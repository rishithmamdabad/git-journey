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theme/theme2.xml" ContentType="application/vnd.openxmlformats-officedocument.theme+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theme/theme3.xml" ContentType="application/vnd.openxmlformats-officedocument.theme+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13.xml" ContentType="application/vnd.openxmlformats-officedocument.presentationml.tags+xml"/>
  <Override PartName="/ppt/notesSlides/notesSlide4.xml" ContentType="application/vnd.openxmlformats-officedocument.presentationml.notesSlide+xml"/>
  <Override PartName="/ppt/tags/tag14.xml" ContentType="application/vnd.openxmlformats-officedocument.presentationml.tags+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theme/themeOverride1.xml" ContentType="application/vnd.openxmlformats-officedocument.themeOverride+xml"/>
  <Override PartName="/ppt/charts/chart5.xml" ContentType="application/vnd.openxmlformats-officedocument.drawingml.chart+xml"/>
  <Override PartName="/ppt/theme/themeOverride2.xml" ContentType="application/vnd.openxmlformats-officedocument.themeOverride+xml"/>
  <Override PartName="/ppt/charts/chart6.xml" ContentType="application/vnd.openxmlformats-officedocument.drawingml.chart+xml"/>
  <Override PartName="/ppt/theme/themeOverride3.xml" ContentType="application/vnd.openxmlformats-officedocument.themeOverride+xml"/>
  <Override PartName="/ppt/tags/tag15.xml" ContentType="application/vnd.openxmlformats-officedocument.presentationml.tags+xml"/>
  <Override PartName="/ppt/notesSlides/notesSlide8.xml" ContentType="application/vnd.openxmlformats-officedocument.presentationml.notesSlide+xml"/>
  <Override PartName="/ppt/charts/chart7.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4.xml" ContentType="application/vnd.openxmlformats-officedocument.themeOverride+xml"/>
  <Override PartName="/ppt/drawings/drawing1.xml" ContentType="application/vnd.openxmlformats-officedocument.drawingml.chartshapes+xml"/>
  <Override PartName="/ppt/notesSlides/notesSlide9.xml" ContentType="application/vnd.openxmlformats-officedocument.presentationml.notesSlide+xml"/>
  <Override PartName="/ppt/tags/tag16.xml" ContentType="application/vnd.openxmlformats-officedocument.presentationml.tags+xml"/>
  <Override PartName="/ppt/notesSlides/notesSlide10.xml" ContentType="application/vnd.openxmlformats-officedocument.presentationml.notesSlide+xml"/>
  <Override PartName="/ppt/charts/chart8.xml" ContentType="application/vnd.openxmlformats-officedocument.drawingml.chart+xml"/>
  <Override PartName="/ppt/charts/style5.xml" ContentType="application/vnd.ms-office.chartstyle+xml"/>
  <Override PartName="/ppt/charts/colors5.xml" ContentType="application/vnd.ms-office.chartcolorstyle+xml"/>
  <Override PartName="/ppt/charts/chart9.xml" ContentType="application/vnd.openxmlformats-officedocument.drawingml.chart+xml"/>
  <Override PartName="/ppt/charts/style6.xml" ContentType="application/vnd.ms-office.chartstyle+xml"/>
  <Override PartName="/ppt/charts/colors6.xml" ContentType="application/vnd.ms-office.chartcolorstyle+xml"/>
  <Override PartName="/ppt/charts/chart10.xml" ContentType="application/vnd.openxmlformats-officedocument.drawingml.chart+xml"/>
  <Override PartName="/ppt/charts/style7.xml" ContentType="application/vnd.ms-office.chartstyle+xml"/>
  <Override PartName="/ppt/charts/colors7.xml" ContentType="application/vnd.ms-office.chartcolorstyle+xml"/>
  <Override PartName="/ppt/charts/chart11.xml" ContentType="application/vnd.openxmlformats-officedocument.drawingml.chart+xml"/>
  <Override PartName="/ppt/charts/style8.xml" ContentType="application/vnd.ms-office.chartstyle+xml"/>
  <Override PartName="/ppt/charts/colors8.xml" ContentType="application/vnd.ms-office.chartcolorstyle+xml"/>
  <Override PartName="/ppt/charts/chart12.xml" ContentType="application/vnd.openxmlformats-officedocument.drawingml.chart+xml"/>
  <Override PartName="/ppt/charts/style9.xml" ContentType="application/vnd.ms-office.chartstyle+xml"/>
  <Override PartName="/ppt/charts/colors9.xml" ContentType="application/vnd.ms-office.chartcolorstyle+xml"/>
  <Override PartName="/ppt/charts/chart13.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4.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5.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6.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7.xml" ContentType="application/vnd.openxmlformats-officedocument.drawingml.chart+xml"/>
  <Override PartName="/ppt/theme/themeOverride5.xml" ContentType="application/vnd.openxmlformats-officedocument.themeOverride+xml"/>
  <Override PartName="/ppt/charts/chart18.xml" ContentType="application/vnd.openxmlformats-officedocument.drawingml.chart+xml"/>
  <Override PartName="/ppt/theme/themeOverride6.xml" ContentType="application/vnd.openxmlformats-officedocument.themeOverride+xml"/>
  <Override PartName="/ppt/charts/chart19.xml" ContentType="application/vnd.openxmlformats-officedocument.drawingml.chart+xml"/>
  <Override PartName="/ppt/theme/themeOverride7.xml" ContentType="application/vnd.openxmlformats-officedocument.themeOverr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tags/tag17.xml" ContentType="application/vnd.openxmlformats-officedocument.presentationml.tags+xml"/>
  <Override PartName="/ppt/notesSlides/notesSlide11.xml" ContentType="application/vnd.openxmlformats-officedocument.presentationml.notesSlide+xml"/>
  <Override PartName="/ppt/charts/chart20.xml" ContentType="application/vnd.openxmlformats-officedocument.drawingml.chart+xml"/>
  <Override PartName="/ppt/theme/themeOverride8.xml" ContentType="application/vnd.openxmlformats-officedocument.themeOverride+xml"/>
  <Override PartName="/ppt/drawings/drawing2.xml" ContentType="application/vnd.openxmlformats-officedocument.drawingml.chartshapes+xml"/>
  <Override PartName="/ppt/notesSlides/notesSlide12.xml" ContentType="application/vnd.openxmlformats-officedocument.presentationml.notesSlide+xml"/>
  <Override PartName="/ppt/charts/chart21.xml" ContentType="application/vnd.openxmlformats-officedocument.drawingml.chart+xml"/>
  <Override PartName="/ppt/charts/style14.xml" ContentType="application/vnd.ms-office.chartstyle+xml"/>
  <Override PartName="/ppt/charts/colors14.xml" ContentType="application/vnd.ms-office.chartcolorstyle+xml"/>
  <Override PartName="/ppt/drawings/drawing3.xml" ContentType="application/vnd.openxmlformats-officedocument.drawingml.chartshapes+xml"/>
  <Override PartName="/ppt/notesSlides/notesSlide13.xml" ContentType="application/vnd.openxmlformats-officedocument.presentationml.notesSlide+xml"/>
  <Override PartName="/ppt/charts/chart22.xml" ContentType="application/vnd.openxmlformats-officedocument.drawingml.chart+xml"/>
  <Override PartName="/ppt/charts/style15.xml" ContentType="application/vnd.ms-office.chartstyle+xml"/>
  <Override PartName="/ppt/charts/colors15.xml" ContentType="application/vnd.ms-office.chartcolorstyle+xml"/>
  <Override PartName="/ppt/drawings/drawing4.xml" ContentType="application/vnd.openxmlformats-officedocument.drawingml.chartshapes+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tags/tag18.xml" ContentType="application/vnd.openxmlformats-officedocument.presentationml.tags+xml"/>
  <Override PartName="/ppt/notesSlides/notesSlide18.xml" ContentType="application/vnd.openxmlformats-officedocument.presentationml.notesSlide+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notesSlides/notesSlide19.xml" ContentType="application/vnd.openxmlformats-officedocument.presentationml.notesSlide+xml"/>
  <Override PartName="/ppt/tags/tag44.xml" ContentType="application/vnd.openxmlformats-officedocument.presentationml.tags+xml"/>
  <Override PartName="/ppt/notesSlides/notesSlide20.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notesSlides/notesSlide21.xml" ContentType="application/vnd.openxmlformats-officedocument.presentationml.notesSlide+xml"/>
  <Override PartName="/ppt/tags/tag85.xml" ContentType="application/vnd.openxmlformats-officedocument.presentationml.tags+xml"/>
  <Override PartName="/ppt/notesSlides/notesSlide22.xml" ContentType="application/vnd.openxmlformats-officedocument.presentationml.notesSlide+xml"/>
  <Override PartName="/ppt/tags/tag86.xml" ContentType="application/vnd.openxmlformats-officedocument.presentationml.tags+xml"/>
  <Override PartName="/ppt/notesSlides/notesSlide23.xml" ContentType="application/vnd.openxmlformats-officedocument.presentationml.notesSlide+xml"/>
  <Override PartName="/ppt/tags/tag87.xml" ContentType="application/vnd.openxmlformats-officedocument.presentationml.tags+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810" r:id="rId4"/>
    <p:sldMasterId id="2147483881" r:id="rId5"/>
    <p:sldMasterId id="2147483942" r:id="rId6"/>
  </p:sldMasterIdLst>
  <p:notesMasterIdLst>
    <p:notesMasterId r:id="rId102"/>
  </p:notesMasterIdLst>
  <p:sldIdLst>
    <p:sldId id="265" r:id="rId7"/>
    <p:sldId id="257" r:id="rId8"/>
    <p:sldId id="311" r:id="rId9"/>
    <p:sldId id="256" r:id="rId10"/>
    <p:sldId id="266" r:id="rId11"/>
    <p:sldId id="268" r:id="rId12"/>
    <p:sldId id="269" r:id="rId13"/>
    <p:sldId id="327" r:id="rId14"/>
    <p:sldId id="2145706664" r:id="rId15"/>
    <p:sldId id="2145706669" r:id="rId16"/>
    <p:sldId id="2145706670" r:id="rId17"/>
    <p:sldId id="314" r:id="rId18"/>
    <p:sldId id="276" r:id="rId19"/>
    <p:sldId id="263" r:id="rId20"/>
    <p:sldId id="290" r:id="rId21"/>
    <p:sldId id="316" r:id="rId22"/>
    <p:sldId id="294" r:id="rId23"/>
    <p:sldId id="309" r:id="rId24"/>
    <p:sldId id="258" r:id="rId25"/>
    <p:sldId id="273" r:id="rId26"/>
    <p:sldId id="2147376653" r:id="rId27"/>
    <p:sldId id="318" r:id="rId28"/>
    <p:sldId id="2145706888" r:id="rId29"/>
    <p:sldId id="2145706667" r:id="rId30"/>
    <p:sldId id="2145706666" r:id="rId31"/>
    <p:sldId id="2145706671" r:id="rId32"/>
    <p:sldId id="262" r:id="rId33"/>
    <p:sldId id="313" r:id="rId34"/>
    <p:sldId id="307" r:id="rId35"/>
    <p:sldId id="308" r:id="rId36"/>
    <p:sldId id="2147483373" r:id="rId37"/>
    <p:sldId id="277" r:id="rId38"/>
    <p:sldId id="2147376634" r:id="rId39"/>
    <p:sldId id="2147376632" r:id="rId40"/>
    <p:sldId id="295" r:id="rId41"/>
    <p:sldId id="2147483644" r:id="rId42"/>
    <p:sldId id="2147483369" r:id="rId43"/>
    <p:sldId id="2147376648" r:id="rId44"/>
    <p:sldId id="259" r:id="rId45"/>
    <p:sldId id="2145706663" r:id="rId46"/>
    <p:sldId id="2145706660" r:id="rId47"/>
    <p:sldId id="2145706662" r:id="rId48"/>
    <p:sldId id="2145706668" r:id="rId49"/>
    <p:sldId id="2145706672" r:id="rId50"/>
    <p:sldId id="270" r:id="rId51"/>
    <p:sldId id="2147483367" r:id="rId52"/>
    <p:sldId id="2147483302" r:id="rId53"/>
    <p:sldId id="2147483289" r:id="rId54"/>
    <p:sldId id="2147483392" r:id="rId55"/>
    <p:sldId id="2147376624" r:id="rId56"/>
    <p:sldId id="267" r:id="rId57"/>
    <p:sldId id="283" r:id="rId58"/>
    <p:sldId id="272" r:id="rId59"/>
    <p:sldId id="271" r:id="rId60"/>
    <p:sldId id="2147376627" r:id="rId61"/>
    <p:sldId id="2147483370" r:id="rId62"/>
    <p:sldId id="274" r:id="rId63"/>
    <p:sldId id="2147483288" r:id="rId64"/>
    <p:sldId id="284" r:id="rId65"/>
    <p:sldId id="260" r:id="rId66"/>
    <p:sldId id="298" r:id="rId67"/>
    <p:sldId id="2147376641" r:id="rId68"/>
    <p:sldId id="289" r:id="rId69"/>
    <p:sldId id="2147376636" r:id="rId70"/>
    <p:sldId id="2147483647" r:id="rId71"/>
    <p:sldId id="2147483368" r:id="rId72"/>
    <p:sldId id="285" r:id="rId73"/>
    <p:sldId id="279" r:id="rId74"/>
    <p:sldId id="2147483643" r:id="rId75"/>
    <p:sldId id="278" r:id="rId76"/>
    <p:sldId id="1340" r:id="rId77"/>
    <p:sldId id="21980" r:id="rId78"/>
    <p:sldId id="646" r:id="rId79"/>
    <p:sldId id="286" r:id="rId80"/>
    <p:sldId id="302" r:id="rId81"/>
    <p:sldId id="264" r:id="rId82"/>
    <p:sldId id="1356" r:id="rId83"/>
    <p:sldId id="21976" r:id="rId84"/>
    <p:sldId id="1358" r:id="rId85"/>
    <p:sldId id="21987" r:id="rId86"/>
    <p:sldId id="280" r:id="rId87"/>
    <p:sldId id="281" r:id="rId88"/>
    <p:sldId id="282" r:id="rId89"/>
    <p:sldId id="292" r:id="rId90"/>
    <p:sldId id="291" r:id="rId91"/>
    <p:sldId id="2145706653" r:id="rId92"/>
    <p:sldId id="2147376650" r:id="rId93"/>
    <p:sldId id="2145706655" r:id="rId94"/>
    <p:sldId id="2147483283" r:id="rId95"/>
    <p:sldId id="320" r:id="rId96"/>
    <p:sldId id="2147483365" r:id="rId97"/>
    <p:sldId id="2147376659" r:id="rId98"/>
    <p:sldId id="261" r:id="rId99"/>
    <p:sldId id="288" r:id="rId100"/>
    <p:sldId id="2147483646" r:id="rId101"/>
  </p:sldIdLst>
  <p:sldSz cx="12192000" cy="6858000"/>
  <p:notesSz cx="6858000" cy="9144000"/>
  <p:defaultTextStyle>
    <a:defPPr>
      <a:defRPr lang="en-P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Guidance" id="{99712D63-9960-EA4B-940C-022E3C89852C}">
          <p14:sldIdLst>
            <p14:sldId id="265"/>
            <p14:sldId id="257"/>
            <p14:sldId id="311"/>
            <p14:sldId id="256"/>
          </p14:sldIdLst>
        </p14:section>
        <p14:section name="Basic set of slides" id="{F227FFB0-1211-4DCC-B5C3-DE014BE1BD88}">
          <p14:sldIdLst>
            <p14:sldId id="266"/>
            <p14:sldId id="268"/>
            <p14:sldId id="269"/>
            <p14:sldId id="327"/>
            <p14:sldId id="2145706664"/>
            <p14:sldId id="2145706669"/>
            <p14:sldId id="2145706670"/>
            <p14:sldId id="314"/>
            <p14:sldId id="276"/>
            <p14:sldId id="263"/>
            <p14:sldId id="290"/>
            <p14:sldId id="316"/>
            <p14:sldId id="294"/>
            <p14:sldId id="309"/>
          </p14:sldIdLst>
        </p14:section>
        <p14:section name="Additional slides" id="{34E4D8AC-CBD9-4474-9D00-1E400B4E71FA}">
          <p14:sldIdLst>
            <p14:sldId id="258"/>
            <p14:sldId id="273"/>
            <p14:sldId id="2147376653"/>
            <p14:sldId id="318"/>
            <p14:sldId id="2145706888"/>
            <p14:sldId id="2145706667"/>
            <p14:sldId id="2145706666"/>
            <p14:sldId id="2145706671"/>
            <p14:sldId id="262"/>
            <p14:sldId id="313"/>
            <p14:sldId id="307"/>
            <p14:sldId id="308"/>
            <p14:sldId id="2147483373"/>
            <p14:sldId id="277"/>
            <p14:sldId id="2147376634"/>
            <p14:sldId id="2147376632"/>
            <p14:sldId id="295"/>
            <p14:sldId id="2147483644"/>
            <p14:sldId id="2147483369"/>
            <p14:sldId id="2147376648"/>
            <p14:sldId id="259"/>
            <p14:sldId id="2145706663"/>
            <p14:sldId id="2145706660"/>
            <p14:sldId id="2145706662"/>
            <p14:sldId id="2145706668"/>
            <p14:sldId id="2145706672"/>
            <p14:sldId id="270"/>
            <p14:sldId id="2147483367"/>
            <p14:sldId id="2147483302"/>
            <p14:sldId id="2147483289"/>
            <p14:sldId id="2147483392"/>
            <p14:sldId id="2147376624"/>
            <p14:sldId id="267"/>
            <p14:sldId id="283"/>
            <p14:sldId id="272"/>
            <p14:sldId id="271"/>
            <p14:sldId id="2147376627"/>
            <p14:sldId id="2147483370"/>
            <p14:sldId id="274"/>
            <p14:sldId id="2147483288"/>
            <p14:sldId id="284"/>
            <p14:sldId id="260"/>
            <p14:sldId id="298"/>
            <p14:sldId id="2147376641"/>
            <p14:sldId id="289"/>
            <p14:sldId id="2147376636"/>
            <p14:sldId id="2147483647"/>
            <p14:sldId id="2147483368"/>
            <p14:sldId id="285"/>
            <p14:sldId id="279"/>
            <p14:sldId id="2147483643"/>
            <p14:sldId id="278"/>
            <p14:sldId id="1340"/>
            <p14:sldId id="21980"/>
            <p14:sldId id="646"/>
            <p14:sldId id="286"/>
            <p14:sldId id="302"/>
            <p14:sldId id="264"/>
            <p14:sldId id="1356"/>
            <p14:sldId id="21976"/>
            <p14:sldId id="1358"/>
            <p14:sldId id="21987"/>
            <p14:sldId id="280"/>
            <p14:sldId id="281"/>
            <p14:sldId id="282"/>
            <p14:sldId id="292"/>
            <p14:sldId id="291"/>
            <p14:sldId id="2145706653"/>
            <p14:sldId id="2147376650"/>
            <p14:sldId id="2145706655"/>
            <p14:sldId id="2147483283"/>
            <p14:sldId id="320"/>
            <p14:sldId id="2147483365"/>
            <p14:sldId id="2147376659"/>
            <p14:sldId id="261"/>
            <p14:sldId id="288"/>
            <p14:sldId id="2147483646"/>
          </p14:sldIdLst>
        </p14:section>
      </p14:sectionLst>
    </p:ex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9369B82-F61C-1DAB-D2B9-DBEF2F861C75}" name="Wójcik, Jakub" initials="WJ" userId="S::jakub.wojcik@capgemini.com::67d39b31-f876-42af-a5d3-3244421dda40" providerId="AD"/>
  <p188:author id="{ABFE7C8A-44D6-C62D-74C1-98F46929C423}" name="Derché, Aurélie" initials="AD" userId="S::aurelie.derche@capgemini.com::5f68c882-6845-4196-8575-a10c2237bca0"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232323"/>
    <a:srgbClr val="010101"/>
    <a:srgbClr val="747474"/>
    <a:srgbClr val="555555"/>
    <a:srgbClr val="1ABAE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995" autoAdjust="0"/>
    <p:restoredTop sz="96301" autoAdjust="0"/>
  </p:normalViewPr>
  <p:slideViewPr>
    <p:cSldViewPr>
      <p:cViewPr varScale="1">
        <p:scale>
          <a:sx n="74" d="100"/>
          <a:sy n="74" d="100"/>
        </p:scale>
        <p:origin x="376" y="56"/>
      </p:cViewPr>
      <p:guideLst/>
    </p:cSldViewPr>
  </p:slideViewPr>
  <p:outlineViewPr>
    <p:cViewPr>
      <p:scale>
        <a:sx n="33" d="100"/>
        <a:sy n="33" d="100"/>
      </p:scale>
      <p:origin x="0" y="-552"/>
    </p:cViewPr>
  </p:outlineViewPr>
  <p:notesTextViewPr>
    <p:cViewPr>
      <p:scale>
        <a:sx n="1" d="1"/>
        <a:sy n="1" d="1"/>
      </p:scale>
      <p:origin x="0" y="0"/>
    </p:cViewPr>
  </p:notesTextViewPr>
  <p:sorterViewPr>
    <p:cViewPr>
      <p:scale>
        <a:sx n="100" d="100"/>
        <a:sy n="100" d="100"/>
      </p:scale>
      <p:origin x="0" y="-22776"/>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0.xml"/><Relationship Id="rId21" Type="http://schemas.openxmlformats.org/officeDocument/2006/relationships/slide" Target="slides/slide15.xml"/><Relationship Id="rId42" Type="http://schemas.openxmlformats.org/officeDocument/2006/relationships/slide" Target="slides/slide36.xml"/><Relationship Id="rId47" Type="http://schemas.openxmlformats.org/officeDocument/2006/relationships/slide" Target="slides/slide41.xml"/><Relationship Id="rId63" Type="http://schemas.openxmlformats.org/officeDocument/2006/relationships/slide" Target="slides/slide57.xml"/><Relationship Id="rId68" Type="http://schemas.openxmlformats.org/officeDocument/2006/relationships/slide" Target="slides/slide62.xml"/><Relationship Id="rId84" Type="http://schemas.openxmlformats.org/officeDocument/2006/relationships/slide" Target="slides/slide78.xml"/><Relationship Id="rId89" Type="http://schemas.openxmlformats.org/officeDocument/2006/relationships/slide" Target="slides/slide83.xml"/><Relationship Id="rId16" Type="http://schemas.openxmlformats.org/officeDocument/2006/relationships/slide" Target="slides/slide10.xml"/><Relationship Id="rId107" Type="http://schemas.microsoft.com/office/2018/10/relationships/authors" Target="authors.xml"/><Relationship Id="rId11" Type="http://schemas.openxmlformats.org/officeDocument/2006/relationships/slide" Target="slides/slide5.xml"/><Relationship Id="rId32" Type="http://schemas.openxmlformats.org/officeDocument/2006/relationships/slide" Target="slides/slide26.xml"/><Relationship Id="rId37" Type="http://schemas.openxmlformats.org/officeDocument/2006/relationships/slide" Target="slides/slide31.xml"/><Relationship Id="rId53" Type="http://schemas.openxmlformats.org/officeDocument/2006/relationships/slide" Target="slides/slide47.xml"/><Relationship Id="rId58" Type="http://schemas.openxmlformats.org/officeDocument/2006/relationships/slide" Target="slides/slide52.xml"/><Relationship Id="rId74" Type="http://schemas.openxmlformats.org/officeDocument/2006/relationships/slide" Target="slides/slide68.xml"/><Relationship Id="rId79" Type="http://schemas.openxmlformats.org/officeDocument/2006/relationships/slide" Target="slides/slide73.xml"/><Relationship Id="rId102" Type="http://schemas.openxmlformats.org/officeDocument/2006/relationships/notesMaster" Target="notesMasters/notesMaster1.xml"/><Relationship Id="rId5" Type="http://schemas.openxmlformats.org/officeDocument/2006/relationships/slideMaster" Target="slideMasters/slideMaster2.xml"/><Relationship Id="rId90" Type="http://schemas.openxmlformats.org/officeDocument/2006/relationships/slide" Target="slides/slide84.xml"/><Relationship Id="rId95" Type="http://schemas.openxmlformats.org/officeDocument/2006/relationships/slide" Target="slides/slide89.xml"/><Relationship Id="rId22" Type="http://schemas.openxmlformats.org/officeDocument/2006/relationships/slide" Target="slides/slide16.xml"/><Relationship Id="rId27" Type="http://schemas.openxmlformats.org/officeDocument/2006/relationships/slide" Target="slides/slide21.xml"/><Relationship Id="rId43" Type="http://schemas.openxmlformats.org/officeDocument/2006/relationships/slide" Target="slides/slide37.xml"/><Relationship Id="rId48" Type="http://schemas.openxmlformats.org/officeDocument/2006/relationships/slide" Target="slides/slide42.xml"/><Relationship Id="rId64" Type="http://schemas.openxmlformats.org/officeDocument/2006/relationships/slide" Target="slides/slide58.xml"/><Relationship Id="rId69" Type="http://schemas.openxmlformats.org/officeDocument/2006/relationships/slide" Target="slides/slide63.xml"/><Relationship Id="rId80" Type="http://schemas.openxmlformats.org/officeDocument/2006/relationships/slide" Target="slides/slide74.xml"/><Relationship Id="rId85" Type="http://schemas.openxmlformats.org/officeDocument/2006/relationships/slide" Target="slides/slide79.xml"/><Relationship Id="rId12" Type="http://schemas.openxmlformats.org/officeDocument/2006/relationships/slide" Target="slides/slide6.xml"/><Relationship Id="rId17" Type="http://schemas.openxmlformats.org/officeDocument/2006/relationships/slide" Target="slides/slide11.xml"/><Relationship Id="rId33" Type="http://schemas.openxmlformats.org/officeDocument/2006/relationships/slide" Target="slides/slide27.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presProps" Target="presProps.xml"/><Relationship Id="rId20" Type="http://schemas.openxmlformats.org/officeDocument/2006/relationships/slide" Target="slides/slide14.xml"/><Relationship Id="rId41" Type="http://schemas.openxmlformats.org/officeDocument/2006/relationships/slide" Target="slides/slide35.xml"/><Relationship Id="rId54" Type="http://schemas.openxmlformats.org/officeDocument/2006/relationships/slide" Target="slides/slide48.xml"/><Relationship Id="rId62" Type="http://schemas.openxmlformats.org/officeDocument/2006/relationships/slide" Target="slides/slide56.xml"/><Relationship Id="rId70" Type="http://schemas.openxmlformats.org/officeDocument/2006/relationships/slide" Target="slides/slide64.xml"/><Relationship Id="rId75" Type="http://schemas.openxmlformats.org/officeDocument/2006/relationships/slide" Target="slides/slide69.xml"/><Relationship Id="rId83" Type="http://schemas.openxmlformats.org/officeDocument/2006/relationships/slide" Target="slides/slide77.xml"/><Relationship Id="rId88" Type="http://schemas.openxmlformats.org/officeDocument/2006/relationships/slide" Target="slides/slide82.xml"/><Relationship Id="rId91" Type="http://schemas.openxmlformats.org/officeDocument/2006/relationships/slide" Target="slides/slide85.xml"/><Relationship Id="rId96" Type="http://schemas.openxmlformats.org/officeDocument/2006/relationships/slide" Target="slides/slide90.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slide" Target="slides/slide22.xml"/><Relationship Id="rId36" Type="http://schemas.openxmlformats.org/officeDocument/2006/relationships/slide" Target="slides/slide30.xml"/><Relationship Id="rId49" Type="http://schemas.openxmlformats.org/officeDocument/2006/relationships/slide" Target="slides/slide43.xml"/><Relationship Id="rId57" Type="http://schemas.openxmlformats.org/officeDocument/2006/relationships/slide" Target="slides/slide51.xml"/><Relationship Id="rId106" Type="http://schemas.openxmlformats.org/officeDocument/2006/relationships/tableStyles" Target="tableStyles.xml"/><Relationship Id="rId10" Type="http://schemas.openxmlformats.org/officeDocument/2006/relationships/slide" Target="slides/slide4.xml"/><Relationship Id="rId31" Type="http://schemas.openxmlformats.org/officeDocument/2006/relationships/slide" Target="slides/slide25.xml"/><Relationship Id="rId44" Type="http://schemas.openxmlformats.org/officeDocument/2006/relationships/slide" Target="slides/slide38.xml"/><Relationship Id="rId52" Type="http://schemas.openxmlformats.org/officeDocument/2006/relationships/slide" Target="slides/slide46.xml"/><Relationship Id="rId60" Type="http://schemas.openxmlformats.org/officeDocument/2006/relationships/slide" Target="slides/slide54.xml"/><Relationship Id="rId65" Type="http://schemas.openxmlformats.org/officeDocument/2006/relationships/slide" Target="slides/slide59.xml"/><Relationship Id="rId73" Type="http://schemas.openxmlformats.org/officeDocument/2006/relationships/slide" Target="slides/slide67.xml"/><Relationship Id="rId78" Type="http://schemas.openxmlformats.org/officeDocument/2006/relationships/slide" Target="slides/slide72.xml"/><Relationship Id="rId81" Type="http://schemas.openxmlformats.org/officeDocument/2006/relationships/slide" Target="slides/slide75.xml"/><Relationship Id="rId86" Type="http://schemas.openxmlformats.org/officeDocument/2006/relationships/slide" Target="slides/slide80.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4" Type="http://schemas.openxmlformats.org/officeDocument/2006/relationships/slideMaster" Target="slideMasters/slideMaster1.xml"/><Relationship Id="rId9" Type="http://schemas.openxmlformats.org/officeDocument/2006/relationships/slide" Target="slides/slide3.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viewProps" Target="viewProps.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customXml" Target="../customXml/item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61" Type="http://schemas.openxmlformats.org/officeDocument/2006/relationships/slide" Target="slides/slide55.xml"/><Relationship Id="rId82" Type="http://schemas.openxmlformats.org/officeDocument/2006/relationships/slide" Target="slides/slide76.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theme" Target="theme/theme1.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3" Type="http://schemas.openxmlformats.org/officeDocument/2006/relationships/customXml" Target="../customXml/item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1.xml"/></Relationships>
</file>

<file path=ppt/charts/_rels/chart5.xml.rels><?xml version="1.0" encoding="UTF-8" standalone="yes"?>
<Relationships xmlns="http://schemas.openxmlformats.org/package/2006/relationships"><Relationship Id="rId2" Type="http://schemas.openxmlformats.org/officeDocument/2006/relationships/package" Target="../embeddings/Microsoft_Excel_Worksheet4.xlsx"/><Relationship Id="rId1" Type="http://schemas.openxmlformats.org/officeDocument/2006/relationships/themeOverride" Target="../theme/themeOverride2.xml"/></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Worksheet5.xlsx"/><Relationship Id="rId1" Type="http://schemas.openxmlformats.org/officeDocument/2006/relationships/themeOverride" Target="../theme/themeOverride3.xml"/></Relationships>
</file>

<file path=ppt/charts/_rels/chart7.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4.xml"/><Relationship Id="rId1" Type="http://schemas.microsoft.com/office/2011/relationships/chartStyle" Target="style4.xml"/><Relationship Id="rId5" Type="http://schemas.openxmlformats.org/officeDocument/2006/relationships/chartUserShapes" Target="../drawings/drawing1.xml"/><Relationship Id="rId4"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5.xml"/><Relationship Id="rId1" Type="http://schemas.microsoft.com/office/2011/relationships/chartStyle" Target="style5.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6.xml"/><Relationship Id="rId1" Type="http://schemas.microsoft.com/office/2011/relationships/chartStyle" Target="style6.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7.xml"/><Relationship Id="rId1" Type="http://schemas.microsoft.com/office/2011/relationships/chartStyle" Target="style7.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8.xml"/><Relationship Id="rId1" Type="http://schemas.microsoft.com/office/2011/relationships/chartStyle" Target="style8.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9.xml"/><Relationship Id="rId1" Type="http://schemas.microsoft.com/office/2011/relationships/chartStyle" Target="style9.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0.xml"/><Relationship Id="rId1" Type="http://schemas.microsoft.com/office/2011/relationships/chartStyle" Target="style10.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1.xml"/><Relationship Id="rId1" Type="http://schemas.microsoft.com/office/2011/relationships/chartStyle" Target="style11.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2.xml"/><Relationship Id="rId1" Type="http://schemas.microsoft.com/office/2011/relationships/chartStyle" Target="style12.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3.xml"/><Relationship Id="rId1" Type="http://schemas.microsoft.com/office/2011/relationships/chartStyle" Target="style13.xml"/></Relationships>
</file>

<file path=ppt/charts/_rels/chart17.xml.rels><?xml version="1.0" encoding="UTF-8" standalone="yes"?>
<Relationships xmlns="http://schemas.openxmlformats.org/package/2006/relationships"><Relationship Id="rId2" Type="http://schemas.openxmlformats.org/officeDocument/2006/relationships/package" Target="../embeddings/Microsoft_Excel_Worksheet16.xlsx"/><Relationship Id="rId1" Type="http://schemas.openxmlformats.org/officeDocument/2006/relationships/themeOverride" Target="../theme/themeOverride5.xml"/></Relationships>
</file>

<file path=ppt/charts/_rels/chart18.xml.rels><?xml version="1.0" encoding="UTF-8" standalone="yes"?>
<Relationships xmlns="http://schemas.openxmlformats.org/package/2006/relationships"><Relationship Id="rId2" Type="http://schemas.openxmlformats.org/officeDocument/2006/relationships/package" Target="../embeddings/Microsoft_Excel_Worksheet17.xlsx"/><Relationship Id="rId1" Type="http://schemas.openxmlformats.org/officeDocument/2006/relationships/themeOverride" Target="../theme/themeOverride6.xml"/></Relationships>
</file>

<file path=ppt/charts/_rels/chart19.xml.rels><?xml version="1.0" encoding="UTF-8" standalone="yes"?>
<Relationships xmlns="http://schemas.openxmlformats.org/package/2006/relationships"><Relationship Id="rId2" Type="http://schemas.openxmlformats.org/officeDocument/2006/relationships/package" Target="../embeddings/Microsoft_Excel_Worksheet18.xlsx"/><Relationship Id="rId1" Type="http://schemas.openxmlformats.org/officeDocument/2006/relationships/themeOverride" Target="../theme/themeOverride7.xml"/></Relationships>
</file>

<file path=ppt/charts/_rels/chart20.xml.rels><?xml version="1.0" encoding="UTF-8" standalone="yes"?>
<Relationships xmlns="http://schemas.openxmlformats.org/package/2006/relationships"><Relationship Id="rId3" Type="http://schemas.openxmlformats.org/officeDocument/2006/relationships/chartUserShapes" Target="../drawings/drawing2.xml"/><Relationship Id="rId2" Type="http://schemas.openxmlformats.org/officeDocument/2006/relationships/package" Target="../embeddings/Microsoft_Excel_Worksheet19.xlsx"/><Relationship Id="rId1" Type="http://schemas.openxmlformats.org/officeDocument/2006/relationships/themeOverride" Target="../theme/themeOverride8.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chartUserShapes" Target="../drawings/drawing3.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chartUserShapes" Target="../drawings/drawing4.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bg1"/>
              </a:solidFill>
              <a:ln w="19050">
                <a:noFill/>
              </a:ln>
              <a:effectLst/>
            </c:spPr>
            <c:extLst>
              <c:ext xmlns:c16="http://schemas.microsoft.com/office/drawing/2014/chart" uri="{C3380CC4-5D6E-409C-BE32-E72D297353CC}">
                <c16:uniqueId val="{00000001-9872-BA4C-92F4-3D8DC1B90DFA}"/>
              </c:ext>
            </c:extLst>
          </c:dPt>
          <c:dPt>
            <c:idx val="1"/>
            <c:bubble3D val="0"/>
            <c:spPr>
              <a:solidFill>
                <a:schemeClr val="accent2"/>
              </a:solidFill>
              <a:ln w="19050">
                <a:noFill/>
              </a:ln>
              <a:effectLst/>
            </c:spPr>
            <c:extLst>
              <c:ext xmlns:c16="http://schemas.microsoft.com/office/drawing/2014/chart" uri="{C3380CC4-5D6E-409C-BE32-E72D297353CC}">
                <c16:uniqueId val="{00000003-9872-BA4C-92F4-3D8DC1B90DFA}"/>
              </c:ext>
            </c:extLst>
          </c:dPt>
          <c:dPt>
            <c:idx val="2"/>
            <c:bubble3D val="0"/>
            <c:spPr>
              <a:solidFill>
                <a:schemeClr val="accent3"/>
              </a:solidFill>
              <a:ln w="19050">
                <a:noFill/>
              </a:ln>
              <a:effectLst/>
            </c:spPr>
            <c:extLst>
              <c:ext xmlns:c16="http://schemas.microsoft.com/office/drawing/2014/chart" uri="{C3380CC4-5D6E-409C-BE32-E72D297353CC}">
                <c16:uniqueId val="{00000005-9872-BA4C-92F4-3D8DC1B90DFA}"/>
              </c:ext>
            </c:extLst>
          </c:dPt>
          <c:dPt>
            <c:idx val="3"/>
            <c:bubble3D val="0"/>
            <c:spPr>
              <a:solidFill>
                <a:schemeClr val="accent4"/>
              </a:solidFill>
              <a:ln w="19050">
                <a:noFill/>
              </a:ln>
              <a:effectLst/>
            </c:spPr>
            <c:extLst>
              <c:ext xmlns:c16="http://schemas.microsoft.com/office/drawing/2014/chart" uri="{C3380CC4-5D6E-409C-BE32-E72D297353CC}">
                <c16:uniqueId val="{00000007-9872-BA4C-92F4-3D8DC1B90DFA}"/>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9872-BA4C-92F4-3D8DC1B90DFA}"/>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bg1"/>
              </a:solidFill>
              <a:ln w="19050">
                <a:noFill/>
              </a:ln>
              <a:effectLst/>
            </c:spPr>
            <c:extLst>
              <c:ext xmlns:c16="http://schemas.microsoft.com/office/drawing/2014/chart" uri="{C3380CC4-5D6E-409C-BE32-E72D297353CC}">
                <c16:uniqueId val="{00000001-D7E1-654E-84B0-CF42E69A9A1B}"/>
              </c:ext>
            </c:extLst>
          </c:dPt>
          <c:dPt>
            <c:idx val="1"/>
            <c:bubble3D val="0"/>
            <c:spPr>
              <a:solidFill>
                <a:schemeClr val="accent2">
                  <a:shade val="86000"/>
                </a:schemeClr>
              </a:solidFill>
              <a:ln w="19050">
                <a:noFill/>
              </a:ln>
              <a:effectLst/>
            </c:spPr>
            <c:extLst>
              <c:ext xmlns:c16="http://schemas.microsoft.com/office/drawing/2014/chart" uri="{C3380CC4-5D6E-409C-BE32-E72D297353CC}">
                <c16:uniqueId val="{00000003-D7E1-654E-84B0-CF42E69A9A1B}"/>
              </c:ext>
            </c:extLst>
          </c:dPt>
          <c:dPt>
            <c:idx val="2"/>
            <c:bubble3D val="0"/>
            <c:spPr>
              <a:solidFill>
                <a:schemeClr val="accent2">
                  <a:tint val="86000"/>
                </a:schemeClr>
              </a:solidFill>
              <a:ln w="19050">
                <a:noFill/>
              </a:ln>
              <a:effectLst/>
            </c:spPr>
            <c:extLst>
              <c:ext xmlns:c16="http://schemas.microsoft.com/office/drawing/2014/chart" uri="{C3380CC4-5D6E-409C-BE32-E72D297353CC}">
                <c16:uniqueId val="{00000005-D7E1-654E-84B0-CF42E69A9A1B}"/>
              </c:ext>
            </c:extLst>
          </c:dPt>
          <c:dPt>
            <c:idx val="3"/>
            <c:bubble3D val="0"/>
            <c:spPr>
              <a:solidFill>
                <a:schemeClr val="accent2">
                  <a:tint val="58000"/>
                </a:schemeClr>
              </a:solidFill>
              <a:ln w="19050">
                <a:noFill/>
              </a:ln>
              <a:effectLst/>
            </c:spPr>
            <c:extLst>
              <c:ext xmlns:c16="http://schemas.microsoft.com/office/drawing/2014/chart" uri="{C3380CC4-5D6E-409C-BE32-E72D297353CC}">
                <c16:uniqueId val="{00000007-D7E1-654E-84B0-CF42E69A9A1B}"/>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D7E1-654E-84B0-CF42E69A9A1B}"/>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bg1"/>
              </a:solidFill>
              <a:ln w="19050">
                <a:noFill/>
              </a:ln>
              <a:effectLst/>
            </c:spPr>
            <c:extLst>
              <c:ext xmlns:c16="http://schemas.microsoft.com/office/drawing/2014/chart" uri="{C3380CC4-5D6E-409C-BE32-E72D297353CC}">
                <c16:uniqueId val="{00000001-7B54-5F4A-997B-52C20ECE623A}"/>
              </c:ext>
            </c:extLst>
          </c:dPt>
          <c:dPt>
            <c:idx val="1"/>
            <c:bubble3D val="0"/>
            <c:spPr>
              <a:solidFill>
                <a:schemeClr val="accent2"/>
              </a:solidFill>
              <a:ln w="19050">
                <a:noFill/>
              </a:ln>
              <a:effectLst/>
            </c:spPr>
            <c:extLst>
              <c:ext xmlns:c16="http://schemas.microsoft.com/office/drawing/2014/chart" uri="{C3380CC4-5D6E-409C-BE32-E72D297353CC}">
                <c16:uniqueId val="{00000003-7B54-5F4A-997B-52C20ECE623A}"/>
              </c:ext>
            </c:extLst>
          </c:dPt>
          <c:dPt>
            <c:idx val="2"/>
            <c:bubble3D val="0"/>
            <c:spPr>
              <a:solidFill>
                <a:schemeClr val="accent4"/>
              </a:solidFill>
              <a:ln w="19050">
                <a:noFill/>
              </a:ln>
              <a:effectLst/>
            </c:spPr>
            <c:extLst>
              <c:ext xmlns:c16="http://schemas.microsoft.com/office/drawing/2014/chart" uri="{C3380CC4-5D6E-409C-BE32-E72D297353CC}">
                <c16:uniqueId val="{00000005-7B54-5F4A-997B-52C20ECE623A}"/>
              </c:ext>
            </c:extLst>
          </c:dPt>
          <c:dPt>
            <c:idx val="3"/>
            <c:bubble3D val="0"/>
            <c:spPr>
              <a:solidFill>
                <a:schemeClr val="accent5"/>
              </a:solidFill>
              <a:ln w="19050">
                <a:noFill/>
              </a:ln>
              <a:effectLst/>
            </c:spPr>
            <c:extLst>
              <c:ext xmlns:c16="http://schemas.microsoft.com/office/drawing/2014/chart" uri="{C3380CC4-5D6E-409C-BE32-E72D297353CC}">
                <c16:uniqueId val="{00000007-7B54-5F4A-997B-52C20ECE623A}"/>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7B54-5F4A-997B-52C20ECE623A}"/>
            </c:ext>
          </c:extLst>
        </c:ser>
        <c:dLbls>
          <c:showLegendKey val="0"/>
          <c:showVal val="0"/>
          <c:showCatName val="0"/>
          <c:showSerName val="0"/>
          <c:showPercent val="0"/>
          <c:showBubbleSize val="0"/>
          <c:showLeaderLines val="1"/>
        </c:dLbls>
        <c:firstSliceAng val="0"/>
        <c:holeSize val="90"/>
      </c:doughnutChart>
      <c:spPr>
        <a:noFill/>
        <a:ln w="38100">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doughnutChart>
        <c:varyColors val="1"/>
        <c:ser>
          <c:idx val="0"/>
          <c:order val="0"/>
          <c:tx>
            <c:strRef>
              <c:f>Sheet1!$B$1</c:f>
              <c:strCache>
                <c:ptCount val="1"/>
                <c:pt idx="0">
                  <c:v>d</c:v>
                </c:pt>
              </c:strCache>
            </c:strRef>
          </c:tx>
          <c:spPr>
            <a:solidFill>
              <a:schemeClr val="accent4"/>
            </a:solidFill>
            <a:ln>
              <a:noFill/>
            </a:ln>
          </c:spPr>
          <c:dPt>
            <c:idx val="0"/>
            <c:bubble3D val="0"/>
            <c:spPr>
              <a:noFill/>
              <a:ln>
                <a:noFill/>
              </a:ln>
            </c:spPr>
            <c:extLst>
              <c:ext xmlns:c16="http://schemas.microsoft.com/office/drawing/2014/chart" uri="{C3380CC4-5D6E-409C-BE32-E72D297353CC}">
                <c16:uniqueId val="{00000001-29DA-794C-8F34-43E0A3DBBE2C}"/>
              </c:ext>
            </c:extLst>
          </c:dPt>
          <c:dPt>
            <c:idx val="1"/>
            <c:bubble3D val="0"/>
            <c:spPr>
              <a:solidFill>
                <a:srgbClr val="1DB7F3">
                  <a:lumMod val="20000"/>
                  <a:lumOff val="80000"/>
                </a:srgbClr>
              </a:solidFill>
              <a:ln>
                <a:noFill/>
              </a:ln>
            </c:spPr>
            <c:extLst>
              <c:ext xmlns:c16="http://schemas.microsoft.com/office/drawing/2014/chart" uri="{C3380CC4-5D6E-409C-BE32-E72D297353CC}">
                <c16:uniqueId val="{00000003-29DA-794C-8F34-43E0A3DBBE2C}"/>
              </c:ext>
            </c:extLst>
          </c:dPt>
          <c:cat>
            <c:strRef>
              <c:f>Sheet1!$A$2:$A$3</c:f>
              <c:strCache>
                <c:ptCount val="2"/>
                <c:pt idx="0">
                  <c:v>1st Qtr</c:v>
                </c:pt>
                <c:pt idx="1">
                  <c:v>2nd Qtr</c:v>
                </c:pt>
              </c:strCache>
            </c:strRef>
          </c:cat>
          <c:val>
            <c:numRef>
              <c:f>Sheet1!$B$2:$B$3</c:f>
              <c:numCache>
                <c:formatCode>General</c:formatCode>
                <c:ptCount val="2"/>
                <c:pt idx="0">
                  <c:v>75</c:v>
                </c:pt>
                <c:pt idx="1">
                  <c:v>25</c:v>
                </c:pt>
              </c:numCache>
            </c:numRef>
          </c:val>
          <c:extLst>
            <c:ext xmlns:c16="http://schemas.microsoft.com/office/drawing/2014/chart" uri="{C3380CC4-5D6E-409C-BE32-E72D297353CC}">
              <c16:uniqueId val="{00000004-29DA-794C-8F34-43E0A3DBBE2C}"/>
            </c:ext>
          </c:extLst>
        </c:ser>
        <c:ser>
          <c:idx val="1"/>
          <c:order val="1"/>
          <c:tx>
            <c:strRef>
              <c:f>Sheet1!$C$1</c:f>
              <c:strCache>
                <c:ptCount val="1"/>
                <c:pt idx="0">
                  <c:v>c</c:v>
                </c:pt>
              </c:strCache>
            </c:strRef>
          </c:tx>
          <c:spPr>
            <a:solidFill>
              <a:schemeClr val="accent3"/>
            </a:solidFill>
            <a:ln>
              <a:noFill/>
            </a:ln>
          </c:spPr>
          <c:dPt>
            <c:idx val="0"/>
            <c:bubble3D val="0"/>
            <c:spPr>
              <a:noFill/>
              <a:ln>
                <a:noFill/>
              </a:ln>
            </c:spPr>
            <c:extLst>
              <c:ext xmlns:c16="http://schemas.microsoft.com/office/drawing/2014/chart" uri="{C3380CC4-5D6E-409C-BE32-E72D297353CC}">
                <c16:uniqueId val="{00000006-29DA-794C-8F34-43E0A3DBBE2C}"/>
              </c:ext>
            </c:extLst>
          </c:dPt>
          <c:dPt>
            <c:idx val="1"/>
            <c:bubble3D val="0"/>
            <c:spPr>
              <a:solidFill>
                <a:srgbClr val="1DB7F3">
                  <a:lumMod val="40000"/>
                  <a:lumOff val="60000"/>
                </a:srgbClr>
              </a:solidFill>
              <a:ln>
                <a:noFill/>
              </a:ln>
            </c:spPr>
            <c:extLst>
              <c:ext xmlns:c16="http://schemas.microsoft.com/office/drawing/2014/chart" uri="{C3380CC4-5D6E-409C-BE32-E72D297353CC}">
                <c16:uniqueId val="{00000008-29DA-794C-8F34-43E0A3DBBE2C}"/>
              </c:ext>
            </c:extLst>
          </c:dPt>
          <c:cat>
            <c:strRef>
              <c:f>Sheet1!$A$2:$A$3</c:f>
              <c:strCache>
                <c:ptCount val="2"/>
                <c:pt idx="0">
                  <c:v>1st Qtr</c:v>
                </c:pt>
                <c:pt idx="1">
                  <c:v>2nd Qtr</c:v>
                </c:pt>
              </c:strCache>
            </c:strRef>
          </c:cat>
          <c:val>
            <c:numRef>
              <c:f>Sheet1!$C$2:$C$3</c:f>
              <c:numCache>
                <c:formatCode>General</c:formatCode>
                <c:ptCount val="2"/>
                <c:pt idx="0">
                  <c:v>42</c:v>
                </c:pt>
                <c:pt idx="1">
                  <c:v>58</c:v>
                </c:pt>
              </c:numCache>
            </c:numRef>
          </c:val>
          <c:extLst>
            <c:ext xmlns:c16="http://schemas.microsoft.com/office/drawing/2014/chart" uri="{C3380CC4-5D6E-409C-BE32-E72D297353CC}">
              <c16:uniqueId val="{00000009-29DA-794C-8F34-43E0A3DBBE2C}"/>
            </c:ext>
          </c:extLst>
        </c:ser>
        <c:ser>
          <c:idx val="2"/>
          <c:order val="2"/>
          <c:tx>
            <c:strRef>
              <c:f>Sheet1!$D$1</c:f>
              <c:strCache>
                <c:ptCount val="1"/>
                <c:pt idx="0">
                  <c:v>b</c:v>
                </c:pt>
              </c:strCache>
            </c:strRef>
          </c:tx>
          <c:spPr>
            <a:solidFill>
              <a:srgbClr val="1DB7F3">
                <a:lumMod val="60000"/>
                <a:lumOff val="40000"/>
              </a:srgbClr>
            </a:solidFill>
            <a:ln>
              <a:noFill/>
            </a:ln>
          </c:spPr>
          <c:dPt>
            <c:idx val="0"/>
            <c:bubble3D val="0"/>
            <c:spPr>
              <a:solidFill>
                <a:srgbClr val="1DB7F3">
                  <a:lumMod val="60000"/>
                  <a:lumOff val="40000"/>
                  <a:alpha val="0"/>
                </a:srgbClr>
              </a:solidFill>
              <a:ln>
                <a:noFill/>
              </a:ln>
            </c:spPr>
            <c:extLst>
              <c:ext xmlns:c16="http://schemas.microsoft.com/office/drawing/2014/chart" uri="{C3380CC4-5D6E-409C-BE32-E72D297353CC}">
                <c16:uniqueId val="{0000000B-29DA-794C-8F34-43E0A3DBBE2C}"/>
              </c:ext>
            </c:extLst>
          </c:dPt>
          <c:dPt>
            <c:idx val="1"/>
            <c:bubble3D val="0"/>
            <c:extLst>
              <c:ext xmlns:c16="http://schemas.microsoft.com/office/drawing/2014/chart" uri="{C3380CC4-5D6E-409C-BE32-E72D297353CC}">
                <c16:uniqueId val="{0000000D-29DA-794C-8F34-43E0A3DBBE2C}"/>
              </c:ext>
            </c:extLst>
          </c:dPt>
          <c:cat>
            <c:strRef>
              <c:f>Sheet1!$A$2:$A$3</c:f>
              <c:strCache>
                <c:ptCount val="2"/>
                <c:pt idx="0">
                  <c:v>1st Qtr</c:v>
                </c:pt>
                <c:pt idx="1">
                  <c:v>2nd Qtr</c:v>
                </c:pt>
              </c:strCache>
            </c:strRef>
          </c:cat>
          <c:val>
            <c:numRef>
              <c:f>Sheet1!$D$2:$D$3</c:f>
              <c:numCache>
                <c:formatCode>General</c:formatCode>
                <c:ptCount val="2"/>
                <c:pt idx="0">
                  <c:v>62</c:v>
                </c:pt>
                <c:pt idx="1">
                  <c:v>38</c:v>
                </c:pt>
              </c:numCache>
            </c:numRef>
          </c:val>
          <c:extLst>
            <c:ext xmlns:c16="http://schemas.microsoft.com/office/drawing/2014/chart" uri="{C3380CC4-5D6E-409C-BE32-E72D297353CC}">
              <c16:uniqueId val="{0000000E-29DA-794C-8F34-43E0A3DBBE2C}"/>
            </c:ext>
          </c:extLst>
        </c:ser>
        <c:ser>
          <c:idx val="3"/>
          <c:order val="3"/>
          <c:tx>
            <c:strRef>
              <c:f>Sheet1!$E$1</c:f>
              <c:strCache>
                <c:ptCount val="1"/>
                <c:pt idx="0">
                  <c:v>a</c:v>
                </c:pt>
              </c:strCache>
            </c:strRef>
          </c:tx>
          <c:spPr>
            <a:solidFill>
              <a:srgbClr val="EB8C00"/>
            </a:solidFill>
            <a:ln>
              <a:noFill/>
            </a:ln>
          </c:spPr>
          <c:dPt>
            <c:idx val="0"/>
            <c:bubble3D val="0"/>
            <c:spPr>
              <a:noFill/>
              <a:ln>
                <a:noFill/>
              </a:ln>
            </c:spPr>
            <c:extLst>
              <c:ext xmlns:c16="http://schemas.microsoft.com/office/drawing/2014/chart" uri="{C3380CC4-5D6E-409C-BE32-E72D297353CC}">
                <c16:uniqueId val="{00000010-29DA-794C-8F34-43E0A3DBBE2C}"/>
              </c:ext>
            </c:extLst>
          </c:dPt>
          <c:dPt>
            <c:idx val="1"/>
            <c:bubble3D val="0"/>
            <c:spPr>
              <a:solidFill>
                <a:srgbClr val="1DB7F3"/>
              </a:solidFill>
              <a:ln>
                <a:noFill/>
              </a:ln>
            </c:spPr>
            <c:extLst>
              <c:ext xmlns:c16="http://schemas.microsoft.com/office/drawing/2014/chart" uri="{C3380CC4-5D6E-409C-BE32-E72D297353CC}">
                <c16:uniqueId val="{00000012-29DA-794C-8F34-43E0A3DBBE2C}"/>
              </c:ext>
            </c:extLst>
          </c:dPt>
          <c:cat>
            <c:strRef>
              <c:f>Sheet1!$A$2:$A$3</c:f>
              <c:strCache>
                <c:ptCount val="2"/>
                <c:pt idx="0">
                  <c:v>1st Qtr</c:v>
                </c:pt>
                <c:pt idx="1">
                  <c:v>2nd Qtr</c:v>
                </c:pt>
              </c:strCache>
            </c:strRef>
          </c:cat>
          <c:val>
            <c:numRef>
              <c:f>Sheet1!$E$2:$E$3</c:f>
              <c:numCache>
                <c:formatCode>General</c:formatCode>
                <c:ptCount val="2"/>
                <c:pt idx="0">
                  <c:v>58</c:v>
                </c:pt>
                <c:pt idx="1">
                  <c:v>42</c:v>
                </c:pt>
              </c:numCache>
            </c:numRef>
          </c:val>
          <c:extLst>
            <c:ext xmlns:c16="http://schemas.microsoft.com/office/drawing/2014/chart" uri="{C3380CC4-5D6E-409C-BE32-E72D297353CC}">
              <c16:uniqueId val="{00000013-29DA-794C-8F34-43E0A3DBBE2C}"/>
            </c:ext>
          </c:extLst>
        </c:ser>
        <c:dLbls>
          <c:showLegendKey val="0"/>
          <c:showVal val="0"/>
          <c:showCatName val="0"/>
          <c:showSerName val="0"/>
          <c:showPercent val="0"/>
          <c:showBubbleSize val="0"/>
          <c:showLeaderLines val="1"/>
        </c:dLbls>
        <c:firstSliceAng val="0"/>
        <c:holeSize val="58"/>
      </c:doughnutChart>
      <c:spPr>
        <a:ln>
          <a:noFill/>
        </a:ln>
      </c:spPr>
    </c:plotArea>
    <c:plotVisOnly val="1"/>
    <c:dispBlanksAs val="zero"/>
    <c:showDLblsOverMax val="0"/>
  </c:chart>
  <c:spPr>
    <a:ln>
      <a:noFill/>
    </a:ln>
  </c:spPr>
  <c:txPr>
    <a:bodyPr/>
    <a:lstStyle/>
    <a:p>
      <a:pPr>
        <a:defRPr sz="1800"/>
      </a:pPr>
      <a:endParaRPr lang="en-US"/>
    </a:p>
  </c:txPr>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5.7511725750278957E-2"/>
          <c:y val="0.1176124720663331"/>
          <c:w val="0.91564946889959087"/>
          <c:h val="0.84237551847052095"/>
        </c:manualLayout>
      </c:layout>
      <c:doughnutChart>
        <c:varyColors val="1"/>
        <c:ser>
          <c:idx val="0"/>
          <c:order val="0"/>
          <c:tx>
            <c:strRef>
              <c:f>Sheet1!$B$1</c:f>
              <c:strCache>
                <c:ptCount val="1"/>
                <c:pt idx="0">
                  <c:v>d</c:v>
                </c:pt>
              </c:strCache>
            </c:strRef>
          </c:tx>
          <c:spPr>
            <a:solidFill>
              <a:schemeClr val="accent4"/>
            </a:solidFill>
            <a:ln>
              <a:noFill/>
            </a:ln>
          </c:spPr>
          <c:dPt>
            <c:idx val="0"/>
            <c:bubble3D val="0"/>
            <c:spPr>
              <a:noFill/>
              <a:ln>
                <a:noFill/>
              </a:ln>
            </c:spPr>
            <c:extLst>
              <c:ext xmlns:c16="http://schemas.microsoft.com/office/drawing/2014/chart" uri="{C3380CC4-5D6E-409C-BE32-E72D297353CC}">
                <c16:uniqueId val="{00000001-0350-4547-AC63-47D023BEFCDF}"/>
              </c:ext>
            </c:extLst>
          </c:dPt>
          <c:dPt>
            <c:idx val="1"/>
            <c:bubble3D val="0"/>
            <c:spPr>
              <a:solidFill>
                <a:srgbClr val="1DB6F3"/>
              </a:solidFill>
              <a:ln>
                <a:noFill/>
              </a:ln>
            </c:spPr>
            <c:extLst>
              <c:ext xmlns:c16="http://schemas.microsoft.com/office/drawing/2014/chart" uri="{C3380CC4-5D6E-409C-BE32-E72D297353CC}">
                <c16:uniqueId val="{00000003-0350-4547-AC63-47D023BEFCDF}"/>
              </c:ext>
            </c:extLst>
          </c:dPt>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4-0350-4547-AC63-47D023BEFCDF}"/>
            </c:ext>
          </c:extLst>
        </c:ser>
        <c:ser>
          <c:idx val="1"/>
          <c:order val="1"/>
          <c:tx>
            <c:strRef>
              <c:f>Sheet1!$C$1</c:f>
              <c:strCache>
                <c:ptCount val="1"/>
                <c:pt idx="0">
                  <c:v>c</c:v>
                </c:pt>
              </c:strCache>
            </c:strRef>
          </c:tx>
          <c:spPr>
            <a:solidFill>
              <a:schemeClr val="accent3"/>
            </a:solidFill>
            <a:ln>
              <a:noFill/>
            </a:ln>
          </c:spPr>
          <c:dPt>
            <c:idx val="0"/>
            <c:bubble3D val="0"/>
            <c:spPr>
              <a:noFill/>
              <a:ln>
                <a:noFill/>
              </a:ln>
            </c:spPr>
            <c:extLst>
              <c:ext xmlns:c16="http://schemas.microsoft.com/office/drawing/2014/chart" uri="{C3380CC4-5D6E-409C-BE32-E72D297353CC}">
                <c16:uniqueId val="{00000006-0350-4547-AC63-47D023BEFCDF}"/>
              </c:ext>
            </c:extLst>
          </c:dPt>
          <c:dPt>
            <c:idx val="1"/>
            <c:bubble3D val="0"/>
            <c:spPr>
              <a:solidFill>
                <a:srgbClr val="D4D5F2"/>
              </a:solidFill>
              <a:ln>
                <a:noFill/>
              </a:ln>
            </c:spPr>
            <c:extLst>
              <c:ext xmlns:c16="http://schemas.microsoft.com/office/drawing/2014/chart" uri="{C3380CC4-5D6E-409C-BE32-E72D297353CC}">
                <c16:uniqueId val="{00000008-0350-4547-AC63-47D023BEFCDF}"/>
              </c:ext>
            </c:extLst>
          </c:dPt>
          <c:cat>
            <c:strRef>
              <c:f>Sheet1!$A$2:$A$3</c:f>
              <c:strCache>
                <c:ptCount val="2"/>
                <c:pt idx="0">
                  <c:v>1st Qtr</c:v>
                </c:pt>
                <c:pt idx="1">
                  <c:v>2nd Qtr</c:v>
                </c:pt>
              </c:strCache>
            </c:strRef>
          </c:cat>
          <c:val>
            <c:numRef>
              <c:f>Sheet1!$C$2:$C$3</c:f>
              <c:numCache>
                <c:formatCode>General</c:formatCode>
                <c:ptCount val="2"/>
                <c:pt idx="0">
                  <c:v>24</c:v>
                </c:pt>
                <c:pt idx="1">
                  <c:v>76</c:v>
                </c:pt>
              </c:numCache>
            </c:numRef>
          </c:val>
          <c:extLst>
            <c:ext xmlns:c16="http://schemas.microsoft.com/office/drawing/2014/chart" uri="{C3380CC4-5D6E-409C-BE32-E72D297353CC}">
              <c16:uniqueId val="{00000009-0350-4547-AC63-47D023BEFCDF}"/>
            </c:ext>
          </c:extLst>
        </c:ser>
        <c:ser>
          <c:idx val="2"/>
          <c:order val="2"/>
          <c:tx>
            <c:strRef>
              <c:f>Sheet1!$D$1</c:f>
              <c:strCache>
                <c:ptCount val="1"/>
                <c:pt idx="0">
                  <c:v>b</c:v>
                </c:pt>
              </c:strCache>
            </c:strRef>
          </c:tx>
          <c:spPr>
            <a:solidFill>
              <a:schemeClr val="accent4">
                <a:lumMod val="75000"/>
              </a:schemeClr>
            </a:solidFill>
            <a:ln>
              <a:noFill/>
            </a:ln>
          </c:spPr>
          <c:dPt>
            <c:idx val="0"/>
            <c:bubble3D val="0"/>
            <c:spPr>
              <a:noFill/>
              <a:ln>
                <a:noFill/>
              </a:ln>
            </c:spPr>
            <c:extLst>
              <c:ext xmlns:c16="http://schemas.microsoft.com/office/drawing/2014/chart" uri="{C3380CC4-5D6E-409C-BE32-E72D297353CC}">
                <c16:uniqueId val="{0000000B-0350-4547-AC63-47D023BEFCDF}"/>
              </c:ext>
            </c:extLst>
          </c:dPt>
          <c:dPt>
            <c:idx val="1"/>
            <c:bubble3D val="0"/>
            <c:spPr>
              <a:solidFill>
                <a:srgbClr val="FF816E"/>
              </a:solidFill>
              <a:ln>
                <a:noFill/>
              </a:ln>
            </c:spPr>
            <c:extLst>
              <c:ext xmlns:c16="http://schemas.microsoft.com/office/drawing/2014/chart" uri="{C3380CC4-5D6E-409C-BE32-E72D297353CC}">
                <c16:uniqueId val="{0000000D-0350-4547-AC63-47D023BEFCDF}"/>
              </c:ext>
            </c:extLst>
          </c:dPt>
          <c:cat>
            <c:strRef>
              <c:f>Sheet1!$A$2:$A$3</c:f>
              <c:strCache>
                <c:ptCount val="2"/>
                <c:pt idx="0">
                  <c:v>1st Qtr</c:v>
                </c:pt>
                <c:pt idx="1">
                  <c:v>2nd Qtr</c:v>
                </c:pt>
              </c:strCache>
            </c:strRef>
          </c:cat>
          <c:val>
            <c:numRef>
              <c:f>Sheet1!$D$2:$D$3</c:f>
              <c:numCache>
                <c:formatCode>General</c:formatCode>
                <c:ptCount val="2"/>
                <c:pt idx="0">
                  <c:v>49</c:v>
                </c:pt>
                <c:pt idx="1">
                  <c:v>51</c:v>
                </c:pt>
              </c:numCache>
            </c:numRef>
          </c:val>
          <c:extLst>
            <c:ext xmlns:c16="http://schemas.microsoft.com/office/drawing/2014/chart" uri="{C3380CC4-5D6E-409C-BE32-E72D297353CC}">
              <c16:uniqueId val="{0000000E-0350-4547-AC63-47D023BEFCDF}"/>
            </c:ext>
          </c:extLst>
        </c:ser>
        <c:ser>
          <c:idx val="3"/>
          <c:order val="3"/>
          <c:tx>
            <c:strRef>
              <c:f>Sheet1!$E$1</c:f>
              <c:strCache>
                <c:ptCount val="1"/>
                <c:pt idx="0">
                  <c:v>a</c:v>
                </c:pt>
              </c:strCache>
            </c:strRef>
          </c:tx>
          <c:spPr>
            <a:solidFill>
              <a:srgbClr val="EB8C00"/>
            </a:solidFill>
            <a:ln>
              <a:noFill/>
            </a:ln>
          </c:spPr>
          <c:dPt>
            <c:idx val="0"/>
            <c:bubble3D val="0"/>
            <c:spPr>
              <a:noFill/>
              <a:ln>
                <a:noFill/>
              </a:ln>
            </c:spPr>
            <c:extLst>
              <c:ext xmlns:c16="http://schemas.microsoft.com/office/drawing/2014/chart" uri="{C3380CC4-5D6E-409C-BE32-E72D297353CC}">
                <c16:uniqueId val="{00000010-0350-4547-AC63-47D023BEFCDF}"/>
              </c:ext>
            </c:extLst>
          </c:dPt>
          <c:dPt>
            <c:idx val="1"/>
            <c:bubble3D val="0"/>
            <c:spPr>
              <a:solidFill>
                <a:srgbClr val="FEB100"/>
              </a:solidFill>
              <a:ln>
                <a:noFill/>
              </a:ln>
            </c:spPr>
            <c:extLst>
              <c:ext xmlns:c16="http://schemas.microsoft.com/office/drawing/2014/chart" uri="{C3380CC4-5D6E-409C-BE32-E72D297353CC}">
                <c16:uniqueId val="{00000012-0350-4547-AC63-47D023BEFCDF}"/>
              </c:ext>
            </c:extLst>
          </c:dPt>
          <c:cat>
            <c:strRef>
              <c:f>Sheet1!$A$2:$A$3</c:f>
              <c:strCache>
                <c:ptCount val="2"/>
                <c:pt idx="0">
                  <c:v>1st Qtr</c:v>
                </c:pt>
                <c:pt idx="1">
                  <c:v>2nd Qtr</c:v>
                </c:pt>
              </c:strCache>
            </c:strRef>
          </c:cat>
          <c:val>
            <c:numRef>
              <c:f>Sheet1!$E$2:$E$3</c:f>
              <c:numCache>
                <c:formatCode>General</c:formatCode>
                <c:ptCount val="2"/>
                <c:pt idx="0">
                  <c:v>44</c:v>
                </c:pt>
                <c:pt idx="1">
                  <c:v>56</c:v>
                </c:pt>
              </c:numCache>
            </c:numRef>
          </c:val>
          <c:extLst>
            <c:ext xmlns:c16="http://schemas.microsoft.com/office/drawing/2014/chart" uri="{C3380CC4-5D6E-409C-BE32-E72D297353CC}">
              <c16:uniqueId val="{00000013-0350-4547-AC63-47D023BEFCDF}"/>
            </c:ext>
          </c:extLst>
        </c:ser>
        <c:dLbls>
          <c:showLegendKey val="0"/>
          <c:showVal val="0"/>
          <c:showCatName val="0"/>
          <c:showSerName val="0"/>
          <c:showPercent val="0"/>
          <c:showBubbleSize val="0"/>
          <c:showLeaderLines val="1"/>
        </c:dLbls>
        <c:firstSliceAng val="0"/>
        <c:holeSize val="50"/>
      </c:doughnutChart>
      <c:spPr>
        <a:ln>
          <a:noFill/>
        </a:ln>
      </c:spPr>
    </c:plotArea>
    <c:plotVisOnly val="1"/>
    <c:dispBlanksAs val="zero"/>
    <c:showDLblsOverMax val="0"/>
  </c:chart>
  <c:spPr>
    <a:ln>
      <a:noFill/>
    </a:ln>
  </c:spPr>
  <c:txPr>
    <a:bodyPr/>
    <a:lstStyle/>
    <a:p>
      <a:pPr>
        <a:defRPr sz="1800"/>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doughnutChart>
        <c:varyColors val="1"/>
        <c:ser>
          <c:idx val="0"/>
          <c:order val="0"/>
          <c:tx>
            <c:strRef>
              <c:f>Sheet1!$B$1</c:f>
              <c:strCache>
                <c:ptCount val="1"/>
                <c:pt idx="0">
                  <c:v>d</c:v>
                </c:pt>
              </c:strCache>
            </c:strRef>
          </c:tx>
          <c:spPr>
            <a:solidFill>
              <a:schemeClr val="accent4"/>
            </a:solidFill>
            <a:ln>
              <a:noFill/>
            </a:ln>
          </c:spPr>
          <c:dPt>
            <c:idx val="0"/>
            <c:bubble3D val="0"/>
            <c:spPr>
              <a:noFill/>
              <a:ln>
                <a:noFill/>
              </a:ln>
            </c:spPr>
            <c:extLst>
              <c:ext xmlns:c16="http://schemas.microsoft.com/office/drawing/2014/chart" uri="{C3380CC4-5D6E-409C-BE32-E72D297353CC}">
                <c16:uniqueId val="{00000001-7912-5149-87F4-4BE5A9329E93}"/>
              </c:ext>
            </c:extLst>
          </c:dPt>
          <c:dPt>
            <c:idx val="1"/>
            <c:bubble3D val="0"/>
            <c:spPr>
              <a:solidFill>
                <a:srgbClr val="FF816E"/>
              </a:solidFill>
              <a:ln>
                <a:noFill/>
              </a:ln>
            </c:spPr>
            <c:extLst>
              <c:ext xmlns:c16="http://schemas.microsoft.com/office/drawing/2014/chart" uri="{C3380CC4-5D6E-409C-BE32-E72D297353CC}">
                <c16:uniqueId val="{00000003-7912-5149-87F4-4BE5A9329E93}"/>
              </c:ext>
            </c:extLst>
          </c:dPt>
          <c:cat>
            <c:strRef>
              <c:f>Sheet1!$A$2:$A$3</c:f>
              <c:strCache>
                <c:ptCount val="2"/>
                <c:pt idx="0">
                  <c:v>1st Qtr</c:v>
                </c:pt>
                <c:pt idx="1">
                  <c:v>2nd Qtr</c:v>
                </c:pt>
              </c:strCache>
            </c:strRef>
          </c:cat>
          <c:val>
            <c:numRef>
              <c:f>Sheet1!$B$2:$B$3</c:f>
              <c:numCache>
                <c:formatCode>General</c:formatCode>
                <c:ptCount val="2"/>
                <c:pt idx="0">
                  <c:v>41</c:v>
                </c:pt>
                <c:pt idx="1">
                  <c:v>59</c:v>
                </c:pt>
              </c:numCache>
            </c:numRef>
          </c:val>
          <c:extLst>
            <c:ext xmlns:c16="http://schemas.microsoft.com/office/drawing/2014/chart" uri="{C3380CC4-5D6E-409C-BE32-E72D297353CC}">
              <c16:uniqueId val="{00000004-7912-5149-87F4-4BE5A9329E93}"/>
            </c:ext>
          </c:extLst>
        </c:ser>
        <c:ser>
          <c:idx val="1"/>
          <c:order val="1"/>
          <c:tx>
            <c:strRef>
              <c:f>Sheet1!$C$1</c:f>
              <c:strCache>
                <c:ptCount val="1"/>
                <c:pt idx="0">
                  <c:v>c</c:v>
                </c:pt>
              </c:strCache>
            </c:strRef>
          </c:tx>
          <c:spPr>
            <a:solidFill>
              <a:schemeClr val="accent3"/>
            </a:solidFill>
            <a:ln>
              <a:noFill/>
            </a:ln>
          </c:spPr>
          <c:dPt>
            <c:idx val="0"/>
            <c:bubble3D val="0"/>
            <c:spPr>
              <a:noFill/>
              <a:ln>
                <a:noFill/>
              </a:ln>
            </c:spPr>
            <c:extLst>
              <c:ext xmlns:c16="http://schemas.microsoft.com/office/drawing/2014/chart" uri="{C3380CC4-5D6E-409C-BE32-E72D297353CC}">
                <c16:uniqueId val="{00000006-7912-5149-87F4-4BE5A9329E93}"/>
              </c:ext>
            </c:extLst>
          </c:dPt>
          <c:dPt>
            <c:idx val="1"/>
            <c:bubble3D val="0"/>
            <c:spPr>
              <a:solidFill>
                <a:srgbClr val="FEB100"/>
              </a:solidFill>
              <a:ln>
                <a:noFill/>
              </a:ln>
            </c:spPr>
            <c:extLst>
              <c:ext xmlns:c16="http://schemas.microsoft.com/office/drawing/2014/chart" uri="{C3380CC4-5D6E-409C-BE32-E72D297353CC}">
                <c16:uniqueId val="{00000008-7912-5149-87F4-4BE5A9329E93}"/>
              </c:ext>
            </c:extLst>
          </c:dPt>
          <c:cat>
            <c:strRef>
              <c:f>Sheet1!$A$2:$A$3</c:f>
              <c:strCache>
                <c:ptCount val="2"/>
                <c:pt idx="0">
                  <c:v>1st Qtr</c:v>
                </c:pt>
                <c:pt idx="1">
                  <c:v>2nd Qtr</c:v>
                </c:pt>
              </c:strCache>
            </c:strRef>
          </c:cat>
          <c:val>
            <c:numRef>
              <c:f>Sheet1!$C$2:$C$3</c:f>
              <c:numCache>
                <c:formatCode>General</c:formatCode>
                <c:ptCount val="2"/>
                <c:pt idx="0">
                  <c:v>34</c:v>
                </c:pt>
                <c:pt idx="1">
                  <c:v>66</c:v>
                </c:pt>
              </c:numCache>
            </c:numRef>
          </c:val>
          <c:extLst>
            <c:ext xmlns:c16="http://schemas.microsoft.com/office/drawing/2014/chart" uri="{C3380CC4-5D6E-409C-BE32-E72D297353CC}">
              <c16:uniqueId val="{00000009-7912-5149-87F4-4BE5A9329E93}"/>
            </c:ext>
          </c:extLst>
        </c:ser>
        <c:ser>
          <c:idx val="2"/>
          <c:order val="2"/>
          <c:tx>
            <c:strRef>
              <c:f>Sheet1!$D$1</c:f>
              <c:strCache>
                <c:ptCount val="1"/>
                <c:pt idx="0">
                  <c:v>b</c:v>
                </c:pt>
              </c:strCache>
            </c:strRef>
          </c:tx>
          <c:spPr>
            <a:solidFill>
              <a:schemeClr val="accent4">
                <a:lumMod val="75000"/>
              </a:schemeClr>
            </a:solidFill>
            <a:ln>
              <a:noFill/>
            </a:ln>
          </c:spPr>
          <c:dPt>
            <c:idx val="0"/>
            <c:bubble3D val="0"/>
            <c:spPr>
              <a:noFill/>
              <a:ln>
                <a:noFill/>
              </a:ln>
            </c:spPr>
            <c:extLst>
              <c:ext xmlns:c16="http://schemas.microsoft.com/office/drawing/2014/chart" uri="{C3380CC4-5D6E-409C-BE32-E72D297353CC}">
                <c16:uniqueId val="{0000000B-7912-5149-87F4-4BE5A9329E93}"/>
              </c:ext>
            </c:extLst>
          </c:dPt>
          <c:dPt>
            <c:idx val="1"/>
            <c:bubble3D val="0"/>
            <c:spPr>
              <a:solidFill>
                <a:srgbClr val="1DB7F3"/>
              </a:solidFill>
              <a:ln>
                <a:noFill/>
              </a:ln>
            </c:spPr>
            <c:extLst>
              <c:ext xmlns:c16="http://schemas.microsoft.com/office/drawing/2014/chart" uri="{C3380CC4-5D6E-409C-BE32-E72D297353CC}">
                <c16:uniqueId val="{0000000D-7912-5149-87F4-4BE5A9329E93}"/>
              </c:ext>
            </c:extLst>
          </c:dPt>
          <c:cat>
            <c:strRef>
              <c:f>Sheet1!$A$2:$A$3</c:f>
              <c:strCache>
                <c:ptCount val="2"/>
                <c:pt idx="0">
                  <c:v>1st Qtr</c:v>
                </c:pt>
                <c:pt idx="1">
                  <c:v>2nd Qtr</c:v>
                </c:pt>
              </c:strCache>
            </c:strRef>
          </c:cat>
          <c:val>
            <c:numRef>
              <c:f>Sheet1!$D$2:$D$3</c:f>
              <c:numCache>
                <c:formatCode>General</c:formatCode>
                <c:ptCount val="2"/>
                <c:pt idx="0">
                  <c:v>59</c:v>
                </c:pt>
                <c:pt idx="1">
                  <c:v>41</c:v>
                </c:pt>
              </c:numCache>
            </c:numRef>
          </c:val>
          <c:extLst>
            <c:ext xmlns:c16="http://schemas.microsoft.com/office/drawing/2014/chart" uri="{C3380CC4-5D6E-409C-BE32-E72D297353CC}">
              <c16:uniqueId val="{0000000E-7912-5149-87F4-4BE5A9329E93}"/>
            </c:ext>
          </c:extLst>
        </c:ser>
        <c:ser>
          <c:idx val="3"/>
          <c:order val="3"/>
          <c:tx>
            <c:strRef>
              <c:f>Sheet1!$E$1</c:f>
              <c:strCache>
                <c:ptCount val="1"/>
                <c:pt idx="0">
                  <c:v>a</c:v>
                </c:pt>
              </c:strCache>
            </c:strRef>
          </c:tx>
          <c:spPr>
            <a:solidFill>
              <a:srgbClr val="EB8C00"/>
            </a:solidFill>
            <a:ln>
              <a:noFill/>
            </a:ln>
          </c:spPr>
          <c:dPt>
            <c:idx val="0"/>
            <c:bubble3D val="0"/>
            <c:spPr>
              <a:noFill/>
              <a:ln>
                <a:noFill/>
              </a:ln>
            </c:spPr>
            <c:extLst>
              <c:ext xmlns:c16="http://schemas.microsoft.com/office/drawing/2014/chart" uri="{C3380CC4-5D6E-409C-BE32-E72D297353CC}">
                <c16:uniqueId val="{00000010-7912-5149-87F4-4BE5A9329E93}"/>
              </c:ext>
            </c:extLst>
          </c:dPt>
          <c:dPt>
            <c:idx val="1"/>
            <c:bubble3D val="0"/>
            <c:spPr>
              <a:solidFill>
                <a:srgbClr val="0057AB"/>
              </a:solidFill>
              <a:ln>
                <a:noFill/>
              </a:ln>
            </c:spPr>
            <c:extLst>
              <c:ext xmlns:c16="http://schemas.microsoft.com/office/drawing/2014/chart" uri="{C3380CC4-5D6E-409C-BE32-E72D297353CC}">
                <c16:uniqueId val="{00000012-7912-5149-87F4-4BE5A9329E93}"/>
              </c:ext>
            </c:extLst>
          </c:dPt>
          <c:cat>
            <c:strRef>
              <c:f>Sheet1!$A$2:$A$3</c:f>
              <c:strCache>
                <c:ptCount val="2"/>
                <c:pt idx="0">
                  <c:v>1st Qtr</c:v>
                </c:pt>
                <c:pt idx="1">
                  <c:v>2nd Qtr</c:v>
                </c:pt>
              </c:strCache>
            </c:strRef>
          </c:cat>
          <c:val>
            <c:numRef>
              <c:f>Sheet1!$E$2:$E$3</c:f>
              <c:numCache>
                <c:formatCode>General</c:formatCode>
                <c:ptCount val="2"/>
                <c:pt idx="0">
                  <c:v>33</c:v>
                </c:pt>
                <c:pt idx="1">
                  <c:v>67</c:v>
                </c:pt>
              </c:numCache>
            </c:numRef>
          </c:val>
          <c:extLst>
            <c:ext xmlns:c16="http://schemas.microsoft.com/office/drawing/2014/chart" uri="{C3380CC4-5D6E-409C-BE32-E72D297353CC}">
              <c16:uniqueId val="{00000013-7912-5149-87F4-4BE5A9329E93}"/>
            </c:ext>
          </c:extLst>
        </c:ser>
        <c:dLbls>
          <c:showLegendKey val="0"/>
          <c:showVal val="0"/>
          <c:showCatName val="0"/>
          <c:showSerName val="0"/>
          <c:showPercent val="0"/>
          <c:showBubbleSize val="0"/>
          <c:showLeaderLines val="1"/>
        </c:dLbls>
        <c:firstSliceAng val="0"/>
        <c:holeSize val="50"/>
      </c:doughnutChart>
      <c:spPr>
        <a:ln>
          <a:noFill/>
        </a:ln>
      </c:spPr>
    </c:plotArea>
    <c:plotVisOnly val="1"/>
    <c:dispBlanksAs val="zero"/>
    <c:showDLblsOverMax val="0"/>
  </c:chart>
  <c:spPr>
    <a:ln>
      <a:noFill/>
    </a:ln>
  </c:spPr>
  <c:txPr>
    <a:bodyPr/>
    <a:lstStyle/>
    <a:p>
      <a:pPr>
        <a:defRPr sz="1800"/>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marL="0" marR="0" indent="0" algn="ctr" defTabSz="914400" rtl="0" eaLnBrk="1" fontAlgn="auto" latinLnBrk="0" hangingPunct="1">
              <a:lnSpc>
                <a:spcPct val="100000"/>
              </a:lnSpc>
              <a:spcBef>
                <a:spcPts val="0"/>
              </a:spcBef>
              <a:spcAft>
                <a:spcPts val="0"/>
              </a:spcAft>
              <a:buClrTx/>
              <a:buSzTx/>
              <a:buFontTx/>
              <a:buNone/>
              <a:tabLst/>
              <a:defRPr sz="2000" b="0" i="0" u="none" strike="noStrike" kern="1200" spc="0" baseline="0">
                <a:solidFill>
                  <a:schemeClr val="tx2"/>
                </a:solidFill>
                <a:latin typeface="+mj-lt"/>
                <a:ea typeface="+mn-ea"/>
                <a:cs typeface="+mn-cs"/>
              </a:defRPr>
            </a:pPr>
            <a:r>
              <a:rPr kumimoji="0" lang="en-US" sz="2000" b="0" i="0" u="none" strike="noStrike" kern="1200" cap="none" spc="0" normalizeH="0" baseline="0" noProof="0" dirty="0">
                <a:ln>
                  <a:noFill/>
                </a:ln>
                <a:solidFill>
                  <a:schemeClr val="tx2"/>
                </a:solidFill>
                <a:effectLst/>
                <a:uLnTx/>
                <a:uFillTx/>
                <a:latin typeface="+mj-lt"/>
                <a:ea typeface="+mn-ea"/>
                <a:cs typeface="+mn-cs"/>
              </a:rPr>
              <a:t>Chart Title</a:t>
            </a:r>
          </a:p>
        </c:rich>
      </c:tx>
      <c:layout>
        <c:manualLayout>
          <c:xMode val="edge"/>
          <c:yMode val="edge"/>
          <c:x val="0.18164075925986808"/>
          <c:y val="2.2822061689980674E-2"/>
        </c:manualLayout>
      </c:layout>
      <c:overlay val="0"/>
      <c:spPr>
        <a:noFill/>
        <a:ln>
          <a:noFill/>
        </a:ln>
        <a:effectLst/>
      </c:spPr>
      <c:txPr>
        <a:bodyPr rot="0" spcFirstLastPara="1" vertOverflow="ellipsis" vert="horz" wrap="square" anchor="ctr" anchorCtr="1"/>
        <a:lstStyle/>
        <a:p>
          <a:pPr marL="0" marR="0" indent="0" algn="ctr" defTabSz="914400" rtl="0" eaLnBrk="1" fontAlgn="auto" latinLnBrk="0" hangingPunct="1">
            <a:lnSpc>
              <a:spcPct val="100000"/>
            </a:lnSpc>
            <a:spcBef>
              <a:spcPts val="0"/>
            </a:spcBef>
            <a:spcAft>
              <a:spcPts val="0"/>
            </a:spcAft>
            <a:buClrTx/>
            <a:buSzTx/>
            <a:buFontTx/>
            <a:buNone/>
            <a:tabLst/>
            <a:defRPr sz="2000" b="0" i="0" u="none" strike="noStrike" kern="1200" spc="0" baseline="0">
              <a:solidFill>
                <a:schemeClr val="tx2"/>
              </a:solidFill>
              <a:latin typeface="+mj-lt"/>
              <a:ea typeface="+mn-ea"/>
              <a:cs typeface="+mn-cs"/>
            </a:defRPr>
          </a:pPr>
          <a:endParaRPr lang="en-PL"/>
        </a:p>
      </c:txPr>
    </c:title>
    <c:autoTitleDeleted val="0"/>
    <c:plotArea>
      <c:layout/>
      <c:barChart>
        <c:barDir val="bar"/>
        <c:grouping val="stacked"/>
        <c:varyColors val="0"/>
        <c:ser>
          <c:idx val="0"/>
          <c:order val="0"/>
          <c:tx>
            <c:strRef>
              <c:f>Sheet1!$B$1</c:f>
              <c:strCache>
                <c:ptCount val="1"/>
                <c:pt idx="0">
                  <c:v>Series 1</c:v>
                </c:pt>
              </c:strCache>
            </c:strRef>
          </c:tx>
          <c:spPr>
            <a:solidFill>
              <a:srgbClr val="0058A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Sheet1!$B$2:$B$5</c:f>
              <c:numCache>
                <c:formatCode>#.#00</c:formatCode>
                <c:ptCount val="4"/>
                <c:pt idx="0">
                  <c:v>4.3</c:v>
                </c:pt>
                <c:pt idx="1">
                  <c:v>2.5</c:v>
                </c:pt>
                <c:pt idx="2">
                  <c:v>3.5</c:v>
                </c:pt>
                <c:pt idx="3">
                  <c:v>4.5</c:v>
                </c:pt>
              </c:numCache>
            </c:numRef>
          </c:val>
          <c:extLst>
            <c:ext xmlns:c16="http://schemas.microsoft.com/office/drawing/2014/chart" uri="{C3380CC4-5D6E-409C-BE32-E72D297353CC}">
              <c16:uniqueId val="{00000000-3335-BC4F-9785-FB55C2A331E9}"/>
            </c:ext>
          </c:extLst>
        </c:ser>
        <c:ser>
          <c:idx val="1"/>
          <c:order val="1"/>
          <c:tx>
            <c:strRef>
              <c:f>Sheet1!$C$1</c:f>
              <c:strCache>
                <c:ptCount val="1"/>
                <c:pt idx="0">
                  <c:v>Series 2</c:v>
                </c:pt>
              </c:strCache>
            </c:strRef>
          </c:tx>
          <c:spPr>
            <a:solidFill>
              <a:srgbClr val="1DB7F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Sheet1!$C$2:$C$5</c:f>
              <c:numCache>
                <c:formatCode>#.#00</c:formatCode>
                <c:ptCount val="4"/>
                <c:pt idx="0">
                  <c:v>2.4</c:v>
                </c:pt>
                <c:pt idx="1">
                  <c:v>4.4000000000000004</c:v>
                </c:pt>
                <c:pt idx="2">
                  <c:v>1.8</c:v>
                </c:pt>
                <c:pt idx="3">
                  <c:v>2.8</c:v>
                </c:pt>
              </c:numCache>
            </c:numRef>
          </c:val>
          <c:extLst>
            <c:ext xmlns:c16="http://schemas.microsoft.com/office/drawing/2014/chart" uri="{C3380CC4-5D6E-409C-BE32-E72D297353CC}">
              <c16:uniqueId val="{00000001-3335-BC4F-9785-FB55C2A331E9}"/>
            </c:ext>
          </c:extLst>
        </c:ser>
        <c:ser>
          <c:idx val="2"/>
          <c:order val="2"/>
          <c:tx>
            <c:strRef>
              <c:f>Sheet1!$D$1</c:f>
              <c:strCache>
                <c:ptCount val="1"/>
                <c:pt idx="0">
                  <c:v>Series 3</c:v>
                </c:pt>
              </c:strCache>
            </c:strRef>
          </c:tx>
          <c:spPr>
            <a:solidFill>
              <a:srgbClr val="121A3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Sheet1!$D$2:$D$5</c:f>
              <c:numCache>
                <c:formatCode>#.#00</c:formatCode>
                <c:ptCount val="4"/>
                <c:pt idx="0">
                  <c:v>2</c:v>
                </c:pt>
                <c:pt idx="1">
                  <c:v>2</c:v>
                </c:pt>
                <c:pt idx="2">
                  <c:v>3</c:v>
                </c:pt>
                <c:pt idx="3">
                  <c:v>5</c:v>
                </c:pt>
              </c:numCache>
            </c:numRef>
          </c:val>
          <c:extLst>
            <c:ext xmlns:c16="http://schemas.microsoft.com/office/drawing/2014/chart" uri="{C3380CC4-5D6E-409C-BE32-E72D297353CC}">
              <c16:uniqueId val="{00000002-3335-BC4F-9785-FB55C2A331E9}"/>
            </c:ext>
          </c:extLst>
        </c:ser>
        <c:dLbls>
          <c:dLblPos val="ctr"/>
          <c:showLegendKey val="0"/>
          <c:showVal val="1"/>
          <c:showCatName val="0"/>
          <c:showSerName val="0"/>
          <c:showPercent val="0"/>
          <c:showBubbleSize val="0"/>
        </c:dLbls>
        <c:gapWidth val="59"/>
        <c:overlap val="100"/>
        <c:axId val="842635736"/>
        <c:axId val="842643576"/>
      </c:barChart>
      <c:catAx>
        <c:axId val="842635736"/>
        <c:scaling>
          <c:orientation val="minMax"/>
        </c:scaling>
        <c:delete val="0"/>
        <c:axPos val="l"/>
        <c:numFmt formatCode="General" sourceLinked="1"/>
        <c:majorTickMark val="none"/>
        <c:minorTickMark val="none"/>
        <c:tickLblPos val="nextTo"/>
        <c:spPr>
          <a:noFill/>
          <a:ln w="12700" cap="flat" cmpd="sng" algn="ctr">
            <a:solidFill>
              <a:srgbClr val="121A38"/>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crossAx val="842643576"/>
        <c:crosses val="autoZero"/>
        <c:auto val="1"/>
        <c:lblAlgn val="ctr"/>
        <c:lblOffset val="100"/>
        <c:noMultiLvlLbl val="0"/>
      </c:catAx>
      <c:valAx>
        <c:axId val="842643576"/>
        <c:scaling>
          <c:orientation val="minMax"/>
        </c:scaling>
        <c:delete val="1"/>
        <c:axPos val="b"/>
        <c:numFmt formatCode="#.#00" sourceLinked="1"/>
        <c:majorTickMark val="none"/>
        <c:minorTickMark val="none"/>
        <c:tickLblPos val="nextTo"/>
        <c:crossAx val="842635736"/>
        <c:crosses val="autoZero"/>
        <c:crossBetween val="between"/>
      </c:valAx>
      <c:spPr>
        <a:noFill/>
        <a:ln>
          <a:noFill/>
        </a:ln>
        <a:effectLst/>
      </c:spPr>
    </c:plotArea>
    <c:plotVisOnly val="1"/>
    <c:dispBlanksAs val="gap"/>
    <c:showDLblsOverMax val="0"/>
  </c:chart>
  <c:spPr>
    <a:noFill/>
    <a:ln>
      <a:noFill/>
    </a:ln>
    <a:effectLst/>
  </c:spPr>
  <c:txPr>
    <a:bodyPr/>
    <a:lstStyle/>
    <a:p>
      <a:pPr>
        <a:defRPr>
          <a:latin typeface="Ubuntu" panose="020B0504030602030204" pitchFamily="34" charset="0"/>
        </a:defRPr>
      </a:pPr>
      <a:endParaRPr lang="de-DE"/>
    </a:p>
  </c:txPr>
  <c:externalData r:id="rId4">
    <c:autoUpdate val="0"/>
  </c:externalData>
  <c:userShapes r:id="rId5"/>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065257205036054E-2"/>
          <c:y val="5.9590010802867466E-2"/>
          <c:w val="0.91869495213216235"/>
          <c:h val="0.80736520084522145"/>
        </c:manualLayout>
      </c:layout>
      <c:barChart>
        <c:barDir val="col"/>
        <c:grouping val="clustered"/>
        <c:varyColors val="0"/>
        <c:ser>
          <c:idx val="0"/>
          <c:order val="0"/>
          <c:spPr>
            <a:solidFill>
              <a:schemeClr val="accent1"/>
            </a:solidFill>
            <a:ln w="19050">
              <a:solidFill>
                <a:schemeClr val="lt1"/>
              </a:solidFill>
            </a:ln>
            <a:effectLst/>
          </c:spPr>
          <c:invertIfNegative val="0"/>
          <c:dPt>
            <c:idx val="0"/>
            <c:invertIfNegative val="0"/>
            <c:bubble3D val="0"/>
            <c:spPr>
              <a:solidFill>
                <a:schemeClr val="accent1"/>
              </a:solidFill>
              <a:ln w="19050">
                <a:solidFill>
                  <a:schemeClr val="lt1"/>
                </a:solidFill>
              </a:ln>
              <a:effectLst/>
            </c:spPr>
            <c:extLst>
              <c:ext xmlns:c16="http://schemas.microsoft.com/office/drawing/2014/chart" uri="{C3380CC4-5D6E-409C-BE32-E72D297353CC}">
                <c16:uniqueId val="{00000001-830E-9647-8F8C-39445A1831F1}"/>
              </c:ext>
            </c:extLst>
          </c:dPt>
          <c:dPt>
            <c:idx val="1"/>
            <c:invertIfNegative val="0"/>
            <c:bubble3D val="0"/>
            <c:spPr>
              <a:solidFill>
                <a:schemeClr val="accent1"/>
              </a:solidFill>
              <a:ln w="19050">
                <a:solidFill>
                  <a:schemeClr val="lt1"/>
                </a:solidFill>
              </a:ln>
              <a:effectLst/>
            </c:spPr>
            <c:extLst>
              <c:ext xmlns:c16="http://schemas.microsoft.com/office/drawing/2014/chart" uri="{C3380CC4-5D6E-409C-BE32-E72D297353CC}">
                <c16:uniqueId val="{00000003-830E-9647-8F8C-39445A1831F1}"/>
              </c:ext>
            </c:extLst>
          </c:dPt>
          <c:dPt>
            <c:idx val="2"/>
            <c:invertIfNegative val="0"/>
            <c:bubble3D val="0"/>
            <c:spPr>
              <a:solidFill>
                <a:schemeClr val="accent1"/>
              </a:solidFill>
              <a:ln w="19050">
                <a:solidFill>
                  <a:schemeClr val="lt1"/>
                </a:solidFill>
              </a:ln>
              <a:effectLst/>
            </c:spPr>
            <c:extLst>
              <c:ext xmlns:c16="http://schemas.microsoft.com/office/drawing/2014/chart" uri="{C3380CC4-5D6E-409C-BE32-E72D297353CC}">
                <c16:uniqueId val="{00000005-830E-9647-8F8C-39445A1831F1}"/>
              </c:ext>
            </c:extLst>
          </c:dPt>
          <c:dPt>
            <c:idx val="3"/>
            <c:invertIfNegative val="0"/>
            <c:bubble3D val="0"/>
            <c:spPr>
              <a:solidFill>
                <a:schemeClr val="accent1"/>
              </a:solidFill>
              <a:ln w="19050">
                <a:solidFill>
                  <a:schemeClr val="lt1"/>
                </a:solidFill>
              </a:ln>
              <a:effectLst/>
            </c:spPr>
            <c:extLst>
              <c:ext xmlns:c16="http://schemas.microsoft.com/office/drawing/2014/chart" uri="{C3380CC4-5D6E-409C-BE32-E72D297353CC}">
                <c16:uniqueId val="{00000007-830E-9647-8F8C-39445A1831F1}"/>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Ubuntu" panose="020B050403060203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Sheet1!$B$2:$B$5</c:f>
              <c:numCache>
                <c:formatCode>General</c:formatCode>
                <c:ptCount val="4"/>
                <c:pt idx="0">
                  <c:v>8.1999999999999993</c:v>
                </c:pt>
                <c:pt idx="1">
                  <c:v>3.2</c:v>
                </c:pt>
                <c:pt idx="2">
                  <c:v>1.4</c:v>
                </c:pt>
                <c:pt idx="3">
                  <c:v>1.2</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Sales</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1st Qtr</c:v>
                      </c:pt>
                      <c:pt idx="1">
                        <c:v>2nd Qtr</c:v>
                      </c:pt>
                      <c:pt idx="2">
                        <c:v>3rd Qtr</c:v>
                      </c:pt>
                      <c:pt idx="3">
                        <c:v>4th Qtr</c:v>
                      </c:pt>
                    </c:strCache>
                  </c:strRef>
                </c15:cat>
              </c15:filteredCategoryTitle>
            </c:ext>
            <c:ext xmlns:c16="http://schemas.microsoft.com/office/drawing/2014/chart" uri="{C3380CC4-5D6E-409C-BE32-E72D297353CC}">
              <c16:uniqueId val="{00000008-830E-9647-8F8C-39445A1831F1}"/>
            </c:ext>
          </c:extLst>
        </c:ser>
        <c:ser>
          <c:idx val="1"/>
          <c:order val="1"/>
          <c:spPr>
            <a:solidFill>
              <a:schemeClr val="accent2"/>
            </a:solidFill>
            <a:ln w="19050">
              <a:solidFill>
                <a:schemeClr val="lt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Ubuntu" panose="020B050403060203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Sheet1!$C$2:$C$5</c:f>
              <c:numCache>
                <c:formatCode>0.0</c:formatCode>
                <c:ptCount val="4"/>
                <c:pt idx="0">
                  <c:v>6.6</c:v>
                </c:pt>
                <c:pt idx="1">
                  <c:v>2.6</c:v>
                </c:pt>
                <c:pt idx="2">
                  <c:v>1.1000000000000001</c:v>
                </c:pt>
                <c:pt idx="3">
                  <c:v>1</c:v>
                </c:pt>
              </c:numCache>
            </c:numRef>
          </c:val>
          <c:extLst>
            <c:ext xmlns:c15="http://schemas.microsoft.com/office/drawing/2012/chart" uri="{02D57815-91ED-43cb-92C2-25804820EDAC}">
              <c15:filteredSeriesTitle>
                <c15:tx>
                  <c:strRef>
                    <c:extLst>
                      <c:ext uri="{02D57815-91ED-43cb-92C2-25804820EDAC}">
                        <c15:formulaRef>
                          <c15:sqref>Sheet1!$C$1</c15:sqref>
                        </c15:formulaRef>
                      </c:ext>
                    </c:extLst>
                    <c:strCache>
                      <c:ptCount val="1"/>
                      <c:pt idx="0">
                        <c:v>Column1</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1st Qtr</c:v>
                      </c:pt>
                      <c:pt idx="1">
                        <c:v>2nd Qtr</c:v>
                      </c:pt>
                      <c:pt idx="2">
                        <c:v>3rd Qtr</c:v>
                      </c:pt>
                      <c:pt idx="3">
                        <c:v>4th Qtr</c:v>
                      </c:pt>
                    </c:strCache>
                  </c:strRef>
                </c15:cat>
              </c15:filteredCategoryTitle>
            </c:ext>
            <c:ext xmlns:c16="http://schemas.microsoft.com/office/drawing/2014/chart" uri="{C3380CC4-5D6E-409C-BE32-E72D297353CC}">
              <c16:uniqueId val="{00000009-830E-9647-8F8C-39445A1831F1}"/>
            </c:ext>
          </c:extLst>
        </c:ser>
        <c:dLbls>
          <c:showLegendKey val="0"/>
          <c:showVal val="0"/>
          <c:showCatName val="0"/>
          <c:showSerName val="0"/>
          <c:showPercent val="0"/>
          <c:showBubbleSize val="0"/>
        </c:dLbls>
        <c:gapWidth val="40"/>
        <c:overlap val="-5"/>
        <c:axId val="195660160"/>
        <c:axId val="195653920"/>
      </c:barChart>
      <c:catAx>
        <c:axId val="195660160"/>
        <c:scaling>
          <c:orientation val="minMax"/>
        </c:scaling>
        <c:delete val="0"/>
        <c:axPos val="b"/>
        <c:numFmt formatCode="General" sourceLinked="1"/>
        <c:majorTickMark val="none"/>
        <c:minorTickMark val="none"/>
        <c:tickLblPos val="nextTo"/>
        <c:spPr>
          <a:noFill/>
          <a:ln w="12700" cap="flat" cmpd="sng" algn="ctr">
            <a:solidFill>
              <a:srgbClr val="595959"/>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195653920"/>
        <c:crosses val="autoZero"/>
        <c:auto val="1"/>
        <c:lblAlgn val="ctr"/>
        <c:lblOffset val="100"/>
        <c:noMultiLvlLbl val="0"/>
      </c:catAx>
      <c:valAx>
        <c:axId val="195653920"/>
        <c:scaling>
          <c:orientation val="minMax"/>
        </c:scaling>
        <c:delete val="1"/>
        <c:axPos val="l"/>
        <c:numFmt formatCode="General" sourceLinked="1"/>
        <c:majorTickMark val="out"/>
        <c:minorTickMark val="none"/>
        <c:tickLblPos val="nextTo"/>
        <c:crossAx val="19566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baseline="0">
          <a:solidFill>
            <a:schemeClr val="tx1"/>
          </a:solidFill>
          <a:latin typeface="Ubuntu" panose="020B0504030602030204" pitchFamily="34" charset="0"/>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065257205036054E-2"/>
          <c:y val="5.9590010802867466E-2"/>
          <c:w val="0.91869495213216235"/>
          <c:h val="0.80736520084522145"/>
        </c:manualLayout>
      </c:layout>
      <c:barChart>
        <c:barDir val="col"/>
        <c:grouping val="clustered"/>
        <c:varyColors val="0"/>
        <c:ser>
          <c:idx val="0"/>
          <c:order val="0"/>
          <c:spPr>
            <a:solidFill>
              <a:schemeClr val="accent1"/>
            </a:solidFill>
            <a:ln w="19050">
              <a:solidFill>
                <a:schemeClr val="lt1"/>
              </a:solidFill>
            </a:ln>
            <a:effectLst/>
          </c:spPr>
          <c:invertIfNegative val="0"/>
          <c:dPt>
            <c:idx val="0"/>
            <c:invertIfNegative val="0"/>
            <c:bubble3D val="0"/>
            <c:spPr>
              <a:solidFill>
                <a:schemeClr val="accent1"/>
              </a:solidFill>
              <a:ln w="19050">
                <a:solidFill>
                  <a:schemeClr val="lt1"/>
                </a:solidFill>
              </a:ln>
              <a:effectLst/>
            </c:spPr>
            <c:extLst>
              <c:ext xmlns:c16="http://schemas.microsoft.com/office/drawing/2014/chart" uri="{C3380CC4-5D6E-409C-BE32-E72D297353CC}">
                <c16:uniqueId val="{00000001-830E-9647-8F8C-39445A1831F1}"/>
              </c:ext>
            </c:extLst>
          </c:dPt>
          <c:dPt>
            <c:idx val="1"/>
            <c:invertIfNegative val="0"/>
            <c:bubble3D val="0"/>
            <c:spPr>
              <a:solidFill>
                <a:schemeClr val="accent1"/>
              </a:solidFill>
              <a:ln w="19050">
                <a:solidFill>
                  <a:schemeClr val="lt1"/>
                </a:solidFill>
              </a:ln>
              <a:effectLst/>
            </c:spPr>
            <c:extLst>
              <c:ext xmlns:c16="http://schemas.microsoft.com/office/drawing/2014/chart" uri="{C3380CC4-5D6E-409C-BE32-E72D297353CC}">
                <c16:uniqueId val="{00000003-830E-9647-8F8C-39445A1831F1}"/>
              </c:ext>
            </c:extLst>
          </c:dPt>
          <c:dPt>
            <c:idx val="2"/>
            <c:invertIfNegative val="0"/>
            <c:bubble3D val="0"/>
            <c:spPr>
              <a:solidFill>
                <a:schemeClr val="accent1"/>
              </a:solidFill>
              <a:ln w="19050">
                <a:solidFill>
                  <a:schemeClr val="lt1"/>
                </a:solidFill>
              </a:ln>
              <a:effectLst/>
            </c:spPr>
            <c:extLst>
              <c:ext xmlns:c16="http://schemas.microsoft.com/office/drawing/2014/chart" uri="{C3380CC4-5D6E-409C-BE32-E72D297353CC}">
                <c16:uniqueId val="{00000005-830E-9647-8F8C-39445A1831F1}"/>
              </c:ext>
            </c:extLst>
          </c:dPt>
          <c:dPt>
            <c:idx val="3"/>
            <c:invertIfNegative val="0"/>
            <c:bubble3D val="0"/>
            <c:spPr>
              <a:solidFill>
                <a:schemeClr val="accent1"/>
              </a:solidFill>
              <a:ln w="19050">
                <a:solidFill>
                  <a:schemeClr val="lt1"/>
                </a:solidFill>
              </a:ln>
              <a:effectLst/>
            </c:spPr>
            <c:extLst>
              <c:ext xmlns:c16="http://schemas.microsoft.com/office/drawing/2014/chart" uri="{C3380CC4-5D6E-409C-BE32-E72D297353CC}">
                <c16:uniqueId val="{00000007-830E-9647-8F8C-39445A1831F1}"/>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Ubuntu" panose="020B050403060203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Sheet1!$B$2:$B$5</c:f>
              <c:numCache>
                <c:formatCode>General</c:formatCode>
                <c:ptCount val="4"/>
                <c:pt idx="0">
                  <c:v>8.1999999999999993</c:v>
                </c:pt>
                <c:pt idx="1">
                  <c:v>3.2</c:v>
                </c:pt>
                <c:pt idx="2">
                  <c:v>1.4</c:v>
                </c:pt>
                <c:pt idx="3">
                  <c:v>1.2</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Sales</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1st Qtr</c:v>
                      </c:pt>
                      <c:pt idx="1">
                        <c:v>2nd Qtr</c:v>
                      </c:pt>
                      <c:pt idx="2">
                        <c:v>3rd Qtr</c:v>
                      </c:pt>
                      <c:pt idx="3">
                        <c:v>4th Qtr</c:v>
                      </c:pt>
                    </c:strCache>
                  </c:strRef>
                </c15:cat>
              </c15:filteredCategoryTitle>
            </c:ext>
            <c:ext xmlns:c16="http://schemas.microsoft.com/office/drawing/2014/chart" uri="{C3380CC4-5D6E-409C-BE32-E72D297353CC}">
              <c16:uniqueId val="{00000008-830E-9647-8F8C-39445A1831F1}"/>
            </c:ext>
          </c:extLst>
        </c:ser>
        <c:ser>
          <c:idx val="1"/>
          <c:order val="1"/>
          <c:spPr>
            <a:solidFill>
              <a:schemeClr val="accent2"/>
            </a:solidFill>
            <a:ln w="19050">
              <a:solidFill>
                <a:schemeClr val="lt1"/>
              </a:solidFill>
            </a:ln>
            <a:effectLst/>
          </c:spPr>
          <c:invertIfNegative val="0"/>
          <c:dPt>
            <c:idx val="0"/>
            <c:invertIfNegative val="0"/>
            <c:bubble3D val="0"/>
            <c:spPr>
              <a:solidFill>
                <a:schemeClr val="accent2"/>
              </a:solidFill>
              <a:ln w="19050">
                <a:solidFill>
                  <a:schemeClr val="lt1"/>
                </a:solidFill>
              </a:ln>
              <a:effectLst/>
            </c:spPr>
            <c:extLst>
              <c:ext xmlns:c16="http://schemas.microsoft.com/office/drawing/2014/chart" uri="{C3380CC4-5D6E-409C-BE32-E72D297353CC}">
                <c16:uniqueId val="{00000008-CE6A-8D44-820B-A99363017252}"/>
              </c:ext>
            </c:extLst>
          </c:dPt>
          <c:dPt>
            <c:idx val="1"/>
            <c:invertIfNegative val="0"/>
            <c:bubble3D val="0"/>
            <c:spPr>
              <a:solidFill>
                <a:srgbClr val="00D5D0"/>
              </a:solidFill>
              <a:ln w="19050">
                <a:solidFill>
                  <a:schemeClr val="lt1"/>
                </a:solidFill>
              </a:ln>
              <a:effectLst/>
            </c:spPr>
            <c:extLst>
              <c:ext xmlns:c16="http://schemas.microsoft.com/office/drawing/2014/chart" uri="{C3380CC4-5D6E-409C-BE32-E72D297353CC}">
                <c16:uniqueId val="{0000000B-9EB8-4C53-96A1-B132D890DA7D}"/>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Ubuntu" panose="020B050403060203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Sheet1!$C$2:$C$5</c:f>
              <c:numCache>
                <c:formatCode>0.0</c:formatCode>
                <c:ptCount val="4"/>
                <c:pt idx="0">
                  <c:v>6.6</c:v>
                </c:pt>
                <c:pt idx="1">
                  <c:v>2.6</c:v>
                </c:pt>
                <c:pt idx="2">
                  <c:v>1.1000000000000001</c:v>
                </c:pt>
                <c:pt idx="3">
                  <c:v>1</c:v>
                </c:pt>
              </c:numCache>
            </c:numRef>
          </c:val>
          <c:extLst>
            <c:ext xmlns:c15="http://schemas.microsoft.com/office/drawing/2012/chart" uri="{02D57815-91ED-43cb-92C2-25804820EDAC}">
              <c15:filteredSeriesTitle>
                <c15:tx>
                  <c:strRef>
                    <c:extLst>
                      <c:ext uri="{02D57815-91ED-43cb-92C2-25804820EDAC}">
                        <c15:formulaRef>
                          <c15:sqref>Sheet1!$C$1</c15:sqref>
                        </c15:formulaRef>
                      </c:ext>
                    </c:extLst>
                    <c:strCache>
                      <c:ptCount val="1"/>
                      <c:pt idx="0">
                        <c:v>Column1</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1st Qtr</c:v>
                      </c:pt>
                      <c:pt idx="1">
                        <c:v>2nd Qtr</c:v>
                      </c:pt>
                      <c:pt idx="2">
                        <c:v>3rd Qtr</c:v>
                      </c:pt>
                      <c:pt idx="3">
                        <c:v>4th Qtr</c:v>
                      </c:pt>
                    </c:strCache>
                  </c:strRef>
                </c15:cat>
              </c15:filteredCategoryTitle>
            </c:ext>
            <c:ext xmlns:c16="http://schemas.microsoft.com/office/drawing/2014/chart" uri="{C3380CC4-5D6E-409C-BE32-E72D297353CC}">
              <c16:uniqueId val="{00000009-830E-9647-8F8C-39445A1831F1}"/>
            </c:ext>
          </c:extLst>
        </c:ser>
        <c:dLbls>
          <c:showLegendKey val="0"/>
          <c:showVal val="0"/>
          <c:showCatName val="0"/>
          <c:showSerName val="0"/>
          <c:showPercent val="0"/>
          <c:showBubbleSize val="0"/>
        </c:dLbls>
        <c:gapWidth val="40"/>
        <c:overlap val="-5"/>
        <c:axId val="195660160"/>
        <c:axId val="195653920"/>
      </c:barChart>
      <c:catAx>
        <c:axId val="195660160"/>
        <c:scaling>
          <c:orientation val="minMax"/>
        </c:scaling>
        <c:delete val="0"/>
        <c:axPos val="b"/>
        <c:numFmt formatCode="General" sourceLinked="1"/>
        <c:majorTickMark val="none"/>
        <c:minorTickMark val="none"/>
        <c:tickLblPos val="nextTo"/>
        <c:spPr>
          <a:noFill/>
          <a:ln w="12700" cap="flat" cmpd="sng" algn="ctr">
            <a:solidFill>
              <a:srgbClr val="595959"/>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195653920"/>
        <c:crosses val="autoZero"/>
        <c:auto val="1"/>
        <c:lblAlgn val="ctr"/>
        <c:lblOffset val="100"/>
        <c:noMultiLvlLbl val="0"/>
      </c:catAx>
      <c:valAx>
        <c:axId val="195653920"/>
        <c:scaling>
          <c:orientation val="minMax"/>
        </c:scaling>
        <c:delete val="1"/>
        <c:axPos val="l"/>
        <c:numFmt formatCode="General" sourceLinked="1"/>
        <c:majorTickMark val="out"/>
        <c:minorTickMark val="none"/>
        <c:tickLblPos val="nextTo"/>
        <c:crossAx val="19566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baseline="0">
          <a:solidFill>
            <a:schemeClr val="tx1"/>
          </a:solidFill>
          <a:latin typeface="Ubuntu" panose="020B0504030602030204" pitchFamily="34" charset="0"/>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065257205036054E-2"/>
          <c:y val="5.9590010802867466E-2"/>
          <c:w val="0.91869495213216235"/>
          <c:h val="0.80736520084522145"/>
        </c:manualLayout>
      </c:layout>
      <c:barChart>
        <c:barDir val="col"/>
        <c:grouping val="clustered"/>
        <c:varyColors val="0"/>
        <c:ser>
          <c:idx val="0"/>
          <c:order val="0"/>
          <c:spPr>
            <a:solidFill>
              <a:schemeClr val="accent1"/>
            </a:solidFill>
            <a:ln w="19050">
              <a:solidFill>
                <a:schemeClr val="lt1"/>
              </a:solidFill>
            </a:ln>
            <a:effectLst/>
          </c:spPr>
          <c:invertIfNegative val="0"/>
          <c:dPt>
            <c:idx val="0"/>
            <c:invertIfNegative val="0"/>
            <c:bubble3D val="0"/>
            <c:spPr>
              <a:solidFill>
                <a:schemeClr val="accent1"/>
              </a:solidFill>
              <a:ln w="19050">
                <a:solidFill>
                  <a:schemeClr val="lt1"/>
                </a:solidFill>
              </a:ln>
              <a:effectLst/>
            </c:spPr>
            <c:extLst>
              <c:ext xmlns:c16="http://schemas.microsoft.com/office/drawing/2014/chart" uri="{C3380CC4-5D6E-409C-BE32-E72D297353CC}">
                <c16:uniqueId val="{00000001-830E-9647-8F8C-39445A1831F1}"/>
              </c:ext>
            </c:extLst>
          </c:dPt>
          <c:dPt>
            <c:idx val="1"/>
            <c:invertIfNegative val="0"/>
            <c:bubble3D val="0"/>
            <c:spPr>
              <a:solidFill>
                <a:schemeClr val="accent1"/>
              </a:solidFill>
              <a:ln w="19050">
                <a:solidFill>
                  <a:schemeClr val="lt1"/>
                </a:solidFill>
              </a:ln>
              <a:effectLst/>
            </c:spPr>
            <c:extLst>
              <c:ext xmlns:c16="http://schemas.microsoft.com/office/drawing/2014/chart" uri="{C3380CC4-5D6E-409C-BE32-E72D297353CC}">
                <c16:uniqueId val="{00000003-830E-9647-8F8C-39445A1831F1}"/>
              </c:ext>
            </c:extLst>
          </c:dPt>
          <c:dPt>
            <c:idx val="2"/>
            <c:invertIfNegative val="0"/>
            <c:bubble3D val="0"/>
            <c:spPr>
              <a:solidFill>
                <a:schemeClr val="accent1"/>
              </a:solidFill>
              <a:ln w="19050">
                <a:solidFill>
                  <a:schemeClr val="lt1"/>
                </a:solidFill>
              </a:ln>
              <a:effectLst/>
            </c:spPr>
            <c:extLst>
              <c:ext xmlns:c16="http://schemas.microsoft.com/office/drawing/2014/chart" uri="{C3380CC4-5D6E-409C-BE32-E72D297353CC}">
                <c16:uniqueId val="{00000005-830E-9647-8F8C-39445A1831F1}"/>
              </c:ext>
            </c:extLst>
          </c:dPt>
          <c:dPt>
            <c:idx val="3"/>
            <c:invertIfNegative val="0"/>
            <c:bubble3D val="0"/>
            <c:spPr>
              <a:solidFill>
                <a:schemeClr val="accent1"/>
              </a:solidFill>
              <a:ln w="19050">
                <a:solidFill>
                  <a:schemeClr val="lt1"/>
                </a:solidFill>
              </a:ln>
              <a:effectLst/>
            </c:spPr>
            <c:extLst>
              <c:ext xmlns:c16="http://schemas.microsoft.com/office/drawing/2014/chart" uri="{C3380CC4-5D6E-409C-BE32-E72D297353CC}">
                <c16:uniqueId val="{00000007-830E-9647-8F8C-39445A1831F1}"/>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Ubuntu" panose="020B050403060203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Sheet1!$B$2:$B$5</c:f>
              <c:numCache>
                <c:formatCode>General</c:formatCode>
                <c:ptCount val="4"/>
                <c:pt idx="0">
                  <c:v>8.1999999999999993</c:v>
                </c:pt>
                <c:pt idx="1">
                  <c:v>3.2</c:v>
                </c:pt>
                <c:pt idx="2">
                  <c:v>1.4</c:v>
                </c:pt>
                <c:pt idx="3">
                  <c:v>1.2</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Sales</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1st Qtr</c:v>
                      </c:pt>
                      <c:pt idx="1">
                        <c:v>2nd Qtr</c:v>
                      </c:pt>
                      <c:pt idx="2">
                        <c:v>3rd Qtr</c:v>
                      </c:pt>
                      <c:pt idx="3">
                        <c:v>4th Qtr</c:v>
                      </c:pt>
                    </c:strCache>
                  </c:strRef>
                </c15:cat>
              </c15:filteredCategoryTitle>
            </c:ext>
            <c:ext xmlns:c16="http://schemas.microsoft.com/office/drawing/2014/chart" uri="{C3380CC4-5D6E-409C-BE32-E72D297353CC}">
              <c16:uniqueId val="{00000008-830E-9647-8F8C-39445A1831F1}"/>
            </c:ext>
          </c:extLst>
        </c:ser>
        <c:ser>
          <c:idx val="1"/>
          <c:order val="1"/>
          <c:spPr>
            <a:solidFill>
              <a:schemeClr val="accent2"/>
            </a:solidFill>
            <a:ln w="19050">
              <a:solidFill>
                <a:schemeClr val="lt1"/>
              </a:solidFill>
            </a:ln>
            <a:effectLst/>
          </c:spPr>
          <c:invertIfNegative val="0"/>
          <c:dPt>
            <c:idx val="0"/>
            <c:invertIfNegative val="0"/>
            <c:bubble3D val="0"/>
            <c:spPr>
              <a:solidFill>
                <a:srgbClr val="FF816E"/>
              </a:solidFill>
              <a:ln w="19050">
                <a:solidFill>
                  <a:schemeClr val="lt1"/>
                </a:solidFill>
              </a:ln>
              <a:effectLst/>
            </c:spPr>
            <c:extLst>
              <c:ext xmlns:c16="http://schemas.microsoft.com/office/drawing/2014/chart" uri="{C3380CC4-5D6E-409C-BE32-E72D297353CC}">
                <c16:uniqueId val="{0000000A-5D79-418E-BFD9-30F6229DE08D}"/>
              </c:ext>
            </c:extLst>
          </c:dPt>
          <c:dPt>
            <c:idx val="1"/>
            <c:invertIfNegative val="0"/>
            <c:bubble3D val="0"/>
            <c:spPr>
              <a:solidFill>
                <a:schemeClr val="accent2"/>
              </a:solidFill>
              <a:ln w="19050">
                <a:solidFill>
                  <a:schemeClr val="lt1"/>
                </a:solidFill>
              </a:ln>
              <a:effectLst/>
            </c:spPr>
            <c:extLst>
              <c:ext xmlns:c16="http://schemas.microsoft.com/office/drawing/2014/chart" uri="{C3380CC4-5D6E-409C-BE32-E72D297353CC}">
                <c16:uniqueId val="{0000000A-1E30-4E45-868C-AC067938804E}"/>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Ubuntu" panose="020B050403060203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Sheet1!$C$2:$C$5</c:f>
              <c:numCache>
                <c:formatCode>0.0</c:formatCode>
                <c:ptCount val="4"/>
                <c:pt idx="0">
                  <c:v>6.6</c:v>
                </c:pt>
                <c:pt idx="1">
                  <c:v>2.6</c:v>
                </c:pt>
                <c:pt idx="2">
                  <c:v>1.1000000000000001</c:v>
                </c:pt>
                <c:pt idx="3">
                  <c:v>1</c:v>
                </c:pt>
              </c:numCache>
            </c:numRef>
          </c:val>
          <c:extLst>
            <c:ext xmlns:c15="http://schemas.microsoft.com/office/drawing/2012/chart" uri="{02D57815-91ED-43cb-92C2-25804820EDAC}">
              <c15:filteredSeriesTitle>
                <c15:tx>
                  <c:strRef>
                    <c:extLst>
                      <c:ext uri="{02D57815-91ED-43cb-92C2-25804820EDAC}">
                        <c15:formulaRef>
                          <c15:sqref>Sheet1!$C$1</c15:sqref>
                        </c15:formulaRef>
                      </c:ext>
                    </c:extLst>
                    <c:strCache>
                      <c:ptCount val="1"/>
                      <c:pt idx="0">
                        <c:v>Column1</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1st Qtr</c:v>
                      </c:pt>
                      <c:pt idx="1">
                        <c:v>2nd Qtr</c:v>
                      </c:pt>
                      <c:pt idx="2">
                        <c:v>3rd Qtr</c:v>
                      </c:pt>
                      <c:pt idx="3">
                        <c:v>4th Qtr</c:v>
                      </c:pt>
                    </c:strCache>
                  </c:strRef>
                </c15:cat>
              </c15:filteredCategoryTitle>
            </c:ext>
            <c:ext xmlns:c16="http://schemas.microsoft.com/office/drawing/2014/chart" uri="{C3380CC4-5D6E-409C-BE32-E72D297353CC}">
              <c16:uniqueId val="{00000009-830E-9647-8F8C-39445A1831F1}"/>
            </c:ext>
          </c:extLst>
        </c:ser>
        <c:dLbls>
          <c:showLegendKey val="0"/>
          <c:showVal val="0"/>
          <c:showCatName val="0"/>
          <c:showSerName val="0"/>
          <c:showPercent val="0"/>
          <c:showBubbleSize val="0"/>
        </c:dLbls>
        <c:gapWidth val="40"/>
        <c:overlap val="-5"/>
        <c:axId val="195660160"/>
        <c:axId val="195653920"/>
      </c:barChart>
      <c:catAx>
        <c:axId val="195660160"/>
        <c:scaling>
          <c:orientation val="minMax"/>
        </c:scaling>
        <c:delete val="0"/>
        <c:axPos val="b"/>
        <c:numFmt formatCode="General" sourceLinked="1"/>
        <c:majorTickMark val="none"/>
        <c:minorTickMark val="none"/>
        <c:tickLblPos val="nextTo"/>
        <c:spPr>
          <a:noFill/>
          <a:ln w="12700" cap="flat" cmpd="sng" algn="ctr">
            <a:solidFill>
              <a:srgbClr val="595959"/>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195653920"/>
        <c:crosses val="autoZero"/>
        <c:auto val="1"/>
        <c:lblAlgn val="ctr"/>
        <c:lblOffset val="100"/>
        <c:noMultiLvlLbl val="0"/>
      </c:catAx>
      <c:valAx>
        <c:axId val="195653920"/>
        <c:scaling>
          <c:orientation val="minMax"/>
        </c:scaling>
        <c:delete val="1"/>
        <c:axPos val="l"/>
        <c:numFmt formatCode="General" sourceLinked="1"/>
        <c:majorTickMark val="out"/>
        <c:minorTickMark val="none"/>
        <c:tickLblPos val="nextTo"/>
        <c:crossAx val="1956601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baseline="0">
          <a:solidFill>
            <a:schemeClr val="tx1"/>
          </a:solidFill>
          <a:latin typeface="Ubuntu" panose="020B0504030602030204" pitchFamily="34" charset="0"/>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doughnutChart>
        <c:varyColors val="1"/>
        <c:ser>
          <c:idx val="0"/>
          <c:order val="0"/>
          <c:tx>
            <c:strRef>
              <c:f>Sheet1!$B$1</c:f>
              <c:strCache>
                <c:ptCount val="1"/>
                <c:pt idx="0">
                  <c:v>Sales</c:v>
                </c:pt>
              </c:strCache>
            </c:strRef>
          </c:tx>
          <c:spPr>
            <a:solidFill>
              <a:schemeClr val="accent2"/>
            </a:solidFill>
            <a:ln w="38100">
              <a:noFill/>
            </a:ln>
          </c:spPr>
          <c:dPt>
            <c:idx val="0"/>
            <c:bubble3D val="0"/>
            <c:spPr>
              <a:solidFill>
                <a:schemeClr val="tx2"/>
              </a:solidFill>
              <a:ln w="38100">
                <a:noFill/>
              </a:ln>
              <a:effectLst/>
            </c:spPr>
            <c:extLst>
              <c:ext xmlns:c16="http://schemas.microsoft.com/office/drawing/2014/chart" uri="{C3380CC4-5D6E-409C-BE32-E72D297353CC}">
                <c16:uniqueId val="{00000001-1CFF-2E47-B62F-AF642CA6C6AE}"/>
              </c:ext>
            </c:extLst>
          </c:dPt>
          <c:dPt>
            <c:idx val="1"/>
            <c:bubble3D val="0"/>
            <c:spPr>
              <a:solidFill>
                <a:schemeClr val="tx2">
                  <a:lumMod val="60000"/>
                  <a:lumOff val="40000"/>
                  <a:alpha val="80000"/>
                </a:schemeClr>
              </a:solidFill>
              <a:ln w="38100">
                <a:noFill/>
              </a:ln>
              <a:effectLst/>
            </c:spPr>
            <c:extLst>
              <c:ext xmlns:c16="http://schemas.microsoft.com/office/drawing/2014/chart" uri="{C3380CC4-5D6E-409C-BE32-E72D297353CC}">
                <c16:uniqueId val="{00000003-1CFF-2E47-B62F-AF642CA6C6AE}"/>
              </c:ext>
            </c:extLst>
          </c:dPt>
          <c:dPt>
            <c:idx val="2"/>
            <c:bubble3D val="0"/>
            <c:spPr>
              <a:solidFill>
                <a:schemeClr val="tx2">
                  <a:lumMod val="40000"/>
                  <a:lumOff val="60000"/>
                  <a:alpha val="65000"/>
                </a:schemeClr>
              </a:solidFill>
              <a:ln w="38100">
                <a:noFill/>
              </a:ln>
              <a:effectLst/>
            </c:spPr>
            <c:extLst>
              <c:ext xmlns:c16="http://schemas.microsoft.com/office/drawing/2014/chart" uri="{C3380CC4-5D6E-409C-BE32-E72D297353CC}">
                <c16:uniqueId val="{00000005-1CFF-2E47-B62F-AF642CA6C6AE}"/>
              </c:ext>
            </c:extLst>
          </c:dPt>
          <c:dPt>
            <c:idx val="3"/>
            <c:bubble3D val="0"/>
            <c:spPr>
              <a:solidFill>
                <a:schemeClr val="tx2">
                  <a:lumMod val="20000"/>
                  <a:lumOff val="80000"/>
                  <a:alpha val="50000"/>
                </a:schemeClr>
              </a:solidFill>
              <a:ln w="38100">
                <a:noFill/>
              </a:ln>
              <a:effectLst/>
            </c:spPr>
            <c:extLst>
              <c:ext xmlns:c16="http://schemas.microsoft.com/office/drawing/2014/chart" uri="{C3380CC4-5D6E-409C-BE32-E72D297353CC}">
                <c16:uniqueId val="{00000007-1CFF-2E47-B62F-AF642CA6C6AE}"/>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1CFF-2E47-B62F-AF642CA6C6AE}"/>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doughnutChart>
        <c:varyColors val="1"/>
        <c:ser>
          <c:idx val="0"/>
          <c:order val="0"/>
          <c:tx>
            <c:strRef>
              <c:f>Sheet1!$B$1</c:f>
              <c:strCache>
                <c:ptCount val="1"/>
                <c:pt idx="0">
                  <c:v>Sales</c:v>
                </c:pt>
              </c:strCache>
            </c:strRef>
          </c:tx>
          <c:spPr>
            <a:solidFill>
              <a:schemeClr val="tx2"/>
            </a:solidFill>
            <a:ln w="38100">
              <a:noFill/>
            </a:ln>
          </c:spPr>
          <c:dPt>
            <c:idx val="0"/>
            <c:bubble3D val="0"/>
            <c:spPr>
              <a:solidFill>
                <a:schemeClr val="tx2"/>
              </a:solidFill>
              <a:ln w="38100">
                <a:noFill/>
              </a:ln>
              <a:effectLst/>
            </c:spPr>
            <c:extLst>
              <c:ext xmlns:c16="http://schemas.microsoft.com/office/drawing/2014/chart" uri="{C3380CC4-5D6E-409C-BE32-E72D297353CC}">
                <c16:uniqueId val="{00000001-C0CF-E942-9463-A1DEB662EA06}"/>
              </c:ext>
            </c:extLst>
          </c:dPt>
          <c:dPt>
            <c:idx val="1"/>
            <c:bubble3D val="0"/>
            <c:spPr>
              <a:solidFill>
                <a:schemeClr val="accent1"/>
              </a:solidFill>
              <a:ln w="38100">
                <a:noFill/>
              </a:ln>
              <a:effectLst/>
            </c:spPr>
            <c:extLst>
              <c:ext xmlns:c16="http://schemas.microsoft.com/office/drawing/2014/chart" uri="{C3380CC4-5D6E-409C-BE32-E72D297353CC}">
                <c16:uniqueId val="{00000003-C0CF-E942-9463-A1DEB662EA06}"/>
              </c:ext>
            </c:extLst>
          </c:dPt>
          <c:dPt>
            <c:idx val="2"/>
            <c:bubble3D val="0"/>
            <c:spPr>
              <a:solidFill>
                <a:srgbClr val="00D5D0"/>
              </a:solidFill>
              <a:ln w="38100">
                <a:noFill/>
              </a:ln>
              <a:effectLst/>
            </c:spPr>
            <c:extLst>
              <c:ext xmlns:c16="http://schemas.microsoft.com/office/drawing/2014/chart" uri="{C3380CC4-5D6E-409C-BE32-E72D297353CC}">
                <c16:uniqueId val="{00000005-C0CF-E942-9463-A1DEB662EA06}"/>
              </c:ext>
            </c:extLst>
          </c:dPt>
          <c:dPt>
            <c:idx val="3"/>
            <c:bubble3D val="0"/>
            <c:spPr>
              <a:solidFill>
                <a:schemeClr val="accent2"/>
              </a:solidFill>
              <a:ln w="38100">
                <a:noFill/>
              </a:ln>
              <a:effectLst/>
            </c:spPr>
            <c:extLst>
              <c:ext xmlns:c16="http://schemas.microsoft.com/office/drawing/2014/chart" uri="{C3380CC4-5D6E-409C-BE32-E72D297353CC}">
                <c16:uniqueId val="{00000007-C0CF-E942-9463-A1DEB662EA06}"/>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C0CF-E942-9463-A1DEB662EA06}"/>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doughnutChart>
        <c:varyColors val="1"/>
        <c:ser>
          <c:idx val="0"/>
          <c:order val="0"/>
          <c:tx>
            <c:strRef>
              <c:f>Sheet1!$B$1</c:f>
              <c:strCache>
                <c:ptCount val="1"/>
                <c:pt idx="0">
                  <c:v>Sales</c:v>
                </c:pt>
              </c:strCache>
            </c:strRef>
          </c:tx>
          <c:spPr>
            <a:solidFill>
              <a:schemeClr val="tx2"/>
            </a:solidFill>
            <a:ln w="38100">
              <a:noFill/>
            </a:ln>
          </c:spPr>
          <c:dPt>
            <c:idx val="0"/>
            <c:bubble3D val="0"/>
            <c:spPr>
              <a:solidFill>
                <a:schemeClr val="tx2"/>
              </a:solidFill>
              <a:ln w="38100">
                <a:noFill/>
              </a:ln>
              <a:effectLst/>
            </c:spPr>
            <c:extLst>
              <c:ext xmlns:c16="http://schemas.microsoft.com/office/drawing/2014/chart" uri="{C3380CC4-5D6E-409C-BE32-E72D297353CC}">
                <c16:uniqueId val="{00000001-6F79-FA4E-B1A5-AB43D8DF16E5}"/>
              </c:ext>
            </c:extLst>
          </c:dPt>
          <c:dPt>
            <c:idx val="1"/>
            <c:bubble3D val="0"/>
            <c:spPr>
              <a:solidFill>
                <a:schemeClr val="accent1"/>
              </a:solidFill>
              <a:ln w="38100">
                <a:noFill/>
              </a:ln>
              <a:effectLst/>
            </c:spPr>
            <c:extLst>
              <c:ext xmlns:c16="http://schemas.microsoft.com/office/drawing/2014/chart" uri="{C3380CC4-5D6E-409C-BE32-E72D297353CC}">
                <c16:uniqueId val="{00000003-6F79-FA4E-B1A5-AB43D8DF16E5}"/>
              </c:ext>
            </c:extLst>
          </c:dPt>
          <c:dPt>
            <c:idx val="2"/>
            <c:bubble3D val="0"/>
            <c:spPr>
              <a:solidFill>
                <a:srgbClr val="FEB100"/>
              </a:solidFill>
              <a:ln w="38100">
                <a:noFill/>
              </a:ln>
              <a:effectLst/>
            </c:spPr>
            <c:extLst>
              <c:ext xmlns:c16="http://schemas.microsoft.com/office/drawing/2014/chart" uri="{C3380CC4-5D6E-409C-BE32-E72D297353CC}">
                <c16:uniqueId val="{00000005-6F79-FA4E-B1A5-AB43D8DF16E5}"/>
              </c:ext>
            </c:extLst>
          </c:dPt>
          <c:dPt>
            <c:idx val="3"/>
            <c:bubble3D val="0"/>
            <c:spPr>
              <a:solidFill>
                <a:srgbClr val="FF816E"/>
              </a:solidFill>
              <a:ln w="38100">
                <a:noFill/>
              </a:ln>
              <a:effectLst/>
            </c:spPr>
            <c:extLst>
              <c:ext xmlns:c16="http://schemas.microsoft.com/office/drawing/2014/chart" uri="{C3380CC4-5D6E-409C-BE32-E72D297353CC}">
                <c16:uniqueId val="{00000007-6F79-FA4E-B1A5-AB43D8DF16E5}"/>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6F79-FA4E-B1A5-AB43D8DF16E5}"/>
            </c:ext>
          </c:extLst>
        </c:ser>
        <c:dLbls>
          <c:showLegendKey val="0"/>
          <c:showVal val="0"/>
          <c:showCatName val="0"/>
          <c:showSerName val="0"/>
          <c:showPercent val="0"/>
          <c:showBubbleSize val="0"/>
          <c:showLeaderLines val="1"/>
        </c:dLbls>
        <c:firstSliceAng val="0"/>
        <c:holeSize val="90"/>
      </c:doughnutChart>
      <c:spPr>
        <a:noFill/>
        <a:ln w="38100">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doughnutChart>
        <c:varyColors val="1"/>
        <c:ser>
          <c:idx val="0"/>
          <c:order val="0"/>
          <c:tx>
            <c:strRef>
              <c:f>Sheet1!$B$1</c:f>
              <c:strCache>
                <c:ptCount val="1"/>
                <c:pt idx="0">
                  <c:v>Sales</c:v>
                </c:pt>
              </c:strCache>
            </c:strRef>
          </c:tx>
          <c:spPr>
            <a:solidFill>
              <a:schemeClr val="tx2"/>
            </a:solidFill>
            <a:ln w="38100">
              <a:noFill/>
            </a:ln>
          </c:spPr>
          <c:dPt>
            <c:idx val="0"/>
            <c:bubble3D val="0"/>
            <c:spPr>
              <a:solidFill>
                <a:schemeClr val="accent2"/>
              </a:solidFill>
              <a:ln w="38100">
                <a:noFill/>
              </a:ln>
              <a:effectLst/>
            </c:spPr>
            <c:extLst>
              <c:ext xmlns:c16="http://schemas.microsoft.com/office/drawing/2014/chart" uri="{C3380CC4-5D6E-409C-BE32-E72D297353CC}">
                <c16:uniqueId val="{00000001-9872-BA4C-92F4-3D8DC1B90DFA}"/>
              </c:ext>
            </c:extLst>
          </c:dPt>
          <c:dPt>
            <c:idx val="1"/>
            <c:bubble3D val="0"/>
            <c:spPr>
              <a:solidFill>
                <a:schemeClr val="accent1"/>
              </a:solidFill>
              <a:ln w="38100">
                <a:noFill/>
              </a:ln>
              <a:effectLst/>
            </c:spPr>
            <c:extLst>
              <c:ext xmlns:c16="http://schemas.microsoft.com/office/drawing/2014/chart" uri="{C3380CC4-5D6E-409C-BE32-E72D297353CC}">
                <c16:uniqueId val="{00000003-9872-BA4C-92F4-3D8DC1B90DFA}"/>
              </c:ext>
            </c:extLst>
          </c:dPt>
          <c:dPt>
            <c:idx val="2"/>
            <c:bubble3D val="0"/>
            <c:spPr>
              <a:solidFill>
                <a:srgbClr val="00D5D0"/>
              </a:solidFill>
              <a:ln w="38100">
                <a:noFill/>
              </a:ln>
              <a:effectLst/>
            </c:spPr>
            <c:extLst>
              <c:ext xmlns:c16="http://schemas.microsoft.com/office/drawing/2014/chart" uri="{C3380CC4-5D6E-409C-BE32-E72D297353CC}">
                <c16:uniqueId val="{00000005-9872-BA4C-92F4-3D8DC1B90DFA}"/>
              </c:ext>
            </c:extLst>
          </c:dPt>
          <c:dPt>
            <c:idx val="3"/>
            <c:bubble3D val="0"/>
            <c:spPr>
              <a:solidFill>
                <a:schemeClr val="bg2"/>
              </a:solidFill>
              <a:ln w="38100">
                <a:noFill/>
              </a:ln>
              <a:effectLst/>
            </c:spPr>
            <c:extLst>
              <c:ext xmlns:c16="http://schemas.microsoft.com/office/drawing/2014/chart" uri="{C3380CC4-5D6E-409C-BE32-E72D297353CC}">
                <c16:uniqueId val="{00000007-9872-BA4C-92F4-3D8DC1B90DFA}"/>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9872-BA4C-92F4-3D8DC1B90DFA}"/>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2">
                  <a:shade val="58000"/>
                </a:schemeClr>
              </a:solidFill>
              <a:ln w="19050">
                <a:noFill/>
              </a:ln>
              <a:effectLst/>
            </c:spPr>
            <c:extLst>
              <c:ext xmlns:c16="http://schemas.microsoft.com/office/drawing/2014/chart" uri="{C3380CC4-5D6E-409C-BE32-E72D297353CC}">
                <c16:uniqueId val="{00000001-D7E1-654E-84B0-CF42E69A9A1B}"/>
              </c:ext>
            </c:extLst>
          </c:dPt>
          <c:dPt>
            <c:idx val="1"/>
            <c:bubble3D val="0"/>
            <c:spPr>
              <a:solidFill>
                <a:schemeClr val="accent2">
                  <a:shade val="86000"/>
                </a:schemeClr>
              </a:solidFill>
              <a:ln w="19050">
                <a:noFill/>
              </a:ln>
              <a:effectLst/>
            </c:spPr>
            <c:extLst>
              <c:ext xmlns:c16="http://schemas.microsoft.com/office/drawing/2014/chart" uri="{C3380CC4-5D6E-409C-BE32-E72D297353CC}">
                <c16:uniqueId val="{00000003-D7E1-654E-84B0-CF42E69A9A1B}"/>
              </c:ext>
            </c:extLst>
          </c:dPt>
          <c:dPt>
            <c:idx val="2"/>
            <c:bubble3D val="0"/>
            <c:spPr>
              <a:solidFill>
                <a:schemeClr val="accent2">
                  <a:tint val="86000"/>
                </a:schemeClr>
              </a:solidFill>
              <a:ln w="19050">
                <a:noFill/>
              </a:ln>
              <a:effectLst/>
            </c:spPr>
            <c:extLst>
              <c:ext xmlns:c16="http://schemas.microsoft.com/office/drawing/2014/chart" uri="{C3380CC4-5D6E-409C-BE32-E72D297353CC}">
                <c16:uniqueId val="{00000005-D7E1-654E-84B0-CF42E69A9A1B}"/>
              </c:ext>
            </c:extLst>
          </c:dPt>
          <c:dPt>
            <c:idx val="3"/>
            <c:bubble3D val="0"/>
            <c:spPr>
              <a:solidFill>
                <a:schemeClr val="accent2">
                  <a:tint val="58000"/>
                </a:schemeClr>
              </a:solidFill>
              <a:ln w="19050">
                <a:noFill/>
              </a:ln>
              <a:effectLst/>
            </c:spPr>
            <c:extLst>
              <c:ext xmlns:c16="http://schemas.microsoft.com/office/drawing/2014/chart" uri="{C3380CC4-5D6E-409C-BE32-E72D297353CC}">
                <c16:uniqueId val="{00000007-D7E1-654E-84B0-CF42E69A9A1B}"/>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D7E1-654E-84B0-CF42E69A9A1B}"/>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doughnutChart>
        <c:varyColors val="1"/>
        <c:ser>
          <c:idx val="0"/>
          <c:order val="0"/>
          <c:tx>
            <c:strRef>
              <c:f>Sheet1!$B$1</c:f>
              <c:strCache>
                <c:ptCount val="1"/>
                <c:pt idx="0">
                  <c:v>Sales</c:v>
                </c:pt>
              </c:strCache>
            </c:strRef>
          </c:tx>
          <c:spPr>
            <a:solidFill>
              <a:schemeClr val="tx2"/>
            </a:solidFill>
            <a:ln w="38100">
              <a:noFill/>
            </a:ln>
          </c:spPr>
          <c:dPt>
            <c:idx val="0"/>
            <c:bubble3D val="0"/>
            <c:spPr>
              <a:solidFill>
                <a:schemeClr val="bg2"/>
              </a:solidFill>
              <a:ln w="38100">
                <a:noFill/>
              </a:ln>
              <a:effectLst/>
            </c:spPr>
            <c:extLst>
              <c:ext xmlns:c16="http://schemas.microsoft.com/office/drawing/2014/chart" uri="{C3380CC4-5D6E-409C-BE32-E72D297353CC}">
                <c16:uniqueId val="{00000001-7B54-5F4A-997B-52C20ECE623A}"/>
              </c:ext>
            </c:extLst>
          </c:dPt>
          <c:dPt>
            <c:idx val="1"/>
            <c:bubble3D val="0"/>
            <c:spPr>
              <a:solidFill>
                <a:schemeClr val="accent1"/>
              </a:solidFill>
              <a:ln w="38100">
                <a:noFill/>
              </a:ln>
              <a:effectLst/>
            </c:spPr>
            <c:extLst>
              <c:ext xmlns:c16="http://schemas.microsoft.com/office/drawing/2014/chart" uri="{C3380CC4-5D6E-409C-BE32-E72D297353CC}">
                <c16:uniqueId val="{00000003-7B54-5F4A-997B-52C20ECE623A}"/>
              </c:ext>
            </c:extLst>
          </c:dPt>
          <c:dPt>
            <c:idx val="2"/>
            <c:bubble3D val="0"/>
            <c:spPr>
              <a:solidFill>
                <a:srgbClr val="FEB100"/>
              </a:solidFill>
              <a:ln w="38100">
                <a:noFill/>
              </a:ln>
              <a:effectLst/>
            </c:spPr>
            <c:extLst>
              <c:ext xmlns:c16="http://schemas.microsoft.com/office/drawing/2014/chart" uri="{C3380CC4-5D6E-409C-BE32-E72D297353CC}">
                <c16:uniqueId val="{00000005-7B54-5F4A-997B-52C20ECE623A}"/>
              </c:ext>
            </c:extLst>
          </c:dPt>
          <c:dPt>
            <c:idx val="3"/>
            <c:bubble3D val="0"/>
            <c:spPr>
              <a:solidFill>
                <a:srgbClr val="FF816E"/>
              </a:solidFill>
              <a:ln w="38100">
                <a:noFill/>
              </a:ln>
              <a:effectLst/>
            </c:spPr>
            <c:extLst>
              <c:ext xmlns:c16="http://schemas.microsoft.com/office/drawing/2014/chart" uri="{C3380CC4-5D6E-409C-BE32-E72D297353CC}">
                <c16:uniqueId val="{00000007-7B54-5F4A-997B-52C20ECE623A}"/>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7B54-5F4A-997B-52C20ECE623A}"/>
            </c:ext>
          </c:extLst>
        </c:ser>
        <c:dLbls>
          <c:showLegendKey val="0"/>
          <c:showVal val="0"/>
          <c:showCatName val="0"/>
          <c:showSerName val="0"/>
          <c:showPercent val="0"/>
          <c:showBubbleSize val="0"/>
          <c:showLeaderLines val="1"/>
        </c:dLbls>
        <c:firstSliceAng val="0"/>
        <c:holeSize val="90"/>
      </c:doughnutChart>
      <c:spPr>
        <a:noFill/>
        <a:ln w="38100">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doughnutChart>
        <c:varyColors val="1"/>
        <c:ser>
          <c:idx val="0"/>
          <c:order val="0"/>
          <c:tx>
            <c:strRef>
              <c:f>Sheet1!$B$1</c:f>
              <c:strCache>
                <c:ptCount val="1"/>
                <c:pt idx="0">
                  <c:v>d</c:v>
                </c:pt>
              </c:strCache>
            </c:strRef>
          </c:tx>
          <c:spPr>
            <a:solidFill>
              <a:schemeClr val="accent4"/>
            </a:solidFill>
            <a:ln>
              <a:noFill/>
            </a:ln>
          </c:spPr>
          <c:dPt>
            <c:idx val="0"/>
            <c:bubble3D val="0"/>
            <c:spPr>
              <a:noFill/>
              <a:ln>
                <a:noFill/>
              </a:ln>
            </c:spPr>
            <c:extLst>
              <c:ext xmlns:c16="http://schemas.microsoft.com/office/drawing/2014/chart" uri="{C3380CC4-5D6E-409C-BE32-E72D297353CC}">
                <c16:uniqueId val="{00000001-29DA-794C-8F34-43E0A3DBBE2C}"/>
              </c:ext>
            </c:extLst>
          </c:dPt>
          <c:dPt>
            <c:idx val="1"/>
            <c:bubble3D val="0"/>
            <c:spPr>
              <a:solidFill>
                <a:schemeClr val="tx2"/>
              </a:solidFill>
              <a:ln>
                <a:noFill/>
              </a:ln>
            </c:spPr>
            <c:extLst>
              <c:ext xmlns:c16="http://schemas.microsoft.com/office/drawing/2014/chart" uri="{C3380CC4-5D6E-409C-BE32-E72D297353CC}">
                <c16:uniqueId val="{00000003-29DA-794C-8F34-43E0A3DBBE2C}"/>
              </c:ext>
            </c:extLst>
          </c:dPt>
          <c:cat>
            <c:strRef>
              <c:f>Sheet1!$A$2:$A$3</c:f>
              <c:strCache>
                <c:ptCount val="2"/>
                <c:pt idx="0">
                  <c:v>1st Qtr</c:v>
                </c:pt>
                <c:pt idx="1">
                  <c:v>2nd Qtr</c:v>
                </c:pt>
              </c:strCache>
            </c:strRef>
          </c:cat>
          <c:val>
            <c:numRef>
              <c:f>Sheet1!$B$2:$B$3</c:f>
              <c:numCache>
                <c:formatCode>General</c:formatCode>
                <c:ptCount val="2"/>
                <c:pt idx="0">
                  <c:v>75</c:v>
                </c:pt>
                <c:pt idx="1">
                  <c:v>25</c:v>
                </c:pt>
              </c:numCache>
            </c:numRef>
          </c:val>
          <c:extLst>
            <c:ext xmlns:c16="http://schemas.microsoft.com/office/drawing/2014/chart" uri="{C3380CC4-5D6E-409C-BE32-E72D297353CC}">
              <c16:uniqueId val="{00000004-29DA-794C-8F34-43E0A3DBBE2C}"/>
            </c:ext>
          </c:extLst>
        </c:ser>
        <c:ser>
          <c:idx val="1"/>
          <c:order val="1"/>
          <c:tx>
            <c:strRef>
              <c:f>Sheet1!$C$1</c:f>
              <c:strCache>
                <c:ptCount val="1"/>
                <c:pt idx="0">
                  <c:v>c</c:v>
                </c:pt>
              </c:strCache>
            </c:strRef>
          </c:tx>
          <c:spPr>
            <a:solidFill>
              <a:schemeClr val="accent3"/>
            </a:solidFill>
            <a:ln>
              <a:noFill/>
            </a:ln>
          </c:spPr>
          <c:dPt>
            <c:idx val="0"/>
            <c:bubble3D val="0"/>
            <c:spPr>
              <a:noFill/>
              <a:ln>
                <a:noFill/>
              </a:ln>
            </c:spPr>
            <c:extLst>
              <c:ext xmlns:c16="http://schemas.microsoft.com/office/drawing/2014/chart" uri="{C3380CC4-5D6E-409C-BE32-E72D297353CC}">
                <c16:uniqueId val="{00000006-29DA-794C-8F34-43E0A3DBBE2C}"/>
              </c:ext>
            </c:extLst>
          </c:dPt>
          <c:dPt>
            <c:idx val="1"/>
            <c:bubble3D val="0"/>
            <c:spPr>
              <a:solidFill>
                <a:srgbClr val="0058AB">
                  <a:alpha val="40000"/>
                </a:srgbClr>
              </a:solidFill>
              <a:ln>
                <a:noFill/>
              </a:ln>
            </c:spPr>
            <c:extLst>
              <c:ext xmlns:c16="http://schemas.microsoft.com/office/drawing/2014/chart" uri="{C3380CC4-5D6E-409C-BE32-E72D297353CC}">
                <c16:uniqueId val="{00000008-29DA-794C-8F34-43E0A3DBBE2C}"/>
              </c:ext>
            </c:extLst>
          </c:dPt>
          <c:cat>
            <c:strRef>
              <c:f>Sheet1!$A$2:$A$3</c:f>
              <c:strCache>
                <c:ptCount val="2"/>
                <c:pt idx="0">
                  <c:v>1st Qtr</c:v>
                </c:pt>
                <c:pt idx="1">
                  <c:v>2nd Qtr</c:v>
                </c:pt>
              </c:strCache>
            </c:strRef>
          </c:cat>
          <c:val>
            <c:numRef>
              <c:f>Sheet1!$C$2:$C$3</c:f>
              <c:numCache>
                <c:formatCode>General</c:formatCode>
                <c:ptCount val="2"/>
                <c:pt idx="0">
                  <c:v>42</c:v>
                </c:pt>
                <c:pt idx="1">
                  <c:v>58</c:v>
                </c:pt>
              </c:numCache>
            </c:numRef>
          </c:val>
          <c:extLst>
            <c:ext xmlns:c16="http://schemas.microsoft.com/office/drawing/2014/chart" uri="{C3380CC4-5D6E-409C-BE32-E72D297353CC}">
              <c16:uniqueId val="{00000009-29DA-794C-8F34-43E0A3DBBE2C}"/>
            </c:ext>
          </c:extLst>
        </c:ser>
        <c:ser>
          <c:idx val="2"/>
          <c:order val="2"/>
          <c:tx>
            <c:strRef>
              <c:f>Sheet1!$D$1</c:f>
              <c:strCache>
                <c:ptCount val="1"/>
                <c:pt idx="0">
                  <c:v>b</c:v>
                </c:pt>
              </c:strCache>
            </c:strRef>
          </c:tx>
          <c:spPr>
            <a:solidFill>
              <a:schemeClr val="accent4">
                <a:lumMod val="75000"/>
              </a:schemeClr>
            </a:solidFill>
            <a:ln>
              <a:noFill/>
            </a:ln>
          </c:spPr>
          <c:dPt>
            <c:idx val="0"/>
            <c:bubble3D val="0"/>
            <c:spPr>
              <a:noFill/>
              <a:ln>
                <a:noFill/>
              </a:ln>
            </c:spPr>
            <c:extLst>
              <c:ext xmlns:c16="http://schemas.microsoft.com/office/drawing/2014/chart" uri="{C3380CC4-5D6E-409C-BE32-E72D297353CC}">
                <c16:uniqueId val="{0000000B-29DA-794C-8F34-43E0A3DBBE2C}"/>
              </c:ext>
            </c:extLst>
          </c:dPt>
          <c:dPt>
            <c:idx val="1"/>
            <c:bubble3D val="0"/>
            <c:spPr>
              <a:solidFill>
                <a:schemeClr val="accent3"/>
              </a:solidFill>
              <a:ln>
                <a:noFill/>
              </a:ln>
            </c:spPr>
            <c:extLst>
              <c:ext xmlns:c16="http://schemas.microsoft.com/office/drawing/2014/chart" uri="{C3380CC4-5D6E-409C-BE32-E72D297353CC}">
                <c16:uniqueId val="{0000000D-29DA-794C-8F34-43E0A3DBBE2C}"/>
              </c:ext>
            </c:extLst>
          </c:dPt>
          <c:cat>
            <c:strRef>
              <c:f>Sheet1!$A$2:$A$3</c:f>
              <c:strCache>
                <c:ptCount val="2"/>
                <c:pt idx="0">
                  <c:v>1st Qtr</c:v>
                </c:pt>
                <c:pt idx="1">
                  <c:v>2nd Qtr</c:v>
                </c:pt>
              </c:strCache>
            </c:strRef>
          </c:cat>
          <c:val>
            <c:numRef>
              <c:f>Sheet1!$D$2:$D$3</c:f>
              <c:numCache>
                <c:formatCode>General</c:formatCode>
                <c:ptCount val="2"/>
                <c:pt idx="0">
                  <c:v>62</c:v>
                </c:pt>
                <c:pt idx="1">
                  <c:v>38</c:v>
                </c:pt>
              </c:numCache>
            </c:numRef>
          </c:val>
          <c:extLst>
            <c:ext xmlns:c16="http://schemas.microsoft.com/office/drawing/2014/chart" uri="{C3380CC4-5D6E-409C-BE32-E72D297353CC}">
              <c16:uniqueId val="{0000000E-29DA-794C-8F34-43E0A3DBBE2C}"/>
            </c:ext>
          </c:extLst>
        </c:ser>
        <c:ser>
          <c:idx val="3"/>
          <c:order val="3"/>
          <c:tx>
            <c:strRef>
              <c:f>Sheet1!$E$1</c:f>
              <c:strCache>
                <c:ptCount val="1"/>
                <c:pt idx="0">
                  <c:v>a</c:v>
                </c:pt>
              </c:strCache>
            </c:strRef>
          </c:tx>
          <c:spPr>
            <a:solidFill>
              <a:srgbClr val="EB8C00"/>
            </a:solidFill>
            <a:ln>
              <a:noFill/>
            </a:ln>
          </c:spPr>
          <c:dPt>
            <c:idx val="0"/>
            <c:bubble3D val="0"/>
            <c:spPr>
              <a:noFill/>
              <a:ln>
                <a:noFill/>
              </a:ln>
            </c:spPr>
            <c:extLst>
              <c:ext xmlns:c16="http://schemas.microsoft.com/office/drawing/2014/chart" uri="{C3380CC4-5D6E-409C-BE32-E72D297353CC}">
                <c16:uniqueId val="{00000010-29DA-794C-8F34-43E0A3DBBE2C}"/>
              </c:ext>
            </c:extLst>
          </c:dPt>
          <c:dPt>
            <c:idx val="1"/>
            <c:bubble3D val="0"/>
            <c:spPr>
              <a:solidFill>
                <a:schemeClr val="accent2"/>
              </a:solidFill>
              <a:ln>
                <a:noFill/>
              </a:ln>
            </c:spPr>
            <c:extLst>
              <c:ext xmlns:c16="http://schemas.microsoft.com/office/drawing/2014/chart" uri="{C3380CC4-5D6E-409C-BE32-E72D297353CC}">
                <c16:uniqueId val="{00000012-29DA-794C-8F34-43E0A3DBBE2C}"/>
              </c:ext>
            </c:extLst>
          </c:dPt>
          <c:cat>
            <c:strRef>
              <c:f>Sheet1!$A$2:$A$3</c:f>
              <c:strCache>
                <c:ptCount val="2"/>
                <c:pt idx="0">
                  <c:v>1st Qtr</c:v>
                </c:pt>
                <c:pt idx="1">
                  <c:v>2nd Qtr</c:v>
                </c:pt>
              </c:strCache>
            </c:strRef>
          </c:cat>
          <c:val>
            <c:numRef>
              <c:f>Sheet1!$E$2:$E$3</c:f>
              <c:numCache>
                <c:formatCode>General</c:formatCode>
                <c:ptCount val="2"/>
                <c:pt idx="0">
                  <c:v>58</c:v>
                </c:pt>
                <c:pt idx="1">
                  <c:v>42</c:v>
                </c:pt>
              </c:numCache>
            </c:numRef>
          </c:val>
          <c:extLst>
            <c:ext xmlns:c16="http://schemas.microsoft.com/office/drawing/2014/chart" uri="{C3380CC4-5D6E-409C-BE32-E72D297353CC}">
              <c16:uniqueId val="{00000013-29DA-794C-8F34-43E0A3DBBE2C}"/>
            </c:ext>
          </c:extLst>
        </c:ser>
        <c:dLbls>
          <c:showLegendKey val="0"/>
          <c:showVal val="0"/>
          <c:showCatName val="0"/>
          <c:showSerName val="0"/>
          <c:showPercent val="0"/>
          <c:showBubbleSize val="0"/>
          <c:showLeaderLines val="1"/>
        </c:dLbls>
        <c:firstSliceAng val="0"/>
        <c:holeSize val="50"/>
      </c:doughnutChart>
      <c:spPr>
        <a:ln>
          <a:noFill/>
        </a:ln>
      </c:spPr>
    </c:plotArea>
    <c:plotVisOnly val="1"/>
    <c:dispBlanksAs val="zero"/>
    <c:showDLblsOverMax val="0"/>
  </c:chart>
  <c:spPr>
    <a:ln>
      <a:noFill/>
    </a:ln>
  </c:spPr>
  <c:txPr>
    <a:bodyPr/>
    <a:lstStyle/>
    <a:p>
      <a:pPr>
        <a:defRPr sz="1800"/>
      </a:pPr>
      <a:endParaRPr lang="en-US"/>
    </a:p>
  </c:txPr>
  <c:externalData r:id="rId2">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5.7511725750278957E-2"/>
          <c:y val="0.1176124720663331"/>
          <c:w val="0.91564946889959087"/>
          <c:h val="0.84237551847052095"/>
        </c:manualLayout>
      </c:layout>
      <c:doughnutChart>
        <c:varyColors val="1"/>
        <c:ser>
          <c:idx val="0"/>
          <c:order val="0"/>
          <c:tx>
            <c:strRef>
              <c:f>Sheet1!$B$1</c:f>
              <c:strCache>
                <c:ptCount val="1"/>
                <c:pt idx="0">
                  <c:v>d</c:v>
                </c:pt>
              </c:strCache>
            </c:strRef>
          </c:tx>
          <c:spPr>
            <a:solidFill>
              <a:schemeClr val="accent4"/>
            </a:solidFill>
            <a:ln>
              <a:noFill/>
            </a:ln>
          </c:spPr>
          <c:dPt>
            <c:idx val="0"/>
            <c:bubble3D val="0"/>
            <c:spPr>
              <a:noFill/>
              <a:ln>
                <a:noFill/>
              </a:ln>
            </c:spPr>
            <c:extLst>
              <c:ext xmlns:c16="http://schemas.microsoft.com/office/drawing/2014/chart" uri="{C3380CC4-5D6E-409C-BE32-E72D297353CC}">
                <c16:uniqueId val="{00000001-0350-4547-AC63-47D023BEFCDF}"/>
              </c:ext>
            </c:extLst>
          </c:dPt>
          <c:dPt>
            <c:idx val="1"/>
            <c:bubble3D val="0"/>
            <c:spPr>
              <a:solidFill>
                <a:schemeClr val="accent2"/>
              </a:solidFill>
              <a:ln>
                <a:noFill/>
              </a:ln>
            </c:spPr>
            <c:extLst>
              <c:ext xmlns:c16="http://schemas.microsoft.com/office/drawing/2014/chart" uri="{C3380CC4-5D6E-409C-BE32-E72D297353CC}">
                <c16:uniqueId val="{00000003-0350-4547-AC63-47D023BEFCDF}"/>
              </c:ext>
            </c:extLst>
          </c:dPt>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4-0350-4547-AC63-47D023BEFCDF}"/>
            </c:ext>
          </c:extLst>
        </c:ser>
        <c:ser>
          <c:idx val="1"/>
          <c:order val="1"/>
          <c:tx>
            <c:strRef>
              <c:f>Sheet1!$C$1</c:f>
              <c:strCache>
                <c:ptCount val="1"/>
                <c:pt idx="0">
                  <c:v>c</c:v>
                </c:pt>
              </c:strCache>
            </c:strRef>
          </c:tx>
          <c:spPr>
            <a:solidFill>
              <a:schemeClr val="accent3"/>
            </a:solidFill>
            <a:ln>
              <a:noFill/>
            </a:ln>
          </c:spPr>
          <c:dPt>
            <c:idx val="0"/>
            <c:bubble3D val="0"/>
            <c:spPr>
              <a:noFill/>
              <a:ln>
                <a:noFill/>
              </a:ln>
            </c:spPr>
            <c:extLst>
              <c:ext xmlns:c16="http://schemas.microsoft.com/office/drawing/2014/chart" uri="{C3380CC4-5D6E-409C-BE32-E72D297353CC}">
                <c16:uniqueId val="{00000006-0350-4547-AC63-47D023BEFCDF}"/>
              </c:ext>
            </c:extLst>
          </c:dPt>
          <c:dPt>
            <c:idx val="1"/>
            <c:bubble3D val="0"/>
            <c:spPr>
              <a:solidFill>
                <a:srgbClr val="D4D5F2"/>
              </a:solidFill>
              <a:ln>
                <a:noFill/>
              </a:ln>
            </c:spPr>
            <c:extLst>
              <c:ext xmlns:c16="http://schemas.microsoft.com/office/drawing/2014/chart" uri="{C3380CC4-5D6E-409C-BE32-E72D297353CC}">
                <c16:uniqueId val="{00000008-0350-4547-AC63-47D023BEFCDF}"/>
              </c:ext>
            </c:extLst>
          </c:dPt>
          <c:cat>
            <c:strRef>
              <c:f>Sheet1!$A$2:$A$3</c:f>
              <c:strCache>
                <c:ptCount val="2"/>
                <c:pt idx="0">
                  <c:v>1st Qtr</c:v>
                </c:pt>
                <c:pt idx="1">
                  <c:v>2nd Qtr</c:v>
                </c:pt>
              </c:strCache>
            </c:strRef>
          </c:cat>
          <c:val>
            <c:numRef>
              <c:f>Sheet1!$C$2:$C$3</c:f>
              <c:numCache>
                <c:formatCode>General</c:formatCode>
                <c:ptCount val="2"/>
                <c:pt idx="0">
                  <c:v>24</c:v>
                </c:pt>
                <c:pt idx="1">
                  <c:v>76</c:v>
                </c:pt>
              </c:numCache>
            </c:numRef>
          </c:val>
          <c:extLst>
            <c:ext xmlns:c16="http://schemas.microsoft.com/office/drawing/2014/chart" uri="{C3380CC4-5D6E-409C-BE32-E72D297353CC}">
              <c16:uniqueId val="{00000009-0350-4547-AC63-47D023BEFCDF}"/>
            </c:ext>
          </c:extLst>
        </c:ser>
        <c:ser>
          <c:idx val="2"/>
          <c:order val="2"/>
          <c:tx>
            <c:strRef>
              <c:f>Sheet1!$D$1</c:f>
              <c:strCache>
                <c:ptCount val="1"/>
                <c:pt idx="0">
                  <c:v>b</c:v>
                </c:pt>
              </c:strCache>
            </c:strRef>
          </c:tx>
          <c:spPr>
            <a:solidFill>
              <a:schemeClr val="accent4">
                <a:lumMod val="75000"/>
              </a:schemeClr>
            </a:solidFill>
            <a:ln>
              <a:noFill/>
            </a:ln>
          </c:spPr>
          <c:dPt>
            <c:idx val="0"/>
            <c:bubble3D val="0"/>
            <c:spPr>
              <a:noFill/>
              <a:ln>
                <a:noFill/>
              </a:ln>
            </c:spPr>
            <c:extLst>
              <c:ext xmlns:c16="http://schemas.microsoft.com/office/drawing/2014/chart" uri="{C3380CC4-5D6E-409C-BE32-E72D297353CC}">
                <c16:uniqueId val="{0000000B-0350-4547-AC63-47D023BEFCDF}"/>
              </c:ext>
            </c:extLst>
          </c:dPt>
          <c:dPt>
            <c:idx val="1"/>
            <c:bubble3D val="0"/>
            <c:spPr>
              <a:solidFill>
                <a:srgbClr val="FF816E"/>
              </a:solidFill>
              <a:ln>
                <a:noFill/>
              </a:ln>
            </c:spPr>
            <c:extLst>
              <c:ext xmlns:c16="http://schemas.microsoft.com/office/drawing/2014/chart" uri="{C3380CC4-5D6E-409C-BE32-E72D297353CC}">
                <c16:uniqueId val="{0000000D-0350-4547-AC63-47D023BEFCDF}"/>
              </c:ext>
            </c:extLst>
          </c:dPt>
          <c:cat>
            <c:strRef>
              <c:f>Sheet1!$A$2:$A$3</c:f>
              <c:strCache>
                <c:ptCount val="2"/>
                <c:pt idx="0">
                  <c:v>1st Qtr</c:v>
                </c:pt>
                <c:pt idx="1">
                  <c:v>2nd Qtr</c:v>
                </c:pt>
              </c:strCache>
            </c:strRef>
          </c:cat>
          <c:val>
            <c:numRef>
              <c:f>Sheet1!$D$2:$D$3</c:f>
              <c:numCache>
                <c:formatCode>General</c:formatCode>
                <c:ptCount val="2"/>
                <c:pt idx="0">
                  <c:v>49</c:v>
                </c:pt>
                <c:pt idx="1">
                  <c:v>51</c:v>
                </c:pt>
              </c:numCache>
            </c:numRef>
          </c:val>
          <c:extLst>
            <c:ext xmlns:c16="http://schemas.microsoft.com/office/drawing/2014/chart" uri="{C3380CC4-5D6E-409C-BE32-E72D297353CC}">
              <c16:uniqueId val="{0000000E-0350-4547-AC63-47D023BEFCDF}"/>
            </c:ext>
          </c:extLst>
        </c:ser>
        <c:ser>
          <c:idx val="3"/>
          <c:order val="3"/>
          <c:tx>
            <c:strRef>
              <c:f>Sheet1!$E$1</c:f>
              <c:strCache>
                <c:ptCount val="1"/>
                <c:pt idx="0">
                  <c:v>a</c:v>
                </c:pt>
              </c:strCache>
            </c:strRef>
          </c:tx>
          <c:spPr>
            <a:solidFill>
              <a:srgbClr val="EB8C00"/>
            </a:solidFill>
            <a:ln>
              <a:noFill/>
            </a:ln>
          </c:spPr>
          <c:dPt>
            <c:idx val="0"/>
            <c:bubble3D val="0"/>
            <c:spPr>
              <a:noFill/>
              <a:ln>
                <a:noFill/>
              </a:ln>
            </c:spPr>
            <c:extLst>
              <c:ext xmlns:c16="http://schemas.microsoft.com/office/drawing/2014/chart" uri="{C3380CC4-5D6E-409C-BE32-E72D297353CC}">
                <c16:uniqueId val="{00000010-0350-4547-AC63-47D023BEFCDF}"/>
              </c:ext>
            </c:extLst>
          </c:dPt>
          <c:dPt>
            <c:idx val="1"/>
            <c:bubble3D val="0"/>
            <c:spPr>
              <a:solidFill>
                <a:srgbClr val="FEB100"/>
              </a:solidFill>
              <a:ln>
                <a:noFill/>
              </a:ln>
            </c:spPr>
            <c:extLst>
              <c:ext xmlns:c16="http://schemas.microsoft.com/office/drawing/2014/chart" uri="{C3380CC4-5D6E-409C-BE32-E72D297353CC}">
                <c16:uniqueId val="{00000012-0350-4547-AC63-47D023BEFCDF}"/>
              </c:ext>
            </c:extLst>
          </c:dPt>
          <c:cat>
            <c:strRef>
              <c:f>Sheet1!$A$2:$A$3</c:f>
              <c:strCache>
                <c:ptCount val="2"/>
                <c:pt idx="0">
                  <c:v>1st Qtr</c:v>
                </c:pt>
                <c:pt idx="1">
                  <c:v>2nd Qtr</c:v>
                </c:pt>
              </c:strCache>
            </c:strRef>
          </c:cat>
          <c:val>
            <c:numRef>
              <c:f>Sheet1!$E$2:$E$3</c:f>
              <c:numCache>
                <c:formatCode>General</c:formatCode>
                <c:ptCount val="2"/>
                <c:pt idx="0">
                  <c:v>44</c:v>
                </c:pt>
                <c:pt idx="1">
                  <c:v>56</c:v>
                </c:pt>
              </c:numCache>
            </c:numRef>
          </c:val>
          <c:extLst>
            <c:ext xmlns:c16="http://schemas.microsoft.com/office/drawing/2014/chart" uri="{C3380CC4-5D6E-409C-BE32-E72D297353CC}">
              <c16:uniqueId val="{00000013-0350-4547-AC63-47D023BEFCDF}"/>
            </c:ext>
          </c:extLst>
        </c:ser>
        <c:dLbls>
          <c:showLegendKey val="0"/>
          <c:showVal val="0"/>
          <c:showCatName val="0"/>
          <c:showSerName val="0"/>
          <c:showPercent val="0"/>
          <c:showBubbleSize val="0"/>
          <c:showLeaderLines val="1"/>
        </c:dLbls>
        <c:firstSliceAng val="0"/>
        <c:holeSize val="50"/>
      </c:doughnutChart>
      <c:spPr>
        <a:ln>
          <a:noFill/>
        </a:ln>
      </c:spPr>
    </c:plotArea>
    <c:plotVisOnly val="1"/>
    <c:dispBlanksAs val="zero"/>
    <c:showDLblsOverMax val="0"/>
  </c:chart>
  <c:spPr>
    <a:ln>
      <a:noFill/>
    </a:ln>
  </c:spPr>
  <c:txPr>
    <a:bodyPr/>
    <a:lstStyle/>
    <a:p>
      <a:pPr>
        <a:defRPr sz="1800"/>
      </a:pPr>
      <a:endParaRPr lang="en-US"/>
    </a:p>
  </c:txPr>
  <c:externalData r:id="rId2">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doughnutChart>
        <c:varyColors val="1"/>
        <c:ser>
          <c:idx val="0"/>
          <c:order val="0"/>
          <c:tx>
            <c:strRef>
              <c:f>Sheet1!$B$1</c:f>
              <c:strCache>
                <c:ptCount val="1"/>
                <c:pt idx="0">
                  <c:v>d</c:v>
                </c:pt>
              </c:strCache>
            </c:strRef>
          </c:tx>
          <c:spPr>
            <a:solidFill>
              <a:schemeClr val="accent4"/>
            </a:solidFill>
            <a:ln>
              <a:noFill/>
            </a:ln>
          </c:spPr>
          <c:dPt>
            <c:idx val="0"/>
            <c:bubble3D val="0"/>
            <c:spPr>
              <a:noFill/>
              <a:ln>
                <a:noFill/>
              </a:ln>
            </c:spPr>
            <c:extLst>
              <c:ext xmlns:c16="http://schemas.microsoft.com/office/drawing/2014/chart" uri="{C3380CC4-5D6E-409C-BE32-E72D297353CC}">
                <c16:uniqueId val="{00000001-7912-5149-87F4-4BE5A9329E93}"/>
              </c:ext>
            </c:extLst>
          </c:dPt>
          <c:dPt>
            <c:idx val="1"/>
            <c:bubble3D val="0"/>
            <c:spPr>
              <a:solidFill>
                <a:schemeClr val="tx2"/>
              </a:solidFill>
              <a:ln>
                <a:noFill/>
              </a:ln>
            </c:spPr>
            <c:extLst>
              <c:ext xmlns:c16="http://schemas.microsoft.com/office/drawing/2014/chart" uri="{C3380CC4-5D6E-409C-BE32-E72D297353CC}">
                <c16:uniqueId val="{00000003-7912-5149-87F4-4BE5A9329E93}"/>
              </c:ext>
            </c:extLst>
          </c:dPt>
          <c:cat>
            <c:strRef>
              <c:f>Sheet1!$A$2:$A$3</c:f>
              <c:strCache>
                <c:ptCount val="2"/>
                <c:pt idx="0">
                  <c:v>1st Qtr</c:v>
                </c:pt>
                <c:pt idx="1">
                  <c:v>2nd Qtr</c:v>
                </c:pt>
              </c:strCache>
            </c:strRef>
          </c:cat>
          <c:val>
            <c:numRef>
              <c:f>Sheet1!$B$2:$B$3</c:f>
              <c:numCache>
                <c:formatCode>General</c:formatCode>
                <c:ptCount val="2"/>
                <c:pt idx="0">
                  <c:v>41</c:v>
                </c:pt>
                <c:pt idx="1">
                  <c:v>59</c:v>
                </c:pt>
              </c:numCache>
            </c:numRef>
          </c:val>
          <c:extLst>
            <c:ext xmlns:c16="http://schemas.microsoft.com/office/drawing/2014/chart" uri="{C3380CC4-5D6E-409C-BE32-E72D297353CC}">
              <c16:uniqueId val="{00000004-7912-5149-87F4-4BE5A9329E93}"/>
            </c:ext>
          </c:extLst>
        </c:ser>
        <c:ser>
          <c:idx val="1"/>
          <c:order val="1"/>
          <c:tx>
            <c:strRef>
              <c:f>Sheet1!$C$1</c:f>
              <c:strCache>
                <c:ptCount val="1"/>
                <c:pt idx="0">
                  <c:v>c</c:v>
                </c:pt>
              </c:strCache>
            </c:strRef>
          </c:tx>
          <c:spPr>
            <a:solidFill>
              <a:schemeClr val="accent3"/>
            </a:solidFill>
            <a:ln>
              <a:noFill/>
            </a:ln>
          </c:spPr>
          <c:dPt>
            <c:idx val="0"/>
            <c:bubble3D val="0"/>
            <c:spPr>
              <a:noFill/>
              <a:ln>
                <a:noFill/>
              </a:ln>
            </c:spPr>
            <c:extLst>
              <c:ext xmlns:c16="http://schemas.microsoft.com/office/drawing/2014/chart" uri="{C3380CC4-5D6E-409C-BE32-E72D297353CC}">
                <c16:uniqueId val="{00000006-7912-5149-87F4-4BE5A9329E93}"/>
              </c:ext>
            </c:extLst>
          </c:dPt>
          <c:dPt>
            <c:idx val="1"/>
            <c:bubble3D val="0"/>
            <c:spPr>
              <a:solidFill>
                <a:srgbClr val="00D5D0"/>
              </a:solidFill>
              <a:ln>
                <a:noFill/>
              </a:ln>
            </c:spPr>
            <c:extLst>
              <c:ext xmlns:c16="http://schemas.microsoft.com/office/drawing/2014/chart" uri="{C3380CC4-5D6E-409C-BE32-E72D297353CC}">
                <c16:uniqueId val="{00000008-7912-5149-87F4-4BE5A9329E93}"/>
              </c:ext>
            </c:extLst>
          </c:dPt>
          <c:cat>
            <c:strRef>
              <c:f>Sheet1!$A$2:$A$3</c:f>
              <c:strCache>
                <c:ptCount val="2"/>
                <c:pt idx="0">
                  <c:v>1st Qtr</c:v>
                </c:pt>
                <c:pt idx="1">
                  <c:v>2nd Qtr</c:v>
                </c:pt>
              </c:strCache>
            </c:strRef>
          </c:cat>
          <c:val>
            <c:numRef>
              <c:f>Sheet1!$C$2:$C$3</c:f>
              <c:numCache>
                <c:formatCode>General</c:formatCode>
                <c:ptCount val="2"/>
                <c:pt idx="0">
                  <c:v>34</c:v>
                </c:pt>
                <c:pt idx="1">
                  <c:v>66</c:v>
                </c:pt>
              </c:numCache>
            </c:numRef>
          </c:val>
          <c:extLst>
            <c:ext xmlns:c16="http://schemas.microsoft.com/office/drawing/2014/chart" uri="{C3380CC4-5D6E-409C-BE32-E72D297353CC}">
              <c16:uniqueId val="{00000009-7912-5149-87F4-4BE5A9329E93}"/>
            </c:ext>
          </c:extLst>
        </c:ser>
        <c:ser>
          <c:idx val="2"/>
          <c:order val="2"/>
          <c:tx>
            <c:strRef>
              <c:f>Sheet1!$D$1</c:f>
              <c:strCache>
                <c:ptCount val="1"/>
                <c:pt idx="0">
                  <c:v>b</c:v>
                </c:pt>
              </c:strCache>
            </c:strRef>
          </c:tx>
          <c:spPr>
            <a:solidFill>
              <a:schemeClr val="accent4">
                <a:lumMod val="75000"/>
              </a:schemeClr>
            </a:solidFill>
            <a:ln>
              <a:noFill/>
            </a:ln>
          </c:spPr>
          <c:dPt>
            <c:idx val="0"/>
            <c:bubble3D val="0"/>
            <c:spPr>
              <a:noFill/>
              <a:ln>
                <a:noFill/>
              </a:ln>
            </c:spPr>
            <c:extLst>
              <c:ext xmlns:c16="http://schemas.microsoft.com/office/drawing/2014/chart" uri="{C3380CC4-5D6E-409C-BE32-E72D297353CC}">
                <c16:uniqueId val="{0000000B-7912-5149-87F4-4BE5A9329E93}"/>
              </c:ext>
            </c:extLst>
          </c:dPt>
          <c:dPt>
            <c:idx val="1"/>
            <c:bubble3D val="0"/>
            <c:spPr>
              <a:solidFill>
                <a:srgbClr val="1DB7F3"/>
              </a:solidFill>
              <a:ln>
                <a:noFill/>
              </a:ln>
            </c:spPr>
            <c:extLst>
              <c:ext xmlns:c16="http://schemas.microsoft.com/office/drawing/2014/chart" uri="{C3380CC4-5D6E-409C-BE32-E72D297353CC}">
                <c16:uniqueId val="{0000000D-7912-5149-87F4-4BE5A9329E93}"/>
              </c:ext>
            </c:extLst>
          </c:dPt>
          <c:cat>
            <c:strRef>
              <c:f>Sheet1!$A$2:$A$3</c:f>
              <c:strCache>
                <c:ptCount val="2"/>
                <c:pt idx="0">
                  <c:v>1st Qtr</c:v>
                </c:pt>
                <c:pt idx="1">
                  <c:v>2nd Qtr</c:v>
                </c:pt>
              </c:strCache>
            </c:strRef>
          </c:cat>
          <c:val>
            <c:numRef>
              <c:f>Sheet1!$D$2:$D$3</c:f>
              <c:numCache>
                <c:formatCode>General</c:formatCode>
                <c:ptCount val="2"/>
                <c:pt idx="0">
                  <c:v>59</c:v>
                </c:pt>
                <c:pt idx="1">
                  <c:v>41</c:v>
                </c:pt>
              </c:numCache>
            </c:numRef>
          </c:val>
          <c:extLst>
            <c:ext xmlns:c16="http://schemas.microsoft.com/office/drawing/2014/chart" uri="{C3380CC4-5D6E-409C-BE32-E72D297353CC}">
              <c16:uniqueId val="{0000000E-7912-5149-87F4-4BE5A9329E93}"/>
            </c:ext>
          </c:extLst>
        </c:ser>
        <c:ser>
          <c:idx val="3"/>
          <c:order val="3"/>
          <c:tx>
            <c:strRef>
              <c:f>Sheet1!$E$1</c:f>
              <c:strCache>
                <c:ptCount val="1"/>
                <c:pt idx="0">
                  <c:v>a</c:v>
                </c:pt>
              </c:strCache>
            </c:strRef>
          </c:tx>
          <c:spPr>
            <a:solidFill>
              <a:srgbClr val="EB8C00"/>
            </a:solidFill>
            <a:ln>
              <a:noFill/>
            </a:ln>
          </c:spPr>
          <c:dPt>
            <c:idx val="0"/>
            <c:bubble3D val="0"/>
            <c:spPr>
              <a:noFill/>
              <a:ln>
                <a:noFill/>
              </a:ln>
            </c:spPr>
            <c:extLst>
              <c:ext xmlns:c16="http://schemas.microsoft.com/office/drawing/2014/chart" uri="{C3380CC4-5D6E-409C-BE32-E72D297353CC}">
                <c16:uniqueId val="{00000010-7912-5149-87F4-4BE5A9329E93}"/>
              </c:ext>
            </c:extLst>
          </c:dPt>
          <c:dPt>
            <c:idx val="1"/>
            <c:bubble3D val="0"/>
            <c:spPr>
              <a:solidFill>
                <a:srgbClr val="0058AB"/>
              </a:solidFill>
              <a:ln>
                <a:noFill/>
              </a:ln>
            </c:spPr>
            <c:extLst>
              <c:ext xmlns:c16="http://schemas.microsoft.com/office/drawing/2014/chart" uri="{C3380CC4-5D6E-409C-BE32-E72D297353CC}">
                <c16:uniqueId val="{00000012-7912-5149-87F4-4BE5A9329E93}"/>
              </c:ext>
            </c:extLst>
          </c:dPt>
          <c:cat>
            <c:strRef>
              <c:f>Sheet1!$A$2:$A$3</c:f>
              <c:strCache>
                <c:ptCount val="2"/>
                <c:pt idx="0">
                  <c:v>1st Qtr</c:v>
                </c:pt>
                <c:pt idx="1">
                  <c:v>2nd Qtr</c:v>
                </c:pt>
              </c:strCache>
            </c:strRef>
          </c:cat>
          <c:val>
            <c:numRef>
              <c:f>Sheet1!$E$2:$E$3</c:f>
              <c:numCache>
                <c:formatCode>General</c:formatCode>
                <c:ptCount val="2"/>
                <c:pt idx="0">
                  <c:v>33</c:v>
                </c:pt>
                <c:pt idx="1">
                  <c:v>67</c:v>
                </c:pt>
              </c:numCache>
            </c:numRef>
          </c:val>
          <c:extLst>
            <c:ext xmlns:c16="http://schemas.microsoft.com/office/drawing/2014/chart" uri="{C3380CC4-5D6E-409C-BE32-E72D297353CC}">
              <c16:uniqueId val="{00000013-7912-5149-87F4-4BE5A9329E93}"/>
            </c:ext>
          </c:extLst>
        </c:ser>
        <c:dLbls>
          <c:showLegendKey val="0"/>
          <c:showVal val="0"/>
          <c:showCatName val="0"/>
          <c:showSerName val="0"/>
          <c:showPercent val="0"/>
          <c:showBubbleSize val="0"/>
          <c:showLeaderLines val="1"/>
        </c:dLbls>
        <c:firstSliceAng val="0"/>
        <c:holeSize val="50"/>
      </c:doughnutChart>
      <c:spPr>
        <a:ln>
          <a:noFill/>
        </a:ln>
      </c:spPr>
    </c:plotArea>
    <c:plotVisOnly val="1"/>
    <c:dispBlanksAs val="zero"/>
    <c:showDLblsOverMax val="0"/>
  </c:chart>
  <c:spPr>
    <a:ln>
      <a:noFill/>
    </a:ln>
  </c:spPr>
  <c:txPr>
    <a:bodyPr/>
    <a:lstStyle/>
    <a:p>
      <a:pPr>
        <a:defRPr sz="1800"/>
      </a:pPr>
      <a:endParaRPr lang="en-US"/>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
          <c:y val="0"/>
          <c:w val="1"/>
          <c:h val="0.91446466494592671"/>
        </c:manualLayout>
      </c:layout>
      <c:barChart>
        <c:barDir val="bar"/>
        <c:grouping val="clustered"/>
        <c:varyColors val="0"/>
        <c:ser>
          <c:idx val="0"/>
          <c:order val="0"/>
          <c:tx>
            <c:strRef>
              <c:f>Tabelle1!$B$1</c:f>
              <c:strCache>
                <c:ptCount val="1"/>
                <c:pt idx="0">
                  <c:v>Category 1</c:v>
                </c:pt>
              </c:strCache>
            </c:strRef>
          </c:tx>
          <c:spPr>
            <a:solidFill>
              <a:srgbClr val="0058AB"/>
            </a:solidFill>
          </c:spPr>
          <c:invertIfNegative val="0"/>
          <c:dLbls>
            <c:spPr>
              <a:noFill/>
              <a:ln>
                <a:noFill/>
              </a:ln>
              <a:effectLst/>
            </c:spPr>
            <c:txPr>
              <a:bodyPr wrap="square" lIns="38100" tIns="19050" rIns="38100" bIns="19050" anchor="ctr">
                <a:spAutoFit/>
              </a:bodyPr>
              <a:lstStyle/>
              <a:p>
                <a:pPr>
                  <a:defRPr sz="1000">
                    <a:latin typeface="+mn-lt"/>
                  </a:defRPr>
                </a:pPr>
                <a:endParaRPr lang="de-DE"/>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Tabelle1!$A$2:$A$5</c:f>
              <c:numCache>
                <c:formatCode>General</c:formatCode>
                <c:ptCount val="4"/>
                <c:pt idx="0">
                  <c:v>2010</c:v>
                </c:pt>
                <c:pt idx="1">
                  <c:v>2011</c:v>
                </c:pt>
                <c:pt idx="2">
                  <c:v>2012</c:v>
                </c:pt>
                <c:pt idx="3">
                  <c:v>2013</c:v>
                </c:pt>
              </c:numCache>
            </c:numRef>
          </c:cat>
          <c:val>
            <c:numRef>
              <c:f>Tabelle1!$B$2:$B$5</c:f>
              <c:numCache>
                <c:formatCode>General</c:formatCode>
                <c:ptCount val="4"/>
                <c:pt idx="0">
                  <c:v>5</c:v>
                </c:pt>
                <c:pt idx="1">
                  <c:v>6</c:v>
                </c:pt>
                <c:pt idx="2">
                  <c:v>7</c:v>
                </c:pt>
                <c:pt idx="3">
                  <c:v>8</c:v>
                </c:pt>
              </c:numCache>
            </c:numRef>
          </c:val>
          <c:extLst>
            <c:ext xmlns:c16="http://schemas.microsoft.com/office/drawing/2014/chart" uri="{C3380CC4-5D6E-409C-BE32-E72D297353CC}">
              <c16:uniqueId val="{00000000-159F-7042-9EAE-500223DF337D}"/>
            </c:ext>
          </c:extLst>
        </c:ser>
        <c:ser>
          <c:idx val="1"/>
          <c:order val="1"/>
          <c:tx>
            <c:strRef>
              <c:f>Tabelle1!$C$1</c:f>
              <c:strCache>
                <c:ptCount val="1"/>
                <c:pt idx="0">
                  <c:v>Category 2</c:v>
                </c:pt>
              </c:strCache>
            </c:strRef>
          </c:tx>
          <c:spPr>
            <a:solidFill>
              <a:srgbClr val="0058AB">
                <a:lumMod val="60000"/>
                <a:lumOff val="40000"/>
              </a:srgbClr>
            </a:solidFill>
          </c:spPr>
          <c:invertIfNegative val="0"/>
          <c:dLbls>
            <c:spPr>
              <a:noFill/>
              <a:ln>
                <a:noFill/>
              </a:ln>
              <a:effectLst/>
            </c:spPr>
            <c:txPr>
              <a:bodyPr wrap="square" lIns="38100" tIns="19050" rIns="38100" bIns="19050" anchor="ctr">
                <a:spAutoFit/>
              </a:bodyPr>
              <a:lstStyle/>
              <a:p>
                <a:pPr>
                  <a:defRPr sz="1000">
                    <a:latin typeface="+mn-lt"/>
                  </a:defRPr>
                </a:pPr>
                <a:endParaRPr lang="de-DE"/>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Tabelle1!$A$2:$A$5</c:f>
              <c:numCache>
                <c:formatCode>General</c:formatCode>
                <c:ptCount val="4"/>
                <c:pt idx="0">
                  <c:v>2010</c:v>
                </c:pt>
                <c:pt idx="1">
                  <c:v>2011</c:v>
                </c:pt>
                <c:pt idx="2">
                  <c:v>2012</c:v>
                </c:pt>
                <c:pt idx="3">
                  <c:v>2013</c:v>
                </c:pt>
              </c:numCache>
            </c:numRef>
          </c:cat>
          <c:val>
            <c:numRef>
              <c:f>Tabelle1!$C$2:$C$5</c:f>
              <c:numCache>
                <c:formatCode>General</c:formatCode>
                <c:ptCount val="4"/>
                <c:pt idx="0">
                  <c:v>4</c:v>
                </c:pt>
                <c:pt idx="1">
                  <c:v>5</c:v>
                </c:pt>
                <c:pt idx="2">
                  <c:v>6</c:v>
                </c:pt>
                <c:pt idx="3">
                  <c:v>7</c:v>
                </c:pt>
              </c:numCache>
            </c:numRef>
          </c:val>
          <c:extLst>
            <c:ext xmlns:c16="http://schemas.microsoft.com/office/drawing/2014/chart" uri="{C3380CC4-5D6E-409C-BE32-E72D297353CC}">
              <c16:uniqueId val="{00000001-159F-7042-9EAE-500223DF337D}"/>
            </c:ext>
          </c:extLst>
        </c:ser>
        <c:ser>
          <c:idx val="2"/>
          <c:order val="2"/>
          <c:tx>
            <c:strRef>
              <c:f>Tabelle1!$D$1</c:f>
              <c:strCache>
                <c:ptCount val="1"/>
                <c:pt idx="0">
                  <c:v>Category 3</c:v>
                </c:pt>
              </c:strCache>
            </c:strRef>
          </c:tx>
          <c:spPr>
            <a:solidFill>
              <a:srgbClr val="0058AB">
                <a:lumMod val="20000"/>
                <a:lumOff val="80000"/>
              </a:srgbClr>
            </a:solidFill>
          </c:spPr>
          <c:invertIfNegative val="0"/>
          <c:dLbls>
            <c:spPr>
              <a:noFill/>
              <a:ln>
                <a:noFill/>
              </a:ln>
              <a:effectLst/>
            </c:spPr>
            <c:txPr>
              <a:bodyPr wrap="square" lIns="38100" tIns="19050" rIns="38100" bIns="19050" anchor="ctr">
                <a:spAutoFit/>
              </a:bodyPr>
              <a:lstStyle/>
              <a:p>
                <a:pPr>
                  <a:defRPr sz="1000">
                    <a:latin typeface="+mn-lt"/>
                  </a:defRPr>
                </a:pPr>
                <a:endParaRPr lang="de-DE"/>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Tabelle1!$A$2:$A$5</c:f>
              <c:numCache>
                <c:formatCode>General</c:formatCode>
                <c:ptCount val="4"/>
                <c:pt idx="0">
                  <c:v>2010</c:v>
                </c:pt>
                <c:pt idx="1">
                  <c:v>2011</c:v>
                </c:pt>
                <c:pt idx="2">
                  <c:v>2012</c:v>
                </c:pt>
                <c:pt idx="3">
                  <c:v>2013</c:v>
                </c:pt>
              </c:numCache>
            </c:numRef>
          </c:cat>
          <c:val>
            <c:numRef>
              <c:f>Tabelle1!$D$2:$D$5</c:f>
              <c:numCache>
                <c:formatCode>General</c:formatCode>
                <c:ptCount val="4"/>
                <c:pt idx="0">
                  <c:v>3</c:v>
                </c:pt>
                <c:pt idx="1">
                  <c:v>4</c:v>
                </c:pt>
                <c:pt idx="2">
                  <c:v>5</c:v>
                </c:pt>
                <c:pt idx="3">
                  <c:v>6</c:v>
                </c:pt>
              </c:numCache>
            </c:numRef>
          </c:val>
          <c:extLst>
            <c:ext xmlns:c16="http://schemas.microsoft.com/office/drawing/2014/chart" uri="{C3380CC4-5D6E-409C-BE32-E72D297353CC}">
              <c16:uniqueId val="{00000002-159F-7042-9EAE-500223DF337D}"/>
            </c:ext>
          </c:extLst>
        </c:ser>
        <c:ser>
          <c:idx val="3"/>
          <c:order val="3"/>
          <c:tx>
            <c:strRef>
              <c:f>Tabelle1!$E$1</c:f>
              <c:strCache>
                <c:ptCount val="1"/>
                <c:pt idx="0">
                  <c:v>Category 4</c:v>
                </c:pt>
              </c:strCache>
            </c:strRef>
          </c:tx>
          <c:spPr>
            <a:solidFill>
              <a:srgbClr val="0058AB">
                <a:lumMod val="75000"/>
              </a:srgbClr>
            </a:solidFill>
          </c:spPr>
          <c:invertIfNegative val="0"/>
          <c:dLbls>
            <c:spPr>
              <a:noFill/>
              <a:ln>
                <a:noFill/>
              </a:ln>
              <a:effectLst/>
            </c:spPr>
            <c:txPr>
              <a:bodyPr wrap="square" lIns="38100" tIns="19050" rIns="38100" bIns="19050" anchor="ctr">
                <a:spAutoFit/>
              </a:bodyPr>
              <a:lstStyle/>
              <a:p>
                <a:pPr>
                  <a:defRPr sz="1000">
                    <a:latin typeface="+mn-lt"/>
                  </a:defRPr>
                </a:pPr>
                <a:endParaRPr lang="de-DE"/>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Tabelle1!$A$2:$A$5</c:f>
              <c:numCache>
                <c:formatCode>General</c:formatCode>
                <c:ptCount val="4"/>
                <c:pt idx="0">
                  <c:v>2010</c:v>
                </c:pt>
                <c:pt idx="1">
                  <c:v>2011</c:v>
                </c:pt>
                <c:pt idx="2">
                  <c:v>2012</c:v>
                </c:pt>
                <c:pt idx="3">
                  <c:v>2013</c:v>
                </c:pt>
              </c:numCache>
            </c:numRef>
          </c:cat>
          <c:val>
            <c:numRef>
              <c:f>Tabelle1!$E$2:$E$5</c:f>
              <c:numCache>
                <c:formatCode>General</c:formatCode>
                <c:ptCount val="4"/>
                <c:pt idx="0">
                  <c:v>2</c:v>
                </c:pt>
                <c:pt idx="1">
                  <c:v>3</c:v>
                </c:pt>
                <c:pt idx="2">
                  <c:v>4</c:v>
                </c:pt>
                <c:pt idx="3">
                  <c:v>5</c:v>
                </c:pt>
              </c:numCache>
            </c:numRef>
          </c:val>
          <c:extLst>
            <c:ext xmlns:c16="http://schemas.microsoft.com/office/drawing/2014/chart" uri="{C3380CC4-5D6E-409C-BE32-E72D297353CC}">
              <c16:uniqueId val="{00000003-159F-7042-9EAE-500223DF337D}"/>
            </c:ext>
          </c:extLst>
        </c:ser>
        <c:ser>
          <c:idx val="4"/>
          <c:order val="4"/>
          <c:tx>
            <c:strRef>
              <c:f>Tabelle1!$F$1</c:f>
              <c:strCache>
                <c:ptCount val="1"/>
                <c:pt idx="0">
                  <c:v>Category 5</c:v>
                </c:pt>
              </c:strCache>
            </c:strRef>
          </c:tx>
          <c:spPr>
            <a:solidFill>
              <a:srgbClr val="FF816E"/>
            </a:solidFill>
          </c:spPr>
          <c:invertIfNegative val="0"/>
          <c:dLbls>
            <c:spPr>
              <a:noFill/>
              <a:ln>
                <a:noFill/>
              </a:ln>
              <a:effectLst/>
            </c:spPr>
            <c:txPr>
              <a:bodyPr wrap="square" lIns="38100" tIns="19050" rIns="38100" bIns="19050" anchor="ctr">
                <a:spAutoFit/>
              </a:bodyPr>
              <a:lstStyle/>
              <a:p>
                <a:pPr>
                  <a:defRPr sz="1000">
                    <a:latin typeface="+mn-lt"/>
                  </a:defRPr>
                </a:pPr>
                <a:endParaRPr lang="de-DE"/>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Tabelle1!$A$2:$A$5</c:f>
              <c:numCache>
                <c:formatCode>General</c:formatCode>
                <c:ptCount val="4"/>
                <c:pt idx="0">
                  <c:v>2010</c:v>
                </c:pt>
                <c:pt idx="1">
                  <c:v>2011</c:v>
                </c:pt>
                <c:pt idx="2">
                  <c:v>2012</c:v>
                </c:pt>
                <c:pt idx="3">
                  <c:v>2013</c:v>
                </c:pt>
              </c:numCache>
            </c:numRef>
          </c:cat>
          <c:val>
            <c:numRef>
              <c:f>Tabelle1!$F$2:$F$5</c:f>
              <c:numCache>
                <c:formatCode>General</c:formatCode>
                <c:ptCount val="4"/>
                <c:pt idx="0">
                  <c:v>1</c:v>
                </c:pt>
                <c:pt idx="1">
                  <c:v>2</c:v>
                </c:pt>
                <c:pt idx="2">
                  <c:v>3</c:v>
                </c:pt>
                <c:pt idx="3">
                  <c:v>4</c:v>
                </c:pt>
              </c:numCache>
            </c:numRef>
          </c:val>
          <c:extLst>
            <c:ext xmlns:c16="http://schemas.microsoft.com/office/drawing/2014/chart" uri="{C3380CC4-5D6E-409C-BE32-E72D297353CC}">
              <c16:uniqueId val="{00000004-159F-7042-9EAE-500223DF337D}"/>
            </c:ext>
          </c:extLst>
        </c:ser>
        <c:dLbls>
          <c:dLblPos val="outEnd"/>
          <c:showLegendKey val="0"/>
          <c:showVal val="1"/>
          <c:showCatName val="0"/>
          <c:showSerName val="0"/>
          <c:showPercent val="0"/>
          <c:showBubbleSize val="0"/>
        </c:dLbls>
        <c:gapWidth val="150"/>
        <c:axId val="842640440"/>
        <c:axId val="842643184"/>
      </c:barChart>
      <c:catAx>
        <c:axId val="842640440"/>
        <c:scaling>
          <c:orientation val="maxMin"/>
        </c:scaling>
        <c:delete val="0"/>
        <c:axPos val="l"/>
        <c:numFmt formatCode="General" sourceLinked="1"/>
        <c:majorTickMark val="none"/>
        <c:minorTickMark val="none"/>
        <c:tickLblPos val="nextTo"/>
        <c:spPr>
          <a:ln w="12700">
            <a:solidFill>
              <a:srgbClr val="121A38"/>
            </a:solidFill>
          </a:ln>
        </c:spPr>
        <c:txPr>
          <a:bodyPr/>
          <a:lstStyle/>
          <a:p>
            <a:pPr>
              <a:defRPr sz="1000" b="0">
                <a:latin typeface="+mn-lt"/>
              </a:defRPr>
            </a:pPr>
            <a:endParaRPr lang="de-DE"/>
          </a:p>
        </c:txPr>
        <c:crossAx val="842643184"/>
        <c:crosses val="autoZero"/>
        <c:auto val="1"/>
        <c:lblAlgn val="ctr"/>
        <c:lblOffset val="100"/>
        <c:noMultiLvlLbl val="0"/>
      </c:catAx>
      <c:valAx>
        <c:axId val="842643184"/>
        <c:scaling>
          <c:orientation val="minMax"/>
        </c:scaling>
        <c:delete val="1"/>
        <c:axPos val="t"/>
        <c:numFmt formatCode="General" sourceLinked="1"/>
        <c:majorTickMark val="out"/>
        <c:minorTickMark val="none"/>
        <c:tickLblPos val="none"/>
        <c:crossAx val="842640440"/>
        <c:crosses val="autoZero"/>
        <c:crossBetween val="between"/>
      </c:valAx>
    </c:plotArea>
    <c:legend>
      <c:legendPos val="b"/>
      <c:layout>
        <c:manualLayout>
          <c:xMode val="edge"/>
          <c:yMode val="edge"/>
          <c:x val="3.1359269532256838E-2"/>
          <c:y val="0.93498328269132369"/>
          <c:w val="0.96864073046774313"/>
          <c:h val="6.3399658030298123E-2"/>
        </c:manualLayout>
      </c:layout>
      <c:overlay val="0"/>
      <c:txPr>
        <a:bodyPr/>
        <a:lstStyle/>
        <a:p>
          <a:pPr>
            <a:defRPr sz="1000">
              <a:latin typeface="+mn-lt"/>
            </a:defRPr>
          </a:pPr>
          <a:endParaRPr lang="de-DE"/>
        </a:p>
      </c:txPr>
    </c:legend>
    <c:plotVisOnly val="1"/>
    <c:dispBlanksAs val="gap"/>
    <c:showDLblsOverMax val="0"/>
  </c:chart>
  <c:txPr>
    <a:bodyPr/>
    <a:lstStyle/>
    <a:p>
      <a:pPr>
        <a:defRPr sz="1200">
          <a:latin typeface="+mj-lt"/>
          <a:cs typeface="Arial" panose="020B0604020202020204" pitchFamily="34" charset="0"/>
        </a:defRPr>
      </a:pPr>
      <a:endParaRPr lang="de-DE"/>
    </a:p>
  </c:txPr>
  <c:externalData r:id="rId2">
    <c:autoUpdate val="0"/>
  </c:externalData>
  <c:userShapes r:id="rId3"/>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bg1"/>
                    </a:solidFill>
                    <a:latin typeface="Ubuntu" panose="020B0504030602030204" pitchFamily="34" charset="0"/>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409B-44CF-AD1B-22B122EFD2EF}"/>
            </c:ext>
          </c:extLst>
        </c:ser>
        <c:ser>
          <c:idx val="1"/>
          <c:order val="1"/>
          <c:tx>
            <c:strRef>
              <c:f>Sheet1!$C$1</c:f>
              <c:strCache>
                <c:ptCount val="1"/>
                <c:pt idx="0">
                  <c:v>Series 2</c:v>
                </c:pt>
              </c:strCache>
            </c:strRef>
          </c:tx>
          <c:spPr>
            <a:solidFill>
              <a:schemeClr val="accent2"/>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bg1"/>
                    </a:solidFill>
                    <a:latin typeface="Ubuntu" panose="020B0504030602030204" pitchFamily="34" charset="0"/>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409B-44CF-AD1B-22B122EFD2EF}"/>
            </c:ext>
          </c:extLst>
        </c:ser>
        <c:ser>
          <c:idx val="2"/>
          <c:order val="2"/>
          <c:tx>
            <c:strRef>
              <c:f>Sheet1!$D$1</c:f>
              <c:strCache>
                <c:ptCount val="1"/>
                <c:pt idx="0">
                  <c:v>Series 3</c:v>
                </c:pt>
              </c:strCache>
            </c:strRef>
          </c:tx>
          <c:spPr>
            <a:solidFill>
              <a:schemeClr val="accent3"/>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bg1"/>
                    </a:solidFill>
                    <a:latin typeface="Ubuntu" panose="020B0504030602030204" pitchFamily="34" charset="0"/>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409B-44CF-AD1B-22B122EFD2EF}"/>
            </c:ext>
          </c:extLst>
        </c:ser>
        <c:dLbls>
          <c:showLegendKey val="0"/>
          <c:showVal val="0"/>
          <c:showCatName val="0"/>
          <c:showSerName val="0"/>
          <c:showPercent val="0"/>
          <c:showBubbleSize val="0"/>
        </c:dLbls>
        <c:gapWidth val="500"/>
        <c:overlap val="-100"/>
        <c:axId val="842648672"/>
        <c:axId val="842653768"/>
      </c:barChart>
      <c:catAx>
        <c:axId val="842648672"/>
        <c:scaling>
          <c:orientation val="minMax"/>
        </c:scaling>
        <c:delete val="0"/>
        <c:axPos val="b"/>
        <c:numFmt formatCode="General" sourceLinked="1"/>
        <c:majorTickMark val="none"/>
        <c:minorTickMark val="none"/>
        <c:tickLblPos val="nextTo"/>
        <c:spPr>
          <a:noFill/>
          <a:ln w="12700" cap="flat" cmpd="sng" algn="ctr">
            <a:solidFill>
              <a:schemeClr val="tx2"/>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de-DE"/>
          </a:p>
        </c:txPr>
        <c:crossAx val="842653768"/>
        <c:crosses val="autoZero"/>
        <c:auto val="1"/>
        <c:lblAlgn val="ctr"/>
        <c:lblOffset val="100"/>
        <c:noMultiLvlLbl val="0"/>
      </c:catAx>
      <c:valAx>
        <c:axId val="842653768"/>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de-DE"/>
          </a:p>
        </c:txPr>
        <c:crossAx val="842648672"/>
        <c:crosses val="autoZero"/>
        <c:crossBetween val="between"/>
      </c:valAx>
      <c:spPr>
        <a:noFill/>
        <a:ln w="12700">
          <a:noFill/>
        </a:ln>
        <a:effectLst/>
      </c:spPr>
    </c:plotArea>
    <c:legend>
      <c:legendPos val="t"/>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de-DE"/>
        </a:p>
      </c:txPr>
    </c:legend>
    <c:plotVisOnly val="1"/>
    <c:dispBlanksAs val="gap"/>
    <c:showDLblsOverMax val="0"/>
  </c:chart>
  <c:spPr>
    <a:noFill/>
    <a:ln>
      <a:noFill/>
    </a:ln>
    <a:effectLst/>
  </c:spPr>
  <c:txPr>
    <a:bodyPr/>
    <a:lstStyle/>
    <a:p>
      <a:pPr>
        <a:defRPr/>
      </a:pPr>
      <a:endParaRPr lang="de-DE"/>
    </a:p>
  </c:txPr>
  <c:externalData r:id="rId3">
    <c:autoUpdate val="0"/>
  </c:externalData>
  <c:userShapes r:id="rId4"/>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Tabelle1!$B$1</c:f>
              <c:strCache>
                <c:ptCount val="1"/>
                <c:pt idx="0">
                  <c:v>Category 1</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bg1"/>
                    </a:solidFill>
                    <a:latin typeface="+mn-lt"/>
                    <a:ea typeface="+mn-ea"/>
                    <a:cs typeface="+mn-cs"/>
                  </a:defRPr>
                </a:pPr>
                <a:endParaRPr lang="de-DE"/>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Tabelle1!$A$2:$A$5</c:f>
              <c:numCache>
                <c:formatCode>General</c:formatCode>
                <c:ptCount val="4"/>
                <c:pt idx="0">
                  <c:v>2010</c:v>
                </c:pt>
                <c:pt idx="1">
                  <c:v>2011</c:v>
                </c:pt>
                <c:pt idx="2">
                  <c:v>2012</c:v>
                </c:pt>
                <c:pt idx="3">
                  <c:v>2013</c:v>
                </c:pt>
              </c:numCache>
            </c:numRef>
          </c:cat>
          <c:val>
            <c:numRef>
              <c:f>Tabelle1!$B$2:$B$5</c:f>
              <c:numCache>
                <c:formatCode>General</c:formatCode>
                <c:ptCount val="4"/>
                <c:pt idx="0">
                  <c:v>5</c:v>
                </c:pt>
                <c:pt idx="1">
                  <c:v>6</c:v>
                </c:pt>
                <c:pt idx="2">
                  <c:v>7</c:v>
                </c:pt>
                <c:pt idx="3">
                  <c:v>8</c:v>
                </c:pt>
              </c:numCache>
            </c:numRef>
          </c:val>
          <c:extLst>
            <c:ext xmlns:c16="http://schemas.microsoft.com/office/drawing/2014/chart" uri="{C3380CC4-5D6E-409C-BE32-E72D297353CC}">
              <c16:uniqueId val="{00000000-E0DB-7A49-BE94-F85BF41A299D}"/>
            </c:ext>
          </c:extLst>
        </c:ser>
        <c:ser>
          <c:idx val="1"/>
          <c:order val="1"/>
          <c:tx>
            <c:strRef>
              <c:f>Tabelle1!$C$1</c:f>
              <c:strCache>
                <c:ptCount val="1"/>
                <c:pt idx="0">
                  <c:v>Category 2</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bg1"/>
                    </a:solidFill>
                    <a:latin typeface="+mn-lt"/>
                    <a:ea typeface="+mn-ea"/>
                    <a:cs typeface="+mn-cs"/>
                  </a:defRPr>
                </a:pPr>
                <a:endParaRPr lang="de-DE"/>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Tabelle1!$A$2:$A$5</c:f>
              <c:numCache>
                <c:formatCode>General</c:formatCode>
                <c:ptCount val="4"/>
                <c:pt idx="0">
                  <c:v>2010</c:v>
                </c:pt>
                <c:pt idx="1">
                  <c:v>2011</c:v>
                </c:pt>
                <c:pt idx="2">
                  <c:v>2012</c:v>
                </c:pt>
                <c:pt idx="3">
                  <c:v>2013</c:v>
                </c:pt>
              </c:numCache>
            </c:numRef>
          </c:cat>
          <c:val>
            <c:numRef>
              <c:f>Tabelle1!$C$2:$C$5</c:f>
              <c:numCache>
                <c:formatCode>General</c:formatCode>
                <c:ptCount val="4"/>
                <c:pt idx="0">
                  <c:v>4</c:v>
                </c:pt>
                <c:pt idx="1">
                  <c:v>5</c:v>
                </c:pt>
                <c:pt idx="2">
                  <c:v>6</c:v>
                </c:pt>
                <c:pt idx="3">
                  <c:v>7</c:v>
                </c:pt>
              </c:numCache>
            </c:numRef>
          </c:val>
          <c:extLst>
            <c:ext xmlns:c16="http://schemas.microsoft.com/office/drawing/2014/chart" uri="{C3380CC4-5D6E-409C-BE32-E72D297353CC}">
              <c16:uniqueId val="{00000001-E0DB-7A49-BE94-F85BF41A299D}"/>
            </c:ext>
          </c:extLst>
        </c:ser>
        <c:ser>
          <c:idx val="2"/>
          <c:order val="2"/>
          <c:tx>
            <c:strRef>
              <c:f>Tabelle1!$D$1</c:f>
              <c:strCache>
                <c:ptCount val="1"/>
                <c:pt idx="0">
                  <c:v>Category 3</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bg1"/>
                    </a:solidFill>
                    <a:latin typeface="+mn-lt"/>
                    <a:ea typeface="+mn-ea"/>
                    <a:cs typeface="+mn-cs"/>
                  </a:defRPr>
                </a:pPr>
                <a:endParaRPr lang="de-DE"/>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Tabelle1!$A$2:$A$5</c:f>
              <c:numCache>
                <c:formatCode>General</c:formatCode>
                <c:ptCount val="4"/>
                <c:pt idx="0">
                  <c:v>2010</c:v>
                </c:pt>
                <c:pt idx="1">
                  <c:v>2011</c:v>
                </c:pt>
                <c:pt idx="2">
                  <c:v>2012</c:v>
                </c:pt>
                <c:pt idx="3">
                  <c:v>2013</c:v>
                </c:pt>
              </c:numCache>
            </c:numRef>
          </c:cat>
          <c:val>
            <c:numRef>
              <c:f>Tabelle1!$D$2:$D$5</c:f>
              <c:numCache>
                <c:formatCode>General</c:formatCode>
                <c:ptCount val="4"/>
                <c:pt idx="0">
                  <c:v>3</c:v>
                </c:pt>
                <c:pt idx="1">
                  <c:v>4</c:v>
                </c:pt>
                <c:pt idx="2">
                  <c:v>5</c:v>
                </c:pt>
                <c:pt idx="3">
                  <c:v>6</c:v>
                </c:pt>
              </c:numCache>
            </c:numRef>
          </c:val>
          <c:extLst>
            <c:ext xmlns:c16="http://schemas.microsoft.com/office/drawing/2014/chart" uri="{C3380CC4-5D6E-409C-BE32-E72D297353CC}">
              <c16:uniqueId val="{00000002-E0DB-7A49-BE94-F85BF41A299D}"/>
            </c:ext>
          </c:extLst>
        </c:ser>
        <c:dLbls>
          <c:showLegendKey val="0"/>
          <c:showVal val="1"/>
          <c:showCatName val="0"/>
          <c:showSerName val="0"/>
          <c:showPercent val="0"/>
          <c:showBubbleSize val="0"/>
        </c:dLbls>
        <c:gapWidth val="500"/>
        <c:overlap val="100"/>
        <c:axId val="842658080"/>
        <c:axId val="842655728"/>
      </c:barChart>
      <c:lineChart>
        <c:grouping val="standard"/>
        <c:varyColors val="0"/>
        <c:ser>
          <c:idx val="3"/>
          <c:order val="3"/>
          <c:tx>
            <c:strRef>
              <c:f>Tabelle1!$E$1</c:f>
              <c:strCache>
                <c:ptCount val="1"/>
                <c:pt idx="0">
                  <c:v>Category 4</c:v>
                </c:pt>
              </c:strCache>
            </c:strRef>
          </c:tx>
          <c:spPr>
            <a:ln w="28575" cap="rnd">
              <a:solidFill>
                <a:srgbClr val="00D5D0"/>
              </a:solidFill>
              <a:round/>
            </a:ln>
            <a:effectLst/>
          </c:spPr>
          <c:marker>
            <c:symbol val="circle"/>
            <c:size val="5"/>
            <c:spPr>
              <a:solidFill>
                <a:srgbClr val="00D5D0"/>
              </a:solidFill>
              <a:ln w="9525">
                <a:solidFill>
                  <a:srgbClr val="00D5D0"/>
                </a:solidFill>
              </a:ln>
              <a:effectLst/>
            </c:spPr>
          </c:marker>
          <c:dLbls>
            <c:dLbl>
              <c:idx val="0"/>
              <c:layout>
                <c:manualLayout>
                  <c:x val="-1.6032818765215059E-2"/>
                  <c:y val="-7.162615097091268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06A-1646-B24E-489B9CAE8B36}"/>
                </c:ext>
              </c:extLst>
            </c:dLbl>
            <c:dLbl>
              <c:idx val="1"/>
              <c:layout>
                <c:manualLayout>
                  <c:x val="-1.832322144596011E-2"/>
                  <c:y val="-4.476634435682042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06A-1646-B24E-489B9CAE8B36}"/>
                </c:ext>
              </c:extLst>
            </c:dLbl>
            <c:dLbl>
              <c:idx val="2"/>
              <c:layout>
                <c:manualLayout>
                  <c:x val="-5.7260067018625294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06A-1646-B24E-489B9CAE8B36}"/>
                </c:ext>
              </c:extLst>
            </c:dLbl>
            <c:dLbl>
              <c:idx val="3"/>
              <c:layout>
                <c:manualLayout>
                  <c:x val="2.2904026807450083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06A-1646-B24E-489B9CAE8B36}"/>
                </c:ext>
              </c:extLst>
            </c:dLbl>
            <c:spPr>
              <a:noFill/>
              <a:ln>
                <a:noFill/>
              </a:ln>
              <a:effectLst/>
            </c:spPr>
            <c:txPr>
              <a:bodyPr rot="0" spcFirstLastPara="1" vertOverflow="ellipsis" vert="horz" wrap="square" anchor="ctr" anchorCtr="1"/>
              <a:lstStyle/>
              <a:p>
                <a:pPr>
                  <a:defRPr sz="1400" b="0" i="0" u="none" strike="noStrike" kern="1200" baseline="0">
                    <a:solidFill>
                      <a:srgbClr val="00D5D0"/>
                    </a:solidFill>
                    <a:latin typeface="+mn-lt"/>
                    <a:ea typeface="+mn-ea"/>
                    <a:cs typeface="+mn-cs"/>
                  </a:defRPr>
                </a:pPr>
                <a:endParaRPr lang="de-DE"/>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Tabelle1!$A$2:$A$5</c:f>
              <c:numCache>
                <c:formatCode>General</c:formatCode>
                <c:ptCount val="4"/>
                <c:pt idx="0">
                  <c:v>2010</c:v>
                </c:pt>
                <c:pt idx="1">
                  <c:v>2011</c:v>
                </c:pt>
                <c:pt idx="2">
                  <c:v>2012</c:v>
                </c:pt>
                <c:pt idx="3">
                  <c:v>2013</c:v>
                </c:pt>
              </c:numCache>
            </c:numRef>
          </c:cat>
          <c:val>
            <c:numRef>
              <c:f>Tabelle1!$E$2:$E$5</c:f>
              <c:numCache>
                <c:formatCode>General</c:formatCode>
                <c:ptCount val="4"/>
                <c:pt idx="0">
                  <c:v>12</c:v>
                </c:pt>
                <c:pt idx="1">
                  <c:v>20</c:v>
                </c:pt>
                <c:pt idx="2">
                  <c:v>12</c:v>
                </c:pt>
                <c:pt idx="3">
                  <c:v>8</c:v>
                </c:pt>
              </c:numCache>
            </c:numRef>
          </c:val>
          <c:smooth val="0"/>
          <c:extLst>
            <c:ext xmlns:c16="http://schemas.microsoft.com/office/drawing/2014/chart" uri="{C3380CC4-5D6E-409C-BE32-E72D297353CC}">
              <c16:uniqueId val="{00000003-E0DB-7A49-BE94-F85BF41A299D}"/>
            </c:ext>
          </c:extLst>
        </c:ser>
        <c:ser>
          <c:idx val="4"/>
          <c:order val="4"/>
          <c:tx>
            <c:strRef>
              <c:f>Tabelle1!$F$1</c:f>
              <c:strCache>
                <c:ptCount val="1"/>
                <c:pt idx="0">
                  <c:v>Category 5</c:v>
                </c:pt>
              </c:strCache>
            </c:strRef>
          </c:tx>
          <c:spPr>
            <a:ln w="28575" cap="rnd">
              <a:solidFill>
                <a:srgbClr val="FEB100"/>
              </a:solidFill>
              <a:round/>
            </a:ln>
            <a:effectLst/>
          </c:spPr>
          <c:marker>
            <c:symbol val="circle"/>
            <c:size val="5"/>
            <c:spPr>
              <a:solidFill>
                <a:srgbClr val="FEB100"/>
              </a:solidFill>
              <a:ln w="9525">
                <a:solidFill>
                  <a:srgbClr val="FEB100"/>
                </a:solidFill>
              </a:ln>
              <a:effectLst/>
            </c:spPr>
          </c:marker>
          <c:dLbls>
            <c:dLbl>
              <c:idx val="0"/>
              <c:layout>
                <c:manualLayout>
                  <c:x val="-4.8098456295645187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06A-1646-B24E-489B9CAE8B36}"/>
                </c:ext>
              </c:extLst>
            </c:dLbl>
            <c:dLbl>
              <c:idx val="1"/>
              <c:layout>
                <c:manualLayout>
                  <c:x val="1.8323221445960068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06A-1646-B24E-489B9CAE8B36}"/>
                </c:ext>
              </c:extLst>
            </c:dLbl>
            <c:dLbl>
              <c:idx val="2"/>
              <c:layout>
                <c:manualLayout>
                  <c:x val="-1.7178020105587648E-2"/>
                  <c:y val="-4.476634435682042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06A-1646-B24E-489B9CAE8B36}"/>
                </c:ext>
              </c:extLst>
            </c:dLbl>
            <c:dLbl>
              <c:idx val="3"/>
              <c:layout>
                <c:manualLayout>
                  <c:x val="1.9468422786332405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06A-1646-B24E-489B9CAE8B36}"/>
                </c:ext>
              </c:extLst>
            </c:dLbl>
            <c:spPr>
              <a:noFill/>
              <a:ln>
                <a:noFill/>
              </a:ln>
              <a:effectLst/>
            </c:spPr>
            <c:txPr>
              <a:bodyPr rot="0" spcFirstLastPara="1" vertOverflow="ellipsis" vert="horz" wrap="square" anchor="ctr" anchorCtr="1"/>
              <a:lstStyle/>
              <a:p>
                <a:pPr>
                  <a:defRPr sz="1400" b="0" i="0" u="none" strike="noStrike" kern="1200" baseline="0">
                    <a:solidFill>
                      <a:srgbClr val="FEB100"/>
                    </a:solidFill>
                    <a:latin typeface="+mn-lt"/>
                    <a:ea typeface="+mn-ea"/>
                    <a:cs typeface="+mn-cs"/>
                  </a:defRPr>
                </a:pPr>
                <a:endParaRPr lang="de-DE"/>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Tabelle1!$A$2:$A$5</c:f>
              <c:numCache>
                <c:formatCode>General</c:formatCode>
                <c:ptCount val="4"/>
                <c:pt idx="0">
                  <c:v>2010</c:v>
                </c:pt>
                <c:pt idx="1">
                  <c:v>2011</c:v>
                </c:pt>
                <c:pt idx="2">
                  <c:v>2012</c:v>
                </c:pt>
                <c:pt idx="3">
                  <c:v>2013</c:v>
                </c:pt>
              </c:numCache>
            </c:numRef>
          </c:cat>
          <c:val>
            <c:numRef>
              <c:f>Tabelle1!$F$2:$F$5</c:f>
              <c:numCache>
                <c:formatCode>General</c:formatCode>
                <c:ptCount val="4"/>
                <c:pt idx="0">
                  <c:v>3</c:v>
                </c:pt>
                <c:pt idx="1">
                  <c:v>5</c:v>
                </c:pt>
                <c:pt idx="2">
                  <c:v>20</c:v>
                </c:pt>
                <c:pt idx="3">
                  <c:v>15</c:v>
                </c:pt>
              </c:numCache>
            </c:numRef>
          </c:val>
          <c:smooth val="0"/>
          <c:extLst>
            <c:ext xmlns:c16="http://schemas.microsoft.com/office/drawing/2014/chart" uri="{C3380CC4-5D6E-409C-BE32-E72D297353CC}">
              <c16:uniqueId val="{00000004-E0DB-7A49-BE94-F85BF41A299D}"/>
            </c:ext>
          </c:extLst>
        </c:ser>
        <c:dLbls>
          <c:showLegendKey val="0"/>
          <c:showVal val="1"/>
          <c:showCatName val="0"/>
          <c:showSerName val="0"/>
          <c:showPercent val="0"/>
          <c:showBubbleSize val="0"/>
        </c:dLbls>
        <c:marker val="1"/>
        <c:smooth val="0"/>
        <c:axId val="842658080"/>
        <c:axId val="842655728"/>
      </c:lineChart>
      <c:catAx>
        <c:axId val="842658080"/>
        <c:scaling>
          <c:orientation val="minMax"/>
        </c:scaling>
        <c:delete val="0"/>
        <c:axPos val="b"/>
        <c:numFmt formatCode="General" sourceLinked="1"/>
        <c:majorTickMark val="none"/>
        <c:minorTickMark val="none"/>
        <c:tickLblPos val="nextTo"/>
        <c:spPr>
          <a:noFill/>
          <a:ln w="12700" cap="flat" cmpd="sng" algn="ctr">
            <a:solidFill>
              <a:schemeClr val="tx2"/>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de-DE"/>
          </a:p>
        </c:txPr>
        <c:crossAx val="842655728"/>
        <c:crosses val="autoZero"/>
        <c:auto val="1"/>
        <c:lblAlgn val="ctr"/>
        <c:lblOffset val="100"/>
        <c:noMultiLvlLbl val="0"/>
      </c:catAx>
      <c:valAx>
        <c:axId val="842655728"/>
        <c:scaling>
          <c:orientation val="minMax"/>
        </c:scaling>
        <c:delete val="1"/>
        <c:axPos val="l"/>
        <c:numFmt formatCode="General" sourceLinked="1"/>
        <c:majorTickMark val="none"/>
        <c:minorTickMark val="none"/>
        <c:tickLblPos val="none"/>
        <c:crossAx val="842658080"/>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de-DE"/>
        </a:p>
      </c:txPr>
    </c:legend>
    <c:plotVisOnly val="1"/>
    <c:dispBlanksAs val="gap"/>
    <c:showDLblsOverMax val="0"/>
  </c:chart>
  <c:spPr>
    <a:noFill/>
    <a:ln>
      <a:noFill/>
    </a:ln>
    <a:effectLst/>
  </c:spPr>
  <c:txPr>
    <a:bodyPr/>
    <a:lstStyle/>
    <a:p>
      <a:pPr>
        <a:defRPr sz="800"/>
      </a:pPr>
      <a:endParaRPr lang="de-DE"/>
    </a:p>
  </c:txPr>
  <c:externalData r:id="rId3">
    <c:autoUpdate val="0"/>
  </c:externalData>
  <c:userShapes r:id="rId4"/>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withinLinear" id="15">
  <a:schemeClr val="accent2"/>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withinLinear" id="14">
  <a:schemeClr val="accent1"/>
</cs:colorStyle>
</file>

<file path=ppt/charts/colors9.xml><?xml version="1.0" encoding="utf-8"?>
<cs:colorStyle xmlns:cs="http://schemas.microsoft.com/office/drawing/2012/chartStyle" xmlns:a="http://schemas.openxmlformats.org/drawingml/2006/main" meth="withinLinear" id="14">
  <a:schemeClr val="accent1"/>
</cs:colorStyle>
</file>

<file path=ppt/charts/colors10.xml><?xml version="1.0" encoding="utf-8"?>
<cs:colorStyle xmlns:cs="http://schemas.microsoft.com/office/drawing/2012/chartStyle" xmlns:a="http://schemas.openxmlformats.org/drawingml/2006/main" meth="withinLinear" id="14">
  <a:schemeClr val="accent1"/>
</cs:colorStyle>
</file>

<file path=ppt/charts/colors11.xml><?xml version="1.0" encoding="utf-8"?>
<cs:colorStyle xmlns:cs="http://schemas.microsoft.com/office/drawing/2012/chartStyle" xmlns:a="http://schemas.openxmlformats.org/drawingml/2006/main" meth="withinLinear" id="14">
  <a:schemeClr val="accent1"/>
</cs:colorStyle>
</file>

<file path=ppt/charts/colors12.xml><?xml version="1.0" encoding="utf-8"?>
<cs:colorStyle xmlns:cs="http://schemas.microsoft.com/office/drawing/2012/chartStyle" xmlns:a="http://schemas.openxmlformats.org/drawingml/2006/main" meth="withinLinear" id="15">
  <a:schemeClr val="accent2"/>
</cs:colorStyle>
</file>

<file path=ppt/charts/colors13.xml><?xml version="1.0" encoding="utf-8"?>
<cs:colorStyle xmlns:cs="http://schemas.microsoft.com/office/drawing/2012/chartStyle" xmlns:a="http://schemas.openxmlformats.org/drawingml/2006/main" meth="withinLinear" id="14">
  <a:schemeClr val="accent1"/>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73E751BE-85A8-0B44-8559-E75856CFAB47}" type="doc">
      <dgm:prSet loTypeId="urn:microsoft.com/office/officeart/2005/8/layout/orgChart1" loCatId="" qsTypeId="urn:microsoft.com/office/officeart/2005/8/quickstyle/simple1" qsCatId="simple" csTypeId="urn:microsoft.com/office/officeart/2005/8/colors/accent1_2" csCatId="accent1" phldr="1"/>
      <dgm:spPr/>
      <dgm:t>
        <a:bodyPr/>
        <a:lstStyle/>
        <a:p>
          <a:endParaRPr lang="en-GB"/>
        </a:p>
      </dgm:t>
    </dgm:pt>
    <dgm:pt modelId="{8A5C4A9C-FB2B-C44A-9755-74A7E810F593}">
      <dgm:prSet phldrT="[Text]" phldr="1" custT="1"/>
      <dgm:spPr>
        <a:solidFill>
          <a:schemeClr val="tx2"/>
        </a:solidFill>
        <a:ln>
          <a:noFill/>
        </a:ln>
      </dgm:spPr>
      <dgm:t>
        <a:bodyPr lIns="180000" tIns="180000" rIns="180000" bIns="180000"/>
        <a:lstStyle/>
        <a:p>
          <a:pPr algn="l"/>
          <a:endParaRPr lang="en-US" sz="1400" dirty="0">
            <a:solidFill>
              <a:schemeClr val="bg2"/>
            </a:solidFill>
          </a:endParaRPr>
        </a:p>
      </dgm:t>
    </dgm:pt>
    <dgm:pt modelId="{B6632E3C-67EE-734F-B820-E88514693B9C}" type="parTrans" cxnId="{0EC3577F-3EE1-974A-BA4B-BE3197F80407}">
      <dgm:prSet/>
      <dgm:spPr/>
      <dgm:t>
        <a:bodyPr/>
        <a:lstStyle/>
        <a:p>
          <a:endParaRPr lang="en-GB" sz="600">
            <a:solidFill>
              <a:schemeClr val="bg2"/>
            </a:solidFill>
          </a:endParaRPr>
        </a:p>
      </dgm:t>
    </dgm:pt>
    <dgm:pt modelId="{0774E9C3-9375-0540-8227-03BEF77A0668}" type="sibTrans" cxnId="{0EC3577F-3EE1-974A-BA4B-BE3197F80407}">
      <dgm:prSet/>
      <dgm:spPr/>
      <dgm:t>
        <a:bodyPr/>
        <a:lstStyle/>
        <a:p>
          <a:endParaRPr lang="en-GB" sz="600">
            <a:solidFill>
              <a:schemeClr val="bg2"/>
            </a:solidFill>
          </a:endParaRPr>
        </a:p>
      </dgm:t>
    </dgm:pt>
    <dgm:pt modelId="{01978C5E-2C93-9D45-871B-CDFC466A2F01}" type="asst">
      <dgm:prSet phldrT="[Text]" phldr="1" custT="1"/>
      <dgm:spPr>
        <a:solidFill>
          <a:schemeClr val="tx2"/>
        </a:solidFill>
        <a:ln>
          <a:noFill/>
        </a:ln>
      </dgm:spPr>
      <dgm:t>
        <a:bodyPr lIns="180000" tIns="180000" rIns="180000" bIns="180000"/>
        <a:lstStyle/>
        <a:p>
          <a:pPr algn="l"/>
          <a:endParaRPr lang="en-US" sz="1400" dirty="0">
            <a:solidFill>
              <a:schemeClr val="bg2"/>
            </a:solidFill>
          </a:endParaRPr>
        </a:p>
      </dgm:t>
    </dgm:pt>
    <dgm:pt modelId="{21FF9D61-5A26-B04E-83CA-324231B75393}" type="parTrans" cxnId="{15842937-E2DE-884C-930C-C5FF73DA0A4E}">
      <dgm:prSet/>
      <dgm:spPr>
        <a:ln w="38100">
          <a:solidFill>
            <a:schemeClr val="accent3"/>
          </a:solidFill>
        </a:ln>
      </dgm:spPr>
      <dgm:t>
        <a:bodyPr/>
        <a:lstStyle/>
        <a:p>
          <a:endParaRPr lang="en-GB" sz="600">
            <a:solidFill>
              <a:schemeClr val="bg2"/>
            </a:solidFill>
          </a:endParaRPr>
        </a:p>
      </dgm:t>
    </dgm:pt>
    <dgm:pt modelId="{57CAB7DF-A535-2C4F-9340-C12B3C418D94}" type="sibTrans" cxnId="{15842937-E2DE-884C-930C-C5FF73DA0A4E}">
      <dgm:prSet/>
      <dgm:spPr/>
      <dgm:t>
        <a:bodyPr/>
        <a:lstStyle/>
        <a:p>
          <a:endParaRPr lang="en-GB" sz="600">
            <a:solidFill>
              <a:schemeClr val="bg2"/>
            </a:solidFill>
          </a:endParaRPr>
        </a:p>
      </dgm:t>
    </dgm:pt>
    <dgm:pt modelId="{4A10059F-FF10-D34A-B249-36BBECC57322}">
      <dgm:prSet phldrT="[Text]" phldr="1" custT="1"/>
      <dgm:spPr>
        <a:solidFill>
          <a:schemeClr val="tx2"/>
        </a:solidFill>
        <a:ln>
          <a:noFill/>
        </a:ln>
      </dgm:spPr>
      <dgm:t>
        <a:bodyPr lIns="180000" tIns="180000" rIns="180000" bIns="180000"/>
        <a:lstStyle/>
        <a:p>
          <a:pPr algn="l"/>
          <a:endParaRPr lang="en-US" sz="1400" dirty="0">
            <a:solidFill>
              <a:schemeClr val="bg2"/>
            </a:solidFill>
          </a:endParaRPr>
        </a:p>
      </dgm:t>
    </dgm:pt>
    <dgm:pt modelId="{F8609243-CABA-614E-8D0B-714E9B10C2CB}" type="parTrans" cxnId="{447F78BA-8606-394E-B313-447B706010BF}">
      <dgm:prSet/>
      <dgm:spPr>
        <a:ln w="38100">
          <a:solidFill>
            <a:schemeClr val="accent3"/>
          </a:solidFill>
        </a:ln>
      </dgm:spPr>
      <dgm:t>
        <a:bodyPr/>
        <a:lstStyle/>
        <a:p>
          <a:endParaRPr lang="en-GB" sz="600">
            <a:solidFill>
              <a:schemeClr val="bg2"/>
            </a:solidFill>
          </a:endParaRPr>
        </a:p>
      </dgm:t>
    </dgm:pt>
    <dgm:pt modelId="{BD811ADE-6C72-2946-9B45-F9E49DB03E52}" type="sibTrans" cxnId="{447F78BA-8606-394E-B313-447B706010BF}">
      <dgm:prSet/>
      <dgm:spPr/>
      <dgm:t>
        <a:bodyPr/>
        <a:lstStyle/>
        <a:p>
          <a:endParaRPr lang="en-GB" sz="600">
            <a:solidFill>
              <a:schemeClr val="bg2"/>
            </a:solidFill>
          </a:endParaRPr>
        </a:p>
      </dgm:t>
    </dgm:pt>
    <dgm:pt modelId="{A494B921-3D2E-7E48-B121-4E212AB21511}">
      <dgm:prSet phldrT="[Text]" phldr="1" custT="1"/>
      <dgm:spPr>
        <a:solidFill>
          <a:schemeClr val="tx2"/>
        </a:solidFill>
        <a:ln>
          <a:noFill/>
        </a:ln>
      </dgm:spPr>
      <dgm:t>
        <a:bodyPr lIns="180000" tIns="180000" rIns="180000" bIns="180000"/>
        <a:lstStyle/>
        <a:p>
          <a:pPr algn="l"/>
          <a:endParaRPr lang="en-US" sz="1400" dirty="0">
            <a:solidFill>
              <a:schemeClr val="bg2"/>
            </a:solidFill>
          </a:endParaRPr>
        </a:p>
      </dgm:t>
    </dgm:pt>
    <dgm:pt modelId="{7FA06FDF-9162-EA4D-9AB6-3BDCAE1D89B8}" type="parTrans" cxnId="{24A41F6B-5ED0-0948-9D41-56700B36E1A5}">
      <dgm:prSet/>
      <dgm:spPr>
        <a:ln w="38100">
          <a:solidFill>
            <a:schemeClr val="accent3"/>
          </a:solidFill>
        </a:ln>
      </dgm:spPr>
      <dgm:t>
        <a:bodyPr/>
        <a:lstStyle/>
        <a:p>
          <a:endParaRPr lang="en-GB" sz="600">
            <a:solidFill>
              <a:schemeClr val="bg2"/>
            </a:solidFill>
          </a:endParaRPr>
        </a:p>
      </dgm:t>
    </dgm:pt>
    <dgm:pt modelId="{1209D4B7-3E93-1347-97ED-EF71E838FC22}" type="sibTrans" cxnId="{24A41F6B-5ED0-0948-9D41-56700B36E1A5}">
      <dgm:prSet/>
      <dgm:spPr/>
      <dgm:t>
        <a:bodyPr/>
        <a:lstStyle/>
        <a:p>
          <a:endParaRPr lang="en-GB" sz="600">
            <a:solidFill>
              <a:schemeClr val="bg2"/>
            </a:solidFill>
          </a:endParaRPr>
        </a:p>
      </dgm:t>
    </dgm:pt>
    <dgm:pt modelId="{D9FBFDB8-E90D-4A40-983D-4FDB959D0765}">
      <dgm:prSet phldrT="[Text]" phldr="1" custT="1"/>
      <dgm:spPr>
        <a:solidFill>
          <a:schemeClr val="tx2"/>
        </a:solidFill>
        <a:ln>
          <a:noFill/>
        </a:ln>
      </dgm:spPr>
      <dgm:t>
        <a:bodyPr lIns="180000" tIns="180000" rIns="180000" bIns="180000"/>
        <a:lstStyle/>
        <a:p>
          <a:pPr algn="l"/>
          <a:endParaRPr lang="en-US" sz="1400" dirty="0">
            <a:solidFill>
              <a:schemeClr val="bg2"/>
            </a:solidFill>
          </a:endParaRPr>
        </a:p>
      </dgm:t>
    </dgm:pt>
    <dgm:pt modelId="{1421E6AB-EFDB-694D-9055-4EEAC40B84A2}" type="parTrans" cxnId="{F55417E2-4302-6A47-B630-B66B03A5C9F1}">
      <dgm:prSet/>
      <dgm:spPr>
        <a:ln w="38100">
          <a:solidFill>
            <a:schemeClr val="accent3"/>
          </a:solidFill>
        </a:ln>
      </dgm:spPr>
      <dgm:t>
        <a:bodyPr/>
        <a:lstStyle/>
        <a:p>
          <a:endParaRPr lang="en-GB" sz="600">
            <a:solidFill>
              <a:schemeClr val="bg2"/>
            </a:solidFill>
          </a:endParaRPr>
        </a:p>
      </dgm:t>
    </dgm:pt>
    <dgm:pt modelId="{5CD3F068-1F9F-7C4A-844F-385440EEE630}" type="sibTrans" cxnId="{F55417E2-4302-6A47-B630-B66B03A5C9F1}">
      <dgm:prSet/>
      <dgm:spPr/>
      <dgm:t>
        <a:bodyPr/>
        <a:lstStyle/>
        <a:p>
          <a:endParaRPr lang="en-GB" sz="600">
            <a:solidFill>
              <a:schemeClr val="bg2"/>
            </a:solidFill>
          </a:endParaRPr>
        </a:p>
      </dgm:t>
    </dgm:pt>
    <dgm:pt modelId="{46672629-E89A-C14F-B585-509FEAC9B57C}" type="pres">
      <dgm:prSet presAssocID="{73E751BE-85A8-0B44-8559-E75856CFAB47}" presName="hierChild1" presStyleCnt="0">
        <dgm:presLayoutVars>
          <dgm:orgChart val="1"/>
          <dgm:chPref val="1"/>
          <dgm:dir/>
          <dgm:animOne val="branch"/>
          <dgm:animLvl val="lvl"/>
          <dgm:resizeHandles/>
        </dgm:presLayoutVars>
      </dgm:prSet>
      <dgm:spPr/>
    </dgm:pt>
    <dgm:pt modelId="{0AA94C9B-9CEB-DE43-940D-F0FA86794F14}" type="pres">
      <dgm:prSet presAssocID="{8A5C4A9C-FB2B-C44A-9755-74A7E810F593}" presName="hierRoot1" presStyleCnt="0">
        <dgm:presLayoutVars>
          <dgm:hierBranch val="init"/>
        </dgm:presLayoutVars>
      </dgm:prSet>
      <dgm:spPr/>
    </dgm:pt>
    <dgm:pt modelId="{DD11FC0B-3AB0-CA4B-8BB7-F25D23072CB4}" type="pres">
      <dgm:prSet presAssocID="{8A5C4A9C-FB2B-C44A-9755-74A7E810F593}" presName="rootComposite1" presStyleCnt="0"/>
      <dgm:spPr/>
    </dgm:pt>
    <dgm:pt modelId="{AA1BBB13-36E1-5D49-823F-BB7D65D8B69F}" type="pres">
      <dgm:prSet presAssocID="{8A5C4A9C-FB2B-C44A-9755-74A7E810F593}" presName="rootText1" presStyleLbl="node0" presStyleIdx="0" presStyleCnt="1" custScaleY="42410">
        <dgm:presLayoutVars>
          <dgm:chPref val="3"/>
        </dgm:presLayoutVars>
      </dgm:prSet>
      <dgm:spPr/>
    </dgm:pt>
    <dgm:pt modelId="{E9D7665D-8AD5-144A-9A1D-0ECCFCC32572}" type="pres">
      <dgm:prSet presAssocID="{8A5C4A9C-FB2B-C44A-9755-74A7E810F593}" presName="rootConnector1" presStyleLbl="node1" presStyleIdx="0" presStyleCnt="0"/>
      <dgm:spPr/>
    </dgm:pt>
    <dgm:pt modelId="{435CE1EE-1F67-5140-B58B-ABBDF3AAC0C6}" type="pres">
      <dgm:prSet presAssocID="{8A5C4A9C-FB2B-C44A-9755-74A7E810F593}" presName="hierChild2" presStyleCnt="0"/>
      <dgm:spPr/>
    </dgm:pt>
    <dgm:pt modelId="{2D2C58FE-965F-4243-AAEE-7E36EC3E7090}" type="pres">
      <dgm:prSet presAssocID="{F8609243-CABA-614E-8D0B-714E9B10C2CB}" presName="Name37" presStyleLbl="parChTrans1D2" presStyleIdx="0" presStyleCnt="4"/>
      <dgm:spPr/>
    </dgm:pt>
    <dgm:pt modelId="{59460C6A-2BC1-D648-BB25-A19B36658C3C}" type="pres">
      <dgm:prSet presAssocID="{4A10059F-FF10-D34A-B249-36BBECC57322}" presName="hierRoot2" presStyleCnt="0">
        <dgm:presLayoutVars>
          <dgm:hierBranch val="init"/>
        </dgm:presLayoutVars>
      </dgm:prSet>
      <dgm:spPr/>
    </dgm:pt>
    <dgm:pt modelId="{A8F029ED-85EF-E94D-8B3B-FE1E72094F28}" type="pres">
      <dgm:prSet presAssocID="{4A10059F-FF10-D34A-B249-36BBECC57322}" presName="rootComposite" presStyleCnt="0"/>
      <dgm:spPr/>
    </dgm:pt>
    <dgm:pt modelId="{F867F5B4-7FA7-DA4B-9C11-82754ED44C6C}" type="pres">
      <dgm:prSet presAssocID="{4A10059F-FF10-D34A-B249-36BBECC57322}" presName="rootText" presStyleLbl="node2" presStyleIdx="0" presStyleCnt="3" custScaleY="42410">
        <dgm:presLayoutVars>
          <dgm:chPref val="3"/>
        </dgm:presLayoutVars>
      </dgm:prSet>
      <dgm:spPr/>
    </dgm:pt>
    <dgm:pt modelId="{84DE192E-C211-664E-A381-8444E9B429E0}" type="pres">
      <dgm:prSet presAssocID="{4A10059F-FF10-D34A-B249-36BBECC57322}" presName="rootConnector" presStyleLbl="node2" presStyleIdx="0" presStyleCnt="3"/>
      <dgm:spPr/>
    </dgm:pt>
    <dgm:pt modelId="{39564A22-B095-B940-8443-C4366BEC99DC}" type="pres">
      <dgm:prSet presAssocID="{4A10059F-FF10-D34A-B249-36BBECC57322}" presName="hierChild4" presStyleCnt="0"/>
      <dgm:spPr/>
    </dgm:pt>
    <dgm:pt modelId="{608065DF-39C8-6140-ADB2-CDA2CA9B26B0}" type="pres">
      <dgm:prSet presAssocID="{4A10059F-FF10-D34A-B249-36BBECC57322}" presName="hierChild5" presStyleCnt="0"/>
      <dgm:spPr/>
    </dgm:pt>
    <dgm:pt modelId="{82F06802-377A-884B-B851-5687789C0455}" type="pres">
      <dgm:prSet presAssocID="{7FA06FDF-9162-EA4D-9AB6-3BDCAE1D89B8}" presName="Name37" presStyleLbl="parChTrans1D2" presStyleIdx="1" presStyleCnt="4"/>
      <dgm:spPr/>
    </dgm:pt>
    <dgm:pt modelId="{C3F6CA13-B1A7-CA49-9427-2911A706BA92}" type="pres">
      <dgm:prSet presAssocID="{A494B921-3D2E-7E48-B121-4E212AB21511}" presName="hierRoot2" presStyleCnt="0">
        <dgm:presLayoutVars>
          <dgm:hierBranch val="init"/>
        </dgm:presLayoutVars>
      </dgm:prSet>
      <dgm:spPr/>
    </dgm:pt>
    <dgm:pt modelId="{C5A024EC-480D-9746-8EDE-1083F1038889}" type="pres">
      <dgm:prSet presAssocID="{A494B921-3D2E-7E48-B121-4E212AB21511}" presName="rootComposite" presStyleCnt="0"/>
      <dgm:spPr/>
    </dgm:pt>
    <dgm:pt modelId="{1833738D-4B22-6A45-94E9-4CD7BF51C83C}" type="pres">
      <dgm:prSet presAssocID="{A494B921-3D2E-7E48-B121-4E212AB21511}" presName="rootText" presStyleLbl="node2" presStyleIdx="1" presStyleCnt="3" custScaleY="42410">
        <dgm:presLayoutVars>
          <dgm:chPref val="3"/>
        </dgm:presLayoutVars>
      </dgm:prSet>
      <dgm:spPr/>
    </dgm:pt>
    <dgm:pt modelId="{9144B958-E2A0-124A-95BF-4E85F8C48240}" type="pres">
      <dgm:prSet presAssocID="{A494B921-3D2E-7E48-B121-4E212AB21511}" presName="rootConnector" presStyleLbl="node2" presStyleIdx="1" presStyleCnt="3"/>
      <dgm:spPr/>
    </dgm:pt>
    <dgm:pt modelId="{1A03C227-CF2D-5B4E-A726-2172907C317D}" type="pres">
      <dgm:prSet presAssocID="{A494B921-3D2E-7E48-B121-4E212AB21511}" presName="hierChild4" presStyleCnt="0"/>
      <dgm:spPr/>
    </dgm:pt>
    <dgm:pt modelId="{9DBE7643-9E11-6E41-BE95-6B57F75EDF3E}" type="pres">
      <dgm:prSet presAssocID="{A494B921-3D2E-7E48-B121-4E212AB21511}" presName="hierChild5" presStyleCnt="0"/>
      <dgm:spPr/>
    </dgm:pt>
    <dgm:pt modelId="{DAAB976D-2F02-434B-B01B-E4F8737F3F97}" type="pres">
      <dgm:prSet presAssocID="{1421E6AB-EFDB-694D-9055-4EEAC40B84A2}" presName="Name37" presStyleLbl="parChTrans1D2" presStyleIdx="2" presStyleCnt="4"/>
      <dgm:spPr/>
    </dgm:pt>
    <dgm:pt modelId="{177271D1-6505-7A40-8F82-2AF7B34342F1}" type="pres">
      <dgm:prSet presAssocID="{D9FBFDB8-E90D-4A40-983D-4FDB959D0765}" presName="hierRoot2" presStyleCnt="0">
        <dgm:presLayoutVars>
          <dgm:hierBranch val="init"/>
        </dgm:presLayoutVars>
      </dgm:prSet>
      <dgm:spPr/>
    </dgm:pt>
    <dgm:pt modelId="{AD71F36C-B9A6-674E-95FF-23A1D614B31C}" type="pres">
      <dgm:prSet presAssocID="{D9FBFDB8-E90D-4A40-983D-4FDB959D0765}" presName="rootComposite" presStyleCnt="0"/>
      <dgm:spPr/>
    </dgm:pt>
    <dgm:pt modelId="{E4448B46-5EA9-A94F-9F85-D77AD7973DE3}" type="pres">
      <dgm:prSet presAssocID="{D9FBFDB8-E90D-4A40-983D-4FDB959D0765}" presName="rootText" presStyleLbl="node2" presStyleIdx="2" presStyleCnt="3" custScaleY="42410">
        <dgm:presLayoutVars>
          <dgm:chPref val="3"/>
        </dgm:presLayoutVars>
      </dgm:prSet>
      <dgm:spPr/>
    </dgm:pt>
    <dgm:pt modelId="{949175DD-9B3C-E24C-A0EE-B9241B1D8AD8}" type="pres">
      <dgm:prSet presAssocID="{D9FBFDB8-E90D-4A40-983D-4FDB959D0765}" presName="rootConnector" presStyleLbl="node2" presStyleIdx="2" presStyleCnt="3"/>
      <dgm:spPr/>
    </dgm:pt>
    <dgm:pt modelId="{A80D1BAB-429C-7D4B-9DF5-AB21C9FBA3B7}" type="pres">
      <dgm:prSet presAssocID="{D9FBFDB8-E90D-4A40-983D-4FDB959D0765}" presName="hierChild4" presStyleCnt="0"/>
      <dgm:spPr/>
    </dgm:pt>
    <dgm:pt modelId="{6BAC0E86-4DB4-C149-960B-2683E1B96111}" type="pres">
      <dgm:prSet presAssocID="{D9FBFDB8-E90D-4A40-983D-4FDB959D0765}" presName="hierChild5" presStyleCnt="0"/>
      <dgm:spPr/>
    </dgm:pt>
    <dgm:pt modelId="{09912111-81A3-0441-91B5-907B54AC4761}" type="pres">
      <dgm:prSet presAssocID="{8A5C4A9C-FB2B-C44A-9755-74A7E810F593}" presName="hierChild3" presStyleCnt="0"/>
      <dgm:spPr/>
    </dgm:pt>
    <dgm:pt modelId="{4FCBD547-222F-184C-BB8D-728B8805D43E}" type="pres">
      <dgm:prSet presAssocID="{21FF9D61-5A26-B04E-83CA-324231B75393}" presName="Name111" presStyleLbl="parChTrans1D2" presStyleIdx="3" presStyleCnt="4"/>
      <dgm:spPr/>
    </dgm:pt>
    <dgm:pt modelId="{21057A3D-93D7-BC46-8E49-4F8A1842B7D6}" type="pres">
      <dgm:prSet presAssocID="{01978C5E-2C93-9D45-871B-CDFC466A2F01}" presName="hierRoot3" presStyleCnt="0">
        <dgm:presLayoutVars>
          <dgm:hierBranch val="init"/>
        </dgm:presLayoutVars>
      </dgm:prSet>
      <dgm:spPr/>
    </dgm:pt>
    <dgm:pt modelId="{7EB6EA04-E868-A045-B8ED-8FC3A5EB5C6A}" type="pres">
      <dgm:prSet presAssocID="{01978C5E-2C93-9D45-871B-CDFC466A2F01}" presName="rootComposite3" presStyleCnt="0"/>
      <dgm:spPr/>
    </dgm:pt>
    <dgm:pt modelId="{4FD0D4A6-7E4F-254A-9633-98C2CF01965B}" type="pres">
      <dgm:prSet presAssocID="{01978C5E-2C93-9D45-871B-CDFC466A2F01}" presName="rootText3" presStyleLbl="asst1" presStyleIdx="0" presStyleCnt="1" custScaleY="42410">
        <dgm:presLayoutVars>
          <dgm:chPref val="3"/>
        </dgm:presLayoutVars>
      </dgm:prSet>
      <dgm:spPr/>
    </dgm:pt>
    <dgm:pt modelId="{3318C5BB-0EC8-E545-BBAE-1F018122BD55}" type="pres">
      <dgm:prSet presAssocID="{01978C5E-2C93-9D45-871B-CDFC466A2F01}" presName="rootConnector3" presStyleLbl="asst1" presStyleIdx="0" presStyleCnt="1"/>
      <dgm:spPr/>
    </dgm:pt>
    <dgm:pt modelId="{61F46FDF-46CE-9747-8D47-3BDEE683C033}" type="pres">
      <dgm:prSet presAssocID="{01978C5E-2C93-9D45-871B-CDFC466A2F01}" presName="hierChild6" presStyleCnt="0"/>
      <dgm:spPr/>
    </dgm:pt>
    <dgm:pt modelId="{926551E6-EF09-DE4D-AE4B-1DE474C03123}" type="pres">
      <dgm:prSet presAssocID="{01978C5E-2C93-9D45-871B-CDFC466A2F01}" presName="hierChild7" presStyleCnt="0"/>
      <dgm:spPr/>
    </dgm:pt>
  </dgm:ptLst>
  <dgm:cxnLst>
    <dgm:cxn modelId="{83295E0E-048F-634D-B263-484E3A2E5411}" type="presOf" srcId="{73E751BE-85A8-0B44-8559-E75856CFAB47}" destId="{46672629-E89A-C14F-B585-509FEAC9B57C}" srcOrd="0" destOrd="0" presId="urn:microsoft.com/office/officeart/2005/8/layout/orgChart1"/>
    <dgm:cxn modelId="{CA1B6C19-BC7E-B745-AA21-D499138BFC38}" type="presOf" srcId="{01978C5E-2C93-9D45-871B-CDFC466A2F01}" destId="{3318C5BB-0EC8-E545-BBAE-1F018122BD55}" srcOrd="1" destOrd="0" presId="urn:microsoft.com/office/officeart/2005/8/layout/orgChart1"/>
    <dgm:cxn modelId="{4BB1CE25-8E02-9E43-86A0-AE3FC581C858}" type="presOf" srcId="{8A5C4A9C-FB2B-C44A-9755-74A7E810F593}" destId="{E9D7665D-8AD5-144A-9A1D-0ECCFCC32572}" srcOrd="1" destOrd="0" presId="urn:microsoft.com/office/officeart/2005/8/layout/orgChart1"/>
    <dgm:cxn modelId="{7AF1C532-342C-8845-8555-15969F697D8D}" type="presOf" srcId="{1421E6AB-EFDB-694D-9055-4EEAC40B84A2}" destId="{DAAB976D-2F02-434B-B01B-E4F8737F3F97}" srcOrd="0" destOrd="0" presId="urn:microsoft.com/office/officeart/2005/8/layout/orgChart1"/>
    <dgm:cxn modelId="{15842937-E2DE-884C-930C-C5FF73DA0A4E}" srcId="{8A5C4A9C-FB2B-C44A-9755-74A7E810F593}" destId="{01978C5E-2C93-9D45-871B-CDFC466A2F01}" srcOrd="0" destOrd="0" parTransId="{21FF9D61-5A26-B04E-83CA-324231B75393}" sibTransId="{57CAB7DF-A535-2C4F-9340-C12B3C418D94}"/>
    <dgm:cxn modelId="{24A41F6B-5ED0-0948-9D41-56700B36E1A5}" srcId="{8A5C4A9C-FB2B-C44A-9755-74A7E810F593}" destId="{A494B921-3D2E-7E48-B121-4E212AB21511}" srcOrd="2" destOrd="0" parTransId="{7FA06FDF-9162-EA4D-9AB6-3BDCAE1D89B8}" sibTransId="{1209D4B7-3E93-1347-97ED-EF71E838FC22}"/>
    <dgm:cxn modelId="{C2E6584C-CF6D-8342-B49C-E833B23559F9}" type="presOf" srcId="{7FA06FDF-9162-EA4D-9AB6-3BDCAE1D89B8}" destId="{82F06802-377A-884B-B851-5687789C0455}" srcOrd="0" destOrd="0" presId="urn:microsoft.com/office/officeart/2005/8/layout/orgChart1"/>
    <dgm:cxn modelId="{AAD4A953-2522-C44D-85DF-9B6BA8232062}" type="presOf" srcId="{D9FBFDB8-E90D-4A40-983D-4FDB959D0765}" destId="{E4448B46-5EA9-A94F-9F85-D77AD7973DE3}" srcOrd="0" destOrd="0" presId="urn:microsoft.com/office/officeart/2005/8/layout/orgChart1"/>
    <dgm:cxn modelId="{DDDCB177-6033-C24F-BC97-337D65406A67}" type="presOf" srcId="{4A10059F-FF10-D34A-B249-36BBECC57322}" destId="{84DE192E-C211-664E-A381-8444E9B429E0}" srcOrd="1" destOrd="0" presId="urn:microsoft.com/office/officeart/2005/8/layout/orgChart1"/>
    <dgm:cxn modelId="{29F9657B-8964-274C-9682-0B3C1FD17F4D}" type="presOf" srcId="{01978C5E-2C93-9D45-871B-CDFC466A2F01}" destId="{4FD0D4A6-7E4F-254A-9633-98C2CF01965B}" srcOrd="0" destOrd="0" presId="urn:microsoft.com/office/officeart/2005/8/layout/orgChart1"/>
    <dgm:cxn modelId="{0EC3577F-3EE1-974A-BA4B-BE3197F80407}" srcId="{73E751BE-85A8-0B44-8559-E75856CFAB47}" destId="{8A5C4A9C-FB2B-C44A-9755-74A7E810F593}" srcOrd="0" destOrd="0" parTransId="{B6632E3C-67EE-734F-B820-E88514693B9C}" sibTransId="{0774E9C3-9375-0540-8227-03BEF77A0668}"/>
    <dgm:cxn modelId="{85BA5383-E71F-7340-B091-903CA557D6E0}" type="presOf" srcId="{4A10059F-FF10-D34A-B249-36BBECC57322}" destId="{F867F5B4-7FA7-DA4B-9C11-82754ED44C6C}" srcOrd="0" destOrd="0" presId="urn:microsoft.com/office/officeart/2005/8/layout/orgChart1"/>
    <dgm:cxn modelId="{DD533491-0260-804D-9C42-FF7B5C88C8C5}" type="presOf" srcId="{A494B921-3D2E-7E48-B121-4E212AB21511}" destId="{1833738D-4B22-6A45-94E9-4CD7BF51C83C}" srcOrd="0" destOrd="0" presId="urn:microsoft.com/office/officeart/2005/8/layout/orgChart1"/>
    <dgm:cxn modelId="{447F78BA-8606-394E-B313-447B706010BF}" srcId="{8A5C4A9C-FB2B-C44A-9755-74A7E810F593}" destId="{4A10059F-FF10-D34A-B249-36BBECC57322}" srcOrd="1" destOrd="0" parTransId="{F8609243-CABA-614E-8D0B-714E9B10C2CB}" sibTransId="{BD811ADE-6C72-2946-9B45-F9E49DB03E52}"/>
    <dgm:cxn modelId="{026F0DBE-F5D9-904D-BAD8-0FCD513AB8EB}" type="presOf" srcId="{F8609243-CABA-614E-8D0B-714E9B10C2CB}" destId="{2D2C58FE-965F-4243-AAEE-7E36EC3E7090}" srcOrd="0" destOrd="0" presId="urn:microsoft.com/office/officeart/2005/8/layout/orgChart1"/>
    <dgm:cxn modelId="{776A61D7-BC9E-0447-8B54-67B61EC8405E}" type="presOf" srcId="{D9FBFDB8-E90D-4A40-983D-4FDB959D0765}" destId="{949175DD-9B3C-E24C-A0EE-B9241B1D8AD8}" srcOrd="1" destOrd="0" presId="urn:microsoft.com/office/officeart/2005/8/layout/orgChart1"/>
    <dgm:cxn modelId="{406CDBDC-B356-CE40-BB37-3D455553F0D3}" type="presOf" srcId="{A494B921-3D2E-7E48-B121-4E212AB21511}" destId="{9144B958-E2A0-124A-95BF-4E85F8C48240}" srcOrd="1" destOrd="0" presId="urn:microsoft.com/office/officeart/2005/8/layout/orgChart1"/>
    <dgm:cxn modelId="{61A871DE-E4BF-5D4A-9D9D-A48185D24A3E}" type="presOf" srcId="{21FF9D61-5A26-B04E-83CA-324231B75393}" destId="{4FCBD547-222F-184C-BB8D-728B8805D43E}" srcOrd="0" destOrd="0" presId="urn:microsoft.com/office/officeart/2005/8/layout/orgChart1"/>
    <dgm:cxn modelId="{F55417E2-4302-6A47-B630-B66B03A5C9F1}" srcId="{8A5C4A9C-FB2B-C44A-9755-74A7E810F593}" destId="{D9FBFDB8-E90D-4A40-983D-4FDB959D0765}" srcOrd="3" destOrd="0" parTransId="{1421E6AB-EFDB-694D-9055-4EEAC40B84A2}" sibTransId="{5CD3F068-1F9F-7C4A-844F-385440EEE630}"/>
    <dgm:cxn modelId="{0BA5F9F3-B53F-8242-B867-C17DB1B5BB44}" type="presOf" srcId="{8A5C4A9C-FB2B-C44A-9755-74A7E810F593}" destId="{AA1BBB13-36E1-5D49-823F-BB7D65D8B69F}" srcOrd="0" destOrd="0" presId="urn:microsoft.com/office/officeart/2005/8/layout/orgChart1"/>
    <dgm:cxn modelId="{7D9A6D80-D9DF-2047-835A-765AA7C7A100}" type="presParOf" srcId="{46672629-E89A-C14F-B585-509FEAC9B57C}" destId="{0AA94C9B-9CEB-DE43-940D-F0FA86794F14}" srcOrd="0" destOrd="0" presId="urn:microsoft.com/office/officeart/2005/8/layout/orgChart1"/>
    <dgm:cxn modelId="{660A09F5-68EE-144C-8360-239BE99840A6}" type="presParOf" srcId="{0AA94C9B-9CEB-DE43-940D-F0FA86794F14}" destId="{DD11FC0B-3AB0-CA4B-8BB7-F25D23072CB4}" srcOrd="0" destOrd="0" presId="urn:microsoft.com/office/officeart/2005/8/layout/orgChart1"/>
    <dgm:cxn modelId="{30C7A134-75B2-104E-85C0-362F943171F1}" type="presParOf" srcId="{DD11FC0B-3AB0-CA4B-8BB7-F25D23072CB4}" destId="{AA1BBB13-36E1-5D49-823F-BB7D65D8B69F}" srcOrd="0" destOrd="0" presId="urn:microsoft.com/office/officeart/2005/8/layout/orgChart1"/>
    <dgm:cxn modelId="{4D128110-1B4B-7D4D-AD0B-301FB5F173D5}" type="presParOf" srcId="{DD11FC0B-3AB0-CA4B-8BB7-F25D23072CB4}" destId="{E9D7665D-8AD5-144A-9A1D-0ECCFCC32572}" srcOrd="1" destOrd="0" presId="urn:microsoft.com/office/officeart/2005/8/layout/orgChart1"/>
    <dgm:cxn modelId="{3E9E4F6B-B735-CF4B-BED5-21BC2F74D17D}" type="presParOf" srcId="{0AA94C9B-9CEB-DE43-940D-F0FA86794F14}" destId="{435CE1EE-1F67-5140-B58B-ABBDF3AAC0C6}" srcOrd="1" destOrd="0" presId="urn:microsoft.com/office/officeart/2005/8/layout/orgChart1"/>
    <dgm:cxn modelId="{CA1EF720-E38B-9A49-97F5-EE63111C28F1}" type="presParOf" srcId="{435CE1EE-1F67-5140-B58B-ABBDF3AAC0C6}" destId="{2D2C58FE-965F-4243-AAEE-7E36EC3E7090}" srcOrd="0" destOrd="0" presId="urn:microsoft.com/office/officeart/2005/8/layout/orgChart1"/>
    <dgm:cxn modelId="{03AEF679-6875-174A-ABB6-A30C92B19CB8}" type="presParOf" srcId="{435CE1EE-1F67-5140-B58B-ABBDF3AAC0C6}" destId="{59460C6A-2BC1-D648-BB25-A19B36658C3C}" srcOrd="1" destOrd="0" presId="urn:microsoft.com/office/officeart/2005/8/layout/orgChart1"/>
    <dgm:cxn modelId="{BE80D987-4F71-E146-9C14-46E61977713D}" type="presParOf" srcId="{59460C6A-2BC1-D648-BB25-A19B36658C3C}" destId="{A8F029ED-85EF-E94D-8B3B-FE1E72094F28}" srcOrd="0" destOrd="0" presId="urn:microsoft.com/office/officeart/2005/8/layout/orgChart1"/>
    <dgm:cxn modelId="{5438938F-11DD-5F46-ABBE-C4D7A63FCD40}" type="presParOf" srcId="{A8F029ED-85EF-E94D-8B3B-FE1E72094F28}" destId="{F867F5B4-7FA7-DA4B-9C11-82754ED44C6C}" srcOrd="0" destOrd="0" presId="urn:microsoft.com/office/officeart/2005/8/layout/orgChart1"/>
    <dgm:cxn modelId="{7A46FA46-7771-4540-9131-AB6615401832}" type="presParOf" srcId="{A8F029ED-85EF-E94D-8B3B-FE1E72094F28}" destId="{84DE192E-C211-664E-A381-8444E9B429E0}" srcOrd="1" destOrd="0" presId="urn:microsoft.com/office/officeart/2005/8/layout/orgChart1"/>
    <dgm:cxn modelId="{B7DF1823-CFAA-E443-AE18-6A7341D02141}" type="presParOf" srcId="{59460C6A-2BC1-D648-BB25-A19B36658C3C}" destId="{39564A22-B095-B940-8443-C4366BEC99DC}" srcOrd="1" destOrd="0" presId="urn:microsoft.com/office/officeart/2005/8/layout/orgChart1"/>
    <dgm:cxn modelId="{E40AD3E4-208C-B749-9EF8-E728393EDCAF}" type="presParOf" srcId="{59460C6A-2BC1-D648-BB25-A19B36658C3C}" destId="{608065DF-39C8-6140-ADB2-CDA2CA9B26B0}" srcOrd="2" destOrd="0" presId="urn:microsoft.com/office/officeart/2005/8/layout/orgChart1"/>
    <dgm:cxn modelId="{6675F00C-2CD8-F845-BAE0-AE133571F0C3}" type="presParOf" srcId="{435CE1EE-1F67-5140-B58B-ABBDF3AAC0C6}" destId="{82F06802-377A-884B-B851-5687789C0455}" srcOrd="2" destOrd="0" presId="urn:microsoft.com/office/officeart/2005/8/layout/orgChart1"/>
    <dgm:cxn modelId="{1C61E2A8-4033-364D-8236-72B7408F9254}" type="presParOf" srcId="{435CE1EE-1F67-5140-B58B-ABBDF3AAC0C6}" destId="{C3F6CA13-B1A7-CA49-9427-2911A706BA92}" srcOrd="3" destOrd="0" presId="urn:microsoft.com/office/officeart/2005/8/layout/orgChart1"/>
    <dgm:cxn modelId="{F60D8DFB-BB7A-B94D-AC62-C4D46A75BE16}" type="presParOf" srcId="{C3F6CA13-B1A7-CA49-9427-2911A706BA92}" destId="{C5A024EC-480D-9746-8EDE-1083F1038889}" srcOrd="0" destOrd="0" presId="urn:microsoft.com/office/officeart/2005/8/layout/orgChart1"/>
    <dgm:cxn modelId="{756BBAEC-329B-F34D-A16C-544C975A1406}" type="presParOf" srcId="{C5A024EC-480D-9746-8EDE-1083F1038889}" destId="{1833738D-4B22-6A45-94E9-4CD7BF51C83C}" srcOrd="0" destOrd="0" presId="urn:microsoft.com/office/officeart/2005/8/layout/orgChart1"/>
    <dgm:cxn modelId="{07FB23F5-7922-2846-A7E0-1D4008CD3270}" type="presParOf" srcId="{C5A024EC-480D-9746-8EDE-1083F1038889}" destId="{9144B958-E2A0-124A-95BF-4E85F8C48240}" srcOrd="1" destOrd="0" presId="urn:microsoft.com/office/officeart/2005/8/layout/orgChart1"/>
    <dgm:cxn modelId="{D2881E45-FFAD-854E-B8F8-18EDCDCC0887}" type="presParOf" srcId="{C3F6CA13-B1A7-CA49-9427-2911A706BA92}" destId="{1A03C227-CF2D-5B4E-A726-2172907C317D}" srcOrd="1" destOrd="0" presId="urn:microsoft.com/office/officeart/2005/8/layout/orgChart1"/>
    <dgm:cxn modelId="{268E71D3-F560-0B44-85A3-34EC6BDFFE44}" type="presParOf" srcId="{C3F6CA13-B1A7-CA49-9427-2911A706BA92}" destId="{9DBE7643-9E11-6E41-BE95-6B57F75EDF3E}" srcOrd="2" destOrd="0" presId="urn:microsoft.com/office/officeart/2005/8/layout/orgChart1"/>
    <dgm:cxn modelId="{FDA5BD15-98D7-E44F-9790-E93927AC018D}" type="presParOf" srcId="{435CE1EE-1F67-5140-B58B-ABBDF3AAC0C6}" destId="{DAAB976D-2F02-434B-B01B-E4F8737F3F97}" srcOrd="4" destOrd="0" presId="urn:microsoft.com/office/officeart/2005/8/layout/orgChart1"/>
    <dgm:cxn modelId="{6618BD3F-3243-6D43-AD2E-2B73B545E963}" type="presParOf" srcId="{435CE1EE-1F67-5140-B58B-ABBDF3AAC0C6}" destId="{177271D1-6505-7A40-8F82-2AF7B34342F1}" srcOrd="5" destOrd="0" presId="urn:microsoft.com/office/officeart/2005/8/layout/orgChart1"/>
    <dgm:cxn modelId="{139A21DB-E302-9A46-A9E9-C3067FE77A52}" type="presParOf" srcId="{177271D1-6505-7A40-8F82-2AF7B34342F1}" destId="{AD71F36C-B9A6-674E-95FF-23A1D614B31C}" srcOrd="0" destOrd="0" presId="urn:microsoft.com/office/officeart/2005/8/layout/orgChart1"/>
    <dgm:cxn modelId="{B7F200BB-90F4-8A4D-8D49-C6DF954E1B72}" type="presParOf" srcId="{AD71F36C-B9A6-674E-95FF-23A1D614B31C}" destId="{E4448B46-5EA9-A94F-9F85-D77AD7973DE3}" srcOrd="0" destOrd="0" presId="urn:microsoft.com/office/officeart/2005/8/layout/orgChart1"/>
    <dgm:cxn modelId="{B44FE779-6DEA-A94E-9D07-A4D0C066BA9E}" type="presParOf" srcId="{AD71F36C-B9A6-674E-95FF-23A1D614B31C}" destId="{949175DD-9B3C-E24C-A0EE-B9241B1D8AD8}" srcOrd="1" destOrd="0" presId="urn:microsoft.com/office/officeart/2005/8/layout/orgChart1"/>
    <dgm:cxn modelId="{17305E89-423B-384F-B0D9-E61382C14B62}" type="presParOf" srcId="{177271D1-6505-7A40-8F82-2AF7B34342F1}" destId="{A80D1BAB-429C-7D4B-9DF5-AB21C9FBA3B7}" srcOrd="1" destOrd="0" presId="urn:microsoft.com/office/officeart/2005/8/layout/orgChart1"/>
    <dgm:cxn modelId="{8890D9CC-B2FD-9143-9C0A-80994EED3D3E}" type="presParOf" srcId="{177271D1-6505-7A40-8F82-2AF7B34342F1}" destId="{6BAC0E86-4DB4-C149-960B-2683E1B96111}" srcOrd="2" destOrd="0" presId="urn:microsoft.com/office/officeart/2005/8/layout/orgChart1"/>
    <dgm:cxn modelId="{DFCFC976-F86B-404C-9BB6-1B4F23C50097}" type="presParOf" srcId="{0AA94C9B-9CEB-DE43-940D-F0FA86794F14}" destId="{09912111-81A3-0441-91B5-907B54AC4761}" srcOrd="2" destOrd="0" presId="urn:microsoft.com/office/officeart/2005/8/layout/orgChart1"/>
    <dgm:cxn modelId="{7BB25EEF-0844-AD48-B7F0-CD1A909D3B45}" type="presParOf" srcId="{09912111-81A3-0441-91B5-907B54AC4761}" destId="{4FCBD547-222F-184C-BB8D-728B8805D43E}" srcOrd="0" destOrd="0" presId="urn:microsoft.com/office/officeart/2005/8/layout/orgChart1"/>
    <dgm:cxn modelId="{CF7A0D11-03DD-3647-939B-823DF358BC0D}" type="presParOf" srcId="{09912111-81A3-0441-91B5-907B54AC4761}" destId="{21057A3D-93D7-BC46-8E49-4F8A1842B7D6}" srcOrd="1" destOrd="0" presId="urn:microsoft.com/office/officeart/2005/8/layout/orgChart1"/>
    <dgm:cxn modelId="{BFD43100-E557-3E4F-96C3-365E38A438C2}" type="presParOf" srcId="{21057A3D-93D7-BC46-8E49-4F8A1842B7D6}" destId="{7EB6EA04-E868-A045-B8ED-8FC3A5EB5C6A}" srcOrd="0" destOrd="0" presId="urn:microsoft.com/office/officeart/2005/8/layout/orgChart1"/>
    <dgm:cxn modelId="{71CD1A09-60E3-7D45-A77E-2528E6393DE0}" type="presParOf" srcId="{7EB6EA04-E868-A045-B8ED-8FC3A5EB5C6A}" destId="{4FD0D4A6-7E4F-254A-9633-98C2CF01965B}" srcOrd="0" destOrd="0" presId="urn:microsoft.com/office/officeart/2005/8/layout/orgChart1"/>
    <dgm:cxn modelId="{7434A7D6-9C55-1A4E-9602-005D48A33CD2}" type="presParOf" srcId="{7EB6EA04-E868-A045-B8ED-8FC3A5EB5C6A}" destId="{3318C5BB-0EC8-E545-BBAE-1F018122BD55}" srcOrd="1" destOrd="0" presId="urn:microsoft.com/office/officeart/2005/8/layout/orgChart1"/>
    <dgm:cxn modelId="{961178FB-36A7-AF48-A76B-B37ADCA63F81}" type="presParOf" srcId="{21057A3D-93D7-BC46-8E49-4F8A1842B7D6}" destId="{61F46FDF-46CE-9747-8D47-3BDEE683C033}" srcOrd="1" destOrd="0" presId="urn:microsoft.com/office/officeart/2005/8/layout/orgChart1"/>
    <dgm:cxn modelId="{F3AA4FCA-1290-424A-B6EA-EDBC04497ADE}" type="presParOf" srcId="{21057A3D-93D7-BC46-8E49-4F8A1842B7D6}" destId="{926551E6-EF09-DE4D-AE4B-1DE474C03123}" srcOrd="2" destOrd="0" presId="urn:microsoft.com/office/officeart/2005/8/layout/orgChart1"/>
  </dgm:cxnLst>
  <dgm:bg>
    <a:no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3941AB54-1911-7A46-A2A7-94C0BFEB732C}" type="doc">
      <dgm:prSet loTypeId="urn:microsoft.com/office/officeart/2005/8/layout/venn2" loCatId="" qsTypeId="urn:microsoft.com/office/officeart/2005/8/quickstyle/simple4" qsCatId="simple" csTypeId="urn:microsoft.com/office/officeart/2005/8/colors/accent0_3" csCatId="mainScheme" phldr="1"/>
      <dgm:spPr/>
      <dgm:t>
        <a:bodyPr/>
        <a:lstStyle/>
        <a:p>
          <a:endParaRPr lang="en-US"/>
        </a:p>
      </dgm:t>
    </dgm:pt>
    <dgm:pt modelId="{21553131-6F1C-B547-94AF-9D3195A2AE0F}">
      <dgm:prSet phldrT="[Text]" custT="1"/>
      <dgm:spPr>
        <a:noFill/>
        <a:ln w="28575">
          <a:solidFill>
            <a:schemeClr val="tx2"/>
          </a:solidFill>
        </a:ln>
      </dgm:spPr>
      <dgm:t>
        <a:bodyPr/>
        <a:lstStyle/>
        <a:p>
          <a:r>
            <a:rPr lang="en-US" sz="1400" dirty="0">
              <a:solidFill>
                <a:schemeClr val="tx1"/>
              </a:solidFill>
            </a:rPr>
            <a:t>First </a:t>
          </a:r>
          <a:br>
            <a:rPr lang="en-US" sz="1400" dirty="0">
              <a:solidFill>
                <a:schemeClr val="tx1"/>
              </a:solidFill>
            </a:rPr>
          </a:br>
          <a:r>
            <a:rPr lang="en-US" sz="1400" dirty="0">
              <a:solidFill>
                <a:schemeClr val="tx1"/>
              </a:solidFill>
            </a:rPr>
            <a:t>Aspect</a:t>
          </a:r>
        </a:p>
      </dgm:t>
    </dgm:pt>
    <dgm:pt modelId="{D03055C9-E660-E740-99C9-A198564D8F51}" type="parTrans" cxnId="{D3C811A2-8BF9-5F41-9EC6-AD4955D17B70}">
      <dgm:prSet/>
      <dgm:spPr/>
      <dgm:t>
        <a:bodyPr/>
        <a:lstStyle/>
        <a:p>
          <a:endParaRPr lang="en-US" sz="1400">
            <a:solidFill>
              <a:schemeClr val="tx1"/>
            </a:solidFill>
          </a:endParaRPr>
        </a:p>
      </dgm:t>
    </dgm:pt>
    <dgm:pt modelId="{7613DCF4-465B-564D-B029-FA0C175F6263}" type="sibTrans" cxnId="{D3C811A2-8BF9-5F41-9EC6-AD4955D17B70}">
      <dgm:prSet/>
      <dgm:spPr/>
      <dgm:t>
        <a:bodyPr/>
        <a:lstStyle/>
        <a:p>
          <a:endParaRPr lang="en-US" sz="1400">
            <a:solidFill>
              <a:schemeClr val="tx1"/>
            </a:solidFill>
          </a:endParaRPr>
        </a:p>
      </dgm:t>
    </dgm:pt>
    <dgm:pt modelId="{8299CB40-B120-1742-9B31-7AF4AFD2F243}">
      <dgm:prSet phldrT="[Text]" custT="1"/>
      <dgm:spPr>
        <a:noFill/>
        <a:ln w="28575">
          <a:solidFill>
            <a:schemeClr val="accent2"/>
          </a:solidFill>
        </a:ln>
      </dgm:spPr>
      <dgm:t>
        <a:bodyPr/>
        <a:lstStyle/>
        <a:p>
          <a:r>
            <a:rPr lang="en-US" sz="1400" dirty="0">
              <a:solidFill>
                <a:schemeClr val="tx1"/>
              </a:solidFill>
            </a:rPr>
            <a:t>Second Aspect</a:t>
          </a:r>
        </a:p>
      </dgm:t>
    </dgm:pt>
    <dgm:pt modelId="{409F2F6B-ACC9-C649-977B-2C6CF6065EB6}" type="parTrans" cxnId="{DC829EF0-8442-D142-9D98-3A21D5F00E44}">
      <dgm:prSet/>
      <dgm:spPr/>
      <dgm:t>
        <a:bodyPr/>
        <a:lstStyle/>
        <a:p>
          <a:endParaRPr lang="en-US" sz="1400">
            <a:solidFill>
              <a:schemeClr val="tx1"/>
            </a:solidFill>
          </a:endParaRPr>
        </a:p>
      </dgm:t>
    </dgm:pt>
    <dgm:pt modelId="{3F804525-870C-5D45-A354-739A7590E250}" type="sibTrans" cxnId="{DC829EF0-8442-D142-9D98-3A21D5F00E44}">
      <dgm:prSet/>
      <dgm:spPr/>
      <dgm:t>
        <a:bodyPr/>
        <a:lstStyle/>
        <a:p>
          <a:endParaRPr lang="en-US" sz="1400">
            <a:solidFill>
              <a:schemeClr val="tx1"/>
            </a:solidFill>
          </a:endParaRPr>
        </a:p>
      </dgm:t>
    </dgm:pt>
    <dgm:pt modelId="{1B2AC051-ADB6-864B-8EDF-F370BC852FC6}">
      <dgm:prSet phldrT="[Text]" custT="1"/>
      <dgm:spPr>
        <a:noFill/>
        <a:ln w="28575">
          <a:solidFill>
            <a:schemeClr val="accent3"/>
          </a:solidFill>
        </a:ln>
      </dgm:spPr>
      <dgm:t>
        <a:bodyPr/>
        <a:lstStyle/>
        <a:p>
          <a:r>
            <a:rPr lang="en-US" sz="1400" dirty="0">
              <a:solidFill>
                <a:schemeClr val="tx1"/>
              </a:solidFill>
            </a:rPr>
            <a:t>Third Aspect</a:t>
          </a:r>
        </a:p>
      </dgm:t>
    </dgm:pt>
    <dgm:pt modelId="{C256E36D-6CB5-EF4C-86E0-38254BD54EAD}" type="parTrans" cxnId="{55493D84-1222-C94A-8589-DC4E7E21B803}">
      <dgm:prSet/>
      <dgm:spPr/>
      <dgm:t>
        <a:bodyPr/>
        <a:lstStyle/>
        <a:p>
          <a:endParaRPr lang="en-US" sz="1400">
            <a:solidFill>
              <a:schemeClr val="tx1"/>
            </a:solidFill>
          </a:endParaRPr>
        </a:p>
      </dgm:t>
    </dgm:pt>
    <dgm:pt modelId="{9958A16C-E3B2-1243-AD6A-8939E2487436}" type="sibTrans" cxnId="{55493D84-1222-C94A-8589-DC4E7E21B803}">
      <dgm:prSet/>
      <dgm:spPr/>
      <dgm:t>
        <a:bodyPr/>
        <a:lstStyle/>
        <a:p>
          <a:endParaRPr lang="en-US" sz="1400">
            <a:solidFill>
              <a:schemeClr val="tx1"/>
            </a:solidFill>
          </a:endParaRPr>
        </a:p>
      </dgm:t>
    </dgm:pt>
    <dgm:pt modelId="{0838F22B-B89F-D34E-AA19-B204B0DD4249}">
      <dgm:prSet phldrT="[Text]" custT="1"/>
      <dgm:spPr>
        <a:solidFill>
          <a:schemeClr val="tx2"/>
        </a:solidFill>
        <a:ln w="28575">
          <a:noFill/>
        </a:ln>
      </dgm:spPr>
      <dgm:t>
        <a:bodyPr/>
        <a:lstStyle/>
        <a:p>
          <a:r>
            <a:rPr lang="en-US" sz="1400" dirty="0">
              <a:solidFill>
                <a:schemeClr val="bg1"/>
              </a:solidFill>
            </a:rPr>
            <a:t>Fourth Aspect</a:t>
          </a:r>
        </a:p>
      </dgm:t>
    </dgm:pt>
    <dgm:pt modelId="{BF22BA80-CCFB-0340-B330-71D8CD6FB972}" type="parTrans" cxnId="{FFB01ED5-D104-3743-A9F7-FDA0E0555006}">
      <dgm:prSet/>
      <dgm:spPr/>
      <dgm:t>
        <a:bodyPr/>
        <a:lstStyle/>
        <a:p>
          <a:endParaRPr lang="en-US" sz="1400">
            <a:solidFill>
              <a:schemeClr val="tx1"/>
            </a:solidFill>
          </a:endParaRPr>
        </a:p>
      </dgm:t>
    </dgm:pt>
    <dgm:pt modelId="{A742A116-2357-8840-B626-9E808A9CB902}" type="sibTrans" cxnId="{FFB01ED5-D104-3743-A9F7-FDA0E0555006}">
      <dgm:prSet/>
      <dgm:spPr/>
      <dgm:t>
        <a:bodyPr/>
        <a:lstStyle/>
        <a:p>
          <a:endParaRPr lang="en-US" sz="1400">
            <a:solidFill>
              <a:schemeClr val="tx1"/>
            </a:solidFill>
          </a:endParaRPr>
        </a:p>
      </dgm:t>
    </dgm:pt>
    <dgm:pt modelId="{BA78D310-9619-204F-91A4-21CE31FEDBBC}" type="pres">
      <dgm:prSet presAssocID="{3941AB54-1911-7A46-A2A7-94C0BFEB732C}" presName="Name0" presStyleCnt="0">
        <dgm:presLayoutVars>
          <dgm:chMax val="7"/>
          <dgm:resizeHandles val="exact"/>
        </dgm:presLayoutVars>
      </dgm:prSet>
      <dgm:spPr/>
    </dgm:pt>
    <dgm:pt modelId="{A62083B8-93AA-C64B-9AD5-546955DE2A3C}" type="pres">
      <dgm:prSet presAssocID="{3941AB54-1911-7A46-A2A7-94C0BFEB732C}" presName="comp1" presStyleCnt="0"/>
      <dgm:spPr/>
    </dgm:pt>
    <dgm:pt modelId="{CBDC1C1A-EBA1-C041-91B6-DB84A72A1EA4}" type="pres">
      <dgm:prSet presAssocID="{3941AB54-1911-7A46-A2A7-94C0BFEB732C}" presName="circle1" presStyleLbl="node1" presStyleIdx="0" presStyleCnt="4" custLinFactNeighborY="1053"/>
      <dgm:spPr/>
    </dgm:pt>
    <dgm:pt modelId="{DF03A849-1D46-4745-9837-08F03C5DC6B0}" type="pres">
      <dgm:prSet presAssocID="{3941AB54-1911-7A46-A2A7-94C0BFEB732C}" presName="c1text" presStyleLbl="node1" presStyleIdx="0" presStyleCnt="4">
        <dgm:presLayoutVars>
          <dgm:bulletEnabled val="1"/>
        </dgm:presLayoutVars>
      </dgm:prSet>
      <dgm:spPr/>
    </dgm:pt>
    <dgm:pt modelId="{D77DED1B-5635-764D-8831-462975B037A8}" type="pres">
      <dgm:prSet presAssocID="{3941AB54-1911-7A46-A2A7-94C0BFEB732C}" presName="comp2" presStyleCnt="0"/>
      <dgm:spPr/>
    </dgm:pt>
    <dgm:pt modelId="{19D3CC6C-315D-6D46-A1D0-2DDEC1C7A2BA}" type="pres">
      <dgm:prSet presAssocID="{3941AB54-1911-7A46-A2A7-94C0BFEB732C}" presName="circle2" presStyleLbl="node1" presStyleIdx="1" presStyleCnt="4" custLinFactNeighborY="1316"/>
      <dgm:spPr/>
    </dgm:pt>
    <dgm:pt modelId="{D105EAA0-84D8-D842-918D-571852F12DD0}" type="pres">
      <dgm:prSet presAssocID="{3941AB54-1911-7A46-A2A7-94C0BFEB732C}" presName="c2text" presStyleLbl="node1" presStyleIdx="1" presStyleCnt="4">
        <dgm:presLayoutVars>
          <dgm:bulletEnabled val="1"/>
        </dgm:presLayoutVars>
      </dgm:prSet>
      <dgm:spPr/>
    </dgm:pt>
    <dgm:pt modelId="{AA52D8A2-7DFE-5149-BA8B-72B1E7881D15}" type="pres">
      <dgm:prSet presAssocID="{3941AB54-1911-7A46-A2A7-94C0BFEB732C}" presName="comp3" presStyleCnt="0"/>
      <dgm:spPr/>
    </dgm:pt>
    <dgm:pt modelId="{87FD9542-8FD3-C842-BF99-47B1884B62F8}" type="pres">
      <dgm:prSet presAssocID="{3941AB54-1911-7A46-A2A7-94C0BFEB732C}" presName="circle3" presStyleLbl="node1" presStyleIdx="2" presStyleCnt="4" custLinFactNeighborY="1755"/>
      <dgm:spPr/>
    </dgm:pt>
    <dgm:pt modelId="{C7D44A12-3EFE-4E4C-831D-020F89A9983E}" type="pres">
      <dgm:prSet presAssocID="{3941AB54-1911-7A46-A2A7-94C0BFEB732C}" presName="c3text" presStyleLbl="node1" presStyleIdx="2" presStyleCnt="4">
        <dgm:presLayoutVars>
          <dgm:bulletEnabled val="1"/>
        </dgm:presLayoutVars>
      </dgm:prSet>
      <dgm:spPr/>
    </dgm:pt>
    <dgm:pt modelId="{5988B638-B00F-0847-8A5F-8D9F2CC78924}" type="pres">
      <dgm:prSet presAssocID="{3941AB54-1911-7A46-A2A7-94C0BFEB732C}" presName="comp4" presStyleCnt="0"/>
      <dgm:spPr/>
    </dgm:pt>
    <dgm:pt modelId="{80C83430-0DBD-4F49-9E64-0C82594BD9F0}" type="pres">
      <dgm:prSet presAssocID="{3941AB54-1911-7A46-A2A7-94C0BFEB732C}" presName="circle4" presStyleLbl="node1" presStyleIdx="3" presStyleCnt="4" custLinFactNeighborY="2632"/>
      <dgm:spPr/>
    </dgm:pt>
    <dgm:pt modelId="{0C21EA50-DE30-B440-B044-77530B27AB9B}" type="pres">
      <dgm:prSet presAssocID="{3941AB54-1911-7A46-A2A7-94C0BFEB732C}" presName="c4text" presStyleLbl="node1" presStyleIdx="3" presStyleCnt="4">
        <dgm:presLayoutVars>
          <dgm:bulletEnabled val="1"/>
        </dgm:presLayoutVars>
      </dgm:prSet>
      <dgm:spPr/>
    </dgm:pt>
  </dgm:ptLst>
  <dgm:cxnLst>
    <dgm:cxn modelId="{85821111-C10A-4AD1-88DE-8AF81FFFE14F}" type="presOf" srcId="{0838F22B-B89F-D34E-AA19-B204B0DD4249}" destId="{80C83430-0DBD-4F49-9E64-0C82594BD9F0}" srcOrd="0" destOrd="0" presId="urn:microsoft.com/office/officeart/2005/8/layout/venn2"/>
    <dgm:cxn modelId="{D7999A5C-9534-4023-865C-B44630356A1D}" type="presOf" srcId="{8299CB40-B120-1742-9B31-7AF4AFD2F243}" destId="{19D3CC6C-315D-6D46-A1D0-2DDEC1C7A2BA}" srcOrd="0" destOrd="0" presId="urn:microsoft.com/office/officeart/2005/8/layout/venn2"/>
    <dgm:cxn modelId="{1C548545-AA2F-49E1-B13B-7C6F7FA4B7F9}" type="presOf" srcId="{1B2AC051-ADB6-864B-8EDF-F370BC852FC6}" destId="{87FD9542-8FD3-C842-BF99-47B1884B62F8}" srcOrd="0" destOrd="0" presId="urn:microsoft.com/office/officeart/2005/8/layout/venn2"/>
    <dgm:cxn modelId="{88D38F6B-5156-47D2-AA25-59A0B7114625}" type="presOf" srcId="{8299CB40-B120-1742-9B31-7AF4AFD2F243}" destId="{D105EAA0-84D8-D842-918D-571852F12DD0}" srcOrd="1" destOrd="0" presId="urn:microsoft.com/office/officeart/2005/8/layout/venn2"/>
    <dgm:cxn modelId="{8A1EFE50-3B5A-42E3-A8C2-16384AF0980B}" type="presOf" srcId="{1B2AC051-ADB6-864B-8EDF-F370BC852FC6}" destId="{C7D44A12-3EFE-4E4C-831D-020F89A9983E}" srcOrd="1" destOrd="0" presId="urn:microsoft.com/office/officeart/2005/8/layout/venn2"/>
    <dgm:cxn modelId="{55493D84-1222-C94A-8589-DC4E7E21B803}" srcId="{3941AB54-1911-7A46-A2A7-94C0BFEB732C}" destId="{1B2AC051-ADB6-864B-8EDF-F370BC852FC6}" srcOrd="2" destOrd="0" parTransId="{C256E36D-6CB5-EF4C-86E0-38254BD54EAD}" sibTransId="{9958A16C-E3B2-1243-AD6A-8939E2487436}"/>
    <dgm:cxn modelId="{03BCDA92-7B76-4B84-977C-B601850C49C0}" type="presOf" srcId="{21553131-6F1C-B547-94AF-9D3195A2AE0F}" destId="{CBDC1C1A-EBA1-C041-91B6-DB84A72A1EA4}" srcOrd="0" destOrd="0" presId="urn:microsoft.com/office/officeart/2005/8/layout/venn2"/>
    <dgm:cxn modelId="{D3C811A2-8BF9-5F41-9EC6-AD4955D17B70}" srcId="{3941AB54-1911-7A46-A2A7-94C0BFEB732C}" destId="{21553131-6F1C-B547-94AF-9D3195A2AE0F}" srcOrd="0" destOrd="0" parTransId="{D03055C9-E660-E740-99C9-A198564D8F51}" sibTransId="{7613DCF4-465B-564D-B029-FA0C175F6263}"/>
    <dgm:cxn modelId="{2A8A25AA-1B6E-4E04-A00A-EA0BB3642936}" type="presOf" srcId="{0838F22B-B89F-D34E-AA19-B204B0DD4249}" destId="{0C21EA50-DE30-B440-B044-77530B27AB9B}" srcOrd="1" destOrd="0" presId="urn:microsoft.com/office/officeart/2005/8/layout/venn2"/>
    <dgm:cxn modelId="{227C3ABB-AD20-42E0-B609-6E850DEE432D}" type="presOf" srcId="{3941AB54-1911-7A46-A2A7-94C0BFEB732C}" destId="{BA78D310-9619-204F-91A4-21CE31FEDBBC}" srcOrd="0" destOrd="0" presId="urn:microsoft.com/office/officeart/2005/8/layout/venn2"/>
    <dgm:cxn modelId="{D051B6C1-2517-4A99-992C-67DE978E3497}" type="presOf" srcId="{21553131-6F1C-B547-94AF-9D3195A2AE0F}" destId="{DF03A849-1D46-4745-9837-08F03C5DC6B0}" srcOrd="1" destOrd="0" presId="urn:microsoft.com/office/officeart/2005/8/layout/venn2"/>
    <dgm:cxn modelId="{FFB01ED5-D104-3743-A9F7-FDA0E0555006}" srcId="{3941AB54-1911-7A46-A2A7-94C0BFEB732C}" destId="{0838F22B-B89F-D34E-AA19-B204B0DD4249}" srcOrd="3" destOrd="0" parTransId="{BF22BA80-CCFB-0340-B330-71D8CD6FB972}" sibTransId="{A742A116-2357-8840-B626-9E808A9CB902}"/>
    <dgm:cxn modelId="{DC829EF0-8442-D142-9D98-3A21D5F00E44}" srcId="{3941AB54-1911-7A46-A2A7-94C0BFEB732C}" destId="{8299CB40-B120-1742-9B31-7AF4AFD2F243}" srcOrd="1" destOrd="0" parTransId="{409F2F6B-ACC9-C649-977B-2C6CF6065EB6}" sibTransId="{3F804525-870C-5D45-A354-739A7590E250}"/>
    <dgm:cxn modelId="{44D304E2-6E7D-4F31-8464-B14FCA4010F2}" type="presParOf" srcId="{BA78D310-9619-204F-91A4-21CE31FEDBBC}" destId="{A62083B8-93AA-C64B-9AD5-546955DE2A3C}" srcOrd="0" destOrd="0" presId="urn:microsoft.com/office/officeart/2005/8/layout/venn2"/>
    <dgm:cxn modelId="{16925F6B-EED6-40D9-B5D0-1C30A2E3E19B}" type="presParOf" srcId="{A62083B8-93AA-C64B-9AD5-546955DE2A3C}" destId="{CBDC1C1A-EBA1-C041-91B6-DB84A72A1EA4}" srcOrd="0" destOrd="0" presId="urn:microsoft.com/office/officeart/2005/8/layout/venn2"/>
    <dgm:cxn modelId="{41F6EA54-2190-4170-9637-44D58E8752A4}" type="presParOf" srcId="{A62083B8-93AA-C64B-9AD5-546955DE2A3C}" destId="{DF03A849-1D46-4745-9837-08F03C5DC6B0}" srcOrd="1" destOrd="0" presId="urn:microsoft.com/office/officeart/2005/8/layout/venn2"/>
    <dgm:cxn modelId="{3C4665C7-35A2-485E-AACB-DF5413C85FD6}" type="presParOf" srcId="{BA78D310-9619-204F-91A4-21CE31FEDBBC}" destId="{D77DED1B-5635-764D-8831-462975B037A8}" srcOrd="1" destOrd="0" presId="urn:microsoft.com/office/officeart/2005/8/layout/venn2"/>
    <dgm:cxn modelId="{6DEF8475-3F24-41A2-B3B0-C2318679561D}" type="presParOf" srcId="{D77DED1B-5635-764D-8831-462975B037A8}" destId="{19D3CC6C-315D-6D46-A1D0-2DDEC1C7A2BA}" srcOrd="0" destOrd="0" presId="urn:microsoft.com/office/officeart/2005/8/layout/venn2"/>
    <dgm:cxn modelId="{78705122-158B-49A1-AA24-A4C20389390A}" type="presParOf" srcId="{D77DED1B-5635-764D-8831-462975B037A8}" destId="{D105EAA0-84D8-D842-918D-571852F12DD0}" srcOrd="1" destOrd="0" presId="urn:microsoft.com/office/officeart/2005/8/layout/venn2"/>
    <dgm:cxn modelId="{2FD1FECD-D7C4-49CC-A93A-C69B5E9C3435}" type="presParOf" srcId="{BA78D310-9619-204F-91A4-21CE31FEDBBC}" destId="{AA52D8A2-7DFE-5149-BA8B-72B1E7881D15}" srcOrd="2" destOrd="0" presId="urn:microsoft.com/office/officeart/2005/8/layout/venn2"/>
    <dgm:cxn modelId="{94939591-8C47-4640-B833-022EF15A70D1}" type="presParOf" srcId="{AA52D8A2-7DFE-5149-BA8B-72B1E7881D15}" destId="{87FD9542-8FD3-C842-BF99-47B1884B62F8}" srcOrd="0" destOrd="0" presId="urn:microsoft.com/office/officeart/2005/8/layout/venn2"/>
    <dgm:cxn modelId="{3BCB2EED-C182-49A3-BF3B-DCF41E5F21BA}" type="presParOf" srcId="{AA52D8A2-7DFE-5149-BA8B-72B1E7881D15}" destId="{C7D44A12-3EFE-4E4C-831D-020F89A9983E}" srcOrd="1" destOrd="0" presId="urn:microsoft.com/office/officeart/2005/8/layout/venn2"/>
    <dgm:cxn modelId="{70C1067D-5754-4BEB-A0A0-50A8733F29F8}" type="presParOf" srcId="{BA78D310-9619-204F-91A4-21CE31FEDBBC}" destId="{5988B638-B00F-0847-8A5F-8D9F2CC78924}" srcOrd="3" destOrd="0" presId="urn:microsoft.com/office/officeart/2005/8/layout/venn2"/>
    <dgm:cxn modelId="{2E855C2E-C638-4ECC-A4EC-B953B79F478A}" type="presParOf" srcId="{5988B638-B00F-0847-8A5F-8D9F2CC78924}" destId="{80C83430-0DBD-4F49-9E64-0C82594BD9F0}" srcOrd="0" destOrd="0" presId="urn:microsoft.com/office/officeart/2005/8/layout/venn2"/>
    <dgm:cxn modelId="{043FF7F5-F1D6-41B7-97D2-DF197074C0A7}" type="presParOf" srcId="{5988B638-B00F-0847-8A5F-8D9F2CC78924}" destId="{0C21EA50-DE30-B440-B044-77530B27AB9B}" srcOrd="1" destOrd="0" presId="urn:microsoft.com/office/officeart/2005/8/layout/ven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256A23EC-E7F7-4DEB-8438-E7997BE2C11E}" type="doc">
      <dgm:prSet loTypeId="urn:microsoft.com/office/officeart/2005/8/layout/cycle2" loCatId="cycle" qsTypeId="urn:microsoft.com/office/officeart/2005/8/quickstyle/simple1" qsCatId="simple" csTypeId="urn:microsoft.com/office/officeart/2005/8/colors/accent0_3" csCatId="mainScheme" phldr="1"/>
      <dgm:spPr/>
      <dgm:t>
        <a:bodyPr/>
        <a:lstStyle/>
        <a:p>
          <a:endParaRPr lang="en-US"/>
        </a:p>
      </dgm:t>
    </dgm:pt>
    <dgm:pt modelId="{B60A0BF6-EBD1-4B24-A815-B3A0346907A2}">
      <dgm:prSet phldrT="[Text]" custT="1"/>
      <dgm:spPr/>
      <dgm:t>
        <a:bodyPr/>
        <a:lstStyle/>
        <a:p>
          <a:pPr>
            <a:lnSpc>
              <a:spcPct val="100000"/>
            </a:lnSpc>
          </a:pPr>
          <a:r>
            <a:rPr lang="en-US" sz="1400" b="1" i="0">
              <a:latin typeface="+mn-lt"/>
            </a:rPr>
            <a:t>Start</a:t>
          </a:r>
          <a:endParaRPr lang="en-US" sz="2000" b="1" i="0" dirty="0">
            <a:latin typeface="+mn-lt"/>
          </a:endParaRPr>
        </a:p>
      </dgm:t>
    </dgm:pt>
    <dgm:pt modelId="{E70E0429-4144-4E43-91D3-0F342858F588}" type="parTrans" cxnId="{286736CA-8A47-4EC2-A29B-B1A3790655C1}">
      <dgm:prSet/>
      <dgm:spPr/>
      <dgm:t>
        <a:bodyPr/>
        <a:lstStyle/>
        <a:p>
          <a:pPr>
            <a:lnSpc>
              <a:spcPct val="100000"/>
            </a:lnSpc>
          </a:pPr>
          <a:endParaRPr lang="en-US">
            <a:latin typeface="+mn-lt"/>
          </a:endParaRPr>
        </a:p>
      </dgm:t>
    </dgm:pt>
    <dgm:pt modelId="{9E743E37-A093-4734-8885-A81E4316F2A7}" type="sibTrans" cxnId="{286736CA-8A47-4EC2-A29B-B1A3790655C1}">
      <dgm:prSet/>
      <dgm:spPr>
        <a:solidFill>
          <a:schemeClr val="accent2"/>
        </a:solidFill>
      </dgm:spPr>
      <dgm:t>
        <a:bodyPr/>
        <a:lstStyle/>
        <a:p>
          <a:pPr>
            <a:lnSpc>
              <a:spcPct val="100000"/>
            </a:lnSpc>
          </a:pPr>
          <a:endParaRPr lang="en-US" dirty="0">
            <a:latin typeface="+mn-lt"/>
          </a:endParaRPr>
        </a:p>
      </dgm:t>
    </dgm:pt>
    <dgm:pt modelId="{DC0350D5-364C-4D38-A4AD-71DFD0EE64C1}">
      <dgm:prSet phldrT="[Text]" custT="1"/>
      <dgm:spPr/>
      <dgm:t>
        <a:bodyPr/>
        <a:lstStyle/>
        <a:p>
          <a:pPr>
            <a:lnSpc>
              <a:spcPct val="100000"/>
            </a:lnSpc>
          </a:pPr>
          <a:r>
            <a:rPr lang="en-US" sz="1400" b="1" i="0">
              <a:latin typeface="+mn-lt"/>
            </a:rPr>
            <a:t>One</a:t>
          </a:r>
          <a:endParaRPr lang="en-US" sz="1400" b="1" i="0" dirty="0">
            <a:latin typeface="+mn-lt"/>
          </a:endParaRPr>
        </a:p>
      </dgm:t>
    </dgm:pt>
    <dgm:pt modelId="{4068D446-4848-43A7-9D36-5FD8DF278F42}" type="parTrans" cxnId="{8121492C-55F0-4B3A-9CEC-210928C644A7}">
      <dgm:prSet/>
      <dgm:spPr/>
      <dgm:t>
        <a:bodyPr/>
        <a:lstStyle/>
        <a:p>
          <a:pPr>
            <a:lnSpc>
              <a:spcPct val="100000"/>
            </a:lnSpc>
          </a:pPr>
          <a:endParaRPr lang="en-US">
            <a:latin typeface="+mn-lt"/>
          </a:endParaRPr>
        </a:p>
      </dgm:t>
    </dgm:pt>
    <dgm:pt modelId="{D9E1B0E5-A8BF-4BBB-81E1-E24BB06559E4}" type="sibTrans" cxnId="{8121492C-55F0-4B3A-9CEC-210928C644A7}">
      <dgm:prSet/>
      <dgm:spPr>
        <a:solidFill>
          <a:schemeClr val="accent2"/>
        </a:solidFill>
      </dgm:spPr>
      <dgm:t>
        <a:bodyPr/>
        <a:lstStyle/>
        <a:p>
          <a:pPr>
            <a:lnSpc>
              <a:spcPct val="100000"/>
            </a:lnSpc>
          </a:pPr>
          <a:endParaRPr lang="en-US" dirty="0">
            <a:latin typeface="+mn-lt"/>
          </a:endParaRPr>
        </a:p>
      </dgm:t>
    </dgm:pt>
    <dgm:pt modelId="{8452D4E6-65E5-48F0-9835-29BDC83019C5}">
      <dgm:prSet phldrT="[Text]" custT="1"/>
      <dgm:spPr/>
      <dgm:t>
        <a:bodyPr/>
        <a:lstStyle/>
        <a:p>
          <a:pPr>
            <a:lnSpc>
              <a:spcPct val="100000"/>
            </a:lnSpc>
          </a:pPr>
          <a:r>
            <a:rPr lang="en-US" sz="1400" b="1" i="0">
              <a:latin typeface="+mn-lt"/>
            </a:rPr>
            <a:t>Two</a:t>
          </a:r>
          <a:endParaRPr lang="en-US" sz="1400" b="1" i="0" dirty="0">
            <a:latin typeface="+mn-lt"/>
          </a:endParaRPr>
        </a:p>
      </dgm:t>
    </dgm:pt>
    <dgm:pt modelId="{17DD284F-6242-4EAA-A581-18F3FD737DDB}" type="parTrans" cxnId="{124173CF-C47F-48E5-A1E6-B47180DD97E1}">
      <dgm:prSet/>
      <dgm:spPr/>
      <dgm:t>
        <a:bodyPr/>
        <a:lstStyle/>
        <a:p>
          <a:pPr>
            <a:lnSpc>
              <a:spcPct val="100000"/>
            </a:lnSpc>
          </a:pPr>
          <a:endParaRPr lang="en-US">
            <a:latin typeface="+mn-lt"/>
          </a:endParaRPr>
        </a:p>
      </dgm:t>
    </dgm:pt>
    <dgm:pt modelId="{684C9528-31CC-4593-BCC0-2C3712C70754}" type="sibTrans" cxnId="{124173CF-C47F-48E5-A1E6-B47180DD97E1}">
      <dgm:prSet/>
      <dgm:spPr>
        <a:solidFill>
          <a:schemeClr val="accent2"/>
        </a:solidFill>
      </dgm:spPr>
      <dgm:t>
        <a:bodyPr/>
        <a:lstStyle/>
        <a:p>
          <a:pPr>
            <a:lnSpc>
              <a:spcPct val="100000"/>
            </a:lnSpc>
          </a:pPr>
          <a:endParaRPr lang="en-US" dirty="0">
            <a:latin typeface="+mn-lt"/>
          </a:endParaRPr>
        </a:p>
      </dgm:t>
    </dgm:pt>
    <dgm:pt modelId="{C428F817-E67D-4E77-889A-C3F29854A30F}">
      <dgm:prSet phldrT="[Text]" custT="1"/>
      <dgm:spPr/>
      <dgm:t>
        <a:bodyPr/>
        <a:lstStyle/>
        <a:p>
          <a:pPr>
            <a:lnSpc>
              <a:spcPct val="100000"/>
            </a:lnSpc>
          </a:pPr>
          <a:r>
            <a:rPr lang="en-US" sz="1400" b="1" i="0">
              <a:latin typeface="+mn-lt"/>
            </a:rPr>
            <a:t>Three</a:t>
          </a:r>
          <a:endParaRPr lang="en-US" sz="1400" b="1" i="0" dirty="0">
            <a:latin typeface="+mn-lt"/>
          </a:endParaRPr>
        </a:p>
      </dgm:t>
    </dgm:pt>
    <dgm:pt modelId="{EA287F2E-27FA-447E-9ED9-50095BBE7ECC}" type="parTrans" cxnId="{68EF977D-A3F9-4F3B-B12D-4752810A5C30}">
      <dgm:prSet/>
      <dgm:spPr/>
      <dgm:t>
        <a:bodyPr/>
        <a:lstStyle/>
        <a:p>
          <a:pPr>
            <a:lnSpc>
              <a:spcPct val="100000"/>
            </a:lnSpc>
          </a:pPr>
          <a:endParaRPr lang="en-US">
            <a:latin typeface="+mn-lt"/>
          </a:endParaRPr>
        </a:p>
      </dgm:t>
    </dgm:pt>
    <dgm:pt modelId="{79198668-35E5-4350-B77C-05446D0AA80C}" type="sibTrans" cxnId="{68EF977D-A3F9-4F3B-B12D-4752810A5C30}">
      <dgm:prSet/>
      <dgm:spPr>
        <a:solidFill>
          <a:schemeClr val="accent2"/>
        </a:solidFill>
      </dgm:spPr>
      <dgm:t>
        <a:bodyPr/>
        <a:lstStyle/>
        <a:p>
          <a:pPr>
            <a:lnSpc>
              <a:spcPct val="100000"/>
            </a:lnSpc>
          </a:pPr>
          <a:endParaRPr lang="en-US" dirty="0">
            <a:latin typeface="+mn-lt"/>
          </a:endParaRPr>
        </a:p>
      </dgm:t>
    </dgm:pt>
    <dgm:pt modelId="{10E0F803-2749-4583-AB99-534AC46B49EE}">
      <dgm:prSet phldrT="[Text]" custT="1"/>
      <dgm:spPr/>
      <dgm:t>
        <a:bodyPr/>
        <a:lstStyle/>
        <a:p>
          <a:pPr>
            <a:lnSpc>
              <a:spcPct val="100000"/>
            </a:lnSpc>
          </a:pPr>
          <a:r>
            <a:rPr lang="en-US" sz="1400" b="1" i="0">
              <a:latin typeface="+mn-lt"/>
            </a:rPr>
            <a:t>Four</a:t>
          </a:r>
          <a:endParaRPr lang="en-US" sz="1400" b="1" i="0" dirty="0">
            <a:latin typeface="+mn-lt"/>
          </a:endParaRPr>
        </a:p>
      </dgm:t>
    </dgm:pt>
    <dgm:pt modelId="{4F6B1463-19F3-491E-9964-8D71C52DCB74}" type="parTrans" cxnId="{D8681720-4A72-40EC-8C09-F34168C1D1DF}">
      <dgm:prSet/>
      <dgm:spPr/>
      <dgm:t>
        <a:bodyPr/>
        <a:lstStyle/>
        <a:p>
          <a:pPr>
            <a:lnSpc>
              <a:spcPct val="100000"/>
            </a:lnSpc>
          </a:pPr>
          <a:endParaRPr lang="en-US">
            <a:latin typeface="+mn-lt"/>
          </a:endParaRPr>
        </a:p>
      </dgm:t>
    </dgm:pt>
    <dgm:pt modelId="{BFB6E61A-DD09-469C-9702-CB4DE59FA411}" type="sibTrans" cxnId="{D8681720-4A72-40EC-8C09-F34168C1D1DF}">
      <dgm:prSet/>
      <dgm:spPr>
        <a:solidFill>
          <a:schemeClr val="accent2"/>
        </a:solidFill>
      </dgm:spPr>
      <dgm:t>
        <a:bodyPr/>
        <a:lstStyle/>
        <a:p>
          <a:pPr>
            <a:lnSpc>
              <a:spcPct val="100000"/>
            </a:lnSpc>
          </a:pPr>
          <a:endParaRPr lang="en-US" dirty="0">
            <a:latin typeface="+mn-lt"/>
          </a:endParaRPr>
        </a:p>
      </dgm:t>
    </dgm:pt>
    <dgm:pt modelId="{951E5746-C769-426B-B3C1-58B6BFBBE9D2}" type="pres">
      <dgm:prSet presAssocID="{256A23EC-E7F7-4DEB-8438-E7997BE2C11E}" presName="cycle" presStyleCnt="0">
        <dgm:presLayoutVars>
          <dgm:dir/>
          <dgm:resizeHandles val="exact"/>
        </dgm:presLayoutVars>
      </dgm:prSet>
      <dgm:spPr/>
    </dgm:pt>
    <dgm:pt modelId="{E3EBF4FB-A02F-4C40-BB2D-0D2405A3B412}" type="pres">
      <dgm:prSet presAssocID="{B60A0BF6-EBD1-4B24-A815-B3A0346907A2}" presName="node" presStyleLbl="node1" presStyleIdx="0" presStyleCnt="5" custScaleX="98880" custScaleY="98880">
        <dgm:presLayoutVars>
          <dgm:bulletEnabled val="1"/>
        </dgm:presLayoutVars>
      </dgm:prSet>
      <dgm:spPr/>
    </dgm:pt>
    <dgm:pt modelId="{99439594-A463-4AB3-812E-6895444151B8}" type="pres">
      <dgm:prSet presAssocID="{9E743E37-A093-4734-8885-A81E4316F2A7}" presName="sibTrans" presStyleLbl="sibTrans2D1" presStyleIdx="0" presStyleCnt="5" custScaleY="26361"/>
      <dgm:spPr/>
    </dgm:pt>
    <dgm:pt modelId="{E98E7378-90E2-49D3-BD13-809808626ABA}" type="pres">
      <dgm:prSet presAssocID="{9E743E37-A093-4734-8885-A81E4316F2A7}" presName="connectorText" presStyleLbl="sibTrans2D1" presStyleIdx="0" presStyleCnt="5"/>
      <dgm:spPr/>
    </dgm:pt>
    <dgm:pt modelId="{CB0F1E3B-C657-4936-9AE9-7F01E2D51E90}" type="pres">
      <dgm:prSet presAssocID="{DC0350D5-364C-4D38-A4AD-71DFD0EE64C1}" presName="node" presStyleLbl="node1" presStyleIdx="1" presStyleCnt="5" custScaleX="98880" custScaleY="98880">
        <dgm:presLayoutVars>
          <dgm:bulletEnabled val="1"/>
        </dgm:presLayoutVars>
      </dgm:prSet>
      <dgm:spPr/>
    </dgm:pt>
    <dgm:pt modelId="{0F259C98-64AC-49A4-AD1A-FA6E5020C11F}" type="pres">
      <dgm:prSet presAssocID="{D9E1B0E5-A8BF-4BBB-81E1-E24BB06559E4}" presName="sibTrans" presStyleLbl="sibTrans2D1" presStyleIdx="1" presStyleCnt="5" custScaleY="26361"/>
      <dgm:spPr/>
    </dgm:pt>
    <dgm:pt modelId="{ED77D782-5FA1-49A4-9DAA-D91F756D1F74}" type="pres">
      <dgm:prSet presAssocID="{D9E1B0E5-A8BF-4BBB-81E1-E24BB06559E4}" presName="connectorText" presStyleLbl="sibTrans2D1" presStyleIdx="1" presStyleCnt="5"/>
      <dgm:spPr/>
    </dgm:pt>
    <dgm:pt modelId="{527AE808-EA10-4F96-9CB9-6D06B3BA4905}" type="pres">
      <dgm:prSet presAssocID="{8452D4E6-65E5-48F0-9835-29BDC83019C5}" presName="node" presStyleLbl="node1" presStyleIdx="2" presStyleCnt="5" custScaleX="98880" custScaleY="98880">
        <dgm:presLayoutVars>
          <dgm:bulletEnabled val="1"/>
        </dgm:presLayoutVars>
      </dgm:prSet>
      <dgm:spPr/>
    </dgm:pt>
    <dgm:pt modelId="{CF49864E-0ADD-412A-B299-3927602A0B2A}" type="pres">
      <dgm:prSet presAssocID="{684C9528-31CC-4593-BCC0-2C3712C70754}" presName="sibTrans" presStyleLbl="sibTrans2D1" presStyleIdx="2" presStyleCnt="5" custScaleY="26361"/>
      <dgm:spPr/>
    </dgm:pt>
    <dgm:pt modelId="{D665245C-BED9-4706-AE7F-F37AF08FE920}" type="pres">
      <dgm:prSet presAssocID="{684C9528-31CC-4593-BCC0-2C3712C70754}" presName="connectorText" presStyleLbl="sibTrans2D1" presStyleIdx="2" presStyleCnt="5"/>
      <dgm:spPr/>
    </dgm:pt>
    <dgm:pt modelId="{E49F0149-D944-4661-81FE-6B2A2B5B41C6}" type="pres">
      <dgm:prSet presAssocID="{C428F817-E67D-4E77-889A-C3F29854A30F}" presName="node" presStyleLbl="node1" presStyleIdx="3" presStyleCnt="5" custScaleX="98880" custScaleY="98880">
        <dgm:presLayoutVars>
          <dgm:bulletEnabled val="1"/>
        </dgm:presLayoutVars>
      </dgm:prSet>
      <dgm:spPr/>
    </dgm:pt>
    <dgm:pt modelId="{309AFB6A-7B89-4AFB-B90B-D28E39B2164D}" type="pres">
      <dgm:prSet presAssocID="{79198668-35E5-4350-B77C-05446D0AA80C}" presName="sibTrans" presStyleLbl="sibTrans2D1" presStyleIdx="3" presStyleCnt="5" custScaleY="26361"/>
      <dgm:spPr/>
    </dgm:pt>
    <dgm:pt modelId="{7842E039-3162-4E82-BC2B-FB032F9775AC}" type="pres">
      <dgm:prSet presAssocID="{79198668-35E5-4350-B77C-05446D0AA80C}" presName="connectorText" presStyleLbl="sibTrans2D1" presStyleIdx="3" presStyleCnt="5"/>
      <dgm:spPr/>
    </dgm:pt>
    <dgm:pt modelId="{A9C75BD4-54FC-4D23-BF89-2CA5532A7B4D}" type="pres">
      <dgm:prSet presAssocID="{10E0F803-2749-4583-AB99-534AC46B49EE}" presName="node" presStyleLbl="node1" presStyleIdx="4" presStyleCnt="5" custScaleX="98880" custScaleY="98880">
        <dgm:presLayoutVars>
          <dgm:bulletEnabled val="1"/>
        </dgm:presLayoutVars>
      </dgm:prSet>
      <dgm:spPr/>
    </dgm:pt>
    <dgm:pt modelId="{6CDD2630-D63A-4CBE-8FB6-0391CD9BBD33}" type="pres">
      <dgm:prSet presAssocID="{BFB6E61A-DD09-469C-9702-CB4DE59FA411}" presName="sibTrans" presStyleLbl="sibTrans2D1" presStyleIdx="4" presStyleCnt="5" custScaleY="26361"/>
      <dgm:spPr/>
    </dgm:pt>
    <dgm:pt modelId="{7ECAD0E9-DDED-4903-96CE-306337E5873F}" type="pres">
      <dgm:prSet presAssocID="{BFB6E61A-DD09-469C-9702-CB4DE59FA411}" presName="connectorText" presStyleLbl="sibTrans2D1" presStyleIdx="4" presStyleCnt="5"/>
      <dgm:spPr/>
    </dgm:pt>
  </dgm:ptLst>
  <dgm:cxnLst>
    <dgm:cxn modelId="{369FC209-5F80-483E-8CAA-D8B995ECFD65}" type="presOf" srcId="{9E743E37-A093-4734-8885-A81E4316F2A7}" destId="{99439594-A463-4AB3-812E-6895444151B8}" srcOrd="0" destOrd="0" presId="urn:microsoft.com/office/officeart/2005/8/layout/cycle2"/>
    <dgm:cxn modelId="{D8681720-4A72-40EC-8C09-F34168C1D1DF}" srcId="{256A23EC-E7F7-4DEB-8438-E7997BE2C11E}" destId="{10E0F803-2749-4583-AB99-534AC46B49EE}" srcOrd="4" destOrd="0" parTransId="{4F6B1463-19F3-491E-9964-8D71C52DCB74}" sibTransId="{BFB6E61A-DD09-469C-9702-CB4DE59FA411}"/>
    <dgm:cxn modelId="{1F7B5828-2074-4FB6-9653-10F9B7C78BF9}" type="presOf" srcId="{79198668-35E5-4350-B77C-05446D0AA80C}" destId="{309AFB6A-7B89-4AFB-B90B-D28E39B2164D}" srcOrd="0" destOrd="0" presId="urn:microsoft.com/office/officeart/2005/8/layout/cycle2"/>
    <dgm:cxn modelId="{8121492C-55F0-4B3A-9CEC-210928C644A7}" srcId="{256A23EC-E7F7-4DEB-8438-E7997BE2C11E}" destId="{DC0350D5-364C-4D38-A4AD-71DFD0EE64C1}" srcOrd="1" destOrd="0" parTransId="{4068D446-4848-43A7-9D36-5FD8DF278F42}" sibTransId="{D9E1B0E5-A8BF-4BBB-81E1-E24BB06559E4}"/>
    <dgm:cxn modelId="{65B9A62F-9DA1-4A6D-B953-BA25A248A698}" type="presOf" srcId="{79198668-35E5-4350-B77C-05446D0AA80C}" destId="{7842E039-3162-4E82-BC2B-FB032F9775AC}" srcOrd="1" destOrd="0" presId="urn:microsoft.com/office/officeart/2005/8/layout/cycle2"/>
    <dgm:cxn modelId="{88B75C5E-07EF-4FE8-92EB-2C6098552BE1}" type="presOf" srcId="{C428F817-E67D-4E77-889A-C3F29854A30F}" destId="{E49F0149-D944-4661-81FE-6B2A2B5B41C6}" srcOrd="0" destOrd="0" presId="urn:microsoft.com/office/officeart/2005/8/layout/cycle2"/>
    <dgm:cxn modelId="{1096A366-E03A-41AE-809C-529DD34953A2}" type="presOf" srcId="{256A23EC-E7F7-4DEB-8438-E7997BE2C11E}" destId="{951E5746-C769-426B-B3C1-58B6BFBBE9D2}" srcOrd="0" destOrd="0" presId="urn:microsoft.com/office/officeart/2005/8/layout/cycle2"/>
    <dgm:cxn modelId="{C5BB124D-CC15-4CD2-898E-6B27956DE1A5}" type="presOf" srcId="{BFB6E61A-DD09-469C-9702-CB4DE59FA411}" destId="{6CDD2630-D63A-4CBE-8FB6-0391CD9BBD33}" srcOrd="0" destOrd="0" presId="urn:microsoft.com/office/officeart/2005/8/layout/cycle2"/>
    <dgm:cxn modelId="{D206DD4E-8D51-46AF-8516-33509A250F3B}" type="presOf" srcId="{D9E1B0E5-A8BF-4BBB-81E1-E24BB06559E4}" destId="{ED77D782-5FA1-49A4-9DAA-D91F756D1F74}" srcOrd="1" destOrd="0" presId="urn:microsoft.com/office/officeart/2005/8/layout/cycle2"/>
    <dgm:cxn modelId="{4C2CB17A-4F6A-4508-A574-F48F2AEE331A}" type="presOf" srcId="{D9E1B0E5-A8BF-4BBB-81E1-E24BB06559E4}" destId="{0F259C98-64AC-49A4-AD1A-FA6E5020C11F}" srcOrd="0" destOrd="0" presId="urn:microsoft.com/office/officeart/2005/8/layout/cycle2"/>
    <dgm:cxn modelId="{DECBCB7B-F2F0-4C0D-8171-26B5644199FE}" type="presOf" srcId="{B60A0BF6-EBD1-4B24-A815-B3A0346907A2}" destId="{E3EBF4FB-A02F-4C40-BB2D-0D2405A3B412}" srcOrd="0" destOrd="0" presId="urn:microsoft.com/office/officeart/2005/8/layout/cycle2"/>
    <dgm:cxn modelId="{68EF977D-A3F9-4F3B-B12D-4752810A5C30}" srcId="{256A23EC-E7F7-4DEB-8438-E7997BE2C11E}" destId="{C428F817-E67D-4E77-889A-C3F29854A30F}" srcOrd="3" destOrd="0" parTransId="{EA287F2E-27FA-447E-9ED9-50095BBE7ECC}" sibTransId="{79198668-35E5-4350-B77C-05446D0AA80C}"/>
    <dgm:cxn modelId="{3D58CA8B-A1D4-4F39-B81A-FA1F5CC14CD9}" type="presOf" srcId="{8452D4E6-65E5-48F0-9835-29BDC83019C5}" destId="{527AE808-EA10-4F96-9CB9-6D06B3BA4905}" srcOrd="0" destOrd="0" presId="urn:microsoft.com/office/officeart/2005/8/layout/cycle2"/>
    <dgm:cxn modelId="{85238497-D292-4679-A4B5-4971CE52BA28}" type="presOf" srcId="{10E0F803-2749-4583-AB99-534AC46B49EE}" destId="{A9C75BD4-54FC-4D23-BF89-2CA5532A7B4D}" srcOrd="0" destOrd="0" presId="urn:microsoft.com/office/officeart/2005/8/layout/cycle2"/>
    <dgm:cxn modelId="{B799F3A8-D41E-480A-A2F9-3F42A5D04806}" type="presOf" srcId="{9E743E37-A093-4734-8885-A81E4316F2A7}" destId="{E98E7378-90E2-49D3-BD13-809808626ABA}" srcOrd="1" destOrd="0" presId="urn:microsoft.com/office/officeart/2005/8/layout/cycle2"/>
    <dgm:cxn modelId="{B47041B0-6656-4B2A-93B2-BA9A0E1F30BE}" type="presOf" srcId="{DC0350D5-364C-4D38-A4AD-71DFD0EE64C1}" destId="{CB0F1E3B-C657-4936-9AE9-7F01E2D51E90}" srcOrd="0" destOrd="0" presId="urn:microsoft.com/office/officeart/2005/8/layout/cycle2"/>
    <dgm:cxn modelId="{286736CA-8A47-4EC2-A29B-B1A3790655C1}" srcId="{256A23EC-E7F7-4DEB-8438-E7997BE2C11E}" destId="{B60A0BF6-EBD1-4B24-A815-B3A0346907A2}" srcOrd="0" destOrd="0" parTransId="{E70E0429-4144-4E43-91D3-0F342858F588}" sibTransId="{9E743E37-A093-4734-8885-A81E4316F2A7}"/>
    <dgm:cxn modelId="{124173CF-C47F-48E5-A1E6-B47180DD97E1}" srcId="{256A23EC-E7F7-4DEB-8438-E7997BE2C11E}" destId="{8452D4E6-65E5-48F0-9835-29BDC83019C5}" srcOrd="2" destOrd="0" parTransId="{17DD284F-6242-4EAA-A581-18F3FD737DDB}" sibTransId="{684C9528-31CC-4593-BCC0-2C3712C70754}"/>
    <dgm:cxn modelId="{A2AE8DE0-8988-4730-BD96-0FC4DA69AB39}" type="presOf" srcId="{BFB6E61A-DD09-469C-9702-CB4DE59FA411}" destId="{7ECAD0E9-DDED-4903-96CE-306337E5873F}" srcOrd="1" destOrd="0" presId="urn:microsoft.com/office/officeart/2005/8/layout/cycle2"/>
    <dgm:cxn modelId="{682477ED-4BA5-4FD9-92C0-8CFDDECD56F3}" type="presOf" srcId="{684C9528-31CC-4593-BCC0-2C3712C70754}" destId="{CF49864E-0ADD-412A-B299-3927602A0B2A}" srcOrd="0" destOrd="0" presId="urn:microsoft.com/office/officeart/2005/8/layout/cycle2"/>
    <dgm:cxn modelId="{B5C0F8EE-619B-4BD6-AA15-28CB518B626F}" type="presOf" srcId="{684C9528-31CC-4593-BCC0-2C3712C70754}" destId="{D665245C-BED9-4706-AE7F-F37AF08FE920}" srcOrd="1" destOrd="0" presId="urn:microsoft.com/office/officeart/2005/8/layout/cycle2"/>
    <dgm:cxn modelId="{DF34842B-3DDA-42D8-8ED6-8806C9132F4B}" type="presParOf" srcId="{951E5746-C769-426B-B3C1-58B6BFBBE9D2}" destId="{E3EBF4FB-A02F-4C40-BB2D-0D2405A3B412}" srcOrd="0" destOrd="0" presId="urn:microsoft.com/office/officeart/2005/8/layout/cycle2"/>
    <dgm:cxn modelId="{3C6777AE-B7E8-4E27-905D-5E28A84D4A3B}" type="presParOf" srcId="{951E5746-C769-426B-B3C1-58B6BFBBE9D2}" destId="{99439594-A463-4AB3-812E-6895444151B8}" srcOrd="1" destOrd="0" presId="urn:microsoft.com/office/officeart/2005/8/layout/cycle2"/>
    <dgm:cxn modelId="{ECEA6209-E32F-44D1-A509-6EC43AE92113}" type="presParOf" srcId="{99439594-A463-4AB3-812E-6895444151B8}" destId="{E98E7378-90E2-49D3-BD13-809808626ABA}" srcOrd="0" destOrd="0" presId="urn:microsoft.com/office/officeart/2005/8/layout/cycle2"/>
    <dgm:cxn modelId="{3CC07F64-67C6-46A2-A945-DC2D4CCCAA47}" type="presParOf" srcId="{951E5746-C769-426B-B3C1-58B6BFBBE9D2}" destId="{CB0F1E3B-C657-4936-9AE9-7F01E2D51E90}" srcOrd="2" destOrd="0" presId="urn:microsoft.com/office/officeart/2005/8/layout/cycle2"/>
    <dgm:cxn modelId="{B7A7A5F4-7E94-4B23-BABD-6132472D0F5C}" type="presParOf" srcId="{951E5746-C769-426B-B3C1-58B6BFBBE9D2}" destId="{0F259C98-64AC-49A4-AD1A-FA6E5020C11F}" srcOrd="3" destOrd="0" presId="urn:microsoft.com/office/officeart/2005/8/layout/cycle2"/>
    <dgm:cxn modelId="{9E7727A5-676F-4A68-A741-048206E472A7}" type="presParOf" srcId="{0F259C98-64AC-49A4-AD1A-FA6E5020C11F}" destId="{ED77D782-5FA1-49A4-9DAA-D91F756D1F74}" srcOrd="0" destOrd="0" presId="urn:microsoft.com/office/officeart/2005/8/layout/cycle2"/>
    <dgm:cxn modelId="{922386BC-D4D5-411E-A8D2-96DD2B2B0C83}" type="presParOf" srcId="{951E5746-C769-426B-B3C1-58B6BFBBE9D2}" destId="{527AE808-EA10-4F96-9CB9-6D06B3BA4905}" srcOrd="4" destOrd="0" presId="urn:microsoft.com/office/officeart/2005/8/layout/cycle2"/>
    <dgm:cxn modelId="{7D51D43D-BE10-436A-88B9-59182BDF78BD}" type="presParOf" srcId="{951E5746-C769-426B-B3C1-58B6BFBBE9D2}" destId="{CF49864E-0ADD-412A-B299-3927602A0B2A}" srcOrd="5" destOrd="0" presId="urn:microsoft.com/office/officeart/2005/8/layout/cycle2"/>
    <dgm:cxn modelId="{8BC808C0-2148-4747-9DD8-33A1C4CAE491}" type="presParOf" srcId="{CF49864E-0ADD-412A-B299-3927602A0B2A}" destId="{D665245C-BED9-4706-AE7F-F37AF08FE920}" srcOrd="0" destOrd="0" presId="urn:microsoft.com/office/officeart/2005/8/layout/cycle2"/>
    <dgm:cxn modelId="{D6DE7429-F0DA-4DA1-868D-47DC3C15520A}" type="presParOf" srcId="{951E5746-C769-426B-B3C1-58B6BFBBE9D2}" destId="{E49F0149-D944-4661-81FE-6B2A2B5B41C6}" srcOrd="6" destOrd="0" presId="urn:microsoft.com/office/officeart/2005/8/layout/cycle2"/>
    <dgm:cxn modelId="{92994189-8B64-4737-B388-4A4ACED42D84}" type="presParOf" srcId="{951E5746-C769-426B-B3C1-58B6BFBBE9D2}" destId="{309AFB6A-7B89-4AFB-B90B-D28E39B2164D}" srcOrd="7" destOrd="0" presId="urn:microsoft.com/office/officeart/2005/8/layout/cycle2"/>
    <dgm:cxn modelId="{2794B9F7-79E0-4E35-9FFE-81EFB286C5A3}" type="presParOf" srcId="{309AFB6A-7B89-4AFB-B90B-D28E39B2164D}" destId="{7842E039-3162-4E82-BC2B-FB032F9775AC}" srcOrd="0" destOrd="0" presId="urn:microsoft.com/office/officeart/2005/8/layout/cycle2"/>
    <dgm:cxn modelId="{039E2EDC-D23A-4062-9801-EB1438D618E7}" type="presParOf" srcId="{951E5746-C769-426B-B3C1-58B6BFBBE9D2}" destId="{A9C75BD4-54FC-4D23-BF89-2CA5532A7B4D}" srcOrd="8" destOrd="0" presId="urn:microsoft.com/office/officeart/2005/8/layout/cycle2"/>
    <dgm:cxn modelId="{89F9C0DE-E5E9-44EB-8C24-A17CFF4ECF62}" type="presParOf" srcId="{951E5746-C769-426B-B3C1-58B6BFBBE9D2}" destId="{6CDD2630-D63A-4CBE-8FB6-0391CD9BBD33}" srcOrd="9" destOrd="0" presId="urn:microsoft.com/office/officeart/2005/8/layout/cycle2"/>
    <dgm:cxn modelId="{21B4C6DC-9469-40D7-9E1D-A8C603C06DAE}" type="presParOf" srcId="{6CDD2630-D63A-4CBE-8FB6-0391CD9BBD33}" destId="{7ECAD0E9-DDED-4903-96CE-306337E5873F}" srcOrd="0" destOrd="0" presId="urn:microsoft.com/office/officeart/2005/8/layout/cycle2"/>
  </dgm:cxnLst>
  <dgm:bg>
    <a:noFill/>
  </dgm:bg>
  <dgm:whole/>
  <dgm:extLst>
    <a:ext uri="http://schemas.microsoft.com/office/drawing/2008/diagram">
      <dsp:dataModelExt xmlns:dsp="http://schemas.microsoft.com/office/drawing/2008/diagram" relId="rId8" minVer="http://schemas.openxmlformats.org/drawingml/2006/diagram"/>
    </a:ext>
    <a:ext uri="{C62137D5-CB1D-491B-B009-E17868A290BF}">
      <dgm14:recolorImg xmlns:dgm14="http://schemas.microsoft.com/office/drawing/2010/diagram" val="1"/>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FCBD547-222F-184C-BB8D-728B8805D43E}">
      <dsp:nvSpPr>
        <dsp:cNvPr id="0" name=""/>
        <dsp:cNvSpPr/>
      </dsp:nvSpPr>
      <dsp:spPr>
        <a:xfrm>
          <a:off x="5071698" y="969031"/>
          <a:ext cx="331745" cy="1453362"/>
        </a:xfrm>
        <a:custGeom>
          <a:avLst/>
          <a:gdLst/>
          <a:ahLst/>
          <a:cxnLst/>
          <a:rect l="0" t="0" r="0" b="0"/>
          <a:pathLst>
            <a:path>
              <a:moveTo>
                <a:pt x="331745" y="0"/>
              </a:moveTo>
              <a:lnTo>
                <a:pt x="331745" y="1453362"/>
              </a:lnTo>
              <a:lnTo>
                <a:pt x="0" y="1453362"/>
              </a:lnTo>
            </a:path>
          </a:pathLst>
        </a:custGeom>
        <a:noFill/>
        <a:ln w="38100" cap="flat" cmpd="sng" algn="ctr">
          <a:solidFill>
            <a:schemeClr val="accent3"/>
          </a:solidFill>
          <a:prstDash val="solid"/>
          <a:miter lim="800000"/>
        </a:ln>
        <a:effectLst/>
      </dsp:spPr>
      <dsp:style>
        <a:lnRef idx="2">
          <a:scrgbClr r="0" g="0" b="0"/>
        </a:lnRef>
        <a:fillRef idx="0">
          <a:scrgbClr r="0" g="0" b="0"/>
        </a:fillRef>
        <a:effectRef idx="0">
          <a:scrgbClr r="0" g="0" b="0"/>
        </a:effectRef>
        <a:fontRef idx="minor"/>
      </dsp:style>
    </dsp:sp>
    <dsp:sp modelId="{DAAB976D-2F02-434B-B01B-E4F8737F3F97}">
      <dsp:nvSpPr>
        <dsp:cNvPr id="0" name=""/>
        <dsp:cNvSpPr/>
      </dsp:nvSpPr>
      <dsp:spPr>
        <a:xfrm>
          <a:off x="5403444" y="969031"/>
          <a:ext cx="3822976" cy="2906725"/>
        </a:xfrm>
        <a:custGeom>
          <a:avLst/>
          <a:gdLst/>
          <a:ahLst/>
          <a:cxnLst/>
          <a:rect l="0" t="0" r="0" b="0"/>
          <a:pathLst>
            <a:path>
              <a:moveTo>
                <a:pt x="0" y="0"/>
              </a:moveTo>
              <a:lnTo>
                <a:pt x="0" y="2574980"/>
              </a:lnTo>
              <a:lnTo>
                <a:pt x="3822976" y="2574980"/>
              </a:lnTo>
              <a:lnTo>
                <a:pt x="3822976" y="2906725"/>
              </a:lnTo>
            </a:path>
          </a:pathLst>
        </a:custGeom>
        <a:noFill/>
        <a:ln w="38100" cap="flat" cmpd="sng" algn="ctr">
          <a:solidFill>
            <a:schemeClr val="accent3"/>
          </a:solidFill>
          <a:prstDash val="solid"/>
          <a:miter lim="800000"/>
        </a:ln>
        <a:effectLst/>
      </dsp:spPr>
      <dsp:style>
        <a:lnRef idx="2">
          <a:scrgbClr r="0" g="0" b="0"/>
        </a:lnRef>
        <a:fillRef idx="0">
          <a:scrgbClr r="0" g="0" b="0"/>
        </a:fillRef>
        <a:effectRef idx="0">
          <a:scrgbClr r="0" g="0" b="0"/>
        </a:effectRef>
        <a:fontRef idx="minor"/>
      </dsp:style>
    </dsp:sp>
    <dsp:sp modelId="{82F06802-377A-884B-B851-5687789C0455}">
      <dsp:nvSpPr>
        <dsp:cNvPr id="0" name=""/>
        <dsp:cNvSpPr/>
      </dsp:nvSpPr>
      <dsp:spPr>
        <a:xfrm>
          <a:off x="5357724" y="969031"/>
          <a:ext cx="91440" cy="2906725"/>
        </a:xfrm>
        <a:custGeom>
          <a:avLst/>
          <a:gdLst/>
          <a:ahLst/>
          <a:cxnLst/>
          <a:rect l="0" t="0" r="0" b="0"/>
          <a:pathLst>
            <a:path>
              <a:moveTo>
                <a:pt x="45720" y="0"/>
              </a:moveTo>
              <a:lnTo>
                <a:pt x="45720" y="2906725"/>
              </a:lnTo>
            </a:path>
          </a:pathLst>
        </a:custGeom>
        <a:noFill/>
        <a:ln w="38100" cap="flat" cmpd="sng" algn="ctr">
          <a:solidFill>
            <a:schemeClr val="accent3"/>
          </a:solidFill>
          <a:prstDash val="solid"/>
          <a:miter lim="800000"/>
        </a:ln>
        <a:effectLst/>
      </dsp:spPr>
      <dsp:style>
        <a:lnRef idx="2">
          <a:scrgbClr r="0" g="0" b="0"/>
        </a:lnRef>
        <a:fillRef idx="0">
          <a:scrgbClr r="0" g="0" b="0"/>
        </a:fillRef>
        <a:effectRef idx="0">
          <a:scrgbClr r="0" g="0" b="0"/>
        </a:effectRef>
        <a:fontRef idx="minor"/>
      </dsp:style>
    </dsp:sp>
    <dsp:sp modelId="{2D2C58FE-965F-4243-AAEE-7E36EC3E7090}">
      <dsp:nvSpPr>
        <dsp:cNvPr id="0" name=""/>
        <dsp:cNvSpPr/>
      </dsp:nvSpPr>
      <dsp:spPr>
        <a:xfrm>
          <a:off x="1580467" y="969031"/>
          <a:ext cx="3822976" cy="2906725"/>
        </a:xfrm>
        <a:custGeom>
          <a:avLst/>
          <a:gdLst/>
          <a:ahLst/>
          <a:cxnLst/>
          <a:rect l="0" t="0" r="0" b="0"/>
          <a:pathLst>
            <a:path>
              <a:moveTo>
                <a:pt x="3822976" y="0"/>
              </a:moveTo>
              <a:lnTo>
                <a:pt x="3822976" y="2574980"/>
              </a:lnTo>
              <a:lnTo>
                <a:pt x="0" y="2574980"/>
              </a:lnTo>
              <a:lnTo>
                <a:pt x="0" y="2906725"/>
              </a:lnTo>
            </a:path>
          </a:pathLst>
        </a:custGeom>
        <a:noFill/>
        <a:ln w="38100" cap="flat" cmpd="sng" algn="ctr">
          <a:solidFill>
            <a:schemeClr val="accent3"/>
          </a:solidFill>
          <a:prstDash val="solid"/>
          <a:miter lim="800000"/>
        </a:ln>
        <a:effectLst/>
      </dsp:spPr>
      <dsp:style>
        <a:lnRef idx="2">
          <a:scrgbClr r="0" g="0" b="0"/>
        </a:lnRef>
        <a:fillRef idx="0">
          <a:scrgbClr r="0" g="0" b="0"/>
        </a:fillRef>
        <a:effectRef idx="0">
          <a:scrgbClr r="0" g="0" b="0"/>
        </a:effectRef>
        <a:fontRef idx="minor"/>
      </dsp:style>
    </dsp:sp>
    <dsp:sp modelId="{AA1BBB13-36E1-5D49-823F-BB7D65D8B69F}">
      <dsp:nvSpPr>
        <dsp:cNvPr id="0" name=""/>
        <dsp:cNvSpPr/>
      </dsp:nvSpPr>
      <dsp:spPr>
        <a:xfrm>
          <a:off x="3823702" y="299062"/>
          <a:ext cx="3159484" cy="669968"/>
        </a:xfrm>
        <a:prstGeom prst="rect">
          <a:avLst/>
        </a:prstGeom>
        <a:solidFill>
          <a:schemeClr val="tx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80000" tIns="180000" rIns="180000" bIns="180000" numCol="1" spcCol="1270" anchor="ctr" anchorCtr="0">
          <a:noAutofit/>
        </a:bodyPr>
        <a:lstStyle/>
        <a:p>
          <a:pPr marL="0" lvl="0" indent="0" algn="l" defTabSz="622300">
            <a:lnSpc>
              <a:spcPct val="90000"/>
            </a:lnSpc>
            <a:spcBef>
              <a:spcPct val="0"/>
            </a:spcBef>
            <a:spcAft>
              <a:spcPct val="35000"/>
            </a:spcAft>
            <a:buNone/>
          </a:pPr>
          <a:endParaRPr lang="en-US" sz="1400" kern="1200" dirty="0">
            <a:solidFill>
              <a:schemeClr val="bg2"/>
            </a:solidFill>
          </a:endParaRPr>
        </a:p>
      </dsp:txBody>
      <dsp:txXfrm>
        <a:off x="3823702" y="299062"/>
        <a:ext cx="3159484" cy="669968"/>
      </dsp:txXfrm>
    </dsp:sp>
    <dsp:sp modelId="{F867F5B4-7FA7-DA4B-9C11-82754ED44C6C}">
      <dsp:nvSpPr>
        <dsp:cNvPr id="0" name=""/>
        <dsp:cNvSpPr/>
      </dsp:nvSpPr>
      <dsp:spPr>
        <a:xfrm>
          <a:off x="725" y="3875757"/>
          <a:ext cx="3159484" cy="669968"/>
        </a:xfrm>
        <a:prstGeom prst="rect">
          <a:avLst/>
        </a:prstGeom>
        <a:solidFill>
          <a:schemeClr val="tx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80000" tIns="180000" rIns="180000" bIns="180000" numCol="1" spcCol="1270" anchor="ctr" anchorCtr="0">
          <a:noAutofit/>
        </a:bodyPr>
        <a:lstStyle/>
        <a:p>
          <a:pPr marL="0" lvl="0" indent="0" algn="l" defTabSz="622300">
            <a:lnSpc>
              <a:spcPct val="90000"/>
            </a:lnSpc>
            <a:spcBef>
              <a:spcPct val="0"/>
            </a:spcBef>
            <a:spcAft>
              <a:spcPct val="35000"/>
            </a:spcAft>
            <a:buNone/>
          </a:pPr>
          <a:endParaRPr lang="en-US" sz="1400" kern="1200" dirty="0">
            <a:solidFill>
              <a:schemeClr val="bg2"/>
            </a:solidFill>
          </a:endParaRPr>
        </a:p>
      </dsp:txBody>
      <dsp:txXfrm>
        <a:off x="725" y="3875757"/>
        <a:ext cx="3159484" cy="669968"/>
      </dsp:txXfrm>
    </dsp:sp>
    <dsp:sp modelId="{1833738D-4B22-6A45-94E9-4CD7BF51C83C}">
      <dsp:nvSpPr>
        <dsp:cNvPr id="0" name=""/>
        <dsp:cNvSpPr/>
      </dsp:nvSpPr>
      <dsp:spPr>
        <a:xfrm>
          <a:off x="3823702" y="3875757"/>
          <a:ext cx="3159484" cy="669968"/>
        </a:xfrm>
        <a:prstGeom prst="rect">
          <a:avLst/>
        </a:prstGeom>
        <a:solidFill>
          <a:schemeClr val="tx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80000" tIns="180000" rIns="180000" bIns="180000" numCol="1" spcCol="1270" anchor="ctr" anchorCtr="0">
          <a:noAutofit/>
        </a:bodyPr>
        <a:lstStyle/>
        <a:p>
          <a:pPr marL="0" lvl="0" indent="0" algn="l" defTabSz="622300">
            <a:lnSpc>
              <a:spcPct val="90000"/>
            </a:lnSpc>
            <a:spcBef>
              <a:spcPct val="0"/>
            </a:spcBef>
            <a:spcAft>
              <a:spcPct val="35000"/>
            </a:spcAft>
            <a:buNone/>
          </a:pPr>
          <a:endParaRPr lang="en-US" sz="1400" kern="1200" dirty="0">
            <a:solidFill>
              <a:schemeClr val="bg2"/>
            </a:solidFill>
          </a:endParaRPr>
        </a:p>
      </dsp:txBody>
      <dsp:txXfrm>
        <a:off x="3823702" y="3875757"/>
        <a:ext cx="3159484" cy="669968"/>
      </dsp:txXfrm>
    </dsp:sp>
    <dsp:sp modelId="{E4448B46-5EA9-A94F-9F85-D77AD7973DE3}">
      <dsp:nvSpPr>
        <dsp:cNvPr id="0" name=""/>
        <dsp:cNvSpPr/>
      </dsp:nvSpPr>
      <dsp:spPr>
        <a:xfrm>
          <a:off x="7646678" y="3875757"/>
          <a:ext cx="3159484" cy="669968"/>
        </a:xfrm>
        <a:prstGeom prst="rect">
          <a:avLst/>
        </a:prstGeom>
        <a:solidFill>
          <a:schemeClr val="tx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80000" tIns="180000" rIns="180000" bIns="180000" numCol="1" spcCol="1270" anchor="ctr" anchorCtr="0">
          <a:noAutofit/>
        </a:bodyPr>
        <a:lstStyle/>
        <a:p>
          <a:pPr marL="0" lvl="0" indent="0" algn="l" defTabSz="622300">
            <a:lnSpc>
              <a:spcPct val="90000"/>
            </a:lnSpc>
            <a:spcBef>
              <a:spcPct val="0"/>
            </a:spcBef>
            <a:spcAft>
              <a:spcPct val="35000"/>
            </a:spcAft>
            <a:buNone/>
          </a:pPr>
          <a:endParaRPr lang="en-US" sz="1400" kern="1200" dirty="0">
            <a:solidFill>
              <a:schemeClr val="bg2"/>
            </a:solidFill>
          </a:endParaRPr>
        </a:p>
      </dsp:txBody>
      <dsp:txXfrm>
        <a:off x="7646678" y="3875757"/>
        <a:ext cx="3159484" cy="669968"/>
      </dsp:txXfrm>
    </dsp:sp>
    <dsp:sp modelId="{4FD0D4A6-7E4F-254A-9633-98C2CF01965B}">
      <dsp:nvSpPr>
        <dsp:cNvPr id="0" name=""/>
        <dsp:cNvSpPr/>
      </dsp:nvSpPr>
      <dsp:spPr>
        <a:xfrm>
          <a:off x="1912213" y="2087410"/>
          <a:ext cx="3159484" cy="669968"/>
        </a:xfrm>
        <a:prstGeom prst="rect">
          <a:avLst/>
        </a:prstGeom>
        <a:solidFill>
          <a:schemeClr val="tx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80000" tIns="180000" rIns="180000" bIns="180000" numCol="1" spcCol="1270" anchor="ctr" anchorCtr="0">
          <a:noAutofit/>
        </a:bodyPr>
        <a:lstStyle/>
        <a:p>
          <a:pPr marL="0" lvl="0" indent="0" algn="l" defTabSz="622300">
            <a:lnSpc>
              <a:spcPct val="90000"/>
            </a:lnSpc>
            <a:spcBef>
              <a:spcPct val="0"/>
            </a:spcBef>
            <a:spcAft>
              <a:spcPct val="35000"/>
            </a:spcAft>
            <a:buNone/>
          </a:pPr>
          <a:endParaRPr lang="en-US" sz="1400" kern="1200" dirty="0">
            <a:solidFill>
              <a:schemeClr val="bg2"/>
            </a:solidFill>
          </a:endParaRPr>
        </a:p>
      </dsp:txBody>
      <dsp:txXfrm>
        <a:off x="1912213" y="2087410"/>
        <a:ext cx="3159484" cy="66996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BDC1C1A-EBA1-C041-91B6-DB84A72A1EA4}">
      <dsp:nvSpPr>
        <dsp:cNvPr id="0" name=""/>
        <dsp:cNvSpPr/>
      </dsp:nvSpPr>
      <dsp:spPr>
        <a:xfrm>
          <a:off x="333636" y="0"/>
          <a:ext cx="4204214" cy="4204214"/>
        </a:xfrm>
        <a:prstGeom prst="ellipse">
          <a:avLst/>
        </a:prstGeom>
        <a:noFill/>
        <a:ln w="28575">
          <a:solidFill>
            <a:schemeClr val="tx2"/>
          </a:solidFill>
        </a:ln>
        <a:effectLst/>
      </dsp:spPr>
      <dsp:style>
        <a:lnRef idx="0">
          <a:scrgbClr r="0" g="0" b="0"/>
        </a:lnRef>
        <a:fillRef idx="3">
          <a:scrgbClr r="0" g="0" b="0"/>
        </a:fillRef>
        <a:effectRef idx="2">
          <a:scrgbClr r="0" g="0" b="0"/>
        </a:effectRef>
        <a:fontRef idx="minor">
          <a:schemeClr val="lt1"/>
        </a:fontRef>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US" sz="1400" kern="1200" dirty="0">
              <a:solidFill>
                <a:schemeClr val="tx1"/>
              </a:solidFill>
            </a:rPr>
            <a:t>First </a:t>
          </a:r>
          <a:br>
            <a:rPr lang="en-US" sz="1400" kern="1200" dirty="0">
              <a:solidFill>
                <a:schemeClr val="tx1"/>
              </a:solidFill>
            </a:rPr>
          </a:br>
          <a:r>
            <a:rPr lang="en-US" sz="1400" kern="1200" dirty="0">
              <a:solidFill>
                <a:schemeClr val="tx1"/>
              </a:solidFill>
            </a:rPr>
            <a:t>Aspect</a:t>
          </a:r>
        </a:p>
      </dsp:txBody>
      <dsp:txXfrm>
        <a:off x="1847994" y="210210"/>
        <a:ext cx="1175498" cy="630632"/>
      </dsp:txXfrm>
    </dsp:sp>
    <dsp:sp modelId="{19D3CC6C-315D-6D46-A1D0-2DDEC1C7A2BA}">
      <dsp:nvSpPr>
        <dsp:cNvPr id="0" name=""/>
        <dsp:cNvSpPr/>
      </dsp:nvSpPr>
      <dsp:spPr>
        <a:xfrm>
          <a:off x="754057" y="840842"/>
          <a:ext cx="3363371" cy="3363371"/>
        </a:xfrm>
        <a:prstGeom prst="ellipse">
          <a:avLst/>
        </a:prstGeom>
        <a:noFill/>
        <a:ln w="28575">
          <a:solidFill>
            <a:schemeClr val="accent2"/>
          </a:solidFill>
        </a:ln>
        <a:effectLst/>
      </dsp:spPr>
      <dsp:style>
        <a:lnRef idx="0">
          <a:scrgbClr r="0" g="0" b="0"/>
        </a:lnRef>
        <a:fillRef idx="3">
          <a:scrgbClr r="0" g="0" b="0"/>
        </a:fillRef>
        <a:effectRef idx="2">
          <a:scrgbClr r="0" g="0" b="0"/>
        </a:effectRef>
        <a:fontRef idx="minor">
          <a:schemeClr val="lt1"/>
        </a:fontRef>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US" sz="1400" kern="1200" dirty="0">
              <a:solidFill>
                <a:schemeClr val="tx1"/>
              </a:solidFill>
            </a:rPr>
            <a:t>Second Aspect</a:t>
          </a:r>
        </a:p>
      </dsp:txBody>
      <dsp:txXfrm>
        <a:off x="1847994" y="1042645"/>
        <a:ext cx="1175498" cy="605406"/>
      </dsp:txXfrm>
    </dsp:sp>
    <dsp:sp modelId="{87FD9542-8FD3-C842-BF99-47B1884B62F8}">
      <dsp:nvSpPr>
        <dsp:cNvPr id="0" name=""/>
        <dsp:cNvSpPr/>
      </dsp:nvSpPr>
      <dsp:spPr>
        <a:xfrm>
          <a:off x="1174479" y="1681685"/>
          <a:ext cx="2522528" cy="2522528"/>
        </a:xfrm>
        <a:prstGeom prst="ellipse">
          <a:avLst/>
        </a:prstGeom>
        <a:noFill/>
        <a:ln w="28575">
          <a:solidFill>
            <a:schemeClr val="accent3"/>
          </a:solidFill>
        </a:ln>
        <a:effectLst/>
      </dsp:spPr>
      <dsp:style>
        <a:lnRef idx="0">
          <a:scrgbClr r="0" g="0" b="0"/>
        </a:lnRef>
        <a:fillRef idx="3">
          <a:scrgbClr r="0" g="0" b="0"/>
        </a:fillRef>
        <a:effectRef idx="2">
          <a:scrgbClr r="0" g="0" b="0"/>
        </a:effectRef>
        <a:fontRef idx="minor">
          <a:schemeClr val="lt1"/>
        </a:fontRef>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US" sz="1400" kern="1200" dirty="0">
              <a:solidFill>
                <a:schemeClr val="tx1"/>
              </a:solidFill>
            </a:rPr>
            <a:t>Third Aspect</a:t>
          </a:r>
        </a:p>
      </dsp:txBody>
      <dsp:txXfrm>
        <a:off x="1847994" y="1870875"/>
        <a:ext cx="1175498" cy="567568"/>
      </dsp:txXfrm>
    </dsp:sp>
    <dsp:sp modelId="{80C83430-0DBD-4F49-9E64-0C82594BD9F0}">
      <dsp:nvSpPr>
        <dsp:cNvPr id="0" name=""/>
        <dsp:cNvSpPr/>
      </dsp:nvSpPr>
      <dsp:spPr>
        <a:xfrm>
          <a:off x="1594900" y="2522528"/>
          <a:ext cx="1681685" cy="1681685"/>
        </a:xfrm>
        <a:prstGeom prst="ellipse">
          <a:avLst/>
        </a:prstGeom>
        <a:solidFill>
          <a:schemeClr val="tx2"/>
        </a:solidFill>
        <a:ln w="28575">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US" sz="1400" kern="1200" dirty="0">
              <a:solidFill>
                <a:schemeClr val="bg1"/>
              </a:solidFill>
            </a:rPr>
            <a:t>Fourth Aspect</a:t>
          </a:r>
        </a:p>
      </dsp:txBody>
      <dsp:txXfrm>
        <a:off x="1841177" y="2942949"/>
        <a:ext cx="1189131" cy="840842"/>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3EBF4FB-A02F-4C40-BB2D-0D2405A3B412}">
      <dsp:nvSpPr>
        <dsp:cNvPr id="0" name=""/>
        <dsp:cNvSpPr/>
      </dsp:nvSpPr>
      <dsp:spPr>
        <a:xfrm>
          <a:off x="1890085" y="13010"/>
          <a:ext cx="1439167" cy="1439167"/>
        </a:xfrm>
        <a:prstGeom prst="ellipse">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a:lnSpc>
              <a:spcPct val="100000"/>
            </a:lnSpc>
            <a:spcBef>
              <a:spcPct val="0"/>
            </a:spcBef>
            <a:spcAft>
              <a:spcPct val="35000"/>
            </a:spcAft>
            <a:buNone/>
          </a:pPr>
          <a:r>
            <a:rPr lang="en-US" sz="1400" b="1" i="0" kern="1200">
              <a:latin typeface="+mn-lt"/>
            </a:rPr>
            <a:t>Start</a:t>
          </a:r>
          <a:endParaRPr lang="en-US" sz="2000" b="1" i="0" kern="1200" dirty="0">
            <a:latin typeface="+mn-lt"/>
          </a:endParaRPr>
        </a:p>
      </dsp:txBody>
      <dsp:txXfrm>
        <a:off x="2100846" y="223771"/>
        <a:ext cx="1017645" cy="1017645"/>
      </dsp:txXfrm>
    </dsp:sp>
    <dsp:sp modelId="{99439594-A463-4AB3-812E-6895444151B8}">
      <dsp:nvSpPr>
        <dsp:cNvPr id="0" name=""/>
        <dsp:cNvSpPr/>
      </dsp:nvSpPr>
      <dsp:spPr>
        <a:xfrm rot="2160000">
          <a:off x="3287238" y="1304355"/>
          <a:ext cx="397015" cy="129490"/>
        </a:xfrm>
        <a:prstGeom prst="rightArrow">
          <a:avLst>
            <a:gd name="adj1" fmla="val 60000"/>
            <a:gd name="adj2" fmla="val 50000"/>
          </a:avLst>
        </a:prstGeom>
        <a:solidFill>
          <a:schemeClr val="accent2"/>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222250">
            <a:lnSpc>
              <a:spcPct val="100000"/>
            </a:lnSpc>
            <a:spcBef>
              <a:spcPct val="0"/>
            </a:spcBef>
            <a:spcAft>
              <a:spcPct val="35000"/>
            </a:spcAft>
            <a:buNone/>
          </a:pPr>
          <a:endParaRPr lang="en-US" sz="500" kern="1200" dirty="0">
            <a:latin typeface="+mn-lt"/>
          </a:endParaRPr>
        </a:p>
      </dsp:txBody>
      <dsp:txXfrm>
        <a:off x="3290948" y="1318836"/>
        <a:ext cx="358168" cy="77694"/>
      </dsp:txXfrm>
    </dsp:sp>
    <dsp:sp modelId="{CB0F1E3B-C657-4936-9AE9-7F01E2D51E90}">
      <dsp:nvSpPr>
        <dsp:cNvPr id="0" name=""/>
        <dsp:cNvSpPr/>
      </dsp:nvSpPr>
      <dsp:spPr>
        <a:xfrm>
          <a:off x="3660419" y="1299233"/>
          <a:ext cx="1439167" cy="1439167"/>
        </a:xfrm>
        <a:prstGeom prst="ellipse">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a:lnSpc>
              <a:spcPct val="100000"/>
            </a:lnSpc>
            <a:spcBef>
              <a:spcPct val="0"/>
            </a:spcBef>
            <a:spcAft>
              <a:spcPct val="35000"/>
            </a:spcAft>
            <a:buNone/>
          </a:pPr>
          <a:r>
            <a:rPr lang="en-US" sz="1400" b="1" i="0" kern="1200">
              <a:latin typeface="+mn-lt"/>
            </a:rPr>
            <a:t>One</a:t>
          </a:r>
          <a:endParaRPr lang="en-US" sz="1400" b="1" i="0" kern="1200" dirty="0">
            <a:latin typeface="+mn-lt"/>
          </a:endParaRPr>
        </a:p>
      </dsp:txBody>
      <dsp:txXfrm>
        <a:off x="3871180" y="1509994"/>
        <a:ext cx="1017645" cy="1017645"/>
      </dsp:txXfrm>
    </dsp:sp>
    <dsp:sp modelId="{0F259C98-64AC-49A4-AD1A-FA6E5020C11F}">
      <dsp:nvSpPr>
        <dsp:cNvPr id="0" name=""/>
        <dsp:cNvSpPr/>
      </dsp:nvSpPr>
      <dsp:spPr>
        <a:xfrm rot="6480000">
          <a:off x="3846863" y="2983961"/>
          <a:ext cx="397015" cy="129490"/>
        </a:xfrm>
        <a:prstGeom prst="rightArrow">
          <a:avLst>
            <a:gd name="adj1" fmla="val 60000"/>
            <a:gd name="adj2" fmla="val 50000"/>
          </a:avLst>
        </a:prstGeom>
        <a:solidFill>
          <a:schemeClr val="accent2"/>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222250">
            <a:lnSpc>
              <a:spcPct val="100000"/>
            </a:lnSpc>
            <a:spcBef>
              <a:spcPct val="0"/>
            </a:spcBef>
            <a:spcAft>
              <a:spcPct val="35000"/>
            </a:spcAft>
            <a:buNone/>
          </a:pPr>
          <a:endParaRPr lang="en-US" sz="500" kern="1200" dirty="0">
            <a:latin typeface="+mn-lt"/>
          </a:endParaRPr>
        </a:p>
      </dsp:txBody>
      <dsp:txXfrm rot="10800000">
        <a:off x="3872289" y="2991386"/>
        <a:ext cx="358168" cy="77694"/>
      </dsp:txXfrm>
    </dsp:sp>
    <dsp:sp modelId="{527AE808-EA10-4F96-9CB9-6D06B3BA4905}">
      <dsp:nvSpPr>
        <dsp:cNvPr id="0" name=""/>
        <dsp:cNvSpPr/>
      </dsp:nvSpPr>
      <dsp:spPr>
        <a:xfrm>
          <a:off x="2984211" y="3380385"/>
          <a:ext cx="1439167" cy="1439167"/>
        </a:xfrm>
        <a:prstGeom prst="ellipse">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a:lnSpc>
              <a:spcPct val="100000"/>
            </a:lnSpc>
            <a:spcBef>
              <a:spcPct val="0"/>
            </a:spcBef>
            <a:spcAft>
              <a:spcPct val="35000"/>
            </a:spcAft>
            <a:buNone/>
          </a:pPr>
          <a:r>
            <a:rPr lang="en-US" sz="1400" b="1" i="0" kern="1200">
              <a:latin typeface="+mn-lt"/>
            </a:rPr>
            <a:t>Two</a:t>
          </a:r>
          <a:endParaRPr lang="en-US" sz="1400" b="1" i="0" kern="1200" dirty="0">
            <a:latin typeface="+mn-lt"/>
          </a:endParaRPr>
        </a:p>
      </dsp:txBody>
      <dsp:txXfrm>
        <a:off x="3194972" y="3591146"/>
        <a:ext cx="1017645" cy="1017645"/>
      </dsp:txXfrm>
    </dsp:sp>
    <dsp:sp modelId="{CF49864E-0ADD-412A-B299-3927602A0B2A}">
      <dsp:nvSpPr>
        <dsp:cNvPr id="0" name=""/>
        <dsp:cNvSpPr/>
      </dsp:nvSpPr>
      <dsp:spPr>
        <a:xfrm rot="10800000">
          <a:off x="2422397" y="4035223"/>
          <a:ext cx="397015" cy="129490"/>
        </a:xfrm>
        <a:prstGeom prst="rightArrow">
          <a:avLst>
            <a:gd name="adj1" fmla="val 60000"/>
            <a:gd name="adj2" fmla="val 50000"/>
          </a:avLst>
        </a:prstGeom>
        <a:solidFill>
          <a:schemeClr val="accent2"/>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222250">
            <a:lnSpc>
              <a:spcPct val="100000"/>
            </a:lnSpc>
            <a:spcBef>
              <a:spcPct val="0"/>
            </a:spcBef>
            <a:spcAft>
              <a:spcPct val="35000"/>
            </a:spcAft>
            <a:buNone/>
          </a:pPr>
          <a:endParaRPr lang="en-US" sz="500" kern="1200" dirty="0">
            <a:latin typeface="+mn-lt"/>
          </a:endParaRPr>
        </a:p>
      </dsp:txBody>
      <dsp:txXfrm rot="10800000">
        <a:off x="2461244" y="4061121"/>
        <a:ext cx="358168" cy="77694"/>
      </dsp:txXfrm>
    </dsp:sp>
    <dsp:sp modelId="{E49F0149-D944-4661-81FE-6B2A2B5B41C6}">
      <dsp:nvSpPr>
        <dsp:cNvPr id="0" name=""/>
        <dsp:cNvSpPr/>
      </dsp:nvSpPr>
      <dsp:spPr>
        <a:xfrm>
          <a:off x="795959" y="3380385"/>
          <a:ext cx="1439167" cy="1439167"/>
        </a:xfrm>
        <a:prstGeom prst="ellipse">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a:lnSpc>
              <a:spcPct val="100000"/>
            </a:lnSpc>
            <a:spcBef>
              <a:spcPct val="0"/>
            </a:spcBef>
            <a:spcAft>
              <a:spcPct val="35000"/>
            </a:spcAft>
            <a:buNone/>
          </a:pPr>
          <a:r>
            <a:rPr lang="en-US" sz="1400" b="1" i="0" kern="1200">
              <a:latin typeface="+mn-lt"/>
            </a:rPr>
            <a:t>Three</a:t>
          </a:r>
          <a:endParaRPr lang="en-US" sz="1400" b="1" i="0" kern="1200" dirty="0">
            <a:latin typeface="+mn-lt"/>
          </a:endParaRPr>
        </a:p>
      </dsp:txBody>
      <dsp:txXfrm>
        <a:off x="1006720" y="3591146"/>
        <a:ext cx="1017645" cy="1017645"/>
      </dsp:txXfrm>
    </dsp:sp>
    <dsp:sp modelId="{309AFB6A-7B89-4AFB-B90B-D28E39B2164D}">
      <dsp:nvSpPr>
        <dsp:cNvPr id="0" name=""/>
        <dsp:cNvSpPr/>
      </dsp:nvSpPr>
      <dsp:spPr>
        <a:xfrm rot="15120000">
          <a:off x="982403" y="3005334"/>
          <a:ext cx="397015" cy="129490"/>
        </a:xfrm>
        <a:prstGeom prst="rightArrow">
          <a:avLst>
            <a:gd name="adj1" fmla="val 60000"/>
            <a:gd name="adj2" fmla="val 50000"/>
          </a:avLst>
        </a:prstGeom>
        <a:solidFill>
          <a:schemeClr val="accent2"/>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222250">
            <a:lnSpc>
              <a:spcPct val="100000"/>
            </a:lnSpc>
            <a:spcBef>
              <a:spcPct val="0"/>
            </a:spcBef>
            <a:spcAft>
              <a:spcPct val="35000"/>
            </a:spcAft>
            <a:buNone/>
          </a:pPr>
          <a:endParaRPr lang="en-US" sz="500" kern="1200" dirty="0">
            <a:latin typeface="+mn-lt"/>
          </a:endParaRPr>
        </a:p>
      </dsp:txBody>
      <dsp:txXfrm rot="10800000">
        <a:off x="1007829" y="3049705"/>
        <a:ext cx="358168" cy="77694"/>
      </dsp:txXfrm>
    </dsp:sp>
    <dsp:sp modelId="{A9C75BD4-54FC-4D23-BF89-2CA5532A7B4D}">
      <dsp:nvSpPr>
        <dsp:cNvPr id="0" name=""/>
        <dsp:cNvSpPr/>
      </dsp:nvSpPr>
      <dsp:spPr>
        <a:xfrm>
          <a:off x="119752" y="1299233"/>
          <a:ext cx="1439167" cy="1439167"/>
        </a:xfrm>
        <a:prstGeom prst="ellipse">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a:lnSpc>
              <a:spcPct val="100000"/>
            </a:lnSpc>
            <a:spcBef>
              <a:spcPct val="0"/>
            </a:spcBef>
            <a:spcAft>
              <a:spcPct val="35000"/>
            </a:spcAft>
            <a:buNone/>
          </a:pPr>
          <a:r>
            <a:rPr lang="en-US" sz="1400" b="1" i="0" kern="1200">
              <a:latin typeface="+mn-lt"/>
            </a:rPr>
            <a:t>Four</a:t>
          </a:r>
          <a:endParaRPr lang="en-US" sz="1400" b="1" i="0" kern="1200" dirty="0">
            <a:latin typeface="+mn-lt"/>
          </a:endParaRPr>
        </a:p>
      </dsp:txBody>
      <dsp:txXfrm>
        <a:off x="330513" y="1509994"/>
        <a:ext cx="1017645" cy="1017645"/>
      </dsp:txXfrm>
    </dsp:sp>
    <dsp:sp modelId="{6CDD2630-D63A-4CBE-8FB6-0391CD9BBD33}">
      <dsp:nvSpPr>
        <dsp:cNvPr id="0" name=""/>
        <dsp:cNvSpPr/>
      </dsp:nvSpPr>
      <dsp:spPr>
        <a:xfrm rot="19440000">
          <a:off x="1516904" y="1317565"/>
          <a:ext cx="397015" cy="129490"/>
        </a:xfrm>
        <a:prstGeom prst="rightArrow">
          <a:avLst>
            <a:gd name="adj1" fmla="val 60000"/>
            <a:gd name="adj2" fmla="val 50000"/>
          </a:avLst>
        </a:prstGeom>
        <a:solidFill>
          <a:schemeClr val="accent2"/>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222250">
            <a:lnSpc>
              <a:spcPct val="100000"/>
            </a:lnSpc>
            <a:spcBef>
              <a:spcPct val="0"/>
            </a:spcBef>
            <a:spcAft>
              <a:spcPct val="35000"/>
            </a:spcAft>
            <a:buNone/>
          </a:pPr>
          <a:endParaRPr lang="en-US" sz="500" kern="1200" dirty="0">
            <a:latin typeface="+mn-lt"/>
          </a:endParaRPr>
        </a:p>
      </dsp:txBody>
      <dsp:txXfrm>
        <a:off x="1520614" y="1354880"/>
        <a:ext cx="358168" cy="77694"/>
      </dsp:txXfrm>
    </dsp:sp>
  </dsp:spTree>
</dsp:drawing>
</file>

<file path=ppt/diagrams/layout1.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venn2">
  <dgm:title val=""/>
  <dgm:desc val=""/>
  <dgm:catLst>
    <dgm:cat type="relationship" pri="30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resizeHandles val="exact"/>
    </dgm:varLst>
    <dgm:alg type="composite">
      <dgm:param type="ar" val="1"/>
    </dgm:alg>
    <dgm:shape xmlns:r="http://schemas.openxmlformats.org/officeDocument/2006/relationships" r:blip="">
      <dgm:adjLst/>
    </dgm:shape>
    <dgm:presOf/>
    <dgm:choose name="Name1">
      <dgm:if name="Name2" axis="ch" ptType="node" func="cnt" op="lte" val="3">
        <dgm:constrLst>
          <dgm:constr type="w" for="ch" forName="comp1" refType="w"/>
          <dgm:constr type="h" for="ch" forName="comp1" refType="w" refFor="ch" refForName="comp1"/>
          <dgm:constr type="w" for="ch" forName="comp2" refType="w" fact="0.75"/>
          <dgm:constr type="h" for="ch" forName="comp2" refType="w" refFor="ch" refForName="comp2"/>
          <dgm:constr type="ctrX" for="ch" forName="comp2" refType="ctrX" refFor="ch" refForName="comp1"/>
          <dgm:constr type="b" for="ch" forName="comp2" refType="b" refFor="ch" refForName="comp1"/>
          <dgm:constr type="w" for="ch" forName="comp3" refType="w" fact="0.5"/>
          <dgm:constr type="h" for="ch" forName="comp3" refType="w" refFor="ch" refForName="comp3"/>
          <dgm:constr type="ctrX" for="ch" forName="comp3" refType="ctrX" refFor="ch" refForName="comp1"/>
          <dgm:constr type="b" for="ch" forName="comp3" refType="b" refFor="ch" refForName="comp1"/>
          <dgm:constr type="primFontSz" for="des" ptType="node" op="equ" val="65"/>
        </dgm:constrLst>
      </dgm:if>
      <dgm:if name="Name3" axis="ch" ptType="node" func="cnt" op="equ" val="4">
        <dgm:constrLst>
          <dgm:constr type="w" for="ch" forName="comp1" refType="w"/>
          <dgm:constr type="h" for="ch" forName="comp1" refType="w" refFor="ch" refForName="comp1"/>
          <dgm:constr type="w" for="ch" forName="comp2" refType="w" fact="0.8"/>
          <dgm:constr type="h" for="ch" forName="comp2" refType="w" refFor="ch" refForName="comp2"/>
          <dgm:constr type="ctrX" for="ch" forName="comp2" refType="ctrX" refFor="ch" refForName="comp1"/>
          <dgm:constr type="b" for="ch" forName="comp2" refType="b" refFor="ch" refForName="comp1"/>
          <dgm:constr type="w" for="ch" forName="comp3" refType="w" fact="0.6"/>
          <dgm:constr type="h" for="ch" forName="comp3" refType="w" refFor="ch" refForName="comp3"/>
          <dgm:constr type="ctrX" for="ch" forName="comp3" refType="ctrX" refFor="ch" refForName="comp1"/>
          <dgm:constr type="b" for="ch" forName="comp3" refType="b" refFor="ch" refForName="comp1"/>
          <dgm:constr type="w" for="ch" forName="comp4" refType="w" fact="0.4"/>
          <dgm:constr type="h" for="ch" forName="comp4" refType="w" refFor="ch" refForName="comp4"/>
          <dgm:constr type="ctrX" for="ch" forName="comp4" refType="ctrX" refFor="ch" refForName="comp1"/>
          <dgm:constr type="b" for="ch" forName="comp4" refType="b" refFor="ch" refForName="comp1"/>
          <dgm:constr type="primFontSz" for="des" ptType="node" op="equ" val="65"/>
        </dgm:constrLst>
      </dgm:if>
      <dgm:else name="Name4">
        <dgm:constrLst>
          <dgm:constr type="w" for="ch" forName="comp1" refType="w"/>
          <dgm:constr type="h" for="ch" forName="comp1" refType="w" refFor="ch" refForName="comp1"/>
          <dgm:constr type="w" for="ch" forName="comp2" refType="w" fact="0.85"/>
          <dgm:constr type="h" for="ch" forName="comp2" refType="w" refFor="ch" refForName="comp2"/>
          <dgm:constr type="ctrX" for="ch" forName="comp2" refType="ctrX" refFor="ch" refForName="comp1"/>
          <dgm:constr type="b" for="ch" forName="comp2" refType="b" refFor="ch" refForName="comp1"/>
          <dgm:constr type="w" for="ch" forName="comp3" refType="w" fact="0.7"/>
          <dgm:constr type="h" for="ch" forName="comp3" refType="w" refFor="ch" refForName="comp3"/>
          <dgm:constr type="ctrX" for="ch" forName="comp3" refType="ctrX" refFor="ch" refForName="comp1"/>
          <dgm:constr type="b" for="ch" forName="comp3" refType="b" refFor="ch" refForName="comp1"/>
          <dgm:constr type="w" for="ch" forName="comp4" refType="w" fact="0.55"/>
          <dgm:constr type="h" for="ch" forName="comp4" refType="w" refFor="ch" refForName="comp4"/>
          <dgm:constr type="ctrX" for="ch" forName="comp4" refType="ctrX" refFor="ch" refForName="comp1"/>
          <dgm:constr type="b" for="ch" forName="comp4" refType="b" refFor="ch" refForName="comp1"/>
          <dgm:constr type="w" for="ch" forName="comp5" refType="w" fact="0.4"/>
          <dgm:constr type="h" for="ch" forName="comp5" refType="w" refFor="ch" refForName="comp5"/>
          <dgm:constr type="ctrX" for="ch" forName="comp5" refType="ctrX" refFor="ch" refForName="comp1"/>
          <dgm:constr type="b" for="ch" forName="comp5" refType="b" refFor="ch" refForName="comp1"/>
          <dgm:constr type="w" for="ch" forName="comp6" refType="w" fact="0.25"/>
          <dgm:constr type="h" for="ch" forName="comp6" refType="w" refFor="ch" refForName="comp6"/>
          <dgm:constr type="ctrX" for="ch" forName="comp6" refType="ctrX" refFor="ch" refForName="comp1"/>
          <dgm:constr type="b" for="ch" forName="comp6" refType="b" refFor="ch" refForName="comp1"/>
          <dgm:constr type="w" for="ch" forName="comp7" refType="w" fact="0.15"/>
          <dgm:constr type="h" for="ch" forName="comp7" refType="w" refFor="ch" refForName="comp7"/>
          <dgm:constr type="ctrX" for="ch" forName="comp7" refType="ctrX" refFor="ch" refForName="comp1"/>
          <dgm:constr type="b" for="ch" forName="comp7" refType="b" refFor="ch" refForName="comp1"/>
          <dgm:constr type="primFontSz" for="des" ptType="node" op="equ" val="65"/>
        </dgm:constrLst>
      </dgm:else>
    </dgm:choose>
    <dgm:ruleLst/>
    <dgm:choose name="Name5">
      <dgm:if name="Name6" axis="ch" ptType="node" func="cnt" op="gte" val="1">
        <dgm:layoutNode name="comp1">
          <dgm:alg type="composite"/>
          <dgm:shape xmlns:r="http://schemas.openxmlformats.org/officeDocument/2006/relationships" r:blip="">
            <dgm:adjLst/>
          </dgm:shape>
          <dgm:presOf/>
          <dgm:choose name="Name7">
            <dgm:if name="Name8" axis="ch" ptType="node" func="cnt" op="equ" val="1">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5"/>
                <dgm:constr type="w" for="ch" forName="c1text" refType="w" refFor="ch" refForName="circle1" fact="0.70711"/>
                <dgm:constr type="h" for="ch" forName="c1text" refType="h" refFor="ch" refForName="circle1" fact="0.5"/>
              </dgm:constrLst>
            </dgm:if>
            <dgm:if name="Name9" axis="ch" ptType="node" func="cnt" op="equ" val="2">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6"/>
                <dgm:constr type="w" for="ch" forName="c1text" refType="w" refFor="ch" refForName="circle1" fact="0.525"/>
                <dgm:constr type="h" for="ch" forName="c1text" refType="h" refFor="ch" refForName="circle1" fact="0.17"/>
              </dgm:constrLst>
            </dgm:if>
            <dgm:if name="Name10" axis="ch" ptType="node" func="cnt" op="equ" val="3">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3495"/>
                <dgm:constr type="h" for="ch" forName="c1text" refType="h" refFor="ch" refForName="circle1" fact="0.15"/>
              </dgm:constrLst>
            </dgm:if>
            <dgm:if name="Name11" axis="ch" ptType="node" func="cnt" op="equ" val="4">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2796"/>
                <dgm:constr type="h" for="ch" forName="c1text" refType="h" refFor="ch" refForName="circle1" fact="0.15"/>
              </dgm:constrLst>
            </dgm:if>
            <dgm:if name="Name12" axis="ch" ptType="node" func="cnt" op="gte" val="5">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
                <dgm:constr type="w" for="ch" forName="c1text" refType="w" refFor="ch" refForName="circle1" fact="0.375"/>
                <dgm:constr type="h" for="ch" forName="c1text" refType="h" refFor="ch" refForName="circle1" fact="0.1"/>
              </dgm:constrLst>
            </dgm:if>
            <dgm:else name="Name13"/>
          </dgm:choose>
          <dgm:ruleLst/>
          <dgm:layoutNode name="circle1" styleLbl="node1">
            <dgm:alg type="sp"/>
            <dgm:shape xmlns:r="http://schemas.openxmlformats.org/officeDocument/2006/relationships" type="ellipse" r:blip="">
              <dgm:adjLst/>
            </dgm:shape>
            <dgm:presOf axis="ch desOrSelf" ptType="node node" st="1 1" cnt="1 0"/>
            <dgm:constrLst>
              <dgm:constr type="h" refType="w"/>
            </dgm:constrLst>
            <dgm:ruleLst/>
          </dgm:layoutNode>
          <dgm:layoutNode name="c1text">
            <dgm:varLst>
              <dgm:bulletEnabled val="1"/>
            </dgm:varLst>
            <dgm:alg type="tx"/>
            <dgm:shape xmlns:r="http://schemas.openxmlformats.org/officeDocument/2006/relationships" type="rect" r:blip="" hideGeom="1">
              <dgm:adjLst/>
            </dgm:shape>
            <dgm:presOf axis="ch desOrSelf" ptType="node node" st="1 1" cnt="1 0"/>
            <dgm:constrLst/>
            <dgm:ruleLst>
              <dgm:rule type="primFontSz" val="5" fact="NaN" max="NaN"/>
            </dgm:ruleLst>
          </dgm:layoutNode>
        </dgm:layoutNode>
      </dgm:if>
      <dgm:else name="Name14"/>
    </dgm:choose>
    <dgm:choose name="Name15">
      <dgm:if name="Name16" axis="ch" ptType="node" func="cnt" op="gte" val="2">
        <dgm:layoutNode name="comp2">
          <dgm:alg type="composite"/>
          <dgm:shape xmlns:r="http://schemas.openxmlformats.org/officeDocument/2006/relationships" r:blip="">
            <dgm:adjLst/>
          </dgm:shape>
          <dgm:presOf/>
          <dgm:choose name="Name17">
            <dgm:if name="Name18" axis="ch" ptType="node" func="cnt" op="equ" val="2">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5"/>
                <dgm:constr type="w" for="ch" forName="c2text" refType="w" refFor="ch" refForName="circle2" fact="0.70711"/>
                <dgm:constr type="h" for="ch" forName="c2text" refType="h" refFor="ch" refForName="circle2" fact="0.5"/>
              </dgm:constrLst>
            </dgm:if>
            <dgm:if name="Name19" axis="ch" ptType="node" func="cnt" op="equ" val="3">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625"/>
                <dgm:constr type="w" for="ch" forName="c2text" refType="w" refFor="ch" refForName="circle2" fact="0.466"/>
                <dgm:constr type="h" for="ch" forName="c2text" refType="h" refFor="ch" refForName="circle2" fact="0.1875"/>
              </dgm:constrLst>
            </dgm:if>
            <dgm:if name="Name20" axis="ch" ptType="node" func="cnt" op="equ" val="4">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
                <dgm:constr type="w" for="ch" forName="c2text" refType="w" refFor="ch" refForName="circle2" fact="0.3495"/>
                <dgm:constr type="h" for="ch" forName="c2text" refType="h" refFor="ch" refForName="circle2" fact="0.18"/>
              </dgm:constrLst>
            </dgm:if>
            <dgm:if name="Name21" axis="ch" ptType="node" func="cnt" op="gte" val="5">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15"/>
                <dgm:constr type="w" for="ch" forName="c2text" refType="w" refFor="ch" refForName="circle2" fact="0.43125"/>
                <dgm:constr type="h" for="ch" forName="c2text" refType="h" refFor="ch" refForName="circle2" fact="0.115"/>
              </dgm:constrLst>
            </dgm:if>
            <dgm:else name="Name22"/>
          </dgm:choose>
          <dgm:ruleLst/>
          <dgm:layoutNode name="circle2" styleLbl="node1">
            <dgm:alg type="sp"/>
            <dgm:shape xmlns:r="http://schemas.openxmlformats.org/officeDocument/2006/relationships" type="ellipse" r:blip="">
              <dgm:adjLst/>
            </dgm:shape>
            <dgm:presOf axis="ch desOrSelf" ptType="node node" st="2 1" cnt="1 0"/>
            <dgm:constrLst>
              <dgm:constr type="h" refType="w"/>
            </dgm:constrLst>
            <dgm:ruleLst/>
          </dgm:layoutNode>
          <dgm:layoutNode name="c2text">
            <dgm:varLst>
              <dgm:bulletEnabled val="1"/>
            </dgm:varLst>
            <dgm:alg type="tx"/>
            <dgm:shape xmlns:r="http://schemas.openxmlformats.org/officeDocument/2006/relationships" type="rect" r:blip="" hideGeom="1">
              <dgm:adjLst/>
            </dgm:shape>
            <dgm:presOf axis="ch desOrSelf" ptType="node node" st="2 1" cnt="1 0"/>
            <dgm:constrLst/>
            <dgm:ruleLst>
              <dgm:rule type="primFontSz" val="5" fact="NaN" max="NaN"/>
            </dgm:ruleLst>
          </dgm:layoutNode>
        </dgm:layoutNode>
      </dgm:if>
      <dgm:else name="Name23"/>
    </dgm:choose>
    <dgm:choose name="Name24">
      <dgm:if name="Name25" axis="ch" ptType="node" func="cnt" op="gte" val="3">
        <dgm:layoutNode name="comp3">
          <dgm:alg type="composite"/>
          <dgm:shape xmlns:r="http://schemas.openxmlformats.org/officeDocument/2006/relationships" r:blip="">
            <dgm:adjLst/>
          </dgm:shape>
          <dgm:presOf/>
          <dgm:choose name="Name26">
            <dgm:if name="Name27" axis="ch" ptType="node" func="cnt" op="equ" val="3">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5"/>
                <dgm:constr type="w" for="ch" forName="c3text" refType="w" refFor="ch" refForName="circle3" fact="0.70711"/>
                <dgm:constr type="h" for="ch" forName="c3text" refType="h" refFor="ch" refForName="circle3" fact="0.5"/>
              </dgm:constrLst>
            </dgm:if>
            <dgm:if name="Name28" axis="ch" ptType="node" func="cnt" op="equ" val="4">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875"/>
                <dgm:constr type="w" for="ch" forName="c3text" refType="w" refFor="ch" refForName="circle3" fact="0.466"/>
                <dgm:constr type="h" for="ch" forName="c3text" refType="h" refFor="ch" refForName="circle3" fact="0.225"/>
              </dgm:constrLst>
            </dgm:if>
            <dgm:if name="Name29" axis="ch" ptType="node" func="cnt" op="gte" val="5">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38"/>
                <dgm:constr type="w" for="ch" forName="c3text" refType="w" refFor="ch" refForName="circle3" fact="0.5175"/>
                <dgm:constr type="h" for="ch" forName="c3text" refType="h" refFor="ch" refForName="circle3" fact="0.138"/>
              </dgm:constrLst>
            </dgm:if>
            <dgm:else name="Name30"/>
          </dgm:choose>
          <dgm:ruleLst/>
          <dgm:layoutNode name="circle3" styleLbl="node1">
            <dgm:alg type="sp"/>
            <dgm:shape xmlns:r="http://schemas.openxmlformats.org/officeDocument/2006/relationships" type="ellipse" r:blip="">
              <dgm:adjLst/>
            </dgm:shape>
            <dgm:presOf axis="ch desOrSelf" ptType="node node" st="3 1" cnt="1 0"/>
            <dgm:constrLst>
              <dgm:constr type="h" refType="w"/>
            </dgm:constrLst>
            <dgm:ruleLst/>
          </dgm:layoutNode>
          <dgm:layoutNode name="c3text">
            <dgm:varLst>
              <dgm:bulletEnabled val="1"/>
            </dgm:varLst>
            <dgm:alg type="tx"/>
            <dgm:shape xmlns:r="http://schemas.openxmlformats.org/officeDocument/2006/relationships" type="rect" r:blip="" hideGeom="1">
              <dgm:adjLst/>
            </dgm:shape>
            <dgm:presOf axis="ch desOrSelf" ptType="node node" st="3 1" cnt="1 0"/>
            <dgm:constrLst/>
            <dgm:ruleLst>
              <dgm:rule type="primFontSz" val="5" fact="NaN" max="NaN"/>
            </dgm:ruleLst>
          </dgm:layoutNode>
        </dgm:layoutNode>
      </dgm:if>
      <dgm:else name="Name31"/>
    </dgm:choose>
    <dgm:choose name="Name32">
      <dgm:if name="Name33" axis="ch" ptType="node" func="cnt" op="gte" val="4">
        <dgm:layoutNode name="comp4">
          <dgm:alg type="composite"/>
          <dgm:shape xmlns:r="http://schemas.openxmlformats.org/officeDocument/2006/relationships" r:blip="">
            <dgm:adjLst/>
          </dgm:shape>
          <dgm:presOf/>
          <dgm:choose name="Name34">
            <dgm:if name="Name35" axis="ch" ptType="node" func="cnt" op="equ" val="4">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5"/>
                <dgm:constr type="w" for="ch" forName="c4text" refType="w" refFor="ch" refForName="circle4" fact="0.70711"/>
                <dgm:constr type="h" for="ch" forName="c4text" refType="h" refFor="ch" refForName="circle4" fact="0.5"/>
              </dgm:constrLst>
            </dgm:if>
            <dgm:if name="Name36" axis="ch" ptType="node" func="cnt" op="gte" val="5">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18"/>
                <dgm:constr type="w" for="ch" forName="c4text" refType="w" refFor="ch" refForName="circle4" fact="0.54"/>
                <dgm:constr type="h" for="ch" forName="c4text" refType="h" refFor="ch" refForName="circle4" fact="0.18"/>
              </dgm:constrLst>
            </dgm:if>
            <dgm:else name="Name37"/>
          </dgm:choose>
          <dgm:ruleLst/>
          <dgm:layoutNode name="circle4" styleLbl="node1">
            <dgm:alg type="sp"/>
            <dgm:shape xmlns:r="http://schemas.openxmlformats.org/officeDocument/2006/relationships" type="ellipse" r:blip="">
              <dgm:adjLst/>
            </dgm:shape>
            <dgm:presOf axis="ch desOrSelf" ptType="node node" st="4 1" cnt="1 0"/>
            <dgm:constrLst>
              <dgm:constr type="h" refType="w"/>
            </dgm:constrLst>
            <dgm:ruleLst/>
          </dgm:layoutNode>
          <dgm:layoutNode name="c4text">
            <dgm:varLst>
              <dgm:bulletEnabled val="1"/>
            </dgm:varLst>
            <dgm:alg type="tx"/>
            <dgm:shape xmlns:r="http://schemas.openxmlformats.org/officeDocument/2006/relationships" type="rect" r:blip="" hideGeom="1">
              <dgm:adjLst/>
            </dgm:shape>
            <dgm:presOf axis="ch desOrSelf" ptType="node node" st="4 1" cnt="1 0"/>
            <dgm:constrLst/>
            <dgm:ruleLst>
              <dgm:rule type="primFontSz" val="5" fact="NaN" max="NaN"/>
            </dgm:ruleLst>
          </dgm:layoutNode>
        </dgm:layoutNode>
      </dgm:if>
      <dgm:else name="Name38"/>
    </dgm:choose>
    <dgm:choose name="Name39">
      <dgm:if name="Name40" axis="ch" ptType="node" func="cnt" op="gte" val="5">
        <dgm:layoutNode name="comp5">
          <dgm:alg type="composite"/>
          <dgm:shape xmlns:r="http://schemas.openxmlformats.org/officeDocument/2006/relationships" r:blip="">
            <dgm:adjLst/>
          </dgm:shape>
          <dgm:presOf/>
          <dgm:choose name="Name41">
            <dgm:if name="Name42" axis="ch" ptType="node" func="cnt" op="equ" val="5">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5"/>
                <dgm:constr type="w" for="ch" forName="c5text" refType="w" refFor="ch" refForName="circle5" fact="0.70711"/>
                <dgm:constr type="h" for="ch" forName="c5text" refType="h" refFor="ch" refForName="circle5" fact="0.5"/>
              </dgm:constrLst>
            </dgm:if>
            <dgm:if name="Name43" axis="ch" ptType="node" func="cnt" op="gte" val="6">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25"/>
                <dgm:constr type="w" for="ch" forName="c5text" refType="w" refFor="ch" refForName="circle5" fact="0.65"/>
                <dgm:constr type="h" for="ch" forName="c5text" refType="h" refFor="ch" refForName="circle5" fact="0.25"/>
              </dgm:constrLst>
            </dgm:if>
            <dgm:else name="Name44"/>
          </dgm:choose>
          <dgm:ruleLst/>
          <dgm:layoutNode name="circle5" styleLbl="node1">
            <dgm:alg type="sp"/>
            <dgm:shape xmlns:r="http://schemas.openxmlformats.org/officeDocument/2006/relationships" type="ellipse" r:blip="">
              <dgm:adjLst/>
            </dgm:shape>
            <dgm:presOf axis="ch desOrSelf" ptType="node node" st="5 1" cnt="1 0"/>
            <dgm:constrLst>
              <dgm:constr type="h" refType="w"/>
            </dgm:constrLst>
            <dgm:ruleLst/>
          </dgm:layoutNode>
          <dgm:layoutNode name="c5text">
            <dgm:varLst>
              <dgm:bulletEnabled val="1"/>
            </dgm:varLst>
            <dgm:alg type="tx"/>
            <dgm:shape xmlns:r="http://schemas.openxmlformats.org/officeDocument/2006/relationships" type="rect" r:blip="" hideGeom="1">
              <dgm:adjLst/>
            </dgm:shape>
            <dgm:presOf axis="ch desOrSelf" ptType="node node" st="5 1" cnt="1 0"/>
            <dgm:constrLst/>
            <dgm:ruleLst>
              <dgm:rule type="primFontSz" val="5" fact="NaN" max="NaN"/>
            </dgm:ruleLst>
          </dgm:layoutNode>
        </dgm:layoutNode>
      </dgm:if>
      <dgm:else name="Name45"/>
    </dgm:choose>
    <dgm:choose name="Name46">
      <dgm:if name="Name47" axis="ch" ptType="node" func="cnt" op="gte" val="6">
        <dgm:layoutNode name="comp6">
          <dgm:alg type="composite"/>
          <dgm:shape xmlns:r="http://schemas.openxmlformats.org/officeDocument/2006/relationships" r:blip="">
            <dgm:adjLst/>
          </dgm:shape>
          <dgm:presOf/>
          <dgm:choose name="Name48">
            <dgm:if name="Name49" axis="ch" ptType="node" func="cnt" op="equ" val="6">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5"/>
                <dgm:constr type="w" for="ch" forName="c6text" refType="w" refFor="ch" refForName="circle6" fact="0.70711"/>
                <dgm:constr type="h" for="ch" forName="c6text" refType="h" refFor="ch" refForName="circle6" fact="0.5"/>
              </dgm:constrLst>
            </dgm:if>
            <dgm:if name="Name50" axis="ch" ptType="node" func="cnt" op="gte" val="7">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27"/>
                <dgm:constr type="w" for="ch" forName="c6text" refType="w" refFor="ch" refForName="circle6" fact="0.68"/>
                <dgm:constr type="h" for="ch" forName="c6text" refType="h" refFor="ch" refForName="circle6" fact="0.241"/>
              </dgm:constrLst>
            </dgm:if>
            <dgm:else name="Name51"/>
          </dgm:choose>
          <dgm:ruleLst/>
          <dgm:layoutNode name="circle6" styleLbl="node1">
            <dgm:alg type="sp"/>
            <dgm:shape xmlns:r="http://schemas.openxmlformats.org/officeDocument/2006/relationships" type="ellipse" r:blip="">
              <dgm:adjLst/>
            </dgm:shape>
            <dgm:presOf axis="ch desOrSelf" ptType="node node" st="6 1" cnt="1 0"/>
            <dgm:constrLst>
              <dgm:constr type="h" refType="w"/>
            </dgm:constrLst>
            <dgm:ruleLst/>
          </dgm:layoutNode>
          <dgm:layoutNode name="c6text">
            <dgm:varLst>
              <dgm:bulletEnabled val="1"/>
            </dgm:varLst>
            <dgm:alg type="tx"/>
            <dgm:shape xmlns:r="http://schemas.openxmlformats.org/officeDocument/2006/relationships" type="rect" r:blip="" hideGeom="1">
              <dgm:adjLst/>
            </dgm:shape>
            <dgm:presOf axis="ch desOrSelf" ptType="node node" st="6 1" cnt="1 0"/>
            <dgm:constrLst/>
            <dgm:ruleLst>
              <dgm:rule type="primFontSz" val="5" fact="NaN" max="NaN"/>
            </dgm:ruleLst>
          </dgm:layoutNode>
        </dgm:layoutNode>
      </dgm:if>
      <dgm:else name="Name52"/>
    </dgm:choose>
    <dgm:choose name="Name53">
      <dgm:if name="Name54" axis="ch" ptType="node" func="cnt" op="gte" val="7">
        <dgm:layoutNode name="comp7">
          <dgm:alg type="composite"/>
          <dgm:shape xmlns:r="http://schemas.openxmlformats.org/officeDocument/2006/relationships" r:blip="">
            <dgm:adjLst/>
          </dgm:shape>
          <dgm:presOf/>
          <dgm:constrLst>
            <dgm:constr type="w" for="ch" forName="circle7" refType="w"/>
            <dgm:constr type="h" for="ch" forName="circle7" refType="h"/>
            <dgm:constr type="ctrX" for="ch" forName="circle7" refType="w" fact="0.5"/>
            <dgm:constr type="ctrY" for="ch" forName="circle7" refType="h" fact="0.5"/>
            <dgm:constr type="ctrX" for="ch" forName="c7text" refType="w" fact="0.5"/>
            <dgm:constr type="ctrY" for="ch" forName="c7text" refType="h" fact="0.5"/>
            <dgm:constr type="w" for="ch" forName="c7text" refType="w" refFor="ch" refForName="circle7" fact="0.70711"/>
            <dgm:constr type="h" for="ch" forName="c7text" refType="h" refFor="ch" refForName="circle7" fact="0.5"/>
          </dgm:constrLst>
          <dgm:ruleLst/>
          <dgm:layoutNode name="circle7" styleLbl="node1">
            <dgm:alg type="sp"/>
            <dgm:shape xmlns:r="http://schemas.openxmlformats.org/officeDocument/2006/relationships" type="ellipse" r:blip="">
              <dgm:adjLst/>
            </dgm:shape>
            <dgm:presOf axis="ch desOrSelf" ptType="node node" st="7 1" cnt="1 0"/>
            <dgm:constrLst>
              <dgm:constr type="h" refType="w"/>
            </dgm:constrLst>
            <dgm:ruleLst/>
          </dgm:layoutNode>
          <dgm:layoutNode name="c7text">
            <dgm:varLst>
              <dgm:bulletEnabled val="1"/>
            </dgm:varLst>
            <dgm:alg type="tx"/>
            <dgm:shape xmlns:r="http://schemas.openxmlformats.org/officeDocument/2006/relationships" type="rect" r:blip="" hideGeom="1">
              <dgm:adjLst/>
            </dgm:shape>
            <dgm:presOf axis="ch desOrSelf" ptType="node node" st="7 1" cnt="1 0"/>
            <dgm:constrLst/>
            <dgm:ruleLst>
              <dgm:rule type="primFontSz" val="5" fact="NaN" max="NaN"/>
            </dgm:ruleLst>
          </dgm:layoutNode>
        </dgm:layoutNode>
      </dgm:if>
      <dgm:else name="Name55"/>
    </dgm:choose>
  </dgm:layoutNode>
</dgm:layoutDef>
</file>

<file path=ppt/diagrams/layout3.xml><?xml version="1.0" encoding="utf-8"?>
<dgm:layoutDef xmlns:dgm="http://schemas.openxmlformats.org/drawingml/2006/diagram" xmlns:a="http://schemas.openxmlformats.org/drawingml/2006/main" uniqueId="urn:microsoft.com/office/officeart/2005/8/layout/cycle2">
  <dgm:title val=""/>
  <dgm:desc val=""/>
  <dgm:catLst>
    <dgm:cat type="cycle" pri="1000"/>
    <dgm:cat type="convert" pri="10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onstrLst>
      <dgm:constr type="w" for="ch" ptType="node" refType="w"/>
      <dgm:constr type="w" for="ch" ptType="sibTrans" refType="w" refFor="ch" refPtType="node" op="equ" fact="0.25"/>
      <dgm:constr type="sibSp" refType="w" refFor="ch" refPtType="node" fact="0.5"/>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9">
        <dgm:if name="Name10" axis="par ch" ptType="doc node" func="cnt" op="gt" val="1">
          <dgm:forEach name="sibTransForEach" axis="followSib" ptType="sibTrans" hideLastTrans="0" cnt="1">
            <dgm:layoutNode name="sibTrans">
              <dgm:choose name="Name11">
                <dgm:if name="Name12" axis="par ch" ptType="doc node" func="cnt" op="lt" val="3">
                  <dgm:alg type="conn">
                    <dgm:param type="begPts" val="radial"/>
                    <dgm:param type="endPts" val="radial"/>
                  </dgm:alg>
                </dgm:if>
                <dgm:else name="Name13">
                  <dgm:alg type="conn">
                    <dgm:param type="begPts" val="auto"/>
                    <dgm:param type="endPts" val="auto"/>
                  </dgm:alg>
                </dgm:else>
              </dgm:choose>
              <dgm:shape xmlns:r="http://schemas.openxmlformats.org/officeDocument/2006/relationships" type="conn" r:blip="">
                <dgm:adjLst/>
              </dgm:shape>
              <dgm:presOf axis="self"/>
              <dgm:constrLst>
                <dgm:constr type="h" refType="w" fact="1.35"/>
                <dgm:constr type="connDist"/>
                <dgm:constr type="w" for="ch" refType="connDist" fact="0.45"/>
                <dgm:constr type="h" for="ch" refType="h"/>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if>
        <dgm:else name="Name14"/>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cdr:x>
      <cdr:y>0</cdr:y>
    </cdr:from>
    <cdr:to>
      <cdr:x>0</cdr:x>
      <cdr:y>0</cdr:y>
    </cdr:to>
    <cdr:sp macro="" textlink="">
      <cdr:nvSpPr>
        <cdr:cNvPr id="3" name="ee4p_colorscheme" descr="CGI Charts blue" hidden="1">
          <a:extLst xmlns:a="http://schemas.openxmlformats.org/drawingml/2006/main">
            <a:ext uri="{FF2B5EF4-FFF2-40B4-BE49-F238E27FC236}">
              <a16:creationId xmlns:a16="http://schemas.microsoft.com/office/drawing/2014/main" id="{50100964-11BC-41D1-92C7-064C2E9FF482}"/>
            </a:ext>
          </a:extLst>
        </cdr:cNvPr>
        <cdr:cNvSpPr/>
      </cdr:nvSpPr>
      <cdr:spPr>
        <a:xfrm xmlns:a="http://schemas.openxmlformats.org/drawingml/2006/main">
          <a:off x="-1270000" y="-1270000"/>
          <a:ext cx="0" cy="0"/>
        </a:xfrm>
        <a:prstGeom xmlns:a="http://schemas.openxmlformats.org/drawingml/2006/main" prst="rect">
          <a:avLst/>
        </a:prstGeom>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r>
            <a:rPr lang="de-DE"/>
            <a:t>CGI Charts blue</a:t>
          </a:r>
        </a:p>
      </cdr:txBody>
    </cdr:sp>
  </cdr:relSizeAnchor>
</c:userShapes>
</file>

<file path=ppt/drawings/drawing2.xml><?xml version="1.0" encoding="utf-8"?>
<c:userShapes xmlns:c="http://schemas.openxmlformats.org/drawingml/2006/chart">
  <cdr:relSizeAnchor xmlns:cdr="http://schemas.openxmlformats.org/drawingml/2006/chartDrawing">
    <cdr:from>
      <cdr:x>0</cdr:x>
      <cdr:y>0</cdr:y>
    </cdr:from>
    <cdr:to>
      <cdr:x>0</cdr:x>
      <cdr:y>0</cdr:y>
    </cdr:to>
    <cdr:sp macro="" textlink="">
      <cdr:nvSpPr>
        <cdr:cNvPr id="2" name="ee4p_colorscheme" descr="CGI Charts mixed" hidden="1"/>
        <cdr:cNvSpPr/>
      </cdr:nvSpPr>
      <cdr:spPr>
        <a:xfrm xmlns:a="http://schemas.openxmlformats.org/drawingml/2006/main">
          <a:off x="-1270000" y="-1270000"/>
          <a:ext cx="0" cy="0"/>
        </a:xfrm>
        <a:prstGeom xmlns:a="http://schemas.openxmlformats.org/drawingml/2006/main" prst="rect">
          <a:avLst/>
        </a:prstGeom>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r>
            <a:rPr lang="de-DE"/>
            <a:t>CGI Charts mixed</a:t>
          </a:r>
        </a:p>
      </cdr:txBody>
    </cdr:sp>
  </cdr:relSizeAnchor>
</c:userShapes>
</file>

<file path=ppt/drawings/drawing3.xml><?xml version="1.0" encoding="utf-8"?>
<c:userShapes xmlns:c="http://schemas.openxmlformats.org/drawingml/2006/chart">
  <cdr:relSizeAnchor xmlns:cdr="http://schemas.openxmlformats.org/drawingml/2006/chartDrawing">
    <cdr:from>
      <cdr:x>0</cdr:x>
      <cdr:y>0</cdr:y>
    </cdr:from>
    <cdr:to>
      <cdr:x>0</cdr:x>
      <cdr:y>0</cdr:y>
    </cdr:to>
    <cdr:sp macro="" textlink="">
      <cdr:nvSpPr>
        <cdr:cNvPr id="2" name="ee4p_colorscheme" descr="CGI Charts blue" hidden="1">
          <a:extLst xmlns:a="http://schemas.openxmlformats.org/drawingml/2006/main">
            <a:ext uri="{FF2B5EF4-FFF2-40B4-BE49-F238E27FC236}">
              <a16:creationId xmlns:a16="http://schemas.microsoft.com/office/drawing/2014/main" id="{935EEE09-EE18-401F-837D-5CB854E6CFDE}"/>
            </a:ext>
          </a:extLst>
        </cdr:cNvPr>
        <cdr:cNvSpPr/>
      </cdr:nvSpPr>
      <cdr:spPr>
        <a:xfrm xmlns:a="http://schemas.openxmlformats.org/drawingml/2006/main">
          <a:off x="-1270000" y="-1270000"/>
          <a:ext cx="0" cy="0"/>
        </a:xfrm>
        <a:prstGeom xmlns:a="http://schemas.openxmlformats.org/drawingml/2006/main" prst="rect">
          <a:avLst/>
        </a:prstGeom>
        <a:solidFill xmlns:a="http://schemas.openxmlformats.org/drawingml/2006/main">
          <a:schemeClr val="bg1"/>
        </a:solidFill>
        <a:ln xmlns:a="http://schemas.openxmlformats.org/drawingml/2006/main" w="9525">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r>
            <a:rPr lang="de-DE"/>
            <a:t>CGI Charts blue</a:t>
          </a:r>
        </a:p>
      </cdr:txBody>
    </cdr:sp>
  </cdr:relSizeAnchor>
</c:userShapes>
</file>

<file path=ppt/drawings/drawing4.xml><?xml version="1.0" encoding="utf-8"?>
<c:userShapes xmlns:c="http://schemas.openxmlformats.org/drawingml/2006/chart">
  <cdr:relSizeAnchor xmlns:cdr="http://schemas.openxmlformats.org/drawingml/2006/chartDrawing">
    <cdr:from>
      <cdr:x>0</cdr:x>
      <cdr:y>0</cdr:y>
    </cdr:from>
    <cdr:to>
      <cdr:x>0</cdr:x>
      <cdr:y>0</cdr:y>
    </cdr:to>
    <cdr:sp macro="" textlink="">
      <cdr:nvSpPr>
        <cdr:cNvPr id="2" name="ee4p_colorscheme" descr="CGI Charts mixed" hidden="1"/>
        <cdr:cNvSpPr/>
      </cdr:nvSpPr>
      <cdr:spPr>
        <a:xfrm xmlns:a="http://schemas.openxmlformats.org/drawingml/2006/main">
          <a:off x="-1270000" y="-1270000"/>
          <a:ext cx="0" cy="0"/>
        </a:xfrm>
        <a:prstGeom xmlns:a="http://schemas.openxmlformats.org/drawingml/2006/main" prst="rect">
          <a:avLst/>
        </a:prstGeom>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r>
            <a:rPr lang="de-DE"/>
            <a:t>CGI Charts mixed</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PL"/>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1EFCD6C-6423-8F47-8CE2-0C68727CE676}" type="datetimeFigureOut">
              <a:rPr lang="en-PL" smtClean="0"/>
              <a:t>05/15/2026</a:t>
            </a:fld>
            <a:endParaRPr lang="en-PL"/>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PL"/>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PL"/>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DB1FBD7-F02D-4C4F-915F-35E35DACACBF}" type="slidenum">
              <a:rPr lang="en-PL" smtClean="0"/>
              <a:t>‹#›</a:t>
            </a:fld>
            <a:endParaRPr lang="en-PL"/>
          </a:p>
        </p:txBody>
      </p:sp>
    </p:spTree>
    <p:extLst>
      <p:ext uri="{BB962C8B-B14F-4D97-AF65-F5344CB8AC3E}">
        <p14:creationId xmlns:p14="http://schemas.microsoft.com/office/powerpoint/2010/main" val="71340129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txBody>
          <a:bodyPr/>
          <a:lstStyle/>
          <a:p>
            <a:endParaRPr lang="en-PL"/>
          </a:p>
        </p:txBody>
      </p:sp>
      <p:sp>
        <p:nvSpPr>
          <p:cNvPr id="3" name="Espace réservé des notes 2"/>
          <p:cNvSpPr>
            <a:spLocks noGrp="1"/>
          </p:cNvSpPr>
          <p:nvPr>
            <p:ph type="body" idx="1"/>
          </p:nvPr>
        </p:nvSpPr>
        <p:spPr/>
        <p:txBody>
          <a:bodyPr/>
          <a:lstStyle/>
          <a:p>
            <a:endParaRPr lang="en-US"/>
          </a:p>
        </p:txBody>
      </p:sp>
      <p:sp>
        <p:nvSpPr>
          <p:cNvPr id="4" name="Espace réservé du numéro de diapositiv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1200" b="0" i="0" u="none" strike="noStrike" kern="1200" cap="none" spc="0" normalizeH="0" baseline="0" noProof="0" smtClean="0">
                <a:ln>
                  <a:noFill/>
                </a:ln>
                <a:solidFill>
                  <a:prstClr val="black"/>
                </a:solidFill>
                <a:effectLst/>
                <a:uLnTx/>
                <a:uFillTx/>
                <a:latin typeface="Ubuntu" panose="020B050403060203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pt-BR" sz="1200" b="0" i="0" u="none" strike="noStrike" kern="1200" cap="none" spc="0" normalizeH="0" baseline="0" noProof="0">
              <a:ln>
                <a:noFill/>
              </a:ln>
              <a:solidFill>
                <a:prstClr val="black"/>
              </a:solidFill>
              <a:effectLst/>
              <a:uLnTx/>
              <a:uFillTx/>
              <a:latin typeface="Ubuntu" panose="020B0504030602030204" pitchFamily="34" charset="0"/>
              <a:ea typeface="+mn-ea"/>
              <a:cs typeface="+mn-cs"/>
            </a:endParaRPr>
          </a:p>
        </p:txBody>
      </p:sp>
    </p:spTree>
    <p:extLst>
      <p:ext uri="{BB962C8B-B14F-4D97-AF65-F5344CB8AC3E}">
        <p14:creationId xmlns:p14="http://schemas.microsoft.com/office/powerpoint/2010/main" val="258704677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F6FA15-0258-8AED-F85C-1CEB1AC498B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833FF94-A9BE-5618-5C94-77FC1ED7C49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4284536-87DB-3364-DC90-71065B3FD28B}"/>
              </a:ext>
            </a:extLst>
          </p:cNvPr>
          <p:cNvSpPr>
            <a:spLocks noGrp="1"/>
          </p:cNvSpPr>
          <p:nvPr>
            <p:ph type="body" idx="1"/>
          </p:nvPr>
        </p:nvSpPr>
        <p:spPr/>
        <p:txBody>
          <a:bodyPr/>
          <a:lstStyle/>
          <a:p>
            <a:endParaRPr lang="en-PL"/>
          </a:p>
        </p:txBody>
      </p:sp>
      <p:sp>
        <p:nvSpPr>
          <p:cNvPr id="4" name="Slide Number Placeholder 3">
            <a:extLst>
              <a:ext uri="{FF2B5EF4-FFF2-40B4-BE49-F238E27FC236}">
                <a16:creationId xmlns:a16="http://schemas.microsoft.com/office/drawing/2014/main" id="{0B9815C4-74A8-8A06-87A7-03153BE356F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269786880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2D57E6-EE73-C69C-A6E8-B71F7DEA567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FDD6D3-4784-EB59-CAB6-A3CB63BED3D0}"/>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C9410589-1AA3-DB29-3DBC-F2AAE2CE6BA3}"/>
              </a:ext>
            </a:extLst>
          </p:cNvPr>
          <p:cNvSpPr>
            <a:spLocks noGrp="1"/>
          </p:cNvSpPr>
          <p:nvPr>
            <p:ph type="body" idx="1"/>
          </p:nvPr>
        </p:nvSpPr>
        <p:spPr/>
        <p:txBody>
          <a:bodyPr/>
          <a:lstStyle/>
          <a:p>
            <a:endParaRPr lang="en-PL"/>
          </a:p>
        </p:txBody>
      </p:sp>
      <p:sp>
        <p:nvSpPr>
          <p:cNvPr id="4" name="Slide Number Placeholder 3">
            <a:extLst>
              <a:ext uri="{FF2B5EF4-FFF2-40B4-BE49-F238E27FC236}">
                <a16:creationId xmlns:a16="http://schemas.microsoft.com/office/drawing/2014/main" id="{5B6A8080-18DF-2DCD-CD42-0E01B4DF18F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245865199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2CA991-F5F4-8D20-6838-19CD6994C00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DA55CB-5856-B474-D113-212B7CEFC04C}"/>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16C3A447-D59A-5BFF-7CEA-BB112817ED26}"/>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AF98E98A-E0A6-A650-910F-073DA1FFAA1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11453240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1533A8-7870-5119-81C4-962EDAE9714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5F115A-4B21-5F3D-4CBD-F512BB6C5BEC}"/>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F4590874-F637-2C2F-7B38-F54994A9BA6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65FAB90-1175-CF22-CA8F-D1B1D95AC03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426211873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A37A0D-0A93-F020-DBA8-D4D602A8FE7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3271B9A-A4C9-8F19-0150-D87C98A9049A}"/>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11B105FE-FD7A-A80C-F23F-6781F4999B97}"/>
              </a:ext>
            </a:extLst>
          </p:cNvPr>
          <p:cNvSpPr>
            <a:spLocks noGrp="1"/>
          </p:cNvSpPr>
          <p:nvPr>
            <p:ph type="body" idx="1"/>
          </p:nvPr>
        </p:nvSpPr>
        <p:spPr/>
        <p:txBody>
          <a:bodyPr/>
          <a:lstStyle/>
          <a:p>
            <a:endParaRPr lang="en-PL"/>
          </a:p>
        </p:txBody>
      </p:sp>
      <p:sp>
        <p:nvSpPr>
          <p:cNvPr id="4" name="Slide Number Placeholder 3">
            <a:extLst>
              <a:ext uri="{FF2B5EF4-FFF2-40B4-BE49-F238E27FC236}">
                <a16:creationId xmlns:a16="http://schemas.microsoft.com/office/drawing/2014/main" id="{EC8CDC5B-C650-1478-FEBA-F4396882326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50053994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7582A0-128F-CE6C-0B1F-EB9A29E8E16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AB74B2-25D9-B4A3-8AC7-5422278EF600}"/>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89C6D6B1-FD93-8920-7E7E-E8E7B2F9795D}"/>
              </a:ext>
            </a:extLst>
          </p:cNvPr>
          <p:cNvSpPr>
            <a:spLocks noGrp="1"/>
          </p:cNvSpPr>
          <p:nvPr>
            <p:ph type="body" idx="1"/>
          </p:nvPr>
        </p:nvSpPr>
        <p:spPr/>
        <p:txBody>
          <a:bodyPr/>
          <a:lstStyle/>
          <a:p>
            <a:endParaRPr lang="en-PL"/>
          </a:p>
        </p:txBody>
      </p:sp>
      <p:sp>
        <p:nvSpPr>
          <p:cNvPr id="4" name="Slide Number Placeholder 3">
            <a:extLst>
              <a:ext uri="{FF2B5EF4-FFF2-40B4-BE49-F238E27FC236}">
                <a16:creationId xmlns:a16="http://schemas.microsoft.com/office/drawing/2014/main" id="{C27A31AD-E2BD-E1C4-F5DB-2228E1F853E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220726258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8B1C56-AE74-3578-B194-9777583AD93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3D759FF-D00E-B0A3-A13D-90AC7425460D}"/>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CFC582E7-3BE4-5F80-85B5-DC31195C8420}"/>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1550AD73-C743-A0BF-78BB-8916D8991D1B}"/>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E0020C-34B3-4644-B138-3A9503ECB28E}" type="slidenum">
              <a:rPr kumimoji="0" lang="en-US"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405170526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PL"/>
          </a:p>
        </p:txBody>
      </p:sp>
      <p:sp>
        <p:nvSpPr>
          <p:cNvPr id="3" name="Notes Placeholder 2"/>
          <p:cNvSpPr>
            <a:spLocks noGrp="1"/>
          </p:cNvSpPr>
          <p:nvPr>
            <p:ph type="body" idx="1"/>
          </p:nvPr>
        </p:nvSpPr>
        <p:spPr/>
        <p:txBody>
          <a:bodyPr/>
          <a:lstStyle/>
          <a:p>
            <a:endParaRPr lang="en-PL"/>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70228095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53763198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0C4062-08FF-74C9-3840-15EEE59B595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F558D04-6311-FDA2-20D4-153E430C3E18}"/>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D4386064-D78A-AD6D-6F72-EDE1E616CB00}"/>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A02DC42C-3E20-5CD7-8DCD-8DB9BFC19618}"/>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E0020C-34B3-4644-B138-3A9503ECB28E}" type="slidenum">
              <a:rPr kumimoji="0" lang="en-US"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75487935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E66F50-6A0D-682C-3F9B-4E082E5B1D8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E07BF99-28B8-9C24-A118-8802582087C6}"/>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1D663DB9-9BA7-912E-76A0-47F53E1D1574}"/>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4F3A138-DB1D-A4AF-5D52-BBF4C585691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6149464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60C58A-580E-71FF-A488-75270537E4F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27C78B-F9C4-365B-973E-586068725212}"/>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FCA7A94C-EEE7-46F2-4439-ECF74791DFDA}"/>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5C276471-B6A2-85A2-2D1C-79F8C551FF1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85746739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2C22A5-145C-1248-1846-19A1D50AAFC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F415889-361B-44E3-16EE-17EEDD612235}"/>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22EE8BF7-3041-A937-8011-32F4EA0E95D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90377DD-3140-C714-9F34-D20C391864E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44925379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F94904-4E9D-F424-F7E4-3249FF58CD9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DA9B03D-FF57-1662-0580-5F859381C41B}"/>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775A7C35-1E61-CACB-3708-942C6E120F8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8DF2FC53-1C95-B50D-2F9F-FBFCA224A4E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4213958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BDE0EE-C916-4913-3662-80820DD55D7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5BCD339-2675-FC2A-486D-437D64FF8A0C}"/>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D4821EC4-8822-A887-1005-F83DF360FEF0}"/>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C4648086-8E12-DD17-702A-1D9861B56C1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75400164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DCF72A-DB62-0625-2E85-8173162D61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2E3220F-C701-0CA5-7522-FF12315BF239}"/>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549C9032-B80C-12C6-1781-8FDE407FAD3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C78E2F9-27B8-DDCC-81EC-5C668013C45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118512088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C22640-9762-32DB-59FB-AC7458900A6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24D430-B510-62FA-CB61-A725C3AD60AD}"/>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EECBA339-C3BE-0ACF-C003-08B7F2497896}"/>
              </a:ext>
            </a:extLst>
          </p:cNvPr>
          <p:cNvSpPr>
            <a:spLocks noGrp="1"/>
          </p:cNvSpPr>
          <p:nvPr>
            <p:ph type="body" idx="1"/>
          </p:nvPr>
        </p:nvSpPr>
        <p:spPr/>
        <p:txBody>
          <a:bodyPr/>
          <a:lstStyle/>
          <a:p>
            <a:endParaRPr lang="en-US">
              <a:latin typeface="Ubuntu" panose="020B0504030602030204" pitchFamily="34" charset="0"/>
            </a:endParaRPr>
          </a:p>
        </p:txBody>
      </p:sp>
      <p:sp>
        <p:nvSpPr>
          <p:cNvPr id="4" name="Slide Number Placeholder 3">
            <a:extLst>
              <a:ext uri="{FF2B5EF4-FFF2-40B4-BE49-F238E27FC236}">
                <a16:creationId xmlns:a16="http://schemas.microsoft.com/office/drawing/2014/main" id="{2CF857CC-CB74-6AF7-92C9-3657EF3649F5}"/>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E0020C-34B3-4644-B138-3A9503ECB28E}" type="slidenum">
              <a:rPr kumimoji="0" lang="en-US" sz="900" b="0" i="0" u="none" strike="noStrike" kern="1200" cap="none" spc="0" normalizeH="0" baseline="0" noProof="0" smtClean="0">
                <a:ln>
                  <a:noFill/>
                </a:ln>
                <a:solidFill>
                  <a:prstClr val="black"/>
                </a:solidFill>
                <a:effectLst/>
                <a:uLnTx/>
                <a:uFillTx/>
                <a:latin typeface="Ubuntu" panose="020B050403060203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900" b="0" i="0" u="none" strike="noStrike" kern="1200" cap="none" spc="0" normalizeH="0" baseline="0" noProof="0">
              <a:ln>
                <a:noFill/>
              </a:ln>
              <a:solidFill>
                <a:prstClr val="black"/>
              </a:solidFill>
              <a:effectLst/>
              <a:uLnTx/>
              <a:uFillTx/>
              <a:latin typeface="Ubuntu" panose="020B0504030602030204" pitchFamily="34" charset="0"/>
              <a:ea typeface="+mn-ea"/>
              <a:cs typeface="+mn-cs"/>
            </a:endParaRPr>
          </a:p>
        </p:txBody>
      </p:sp>
    </p:spTree>
    <p:extLst>
      <p:ext uri="{BB962C8B-B14F-4D97-AF65-F5344CB8AC3E}">
        <p14:creationId xmlns:p14="http://schemas.microsoft.com/office/powerpoint/2010/main" val="24917890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6586F2-CB98-C5B3-8F1B-0FD9C72970D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4993E47-30F7-4C82-38DA-D74069E35A8C}"/>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BD6EFD78-1D32-18B1-E16B-2C7D0193E4B2}"/>
              </a:ext>
            </a:extLst>
          </p:cNvPr>
          <p:cNvSpPr>
            <a:spLocks noGrp="1"/>
          </p:cNvSpPr>
          <p:nvPr>
            <p:ph type="body" idx="1"/>
          </p:nvPr>
        </p:nvSpPr>
        <p:spPr/>
        <p:txBody>
          <a:bodyPr/>
          <a:lstStyle/>
          <a:p>
            <a:endParaRPr lang="en-GB">
              <a:latin typeface="Ubuntu" panose="020B0504030602030204" pitchFamily="34" charset="0"/>
            </a:endParaRPr>
          </a:p>
        </p:txBody>
      </p:sp>
      <p:sp>
        <p:nvSpPr>
          <p:cNvPr id="4" name="Slide Number Placeholder 3">
            <a:extLst>
              <a:ext uri="{FF2B5EF4-FFF2-40B4-BE49-F238E27FC236}">
                <a16:creationId xmlns:a16="http://schemas.microsoft.com/office/drawing/2014/main" id="{2FCE23D0-D157-776E-2B8B-2116AB95A59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Ubuntu" panose="020B050403060203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pt-BR" sz="900" b="0" i="0" u="none" strike="noStrike" kern="1200" cap="none" spc="0" normalizeH="0" baseline="0" noProof="0">
              <a:ln>
                <a:noFill/>
              </a:ln>
              <a:solidFill>
                <a:prstClr val="black"/>
              </a:solidFill>
              <a:effectLst/>
              <a:uLnTx/>
              <a:uFillTx/>
              <a:latin typeface="Ubuntu" panose="020B0504030602030204" pitchFamily="34" charset="0"/>
              <a:ea typeface="+mn-ea"/>
              <a:cs typeface="+mn-cs"/>
            </a:endParaRPr>
          </a:p>
        </p:txBody>
      </p:sp>
    </p:spTree>
    <p:extLst>
      <p:ext uri="{BB962C8B-B14F-4D97-AF65-F5344CB8AC3E}">
        <p14:creationId xmlns:p14="http://schemas.microsoft.com/office/powerpoint/2010/main" val="413422125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0655E4-CB98-F78E-2221-9F16F8C762F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B114C90-5BC4-A9E1-0378-F39D4E56CA54}"/>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54F01E96-5C7A-C86F-A384-8CE2578ACE6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F4B7C97-E884-5443-BB2D-674202FD7759}"/>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E0020C-34B3-4644-B138-3A9503ECB28E}" type="slidenum">
              <a:rPr kumimoji="0" lang="en-US"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114574817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CD370F-AA85-DE2C-5DB9-D68365BBA6E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55C3CFD-B311-2C0F-69C5-23569A5D699C}"/>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FCEE60DB-EEA7-EE42-5CD3-23AA37D6F896}"/>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18905EB5-968B-A0CD-1C43-0BE3C3AA5E1F}"/>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E0020C-34B3-4644-B138-3A9503ECB28E}" type="slidenum">
              <a:rPr kumimoji="0" lang="en-US"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295484698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7EF95B-BA2A-F2F1-6021-1035E7AE40B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F4DCC5B-8270-30E4-240A-1A0C38856603}"/>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DB7393B0-3A23-1403-9221-668501B36F30}"/>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621DD32C-AD09-0516-EFBF-4636DF8EA136}"/>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E0020C-34B3-4644-B138-3A9503ECB28E}" type="slidenum">
              <a:rPr kumimoji="0" lang="en-US"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68830391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A84ED7-F93C-7AF3-E2FA-B1A74F3E3C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714392B-0128-4147-4C83-69EFC9D58717}"/>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ADD3DDFC-F3A7-E6F1-C8BB-1DA96703C7FF}"/>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36FBC2F-8C64-C275-D770-23771EBF48A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61893018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C7854-B7C5-D38C-7414-8949EA52DF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D3F3362-524E-44E0-4E60-9860F1210843}"/>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86041A78-AF09-2D29-065C-94CFF5DDA030}"/>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9F0AC804-8084-9A31-9E32-B771547192F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371419124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6E7CB4-E109-92A8-C775-B317C4008E9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5FA1356-F205-21CE-1882-DC72E67D0975}"/>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874FF24F-3705-9EEA-FB26-20B7FB654B8B}"/>
              </a:ext>
            </a:extLst>
          </p:cNvPr>
          <p:cNvSpPr>
            <a:spLocks noGrp="1"/>
          </p:cNvSpPr>
          <p:nvPr>
            <p:ph type="body" idx="1"/>
          </p:nvPr>
        </p:nvSpPr>
        <p:spPr/>
        <p:txBody>
          <a:bodyPr/>
          <a:lstStyle/>
          <a:p>
            <a:endParaRPr lang="en-PL"/>
          </a:p>
        </p:txBody>
      </p:sp>
      <p:sp>
        <p:nvSpPr>
          <p:cNvPr id="4" name="Slide Number Placeholder 3">
            <a:extLst>
              <a:ext uri="{FF2B5EF4-FFF2-40B4-BE49-F238E27FC236}">
                <a16:creationId xmlns:a16="http://schemas.microsoft.com/office/drawing/2014/main" id="{1C7BCDE1-969E-17EF-C112-8612BAB98EA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Ubuntu"/>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pt-BR" sz="900" b="0" i="0" u="none" strike="noStrike" kern="1200" cap="none" spc="0" normalizeH="0" baseline="0" noProof="0">
              <a:ln>
                <a:noFill/>
              </a:ln>
              <a:solidFill>
                <a:prstClr val="black"/>
              </a:solidFill>
              <a:effectLst/>
              <a:uLnTx/>
              <a:uFillTx/>
              <a:latin typeface="Ubuntu"/>
              <a:ea typeface="+mn-ea"/>
              <a:cs typeface="+mn-cs"/>
            </a:endParaRPr>
          </a:p>
        </p:txBody>
      </p:sp>
    </p:spTree>
    <p:extLst>
      <p:ext uri="{BB962C8B-B14F-4D97-AF65-F5344CB8AC3E}">
        <p14:creationId xmlns:p14="http://schemas.microsoft.com/office/powerpoint/2010/main" val="97138123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967441-A3F1-9FE8-C60F-10641105673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35FE7AB-F1C1-96B7-A297-97344ACE78AE}"/>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F54F4AFF-D6C1-62EF-83DC-CA9D33F15EE6}"/>
              </a:ext>
            </a:extLst>
          </p:cNvPr>
          <p:cNvSpPr>
            <a:spLocks noGrp="1"/>
          </p:cNvSpPr>
          <p:nvPr>
            <p:ph type="body" idx="1"/>
          </p:nvPr>
        </p:nvSpPr>
        <p:spPr/>
        <p:txBody>
          <a:bodyPr/>
          <a:lstStyle/>
          <a:p>
            <a:endParaRPr lang="en-PL"/>
          </a:p>
        </p:txBody>
      </p:sp>
      <p:sp>
        <p:nvSpPr>
          <p:cNvPr id="4" name="Slide Number Placeholder 3">
            <a:extLst>
              <a:ext uri="{FF2B5EF4-FFF2-40B4-BE49-F238E27FC236}">
                <a16:creationId xmlns:a16="http://schemas.microsoft.com/office/drawing/2014/main" id="{98954212-1F38-DF38-BB07-FD829E8209A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254144852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A4A329-190D-16F1-20B8-B8A80F0BF4E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DCF457-6978-939C-04FF-6968BDB1242E}"/>
              </a:ext>
            </a:extLst>
          </p:cNvPr>
          <p:cNvSpPr>
            <a:spLocks noGrp="1" noRot="1" noChangeAspect="1"/>
          </p:cNvSpPr>
          <p:nvPr>
            <p:ph type="sldImg"/>
          </p:nvPr>
        </p:nvSpPr>
        <p:spPr/>
        <p:txBody>
          <a:bodyPr/>
          <a:lstStyle/>
          <a:p>
            <a:endParaRPr lang="en-PL"/>
          </a:p>
        </p:txBody>
      </p:sp>
      <p:sp>
        <p:nvSpPr>
          <p:cNvPr id="3" name="Notes Placeholder 2">
            <a:extLst>
              <a:ext uri="{FF2B5EF4-FFF2-40B4-BE49-F238E27FC236}">
                <a16:creationId xmlns:a16="http://schemas.microsoft.com/office/drawing/2014/main" id="{B52747B2-D0EE-EB6E-B79C-8BF891BFC5D9}"/>
              </a:ext>
            </a:extLst>
          </p:cNvPr>
          <p:cNvSpPr>
            <a:spLocks noGrp="1"/>
          </p:cNvSpPr>
          <p:nvPr>
            <p:ph type="body" idx="1"/>
          </p:nvPr>
        </p:nvSpPr>
        <p:spPr/>
        <p:txBody>
          <a:bodyPr/>
          <a:lstStyle/>
          <a:p>
            <a:endParaRPr lang="en-PL"/>
          </a:p>
        </p:txBody>
      </p:sp>
      <p:sp>
        <p:nvSpPr>
          <p:cNvPr id="4" name="Slide Number Placeholder 3">
            <a:extLst>
              <a:ext uri="{FF2B5EF4-FFF2-40B4-BE49-F238E27FC236}">
                <a16:creationId xmlns:a16="http://schemas.microsoft.com/office/drawing/2014/main" id="{4374BE4E-CA7F-754B-CEBA-6FCAE0B1604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113999721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9DD19C-5562-87B2-7A74-2C3E0875DD9B}"/>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1FBC7F9A-3670-F542-0397-C0DB0DCDA075}"/>
              </a:ext>
            </a:extLst>
          </p:cNvPr>
          <p:cNvSpPr>
            <a:spLocks noGrp="1" noRot="1" noChangeAspect="1"/>
          </p:cNvSpPr>
          <p:nvPr>
            <p:ph type="sldImg"/>
          </p:nvPr>
        </p:nvSpPr>
        <p:spPr/>
        <p:txBody>
          <a:bodyPr/>
          <a:lstStyle/>
          <a:p>
            <a:endParaRPr lang="en-PL"/>
          </a:p>
        </p:txBody>
      </p:sp>
      <p:sp>
        <p:nvSpPr>
          <p:cNvPr id="3" name="Espace réservé des notes 2">
            <a:extLst>
              <a:ext uri="{FF2B5EF4-FFF2-40B4-BE49-F238E27FC236}">
                <a16:creationId xmlns:a16="http://schemas.microsoft.com/office/drawing/2014/main" id="{711E8C0F-1EE3-6C0E-4DA3-6581EBA87244}"/>
              </a:ext>
            </a:extLst>
          </p:cNvPr>
          <p:cNvSpPr>
            <a:spLocks noGrp="1"/>
          </p:cNvSpPr>
          <p:nvPr>
            <p:ph type="body" idx="1"/>
          </p:nvPr>
        </p:nvSpPr>
        <p:spPr/>
        <p:txBody>
          <a:bodyPr/>
          <a:lstStyle/>
          <a:p>
            <a:endParaRPr lang="en-US"/>
          </a:p>
        </p:txBody>
      </p:sp>
      <p:sp>
        <p:nvSpPr>
          <p:cNvPr id="4" name="Espace réservé du numéro de diapositive 3">
            <a:extLst>
              <a:ext uri="{FF2B5EF4-FFF2-40B4-BE49-F238E27FC236}">
                <a16:creationId xmlns:a16="http://schemas.microsoft.com/office/drawing/2014/main" id="{FBF4FEBD-48C2-2BE7-9BCC-6E91E33D820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230446356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B557BD-9F74-E426-700D-F470C4BA96AB}"/>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3B04309C-F471-DCF9-061A-0A61CE1FA026}"/>
              </a:ext>
            </a:extLst>
          </p:cNvPr>
          <p:cNvSpPr>
            <a:spLocks noGrp="1" noRot="1" noChangeAspect="1"/>
          </p:cNvSpPr>
          <p:nvPr>
            <p:ph type="sldImg"/>
          </p:nvPr>
        </p:nvSpPr>
        <p:spPr/>
        <p:txBody>
          <a:bodyPr/>
          <a:lstStyle/>
          <a:p>
            <a:endParaRPr lang="en-PL"/>
          </a:p>
        </p:txBody>
      </p:sp>
      <p:sp>
        <p:nvSpPr>
          <p:cNvPr id="3" name="Espace réservé des notes 2">
            <a:extLst>
              <a:ext uri="{FF2B5EF4-FFF2-40B4-BE49-F238E27FC236}">
                <a16:creationId xmlns:a16="http://schemas.microsoft.com/office/drawing/2014/main" id="{C1AC7FF2-20B8-E9A8-45C7-9D19D9216586}"/>
              </a:ext>
            </a:extLst>
          </p:cNvPr>
          <p:cNvSpPr>
            <a:spLocks noGrp="1"/>
          </p:cNvSpPr>
          <p:nvPr>
            <p:ph type="body" idx="1"/>
          </p:nvPr>
        </p:nvSpPr>
        <p:spPr/>
        <p:txBody>
          <a:bodyPr/>
          <a:lstStyle/>
          <a:p>
            <a:endParaRPr lang="en-US"/>
          </a:p>
        </p:txBody>
      </p:sp>
      <p:sp>
        <p:nvSpPr>
          <p:cNvPr id="4" name="Espace réservé du numéro de diapositive 3">
            <a:extLst>
              <a:ext uri="{FF2B5EF4-FFF2-40B4-BE49-F238E27FC236}">
                <a16:creationId xmlns:a16="http://schemas.microsoft.com/office/drawing/2014/main" id="{4792BEDC-45E5-8CFD-B2A4-DAC5EB0ABA7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96B5C-12A0-4042-B4D0-BD3B9A4F58C6}" type="slidenum">
              <a:rPr kumimoji="0" lang="pt-BR"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pt-BR" sz="900" b="0" i="0" u="none" strike="noStrike" kern="1200" cap="none" spc="0" normalizeH="0" baseline="0" noProof="0">
              <a:ln>
                <a:noFill/>
              </a:ln>
              <a:solidFill>
                <a:prstClr val="black"/>
              </a:solidFill>
              <a:effectLst/>
              <a:uLnTx/>
              <a:uFillTx/>
              <a:latin typeface="Verdana"/>
              <a:ea typeface="+mn-ea"/>
              <a:cs typeface="+mn-cs"/>
            </a:endParaRPr>
          </a:p>
        </p:txBody>
      </p:sp>
    </p:spTree>
    <p:extLst>
      <p:ext uri="{BB962C8B-B14F-4D97-AF65-F5344CB8AC3E}">
        <p14:creationId xmlns:p14="http://schemas.microsoft.com/office/powerpoint/2010/main" val="136068224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8" Type="http://schemas.openxmlformats.org/officeDocument/2006/relationships/hyperlink" Target="http://www.youtube.com/capgeminimedia" TargetMode="External"/><Relationship Id="rId13" Type="http://schemas.openxmlformats.org/officeDocument/2006/relationships/image" Target="../media/image8.png"/><Relationship Id="rId3" Type="http://schemas.openxmlformats.org/officeDocument/2006/relationships/tags" Target="../tags/tag3.xml"/><Relationship Id="rId7" Type="http://schemas.openxmlformats.org/officeDocument/2006/relationships/image" Target="../media/image5.png"/><Relationship Id="rId12" Type="http://schemas.openxmlformats.org/officeDocument/2006/relationships/hyperlink" Target="http://www.linkedin.com/company/capgemini" TargetMode="External"/><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hyperlink" Target="https://www.glassdoor.com/Overview/Working-at-Capgemini-EI_IE3803.11,20.htm" TargetMode="External"/><Relationship Id="rId11" Type="http://schemas.openxmlformats.org/officeDocument/2006/relationships/image" Target="../media/image7.png"/><Relationship Id="rId5" Type="http://schemas.openxmlformats.org/officeDocument/2006/relationships/slideMaster" Target="../slideMasters/slideMaster1.xml"/><Relationship Id="rId15" Type="http://schemas.openxmlformats.org/officeDocument/2006/relationships/image" Target="../media/image9.png"/><Relationship Id="rId10" Type="http://schemas.openxmlformats.org/officeDocument/2006/relationships/hyperlink" Target="http://www.facebook.com/capgemini" TargetMode="External"/><Relationship Id="rId4" Type="http://schemas.openxmlformats.org/officeDocument/2006/relationships/tags" Target="../tags/tag4.xml"/><Relationship Id="rId9" Type="http://schemas.openxmlformats.org/officeDocument/2006/relationships/image" Target="../media/image6.png"/><Relationship Id="rId14" Type="http://schemas.openxmlformats.org/officeDocument/2006/relationships/hyperlink" Target="https://www.instagram.com/capgemini/" TargetMode="External"/></Relationships>
</file>

<file path=ppt/slideLayouts/_rels/slideLayout58.xml.rels><?xml version="1.0" encoding="UTF-8" standalone="yes"?>
<Relationships xmlns="http://schemas.openxmlformats.org/package/2006/relationships"><Relationship Id="rId8" Type="http://schemas.openxmlformats.org/officeDocument/2006/relationships/hyperlink" Target="http://www.linkedin.com/company/capgemini" TargetMode="External"/><Relationship Id="rId3" Type="http://schemas.openxmlformats.org/officeDocument/2006/relationships/image" Target="../media/image5.png"/><Relationship Id="rId7" Type="http://schemas.openxmlformats.org/officeDocument/2006/relationships/image" Target="../media/image7.png"/><Relationship Id="rId2" Type="http://schemas.openxmlformats.org/officeDocument/2006/relationships/hyperlink" Target="https://www.glassdoor.com/Overview/Working-at-Capgemini-EI_IE3803.11,20.htm" TargetMode="External"/><Relationship Id="rId1" Type="http://schemas.openxmlformats.org/officeDocument/2006/relationships/slideMaster" Target="../slideMasters/slideMaster1.xml"/><Relationship Id="rId6" Type="http://schemas.openxmlformats.org/officeDocument/2006/relationships/hyperlink" Target="http://www.facebook.com/capgemini" TargetMode="External"/><Relationship Id="rId11" Type="http://schemas.openxmlformats.org/officeDocument/2006/relationships/image" Target="../media/image9.png"/><Relationship Id="rId5" Type="http://schemas.openxmlformats.org/officeDocument/2006/relationships/image" Target="../media/image6.png"/><Relationship Id="rId10" Type="http://schemas.openxmlformats.org/officeDocument/2006/relationships/hyperlink" Target="https://www.instagram.com/capgemini/" TargetMode="External"/><Relationship Id="rId4" Type="http://schemas.openxmlformats.org/officeDocument/2006/relationships/hyperlink" Target="http://www.youtube.com/capgeminimedia" TargetMode="External"/><Relationship Id="rId9" Type="http://schemas.openxmlformats.org/officeDocument/2006/relationships/image" Target="../media/image8.png"/></Relationships>
</file>

<file path=ppt/slideLayouts/_rels/slideLayout59.xml.rels><?xml version="1.0" encoding="UTF-8" standalone="yes"?>
<Relationships xmlns="http://schemas.openxmlformats.org/package/2006/relationships"><Relationship Id="rId8" Type="http://schemas.openxmlformats.org/officeDocument/2006/relationships/hyperlink" Target="http://www.facebook.com/capgemini" TargetMode="External"/><Relationship Id="rId13" Type="http://schemas.microsoft.com/office/2007/relationships/hdphoto" Target="../media/hdphoto4.wdp"/><Relationship Id="rId3" Type="http://schemas.openxmlformats.org/officeDocument/2006/relationships/image" Target="../media/image10.png"/><Relationship Id="rId7" Type="http://schemas.microsoft.com/office/2007/relationships/hdphoto" Target="../media/hdphoto2.wdp"/><Relationship Id="rId12" Type="http://schemas.openxmlformats.org/officeDocument/2006/relationships/image" Target="../media/image13.png"/><Relationship Id="rId2" Type="http://schemas.openxmlformats.org/officeDocument/2006/relationships/hyperlink" Target="https://www.glassdoor.com/Overview/Working-at-Capgemini-EI_IE3803.11,20.htm" TargetMode="External"/><Relationship Id="rId16" Type="http://schemas.microsoft.com/office/2007/relationships/hdphoto" Target="../media/hdphoto5.wdp"/><Relationship Id="rId1" Type="http://schemas.openxmlformats.org/officeDocument/2006/relationships/slideMaster" Target="../slideMasters/slideMaster1.xml"/><Relationship Id="rId6" Type="http://schemas.openxmlformats.org/officeDocument/2006/relationships/image" Target="../media/image11.png"/><Relationship Id="rId11" Type="http://schemas.openxmlformats.org/officeDocument/2006/relationships/hyperlink" Target="http://www.linkedin.com/company/capgemini" TargetMode="External"/><Relationship Id="rId5" Type="http://schemas.openxmlformats.org/officeDocument/2006/relationships/hyperlink" Target="http://www.youtube.com/capgeminimedia" TargetMode="External"/><Relationship Id="rId15" Type="http://schemas.openxmlformats.org/officeDocument/2006/relationships/image" Target="../media/image14.png"/><Relationship Id="rId10" Type="http://schemas.microsoft.com/office/2007/relationships/hdphoto" Target="../media/hdphoto3.wdp"/><Relationship Id="rId4" Type="http://schemas.microsoft.com/office/2007/relationships/hdphoto" Target="../media/hdphoto1.wdp"/><Relationship Id="rId9" Type="http://schemas.openxmlformats.org/officeDocument/2006/relationships/image" Target="../media/image12.png"/><Relationship Id="rId14" Type="http://schemas.openxmlformats.org/officeDocument/2006/relationships/hyperlink" Target="https://www.instagram.com/capgemini/" TargetMode="Externa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2.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2.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2.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2.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2.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4.svg"/><Relationship Id="rId1" Type="http://schemas.openxmlformats.org/officeDocument/2006/relationships/slideMaster" Target="../slideMasters/slideMaster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2.xml"/></Relationships>
</file>

<file path=ppt/slideLayouts/_rels/slideLayout116.xml.rels><?xml version="1.0" encoding="UTF-8" standalone="yes"?>
<Relationships xmlns="http://schemas.openxmlformats.org/package/2006/relationships"><Relationship Id="rId8" Type="http://schemas.microsoft.com/office/2007/relationships/hdphoto" Target="../media/hdphoto6.wdp"/><Relationship Id="rId13" Type="http://schemas.openxmlformats.org/officeDocument/2006/relationships/image" Target="../media/image12.png"/><Relationship Id="rId18" Type="http://schemas.openxmlformats.org/officeDocument/2006/relationships/hyperlink" Target="https://www.instagram.com/capgemini/" TargetMode="External"/><Relationship Id="rId3" Type="http://schemas.openxmlformats.org/officeDocument/2006/relationships/tags" Target="../tags/tag7.xml"/><Relationship Id="rId7" Type="http://schemas.openxmlformats.org/officeDocument/2006/relationships/image" Target="../media/image10.png"/><Relationship Id="rId12" Type="http://schemas.openxmlformats.org/officeDocument/2006/relationships/hyperlink" Target="http://www.facebook.com/capgemini" TargetMode="External"/><Relationship Id="rId17" Type="http://schemas.microsoft.com/office/2007/relationships/hdphoto" Target="../media/hdphoto9.wdp"/><Relationship Id="rId2" Type="http://schemas.openxmlformats.org/officeDocument/2006/relationships/tags" Target="../tags/tag6.xml"/><Relationship Id="rId16" Type="http://schemas.openxmlformats.org/officeDocument/2006/relationships/image" Target="../media/image13.png"/><Relationship Id="rId20" Type="http://schemas.microsoft.com/office/2007/relationships/hdphoto" Target="../media/hdphoto10.wdp"/><Relationship Id="rId1" Type="http://schemas.openxmlformats.org/officeDocument/2006/relationships/tags" Target="../tags/tag5.xml"/><Relationship Id="rId6" Type="http://schemas.openxmlformats.org/officeDocument/2006/relationships/hyperlink" Target="https://www.glassdoor.com/Overview/Working-at-Capgemini-EI_IE3803.11,20.htm" TargetMode="External"/><Relationship Id="rId11" Type="http://schemas.microsoft.com/office/2007/relationships/hdphoto" Target="../media/hdphoto7.wdp"/><Relationship Id="rId5" Type="http://schemas.openxmlformats.org/officeDocument/2006/relationships/slideMaster" Target="../slideMasters/slideMaster2.xml"/><Relationship Id="rId15" Type="http://schemas.openxmlformats.org/officeDocument/2006/relationships/hyperlink" Target="http://www.linkedin.com/company/capgemini" TargetMode="External"/><Relationship Id="rId10" Type="http://schemas.openxmlformats.org/officeDocument/2006/relationships/image" Target="../media/image11.png"/><Relationship Id="rId19" Type="http://schemas.openxmlformats.org/officeDocument/2006/relationships/image" Target="../media/image14.png"/><Relationship Id="rId4" Type="http://schemas.openxmlformats.org/officeDocument/2006/relationships/tags" Target="../tags/tag8.xml"/><Relationship Id="rId9" Type="http://schemas.openxmlformats.org/officeDocument/2006/relationships/hyperlink" Target="http://www.youtube.com/capgeminimedia" TargetMode="External"/><Relationship Id="rId14" Type="http://schemas.microsoft.com/office/2007/relationships/hdphoto" Target="../media/hdphoto8.wdp"/></Relationships>
</file>

<file path=ppt/slideLayouts/_rels/slideLayout117.xml.rels><?xml version="1.0" encoding="UTF-8" standalone="yes"?>
<Relationships xmlns="http://schemas.openxmlformats.org/package/2006/relationships"><Relationship Id="rId8" Type="http://schemas.openxmlformats.org/officeDocument/2006/relationships/hyperlink" Target="http://www.facebook.com/capgemini" TargetMode="External"/><Relationship Id="rId13" Type="http://schemas.microsoft.com/office/2007/relationships/hdphoto" Target="../media/hdphoto9.wdp"/><Relationship Id="rId3" Type="http://schemas.openxmlformats.org/officeDocument/2006/relationships/image" Target="../media/image10.png"/><Relationship Id="rId7" Type="http://schemas.microsoft.com/office/2007/relationships/hdphoto" Target="../media/hdphoto7.wdp"/><Relationship Id="rId12" Type="http://schemas.openxmlformats.org/officeDocument/2006/relationships/image" Target="../media/image13.png"/><Relationship Id="rId2" Type="http://schemas.openxmlformats.org/officeDocument/2006/relationships/hyperlink" Target="https://www.glassdoor.com/Overview/Working-at-Capgemini-EI_IE3803.11,20.htm" TargetMode="External"/><Relationship Id="rId16" Type="http://schemas.microsoft.com/office/2007/relationships/hdphoto" Target="../media/hdphoto10.wdp"/><Relationship Id="rId1" Type="http://schemas.openxmlformats.org/officeDocument/2006/relationships/slideMaster" Target="../slideMasters/slideMaster2.xml"/><Relationship Id="rId6" Type="http://schemas.openxmlformats.org/officeDocument/2006/relationships/image" Target="../media/image11.png"/><Relationship Id="rId11" Type="http://schemas.openxmlformats.org/officeDocument/2006/relationships/hyperlink" Target="http://www.linkedin.com/company/capgemini" TargetMode="External"/><Relationship Id="rId5" Type="http://schemas.openxmlformats.org/officeDocument/2006/relationships/hyperlink" Target="http://www.youtube.com/capgeminimedia" TargetMode="External"/><Relationship Id="rId15" Type="http://schemas.openxmlformats.org/officeDocument/2006/relationships/image" Target="../media/image14.png"/><Relationship Id="rId10" Type="http://schemas.microsoft.com/office/2007/relationships/hdphoto" Target="../media/hdphoto8.wdp"/><Relationship Id="rId4" Type="http://schemas.microsoft.com/office/2007/relationships/hdphoto" Target="../media/hdphoto6.wdp"/><Relationship Id="rId9" Type="http://schemas.openxmlformats.org/officeDocument/2006/relationships/image" Target="../media/image12.png"/><Relationship Id="rId14" Type="http://schemas.openxmlformats.org/officeDocument/2006/relationships/hyperlink" Target="https://www.instagram.com/capgemini/" TargetMode="External"/></Relationships>
</file>

<file path=ppt/slideLayouts/_rels/slideLayout118.xml.rels><?xml version="1.0" encoding="UTF-8" standalone="yes"?>
<Relationships xmlns="http://schemas.openxmlformats.org/package/2006/relationships"><Relationship Id="rId8" Type="http://schemas.openxmlformats.org/officeDocument/2006/relationships/hyperlink" Target="http://www.linkedin.com/company/capgemini" TargetMode="External"/><Relationship Id="rId3" Type="http://schemas.openxmlformats.org/officeDocument/2006/relationships/image" Target="../media/image5.png"/><Relationship Id="rId7" Type="http://schemas.openxmlformats.org/officeDocument/2006/relationships/image" Target="../media/image7.png"/><Relationship Id="rId2" Type="http://schemas.openxmlformats.org/officeDocument/2006/relationships/hyperlink" Target="https://www.glassdoor.com/Overview/Working-at-Capgemini-EI_IE3803.11,20.htm" TargetMode="External"/><Relationship Id="rId1" Type="http://schemas.openxmlformats.org/officeDocument/2006/relationships/slideMaster" Target="../slideMasters/slideMaster2.xml"/><Relationship Id="rId6" Type="http://schemas.openxmlformats.org/officeDocument/2006/relationships/hyperlink" Target="http://www.facebook.com/capgemini" TargetMode="External"/><Relationship Id="rId11" Type="http://schemas.openxmlformats.org/officeDocument/2006/relationships/image" Target="../media/image9.png"/><Relationship Id="rId5" Type="http://schemas.openxmlformats.org/officeDocument/2006/relationships/image" Target="../media/image6.png"/><Relationship Id="rId10" Type="http://schemas.openxmlformats.org/officeDocument/2006/relationships/hyperlink" Target="https://www.instagram.com/capgemini/" TargetMode="External"/><Relationship Id="rId4" Type="http://schemas.openxmlformats.org/officeDocument/2006/relationships/hyperlink" Target="http://www.youtube.com/capgeminimedia" TargetMode="External"/><Relationship Id="rId9" Type="http://schemas.openxmlformats.org/officeDocument/2006/relationships/image" Target="../media/image8.png"/></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75.xml.rels><?xml version="1.0" encoding="UTF-8" standalone="yes"?>
<Relationships xmlns="http://schemas.openxmlformats.org/package/2006/relationships"><Relationship Id="rId8" Type="http://schemas.microsoft.com/office/2007/relationships/hdphoto" Target="../media/hdphoto6.wdp"/><Relationship Id="rId13" Type="http://schemas.openxmlformats.org/officeDocument/2006/relationships/image" Target="../media/image12.png"/><Relationship Id="rId18" Type="http://schemas.openxmlformats.org/officeDocument/2006/relationships/hyperlink" Target="https://www.instagram.com/capgemini/" TargetMode="External"/><Relationship Id="rId3" Type="http://schemas.openxmlformats.org/officeDocument/2006/relationships/tags" Target="../tags/tag11.xml"/><Relationship Id="rId7" Type="http://schemas.openxmlformats.org/officeDocument/2006/relationships/image" Target="../media/image10.png"/><Relationship Id="rId12" Type="http://schemas.openxmlformats.org/officeDocument/2006/relationships/hyperlink" Target="http://www.facebook.com/capgemini" TargetMode="External"/><Relationship Id="rId17" Type="http://schemas.microsoft.com/office/2007/relationships/hdphoto" Target="../media/hdphoto9.wdp"/><Relationship Id="rId2" Type="http://schemas.openxmlformats.org/officeDocument/2006/relationships/tags" Target="../tags/tag10.xml"/><Relationship Id="rId16" Type="http://schemas.openxmlformats.org/officeDocument/2006/relationships/image" Target="../media/image13.png"/><Relationship Id="rId20" Type="http://schemas.microsoft.com/office/2007/relationships/hdphoto" Target="../media/hdphoto10.wdp"/><Relationship Id="rId1" Type="http://schemas.openxmlformats.org/officeDocument/2006/relationships/tags" Target="../tags/tag9.xml"/><Relationship Id="rId6" Type="http://schemas.openxmlformats.org/officeDocument/2006/relationships/hyperlink" Target="https://www.glassdoor.com/Overview/Working-at-Capgemini-EI_IE3803.11,20.htm" TargetMode="External"/><Relationship Id="rId11" Type="http://schemas.microsoft.com/office/2007/relationships/hdphoto" Target="../media/hdphoto7.wdp"/><Relationship Id="rId5" Type="http://schemas.openxmlformats.org/officeDocument/2006/relationships/slideMaster" Target="../slideMasters/slideMaster3.xml"/><Relationship Id="rId15" Type="http://schemas.openxmlformats.org/officeDocument/2006/relationships/hyperlink" Target="http://www.linkedin.com/company/capgemini" TargetMode="External"/><Relationship Id="rId10" Type="http://schemas.openxmlformats.org/officeDocument/2006/relationships/image" Target="../media/image11.png"/><Relationship Id="rId19" Type="http://schemas.openxmlformats.org/officeDocument/2006/relationships/image" Target="../media/image14.png"/><Relationship Id="rId4" Type="http://schemas.openxmlformats.org/officeDocument/2006/relationships/tags" Target="../tags/tag12.xml"/><Relationship Id="rId9" Type="http://schemas.openxmlformats.org/officeDocument/2006/relationships/hyperlink" Target="http://www.youtube.com/capgeminimedia" TargetMode="External"/><Relationship Id="rId14" Type="http://schemas.microsoft.com/office/2007/relationships/hdphoto" Target="../media/hdphoto8.wdp"/></Relationships>
</file>

<file path=ppt/slideLayouts/_rels/slideLayout176.xml.rels><?xml version="1.0" encoding="UTF-8" standalone="yes"?>
<Relationships xmlns="http://schemas.openxmlformats.org/package/2006/relationships"><Relationship Id="rId8" Type="http://schemas.openxmlformats.org/officeDocument/2006/relationships/hyperlink" Target="http://www.facebook.com/capgemini" TargetMode="External"/><Relationship Id="rId13" Type="http://schemas.microsoft.com/office/2007/relationships/hdphoto" Target="../media/hdphoto9.wdp"/><Relationship Id="rId3" Type="http://schemas.openxmlformats.org/officeDocument/2006/relationships/image" Target="../media/image10.png"/><Relationship Id="rId7" Type="http://schemas.microsoft.com/office/2007/relationships/hdphoto" Target="../media/hdphoto7.wdp"/><Relationship Id="rId12" Type="http://schemas.openxmlformats.org/officeDocument/2006/relationships/image" Target="../media/image13.png"/><Relationship Id="rId2" Type="http://schemas.openxmlformats.org/officeDocument/2006/relationships/hyperlink" Target="https://www.glassdoor.com/Overview/Working-at-Capgemini-EI_IE3803.11,20.htm" TargetMode="External"/><Relationship Id="rId16" Type="http://schemas.microsoft.com/office/2007/relationships/hdphoto" Target="../media/hdphoto10.wdp"/><Relationship Id="rId1" Type="http://schemas.openxmlformats.org/officeDocument/2006/relationships/slideMaster" Target="../slideMasters/slideMaster3.xml"/><Relationship Id="rId6" Type="http://schemas.openxmlformats.org/officeDocument/2006/relationships/image" Target="../media/image11.png"/><Relationship Id="rId11" Type="http://schemas.openxmlformats.org/officeDocument/2006/relationships/hyperlink" Target="http://www.linkedin.com/company/capgemini" TargetMode="External"/><Relationship Id="rId5" Type="http://schemas.openxmlformats.org/officeDocument/2006/relationships/hyperlink" Target="http://www.youtube.com/capgeminimedia" TargetMode="External"/><Relationship Id="rId15" Type="http://schemas.openxmlformats.org/officeDocument/2006/relationships/image" Target="../media/image14.png"/><Relationship Id="rId10" Type="http://schemas.microsoft.com/office/2007/relationships/hdphoto" Target="../media/hdphoto8.wdp"/><Relationship Id="rId4" Type="http://schemas.microsoft.com/office/2007/relationships/hdphoto" Target="../media/hdphoto6.wdp"/><Relationship Id="rId9" Type="http://schemas.openxmlformats.org/officeDocument/2006/relationships/image" Target="../media/image12.png"/><Relationship Id="rId14" Type="http://schemas.openxmlformats.org/officeDocument/2006/relationships/hyperlink" Target="https://www.instagram.com/capgemini/" TargetMode="External"/></Relationships>
</file>

<file path=ppt/slideLayouts/_rels/slideLayout177.xml.rels><?xml version="1.0" encoding="UTF-8" standalone="yes"?>
<Relationships xmlns="http://schemas.openxmlformats.org/package/2006/relationships"><Relationship Id="rId8" Type="http://schemas.openxmlformats.org/officeDocument/2006/relationships/hyperlink" Target="http://www.facebook.com/capgemini" TargetMode="External"/><Relationship Id="rId13" Type="http://schemas.microsoft.com/office/2007/relationships/hdphoto" Target="../media/hdphoto4.wdp"/><Relationship Id="rId3" Type="http://schemas.openxmlformats.org/officeDocument/2006/relationships/image" Target="../media/image10.png"/><Relationship Id="rId7" Type="http://schemas.microsoft.com/office/2007/relationships/hdphoto" Target="../media/hdphoto2.wdp"/><Relationship Id="rId12" Type="http://schemas.openxmlformats.org/officeDocument/2006/relationships/image" Target="../media/image13.png"/><Relationship Id="rId2" Type="http://schemas.openxmlformats.org/officeDocument/2006/relationships/hyperlink" Target="https://www.glassdoor.com/Overview/Working-at-Capgemini-EI_IE3803.11,20.htm" TargetMode="External"/><Relationship Id="rId16" Type="http://schemas.microsoft.com/office/2007/relationships/hdphoto" Target="../media/hdphoto5.wdp"/><Relationship Id="rId1" Type="http://schemas.openxmlformats.org/officeDocument/2006/relationships/slideMaster" Target="../slideMasters/slideMaster3.xml"/><Relationship Id="rId6" Type="http://schemas.openxmlformats.org/officeDocument/2006/relationships/image" Target="../media/image11.png"/><Relationship Id="rId11" Type="http://schemas.openxmlformats.org/officeDocument/2006/relationships/hyperlink" Target="http://www.linkedin.com/company/capgemini" TargetMode="External"/><Relationship Id="rId5" Type="http://schemas.openxmlformats.org/officeDocument/2006/relationships/hyperlink" Target="http://www.youtube.com/capgeminimedia" TargetMode="External"/><Relationship Id="rId15" Type="http://schemas.openxmlformats.org/officeDocument/2006/relationships/image" Target="../media/image14.png"/><Relationship Id="rId10" Type="http://schemas.microsoft.com/office/2007/relationships/hdphoto" Target="../media/hdphoto3.wdp"/><Relationship Id="rId4" Type="http://schemas.microsoft.com/office/2007/relationships/hdphoto" Target="../media/hdphoto1.wdp"/><Relationship Id="rId9" Type="http://schemas.openxmlformats.org/officeDocument/2006/relationships/image" Target="../media/image12.png"/><Relationship Id="rId14" Type="http://schemas.openxmlformats.org/officeDocument/2006/relationships/hyperlink" Target="https://www.instagram.com/capgemini/" TargetMode="Externa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1">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269F39D-C2C8-CD10-FC79-E8DF4011DD81}"/>
              </a:ext>
            </a:extLst>
          </p:cNvPr>
          <p:cNvSpPr/>
          <p:nvPr userDrawn="1"/>
        </p:nvSpPr>
        <p:spPr>
          <a:xfrm>
            <a:off x="0" y="0"/>
            <a:ext cx="8904287" cy="6858000"/>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13" name="Group 2">
            <a:extLst>
              <a:ext uri="{FF2B5EF4-FFF2-40B4-BE49-F238E27FC236}">
                <a16:creationId xmlns:a16="http://schemas.microsoft.com/office/drawing/2014/main" id="{E1F341D8-9871-3E87-0C47-63724CC68DAF}"/>
              </a:ext>
            </a:extLst>
          </p:cNvPr>
          <p:cNvGrpSpPr>
            <a:grpSpLocks noChangeAspect="1"/>
          </p:cNvGrpSpPr>
          <p:nvPr userDrawn="1"/>
        </p:nvGrpSpPr>
        <p:grpSpPr>
          <a:xfrm>
            <a:off x="9912013" y="409248"/>
            <a:ext cx="1872000" cy="420870"/>
            <a:chOff x="5094083" y="5360390"/>
            <a:chExt cx="3039349" cy="683316"/>
          </a:xfrm>
          <a:solidFill>
            <a:schemeClr val="tx2"/>
          </a:solidFill>
        </p:grpSpPr>
        <p:sp>
          <p:nvSpPr>
            <p:cNvPr id="14" name="Freeform: Shape 4">
              <a:extLst>
                <a:ext uri="{FF2B5EF4-FFF2-40B4-BE49-F238E27FC236}">
                  <a16:creationId xmlns:a16="http://schemas.microsoft.com/office/drawing/2014/main" id="{2608921F-B565-8FD4-583E-9DA9BDDB5334}"/>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15" name="Freeform: Shape 5">
              <a:extLst>
                <a:ext uri="{FF2B5EF4-FFF2-40B4-BE49-F238E27FC236}">
                  <a16:creationId xmlns:a16="http://schemas.microsoft.com/office/drawing/2014/main" id="{59393CFC-3187-9068-EACC-9DD97F450CB9}"/>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20" name="Freeform: Shape 6">
              <a:extLst>
                <a:ext uri="{FF2B5EF4-FFF2-40B4-BE49-F238E27FC236}">
                  <a16:creationId xmlns:a16="http://schemas.microsoft.com/office/drawing/2014/main" id="{F2454DD1-23F6-150E-C46D-96FB7C5FC4D3}"/>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21" name="Freeform: Shape 7">
              <a:extLst>
                <a:ext uri="{FF2B5EF4-FFF2-40B4-BE49-F238E27FC236}">
                  <a16:creationId xmlns:a16="http://schemas.microsoft.com/office/drawing/2014/main" id="{34B65355-DFA8-1685-F338-14C9D76CCDEF}"/>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22" name="Freeform: Shape 8">
              <a:extLst>
                <a:ext uri="{FF2B5EF4-FFF2-40B4-BE49-F238E27FC236}">
                  <a16:creationId xmlns:a16="http://schemas.microsoft.com/office/drawing/2014/main" id="{DF15E081-4331-E828-08B5-2291332FD146}"/>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23" name="Rectangle 22">
            <a:extLst>
              <a:ext uri="{FF2B5EF4-FFF2-40B4-BE49-F238E27FC236}">
                <a16:creationId xmlns:a16="http://schemas.microsoft.com/office/drawing/2014/main" id="{7D66C3DE-7CB2-8D02-1EF9-E3C8E4BFAA90}"/>
              </a:ext>
            </a:extLst>
          </p:cNvPr>
          <p:cNvSpPr/>
          <p:nvPr userDrawn="1"/>
        </p:nvSpPr>
        <p:spPr>
          <a:xfrm rot="16200000">
            <a:off x="5403547"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2" name="Title 1">
            <a:extLst>
              <a:ext uri="{FF2B5EF4-FFF2-40B4-BE49-F238E27FC236}">
                <a16:creationId xmlns:a16="http://schemas.microsoft.com/office/drawing/2014/main" id="{FE5276F6-E981-8407-5AD7-E85838815E5A}"/>
              </a:ext>
            </a:extLst>
          </p:cNvPr>
          <p:cNvSpPr>
            <a:spLocks noGrp="1"/>
          </p:cNvSpPr>
          <p:nvPr>
            <p:ph type="title"/>
          </p:nvPr>
        </p:nvSpPr>
        <p:spPr>
          <a:xfrm>
            <a:off x="445713" y="980728"/>
            <a:ext cx="7313049" cy="4104456"/>
          </a:xfrm>
        </p:spPr>
        <p:txBody>
          <a:bodyPr vert="horz" lIns="0" tIns="0" rIns="0" bIns="126000" rtlCol="0" anchor="b" anchorCtr="0">
            <a:noAutofit/>
          </a:bodyPr>
          <a:lstStyle>
            <a:lvl1pPr>
              <a:defRPr lang="en-PL" sz="7200" dirty="0">
                <a:solidFill>
                  <a:schemeClr val="bg2"/>
                </a:solidFill>
                <a:latin typeface="Ubuntu Light" panose="020B0304030602030204" pitchFamily="34" charset="0"/>
              </a:defRPr>
            </a:lvl1pPr>
          </a:lstStyle>
          <a:p>
            <a:pPr lvl="0"/>
            <a:r>
              <a:rPr lang="en-US"/>
              <a:t>Click to edit Master title style</a:t>
            </a:r>
            <a:endParaRPr lang="en-PL" dirty="0"/>
          </a:p>
        </p:txBody>
      </p:sp>
      <p:sp>
        <p:nvSpPr>
          <p:cNvPr id="4" name="Text Placeholder 3">
            <a:extLst>
              <a:ext uri="{FF2B5EF4-FFF2-40B4-BE49-F238E27FC236}">
                <a16:creationId xmlns:a16="http://schemas.microsoft.com/office/drawing/2014/main" id="{710D5C00-226E-1369-C48F-FBB9D0A2D267}"/>
              </a:ext>
            </a:extLst>
          </p:cNvPr>
          <p:cNvSpPr>
            <a:spLocks noGrp="1"/>
          </p:cNvSpPr>
          <p:nvPr>
            <p:ph type="body" sz="quarter" idx="10" hasCustomPrompt="1"/>
          </p:nvPr>
        </p:nvSpPr>
        <p:spPr>
          <a:xfrm>
            <a:off x="445713" y="5131138"/>
            <a:ext cx="6479535" cy="215444"/>
          </a:xfrm>
          <a:prstGeom prst="rect">
            <a:avLst/>
          </a:prstGeom>
        </p:spPr>
        <p:txBody>
          <a:bodyPr/>
          <a:lstStyle>
            <a:lvl1pPr>
              <a:defRPr lang="en-GB" sz="1700" b="1" kern="1200" dirty="0" smtClean="0">
                <a:solidFill>
                  <a:schemeClr val="bg1"/>
                </a:solidFill>
                <a:latin typeface="+mn-lt"/>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sp>
        <p:nvSpPr>
          <p:cNvPr id="6" name="Text Placeholder 3">
            <a:extLst>
              <a:ext uri="{FF2B5EF4-FFF2-40B4-BE49-F238E27FC236}">
                <a16:creationId xmlns:a16="http://schemas.microsoft.com/office/drawing/2014/main" id="{141DE9FA-300D-BBCE-A5BC-ECE60B3F1F61}"/>
              </a:ext>
            </a:extLst>
          </p:cNvPr>
          <p:cNvSpPr>
            <a:spLocks noGrp="1"/>
          </p:cNvSpPr>
          <p:nvPr>
            <p:ph type="body" sz="quarter" idx="11" hasCustomPrompt="1"/>
          </p:nvPr>
        </p:nvSpPr>
        <p:spPr>
          <a:xfrm>
            <a:off x="445713" y="5715912"/>
            <a:ext cx="6479535" cy="215444"/>
          </a:xfrm>
          <a:prstGeom prst="rect">
            <a:avLst/>
          </a:prstGeom>
        </p:spPr>
        <p:txBody>
          <a:bodyPr/>
          <a:lstStyle>
            <a:lvl1pPr>
              <a:defRPr lang="en-GB" sz="1400" kern="1200" dirty="0" smtClean="0">
                <a:solidFill>
                  <a:schemeClr val="bg1"/>
                </a:solidFill>
                <a:latin typeface="+mn-lt"/>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spTree>
    <p:extLst>
      <p:ext uri="{BB962C8B-B14F-4D97-AF65-F5344CB8AC3E}">
        <p14:creationId xmlns:p14="http://schemas.microsoft.com/office/powerpoint/2010/main" val="2176570128"/>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Title Slide Logo Cut">
    <p:bg>
      <p:bgPr>
        <a:solidFill>
          <a:schemeClr val="accent3"/>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5276F6-E981-8407-5AD7-E85838815E5A}"/>
              </a:ext>
            </a:extLst>
          </p:cNvPr>
          <p:cNvSpPr>
            <a:spLocks noGrp="1"/>
          </p:cNvSpPr>
          <p:nvPr>
            <p:ph type="title"/>
          </p:nvPr>
        </p:nvSpPr>
        <p:spPr>
          <a:xfrm>
            <a:off x="2765723" y="1489457"/>
            <a:ext cx="6480175" cy="1677988"/>
          </a:xfrm>
          <a:noFill/>
        </p:spPr>
        <p:txBody>
          <a:bodyPr anchor="b"/>
          <a:lstStyle>
            <a:lvl1pPr algn="ctr">
              <a:defRPr kumimoji="0" lang="en-PL" sz="5400" b="0" i="0" u="none" strike="noStrike" kern="1200" cap="none" spc="0" normalizeH="0" baseline="0" noProof="0" dirty="0">
                <a:ln>
                  <a:noFill/>
                </a:ln>
                <a:solidFill>
                  <a:schemeClr val="bg1"/>
                </a:solidFill>
                <a:effectLst/>
                <a:uLnTx/>
                <a:uFillTx/>
                <a:latin typeface="+mn-lt"/>
                <a:ea typeface="+mj-ea"/>
                <a:cs typeface="+mj-cs"/>
              </a:defRPr>
            </a:lvl1pPr>
          </a:lstStyle>
          <a:p>
            <a:r>
              <a:rPr lang="en-US"/>
              <a:t>Click to edit Master title style</a:t>
            </a:r>
            <a:endParaRPr lang="en-PL" dirty="0"/>
          </a:p>
        </p:txBody>
      </p:sp>
      <p:sp>
        <p:nvSpPr>
          <p:cNvPr id="4" name="Text Placeholder 3">
            <a:extLst>
              <a:ext uri="{FF2B5EF4-FFF2-40B4-BE49-F238E27FC236}">
                <a16:creationId xmlns:a16="http://schemas.microsoft.com/office/drawing/2014/main" id="{710D5C00-226E-1369-C48F-FBB9D0A2D267}"/>
              </a:ext>
            </a:extLst>
          </p:cNvPr>
          <p:cNvSpPr>
            <a:spLocks noGrp="1"/>
          </p:cNvSpPr>
          <p:nvPr>
            <p:ph type="body" sz="quarter" idx="10" hasCustomPrompt="1"/>
          </p:nvPr>
        </p:nvSpPr>
        <p:spPr>
          <a:xfrm>
            <a:off x="2764136" y="3167445"/>
            <a:ext cx="6478587" cy="348286"/>
          </a:xfrm>
          <a:prstGeom prst="rect">
            <a:avLst/>
          </a:prstGeom>
        </p:spPr>
        <p:txBody>
          <a:bodyPr/>
          <a:lstStyle>
            <a:lvl1pPr algn="ctr">
              <a:defRPr lang="en-GB" sz="2000" kern="1200" dirty="0" smtClean="0">
                <a:solidFill>
                  <a:schemeClr val="bg1"/>
                </a:solidFill>
                <a:latin typeface="Ubuntu Light" panose="020B0304030602030204" pitchFamily="34" charset="0"/>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sp>
        <p:nvSpPr>
          <p:cNvPr id="6" name="Text Placeholder 3">
            <a:extLst>
              <a:ext uri="{FF2B5EF4-FFF2-40B4-BE49-F238E27FC236}">
                <a16:creationId xmlns:a16="http://schemas.microsoft.com/office/drawing/2014/main" id="{141DE9FA-300D-BBCE-A5BC-ECE60B3F1F61}"/>
              </a:ext>
            </a:extLst>
          </p:cNvPr>
          <p:cNvSpPr>
            <a:spLocks noGrp="1"/>
          </p:cNvSpPr>
          <p:nvPr>
            <p:ph type="body" sz="quarter" idx="11" hasCustomPrompt="1"/>
          </p:nvPr>
        </p:nvSpPr>
        <p:spPr>
          <a:xfrm>
            <a:off x="2763761" y="3709694"/>
            <a:ext cx="6479535" cy="253029"/>
          </a:xfrm>
          <a:prstGeom prst="rect">
            <a:avLst/>
          </a:prstGeom>
        </p:spPr>
        <p:txBody>
          <a:bodyPr/>
          <a:lstStyle>
            <a:lvl1pPr algn="ctr">
              <a:defRPr lang="en-GB" sz="1400" kern="1200" dirty="0" smtClean="0">
                <a:solidFill>
                  <a:schemeClr val="bg1"/>
                </a:solidFill>
                <a:latin typeface="Ubuntu Light" panose="020B0304030602030204" pitchFamily="34" charset="0"/>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grpSp>
        <p:nvGrpSpPr>
          <p:cNvPr id="3" name="Group 2">
            <a:extLst>
              <a:ext uri="{FF2B5EF4-FFF2-40B4-BE49-F238E27FC236}">
                <a16:creationId xmlns:a16="http://schemas.microsoft.com/office/drawing/2014/main" id="{29019898-C562-0E25-C4F3-334360D03193}"/>
              </a:ext>
            </a:extLst>
          </p:cNvPr>
          <p:cNvGrpSpPr>
            <a:grpSpLocks noChangeAspect="1"/>
          </p:cNvGrpSpPr>
          <p:nvPr userDrawn="1"/>
        </p:nvGrpSpPr>
        <p:grpSpPr>
          <a:xfrm>
            <a:off x="-175885" y="4642089"/>
            <a:ext cx="12564529" cy="2824804"/>
            <a:chOff x="5094083" y="5360390"/>
            <a:chExt cx="3039349" cy="683316"/>
          </a:xfrm>
          <a:solidFill>
            <a:schemeClr val="tx2"/>
          </a:solidFill>
        </p:grpSpPr>
        <p:sp>
          <p:nvSpPr>
            <p:cNvPr id="7" name="Freeform: Shape 4">
              <a:extLst>
                <a:ext uri="{FF2B5EF4-FFF2-40B4-BE49-F238E27FC236}">
                  <a16:creationId xmlns:a16="http://schemas.microsoft.com/office/drawing/2014/main" id="{F8CB933C-09AA-8C71-2E78-1561B27414F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sp>
          <p:nvSpPr>
            <p:cNvPr id="8" name="Freeform: Shape 5">
              <a:extLst>
                <a:ext uri="{FF2B5EF4-FFF2-40B4-BE49-F238E27FC236}">
                  <a16:creationId xmlns:a16="http://schemas.microsoft.com/office/drawing/2014/main" id="{99E6D307-271F-C8DB-706F-FE50815F9A39}"/>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sp>
          <p:nvSpPr>
            <p:cNvPr id="9" name="Freeform: Shape 6">
              <a:extLst>
                <a:ext uri="{FF2B5EF4-FFF2-40B4-BE49-F238E27FC236}">
                  <a16:creationId xmlns:a16="http://schemas.microsoft.com/office/drawing/2014/main" id="{C39B46B1-97A6-4B30-142D-E2A1330E057D}"/>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sp>
          <p:nvSpPr>
            <p:cNvPr id="10" name="Freeform: Shape 7">
              <a:extLst>
                <a:ext uri="{FF2B5EF4-FFF2-40B4-BE49-F238E27FC236}">
                  <a16:creationId xmlns:a16="http://schemas.microsoft.com/office/drawing/2014/main" id="{9BFEC525-2C7E-E980-B007-932804D5D51E}"/>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sp>
          <p:nvSpPr>
            <p:cNvPr id="11" name="Freeform: Shape 8">
              <a:extLst>
                <a:ext uri="{FF2B5EF4-FFF2-40B4-BE49-F238E27FC236}">
                  <a16:creationId xmlns:a16="http://schemas.microsoft.com/office/drawing/2014/main" id="{4A1347D2-8F0A-9DF0-EE43-F2AA0C1B4213}"/>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grpSp>
      <p:sp>
        <p:nvSpPr>
          <p:cNvPr id="12" name="Rectangle 11">
            <a:extLst>
              <a:ext uri="{FF2B5EF4-FFF2-40B4-BE49-F238E27FC236}">
                <a16:creationId xmlns:a16="http://schemas.microsoft.com/office/drawing/2014/main" id="{AEB98D74-27E3-F044-4F08-EF3F7C226178}"/>
              </a:ext>
            </a:extLst>
          </p:cNvPr>
          <p:cNvSpPr/>
          <p:nvPr userDrawn="1"/>
        </p:nvSpPr>
        <p:spPr>
          <a:xfrm>
            <a:off x="-902128" y="2536529"/>
            <a:ext cx="4660490" cy="289102"/>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000000"/>
              </a:solidFill>
              <a:effectLst/>
              <a:uLnTx/>
              <a:uFillTx/>
              <a:latin typeface="Ubuntu"/>
              <a:ea typeface="+mn-ea"/>
              <a:cs typeface="+mn-cs"/>
            </a:endParaRPr>
          </a:p>
        </p:txBody>
      </p:sp>
      <p:sp>
        <p:nvSpPr>
          <p:cNvPr id="16" name="Rectangle 15">
            <a:extLst>
              <a:ext uri="{FF2B5EF4-FFF2-40B4-BE49-F238E27FC236}">
                <a16:creationId xmlns:a16="http://schemas.microsoft.com/office/drawing/2014/main" id="{B977B1B2-8ECC-4719-803F-E7EBCFD4BEF8}"/>
              </a:ext>
            </a:extLst>
          </p:cNvPr>
          <p:cNvSpPr/>
          <p:nvPr userDrawn="1"/>
        </p:nvSpPr>
        <p:spPr>
          <a:xfrm>
            <a:off x="7696229" y="3673621"/>
            <a:ext cx="4660490" cy="289102"/>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1999762969"/>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Title Slide Message left">
    <p:bg>
      <p:bgPr>
        <a:solidFill>
          <a:schemeClr val="tx2"/>
        </a:soli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710D5C00-226E-1369-C48F-FBB9D0A2D267}"/>
              </a:ext>
            </a:extLst>
          </p:cNvPr>
          <p:cNvSpPr>
            <a:spLocks noGrp="1"/>
          </p:cNvSpPr>
          <p:nvPr>
            <p:ph type="body" sz="quarter" idx="10" hasCustomPrompt="1"/>
          </p:nvPr>
        </p:nvSpPr>
        <p:spPr>
          <a:xfrm>
            <a:off x="7859991" y="4310970"/>
            <a:ext cx="3776998" cy="844776"/>
          </a:xfrm>
          <a:prstGeom prst="rect">
            <a:avLst/>
          </a:prstGeom>
        </p:spPr>
        <p:txBody>
          <a:bodyPr/>
          <a:lstStyle>
            <a:lvl1pPr algn="l">
              <a:defRPr lang="en-GB" sz="2000" kern="1200" dirty="0" smtClean="0">
                <a:solidFill>
                  <a:schemeClr val="bg1"/>
                </a:solidFill>
                <a:latin typeface="+mn-lt"/>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sp>
        <p:nvSpPr>
          <p:cNvPr id="6" name="Text Placeholder 3">
            <a:extLst>
              <a:ext uri="{FF2B5EF4-FFF2-40B4-BE49-F238E27FC236}">
                <a16:creationId xmlns:a16="http://schemas.microsoft.com/office/drawing/2014/main" id="{141DE9FA-300D-BBCE-A5BC-ECE60B3F1F61}"/>
              </a:ext>
            </a:extLst>
          </p:cNvPr>
          <p:cNvSpPr>
            <a:spLocks noGrp="1"/>
          </p:cNvSpPr>
          <p:nvPr>
            <p:ph type="body" sz="quarter" idx="11" hasCustomPrompt="1"/>
          </p:nvPr>
        </p:nvSpPr>
        <p:spPr>
          <a:xfrm>
            <a:off x="7859991" y="5787865"/>
            <a:ext cx="3776998" cy="546064"/>
          </a:xfrm>
          <a:prstGeom prst="rect">
            <a:avLst/>
          </a:prstGeom>
        </p:spPr>
        <p:txBody>
          <a:bodyPr/>
          <a:lstStyle>
            <a:lvl1pPr algn="l">
              <a:defRPr lang="en-GB" sz="1400" kern="1200" dirty="0" smtClean="0">
                <a:solidFill>
                  <a:schemeClr val="bg1"/>
                </a:solidFill>
                <a:latin typeface="+mn-lt"/>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grpSp>
        <p:nvGrpSpPr>
          <p:cNvPr id="5" name="Group 2">
            <a:extLst>
              <a:ext uri="{FF2B5EF4-FFF2-40B4-BE49-F238E27FC236}">
                <a16:creationId xmlns:a16="http://schemas.microsoft.com/office/drawing/2014/main" id="{97C43731-60F1-A1BC-E630-11D1BE6DDE01}"/>
              </a:ext>
            </a:extLst>
          </p:cNvPr>
          <p:cNvGrpSpPr>
            <a:grpSpLocks noChangeAspect="1"/>
          </p:cNvGrpSpPr>
          <p:nvPr userDrawn="1"/>
        </p:nvGrpSpPr>
        <p:grpSpPr>
          <a:xfrm>
            <a:off x="368802" y="6162345"/>
            <a:ext cx="1872000" cy="420870"/>
            <a:chOff x="5094083" y="5360390"/>
            <a:chExt cx="3039349" cy="683316"/>
          </a:xfrm>
          <a:solidFill>
            <a:schemeClr val="bg2"/>
          </a:solidFill>
        </p:grpSpPr>
        <p:sp>
          <p:nvSpPr>
            <p:cNvPr id="13" name="Freeform: Shape 4">
              <a:extLst>
                <a:ext uri="{FF2B5EF4-FFF2-40B4-BE49-F238E27FC236}">
                  <a16:creationId xmlns:a16="http://schemas.microsoft.com/office/drawing/2014/main" id="{E46A43A4-DCDF-7C78-DDEA-21BACBE7C71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sp>
          <p:nvSpPr>
            <p:cNvPr id="14" name="Freeform: Shape 5">
              <a:extLst>
                <a:ext uri="{FF2B5EF4-FFF2-40B4-BE49-F238E27FC236}">
                  <a16:creationId xmlns:a16="http://schemas.microsoft.com/office/drawing/2014/main" id="{D4834A30-F65C-87DF-9AD8-668233946F32}"/>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sp>
          <p:nvSpPr>
            <p:cNvPr id="15" name="Freeform: Shape 6">
              <a:extLst>
                <a:ext uri="{FF2B5EF4-FFF2-40B4-BE49-F238E27FC236}">
                  <a16:creationId xmlns:a16="http://schemas.microsoft.com/office/drawing/2014/main" id="{97CAB39C-AC38-78BE-6460-1AC31467E31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sp>
          <p:nvSpPr>
            <p:cNvPr id="17" name="Freeform: Shape 7">
              <a:extLst>
                <a:ext uri="{FF2B5EF4-FFF2-40B4-BE49-F238E27FC236}">
                  <a16:creationId xmlns:a16="http://schemas.microsoft.com/office/drawing/2014/main" id="{D6E94E64-5DBF-0D94-8FC8-EDC1F82C3D7C}"/>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sp>
          <p:nvSpPr>
            <p:cNvPr id="18" name="Freeform: Shape 8">
              <a:extLst>
                <a:ext uri="{FF2B5EF4-FFF2-40B4-BE49-F238E27FC236}">
                  <a16:creationId xmlns:a16="http://schemas.microsoft.com/office/drawing/2014/main" id="{C730C3C9-943E-DF05-5213-9E27CF02B89F}"/>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grpSp>
      <p:sp>
        <p:nvSpPr>
          <p:cNvPr id="19" name="Rectangle 18">
            <a:extLst>
              <a:ext uri="{FF2B5EF4-FFF2-40B4-BE49-F238E27FC236}">
                <a16:creationId xmlns:a16="http://schemas.microsoft.com/office/drawing/2014/main" id="{F4AB31BA-122A-A70B-066B-977B193EC8FA}"/>
              </a:ext>
            </a:extLst>
          </p:cNvPr>
          <p:cNvSpPr/>
          <p:nvPr userDrawn="1"/>
        </p:nvSpPr>
        <p:spPr>
          <a:xfrm>
            <a:off x="4124632" y="5155746"/>
            <a:ext cx="8067368" cy="289102"/>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000000"/>
              </a:solidFill>
              <a:effectLst/>
              <a:uLnTx/>
              <a:uFillTx/>
              <a:latin typeface="Ubuntu"/>
              <a:ea typeface="+mn-ea"/>
              <a:cs typeface="+mn-cs"/>
            </a:endParaRPr>
          </a:p>
        </p:txBody>
      </p:sp>
      <p:sp>
        <p:nvSpPr>
          <p:cNvPr id="20" name="Title 19">
            <a:extLst>
              <a:ext uri="{FF2B5EF4-FFF2-40B4-BE49-F238E27FC236}">
                <a16:creationId xmlns:a16="http://schemas.microsoft.com/office/drawing/2014/main" id="{B21B0F02-FE4C-511F-A62B-12E2BACE6D5B}"/>
              </a:ext>
            </a:extLst>
          </p:cNvPr>
          <p:cNvSpPr>
            <a:spLocks noGrp="1"/>
          </p:cNvSpPr>
          <p:nvPr>
            <p:ph type="title" hasCustomPrompt="1"/>
          </p:nvPr>
        </p:nvSpPr>
        <p:spPr>
          <a:xfrm>
            <a:off x="-176980" y="-171399"/>
            <a:ext cx="7713140" cy="6199078"/>
          </a:xfrm>
        </p:spPr>
        <p:txBody>
          <a:bodyPr/>
          <a:lstStyle>
            <a:lvl1pPr>
              <a:lnSpc>
                <a:spcPct val="75000"/>
              </a:lnSpc>
              <a:defRPr sz="17200">
                <a:solidFill>
                  <a:schemeClr val="accent2"/>
                </a:solidFill>
                <a:latin typeface="Ubuntu Light" panose="020B0304030602030204" pitchFamily="34" charset="0"/>
              </a:defRPr>
            </a:lvl1pPr>
          </a:lstStyle>
          <a:p>
            <a:r>
              <a:rPr lang="en-US" dirty="0"/>
              <a:t>Master title style</a:t>
            </a:r>
          </a:p>
        </p:txBody>
      </p:sp>
    </p:spTree>
    <p:extLst>
      <p:ext uri="{BB962C8B-B14F-4D97-AF65-F5344CB8AC3E}">
        <p14:creationId xmlns:p14="http://schemas.microsoft.com/office/powerpoint/2010/main" val="3666489624"/>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Title Slide 2">
    <p:spTree>
      <p:nvGrpSpPr>
        <p:cNvPr id="1" name=""/>
        <p:cNvGrpSpPr/>
        <p:nvPr/>
      </p:nvGrpSpPr>
      <p:grpSpPr>
        <a:xfrm>
          <a:off x="0" y="0"/>
          <a:ext cx="0" cy="0"/>
          <a:chOff x="0" y="0"/>
          <a:chExt cx="0" cy="0"/>
        </a:xfrm>
      </p:grpSpPr>
      <p:sp>
        <p:nvSpPr>
          <p:cNvPr id="31" name="Picture Placeholder 10">
            <a:extLst>
              <a:ext uri="{FF2B5EF4-FFF2-40B4-BE49-F238E27FC236}">
                <a16:creationId xmlns:a16="http://schemas.microsoft.com/office/drawing/2014/main" id="{CC88A17A-2665-CB64-B35D-1CDAB893EA72}"/>
              </a:ext>
            </a:extLst>
          </p:cNvPr>
          <p:cNvSpPr>
            <a:spLocks noGrp="1"/>
          </p:cNvSpPr>
          <p:nvPr>
            <p:ph type="pic" sz="quarter" idx="13" hasCustomPrompt="1"/>
          </p:nvPr>
        </p:nvSpPr>
        <p:spPr>
          <a:xfrm>
            <a:off x="-1" y="180000"/>
            <a:ext cx="12192001" cy="667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grpSp>
        <p:nvGrpSpPr>
          <p:cNvPr id="14" name="Group 2">
            <a:extLst>
              <a:ext uri="{FF2B5EF4-FFF2-40B4-BE49-F238E27FC236}">
                <a16:creationId xmlns:a16="http://schemas.microsoft.com/office/drawing/2014/main" id="{5570D5EE-65A7-6ED8-B779-4B18D3F9B40F}"/>
              </a:ext>
            </a:extLst>
          </p:cNvPr>
          <p:cNvGrpSpPr>
            <a:grpSpLocks noChangeAspect="1"/>
          </p:cNvGrpSpPr>
          <p:nvPr userDrawn="1"/>
        </p:nvGrpSpPr>
        <p:grpSpPr>
          <a:xfrm>
            <a:off x="9912013" y="6122117"/>
            <a:ext cx="1872000" cy="420870"/>
            <a:chOff x="5094083" y="5360390"/>
            <a:chExt cx="3039349" cy="683316"/>
          </a:xfrm>
          <a:solidFill>
            <a:schemeClr val="tx2"/>
          </a:solidFill>
        </p:grpSpPr>
        <p:sp>
          <p:nvSpPr>
            <p:cNvPr id="15" name="Freeform: Shape 4">
              <a:extLst>
                <a:ext uri="{FF2B5EF4-FFF2-40B4-BE49-F238E27FC236}">
                  <a16:creationId xmlns:a16="http://schemas.microsoft.com/office/drawing/2014/main" id="{D58972C2-A9F5-BC83-6D8B-F2551227EF02}"/>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16" name="Freeform: Shape 5">
              <a:extLst>
                <a:ext uri="{FF2B5EF4-FFF2-40B4-BE49-F238E27FC236}">
                  <a16:creationId xmlns:a16="http://schemas.microsoft.com/office/drawing/2014/main" id="{F1185E33-8F53-63CA-354E-8F831E6BCFB7}"/>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18" name="Freeform: Shape 6">
              <a:extLst>
                <a:ext uri="{FF2B5EF4-FFF2-40B4-BE49-F238E27FC236}">
                  <a16:creationId xmlns:a16="http://schemas.microsoft.com/office/drawing/2014/main" id="{CDD16A12-A8F2-58EF-09CC-13E3376F38BF}"/>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20" name="Freeform: Shape 7">
              <a:extLst>
                <a:ext uri="{FF2B5EF4-FFF2-40B4-BE49-F238E27FC236}">
                  <a16:creationId xmlns:a16="http://schemas.microsoft.com/office/drawing/2014/main" id="{8F3DB536-4854-A063-FC86-800CFAAD2478}"/>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21" name="Freeform: Shape 8">
              <a:extLst>
                <a:ext uri="{FF2B5EF4-FFF2-40B4-BE49-F238E27FC236}">
                  <a16:creationId xmlns:a16="http://schemas.microsoft.com/office/drawing/2014/main" id="{BF1BB4C2-2CFF-9555-916D-B08189B1ED72}"/>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32" name="Title 31">
            <a:extLst>
              <a:ext uri="{FF2B5EF4-FFF2-40B4-BE49-F238E27FC236}">
                <a16:creationId xmlns:a16="http://schemas.microsoft.com/office/drawing/2014/main" id="{E3492C82-376C-10C5-B46C-67C15004D611}"/>
              </a:ext>
            </a:extLst>
          </p:cNvPr>
          <p:cNvSpPr>
            <a:spLocks noGrp="1"/>
          </p:cNvSpPr>
          <p:nvPr>
            <p:ph type="title"/>
          </p:nvPr>
        </p:nvSpPr>
        <p:spPr>
          <a:xfrm>
            <a:off x="551384" y="1628775"/>
            <a:ext cx="6578080" cy="3589714"/>
          </a:xfrm>
        </p:spPr>
        <p:txBody>
          <a:bodyPr anchor="b"/>
          <a:lstStyle>
            <a:lvl1pPr>
              <a:defRPr sz="5400">
                <a:solidFill>
                  <a:schemeClr val="bg1"/>
                </a:solidFill>
              </a:defRPr>
            </a:lvl1pPr>
          </a:lstStyle>
          <a:p>
            <a:r>
              <a:rPr lang="en-US"/>
              <a:t>Click to edit Master title style</a:t>
            </a:r>
            <a:endParaRPr lang="en-PL" dirty="0"/>
          </a:p>
        </p:txBody>
      </p:sp>
      <p:sp>
        <p:nvSpPr>
          <p:cNvPr id="34" name="Text Placeholder 33">
            <a:extLst>
              <a:ext uri="{FF2B5EF4-FFF2-40B4-BE49-F238E27FC236}">
                <a16:creationId xmlns:a16="http://schemas.microsoft.com/office/drawing/2014/main" id="{D09EA9EC-658D-5DAE-6157-50A4AA284434}"/>
              </a:ext>
            </a:extLst>
          </p:cNvPr>
          <p:cNvSpPr>
            <a:spLocks noGrp="1"/>
          </p:cNvSpPr>
          <p:nvPr>
            <p:ph type="body" sz="quarter" idx="14"/>
          </p:nvPr>
        </p:nvSpPr>
        <p:spPr>
          <a:xfrm>
            <a:off x="549275" y="5251824"/>
            <a:ext cx="6578080" cy="659722"/>
          </a:xfrm>
          <a:prstGeom prst="rect">
            <a:avLst/>
          </a:prstGeom>
        </p:spPr>
        <p:txBody>
          <a:bodyPr/>
          <a:lstStyle>
            <a:lvl1pPr>
              <a:defRPr>
                <a:solidFill>
                  <a:schemeClr val="bg1"/>
                </a:solidFill>
              </a:defRPr>
            </a:lvl1pPr>
          </a:lstStyle>
          <a:p>
            <a:pPr lvl="0"/>
            <a:r>
              <a:rPr lang="en-US"/>
              <a:t>Click to edit Master text styles</a:t>
            </a:r>
          </a:p>
        </p:txBody>
      </p:sp>
      <p:sp>
        <p:nvSpPr>
          <p:cNvPr id="3" name="Rectangle 2">
            <a:extLst>
              <a:ext uri="{FF2B5EF4-FFF2-40B4-BE49-F238E27FC236}">
                <a16:creationId xmlns:a16="http://schemas.microsoft.com/office/drawing/2014/main" id="{9E9DF3E1-890B-0648-08D7-23F6A17377B7}"/>
              </a:ext>
            </a:extLst>
          </p:cNvPr>
          <p:cNvSpPr/>
          <p:nvPr userDrawn="1"/>
        </p:nvSpPr>
        <p:spPr>
          <a:xfrm>
            <a:off x="-2" y="0"/>
            <a:ext cx="12192000"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4" name="Text Placeholder 33">
            <a:extLst>
              <a:ext uri="{FF2B5EF4-FFF2-40B4-BE49-F238E27FC236}">
                <a16:creationId xmlns:a16="http://schemas.microsoft.com/office/drawing/2014/main" id="{277C0A79-DE12-2C81-D632-2FB7FA13208C}"/>
              </a:ext>
            </a:extLst>
          </p:cNvPr>
          <p:cNvSpPr>
            <a:spLocks noGrp="1"/>
          </p:cNvSpPr>
          <p:nvPr>
            <p:ph type="body" sz="quarter" idx="15"/>
          </p:nvPr>
        </p:nvSpPr>
        <p:spPr>
          <a:xfrm>
            <a:off x="549275" y="5910502"/>
            <a:ext cx="6578080" cy="659722"/>
          </a:xfrm>
          <a:prstGeom prst="rect">
            <a:avLst/>
          </a:prstGeom>
        </p:spPr>
        <p:txBody>
          <a:bodyPr/>
          <a:lstStyle>
            <a:lvl1pPr>
              <a:defRPr>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1704642604"/>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Title Slide 3">
    <p:spTree>
      <p:nvGrpSpPr>
        <p:cNvPr id="1" name=""/>
        <p:cNvGrpSpPr/>
        <p:nvPr/>
      </p:nvGrpSpPr>
      <p:grpSpPr>
        <a:xfrm>
          <a:off x="0" y="0"/>
          <a:ext cx="0" cy="0"/>
          <a:chOff x="0" y="0"/>
          <a:chExt cx="0" cy="0"/>
        </a:xfrm>
      </p:grpSpPr>
      <p:sp>
        <p:nvSpPr>
          <p:cNvPr id="32" name="Picture Placeholder 10">
            <a:extLst>
              <a:ext uri="{FF2B5EF4-FFF2-40B4-BE49-F238E27FC236}">
                <a16:creationId xmlns:a16="http://schemas.microsoft.com/office/drawing/2014/main" id="{3ACE82B0-62A7-4716-0770-25177C6C2523}"/>
              </a:ext>
            </a:extLst>
          </p:cNvPr>
          <p:cNvSpPr>
            <a:spLocks noGrp="1"/>
          </p:cNvSpPr>
          <p:nvPr>
            <p:ph type="pic" sz="quarter" idx="13" hasCustomPrompt="1"/>
          </p:nvPr>
        </p:nvSpPr>
        <p:spPr>
          <a:xfrm>
            <a:off x="180001" y="0"/>
            <a:ext cx="12011999" cy="685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grpSp>
        <p:nvGrpSpPr>
          <p:cNvPr id="33" name="Group 2">
            <a:extLst>
              <a:ext uri="{FF2B5EF4-FFF2-40B4-BE49-F238E27FC236}">
                <a16:creationId xmlns:a16="http://schemas.microsoft.com/office/drawing/2014/main" id="{8F46E283-C322-4D6F-0C87-E9B5787BEF80}"/>
              </a:ext>
            </a:extLst>
          </p:cNvPr>
          <p:cNvGrpSpPr>
            <a:grpSpLocks noChangeAspect="1"/>
          </p:cNvGrpSpPr>
          <p:nvPr userDrawn="1"/>
        </p:nvGrpSpPr>
        <p:grpSpPr>
          <a:xfrm>
            <a:off x="9912013" y="6122117"/>
            <a:ext cx="1872000" cy="420870"/>
            <a:chOff x="5094083" y="5360390"/>
            <a:chExt cx="3039349" cy="683316"/>
          </a:xfrm>
          <a:solidFill>
            <a:schemeClr val="tx2"/>
          </a:solidFill>
        </p:grpSpPr>
        <p:sp>
          <p:nvSpPr>
            <p:cNvPr id="34" name="Freeform: Shape 4">
              <a:extLst>
                <a:ext uri="{FF2B5EF4-FFF2-40B4-BE49-F238E27FC236}">
                  <a16:creationId xmlns:a16="http://schemas.microsoft.com/office/drawing/2014/main" id="{E7C6E56A-237E-269F-8948-94D8630922C0}"/>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35" name="Freeform: Shape 5">
              <a:extLst>
                <a:ext uri="{FF2B5EF4-FFF2-40B4-BE49-F238E27FC236}">
                  <a16:creationId xmlns:a16="http://schemas.microsoft.com/office/drawing/2014/main" id="{69EF9104-8430-F98A-7A15-FE04244E2D36}"/>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36" name="Freeform: Shape 6">
              <a:extLst>
                <a:ext uri="{FF2B5EF4-FFF2-40B4-BE49-F238E27FC236}">
                  <a16:creationId xmlns:a16="http://schemas.microsoft.com/office/drawing/2014/main" id="{0398A75A-EE7F-6840-B64B-CD550ECF76E3}"/>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37" name="Freeform: Shape 7">
              <a:extLst>
                <a:ext uri="{FF2B5EF4-FFF2-40B4-BE49-F238E27FC236}">
                  <a16:creationId xmlns:a16="http://schemas.microsoft.com/office/drawing/2014/main" id="{3586F6A8-69A4-9382-D0C9-7CA34851C34A}"/>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38" name="Freeform: Shape 8">
              <a:extLst>
                <a:ext uri="{FF2B5EF4-FFF2-40B4-BE49-F238E27FC236}">
                  <a16:creationId xmlns:a16="http://schemas.microsoft.com/office/drawing/2014/main" id="{3814A5D2-6C0A-D1F0-266D-7ECB31C3E8E6}"/>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39" name="Title 31">
            <a:extLst>
              <a:ext uri="{FF2B5EF4-FFF2-40B4-BE49-F238E27FC236}">
                <a16:creationId xmlns:a16="http://schemas.microsoft.com/office/drawing/2014/main" id="{F322BC76-B62D-13E1-DFD4-1C84E6221D02}"/>
              </a:ext>
            </a:extLst>
          </p:cNvPr>
          <p:cNvSpPr>
            <a:spLocks noGrp="1"/>
          </p:cNvSpPr>
          <p:nvPr>
            <p:ph type="title"/>
          </p:nvPr>
        </p:nvSpPr>
        <p:spPr>
          <a:xfrm>
            <a:off x="1214394" y="1628775"/>
            <a:ext cx="6578080" cy="3335273"/>
          </a:xfrm>
        </p:spPr>
        <p:txBody>
          <a:bodyPr anchor="b"/>
          <a:lstStyle>
            <a:lvl1pPr>
              <a:lnSpc>
                <a:spcPct val="90000"/>
              </a:lnSpc>
              <a:defRPr sz="7200">
                <a:solidFill>
                  <a:schemeClr val="bg1"/>
                </a:solidFill>
                <a:latin typeface="Ubuntu Light" panose="020B0304030602030204" pitchFamily="34" charset="0"/>
              </a:defRPr>
            </a:lvl1pPr>
          </a:lstStyle>
          <a:p>
            <a:r>
              <a:rPr lang="en-US"/>
              <a:t>Click to edit Master title style</a:t>
            </a:r>
            <a:endParaRPr lang="en-PL" dirty="0"/>
          </a:p>
        </p:txBody>
      </p:sp>
      <p:sp>
        <p:nvSpPr>
          <p:cNvPr id="40" name="Text Placeholder 33">
            <a:extLst>
              <a:ext uri="{FF2B5EF4-FFF2-40B4-BE49-F238E27FC236}">
                <a16:creationId xmlns:a16="http://schemas.microsoft.com/office/drawing/2014/main" id="{CA8F7439-A11A-B37F-8E7F-1541F8C360C4}"/>
              </a:ext>
            </a:extLst>
          </p:cNvPr>
          <p:cNvSpPr>
            <a:spLocks noGrp="1"/>
          </p:cNvSpPr>
          <p:nvPr>
            <p:ph type="body" sz="quarter" idx="14"/>
          </p:nvPr>
        </p:nvSpPr>
        <p:spPr>
          <a:xfrm>
            <a:off x="1212285" y="5251824"/>
            <a:ext cx="6578080" cy="659722"/>
          </a:xfrm>
          <a:prstGeom prst="rect">
            <a:avLst/>
          </a:prstGeom>
        </p:spPr>
        <p:txBody>
          <a:bodyPr/>
          <a:lstStyle>
            <a:lvl1pPr>
              <a:defRPr sz="2000" b="0">
                <a:solidFill>
                  <a:schemeClr val="bg1"/>
                </a:solidFill>
              </a:defRPr>
            </a:lvl1pPr>
          </a:lstStyle>
          <a:p>
            <a:pPr lvl="0"/>
            <a:r>
              <a:rPr lang="en-US"/>
              <a:t>Click to edit Master text styles</a:t>
            </a:r>
          </a:p>
        </p:txBody>
      </p:sp>
      <p:sp>
        <p:nvSpPr>
          <p:cNvPr id="3" name="Rectangle 2">
            <a:extLst>
              <a:ext uri="{FF2B5EF4-FFF2-40B4-BE49-F238E27FC236}">
                <a16:creationId xmlns:a16="http://schemas.microsoft.com/office/drawing/2014/main" id="{731224E1-CA4F-0875-C5F0-35D33EADD2EB}"/>
              </a:ext>
            </a:extLst>
          </p:cNvPr>
          <p:cNvSpPr/>
          <p:nvPr userDrawn="1"/>
        </p:nvSpPr>
        <p:spPr>
          <a:xfrm rot="16200000">
            <a:off x="-3338999"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4" name="Text Placeholder 33">
            <a:extLst>
              <a:ext uri="{FF2B5EF4-FFF2-40B4-BE49-F238E27FC236}">
                <a16:creationId xmlns:a16="http://schemas.microsoft.com/office/drawing/2014/main" id="{F38081E3-C84E-8E42-A77A-A602E5F45BEC}"/>
              </a:ext>
            </a:extLst>
          </p:cNvPr>
          <p:cNvSpPr>
            <a:spLocks noGrp="1"/>
          </p:cNvSpPr>
          <p:nvPr>
            <p:ph type="body" sz="quarter" idx="15"/>
          </p:nvPr>
        </p:nvSpPr>
        <p:spPr>
          <a:xfrm>
            <a:off x="1212285" y="5910502"/>
            <a:ext cx="6578080" cy="659722"/>
          </a:xfrm>
          <a:prstGeom prst="rect">
            <a:avLst/>
          </a:prstGeom>
        </p:spPr>
        <p:txBody>
          <a:bodyPr/>
          <a:lstStyle>
            <a:lvl1pPr>
              <a:defRPr>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3975218949"/>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Title Slide 4">
    <p:spTree>
      <p:nvGrpSpPr>
        <p:cNvPr id="1" name=""/>
        <p:cNvGrpSpPr/>
        <p:nvPr/>
      </p:nvGrpSpPr>
      <p:grpSpPr>
        <a:xfrm>
          <a:off x="0" y="0"/>
          <a:ext cx="0" cy="0"/>
          <a:chOff x="0" y="0"/>
          <a:chExt cx="0" cy="0"/>
        </a:xfrm>
      </p:grpSpPr>
      <p:sp>
        <p:nvSpPr>
          <p:cNvPr id="43" name="Picture Placeholder 10">
            <a:extLst>
              <a:ext uri="{FF2B5EF4-FFF2-40B4-BE49-F238E27FC236}">
                <a16:creationId xmlns:a16="http://schemas.microsoft.com/office/drawing/2014/main" id="{3C1B8D60-78D7-1E25-C623-7509C881E3E9}"/>
              </a:ext>
            </a:extLst>
          </p:cNvPr>
          <p:cNvSpPr>
            <a:spLocks noGrp="1"/>
          </p:cNvSpPr>
          <p:nvPr>
            <p:ph type="pic" sz="quarter" idx="14"/>
          </p:nvPr>
        </p:nvSpPr>
        <p:spPr>
          <a:xfrm>
            <a:off x="9460018" y="1"/>
            <a:ext cx="2731981" cy="3429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pPr marR="0" lvl="0" fontAlgn="auto">
              <a:spcAft>
                <a:spcPts val="0"/>
              </a:spcAft>
              <a:buClrTx/>
              <a:buSzTx/>
              <a:tabLst/>
            </a:pPr>
            <a:r>
              <a:rPr lang="en-US"/>
              <a:t>Click icon to add picture</a:t>
            </a:r>
            <a:endParaRPr lang="en-US" dirty="0"/>
          </a:p>
        </p:txBody>
      </p:sp>
      <p:sp>
        <p:nvSpPr>
          <p:cNvPr id="42" name="Picture Placeholder 10">
            <a:extLst>
              <a:ext uri="{FF2B5EF4-FFF2-40B4-BE49-F238E27FC236}">
                <a16:creationId xmlns:a16="http://schemas.microsoft.com/office/drawing/2014/main" id="{E8C91BDE-0FA3-B18C-5405-5DB502E0FBA3}"/>
              </a:ext>
            </a:extLst>
          </p:cNvPr>
          <p:cNvSpPr>
            <a:spLocks noGrp="1"/>
          </p:cNvSpPr>
          <p:nvPr>
            <p:ph type="pic" sz="quarter" idx="13" hasCustomPrompt="1"/>
          </p:nvPr>
        </p:nvSpPr>
        <p:spPr>
          <a:xfrm>
            <a:off x="0" y="0"/>
            <a:ext cx="9280018" cy="685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grpSp>
        <p:nvGrpSpPr>
          <p:cNvPr id="35" name="Group 2">
            <a:extLst>
              <a:ext uri="{FF2B5EF4-FFF2-40B4-BE49-F238E27FC236}">
                <a16:creationId xmlns:a16="http://schemas.microsoft.com/office/drawing/2014/main" id="{586CA03F-ED76-1D2D-90A8-504016961D55}"/>
              </a:ext>
            </a:extLst>
          </p:cNvPr>
          <p:cNvGrpSpPr>
            <a:grpSpLocks noChangeAspect="1"/>
          </p:cNvGrpSpPr>
          <p:nvPr userDrawn="1"/>
        </p:nvGrpSpPr>
        <p:grpSpPr>
          <a:xfrm>
            <a:off x="9912013" y="6122117"/>
            <a:ext cx="1872000" cy="420870"/>
            <a:chOff x="5094083" y="5360390"/>
            <a:chExt cx="3039349" cy="683316"/>
          </a:xfrm>
          <a:solidFill>
            <a:schemeClr val="tx2"/>
          </a:solidFill>
        </p:grpSpPr>
        <p:sp>
          <p:nvSpPr>
            <p:cNvPr id="36" name="Freeform: Shape 4">
              <a:extLst>
                <a:ext uri="{FF2B5EF4-FFF2-40B4-BE49-F238E27FC236}">
                  <a16:creationId xmlns:a16="http://schemas.microsoft.com/office/drawing/2014/main" id="{04CD9986-2686-D8E3-9192-8BEB77750D7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37" name="Freeform: Shape 5">
              <a:extLst>
                <a:ext uri="{FF2B5EF4-FFF2-40B4-BE49-F238E27FC236}">
                  <a16:creationId xmlns:a16="http://schemas.microsoft.com/office/drawing/2014/main" id="{7CD40094-AC2F-9457-AD3F-9AAA89E00C4A}"/>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38" name="Freeform: Shape 6">
              <a:extLst>
                <a:ext uri="{FF2B5EF4-FFF2-40B4-BE49-F238E27FC236}">
                  <a16:creationId xmlns:a16="http://schemas.microsoft.com/office/drawing/2014/main" id="{682D97D4-A5DA-2B1D-3407-13658458A52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39" name="Freeform: Shape 7">
              <a:extLst>
                <a:ext uri="{FF2B5EF4-FFF2-40B4-BE49-F238E27FC236}">
                  <a16:creationId xmlns:a16="http://schemas.microsoft.com/office/drawing/2014/main" id="{FEBEF87B-7156-68DF-4D8A-E84D8A4F0EA2}"/>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40" name="Freeform: Shape 8">
              <a:extLst>
                <a:ext uri="{FF2B5EF4-FFF2-40B4-BE49-F238E27FC236}">
                  <a16:creationId xmlns:a16="http://schemas.microsoft.com/office/drawing/2014/main" id="{3A0B75AC-0F93-D7BF-2568-50E1CFEDF0CA}"/>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44" name="Title 31">
            <a:extLst>
              <a:ext uri="{FF2B5EF4-FFF2-40B4-BE49-F238E27FC236}">
                <a16:creationId xmlns:a16="http://schemas.microsoft.com/office/drawing/2014/main" id="{3551E8D5-6D03-58C4-2A78-E73615CBFD4C}"/>
              </a:ext>
            </a:extLst>
          </p:cNvPr>
          <p:cNvSpPr>
            <a:spLocks noGrp="1"/>
          </p:cNvSpPr>
          <p:nvPr>
            <p:ph type="title"/>
          </p:nvPr>
        </p:nvSpPr>
        <p:spPr>
          <a:xfrm>
            <a:off x="551384" y="1628775"/>
            <a:ext cx="6578080" cy="3589714"/>
          </a:xfrm>
        </p:spPr>
        <p:txBody>
          <a:bodyPr anchor="b"/>
          <a:lstStyle>
            <a:lvl1pPr>
              <a:defRPr sz="5400">
                <a:solidFill>
                  <a:schemeClr val="bg1"/>
                </a:solidFill>
              </a:defRPr>
            </a:lvl1pPr>
          </a:lstStyle>
          <a:p>
            <a:r>
              <a:rPr lang="en-US"/>
              <a:t>Click to edit Master title style</a:t>
            </a:r>
            <a:endParaRPr lang="en-PL" dirty="0"/>
          </a:p>
        </p:txBody>
      </p:sp>
      <p:sp>
        <p:nvSpPr>
          <p:cNvPr id="45" name="Text Placeholder 33">
            <a:extLst>
              <a:ext uri="{FF2B5EF4-FFF2-40B4-BE49-F238E27FC236}">
                <a16:creationId xmlns:a16="http://schemas.microsoft.com/office/drawing/2014/main" id="{AE8BF6B9-54E0-50CF-ED1F-1556FC6C0905}"/>
              </a:ext>
            </a:extLst>
          </p:cNvPr>
          <p:cNvSpPr>
            <a:spLocks noGrp="1"/>
          </p:cNvSpPr>
          <p:nvPr>
            <p:ph type="body" sz="quarter" idx="15"/>
          </p:nvPr>
        </p:nvSpPr>
        <p:spPr>
          <a:xfrm>
            <a:off x="9912013" y="3893182"/>
            <a:ext cx="1872000" cy="1123397"/>
          </a:xfrm>
          <a:prstGeom prst="rect">
            <a:avLst/>
          </a:prstGeom>
        </p:spPr>
        <p:txBody>
          <a:bodyPr anchor="b">
            <a:noAutofit/>
          </a:bodyPr>
          <a:lstStyle>
            <a:lvl1pPr>
              <a:defRPr sz="2000"/>
            </a:lvl1pPr>
          </a:lstStyle>
          <a:p>
            <a:pPr lvl="0"/>
            <a:r>
              <a:rPr lang="en-US"/>
              <a:t>Click to edit Master text styles</a:t>
            </a:r>
          </a:p>
        </p:txBody>
      </p:sp>
      <p:sp>
        <p:nvSpPr>
          <p:cNvPr id="4" name="Rectangle 3">
            <a:extLst>
              <a:ext uri="{FF2B5EF4-FFF2-40B4-BE49-F238E27FC236}">
                <a16:creationId xmlns:a16="http://schemas.microsoft.com/office/drawing/2014/main" id="{78D281D9-C9E0-F6DF-2438-F4992F7D29D2}"/>
              </a:ext>
            </a:extLst>
          </p:cNvPr>
          <p:cNvSpPr/>
          <p:nvPr userDrawn="1"/>
        </p:nvSpPr>
        <p:spPr>
          <a:xfrm rot="16200000">
            <a:off x="5941020"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3" name="Text Placeholder 33">
            <a:extLst>
              <a:ext uri="{FF2B5EF4-FFF2-40B4-BE49-F238E27FC236}">
                <a16:creationId xmlns:a16="http://schemas.microsoft.com/office/drawing/2014/main" id="{F95A3A44-A840-3420-E0A4-A35DB913338B}"/>
              </a:ext>
            </a:extLst>
          </p:cNvPr>
          <p:cNvSpPr>
            <a:spLocks noGrp="1"/>
          </p:cNvSpPr>
          <p:nvPr>
            <p:ph type="body" sz="quarter" idx="16"/>
          </p:nvPr>
        </p:nvSpPr>
        <p:spPr>
          <a:xfrm>
            <a:off x="9912013" y="5264061"/>
            <a:ext cx="1872000" cy="522985"/>
          </a:xfrm>
          <a:prstGeom prst="rect">
            <a:avLst/>
          </a:prstGeom>
        </p:spPr>
        <p:txBody>
          <a:bodyPr/>
          <a:lstStyle/>
          <a:p>
            <a:pPr lvl="0"/>
            <a:r>
              <a:rPr lang="en-US"/>
              <a:t>Click to edit Master text styles</a:t>
            </a:r>
          </a:p>
        </p:txBody>
      </p:sp>
    </p:spTree>
    <p:extLst>
      <p:ext uri="{BB962C8B-B14F-4D97-AF65-F5344CB8AC3E}">
        <p14:creationId xmlns:p14="http://schemas.microsoft.com/office/powerpoint/2010/main" val="1158645872"/>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Title Slide 6">
    <p:spTree>
      <p:nvGrpSpPr>
        <p:cNvPr id="1" name=""/>
        <p:cNvGrpSpPr/>
        <p:nvPr/>
      </p:nvGrpSpPr>
      <p:grpSpPr>
        <a:xfrm>
          <a:off x="0" y="0"/>
          <a:ext cx="0" cy="0"/>
          <a:chOff x="0" y="0"/>
          <a:chExt cx="0" cy="0"/>
        </a:xfrm>
      </p:grpSpPr>
      <p:sp>
        <p:nvSpPr>
          <p:cNvPr id="42" name="Picture Placeholder 10">
            <a:extLst>
              <a:ext uri="{FF2B5EF4-FFF2-40B4-BE49-F238E27FC236}">
                <a16:creationId xmlns:a16="http://schemas.microsoft.com/office/drawing/2014/main" id="{E8C91BDE-0FA3-B18C-5405-5DB502E0FBA3}"/>
              </a:ext>
            </a:extLst>
          </p:cNvPr>
          <p:cNvSpPr>
            <a:spLocks noGrp="1"/>
          </p:cNvSpPr>
          <p:nvPr>
            <p:ph type="pic" sz="quarter" idx="13" hasCustomPrompt="1"/>
          </p:nvPr>
        </p:nvSpPr>
        <p:spPr>
          <a:xfrm>
            <a:off x="0" y="0"/>
            <a:ext cx="9280018" cy="685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43" name="Picture Placeholder 10">
            <a:extLst>
              <a:ext uri="{FF2B5EF4-FFF2-40B4-BE49-F238E27FC236}">
                <a16:creationId xmlns:a16="http://schemas.microsoft.com/office/drawing/2014/main" id="{3C1B8D60-78D7-1E25-C623-7509C881E3E9}"/>
              </a:ext>
            </a:extLst>
          </p:cNvPr>
          <p:cNvSpPr>
            <a:spLocks noGrp="1"/>
          </p:cNvSpPr>
          <p:nvPr>
            <p:ph type="pic" sz="quarter" idx="14"/>
          </p:nvPr>
        </p:nvSpPr>
        <p:spPr>
          <a:xfrm>
            <a:off x="9460018" y="0"/>
            <a:ext cx="2731981" cy="4949047"/>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pPr marR="0" lvl="0" fontAlgn="auto">
              <a:spcAft>
                <a:spcPts val="0"/>
              </a:spcAft>
              <a:buClrTx/>
              <a:buSzTx/>
              <a:tabLst/>
            </a:pPr>
            <a:r>
              <a:rPr lang="en-US"/>
              <a:t>Click icon to add picture</a:t>
            </a:r>
            <a:endParaRPr lang="en-US" dirty="0"/>
          </a:p>
        </p:txBody>
      </p:sp>
      <p:grpSp>
        <p:nvGrpSpPr>
          <p:cNvPr id="35" name="Group 2">
            <a:extLst>
              <a:ext uri="{FF2B5EF4-FFF2-40B4-BE49-F238E27FC236}">
                <a16:creationId xmlns:a16="http://schemas.microsoft.com/office/drawing/2014/main" id="{586CA03F-ED76-1D2D-90A8-504016961D55}"/>
              </a:ext>
            </a:extLst>
          </p:cNvPr>
          <p:cNvGrpSpPr>
            <a:grpSpLocks noChangeAspect="1"/>
          </p:cNvGrpSpPr>
          <p:nvPr userDrawn="1"/>
        </p:nvGrpSpPr>
        <p:grpSpPr>
          <a:xfrm>
            <a:off x="9912013" y="6122117"/>
            <a:ext cx="1872000" cy="420870"/>
            <a:chOff x="5094083" y="5360390"/>
            <a:chExt cx="3039349" cy="683316"/>
          </a:xfrm>
          <a:solidFill>
            <a:schemeClr val="tx2"/>
          </a:solidFill>
        </p:grpSpPr>
        <p:sp>
          <p:nvSpPr>
            <p:cNvPr id="36" name="Freeform: Shape 4">
              <a:extLst>
                <a:ext uri="{FF2B5EF4-FFF2-40B4-BE49-F238E27FC236}">
                  <a16:creationId xmlns:a16="http://schemas.microsoft.com/office/drawing/2014/main" id="{04CD9986-2686-D8E3-9192-8BEB77750D7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37" name="Freeform: Shape 5">
              <a:extLst>
                <a:ext uri="{FF2B5EF4-FFF2-40B4-BE49-F238E27FC236}">
                  <a16:creationId xmlns:a16="http://schemas.microsoft.com/office/drawing/2014/main" id="{7CD40094-AC2F-9457-AD3F-9AAA89E00C4A}"/>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38" name="Freeform: Shape 6">
              <a:extLst>
                <a:ext uri="{FF2B5EF4-FFF2-40B4-BE49-F238E27FC236}">
                  <a16:creationId xmlns:a16="http://schemas.microsoft.com/office/drawing/2014/main" id="{682D97D4-A5DA-2B1D-3407-13658458A52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39" name="Freeform: Shape 7">
              <a:extLst>
                <a:ext uri="{FF2B5EF4-FFF2-40B4-BE49-F238E27FC236}">
                  <a16:creationId xmlns:a16="http://schemas.microsoft.com/office/drawing/2014/main" id="{FEBEF87B-7156-68DF-4D8A-E84D8A4F0EA2}"/>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40" name="Freeform: Shape 8">
              <a:extLst>
                <a:ext uri="{FF2B5EF4-FFF2-40B4-BE49-F238E27FC236}">
                  <a16:creationId xmlns:a16="http://schemas.microsoft.com/office/drawing/2014/main" id="{3A0B75AC-0F93-D7BF-2568-50E1CFEDF0CA}"/>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44" name="Title 31">
            <a:extLst>
              <a:ext uri="{FF2B5EF4-FFF2-40B4-BE49-F238E27FC236}">
                <a16:creationId xmlns:a16="http://schemas.microsoft.com/office/drawing/2014/main" id="{3551E8D5-6D03-58C4-2A78-E73615CBFD4C}"/>
              </a:ext>
            </a:extLst>
          </p:cNvPr>
          <p:cNvSpPr>
            <a:spLocks noGrp="1"/>
          </p:cNvSpPr>
          <p:nvPr>
            <p:ph type="title"/>
          </p:nvPr>
        </p:nvSpPr>
        <p:spPr>
          <a:xfrm>
            <a:off x="5087887" y="549275"/>
            <a:ext cx="4036154" cy="3815829"/>
          </a:xfrm>
        </p:spPr>
        <p:txBody>
          <a:bodyPr anchor="b"/>
          <a:lstStyle>
            <a:lvl1pPr>
              <a:defRPr sz="6600">
                <a:solidFill>
                  <a:schemeClr val="bg1"/>
                </a:solidFill>
                <a:latin typeface="Ubuntu Light" panose="020B0304030602030204" pitchFamily="34" charset="0"/>
              </a:defRPr>
            </a:lvl1pPr>
          </a:lstStyle>
          <a:p>
            <a:r>
              <a:rPr lang="en-US"/>
              <a:t>Click to edit Master title style</a:t>
            </a:r>
            <a:endParaRPr lang="en-PL" dirty="0"/>
          </a:p>
        </p:txBody>
      </p:sp>
      <p:sp>
        <p:nvSpPr>
          <p:cNvPr id="45" name="Text Placeholder 33">
            <a:extLst>
              <a:ext uri="{FF2B5EF4-FFF2-40B4-BE49-F238E27FC236}">
                <a16:creationId xmlns:a16="http://schemas.microsoft.com/office/drawing/2014/main" id="{AE8BF6B9-54E0-50CF-ED1F-1556FC6C0905}"/>
              </a:ext>
            </a:extLst>
          </p:cNvPr>
          <p:cNvSpPr>
            <a:spLocks noGrp="1"/>
          </p:cNvSpPr>
          <p:nvPr>
            <p:ph type="body" sz="quarter" idx="15"/>
          </p:nvPr>
        </p:nvSpPr>
        <p:spPr>
          <a:xfrm>
            <a:off x="5159897" y="4725144"/>
            <a:ext cx="3964144" cy="316404"/>
          </a:xfrm>
          <a:prstGeom prst="rect">
            <a:avLst/>
          </a:prstGeom>
        </p:spPr>
        <p:txBody>
          <a:bodyPr anchor="b">
            <a:noAutofit/>
          </a:bodyPr>
          <a:lstStyle>
            <a:lvl1pPr>
              <a:defRPr sz="2000">
                <a:solidFill>
                  <a:schemeClr val="bg1"/>
                </a:solidFill>
              </a:defRPr>
            </a:lvl1pPr>
          </a:lstStyle>
          <a:p>
            <a:pPr lvl="0"/>
            <a:r>
              <a:rPr lang="en-US"/>
              <a:t>Click to edit Master text styles</a:t>
            </a:r>
          </a:p>
        </p:txBody>
      </p:sp>
      <p:sp>
        <p:nvSpPr>
          <p:cNvPr id="4" name="Rectangle 3">
            <a:extLst>
              <a:ext uri="{FF2B5EF4-FFF2-40B4-BE49-F238E27FC236}">
                <a16:creationId xmlns:a16="http://schemas.microsoft.com/office/drawing/2014/main" id="{78D281D9-C9E0-F6DF-2438-F4992F7D29D2}"/>
              </a:ext>
            </a:extLst>
          </p:cNvPr>
          <p:cNvSpPr/>
          <p:nvPr userDrawn="1"/>
        </p:nvSpPr>
        <p:spPr>
          <a:xfrm rot="16200000">
            <a:off x="5941020"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3" name="Text Placeholder 33">
            <a:extLst>
              <a:ext uri="{FF2B5EF4-FFF2-40B4-BE49-F238E27FC236}">
                <a16:creationId xmlns:a16="http://schemas.microsoft.com/office/drawing/2014/main" id="{F95A3A44-A840-3420-E0A4-A35DB913338B}"/>
              </a:ext>
            </a:extLst>
          </p:cNvPr>
          <p:cNvSpPr>
            <a:spLocks noGrp="1"/>
          </p:cNvSpPr>
          <p:nvPr>
            <p:ph type="body" sz="quarter" idx="16"/>
          </p:nvPr>
        </p:nvSpPr>
        <p:spPr>
          <a:xfrm>
            <a:off x="9912013" y="5264061"/>
            <a:ext cx="1872000" cy="522985"/>
          </a:xfrm>
          <a:prstGeom prst="rect">
            <a:avLst/>
          </a:prstGeom>
        </p:spPr>
        <p:txBody>
          <a:bodyPr/>
          <a:lstStyle/>
          <a:p>
            <a:pPr lvl="0"/>
            <a:r>
              <a:rPr lang="en-US"/>
              <a:t>Click to edit Master text styles</a:t>
            </a:r>
          </a:p>
        </p:txBody>
      </p:sp>
    </p:spTree>
    <p:extLst>
      <p:ext uri="{BB962C8B-B14F-4D97-AF65-F5344CB8AC3E}">
        <p14:creationId xmlns:p14="http://schemas.microsoft.com/office/powerpoint/2010/main" val="1299321652"/>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Title Slide 5">
    <p:spTree>
      <p:nvGrpSpPr>
        <p:cNvPr id="1" name=""/>
        <p:cNvGrpSpPr/>
        <p:nvPr/>
      </p:nvGrpSpPr>
      <p:grpSpPr>
        <a:xfrm>
          <a:off x="0" y="0"/>
          <a:ext cx="0" cy="0"/>
          <a:chOff x="0" y="0"/>
          <a:chExt cx="0" cy="0"/>
        </a:xfrm>
      </p:grpSpPr>
      <p:sp>
        <p:nvSpPr>
          <p:cNvPr id="43" name="Picture Placeholder 10">
            <a:extLst>
              <a:ext uri="{FF2B5EF4-FFF2-40B4-BE49-F238E27FC236}">
                <a16:creationId xmlns:a16="http://schemas.microsoft.com/office/drawing/2014/main" id="{3C1B8D60-78D7-1E25-C623-7509C881E3E9}"/>
              </a:ext>
            </a:extLst>
          </p:cNvPr>
          <p:cNvSpPr>
            <a:spLocks noGrp="1"/>
          </p:cNvSpPr>
          <p:nvPr>
            <p:ph type="pic" sz="quarter" idx="14"/>
          </p:nvPr>
        </p:nvSpPr>
        <p:spPr>
          <a:xfrm>
            <a:off x="-1" y="1"/>
            <a:ext cx="2736773" cy="3429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pPr marR="0" lvl="0" fontAlgn="auto">
              <a:spcAft>
                <a:spcPts val="0"/>
              </a:spcAft>
              <a:buClrTx/>
              <a:buSzTx/>
              <a:tabLst/>
            </a:pPr>
            <a:r>
              <a:rPr lang="en-US"/>
              <a:t>Click icon to add picture</a:t>
            </a:r>
          </a:p>
        </p:txBody>
      </p:sp>
      <p:sp>
        <p:nvSpPr>
          <p:cNvPr id="42" name="Picture Placeholder 10">
            <a:extLst>
              <a:ext uri="{FF2B5EF4-FFF2-40B4-BE49-F238E27FC236}">
                <a16:creationId xmlns:a16="http://schemas.microsoft.com/office/drawing/2014/main" id="{E8C91BDE-0FA3-B18C-5405-5DB502E0FBA3}"/>
              </a:ext>
            </a:extLst>
          </p:cNvPr>
          <p:cNvSpPr>
            <a:spLocks noGrp="1"/>
          </p:cNvSpPr>
          <p:nvPr>
            <p:ph type="pic" sz="quarter" idx="13" hasCustomPrompt="1"/>
          </p:nvPr>
        </p:nvSpPr>
        <p:spPr>
          <a:xfrm>
            <a:off x="2916774" y="0"/>
            <a:ext cx="9275226" cy="685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grpSp>
        <p:nvGrpSpPr>
          <p:cNvPr id="35" name="Group 2">
            <a:extLst>
              <a:ext uri="{FF2B5EF4-FFF2-40B4-BE49-F238E27FC236}">
                <a16:creationId xmlns:a16="http://schemas.microsoft.com/office/drawing/2014/main" id="{586CA03F-ED76-1D2D-90A8-504016961D55}"/>
              </a:ext>
            </a:extLst>
          </p:cNvPr>
          <p:cNvGrpSpPr>
            <a:grpSpLocks noChangeAspect="1"/>
          </p:cNvGrpSpPr>
          <p:nvPr userDrawn="1"/>
        </p:nvGrpSpPr>
        <p:grpSpPr>
          <a:xfrm>
            <a:off x="357195" y="6122117"/>
            <a:ext cx="1872000" cy="420870"/>
            <a:chOff x="5094083" y="5360390"/>
            <a:chExt cx="3039349" cy="683316"/>
          </a:xfrm>
          <a:solidFill>
            <a:schemeClr val="tx2"/>
          </a:solidFill>
        </p:grpSpPr>
        <p:sp>
          <p:nvSpPr>
            <p:cNvPr id="36" name="Freeform: Shape 4">
              <a:extLst>
                <a:ext uri="{FF2B5EF4-FFF2-40B4-BE49-F238E27FC236}">
                  <a16:creationId xmlns:a16="http://schemas.microsoft.com/office/drawing/2014/main" id="{04CD9986-2686-D8E3-9192-8BEB77750D7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37" name="Freeform: Shape 5">
              <a:extLst>
                <a:ext uri="{FF2B5EF4-FFF2-40B4-BE49-F238E27FC236}">
                  <a16:creationId xmlns:a16="http://schemas.microsoft.com/office/drawing/2014/main" id="{7CD40094-AC2F-9457-AD3F-9AAA89E00C4A}"/>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38" name="Freeform: Shape 6">
              <a:extLst>
                <a:ext uri="{FF2B5EF4-FFF2-40B4-BE49-F238E27FC236}">
                  <a16:creationId xmlns:a16="http://schemas.microsoft.com/office/drawing/2014/main" id="{682D97D4-A5DA-2B1D-3407-13658458A52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39" name="Freeform: Shape 7">
              <a:extLst>
                <a:ext uri="{FF2B5EF4-FFF2-40B4-BE49-F238E27FC236}">
                  <a16:creationId xmlns:a16="http://schemas.microsoft.com/office/drawing/2014/main" id="{FEBEF87B-7156-68DF-4D8A-E84D8A4F0EA2}"/>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40" name="Freeform: Shape 8">
              <a:extLst>
                <a:ext uri="{FF2B5EF4-FFF2-40B4-BE49-F238E27FC236}">
                  <a16:creationId xmlns:a16="http://schemas.microsoft.com/office/drawing/2014/main" id="{3A0B75AC-0F93-D7BF-2568-50E1CFEDF0CA}"/>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3" name="Title 31">
            <a:extLst>
              <a:ext uri="{FF2B5EF4-FFF2-40B4-BE49-F238E27FC236}">
                <a16:creationId xmlns:a16="http://schemas.microsoft.com/office/drawing/2014/main" id="{D8CA367F-44BB-C4B7-EA59-F1D6214DB4D2}"/>
              </a:ext>
            </a:extLst>
          </p:cNvPr>
          <p:cNvSpPr>
            <a:spLocks noGrp="1"/>
          </p:cNvSpPr>
          <p:nvPr>
            <p:ph type="title"/>
          </p:nvPr>
        </p:nvSpPr>
        <p:spPr>
          <a:xfrm>
            <a:off x="3401003" y="1628775"/>
            <a:ext cx="6578080" cy="3589714"/>
          </a:xfrm>
        </p:spPr>
        <p:txBody>
          <a:bodyPr anchor="b"/>
          <a:lstStyle>
            <a:lvl1pPr>
              <a:defRPr sz="5400">
                <a:solidFill>
                  <a:schemeClr val="bg1"/>
                </a:solidFill>
              </a:defRPr>
            </a:lvl1pPr>
          </a:lstStyle>
          <a:p>
            <a:r>
              <a:rPr lang="en-US"/>
              <a:t>Click to edit Master title style</a:t>
            </a:r>
            <a:endParaRPr lang="en-PL" dirty="0"/>
          </a:p>
        </p:txBody>
      </p:sp>
      <p:sp>
        <p:nvSpPr>
          <p:cNvPr id="6" name="Rectangle 5">
            <a:extLst>
              <a:ext uri="{FF2B5EF4-FFF2-40B4-BE49-F238E27FC236}">
                <a16:creationId xmlns:a16="http://schemas.microsoft.com/office/drawing/2014/main" id="{308E3512-1EC7-FD95-4A22-F366C773E9C4}"/>
              </a:ext>
            </a:extLst>
          </p:cNvPr>
          <p:cNvSpPr/>
          <p:nvPr userDrawn="1"/>
        </p:nvSpPr>
        <p:spPr>
          <a:xfrm rot="16200000">
            <a:off x="-602226"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5" name="Text Placeholder 33">
            <a:extLst>
              <a:ext uri="{FF2B5EF4-FFF2-40B4-BE49-F238E27FC236}">
                <a16:creationId xmlns:a16="http://schemas.microsoft.com/office/drawing/2014/main" id="{940C889E-4F97-F9FE-39C5-DFA541A122BB}"/>
              </a:ext>
            </a:extLst>
          </p:cNvPr>
          <p:cNvSpPr>
            <a:spLocks noGrp="1"/>
          </p:cNvSpPr>
          <p:nvPr>
            <p:ph type="body" sz="quarter" idx="16"/>
          </p:nvPr>
        </p:nvSpPr>
        <p:spPr>
          <a:xfrm>
            <a:off x="357195" y="3893182"/>
            <a:ext cx="2088292" cy="1123397"/>
          </a:xfrm>
          <a:prstGeom prst="rect">
            <a:avLst/>
          </a:prstGeom>
        </p:spPr>
        <p:txBody>
          <a:bodyPr anchor="b">
            <a:noAutofit/>
          </a:bodyPr>
          <a:lstStyle>
            <a:lvl1pPr>
              <a:defRPr sz="2000"/>
            </a:lvl1pPr>
          </a:lstStyle>
          <a:p>
            <a:pPr lvl="0"/>
            <a:r>
              <a:rPr lang="en-US"/>
              <a:t>Click to edit Master text styles</a:t>
            </a:r>
          </a:p>
        </p:txBody>
      </p:sp>
      <p:sp>
        <p:nvSpPr>
          <p:cNvPr id="7" name="Text Placeholder 33">
            <a:extLst>
              <a:ext uri="{FF2B5EF4-FFF2-40B4-BE49-F238E27FC236}">
                <a16:creationId xmlns:a16="http://schemas.microsoft.com/office/drawing/2014/main" id="{9C442A3F-8F7B-AF19-BF71-5A8A0790F5CA}"/>
              </a:ext>
            </a:extLst>
          </p:cNvPr>
          <p:cNvSpPr>
            <a:spLocks noGrp="1"/>
          </p:cNvSpPr>
          <p:nvPr>
            <p:ph type="body" sz="quarter" idx="17"/>
          </p:nvPr>
        </p:nvSpPr>
        <p:spPr>
          <a:xfrm>
            <a:off x="357195" y="5264061"/>
            <a:ext cx="2088292" cy="522985"/>
          </a:xfrm>
          <a:prstGeom prst="rect">
            <a:avLst/>
          </a:prstGeom>
        </p:spPr>
        <p:txBody>
          <a:bodyPr/>
          <a:lstStyle/>
          <a:p>
            <a:pPr lvl="0"/>
            <a:r>
              <a:rPr lang="en-US"/>
              <a:t>Click to edit Master text styles</a:t>
            </a:r>
          </a:p>
        </p:txBody>
      </p:sp>
    </p:spTree>
    <p:extLst>
      <p:ext uri="{BB962C8B-B14F-4D97-AF65-F5344CB8AC3E}">
        <p14:creationId xmlns:p14="http://schemas.microsoft.com/office/powerpoint/2010/main" val="4214179722"/>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Agenda 1">
    <p:spTree>
      <p:nvGrpSpPr>
        <p:cNvPr id="1" name=""/>
        <p:cNvGrpSpPr/>
        <p:nvPr/>
      </p:nvGrpSpPr>
      <p:grpSpPr>
        <a:xfrm>
          <a:off x="0" y="0"/>
          <a:ext cx="0" cy="0"/>
          <a:chOff x="0" y="0"/>
          <a:chExt cx="0" cy="0"/>
        </a:xfrm>
      </p:grpSpPr>
      <p:sp>
        <p:nvSpPr>
          <p:cNvPr id="19" name="Picture Placeholder 18">
            <a:extLst>
              <a:ext uri="{FF2B5EF4-FFF2-40B4-BE49-F238E27FC236}">
                <a16:creationId xmlns:a16="http://schemas.microsoft.com/office/drawing/2014/main" id="{6424D2EA-9AAB-3E5E-F5AA-4EFA5797243B}"/>
              </a:ext>
            </a:extLst>
          </p:cNvPr>
          <p:cNvSpPr>
            <a:spLocks noGrp="1"/>
          </p:cNvSpPr>
          <p:nvPr>
            <p:ph type="pic" sz="quarter" idx="10" hasCustomPrompt="1"/>
          </p:nvPr>
        </p:nvSpPr>
        <p:spPr>
          <a:xfrm>
            <a:off x="8878957" y="1"/>
            <a:ext cx="3313043"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2">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6" name="Date Placeholder 5">
            <a:extLst>
              <a:ext uri="{FF2B5EF4-FFF2-40B4-BE49-F238E27FC236}">
                <a16:creationId xmlns:a16="http://schemas.microsoft.com/office/drawing/2014/main" id="{1B8A5C98-55E3-6CFA-5060-B126A46D3044}"/>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7" name="Footer Placeholder 6">
            <a:extLst>
              <a:ext uri="{FF2B5EF4-FFF2-40B4-BE49-F238E27FC236}">
                <a16:creationId xmlns:a16="http://schemas.microsoft.com/office/drawing/2014/main" id="{A234A97A-B56B-79E8-3787-9AAFBD6C39E3}"/>
              </a:ext>
            </a:extLst>
          </p:cNvPr>
          <p:cNvSpPr>
            <a:spLocks noGrp="1"/>
          </p:cNvSpPr>
          <p:nvPr>
            <p:ph type="ftr" sz="quarter" idx="37"/>
          </p:nvPr>
        </p:nvSpPr>
        <p:spPr/>
        <p:txBody>
          <a:bodyPr/>
          <a:lstStyle/>
          <a:p>
            <a:pPr>
              <a:spcBef>
                <a:spcPts val="1000"/>
              </a:spcBef>
              <a:buFont typeface="Arial" panose="020B0604020202020204" pitchFamily="34" charset="0"/>
              <a:buNone/>
            </a:pPr>
            <a:r>
              <a:rPr lang="en-US"/>
              <a:t>Presentation Title | Author | Date</a:t>
            </a:r>
          </a:p>
        </p:txBody>
      </p:sp>
      <p:sp>
        <p:nvSpPr>
          <p:cNvPr id="9" name="Slide Number Placeholder 8">
            <a:extLst>
              <a:ext uri="{FF2B5EF4-FFF2-40B4-BE49-F238E27FC236}">
                <a16:creationId xmlns:a16="http://schemas.microsoft.com/office/drawing/2014/main" id="{10DFE7FA-9896-C83E-3B5B-ACAF7308B1C7}"/>
              </a:ext>
            </a:extLst>
          </p:cNvPr>
          <p:cNvSpPr>
            <a:spLocks noGrp="1"/>
          </p:cNvSpPr>
          <p:nvPr>
            <p:ph type="sldNum" sz="quarter" idx="38"/>
          </p:nvPr>
        </p:nvSpPr>
        <p:spPr/>
        <p:txBody>
          <a:bodyPr/>
          <a:lstStyle/>
          <a:p>
            <a:pPr algn="r"/>
            <a:fld id="{5D9A5160-6218-4E5A-B9E6-B93E3DAE377C}" type="slidenum">
              <a:rPr lang="en-US" smtClean="0"/>
              <a:pPr algn="r"/>
              <a:t>‹#›</a:t>
            </a:fld>
            <a:endParaRPr lang="en-US"/>
          </a:p>
        </p:txBody>
      </p:sp>
      <p:sp>
        <p:nvSpPr>
          <p:cNvPr id="8" name="Logo Placeholder 7">
            <a:extLst>
              <a:ext uri="{FF2B5EF4-FFF2-40B4-BE49-F238E27FC236}">
                <a16:creationId xmlns:a16="http://schemas.microsoft.com/office/drawing/2014/main" id="{62FD468B-B69E-D6B3-0B31-29405A8C9B22}"/>
              </a:ext>
            </a:extLst>
          </p:cNvPr>
          <p:cNvSpPr>
            <a:spLocks noGrp="1"/>
          </p:cNvSpPr>
          <p:nvPr>
            <p:ph type="body" sz="quarter" idx="40" hasCustomPrompt="1"/>
          </p:nvPr>
        </p:nvSpPr>
        <p:spPr>
          <a:xfrm>
            <a:off x="11765626" y="128961"/>
            <a:ext cx="269046" cy="335806"/>
          </a:xfr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10" name="Title Placeholder 4">
            <a:extLst>
              <a:ext uri="{FF2B5EF4-FFF2-40B4-BE49-F238E27FC236}">
                <a16:creationId xmlns:a16="http://schemas.microsoft.com/office/drawing/2014/main" id="{88071F53-FF39-EE02-C206-04BC9BC62837}"/>
              </a:ext>
            </a:extLst>
          </p:cNvPr>
          <p:cNvSpPr>
            <a:spLocks noGrp="1"/>
          </p:cNvSpPr>
          <p:nvPr>
            <p:ph type="title"/>
          </p:nvPr>
        </p:nvSpPr>
        <p:spPr>
          <a:xfrm>
            <a:off x="551384" y="549274"/>
            <a:ext cx="7920880" cy="930372"/>
          </a:xfrm>
          <a:prstGeom prst="rect">
            <a:avLst/>
          </a:prstGeom>
        </p:spPr>
        <p:txBody>
          <a:bodyPr vert="horz" lIns="0" tIns="0" rIns="0" bIns="126000" rtlCol="0" anchor="b" anchorCtr="0">
            <a:noAutofit/>
          </a:bodyPr>
          <a:lstStyle/>
          <a:p>
            <a:pPr lvl="0"/>
            <a:r>
              <a:rPr lang="en-US"/>
              <a:t>Click to edit Master title style</a:t>
            </a:r>
            <a:endParaRPr lang="de-DE" dirty="0"/>
          </a:p>
        </p:txBody>
      </p:sp>
      <p:sp>
        <p:nvSpPr>
          <p:cNvPr id="11" name="Text Placeholder 1">
            <a:extLst>
              <a:ext uri="{FF2B5EF4-FFF2-40B4-BE49-F238E27FC236}">
                <a16:creationId xmlns:a16="http://schemas.microsoft.com/office/drawing/2014/main" id="{D450594D-C071-DB63-60E9-737FD362024E}"/>
              </a:ext>
            </a:extLst>
          </p:cNvPr>
          <p:cNvSpPr>
            <a:spLocks noGrp="1"/>
          </p:cNvSpPr>
          <p:nvPr>
            <p:ph idx="1"/>
          </p:nvPr>
        </p:nvSpPr>
        <p:spPr>
          <a:xfrm>
            <a:off x="551384" y="1628800"/>
            <a:ext cx="7920880" cy="4668638"/>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dirty="0"/>
          </a:p>
        </p:txBody>
      </p:sp>
    </p:spTree>
    <p:extLst>
      <p:ext uri="{BB962C8B-B14F-4D97-AF65-F5344CB8AC3E}">
        <p14:creationId xmlns:p14="http://schemas.microsoft.com/office/powerpoint/2010/main" val="11519294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20" name="Picture Placeholder 7">
            <a:extLst>
              <a:ext uri="{FF2B5EF4-FFF2-40B4-BE49-F238E27FC236}">
                <a16:creationId xmlns:a16="http://schemas.microsoft.com/office/drawing/2014/main" id="{7719DBC8-1C65-EC71-F260-3E45E00F725D}"/>
              </a:ext>
            </a:extLst>
          </p:cNvPr>
          <p:cNvSpPr>
            <a:spLocks noGrp="1"/>
          </p:cNvSpPr>
          <p:nvPr>
            <p:ph type="pic" sz="quarter" idx="18" hasCustomPrompt="1"/>
          </p:nvPr>
        </p:nvSpPr>
        <p:spPr>
          <a:xfrm>
            <a:off x="0" y="0"/>
            <a:ext cx="6096000"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2" name="Date Placeholder 1">
            <a:extLst>
              <a:ext uri="{FF2B5EF4-FFF2-40B4-BE49-F238E27FC236}">
                <a16:creationId xmlns:a16="http://schemas.microsoft.com/office/drawing/2014/main" id="{D1083178-61A2-1584-1F52-83BAE0FEDB3A}"/>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 name="Footer Placeholder 2">
            <a:extLst>
              <a:ext uri="{FF2B5EF4-FFF2-40B4-BE49-F238E27FC236}">
                <a16:creationId xmlns:a16="http://schemas.microsoft.com/office/drawing/2014/main" id="{9DC81A84-1437-02DB-19FA-F60FE73CB356}"/>
              </a:ext>
            </a:extLst>
          </p:cNvPr>
          <p:cNvSpPr>
            <a:spLocks noGrp="1"/>
          </p:cNvSpPr>
          <p:nvPr>
            <p:ph type="ftr" sz="quarter" idx="37"/>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40363D62-2A4A-9126-8811-8637F26ADA0B}"/>
              </a:ext>
            </a:extLst>
          </p:cNvPr>
          <p:cNvSpPr>
            <a:spLocks noGrp="1"/>
          </p:cNvSpPr>
          <p:nvPr>
            <p:ph type="sldNum" sz="quarter" idx="38"/>
          </p:nvPr>
        </p:nvSpPr>
        <p:spPr/>
        <p:txBody>
          <a:bodyPr/>
          <a:lstStyle/>
          <a:p>
            <a:pPr algn="r"/>
            <a:fld id="{5D9A5160-6218-4E5A-B9E6-B93E3DAE377C}" type="slidenum">
              <a:rPr lang="en-US" smtClean="0"/>
              <a:pPr algn="r"/>
              <a:t>‹#›</a:t>
            </a:fld>
            <a:endParaRPr lang="en-US"/>
          </a:p>
        </p:txBody>
      </p:sp>
      <p:sp>
        <p:nvSpPr>
          <p:cNvPr id="5" name="Title Placeholder 4">
            <a:extLst>
              <a:ext uri="{FF2B5EF4-FFF2-40B4-BE49-F238E27FC236}">
                <a16:creationId xmlns:a16="http://schemas.microsoft.com/office/drawing/2014/main" id="{064AC36F-9D88-0AFF-0D23-B3207730506D}"/>
              </a:ext>
            </a:extLst>
          </p:cNvPr>
          <p:cNvSpPr>
            <a:spLocks noGrp="1"/>
          </p:cNvSpPr>
          <p:nvPr>
            <p:ph type="title"/>
          </p:nvPr>
        </p:nvSpPr>
        <p:spPr>
          <a:xfrm>
            <a:off x="6600056" y="549274"/>
            <a:ext cx="5042266" cy="930372"/>
          </a:xfrm>
          <a:prstGeom prst="rect">
            <a:avLst/>
          </a:prstGeom>
        </p:spPr>
        <p:txBody>
          <a:bodyPr vert="horz" lIns="0" tIns="0" rIns="0" bIns="126000" rtlCol="0" anchor="b" anchorCtr="0">
            <a:noAutofit/>
          </a:bodyPr>
          <a:lstStyle/>
          <a:p>
            <a:pPr lvl="0"/>
            <a:r>
              <a:rPr lang="en-US"/>
              <a:t>Click to edit Master title style</a:t>
            </a:r>
            <a:endParaRPr lang="de-DE" dirty="0"/>
          </a:p>
        </p:txBody>
      </p:sp>
      <p:sp>
        <p:nvSpPr>
          <p:cNvPr id="7" name="Text Placeholder 11">
            <a:extLst>
              <a:ext uri="{FF2B5EF4-FFF2-40B4-BE49-F238E27FC236}">
                <a16:creationId xmlns:a16="http://schemas.microsoft.com/office/drawing/2014/main" id="{77152031-1FC0-032B-F3DB-6C7DECFE02E6}"/>
              </a:ext>
            </a:extLst>
          </p:cNvPr>
          <p:cNvSpPr>
            <a:spLocks noGrp="1"/>
          </p:cNvSpPr>
          <p:nvPr>
            <p:ph type="body" sz="quarter" idx="25" hasCustomPrompt="1"/>
          </p:nvPr>
        </p:nvSpPr>
        <p:spPr>
          <a:xfrm>
            <a:off x="6585993" y="2007152"/>
            <a:ext cx="5054623" cy="369332"/>
          </a:xfrm>
          <a:prstGeom prst="rect">
            <a:avLst/>
          </a:prstGeom>
        </p:spPr>
        <p:txBody>
          <a:bodyPr lIns="0" tIns="0" rIns="0" bIns="0" anchor="ctr">
            <a:normAutofit/>
          </a:bodyPr>
          <a:lstStyle>
            <a:lvl1pPr>
              <a:spcBef>
                <a:spcPts val="0"/>
              </a:spcBef>
              <a:defRPr sz="2000">
                <a:solidFill>
                  <a:schemeClr val="tx2"/>
                </a:solidFill>
              </a:defRPr>
            </a:lvl1pPr>
          </a:lstStyle>
          <a:p>
            <a:pPr lvl="0"/>
            <a:r>
              <a:rPr lang="en-US"/>
              <a:t>Click to add text</a:t>
            </a:r>
          </a:p>
        </p:txBody>
      </p:sp>
      <p:sp>
        <p:nvSpPr>
          <p:cNvPr id="8" name="Text Placeholder 11">
            <a:extLst>
              <a:ext uri="{FF2B5EF4-FFF2-40B4-BE49-F238E27FC236}">
                <a16:creationId xmlns:a16="http://schemas.microsoft.com/office/drawing/2014/main" id="{2397C058-DED2-A927-F1FC-4D2262C4D8CC}"/>
              </a:ext>
            </a:extLst>
          </p:cNvPr>
          <p:cNvSpPr>
            <a:spLocks noGrp="1"/>
          </p:cNvSpPr>
          <p:nvPr>
            <p:ph type="body" sz="quarter" idx="26" hasCustomPrompt="1"/>
          </p:nvPr>
        </p:nvSpPr>
        <p:spPr>
          <a:xfrm>
            <a:off x="6585993" y="2599765"/>
            <a:ext cx="5054623" cy="369332"/>
          </a:xfrm>
          <a:prstGeom prst="rect">
            <a:avLst/>
          </a:prstGeom>
        </p:spPr>
        <p:txBody>
          <a:bodyPr lIns="0" tIns="0" rIns="0" bIns="0" anchor="ctr">
            <a:normAutofit/>
          </a:bodyPr>
          <a:lstStyle>
            <a:lvl1pPr>
              <a:spcBef>
                <a:spcPts val="0"/>
              </a:spcBef>
              <a:defRPr sz="2000">
                <a:solidFill>
                  <a:schemeClr val="tx2"/>
                </a:solidFill>
              </a:defRPr>
            </a:lvl1pPr>
          </a:lstStyle>
          <a:p>
            <a:pPr lvl="0"/>
            <a:r>
              <a:rPr lang="en-US"/>
              <a:t>Click to add text</a:t>
            </a:r>
          </a:p>
        </p:txBody>
      </p:sp>
      <p:sp>
        <p:nvSpPr>
          <p:cNvPr id="9" name="Text Placeholder 11">
            <a:extLst>
              <a:ext uri="{FF2B5EF4-FFF2-40B4-BE49-F238E27FC236}">
                <a16:creationId xmlns:a16="http://schemas.microsoft.com/office/drawing/2014/main" id="{17FFBEBF-84C6-4981-C2E8-C48E0CF9A363}"/>
              </a:ext>
            </a:extLst>
          </p:cNvPr>
          <p:cNvSpPr>
            <a:spLocks noGrp="1"/>
          </p:cNvSpPr>
          <p:nvPr>
            <p:ph type="body" sz="quarter" idx="30" hasCustomPrompt="1"/>
          </p:nvPr>
        </p:nvSpPr>
        <p:spPr>
          <a:xfrm>
            <a:off x="6585993" y="3192378"/>
            <a:ext cx="5054623" cy="369332"/>
          </a:xfrm>
          <a:prstGeom prst="rect">
            <a:avLst/>
          </a:prstGeom>
        </p:spPr>
        <p:txBody>
          <a:bodyPr lIns="0" tIns="0" rIns="0" bIns="0" anchor="ctr">
            <a:normAutofit/>
          </a:bodyPr>
          <a:lstStyle>
            <a:lvl1pPr>
              <a:spcBef>
                <a:spcPts val="0"/>
              </a:spcBef>
              <a:defRPr sz="2000">
                <a:solidFill>
                  <a:schemeClr val="tx2"/>
                </a:solidFill>
              </a:defRPr>
            </a:lvl1pPr>
          </a:lstStyle>
          <a:p>
            <a:pPr lvl="0"/>
            <a:r>
              <a:rPr lang="en-US"/>
              <a:t>Click to add text</a:t>
            </a:r>
          </a:p>
        </p:txBody>
      </p:sp>
      <p:sp>
        <p:nvSpPr>
          <p:cNvPr id="10" name="Text Placeholder 11">
            <a:extLst>
              <a:ext uri="{FF2B5EF4-FFF2-40B4-BE49-F238E27FC236}">
                <a16:creationId xmlns:a16="http://schemas.microsoft.com/office/drawing/2014/main" id="{B50E875C-17E2-59C2-ADA9-61BD0E75B160}"/>
              </a:ext>
            </a:extLst>
          </p:cNvPr>
          <p:cNvSpPr>
            <a:spLocks noGrp="1"/>
          </p:cNvSpPr>
          <p:nvPr>
            <p:ph type="body" sz="quarter" idx="31" hasCustomPrompt="1"/>
          </p:nvPr>
        </p:nvSpPr>
        <p:spPr>
          <a:xfrm>
            <a:off x="6585993" y="3784991"/>
            <a:ext cx="5054623" cy="369332"/>
          </a:xfrm>
          <a:prstGeom prst="rect">
            <a:avLst/>
          </a:prstGeom>
        </p:spPr>
        <p:txBody>
          <a:bodyPr lIns="0" tIns="0" rIns="0" bIns="0" anchor="ctr">
            <a:normAutofit/>
          </a:bodyPr>
          <a:lstStyle>
            <a:lvl1pPr>
              <a:spcBef>
                <a:spcPts val="0"/>
              </a:spcBef>
              <a:defRPr sz="2000">
                <a:solidFill>
                  <a:schemeClr val="tx2"/>
                </a:solidFill>
              </a:defRPr>
            </a:lvl1pPr>
          </a:lstStyle>
          <a:p>
            <a:pPr lvl="0"/>
            <a:r>
              <a:rPr lang="en-US"/>
              <a:t>Click to add text</a:t>
            </a:r>
          </a:p>
        </p:txBody>
      </p:sp>
      <p:sp>
        <p:nvSpPr>
          <p:cNvPr id="11" name="Text Placeholder 11">
            <a:extLst>
              <a:ext uri="{FF2B5EF4-FFF2-40B4-BE49-F238E27FC236}">
                <a16:creationId xmlns:a16="http://schemas.microsoft.com/office/drawing/2014/main" id="{A9420F04-AF69-214B-65E6-46E3677153F0}"/>
              </a:ext>
            </a:extLst>
          </p:cNvPr>
          <p:cNvSpPr>
            <a:spLocks noGrp="1"/>
          </p:cNvSpPr>
          <p:nvPr>
            <p:ph type="body" sz="quarter" idx="32" hasCustomPrompt="1"/>
          </p:nvPr>
        </p:nvSpPr>
        <p:spPr>
          <a:xfrm>
            <a:off x="6585993" y="4377605"/>
            <a:ext cx="5054623" cy="369332"/>
          </a:xfrm>
          <a:prstGeom prst="rect">
            <a:avLst/>
          </a:prstGeom>
        </p:spPr>
        <p:txBody>
          <a:bodyPr lIns="0" tIns="0" rIns="0" bIns="0" anchor="ctr">
            <a:normAutofit/>
          </a:bodyPr>
          <a:lstStyle>
            <a:lvl1pPr>
              <a:spcBef>
                <a:spcPts val="0"/>
              </a:spcBef>
              <a:defRPr sz="2000">
                <a:solidFill>
                  <a:schemeClr val="tx2"/>
                </a:solidFill>
              </a:defRPr>
            </a:lvl1pPr>
          </a:lstStyle>
          <a:p>
            <a:pPr lvl="0"/>
            <a:r>
              <a:rPr lang="en-US"/>
              <a:t>Click to add text</a:t>
            </a:r>
          </a:p>
        </p:txBody>
      </p:sp>
      <p:sp>
        <p:nvSpPr>
          <p:cNvPr id="12" name="Text Placeholder 11">
            <a:extLst>
              <a:ext uri="{FF2B5EF4-FFF2-40B4-BE49-F238E27FC236}">
                <a16:creationId xmlns:a16="http://schemas.microsoft.com/office/drawing/2014/main" id="{A789EDD1-6A88-C664-0739-2CFCD04A787A}"/>
              </a:ext>
            </a:extLst>
          </p:cNvPr>
          <p:cNvSpPr>
            <a:spLocks noGrp="1"/>
          </p:cNvSpPr>
          <p:nvPr>
            <p:ph type="body" sz="quarter" idx="34" hasCustomPrompt="1"/>
          </p:nvPr>
        </p:nvSpPr>
        <p:spPr>
          <a:xfrm>
            <a:off x="6585993" y="4970219"/>
            <a:ext cx="5054623" cy="369332"/>
          </a:xfrm>
          <a:prstGeom prst="rect">
            <a:avLst/>
          </a:prstGeom>
        </p:spPr>
        <p:txBody>
          <a:bodyPr lIns="0" tIns="0" rIns="0" bIns="0" anchor="ctr">
            <a:normAutofit/>
          </a:bodyPr>
          <a:lstStyle>
            <a:lvl1pPr>
              <a:spcBef>
                <a:spcPts val="0"/>
              </a:spcBef>
              <a:defRPr sz="2000">
                <a:solidFill>
                  <a:schemeClr val="tx2"/>
                </a:solidFill>
              </a:defRPr>
            </a:lvl1pPr>
          </a:lstStyle>
          <a:p>
            <a:pPr lvl="0"/>
            <a:r>
              <a:rPr lang="en-US"/>
              <a:t>Click to add text</a:t>
            </a:r>
          </a:p>
        </p:txBody>
      </p:sp>
      <p:sp>
        <p:nvSpPr>
          <p:cNvPr id="13" name="Text Placeholder 11">
            <a:extLst>
              <a:ext uri="{FF2B5EF4-FFF2-40B4-BE49-F238E27FC236}">
                <a16:creationId xmlns:a16="http://schemas.microsoft.com/office/drawing/2014/main" id="{892337BD-72AF-D589-5EEB-9C85E19A6825}"/>
              </a:ext>
            </a:extLst>
          </p:cNvPr>
          <p:cNvSpPr>
            <a:spLocks noGrp="1"/>
          </p:cNvSpPr>
          <p:nvPr>
            <p:ph type="body" sz="quarter" idx="35" hasCustomPrompt="1"/>
          </p:nvPr>
        </p:nvSpPr>
        <p:spPr>
          <a:xfrm>
            <a:off x="6585993" y="5562833"/>
            <a:ext cx="5054623" cy="369332"/>
          </a:xfrm>
          <a:prstGeom prst="rect">
            <a:avLst/>
          </a:prstGeom>
        </p:spPr>
        <p:txBody>
          <a:bodyPr lIns="0" tIns="0" rIns="0" bIns="0" anchor="ctr">
            <a:normAutofit/>
          </a:bodyPr>
          <a:lstStyle>
            <a:lvl1pPr>
              <a:spcBef>
                <a:spcPts val="0"/>
              </a:spcBef>
              <a:defRPr sz="2000">
                <a:solidFill>
                  <a:schemeClr val="tx2"/>
                </a:solidFill>
              </a:defRPr>
            </a:lvl1pPr>
          </a:lstStyle>
          <a:p>
            <a:pPr lvl="0"/>
            <a:r>
              <a:rPr lang="en-US"/>
              <a:t>Click to add text</a:t>
            </a:r>
          </a:p>
        </p:txBody>
      </p:sp>
    </p:spTree>
    <p:extLst>
      <p:ext uri="{BB962C8B-B14F-4D97-AF65-F5344CB8AC3E}">
        <p14:creationId xmlns:p14="http://schemas.microsoft.com/office/powerpoint/2010/main" val="130926262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Agenda 3">
    <p:spTree>
      <p:nvGrpSpPr>
        <p:cNvPr id="1" name=""/>
        <p:cNvGrpSpPr/>
        <p:nvPr/>
      </p:nvGrpSpPr>
      <p:grpSpPr>
        <a:xfrm>
          <a:off x="0" y="0"/>
          <a:ext cx="0" cy="0"/>
          <a:chOff x="0" y="0"/>
          <a:chExt cx="0" cy="0"/>
        </a:xfrm>
      </p:grpSpPr>
      <p:sp>
        <p:nvSpPr>
          <p:cNvPr id="12" name="Text Placeholder 11">
            <a:extLst>
              <a:ext uri="{FF2B5EF4-FFF2-40B4-BE49-F238E27FC236}">
                <a16:creationId xmlns:a16="http://schemas.microsoft.com/office/drawing/2014/main" id="{D119069D-5D68-4DB4-B45F-92CCC710785E}"/>
              </a:ext>
            </a:extLst>
          </p:cNvPr>
          <p:cNvSpPr>
            <a:spLocks noGrp="1"/>
          </p:cNvSpPr>
          <p:nvPr>
            <p:ph type="body" sz="quarter" idx="24" hasCustomPrompt="1"/>
          </p:nvPr>
        </p:nvSpPr>
        <p:spPr>
          <a:xfrm>
            <a:off x="2207567" y="1628775"/>
            <a:ext cx="9433569" cy="369332"/>
          </a:xfrm>
          <a:prstGeom prst="rect">
            <a:avLst/>
          </a:prstGeom>
        </p:spPr>
        <p:txBody>
          <a:bodyPr>
            <a:normAutofit/>
          </a:bodyPr>
          <a:lstStyle>
            <a:lvl1pPr>
              <a:spcBef>
                <a:spcPts val="0"/>
              </a:spcBef>
              <a:defRPr sz="2400">
                <a:solidFill>
                  <a:schemeClr val="tx1"/>
                </a:solidFill>
              </a:defRPr>
            </a:lvl1pPr>
          </a:lstStyle>
          <a:p>
            <a:pPr lvl="0"/>
            <a:r>
              <a:rPr lang="en-US" dirty="0"/>
              <a:t>Click to add text</a:t>
            </a:r>
          </a:p>
        </p:txBody>
      </p:sp>
      <p:sp>
        <p:nvSpPr>
          <p:cNvPr id="23" name="Text Placeholder 11">
            <a:extLst>
              <a:ext uri="{FF2B5EF4-FFF2-40B4-BE49-F238E27FC236}">
                <a16:creationId xmlns:a16="http://schemas.microsoft.com/office/drawing/2014/main" id="{AA1A2157-04CD-44FC-8492-E3FAFE326F18}"/>
              </a:ext>
            </a:extLst>
          </p:cNvPr>
          <p:cNvSpPr>
            <a:spLocks noGrp="1"/>
          </p:cNvSpPr>
          <p:nvPr>
            <p:ph type="body" sz="quarter" idx="25" hasCustomPrompt="1"/>
          </p:nvPr>
        </p:nvSpPr>
        <p:spPr>
          <a:xfrm>
            <a:off x="2207567" y="2221388"/>
            <a:ext cx="9433569" cy="369332"/>
          </a:xfrm>
          <a:prstGeom prst="rect">
            <a:avLst/>
          </a:prstGeom>
        </p:spPr>
        <p:txBody>
          <a:bodyPr>
            <a:normAutofit/>
          </a:bodyPr>
          <a:lstStyle>
            <a:lvl1pPr>
              <a:spcBef>
                <a:spcPts val="0"/>
              </a:spcBef>
              <a:defRPr sz="2400">
                <a:solidFill>
                  <a:schemeClr val="tx1"/>
                </a:solidFill>
              </a:defRPr>
            </a:lvl1pPr>
          </a:lstStyle>
          <a:p>
            <a:pPr lvl="0"/>
            <a:r>
              <a:rPr lang="en-US" dirty="0"/>
              <a:t>Click to add text</a:t>
            </a:r>
          </a:p>
        </p:txBody>
      </p:sp>
      <p:sp>
        <p:nvSpPr>
          <p:cNvPr id="24" name="Text Placeholder 11">
            <a:extLst>
              <a:ext uri="{FF2B5EF4-FFF2-40B4-BE49-F238E27FC236}">
                <a16:creationId xmlns:a16="http://schemas.microsoft.com/office/drawing/2014/main" id="{199E21EB-D052-4206-952C-D3FE77AA1C8D}"/>
              </a:ext>
            </a:extLst>
          </p:cNvPr>
          <p:cNvSpPr>
            <a:spLocks noGrp="1"/>
          </p:cNvSpPr>
          <p:nvPr>
            <p:ph type="body" sz="quarter" idx="26" hasCustomPrompt="1"/>
          </p:nvPr>
        </p:nvSpPr>
        <p:spPr>
          <a:xfrm>
            <a:off x="2207567" y="2814001"/>
            <a:ext cx="9433569" cy="369332"/>
          </a:xfrm>
          <a:prstGeom prst="rect">
            <a:avLst/>
          </a:prstGeom>
        </p:spPr>
        <p:txBody>
          <a:bodyPr>
            <a:normAutofit/>
          </a:bodyPr>
          <a:lstStyle>
            <a:lvl1pPr>
              <a:spcBef>
                <a:spcPts val="0"/>
              </a:spcBef>
              <a:defRPr sz="2400">
                <a:solidFill>
                  <a:schemeClr val="tx1"/>
                </a:solidFill>
              </a:defRPr>
            </a:lvl1pPr>
          </a:lstStyle>
          <a:p>
            <a:pPr lvl="0"/>
            <a:r>
              <a:rPr lang="en-US" dirty="0"/>
              <a:t>Click to add text</a:t>
            </a:r>
          </a:p>
        </p:txBody>
      </p:sp>
      <p:sp>
        <p:nvSpPr>
          <p:cNvPr id="7" name="Text Placeholder 6">
            <a:extLst>
              <a:ext uri="{FF2B5EF4-FFF2-40B4-BE49-F238E27FC236}">
                <a16:creationId xmlns:a16="http://schemas.microsoft.com/office/drawing/2014/main" id="{C9AA932A-4442-4987-878D-3B69D84A4771}"/>
              </a:ext>
            </a:extLst>
          </p:cNvPr>
          <p:cNvSpPr>
            <a:spLocks noGrp="1"/>
          </p:cNvSpPr>
          <p:nvPr>
            <p:ph type="body" sz="quarter" idx="27" hasCustomPrompt="1"/>
          </p:nvPr>
        </p:nvSpPr>
        <p:spPr>
          <a:xfrm>
            <a:off x="1492499" y="1628775"/>
            <a:ext cx="335980" cy="369888"/>
          </a:xfrm>
          <a:prstGeom prst="rect">
            <a:avLst/>
          </a:prstGeom>
        </p:spPr>
        <p:txBody>
          <a:bodyPr vert="horz" wrap="none" lIns="0" tIns="0" rIns="0" bIns="0" rtlCol="0">
            <a:normAutofit/>
          </a:bodyPr>
          <a:lstStyle>
            <a:lvl1pPr algn="r">
              <a:defRPr lang="de-DE" sz="2400" b="1" dirty="0">
                <a:solidFill>
                  <a:schemeClr val="tx2"/>
                </a:solidFill>
              </a:defRPr>
            </a:lvl1pPr>
          </a:lstStyle>
          <a:p>
            <a:pPr lvl="0">
              <a:spcBef>
                <a:spcPts val="0"/>
              </a:spcBef>
            </a:pPr>
            <a:r>
              <a:rPr lang="de-DE" dirty="0"/>
              <a:t>0x</a:t>
            </a:r>
          </a:p>
        </p:txBody>
      </p:sp>
      <p:sp>
        <p:nvSpPr>
          <p:cNvPr id="21" name="Text Placeholder 6">
            <a:extLst>
              <a:ext uri="{FF2B5EF4-FFF2-40B4-BE49-F238E27FC236}">
                <a16:creationId xmlns:a16="http://schemas.microsoft.com/office/drawing/2014/main" id="{EAA65ABF-5E47-4A8A-934B-E9458D034F70}"/>
              </a:ext>
            </a:extLst>
          </p:cNvPr>
          <p:cNvSpPr>
            <a:spLocks noGrp="1"/>
          </p:cNvSpPr>
          <p:nvPr>
            <p:ph type="body" sz="quarter" idx="28" hasCustomPrompt="1"/>
          </p:nvPr>
        </p:nvSpPr>
        <p:spPr>
          <a:xfrm>
            <a:off x="1492499" y="2221388"/>
            <a:ext cx="335980" cy="369888"/>
          </a:xfrm>
          <a:prstGeom prst="rect">
            <a:avLst/>
          </a:prstGeom>
        </p:spPr>
        <p:txBody>
          <a:bodyPr vert="horz" wrap="none" lIns="0" tIns="0" rIns="0" bIns="0" rtlCol="0">
            <a:normAutofit/>
          </a:bodyPr>
          <a:lstStyle>
            <a:lvl1pPr algn="r">
              <a:defRPr lang="de-DE" sz="2400" b="1" dirty="0">
                <a:solidFill>
                  <a:schemeClr val="tx2"/>
                </a:solidFill>
              </a:defRPr>
            </a:lvl1pPr>
          </a:lstStyle>
          <a:p>
            <a:pPr lvl="0">
              <a:spcBef>
                <a:spcPts val="0"/>
              </a:spcBef>
            </a:pPr>
            <a:r>
              <a:rPr lang="de-DE" dirty="0"/>
              <a:t>0x</a:t>
            </a:r>
          </a:p>
        </p:txBody>
      </p:sp>
      <p:sp>
        <p:nvSpPr>
          <p:cNvPr id="22" name="Text Placeholder 6">
            <a:extLst>
              <a:ext uri="{FF2B5EF4-FFF2-40B4-BE49-F238E27FC236}">
                <a16:creationId xmlns:a16="http://schemas.microsoft.com/office/drawing/2014/main" id="{AE370511-ABDA-4008-B938-10F0105CBF69}"/>
              </a:ext>
            </a:extLst>
          </p:cNvPr>
          <p:cNvSpPr>
            <a:spLocks noGrp="1"/>
          </p:cNvSpPr>
          <p:nvPr>
            <p:ph type="body" sz="quarter" idx="29" hasCustomPrompt="1"/>
          </p:nvPr>
        </p:nvSpPr>
        <p:spPr>
          <a:xfrm>
            <a:off x="1492499" y="2814001"/>
            <a:ext cx="335980" cy="369888"/>
          </a:xfrm>
          <a:prstGeom prst="rect">
            <a:avLst/>
          </a:prstGeom>
        </p:spPr>
        <p:txBody>
          <a:bodyPr vert="horz" wrap="none" lIns="0" tIns="0" rIns="0" bIns="0" rtlCol="0">
            <a:normAutofit/>
          </a:bodyPr>
          <a:lstStyle>
            <a:lvl1pPr algn="r">
              <a:defRPr lang="de-DE" sz="2400" b="1" dirty="0">
                <a:solidFill>
                  <a:schemeClr val="tx2"/>
                </a:solidFill>
              </a:defRPr>
            </a:lvl1pPr>
          </a:lstStyle>
          <a:p>
            <a:pPr lvl="0">
              <a:spcBef>
                <a:spcPts val="0"/>
              </a:spcBef>
            </a:pPr>
            <a:r>
              <a:rPr lang="de-DE" dirty="0"/>
              <a:t>0x</a:t>
            </a:r>
          </a:p>
        </p:txBody>
      </p:sp>
      <p:sp>
        <p:nvSpPr>
          <p:cNvPr id="28" name="Text Placeholder 11">
            <a:extLst>
              <a:ext uri="{FF2B5EF4-FFF2-40B4-BE49-F238E27FC236}">
                <a16:creationId xmlns:a16="http://schemas.microsoft.com/office/drawing/2014/main" id="{CABD3DEA-D9AC-49A6-AB02-7A5380BF5183}"/>
              </a:ext>
            </a:extLst>
          </p:cNvPr>
          <p:cNvSpPr>
            <a:spLocks noGrp="1"/>
          </p:cNvSpPr>
          <p:nvPr>
            <p:ph type="body" sz="quarter" idx="30" hasCustomPrompt="1"/>
          </p:nvPr>
        </p:nvSpPr>
        <p:spPr>
          <a:xfrm>
            <a:off x="2207567" y="3406614"/>
            <a:ext cx="9433569" cy="369332"/>
          </a:xfrm>
          <a:prstGeom prst="rect">
            <a:avLst/>
          </a:prstGeom>
        </p:spPr>
        <p:txBody>
          <a:bodyPr>
            <a:normAutofit/>
          </a:bodyPr>
          <a:lstStyle>
            <a:lvl1pPr>
              <a:spcBef>
                <a:spcPts val="0"/>
              </a:spcBef>
              <a:defRPr sz="2400">
                <a:solidFill>
                  <a:schemeClr val="tx1"/>
                </a:solidFill>
              </a:defRPr>
            </a:lvl1pPr>
          </a:lstStyle>
          <a:p>
            <a:pPr lvl="0"/>
            <a:r>
              <a:rPr lang="en-US" dirty="0"/>
              <a:t>Click to add text</a:t>
            </a:r>
          </a:p>
        </p:txBody>
      </p:sp>
      <p:sp>
        <p:nvSpPr>
          <p:cNvPr id="29" name="Text Placeholder 11">
            <a:extLst>
              <a:ext uri="{FF2B5EF4-FFF2-40B4-BE49-F238E27FC236}">
                <a16:creationId xmlns:a16="http://schemas.microsoft.com/office/drawing/2014/main" id="{C143C05F-5CEC-4DA0-8030-D7B2370EBBB4}"/>
              </a:ext>
            </a:extLst>
          </p:cNvPr>
          <p:cNvSpPr>
            <a:spLocks noGrp="1"/>
          </p:cNvSpPr>
          <p:nvPr>
            <p:ph type="body" sz="quarter" idx="31" hasCustomPrompt="1"/>
          </p:nvPr>
        </p:nvSpPr>
        <p:spPr>
          <a:xfrm>
            <a:off x="2207567" y="3999227"/>
            <a:ext cx="9433569" cy="369332"/>
          </a:xfrm>
          <a:prstGeom prst="rect">
            <a:avLst/>
          </a:prstGeom>
        </p:spPr>
        <p:txBody>
          <a:bodyPr>
            <a:normAutofit/>
          </a:bodyPr>
          <a:lstStyle>
            <a:lvl1pPr>
              <a:spcBef>
                <a:spcPts val="0"/>
              </a:spcBef>
              <a:defRPr sz="2400">
                <a:solidFill>
                  <a:schemeClr val="tx1"/>
                </a:solidFill>
              </a:defRPr>
            </a:lvl1pPr>
          </a:lstStyle>
          <a:p>
            <a:pPr lvl="0"/>
            <a:r>
              <a:rPr lang="en-US" dirty="0"/>
              <a:t>Click to add text</a:t>
            </a:r>
          </a:p>
        </p:txBody>
      </p:sp>
      <p:sp>
        <p:nvSpPr>
          <p:cNvPr id="30" name="Text Placeholder 11">
            <a:extLst>
              <a:ext uri="{FF2B5EF4-FFF2-40B4-BE49-F238E27FC236}">
                <a16:creationId xmlns:a16="http://schemas.microsoft.com/office/drawing/2014/main" id="{96B43F80-D448-432F-A45D-FE4715923FC2}"/>
              </a:ext>
            </a:extLst>
          </p:cNvPr>
          <p:cNvSpPr>
            <a:spLocks noGrp="1"/>
          </p:cNvSpPr>
          <p:nvPr>
            <p:ph type="body" sz="quarter" idx="32" hasCustomPrompt="1"/>
          </p:nvPr>
        </p:nvSpPr>
        <p:spPr>
          <a:xfrm>
            <a:off x="2207567" y="4591841"/>
            <a:ext cx="9433569" cy="369332"/>
          </a:xfrm>
          <a:prstGeom prst="rect">
            <a:avLst/>
          </a:prstGeom>
        </p:spPr>
        <p:txBody>
          <a:bodyPr>
            <a:normAutofit/>
          </a:bodyPr>
          <a:lstStyle>
            <a:lvl1pPr>
              <a:spcBef>
                <a:spcPts val="0"/>
              </a:spcBef>
              <a:defRPr sz="2400">
                <a:solidFill>
                  <a:schemeClr val="tx1"/>
                </a:solidFill>
              </a:defRPr>
            </a:lvl1pPr>
          </a:lstStyle>
          <a:p>
            <a:pPr lvl="0"/>
            <a:r>
              <a:rPr lang="en-US" dirty="0"/>
              <a:t>Click to add text</a:t>
            </a:r>
          </a:p>
        </p:txBody>
      </p:sp>
      <p:sp>
        <p:nvSpPr>
          <p:cNvPr id="31" name="Text Placeholder 6">
            <a:extLst>
              <a:ext uri="{FF2B5EF4-FFF2-40B4-BE49-F238E27FC236}">
                <a16:creationId xmlns:a16="http://schemas.microsoft.com/office/drawing/2014/main" id="{C434EB54-C0D1-4857-9330-87FAFCC49D56}"/>
              </a:ext>
            </a:extLst>
          </p:cNvPr>
          <p:cNvSpPr>
            <a:spLocks noGrp="1"/>
          </p:cNvSpPr>
          <p:nvPr>
            <p:ph type="body" sz="quarter" idx="33" hasCustomPrompt="1"/>
          </p:nvPr>
        </p:nvSpPr>
        <p:spPr>
          <a:xfrm>
            <a:off x="1492499" y="3406614"/>
            <a:ext cx="335980" cy="369888"/>
          </a:xfrm>
          <a:prstGeom prst="rect">
            <a:avLst/>
          </a:prstGeom>
        </p:spPr>
        <p:txBody>
          <a:bodyPr vert="horz" wrap="none" lIns="0" tIns="0" rIns="0" bIns="0" rtlCol="0">
            <a:normAutofit/>
          </a:bodyPr>
          <a:lstStyle>
            <a:lvl1pPr algn="r">
              <a:defRPr lang="de-DE" sz="2400" b="1" dirty="0">
                <a:solidFill>
                  <a:schemeClr val="tx2"/>
                </a:solidFill>
              </a:defRPr>
            </a:lvl1pPr>
          </a:lstStyle>
          <a:p>
            <a:pPr lvl="0">
              <a:spcBef>
                <a:spcPts val="0"/>
              </a:spcBef>
            </a:pPr>
            <a:r>
              <a:rPr lang="de-DE" dirty="0"/>
              <a:t>0x</a:t>
            </a:r>
          </a:p>
        </p:txBody>
      </p:sp>
      <p:sp>
        <p:nvSpPr>
          <p:cNvPr id="32" name="Text Placeholder 6">
            <a:extLst>
              <a:ext uri="{FF2B5EF4-FFF2-40B4-BE49-F238E27FC236}">
                <a16:creationId xmlns:a16="http://schemas.microsoft.com/office/drawing/2014/main" id="{F0320016-4C9A-409B-8724-E53F23529A4B}"/>
              </a:ext>
            </a:extLst>
          </p:cNvPr>
          <p:cNvSpPr>
            <a:spLocks noGrp="1"/>
          </p:cNvSpPr>
          <p:nvPr>
            <p:ph type="body" sz="quarter" idx="34" hasCustomPrompt="1"/>
          </p:nvPr>
        </p:nvSpPr>
        <p:spPr>
          <a:xfrm>
            <a:off x="1492499" y="3999227"/>
            <a:ext cx="335980" cy="369888"/>
          </a:xfrm>
          <a:prstGeom prst="rect">
            <a:avLst/>
          </a:prstGeom>
        </p:spPr>
        <p:txBody>
          <a:bodyPr vert="horz" wrap="none" lIns="0" tIns="0" rIns="0" bIns="0" rtlCol="0">
            <a:normAutofit/>
          </a:bodyPr>
          <a:lstStyle>
            <a:lvl1pPr algn="r">
              <a:defRPr lang="de-DE" sz="2400" b="1" dirty="0">
                <a:solidFill>
                  <a:schemeClr val="tx2"/>
                </a:solidFill>
              </a:defRPr>
            </a:lvl1pPr>
          </a:lstStyle>
          <a:p>
            <a:pPr lvl="0">
              <a:spcBef>
                <a:spcPts val="0"/>
              </a:spcBef>
            </a:pPr>
            <a:r>
              <a:rPr lang="de-DE" dirty="0"/>
              <a:t>0x</a:t>
            </a:r>
          </a:p>
        </p:txBody>
      </p:sp>
      <p:sp>
        <p:nvSpPr>
          <p:cNvPr id="34" name="Text Placeholder 6">
            <a:extLst>
              <a:ext uri="{FF2B5EF4-FFF2-40B4-BE49-F238E27FC236}">
                <a16:creationId xmlns:a16="http://schemas.microsoft.com/office/drawing/2014/main" id="{F0279A3C-5E27-40F7-98C0-08832F4CE1FB}"/>
              </a:ext>
            </a:extLst>
          </p:cNvPr>
          <p:cNvSpPr>
            <a:spLocks noGrp="1"/>
          </p:cNvSpPr>
          <p:nvPr>
            <p:ph type="body" sz="quarter" idx="35" hasCustomPrompt="1"/>
          </p:nvPr>
        </p:nvSpPr>
        <p:spPr>
          <a:xfrm>
            <a:off x="1492499" y="4591841"/>
            <a:ext cx="335980" cy="369888"/>
          </a:xfrm>
          <a:prstGeom prst="rect">
            <a:avLst/>
          </a:prstGeom>
        </p:spPr>
        <p:txBody>
          <a:bodyPr vert="horz" wrap="none" lIns="0" tIns="0" rIns="0" bIns="0" rtlCol="0">
            <a:normAutofit/>
          </a:bodyPr>
          <a:lstStyle>
            <a:lvl1pPr algn="r">
              <a:defRPr lang="de-DE" sz="2400" b="1" dirty="0">
                <a:solidFill>
                  <a:schemeClr val="tx2"/>
                </a:solidFill>
              </a:defRPr>
            </a:lvl1pPr>
          </a:lstStyle>
          <a:p>
            <a:pPr lvl="0">
              <a:spcBef>
                <a:spcPts val="0"/>
              </a:spcBef>
            </a:pPr>
            <a:r>
              <a:rPr lang="de-DE" dirty="0"/>
              <a:t>0x</a:t>
            </a:r>
          </a:p>
        </p:txBody>
      </p:sp>
      <p:sp>
        <p:nvSpPr>
          <p:cNvPr id="4" name="Rectangle 3">
            <a:extLst>
              <a:ext uri="{FF2B5EF4-FFF2-40B4-BE49-F238E27FC236}">
                <a16:creationId xmlns:a16="http://schemas.microsoft.com/office/drawing/2014/main" id="{A57CC5E8-E0D3-3603-2CC6-A8BAF2820A56}"/>
              </a:ext>
            </a:extLst>
          </p:cNvPr>
          <p:cNvSpPr/>
          <p:nvPr userDrawn="1"/>
        </p:nvSpPr>
        <p:spPr>
          <a:xfrm rot="16200000">
            <a:off x="-3343113" y="3343113"/>
            <a:ext cx="6857999" cy="171774"/>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5" name="Date Placeholder 4">
            <a:extLst>
              <a:ext uri="{FF2B5EF4-FFF2-40B4-BE49-F238E27FC236}">
                <a16:creationId xmlns:a16="http://schemas.microsoft.com/office/drawing/2014/main" id="{C85C206C-01EC-0BBE-D2E8-677FD637D3BC}"/>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6" name="Footer Placeholder 5">
            <a:extLst>
              <a:ext uri="{FF2B5EF4-FFF2-40B4-BE49-F238E27FC236}">
                <a16:creationId xmlns:a16="http://schemas.microsoft.com/office/drawing/2014/main" id="{1A7A574E-257C-8BFC-960C-B7B5AD0FA9BD}"/>
              </a:ext>
            </a:extLst>
          </p:cNvPr>
          <p:cNvSpPr>
            <a:spLocks noGrp="1"/>
          </p:cNvSpPr>
          <p:nvPr>
            <p:ph type="ftr" sz="quarter" idx="37"/>
          </p:nvPr>
        </p:nvSpPr>
        <p:spPr/>
        <p:txBody>
          <a:bodyPr/>
          <a:lstStyle/>
          <a:p>
            <a:pPr>
              <a:spcBef>
                <a:spcPts val="1000"/>
              </a:spcBef>
              <a:buFont typeface="Arial" panose="020B0604020202020204" pitchFamily="34" charset="0"/>
              <a:buNone/>
            </a:pPr>
            <a:r>
              <a:rPr lang="en-US"/>
              <a:t>Presentation Title | Author | Date</a:t>
            </a:r>
          </a:p>
        </p:txBody>
      </p:sp>
      <p:sp>
        <p:nvSpPr>
          <p:cNvPr id="10" name="Slide Number Placeholder 9">
            <a:extLst>
              <a:ext uri="{FF2B5EF4-FFF2-40B4-BE49-F238E27FC236}">
                <a16:creationId xmlns:a16="http://schemas.microsoft.com/office/drawing/2014/main" id="{57BCB7A3-F93F-039D-8ADA-0AF4B6D42BBB}"/>
              </a:ext>
            </a:extLst>
          </p:cNvPr>
          <p:cNvSpPr>
            <a:spLocks noGrp="1"/>
          </p:cNvSpPr>
          <p:nvPr>
            <p:ph type="sldNum" sz="quarter" idx="38"/>
          </p:nvPr>
        </p:nvSpPr>
        <p:spPr/>
        <p:txBody>
          <a:bodyPr/>
          <a:lstStyle/>
          <a:p>
            <a:pPr algn="r"/>
            <a:fld id="{5D9A5160-6218-4E5A-B9E6-B93E3DAE377C}" type="slidenum">
              <a:rPr lang="en-US" smtClean="0"/>
              <a:pPr algn="r"/>
              <a:t>‹#›</a:t>
            </a:fld>
            <a:endParaRPr lang="en-US"/>
          </a:p>
        </p:txBody>
      </p:sp>
      <p:sp>
        <p:nvSpPr>
          <p:cNvPr id="8" name="Title Placeholder 4">
            <a:extLst>
              <a:ext uri="{FF2B5EF4-FFF2-40B4-BE49-F238E27FC236}">
                <a16:creationId xmlns:a16="http://schemas.microsoft.com/office/drawing/2014/main" id="{5EC122AA-AED0-3A03-5B9E-6472B3239926}"/>
              </a:ext>
            </a:extLst>
          </p:cNvPr>
          <p:cNvSpPr>
            <a:spLocks noGrp="1"/>
          </p:cNvSpPr>
          <p:nvPr>
            <p:ph type="title" hasCustomPrompt="1"/>
          </p:nvPr>
        </p:nvSpPr>
        <p:spPr>
          <a:xfrm>
            <a:off x="1492498" y="549274"/>
            <a:ext cx="10148637" cy="930372"/>
          </a:xfrm>
          <a:prstGeom prst="rect">
            <a:avLst/>
          </a:prstGeom>
        </p:spPr>
        <p:txBody>
          <a:bodyPr vert="horz" lIns="0" tIns="0" rIns="0" bIns="126000" rtlCol="0" anchor="b" anchorCtr="0">
            <a:noAutofit/>
          </a:bodyPr>
          <a:lstStyle/>
          <a:p>
            <a:pPr lvl="0"/>
            <a:r>
              <a:rPr lang="en-GB" dirty="0"/>
              <a:t>Agenda</a:t>
            </a:r>
            <a:endParaRPr lang="de-DE" dirty="0"/>
          </a:p>
        </p:txBody>
      </p:sp>
    </p:spTree>
    <p:extLst>
      <p:ext uri="{BB962C8B-B14F-4D97-AF65-F5344CB8AC3E}">
        <p14:creationId xmlns:p14="http://schemas.microsoft.com/office/powerpoint/2010/main" val="193946664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Agenda 4">
    <p:spTree>
      <p:nvGrpSpPr>
        <p:cNvPr id="1" name=""/>
        <p:cNvGrpSpPr/>
        <p:nvPr/>
      </p:nvGrpSpPr>
      <p:grpSpPr>
        <a:xfrm>
          <a:off x="0" y="0"/>
          <a:ext cx="0" cy="0"/>
          <a:chOff x="0" y="0"/>
          <a:chExt cx="0" cy="0"/>
        </a:xfrm>
      </p:grpSpPr>
      <p:sp>
        <p:nvSpPr>
          <p:cNvPr id="12" name="Text Placeholder 11">
            <a:extLst>
              <a:ext uri="{FF2B5EF4-FFF2-40B4-BE49-F238E27FC236}">
                <a16:creationId xmlns:a16="http://schemas.microsoft.com/office/drawing/2014/main" id="{D119069D-5D68-4DB4-B45F-92CCC710785E}"/>
              </a:ext>
            </a:extLst>
          </p:cNvPr>
          <p:cNvSpPr>
            <a:spLocks noGrp="1"/>
          </p:cNvSpPr>
          <p:nvPr>
            <p:ph type="body" sz="quarter" idx="24" hasCustomPrompt="1"/>
          </p:nvPr>
        </p:nvSpPr>
        <p:spPr>
          <a:xfrm>
            <a:off x="1286644" y="1628775"/>
            <a:ext cx="10024942" cy="369332"/>
          </a:xfrm>
          <a:prstGeom prst="rect">
            <a:avLst/>
          </a:prstGeom>
        </p:spPr>
        <p:txBody>
          <a:bodyPr>
            <a:normAutofit/>
          </a:bodyPr>
          <a:lstStyle>
            <a:lvl1pPr>
              <a:spcBef>
                <a:spcPts val="0"/>
              </a:spcBef>
              <a:defRPr sz="2400">
                <a:solidFill>
                  <a:schemeClr val="tx1"/>
                </a:solidFill>
              </a:defRPr>
            </a:lvl1pPr>
          </a:lstStyle>
          <a:p>
            <a:pPr lvl="0"/>
            <a:r>
              <a:rPr lang="en-US" dirty="0"/>
              <a:t>Click to add text</a:t>
            </a:r>
          </a:p>
        </p:txBody>
      </p:sp>
      <p:sp>
        <p:nvSpPr>
          <p:cNvPr id="23" name="Text Placeholder 11">
            <a:extLst>
              <a:ext uri="{FF2B5EF4-FFF2-40B4-BE49-F238E27FC236}">
                <a16:creationId xmlns:a16="http://schemas.microsoft.com/office/drawing/2014/main" id="{AA1A2157-04CD-44FC-8492-E3FAFE326F18}"/>
              </a:ext>
            </a:extLst>
          </p:cNvPr>
          <p:cNvSpPr>
            <a:spLocks noGrp="1"/>
          </p:cNvSpPr>
          <p:nvPr>
            <p:ph type="body" sz="quarter" idx="25" hasCustomPrompt="1"/>
          </p:nvPr>
        </p:nvSpPr>
        <p:spPr>
          <a:xfrm>
            <a:off x="1286644" y="2221388"/>
            <a:ext cx="10024942" cy="369332"/>
          </a:xfrm>
          <a:prstGeom prst="rect">
            <a:avLst/>
          </a:prstGeom>
        </p:spPr>
        <p:txBody>
          <a:bodyPr>
            <a:normAutofit/>
          </a:bodyPr>
          <a:lstStyle>
            <a:lvl1pPr>
              <a:spcBef>
                <a:spcPts val="0"/>
              </a:spcBef>
              <a:defRPr sz="2400">
                <a:solidFill>
                  <a:schemeClr val="tx1"/>
                </a:solidFill>
              </a:defRPr>
            </a:lvl1pPr>
          </a:lstStyle>
          <a:p>
            <a:pPr lvl="0"/>
            <a:r>
              <a:rPr lang="en-US" dirty="0"/>
              <a:t>Click to add text</a:t>
            </a:r>
          </a:p>
        </p:txBody>
      </p:sp>
      <p:sp>
        <p:nvSpPr>
          <p:cNvPr id="24" name="Text Placeholder 11">
            <a:extLst>
              <a:ext uri="{FF2B5EF4-FFF2-40B4-BE49-F238E27FC236}">
                <a16:creationId xmlns:a16="http://schemas.microsoft.com/office/drawing/2014/main" id="{199E21EB-D052-4206-952C-D3FE77AA1C8D}"/>
              </a:ext>
            </a:extLst>
          </p:cNvPr>
          <p:cNvSpPr>
            <a:spLocks noGrp="1"/>
          </p:cNvSpPr>
          <p:nvPr>
            <p:ph type="body" sz="quarter" idx="26" hasCustomPrompt="1"/>
          </p:nvPr>
        </p:nvSpPr>
        <p:spPr>
          <a:xfrm>
            <a:off x="1286644" y="2814001"/>
            <a:ext cx="10024942" cy="369332"/>
          </a:xfrm>
          <a:prstGeom prst="rect">
            <a:avLst/>
          </a:prstGeom>
        </p:spPr>
        <p:txBody>
          <a:bodyPr>
            <a:normAutofit/>
          </a:bodyPr>
          <a:lstStyle>
            <a:lvl1pPr>
              <a:spcBef>
                <a:spcPts val="0"/>
              </a:spcBef>
              <a:defRPr sz="2400">
                <a:solidFill>
                  <a:schemeClr val="tx1"/>
                </a:solidFill>
              </a:defRPr>
            </a:lvl1pPr>
          </a:lstStyle>
          <a:p>
            <a:pPr lvl="0"/>
            <a:r>
              <a:rPr lang="en-US" dirty="0"/>
              <a:t>Click to add text</a:t>
            </a:r>
          </a:p>
        </p:txBody>
      </p:sp>
      <p:sp>
        <p:nvSpPr>
          <p:cNvPr id="7" name="Text Placeholder 6">
            <a:extLst>
              <a:ext uri="{FF2B5EF4-FFF2-40B4-BE49-F238E27FC236}">
                <a16:creationId xmlns:a16="http://schemas.microsoft.com/office/drawing/2014/main" id="{C9AA932A-4442-4987-878D-3B69D84A4771}"/>
              </a:ext>
            </a:extLst>
          </p:cNvPr>
          <p:cNvSpPr>
            <a:spLocks noGrp="1"/>
          </p:cNvSpPr>
          <p:nvPr>
            <p:ph type="body" sz="quarter" idx="27" hasCustomPrompt="1"/>
          </p:nvPr>
        </p:nvSpPr>
        <p:spPr>
          <a:xfrm>
            <a:off x="571574" y="1628775"/>
            <a:ext cx="335980" cy="369888"/>
          </a:xfrm>
          <a:prstGeom prst="rect">
            <a:avLst/>
          </a:prstGeom>
        </p:spPr>
        <p:txBody>
          <a:bodyPr vert="horz" wrap="none" lIns="0" tIns="0" rIns="0" bIns="0" rtlCol="0">
            <a:normAutofit/>
          </a:bodyPr>
          <a:lstStyle>
            <a:lvl1pPr algn="r">
              <a:defRPr lang="de-DE" sz="2400" b="1" dirty="0">
                <a:solidFill>
                  <a:schemeClr val="tx2"/>
                </a:solidFill>
              </a:defRPr>
            </a:lvl1pPr>
          </a:lstStyle>
          <a:p>
            <a:pPr lvl="0">
              <a:spcBef>
                <a:spcPts val="0"/>
              </a:spcBef>
            </a:pPr>
            <a:r>
              <a:rPr lang="de-DE" dirty="0"/>
              <a:t>0x</a:t>
            </a:r>
          </a:p>
        </p:txBody>
      </p:sp>
      <p:sp>
        <p:nvSpPr>
          <p:cNvPr id="21" name="Text Placeholder 6">
            <a:extLst>
              <a:ext uri="{FF2B5EF4-FFF2-40B4-BE49-F238E27FC236}">
                <a16:creationId xmlns:a16="http://schemas.microsoft.com/office/drawing/2014/main" id="{EAA65ABF-5E47-4A8A-934B-E9458D034F70}"/>
              </a:ext>
            </a:extLst>
          </p:cNvPr>
          <p:cNvSpPr>
            <a:spLocks noGrp="1"/>
          </p:cNvSpPr>
          <p:nvPr>
            <p:ph type="body" sz="quarter" idx="28" hasCustomPrompt="1"/>
          </p:nvPr>
        </p:nvSpPr>
        <p:spPr>
          <a:xfrm>
            <a:off x="571574" y="2221388"/>
            <a:ext cx="335980" cy="369888"/>
          </a:xfrm>
          <a:prstGeom prst="rect">
            <a:avLst/>
          </a:prstGeom>
        </p:spPr>
        <p:txBody>
          <a:bodyPr vert="horz" wrap="none" lIns="0" tIns="0" rIns="0" bIns="0" rtlCol="0">
            <a:normAutofit/>
          </a:bodyPr>
          <a:lstStyle>
            <a:lvl1pPr algn="r">
              <a:defRPr lang="de-DE" sz="2400" b="1" dirty="0">
                <a:solidFill>
                  <a:schemeClr val="tx2"/>
                </a:solidFill>
              </a:defRPr>
            </a:lvl1pPr>
          </a:lstStyle>
          <a:p>
            <a:pPr lvl="0">
              <a:spcBef>
                <a:spcPts val="0"/>
              </a:spcBef>
            </a:pPr>
            <a:r>
              <a:rPr lang="de-DE" dirty="0"/>
              <a:t>0x</a:t>
            </a:r>
          </a:p>
        </p:txBody>
      </p:sp>
      <p:sp>
        <p:nvSpPr>
          <p:cNvPr id="22" name="Text Placeholder 6">
            <a:extLst>
              <a:ext uri="{FF2B5EF4-FFF2-40B4-BE49-F238E27FC236}">
                <a16:creationId xmlns:a16="http://schemas.microsoft.com/office/drawing/2014/main" id="{AE370511-ABDA-4008-B938-10F0105CBF69}"/>
              </a:ext>
            </a:extLst>
          </p:cNvPr>
          <p:cNvSpPr>
            <a:spLocks noGrp="1"/>
          </p:cNvSpPr>
          <p:nvPr>
            <p:ph type="body" sz="quarter" idx="29" hasCustomPrompt="1"/>
          </p:nvPr>
        </p:nvSpPr>
        <p:spPr>
          <a:xfrm>
            <a:off x="571574" y="2814001"/>
            <a:ext cx="335980" cy="369888"/>
          </a:xfrm>
          <a:prstGeom prst="rect">
            <a:avLst/>
          </a:prstGeom>
        </p:spPr>
        <p:txBody>
          <a:bodyPr vert="horz" wrap="none" lIns="0" tIns="0" rIns="0" bIns="0" rtlCol="0">
            <a:normAutofit/>
          </a:bodyPr>
          <a:lstStyle>
            <a:lvl1pPr algn="r">
              <a:defRPr lang="de-DE" sz="2400" b="1" dirty="0">
                <a:solidFill>
                  <a:schemeClr val="tx2"/>
                </a:solidFill>
              </a:defRPr>
            </a:lvl1pPr>
          </a:lstStyle>
          <a:p>
            <a:pPr lvl="0">
              <a:spcBef>
                <a:spcPts val="0"/>
              </a:spcBef>
            </a:pPr>
            <a:r>
              <a:rPr lang="de-DE" dirty="0"/>
              <a:t>0x</a:t>
            </a:r>
          </a:p>
        </p:txBody>
      </p:sp>
      <p:sp>
        <p:nvSpPr>
          <p:cNvPr id="28" name="Text Placeholder 11">
            <a:extLst>
              <a:ext uri="{FF2B5EF4-FFF2-40B4-BE49-F238E27FC236}">
                <a16:creationId xmlns:a16="http://schemas.microsoft.com/office/drawing/2014/main" id="{CABD3DEA-D9AC-49A6-AB02-7A5380BF5183}"/>
              </a:ext>
            </a:extLst>
          </p:cNvPr>
          <p:cNvSpPr>
            <a:spLocks noGrp="1"/>
          </p:cNvSpPr>
          <p:nvPr>
            <p:ph type="body" sz="quarter" idx="30" hasCustomPrompt="1"/>
          </p:nvPr>
        </p:nvSpPr>
        <p:spPr>
          <a:xfrm>
            <a:off x="1286644" y="3406614"/>
            <a:ext cx="10024942" cy="369332"/>
          </a:xfrm>
          <a:prstGeom prst="rect">
            <a:avLst/>
          </a:prstGeom>
        </p:spPr>
        <p:txBody>
          <a:bodyPr>
            <a:normAutofit/>
          </a:bodyPr>
          <a:lstStyle>
            <a:lvl1pPr>
              <a:spcBef>
                <a:spcPts val="0"/>
              </a:spcBef>
              <a:defRPr sz="2400">
                <a:solidFill>
                  <a:schemeClr val="tx1"/>
                </a:solidFill>
              </a:defRPr>
            </a:lvl1pPr>
          </a:lstStyle>
          <a:p>
            <a:pPr lvl="0"/>
            <a:r>
              <a:rPr lang="en-US" dirty="0"/>
              <a:t>Click to add text</a:t>
            </a:r>
          </a:p>
        </p:txBody>
      </p:sp>
      <p:sp>
        <p:nvSpPr>
          <p:cNvPr id="29" name="Text Placeholder 11">
            <a:extLst>
              <a:ext uri="{FF2B5EF4-FFF2-40B4-BE49-F238E27FC236}">
                <a16:creationId xmlns:a16="http://schemas.microsoft.com/office/drawing/2014/main" id="{C143C05F-5CEC-4DA0-8030-D7B2370EBBB4}"/>
              </a:ext>
            </a:extLst>
          </p:cNvPr>
          <p:cNvSpPr>
            <a:spLocks noGrp="1"/>
          </p:cNvSpPr>
          <p:nvPr>
            <p:ph type="body" sz="quarter" idx="31" hasCustomPrompt="1"/>
          </p:nvPr>
        </p:nvSpPr>
        <p:spPr>
          <a:xfrm>
            <a:off x="1286644" y="3999227"/>
            <a:ext cx="10024942" cy="369332"/>
          </a:xfrm>
          <a:prstGeom prst="rect">
            <a:avLst/>
          </a:prstGeom>
        </p:spPr>
        <p:txBody>
          <a:bodyPr>
            <a:normAutofit/>
          </a:bodyPr>
          <a:lstStyle>
            <a:lvl1pPr>
              <a:spcBef>
                <a:spcPts val="0"/>
              </a:spcBef>
              <a:defRPr sz="2400">
                <a:solidFill>
                  <a:schemeClr val="tx1"/>
                </a:solidFill>
              </a:defRPr>
            </a:lvl1pPr>
          </a:lstStyle>
          <a:p>
            <a:pPr lvl="0"/>
            <a:r>
              <a:rPr lang="en-US" dirty="0"/>
              <a:t>Click to add text</a:t>
            </a:r>
          </a:p>
        </p:txBody>
      </p:sp>
      <p:sp>
        <p:nvSpPr>
          <p:cNvPr id="30" name="Text Placeholder 11">
            <a:extLst>
              <a:ext uri="{FF2B5EF4-FFF2-40B4-BE49-F238E27FC236}">
                <a16:creationId xmlns:a16="http://schemas.microsoft.com/office/drawing/2014/main" id="{96B43F80-D448-432F-A45D-FE4715923FC2}"/>
              </a:ext>
            </a:extLst>
          </p:cNvPr>
          <p:cNvSpPr>
            <a:spLocks noGrp="1"/>
          </p:cNvSpPr>
          <p:nvPr>
            <p:ph type="body" sz="quarter" idx="32" hasCustomPrompt="1"/>
          </p:nvPr>
        </p:nvSpPr>
        <p:spPr>
          <a:xfrm>
            <a:off x="1286644" y="4591841"/>
            <a:ext cx="10024942" cy="369332"/>
          </a:xfrm>
          <a:prstGeom prst="rect">
            <a:avLst/>
          </a:prstGeom>
        </p:spPr>
        <p:txBody>
          <a:bodyPr>
            <a:normAutofit/>
          </a:bodyPr>
          <a:lstStyle>
            <a:lvl1pPr>
              <a:spcBef>
                <a:spcPts val="0"/>
              </a:spcBef>
              <a:defRPr sz="2400">
                <a:solidFill>
                  <a:schemeClr val="tx1"/>
                </a:solidFill>
              </a:defRPr>
            </a:lvl1pPr>
          </a:lstStyle>
          <a:p>
            <a:pPr lvl="0"/>
            <a:r>
              <a:rPr lang="en-US" dirty="0"/>
              <a:t>Click to add text</a:t>
            </a:r>
          </a:p>
        </p:txBody>
      </p:sp>
      <p:sp>
        <p:nvSpPr>
          <p:cNvPr id="31" name="Text Placeholder 6">
            <a:extLst>
              <a:ext uri="{FF2B5EF4-FFF2-40B4-BE49-F238E27FC236}">
                <a16:creationId xmlns:a16="http://schemas.microsoft.com/office/drawing/2014/main" id="{C434EB54-C0D1-4857-9330-87FAFCC49D56}"/>
              </a:ext>
            </a:extLst>
          </p:cNvPr>
          <p:cNvSpPr>
            <a:spLocks noGrp="1"/>
          </p:cNvSpPr>
          <p:nvPr>
            <p:ph type="body" sz="quarter" idx="33" hasCustomPrompt="1"/>
          </p:nvPr>
        </p:nvSpPr>
        <p:spPr>
          <a:xfrm>
            <a:off x="571574" y="3406614"/>
            <a:ext cx="335980" cy="369888"/>
          </a:xfrm>
          <a:prstGeom prst="rect">
            <a:avLst/>
          </a:prstGeom>
        </p:spPr>
        <p:txBody>
          <a:bodyPr vert="horz" wrap="none" lIns="0" tIns="0" rIns="0" bIns="0" rtlCol="0">
            <a:normAutofit/>
          </a:bodyPr>
          <a:lstStyle>
            <a:lvl1pPr algn="r">
              <a:defRPr lang="de-DE" sz="2400" b="1" dirty="0">
                <a:solidFill>
                  <a:schemeClr val="tx2"/>
                </a:solidFill>
              </a:defRPr>
            </a:lvl1pPr>
          </a:lstStyle>
          <a:p>
            <a:pPr lvl="0">
              <a:spcBef>
                <a:spcPts val="0"/>
              </a:spcBef>
            </a:pPr>
            <a:r>
              <a:rPr lang="de-DE" dirty="0"/>
              <a:t>0x</a:t>
            </a:r>
          </a:p>
        </p:txBody>
      </p:sp>
      <p:sp>
        <p:nvSpPr>
          <p:cNvPr id="32" name="Text Placeholder 6">
            <a:extLst>
              <a:ext uri="{FF2B5EF4-FFF2-40B4-BE49-F238E27FC236}">
                <a16:creationId xmlns:a16="http://schemas.microsoft.com/office/drawing/2014/main" id="{F0320016-4C9A-409B-8724-E53F23529A4B}"/>
              </a:ext>
            </a:extLst>
          </p:cNvPr>
          <p:cNvSpPr>
            <a:spLocks noGrp="1"/>
          </p:cNvSpPr>
          <p:nvPr>
            <p:ph type="body" sz="quarter" idx="34" hasCustomPrompt="1"/>
          </p:nvPr>
        </p:nvSpPr>
        <p:spPr>
          <a:xfrm>
            <a:off x="571574" y="3999227"/>
            <a:ext cx="335980" cy="369888"/>
          </a:xfrm>
          <a:prstGeom prst="rect">
            <a:avLst/>
          </a:prstGeom>
        </p:spPr>
        <p:txBody>
          <a:bodyPr vert="horz" wrap="none" lIns="0" tIns="0" rIns="0" bIns="0" rtlCol="0">
            <a:normAutofit/>
          </a:bodyPr>
          <a:lstStyle>
            <a:lvl1pPr algn="r">
              <a:defRPr lang="de-DE" sz="2400" b="1" dirty="0">
                <a:solidFill>
                  <a:schemeClr val="tx2"/>
                </a:solidFill>
              </a:defRPr>
            </a:lvl1pPr>
          </a:lstStyle>
          <a:p>
            <a:pPr lvl="0">
              <a:spcBef>
                <a:spcPts val="0"/>
              </a:spcBef>
            </a:pPr>
            <a:r>
              <a:rPr lang="de-DE" dirty="0"/>
              <a:t>0x</a:t>
            </a:r>
          </a:p>
        </p:txBody>
      </p:sp>
      <p:sp>
        <p:nvSpPr>
          <p:cNvPr id="34" name="Text Placeholder 6">
            <a:extLst>
              <a:ext uri="{FF2B5EF4-FFF2-40B4-BE49-F238E27FC236}">
                <a16:creationId xmlns:a16="http://schemas.microsoft.com/office/drawing/2014/main" id="{F0279A3C-5E27-40F7-98C0-08832F4CE1FB}"/>
              </a:ext>
            </a:extLst>
          </p:cNvPr>
          <p:cNvSpPr>
            <a:spLocks noGrp="1"/>
          </p:cNvSpPr>
          <p:nvPr>
            <p:ph type="body" sz="quarter" idx="35" hasCustomPrompt="1"/>
          </p:nvPr>
        </p:nvSpPr>
        <p:spPr>
          <a:xfrm>
            <a:off x="571574" y="4591841"/>
            <a:ext cx="335980" cy="369888"/>
          </a:xfrm>
          <a:prstGeom prst="rect">
            <a:avLst/>
          </a:prstGeom>
        </p:spPr>
        <p:txBody>
          <a:bodyPr vert="horz" wrap="none" lIns="0" tIns="0" rIns="0" bIns="0" rtlCol="0">
            <a:normAutofit/>
          </a:bodyPr>
          <a:lstStyle>
            <a:lvl1pPr algn="r">
              <a:defRPr lang="de-DE" sz="2400" b="1" dirty="0">
                <a:solidFill>
                  <a:schemeClr val="tx2"/>
                </a:solidFill>
              </a:defRPr>
            </a:lvl1pPr>
          </a:lstStyle>
          <a:p>
            <a:pPr lvl="0">
              <a:spcBef>
                <a:spcPts val="0"/>
              </a:spcBef>
            </a:pPr>
            <a:r>
              <a:rPr lang="de-DE" dirty="0"/>
              <a:t>0x</a:t>
            </a:r>
          </a:p>
        </p:txBody>
      </p:sp>
      <p:sp>
        <p:nvSpPr>
          <p:cNvPr id="13" name="Date Placeholder 12">
            <a:extLst>
              <a:ext uri="{FF2B5EF4-FFF2-40B4-BE49-F238E27FC236}">
                <a16:creationId xmlns:a16="http://schemas.microsoft.com/office/drawing/2014/main" id="{D3A8E554-610E-ED51-EC6E-2FC32243D4A2}"/>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8" name="Footer Placeholder 17">
            <a:extLst>
              <a:ext uri="{FF2B5EF4-FFF2-40B4-BE49-F238E27FC236}">
                <a16:creationId xmlns:a16="http://schemas.microsoft.com/office/drawing/2014/main" id="{9BFC3022-C813-4A4B-8BBB-04ABD482D773}"/>
              </a:ext>
            </a:extLst>
          </p:cNvPr>
          <p:cNvSpPr>
            <a:spLocks noGrp="1"/>
          </p:cNvSpPr>
          <p:nvPr>
            <p:ph type="ftr" sz="quarter" idx="37"/>
          </p:nvPr>
        </p:nvSpPr>
        <p:spPr/>
        <p:txBody>
          <a:bodyPr/>
          <a:lstStyle/>
          <a:p>
            <a:pPr>
              <a:spcBef>
                <a:spcPts val="1000"/>
              </a:spcBef>
              <a:buFont typeface="Arial" panose="020B0604020202020204" pitchFamily="34" charset="0"/>
              <a:buNone/>
            </a:pPr>
            <a:r>
              <a:rPr lang="en-US"/>
              <a:t>Presentation Title | Author | Date</a:t>
            </a:r>
          </a:p>
        </p:txBody>
      </p:sp>
      <p:sp>
        <p:nvSpPr>
          <p:cNvPr id="19" name="Slide Number Placeholder 18">
            <a:extLst>
              <a:ext uri="{FF2B5EF4-FFF2-40B4-BE49-F238E27FC236}">
                <a16:creationId xmlns:a16="http://schemas.microsoft.com/office/drawing/2014/main" id="{AE448402-C879-6591-3855-645E636D6FAF}"/>
              </a:ext>
            </a:extLst>
          </p:cNvPr>
          <p:cNvSpPr>
            <a:spLocks noGrp="1"/>
          </p:cNvSpPr>
          <p:nvPr>
            <p:ph type="sldNum" sz="quarter" idx="38"/>
          </p:nvPr>
        </p:nvSpPr>
        <p:spPr/>
        <p:txBody>
          <a:bodyPr/>
          <a:lstStyle/>
          <a:p>
            <a:pPr algn="r"/>
            <a:fld id="{5D9A5160-6218-4E5A-B9E6-B93E3DAE377C}" type="slidenum">
              <a:rPr lang="en-US" smtClean="0"/>
              <a:pPr algn="r"/>
              <a:t>‹#›</a:t>
            </a:fld>
            <a:endParaRPr lang="en-US"/>
          </a:p>
        </p:txBody>
      </p:sp>
      <p:sp>
        <p:nvSpPr>
          <p:cNvPr id="2" name="Title Placeholder 4">
            <a:extLst>
              <a:ext uri="{FF2B5EF4-FFF2-40B4-BE49-F238E27FC236}">
                <a16:creationId xmlns:a16="http://schemas.microsoft.com/office/drawing/2014/main" id="{58A80D78-DE60-96EF-D118-992F247BC2BB}"/>
              </a:ext>
            </a:extLst>
          </p:cNvPr>
          <p:cNvSpPr>
            <a:spLocks noGrp="1"/>
          </p:cNvSpPr>
          <p:nvPr>
            <p:ph type="title" hasCustomPrompt="1"/>
          </p:nvPr>
        </p:nvSpPr>
        <p:spPr>
          <a:xfrm>
            <a:off x="551384" y="549274"/>
            <a:ext cx="11090938" cy="930372"/>
          </a:xfrm>
          <a:prstGeom prst="rect">
            <a:avLst/>
          </a:prstGeom>
        </p:spPr>
        <p:txBody>
          <a:bodyPr vert="horz" lIns="0" tIns="0" rIns="0" bIns="126000" rtlCol="0" anchor="b" anchorCtr="0">
            <a:noAutofit/>
          </a:bodyPr>
          <a:lstStyle/>
          <a:p>
            <a:pPr lvl="0"/>
            <a:r>
              <a:rPr lang="en-GB" dirty="0"/>
              <a:t>Agenda</a:t>
            </a:r>
            <a:endParaRPr lang="de-DE" dirty="0"/>
          </a:p>
        </p:txBody>
      </p:sp>
    </p:spTree>
    <p:extLst>
      <p:ext uri="{BB962C8B-B14F-4D97-AF65-F5344CB8AC3E}">
        <p14:creationId xmlns:p14="http://schemas.microsoft.com/office/powerpoint/2010/main" val="47610228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65D5B6-99D5-A656-18EB-125B9A4CC27A}"/>
              </a:ext>
            </a:extLst>
          </p:cNvPr>
          <p:cNvSpPr/>
          <p:nvPr userDrawn="1"/>
        </p:nvSpPr>
        <p:spPr>
          <a:xfrm>
            <a:off x="5159374" y="4257063"/>
            <a:ext cx="7032625" cy="180000"/>
          </a:xfrm>
          <a:prstGeom prst="rect">
            <a:avLst/>
          </a:prstGeom>
          <a:gradFill>
            <a:gsLst>
              <a:gs pos="99000">
                <a:srgbClr val="00D5D0"/>
              </a:gs>
              <a:gs pos="0">
                <a:schemeClr val="accent3"/>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FFFFFF"/>
              </a:solidFill>
              <a:effectLst/>
              <a:uLnTx/>
              <a:uFillTx/>
              <a:latin typeface="Ubuntu"/>
              <a:ea typeface="+mn-ea"/>
              <a:cs typeface="+mn-cs"/>
            </a:endParaRPr>
          </a:p>
        </p:txBody>
      </p:sp>
      <p:sp>
        <p:nvSpPr>
          <p:cNvPr id="8" name="Text Placeholder 8">
            <a:extLst>
              <a:ext uri="{FF2B5EF4-FFF2-40B4-BE49-F238E27FC236}">
                <a16:creationId xmlns:a16="http://schemas.microsoft.com/office/drawing/2014/main" id="{E2576D65-BA9A-4C38-D195-558BDD9AFD0E}"/>
              </a:ext>
            </a:extLst>
          </p:cNvPr>
          <p:cNvSpPr>
            <a:spLocks noGrp="1"/>
          </p:cNvSpPr>
          <p:nvPr>
            <p:ph type="body" sz="quarter" idx="19" hasCustomPrompt="1"/>
          </p:nvPr>
        </p:nvSpPr>
        <p:spPr>
          <a:xfrm>
            <a:off x="0" y="0"/>
            <a:ext cx="4657725" cy="6858000"/>
          </a:xfrm>
          <a:prstGeom prst="rect">
            <a:avLst/>
          </a:prstGeom>
        </p:spPr>
        <p:txBody>
          <a:bodyPr wrap="none" lIns="0" tIns="972000" rIns="0" bIns="0" anchor="t" anchorCtr="0">
            <a:noAutofit/>
          </a:bodyPr>
          <a:lstStyle>
            <a:lvl1pPr algn="r">
              <a:defRPr sz="40000" spc="-300">
                <a:solidFill>
                  <a:schemeClr val="accent3"/>
                </a:solidFill>
              </a:defRPr>
            </a:lvl1pPr>
          </a:lstStyle>
          <a:p>
            <a:pPr lvl="0"/>
            <a:r>
              <a:rPr lang="en-GB" dirty="0"/>
              <a:t>01</a:t>
            </a:r>
            <a:endParaRPr lang="en-PL" dirty="0"/>
          </a:p>
        </p:txBody>
      </p:sp>
      <p:sp>
        <p:nvSpPr>
          <p:cNvPr id="2" name="Date Placeholder 1">
            <a:extLst>
              <a:ext uri="{FF2B5EF4-FFF2-40B4-BE49-F238E27FC236}">
                <a16:creationId xmlns:a16="http://schemas.microsoft.com/office/drawing/2014/main" id="{D888E175-7057-3F5C-3D05-E1A6DF23539C}"/>
              </a:ext>
            </a:extLst>
          </p:cNvPr>
          <p:cNvSpPr>
            <a:spLocks noGrp="1"/>
          </p:cNvSpPr>
          <p:nvPr>
            <p:ph type="dt" sz="half" idx="2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5" name="Footer Placeholder 4">
            <a:extLst>
              <a:ext uri="{FF2B5EF4-FFF2-40B4-BE49-F238E27FC236}">
                <a16:creationId xmlns:a16="http://schemas.microsoft.com/office/drawing/2014/main" id="{87B29DCD-1860-BCB3-12D3-011B4B8885BF}"/>
              </a:ext>
            </a:extLst>
          </p:cNvPr>
          <p:cNvSpPr>
            <a:spLocks noGrp="1"/>
          </p:cNvSpPr>
          <p:nvPr>
            <p:ph type="ftr" sz="quarter" idx="21"/>
          </p:nvPr>
        </p:nvSpPr>
        <p:spPr/>
        <p:txBody>
          <a:bodyPr/>
          <a:lstStyle/>
          <a:p>
            <a:pPr>
              <a:spcBef>
                <a:spcPts val="1000"/>
              </a:spcBef>
              <a:buFont typeface="Arial" panose="020B0604020202020204" pitchFamily="34" charset="0"/>
              <a:buNone/>
            </a:pPr>
            <a:r>
              <a:rPr lang="en-US"/>
              <a:t>Presentation Title | Author | Date</a:t>
            </a:r>
          </a:p>
        </p:txBody>
      </p:sp>
      <p:sp>
        <p:nvSpPr>
          <p:cNvPr id="7" name="Slide Number Placeholder 6">
            <a:extLst>
              <a:ext uri="{FF2B5EF4-FFF2-40B4-BE49-F238E27FC236}">
                <a16:creationId xmlns:a16="http://schemas.microsoft.com/office/drawing/2014/main" id="{5673F8B8-3459-331B-8856-F82064558CD0}"/>
              </a:ext>
            </a:extLst>
          </p:cNvPr>
          <p:cNvSpPr>
            <a:spLocks noGrp="1"/>
          </p:cNvSpPr>
          <p:nvPr>
            <p:ph type="sldNum" sz="quarter" idx="22"/>
          </p:nvPr>
        </p:nvSpPr>
        <p:spPr/>
        <p:txBody>
          <a:bodyPr/>
          <a:lstStyle/>
          <a:p>
            <a:pPr algn="r"/>
            <a:fld id="{5D9A5160-6218-4E5A-B9E6-B93E3DAE377C}" type="slidenum">
              <a:rPr lang="en-US" smtClean="0"/>
              <a:pPr algn="r"/>
              <a:t>‹#›</a:t>
            </a:fld>
            <a:endParaRPr lang="en-US"/>
          </a:p>
        </p:txBody>
      </p:sp>
      <p:sp>
        <p:nvSpPr>
          <p:cNvPr id="3" name="Title 5">
            <a:extLst>
              <a:ext uri="{FF2B5EF4-FFF2-40B4-BE49-F238E27FC236}">
                <a16:creationId xmlns:a16="http://schemas.microsoft.com/office/drawing/2014/main" id="{885E1F23-EFE4-7E35-0F49-E02F15D0B1FD}"/>
              </a:ext>
            </a:extLst>
          </p:cNvPr>
          <p:cNvSpPr>
            <a:spLocks noGrp="1"/>
          </p:cNvSpPr>
          <p:nvPr>
            <p:ph type="title" hasCustomPrompt="1"/>
          </p:nvPr>
        </p:nvSpPr>
        <p:spPr>
          <a:xfrm>
            <a:off x="5159374" y="4658810"/>
            <a:ext cx="6487665" cy="1672542"/>
          </a:xfrm>
        </p:spPr>
        <p:txBody>
          <a:bodyPr vert="horz" lIns="0" tIns="0" rIns="0" bIns="0" rtlCol="0" anchor="t">
            <a:noAutofit/>
          </a:bodyPr>
          <a:lstStyle>
            <a:lvl1pPr>
              <a:spcBef>
                <a:spcPts val="0"/>
              </a:spcBef>
              <a:defRPr lang="en-US" sz="4800">
                <a:solidFill>
                  <a:schemeClr val="tx1"/>
                </a:solidFill>
                <a:latin typeface="+mn-lt"/>
                <a:ea typeface="+mn-ea"/>
                <a:cs typeface="+mn-cs"/>
              </a:defRPr>
            </a:lvl1pPr>
          </a:lstStyle>
          <a:p>
            <a:pPr lvl="0">
              <a:lnSpc>
                <a:spcPct val="100000"/>
              </a:lnSpc>
              <a:spcBef>
                <a:spcPts val="1800"/>
              </a:spcBef>
              <a:buFont typeface="Arial" panose="020B0604020202020204" pitchFamily="34" charset="0"/>
            </a:pPr>
            <a:r>
              <a:rPr lang="en-US" dirty="0"/>
              <a:t>Click to add title</a:t>
            </a:r>
          </a:p>
        </p:txBody>
      </p:sp>
    </p:spTree>
    <p:extLst>
      <p:ext uri="{BB962C8B-B14F-4D97-AF65-F5344CB8AC3E}">
        <p14:creationId xmlns:p14="http://schemas.microsoft.com/office/powerpoint/2010/main" val="280273340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Divider Photo 1">
    <p:spTree>
      <p:nvGrpSpPr>
        <p:cNvPr id="1" name=""/>
        <p:cNvGrpSpPr/>
        <p:nvPr/>
      </p:nvGrpSpPr>
      <p:grpSpPr>
        <a:xfrm>
          <a:off x="0" y="0"/>
          <a:ext cx="0" cy="0"/>
          <a:chOff x="0" y="0"/>
          <a:chExt cx="0" cy="0"/>
        </a:xfrm>
      </p:grpSpPr>
      <p:sp>
        <p:nvSpPr>
          <p:cNvPr id="2" name="Picture Placeholder 10">
            <a:extLst>
              <a:ext uri="{FF2B5EF4-FFF2-40B4-BE49-F238E27FC236}">
                <a16:creationId xmlns:a16="http://schemas.microsoft.com/office/drawing/2014/main" id="{8AD156C1-F91F-57E6-BFA6-A0059404D21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7" name="Text Placeholder 8">
            <a:extLst>
              <a:ext uri="{FF2B5EF4-FFF2-40B4-BE49-F238E27FC236}">
                <a16:creationId xmlns:a16="http://schemas.microsoft.com/office/drawing/2014/main" id="{516D0E3A-0719-64AB-54D1-64F80BE164A7}"/>
              </a:ext>
            </a:extLst>
          </p:cNvPr>
          <p:cNvSpPr>
            <a:spLocks noGrp="1"/>
          </p:cNvSpPr>
          <p:nvPr>
            <p:ph type="body" sz="quarter" idx="19" hasCustomPrompt="1"/>
          </p:nvPr>
        </p:nvSpPr>
        <p:spPr>
          <a:xfrm>
            <a:off x="0" y="0"/>
            <a:ext cx="4657725" cy="6858000"/>
          </a:xfrm>
          <a:prstGeom prst="rect">
            <a:avLst/>
          </a:prstGeom>
        </p:spPr>
        <p:txBody>
          <a:bodyPr wrap="none" lIns="0" tIns="972000" rIns="0" bIns="0" anchor="t" anchorCtr="0">
            <a:noAutofit/>
          </a:bodyPr>
          <a:lstStyle>
            <a:lvl1pPr algn="r">
              <a:defRPr sz="40000" spc="-300">
                <a:solidFill>
                  <a:schemeClr val="tx1"/>
                </a:solidFill>
              </a:defRPr>
            </a:lvl1pPr>
          </a:lstStyle>
          <a:p>
            <a:pPr lvl="0"/>
            <a:r>
              <a:rPr lang="en-GB" dirty="0"/>
              <a:t>01</a:t>
            </a:r>
            <a:endParaRPr lang="en-PL" dirty="0"/>
          </a:p>
        </p:txBody>
      </p:sp>
      <p:sp>
        <p:nvSpPr>
          <p:cNvPr id="16" name="Date Placeholder 15">
            <a:extLst>
              <a:ext uri="{FF2B5EF4-FFF2-40B4-BE49-F238E27FC236}">
                <a16:creationId xmlns:a16="http://schemas.microsoft.com/office/drawing/2014/main" id="{49CD99F0-AA6A-8A74-80DA-FCF12D30E56D}"/>
              </a:ext>
            </a:extLst>
          </p:cNvPr>
          <p:cNvSpPr>
            <a:spLocks noGrp="1"/>
          </p:cNvSpPr>
          <p:nvPr>
            <p:ph type="dt" sz="half" idx="20"/>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7" name="Footer Placeholder 16">
            <a:extLst>
              <a:ext uri="{FF2B5EF4-FFF2-40B4-BE49-F238E27FC236}">
                <a16:creationId xmlns:a16="http://schemas.microsoft.com/office/drawing/2014/main" id="{F17F6240-FF3A-51A1-CB87-F17DD5B550AC}"/>
              </a:ext>
            </a:extLst>
          </p:cNvPr>
          <p:cNvSpPr>
            <a:spLocks noGrp="1"/>
          </p:cNvSpPr>
          <p:nvPr>
            <p:ph type="ftr" sz="quarter" idx="21"/>
          </p:nvPr>
        </p:nvSpPr>
        <p:spPr/>
        <p:txBody>
          <a:bodyPr/>
          <a:lstStyle/>
          <a:p>
            <a:pPr>
              <a:spcBef>
                <a:spcPts val="1000"/>
              </a:spcBef>
              <a:buFont typeface="Arial" panose="020B0604020202020204" pitchFamily="34" charset="0"/>
              <a:buNone/>
            </a:pPr>
            <a:r>
              <a:rPr lang="en-US"/>
              <a:t>Presentation Title | Author | Date</a:t>
            </a:r>
          </a:p>
        </p:txBody>
      </p:sp>
      <p:sp>
        <p:nvSpPr>
          <p:cNvPr id="18" name="Slide Number Placeholder 17">
            <a:extLst>
              <a:ext uri="{FF2B5EF4-FFF2-40B4-BE49-F238E27FC236}">
                <a16:creationId xmlns:a16="http://schemas.microsoft.com/office/drawing/2014/main" id="{325C9A5C-680C-6EA0-3B81-433A858DD497}"/>
              </a:ext>
            </a:extLst>
          </p:cNvPr>
          <p:cNvSpPr>
            <a:spLocks noGrp="1"/>
          </p:cNvSpPr>
          <p:nvPr>
            <p:ph type="sldNum" sz="quarter" idx="22"/>
          </p:nvPr>
        </p:nvSpPr>
        <p:spPr/>
        <p:txBody>
          <a:bodyPr/>
          <a:lstStyle/>
          <a:p>
            <a:pPr algn="r"/>
            <a:fld id="{5D9A5160-6218-4E5A-B9E6-B93E3DAE377C}" type="slidenum">
              <a:rPr lang="en-US" smtClean="0"/>
              <a:pPr algn="r"/>
              <a:t>‹#›</a:t>
            </a:fld>
            <a:endParaRPr lang="en-US"/>
          </a:p>
        </p:txBody>
      </p:sp>
      <p:sp>
        <p:nvSpPr>
          <p:cNvPr id="4" name="Title 5">
            <a:extLst>
              <a:ext uri="{FF2B5EF4-FFF2-40B4-BE49-F238E27FC236}">
                <a16:creationId xmlns:a16="http://schemas.microsoft.com/office/drawing/2014/main" id="{E5F80359-918C-7AFB-2EA7-23FDF6AB202A}"/>
              </a:ext>
            </a:extLst>
          </p:cNvPr>
          <p:cNvSpPr>
            <a:spLocks noGrp="1"/>
          </p:cNvSpPr>
          <p:nvPr>
            <p:ph type="title" hasCustomPrompt="1"/>
          </p:nvPr>
        </p:nvSpPr>
        <p:spPr>
          <a:xfrm>
            <a:off x="5159374" y="4658810"/>
            <a:ext cx="6487665" cy="1672542"/>
          </a:xfrm>
        </p:spPr>
        <p:txBody>
          <a:bodyPr vert="horz" lIns="0" tIns="0" rIns="0" bIns="0" rtlCol="0" anchor="t">
            <a:noAutofit/>
          </a:bodyPr>
          <a:lstStyle>
            <a:lvl1pPr>
              <a:spcBef>
                <a:spcPts val="0"/>
              </a:spcBef>
              <a:defRPr lang="en-US" sz="4800">
                <a:solidFill>
                  <a:schemeClr val="tx1"/>
                </a:solidFill>
                <a:latin typeface="+mn-lt"/>
                <a:ea typeface="+mn-ea"/>
                <a:cs typeface="+mn-cs"/>
              </a:defRPr>
            </a:lvl1pPr>
          </a:lstStyle>
          <a:p>
            <a:pPr lvl="0">
              <a:lnSpc>
                <a:spcPct val="100000"/>
              </a:lnSpc>
              <a:spcBef>
                <a:spcPts val="1800"/>
              </a:spcBef>
              <a:buFont typeface="Arial" panose="020B0604020202020204" pitchFamily="34" charset="0"/>
            </a:pPr>
            <a:r>
              <a:rPr lang="en-US" dirty="0"/>
              <a:t>Click to add title</a:t>
            </a:r>
          </a:p>
        </p:txBody>
      </p:sp>
      <p:sp>
        <p:nvSpPr>
          <p:cNvPr id="6" name="Gradient Placeholder 5">
            <a:extLst>
              <a:ext uri="{FF2B5EF4-FFF2-40B4-BE49-F238E27FC236}">
                <a16:creationId xmlns:a16="http://schemas.microsoft.com/office/drawing/2014/main" id="{A495C13D-43B0-F211-D4C3-5938F144C6C6}"/>
              </a:ext>
            </a:extLst>
          </p:cNvPr>
          <p:cNvSpPr>
            <a:spLocks noGrp="1"/>
          </p:cNvSpPr>
          <p:nvPr>
            <p:ph type="body" sz="quarter" idx="28" hasCustomPrompt="1"/>
          </p:nvPr>
        </p:nvSpPr>
        <p:spPr>
          <a:xfrm>
            <a:off x="5159374" y="4257063"/>
            <a:ext cx="7032625" cy="180000"/>
          </a:xfr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a:defRPr kumimoji="0" lang="en-US" sz="700" b="0" i="0" u="none" strike="noStrike" kern="0" cap="none" spc="0" normalizeH="0" baseline="0" dirty="0" smtClean="0">
                <a:ln>
                  <a:noFill/>
                </a:ln>
                <a:solidFill>
                  <a:schemeClr val="tx2"/>
                </a:solidFill>
                <a:effectLst/>
                <a:uLnTx/>
                <a:uFillTx/>
                <a:latin typeface="Ubuntu"/>
              </a:defRPr>
            </a:lvl1pPr>
          </a:lstStyle>
          <a:p>
            <a:pPr lvl="0" algn="ctr">
              <a:spcBef>
                <a:spcPts val="0"/>
              </a:spcBef>
              <a:buFontTx/>
            </a:pPr>
            <a:r>
              <a:rPr lang="en-US" dirty="0"/>
              <a:t>Gradient in placeholder</a:t>
            </a:r>
          </a:p>
        </p:txBody>
      </p:sp>
      <p:sp>
        <p:nvSpPr>
          <p:cNvPr id="5" name="Logo Placeholder 7">
            <a:extLst>
              <a:ext uri="{FF2B5EF4-FFF2-40B4-BE49-F238E27FC236}">
                <a16:creationId xmlns:a16="http://schemas.microsoft.com/office/drawing/2014/main" id="{0B3C3CBD-E738-C78E-0E05-CABF012E6391}"/>
              </a:ext>
            </a:extLst>
          </p:cNvPr>
          <p:cNvSpPr>
            <a:spLocks noGrp="1"/>
          </p:cNvSpPr>
          <p:nvPr>
            <p:ph type="body" sz="quarter" idx="40" hasCustomPrompt="1"/>
          </p:nvPr>
        </p:nvSpPr>
        <p:spPr>
          <a:xfrm>
            <a:off x="11765626" y="128961"/>
            <a:ext cx="269046" cy="335806"/>
          </a:xfrm>
          <a:blipFill>
            <a:blip>
              <a:extLst>
                <a:ext uri="{96DAC541-7B7A-43D3-8B79-37D633B846F1}">
                  <asvg:svgBlip xmlns:asvg="http://schemas.microsoft.com/office/drawing/2016/SVG/main" r:embed="rId2"/>
                </a:ext>
              </a:extLst>
            </a:blip>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43338349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09BB1339-F341-E41B-4A76-E0462FDC1FEA}"/>
              </a:ext>
            </a:extLst>
          </p:cNvPr>
          <p:cNvSpPr/>
          <p:nvPr userDrawn="1"/>
        </p:nvSpPr>
        <p:spPr>
          <a:xfrm rot="16200000">
            <a:off x="-50850" y="3339001"/>
            <a:ext cx="6857998" cy="180000"/>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000000"/>
              </a:solidFill>
              <a:effectLst/>
              <a:uLnTx/>
              <a:uFillTx/>
              <a:latin typeface="Ubuntu"/>
              <a:ea typeface="+mn-ea"/>
              <a:cs typeface="+mn-cs"/>
            </a:endParaRPr>
          </a:p>
        </p:txBody>
      </p:sp>
      <p:sp>
        <p:nvSpPr>
          <p:cNvPr id="3" name="Date Placeholder 2">
            <a:extLst>
              <a:ext uri="{FF2B5EF4-FFF2-40B4-BE49-F238E27FC236}">
                <a16:creationId xmlns:a16="http://schemas.microsoft.com/office/drawing/2014/main" id="{8811E274-2B57-BD57-2F68-DBB426EFCE65}"/>
              </a:ext>
            </a:extLst>
          </p:cNvPr>
          <p:cNvSpPr>
            <a:spLocks noGrp="1"/>
          </p:cNvSpPr>
          <p:nvPr>
            <p:ph type="dt" sz="half" idx="19"/>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09CE6D32-8A75-0D6E-E71F-DAACF84605EC}"/>
              </a:ext>
            </a:extLst>
          </p:cNvPr>
          <p:cNvSpPr>
            <a:spLocks noGrp="1"/>
          </p:cNvSpPr>
          <p:nvPr>
            <p:ph type="ftr" sz="quarter" idx="20"/>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0977DCB7-EB08-EC5A-73FF-FB5F850C5C25}"/>
              </a:ext>
            </a:extLst>
          </p:cNvPr>
          <p:cNvSpPr>
            <a:spLocks noGrp="1"/>
          </p:cNvSpPr>
          <p:nvPr>
            <p:ph type="sldNum" sz="quarter" idx="21"/>
          </p:nvPr>
        </p:nvSpPr>
        <p:spPr/>
        <p:txBody>
          <a:bodyPr/>
          <a:lstStyle/>
          <a:p>
            <a:pPr algn="r"/>
            <a:fld id="{5D9A5160-6218-4E5A-B9E6-B93E3DAE377C}" type="slidenum">
              <a:rPr lang="en-US" smtClean="0"/>
              <a:pPr algn="r"/>
              <a:t>‹#›</a:t>
            </a:fld>
            <a:endParaRPr lang="en-US"/>
          </a:p>
        </p:txBody>
      </p:sp>
      <p:sp>
        <p:nvSpPr>
          <p:cNvPr id="9" name="Text Placeholder 4">
            <a:extLst>
              <a:ext uri="{FF2B5EF4-FFF2-40B4-BE49-F238E27FC236}">
                <a16:creationId xmlns:a16="http://schemas.microsoft.com/office/drawing/2014/main" id="{B4666C08-BC72-FDBE-1461-F2EECABF4D42}"/>
              </a:ext>
            </a:extLst>
          </p:cNvPr>
          <p:cNvSpPr>
            <a:spLocks noGrp="1"/>
          </p:cNvSpPr>
          <p:nvPr>
            <p:ph type="body" sz="quarter" idx="23" hasCustomPrompt="1"/>
          </p:nvPr>
        </p:nvSpPr>
        <p:spPr>
          <a:xfrm>
            <a:off x="-433" y="0"/>
            <a:ext cx="2736304" cy="2924175"/>
          </a:xfrm>
        </p:spPr>
        <p:txBody>
          <a:bodyPr vert="vert270" wrap="none" lIns="0" tIns="0" rIns="0" bIns="0" rtlCol="0" anchor="t" anchorCtr="0">
            <a:noAutofit/>
          </a:bodyPr>
          <a:lstStyle>
            <a:lvl1pPr>
              <a:defRPr lang="en-US" sz="16600" b="0" cap="none" spc="0" baseline="0" dirty="0" smtClean="0"/>
            </a:lvl1pPr>
          </a:lstStyle>
          <a:p>
            <a:pPr lvl="0">
              <a:spcBef>
                <a:spcPts val="0"/>
              </a:spcBef>
            </a:pPr>
            <a:r>
              <a:rPr lang="en-US" dirty="0"/>
              <a:t>01</a:t>
            </a:r>
          </a:p>
        </p:txBody>
      </p:sp>
      <p:sp>
        <p:nvSpPr>
          <p:cNvPr id="11" name="Title 5">
            <a:extLst>
              <a:ext uri="{FF2B5EF4-FFF2-40B4-BE49-F238E27FC236}">
                <a16:creationId xmlns:a16="http://schemas.microsoft.com/office/drawing/2014/main" id="{0B6F8127-33BC-B324-58CF-854CD4CB9479}"/>
              </a:ext>
            </a:extLst>
          </p:cNvPr>
          <p:cNvSpPr>
            <a:spLocks noGrp="1"/>
          </p:cNvSpPr>
          <p:nvPr>
            <p:ph type="title" hasCustomPrompt="1"/>
          </p:nvPr>
        </p:nvSpPr>
        <p:spPr>
          <a:xfrm>
            <a:off x="4253696" y="1510496"/>
            <a:ext cx="7393343" cy="2887883"/>
          </a:xfrm>
        </p:spPr>
        <p:txBody>
          <a:bodyPr vert="horz" lIns="0" tIns="0" rIns="0" bIns="0" rtlCol="0" anchor="t">
            <a:noAutofit/>
          </a:bodyPr>
          <a:lstStyle>
            <a:lvl1pPr>
              <a:spcBef>
                <a:spcPts val="0"/>
              </a:spcBef>
              <a:defRPr lang="en-US" sz="5400">
                <a:latin typeface="+mn-lt"/>
                <a:ea typeface="+mn-ea"/>
                <a:cs typeface="+mn-cs"/>
              </a:defRPr>
            </a:lvl1pPr>
          </a:lstStyle>
          <a:p>
            <a:pPr lvl="0">
              <a:lnSpc>
                <a:spcPct val="100000"/>
              </a:lnSpc>
              <a:spcBef>
                <a:spcPts val="1800"/>
              </a:spcBef>
              <a:buFont typeface="Arial" panose="020B0604020202020204" pitchFamily="34" charset="0"/>
            </a:pPr>
            <a:r>
              <a:rPr lang="en-US" dirty="0"/>
              <a:t>Click to add title</a:t>
            </a:r>
          </a:p>
        </p:txBody>
      </p:sp>
    </p:spTree>
    <p:extLst>
      <p:ext uri="{BB962C8B-B14F-4D97-AF65-F5344CB8AC3E}">
        <p14:creationId xmlns:p14="http://schemas.microsoft.com/office/powerpoint/2010/main" val="337874761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Divider Photo 2">
    <p:spTree>
      <p:nvGrpSpPr>
        <p:cNvPr id="1" name=""/>
        <p:cNvGrpSpPr/>
        <p:nvPr/>
      </p:nvGrpSpPr>
      <p:grpSpPr>
        <a:xfrm>
          <a:off x="0" y="0"/>
          <a:ext cx="0" cy="0"/>
          <a:chOff x="0" y="0"/>
          <a:chExt cx="0" cy="0"/>
        </a:xfrm>
      </p:grpSpPr>
      <p:sp>
        <p:nvSpPr>
          <p:cNvPr id="2" name="Picture Placeholder 10">
            <a:extLst>
              <a:ext uri="{FF2B5EF4-FFF2-40B4-BE49-F238E27FC236}">
                <a16:creationId xmlns:a16="http://schemas.microsoft.com/office/drawing/2014/main" id="{8AD156C1-F91F-57E6-BFA6-A0059404D21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4" name="Date Placeholder 3">
            <a:extLst>
              <a:ext uri="{FF2B5EF4-FFF2-40B4-BE49-F238E27FC236}">
                <a16:creationId xmlns:a16="http://schemas.microsoft.com/office/drawing/2014/main" id="{56929497-8122-9A44-6DDD-AD4C0F8B2084}"/>
              </a:ext>
            </a:extLst>
          </p:cNvPr>
          <p:cNvSpPr>
            <a:spLocks noGrp="1"/>
          </p:cNvSpPr>
          <p:nvPr>
            <p:ph type="dt" sz="half" idx="19"/>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4" name="Slide Number Placeholder 13">
            <a:extLst>
              <a:ext uri="{FF2B5EF4-FFF2-40B4-BE49-F238E27FC236}">
                <a16:creationId xmlns:a16="http://schemas.microsoft.com/office/drawing/2014/main" id="{715D5173-A014-ABE6-88BB-A9337A5DDDB5}"/>
              </a:ext>
            </a:extLst>
          </p:cNvPr>
          <p:cNvSpPr>
            <a:spLocks noGrp="1"/>
          </p:cNvSpPr>
          <p:nvPr>
            <p:ph type="sldNum" sz="quarter" idx="21"/>
          </p:nvPr>
        </p:nvSpPr>
        <p:spPr/>
        <p:txBody>
          <a:bodyPr/>
          <a:lstStyle/>
          <a:p>
            <a:pPr algn="r"/>
            <a:fld id="{5D9A5160-6218-4E5A-B9E6-B93E3DAE377C}" type="slidenum">
              <a:rPr lang="en-US" smtClean="0"/>
              <a:pPr algn="r"/>
              <a:t>‹#›</a:t>
            </a:fld>
            <a:endParaRPr lang="en-US"/>
          </a:p>
        </p:txBody>
      </p:sp>
      <p:sp>
        <p:nvSpPr>
          <p:cNvPr id="5" name="Text Placeholder 4">
            <a:extLst>
              <a:ext uri="{FF2B5EF4-FFF2-40B4-BE49-F238E27FC236}">
                <a16:creationId xmlns:a16="http://schemas.microsoft.com/office/drawing/2014/main" id="{13682657-FA28-8301-9AF3-F2AE614DCDE3}"/>
              </a:ext>
            </a:extLst>
          </p:cNvPr>
          <p:cNvSpPr>
            <a:spLocks noGrp="1"/>
          </p:cNvSpPr>
          <p:nvPr>
            <p:ph type="body" sz="quarter" idx="22" hasCustomPrompt="1"/>
          </p:nvPr>
        </p:nvSpPr>
        <p:spPr>
          <a:xfrm>
            <a:off x="-433" y="0"/>
            <a:ext cx="2736304" cy="2924175"/>
          </a:xfrm>
        </p:spPr>
        <p:txBody>
          <a:bodyPr vert="vert270" wrap="none" lIns="0" tIns="0" rIns="0" bIns="0" rtlCol="0" anchor="t" anchorCtr="0">
            <a:noAutofit/>
          </a:bodyPr>
          <a:lstStyle>
            <a:lvl1pPr>
              <a:defRPr lang="en-US" sz="16600" b="0" cap="none" spc="0" baseline="0" dirty="0" smtClean="0">
                <a:solidFill>
                  <a:schemeClr val="tx1"/>
                </a:solidFill>
              </a:defRPr>
            </a:lvl1pPr>
          </a:lstStyle>
          <a:p>
            <a:pPr lvl="0">
              <a:spcBef>
                <a:spcPts val="0"/>
              </a:spcBef>
            </a:pPr>
            <a:r>
              <a:rPr lang="en-US" dirty="0"/>
              <a:t>01</a:t>
            </a:r>
          </a:p>
        </p:txBody>
      </p:sp>
      <p:sp>
        <p:nvSpPr>
          <p:cNvPr id="9" name="Title 5">
            <a:extLst>
              <a:ext uri="{FF2B5EF4-FFF2-40B4-BE49-F238E27FC236}">
                <a16:creationId xmlns:a16="http://schemas.microsoft.com/office/drawing/2014/main" id="{1861857D-180D-4FE5-399B-DE08A8B1548C}"/>
              </a:ext>
            </a:extLst>
          </p:cNvPr>
          <p:cNvSpPr>
            <a:spLocks noGrp="1"/>
          </p:cNvSpPr>
          <p:nvPr>
            <p:ph type="title" hasCustomPrompt="1"/>
          </p:nvPr>
        </p:nvSpPr>
        <p:spPr>
          <a:xfrm>
            <a:off x="4253696" y="1510496"/>
            <a:ext cx="7393343" cy="2887883"/>
          </a:xfrm>
        </p:spPr>
        <p:txBody>
          <a:bodyPr vert="horz" lIns="0" tIns="0" rIns="0" bIns="0" rtlCol="0" anchor="t">
            <a:noAutofit/>
          </a:bodyPr>
          <a:lstStyle>
            <a:lvl1pPr>
              <a:spcBef>
                <a:spcPts val="0"/>
              </a:spcBef>
              <a:defRPr lang="en-US" sz="5400">
                <a:solidFill>
                  <a:schemeClr val="tx1"/>
                </a:solidFill>
                <a:latin typeface="+mn-lt"/>
                <a:ea typeface="+mn-ea"/>
                <a:cs typeface="+mn-cs"/>
              </a:defRPr>
            </a:lvl1pPr>
          </a:lstStyle>
          <a:p>
            <a:pPr lvl="0">
              <a:lnSpc>
                <a:spcPct val="100000"/>
              </a:lnSpc>
              <a:spcBef>
                <a:spcPts val="1800"/>
              </a:spcBef>
              <a:buFont typeface="Arial" panose="020B0604020202020204" pitchFamily="34" charset="0"/>
            </a:pPr>
            <a:r>
              <a:rPr lang="en-US" dirty="0"/>
              <a:t>Click to add title</a:t>
            </a:r>
          </a:p>
        </p:txBody>
      </p:sp>
      <p:sp>
        <p:nvSpPr>
          <p:cNvPr id="7" name="Gradient Placeholder 5">
            <a:extLst>
              <a:ext uri="{FF2B5EF4-FFF2-40B4-BE49-F238E27FC236}">
                <a16:creationId xmlns:a16="http://schemas.microsoft.com/office/drawing/2014/main" id="{0571978A-A079-2CFE-0A83-D7D525496E16}"/>
              </a:ext>
            </a:extLst>
          </p:cNvPr>
          <p:cNvSpPr>
            <a:spLocks noGrp="1"/>
          </p:cNvSpPr>
          <p:nvPr>
            <p:ph type="body" sz="quarter" idx="28" hasCustomPrompt="1"/>
          </p:nvPr>
        </p:nvSpPr>
        <p:spPr>
          <a:xfrm rot="16200000">
            <a:off x="-50850" y="3339001"/>
            <a:ext cx="6857998" cy="180000"/>
          </a:xfr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a:defRPr kumimoji="0" lang="en-US" sz="700" b="0" i="0" u="none" strike="noStrike" kern="0" cap="none" spc="0" normalizeH="0" baseline="0" dirty="0" smtClean="0">
                <a:ln>
                  <a:noFill/>
                </a:ln>
                <a:solidFill>
                  <a:schemeClr val="accent2"/>
                </a:solidFill>
                <a:effectLst/>
                <a:uLnTx/>
                <a:uFillTx/>
                <a:latin typeface="Ubuntu"/>
              </a:defRPr>
            </a:lvl1pPr>
          </a:lstStyle>
          <a:p>
            <a:pPr lvl="0" algn="ctr">
              <a:spcBef>
                <a:spcPts val="0"/>
              </a:spcBef>
              <a:buFontTx/>
            </a:pPr>
            <a:r>
              <a:rPr lang="en-US" dirty="0"/>
              <a:t>Gradient in placeholder</a:t>
            </a:r>
          </a:p>
        </p:txBody>
      </p:sp>
      <p:sp>
        <p:nvSpPr>
          <p:cNvPr id="6" name="Footer Placeholder 5">
            <a:extLst>
              <a:ext uri="{FF2B5EF4-FFF2-40B4-BE49-F238E27FC236}">
                <a16:creationId xmlns:a16="http://schemas.microsoft.com/office/drawing/2014/main" id="{F00853BC-BEFF-4053-AD58-C0C6CB7301CA}"/>
              </a:ext>
            </a:extLst>
          </p:cNvPr>
          <p:cNvSpPr>
            <a:spLocks noGrp="1"/>
          </p:cNvSpPr>
          <p:nvPr>
            <p:ph type="ftr" sz="quarter" idx="20"/>
          </p:nvPr>
        </p:nvSpPr>
        <p:spPr/>
        <p:txBody>
          <a:bodyPr/>
          <a:lstStyle/>
          <a:p>
            <a:pPr>
              <a:spcBef>
                <a:spcPts val="1000"/>
              </a:spcBef>
              <a:buFont typeface="Arial" panose="020B0604020202020204" pitchFamily="34" charset="0"/>
              <a:buNone/>
            </a:pPr>
            <a:r>
              <a:rPr lang="en-US"/>
              <a:t>Presentation Title | Author | Date</a:t>
            </a:r>
          </a:p>
        </p:txBody>
      </p:sp>
      <p:sp>
        <p:nvSpPr>
          <p:cNvPr id="3" name="Logo Placeholder 7">
            <a:extLst>
              <a:ext uri="{FF2B5EF4-FFF2-40B4-BE49-F238E27FC236}">
                <a16:creationId xmlns:a16="http://schemas.microsoft.com/office/drawing/2014/main" id="{DCFC13AE-0F74-A4CB-F711-D9650A2D5CC3}"/>
              </a:ext>
            </a:extLst>
          </p:cNvPr>
          <p:cNvSpPr>
            <a:spLocks noGrp="1"/>
          </p:cNvSpPr>
          <p:nvPr>
            <p:ph type="body" sz="quarter" idx="40" hasCustomPrompt="1"/>
          </p:nvPr>
        </p:nvSpPr>
        <p:spPr>
          <a:xfrm>
            <a:off x="11765626" y="128961"/>
            <a:ext cx="269046" cy="335806"/>
          </a:xfrm>
          <a:blipFill>
            <a:blip>
              <a:extLst>
                <a:ext uri="{96DAC541-7B7A-43D3-8B79-37D633B846F1}">
                  <asvg:svgBlip xmlns:asvg="http://schemas.microsoft.com/office/drawing/2016/SVG/main" r:embed="rId2"/>
                </a:ext>
              </a:extLst>
            </a:blip>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30262747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Blank">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D05BE089-2489-3604-1BFA-99F26E2657A3}"/>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27DD8718-6D0F-15C6-4CBD-55C472C3C492}"/>
              </a:ext>
            </a:extLst>
          </p:cNvPr>
          <p:cNvSpPr>
            <a:spLocks noGrp="1"/>
          </p:cNvSpPr>
          <p:nvPr>
            <p:ph type="ftr" sz="quarter" idx="11"/>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A98A8975-BB8E-4570-BA8F-A91834025269}"/>
              </a:ext>
            </a:extLst>
          </p:cNvPr>
          <p:cNvSpPr>
            <a:spLocks noGrp="1"/>
          </p:cNvSpPr>
          <p:nvPr>
            <p:ph type="sldNum" sz="quarter" idx="12"/>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5779857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350D4F91-45C7-417B-8E2B-E8F582B53B82}"/>
              </a:ext>
            </a:extLst>
          </p:cNvPr>
          <p:cNvSpPr>
            <a:spLocks noGrp="1"/>
          </p:cNvSpPr>
          <p:nvPr>
            <p:ph type="title"/>
          </p:nvPr>
        </p:nvSpPr>
        <p:spPr/>
        <p:txBody>
          <a:bodyPr/>
          <a:lstStyle/>
          <a:p>
            <a:r>
              <a:rPr lang="en-US"/>
              <a:t>Click to edit Master title style</a:t>
            </a:r>
          </a:p>
        </p:txBody>
      </p:sp>
      <p:sp>
        <p:nvSpPr>
          <p:cNvPr id="2" name="Date Placeholder 1">
            <a:extLst>
              <a:ext uri="{FF2B5EF4-FFF2-40B4-BE49-F238E27FC236}">
                <a16:creationId xmlns:a16="http://schemas.microsoft.com/office/drawing/2014/main" id="{2833D816-5C9E-2A40-9E78-51ECB313D899}"/>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 name="Footer Placeholder 2">
            <a:extLst>
              <a:ext uri="{FF2B5EF4-FFF2-40B4-BE49-F238E27FC236}">
                <a16:creationId xmlns:a16="http://schemas.microsoft.com/office/drawing/2014/main" id="{794E6C65-0D28-CB57-A2B5-21758711DFE7}"/>
              </a:ext>
            </a:extLst>
          </p:cNvPr>
          <p:cNvSpPr>
            <a:spLocks noGrp="1"/>
          </p:cNvSpPr>
          <p:nvPr>
            <p:ph type="ftr" sz="quarter" idx="11"/>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17755223-45C2-7E94-C304-676F000A4EE4}"/>
              </a:ext>
            </a:extLst>
          </p:cNvPr>
          <p:cNvSpPr>
            <a:spLocks noGrp="1"/>
          </p:cNvSpPr>
          <p:nvPr>
            <p:ph type="sldNum" sz="quarter" idx="12"/>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394434488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Only Chapterbox">
    <p:spTree>
      <p:nvGrpSpPr>
        <p:cNvPr id="1" name=""/>
        <p:cNvGrpSpPr/>
        <p:nvPr/>
      </p:nvGrpSpPr>
      <p:grpSpPr>
        <a:xfrm>
          <a:off x="0" y="0"/>
          <a:ext cx="0" cy="0"/>
          <a:chOff x="0" y="0"/>
          <a:chExt cx="0" cy="0"/>
        </a:xfrm>
      </p:grpSpPr>
      <p:sp>
        <p:nvSpPr>
          <p:cNvPr id="10" name="Date Placeholder 9">
            <a:extLst>
              <a:ext uri="{FF2B5EF4-FFF2-40B4-BE49-F238E27FC236}">
                <a16:creationId xmlns:a16="http://schemas.microsoft.com/office/drawing/2014/main" id="{E6C6CF10-71F7-EE78-C2BD-6C8E84F961BE}"/>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1" name="Footer Placeholder 10">
            <a:extLst>
              <a:ext uri="{FF2B5EF4-FFF2-40B4-BE49-F238E27FC236}">
                <a16:creationId xmlns:a16="http://schemas.microsoft.com/office/drawing/2014/main" id="{089A870A-6E3E-31EB-C34E-7847CE40D3BF}"/>
              </a:ext>
            </a:extLst>
          </p:cNvPr>
          <p:cNvSpPr>
            <a:spLocks noGrp="1"/>
          </p:cNvSpPr>
          <p:nvPr>
            <p:ph type="ftr" sz="quarter" idx="11"/>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69B47629-0F7D-C086-6180-6C8A8A265B4A}"/>
              </a:ext>
            </a:extLst>
          </p:cNvPr>
          <p:cNvSpPr>
            <a:spLocks noGrp="1"/>
          </p:cNvSpPr>
          <p:nvPr>
            <p:ph type="sldNum" sz="quarter" idx="12"/>
          </p:nvPr>
        </p:nvSpPr>
        <p:spPr/>
        <p:txBody>
          <a:bodyPr/>
          <a:lstStyle/>
          <a:p>
            <a:pPr algn="r"/>
            <a:fld id="{5D9A5160-6218-4E5A-B9E6-B93E3DAE377C}" type="slidenum">
              <a:rPr lang="en-US" smtClean="0"/>
              <a:pPr algn="r"/>
              <a:t>‹#›</a:t>
            </a:fld>
            <a:endParaRPr lang="en-US"/>
          </a:p>
        </p:txBody>
      </p:sp>
      <p:sp>
        <p:nvSpPr>
          <p:cNvPr id="3" name="Chapter Placeholder 2">
            <a:extLst>
              <a:ext uri="{FF2B5EF4-FFF2-40B4-BE49-F238E27FC236}">
                <a16:creationId xmlns:a16="http://schemas.microsoft.com/office/drawing/2014/main" id="{23CF6BB0-AE4E-8C5D-62B2-A2216E42A57E}"/>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2" name="Title Placeholder 4">
            <a:extLst>
              <a:ext uri="{FF2B5EF4-FFF2-40B4-BE49-F238E27FC236}">
                <a16:creationId xmlns:a16="http://schemas.microsoft.com/office/drawing/2014/main" id="{8616DD99-E5DF-50D2-33AF-495DCBE920C3}"/>
              </a:ext>
            </a:extLst>
          </p:cNvPr>
          <p:cNvSpPr>
            <a:spLocks noGrp="1"/>
          </p:cNvSpPr>
          <p:nvPr>
            <p:ph type="title"/>
          </p:nvPr>
        </p:nvSpPr>
        <p:spPr>
          <a:xfrm>
            <a:off x="551384" y="549274"/>
            <a:ext cx="11090938" cy="930372"/>
          </a:xfrm>
          <a:prstGeom prst="rect">
            <a:avLst/>
          </a:prstGeom>
        </p:spPr>
        <p:txBody>
          <a:bodyPr vert="horz" lIns="0" tIns="0" rIns="0" bIns="126000" rtlCol="0" anchor="b" anchorCtr="0">
            <a:noAutofit/>
          </a:bodyPr>
          <a:lstStyle/>
          <a:p>
            <a:pPr lvl="0"/>
            <a:r>
              <a:rPr lang="en-US"/>
              <a:t>Click to edit Master title style</a:t>
            </a:r>
            <a:endParaRPr lang="de-DE" dirty="0"/>
          </a:p>
        </p:txBody>
      </p:sp>
    </p:spTree>
    <p:extLst>
      <p:ext uri="{BB962C8B-B14F-4D97-AF65-F5344CB8AC3E}">
        <p14:creationId xmlns:p14="http://schemas.microsoft.com/office/powerpoint/2010/main" val="222137760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Content 1">
    <p:spTree>
      <p:nvGrpSpPr>
        <p:cNvPr id="1" name=""/>
        <p:cNvGrpSpPr/>
        <p:nvPr/>
      </p:nvGrpSpPr>
      <p:grpSpPr>
        <a:xfrm>
          <a:off x="0" y="0"/>
          <a:ext cx="0" cy="0"/>
          <a:chOff x="0" y="0"/>
          <a:chExt cx="0" cy="0"/>
        </a:xfrm>
      </p:grpSpPr>
      <p:sp>
        <p:nvSpPr>
          <p:cNvPr id="11" name="Text Placeholder 9">
            <a:extLst>
              <a:ext uri="{FF2B5EF4-FFF2-40B4-BE49-F238E27FC236}">
                <a16:creationId xmlns:a16="http://schemas.microsoft.com/office/drawing/2014/main" id="{0D6E650F-BA4C-6AA4-9148-F570EFB99F38}"/>
              </a:ext>
            </a:extLst>
          </p:cNvPr>
          <p:cNvSpPr>
            <a:spLocks noGrp="1"/>
          </p:cNvSpPr>
          <p:nvPr>
            <p:ph type="body" sz="quarter" idx="22"/>
          </p:nvPr>
        </p:nvSpPr>
        <p:spPr>
          <a:xfrm>
            <a:off x="550200" y="1634286"/>
            <a:ext cx="11090938" cy="307777"/>
          </a:xfrm>
          <a:prstGeom prst="rect">
            <a:avLst/>
          </a:prstGeom>
        </p:spPr>
        <p:txBody>
          <a:bodyPr vert="horz" lIns="0" tIns="0" rIns="0" bIns="0" rtlCol="0">
            <a:spAutoFit/>
          </a:bodyPr>
          <a:lstStyle>
            <a:lvl1pPr>
              <a:defRPr lang="en-US" sz="2000" b="1" smtClean="0">
                <a:solidFill>
                  <a:schemeClr val="tx2"/>
                </a:solidFill>
              </a:defRPr>
            </a:lvl1pPr>
          </a:lstStyle>
          <a:p>
            <a:pPr lvl="0"/>
            <a:r>
              <a:rPr lang="en-US"/>
              <a:t>Click to edit Master text styles</a:t>
            </a:r>
          </a:p>
        </p:txBody>
      </p:sp>
      <p:sp>
        <p:nvSpPr>
          <p:cNvPr id="2" name="Date Placeholder 1">
            <a:extLst>
              <a:ext uri="{FF2B5EF4-FFF2-40B4-BE49-F238E27FC236}">
                <a16:creationId xmlns:a16="http://schemas.microsoft.com/office/drawing/2014/main" id="{7E2DCB00-3596-4BD8-9F35-38D8EA5CF694}"/>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AA6CA9E0-8796-0651-659C-4AA35745A35A}"/>
              </a:ext>
            </a:extLst>
          </p:cNvPr>
          <p:cNvSpPr>
            <a:spLocks noGrp="1"/>
          </p:cNvSpPr>
          <p:nvPr>
            <p:ph type="ftr" sz="quarter" idx="29"/>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7C8C212F-0CAF-442A-97AB-25CC338803B1}"/>
              </a:ext>
            </a:extLst>
          </p:cNvPr>
          <p:cNvSpPr>
            <a:spLocks noGrp="1"/>
          </p:cNvSpPr>
          <p:nvPr>
            <p:ph type="sldNum" sz="quarter" idx="30"/>
          </p:nvPr>
        </p:nvSpPr>
        <p:spPr/>
        <p:txBody>
          <a:bodyPr/>
          <a:lstStyle/>
          <a:p>
            <a:pPr algn="r"/>
            <a:fld id="{5D9A5160-6218-4E5A-B9E6-B93E3DAE377C}" type="slidenum">
              <a:rPr lang="en-US" smtClean="0"/>
              <a:pPr algn="r"/>
              <a:t>‹#›</a:t>
            </a:fld>
            <a:endParaRPr lang="en-US"/>
          </a:p>
        </p:txBody>
      </p:sp>
      <p:sp>
        <p:nvSpPr>
          <p:cNvPr id="5" name="Title 4">
            <a:extLst>
              <a:ext uri="{FF2B5EF4-FFF2-40B4-BE49-F238E27FC236}">
                <a16:creationId xmlns:a16="http://schemas.microsoft.com/office/drawing/2014/main" id="{F51FE388-96EB-60B4-BDE5-75205588111D}"/>
              </a:ext>
            </a:extLst>
          </p:cNvPr>
          <p:cNvSpPr>
            <a:spLocks noGrp="1"/>
          </p:cNvSpPr>
          <p:nvPr>
            <p:ph type="title"/>
          </p:nvPr>
        </p:nvSpPr>
        <p:spPr/>
        <p:txBody>
          <a:bodyPr/>
          <a:lstStyle/>
          <a:p>
            <a:r>
              <a:rPr lang="en-US"/>
              <a:t>Click to edit Master title style</a:t>
            </a:r>
            <a:endParaRPr lang="en-US" dirty="0"/>
          </a:p>
        </p:txBody>
      </p:sp>
      <p:sp>
        <p:nvSpPr>
          <p:cNvPr id="6" name="Content Placeholder 5">
            <a:extLst>
              <a:ext uri="{FF2B5EF4-FFF2-40B4-BE49-F238E27FC236}">
                <a16:creationId xmlns:a16="http://schemas.microsoft.com/office/drawing/2014/main" id="{B1642B4B-22B4-952E-DD1B-30B2523729DC}"/>
              </a:ext>
            </a:extLst>
          </p:cNvPr>
          <p:cNvSpPr>
            <a:spLocks noGrp="1"/>
          </p:cNvSpPr>
          <p:nvPr>
            <p:ph sz="quarter" idx="31"/>
          </p:nvPr>
        </p:nvSpPr>
        <p:spPr>
          <a:xfrm>
            <a:off x="551384" y="2132856"/>
            <a:ext cx="11090938"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89821446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ontent 1 Chapterbox">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E2DCB00-3596-4BD8-9F35-38D8EA5CF694}"/>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AA6CA9E0-8796-0651-659C-4AA35745A35A}"/>
              </a:ext>
            </a:extLst>
          </p:cNvPr>
          <p:cNvSpPr>
            <a:spLocks noGrp="1"/>
          </p:cNvSpPr>
          <p:nvPr>
            <p:ph type="ftr" sz="quarter" idx="29"/>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7C8C212F-0CAF-442A-97AB-25CC338803B1}"/>
              </a:ext>
            </a:extLst>
          </p:cNvPr>
          <p:cNvSpPr>
            <a:spLocks noGrp="1"/>
          </p:cNvSpPr>
          <p:nvPr>
            <p:ph type="sldNum" sz="quarter" idx="30"/>
          </p:nvPr>
        </p:nvSpPr>
        <p:spPr/>
        <p:txBody>
          <a:bodyPr/>
          <a:lstStyle/>
          <a:p>
            <a:pPr algn="r"/>
            <a:fld id="{5D9A5160-6218-4E5A-B9E6-B93E3DAE377C}" type="slidenum">
              <a:rPr lang="en-US" smtClean="0"/>
              <a:pPr algn="r"/>
              <a:t>‹#›</a:t>
            </a:fld>
            <a:endParaRPr lang="en-US"/>
          </a:p>
        </p:txBody>
      </p:sp>
      <p:sp>
        <p:nvSpPr>
          <p:cNvPr id="7" name="Text Placeholder 9">
            <a:extLst>
              <a:ext uri="{FF2B5EF4-FFF2-40B4-BE49-F238E27FC236}">
                <a16:creationId xmlns:a16="http://schemas.microsoft.com/office/drawing/2014/main" id="{54880E18-9261-E63B-CB03-844BADE7AE64}"/>
              </a:ext>
            </a:extLst>
          </p:cNvPr>
          <p:cNvSpPr>
            <a:spLocks noGrp="1"/>
          </p:cNvSpPr>
          <p:nvPr>
            <p:ph type="body" sz="quarter" idx="22"/>
          </p:nvPr>
        </p:nvSpPr>
        <p:spPr>
          <a:xfrm>
            <a:off x="550200" y="1634286"/>
            <a:ext cx="11090938" cy="307777"/>
          </a:xfrm>
          <a:prstGeom prst="rect">
            <a:avLst/>
          </a:prstGeom>
        </p:spPr>
        <p:txBody>
          <a:bodyPr vert="horz" lIns="0" tIns="0" rIns="0" bIns="0" rtlCol="0">
            <a:spAutoFit/>
          </a:bodyPr>
          <a:lstStyle>
            <a:lvl1pPr>
              <a:defRPr lang="en-US" sz="2000" b="1" smtClean="0">
                <a:solidFill>
                  <a:schemeClr val="tx2"/>
                </a:solidFill>
              </a:defRPr>
            </a:lvl1pPr>
          </a:lstStyle>
          <a:p>
            <a:pPr lvl="0"/>
            <a:r>
              <a:rPr lang="en-US"/>
              <a:t>Click to edit Master text styles</a:t>
            </a:r>
          </a:p>
        </p:txBody>
      </p:sp>
      <p:sp>
        <p:nvSpPr>
          <p:cNvPr id="8" name="Title 4">
            <a:extLst>
              <a:ext uri="{FF2B5EF4-FFF2-40B4-BE49-F238E27FC236}">
                <a16:creationId xmlns:a16="http://schemas.microsoft.com/office/drawing/2014/main" id="{019E92FE-5A18-711B-5160-9AA65A58DEE3}"/>
              </a:ext>
            </a:extLst>
          </p:cNvPr>
          <p:cNvSpPr>
            <a:spLocks noGrp="1"/>
          </p:cNvSpPr>
          <p:nvPr>
            <p:ph type="title"/>
          </p:nvPr>
        </p:nvSpPr>
        <p:spPr>
          <a:xfrm>
            <a:off x="551384" y="549274"/>
            <a:ext cx="11090938" cy="930372"/>
          </a:xfrm>
        </p:spPr>
        <p:txBody>
          <a:bodyPr/>
          <a:lstStyle/>
          <a:p>
            <a:r>
              <a:rPr lang="en-US"/>
              <a:t>Click to edit Master title style</a:t>
            </a:r>
          </a:p>
        </p:txBody>
      </p:sp>
      <p:sp>
        <p:nvSpPr>
          <p:cNvPr id="10" name="Content Placeholder 5">
            <a:extLst>
              <a:ext uri="{FF2B5EF4-FFF2-40B4-BE49-F238E27FC236}">
                <a16:creationId xmlns:a16="http://schemas.microsoft.com/office/drawing/2014/main" id="{29DC02C4-69E4-1466-4B58-A9AE3DE4EE00}"/>
              </a:ext>
            </a:extLst>
          </p:cNvPr>
          <p:cNvSpPr>
            <a:spLocks noGrp="1"/>
          </p:cNvSpPr>
          <p:nvPr>
            <p:ph sz="quarter" idx="31"/>
          </p:nvPr>
        </p:nvSpPr>
        <p:spPr>
          <a:xfrm>
            <a:off x="551384" y="2132856"/>
            <a:ext cx="11090938"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hapter Placeholder 2">
            <a:extLst>
              <a:ext uri="{FF2B5EF4-FFF2-40B4-BE49-F238E27FC236}">
                <a16:creationId xmlns:a16="http://schemas.microsoft.com/office/drawing/2014/main" id="{87F47C03-95E0-E83E-1625-0EE59F600C92}"/>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224588087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le Subtitle">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E2DCB00-3596-4BD8-9F35-38D8EA5CF694}"/>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AA6CA9E0-8796-0651-659C-4AA35745A35A}"/>
              </a:ext>
            </a:extLst>
          </p:cNvPr>
          <p:cNvSpPr>
            <a:spLocks noGrp="1"/>
          </p:cNvSpPr>
          <p:nvPr>
            <p:ph type="ftr" sz="quarter" idx="29"/>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7C8C212F-0CAF-442A-97AB-25CC338803B1}"/>
              </a:ext>
            </a:extLst>
          </p:cNvPr>
          <p:cNvSpPr>
            <a:spLocks noGrp="1"/>
          </p:cNvSpPr>
          <p:nvPr>
            <p:ph type="sldNum" sz="quarter" idx="30"/>
          </p:nvPr>
        </p:nvSpPr>
        <p:spPr/>
        <p:txBody>
          <a:bodyPr/>
          <a:lstStyle/>
          <a:p>
            <a:pPr algn="r"/>
            <a:fld id="{5D9A5160-6218-4E5A-B9E6-B93E3DAE377C}" type="slidenum">
              <a:rPr lang="en-US" smtClean="0"/>
              <a:pPr algn="r"/>
              <a:t>‹#›</a:t>
            </a:fld>
            <a:endParaRPr lang="en-US"/>
          </a:p>
        </p:txBody>
      </p:sp>
      <p:sp>
        <p:nvSpPr>
          <p:cNvPr id="5" name="Title 4">
            <a:extLst>
              <a:ext uri="{FF2B5EF4-FFF2-40B4-BE49-F238E27FC236}">
                <a16:creationId xmlns:a16="http://schemas.microsoft.com/office/drawing/2014/main" id="{F51FE388-96EB-60B4-BDE5-75205588111D}"/>
              </a:ext>
            </a:extLst>
          </p:cNvPr>
          <p:cNvSpPr>
            <a:spLocks noGrp="1"/>
          </p:cNvSpPr>
          <p:nvPr>
            <p:ph type="title"/>
          </p:nvPr>
        </p:nvSpPr>
        <p:spPr/>
        <p:txBody>
          <a:bodyPr/>
          <a:lstStyle/>
          <a:p>
            <a:r>
              <a:rPr lang="en-US"/>
              <a:t>Click to edit Master title style</a:t>
            </a:r>
          </a:p>
        </p:txBody>
      </p:sp>
      <p:sp>
        <p:nvSpPr>
          <p:cNvPr id="6" name="Text Placeholder 9">
            <a:extLst>
              <a:ext uri="{FF2B5EF4-FFF2-40B4-BE49-F238E27FC236}">
                <a16:creationId xmlns:a16="http://schemas.microsoft.com/office/drawing/2014/main" id="{D5413FD6-CC71-0BBC-BD58-8FB1021590FA}"/>
              </a:ext>
            </a:extLst>
          </p:cNvPr>
          <p:cNvSpPr>
            <a:spLocks noGrp="1"/>
          </p:cNvSpPr>
          <p:nvPr>
            <p:ph type="body" sz="quarter" idx="22"/>
          </p:nvPr>
        </p:nvSpPr>
        <p:spPr>
          <a:xfrm>
            <a:off x="550200" y="1634286"/>
            <a:ext cx="11090938" cy="307777"/>
          </a:xfrm>
          <a:prstGeom prst="rect">
            <a:avLst/>
          </a:prstGeom>
        </p:spPr>
        <p:txBody>
          <a:bodyPr vert="horz" lIns="0" tIns="0" rIns="0" bIns="0" rtlCol="0">
            <a:spAutoFit/>
          </a:bodyPr>
          <a:lstStyle>
            <a:lvl1pPr>
              <a:defRPr lang="en-US" sz="2000" b="1" smtClean="0">
                <a:solidFill>
                  <a:schemeClr val="tx2"/>
                </a:solidFill>
              </a:defRPr>
            </a:lvl1pPr>
          </a:lstStyle>
          <a:p>
            <a:pPr lvl="0"/>
            <a:r>
              <a:rPr lang="en-US"/>
              <a:t>Click to edit Master text styles</a:t>
            </a:r>
          </a:p>
        </p:txBody>
      </p:sp>
    </p:spTree>
    <p:extLst>
      <p:ext uri="{BB962C8B-B14F-4D97-AF65-F5344CB8AC3E}">
        <p14:creationId xmlns:p14="http://schemas.microsoft.com/office/powerpoint/2010/main" val="55944470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Subtitle Chapterbox">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E2DCB00-3596-4BD8-9F35-38D8EA5CF694}"/>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AA6CA9E0-8796-0651-659C-4AA35745A35A}"/>
              </a:ext>
            </a:extLst>
          </p:cNvPr>
          <p:cNvSpPr>
            <a:spLocks noGrp="1"/>
          </p:cNvSpPr>
          <p:nvPr>
            <p:ph type="ftr" sz="quarter" idx="29"/>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7C8C212F-0CAF-442A-97AB-25CC338803B1}"/>
              </a:ext>
            </a:extLst>
          </p:cNvPr>
          <p:cNvSpPr>
            <a:spLocks noGrp="1"/>
          </p:cNvSpPr>
          <p:nvPr>
            <p:ph type="sldNum" sz="quarter" idx="30"/>
          </p:nvPr>
        </p:nvSpPr>
        <p:spPr/>
        <p:txBody>
          <a:bodyPr/>
          <a:lstStyle/>
          <a:p>
            <a:pPr algn="r"/>
            <a:fld id="{5D9A5160-6218-4E5A-B9E6-B93E3DAE377C}" type="slidenum">
              <a:rPr lang="en-US" smtClean="0"/>
              <a:pPr algn="r"/>
              <a:t>‹#›</a:t>
            </a:fld>
            <a:endParaRPr lang="en-US"/>
          </a:p>
        </p:txBody>
      </p:sp>
      <p:sp>
        <p:nvSpPr>
          <p:cNvPr id="6" name="Text Placeholder 9">
            <a:extLst>
              <a:ext uri="{FF2B5EF4-FFF2-40B4-BE49-F238E27FC236}">
                <a16:creationId xmlns:a16="http://schemas.microsoft.com/office/drawing/2014/main" id="{25A263D2-B0DE-B389-B995-EAF85F8F772A}"/>
              </a:ext>
            </a:extLst>
          </p:cNvPr>
          <p:cNvSpPr>
            <a:spLocks noGrp="1"/>
          </p:cNvSpPr>
          <p:nvPr>
            <p:ph type="body" sz="quarter" idx="22"/>
          </p:nvPr>
        </p:nvSpPr>
        <p:spPr>
          <a:xfrm>
            <a:off x="550200" y="1634286"/>
            <a:ext cx="11090938" cy="307777"/>
          </a:xfrm>
          <a:prstGeom prst="rect">
            <a:avLst/>
          </a:prstGeom>
        </p:spPr>
        <p:txBody>
          <a:bodyPr vert="horz" lIns="0" tIns="0" rIns="0" bIns="0" rtlCol="0">
            <a:spAutoFit/>
          </a:bodyPr>
          <a:lstStyle>
            <a:lvl1pPr>
              <a:defRPr lang="en-US" sz="2000" b="1" smtClean="0">
                <a:solidFill>
                  <a:schemeClr val="tx2"/>
                </a:solidFill>
              </a:defRPr>
            </a:lvl1pPr>
          </a:lstStyle>
          <a:p>
            <a:pPr lvl="0"/>
            <a:r>
              <a:rPr lang="en-US"/>
              <a:t>Click to edit Master text styles</a:t>
            </a:r>
          </a:p>
        </p:txBody>
      </p:sp>
      <p:sp>
        <p:nvSpPr>
          <p:cNvPr id="8" name="Title 4">
            <a:extLst>
              <a:ext uri="{FF2B5EF4-FFF2-40B4-BE49-F238E27FC236}">
                <a16:creationId xmlns:a16="http://schemas.microsoft.com/office/drawing/2014/main" id="{E424A66F-C6AA-DB93-F283-9B8E0095FE3A}"/>
              </a:ext>
            </a:extLst>
          </p:cNvPr>
          <p:cNvSpPr>
            <a:spLocks noGrp="1"/>
          </p:cNvSpPr>
          <p:nvPr>
            <p:ph type="title"/>
          </p:nvPr>
        </p:nvSpPr>
        <p:spPr>
          <a:xfrm>
            <a:off x="551384" y="549274"/>
            <a:ext cx="11090938" cy="930372"/>
          </a:xfrm>
        </p:spPr>
        <p:txBody>
          <a:bodyPr/>
          <a:lstStyle/>
          <a:p>
            <a:r>
              <a:rPr lang="en-US"/>
              <a:t>Click to edit Master title style</a:t>
            </a:r>
          </a:p>
        </p:txBody>
      </p:sp>
      <p:sp>
        <p:nvSpPr>
          <p:cNvPr id="9" name="Chapter Placeholder 2">
            <a:extLst>
              <a:ext uri="{FF2B5EF4-FFF2-40B4-BE49-F238E27FC236}">
                <a16:creationId xmlns:a16="http://schemas.microsoft.com/office/drawing/2014/main" id="{4B67ACC0-0B24-726E-19DC-02446FF83EB2}"/>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180345431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Content 2">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377C5B2B-C975-C7B1-B844-1E018309B61A}"/>
              </a:ext>
            </a:extLst>
          </p:cNvPr>
          <p:cNvSpPr/>
          <p:nvPr userDrawn="1"/>
        </p:nvSpPr>
        <p:spPr>
          <a:xfrm rot="16200000" flipV="1">
            <a:off x="4793851" y="-540154"/>
            <a:ext cx="6857998" cy="7938307"/>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bg1"/>
              </a:solidFill>
            </a:endParaRPr>
          </a:p>
        </p:txBody>
      </p:sp>
      <p:grpSp>
        <p:nvGrpSpPr>
          <p:cNvPr id="14" name="Group 37">
            <a:extLst>
              <a:ext uri="{FF2B5EF4-FFF2-40B4-BE49-F238E27FC236}">
                <a16:creationId xmlns:a16="http://schemas.microsoft.com/office/drawing/2014/main" id="{C2BCEB8F-2E64-576C-BD81-D1EA1D1C485E}"/>
              </a:ext>
            </a:extLst>
          </p:cNvPr>
          <p:cNvGrpSpPr/>
          <p:nvPr userDrawn="1"/>
        </p:nvGrpSpPr>
        <p:grpSpPr>
          <a:xfrm>
            <a:off x="11770322" y="176700"/>
            <a:ext cx="260230" cy="240782"/>
            <a:chOff x="5481638" y="2859088"/>
            <a:chExt cx="1231900" cy="1139825"/>
          </a:xfrm>
          <a:solidFill>
            <a:schemeClr val="bg2"/>
          </a:solidFill>
        </p:grpSpPr>
        <p:sp>
          <p:nvSpPr>
            <p:cNvPr id="15" name="Freeform 320">
              <a:extLst>
                <a:ext uri="{FF2B5EF4-FFF2-40B4-BE49-F238E27FC236}">
                  <a16:creationId xmlns:a16="http://schemas.microsoft.com/office/drawing/2014/main" id="{D5CA2252-9D37-30A4-0693-791158A53452}"/>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6" name="Freeform 321">
              <a:extLst>
                <a:ext uri="{FF2B5EF4-FFF2-40B4-BE49-F238E27FC236}">
                  <a16:creationId xmlns:a16="http://schemas.microsoft.com/office/drawing/2014/main" id="{41A547D1-47C8-9981-46A6-D3C7D68EDC13}"/>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766145ED-D9CE-08CB-28E4-8A4A79A6FB2B}"/>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4" name="Footer Placeholder 3">
            <a:extLst>
              <a:ext uri="{FF2B5EF4-FFF2-40B4-BE49-F238E27FC236}">
                <a16:creationId xmlns:a16="http://schemas.microsoft.com/office/drawing/2014/main" id="{2D2C1A62-1994-E6C5-D27B-038BDFD0C15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5" name="Slide Number Placeholder 4">
            <a:extLst>
              <a:ext uri="{FF2B5EF4-FFF2-40B4-BE49-F238E27FC236}">
                <a16:creationId xmlns:a16="http://schemas.microsoft.com/office/drawing/2014/main" id="{FE33FDCA-05A6-1B47-853B-F56E9D56B728}"/>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17" name="Text Placeholder 10">
            <a:extLst>
              <a:ext uri="{FF2B5EF4-FFF2-40B4-BE49-F238E27FC236}">
                <a16:creationId xmlns:a16="http://schemas.microsoft.com/office/drawing/2014/main" id="{90464251-F267-6F64-58DE-3A8369AE008F}"/>
              </a:ext>
            </a:extLst>
          </p:cNvPr>
          <p:cNvSpPr>
            <a:spLocks noGrp="1"/>
          </p:cNvSpPr>
          <p:nvPr>
            <p:ph type="body" sz="quarter" idx="27"/>
          </p:nvPr>
        </p:nvSpPr>
        <p:spPr>
          <a:xfrm>
            <a:off x="4655841" y="1634285"/>
            <a:ext cx="6985298"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US"/>
              <a:t>Click to edit Master text styles</a:t>
            </a:r>
          </a:p>
        </p:txBody>
      </p:sp>
      <p:sp>
        <p:nvSpPr>
          <p:cNvPr id="21" name="Content Placeholder 20">
            <a:extLst>
              <a:ext uri="{FF2B5EF4-FFF2-40B4-BE49-F238E27FC236}">
                <a16:creationId xmlns:a16="http://schemas.microsoft.com/office/drawing/2014/main" id="{E70BDE52-9B00-C2A8-F626-B256D02BD0F0}"/>
              </a:ext>
            </a:extLst>
          </p:cNvPr>
          <p:cNvSpPr>
            <a:spLocks noGrp="1"/>
          </p:cNvSpPr>
          <p:nvPr>
            <p:ph sz="quarter" idx="28"/>
          </p:nvPr>
        </p:nvSpPr>
        <p:spPr>
          <a:xfrm>
            <a:off x="4655841" y="2132856"/>
            <a:ext cx="6985298"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9">
            <a:extLst>
              <a:ext uri="{FF2B5EF4-FFF2-40B4-BE49-F238E27FC236}">
                <a16:creationId xmlns:a16="http://schemas.microsoft.com/office/drawing/2014/main" id="{11D06750-D717-3C72-A9E7-30B20496520E}"/>
              </a:ext>
            </a:extLst>
          </p:cNvPr>
          <p:cNvSpPr>
            <a:spLocks noGrp="1"/>
          </p:cNvSpPr>
          <p:nvPr>
            <p:ph type="body" sz="quarter" idx="22" hasCustomPrompt="1"/>
          </p:nvPr>
        </p:nvSpPr>
        <p:spPr>
          <a:xfrm>
            <a:off x="550200" y="1634286"/>
            <a:ext cx="3312368"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9" name="Title 4">
            <a:extLst>
              <a:ext uri="{FF2B5EF4-FFF2-40B4-BE49-F238E27FC236}">
                <a16:creationId xmlns:a16="http://schemas.microsoft.com/office/drawing/2014/main" id="{621CAE5D-3E25-1FC1-0588-6D3144862513}"/>
              </a:ext>
            </a:extLst>
          </p:cNvPr>
          <p:cNvSpPr>
            <a:spLocks noGrp="1"/>
          </p:cNvSpPr>
          <p:nvPr>
            <p:ph type="title"/>
          </p:nvPr>
        </p:nvSpPr>
        <p:spPr>
          <a:xfrm>
            <a:off x="551384" y="549274"/>
            <a:ext cx="3312368" cy="930372"/>
          </a:xfrm>
        </p:spPr>
        <p:txBody>
          <a:bodyPr/>
          <a:lstStyle/>
          <a:p>
            <a:r>
              <a:rPr lang="en-US"/>
              <a:t>Click to edit Master title style</a:t>
            </a:r>
            <a:endParaRPr lang="en-US" dirty="0"/>
          </a:p>
        </p:txBody>
      </p:sp>
      <p:sp>
        <p:nvSpPr>
          <p:cNvPr id="11" name="Content Placeholder 5">
            <a:extLst>
              <a:ext uri="{FF2B5EF4-FFF2-40B4-BE49-F238E27FC236}">
                <a16:creationId xmlns:a16="http://schemas.microsoft.com/office/drawing/2014/main" id="{929189C8-410E-9C4A-019C-9B1A47D8D2ED}"/>
              </a:ext>
            </a:extLst>
          </p:cNvPr>
          <p:cNvSpPr>
            <a:spLocks noGrp="1"/>
          </p:cNvSpPr>
          <p:nvPr>
            <p:ph sz="quarter" idx="31"/>
          </p:nvPr>
        </p:nvSpPr>
        <p:spPr>
          <a:xfrm>
            <a:off x="551384" y="2132856"/>
            <a:ext cx="3312368"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52202102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Content 2 Chapterbox">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377C5B2B-C975-C7B1-B844-1E018309B61A}"/>
              </a:ext>
            </a:extLst>
          </p:cNvPr>
          <p:cNvSpPr/>
          <p:nvPr userDrawn="1"/>
        </p:nvSpPr>
        <p:spPr>
          <a:xfrm rot="16200000" flipV="1">
            <a:off x="4793851" y="-540154"/>
            <a:ext cx="6857998" cy="7938307"/>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bg1"/>
              </a:solidFill>
            </a:endParaRPr>
          </a:p>
        </p:txBody>
      </p:sp>
      <p:grpSp>
        <p:nvGrpSpPr>
          <p:cNvPr id="14" name="Group 37">
            <a:extLst>
              <a:ext uri="{FF2B5EF4-FFF2-40B4-BE49-F238E27FC236}">
                <a16:creationId xmlns:a16="http://schemas.microsoft.com/office/drawing/2014/main" id="{C2BCEB8F-2E64-576C-BD81-D1EA1D1C485E}"/>
              </a:ext>
            </a:extLst>
          </p:cNvPr>
          <p:cNvGrpSpPr/>
          <p:nvPr userDrawn="1"/>
        </p:nvGrpSpPr>
        <p:grpSpPr>
          <a:xfrm>
            <a:off x="11770322" y="176700"/>
            <a:ext cx="260230" cy="240782"/>
            <a:chOff x="5481638" y="2859088"/>
            <a:chExt cx="1231900" cy="1139825"/>
          </a:xfrm>
          <a:solidFill>
            <a:schemeClr val="bg2"/>
          </a:solidFill>
        </p:grpSpPr>
        <p:sp>
          <p:nvSpPr>
            <p:cNvPr id="15" name="Freeform 320">
              <a:extLst>
                <a:ext uri="{FF2B5EF4-FFF2-40B4-BE49-F238E27FC236}">
                  <a16:creationId xmlns:a16="http://schemas.microsoft.com/office/drawing/2014/main" id="{D5CA2252-9D37-30A4-0693-791158A53452}"/>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6" name="Freeform 321">
              <a:extLst>
                <a:ext uri="{FF2B5EF4-FFF2-40B4-BE49-F238E27FC236}">
                  <a16:creationId xmlns:a16="http://schemas.microsoft.com/office/drawing/2014/main" id="{41A547D1-47C8-9981-46A6-D3C7D68EDC13}"/>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766145ED-D9CE-08CB-28E4-8A4A79A6FB2B}"/>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2D2C1A62-1994-E6C5-D27B-038BDFD0C15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5" name="Slide Number Placeholder 4">
            <a:extLst>
              <a:ext uri="{FF2B5EF4-FFF2-40B4-BE49-F238E27FC236}">
                <a16:creationId xmlns:a16="http://schemas.microsoft.com/office/drawing/2014/main" id="{FE33FDCA-05A6-1B47-853B-F56E9D56B728}"/>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9" name="Content Placeholder 20">
            <a:extLst>
              <a:ext uri="{FF2B5EF4-FFF2-40B4-BE49-F238E27FC236}">
                <a16:creationId xmlns:a16="http://schemas.microsoft.com/office/drawing/2014/main" id="{8AF30424-EC22-815F-0364-A40BD8FB5A94}"/>
              </a:ext>
            </a:extLst>
          </p:cNvPr>
          <p:cNvSpPr>
            <a:spLocks noGrp="1"/>
          </p:cNvSpPr>
          <p:nvPr>
            <p:ph sz="quarter" idx="28"/>
          </p:nvPr>
        </p:nvSpPr>
        <p:spPr>
          <a:xfrm>
            <a:off x="4655841" y="2132856"/>
            <a:ext cx="6985298"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9">
            <a:extLst>
              <a:ext uri="{FF2B5EF4-FFF2-40B4-BE49-F238E27FC236}">
                <a16:creationId xmlns:a16="http://schemas.microsoft.com/office/drawing/2014/main" id="{3D8C5119-2E27-2F8D-2393-F11C985DEEFE}"/>
              </a:ext>
            </a:extLst>
          </p:cNvPr>
          <p:cNvSpPr>
            <a:spLocks noGrp="1"/>
          </p:cNvSpPr>
          <p:nvPr>
            <p:ph type="body" sz="quarter" idx="22" hasCustomPrompt="1"/>
          </p:nvPr>
        </p:nvSpPr>
        <p:spPr>
          <a:xfrm>
            <a:off x="550200" y="1634286"/>
            <a:ext cx="3312368"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13" name="Title 4">
            <a:extLst>
              <a:ext uri="{FF2B5EF4-FFF2-40B4-BE49-F238E27FC236}">
                <a16:creationId xmlns:a16="http://schemas.microsoft.com/office/drawing/2014/main" id="{AFA6B1A6-69A7-1CAE-0836-CA4C24413C3B}"/>
              </a:ext>
            </a:extLst>
          </p:cNvPr>
          <p:cNvSpPr>
            <a:spLocks noGrp="1"/>
          </p:cNvSpPr>
          <p:nvPr>
            <p:ph type="title"/>
          </p:nvPr>
        </p:nvSpPr>
        <p:spPr>
          <a:xfrm>
            <a:off x="551384" y="549274"/>
            <a:ext cx="3312368" cy="930372"/>
          </a:xfrm>
        </p:spPr>
        <p:txBody>
          <a:bodyPr/>
          <a:lstStyle/>
          <a:p>
            <a:r>
              <a:rPr lang="en-US"/>
              <a:t>Click to edit Master title style</a:t>
            </a:r>
            <a:endParaRPr lang="en-US" dirty="0"/>
          </a:p>
        </p:txBody>
      </p:sp>
      <p:sp>
        <p:nvSpPr>
          <p:cNvPr id="18" name="Content Placeholder 5">
            <a:extLst>
              <a:ext uri="{FF2B5EF4-FFF2-40B4-BE49-F238E27FC236}">
                <a16:creationId xmlns:a16="http://schemas.microsoft.com/office/drawing/2014/main" id="{98A4F07B-7612-308A-3654-BE7DBBF41070}"/>
              </a:ext>
            </a:extLst>
          </p:cNvPr>
          <p:cNvSpPr>
            <a:spLocks noGrp="1"/>
          </p:cNvSpPr>
          <p:nvPr>
            <p:ph sz="quarter" idx="31"/>
          </p:nvPr>
        </p:nvSpPr>
        <p:spPr>
          <a:xfrm>
            <a:off x="551384" y="2132856"/>
            <a:ext cx="3312368"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hapter Placeholder 2">
            <a:extLst>
              <a:ext uri="{FF2B5EF4-FFF2-40B4-BE49-F238E27FC236}">
                <a16:creationId xmlns:a16="http://schemas.microsoft.com/office/drawing/2014/main" id="{45C81183-EAF5-59AC-9312-889607D0BF65}"/>
              </a:ext>
            </a:extLst>
          </p:cNvPr>
          <p:cNvSpPr>
            <a:spLocks noGrp="1"/>
          </p:cNvSpPr>
          <p:nvPr>
            <p:ph type="body" sz="quarter" idx="13" hasCustomPrompt="1"/>
          </p:nvPr>
        </p:nvSpPr>
        <p:spPr>
          <a:xfrm>
            <a:off x="550863" y="266219"/>
            <a:ext cx="3311705" cy="151264"/>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20" name="Text Placeholder 10">
            <a:extLst>
              <a:ext uri="{FF2B5EF4-FFF2-40B4-BE49-F238E27FC236}">
                <a16:creationId xmlns:a16="http://schemas.microsoft.com/office/drawing/2014/main" id="{AF667FFB-A6CF-0DAC-F73F-F6AC39EE2761}"/>
              </a:ext>
            </a:extLst>
          </p:cNvPr>
          <p:cNvSpPr>
            <a:spLocks noGrp="1"/>
          </p:cNvSpPr>
          <p:nvPr>
            <p:ph type="body" sz="quarter" idx="27"/>
          </p:nvPr>
        </p:nvSpPr>
        <p:spPr>
          <a:xfrm>
            <a:off x="4655841" y="1634285"/>
            <a:ext cx="6985298"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25693347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Content 3">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FFDA5053-3D63-3C3B-F1E9-69CFF9FC43BA}"/>
              </a:ext>
            </a:extLst>
          </p:cNvPr>
          <p:cNvSpPr/>
          <p:nvPr userDrawn="1"/>
        </p:nvSpPr>
        <p:spPr>
          <a:xfrm rot="16200000" flipV="1">
            <a:off x="5715003" y="380999"/>
            <a:ext cx="6857998" cy="6096002"/>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0" name="Group 37">
            <a:extLst>
              <a:ext uri="{FF2B5EF4-FFF2-40B4-BE49-F238E27FC236}">
                <a16:creationId xmlns:a16="http://schemas.microsoft.com/office/drawing/2014/main" id="{C7484E95-42C9-8DB4-CE16-9F65A190121F}"/>
              </a:ext>
            </a:extLst>
          </p:cNvPr>
          <p:cNvGrpSpPr/>
          <p:nvPr userDrawn="1"/>
        </p:nvGrpSpPr>
        <p:grpSpPr>
          <a:xfrm>
            <a:off x="11770322" y="176700"/>
            <a:ext cx="260230" cy="240782"/>
            <a:chOff x="5481638" y="2859088"/>
            <a:chExt cx="1231900" cy="1139825"/>
          </a:xfrm>
          <a:solidFill>
            <a:schemeClr val="bg2"/>
          </a:solidFill>
        </p:grpSpPr>
        <p:sp>
          <p:nvSpPr>
            <p:cNvPr id="21" name="Freeform 320">
              <a:extLst>
                <a:ext uri="{FF2B5EF4-FFF2-40B4-BE49-F238E27FC236}">
                  <a16:creationId xmlns:a16="http://schemas.microsoft.com/office/drawing/2014/main" id="{1A559A5A-FF5B-C4A1-FBB9-17F04B2572FB}"/>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321">
              <a:extLst>
                <a:ext uri="{FF2B5EF4-FFF2-40B4-BE49-F238E27FC236}">
                  <a16:creationId xmlns:a16="http://schemas.microsoft.com/office/drawing/2014/main" id="{AA3487D1-995C-B436-2407-E724FC0582FA}"/>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4" name="Date Placeholder 3">
            <a:extLst>
              <a:ext uri="{FF2B5EF4-FFF2-40B4-BE49-F238E27FC236}">
                <a16:creationId xmlns:a16="http://schemas.microsoft.com/office/drawing/2014/main" id="{358A13D8-885F-6258-82CC-EE1A7ED60DB2}"/>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6" name="Footer Placeholder 5">
            <a:extLst>
              <a:ext uri="{FF2B5EF4-FFF2-40B4-BE49-F238E27FC236}">
                <a16:creationId xmlns:a16="http://schemas.microsoft.com/office/drawing/2014/main" id="{F3CB3B34-F920-D8B3-B36B-15435A286DB2}"/>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7" name="Slide Number Placeholder 6">
            <a:extLst>
              <a:ext uri="{FF2B5EF4-FFF2-40B4-BE49-F238E27FC236}">
                <a16:creationId xmlns:a16="http://schemas.microsoft.com/office/drawing/2014/main" id="{D2B44653-FCDA-83BF-7377-AD5F2E69077A}"/>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8" name="Text Placeholder 9">
            <a:extLst>
              <a:ext uri="{FF2B5EF4-FFF2-40B4-BE49-F238E27FC236}">
                <a16:creationId xmlns:a16="http://schemas.microsoft.com/office/drawing/2014/main" id="{F94673B4-77FE-F1CB-0F2B-E9CA250FB2B6}"/>
              </a:ext>
            </a:extLst>
          </p:cNvPr>
          <p:cNvSpPr>
            <a:spLocks noGrp="1"/>
          </p:cNvSpPr>
          <p:nvPr>
            <p:ph type="body" sz="quarter" idx="22" hasCustomPrompt="1"/>
          </p:nvPr>
        </p:nvSpPr>
        <p:spPr>
          <a:xfrm>
            <a:off x="550200" y="1634286"/>
            <a:ext cx="5112568"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10" name="Title 4">
            <a:extLst>
              <a:ext uri="{FF2B5EF4-FFF2-40B4-BE49-F238E27FC236}">
                <a16:creationId xmlns:a16="http://schemas.microsoft.com/office/drawing/2014/main" id="{1E48061D-F3E5-383D-6B8F-2C827E9EE8FD}"/>
              </a:ext>
            </a:extLst>
          </p:cNvPr>
          <p:cNvSpPr>
            <a:spLocks noGrp="1"/>
          </p:cNvSpPr>
          <p:nvPr>
            <p:ph type="title"/>
          </p:nvPr>
        </p:nvSpPr>
        <p:spPr>
          <a:xfrm>
            <a:off x="551384" y="549274"/>
            <a:ext cx="5112568" cy="930372"/>
          </a:xfrm>
        </p:spPr>
        <p:txBody>
          <a:bodyPr/>
          <a:lstStyle/>
          <a:p>
            <a:r>
              <a:rPr lang="en-US"/>
              <a:t>Click to edit Master title style</a:t>
            </a:r>
            <a:endParaRPr lang="en-US" dirty="0"/>
          </a:p>
        </p:txBody>
      </p:sp>
      <p:sp>
        <p:nvSpPr>
          <p:cNvPr id="12" name="Content Placeholder 5">
            <a:extLst>
              <a:ext uri="{FF2B5EF4-FFF2-40B4-BE49-F238E27FC236}">
                <a16:creationId xmlns:a16="http://schemas.microsoft.com/office/drawing/2014/main" id="{626CD0FD-2710-377C-0AF5-3D235D7D2581}"/>
              </a:ext>
            </a:extLst>
          </p:cNvPr>
          <p:cNvSpPr>
            <a:spLocks noGrp="1"/>
          </p:cNvSpPr>
          <p:nvPr>
            <p:ph sz="quarter" idx="31"/>
          </p:nvPr>
        </p:nvSpPr>
        <p:spPr>
          <a:xfrm>
            <a:off x="551384" y="2132856"/>
            <a:ext cx="5112568"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Content Placeholder 20">
            <a:extLst>
              <a:ext uri="{FF2B5EF4-FFF2-40B4-BE49-F238E27FC236}">
                <a16:creationId xmlns:a16="http://schemas.microsoft.com/office/drawing/2014/main" id="{2B515CA7-8DCF-54B4-09AA-94A802519A74}"/>
              </a:ext>
            </a:extLst>
          </p:cNvPr>
          <p:cNvSpPr>
            <a:spLocks noGrp="1"/>
          </p:cNvSpPr>
          <p:nvPr>
            <p:ph sz="quarter" idx="28"/>
          </p:nvPr>
        </p:nvSpPr>
        <p:spPr>
          <a:xfrm>
            <a:off x="6491381" y="2132856"/>
            <a:ext cx="5149757"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6" name="Text Placeholder 10">
            <a:extLst>
              <a:ext uri="{FF2B5EF4-FFF2-40B4-BE49-F238E27FC236}">
                <a16:creationId xmlns:a16="http://schemas.microsoft.com/office/drawing/2014/main" id="{2ED5F6CF-D037-F768-2935-84A770471395}"/>
              </a:ext>
            </a:extLst>
          </p:cNvPr>
          <p:cNvSpPr>
            <a:spLocks noGrp="1"/>
          </p:cNvSpPr>
          <p:nvPr>
            <p:ph type="body" sz="quarter" idx="27"/>
          </p:nvPr>
        </p:nvSpPr>
        <p:spPr>
          <a:xfrm>
            <a:off x="6491381" y="1634285"/>
            <a:ext cx="5149758"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131036761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Content 3 Chapterbox">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FFDA5053-3D63-3C3B-F1E9-69CFF9FC43BA}"/>
              </a:ext>
            </a:extLst>
          </p:cNvPr>
          <p:cNvSpPr/>
          <p:nvPr userDrawn="1"/>
        </p:nvSpPr>
        <p:spPr>
          <a:xfrm rot="16200000" flipV="1">
            <a:off x="5715003" y="381000"/>
            <a:ext cx="6857998" cy="6096002"/>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0" name="Group 37">
            <a:extLst>
              <a:ext uri="{FF2B5EF4-FFF2-40B4-BE49-F238E27FC236}">
                <a16:creationId xmlns:a16="http://schemas.microsoft.com/office/drawing/2014/main" id="{C7484E95-42C9-8DB4-CE16-9F65A190121F}"/>
              </a:ext>
            </a:extLst>
          </p:cNvPr>
          <p:cNvGrpSpPr/>
          <p:nvPr userDrawn="1"/>
        </p:nvGrpSpPr>
        <p:grpSpPr>
          <a:xfrm>
            <a:off x="11770322" y="176700"/>
            <a:ext cx="260230" cy="240782"/>
            <a:chOff x="5481638" y="2859088"/>
            <a:chExt cx="1231900" cy="1139825"/>
          </a:xfrm>
          <a:solidFill>
            <a:schemeClr val="bg2"/>
          </a:solidFill>
        </p:grpSpPr>
        <p:sp>
          <p:nvSpPr>
            <p:cNvPr id="21" name="Freeform 320">
              <a:extLst>
                <a:ext uri="{FF2B5EF4-FFF2-40B4-BE49-F238E27FC236}">
                  <a16:creationId xmlns:a16="http://schemas.microsoft.com/office/drawing/2014/main" id="{1A559A5A-FF5B-C4A1-FBB9-17F04B2572FB}"/>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321">
              <a:extLst>
                <a:ext uri="{FF2B5EF4-FFF2-40B4-BE49-F238E27FC236}">
                  <a16:creationId xmlns:a16="http://schemas.microsoft.com/office/drawing/2014/main" id="{AA3487D1-995C-B436-2407-E724FC0582FA}"/>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4" name="Date Placeholder 3">
            <a:extLst>
              <a:ext uri="{FF2B5EF4-FFF2-40B4-BE49-F238E27FC236}">
                <a16:creationId xmlns:a16="http://schemas.microsoft.com/office/drawing/2014/main" id="{358A13D8-885F-6258-82CC-EE1A7ED60DB2}"/>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6" name="Footer Placeholder 5">
            <a:extLst>
              <a:ext uri="{FF2B5EF4-FFF2-40B4-BE49-F238E27FC236}">
                <a16:creationId xmlns:a16="http://schemas.microsoft.com/office/drawing/2014/main" id="{F3CB3B34-F920-D8B3-B36B-15435A286DB2}"/>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7" name="Slide Number Placeholder 6">
            <a:extLst>
              <a:ext uri="{FF2B5EF4-FFF2-40B4-BE49-F238E27FC236}">
                <a16:creationId xmlns:a16="http://schemas.microsoft.com/office/drawing/2014/main" id="{D2B44653-FCDA-83BF-7377-AD5F2E69077A}"/>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8" name="Text Placeholder 9">
            <a:extLst>
              <a:ext uri="{FF2B5EF4-FFF2-40B4-BE49-F238E27FC236}">
                <a16:creationId xmlns:a16="http://schemas.microsoft.com/office/drawing/2014/main" id="{B596F1C6-4A2C-32A4-F91B-7A46197FE40E}"/>
              </a:ext>
            </a:extLst>
          </p:cNvPr>
          <p:cNvSpPr>
            <a:spLocks noGrp="1"/>
          </p:cNvSpPr>
          <p:nvPr>
            <p:ph type="body" sz="quarter" idx="22" hasCustomPrompt="1"/>
          </p:nvPr>
        </p:nvSpPr>
        <p:spPr>
          <a:xfrm>
            <a:off x="550200" y="1634286"/>
            <a:ext cx="5112568"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12" name="Title 4">
            <a:extLst>
              <a:ext uri="{FF2B5EF4-FFF2-40B4-BE49-F238E27FC236}">
                <a16:creationId xmlns:a16="http://schemas.microsoft.com/office/drawing/2014/main" id="{028C5415-53AD-E669-9486-5FBA89A04F29}"/>
              </a:ext>
            </a:extLst>
          </p:cNvPr>
          <p:cNvSpPr>
            <a:spLocks noGrp="1"/>
          </p:cNvSpPr>
          <p:nvPr>
            <p:ph type="title"/>
          </p:nvPr>
        </p:nvSpPr>
        <p:spPr>
          <a:xfrm>
            <a:off x="551384" y="549274"/>
            <a:ext cx="5112568" cy="930372"/>
          </a:xfrm>
        </p:spPr>
        <p:txBody>
          <a:bodyPr/>
          <a:lstStyle/>
          <a:p>
            <a:r>
              <a:rPr lang="en-US"/>
              <a:t>Click to edit Master title style</a:t>
            </a:r>
            <a:endParaRPr lang="en-US" dirty="0"/>
          </a:p>
        </p:txBody>
      </p:sp>
      <p:sp>
        <p:nvSpPr>
          <p:cNvPr id="13" name="Content Placeholder 5">
            <a:extLst>
              <a:ext uri="{FF2B5EF4-FFF2-40B4-BE49-F238E27FC236}">
                <a16:creationId xmlns:a16="http://schemas.microsoft.com/office/drawing/2014/main" id="{1BEDBCBF-3BC8-AA4A-1F58-81530B90708A}"/>
              </a:ext>
            </a:extLst>
          </p:cNvPr>
          <p:cNvSpPr>
            <a:spLocks noGrp="1"/>
          </p:cNvSpPr>
          <p:nvPr>
            <p:ph sz="quarter" idx="31"/>
          </p:nvPr>
        </p:nvSpPr>
        <p:spPr>
          <a:xfrm>
            <a:off x="551384" y="2132856"/>
            <a:ext cx="5112568"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6" name="Content Placeholder 20">
            <a:extLst>
              <a:ext uri="{FF2B5EF4-FFF2-40B4-BE49-F238E27FC236}">
                <a16:creationId xmlns:a16="http://schemas.microsoft.com/office/drawing/2014/main" id="{1B7CBEC2-7246-C86B-4339-C14AFC3677BC}"/>
              </a:ext>
            </a:extLst>
          </p:cNvPr>
          <p:cNvSpPr>
            <a:spLocks noGrp="1"/>
          </p:cNvSpPr>
          <p:nvPr>
            <p:ph sz="quarter" idx="28"/>
          </p:nvPr>
        </p:nvSpPr>
        <p:spPr>
          <a:xfrm>
            <a:off x="6491381" y="2132856"/>
            <a:ext cx="5149757"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Chapter Placeholder 2">
            <a:extLst>
              <a:ext uri="{FF2B5EF4-FFF2-40B4-BE49-F238E27FC236}">
                <a16:creationId xmlns:a16="http://schemas.microsoft.com/office/drawing/2014/main" id="{81125B0F-654E-18D6-D135-80BD1EED9DED}"/>
              </a:ext>
            </a:extLst>
          </p:cNvPr>
          <p:cNvSpPr>
            <a:spLocks noGrp="1"/>
          </p:cNvSpPr>
          <p:nvPr>
            <p:ph type="body" sz="quarter" idx="13" hasCustomPrompt="1"/>
          </p:nvPr>
        </p:nvSpPr>
        <p:spPr>
          <a:xfrm>
            <a:off x="550863" y="266219"/>
            <a:ext cx="5111905"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18" name="Text Placeholder 10">
            <a:extLst>
              <a:ext uri="{FF2B5EF4-FFF2-40B4-BE49-F238E27FC236}">
                <a16:creationId xmlns:a16="http://schemas.microsoft.com/office/drawing/2014/main" id="{258EBFC3-CBC8-925F-B836-0EE26BFE8CF5}"/>
              </a:ext>
            </a:extLst>
          </p:cNvPr>
          <p:cNvSpPr>
            <a:spLocks noGrp="1"/>
          </p:cNvSpPr>
          <p:nvPr>
            <p:ph type="body" sz="quarter" idx="27"/>
          </p:nvPr>
        </p:nvSpPr>
        <p:spPr>
          <a:xfrm>
            <a:off x="6491381" y="1634285"/>
            <a:ext cx="5149758"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149068518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userDrawn="1">
  <p:cSld name="Content 4">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6900C123-9D30-0EBC-5FF8-AB8833A92E04}"/>
              </a:ext>
            </a:extLst>
          </p:cNvPr>
          <p:cNvSpPr/>
          <p:nvPr userDrawn="1"/>
        </p:nvSpPr>
        <p:spPr>
          <a:xfrm rot="16200000" flipV="1">
            <a:off x="6640013" y="1306009"/>
            <a:ext cx="6857998" cy="4245983"/>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18" name="Group 37">
            <a:extLst>
              <a:ext uri="{FF2B5EF4-FFF2-40B4-BE49-F238E27FC236}">
                <a16:creationId xmlns:a16="http://schemas.microsoft.com/office/drawing/2014/main" id="{EAB09A99-143F-FC31-39FF-7DF7B4ACA5CF}"/>
              </a:ext>
            </a:extLst>
          </p:cNvPr>
          <p:cNvGrpSpPr/>
          <p:nvPr userDrawn="1"/>
        </p:nvGrpSpPr>
        <p:grpSpPr>
          <a:xfrm>
            <a:off x="11770322" y="176700"/>
            <a:ext cx="260230" cy="240782"/>
            <a:chOff x="5481638" y="2859088"/>
            <a:chExt cx="1231900" cy="1139825"/>
          </a:xfrm>
          <a:solidFill>
            <a:schemeClr val="bg2"/>
          </a:solidFill>
        </p:grpSpPr>
        <p:sp>
          <p:nvSpPr>
            <p:cNvPr id="19" name="Freeform 320">
              <a:extLst>
                <a:ext uri="{FF2B5EF4-FFF2-40B4-BE49-F238E27FC236}">
                  <a16:creationId xmlns:a16="http://schemas.microsoft.com/office/drawing/2014/main" id="{87F6F8F7-5BC0-8EDE-8130-67B046E555CF}"/>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 name="Freeform 321">
              <a:extLst>
                <a:ext uri="{FF2B5EF4-FFF2-40B4-BE49-F238E27FC236}">
                  <a16:creationId xmlns:a16="http://schemas.microsoft.com/office/drawing/2014/main" id="{59BC8A90-2223-E3B3-3D95-0EBCFB812F23}"/>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545F7198-C878-E20D-1FB2-E42A8A78A28C}"/>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4" name="Footer Placeholder 3">
            <a:extLst>
              <a:ext uri="{FF2B5EF4-FFF2-40B4-BE49-F238E27FC236}">
                <a16:creationId xmlns:a16="http://schemas.microsoft.com/office/drawing/2014/main" id="{8F3B15C5-4190-C7AB-2CDF-2D3ACCBB15A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65F939E0-4FD6-2BB5-5421-0B506A62A78F}"/>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8" name="Text Placeholder 9">
            <a:extLst>
              <a:ext uri="{FF2B5EF4-FFF2-40B4-BE49-F238E27FC236}">
                <a16:creationId xmlns:a16="http://schemas.microsoft.com/office/drawing/2014/main" id="{1ED26950-AB5A-C0D9-81A8-A04EA350762D}"/>
              </a:ext>
            </a:extLst>
          </p:cNvPr>
          <p:cNvSpPr>
            <a:spLocks noGrp="1"/>
          </p:cNvSpPr>
          <p:nvPr>
            <p:ph type="body" sz="quarter" idx="22" hasCustomPrompt="1"/>
          </p:nvPr>
        </p:nvSpPr>
        <p:spPr>
          <a:xfrm>
            <a:off x="550200" y="1634286"/>
            <a:ext cx="6984776"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10" name="Title 4">
            <a:extLst>
              <a:ext uri="{FF2B5EF4-FFF2-40B4-BE49-F238E27FC236}">
                <a16:creationId xmlns:a16="http://schemas.microsoft.com/office/drawing/2014/main" id="{8EC1972F-9263-1D56-27E9-E603C2AABB72}"/>
              </a:ext>
            </a:extLst>
          </p:cNvPr>
          <p:cNvSpPr>
            <a:spLocks noGrp="1"/>
          </p:cNvSpPr>
          <p:nvPr>
            <p:ph type="title"/>
          </p:nvPr>
        </p:nvSpPr>
        <p:spPr>
          <a:xfrm>
            <a:off x="551384" y="549274"/>
            <a:ext cx="6984776" cy="930372"/>
          </a:xfrm>
        </p:spPr>
        <p:txBody>
          <a:bodyPr/>
          <a:lstStyle/>
          <a:p>
            <a:r>
              <a:rPr lang="en-US"/>
              <a:t>Click to edit Master title style</a:t>
            </a:r>
            <a:endParaRPr lang="en-US" dirty="0"/>
          </a:p>
        </p:txBody>
      </p:sp>
      <p:sp>
        <p:nvSpPr>
          <p:cNvPr id="13" name="Content Placeholder 5">
            <a:extLst>
              <a:ext uri="{FF2B5EF4-FFF2-40B4-BE49-F238E27FC236}">
                <a16:creationId xmlns:a16="http://schemas.microsoft.com/office/drawing/2014/main" id="{7FBCB093-A7B1-0D7A-1FAF-74CB36D79D0C}"/>
              </a:ext>
            </a:extLst>
          </p:cNvPr>
          <p:cNvSpPr>
            <a:spLocks noGrp="1"/>
          </p:cNvSpPr>
          <p:nvPr>
            <p:ph sz="quarter" idx="31"/>
          </p:nvPr>
        </p:nvSpPr>
        <p:spPr>
          <a:xfrm>
            <a:off x="551384" y="2132856"/>
            <a:ext cx="6984776"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Content Placeholder 20">
            <a:extLst>
              <a:ext uri="{FF2B5EF4-FFF2-40B4-BE49-F238E27FC236}">
                <a16:creationId xmlns:a16="http://schemas.microsoft.com/office/drawing/2014/main" id="{392BB9FB-913E-27BD-009B-3894E1694801}"/>
              </a:ext>
            </a:extLst>
          </p:cNvPr>
          <p:cNvSpPr>
            <a:spLocks noGrp="1"/>
          </p:cNvSpPr>
          <p:nvPr>
            <p:ph sz="quarter" idx="28"/>
          </p:nvPr>
        </p:nvSpPr>
        <p:spPr>
          <a:xfrm>
            <a:off x="8341401" y="2132856"/>
            <a:ext cx="3299737"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6" name="Text Placeholder 10">
            <a:extLst>
              <a:ext uri="{FF2B5EF4-FFF2-40B4-BE49-F238E27FC236}">
                <a16:creationId xmlns:a16="http://schemas.microsoft.com/office/drawing/2014/main" id="{A2B384BF-001B-7351-C51D-C08A1F393AB6}"/>
              </a:ext>
            </a:extLst>
          </p:cNvPr>
          <p:cNvSpPr>
            <a:spLocks noGrp="1"/>
          </p:cNvSpPr>
          <p:nvPr>
            <p:ph type="body" sz="quarter" idx="27" hasCustomPrompt="1"/>
          </p:nvPr>
        </p:nvSpPr>
        <p:spPr>
          <a:xfrm>
            <a:off x="8341401" y="1634285"/>
            <a:ext cx="3299738"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GB" dirty="0"/>
              <a:t>Click to edit Master styles</a:t>
            </a:r>
          </a:p>
        </p:txBody>
      </p:sp>
    </p:spTree>
    <p:extLst>
      <p:ext uri="{BB962C8B-B14F-4D97-AF65-F5344CB8AC3E}">
        <p14:creationId xmlns:p14="http://schemas.microsoft.com/office/powerpoint/2010/main" val="647113677"/>
      </p:ext>
    </p:extLst>
  </p:cSld>
  <p:clrMapOvr>
    <a:overrideClrMapping bg1="lt1" tx1="dk1" bg2="lt2" tx2="dk2" accent1="accent1" accent2="accent2" accent3="accent3" accent4="accent4" accent5="accent5" accent6="accent6" hlink="hlink" folHlink="folHlink"/>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Content 4 Chapterbox">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6900C123-9D30-0EBC-5FF8-AB8833A92E04}"/>
              </a:ext>
            </a:extLst>
          </p:cNvPr>
          <p:cNvSpPr/>
          <p:nvPr userDrawn="1"/>
        </p:nvSpPr>
        <p:spPr>
          <a:xfrm rot="16200000" flipV="1">
            <a:off x="6640013" y="1306009"/>
            <a:ext cx="6857998" cy="4245983"/>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18" name="Group 37">
            <a:extLst>
              <a:ext uri="{FF2B5EF4-FFF2-40B4-BE49-F238E27FC236}">
                <a16:creationId xmlns:a16="http://schemas.microsoft.com/office/drawing/2014/main" id="{EAB09A99-143F-FC31-39FF-7DF7B4ACA5CF}"/>
              </a:ext>
            </a:extLst>
          </p:cNvPr>
          <p:cNvGrpSpPr/>
          <p:nvPr userDrawn="1"/>
        </p:nvGrpSpPr>
        <p:grpSpPr>
          <a:xfrm>
            <a:off x="11770322" y="176700"/>
            <a:ext cx="260230" cy="240782"/>
            <a:chOff x="5481638" y="2859088"/>
            <a:chExt cx="1231900" cy="1139825"/>
          </a:xfrm>
          <a:solidFill>
            <a:schemeClr val="bg2"/>
          </a:solidFill>
        </p:grpSpPr>
        <p:sp>
          <p:nvSpPr>
            <p:cNvPr id="19" name="Freeform 320">
              <a:extLst>
                <a:ext uri="{FF2B5EF4-FFF2-40B4-BE49-F238E27FC236}">
                  <a16:creationId xmlns:a16="http://schemas.microsoft.com/office/drawing/2014/main" id="{87F6F8F7-5BC0-8EDE-8130-67B046E555CF}"/>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 name="Freeform 321">
              <a:extLst>
                <a:ext uri="{FF2B5EF4-FFF2-40B4-BE49-F238E27FC236}">
                  <a16:creationId xmlns:a16="http://schemas.microsoft.com/office/drawing/2014/main" id="{59BC8A90-2223-E3B3-3D95-0EBCFB812F23}"/>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545F7198-C878-E20D-1FB2-E42A8A78A28C}"/>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8F3B15C5-4190-C7AB-2CDF-2D3ACCBB15A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65F939E0-4FD6-2BB5-5421-0B506A62A78F}"/>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8" name="Text Placeholder 9">
            <a:extLst>
              <a:ext uri="{FF2B5EF4-FFF2-40B4-BE49-F238E27FC236}">
                <a16:creationId xmlns:a16="http://schemas.microsoft.com/office/drawing/2014/main" id="{239C7379-C19E-9AE6-CB5B-2451CFFD4A17}"/>
              </a:ext>
            </a:extLst>
          </p:cNvPr>
          <p:cNvSpPr>
            <a:spLocks noGrp="1"/>
          </p:cNvSpPr>
          <p:nvPr>
            <p:ph type="body" sz="quarter" idx="22" hasCustomPrompt="1"/>
          </p:nvPr>
        </p:nvSpPr>
        <p:spPr>
          <a:xfrm>
            <a:off x="550200" y="1634286"/>
            <a:ext cx="6984776"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13" name="Title 4">
            <a:extLst>
              <a:ext uri="{FF2B5EF4-FFF2-40B4-BE49-F238E27FC236}">
                <a16:creationId xmlns:a16="http://schemas.microsoft.com/office/drawing/2014/main" id="{21AAEB23-95CA-45A9-837B-CD7BF8DDE56C}"/>
              </a:ext>
            </a:extLst>
          </p:cNvPr>
          <p:cNvSpPr>
            <a:spLocks noGrp="1"/>
          </p:cNvSpPr>
          <p:nvPr>
            <p:ph type="title"/>
          </p:nvPr>
        </p:nvSpPr>
        <p:spPr>
          <a:xfrm>
            <a:off x="551384" y="549274"/>
            <a:ext cx="6984776" cy="930372"/>
          </a:xfrm>
        </p:spPr>
        <p:txBody>
          <a:bodyPr/>
          <a:lstStyle/>
          <a:p>
            <a:r>
              <a:rPr lang="en-US"/>
              <a:t>Click to edit Master title style</a:t>
            </a:r>
            <a:endParaRPr lang="en-US" dirty="0"/>
          </a:p>
        </p:txBody>
      </p:sp>
      <p:sp>
        <p:nvSpPr>
          <p:cNvPr id="14" name="Content Placeholder 5">
            <a:extLst>
              <a:ext uri="{FF2B5EF4-FFF2-40B4-BE49-F238E27FC236}">
                <a16:creationId xmlns:a16="http://schemas.microsoft.com/office/drawing/2014/main" id="{F9DB2775-E9C6-BBF6-4F21-AC89CB5A2445}"/>
              </a:ext>
            </a:extLst>
          </p:cNvPr>
          <p:cNvSpPr>
            <a:spLocks noGrp="1"/>
          </p:cNvSpPr>
          <p:nvPr>
            <p:ph sz="quarter" idx="31"/>
          </p:nvPr>
        </p:nvSpPr>
        <p:spPr>
          <a:xfrm>
            <a:off x="551384" y="2132856"/>
            <a:ext cx="6984776"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20">
            <a:extLst>
              <a:ext uri="{FF2B5EF4-FFF2-40B4-BE49-F238E27FC236}">
                <a16:creationId xmlns:a16="http://schemas.microsoft.com/office/drawing/2014/main" id="{C3ABAB46-458D-AA82-5E79-A54A7AF168E3}"/>
              </a:ext>
            </a:extLst>
          </p:cNvPr>
          <p:cNvSpPr>
            <a:spLocks noGrp="1"/>
          </p:cNvSpPr>
          <p:nvPr>
            <p:ph sz="quarter" idx="28"/>
          </p:nvPr>
        </p:nvSpPr>
        <p:spPr>
          <a:xfrm>
            <a:off x="8341401" y="2132856"/>
            <a:ext cx="3299737"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6" name="Chapter Placeholder 2">
            <a:extLst>
              <a:ext uri="{FF2B5EF4-FFF2-40B4-BE49-F238E27FC236}">
                <a16:creationId xmlns:a16="http://schemas.microsoft.com/office/drawing/2014/main" id="{6A60C175-61A3-58D8-BABE-160BC93795DC}"/>
              </a:ext>
            </a:extLst>
          </p:cNvPr>
          <p:cNvSpPr>
            <a:spLocks noGrp="1"/>
          </p:cNvSpPr>
          <p:nvPr>
            <p:ph type="body" sz="quarter" idx="13" hasCustomPrompt="1"/>
          </p:nvPr>
        </p:nvSpPr>
        <p:spPr>
          <a:xfrm>
            <a:off x="550863" y="266219"/>
            <a:ext cx="6983870"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17" name="Text Placeholder 10">
            <a:extLst>
              <a:ext uri="{FF2B5EF4-FFF2-40B4-BE49-F238E27FC236}">
                <a16:creationId xmlns:a16="http://schemas.microsoft.com/office/drawing/2014/main" id="{6C357538-B7AF-C31E-63AB-4F5FF078BFCB}"/>
              </a:ext>
            </a:extLst>
          </p:cNvPr>
          <p:cNvSpPr>
            <a:spLocks noGrp="1"/>
          </p:cNvSpPr>
          <p:nvPr>
            <p:ph type="body" sz="quarter" idx="27" hasCustomPrompt="1"/>
          </p:nvPr>
        </p:nvSpPr>
        <p:spPr>
          <a:xfrm>
            <a:off x="8341401" y="1634285"/>
            <a:ext cx="3299738"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GB" dirty="0"/>
              <a:t>Click to edit Master styles</a:t>
            </a:r>
          </a:p>
        </p:txBody>
      </p:sp>
    </p:spTree>
    <p:extLst>
      <p:ext uri="{BB962C8B-B14F-4D97-AF65-F5344CB8AC3E}">
        <p14:creationId xmlns:p14="http://schemas.microsoft.com/office/powerpoint/2010/main" val="4185219580"/>
      </p:ext>
    </p:extLst>
  </p:cSld>
  <p:clrMapOvr>
    <a:overrideClrMapping bg1="lt1" tx1="dk1" bg2="lt2" tx2="dk2" accent1="accent1" accent2="accent2" accent3="accent3" accent4="accent4" accent5="accent5" accent6="accent6" hlink="hlink" folHlink="folHlink"/>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userDrawn="1">
  <p:cSld name="Content 5">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AAEFDD5A-0E10-35E6-046E-79E61257DDF1}"/>
              </a:ext>
            </a:extLst>
          </p:cNvPr>
          <p:cNvSpPr/>
          <p:nvPr userDrawn="1"/>
        </p:nvSpPr>
        <p:spPr>
          <a:xfrm rot="16200000" flipV="1">
            <a:off x="7103001" y="1768998"/>
            <a:ext cx="6857998" cy="3320006"/>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0" name="Group 37">
            <a:extLst>
              <a:ext uri="{FF2B5EF4-FFF2-40B4-BE49-F238E27FC236}">
                <a16:creationId xmlns:a16="http://schemas.microsoft.com/office/drawing/2014/main" id="{AA1EA1F2-A678-B9A4-119A-DA3923B39A3A}"/>
              </a:ext>
            </a:extLst>
          </p:cNvPr>
          <p:cNvGrpSpPr/>
          <p:nvPr userDrawn="1"/>
        </p:nvGrpSpPr>
        <p:grpSpPr>
          <a:xfrm>
            <a:off x="11770322" y="176700"/>
            <a:ext cx="260230" cy="240782"/>
            <a:chOff x="5481638" y="2859088"/>
            <a:chExt cx="1231900" cy="1139825"/>
          </a:xfrm>
          <a:solidFill>
            <a:schemeClr val="bg2"/>
          </a:solidFill>
        </p:grpSpPr>
        <p:sp>
          <p:nvSpPr>
            <p:cNvPr id="21" name="Freeform 320">
              <a:extLst>
                <a:ext uri="{FF2B5EF4-FFF2-40B4-BE49-F238E27FC236}">
                  <a16:creationId xmlns:a16="http://schemas.microsoft.com/office/drawing/2014/main" id="{F2CAAAB8-8F85-36D6-90A3-F9EF7CA3A4F1}"/>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321">
              <a:extLst>
                <a:ext uri="{FF2B5EF4-FFF2-40B4-BE49-F238E27FC236}">
                  <a16:creationId xmlns:a16="http://schemas.microsoft.com/office/drawing/2014/main" id="{5CFC2EFB-5E04-2EE5-FF07-1211D0C87D5E}"/>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2" name="Date Placeholder 1">
            <a:extLst>
              <a:ext uri="{FF2B5EF4-FFF2-40B4-BE49-F238E27FC236}">
                <a16:creationId xmlns:a16="http://schemas.microsoft.com/office/drawing/2014/main" id="{2B8F9C6F-5E55-F6B7-39D2-CF5A9A6F84BD}"/>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 name="Footer Placeholder 2">
            <a:extLst>
              <a:ext uri="{FF2B5EF4-FFF2-40B4-BE49-F238E27FC236}">
                <a16:creationId xmlns:a16="http://schemas.microsoft.com/office/drawing/2014/main" id="{230850CD-89CD-C34B-151D-32B983A0A5B1}"/>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C3F4590F-315C-56B0-3B3E-63266FA764B6}"/>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5" name="Text Placeholder 9">
            <a:extLst>
              <a:ext uri="{FF2B5EF4-FFF2-40B4-BE49-F238E27FC236}">
                <a16:creationId xmlns:a16="http://schemas.microsoft.com/office/drawing/2014/main" id="{1FD69EF5-DC55-0043-E707-9957A11A30E5}"/>
              </a:ext>
            </a:extLst>
          </p:cNvPr>
          <p:cNvSpPr>
            <a:spLocks noGrp="1"/>
          </p:cNvSpPr>
          <p:nvPr>
            <p:ph type="body" sz="quarter" idx="22" hasCustomPrompt="1"/>
          </p:nvPr>
        </p:nvSpPr>
        <p:spPr>
          <a:xfrm>
            <a:off x="550200" y="1634286"/>
            <a:ext cx="7920880"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7" name="Title 4">
            <a:extLst>
              <a:ext uri="{FF2B5EF4-FFF2-40B4-BE49-F238E27FC236}">
                <a16:creationId xmlns:a16="http://schemas.microsoft.com/office/drawing/2014/main" id="{C93203A2-28D5-E542-8692-E8BEA6720D63}"/>
              </a:ext>
            </a:extLst>
          </p:cNvPr>
          <p:cNvSpPr>
            <a:spLocks noGrp="1"/>
          </p:cNvSpPr>
          <p:nvPr>
            <p:ph type="title"/>
          </p:nvPr>
        </p:nvSpPr>
        <p:spPr>
          <a:xfrm>
            <a:off x="551384" y="549274"/>
            <a:ext cx="7920880" cy="930372"/>
          </a:xfrm>
        </p:spPr>
        <p:txBody>
          <a:bodyPr/>
          <a:lstStyle/>
          <a:p>
            <a:r>
              <a:rPr lang="en-US"/>
              <a:t>Click to edit Master title style</a:t>
            </a:r>
            <a:endParaRPr lang="en-US" dirty="0"/>
          </a:p>
        </p:txBody>
      </p:sp>
      <p:sp>
        <p:nvSpPr>
          <p:cNvPr id="9" name="Content Placeholder 5">
            <a:extLst>
              <a:ext uri="{FF2B5EF4-FFF2-40B4-BE49-F238E27FC236}">
                <a16:creationId xmlns:a16="http://schemas.microsoft.com/office/drawing/2014/main" id="{D5680A08-73A9-5D82-7781-A59825059862}"/>
              </a:ext>
            </a:extLst>
          </p:cNvPr>
          <p:cNvSpPr>
            <a:spLocks noGrp="1"/>
          </p:cNvSpPr>
          <p:nvPr>
            <p:ph sz="quarter" idx="31"/>
          </p:nvPr>
        </p:nvSpPr>
        <p:spPr>
          <a:xfrm>
            <a:off x="551384" y="2132856"/>
            <a:ext cx="7920880"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Content Placeholder 20">
            <a:extLst>
              <a:ext uri="{FF2B5EF4-FFF2-40B4-BE49-F238E27FC236}">
                <a16:creationId xmlns:a16="http://schemas.microsoft.com/office/drawing/2014/main" id="{2D43B5A9-14F0-DD78-070F-A995030041DA}"/>
              </a:ext>
            </a:extLst>
          </p:cNvPr>
          <p:cNvSpPr>
            <a:spLocks noGrp="1"/>
          </p:cNvSpPr>
          <p:nvPr>
            <p:ph sz="quarter" idx="28"/>
          </p:nvPr>
        </p:nvSpPr>
        <p:spPr>
          <a:xfrm>
            <a:off x="9264352" y="2132856"/>
            <a:ext cx="2376786"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ext Placeholder 10">
            <a:extLst>
              <a:ext uri="{FF2B5EF4-FFF2-40B4-BE49-F238E27FC236}">
                <a16:creationId xmlns:a16="http://schemas.microsoft.com/office/drawing/2014/main" id="{5F56F677-F5B9-1784-B704-0F0DD8F83E23}"/>
              </a:ext>
            </a:extLst>
          </p:cNvPr>
          <p:cNvSpPr>
            <a:spLocks noGrp="1"/>
          </p:cNvSpPr>
          <p:nvPr>
            <p:ph type="body" sz="quarter" idx="27"/>
          </p:nvPr>
        </p:nvSpPr>
        <p:spPr>
          <a:xfrm>
            <a:off x="9264351" y="1635328"/>
            <a:ext cx="2376787"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194263785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Content 5 Chapterbox">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AAEFDD5A-0E10-35E6-046E-79E61257DDF1}"/>
              </a:ext>
            </a:extLst>
          </p:cNvPr>
          <p:cNvSpPr/>
          <p:nvPr userDrawn="1"/>
        </p:nvSpPr>
        <p:spPr>
          <a:xfrm rot="16200000" flipV="1">
            <a:off x="7103001" y="1768998"/>
            <a:ext cx="6857998" cy="3320006"/>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0" name="Group 37">
            <a:extLst>
              <a:ext uri="{FF2B5EF4-FFF2-40B4-BE49-F238E27FC236}">
                <a16:creationId xmlns:a16="http://schemas.microsoft.com/office/drawing/2014/main" id="{AA1EA1F2-A678-B9A4-119A-DA3923B39A3A}"/>
              </a:ext>
            </a:extLst>
          </p:cNvPr>
          <p:cNvGrpSpPr/>
          <p:nvPr userDrawn="1"/>
        </p:nvGrpSpPr>
        <p:grpSpPr>
          <a:xfrm>
            <a:off x="11770322" y="176700"/>
            <a:ext cx="260230" cy="240782"/>
            <a:chOff x="5481638" y="2859088"/>
            <a:chExt cx="1231900" cy="1139825"/>
          </a:xfrm>
          <a:solidFill>
            <a:schemeClr val="bg2"/>
          </a:solidFill>
        </p:grpSpPr>
        <p:sp>
          <p:nvSpPr>
            <p:cNvPr id="21" name="Freeform 320">
              <a:extLst>
                <a:ext uri="{FF2B5EF4-FFF2-40B4-BE49-F238E27FC236}">
                  <a16:creationId xmlns:a16="http://schemas.microsoft.com/office/drawing/2014/main" id="{F2CAAAB8-8F85-36D6-90A3-F9EF7CA3A4F1}"/>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321">
              <a:extLst>
                <a:ext uri="{FF2B5EF4-FFF2-40B4-BE49-F238E27FC236}">
                  <a16:creationId xmlns:a16="http://schemas.microsoft.com/office/drawing/2014/main" id="{5CFC2EFB-5E04-2EE5-FF07-1211D0C87D5E}"/>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2" name="Date Placeholder 1">
            <a:extLst>
              <a:ext uri="{FF2B5EF4-FFF2-40B4-BE49-F238E27FC236}">
                <a16:creationId xmlns:a16="http://schemas.microsoft.com/office/drawing/2014/main" id="{2B8F9C6F-5E55-F6B7-39D2-CF5A9A6F84BD}"/>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230850CD-89CD-C34B-151D-32B983A0A5B1}"/>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C3F4590F-315C-56B0-3B3E-63266FA764B6}"/>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5" name="Text Placeholder 9">
            <a:extLst>
              <a:ext uri="{FF2B5EF4-FFF2-40B4-BE49-F238E27FC236}">
                <a16:creationId xmlns:a16="http://schemas.microsoft.com/office/drawing/2014/main" id="{77CB4701-5EA8-F228-EB41-0CFF2D895F32}"/>
              </a:ext>
            </a:extLst>
          </p:cNvPr>
          <p:cNvSpPr>
            <a:spLocks noGrp="1"/>
          </p:cNvSpPr>
          <p:nvPr>
            <p:ph type="body" sz="quarter" idx="22" hasCustomPrompt="1"/>
          </p:nvPr>
        </p:nvSpPr>
        <p:spPr>
          <a:xfrm>
            <a:off x="550200" y="1634286"/>
            <a:ext cx="7920880"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9" name="Title 4">
            <a:extLst>
              <a:ext uri="{FF2B5EF4-FFF2-40B4-BE49-F238E27FC236}">
                <a16:creationId xmlns:a16="http://schemas.microsoft.com/office/drawing/2014/main" id="{A5D329F4-F440-1971-934F-BB7E30406179}"/>
              </a:ext>
            </a:extLst>
          </p:cNvPr>
          <p:cNvSpPr>
            <a:spLocks noGrp="1"/>
          </p:cNvSpPr>
          <p:nvPr>
            <p:ph type="title"/>
          </p:nvPr>
        </p:nvSpPr>
        <p:spPr>
          <a:xfrm>
            <a:off x="551384" y="549274"/>
            <a:ext cx="7920880" cy="930372"/>
          </a:xfrm>
        </p:spPr>
        <p:txBody>
          <a:bodyPr/>
          <a:lstStyle/>
          <a:p>
            <a:r>
              <a:rPr lang="en-US"/>
              <a:t>Click to edit Master title style</a:t>
            </a:r>
            <a:endParaRPr lang="en-US" dirty="0"/>
          </a:p>
        </p:txBody>
      </p:sp>
      <p:sp>
        <p:nvSpPr>
          <p:cNvPr id="11" name="Content Placeholder 5">
            <a:extLst>
              <a:ext uri="{FF2B5EF4-FFF2-40B4-BE49-F238E27FC236}">
                <a16:creationId xmlns:a16="http://schemas.microsoft.com/office/drawing/2014/main" id="{C57AAAE3-15FB-8EBD-D80A-38D40EBDDEBF}"/>
              </a:ext>
            </a:extLst>
          </p:cNvPr>
          <p:cNvSpPr>
            <a:spLocks noGrp="1"/>
          </p:cNvSpPr>
          <p:nvPr>
            <p:ph sz="quarter" idx="31"/>
          </p:nvPr>
        </p:nvSpPr>
        <p:spPr>
          <a:xfrm>
            <a:off x="551384" y="2132856"/>
            <a:ext cx="7920880"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Content Placeholder 20">
            <a:extLst>
              <a:ext uri="{FF2B5EF4-FFF2-40B4-BE49-F238E27FC236}">
                <a16:creationId xmlns:a16="http://schemas.microsoft.com/office/drawing/2014/main" id="{D9F4F301-816D-BBA5-0D4F-7106C88BF450}"/>
              </a:ext>
            </a:extLst>
          </p:cNvPr>
          <p:cNvSpPr>
            <a:spLocks noGrp="1"/>
          </p:cNvSpPr>
          <p:nvPr>
            <p:ph sz="quarter" idx="28"/>
          </p:nvPr>
        </p:nvSpPr>
        <p:spPr>
          <a:xfrm>
            <a:off x="9264352" y="2132856"/>
            <a:ext cx="2376786"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hapter Placeholder 2">
            <a:extLst>
              <a:ext uri="{FF2B5EF4-FFF2-40B4-BE49-F238E27FC236}">
                <a16:creationId xmlns:a16="http://schemas.microsoft.com/office/drawing/2014/main" id="{E584A6CD-5C38-ABB3-1278-14FD6AFFF366}"/>
              </a:ext>
            </a:extLst>
          </p:cNvPr>
          <p:cNvSpPr>
            <a:spLocks noGrp="1"/>
          </p:cNvSpPr>
          <p:nvPr>
            <p:ph type="body" sz="quarter" idx="13" hasCustomPrompt="1"/>
          </p:nvPr>
        </p:nvSpPr>
        <p:spPr>
          <a:xfrm>
            <a:off x="550862" y="266219"/>
            <a:ext cx="7919853"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17" name="Text Placeholder 10">
            <a:extLst>
              <a:ext uri="{FF2B5EF4-FFF2-40B4-BE49-F238E27FC236}">
                <a16:creationId xmlns:a16="http://schemas.microsoft.com/office/drawing/2014/main" id="{3D4DF89C-E36B-311B-F8AD-FE3524EF4EF8}"/>
              </a:ext>
            </a:extLst>
          </p:cNvPr>
          <p:cNvSpPr>
            <a:spLocks noGrp="1"/>
          </p:cNvSpPr>
          <p:nvPr>
            <p:ph type="body" sz="quarter" idx="27"/>
          </p:nvPr>
        </p:nvSpPr>
        <p:spPr>
          <a:xfrm>
            <a:off x="9264351" y="1634285"/>
            <a:ext cx="2376787"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3556827574"/>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userDrawn="1">
  <p:cSld name="Content 6">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44142192-00F6-71C9-9A77-489CD275D234}"/>
              </a:ext>
            </a:extLst>
          </p:cNvPr>
          <p:cNvSpPr/>
          <p:nvPr userDrawn="1"/>
        </p:nvSpPr>
        <p:spPr>
          <a:xfrm rot="16200000" flipV="1">
            <a:off x="7563095" y="2229091"/>
            <a:ext cx="6857998" cy="2399819"/>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5" name="Group 37">
            <a:extLst>
              <a:ext uri="{FF2B5EF4-FFF2-40B4-BE49-F238E27FC236}">
                <a16:creationId xmlns:a16="http://schemas.microsoft.com/office/drawing/2014/main" id="{3DFDE37E-5420-F85E-8E48-40542DA08033}"/>
              </a:ext>
            </a:extLst>
          </p:cNvPr>
          <p:cNvGrpSpPr/>
          <p:nvPr userDrawn="1"/>
        </p:nvGrpSpPr>
        <p:grpSpPr>
          <a:xfrm>
            <a:off x="11770322" y="176700"/>
            <a:ext cx="260230" cy="240782"/>
            <a:chOff x="5481638" y="2859088"/>
            <a:chExt cx="1231900" cy="1139825"/>
          </a:xfrm>
          <a:solidFill>
            <a:schemeClr val="bg2"/>
          </a:solidFill>
        </p:grpSpPr>
        <p:sp>
          <p:nvSpPr>
            <p:cNvPr id="26" name="Freeform 320">
              <a:extLst>
                <a:ext uri="{FF2B5EF4-FFF2-40B4-BE49-F238E27FC236}">
                  <a16:creationId xmlns:a16="http://schemas.microsoft.com/office/drawing/2014/main" id="{AD48A599-A45D-8D69-AEA6-662642AD9D93}"/>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7" name="Freeform 321">
              <a:extLst>
                <a:ext uri="{FF2B5EF4-FFF2-40B4-BE49-F238E27FC236}">
                  <a16:creationId xmlns:a16="http://schemas.microsoft.com/office/drawing/2014/main" id="{D65A51CC-4C31-51CB-14AC-6B1601AB8ADE}"/>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D5AE9DA6-521B-F449-72BF-F6B58357D1E2}"/>
              </a:ext>
            </a:extLst>
          </p:cNvPr>
          <p:cNvSpPr>
            <a:spLocks noGrp="1"/>
          </p:cNvSpPr>
          <p:nvPr>
            <p:ph type="dt" sz="half" idx="2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B8E5A5A4-4ABB-75D4-0347-730FFE4FE623}"/>
              </a:ext>
            </a:extLst>
          </p:cNvPr>
          <p:cNvSpPr>
            <a:spLocks noGrp="1"/>
          </p:cNvSpPr>
          <p:nvPr>
            <p:ph type="ftr" sz="quarter" idx="26"/>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1D8486EB-33DC-2A07-4FA3-E55575E4F077}"/>
              </a:ext>
            </a:extLst>
          </p:cNvPr>
          <p:cNvSpPr>
            <a:spLocks noGrp="1"/>
          </p:cNvSpPr>
          <p:nvPr>
            <p:ph type="sldNum" sz="quarter" idx="27"/>
          </p:nvPr>
        </p:nvSpPr>
        <p:spPr/>
        <p:txBody>
          <a:bodyPr/>
          <a:lstStyle/>
          <a:p>
            <a:pPr algn="r"/>
            <a:fld id="{5D9A5160-6218-4E5A-B9E6-B93E3DAE377C}" type="slidenum">
              <a:rPr lang="en-US" smtClean="0"/>
              <a:pPr algn="r"/>
              <a:t>‹#›</a:t>
            </a:fld>
            <a:endParaRPr lang="en-US"/>
          </a:p>
        </p:txBody>
      </p:sp>
      <p:sp>
        <p:nvSpPr>
          <p:cNvPr id="8" name="Text Placeholder 9">
            <a:extLst>
              <a:ext uri="{FF2B5EF4-FFF2-40B4-BE49-F238E27FC236}">
                <a16:creationId xmlns:a16="http://schemas.microsoft.com/office/drawing/2014/main" id="{F49FFE9F-318B-AD07-86E6-3D605204274E}"/>
              </a:ext>
            </a:extLst>
          </p:cNvPr>
          <p:cNvSpPr>
            <a:spLocks noGrp="1"/>
          </p:cNvSpPr>
          <p:nvPr>
            <p:ph type="body" sz="quarter" idx="22" hasCustomPrompt="1"/>
          </p:nvPr>
        </p:nvSpPr>
        <p:spPr>
          <a:xfrm>
            <a:off x="550200" y="1634286"/>
            <a:ext cx="8954190"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10" name="Title 4">
            <a:extLst>
              <a:ext uri="{FF2B5EF4-FFF2-40B4-BE49-F238E27FC236}">
                <a16:creationId xmlns:a16="http://schemas.microsoft.com/office/drawing/2014/main" id="{6B5BE04E-C718-08CB-4873-0698E24EE643}"/>
              </a:ext>
            </a:extLst>
          </p:cNvPr>
          <p:cNvSpPr>
            <a:spLocks noGrp="1"/>
          </p:cNvSpPr>
          <p:nvPr>
            <p:ph type="title"/>
          </p:nvPr>
        </p:nvSpPr>
        <p:spPr>
          <a:xfrm>
            <a:off x="551384" y="549274"/>
            <a:ext cx="8954190" cy="930372"/>
          </a:xfrm>
        </p:spPr>
        <p:txBody>
          <a:bodyPr/>
          <a:lstStyle/>
          <a:p>
            <a:r>
              <a:rPr lang="en-US"/>
              <a:t>Click to edit Master title style</a:t>
            </a:r>
            <a:endParaRPr lang="en-US" dirty="0"/>
          </a:p>
        </p:txBody>
      </p:sp>
      <p:sp>
        <p:nvSpPr>
          <p:cNvPr id="12" name="Content Placeholder 5">
            <a:extLst>
              <a:ext uri="{FF2B5EF4-FFF2-40B4-BE49-F238E27FC236}">
                <a16:creationId xmlns:a16="http://schemas.microsoft.com/office/drawing/2014/main" id="{2AE819EF-5661-07DD-8D8E-3816C9C948FA}"/>
              </a:ext>
            </a:extLst>
          </p:cNvPr>
          <p:cNvSpPr>
            <a:spLocks noGrp="1"/>
          </p:cNvSpPr>
          <p:nvPr>
            <p:ph sz="quarter" idx="31"/>
          </p:nvPr>
        </p:nvSpPr>
        <p:spPr>
          <a:xfrm>
            <a:off x="551384" y="2132856"/>
            <a:ext cx="8954190"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20">
            <a:extLst>
              <a:ext uri="{FF2B5EF4-FFF2-40B4-BE49-F238E27FC236}">
                <a16:creationId xmlns:a16="http://schemas.microsoft.com/office/drawing/2014/main" id="{6FD27327-DD4E-745F-BEE6-F2456262CD9F}"/>
              </a:ext>
            </a:extLst>
          </p:cNvPr>
          <p:cNvSpPr>
            <a:spLocks noGrp="1"/>
          </p:cNvSpPr>
          <p:nvPr>
            <p:ph sz="quarter" idx="28"/>
          </p:nvPr>
        </p:nvSpPr>
        <p:spPr>
          <a:xfrm>
            <a:off x="10056440" y="2132856"/>
            <a:ext cx="1584698"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ext Placeholder 10">
            <a:extLst>
              <a:ext uri="{FF2B5EF4-FFF2-40B4-BE49-F238E27FC236}">
                <a16:creationId xmlns:a16="http://schemas.microsoft.com/office/drawing/2014/main" id="{50CD247E-0744-79CF-8F93-524394145128}"/>
              </a:ext>
            </a:extLst>
          </p:cNvPr>
          <p:cNvSpPr>
            <a:spLocks noGrp="1"/>
          </p:cNvSpPr>
          <p:nvPr>
            <p:ph type="body" sz="quarter" idx="32"/>
          </p:nvPr>
        </p:nvSpPr>
        <p:spPr>
          <a:xfrm>
            <a:off x="10056439" y="1634286"/>
            <a:ext cx="1584699"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250520372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userDrawn="1">
  <p:cSld name="Content 6  Chapterbox">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44142192-00F6-71C9-9A77-489CD275D234}"/>
              </a:ext>
            </a:extLst>
          </p:cNvPr>
          <p:cNvSpPr/>
          <p:nvPr userDrawn="1"/>
        </p:nvSpPr>
        <p:spPr>
          <a:xfrm rot="16200000" flipV="1">
            <a:off x="7563095" y="2229091"/>
            <a:ext cx="6857998" cy="2399819"/>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5" name="Group 37">
            <a:extLst>
              <a:ext uri="{FF2B5EF4-FFF2-40B4-BE49-F238E27FC236}">
                <a16:creationId xmlns:a16="http://schemas.microsoft.com/office/drawing/2014/main" id="{3DFDE37E-5420-F85E-8E48-40542DA08033}"/>
              </a:ext>
            </a:extLst>
          </p:cNvPr>
          <p:cNvGrpSpPr/>
          <p:nvPr userDrawn="1"/>
        </p:nvGrpSpPr>
        <p:grpSpPr>
          <a:xfrm>
            <a:off x="11770322" y="176700"/>
            <a:ext cx="260230" cy="240782"/>
            <a:chOff x="5481638" y="2859088"/>
            <a:chExt cx="1231900" cy="1139825"/>
          </a:xfrm>
          <a:solidFill>
            <a:schemeClr val="bg2"/>
          </a:solidFill>
        </p:grpSpPr>
        <p:sp>
          <p:nvSpPr>
            <p:cNvPr id="26" name="Freeform 320">
              <a:extLst>
                <a:ext uri="{FF2B5EF4-FFF2-40B4-BE49-F238E27FC236}">
                  <a16:creationId xmlns:a16="http://schemas.microsoft.com/office/drawing/2014/main" id="{AD48A599-A45D-8D69-AEA6-662642AD9D93}"/>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7" name="Freeform 321">
              <a:extLst>
                <a:ext uri="{FF2B5EF4-FFF2-40B4-BE49-F238E27FC236}">
                  <a16:creationId xmlns:a16="http://schemas.microsoft.com/office/drawing/2014/main" id="{D65A51CC-4C31-51CB-14AC-6B1601AB8ADE}"/>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D5AE9DA6-521B-F449-72BF-F6B58357D1E2}"/>
              </a:ext>
            </a:extLst>
          </p:cNvPr>
          <p:cNvSpPr>
            <a:spLocks noGrp="1"/>
          </p:cNvSpPr>
          <p:nvPr>
            <p:ph type="dt" sz="half" idx="2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B8E5A5A4-4ABB-75D4-0347-730FFE4FE623}"/>
              </a:ext>
            </a:extLst>
          </p:cNvPr>
          <p:cNvSpPr>
            <a:spLocks noGrp="1"/>
          </p:cNvSpPr>
          <p:nvPr>
            <p:ph type="ftr" sz="quarter" idx="26"/>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1D8486EB-33DC-2A07-4FA3-E55575E4F077}"/>
              </a:ext>
            </a:extLst>
          </p:cNvPr>
          <p:cNvSpPr>
            <a:spLocks noGrp="1"/>
          </p:cNvSpPr>
          <p:nvPr>
            <p:ph type="sldNum" sz="quarter" idx="27"/>
          </p:nvPr>
        </p:nvSpPr>
        <p:spPr/>
        <p:txBody>
          <a:bodyPr/>
          <a:lstStyle/>
          <a:p>
            <a:pPr algn="r"/>
            <a:fld id="{5D9A5160-6218-4E5A-B9E6-B93E3DAE377C}" type="slidenum">
              <a:rPr lang="en-US" smtClean="0"/>
              <a:pPr algn="r"/>
              <a:t>‹#›</a:t>
            </a:fld>
            <a:endParaRPr lang="en-US"/>
          </a:p>
        </p:txBody>
      </p:sp>
      <p:sp>
        <p:nvSpPr>
          <p:cNvPr id="8" name="Text Placeholder 9">
            <a:extLst>
              <a:ext uri="{FF2B5EF4-FFF2-40B4-BE49-F238E27FC236}">
                <a16:creationId xmlns:a16="http://schemas.microsoft.com/office/drawing/2014/main" id="{73D4D2DE-857C-432B-542C-776B73D12295}"/>
              </a:ext>
            </a:extLst>
          </p:cNvPr>
          <p:cNvSpPr>
            <a:spLocks noGrp="1"/>
          </p:cNvSpPr>
          <p:nvPr>
            <p:ph type="body" sz="quarter" idx="22" hasCustomPrompt="1"/>
          </p:nvPr>
        </p:nvSpPr>
        <p:spPr>
          <a:xfrm>
            <a:off x="550200" y="1634286"/>
            <a:ext cx="8954190"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12" name="Title 4">
            <a:extLst>
              <a:ext uri="{FF2B5EF4-FFF2-40B4-BE49-F238E27FC236}">
                <a16:creationId xmlns:a16="http://schemas.microsoft.com/office/drawing/2014/main" id="{D58330D2-B44D-B4BF-A2E5-010DDD74BFE7}"/>
              </a:ext>
            </a:extLst>
          </p:cNvPr>
          <p:cNvSpPr>
            <a:spLocks noGrp="1"/>
          </p:cNvSpPr>
          <p:nvPr>
            <p:ph type="title"/>
          </p:nvPr>
        </p:nvSpPr>
        <p:spPr>
          <a:xfrm>
            <a:off x="551384" y="549274"/>
            <a:ext cx="8954190" cy="930372"/>
          </a:xfrm>
        </p:spPr>
        <p:txBody>
          <a:bodyPr/>
          <a:lstStyle/>
          <a:p>
            <a:r>
              <a:rPr lang="en-US"/>
              <a:t>Click to edit Master title style</a:t>
            </a:r>
            <a:endParaRPr lang="en-US" dirty="0"/>
          </a:p>
        </p:txBody>
      </p:sp>
      <p:sp>
        <p:nvSpPr>
          <p:cNvPr id="13" name="Content Placeholder 5">
            <a:extLst>
              <a:ext uri="{FF2B5EF4-FFF2-40B4-BE49-F238E27FC236}">
                <a16:creationId xmlns:a16="http://schemas.microsoft.com/office/drawing/2014/main" id="{BD895A44-21D8-7652-F6B3-A65F96845F49}"/>
              </a:ext>
            </a:extLst>
          </p:cNvPr>
          <p:cNvSpPr>
            <a:spLocks noGrp="1"/>
          </p:cNvSpPr>
          <p:nvPr>
            <p:ph sz="quarter" idx="31"/>
          </p:nvPr>
        </p:nvSpPr>
        <p:spPr>
          <a:xfrm>
            <a:off x="551384" y="2132856"/>
            <a:ext cx="8954190"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Content Placeholder 20">
            <a:extLst>
              <a:ext uri="{FF2B5EF4-FFF2-40B4-BE49-F238E27FC236}">
                <a16:creationId xmlns:a16="http://schemas.microsoft.com/office/drawing/2014/main" id="{B7B3AFE6-55A3-42D9-6DD3-DA26A44341E4}"/>
              </a:ext>
            </a:extLst>
          </p:cNvPr>
          <p:cNvSpPr>
            <a:spLocks noGrp="1"/>
          </p:cNvSpPr>
          <p:nvPr>
            <p:ph sz="quarter" idx="28"/>
          </p:nvPr>
        </p:nvSpPr>
        <p:spPr>
          <a:xfrm>
            <a:off x="10056440" y="2132856"/>
            <a:ext cx="1584698"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hapter Placeholder 2">
            <a:extLst>
              <a:ext uri="{FF2B5EF4-FFF2-40B4-BE49-F238E27FC236}">
                <a16:creationId xmlns:a16="http://schemas.microsoft.com/office/drawing/2014/main" id="{32B7BC2A-9784-4487-0ABA-5451BC0797E4}"/>
              </a:ext>
            </a:extLst>
          </p:cNvPr>
          <p:cNvSpPr>
            <a:spLocks noGrp="1"/>
          </p:cNvSpPr>
          <p:nvPr>
            <p:ph type="body" sz="quarter" idx="13" hasCustomPrompt="1"/>
          </p:nvPr>
        </p:nvSpPr>
        <p:spPr>
          <a:xfrm>
            <a:off x="550862" y="266219"/>
            <a:ext cx="8953029"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16" name="Text Placeholder 10">
            <a:extLst>
              <a:ext uri="{FF2B5EF4-FFF2-40B4-BE49-F238E27FC236}">
                <a16:creationId xmlns:a16="http://schemas.microsoft.com/office/drawing/2014/main" id="{5A4921A4-14DE-EAC1-42A7-044F67135397}"/>
              </a:ext>
            </a:extLst>
          </p:cNvPr>
          <p:cNvSpPr>
            <a:spLocks noGrp="1"/>
          </p:cNvSpPr>
          <p:nvPr>
            <p:ph type="body" sz="quarter" idx="32"/>
          </p:nvPr>
        </p:nvSpPr>
        <p:spPr>
          <a:xfrm>
            <a:off x="10056439" y="1635328"/>
            <a:ext cx="1584699"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154954041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Content 7">
    <p:spTree>
      <p:nvGrpSpPr>
        <p:cNvPr id="1" name=""/>
        <p:cNvGrpSpPr/>
        <p:nvPr/>
      </p:nvGrpSpPr>
      <p:grpSpPr>
        <a:xfrm>
          <a:off x="0" y="0"/>
          <a:ext cx="0" cy="0"/>
          <a:chOff x="0" y="0"/>
          <a:chExt cx="0" cy="0"/>
        </a:xfrm>
      </p:grpSpPr>
      <p:sp>
        <p:nvSpPr>
          <p:cNvPr id="7" name="Content Placeholder 17">
            <a:extLst>
              <a:ext uri="{FF2B5EF4-FFF2-40B4-BE49-F238E27FC236}">
                <a16:creationId xmlns:a16="http://schemas.microsoft.com/office/drawing/2014/main" id="{9419F9B9-A3F9-F338-CA95-2522ADFD9276}"/>
              </a:ext>
            </a:extLst>
          </p:cNvPr>
          <p:cNvSpPr>
            <a:spLocks noGrp="1"/>
          </p:cNvSpPr>
          <p:nvPr>
            <p:ph sz="quarter" idx="23"/>
          </p:nvPr>
        </p:nvSpPr>
        <p:spPr>
          <a:xfrm>
            <a:off x="6646863" y="1772816"/>
            <a:ext cx="4993753" cy="4535909"/>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dirty="0"/>
          </a:p>
        </p:txBody>
      </p:sp>
      <p:sp>
        <p:nvSpPr>
          <p:cNvPr id="3" name="Date Placeholder 2">
            <a:extLst>
              <a:ext uri="{FF2B5EF4-FFF2-40B4-BE49-F238E27FC236}">
                <a16:creationId xmlns:a16="http://schemas.microsoft.com/office/drawing/2014/main" id="{885B9FD2-6048-2D15-B439-6975CB885DBE}"/>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043C87BC-20D2-3A31-20C8-5F67B34C6548}"/>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0288BCF5-D034-A931-945B-6AA231F982A9}"/>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8" name="Title 7">
            <a:extLst>
              <a:ext uri="{FF2B5EF4-FFF2-40B4-BE49-F238E27FC236}">
                <a16:creationId xmlns:a16="http://schemas.microsoft.com/office/drawing/2014/main" id="{0AB69793-A772-75BC-7546-86D4C99DA295}"/>
              </a:ext>
            </a:extLst>
          </p:cNvPr>
          <p:cNvSpPr>
            <a:spLocks noGrp="1"/>
          </p:cNvSpPr>
          <p:nvPr>
            <p:ph type="title"/>
          </p:nvPr>
        </p:nvSpPr>
        <p:spPr/>
        <p:txBody>
          <a:bodyPr/>
          <a:lstStyle/>
          <a:p>
            <a:r>
              <a:rPr lang="en-US"/>
              <a:t>Click to edit Master title style</a:t>
            </a:r>
          </a:p>
        </p:txBody>
      </p:sp>
      <p:sp>
        <p:nvSpPr>
          <p:cNvPr id="5" name="Text Placeholder 9">
            <a:extLst>
              <a:ext uri="{FF2B5EF4-FFF2-40B4-BE49-F238E27FC236}">
                <a16:creationId xmlns:a16="http://schemas.microsoft.com/office/drawing/2014/main" id="{3CDC2611-10F8-E402-48FE-760013A0A338}"/>
              </a:ext>
            </a:extLst>
          </p:cNvPr>
          <p:cNvSpPr>
            <a:spLocks noGrp="1"/>
          </p:cNvSpPr>
          <p:nvPr>
            <p:ph type="body" sz="quarter" idx="22" hasCustomPrompt="1"/>
          </p:nvPr>
        </p:nvSpPr>
        <p:spPr>
          <a:xfrm>
            <a:off x="550200" y="1634286"/>
            <a:ext cx="5545800"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Tree>
    <p:extLst>
      <p:ext uri="{BB962C8B-B14F-4D97-AF65-F5344CB8AC3E}">
        <p14:creationId xmlns:p14="http://schemas.microsoft.com/office/powerpoint/2010/main" val="1500658362"/>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Content 7 Chapterbox">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885B9FD2-6048-2D15-B439-6975CB885DBE}"/>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043C87BC-20D2-3A31-20C8-5F67B34C6548}"/>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0288BCF5-D034-A931-945B-6AA231F982A9}"/>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5" name="Content Placeholder 17">
            <a:extLst>
              <a:ext uri="{FF2B5EF4-FFF2-40B4-BE49-F238E27FC236}">
                <a16:creationId xmlns:a16="http://schemas.microsoft.com/office/drawing/2014/main" id="{2A1A29B9-2771-6C2E-7B5A-537C6A3853DB}"/>
              </a:ext>
            </a:extLst>
          </p:cNvPr>
          <p:cNvSpPr>
            <a:spLocks noGrp="1"/>
          </p:cNvSpPr>
          <p:nvPr>
            <p:ph sz="quarter" idx="23"/>
          </p:nvPr>
        </p:nvSpPr>
        <p:spPr>
          <a:xfrm>
            <a:off x="6646863" y="1772816"/>
            <a:ext cx="4993753" cy="4535909"/>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dirty="0"/>
          </a:p>
        </p:txBody>
      </p:sp>
      <p:sp>
        <p:nvSpPr>
          <p:cNvPr id="10" name="Title 7">
            <a:extLst>
              <a:ext uri="{FF2B5EF4-FFF2-40B4-BE49-F238E27FC236}">
                <a16:creationId xmlns:a16="http://schemas.microsoft.com/office/drawing/2014/main" id="{52EA2223-D8E1-77DA-D101-DFCD3DC98210}"/>
              </a:ext>
            </a:extLst>
          </p:cNvPr>
          <p:cNvSpPr>
            <a:spLocks noGrp="1"/>
          </p:cNvSpPr>
          <p:nvPr>
            <p:ph type="title"/>
          </p:nvPr>
        </p:nvSpPr>
        <p:spPr>
          <a:xfrm>
            <a:off x="551384" y="549274"/>
            <a:ext cx="11090938" cy="930372"/>
          </a:xfrm>
        </p:spPr>
        <p:txBody>
          <a:bodyPr/>
          <a:lstStyle/>
          <a:p>
            <a:r>
              <a:rPr lang="en-US"/>
              <a:t>Click to edit Master title style</a:t>
            </a:r>
          </a:p>
        </p:txBody>
      </p:sp>
      <p:sp>
        <p:nvSpPr>
          <p:cNvPr id="11" name="Text Placeholder 9">
            <a:extLst>
              <a:ext uri="{FF2B5EF4-FFF2-40B4-BE49-F238E27FC236}">
                <a16:creationId xmlns:a16="http://schemas.microsoft.com/office/drawing/2014/main" id="{BC80BDE3-7543-F16D-453F-B5134E4E1B35}"/>
              </a:ext>
            </a:extLst>
          </p:cNvPr>
          <p:cNvSpPr>
            <a:spLocks noGrp="1"/>
          </p:cNvSpPr>
          <p:nvPr>
            <p:ph type="body" sz="quarter" idx="22" hasCustomPrompt="1"/>
          </p:nvPr>
        </p:nvSpPr>
        <p:spPr>
          <a:xfrm>
            <a:off x="550200" y="1634286"/>
            <a:ext cx="5545800"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12" name="Chapter Placeholder 2">
            <a:extLst>
              <a:ext uri="{FF2B5EF4-FFF2-40B4-BE49-F238E27FC236}">
                <a16:creationId xmlns:a16="http://schemas.microsoft.com/office/drawing/2014/main" id="{0AA21B56-8077-BFD8-789F-17BFDAAE3DB4}"/>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8799897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Content 3 Boxes">
    <p:spTree>
      <p:nvGrpSpPr>
        <p:cNvPr id="1" name=""/>
        <p:cNvGrpSpPr/>
        <p:nvPr/>
      </p:nvGrpSpPr>
      <p:grpSpPr>
        <a:xfrm>
          <a:off x="0" y="0"/>
          <a:ext cx="0" cy="0"/>
          <a:chOff x="0" y="0"/>
          <a:chExt cx="0" cy="0"/>
        </a:xfrm>
      </p:grpSpPr>
      <p:sp>
        <p:nvSpPr>
          <p:cNvPr id="16" name="Text Placeholder 9">
            <a:extLst>
              <a:ext uri="{FF2B5EF4-FFF2-40B4-BE49-F238E27FC236}">
                <a16:creationId xmlns:a16="http://schemas.microsoft.com/office/drawing/2014/main" id="{4075E3DD-DFAB-FD26-4572-504E4FADE53C}"/>
              </a:ext>
            </a:extLst>
          </p:cNvPr>
          <p:cNvSpPr>
            <a:spLocks noGrp="1"/>
          </p:cNvSpPr>
          <p:nvPr>
            <p:ph type="body" sz="quarter" idx="22"/>
          </p:nvPr>
        </p:nvSpPr>
        <p:spPr>
          <a:xfrm>
            <a:off x="550863" y="1628800"/>
            <a:ext cx="3546000" cy="615553"/>
          </a:xfrm>
          <a:prstGeom prst="rect">
            <a:avLst/>
          </a:prstGeom>
        </p:spPr>
        <p:txBody>
          <a:bodyPr wrap="square">
            <a:spAutoFit/>
          </a:bodyPr>
          <a:lstStyle>
            <a:lvl1pPr>
              <a:defRPr sz="2000" b="1">
                <a:solidFill>
                  <a:schemeClr val="tx2"/>
                </a:solidFill>
                <a:latin typeface="+mn-lt"/>
              </a:defRPr>
            </a:lvl1pPr>
          </a:lstStyle>
          <a:p>
            <a:pPr lvl="0"/>
            <a:r>
              <a:rPr lang="en-US"/>
              <a:t>Click to edit Master text styles</a:t>
            </a:r>
          </a:p>
        </p:txBody>
      </p:sp>
      <p:sp>
        <p:nvSpPr>
          <p:cNvPr id="17" name="Text Placeholder 9">
            <a:extLst>
              <a:ext uri="{FF2B5EF4-FFF2-40B4-BE49-F238E27FC236}">
                <a16:creationId xmlns:a16="http://schemas.microsoft.com/office/drawing/2014/main" id="{8E9CAB7D-9C7B-E2E2-9B30-A81C31152C20}"/>
              </a:ext>
            </a:extLst>
          </p:cNvPr>
          <p:cNvSpPr>
            <a:spLocks noGrp="1"/>
          </p:cNvSpPr>
          <p:nvPr>
            <p:ph type="body" sz="quarter" idx="35"/>
          </p:nvPr>
        </p:nvSpPr>
        <p:spPr>
          <a:xfrm>
            <a:off x="4324134" y="1628800"/>
            <a:ext cx="3546000" cy="615553"/>
          </a:xfrm>
          <a:prstGeom prst="rect">
            <a:avLst/>
          </a:prstGeom>
        </p:spPr>
        <p:txBody>
          <a:bodyPr wrap="square">
            <a:spAutoFit/>
          </a:bodyPr>
          <a:lstStyle>
            <a:lvl1pPr>
              <a:defRPr sz="2000" b="1">
                <a:solidFill>
                  <a:schemeClr val="tx2"/>
                </a:solidFill>
                <a:latin typeface="+mn-lt"/>
              </a:defRPr>
            </a:lvl1pPr>
          </a:lstStyle>
          <a:p>
            <a:pPr lvl="0"/>
            <a:r>
              <a:rPr lang="en-US"/>
              <a:t>Click to edit Master text styles</a:t>
            </a:r>
          </a:p>
        </p:txBody>
      </p:sp>
      <p:sp>
        <p:nvSpPr>
          <p:cNvPr id="23" name="Text Placeholder 9">
            <a:extLst>
              <a:ext uri="{FF2B5EF4-FFF2-40B4-BE49-F238E27FC236}">
                <a16:creationId xmlns:a16="http://schemas.microsoft.com/office/drawing/2014/main" id="{D6B28239-8A4A-2BC4-1B13-1201AC1B835B}"/>
              </a:ext>
            </a:extLst>
          </p:cNvPr>
          <p:cNvSpPr>
            <a:spLocks noGrp="1"/>
          </p:cNvSpPr>
          <p:nvPr>
            <p:ph type="body" sz="quarter" idx="36"/>
          </p:nvPr>
        </p:nvSpPr>
        <p:spPr>
          <a:xfrm>
            <a:off x="8097719" y="1628800"/>
            <a:ext cx="3509377" cy="615553"/>
          </a:xfrm>
          <a:prstGeom prst="rect">
            <a:avLst/>
          </a:prstGeom>
        </p:spPr>
        <p:txBody>
          <a:bodyPr wrap="square">
            <a:spAutoFit/>
          </a:bodyPr>
          <a:lstStyle>
            <a:lvl1pPr>
              <a:defRPr sz="2000" b="1">
                <a:solidFill>
                  <a:schemeClr val="tx2"/>
                </a:solidFill>
                <a:latin typeface="+mn-lt"/>
              </a:defRPr>
            </a:lvl1pPr>
          </a:lstStyle>
          <a:p>
            <a:pPr lvl="0"/>
            <a:r>
              <a:rPr lang="en-US"/>
              <a:t>Click to edit Master text styles</a:t>
            </a:r>
          </a:p>
        </p:txBody>
      </p:sp>
      <p:sp>
        <p:nvSpPr>
          <p:cNvPr id="24" name="Content Placeholder 2">
            <a:extLst>
              <a:ext uri="{FF2B5EF4-FFF2-40B4-BE49-F238E27FC236}">
                <a16:creationId xmlns:a16="http://schemas.microsoft.com/office/drawing/2014/main" id="{0228FE89-58D3-520A-49C5-58E95AF8757A}"/>
              </a:ext>
            </a:extLst>
          </p:cNvPr>
          <p:cNvSpPr>
            <a:spLocks noGrp="1"/>
          </p:cNvSpPr>
          <p:nvPr>
            <p:ph sz="quarter" idx="37"/>
          </p:nvPr>
        </p:nvSpPr>
        <p:spPr>
          <a:xfrm>
            <a:off x="550864" y="2471738"/>
            <a:ext cx="3544934" cy="386238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25" name="Content Placeholder 2">
            <a:extLst>
              <a:ext uri="{FF2B5EF4-FFF2-40B4-BE49-F238E27FC236}">
                <a16:creationId xmlns:a16="http://schemas.microsoft.com/office/drawing/2014/main" id="{CBF39E6D-DB1F-781A-6BDD-7C107DD91974}"/>
              </a:ext>
            </a:extLst>
          </p:cNvPr>
          <p:cNvSpPr>
            <a:spLocks noGrp="1"/>
          </p:cNvSpPr>
          <p:nvPr>
            <p:ph sz="quarter" idx="43"/>
          </p:nvPr>
        </p:nvSpPr>
        <p:spPr>
          <a:xfrm>
            <a:off x="4322749" y="2471738"/>
            <a:ext cx="3544934" cy="386238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26" name="Content Placeholder 2">
            <a:extLst>
              <a:ext uri="{FF2B5EF4-FFF2-40B4-BE49-F238E27FC236}">
                <a16:creationId xmlns:a16="http://schemas.microsoft.com/office/drawing/2014/main" id="{1CB95990-A777-8921-215A-C8A73F186031}"/>
              </a:ext>
            </a:extLst>
          </p:cNvPr>
          <p:cNvSpPr>
            <a:spLocks noGrp="1"/>
          </p:cNvSpPr>
          <p:nvPr>
            <p:ph sz="quarter" idx="44"/>
          </p:nvPr>
        </p:nvSpPr>
        <p:spPr>
          <a:xfrm>
            <a:off x="8062162" y="2471738"/>
            <a:ext cx="3544934" cy="386238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2" name="Date Placeholder 1">
            <a:extLst>
              <a:ext uri="{FF2B5EF4-FFF2-40B4-BE49-F238E27FC236}">
                <a16:creationId xmlns:a16="http://schemas.microsoft.com/office/drawing/2014/main" id="{0C75832D-4FE3-EA04-12B9-E1273FD483F9}"/>
              </a:ext>
            </a:extLst>
          </p:cNvPr>
          <p:cNvSpPr>
            <a:spLocks noGrp="1"/>
          </p:cNvSpPr>
          <p:nvPr>
            <p:ph type="dt" sz="half" idx="4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5B94528A-812C-C7DE-A787-ABF5508E4B6F}"/>
              </a:ext>
            </a:extLst>
          </p:cNvPr>
          <p:cNvSpPr>
            <a:spLocks noGrp="1"/>
          </p:cNvSpPr>
          <p:nvPr>
            <p:ph type="ftr" sz="quarter" idx="46"/>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29042902-22AE-CB28-435A-B90F5D3E43B3}"/>
              </a:ext>
            </a:extLst>
          </p:cNvPr>
          <p:cNvSpPr>
            <a:spLocks noGrp="1"/>
          </p:cNvSpPr>
          <p:nvPr>
            <p:ph type="sldNum" sz="quarter" idx="47"/>
          </p:nvPr>
        </p:nvSpPr>
        <p:spPr/>
        <p:txBody>
          <a:bodyPr/>
          <a:lstStyle/>
          <a:p>
            <a:pPr algn="r"/>
            <a:fld id="{5D9A5160-6218-4E5A-B9E6-B93E3DAE377C}" type="slidenum">
              <a:rPr lang="en-US" smtClean="0"/>
              <a:pPr algn="r"/>
              <a:t>‹#›</a:t>
            </a:fld>
            <a:endParaRPr lang="en-US"/>
          </a:p>
        </p:txBody>
      </p:sp>
      <p:sp>
        <p:nvSpPr>
          <p:cNvPr id="5" name="Title 4">
            <a:extLst>
              <a:ext uri="{FF2B5EF4-FFF2-40B4-BE49-F238E27FC236}">
                <a16:creationId xmlns:a16="http://schemas.microsoft.com/office/drawing/2014/main" id="{7D17B910-3BBD-74AE-2117-34ABBECEE37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47246717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Content 3 Boxes Chapterbox">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C75832D-4FE3-EA04-12B9-E1273FD483F9}"/>
              </a:ext>
            </a:extLst>
          </p:cNvPr>
          <p:cNvSpPr>
            <a:spLocks noGrp="1"/>
          </p:cNvSpPr>
          <p:nvPr>
            <p:ph type="dt" sz="half" idx="4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5B94528A-812C-C7DE-A787-ABF5508E4B6F}"/>
              </a:ext>
            </a:extLst>
          </p:cNvPr>
          <p:cNvSpPr>
            <a:spLocks noGrp="1"/>
          </p:cNvSpPr>
          <p:nvPr>
            <p:ph type="ftr" sz="quarter" idx="46"/>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29042902-22AE-CB28-435A-B90F5D3E43B3}"/>
              </a:ext>
            </a:extLst>
          </p:cNvPr>
          <p:cNvSpPr>
            <a:spLocks noGrp="1"/>
          </p:cNvSpPr>
          <p:nvPr>
            <p:ph type="sldNum" sz="quarter" idx="47"/>
          </p:nvPr>
        </p:nvSpPr>
        <p:spPr/>
        <p:txBody>
          <a:bodyPr/>
          <a:lstStyle/>
          <a:p>
            <a:pPr algn="r"/>
            <a:fld id="{5D9A5160-6218-4E5A-B9E6-B93E3DAE377C}" type="slidenum">
              <a:rPr lang="en-US" smtClean="0"/>
              <a:pPr algn="r"/>
              <a:t>‹#›</a:t>
            </a:fld>
            <a:endParaRPr lang="en-US"/>
          </a:p>
        </p:txBody>
      </p:sp>
      <p:sp>
        <p:nvSpPr>
          <p:cNvPr id="5" name="Text Placeholder 9">
            <a:extLst>
              <a:ext uri="{FF2B5EF4-FFF2-40B4-BE49-F238E27FC236}">
                <a16:creationId xmlns:a16="http://schemas.microsoft.com/office/drawing/2014/main" id="{C00665E5-BDA3-E8BD-B7E9-82C2A9449AC5}"/>
              </a:ext>
            </a:extLst>
          </p:cNvPr>
          <p:cNvSpPr>
            <a:spLocks noGrp="1"/>
          </p:cNvSpPr>
          <p:nvPr>
            <p:ph type="body" sz="quarter" idx="22"/>
          </p:nvPr>
        </p:nvSpPr>
        <p:spPr>
          <a:xfrm>
            <a:off x="550863" y="1628800"/>
            <a:ext cx="3546000" cy="615553"/>
          </a:xfrm>
          <a:prstGeom prst="rect">
            <a:avLst/>
          </a:prstGeom>
        </p:spPr>
        <p:txBody>
          <a:bodyPr wrap="square">
            <a:spAutoFit/>
          </a:bodyPr>
          <a:lstStyle>
            <a:lvl1pPr>
              <a:defRPr sz="2000" b="1">
                <a:solidFill>
                  <a:schemeClr val="tx2"/>
                </a:solidFill>
                <a:latin typeface="+mn-lt"/>
              </a:defRPr>
            </a:lvl1pPr>
          </a:lstStyle>
          <a:p>
            <a:pPr lvl="0"/>
            <a:r>
              <a:rPr lang="en-US"/>
              <a:t>Click to edit Master text styles</a:t>
            </a:r>
          </a:p>
        </p:txBody>
      </p:sp>
      <p:sp>
        <p:nvSpPr>
          <p:cNvPr id="8" name="Text Placeholder 9">
            <a:extLst>
              <a:ext uri="{FF2B5EF4-FFF2-40B4-BE49-F238E27FC236}">
                <a16:creationId xmlns:a16="http://schemas.microsoft.com/office/drawing/2014/main" id="{5DCD0BDB-5B44-5F28-AE7C-A6DDA74FA4C6}"/>
              </a:ext>
            </a:extLst>
          </p:cNvPr>
          <p:cNvSpPr>
            <a:spLocks noGrp="1"/>
          </p:cNvSpPr>
          <p:nvPr>
            <p:ph type="body" sz="quarter" idx="35"/>
          </p:nvPr>
        </p:nvSpPr>
        <p:spPr>
          <a:xfrm>
            <a:off x="4324134" y="1628800"/>
            <a:ext cx="3546000" cy="615553"/>
          </a:xfrm>
          <a:prstGeom prst="rect">
            <a:avLst/>
          </a:prstGeom>
        </p:spPr>
        <p:txBody>
          <a:bodyPr wrap="square">
            <a:spAutoFit/>
          </a:bodyPr>
          <a:lstStyle>
            <a:lvl1pPr>
              <a:defRPr sz="2000" b="1">
                <a:solidFill>
                  <a:schemeClr val="tx2"/>
                </a:solidFill>
                <a:latin typeface="+mn-lt"/>
              </a:defRPr>
            </a:lvl1pPr>
          </a:lstStyle>
          <a:p>
            <a:pPr lvl="0"/>
            <a:r>
              <a:rPr lang="en-US"/>
              <a:t>Click to edit Master text styles</a:t>
            </a:r>
          </a:p>
        </p:txBody>
      </p:sp>
      <p:sp>
        <p:nvSpPr>
          <p:cNvPr id="9" name="Text Placeholder 9">
            <a:extLst>
              <a:ext uri="{FF2B5EF4-FFF2-40B4-BE49-F238E27FC236}">
                <a16:creationId xmlns:a16="http://schemas.microsoft.com/office/drawing/2014/main" id="{E5A9C862-F068-5FA8-B790-33B9E92B9717}"/>
              </a:ext>
            </a:extLst>
          </p:cNvPr>
          <p:cNvSpPr>
            <a:spLocks noGrp="1"/>
          </p:cNvSpPr>
          <p:nvPr>
            <p:ph type="body" sz="quarter" idx="36"/>
          </p:nvPr>
        </p:nvSpPr>
        <p:spPr>
          <a:xfrm>
            <a:off x="8097719" y="1628800"/>
            <a:ext cx="3509377" cy="615553"/>
          </a:xfrm>
          <a:prstGeom prst="rect">
            <a:avLst/>
          </a:prstGeom>
        </p:spPr>
        <p:txBody>
          <a:bodyPr wrap="square">
            <a:spAutoFit/>
          </a:bodyPr>
          <a:lstStyle>
            <a:lvl1pPr>
              <a:defRPr sz="2000" b="1">
                <a:solidFill>
                  <a:schemeClr val="tx2"/>
                </a:solidFill>
                <a:latin typeface="+mn-lt"/>
              </a:defRPr>
            </a:lvl1pPr>
          </a:lstStyle>
          <a:p>
            <a:pPr lvl="0"/>
            <a:r>
              <a:rPr lang="en-US"/>
              <a:t>Click to edit Master text styles</a:t>
            </a:r>
          </a:p>
        </p:txBody>
      </p:sp>
      <p:sp>
        <p:nvSpPr>
          <p:cNvPr id="10" name="Content Placeholder 2">
            <a:extLst>
              <a:ext uri="{FF2B5EF4-FFF2-40B4-BE49-F238E27FC236}">
                <a16:creationId xmlns:a16="http://schemas.microsoft.com/office/drawing/2014/main" id="{03D01268-B758-D427-140C-0987162EAFE5}"/>
              </a:ext>
            </a:extLst>
          </p:cNvPr>
          <p:cNvSpPr>
            <a:spLocks noGrp="1"/>
          </p:cNvSpPr>
          <p:nvPr>
            <p:ph sz="quarter" idx="37"/>
          </p:nvPr>
        </p:nvSpPr>
        <p:spPr>
          <a:xfrm>
            <a:off x="550864" y="2471738"/>
            <a:ext cx="3544934" cy="386238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11" name="Content Placeholder 2">
            <a:extLst>
              <a:ext uri="{FF2B5EF4-FFF2-40B4-BE49-F238E27FC236}">
                <a16:creationId xmlns:a16="http://schemas.microsoft.com/office/drawing/2014/main" id="{4EAE12CE-6A8B-E8C1-80C3-2C87D81A22C3}"/>
              </a:ext>
            </a:extLst>
          </p:cNvPr>
          <p:cNvSpPr>
            <a:spLocks noGrp="1"/>
          </p:cNvSpPr>
          <p:nvPr>
            <p:ph sz="quarter" idx="43"/>
          </p:nvPr>
        </p:nvSpPr>
        <p:spPr>
          <a:xfrm>
            <a:off x="4322749" y="2471738"/>
            <a:ext cx="3544934" cy="386238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12" name="Content Placeholder 2">
            <a:extLst>
              <a:ext uri="{FF2B5EF4-FFF2-40B4-BE49-F238E27FC236}">
                <a16:creationId xmlns:a16="http://schemas.microsoft.com/office/drawing/2014/main" id="{A1EE52F1-A13F-231A-A204-62146E8BB729}"/>
              </a:ext>
            </a:extLst>
          </p:cNvPr>
          <p:cNvSpPr>
            <a:spLocks noGrp="1"/>
          </p:cNvSpPr>
          <p:nvPr>
            <p:ph sz="quarter" idx="44"/>
          </p:nvPr>
        </p:nvSpPr>
        <p:spPr>
          <a:xfrm>
            <a:off x="8062162" y="2471738"/>
            <a:ext cx="3544934" cy="386238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13" name="Title 4">
            <a:extLst>
              <a:ext uri="{FF2B5EF4-FFF2-40B4-BE49-F238E27FC236}">
                <a16:creationId xmlns:a16="http://schemas.microsoft.com/office/drawing/2014/main" id="{A6EAC310-8D5D-2E10-9194-8635143AE73C}"/>
              </a:ext>
            </a:extLst>
          </p:cNvPr>
          <p:cNvSpPr>
            <a:spLocks noGrp="1"/>
          </p:cNvSpPr>
          <p:nvPr>
            <p:ph type="title"/>
          </p:nvPr>
        </p:nvSpPr>
        <p:spPr>
          <a:xfrm>
            <a:off x="551384" y="549274"/>
            <a:ext cx="11090938" cy="930372"/>
          </a:xfrm>
        </p:spPr>
        <p:txBody>
          <a:bodyPr/>
          <a:lstStyle/>
          <a:p>
            <a:r>
              <a:rPr lang="en-US"/>
              <a:t>Click to edit Master title style</a:t>
            </a:r>
          </a:p>
        </p:txBody>
      </p:sp>
      <p:sp>
        <p:nvSpPr>
          <p:cNvPr id="14" name="Chapter Placeholder 2">
            <a:extLst>
              <a:ext uri="{FF2B5EF4-FFF2-40B4-BE49-F238E27FC236}">
                <a16:creationId xmlns:a16="http://schemas.microsoft.com/office/drawing/2014/main" id="{0198E6F0-06BA-7AF7-87A6-64D7D7D3B402}"/>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229252953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5" name="Text Placeholder 9">
            <a:extLst>
              <a:ext uri="{FF2B5EF4-FFF2-40B4-BE49-F238E27FC236}">
                <a16:creationId xmlns:a16="http://schemas.microsoft.com/office/drawing/2014/main" id="{A0B15415-1D8C-B1CF-007F-AF25F5E8B5E0}"/>
              </a:ext>
            </a:extLst>
          </p:cNvPr>
          <p:cNvSpPr>
            <a:spLocks noGrp="1"/>
          </p:cNvSpPr>
          <p:nvPr>
            <p:ph type="body" sz="quarter" idx="22"/>
          </p:nvPr>
        </p:nvSpPr>
        <p:spPr>
          <a:xfrm>
            <a:off x="550864" y="1628800"/>
            <a:ext cx="5330138" cy="307777"/>
          </a:xfrm>
          <a:prstGeom prst="rect">
            <a:avLst/>
          </a:prstGeom>
        </p:spPr>
        <p:txBody>
          <a:bodyPr wrap="square">
            <a:spAutoFit/>
          </a:bodyPr>
          <a:lstStyle>
            <a:lvl1pPr>
              <a:defRPr sz="2000" b="1">
                <a:solidFill>
                  <a:schemeClr val="tx2"/>
                </a:solidFill>
                <a:latin typeface="+mn-lt"/>
              </a:defRPr>
            </a:lvl1pPr>
          </a:lstStyle>
          <a:p>
            <a:pPr lvl="0"/>
            <a:r>
              <a:rPr lang="en-US"/>
              <a:t>Click to edit Master text styles</a:t>
            </a:r>
          </a:p>
        </p:txBody>
      </p:sp>
      <p:sp>
        <p:nvSpPr>
          <p:cNvPr id="8" name="Content Placeholder 17">
            <a:extLst>
              <a:ext uri="{FF2B5EF4-FFF2-40B4-BE49-F238E27FC236}">
                <a16:creationId xmlns:a16="http://schemas.microsoft.com/office/drawing/2014/main" id="{88A06028-7957-3D06-79FE-33A3DA8C8299}"/>
              </a:ext>
            </a:extLst>
          </p:cNvPr>
          <p:cNvSpPr>
            <a:spLocks noGrp="1"/>
          </p:cNvSpPr>
          <p:nvPr>
            <p:ph sz="quarter" idx="23"/>
          </p:nvPr>
        </p:nvSpPr>
        <p:spPr>
          <a:xfrm>
            <a:off x="550862" y="2492896"/>
            <a:ext cx="5330138" cy="3850754"/>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10" name="Text Placeholder 9">
            <a:extLst>
              <a:ext uri="{FF2B5EF4-FFF2-40B4-BE49-F238E27FC236}">
                <a16:creationId xmlns:a16="http://schemas.microsoft.com/office/drawing/2014/main" id="{DCC3AC80-AAB0-BD9C-DCE4-4B771F2625EE}"/>
              </a:ext>
            </a:extLst>
          </p:cNvPr>
          <p:cNvSpPr>
            <a:spLocks noGrp="1"/>
          </p:cNvSpPr>
          <p:nvPr>
            <p:ph type="body" sz="quarter" idx="24"/>
          </p:nvPr>
        </p:nvSpPr>
        <p:spPr>
          <a:xfrm>
            <a:off x="6310478" y="1628800"/>
            <a:ext cx="5330138" cy="307777"/>
          </a:xfrm>
          <a:prstGeom prst="rect">
            <a:avLst/>
          </a:prstGeom>
        </p:spPr>
        <p:txBody>
          <a:bodyPr wrap="square">
            <a:spAutoFit/>
          </a:bodyPr>
          <a:lstStyle>
            <a:lvl1pPr>
              <a:defRPr sz="2000" b="1">
                <a:solidFill>
                  <a:schemeClr val="tx2"/>
                </a:solidFill>
                <a:latin typeface="+mn-lt"/>
              </a:defRPr>
            </a:lvl1pPr>
          </a:lstStyle>
          <a:p>
            <a:pPr lvl="0"/>
            <a:r>
              <a:rPr lang="en-US"/>
              <a:t>Click to edit Master text styles</a:t>
            </a:r>
          </a:p>
        </p:txBody>
      </p:sp>
      <p:sp>
        <p:nvSpPr>
          <p:cNvPr id="11" name="Content Placeholder 17">
            <a:extLst>
              <a:ext uri="{FF2B5EF4-FFF2-40B4-BE49-F238E27FC236}">
                <a16:creationId xmlns:a16="http://schemas.microsoft.com/office/drawing/2014/main" id="{163C3FEF-254F-65E1-67F0-E654CC319296}"/>
              </a:ext>
            </a:extLst>
          </p:cNvPr>
          <p:cNvSpPr>
            <a:spLocks noGrp="1"/>
          </p:cNvSpPr>
          <p:nvPr>
            <p:ph sz="quarter" idx="25"/>
          </p:nvPr>
        </p:nvSpPr>
        <p:spPr>
          <a:xfrm>
            <a:off x="6310476" y="2492896"/>
            <a:ext cx="5330138" cy="3850754"/>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2" name="Date Placeholder 1">
            <a:extLst>
              <a:ext uri="{FF2B5EF4-FFF2-40B4-BE49-F238E27FC236}">
                <a16:creationId xmlns:a16="http://schemas.microsoft.com/office/drawing/2014/main" id="{9E19822C-D354-F2FB-1C56-D296F7B12974}"/>
              </a:ext>
            </a:extLst>
          </p:cNvPr>
          <p:cNvSpPr>
            <a:spLocks noGrp="1"/>
          </p:cNvSpPr>
          <p:nvPr>
            <p:ph type="dt" sz="half" idx="26"/>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79AA8835-108D-EC01-28A9-036F9DC1ED24}"/>
              </a:ext>
            </a:extLst>
          </p:cNvPr>
          <p:cNvSpPr>
            <a:spLocks noGrp="1"/>
          </p:cNvSpPr>
          <p:nvPr>
            <p:ph type="ftr" sz="quarter" idx="27"/>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97F09F6A-36AF-74AE-86F3-4627D658998C}"/>
              </a:ext>
            </a:extLst>
          </p:cNvPr>
          <p:cNvSpPr>
            <a:spLocks noGrp="1"/>
          </p:cNvSpPr>
          <p:nvPr>
            <p:ph type="sldNum" sz="quarter" idx="28"/>
          </p:nvPr>
        </p:nvSpPr>
        <p:spPr/>
        <p:txBody>
          <a:bodyPr/>
          <a:lstStyle/>
          <a:p>
            <a:pPr algn="r"/>
            <a:fld id="{5D9A5160-6218-4E5A-B9E6-B93E3DAE377C}" type="slidenum">
              <a:rPr lang="en-US" smtClean="0"/>
              <a:pPr algn="r"/>
              <a:t>‹#›</a:t>
            </a:fld>
            <a:endParaRPr lang="en-US"/>
          </a:p>
        </p:txBody>
      </p:sp>
      <p:sp>
        <p:nvSpPr>
          <p:cNvPr id="6" name="Title 5">
            <a:extLst>
              <a:ext uri="{FF2B5EF4-FFF2-40B4-BE49-F238E27FC236}">
                <a16:creationId xmlns:a16="http://schemas.microsoft.com/office/drawing/2014/main" id="{29DB7F80-D4E2-48A2-55A8-57B6588B83AC}"/>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3376362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Comparison Chapterbox">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E19822C-D354-F2FB-1C56-D296F7B12974}"/>
              </a:ext>
            </a:extLst>
          </p:cNvPr>
          <p:cNvSpPr>
            <a:spLocks noGrp="1"/>
          </p:cNvSpPr>
          <p:nvPr>
            <p:ph type="dt" sz="half" idx="26"/>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79AA8835-108D-EC01-28A9-036F9DC1ED24}"/>
              </a:ext>
            </a:extLst>
          </p:cNvPr>
          <p:cNvSpPr>
            <a:spLocks noGrp="1"/>
          </p:cNvSpPr>
          <p:nvPr>
            <p:ph type="ftr" sz="quarter" idx="27"/>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97F09F6A-36AF-74AE-86F3-4627D658998C}"/>
              </a:ext>
            </a:extLst>
          </p:cNvPr>
          <p:cNvSpPr>
            <a:spLocks noGrp="1"/>
          </p:cNvSpPr>
          <p:nvPr>
            <p:ph type="sldNum" sz="quarter" idx="28"/>
          </p:nvPr>
        </p:nvSpPr>
        <p:spPr/>
        <p:txBody>
          <a:bodyPr/>
          <a:lstStyle/>
          <a:p>
            <a:pPr algn="r"/>
            <a:fld id="{5D9A5160-6218-4E5A-B9E6-B93E3DAE377C}" type="slidenum">
              <a:rPr lang="en-US" smtClean="0"/>
              <a:pPr algn="r"/>
              <a:t>‹#›</a:t>
            </a:fld>
            <a:endParaRPr lang="en-US"/>
          </a:p>
        </p:txBody>
      </p:sp>
      <p:sp>
        <p:nvSpPr>
          <p:cNvPr id="7" name="Text Placeholder 9">
            <a:extLst>
              <a:ext uri="{FF2B5EF4-FFF2-40B4-BE49-F238E27FC236}">
                <a16:creationId xmlns:a16="http://schemas.microsoft.com/office/drawing/2014/main" id="{A9858FC9-E31E-22A5-20E6-DF65368E51BD}"/>
              </a:ext>
            </a:extLst>
          </p:cNvPr>
          <p:cNvSpPr>
            <a:spLocks noGrp="1"/>
          </p:cNvSpPr>
          <p:nvPr>
            <p:ph type="body" sz="quarter" idx="22"/>
          </p:nvPr>
        </p:nvSpPr>
        <p:spPr>
          <a:xfrm>
            <a:off x="550864" y="1628800"/>
            <a:ext cx="5330138" cy="307777"/>
          </a:xfrm>
          <a:prstGeom prst="rect">
            <a:avLst/>
          </a:prstGeom>
        </p:spPr>
        <p:txBody>
          <a:bodyPr wrap="square">
            <a:spAutoFit/>
          </a:bodyPr>
          <a:lstStyle>
            <a:lvl1pPr>
              <a:defRPr sz="2000" b="1">
                <a:solidFill>
                  <a:schemeClr val="tx2"/>
                </a:solidFill>
                <a:latin typeface="+mn-lt"/>
              </a:defRPr>
            </a:lvl1pPr>
          </a:lstStyle>
          <a:p>
            <a:pPr lvl="0"/>
            <a:r>
              <a:rPr lang="en-US"/>
              <a:t>Click to edit Master text styles</a:t>
            </a:r>
          </a:p>
        </p:txBody>
      </p:sp>
      <p:sp>
        <p:nvSpPr>
          <p:cNvPr id="12" name="Content Placeholder 17">
            <a:extLst>
              <a:ext uri="{FF2B5EF4-FFF2-40B4-BE49-F238E27FC236}">
                <a16:creationId xmlns:a16="http://schemas.microsoft.com/office/drawing/2014/main" id="{CCA19B0D-8B57-D85C-1011-1CAC62D2F0F3}"/>
              </a:ext>
            </a:extLst>
          </p:cNvPr>
          <p:cNvSpPr>
            <a:spLocks noGrp="1"/>
          </p:cNvSpPr>
          <p:nvPr>
            <p:ph sz="quarter" idx="23"/>
          </p:nvPr>
        </p:nvSpPr>
        <p:spPr>
          <a:xfrm>
            <a:off x="550862" y="2492896"/>
            <a:ext cx="5330138" cy="3850754"/>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13" name="Text Placeholder 9">
            <a:extLst>
              <a:ext uri="{FF2B5EF4-FFF2-40B4-BE49-F238E27FC236}">
                <a16:creationId xmlns:a16="http://schemas.microsoft.com/office/drawing/2014/main" id="{CF6F8FCA-8DFE-AD50-412B-AE814DC29656}"/>
              </a:ext>
            </a:extLst>
          </p:cNvPr>
          <p:cNvSpPr>
            <a:spLocks noGrp="1"/>
          </p:cNvSpPr>
          <p:nvPr>
            <p:ph type="body" sz="quarter" idx="24"/>
          </p:nvPr>
        </p:nvSpPr>
        <p:spPr>
          <a:xfrm>
            <a:off x="6310478" y="1628800"/>
            <a:ext cx="5330138" cy="307777"/>
          </a:xfrm>
          <a:prstGeom prst="rect">
            <a:avLst/>
          </a:prstGeom>
        </p:spPr>
        <p:txBody>
          <a:bodyPr wrap="square">
            <a:spAutoFit/>
          </a:bodyPr>
          <a:lstStyle>
            <a:lvl1pPr>
              <a:defRPr sz="2000" b="1">
                <a:solidFill>
                  <a:schemeClr val="tx2"/>
                </a:solidFill>
                <a:latin typeface="+mn-lt"/>
              </a:defRPr>
            </a:lvl1pPr>
          </a:lstStyle>
          <a:p>
            <a:pPr lvl="0"/>
            <a:r>
              <a:rPr lang="en-US"/>
              <a:t>Click to edit Master text styles</a:t>
            </a:r>
          </a:p>
        </p:txBody>
      </p:sp>
      <p:sp>
        <p:nvSpPr>
          <p:cNvPr id="14" name="Content Placeholder 17">
            <a:extLst>
              <a:ext uri="{FF2B5EF4-FFF2-40B4-BE49-F238E27FC236}">
                <a16:creationId xmlns:a16="http://schemas.microsoft.com/office/drawing/2014/main" id="{343A3AFA-D7DE-39DF-996B-43D9E51B8BE2}"/>
              </a:ext>
            </a:extLst>
          </p:cNvPr>
          <p:cNvSpPr>
            <a:spLocks noGrp="1"/>
          </p:cNvSpPr>
          <p:nvPr>
            <p:ph sz="quarter" idx="25"/>
          </p:nvPr>
        </p:nvSpPr>
        <p:spPr>
          <a:xfrm>
            <a:off x="6310476" y="2492896"/>
            <a:ext cx="5330138" cy="3850754"/>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15" name="Title 5">
            <a:extLst>
              <a:ext uri="{FF2B5EF4-FFF2-40B4-BE49-F238E27FC236}">
                <a16:creationId xmlns:a16="http://schemas.microsoft.com/office/drawing/2014/main" id="{D9482294-3454-D856-0C2D-E66155DFBC45}"/>
              </a:ext>
            </a:extLst>
          </p:cNvPr>
          <p:cNvSpPr>
            <a:spLocks noGrp="1"/>
          </p:cNvSpPr>
          <p:nvPr>
            <p:ph type="title"/>
          </p:nvPr>
        </p:nvSpPr>
        <p:spPr>
          <a:xfrm>
            <a:off x="551384" y="549274"/>
            <a:ext cx="11090938" cy="930372"/>
          </a:xfrm>
        </p:spPr>
        <p:txBody>
          <a:bodyPr/>
          <a:lstStyle/>
          <a:p>
            <a:r>
              <a:rPr lang="en-US"/>
              <a:t>Click to edit Master title style</a:t>
            </a:r>
          </a:p>
        </p:txBody>
      </p:sp>
      <p:sp>
        <p:nvSpPr>
          <p:cNvPr id="16" name="Chapter Placeholder 2">
            <a:extLst>
              <a:ext uri="{FF2B5EF4-FFF2-40B4-BE49-F238E27FC236}">
                <a16:creationId xmlns:a16="http://schemas.microsoft.com/office/drawing/2014/main" id="{517FBB4B-5A68-7765-35D5-7BEE297C6AAB}"/>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49825404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Content Photo 1">
    <p:spTree>
      <p:nvGrpSpPr>
        <p:cNvPr id="1" name=""/>
        <p:cNvGrpSpPr/>
        <p:nvPr/>
      </p:nvGrpSpPr>
      <p:grpSpPr>
        <a:xfrm>
          <a:off x="0" y="0"/>
          <a:ext cx="0" cy="0"/>
          <a:chOff x="0" y="0"/>
          <a:chExt cx="0" cy="0"/>
        </a:xfrm>
      </p:grpSpPr>
      <p:sp>
        <p:nvSpPr>
          <p:cNvPr id="2" name="Picture Placeholder 18">
            <a:extLst>
              <a:ext uri="{FF2B5EF4-FFF2-40B4-BE49-F238E27FC236}">
                <a16:creationId xmlns:a16="http://schemas.microsoft.com/office/drawing/2014/main" id="{6C4F5EE7-6CA6-23D5-2788-911B0B2A43B3}"/>
              </a:ext>
            </a:extLst>
          </p:cNvPr>
          <p:cNvSpPr>
            <a:spLocks noGrp="1"/>
          </p:cNvSpPr>
          <p:nvPr>
            <p:ph type="pic" sz="quarter" idx="10" hasCustomPrompt="1"/>
          </p:nvPr>
        </p:nvSpPr>
        <p:spPr>
          <a:xfrm>
            <a:off x="7943743" y="1"/>
            <a:ext cx="4248257"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1">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10" name="Date Placeholder 9">
            <a:extLst>
              <a:ext uri="{FF2B5EF4-FFF2-40B4-BE49-F238E27FC236}">
                <a16:creationId xmlns:a16="http://schemas.microsoft.com/office/drawing/2014/main" id="{46783FFD-9F48-C402-1C8B-428607819FB0}"/>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6AD5ECD-D6D3-FD2C-E095-2E1A79FDA02A}"/>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C3781C8A-9DD0-4577-58C6-4DB8551B5B02}"/>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7" name="Logo Placeholder 7">
            <a:extLst>
              <a:ext uri="{FF2B5EF4-FFF2-40B4-BE49-F238E27FC236}">
                <a16:creationId xmlns:a16="http://schemas.microsoft.com/office/drawing/2014/main" id="{AE6646BC-32F6-9AC6-5DA3-6CA08C229501}"/>
              </a:ext>
            </a:extLst>
          </p:cNvPr>
          <p:cNvSpPr>
            <a:spLocks noGrp="1"/>
          </p:cNvSpPr>
          <p:nvPr>
            <p:ph type="body" sz="quarter" idx="40" hasCustomPrompt="1"/>
          </p:nvPr>
        </p:nvSpPr>
        <p:spPr>
          <a:xfrm>
            <a:off x="11765626" y="128961"/>
            <a:ext cx="269046" cy="335806"/>
          </a:xfr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16" name="Text Placeholder 9">
            <a:extLst>
              <a:ext uri="{FF2B5EF4-FFF2-40B4-BE49-F238E27FC236}">
                <a16:creationId xmlns:a16="http://schemas.microsoft.com/office/drawing/2014/main" id="{935FD019-48D6-983C-6B94-E0976FB8783C}"/>
              </a:ext>
            </a:extLst>
          </p:cNvPr>
          <p:cNvSpPr>
            <a:spLocks noGrp="1"/>
          </p:cNvSpPr>
          <p:nvPr>
            <p:ph type="body" sz="quarter" idx="22" hasCustomPrompt="1"/>
          </p:nvPr>
        </p:nvSpPr>
        <p:spPr>
          <a:xfrm>
            <a:off x="550200" y="1634286"/>
            <a:ext cx="6984776"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17" name="Title 4">
            <a:extLst>
              <a:ext uri="{FF2B5EF4-FFF2-40B4-BE49-F238E27FC236}">
                <a16:creationId xmlns:a16="http://schemas.microsoft.com/office/drawing/2014/main" id="{FC4953BF-CA63-7307-BB05-264598E5B859}"/>
              </a:ext>
            </a:extLst>
          </p:cNvPr>
          <p:cNvSpPr>
            <a:spLocks noGrp="1"/>
          </p:cNvSpPr>
          <p:nvPr>
            <p:ph type="title"/>
          </p:nvPr>
        </p:nvSpPr>
        <p:spPr>
          <a:xfrm>
            <a:off x="551384" y="549274"/>
            <a:ext cx="6984776" cy="930372"/>
          </a:xfrm>
        </p:spPr>
        <p:txBody>
          <a:bodyPr/>
          <a:lstStyle/>
          <a:p>
            <a:r>
              <a:rPr lang="en-US"/>
              <a:t>Click to edit Master title style</a:t>
            </a:r>
            <a:endParaRPr lang="en-US" dirty="0"/>
          </a:p>
        </p:txBody>
      </p:sp>
      <p:sp>
        <p:nvSpPr>
          <p:cNvPr id="18" name="Content Placeholder 5">
            <a:extLst>
              <a:ext uri="{FF2B5EF4-FFF2-40B4-BE49-F238E27FC236}">
                <a16:creationId xmlns:a16="http://schemas.microsoft.com/office/drawing/2014/main" id="{AEC7E24F-95DB-9C78-60A3-E8139D06C8F3}"/>
              </a:ext>
            </a:extLst>
          </p:cNvPr>
          <p:cNvSpPr>
            <a:spLocks noGrp="1"/>
          </p:cNvSpPr>
          <p:nvPr>
            <p:ph sz="quarter" idx="31"/>
          </p:nvPr>
        </p:nvSpPr>
        <p:spPr>
          <a:xfrm>
            <a:off x="551384" y="2132856"/>
            <a:ext cx="6984776"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456925901"/>
      </p:ext>
    </p:extLst>
  </p:cSld>
  <p:clrMapOvr>
    <a:masterClrMapping/>
  </p:clrMapOvr>
  <p:extLst>
    <p:ext uri="{DCECCB84-F9BA-43D5-87BE-67443E8EF086}">
      <p15:sldGuideLst xmlns:p15="http://schemas.microsoft.com/office/powerpoint/2012/main">
        <p15:guide id="1" pos="5110">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Content Photo 1 Chapterbox">
    <p:spTree>
      <p:nvGrpSpPr>
        <p:cNvPr id="1" name=""/>
        <p:cNvGrpSpPr/>
        <p:nvPr/>
      </p:nvGrpSpPr>
      <p:grpSpPr>
        <a:xfrm>
          <a:off x="0" y="0"/>
          <a:ext cx="0" cy="0"/>
          <a:chOff x="0" y="0"/>
          <a:chExt cx="0" cy="0"/>
        </a:xfrm>
      </p:grpSpPr>
      <p:sp>
        <p:nvSpPr>
          <p:cNvPr id="2" name="Picture Placeholder 18">
            <a:extLst>
              <a:ext uri="{FF2B5EF4-FFF2-40B4-BE49-F238E27FC236}">
                <a16:creationId xmlns:a16="http://schemas.microsoft.com/office/drawing/2014/main" id="{6C4F5EE7-6CA6-23D5-2788-911B0B2A43B3}"/>
              </a:ext>
            </a:extLst>
          </p:cNvPr>
          <p:cNvSpPr>
            <a:spLocks noGrp="1"/>
          </p:cNvSpPr>
          <p:nvPr>
            <p:ph type="pic" sz="quarter" idx="10" hasCustomPrompt="1"/>
          </p:nvPr>
        </p:nvSpPr>
        <p:spPr>
          <a:xfrm>
            <a:off x="7943743" y="1"/>
            <a:ext cx="4248257"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1">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10" name="Date Placeholder 9">
            <a:extLst>
              <a:ext uri="{FF2B5EF4-FFF2-40B4-BE49-F238E27FC236}">
                <a16:creationId xmlns:a16="http://schemas.microsoft.com/office/drawing/2014/main" id="{46783FFD-9F48-C402-1C8B-428607819FB0}"/>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6AD5ECD-D6D3-FD2C-E095-2E1A79FDA02A}"/>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C3781C8A-9DD0-4577-58C6-4DB8551B5B02}"/>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4" name="Logo Placeholder 7">
            <a:extLst>
              <a:ext uri="{FF2B5EF4-FFF2-40B4-BE49-F238E27FC236}">
                <a16:creationId xmlns:a16="http://schemas.microsoft.com/office/drawing/2014/main" id="{3BF0ED60-C129-C9C6-4501-946318C0FF02}"/>
              </a:ext>
            </a:extLst>
          </p:cNvPr>
          <p:cNvSpPr>
            <a:spLocks noGrp="1"/>
          </p:cNvSpPr>
          <p:nvPr>
            <p:ph type="body" sz="quarter" idx="40" hasCustomPrompt="1"/>
          </p:nvPr>
        </p:nvSpPr>
        <p:spPr>
          <a:xfrm>
            <a:off x="11765626" y="128961"/>
            <a:ext cx="269046" cy="335806"/>
          </a:xfr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7" name="Text Placeholder 9">
            <a:extLst>
              <a:ext uri="{FF2B5EF4-FFF2-40B4-BE49-F238E27FC236}">
                <a16:creationId xmlns:a16="http://schemas.microsoft.com/office/drawing/2014/main" id="{B273940D-E1AD-EA8E-78DF-498922FA8A2F}"/>
              </a:ext>
            </a:extLst>
          </p:cNvPr>
          <p:cNvSpPr>
            <a:spLocks noGrp="1"/>
          </p:cNvSpPr>
          <p:nvPr>
            <p:ph type="body" sz="quarter" idx="22" hasCustomPrompt="1"/>
          </p:nvPr>
        </p:nvSpPr>
        <p:spPr>
          <a:xfrm>
            <a:off x="550200" y="1634286"/>
            <a:ext cx="6984776"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9" name="Title 4">
            <a:extLst>
              <a:ext uri="{FF2B5EF4-FFF2-40B4-BE49-F238E27FC236}">
                <a16:creationId xmlns:a16="http://schemas.microsoft.com/office/drawing/2014/main" id="{F3029A13-E493-A8ED-E3D0-507AF2339260}"/>
              </a:ext>
            </a:extLst>
          </p:cNvPr>
          <p:cNvSpPr>
            <a:spLocks noGrp="1"/>
          </p:cNvSpPr>
          <p:nvPr>
            <p:ph type="title"/>
          </p:nvPr>
        </p:nvSpPr>
        <p:spPr>
          <a:xfrm>
            <a:off x="551384" y="549274"/>
            <a:ext cx="6984776" cy="930372"/>
          </a:xfrm>
        </p:spPr>
        <p:txBody>
          <a:bodyPr/>
          <a:lstStyle/>
          <a:p>
            <a:r>
              <a:rPr lang="en-US"/>
              <a:t>Click to edit Master title style</a:t>
            </a:r>
            <a:endParaRPr lang="en-US" dirty="0"/>
          </a:p>
        </p:txBody>
      </p:sp>
      <p:sp>
        <p:nvSpPr>
          <p:cNvPr id="13" name="Content Placeholder 5">
            <a:extLst>
              <a:ext uri="{FF2B5EF4-FFF2-40B4-BE49-F238E27FC236}">
                <a16:creationId xmlns:a16="http://schemas.microsoft.com/office/drawing/2014/main" id="{633CAED3-6535-92CF-7EA8-42F3243AE7D0}"/>
              </a:ext>
            </a:extLst>
          </p:cNvPr>
          <p:cNvSpPr>
            <a:spLocks noGrp="1"/>
          </p:cNvSpPr>
          <p:nvPr>
            <p:ph sz="quarter" idx="31"/>
          </p:nvPr>
        </p:nvSpPr>
        <p:spPr>
          <a:xfrm>
            <a:off x="551384" y="2132856"/>
            <a:ext cx="6984776"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Chapter Placeholder 2">
            <a:extLst>
              <a:ext uri="{FF2B5EF4-FFF2-40B4-BE49-F238E27FC236}">
                <a16:creationId xmlns:a16="http://schemas.microsoft.com/office/drawing/2014/main" id="{937EC11D-9FEA-3207-FBA5-942D0A99E49C}"/>
              </a:ext>
            </a:extLst>
          </p:cNvPr>
          <p:cNvSpPr>
            <a:spLocks noGrp="1"/>
          </p:cNvSpPr>
          <p:nvPr>
            <p:ph type="body" sz="quarter" idx="13" hasCustomPrompt="1"/>
          </p:nvPr>
        </p:nvSpPr>
        <p:spPr>
          <a:xfrm>
            <a:off x="550863" y="266219"/>
            <a:ext cx="6983870"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3949951171"/>
      </p:ext>
    </p:extLst>
  </p:cSld>
  <p:clrMapOvr>
    <a:masterClrMapping/>
  </p:clrMapOvr>
  <p:extLst>
    <p:ext uri="{DCECCB84-F9BA-43D5-87BE-67443E8EF086}">
      <p15:sldGuideLst xmlns:p15="http://schemas.microsoft.com/office/powerpoint/2012/main">
        <p15:guide id="1" pos="5110">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Content Photo 2">
    <p:spTree>
      <p:nvGrpSpPr>
        <p:cNvPr id="1" name=""/>
        <p:cNvGrpSpPr/>
        <p:nvPr/>
      </p:nvGrpSpPr>
      <p:grpSpPr>
        <a:xfrm>
          <a:off x="0" y="0"/>
          <a:ext cx="0" cy="0"/>
          <a:chOff x="0" y="0"/>
          <a:chExt cx="0" cy="0"/>
        </a:xfrm>
      </p:grpSpPr>
      <p:sp>
        <p:nvSpPr>
          <p:cNvPr id="2" name="Picture Placeholder 18">
            <a:extLst>
              <a:ext uri="{FF2B5EF4-FFF2-40B4-BE49-F238E27FC236}">
                <a16:creationId xmlns:a16="http://schemas.microsoft.com/office/drawing/2014/main" id="{97BD40BB-A2F0-F646-3CC2-596CC4195838}"/>
              </a:ext>
            </a:extLst>
          </p:cNvPr>
          <p:cNvSpPr>
            <a:spLocks noGrp="1"/>
          </p:cNvSpPr>
          <p:nvPr>
            <p:ph type="pic" sz="quarter" idx="18" hasCustomPrompt="1"/>
          </p:nvPr>
        </p:nvSpPr>
        <p:spPr>
          <a:xfrm>
            <a:off x="6095937" y="1"/>
            <a:ext cx="6096064"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1">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10" name="Date Placeholder 9">
            <a:extLst>
              <a:ext uri="{FF2B5EF4-FFF2-40B4-BE49-F238E27FC236}">
                <a16:creationId xmlns:a16="http://schemas.microsoft.com/office/drawing/2014/main" id="{6132EE43-B817-E2F8-9E7F-509C8F5C333F}"/>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9D40FDFE-5D39-1793-49A7-C223A0B5A728}"/>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D3F18AC0-D398-EFCE-8D4E-EBBC42BA70A1}"/>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4" name="Text Placeholder 9">
            <a:extLst>
              <a:ext uri="{FF2B5EF4-FFF2-40B4-BE49-F238E27FC236}">
                <a16:creationId xmlns:a16="http://schemas.microsoft.com/office/drawing/2014/main" id="{E82105FD-7542-270F-7352-05CF2F1A1301}"/>
              </a:ext>
            </a:extLst>
          </p:cNvPr>
          <p:cNvSpPr>
            <a:spLocks noGrp="1"/>
          </p:cNvSpPr>
          <p:nvPr>
            <p:ph type="body" sz="quarter" idx="22" hasCustomPrompt="1"/>
          </p:nvPr>
        </p:nvSpPr>
        <p:spPr>
          <a:xfrm>
            <a:off x="550200" y="1634286"/>
            <a:ext cx="5112568"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8" name="Title 4">
            <a:extLst>
              <a:ext uri="{FF2B5EF4-FFF2-40B4-BE49-F238E27FC236}">
                <a16:creationId xmlns:a16="http://schemas.microsoft.com/office/drawing/2014/main" id="{7E0ED469-AF66-6808-9971-F90514B01F21}"/>
              </a:ext>
            </a:extLst>
          </p:cNvPr>
          <p:cNvSpPr>
            <a:spLocks noGrp="1"/>
          </p:cNvSpPr>
          <p:nvPr>
            <p:ph type="title"/>
          </p:nvPr>
        </p:nvSpPr>
        <p:spPr>
          <a:xfrm>
            <a:off x="551384" y="549274"/>
            <a:ext cx="5112568" cy="930372"/>
          </a:xfrm>
        </p:spPr>
        <p:txBody>
          <a:bodyPr/>
          <a:lstStyle/>
          <a:p>
            <a:r>
              <a:rPr lang="en-US"/>
              <a:t>Click to edit Master title style</a:t>
            </a:r>
            <a:endParaRPr lang="en-US" dirty="0"/>
          </a:p>
        </p:txBody>
      </p:sp>
      <p:sp>
        <p:nvSpPr>
          <p:cNvPr id="9" name="Content Placeholder 5">
            <a:extLst>
              <a:ext uri="{FF2B5EF4-FFF2-40B4-BE49-F238E27FC236}">
                <a16:creationId xmlns:a16="http://schemas.microsoft.com/office/drawing/2014/main" id="{8214CFC2-24F6-6CA0-147F-B56E32136118}"/>
              </a:ext>
            </a:extLst>
          </p:cNvPr>
          <p:cNvSpPr>
            <a:spLocks noGrp="1"/>
          </p:cNvSpPr>
          <p:nvPr>
            <p:ph sz="quarter" idx="31"/>
          </p:nvPr>
        </p:nvSpPr>
        <p:spPr>
          <a:xfrm>
            <a:off x="551384" y="2132856"/>
            <a:ext cx="5112568"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Logo Placeholder 7">
            <a:extLst>
              <a:ext uri="{FF2B5EF4-FFF2-40B4-BE49-F238E27FC236}">
                <a16:creationId xmlns:a16="http://schemas.microsoft.com/office/drawing/2014/main" id="{2C0724B7-40BF-BDCC-6CC1-FE3B5F77D155}"/>
              </a:ext>
            </a:extLst>
          </p:cNvPr>
          <p:cNvSpPr>
            <a:spLocks noGrp="1"/>
          </p:cNvSpPr>
          <p:nvPr>
            <p:ph type="body" sz="quarter" idx="40" hasCustomPrompt="1"/>
          </p:nvPr>
        </p:nvSpPr>
        <p:spPr>
          <a:xfrm>
            <a:off x="11765626" y="128961"/>
            <a:ext cx="269046" cy="335806"/>
          </a:xfrm>
          <a:blipFill>
            <a:blip>
              <a:extLst>
                <a:ext uri="{96DAC541-7B7A-43D3-8B79-37D633B846F1}">
                  <asvg:svgBlip xmlns:asvg="http://schemas.microsoft.com/office/drawing/2016/SVG/main" r:embed="rId2"/>
                </a:ext>
              </a:extLst>
            </a:blip>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75233061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Content Photo 2 Chapterbox">
    <p:spTree>
      <p:nvGrpSpPr>
        <p:cNvPr id="1" name=""/>
        <p:cNvGrpSpPr/>
        <p:nvPr/>
      </p:nvGrpSpPr>
      <p:grpSpPr>
        <a:xfrm>
          <a:off x="0" y="0"/>
          <a:ext cx="0" cy="0"/>
          <a:chOff x="0" y="0"/>
          <a:chExt cx="0" cy="0"/>
        </a:xfrm>
      </p:grpSpPr>
      <p:sp>
        <p:nvSpPr>
          <p:cNvPr id="2" name="Picture Placeholder 18">
            <a:extLst>
              <a:ext uri="{FF2B5EF4-FFF2-40B4-BE49-F238E27FC236}">
                <a16:creationId xmlns:a16="http://schemas.microsoft.com/office/drawing/2014/main" id="{97BD40BB-A2F0-F646-3CC2-596CC4195838}"/>
              </a:ext>
            </a:extLst>
          </p:cNvPr>
          <p:cNvSpPr>
            <a:spLocks noGrp="1"/>
          </p:cNvSpPr>
          <p:nvPr>
            <p:ph type="pic" sz="quarter" idx="18" hasCustomPrompt="1"/>
          </p:nvPr>
        </p:nvSpPr>
        <p:spPr>
          <a:xfrm>
            <a:off x="6095937" y="1"/>
            <a:ext cx="6096064"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1">
              <a:lumMod val="95000"/>
            </a:schemeClr>
          </a:solidFill>
        </p:spPr>
        <p:txBody>
          <a:bodyPr wrap="square">
            <a:noAutofit/>
          </a:bodyPr>
          <a:lstStyle>
            <a:lvl1pPr>
              <a:defRPr>
                <a:solidFill>
                  <a:schemeClr val="tx1">
                    <a:lumMod val="50000"/>
                    <a:lumOff val="50000"/>
                  </a:schemeClr>
                </a:solidFill>
              </a:defRPr>
            </a:lvl1pPr>
          </a:lstStyle>
          <a:p>
            <a:r>
              <a:rPr lang="de-DE" dirty="0"/>
              <a:t>Insert Picture and send </a:t>
            </a:r>
            <a:r>
              <a:rPr lang="de-DE" dirty="0" err="1"/>
              <a:t>to</a:t>
            </a:r>
            <a:r>
              <a:rPr lang="de-DE" dirty="0"/>
              <a:t> back</a:t>
            </a:r>
          </a:p>
        </p:txBody>
      </p:sp>
      <p:sp>
        <p:nvSpPr>
          <p:cNvPr id="10" name="Date Placeholder 9">
            <a:extLst>
              <a:ext uri="{FF2B5EF4-FFF2-40B4-BE49-F238E27FC236}">
                <a16:creationId xmlns:a16="http://schemas.microsoft.com/office/drawing/2014/main" id="{6132EE43-B817-E2F8-9E7F-509C8F5C333F}"/>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9D40FDFE-5D39-1793-49A7-C223A0B5A728}"/>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D3F18AC0-D398-EFCE-8D4E-EBBC42BA70A1}"/>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7" name="Logo Placeholder 7">
            <a:extLst>
              <a:ext uri="{FF2B5EF4-FFF2-40B4-BE49-F238E27FC236}">
                <a16:creationId xmlns:a16="http://schemas.microsoft.com/office/drawing/2014/main" id="{B32B524C-36D8-214C-7B43-091DB75F191F}"/>
              </a:ext>
            </a:extLst>
          </p:cNvPr>
          <p:cNvSpPr>
            <a:spLocks noGrp="1"/>
          </p:cNvSpPr>
          <p:nvPr>
            <p:ph type="body" sz="quarter" idx="40" hasCustomPrompt="1"/>
          </p:nvPr>
        </p:nvSpPr>
        <p:spPr>
          <a:xfrm>
            <a:off x="11765626" y="128961"/>
            <a:ext cx="269046" cy="335806"/>
          </a:xfr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4" name="Text Placeholder 9">
            <a:extLst>
              <a:ext uri="{FF2B5EF4-FFF2-40B4-BE49-F238E27FC236}">
                <a16:creationId xmlns:a16="http://schemas.microsoft.com/office/drawing/2014/main" id="{996F9181-C057-270C-1482-2E5EF4D4FDA6}"/>
              </a:ext>
            </a:extLst>
          </p:cNvPr>
          <p:cNvSpPr>
            <a:spLocks noGrp="1"/>
          </p:cNvSpPr>
          <p:nvPr>
            <p:ph type="body" sz="quarter" idx="22" hasCustomPrompt="1"/>
          </p:nvPr>
        </p:nvSpPr>
        <p:spPr>
          <a:xfrm>
            <a:off x="550200" y="1634286"/>
            <a:ext cx="5112568"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9" name="Title 4">
            <a:extLst>
              <a:ext uri="{FF2B5EF4-FFF2-40B4-BE49-F238E27FC236}">
                <a16:creationId xmlns:a16="http://schemas.microsoft.com/office/drawing/2014/main" id="{99BF8019-65AA-9B32-C80C-D9AA0C654AFD}"/>
              </a:ext>
            </a:extLst>
          </p:cNvPr>
          <p:cNvSpPr>
            <a:spLocks noGrp="1"/>
          </p:cNvSpPr>
          <p:nvPr>
            <p:ph type="title"/>
          </p:nvPr>
        </p:nvSpPr>
        <p:spPr>
          <a:xfrm>
            <a:off x="551384" y="549274"/>
            <a:ext cx="5112568" cy="930372"/>
          </a:xfrm>
        </p:spPr>
        <p:txBody>
          <a:bodyPr/>
          <a:lstStyle/>
          <a:p>
            <a:r>
              <a:rPr lang="en-US"/>
              <a:t>Click to edit Master title style</a:t>
            </a:r>
            <a:endParaRPr lang="en-US" dirty="0"/>
          </a:p>
        </p:txBody>
      </p:sp>
      <p:sp>
        <p:nvSpPr>
          <p:cNvPr id="13" name="Content Placeholder 5">
            <a:extLst>
              <a:ext uri="{FF2B5EF4-FFF2-40B4-BE49-F238E27FC236}">
                <a16:creationId xmlns:a16="http://schemas.microsoft.com/office/drawing/2014/main" id="{A479EEE0-B2C4-D132-D3CB-B4FB16D1D6A0}"/>
              </a:ext>
            </a:extLst>
          </p:cNvPr>
          <p:cNvSpPr>
            <a:spLocks noGrp="1"/>
          </p:cNvSpPr>
          <p:nvPr>
            <p:ph sz="quarter" idx="31"/>
          </p:nvPr>
        </p:nvSpPr>
        <p:spPr>
          <a:xfrm>
            <a:off x="551384" y="2132856"/>
            <a:ext cx="5112568"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Chapter Placeholder 2">
            <a:extLst>
              <a:ext uri="{FF2B5EF4-FFF2-40B4-BE49-F238E27FC236}">
                <a16:creationId xmlns:a16="http://schemas.microsoft.com/office/drawing/2014/main" id="{4A59B460-E10E-1660-E567-B4AB0E3F3C38}"/>
              </a:ext>
            </a:extLst>
          </p:cNvPr>
          <p:cNvSpPr>
            <a:spLocks noGrp="1"/>
          </p:cNvSpPr>
          <p:nvPr>
            <p:ph type="body" sz="quarter" idx="13" hasCustomPrompt="1"/>
          </p:nvPr>
        </p:nvSpPr>
        <p:spPr>
          <a:xfrm>
            <a:off x="550863" y="266219"/>
            <a:ext cx="5111905"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268071748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Content Photo 3">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0DD7751A-AC4E-473A-B544-73973FAE9468}"/>
              </a:ext>
            </a:extLst>
          </p:cNvPr>
          <p:cNvSpPr>
            <a:spLocks noGrp="1"/>
          </p:cNvSpPr>
          <p:nvPr>
            <p:ph type="pic" sz="quarter" idx="19" hasCustomPrompt="1"/>
          </p:nvPr>
        </p:nvSpPr>
        <p:spPr>
          <a:xfrm>
            <a:off x="1" y="0"/>
            <a:ext cx="4242121"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10" name="Date Placeholder 9">
            <a:extLst>
              <a:ext uri="{FF2B5EF4-FFF2-40B4-BE49-F238E27FC236}">
                <a16:creationId xmlns:a16="http://schemas.microsoft.com/office/drawing/2014/main" id="{7C228C6D-3BD8-F7A9-DA9D-DCE9B373CC09}"/>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1656793-2C07-1E16-6CE1-3C4AD69759DF}"/>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C166A976-F780-55C8-4310-792D90B73CC9}"/>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3" name="Text Placeholder 9">
            <a:extLst>
              <a:ext uri="{FF2B5EF4-FFF2-40B4-BE49-F238E27FC236}">
                <a16:creationId xmlns:a16="http://schemas.microsoft.com/office/drawing/2014/main" id="{A565FC55-C9E0-8386-F514-48C3B7C08BBF}"/>
              </a:ext>
            </a:extLst>
          </p:cNvPr>
          <p:cNvSpPr>
            <a:spLocks noGrp="1"/>
          </p:cNvSpPr>
          <p:nvPr>
            <p:ph type="body" sz="quarter" idx="22" hasCustomPrompt="1"/>
          </p:nvPr>
        </p:nvSpPr>
        <p:spPr>
          <a:xfrm>
            <a:off x="4655177" y="1634286"/>
            <a:ext cx="6984776"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6" name="Title 4">
            <a:extLst>
              <a:ext uri="{FF2B5EF4-FFF2-40B4-BE49-F238E27FC236}">
                <a16:creationId xmlns:a16="http://schemas.microsoft.com/office/drawing/2014/main" id="{2E864913-7A4C-BC47-749C-8EA82C1F3460}"/>
              </a:ext>
            </a:extLst>
          </p:cNvPr>
          <p:cNvSpPr>
            <a:spLocks noGrp="1"/>
          </p:cNvSpPr>
          <p:nvPr>
            <p:ph type="title"/>
          </p:nvPr>
        </p:nvSpPr>
        <p:spPr>
          <a:xfrm>
            <a:off x="4656361" y="549274"/>
            <a:ext cx="6984776" cy="930372"/>
          </a:xfrm>
        </p:spPr>
        <p:txBody>
          <a:bodyPr/>
          <a:lstStyle/>
          <a:p>
            <a:r>
              <a:rPr lang="en-US"/>
              <a:t>Click to edit Master title style</a:t>
            </a:r>
            <a:endParaRPr lang="en-US" dirty="0"/>
          </a:p>
        </p:txBody>
      </p:sp>
      <p:sp>
        <p:nvSpPr>
          <p:cNvPr id="8" name="Content Placeholder 5">
            <a:extLst>
              <a:ext uri="{FF2B5EF4-FFF2-40B4-BE49-F238E27FC236}">
                <a16:creationId xmlns:a16="http://schemas.microsoft.com/office/drawing/2014/main" id="{3DAD7E2F-319F-BE0B-BE23-06049D48435D}"/>
              </a:ext>
            </a:extLst>
          </p:cNvPr>
          <p:cNvSpPr>
            <a:spLocks noGrp="1"/>
          </p:cNvSpPr>
          <p:nvPr>
            <p:ph sz="quarter" idx="31"/>
          </p:nvPr>
        </p:nvSpPr>
        <p:spPr>
          <a:xfrm>
            <a:off x="4656361" y="2132856"/>
            <a:ext cx="6984776"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381565469"/>
      </p:ext>
    </p:extLst>
  </p:cSld>
  <p:clrMapOvr>
    <a:masterClrMapping/>
  </p:clrMapOvr>
  <p:extLst>
    <p:ext uri="{DCECCB84-F9BA-43D5-87BE-67443E8EF086}">
      <p15:sldGuideLst xmlns:p15="http://schemas.microsoft.com/office/powerpoint/2012/main"/>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Content Photo 3 Chapterbox">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0DD7751A-AC4E-473A-B544-73973FAE9468}"/>
              </a:ext>
            </a:extLst>
          </p:cNvPr>
          <p:cNvSpPr>
            <a:spLocks noGrp="1"/>
          </p:cNvSpPr>
          <p:nvPr>
            <p:ph type="pic" sz="quarter" idx="19" hasCustomPrompt="1"/>
          </p:nvPr>
        </p:nvSpPr>
        <p:spPr>
          <a:xfrm>
            <a:off x="1" y="0"/>
            <a:ext cx="4242121"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10" name="Date Placeholder 9">
            <a:extLst>
              <a:ext uri="{FF2B5EF4-FFF2-40B4-BE49-F238E27FC236}">
                <a16:creationId xmlns:a16="http://schemas.microsoft.com/office/drawing/2014/main" id="{7C228C6D-3BD8-F7A9-DA9D-DCE9B373CC09}"/>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1656793-2C07-1E16-6CE1-3C4AD69759DF}"/>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C166A976-F780-55C8-4310-792D90B73CC9}"/>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8" name="Text Placeholder 9">
            <a:extLst>
              <a:ext uri="{FF2B5EF4-FFF2-40B4-BE49-F238E27FC236}">
                <a16:creationId xmlns:a16="http://schemas.microsoft.com/office/drawing/2014/main" id="{CBEA6FBE-B35F-FDFB-0A0C-E6D7CB1D2878}"/>
              </a:ext>
            </a:extLst>
          </p:cNvPr>
          <p:cNvSpPr>
            <a:spLocks noGrp="1"/>
          </p:cNvSpPr>
          <p:nvPr>
            <p:ph type="body" sz="quarter" idx="22" hasCustomPrompt="1"/>
          </p:nvPr>
        </p:nvSpPr>
        <p:spPr>
          <a:xfrm>
            <a:off x="4655177" y="1634286"/>
            <a:ext cx="6984776"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9" name="Title 4">
            <a:extLst>
              <a:ext uri="{FF2B5EF4-FFF2-40B4-BE49-F238E27FC236}">
                <a16:creationId xmlns:a16="http://schemas.microsoft.com/office/drawing/2014/main" id="{A1AA51F8-C182-DAF5-4FEA-53839C3797E8}"/>
              </a:ext>
            </a:extLst>
          </p:cNvPr>
          <p:cNvSpPr>
            <a:spLocks noGrp="1"/>
          </p:cNvSpPr>
          <p:nvPr>
            <p:ph type="title"/>
          </p:nvPr>
        </p:nvSpPr>
        <p:spPr>
          <a:xfrm>
            <a:off x="4656361" y="549274"/>
            <a:ext cx="6984776" cy="930372"/>
          </a:xfrm>
        </p:spPr>
        <p:txBody>
          <a:bodyPr/>
          <a:lstStyle/>
          <a:p>
            <a:r>
              <a:rPr lang="en-US"/>
              <a:t>Click to edit Master title style</a:t>
            </a:r>
            <a:endParaRPr lang="en-US" dirty="0"/>
          </a:p>
        </p:txBody>
      </p:sp>
      <p:sp>
        <p:nvSpPr>
          <p:cNvPr id="13" name="Content Placeholder 5">
            <a:extLst>
              <a:ext uri="{FF2B5EF4-FFF2-40B4-BE49-F238E27FC236}">
                <a16:creationId xmlns:a16="http://schemas.microsoft.com/office/drawing/2014/main" id="{CEB0183E-EAE6-947E-A4B9-331A991402A1}"/>
              </a:ext>
            </a:extLst>
          </p:cNvPr>
          <p:cNvSpPr>
            <a:spLocks noGrp="1"/>
          </p:cNvSpPr>
          <p:nvPr>
            <p:ph sz="quarter" idx="31"/>
          </p:nvPr>
        </p:nvSpPr>
        <p:spPr>
          <a:xfrm>
            <a:off x="4656361" y="2132856"/>
            <a:ext cx="6984776"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Chapter Placeholder 2">
            <a:extLst>
              <a:ext uri="{FF2B5EF4-FFF2-40B4-BE49-F238E27FC236}">
                <a16:creationId xmlns:a16="http://schemas.microsoft.com/office/drawing/2014/main" id="{A135B96E-A880-0991-4B6E-A591E9B65964}"/>
              </a:ext>
            </a:extLst>
          </p:cNvPr>
          <p:cNvSpPr>
            <a:spLocks noGrp="1"/>
          </p:cNvSpPr>
          <p:nvPr>
            <p:ph type="body" sz="quarter" idx="13" hasCustomPrompt="1"/>
          </p:nvPr>
        </p:nvSpPr>
        <p:spPr>
          <a:xfrm>
            <a:off x="4655840" y="266219"/>
            <a:ext cx="6983870"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1849126935"/>
      </p:ext>
    </p:extLst>
  </p:cSld>
  <p:clrMapOvr>
    <a:masterClrMapping/>
  </p:clrMapOvr>
  <p:extLst>
    <p:ext uri="{DCECCB84-F9BA-43D5-87BE-67443E8EF086}">
      <p15:sldGuideLst xmlns:p15="http://schemas.microsoft.com/office/powerpoint/2012/main"/>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Content Photo 4">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AAAC9D4-CD35-41A1-A14D-B18A58A2866E}"/>
              </a:ext>
            </a:extLst>
          </p:cNvPr>
          <p:cNvSpPr>
            <a:spLocks noGrp="1"/>
          </p:cNvSpPr>
          <p:nvPr>
            <p:ph type="pic" sz="quarter" idx="18" hasCustomPrompt="1"/>
          </p:nvPr>
        </p:nvSpPr>
        <p:spPr>
          <a:xfrm>
            <a:off x="0" y="0"/>
            <a:ext cx="6096000"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10" name="Date Placeholder 9">
            <a:extLst>
              <a:ext uri="{FF2B5EF4-FFF2-40B4-BE49-F238E27FC236}">
                <a16:creationId xmlns:a16="http://schemas.microsoft.com/office/drawing/2014/main" id="{F18ACBAA-5616-6B76-6F3E-019A776E4E01}"/>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4A3242F-2D46-5913-5CA7-B4AB8C7C413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D72DABC1-51BB-C9B2-6119-ED5F9C849345}"/>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3" name="Text Placeholder 9">
            <a:extLst>
              <a:ext uri="{FF2B5EF4-FFF2-40B4-BE49-F238E27FC236}">
                <a16:creationId xmlns:a16="http://schemas.microsoft.com/office/drawing/2014/main" id="{5AD8D628-6C3F-5725-7D6C-4D172AFCFA27}"/>
              </a:ext>
            </a:extLst>
          </p:cNvPr>
          <p:cNvSpPr>
            <a:spLocks noGrp="1"/>
          </p:cNvSpPr>
          <p:nvPr>
            <p:ph type="body" sz="quarter" idx="22" hasCustomPrompt="1"/>
          </p:nvPr>
        </p:nvSpPr>
        <p:spPr>
          <a:xfrm>
            <a:off x="6598871" y="1634286"/>
            <a:ext cx="5041081"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6" name="Title 4">
            <a:extLst>
              <a:ext uri="{FF2B5EF4-FFF2-40B4-BE49-F238E27FC236}">
                <a16:creationId xmlns:a16="http://schemas.microsoft.com/office/drawing/2014/main" id="{A4159BB2-FE6F-6556-D582-03780A441E3A}"/>
              </a:ext>
            </a:extLst>
          </p:cNvPr>
          <p:cNvSpPr>
            <a:spLocks noGrp="1"/>
          </p:cNvSpPr>
          <p:nvPr>
            <p:ph type="title"/>
          </p:nvPr>
        </p:nvSpPr>
        <p:spPr>
          <a:xfrm>
            <a:off x="6600055" y="549274"/>
            <a:ext cx="5041081" cy="930372"/>
          </a:xfrm>
        </p:spPr>
        <p:txBody>
          <a:bodyPr/>
          <a:lstStyle/>
          <a:p>
            <a:r>
              <a:rPr lang="en-US"/>
              <a:t>Click to edit Master title style</a:t>
            </a:r>
            <a:endParaRPr lang="en-US" dirty="0"/>
          </a:p>
        </p:txBody>
      </p:sp>
      <p:sp>
        <p:nvSpPr>
          <p:cNvPr id="7" name="Content Placeholder 5">
            <a:extLst>
              <a:ext uri="{FF2B5EF4-FFF2-40B4-BE49-F238E27FC236}">
                <a16:creationId xmlns:a16="http://schemas.microsoft.com/office/drawing/2014/main" id="{387C021A-14D7-948B-96C0-F734A59BFDC8}"/>
              </a:ext>
            </a:extLst>
          </p:cNvPr>
          <p:cNvSpPr>
            <a:spLocks noGrp="1"/>
          </p:cNvSpPr>
          <p:nvPr>
            <p:ph sz="quarter" idx="31"/>
          </p:nvPr>
        </p:nvSpPr>
        <p:spPr>
          <a:xfrm>
            <a:off x="6600055" y="2132856"/>
            <a:ext cx="5041081"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967164154"/>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Content Photo Chapterbox">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AAAC9D4-CD35-41A1-A14D-B18A58A2866E}"/>
              </a:ext>
            </a:extLst>
          </p:cNvPr>
          <p:cNvSpPr>
            <a:spLocks noGrp="1"/>
          </p:cNvSpPr>
          <p:nvPr>
            <p:ph type="pic" sz="quarter" idx="18" hasCustomPrompt="1"/>
          </p:nvPr>
        </p:nvSpPr>
        <p:spPr>
          <a:xfrm>
            <a:off x="0" y="0"/>
            <a:ext cx="6096000"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10" name="Date Placeholder 9">
            <a:extLst>
              <a:ext uri="{FF2B5EF4-FFF2-40B4-BE49-F238E27FC236}">
                <a16:creationId xmlns:a16="http://schemas.microsoft.com/office/drawing/2014/main" id="{F18ACBAA-5616-6B76-6F3E-019A776E4E01}"/>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4A3242F-2D46-5913-5CA7-B4AB8C7C413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D72DABC1-51BB-C9B2-6119-ED5F9C849345}"/>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3" name="Text Placeholder 9">
            <a:extLst>
              <a:ext uri="{FF2B5EF4-FFF2-40B4-BE49-F238E27FC236}">
                <a16:creationId xmlns:a16="http://schemas.microsoft.com/office/drawing/2014/main" id="{47F7FF35-2721-0BAA-75C4-6C366F98F288}"/>
              </a:ext>
            </a:extLst>
          </p:cNvPr>
          <p:cNvSpPr>
            <a:spLocks noGrp="1"/>
          </p:cNvSpPr>
          <p:nvPr>
            <p:ph type="body" sz="quarter" idx="22" hasCustomPrompt="1"/>
          </p:nvPr>
        </p:nvSpPr>
        <p:spPr>
          <a:xfrm>
            <a:off x="6598871" y="1634286"/>
            <a:ext cx="5041081"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7" name="Title 4">
            <a:extLst>
              <a:ext uri="{FF2B5EF4-FFF2-40B4-BE49-F238E27FC236}">
                <a16:creationId xmlns:a16="http://schemas.microsoft.com/office/drawing/2014/main" id="{40E338D3-47D6-48A9-A9A2-DE7DEE2FD7CA}"/>
              </a:ext>
            </a:extLst>
          </p:cNvPr>
          <p:cNvSpPr>
            <a:spLocks noGrp="1"/>
          </p:cNvSpPr>
          <p:nvPr>
            <p:ph type="title"/>
          </p:nvPr>
        </p:nvSpPr>
        <p:spPr>
          <a:xfrm>
            <a:off x="6600055" y="549274"/>
            <a:ext cx="5041081" cy="930372"/>
          </a:xfrm>
        </p:spPr>
        <p:txBody>
          <a:bodyPr/>
          <a:lstStyle/>
          <a:p>
            <a:r>
              <a:rPr lang="en-US"/>
              <a:t>Click to edit Master title style</a:t>
            </a:r>
            <a:endParaRPr lang="en-US" dirty="0"/>
          </a:p>
        </p:txBody>
      </p:sp>
      <p:sp>
        <p:nvSpPr>
          <p:cNvPr id="9" name="Content Placeholder 5">
            <a:extLst>
              <a:ext uri="{FF2B5EF4-FFF2-40B4-BE49-F238E27FC236}">
                <a16:creationId xmlns:a16="http://schemas.microsoft.com/office/drawing/2014/main" id="{033232B2-7C3B-2B58-B586-A9D5EB0DC635}"/>
              </a:ext>
            </a:extLst>
          </p:cNvPr>
          <p:cNvSpPr>
            <a:spLocks noGrp="1"/>
          </p:cNvSpPr>
          <p:nvPr>
            <p:ph sz="quarter" idx="31"/>
          </p:nvPr>
        </p:nvSpPr>
        <p:spPr>
          <a:xfrm>
            <a:off x="6600055" y="2132856"/>
            <a:ext cx="5041081" cy="417587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hapter Placeholder 2">
            <a:extLst>
              <a:ext uri="{FF2B5EF4-FFF2-40B4-BE49-F238E27FC236}">
                <a16:creationId xmlns:a16="http://schemas.microsoft.com/office/drawing/2014/main" id="{F68C8930-7643-1654-C79F-A429828E03BC}"/>
              </a:ext>
            </a:extLst>
          </p:cNvPr>
          <p:cNvSpPr>
            <a:spLocks noGrp="1"/>
          </p:cNvSpPr>
          <p:nvPr>
            <p:ph type="body" sz="quarter" idx="13" hasCustomPrompt="1"/>
          </p:nvPr>
        </p:nvSpPr>
        <p:spPr>
          <a:xfrm>
            <a:off x="6599282" y="266219"/>
            <a:ext cx="5040427"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400011054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Content Photo 6">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AAAC9D4-CD35-41A1-A14D-B18A58A2866E}"/>
              </a:ext>
            </a:extLst>
          </p:cNvPr>
          <p:cNvSpPr>
            <a:spLocks noGrp="1"/>
          </p:cNvSpPr>
          <p:nvPr>
            <p:ph type="pic" sz="quarter" idx="18" hasCustomPrompt="1"/>
          </p:nvPr>
        </p:nvSpPr>
        <p:spPr>
          <a:xfrm>
            <a:off x="0" y="1"/>
            <a:ext cx="12191999" cy="4383654"/>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2" name="Title 1">
            <a:extLst>
              <a:ext uri="{FF2B5EF4-FFF2-40B4-BE49-F238E27FC236}">
                <a16:creationId xmlns:a16="http://schemas.microsoft.com/office/drawing/2014/main" id="{CA1A3C3A-247E-AD3F-3C93-BDD315BB7F29}"/>
              </a:ext>
            </a:extLst>
          </p:cNvPr>
          <p:cNvSpPr>
            <a:spLocks noGrp="1"/>
          </p:cNvSpPr>
          <p:nvPr>
            <p:ph type="title"/>
          </p:nvPr>
        </p:nvSpPr>
        <p:spPr>
          <a:xfrm>
            <a:off x="550863" y="4581128"/>
            <a:ext cx="4981137" cy="785352"/>
          </a:xfrm>
        </p:spPr>
        <p:txBody>
          <a:bodyPr anchor="t"/>
          <a:lstStyle/>
          <a:p>
            <a:r>
              <a:rPr lang="en-US"/>
              <a:t>Click to edit Master title style</a:t>
            </a:r>
            <a:endParaRPr lang="de-DE" dirty="0"/>
          </a:p>
        </p:txBody>
      </p:sp>
      <p:sp>
        <p:nvSpPr>
          <p:cNvPr id="9" name="Text Placeholder 9">
            <a:extLst>
              <a:ext uri="{FF2B5EF4-FFF2-40B4-BE49-F238E27FC236}">
                <a16:creationId xmlns:a16="http://schemas.microsoft.com/office/drawing/2014/main" id="{34F1BAE4-1DA8-A534-E46A-001AE4E9CADB}"/>
              </a:ext>
            </a:extLst>
          </p:cNvPr>
          <p:cNvSpPr>
            <a:spLocks noGrp="1"/>
          </p:cNvSpPr>
          <p:nvPr>
            <p:ph type="body" sz="quarter" idx="24"/>
          </p:nvPr>
        </p:nvSpPr>
        <p:spPr>
          <a:xfrm>
            <a:off x="550863" y="5854682"/>
            <a:ext cx="5112000" cy="307777"/>
          </a:xfrm>
          <a:prstGeom prst="rect">
            <a:avLst/>
          </a:prstGeom>
        </p:spPr>
        <p:txBody>
          <a:bodyPr wrap="square" anchor="b">
            <a:spAutoFit/>
          </a:bodyPr>
          <a:lstStyle>
            <a:lvl1pPr>
              <a:defRPr sz="2000" b="0">
                <a:solidFill>
                  <a:schemeClr val="tx2"/>
                </a:solidFill>
                <a:latin typeface="+mj-lt"/>
              </a:defRPr>
            </a:lvl1pPr>
          </a:lstStyle>
          <a:p>
            <a:pPr lvl="0"/>
            <a:r>
              <a:rPr lang="en-US"/>
              <a:t>Click to edit Master text styles</a:t>
            </a:r>
          </a:p>
        </p:txBody>
      </p:sp>
      <p:sp>
        <p:nvSpPr>
          <p:cNvPr id="10" name="Content Placeholder 17">
            <a:extLst>
              <a:ext uri="{FF2B5EF4-FFF2-40B4-BE49-F238E27FC236}">
                <a16:creationId xmlns:a16="http://schemas.microsoft.com/office/drawing/2014/main" id="{60E57257-3112-054C-0B58-3B89619EC3E7}"/>
              </a:ext>
            </a:extLst>
          </p:cNvPr>
          <p:cNvSpPr>
            <a:spLocks noGrp="1"/>
          </p:cNvSpPr>
          <p:nvPr>
            <p:ph sz="quarter" idx="25"/>
          </p:nvPr>
        </p:nvSpPr>
        <p:spPr>
          <a:xfrm>
            <a:off x="6093246" y="4581128"/>
            <a:ext cx="5112000" cy="1762522"/>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6" name="Date Placeholder 5">
            <a:extLst>
              <a:ext uri="{FF2B5EF4-FFF2-40B4-BE49-F238E27FC236}">
                <a16:creationId xmlns:a16="http://schemas.microsoft.com/office/drawing/2014/main" id="{2F70AC82-D733-3487-AE00-D177A5A43581}"/>
              </a:ext>
            </a:extLst>
          </p:cNvPr>
          <p:cNvSpPr>
            <a:spLocks noGrp="1"/>
          </p:cNvSpPr>
          <p:nvPr>
            <p:ph type="dt" sz="half" idx="26"/>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3" name="Footer Placeholder 12">
            <a:extLst>
              <a:ext uri="{FF2B5EF4-FFF2-40B4-BE49-F238E27FC236}">
                <a16:creationId xmlns:a16="http://schemas.microsoft.com/office/drawing/2014/main" id="{31E8CB07-AB40-15A0-08C7-BF54DC438B34}"/>
              </a:ext>
            </a:extLst>
          </p:cNvPr>
          <p:cNvSpPr>
            <a:spLocks noGrp="1"/>
          </p:cNvSpPr>
          <p:nvPr>
            <p:ph type="ftr" sz="quarter" idx="27"/>
          </p:nvPr>
        </p:nvSpPr>
        <p:spPr/>
        <p:txBody>
          <a:bodyPr/>
          <a:lstStyle/>
          <a:p>
            <a:pPr>
              <a:spcBef>
                <a:spcPts val="1000"/>
              </a:spcBef>
              <a:buFont typeface="Arial" panose="020B0604020202020204" pitchFamily="34" charset="0"/>
              <a:buNone/>
            </a:pPr>
            <a:r>
              <a:rPr lang="en-US"/>
              <a:t>Presentation Title | Author | Date</a:t>
            </a:r>
          </a:p>
        </p:txBody>
      </p:sp>
      <p:sp>
        <p:nvSpPr>
          <p:cNvPr id="15" name="Slide Number Placeholder 14">
            <a:extLst>
              <a:ext uri="{FF2B5EF4-FFF2-40B4-BE49-F238E27FC236}">
                <a16:creationId xmlns:a16="http://schemas.microsoft.com/office/drawing/2014/main" id="{C41FA911-A4A1-34D1-BF04-9F22140C28D1}"/>
              </a:ext>
            </a:extLst>
          </p:cNvPr>
          <p:cNvSpPr>
            <a:spLocks noGrp="1"/>
          </p:cNvSpPr>
          <p:nvPr>
            <p:ph type="sldNum" sz="quarter" idx="28"/>
          </p:nvPr>
        </p:nvSpPr>
        <p:spPr/>
        <p:txBody>
          <a:bodyPr/>
          <a:lstStyle/>
          <a:p>
            <a:pPr algn="r"/>
            <a:fld id="{5D9A5160-6218-4E5A-B9E6-B93E3DAE377C}" type="slidenum">
              <a:rPr lang="en-US" smtClean="0"/>
              <a:pPr algn="r"/>
              <a:t>‹#›</a:t>
            </a:fld>
            <a:endParaRPr lang="en-US"/>
          </a:p>
        </p:txBody>
      </p:sp>
      <p:sp>
        <p:nvSpPr>
          <p:cNvPr id="3" name="Logo Placeholder 7">
            <a:extLst>
              <a:ext uri="{FF2B5EF4-FFF2-40B4-BE49-F238E27FC236}">
                <a16:creationId xmlns:a16="http://schemas.microsoft.com/office/drawing/2014/main" id="{33B9F062-225C-9146-1129-335505116C76}"/>
              </a:ext>
            </a:extLst>
          </p:cNvPr>
          <p:cNvSpPr>
            <a:spLocks noGrp="1"/>
          </p:cNvSpPr>
          <p:nvPr>
            <p:ph type="body" sz="quarter" idx="40" hasCustomPrompt="1"/>
          </p:nvPr>
        </p:nvSpPr>
        <p:spPr>
          <a:xfrm>
            <a:off x="11765626" y="128961"/>
            <a:ext cx="269046" cy="335806"/>
          </a:xfr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232428319"/>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Text 1">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8ABFE959-AAB6-76DF-7517-8AE8C424F99C}"/>
              </a:ext>
            </a:extLst>
          </p:cNvPr>
          <p:cNvSpPr>
            <a:spLocks noGrp="1"/>
          </p:cNvSpPr>
          <p:nvPr>
            <p:ph type="title"/>
          </p:nvPr>
        </p:nvSpPr>
        <p:spPr>
          <a:xfrm>
            <a:off x="2402003" y="1916112"/>
            <a:ext cx="7387993" cy="1512887"/>
          </a:xfrm>
        </p:spPr>
        <p:txBody>
          <a:bodyPr wrap="square" anchor="b">
            <a:noAutofit/>
          </a:bodyPr>
          <a:lstStyle>
            <a:lvl1pPr algn="ctr">
              <a:defRPr sz="3200"/>
            </a:lvl1pPr>
          </a:lstStyle>
          <a:p>
            <a:r>
              <a:rPr lang="en-US"/>
              <a:t>Click to edit Master title style</a:t>
            </a:r>
            <a:endParaRPr lang="en-US" dirty="0"/>
          </a:p>
        </p:txBody>
      </p:sp>
      <p:sp>
        <p:nvSpPr>
          <p:cNvPr id="6" name="Text Placeholder 8">
            <a:extLst>
              <a:ext uri="{FF2B5EF4-FFF2-40B4-BE49-F238E27FC236}">
                <a16:creationId xmlns:a16="http://schemas.microsoft.com/office/drawing/2014/main" id="{B8EC071D-C9EA-D72D-472D-47AC8DAE4AFA}"/>
              </a:ext>
            </a:extLst>
          </p:cNvPr>
          <p:cNvSpPr>
            <a:spLocks noGrp="1"/>
          </p:cNvSpPr>
          <p:nvPr>
            <p:ph type="body" sz="quarter" idx="13"/>
          </p:nvPr>
        </p:nvSpPr>
        <p:spPr>
          <a:xfrm>
            <a:off x="2402003" y="4025468"/>
            <a:ext cx="7387993" cy="916420"/>
          </a:xfrm>
          <a:prstGeom prst="rect">
            <a:avLst/>
          </a:prstGeom>
        </p:spPr>
        <p:txBody>
          <a:bodyPr wrap="square">
            <a:noAutofit/>
          </a:bodyPr>
          <a:lstStyle>
            <a:lvl1pPr algn="ctr">
              <a:defRPr sz="2000"/>
            </a:lvl1pPr>
            <a:lvl2pPr>
              <a:defRPr sz="2000"/>
            </a:lvl2pPr>
            <a:lvl3pPr>
              <a:defRPr sz="2000"/>
            </a:lvl3pPr>
            <a:lvl4pPr>
              <a:defRPr sz="2000"/>
            </a:lvl4pPr>
            <a:lvl5pPr>
              <a:defRPr sz="2000"/>
            </a:lvl5pPr>
          </a:lstStyle>
          <a:p>
            <a:pPr lvl="0"/>
            <a:r>
              <a:rPr lang="en-US"/>
              <a:t>Click to edit Master text styles</a:t>
            </a:r>
          </a:p>
        </p:txBody>
      </p:sp>
      <p:sp>
        <p:nvSpPr>
          <p:cNvPr id="7" name="Date Placeholder 6">
            <a:extLst>
              <a:ext uri="{FF2B5EF4-FFF2-40B4-BE49-F238E27FC236}">
                <a16:creationId xmlns:a16="http://schemas.microsoft.com/office/drawing/2014/main" id="{1C4C92CE-41EC-4D2F-4311-92100A79FE86}"/>
              </a:ext>
            </a:extLst>
          </p:cNvPr>
          <p:cNvSpPr>
            <a:spLocks noGrp="1"/>
          </p:cNvSpPr>
          <p:nvPr>
            <p:ph type="dt" sz="half" idx="1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8" name="Footer Placeholder 7">
            <a:extLst>
              <a:ext uri="{FF2B5EF4-FFF2-40B4-BE49-F238E27FC236}">
                <a16:creationId xmlns:a16="http://schemas.microsoft.com/office/drawing/2014/main" id="{8C0A6AFF-C176-E59D-2165-DE17D66BCAA1}"/>
              </a:ext>
            </a:extLst>
          </p:cNvPr>
          <p:cNvSpPr>
            <a:spLocks noGrp="1"/>
          </p:cNvSpPr>
          <p:nvPr>
            <p:ph type="ftr" sz="quarter" idx="15"/>
          </p:nvPr>
        </p:nvSpPr>
        <p:spPr/>
        <p:txBody>
          <a:bodyPr/>
          <a:lstStyle/>
          <a:p>
            <a:pPr>
              <a:spcBef>
                <a:spcPts val="1000"/>
              </a:spcBef>
              <a:buFont typeface="Arial" panose="020B0604020202020204" pitchFamily="34" charset="0"/>
              <a:buNone/>
            </a:pPr>
            <a:r>
              <a:rPr lang="en-US"/>
              <a:t>Presentation Title | Author | Date</a:t>
            </a:r>
          </a:p>
        </p:txBody>
      </p:sp>
      <p:sp>
        <p:nvSpPr>
          <p:cNvPr id="9" name="Slide Number Placeholder 8">
            <a:extLst>
              <a:ext uri="{FF2B5EF4-FFF2-40B4-BE49-F238E27FC236}">
                <a16:creationId xmlns:a16="http://schemas.microsoft.com/office/drawing/2014/main" id="{22B9BB3B-51E8-595D-BE01-2881F99A8D5E}"/>
              </a:ext>
            </a:extLst>
          </p:cNvPr>
          <p:cNvSpPr>
            <a:spLocks noGrp="1"/>
          </p:cNvSpPr>
          <p:nvPr>
            <p:ph type="sldNum" sz="quarter" idx="16"/>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3935903791"/>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ext 2">
    <p:spTree>
      <p:nvGrpSpPr>
        <p:cNvPr id="1" name=""/>
        <p:cNvGrpSpPr/>
        <p:nvPr/>
      </p:nvGrpSpPr>
      <p:grpSpPr>
        <a:xfrm>
          <a:off x="0" y="0"/>
          <a:ext cx="0" cy="0"/>
          <a:chOff x="0" y="0"/>
          <a:chExt cx="0" cy="0"/>
        </a:xfrm>
      </p:grpSpPr>
      <p:sp>
        <p:nvSpPr>
          <p:cNvPr id="3" name="Picture Placeholder 10">
            <a:extLst>
              <a:ext uri="{FF2B5EF4-FFF2-40B4-BE49-F238E27FC236}">
                <a16:creationId xmlns:a16="http://schemas.microsoft.com/office/drawing/2014/main" id="{92A14B44-A6BB-FD7D-633A-78C683F4F269}"/>
              </a:ext>
            </a:extLst>
          </p:cNvPr>
          <p:cNvSpPr>
            <a:spLocks noGrp="1"/>
          </p:cNvSpPr>
          <p:nvPr>
            <p:ph type="pic" sz="quarter" idx="14"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5" name="Title 1">
            <a:extLst>
              <a:ext uri="{FF2B5EF4-FFF2-40B4-BE49-F238E27FC236}">
                <a16:creationId xmlns:a16="http://schemas.microsoft.com/office/drawing/2014/main" id="{8ABFE959-AAB6-76DF-7517-8AE8C424F99C}"/>
              </a:ext>
            </a:extLst>
          </p:cNvPr>
          <p:cNvSpPr>
            <a:spLocks noGrp="1"/>
          </p:cNvSpPr>
          <p:nvPr>
            <p:ph type="title"/>
          </p:nvPr>
        </p:nvSpPr>
        <p:spPr>
          <a:xfrm>
            <a:off x="2402003" y="1916112"/>
            <a:ext cx="7387993" cy="1512887"/>
          </a:xfrm>
        </p:spPr>
        <p:txBody>
          <a:bodyPr wrap="square" anchor="b">
            <a:noAutofit/>
          </a:bodyPr>
          <a:lstStyle>
            <a:lvl1pPr algn="ctr">
              <a:defRPr sz="3200">
                <a:solidFill>
                  <a:schemeClr val="bg1"/>
                </a:solidFill>
                <a:effectLst>
                  <a:outerShdw blurRad="1016000" dir="5400000" algn="ctr" rotWithShape="0">
                    <a:schemeClr val="tx1">
                      <a:alpha val="49641"/>
                    </a:schemeClr>
                  </a:outerShdw>
                </a:effectLst>
              </a:defRPr>
            </a:lvl1pPr>
          </a:lstStyle>
          <a:p>
            <a:r>
              <a:rPr lang="en-US"/>
              <a:t>Click to edit Master title style</a:t>
            </a:r>
            <a:endParaRPr lang="en-US" dirty="0"/>
          </a:p>
        </p:txBody>
      </p:sp>
      <p:sp>
        <p:nvSpPr>
          <p:cNvPr id="6" name="Text Placeholder 8">
            <a:extLst>
              <a:ext uri="{FF2B5EF4-FFF2-40B4-BE49-F238E27FC236}">
                <a16:creationId xmlns:a16="http://schemas.microsoft.com/office/drawing/2014/main" id="{B8EC071D-C9EA-D72D-472D-47AC8DAE4AFA}"/>
              </a:ext>
            </a:extLst>
          </p:cNvPr>
          <p:cNvSpPr>
            <a:spLocks noGrp="1"/>
          </p:cNvSpPr>
          <p:nvPr>
            <p:ph type="body" sz="quarter" idx="13"/>
          </p:nvPr>
        </p:nvSpPr>
        <p:spPr>
          <a:xfrm>
            <a:off x="2402003" y="4025468"/>
            <a:ext cx="7387993" cy="916420"/>
          </a:xfrm>
          <a:prstGeom prst="rect">
            <a:avLst/>
          </a:prstGeom>
        </p:spPr>
        <p:txBody>
          <a:bodyPr wrap="square">
            <a:noAutofit/>
          </a:bodyPr>
          <a:lstStyle>
            <a:lvl1pPr algn="ctr">
              <a:defRPr sz="2000">
                <a:solidFill>
                  <a:schemeClr val="bg1"/>
                </a:solidFill>
              </a:defRPr>
            </a:lvl1pPr>
            <a:lvl2pPr>
              <a:defRPr sz="2000"/>
            </a:lvl2pPr>
            <a:lvl3pPr>
              <a:defRPr sz="2000"/>
            </a:lvl3pPr>
            <a:lvl4pPr>
              <a:defRPr sz="2000"/>
            </a:lvl4pPr>
            <a:lvl5pPr>
              <a:defRPr sz="2000"/>
            </a:lvl5pPr>
          </a:lstStyle>
          <a:p>
            <a:pPr lvl="0"/>
            <a:r>
              <a:rPr lang="en-US"/>
              <a:t>Click to edit Master text styles</a:t>
            </a:r>
          </a:p>
        </p:txBody>
      </p:sp>
      <p:sp>
        <p:nvSpPr>
          <p:cNvPr id="8" name="Date Placeholder 7">
            <a:extLst>
              <a:ext uri="{FF2B5EF4-FFF2-40B4-BE49-F238E27FC236}">
                <a16:creationId xmlns:a16="http://schemas.microsoft.com/office/drawing/2014/main" id="{A113035B-9AB2-FCA1-E3D6-B54ADD883094}"/>
              </a:ext>
            </a:extLst>
          </p:cNvPr>
          <p:cNvSpPr>
            <a:spLocks noGrp="1"/>
          </p:cNvSpPr>
          <p:nvPr>
            <p:ph type="dt" sz="half" idx="1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9" name="Footer Placeholder 8">
            <a:extLst>
              <a:ext uri="{FF2B5EF4-FFF2-40B4-BE49-F238E27FC236}">
                <a16:creationId xmlns:a16="http://schemas.microsoft.com/office/drawing/2014/main" id="{6C422829-3285-536E-9A1D-C1461DD7772E}"/>
              </a:ext>
            </a:extLst>
          </p:cNvPr>
          <p:cNvSpPr>
            <a:spLocks noGrp="1"/>
          </p:cNvSpPr>
          <p:nvPr>
            <p:ph type="ftr" sz="quarter" idx="16"/>
          </p:nvPr>
        </p:nvSpPr>
        <p:spPr/>
        <p:txBody>
          <a:bodyPr/>
          <a:lstStyle/>
          <a:p>
            <a:pPr>
              <a:spcBef>
                <a:spcPts val="1000"/>
              </a:spcBef>
              <a:buFont typeface="Arial" panose="020B0604020202020204" pitchFamily="34" charset="0"/>
              <a:buNone/>
            </a:pPr>
            <a:r>
              <a:rPr lang="en-US"/>
              <a:t>Presentation Title | Author | Date</a:t>
            </a:r>
          </a:p>
        </p:txBody>
      </p:sp>
      <p:sp>
        <p:nvSpPr>
          <p:cNvPr id="14" name="Slide Number Placeholder 13">
            <a:extLst>
              <a:ext uri="{FF2B5EF4-FFF2-40B4-BE49-F238E27FC236}">
                <a16:creationId xmlns:a16="http://schemas.microsoft.com/office/drawing/2014/main" id="{F8824F2D-932D-C110-76B1-E57FB6242005}"/>
              </a:ext>
            </a:extLst>
          </p:cNvPr>
          <p:cNvSpPr>
            <a:spLocks noGrp="1"/>
          </p:cNvSpPr>
          <p:nvPr>
            <p:ph type="sldNum" sz="quarter" idx="17"/>
          </p:nvPr>
        </p:nvSpPr>
        <p:spPr/>
        <p:txBody>
          <a:bodyPr/>
          <a:lstStyle/>
          <a:p>
            <a:pPr algn="r"/>
            <a:fld id="{5D9A5160-6218-4E5A-B9E6-B93E3DAE377C}" type="slidenum">
              <a:rPr lang="en-US" smtClean="0"/>
              <a:pPr algn="r"/>
              <a:t>‹#›</a:t>
            </a:fld>
            <a:endParaRPr lang="en-US"/>
          </a:p>
        </p:txBody>
      </p:sp>
      <p:sp>
        <p:nvSpPr>
          <p:cNvPr id="4" name="Logo Placeholder 7">
            <a:extLst>
              <a:ext uri="{FF2B5EF4-FFF2-40B4-BE49-F238E27FC236}">
                <a16:creationId xmlns:a16="http://schemas.microsoft.com/office/drawing/2014/main" id="{50BC5634-6A28-9D33-20CF-70AC9E959BE7}"/>
              </a:ext>
            </a:extLst>
          </p:cNvPr>
          <p:cNvSpPr>
            <a:spLocks noGrp="1"/>
          </p:cNvSpPr>
          <p:nvPr>
            <p:ph type="body" sz="quarter" idx="40" hasCustomPrompt="1"/>
          </p:nvPr>
        </p:nvSpPr>
        <p:spPr>
          <a:xfrm>
            <a:off x="11765626" y="128961"/>
            <a:ext cx="269046" cy="335806"/>
          </a:xfrm>
          <a:blipFill>
            <a:blip>
              <a:extLst>
                <a:ext uri="{96DAC541-7B7A-43D3-8B79-37D633B846F1}">
                  <asvg:svgBlip xmlns:asvg="http://schemas.microsoft.com/office/drawing/2016/SVG/main" r:embed="rId2"/>
                </a:ext>
              </a:extLst>
            </a:blip>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185325503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Conclusion 1">
    <p:spTree>
      <p:nvGrpSpPr>
        <p:cNvPr id="1" name=""/>
        <p:cNvGrpSpPr/>
        <p:nvPr/>
      </p:nvGrpSpPr>
      <p:grpSpPr>
        <a:xfrm>
          <a:off x="0" y="0"/>
          <a:ext cx="0" cy="0"/>
          <a:chOff x="0" y="0"/>
          <a:chExt cx="0" cy="0"/>
        </a:xfrm>
      </p:grpSpPr>
      <p:sp>
        <p:nvSpPr>
          <p:cNvPr id="13" name="Title 1">
            <a:extLst>
              <a:ext uri="{FF2B5EF4-FFF2-40B4-BE49-F238E27FC236}">
                <a16:creationId xmlns:a16="http://schemas.microsoft.com/office/drawing/2014/main" id="{F50CBB0B-9D54-C4B7-F774-A406AEB759DC}"/>
              </a:ext>
            </a:extLst>
          </p:cNvPr>
          <p:cNvSpPr>
            <a:spLocks noGrp="1"/>
          </p:cNvSpPr>
          <p:nvPr>
            <p:ph type="title"/>
          </p:nvPr>
        </p:nvSpPr>
        <p:spPr>
          <a:xfrm>
            <a:off x="550863" y="2154596"/>
            <a:ext cx="4170329" cy="2737444"/>
          </a:xfrm>
        </p:spPr>
        <p:txBody>
          <a:bodyPr anchor="t">
            <a:noAutofit/>
          </a:bodyPr>
          <a:lstStyle>
            <a:lvl1pPr>
              <a:defRPr sz="4800"/>
            </a:lvl1pPr>
          </a:lstStyle>
          <a:p>
            <a:r>
              <a:rPr lang="en-US"/>
              <a:t>Click to edit Master title style</a:t>
            </a:r>
            <a:endParaRPr lang="en-US" dirty="0"/>
          </a:p>
        </p:txBody>
      </p:sp>
      <p:sp>
        <p:nvSpPr>
          <p:cNvPr id="14" name="Content Placeholder 3">
            <a:extLst>
              <a:ext uri="{FF2B5EF4-FFF2-40B4-BE49-F238E27FC236}">
                <a16:creationId xmlns:a16="http://schemas.microsoft.com/office/drawing/2014/main" id="{D898CD75-E929-80D9-7E35-D845DA59F5F4}"/>
              </a:ext>
            </a:extLst>
          </p:cNvPr>
          <p:cNvSpPr>
            <a:spLocks noGrp="1"/>
          </p:cNvSpPr>
          <p:nvPr>
            <p:ph sz="quarter" idx="17"/>
          </p:nvPr>
        </p:nvSpPr>
        <p:spPr>
          <a:xfrm>
            <a:off x="6096000" y="2154597"/>
            <a:ext cx="5524500" cy="4154128"/>
          </a:xfrm>
          <a:prstGeom prst="rect">
            <a:avLst/>
          </a:prstGeom>
        </p:spPr>
        <p:txBody>
          <a:bodyPr/>
          <a:lstStyle>
            <a:lvl1pPr>
              <a:defRPr sz="2000"/>
            </a:lvl1pPr>
            <a:lvl2pPr>
              <a:defRPr sz="2000"/>
            </a:lvl2pPr>
            <a:lvl3pPr>
              <a:defRPr sz="2000"/>
            </a:lvl3pPr>
            <a:lvl4pPr>
              <a:defRPr sz="2000"/>
            </a:lvl4pPr>
            <a:lvl5pPr>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de-DE" dirty="0"/>
          </a:p>
        </p:txBody>
      </p:sp>
      <p:sp>
        <p:nvSpPr>
          <p:cNvPr id="3" name="Date Placeholder 2">
            <a:extLst>
              <a:ext uri="{FF2B5EF4-FFF2-40B4-BE49-F238E27FC236}">
                <a16:creationId xmlns:a16="http://schemas.microsoft.com/office/drawing/2014/main" id="{DDEDA374-C587-779E-8AE1-6CD7F4553941}"/>
              </a:ext>
            </a:extLst>
          </p:cNvPr>
          <p:cNvSpPr>
            <a:spLocks noGrp="1"/>
          </p:cNvSpPr>
          <p:nvPr>
            <p:ph type="dt" sz="half" idx="1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1A46EF84-E452-DF73-A462-F323675455D6}"/>
              </a:ext>
            </a:extLst>
          </p:cNvPr>
          <p:cNvSpPr>
            <a:spLocks noGrp="1"/>
          </p:cNvSpPr>
          <p:nvPr>
            <p:ph type="ftr" sz="quarter" idx="19"/>
          </p:nvPr>
        </p:nvSpPr>
        <p:spPr/>
        <p:txBody>
          <a:bodyPr/>
          <a:lstStyle/>
          <a:p>
            <a:pPr>
              <a:spcBef>
                <a:spcPts val="1000"/>
              </a:spcBef>
              <a:buFont typeface="Arial" panose="020B0604020202020204" pitchFamily="34" charset="0"/>
              <a:buNone/>
            </a:pPr>
            <a:r>
              <a:rPr lang="en-US"/>
              <a:t>Presentation Title | Author | Date</a:t>
            </a:r>
          </a:p>
        </p:txBody>
      </p:sp>
      <p:sp>
        <p:nvSpPr>
          <p:cNvPr id="5" name="Slide Number Placeholder 4">
            <a:extLst>
              <a:ext uri="{FF2B5EF4-FFF2-40B4-BE49-F238E27FC236}">
                <a16:creationId xmlns:a16="http://schemas.microsoft.com/office/drawing/2014/main" id="{70216EAB-E162-DA2D-EE00-98D4A5012C1D}"/>
              </a:ext>
            </a:extLst>
          </p:cNvPr>
          <p:cNvSpPr>
            <a:spLocks noGrp="1"/>
          </p:cNvSpPr>
          <p:nvPr>
            <p:ph type="sldNum" sz="quarter" idx="20"/>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2120131548"/>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Conclusion 1 Photo">
    <p:spTree>
      <p:nvGrpSpPr>
        <p:cNvPr id="1" name=""/>
        <p:cNvGrpSpPr/>
        <p:nvPr/>
      </p:nvGrpSpPr>
      <p:grpSpPr>
        <a:xfrm>
          <a:off x="0" y="0"/>
          <a:ext cx="0" cy="0"/>
          <a:chOff x="0" y="0"/>
          <a:chExt cx="0" cy="0"/>
        </a:xfrm>
      </p:grpSpPr>
      <p:sp>
        <p:nvSpPr>
          <p:cNvPr id="12" name="Picture Placeholder 10">
            <a:extLst>
              <a:ext uri="{FF2B5EF4-FFF2-40B4-BE49-F238E27FC236}">
                <a16:creationId xmlns:a16="http://schemas.microsoft.com/office/drawing/2014/main" id="{1C08FB90-AF58-85B5-3914-77B3471EE04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21" name="Title 1">
            <a:extLst>
              <a:ext uri="{FF2B5EF4-FFF2-40B4-BE49-F238E27FC236}">
                <a16:creationId xmlns:a16="http://schemas.microsoft.com/office/drawing/2014/main" id="{28231349-D5BA-64A4-A1C7-EDC789C8DEEB}"/>
              </a:ext>
            </a:extLst>
          </p:cNvPr>
          <p:cNvSpPr>
            <a:spLocks noGrp="1"/>
          </p:cNvSpPr>
          <p:nvPr>
            <p:ph type="title"/>
          </p:nvPr>
        </p:nvSpPr>
        <p:spPr>
          <a:xfrm>
            <a:off x="550863" y="2154596"/>
            <a:ext cx="4170329" cy="2737444"/>
          </a:xfrm>
        </p:spPr>
        <p:txBody>
          <a:bodyPr anchor="t">
            <a:noAutofit/>
          </a:bodyPr>
          <a:lstStyle>
            <a:lvl1pPr>
              <a:defRPr sz="4800"/>
            </a:lvl1pPr>
          </a:lstStyle>
          <a:p>
            <a:r>
              <a:rPr lang="en-US"/>
              <a:t>Click to edit Master title style</a:t>
            </a:r>
          </a:p>
        </p:txBody>
      </p:sp>
      <p:sp>
        <p:nvSpPr>
          <p:cNvPr id="22" name="Content Placeholder 3">
            <a:extLst>
              <a:ext uri="{FF2B5EF4-FFF2-40B4-BE49-F238E27FC236}">
                <a16:creationId xmlns:a16="http://schemas.microsoft.com/office/drawing/2014/main" id="{6B455CB3-CA48-68B3-77F6-EB2C98EE7BD0}"/>
              </a:ext>
            </a:extLst>
          </p:cNvPr>
          <p:cNvSpPr>
            <a:spLocks noGrp="1"/>
          </p:cNvSpPr>
          <p:nvPr>
            <p:ph sz="quarter" idx="17"/>
          </p:nvPr>
        </p:nvSpPr>
        <p:spPr>
          <a:xfrm>
            <a:off x="6096000" y="2154597"/>
            <a:ext cx="5524500" cy="4154128"/>
          </a:xfrm>
          <a:prstGeom prst="rect">
            <a:avLst/>
          </a:prstGeom>
        </p:spPr>
        <p:txBody>
          <a:bodyPr/>
          <a:lstStyle>
            <a:lvl1pPr>
              <a:defRPr sz="2000"/>
            </a:lvl1pPr>
            <a:lvl2pPr>
              <a:defRPr sz="2000"/>
            </a:lvl2pPr>
            <a:lvl3pPr>
              <a:defRPr sz="2000"/>
            </a:lvl3pPr>
            <a:lvl4pPr>
              <a:defRPr sz="2000"/>
            </a:lvl4pPr>
            <a:lvl5pPr>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6" name="Date Placeholder 5">
            <a:extLst>
              <a:ext uri="{FF2B5EF4-FFF2-40B4-BE49-F238E27FC236}">
                <a16:creationId xmlns:a16="http://schemas.microsoft.com/office/drawing/2014/main" id="{A8F2C4DE-6A1C-4BAF-CEDB-0741A198E0C1}"/>
              </a:ext>
            </a:extLst>
          </p:cNvPr>
          <p:cNvSpPr>
            <a:spLocks noGrp="1"/>
          </p:cNvSpPr>
          <p:nvPr>
            <p:ph type="dt" sz="half" idx="1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7" name="Footer Placeholder 6">
            <a:extLst>
              <a:ext uri="{FF2B5EF4-FFF2-40B4-BE49-F238E27FC236}">
                <a16:creationId xmlns:a16="http://schemas.microsoft.com/office/drawing/2014/main" id="{B5A666D7-760F-C3E7-2C45-537A38AB18BC}"/>
              </a:ext>
            </a:extLst>
          </p:cNvPr>
          <p:cNvSpPr>
            <a:spLocks noGrp="1"/>
          </p:cNvSpPr>
          <p:nvPr>
            <p:ph type="ftr" sz="quarter" idx="19"/>
          </p:nvPr>
        </p:nvSpPr>
        <p:spPr/>
        <p:txBody>
          <a:bodyPr/>
          <a:lstStyle/>
          <a:p>
            <a:pPr>
              <a:spcBef>
                <a:spcPts val="1000"/>
              </a:spcBef>
              <a:buFont typeface="Arial" panose="020B0604020202020204" pitchFamily="34" charset="0"/>
              <a:buNone/>
            </a:pPr>
            <a:r>
              <a:rPr lang="en-US"/>
              <a:t>Presentation Title | Author | Date</a:t>
            </a:r>
          </a:p>
        </p:txBody>
      </p:sp>
      <p:sp>
        <p:nvSpPr>
          <p:cNvPr id="8" name="Slide Number Placeholder 7">
            <a:extLst>
              <a:ext uri="{FF2B5EF4-FFF2-40B4-BE49-F238E27FC236}">
                <a16:creationId xmlns:a16="http://schemas.microsoft.com/office/drawing/2014/main" id="{94953DC7-FBD0-D234-515C-B70C65FA03DD}"/>
              </a:ext>
            </a:extLst>
          </p:cNvPr>
          <p:cNvSpPr>
            <a:spLocks noGrp="1"/>
          </p:cNvSpPr>
          <p:nvPr>
            <p:ph type="sldNum" sz="quarter" idx="20"/>
          </p:nvPr>
        </p:nvSpPr>
        <p:spPr/>
        <p:txBody>
          <a:bodyPr/>
          <a:lstStyle/>
          <a:p>
            <a:pPr algn="r"/>
            <a:fld id="{5D9A5160-6218-4E5A-B9E6-B93E3DAE377C}" type="slidenum">
              <a:rPr lang="en-US" smtClean="0"/>
              <a:pPr algn="r"/>
              <a:t>‹#›</a:t>
            </a:fld>
            <a:endParaRPr lang="en-US"/>
          </a:p>
        </p:txBody>
      </p:sp>
      <p:sp>
        <p:nvSpPr>
          <p:cNvPr id="2" name="Logo Placeholder 7">
            <a:extLst>
              <a:ext uri="{FF2B5EF4-FFF2-40B4-BE49-F238E27FC236}">
                <a16:creationId xmlns:a16="http://schemas.microsoft.com/office/drawing/2014/main" id="{5459D9FD-10B1-F1DE-30EA-A0D3AFDA68E8}"/>
              </a:ext>
            </a:extLst>
          </p:cNvPr>
          <p:cNvSpPr>
            <a:spLocks noGrp="1"/>
          </p:cNvSpPr>
          <p:nvPr>
            <p:ph type="body" sz="quarter" idx="40" hasCustomPrompt="1"/>
          </p:nvPr>
        </p:nvSpPr>
        <p:spPr>
          <a:xfrm>
            <a:off x="11765626" y="128961"/>
            <a:ext cx="269046" cy="335806"/>
          </a:xfr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313976179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Conclusion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1481328" y="1517904"/>
            <a:ext cx="3685032" cy="3185499"/>
          </a:xfrm>
        </p:spPr>
        <p:txBody>
          <a:bodyPr anchor="t">
            <a:noAutofit/>
          </a:bodyPr>
          <a:lstStyle>
            <a:lvl1pPr>
              <a:defRPr sz="2400"/>
            </a:lvl1pPr>
          </a:lstStyle>
          <a:p>
            <a:r>
              <a:rPr lang="en-US"/>
              <a:t>Click to edit Master title style</a:t>
            </a:r>
          </a:p>
        </p:txBody>
      </p:sp>
      <p:sp>
        <p:nvSpPr>
          <p:cNvPr id="4" name="Content Placeholder 3">
            <a:extLst>
              <a:ext uri="{FF2B5EF4-FFF2-40B4-BE49-F238E27FC236}">
                <a16:creationId xmlns:a16="http://schemas.microsoft.com/office/drawing/2014/main" id="{64F9B09F-7191-4FCF-3B0D-173D1B5BE8AA}"/>
              </a:ext>
            </a:extLst>
          </p:cNvPr>
          <p:cNvSpPr>
            <a:spLocks noGrp="1"/>
          </p:cNvSpPr>
          <p:nvPr>
            <p:ph sz="quarter" idx="17"/>
          </p:nvPr>
        </p:nvSpPr>
        <p:spPr>
          <a:xfrm>
            <a:off x="7949096" y="4882895"/>
            <a:ext cx="3671404" cy="1425829"/>
          </a:xfrm>
          <a:prstGeom prst="rect">
            <a:avLst/>
          </a:prstGeom>
        </p:spPr>
        <p:txBody>
          <a:bodyPr/>
          <a:lstStyle>
            <a:lvl1pPr>
              <a:defRPr sz="3200"/>
            </a:lvl1pPr>
            <a:lvl2pPr>
              <a:defRPr sz="3200"/>
            </a:lvl2pPr>
            <a:lvl3pPr>
              <a:defRPr sz="3200"/>
            </a:lvl3pPr>
            <a:lvl4pPr>
              <a:defRPr sz="3200"/>
            </a:lvl4pPr>
            <a:lvl5pPr>
              <a:defRPr sz="3200"/>
            </a:lvl5pPr>
          </a:lstStyle>
          <a:p>
            <a:pPr lvl="0"/>
            <a:r>
              <a:rPr lang="en-US"/>
              <a:t>Click to edit Master text styles</a:t>
            </a:r>
          </a:p>
        </p:txBody>
      </p:sp>
      <p:sp>
        <p:nvSpPr>
          <p:cNvPr id="5" name="Date Placeholder 4">
            <a:extLst>
              <a:ext uri="{FF2B5EF4-FFF2-40B4-BE49-F238E27FC236}">
                <a16:creationId xmlns:a16="http://schemas.microsoft.com/office/drawing/2014/main" id="{958CA01C-7827-82F6-2479-87C946BAD318}"/>
              </a:ext>
            </a:extLst>
          </p:cNvPr>
          <p:cNvSpPr>
            <a:spLocks noGrp="1"/>
          </p:cNvSpPr>
          <p:nvPr>
            <p:ph type="dt" sz="half" idx="1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6" name="Footer Placeholder 5">
            <a:extLst>
              <a:ext uri="{FF2B5EF4-FFF2-40B4-BE49-F238E27FC236}">
                <a16:creationId xmlns:a16="http://schemas.microsoft.com/office/drawing/2014/main" id="{F5A9AE5F-A9DC-699F-D478-39BC3367EDFE}"/>
              </a:ext>
            </a:extLst>
          </p:cNvPr>
          <p:cNvSpPr>
            <a:spLocks noGrp="1"/>
          </p:cNvSpPr>
          <p:nvPr>
            <p:ph type="ftr" sz="quarter" idx="19"/>
          </p:nvPr>
        </p:nvSpPr>
        <p:spPr/>
        <p:txBody>
          <a:bodyPr/>
          <a:lstStyle/>
          <a:p>
            <a:pPr>
              <a:spcBef>
                <a:spcPts val="1000"/>
              </a:spcBef>
              <a:buFont typeface="Arial" panose="020B0604020202020204" pitchFamily="34" charset="0"/>
              <a:buNone/>
            </a:pPr>
            <a:r>
              <a:rPr lang="en-US"/>
              <a:t>Presentation Title | Author | Date</a:t>
            </a:r>
          </a:p>
        </p:txBody>
      </p:sp>
      <p:sp>
        <p:nvSpPr>
          <p:cNvPr id="7" name="Slide Number Placeholder 6">
            <a:extLst>
              <a:ext uri="{FF2B5EF4-FFF2-40B4-BE49-F238E27FC236}">
                <a16:creationId xmlns:a16="http://schemas.microsoft.com/office/drawing/2014/main" id="{23C200B6-39EA-19E8-344A-F12A2E6EBA26}"/>
              </a:ext>
            </a:extLst>
          </p:cNvPr>
          <p:cNvSpPr>
            <a:spLocks noGrp="1"/>
          </p:cNvSpPr>
          <p:nvPr>
            <p:ph type="sldNum" sz="quarter" idx="20"/>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334830084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Conclusion 2 Photo">
    <p:spTree>
      <p:nvGrpSpPr>
        <p:cNvPr id="1" name=""/>
        <p:cNvGrpSpPr/>
        <p:nvPr/>
      </p:nvGrpSpPr>
      <p:grpSpPr>
        <a:xfrm>
          <a:off x="0" y="0"/>
          <a:ext cx="0" cy="0"/>
          <a:chOff x="0" y="0"/>
          <a:chExt cx="0" cy="0"/>
        </a:xfrm>
      </p:grpSpPr>
      <p:sp>
        <p:nvSpPr>
          <p:cNvPr id="3" name="Picture Placeholder 10">
            <a:extLst>
              <a:ext uri="{FF2B5EF4-FFF2-40B4-BE49-F238E27FC236}">
                <a16:creationId xmlns:a16="http://schemas.microsoft.com/office/drawing/2014/main" id="{B4DEBDB5-5781-B892-9D45-BC728983633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1481328" y="1517904"/>
            <a:ext cx="3685032" cy="3185499"/>
          </a:xfrm>
        </p:spPr>
        <p:txBody>
          <a:bodyPr anchor="t">
            <a:noAutofit/>
          </a:bodyPr>
          <a:lstStyle>
            <a:lvl1pPr>
              <a:defRPr sz="2400">
                <a:solidFill>
                  <a:schemeClr val="bg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64F9B09F-7191-4FCF-3B0D-173D1B5BE8AA}"/>
              </a:ext>
            </a:extLst>
          </p:cNvPr>
          <p:cNvSpPr>
            <a:spLocks noGrp="1"/>
          </p:cNvSpPr>
          <p:nvPr>
            <p:ph sz="quarter" idx="17"/>
          </p:nvPr>
        </p:nvSpPr>
        <p:spPr>
          <a:xfrm>
            <a:off x="7949096" y="4882895"/>
            <a:ext cx="3671404" cy="1425829"/>
          </a:xfrm>
          <a:prstGeom prst="rect">
            <a:avLst/>
          </a:prstGeom>
        </p:spPr>
        <p:txBody>
          <a:bodyPr/>
          <a:lstStyle>
            <a:lvl1pPr>
              <a:defRPr sz="3200">
                <a:solidFill>
                  <a:schemeClr val="bg1"/>
                </a:solidFill>
              </a:defRPr>
            </a:lvl1pPr>
            <a:lvl2pPr>
              <a:defRPr sz="3200"/>
            </a:lvl2pPr>
            <a:lvl3pPr>
              <a:defRPr sz="3200"/>
            </a:lvl3pPr>
            <a:lvl4pPr>
              <a:defRPr sz="3200"/>
            </a:lvl4pPr>
            <a:lvl5pPr>
              <a:defRPr sz="3200"/>
            </a:lvl5pPr>
          </a:lstStyle>
          <a:p>
            <a:pPr lvl="0"/>
            <a:r>
              <a:rPr lang="en-US"/>
              <a:t>Click to edit Master text styles</a:t>
            </a:r>
          </a:p>
        </p:txBody>
      </p:sp>
      <p:sp>
        <p:nvSpPr>
          <p:cNvPr id="6" name="Date Placeholder 5">
            <a:extLst>
              <a:ext uri="{FF2B5EF4-FFF2-40B4-BE49-F238E27FC236}">
                <a16:creationId xmlns:a16="http://schemas.microsoft.com/office/drawing/2014/main" id="{EAED4CBA-FED0-60CF-6658-5821F1968589}"/>
              </a:ext>
            </a:extLst>
          </p:cNvPr>
          <p:cNvSpPr>
            <a:spLocks noGrp="1"/>
          </p:cNvSpPr>
          <p:nvPr>
            <p:ph type="dt" sz="half" idx="1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7" name="Footer Placeholder 6">
            <a:extLst>
              <a:ext uri="{FF2B5EF4-FFF2-40B4-BE49-F238E27FC236}">
                <a16:creationId xmlns:a16="http://schemas.microsoft.com/office/drawing/2014/main" id="{973E460F-1F60-3564-8377-BF259B8D5F20}"/>
              </a:ext>
            </a:extLst>
          </p:cNvPr>
          <p:cNvSpPr>
            <a:spLocks noGrp="1"/>
          </p:cNvSpPr>
          <p:nvPr>
            <p:ph type="ftr" sz="quarter" idx="19"/>
          </p:nvPr>
        </p:nvSpPr>
        <p:spPr/>
        <p:txBody>
          <a:bodyPr/>
          <a:lstStyle/>
          <a:p>
            <a:pPr>
              <a:spcBef>
                <a:spcPts val="1000"/>
              </a:spcBef>
              <a:buFont typeface="Arial" panose="020B0604020202020204" pitchFamily="34" charset="0"/>
              <a:buNone/>
            </a:pPr>
            <a:r>
              <a:rPr lang="en-US"/>
              <a:t>Presentation Title | Author | Date</a:t>
            </a:r>
          </a:p>
        </p:txBody>
      </p:sp>
      <p:sp>
        <p:nvSpPr>
          <p:cNvPr id="14" name="Slide Number Placeholder 13">
            <a:extLst>
              <a:ext uri="{FF2B5EF4-FFF2-40B4-BE49-F238E27FC236}">
                <a16:creationId xmlns:a16="http://schemas.microsoft.com/office/drawing/2014/main" id="{0D493F99-C63F-0DED-2802-307160340314}"/>
              </a:ext>
            </a:extLst>
          </p:cNvPr>
          <p:cNvSpPr>
            <a:spLocks noGrp="1"/>
          </p:cNvSpPr>
          <p:nvPr>
            <p:ph type="sldNum" sz="quarter" idx="20"/>
          </p:nvPr>
        </p:nvSpPr>
        <p:spPr/>
        <p:txBody>
          <a:bodyPr/>
          <a:lstStyle/>
          <a:p>
            <a:pPr algn="r"/>
            <a:fld id="{5D9A5160-6218-4E5A-B9E6-B93E3DAE377C}" type="slidenum">
              <a:rPr lang="en-US" smtClean="0"/>
              <a:pPr algn="r"/>
              <a:t>‹#›</a:t>
            </a:fld>
            <a:endParaRPr lang="en-US"/>
          </a:p>
        </p:txBody>
      </p:sp>
      <p:sp>
        <p:nvSpPr>
          <p:cNvPr id="8" name="Logo Placeholder 7">
            <a:extLst>
              <a:ext uri="{FF2B5EF4-FFF2-40B4-BE49-F238E27FC236}">
                <a16:creationId xmlns:a16="http://schemas.microsoft.com/office/drawing/2014/main" id="{6ED7570D-FB24-0E99-F979-503094A97154}"/>
              </a:ext>
            </a:extLst>
          </p:cNvPr>
          <p:cNvSpPr>
            <a:spLocks noGrp="1"/>
          </p:cNvSpPr>
          <p:nvPr>
            <p:ph type="body" sz="quarter" idx="40" hasCustomPrompt="1"/>
          </p:nvPr>
        </p:nvSpPr>
        <p:spPr>
          <a:xfrm>
            <a:off x="11765626" y="128961"/>
            <a:ext cx="269046" cy="335806"/>
          </a:xfr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223781070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Conclusion 3">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50EB54-2DDF-50B7-9D98-A038DEF17892}"/>
              </a:ext>
            </a:extLst>
          </p:cNvPr>
          <p:cNvSpPr>
            <a:spLocks noGrp="1"/>
          </p:cNvSpPr>
          <p:nvPr>
            <p:ph type="title"/>
          </p:nvPr>
        </p:nvSpPr>
        <p:spPr>
          <a:xfrm>
            <a:off x="7450171" y="2154596"/>
            <a:ext cx="4170329" cy="2737444"/>
          </a:xfrm>
        </p:spPr>
        <p:txBody>
          <a:bodyPr anchor="b">
            <a:noAutofit/>
          </a:bodyPr>
          <a:lstStyle>
            <a:lvl1pPr algn="r">
              <a:defRPr sz="4800"/>
            </a:lvl1pPr>
          </a:lstStyle>
          <a:p>
            <a:r>
              <a:rPr lang="en-US"/>
              <a:t>Click to edit Master title style</a:t>
            </a:r>
          </a:p>
        </p:txBody>
      </p:sp>
      <p:sp>
        <p:nvSpPr>
          <p:cNvPr id="3" name="Date Placeholder 2">
            <a:extLst>
              <a:ext uri="{FF2B5EF4-FFF2-40B4-BE49-F238E27FC236}">
                <a16:creationId xmlns:a16="http://schemas.microsoft.com/office/drawing/2014/main" id="{AE44684F-D794-29DA-96BD-7FDCFE9BBC83}"/>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810692F0-1502-0611-DB5D-DCB4C1B2D896}"/>
              </a:ext>
            </a:extLst>
          </p:cNvPr>
          <p:cNvSpPr>
            <a:spLocks noGrp="1"/>
          </p:cNvSpPr>
          <p:nvPr>
            <p:ph type="ftr" sz="quarter" idx="11"/>
          </p:nvPr>
        </p:nvSpPr>
        <p:spPr/>
        <p:txBody>
          <a:bodyPr/>
          <a:lstStyle/>
          <a:p>
            <a:pPr>
              <a:spcBef>
                <a:spcPts val="1000"/>
              </a:spcBef>
              <a:buFont typeface="Arial" panose="020B0604020202020204" pitchFamily="34" charset="0"/>
              <a:buNone/>
            </a:pPr>
            <a:r>
              <a:rPr lang="en-US"/>
              <a:t>Presentation Title | Author | Date</a:t>
            </a:r>
          </a:p>
        </p:txBody>
      </p:sp>
      <p:sp>
        <p:nvSpPr>
          <p:cNvPr id="5" name="Slide Number Placeholder 4">
            <a:extLst>
              <a:ext uri="{FF2B5EF4-FFF2-40B4-BE49-F238E27FC236}">
                <a16:creationId xmlns:a16="http://schemas.microsoft.com/office/drawing/2014/main" id="{D9D88EBB-9A16-B41B-C8AC-2FB3BD40ECDE}"/>
              </a:ext>
            </a:extLst>
          </p:cNvPr>
          <p:cNvSpPr>
            <a:spLocks noGrp="1"/>
          </p:cNvSpPr>
          <p:nvPr>
            <p:ph type="sldNum" sz="quarter" idx="12"/>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53971991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Conclusion 3 Photo">
    <p:spTree>
      <p:nvGrpSpPr>
        <p:cNvPr id="1" name=""/>
        <p:cNvGrpSpPr/>
        <p:nvPr/>
      </p:nvGrpSpPr>
      <p:grpSpPr>
        <a:xfrm>
          <a:off x="0" y="0"/>
          <a:ext cx="0" cy="0"/>
          <a:chOff x="0" y="0"/>
          <a:chExt cx="0" cy="0"/>
        </a:xfrm>
      </p:grpSpPr>
      <p:sp>
        <p:nvSpPr>
          <p:cNvPr id="12" name="Picture Placeholder 10">
            <a:extLst>
              <a:ext uri="{FF2B5EF4-FFF2-40B4-BE49-F238E27FC236}">
                <a16:creationId xmlns:a16="http://schemas.microsoft.com/office/drawing/2014/main" id="{1C08FB90-AF58-85B5-3914-77B3471EE04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21" name="Title 1">
            <a:extLst>
              <a:ext uri="{FF2B5EF4-FFF2-40B4-BE49-F238E27FC236}">
                <a16:creationId xmlns:a16="http://schemas.microsoft.com/office/drawing/2014/main" id="{28231349-D5BA-64A4-A1C7-EDC789C8DEEB}"/>
              </a:ext>
            </a:extLst>
          </p:cNvPr>
          <p:cNvSpPr>
            <a:spLocks noGrp="1"/>
          </p:cNvSpPr>
          <p:nvPr>
            <p:ph type="title"/>
          </p:nvPr>
        </p:nvSpPr>
        <p:spPr>
          <a:xfrm>
            <a:off x="7450171" y="2154596"/>
            <a:ext cx="4170329" cy="2737444"/>
          </a:xfrm>
        </p:spPr>
        <p:txBody>
          <a:bodyPr anchor="b">
            <a:noAutofit/>
          </a:bodyPr>
          <a:lstStyle>
            <a:lvl1pPr algn="r">
              <a:defRPr sz="4800">
                <a:solidFill>
                  <a:schemeClr val="bg1"/>
                </a:solidFill>
              </a:defRPr>
            </a:lvl1pPr>
          </a:lstStyle>
          <a:p>
            <a:r>
              <a:rPr lang="en-US"/>
              <a:t>Click to edit Master title style</a:t>
            </a:r>
          </a:p>
        </p:txBody>
      </p:sp>
      <p:sp>
        <p:nvSpPr>
          <p:cNvPr id="6" name="Date Placeholder 5">
            <a:extLst>
              <a:ext uri="{FF2B5EF4-FFF2-40B4-BE49-F238E27FC236}">
                <a16:creationId xmlns:a16="http://schemas.microsoft.com/office/drawing/2014/main" id="{A4A388B3-FA4E-30F1-CC6B-BEF5D50CA00B}"/>
              </a:ext>
            </a:extLst>
          </p:cNvPr>
          <p:cNvSpPr>
            <a:spLocks noGrp="1"/>
          </p:cNvSpPr>
          <p:nvPr>
            <p:ph type="dt" sz="half" idx="1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7" name="Footer Placeholder 6">
            <a:extLst>
              <a:ext uri="{FF2B5EF4-FFF2-40B4-BE49-F238E27FC236}">
                <a16:creationId xmlns:a16="http://schemas.microsoft.com/office/drawing/2014/main" id="{8AC7AD12-0DD4-D7FD-F186-59426836A189}"/>
              </a:ext>
            </a:extLst>
          </p:cNvPr>
          <p:cNvSpPr>
            <a:spLocks noGrp="1"/>
          </p:cNvSpPr>
          <p:nvPr>
            <p:ph type="ftr" sz="quarter" idx="15"/>
          </p:nvPr>
        </p:nvSpPr>
        <p:spPr/>
        <p:txBody>
          <a:bodyPr/>
          <a:lstStyle/>
          <a:p>
            <a:pPr>
              <a:spcBef>
                <a:spcPts val="1000"/>
              </a:spcBef>
              <a:buFont typeface="Arial" panose="020B0604020202020204" pitchFamily="34" charset="0"/>
              <a:buNone/>
            </a:pPr>
            <a:r>
              <a:rPr lang="en-US"/>
              <a:t>Presentation Title | Author | Date</a:t>
            </a:r>
          </a:p>
        </p:txBody>
      </p:sp>
      <p:sp>
        <p:nvSpPr>
          <p:cNvPr id="8" name="Slide Number Placeholder 7">
            <a:extLst>
              <a:ext uri="{FF2B5EF4-FFF2-40B4-BE49-F238E27FC236}">
                <a16:creationId xmlns:a16="http://schemas.microsoft.com/office/drawing/2014/main" id="{18457B4D-EEFD-198C-15F3-0A77696494B6}"/>
              </a:ext>
            </a:extLst>
          </p:cNvPr>
          <p:cNvSpPr>
            <a:spLocks noGrp="1"/>
          </p:cNvSpPr>
          <p:nvPr>
            <p:ph type="sldNum" sz="quarter" idx="16"/>
          </p:nvPr>
        </p:nvSpPr>
        <p:spPr/>
        <p:txBody>
          <a:bodyPr/>
          <a:lstStyle/>
          <a:p>
            <a:pPr algn="r"/>
            <a:fld id="{5D9A5160-6218-4E5A-B9E6-B93E3DAE377C}" type="slidenum">
              <a:rPr lang="en-US" smtClean="0"/>
              <a:pPr algn="r"/>
              <a:t>‹#›</a:t>
            </a:fld>
            <a:endParaRPr lang="en-US"/>
          </a:p>
        </p:txBody>
      </p:sp>
      <p:sp>
        <p:nvSpPr>
          <p:cNvPr id="2" name="Logo Placeholder 7">
            <a:extLst>
              <a:ext uri="{FF2B5EF4-FFF2-40B4-BE49-F238E27FC236}">
                <a16:creationId xmlns:a16="http://schemas.microsoft.com/office/drawing/2014/main" id="{84DB15FA-DBE5-94F0-C763-DAB527467EF9}"/>
              </a:ext>
            </a:extLst>
          </p:cNvPr>
          <p:cNvSpPr>
            <a:spLocks noGrp="1"/>
          </p:cNvSpPr>
          <p:nvPr>
            <p:ph type="body" sz="quarter" idx="40" hasCustomPrompt="1"/>
          </p:nvPr>
        </p:nvSpPr>
        <p:spPr>
          <a:xfrm>
            <a:off x="11765626" y="128961"/>
            <a:ext cx="269046" cy="335806"/>
          </a:xfr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232379928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userDrawn="1">
  <p:cSld name="End Slide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BE9A7C0-1B19-CA66-4300-296F0EE9926E}"/>
              </a:ext>
            </a:extLst>
          </p:cNvPr>
          <p:cNvSpPr/>
          <p:nvPr userDrawn="1">
            <p:custDataLst>
              <p:tags r:id="rId1"/>
            </p:custDataLst>
          </p:nvPr>
        </p:nvSpPr>
        <p:spPr>
          <a:xfrm>
            <a:off x="6096000" y="854464"/>
            <a:ext cx="2240280" cy="1031051"/>
          </a:xfrm>
          <a:prstGeom prst="rect">
            <a:avLst/>
          </a:prstGeom>
        </p:spPr>
        <p:txBody>
          <a:bodyPr wrap="square" lIns="0" tIns="0" rIns="0" bIns="0">
            <a:spAutoFit/>
          </a:bodyPr>
          <a:lstStyle/>
          <a:p>
            <a:pPr>
              <a:spcAft>
                <a:spcPts val="600"/>
              </a:spcAft>
            </a:pPr>
            <a:r>
              <a:rPr lang="en-US" sz="1200" b="0" i="0" dirty="0">
                <a:solidFill>
                  <a:schemeClr val="tx1"/>
                </a:solidFill>
                <a:cs typeface="Arial"/>
              </a:rPr>
              <a:t>Name, Last Name</a:t>
            </a:r>
          </a:p>
          <a:p>
            <a:pPr>
              <a:lnSpc>
                <a:spcPts val="1200"/>
              </a:lnSpc>
            </a:pPr>
            <a:r>
              <a:rPr lang="en-US" sz="1000" b="0" i="0" dirty="0">
                <a:solidFill>
                  <a:schemeClr val="tx1"/>
                </a:solidFill>
                <a:cs typeface="Arial"/>
              </a:rPr>
              <a:t>Title/Role</a:t>
            </a:r>
          </a:p>
          <a:p>
            <a:pPr>
              <a:lnSpc>
                <a:spcPts val="1200"/>
              </a:lnSpc>
            </a:pPr>
            <a:r>
              <a:rPr lang="en-US" sz="1000" b="0" i="0" dirty="0">
                <a:solidFill>
                  <a:schemeClr val="tx1"/>
                </a:solidFill>
                <a:cs typeface="Arial"/>
              </a:rPr>
              <a:t>Capgemini Office (Optional)</a:t>
            </a:r>
          </a:p>
          <a:p>
            <a:pPr>
              <a:lnSpc>
                <a:spcPts val="1200"/>
              </a:lnSpc>
            </a:pPr>
            <a:r>
              <a:rPr lang="en-US" sz="1000" b="0" i="0" dirty="0">
                <a:solidFill>
                  <a:schemeClr val="tx1"/>
                </a:solidFill>
                <a:cs typeface="Arial"/>
              </a:rPr>
              <a:t>Address Line 1</a:t>
            </a:r>
          </a:p>
          <a:p>
            <a:pPr>
              <a:lnSpc>
                <a:spcPts val="1200"/>
              </a:lnSpc>
            </a:pPr>
            <a:r>
              <a:rPr lang="en-US" sz="1000" b="0" i="0" dirty="0">
                <a:solidFill>
                  <a:schemeClr val="tx1"/>
                </a:solidFill>
                <a:cs typeface="Arial"/>
              </a:rPr>
              <a:t>Address Line 2 </a:t>
            </a:r>
          </a:p>
          <a:p>
            <a:pPr>
              <a:lnSpc>
                <a:spcPts val="1200"/>
              </a:lnSpc>
            </a:pPr>
            <a:r>
              <a:rPr lang="en-US" sz="1000" b="0" i="0" dirty="0">
                <a:solidFill>
                  <a:schemeClr val="tx1"/>
                </a:solidFill>
                <a:cs typeface="Arial"/>
              </a:rPr>
              <a:t>Address Line 3</a:t>
            </a:r>
          </a:p>
        </p:txBody>
      </p:sp>
      <p:sp>
        <p:nvSpPr>
          <p:cNvPr id="8" name="Rectangle 7">
            <a:extLst>
              <a:ext uri="{FF2B5EF4-FFF2-40B4-BE49-F238E27FC236}">
                <a16:creationId xmlns:a16="http://schemas.microsoft.com/office/drawing/2014/main" id="{BC47918D-2D25-E44E-317A-2C575CFA6201}"/>
              </a:ext>
            </a:extLst>
          </p:cNvPr>
          <p:cNvSpPr/>
          <p:nvPr userDrawn="1">
            <p:custDataLst>
              <p:tags r:id="rId2"/>
            </p:custDataLst>
          </p:nvPr>
        </p:nvSpPr>
        <p:spPr>
          <a:xfrm>
            <a:off x="9499996" y="854464"/>
            <a:ext cx="2240280" cy="1031051"/>
          </a:xfrm>
          <a:prstGeom prst="rect">
            <a:avLst/>
          </a:prstGeom>
        </p:spPr>
        <p:txBody>
          <a:bodyPr wrap="square" lIns="0" tIns="0" rIns="0" bIns="0">
            <a:spAutoFit/>
          </a:bodyPr>
          <a:lstStyle/>
          <a:p>
            <a:pPr>
              <a:spcAft>
                <a:spcPts val="600"/>
              </a:spcAft>
            </a:pPr>
            <a:r>
              <a:rPr lang="en-US" sz="1200" b="0" i="0" dirty="0">
                <a:solidFill>
                  <a:schemeClr val="tx1"/>
                </a:solidFill>
                <a:cs typeface="Arial"/>
              </a:rPr>
              <a:t>Name, Last Name</a:t>
            </a:r>
          </a:p>
          <a:p>
            <a:pPr>
              <a:lnSpc>
                <a:spcPts val="1200"/>
              </a:lnSpc>
            </a:pPr>
            <a:r>
              <a:rPr lang="en-US" sz="1000" b="0" i="0" dirty="0">
                <a:solidFill>
                  <a:schemeClr val="tx1"/>
                </a:solidFill>
                <a:cs typeface="Arial"/>
              </a:rPr>
              <a:t>Title/Role</a:t>
            </a:r>
          </a:p>
          <a:p>
            <a:pPr>
              <a:lnSpc>
                <a:spcPts val="1200"/>
              </a:lnSpc>
            </a:pPr>
            <a:r>
              <a:rPr lang="en-US" sz="1000" b="0" i="0" dirty="0">
                <a:solidFill>
                  <a:schemeClr val="tx1"/>
                </a:solidFill>
                <a:cs typeface="Arial"/>
              </a:rPr>
              <a:t>Capgemini Office (Optional)</a:t>
            </a:r>
          </a:p>
          <a:p>
            <a:pPr>
              <a:lnSpc>
                <a:spcPts val="1200"/>
              </a:lnSpc>
            </a:pPr>
            <a:r>
              <a:rPr lang="en-US" sz="1000" b="0" i="0" dirty="0">
                <a:solidFill>
                  <a:schemeClr val="tx1"/>
                </a:solidFill>
                <a:cs typeface="Arial"/>
              </a:rPr>
              <a:t>Address Line 1</a:t>
            </a:r>
          </a:p>
          <a:p>
            <a:pPr>
              <a:lnSpc>
                <a:spcPts val="1200"/>
              </a:lnSpc>
            </a:pPr>
            <a:r>
              <a:rPr lang="en-US" sz="1000" b="0" i="0" dirty="0">
                <a:solidFill>
                  <a:schemeClr val="tx1"/>
                </a:solidFill>
                <a:cs typeface="Arial"/>
              </a:rPr>
              <a:t>Address Line 2 </a:t>
            </a:r>
          </a:p>
          <a:p>
            <a:pPr>
              <a:lnSpc>
                <a:spcPts val="1200"/>
              </a:lnSpc>
            </a:pPr>
            <a:r>
              <a:rPr lang="en-US" sz="1000" b="0" i="0" dirty="0">
                <a:solidFill>
                  <a:schemeClr val="tx1"/>
                </a:solidFill>
                <a:cs typeface="Arial"/>
              </a:rPr>
              <a:t>Address Line 3</a:t>
            </a:r>
          </a:p>
        </p:txBody>
      </p:sp>
      <p:sp>
        <p:nvSpPr>
          <p:cNvPr id="9" name="Rectangle 8">
            <a:extLst>
              <a:ext uri="{FF2B5EF4-FFF2-40B4-BE49-F238E27FC236}">
                <a16:creationId xmlns:a16="http://schemas.microsoft.com/office/drawing/2014/main" id="{223DD2BC-6CFE-2C0D-CC83-30E20FA868FB}"/>
              </a:ext>
            </a:extLst>
          </p:cNvPr>
          <p:cNvSpPr/>
          <p:nvPr userDrawn="1">
            <p:custDataLst>
              <p:tags r:id="rId3"/>
            </p:custDataLst>
          </p:nvPr>
        </p:nvSpPr>
        <p:spPr>
          <a:xfrm>
            <a:off x="6096000" y="2118389"/>
            <a:ext cx="2240280" cy="1031051"/>
          </a:xfrm>
          <a:prstGeom prst="rect">
            <a:avLst/>
          </a:prstGeom>
        </p:spPr>
        <p:txBody>
          <a:bodyPr wrap="square" lIns="0" tIns="0" rIns="0" bIns="0">
            <a:spAutoFit/>
          </a:bodyPr>
          <a:lstStyle/>
          <a:p>
            <a:pPr>
              <a:spcAft>
                <a:spcPts val="600"/>
              </a:spcAft>
            </a:pPr>
            <a:r>
              <a:rPr lang="en-US" sz="1200" b="0" i="0" dirty="0">
                <a:solidFill>
                  <a:schemeClr val="tx1"/>
                </a:solidFill>
                <a:cs typeface="Arial"/>
              </a:rPr>
              <a:t>Name, Last Name</a:t>
            </a:r>
          </a:p>
          <a:p>
            <a:pPr>
              <a:lnSpc>
                <a:spcPts val="1200"/>
              </a:lnSpc>
            </a:pPr>
            <a:r>
              <a:rPr lang="en-US" sz="1000" b="0" i="0" dirty="0">
                <a:solidFill>
                  <a:schemeClr val="tx1"/>
                </a:solidFill>
                <a:cs typeface="Arial"/>
              </a:rPr>
              <a:t>Title/Role</a:t>
            </a:r>
          </a:p>
          <a:p>
            <a:pPr>
              <a:lnSpc>
                <a:spcPts val="1200"/>
              </a:lnSpc>
            </a:pPr>
            <a:r>
              <a:rPr lang="en-US" sz="1000" b="0" i="0" dirty="0">
                <a:solidFill>
                  <a:schemeClr val="tx1"/>
                </a:solidFill>
                <a:cs typeface="Arial"/>
              </a:rPr>
              <a:t>Capgemini Office (Optional)</a:t>
            </a:r>
          </a:p>
          <a:p>
            <a:pPr>
              <a:lnSpc>
                <a:spcPts val="1200"/>
              </a:lnSpc>
            </a:pPr>
            <a:r>
              <a:rPr lang="en-US" sz="1000" b="0" i="0" dirty="0">
                <a:solidFill>
                  <a:schemeClr val="tx1"/>
                </a:solidFill>
                <a:cs typeface="Arial"/>
              </a:rPr>
              <a:t>Address Line 1</a:t>
            </a:r>
          </a:p>
          <a:p>
            <a:pPr>
              <a:lnSpc>
                <a:spcPts val="1200"/>
              </a:lnSpc>
            </a:pPr>
            <a:r>
              <a:rPr lang="en-US" sz="1000" b="0" i="0" dirty="0">
                <a:solidFill>
                  <a:schemeClr val="tx1"/>
                </a:solidFill>
                <a:cs typeface="Arial"/>
              </a:rPr>
              <a:t>Address Line 2 </a:t>
            </a:r>
          </a:p>
          <a:p>
            <a:pPr>
              <a:lnSpc>
                <a:spcPts val="1200"/>
              </a:lnSpc>
            </a:pPr>
            <a:r>
              <a:rPr lang="en-US" sz="1000" b="0" i="0" dirty="0">
                <a:solidFill>
                  <a:schemeClr val="tx1"/>
                </a:solidFill>
                <a:cs typeface="Arial"/>
              </a:rPr>
              <a:t>Address Line 3</a:t>
            </a:r>
          </a:p>
        </p:txBody>
      </p:sp>
      <p:sp>
        <p:nvSpPr>
          <p:cNvPr id="10" name="Rectangle 9">
            <a:extLst>
              <a:ext uri="{FF2B5EF4-FFF2-40B4-BE49-F238E27FC236}">
                <a16:creationId xmlns:a16="http://schemas.microsoft.com/office/drawing/2014/main" id="{4CD48234-BC4B-8C1A-A80D-4730B8F6FA54}"/>
              </a:ext>
            </a:extLst>
          </p:cNvPr>
          <p:cNvSpPr/>
          <p:nvPr userDrawn="1">
            <p:custDataLst>
              <p:tags r:id="rId4"/>
            </p:custDataLst>
          </p:nvPr>
        </p:nvSpPr>
        <p:spPr>
          <a:xfrm>
            <a:off x="9499996" y="2118389"/>
            <a:ext cx="2240280" cy="1031051"/>
          </a:xfrm>
          <a:prstGeom prst="rect">
            <a:avLst/>
          </a:prstGeom>
        </p:spPr>
        <p:txBody>
          <a:bodyPr wrap="square" lIns="0" tIns="0" rIns="0" bIns="0">
            <a:spAutoFit/>
          </a:bodyPr>
          <a:lstStyle/>
          <a:p>
            <a:pPr>
              <a:spcAft>
                <a:spcPts val="600"/>
              </a:spcAft>
            </a:pPr>
            <a:r>
              <a:rPr lang="en-US" sz="1200" b="0" i="0" dirty="0">
                <a:solidFill>
                  <a:schemeClr val="tx1"/>
                </a:solidFill>
                <a:cs typeface="Arial"/>
              </a:rPr>
              <a:t>Name, Last Name</a:t>
            </a:r>
          </a:p>
          <a:p>
            <a:pPr>
              <a:lnSpc>
                <a:spcPts val="1200"/>
              </a:lnSpc>
            </a:pPr>
            <a:r>
              <a:rPr lang="en-US" sz="1000" b="0" i="0" dirty="0">
                <a:solidFill>
                  <a:schemeClr val="tx1"/>
                </a:solidFill>
                <a:cs typeface="Arial"/>
              </a:rPr>
              <a:t>Title/Role</a:t>
            </a:r>
          </a:p>
          <a:p>
            <a:pPr>
              <a:lnSpc>
                <a:spcPts val="1200"/>
              </a:lnSpc>
            </a:pPr>
            <a:r>
              <a:rPr lang="en-US" sz="1000" b="0" i="0" dirty="0">
                <a:solidFill>
                  <a:schemeClr val="tx1"/>
                </a:solidFill>
                <a:cs typeface="Arial"/>
              </a:rPr>
              <a:t>Capgemini Office (Optional)</a:t>
            </a:r>
          </a:p>
          <a:p>
            <a:pPr>
              <a:lnSpc>
                <a:spcPts val="1200"/>
              </a:lnSpc>
            </a:pPr>
            <a:r>
              <a:rPr lang="en-US" sz="1000" b="0" i="0" dirty="0">
                <a:solidFill>
                  <a:schemeClr val="tx1"/>
                </a:solidFill>
                <a:cs typeface="Arial"/>
              </a:rPr>
              <a:t>Address Line 1</a:t>
            </a:r>
          </a:p>
          <a:p>
            <a:pPr>
              <a:lnSpc>
                <a:spcPts val="1200"/>
              </a:lnSpc>
            </a:pPr>
            <a:r>
              <a:rPr lang="en-US" sz="1000" b="0" i="0" dirty="0">
                <a:solidFill>
                  <a:schemeClr val="tx1"/>
                </a:solidFill>
                <a:cs typeface="Arial"/>
              </a:rPr>
              <a:t>Address Line 2 </a:t>
            </a:r>
          </a:p>
          <a:p>
            <a:pPr>
              <a:lnSpc>
                <a:spcPts val="1200"/>
              </a:lnSpc>
            </a:pPr>
            <a:r>
              <a:rPr lang="en-US" sz="1000" b="0" i="0" dirty="0">
                <a:solidFill>
                  <a:schemeClr val="tx1"/>
                </a:solidFill>
                <a:cs typeface="Arial"/>
              </a:rPr>
              <a:t>Address Line 3</a:t>
            </a:r>
          </a:p>
        </p:txBody>
      </p:sp>
      <p:sp>
        <p:nvSpPr>
          <p:cNvPr id="12" name="Rectangle 11">
            <a:extLst>
              <a:ext uri="{FF2B5EF4-FFF2-40B4-BE49-F238E27FC236}">
                <a16:creationId xmlns:a16="http://schemas.microsoft.com/office/drawing/2014/main" id="{F2AB464E-5373-7E4D-F692-A0E675F2B196}"/>
              </a:ext>
            </a:extLst>
          </p:cNvPr>
          <p:cNvSpPr/>
          <p:nvPr userDrawn="1"/>
        </p:nvSpPr>
        <p:spPr>
          <a:xfrm>
            <a:off x="8904288" y="6053226"/>
            <a:ext cx="2879725" cy="400110"/>
          </a:xfrm>
          <a:prstGeom prst="rect">
            <a:avLst/>
          </a:prstGeom>
        </p:spPr>
        <p:txBody>
          <a:bodyPr wrap="square" lIns="0" tIns="0" rIns="0" bIns="0" anchor="b" anchorCtr="0">
            <a:spAutoFit/>
          </a:bodyPr>
          <a:lstStyle/>
          <a:p>
            <a:pPr>
              <a:spcAft>
                <a:spcPts val="600"/>
              </a:spcAft>
            </a:pPr>
            <a:r>
              <a:rPr lang="en-US" sz="700" b="0" i="0" noProof="0" dirty="0">
                <a:solidFill>
                  <a:schemeClr val="tx1"/>
                </a:solidFill>
                <a:latin typeface="+mn-lt"/>
                <a:cs typeface="Arial"/>
              </a:rPr>
              <a:t>This presentation contains information that may be privileged or confidential and is the property of the Capgemini Group.</a:t>
            </a:r>
          </a:p>
          <a:p>
            <a:pPr>
              <a:spcAft>
                <a:spcPts val="600"/>
              </a:spcAft>
            </a:pPr>
            <a:r>
              <a:rPr lang="en-US" sz="700" b="0" i="0" noProof="0" dirty="0">
                <a:solidFill>
                  <a:schemeClr val="tx1"/>
                </a:solidFill>
                <a:latin typeface="+mn-lt"/>
                <a:cs typeface="Arial"/>
              </a:rPr>
              <a:t>Copyright © 2026 Capgemini. All rights reserved.</a:t>
            </a:r>
          </a:p>
        </p:txBody>
      </p:sp>
      <p:grpSp>
        <p:nvGrpSpPr>
          <p:cNvPr id="13" name="Group 2">
            <a:extLst>
              <a:ext uri="{FF2B5EF4-FFF2-40B4-BE49-F238E27FC236}">
                <a16:creationId xmlns:a16="http://schemas.microsoft.com/office/drawing/2014/main" id="{05772BD3-A81C-1CF6-82C7-FB11ED473A69}"/>
              </a:ext>
            </a:extLst>
          </p:cNvPr>
          <p:cNvGrpSpPr>
            <a:grpSpLocks noChangeAspect="1"/>
          </p:cNvGrpSpPr>
          <p:nvPr userDrawn="1"/>
        </p:nvGrpSpPr>
        <p:grpSpPr>
          <a:xfrm>
            <a:off x="550863" y="6021288"/>
            <a:ext cx="1872000" cy="420870"/>
            <a:chOff x="5094083" y="5360390"/>
            <a:chExt cx="3039349" cy="683316"/>
          </a:xfrm>
          <a:solidFill>
            <a:schemeClr val="tx2"/>
          </a:solidFill>
        </p:grpSpPr>
        <p:sp>
          <p:nvSpPr>
            <p:cNvPr id="14" name="Freeform: Shape 4">
              <a:extLst>
                <a:ext uri="{FF2B5EF4-FFF2-40B4-BE49-F238E27FC236}">
                  <a16:creationId xmlns:a16="http://schemas.microsoft.com/office/drawing/2014/main" id="{65F4C06B-3F4B-043B-465F-2B296AB672AA}"/>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endParaRPr lang="en-US" sz="1800"/>
            </a:p>
          </p:txBody>
        </p:sp>
        <p:sp>
          <p:nvSpPr>
            <p:cNvPr id="15" name="Freeform: Shape 5">
              <a:extLst>
                <a:ext uri="{FF2B5EF4-FFF2-40B4-BE49-F238E27FC236}">
                  <a16:creationId xmlns:a16="http://schemas.microsoft.com/office/drawing/2014/main" id="{0453F664-4E3E-18BB-40D3-004FB3A82BF3}"/>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endParaRPr lang="en-US" sz="1800"/>
            </a:p>
          </p:txBody>
        </p:sp>
        <p:sp>
          <p:nvSpPr>
            <p:cNvPr id="16" name="Freeform: Shape 6">
              <a:extLst>
                <a:ext uri="{FF2B5EF4-FFF2-40B4-BE49-F238E27FC236}">
                  <a16:creationId xmlns:a16="http://schemas.microsoft.com/office/drawing/2014/main" id="{3AB8D922-277A-8D02-3B17-31150F2469B1}"/>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endParaRPr lang="en-US" sz="1800"/>
            </a:p>
          </p:txBody>
        </p:sp>
        <p:sp>
          <p:nvSpPr>
            <p:cNvPr id="17" name="Freeform: Shape 7">
              <a:extLst>
                <a:ext uri="{FF2B5EF4-FFF2-40B4-BE49-F238E27FC236}">
                  <a16:creationId xmlns:a16="http://schemas.microsoft.com/office/drawing/2014/main" id="{3D3851EE-A1E2-2A22-50AE-7CA5E1ABE91F}"/>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endParaRPr lang="en-US" sz="1800"/>
            </a:p>
          </p:txBody>
        </p:sp>
        <p:sp>
          <p:nvSpPr>
            <p:cNvPr id="18" name="Freeform: Shape 8">
              <a:extLst>
                <a:ext uri="{FF2B5EF4-FFF2-40B4-BE49-F238E27FC236}">
                  <a16:creationId xmlns:a16="http://schemas.microsoft.com/office/drawing/2014/main" id="{5A7D9DCF-973E-E84F-5D6E-861D2543EC15}"/>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endParaRPr lang="en-US" sz="1800"/>
            </a:p>
          </p:txBody>
        </p:sp>
      </p:grpSp>
      <p:sp>
        <p:nvSpPr>
          <p:cNvPr id="46" name="Rectangle 45">
            <a:extLst>
              <a:ext uri="{FF2B5EF4-FFF2-40B4-BE49-F238E27FC236}">
                <a16:creationId xmlns:a16="http://schemas.microsoft.com/office/drawing/2014/main" id="{518C19CA-236B-538A-7BAE-5BEFF8D5CC22}"/>
              </a:ext>
            </a:extLst>
          </p:cNvPr>
          <p:cNvSpPr/>
          <p:nvPr userDrawn="1"/>
        </p:nvSpPr>
        <p:spPr>
          <a:xfrm>
            <a:off x="550863" y="2834640"/>
            <a:ext cx="4345176" cy="8102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ts val="1200"/>
              </a:lnSpc>
              <a:spcBef>
                <a:spcPts val="0"/>
              </a:spcBef>
              <a:spcAft>
                <a:spcPts val="0"/>
              </a:spcAft>
              <a:buClrTx/>
              <a:buSzTx/>
              <a:buFontTx/>
              <a:buNone/>
              <a:tabLst/>
              <a:defRPr/>
            </a:pPr>
            <a:r>
              <a:rPr lang="en-US" sz="1100" b="1" i="0" kern="1200">
                <a:solidFill>
                  <a:schemeClr val="tx2"/>
                </a:solidFill>
                <a:latin typeface="Ubuntu" panose="020B0504030602030204" pitchFamily="34" charset="0"/>
                <a:ea typeface="+mn-ea"/>
                <a:cs typeface="+mn-cs"/>
              </a:rPr>
              <a:t>Make it real.</a:t>
            </a:r>
          </a:p>
          <a:p>
            <a:pPr marL="0" marR="0" lvl="0" indent="0" algn="l" defTabSz="914400" rtl="0" eaLnBrk="1" fontAlgn="auto" latinLnBrk="0" hangingPunct="1">
              <a:lnSpc>
                <a:spcPts val="1200"/>
              </a:lnSpc>
              <a:spcBef>
                <a:spcPts val="0"/>
              </a:spcBef>
              <a:spcAft>
                <a:spcPts val="0"/>
              </a:spcAft>
              <a:buClrTx/>
              <a:buSzTx/>
              <a:buFontTx/>
              <a:buNone/>
              <a:tabLst/>
              <a:defRPr/>
            </a:pPr>
            <a:r>
              <a:rPr lang="en-US" sz="1050" b="0" i="0" err="1">
                <a:solidFill>
                  <a:schemeClr val="tx1"/>
                </a:solidFill>
                <a:latin typeface="Ubuntu" panose="020B0504030602030204" pitchFamily="34" charset="0"/>
              </a:rPr>
              <a:t>w</a:t>
            </a:r>
            <a:r>
              <a:rPr lang="en-US" sz="1050" err="1">
                <a:solidFill>
                  <a:schemeClr val="tx1"/>
                </a:solidFill>
                <a:latin typeface="Ubuntu" panose="020B0504030602030204" pitchFamily="34" charset="0"/>
              </a:rPr>
              <a:t>ww.capgemini.com</a:t>
            </a:r>
            <a:endParaRPr lang="en-US" sz="1050">
              <a:solidFill>
                <a:schemeClr val="tx1"/>
              </a:solidFill>
              <a:latin typeface="Ubuntu" panose="020B0504030602030204" pitchFamily="34" charset="0"/>
            </a:endParaRPr>
          </a:p>
        </p:txBody>
      </p:sp>
      <p:sp>
        <p:nvSpPr>
          <p:cNvPr id="47" name="Rectangle 46">
            <a:extLst>
              <a:ext uri="{FF2B5EF4-FFF2-40B4-BE49-F238E27FC236}">
                <a16:creationId xmlns:a16="http://schemas.microsoft.com/office/drawing/2014/main" id="{5177A11C-B996-1AA2-5148-35CA703F28CC}"/>
              </a:ext>
            </a:extLst>
          </p:cNvPr>
          <p:cNvSpPr/>
          <p:nvPr userDrawn="1"/>
        </p:nvSpPr>
        <p:spPr>
          <a:xfrm>
            <a:off x="550864" y="854464"/>
            <a:ext cx="4248471" cy="18544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indent="0" algn="just"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About Capgemini</a:t>
            </a:r>
          </a:p>
          <a:p>
            <a:pPr marL="0" marR="0" lvl="0" indent="0" algn="just" defTabSz="914400" rtl="0" eaLnBrk="1" fontAlgn="auto" latinLnBrk="0" hangingPunct="1">
              <a:lnSpc>
                <a:spcPct val="100000"/>
              </a:lnSpc>
              <a:spcBef>
                <a:spcPts val="0"/>
              </a:spcBef>
              <a:spcAft>
                <a:spcPts val="0"/>
              </a:spcAft>
              <a:buClrTx/>
              <a:buSzTx/>
              <a:buFontTx/>
              <a:buNone/>
              <a:tabLst/>
              <a:defRPr/>
            </a:pPr>
            <a:r>
              <a:rPr lang="en-US" sz="900" dirty="0">
                <a:solidFill>
                  <a:schemeClr val="tx1"/>
                </a:solidFill>
              </a:rPr>
              <a:t>Capgemini is an AI-powered global business and technology transformation partner, delivering tangible business value. We imagine the future of organizations and make it real with AI, technology and people. With our strong heritage of nearly 60 years, we are a responsible and diverse group of over 420,000 team members in more than 50 countries. We deliver end-to-end services and solutions with our deep industry expertise and strong partner ecosystem, leveraging our capabilities across strategy, technology, design, engineering and business operations. The Group reported 2025 global revenues of €22.5 billion.</a:t>
            </a:r>
          </a:p>
        </p:txBody>
      </p:sp>
      <p:sp>
        <p:nvSpPr>
          <p:cNvPr id="2" name="Rectangle 1">
            <a:extLst>
              <a:ext uri="{FF2B5EF4-FFF2-40B4-BE49-F238E27FC236}">
                <a16:creationId xmlns:a16="http://schemas.microsoft.com/office/drawing/2014/main" id="{B4F0B3F9-CBA2-7856-C464-2561C30F55EA}"/>
              </a:ext>
            </a:extLst>
          </p:cNvPr>
          <p:cNvSpPr/>
          <p:nvPr userDrawn="1"/>
        </p:nvSpPr>
        <p:spPr>
          <a:xfrm>
            <a:off x="470430" y="3657600"/>
            <a:ext cx="4345176" cy="5543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ts val="1200"/>
              </a:lnSpc>
              <a:spcBef>
                <a:spcPts val="0"/>
              </a:spcBef>
              <a:spcAft>
                <a:spcPts val="0"/>
              </a:spcAft>
              <a:buClrTx/>
              <a:buSzTx/>
              <a:buFontTx/>
              <a:buNone/>
              <a:tabLst/>
              <a:defRPr/>
            </a:pPr>
            <a:endParaRPr lang="en-US" sz="1600">
              <a:solidFill>
                <a:schemeClr val="tx2"/>
              </a:solidFill>
              <a:latin typeface="Ubuntu" panose="020B0504030602030204" pitchFamily="34" charset="0"/>
            </a:endParaRPr>
          </a:p>
        </p:txBody>
      </p:sp>
      <p:grpSp>
        <p:nvGrpSpPr>
          <p:cNvPr id="3" name="Group 2">
            <a:extLst>
              <a:ext uri="{FF2B5EF4-FFF2-40B4-BE49-F238E27FC236}">
                <a16:creationId xmlns:a16="http://schemas.microsoft.com/office/drawing/2014/main" id="{032EA5D1-01BC-8547-E583-F4461E337B07}"/>
              </a:ext>
            </a:extLst>
          </p:cNvPr>
          <p:cNvGrpSpPr/>
          <p:nvPr userDrawn="1"/>
        </p:nvGrpSpPr>
        <p:grpSpPr>
          <a:xfrm>
            <a:off x="8904288" y="5569004"/>
            <a:ext cx="1951070" cy="335280"/>
            <a:chOff x="8904288" y="5569004"/>
            <a:chExt cx="1951070" cy="335280"/>
          </a:xfrm>
        </p:grpSpPr>
        <p:pic>
          <p:nvPicPr>
            <p:cNvPr id="4" name="Picture 3">
              <a:hlinkClick r:id="rId6"/>
              <a:extLst>
                <a:ext uri="{FF2B5EF4-FFF2-40B4-BE49-F238E27FC236}">
                  <a16:creationId xmlns:a16="http://schemas.microsoft.com/office/drawing/2014/main" id="{C1B41439-3F63-921A-4BD5-954D4B0AE65E}"/>
                </a:ext>
              </a:extLst>
            </p:cNvPr>
            <p:cNvPicPr>
              <a:picLocks noChangeAspect="1"/>
            </p:cNvPicPr>
            <p:nvPr userDrawn="1"/>
          </p:nvPicPr>
          <p:blipFill rotWithShape="1">
            <a:blip r:embed="rId7" cstate="screen">
              <a:extLst>
                <a:ext uri="{28A0092B-C50C-407E-A947-70E740481C1C}">
                  <a14:useLocalDpi xmlns:a14="http://schemas.microsoft.com/office/drawing/2010/main"/>
                </a:ext>
              </a:extLst>
            </a:blip>
            <a:srcRect l="-15803" t="-15499" r="-15008" b="-15313"/>
            <a:stretch>
              <a:fillRect/>
            </a:stretch>
          </p:blipFill>
          <p:spPr>
            <a:xfrm>
              <a:off x="10520558" y="5569004"/>
              <a:ext cx="334800" cy="334800"/>
            </a:xfrm>
            <a:prstGeom prst="ellipse">
              <a:avLst/>
            </a:prstGeom>
            <a:ln>
              <a:solidFill>
                <a:schemeClr val="tx1"/>
              </a:solidFill>
            </a:ln>
          </p:spPr>
        </p:pic>
        <p:pic>
          <p:nvPicPr>
            <p:cNvPr id="5" name="Picture 4">
              <a:hlinkClick r:id="rId8"/>
              <a:extLst>
                <a:ext uri="{FF2B5EF4-FFF2-40B4-BE49-F238E27FC236}">
                  <a16:creationId xmlns:a16="http://schemas.microsoft.com/office/drawing/2014/main" id="{37B0DA3B-A3DD-C023-D858-9A326B5F72BD}"/>
                </a:ext>
              </a:extLst>
            </p:cNvPr>
            <p:cNvPicPr>
              <a:picLocks noChangeAspect="1"/>
            </p:cNvPicPr>
            <p:nvPr userDrawn="1"/>
          </p:nvPicPr>
          <p:blipFill rotWithShape="1">
            <a:blip r:embed="rId9" cstate="screen">
              <a:extLst>
                <a:ext uri="{28A0092B-C50C-407E-A947-70E740481C1C}">
                  <a14:useLocalDpi xmlns:a14="http://schemas.microsoft.com/office/drawing/2010/main"/>
                </a:ext>
              </a:extLst>
            </a:blip>
            <a:srcRect l="-11970" t="-13244" r="-14518" b="-13244"/>
            <a:stretch>
              <a:fillRect/>
            </a:stretch>
          </p:blipFill>
          <p:spPr>
            <a:xfrm>
              <a:off x="10119213" y="5569004"/>
              <a:ext cx="335280" cy="335280"/>
            </a:xfrm>
            <a:prstGeom prst="ellipse">
              <a:avLst/>
            </a:prstGeom>
            <a:ln>
              <a:solidFill>
                <a:schemeClr val="tx1"/>
              </a:solidFill>
            </a:ln>
          </p:spPr>
        </p:pic>
        <p:pic>
          <p:nvPicPr>
            <p:cNvPr id="6" name="Picture 5">
              <a:hlinkClick r:id="rId10"/>
              <a:extLst>
                <a:ext uri="{FF2B5EF4-FFF2-40B4-BE49-F238E27FC236}">
                  <a16:creationId xmlns:a16="http://schemas.microsoft.com/office/drawing/2014/main" id="{3394EDB2-3A11-9E1B-C773-9456BC7E3880}"/>
                </a:ext>
              </a:extLst>
            </p:cNvPr>
            <p:cNvPicPr>
              <a:picLocks noChangeAspect="1"/>
            </p:cNvPicPr>
            <p:nvPr userDrawn="1"/>
          </p:nvPicPr>
          <p:blipFill rotWithShape="1">
            <a:blip r:embed="rId11" cstate="screen">
              <a:extLst>
                <a:ext uri="{28A0092B-C50C-407E-A947-70E740481C1C}">
                  <a14:useLocalDpi xmlns:a14="http://schemas.microsoft.com/office/drawing/2010/main"/>
                </a:ext>
              </a:extLst>
            </a:blip>
            <a:srcRect l="-19298" t="-20188" r="-21078" b="-20188"/>
            <a:stretch>
              <a:fillRect/>
            </a:stretch>
          </p:blipFill>
          <p:spPr>
            <a:xfrm>
              <a:off x="9714238" y="5569004"/>
              <a:ext cx="335280" cy="335280"/>
            </a:xfrm>
            <a:prstGeom prst="ellipse">
              <a:avLst/>
            </a:prstGeom>
            <a:ln>
              <a:solidFill>
                <a:schemeClr val="tx1"/>
              </a:solidFill>
            </a:ln>
          </p:spPr>
        </p:pic>
        <p:pic>
          <p:nvPicPr>
            <p:cNvPr id="11" name="Picture 10">
              <a:hlinkClick r:id="rId12"/>
              <a:extLst>
                <a:ext uri="{FF2B5EF4-FFF2-40B4-BE49-F238E27FC236}">
                  <a16:creationId xmlns:a16="http://schemas.microsoft.com/office/drawing/2014/main" id="{3C9E59E1-109A-2B7A-17AB-C8C07EDBA3F4}"/>
                </a:ext>
              </a:extLst>
            </p:cNvPr>
            <p:cNvPicPr>
              <a:picLocks noChangeAspect="1"/>
            </p:cNvPicPr>
            <p:nvPr userDrawn="1"/>
          </p:nvPicPr>
          <p:blipFill rotWithShape="1">
            <a:blip r:embed="rId13" cstate="screen">
              <a:extLst>
                <a:ext uri="{28A0092B-C50C-407E-A947-70E740481C1C}">
                  <a14:useLocalDpi xmlns:a14="http://schemas.microsoft.com/office/drawing/2010/main"/>
                </a:ext>
              </a:extLst>
            </a:blip>
            <a:srcRect l="-23025" t="-21407" r="-19995" b="-21613"/>
            <a:stretch>
              <a:fillRect/>
            </a:stretch>
          </p:blipFill>
          <p:spPr>
            <a:xfrm>
              <a:off x="8904288" y="5569004"/>
              <a:ext cx="335280" cy="335280"/>
            </a:xfrm>
            <a:prstGeom prst="ellipse">
              <a:avLst/>
            </a:prstGeom>
            <a:ln>
              <a:solidFill>
                <a:schemeClr val="tx1"/>
              </a:solidFill>
            </a:ln>
          </p:spPr>
        </p:pic>
        <p:pic>
          <p:nvPicPr>
            <p:cNvPr id="21" name="Picture 20">
              <a:hlinkClick r:id="rId14"/>
              <a:extLst>
                <a:ext uri="{FF2B5EF4-FFF2-40B4-BE49-F238E27FC236}">
                  <a16:creationId xmlns:a16="http://schemas.microsoft.com/office/drawing/2014/main" id="{9C4FF414-462F-3E96-E9B0-58F7C38DE8F7}"/>
                </a:ext>
              </a:extLst>
            </p:cNvPr>
            <p:cNvPicPr>
              <a:picLocks noChangeAspect="1"/>
            </p:cNvPicPr>
            <p:nvPr userDrawn="1"/>
          </p:nvPicPr>
          <p:blipFill rotWithShape="1">
            <a:blip r:embed="rId15" cstate="screen">
              <a:extLst>
                <a:ext uri="{28A0092B-C50C-407E-A947-70E740481C1C}">
                  <a14:useLocalDpi xmlns:a14="http://schemas.microsoft.com/office/drawing/2010/main"/>
                </a:ext>
              </a:extLst>
            </a:blip>
            <a:srcRect l="-16187" t="-16601" r="-17015" b="-16601"/>
            <a:stretch>
              <a:fillRect/>
            </a:stretch>
          </p:blipFill>
          <p:spPr>
            <a:xfrm>
              <a:off x="9309263" y="5569004"/>
              <a:ext cx="335280" cy="335280"/>
            </a:xfrm>
            <a:prstGeom prst="ellipse">
              <a:avLst/>
            </a:prstGeom>
            <a:ln>
              <a:solidFill>
                <a:schemeClr val="tx1"/>
              </a:solidFill>
            </a:ln>
          </p:spPr>
        </p:pic>
      </p:grpSp>
      <p:sp>
        <p:nvSpPr>
          <p:cNvPr id="19" name="Rectangle 18">
            <a:extLst>
              <a:ext uri="{FF2B5EF4-FFF2-40B4-BE49-F238E27FC236}">
                <a16:creationId xmlns:a16="http://schemas.microsoft.com/office/drawing/2014/main" id="{AB8926FF-D001-F0F8-2F91-96975E5F641A}"/>
              </a:ext>
            </a:extLst>
          </p:cNvPr>
          <p:cNvSpPr/>
          <p:nvPr userDrawn="1"/>
        </p:nvSpPr>
        <p:spPr>
          <a:xfrm rot="16200000">
            <a:off x="1826323"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PL" sz="1400" b="0" i="0" u="none" strike="noStrike" kern="1200" cap="none" spc="0" normalizeH="0" baseline="0" noProof="0" err="1">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3450644737"/>
      </p:ext>
    </p:extLst>
  </p:cSld>
  <p:clrMapOvr>
    <a:masterClrMapping/>
  </p:clrMapOvr>
  <p:extLst>
    <p:ext uri="{DCECCB84-F9BA-43D5-87BE-67443E8EF086}">
      <p15:sldGuideLst xmlns:p15="http://schemas.microsoft.com/office/powerpoint/2012/main"/>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userDrawn="1">
  <p:cSld name="End Slide 2">
    <p:spTree>
      <p:nvGrpSpPr>
        <p:cNvPr id="1" name=""/>
        <p:cNvGrpSpPr/>
        <p:nvPr/>
      </p:nvGrpSpPr>
      <p:grpSpPr>
        <a:xfrm>
          <a:off x="0" y="0"/>
          <a:ext cx="0" cy="0"/>
          <a:chOff x="0" y="0"/>
          <a:chExt cx="0" cy="0"/>
        </a:xfrm>
      </p:grpSpPr>
      <p:sp>
        <p:nvSpPr>
          <p:cNvPr id="25" name="Rectangle 24">
            <a:extLst>
              <a:ext uri="{FF2B5EF4-FFF2-40B4-BE49-F238E27FC236}">
                <a16:creationId xmlns:a16="http://schemas.microsoft.com/office/drawing/2014/main" id="{E828FFA5-3FBC-D174-A267-398AD796B6A1}"/>
              </a:ext>
            </a:extLst>
          </p:cNvPr>
          <p:cNvSpPr/>
          <p:nvPr userDrawn="1"/>
        </p:nvSpPr>
        <p:spPr>
          <a:xfrm>
            <a:off x="550862" y="3325369"/>
            <a:ext cx="4345176" cy="407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ts val="1200"/>
              </a:lnSpc>
              <a:spcBef>
                <a:spcPts val="0"/>
              </a:spcBef>
              <a:spcAft>
                <a:spcPts val="0"/>
              </a:spcAft>
              <a:buClrTx/>
              <a:buSzTx/>
              <a:buFontTx/>
              <a:buNone/>
              <a:tabLst/>
              <a:defRPr/>
            </a:pPr>
            <a:r>
              <a:rPr lang="en-US" sz="1100" b="1" i="0" kern="1200">
                <a:solidFill>
                  <a:schemeClr val="tx2"/>
                </a:solidFill>
                <a:latin typeface="+mn-lt"/>
                <a:ea typeface="+mn-ea"/>
                <a:cs typeface="+mn-cs"/>
              </a:rPr>
              <a:t>Make it real.</a:t>
            </a:r>
          </a:p>
          <a:p>
            <a:pPr marL="0" marR="0" lvl="0" indent="0" algn="l" defTabSz="914400" rtl="0" eaLnBrk="1" fontAlgn="auto" latinLnBrk="0" hangingPunct="1">
              <a:lnSpc>
                <a:spcPts val="1200"/>
              </a:lnSpc>
              <a:spcBef>
                <a:spcPts val="0"/>
              </a:spcBef>
              <a:spcAft>
                <a:spcPts val="0"/>
              </a:spcAft>
              <a:buClrTx/>
              <a:buSzTx/>
              <a:buFontTx/>
              <a:buNone/>
              <a:tabLst/>
              <a:defRPr/>
            </a:pPr>
            <a:r>
              <a:rPr lang="en-US" sz="1050" b="0" i="0" err="1">
                <a:solidFill>
                  <a:schemeClr val="tx1"/>
                </a:solidFill>
                <a:latin typeface="+mn-lt"/>
              </a:rPr>
              <a:t>w</a:t>
            </a:r>
            <a:r>
              <a:rPr lang="en-US" sz="1050" err="1">
                <a:solidFill>
                  <a:schemeClr val="tx1"/>
                </a:solidFill>
                <a:latin typeface="+mn-lt"/>
              </a:rPr>
              <a:t>ww.capgemini.com</a:t>
            </a:r>
            <a:endParaRPr lang="en-US" sz="1050">
              <a:solidFill>
                <a:schemeClr val="tx1"/>
              </a:solidFill>
              <a:latin typeface="+mn-lt"/>
            </a:endParaRPr>
          </a:p>
        </p:txBody>
      </p:sp>
      <p:grpSp>
        <p:nvGrpSpPr>
          <p:cNvPr id="43" name="Group 2">
            <a:extLst>
              <a:ext uri="{FF2B5EF4-FFF2-40B4-BE49-F238E27FC236}">
                <a16:creationId xmlns:a16="http://schemas.microsoft.com/office/drawing/2014/main" id="{CD4310B4-5ADE-C2D0-DB4C-AF69D93A1DF5}"/>
              </a:ext>
            </a:extLst>
          </p:cNvPr>
          <p:cNvGrpSpPr>
            <a:grpSpLocks noChangeAspect="1"/>
          </p:cNvGrpSpPr>
          <p:nvPr userDrawn="1"/>
        </p:nvGrpSpPr>
        <p:grpSpPr>
          <a:xfrm>
            <a:off x="550862" y="6021288"/>
            <a:ext cx="1872000" cy="420870"/>
            <a:chOff x="5094083" y="5360390"/>
            <a:chExt cx="3039349" cy="683316"/>
          </a:xfrm>
          <a:solidFill>
            <a:schemeClr val="tx2"/>
          </a:solidFill>
        </p:grpSpPr>
        <p:sp>
          <p:nvSpPr>
            <p:cNvPr id="44" name="Freeform: Shape 4">
              <a:extLst>
                <a:ext uri="{FF2B5EF4-FFF2-40B4-BE49-F238E27FC236}">
                  <a16:creationId xmlns:a16="http://schemas.microsoft.com/office/drawing/2014/main" id="{089E09DC-D2DF-E25B-B85C-6EA1D98E1CA5}"/>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endParaRPr lang="en-US" sz="1800"/>
            </a:p>
          </p:txBody>
        </p:sp>
        <p:sp>
          <p:nvSpPr>
            <p:cNvPr id="45" name="Freeform: Shape 5">
              <a:extLst>
                <a:ext uri="{FF2B5EF4-FFF2-40B4-BE49-F238E27FC236}">
                  <a16:creationId xmlns:a16="http://schemas.microsoft.com/office/drawing/2014/main" id="{CFFDC692-B337-393E-311F-6135E50AC699}"/>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endParaRPr lang="en-US" sz="1800"/>
            </a:p>
          </p:txBody>
        </p:sp>
        <p:sp>
          <p:nvSpPr>
            <p:cNvPr id="46" name="Freeform: Shape 6">
              <a:extLst>
                <a:ext uri="{FF2B5EF4-FFF2-40B4-BE49-F238E27FC236}">
                  <a16:creationId xmlns:a16="http://schemas.microsoft.com/office/drawing/2014/main" id="{79F624AF-8CAF-1C4F-6AF4-0D3BAB6883DE}"/>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endParaRPr lang="en-US" sz="1800"/>
            </a:p>
          </p:txBody>
        </p:sp>
        <p:sp>
          <p:nvSpPr>
            <p:cNvPr id="47" name="Freeform: Shape 7">
              <a:extLst>
                <a:ext uri="{FF2B5EF4-FFF2-40B4-BE49-F238E27FC236}">
                  <a16:creationId xmlns:a16="http://schemas.microsoft.com/office/drawing/2014/main" id="{CC7B72C0-ED2F-06D1-872B-CC0A248A4A55}"/>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endParaRPr lang="en-US" sz="1800"/>
            </a:p>
          </p:txBody>
        </p:sp>
        <p:sp>
          <p:nvSpPr>
            <p:cNvPr id="48" name="Freeform: Shape 8">
              <a:extLst>
                <a:ext uri="{FF2B5EF4-FFF2-40B4-BE49-F238E27FC236}">
                  <a16:creationId xmlns:a16="http://schemas.microsoft.com/office/drawing/2014/main" id="{4387627B-473F-668B-D2BC-7D0705259BFC}"/>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endParaRPr lang="en-US" sz="1800"/>
            </a:p>
          </p:txBody>
        </p:sp>
      </p:grpSp>
      <p:grpSp>
        <p:nvGrpSpPr>
          <p:cNvPr id="2" name="Group 1">
            <a:extLst>
              <a:ext uri="{FF2B5EF4-FFF2-40B4-BE49-F238E27FC236}">
                <a16:creationId xmlns:a16="http://schemas.microsoft.com/office/drawing/2014/main" id="{33CF6172-FAD6-301F-3990-BA19BDCBDD10}"/>
              </a:ext>
            </a:extLst>
          </p:cNvPr>
          <p:cNvGrpSpPr/>
          <p:nvPr userDrawn="1"/>
        </p:nvGrpSpPr>
        <p:grpSpPr>
          <a:xfrm>
            <a:off x="8904288" y="5569004"/>
            <a:ext cx="1951070" cy="335280"/>
            <a:chOff x="8904288" y="5569004"/>
            <a:chExt cx="1951070" cy="335280"/>
          </a:xfrm>
        </p:grpSpPr>
        <p:pic>
          <p:nvPicPr>
            <p:cNvPr id="3" name="Picture 2">
              <a:hlinkClick r:id="rId2"/>
              <a:extLst>
                <a:ext uri="{FF2B5EF4-FFF2-40B4-BE49-F238E27FC236}">
                  <a16:creationId xmlns:a16="http://schemas.microsoft.com/office/drawing/2014/main" id="{C80B44BA-49DA-9F84-82D3-870627147924}"/>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l="-15803" t="-15499" r="-15008" b="-15313"/>
            <a:stretch>
              <a:fillRect/>
            </a:stretch>
          </p:blipFill>
          <p:spPr>
            <a:xfrm>
              <a:off x="10520558" y="5569004"/>
              <a:ext cx="334800" cy="334800"/>
            </a:xfrm>
            <a:prstGeom prst="ellipse">
              <a:avLst/>
            </a:prstGeom>
            <a:ln>
              <a:solidFill>
                <a:schemeClr val="tx1"/>
              </a:solidFill>
            </a:ln>
          </p:spPr>
        </p:pic>
        <p:pic>
          <p:nvPicPr>
            <p:cNvPr id="4" name="Picture 3">
              <a:hlinkClick r:id="rId4"/>
              <a:extLst>
                <a:ext uri="{FF2B5EF4-FFF2-40B4-BE49-F238E27FC236}">
                  <a16:creationId xmlns:a16="http://schemas.microsoft.com/office/drawing/2014/main" id="{3F910AE5-DC10-6A3E-284B-4AA4EADB83AB}"/>
                </a:ext>
              </a:extLst>
            </p:cNvPr>
            <p:cNvPicPr>
              <a:picLocks noChangeAspect="1"/>
            </p:cNvPicPr>
            <p:nvPr userDrawn="1"/>
          </p:nvPicPr>
          <p:blipFill rotWithShape="1">
            <a:blip r:embed="rId5" cstate="screen">
              <a:extLst>
                <a:ext uri="{28A0092B-C50C-407E-A947-70E740481C1C}">
                  <a14:useLocalDpi xmlns:a14="http://schemas.microsoft.com/office/drawing/2010/main"/>
                </a:ext>
              </a:extLst>
            </a:blip>
            <a:srcRect l="-11970" t="-13244" r="-14518" b="-13244"/>
            <a:stretch>
              <a:fillRect/>
            </a:stretch>
          </p:blipFill>
          <p:spPr>
            <a:xfrm>
              <a:off x="10119213" y="5569004"/>
              <a:ext cx="335280" cy="335280"/>
            </a:xfrm>
            <a:prstGeom prst="ellipse">
              <a:avLst/>
            </a:prstGeom>
            <a:ln>
              <a:solidFill>
                <a:schemeClr val="tx1"/>
              </a:solidFill>
            </a:ln>
          </p:spPr>
        </p:pic>
        <p:pic>
          <p:nvPicPr>
            <p:cNvPr id="5" name="Picture 4">
              <a:hlinkClick r:id="rId6"/>
              <a:extLst>
                <a:ext uri="{FF2B5EF4-FFF2-40B4-BE49-F238E27FC236}">
                  <a16:creationId xmlns:a16="http://schemas.microsoft.com/office/drawing/2014/main" id="{38FCE476-10F1-8A4F-DF82-27A04965BB65}"/>
                </a:ext>
              </a:extLst>
            </p:cNvPr>
            <p:cNvPicPr>
              <a:picLocks noChangeAspect="1"/>
            </p:cNvPicPr>
            <p:nvPr userDrawn="1"/>
          </p:nvPicPr>
          <p:blipFill rotWithShape="1">
            <a:blip r:embed="rId7" cstate="screen">
              <a:extLst>
                <a:ext uri="{28A0092B-C50C-407E-A947-70E740481C1C}">
                  <a14:useLocalDpi xmlns:a14="http://schemas.microsoft.com/office/drawing/2010/main"/>
                </a:ext>
              </a:extLst>
            </a:blip>
            <a:srcRect l="-19298" t="-20188" r="-21078" b="-20188"/>
            <a:stretch>
              <a:fillRect/>
            </a:stretch>
          </p:blipFill>
          <p:spPr>
            <a:xfrm>
              <a:off x="9714238" y="5569004"/>
              <a:ext cx="335280" cy="335280"/>
            </a:xfrm>
            <a:prstGeom prst="ellipse">
              <a:avLst/>
            </a:prstGeom>
            <a:ln>
              <a:solidFill>
                <a:schemeClr val="tx1"/>
              </a:solidFill>
            </a:ln>
          </p:spPr>
        </p:pic>
        <p:pic>
          <p:nvPicPr>
            <p:cNvPr id="6" name="Picture 5">
              <a:hlinkClick r:id="rId8"/>
              <a:extLst>
                <a:ext uri="{FF2B5EF4-FFF2-40B4-BE49-F238E27FC236}">
                  <a16:creationId xmlns:a16="http://schemas.microsoft.com/office/drawing/2014/main" id="{97AF43E1-E2D3-3572-59C0-6B864F4B3F70}"/>
                </a:ext>
              </a:extLst>
            </p:cNvPr>
            <p:cNvPicPr>
              <a:picLocks noChangeAspect="1"/>
            </p:cNvPicPr>
            <p:nvPr userDrawn="1"/>
          </p:nvPicPr>
          <p:blipFill rotWithShape="1">
            <a:blip r:embed="rId9" cstate="screen">
              <a:extLst>
                <a:ext uri="{28A0092B-C50C-407E-A947-70E740481C1C}">
                  <a14:useLocalDpi xmlns:a14="http://schemas.microsoft.com/office/drawing/2010/main"/>
                </a:ext>
              </a:extLst>
            </a:blip>
            <a:srcRect l="-23025" t="-21407" r="-19995" b="-21613"/>
            <a:stretch>
              <a:fillRect/>
            </a:stretch>
          </p:blipFill>
          <p:spPr>
            <a:xfrm>
              <a:off x="8904288" y="5569004"/>
              <a:ext cx="335280" cy="335280"/>
            </a:xfrm>
            <a:prstGeom prst="ellipse">
              <a:avLst/>
            </a:prstGeom>
            <a:ln>
              <a:solidFill>
                <a:schemeClr val="tx1"/>
              </a:solidFill>
            </a:ln>
          </p:spPr>
        </p:pic>
        <p:pic>
          <p:nvPicPr>
            <p:cNvPr id="7" name="Picture 6">
              <a:hlinkClick r:id="rId10"/>
              <a:extLst>
                <a:ext uri="{FF2B5EF4-FFF2-40B4-BE49-F238E27FC236}">
                  <a16:creationId xmlns:a16="http://schemas.microsoft.com/office/drawing/2014/main" id="{FE9806D4-7438-2762-EAEC-92F2B68803AC}"/>
                </a:ext>
              </a:extLst>
            </p:cNvPr>
            <p:cNvPicPr>
              <a:picLocks noChangeAspect="1"/>
            </p:cNvPicPr>
            <p:nvPr userDrawn="1"/>
          </p:nvPicPr>
          <p:blipFill rotWithShape="1">
            <a:blip r:embed="rId11" cstate="screen">
              <a:extLst>
                <a:ext uri="{28A0092B-C50C-407E-A947-70E740481C1C}">
                  <a14:useLocalDpi xmlns:a14="http://schemas.microsoft.com/office/drawing/2010/main"/>
                </a:ext>
              </a:extLst>
            </a:blip>
            <a:srcRect l="-16187" t="-16601" r="-17015" b="-16601"/>
            <a:stretch>
              <a:fillRect/>
            </a:stretch>
          </p:blipFill>
          <p:spPr>
            <a:xfrm>
              <a:off x="9309263" y="5569004"/>
              <a:ext cx="335280" cy="335280"/>
            </a:xfrm>
            <a:prstGeom prst="ellipse">
              <a:avLst/>
            </a:prstGeom>
            <a:ln>
              <a:solidFill>
                <a:schemeClr val="tx1"/>
              </a:solidFill>
            </a:ln>
          </p:spPr>
        </p:pic>
      </p:grpSp>
      <p:sp>
        <p:nvSpPr>
          <p:cNvPr id="10" name="Rectangle 9">
            <a:extLst>
              <a:ext uri="{FF2B5EF4-FFF2-40B4-BE49-F238E27FC236}">
                <a16:creationId xmlns:a16="http://schemas.microsoft.com/office/drawing/2014/main" id="{0B26CCF1-BAF6-4FCD-3421-F3BD01B6E505}"/>
              </a:ext>
            </a:extLst>
          </p:cNvPr>
          <p:cNvSpPr/>
          <p:nvPr userDrawn="1"/>
        </p:nvSpPr>
        <p:spPr>
          <a:xfrm>
            <a:off x="8904288" y="6053226"/>
            <a:ext cx="2879725" cy="400110"/>
          </a:xfrm>
          <a:prstGeom prst="rect">
            <a:avLst/>
          </a:prstGeom>
        </p:spPr>
        <p:txBody>
          <a:bodyPr wrap="square" lIns="0" tIns="0" rIns="0" bIns="0" anchor="b" anchorCtr="0">
            <a:spAutoFit/>
          </a:bodyPr>
          <a:lstStyle/>
          <a:p>
            <a:pPr>
              <a:spcAft>
                <a:spcPts val="600"/>
              </a:spcAft>
            </a:pPr>
            <a:r>
              <a:rPr lang="en-US" sz="700" b="0" i="0" noProof="0" dirty="0">
                <a:solidFill>
                  <a:schemeClr val="tx1"/>
                </a:solidFill>
                <a:latin typeface="+mn-lt"/>
                <a:cs typeface="Arial"/>
              </a:rPr>
              <a:t>This presentation contains information that may be privileged or confidential and is the property of the Capgemini Group.</a:t>
            </a:r>
          </a:p>
          <a:p>
            <a:pPr>
              <a:spcAft>
                <a:spcPts val="600"/>
              </a:spcAft>
            </a:pPr>
            <a:r>
              <a:rPr lang="en-US" sz="700" b="0" i="0" noProof="0" dirty="0">
                <a:solidFill>
                  <a:schemeClr val="tx1"/>
                </a:solidFill>
                <a:latin typeface="+mn-lt"/>
                <a:cs typeface="Arial"/>
              </a:rPr>
              <a:t>Copyright © 2026 Capgemini. All rights reserved.</a:t>
            </a:r>
          </a:p>
        </p:txBody>
      </p:sp>
      <p:sp>
        <p:nvSpPr>
          <p:cNvPr id="11" name="Rectangle 10">
            <a:extLst>
              <a:ext uri="{FF2B5EF4-FFF2-40B4-BE49-F238E27FC236}">
                <a16:creationId xmlns:a16="http://schemas.microsoft.com/office/drawing/2014/main" id="{D466A9AF-E76C-000E-9F10-562BABF34749}"/>
              </a:ext>
            </a:extLst>
          </p:cNvPr>
          <p:cNvSpPr/>
          <p:nvPr userDrawn="1"/>
        </p:nvSpPr>
        <p:spPr>
          <a:xfrm>
            <a:off x="550864" y="1574544"/>
            <a:ext cx="4248471" cy="18544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indent="0" algn="just"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About Capgemini</a:t>
            </a:r>
          </a:p>
          <a:p>
            <a:pPr marL="0" marR="0" lvl="0" indent="0" algn="just" defTabSz="914400" rtl="0" eaLnBrk="1" fontAlgn="auto" latinLnBrk="0" hangingPunct="1">
              <a:lnSpc>
                <a:spcPct val="100000"/>
              </a:lnSpc>
              <a:spcBef>
                <a:spcPts val="0"/>
              </a:spcBef>
              <a:spcAft>
                <a:spcPts val="0"/>
              </a:spcAft>
              <a:buClrTx/>
              <a:buSzTx/>
              <a:buFontTx/>
              <a:buNone/>
              <a:tabLst/>
              <a:defRPr/>
            </a:pPr>
            <a:r>
              <a:rPr lang="en-US" sz="900" dirty="0">
                <a:solidFill>
                  <a:schemeClr val="tx1"/>
                </a:solidFill>
              </a:rPr>
              <a:t>Capgemini is an AI-powered global business and technology transformation partner, delivering tangible business value. We imagine the future of organizations and make it real with AI, technology and people. With our strong heritage of nearly 60 years, we are a responsible and diverse group of over 420,000 team members in more than 50 countries. We deliver end-to-end services and solutions with our deep industry expertise and strong partner ecosystem, leveraging our capabilities across strategy, technology, design, engineering and business operations. The Group reported 2025 global revenues of €22.5 billion.</a:t>
            </a:r>
          </a:p>
        </p:txBody>
      </p:sp>
    </p:spTree>
    <p:extLst>
      <p:ext uri="{BB962C8B-B14F-4D97-AF65-F5344CB8AC3E}">
        <p14:creationId xmlns:p14="http://schemas.microsoft.com/office/powerpoint/2010/main" val="68109750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preserve="1" userDrawn="1">
  <p:cSld name="End Slide 3">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D1D17019-0BF4-2D81-E041-AFBAAFE615A7}"/>
              </a:ext>
            </a:extLst>
          </p:cNvPr>
          <p:cNvSpPr/>
          <p:nvPr userDrawn="1"/>
        </p:nvSpPr>
        <p:spPr>
          <a:xfrm>
            <a:off x="8146580" y="0"/>
            <a:ext cx="4045420" cy="6858000"/>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43" name="Group 2">
            <a:extLst>
              <a:ext uri="{FF2B5EF4-FFF2-40B4-BE49-F238E27FC236}">
                <a16:creationId xmlns:a16="http://schemas.microsoft.com/office/drawing/2014/main" id="{CD4310B4-5ADE-C2D0-DB4C-AF69D93A1DF5}"/>
              </a:ext>
            </a:extLst>
          </p:cNvPr>
          <p:cNvGrpSpPr>
            <a:grpSpLocks noChangeAspect="1"/>
          </p:cNvGrpSpPr>
          <p:nvPr userDrawn="1"/>
        </p:nvGrpSpPr>
        <p:grpSpPr>
          <a:xfrm>
            <a:off x="550863" y="6021288"/>
            <a:ext cx="1872000" cy="420870"/>
            <a:chOff x="5094083" y="5360390"/>
            <a:chExt cx="3039349" cy="683316"/>
          </a:xfrm>
          <a:solidFill>
            <a:schemeClr val="tx2"/>
          </a:solidFill>
        </p:grpSpPr>
        <p:sp>
          <p:nvSpPr>
            <p:cNvPr id="44" name="Freeform: Shape 4">
              <a:extLst>
                <a:ext uri="{FF2B5EF4-FFF2-40B4-BE49-F238E27FC236}">
                  <a16:creationId xmlns:a16="http://schemas.microsoft.com/office/drawing/2014/main" id="{089E09DC-D2DF-E25B-B85C-6EA1D98E1CA5}"/>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endParaRPr lang="en-US" sz="1800">
                <a:solidFill>
                  <a:schemeClr val="bg1"/>
                </a:solidFill>
              </a:endParaRPr>
            </a:p>
          </p:txBody>
        </p:sp>
        <p:sp>
          <p:nvSpPr>
            <p:cNvPr id="45" name="Freeform: Shape 5">
              <a:extLst>
                <a:ext uri="{FF2B5EF4-FFF2-40B4-BE49-F238E27FC236}">
                  <a16:creationId xmlns:a16="http://schemas.microsoft.com/office/drawing/2014/main" id="{CFFDC692-B337-393E-311F-6135E50AC699}"/>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endParaRPr lang="en-US" sz="1800">
                <a:solidFill>
                  <a:schemeClr val="bg1"/>
                </a:solidFill>
              </a:endParaRPr>
            </a:p>
          </p:txBody>
        </p:sp>
        <p:sp>
          <p:nvSpPr>
            <p:cNvPr id="46" name="Freeform: Shape 6">
              <a:extLst>
                <a:ext uri="{FF2B5EF4-FFF2-40B4-BE49-F238E27FC236}">
                  <a16:creationId xmlns:a16="http://schemas.microsoft.com/office/drawing/2014/main" id="{79F624AF-8CAF-1C4F-6AF4-0D3BAB6883DE}"/>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endParaRPr lang="en-US" sz="1800">
                <a:solidFill>
                  <a:schemeClr val="bg1"/>
                </a:solidFill>
              </a:endParaRPr>
            </a:p>
          </p:txBody>
        </p:sp>
        <p:sp>
          <p:nvSpPr>
            <p:cNvPr id="47" name="Freeform: Shape 7">
              <a:extLst>
                <a:ext uri="{FF2B5EF4-FFF2-40B4-BE49-F238E27FC236}">
                  <a16:creationId xmlns:a16="http://schemas.microsoft.com/office/drawing/2014/main" id="{CC7B72C0-ED2F-06D1-872B-CC0A248A4A55}"/>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endParaRPr lang="en-US" sz="1800">
                <a:solidFill>
                  <a:schemeClr val="bg1"/>
                </a:solidFill>
              </a:endParaRPr>
            </a:p>
          </p:txBody>
        </p:sp>
        <p:sp>
          <p:nvSpPr>
            <p:cNvPr id="48" name="Freeform: Shape 8">
              <a:extLst>
                <a:ext uri="{FF2B5EF4-FFF2-40B4-BE49-F238E27FC236}">
                  <a16:creationId xmlns:a16="http://schemas.microsoft.com/office/drawing/2014/main" id="{4387627B-473F-668B-D2BC-7D0705259BFC}"/>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endParaRPr lang="en-US" sz="1800">
                <a:solidFill>
                  <a:schemeClr val="bg1"/>
                </a:solidFill>
              </a:endParaRPr>
            </a:p>
          </p:txBody>
        </p:sp>
      </p:grpSp>
      <p:sp>
        <p:nvSpPr>
          <p:cNvPr id="10" name="Rectangle 9">
            <a:extLst>
              <a:ext uri="{FF2B5EF4-FFF2-40B4-BE49-F238E27FC236}">
                <a16:creationId xmlns:a16="http://schemas.microsoft.com/office/drawing/2014/main" id="{456848E4-9E3E-BD1A-A82D-C9F95359644C}"/>
              </a:ext>
            </a:extLst>
          </p:cNvPr>
          <p:cNvSpPr/>
          <p:nvPr userDrawn="1"/>
        </p:nvSpPr>
        <p:spPr>
          <a:xfrm>
            <a:off x="550863" y="3325369"/>
            <a:ext cx="4345176" cy="407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ts val="1200"/>
              </a:lnSpc>
              <a:spcBef>
                <a:spcPts val="0"/>
              </a:spcBef>
              <a:spcAft>
                <a:spcPts val="0"/>
              </a:spcAft>
              <a:buClrTx/>
              <a:buSzTx/>
              <a:buFontTx/>
              <a:buNone/>
              <a:tabLst/>
              <a:defRPr/>
            </a:pPr>
            <a:r>
              <a:rPr lang="en-US" sz="1100" b="1" i="0" kern="1200" dirty="0">
                <a:solidFill>
                  <a:schemeClr val="tx2"/>
                </a:solidFill>
                <a:latin typeface="+mn-lt"/>
                <a:ea typeface="+mn-ea"/>
                <a:cs typeface="+mn-cs"/>
              </a:rPr>
              <a:t>Make it real.</a:t>
            </a:r>
          </a:p>
          <a:p>
            <a:pPr marL="0" marR="0" lvl="0" indent="0" algn="l" defTabSz="914400" rtl="0" eaLnBrk="1" fontAlgn="auto" latinLnBrk="0" hangingPunct="1">
              <a:lnSpc>
                <a:spcPts val="1200"/>
              </a:lnSpc>
              <a:spcBef>
                <a:spcPts val="0"/>
              </a:spcBef>
              <a:spcAft>
                <a:spcPts val="0"/>
              </a:spcAft>
              <a:buClrTx/>
              <a:buSzTx/>
              <a:buFontTx/>
              <a:buNone/>
              <a:tabLst/>
              <a:defRPr/>
            </a:pPr>
            <a:r>
              <a:rPr lang="en-US" sz="1050" b="0" i="0" dirty="0">
                <a:solidFill>
                  <a:schemeClr val="tx1"/>
                </a:solidFill>
                <a:latin typeface="+mn-lt"/>
              </a:rPr>
              <a:t>w</a:t>
            </a:r>
            <a:r>
              <a:rPr lang="en-US" sz="1050" dirty="0">
                <a:solidFill>
                  <a:schemeClr val="tx1"/>
                </a:solidFill>
                <a:latin typeface="+mn-lt"/>
              </a:rPr>
              <a:t>ww.capgemini.com</a:t>
            </a:r>
          </a:p>
        </p:txBody>
      </p:sp>
      <p:sp>
        <p:nvSpPr>
          <p:cNvPr id="11" name="Rectangle 10">
            <a:extLst>
              <a:ext uri="{FF2B5EF4-FFF2-40B4-BE49-F238E27FC236}">
                <a16:creationId xmlns:a16="http://schemas.microsoft.com/office/drawing/2014/main" id="{243A1DDC-0EE3-87D7-B55C-C8336892FA90}"/>
              </a:ext>
            </a:extLst>
          </p:cNvPr>
          <p:cNvSpPr/>
          <p:nvPr userDrawn="1"/>
        </p:nvSpPr>
        <p:spPr>
          <a:xfrm rot="16200000">
            <a:off x="4627581"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12" name="Group 11">
            <a:extLst>
              <a:ext uri="{FF2B5EF4-FFF2-40B4-BE49-F238E27FC236}">
                <a16:creationId xmlns:a16="http://schemas.microsoft.com/office/drawing/2014/main" id="{78E9408B-4A36-9F64-5766-AC150B683248}"/>
              </a:ext>
            </a:extLst>
          </p:cNvPr>
          <p:cNvGrpSpPr/>
          <p:nvPr userDrawn="1"/>
        </p:nvGrpSpPr>
        <p:grpSpPr>
          <a:xfrm>
            <a:off x="8904288" y="5569004"/>
            <a:ext cx="1951070" cy="335280"/>
            <a:chOff x="8904288" y="5569004"/>
            <a:chExt cx="1951070" cy="335280"/>
          </a:xfrm>
        </p:grpSpPr>
        <p:pic>
          <p:nvPicPr>
            <p:cNvPr id="13" name="Picture 12">
              <a:hlinkClick r:id="rId2"/>
              <a:extLst>
                <a:ext uri="{FF2B5EF4-FFF2-40B4-BE49-F238E27FC236}">
                  <a16:creationId xmlns:a16="http://schemas.microsoft.com/office/drawing/2014/main" id="{594B397F-1305-520D-FD72-252F047C02CE}"/>
                </a:ext>
              </a:extLst>
            </p:cNvPr>
            <p:cNvPicPr>
              <a:picLocks noChangeAspect="1"/>
            </p:cNvPicPr>
            <p:nvPr userDrawn="1"/>
          </p:nvPicPr>
          <p:blipFill rotWithShape="1">
            <a:blip r:embed="rId3" cstate="screen">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a:ext>
              </a:extLst>
            </a:blip>
            <a:srcRect l="-15803" t="-15499" r="-15008" b="-15313"/>
            <a:stretch>
              <a:fillRect/>
            </a:stretch>
          </p:blipFill>
          <p:spPr>
            <a:xfrm>
              <a:off x="10520558" y="5569004"/>
              <a:ext cx="334800" cy="334800"/>
            </a:xfrm>
            <a:prstGeom prst="ellipse">
              <a:avLst/>
            </a:prstGeom>
            <a:ln>
              <a:solidFill>
                <a:schemeClr val="bg1"/>
              </a:solidFill>
            </a:ln>
          </p:spPr>
        </p:pic>
        <p:pic>
          <p:nvPicPr>
            <p:cNvPr id="14" name="Picture 13">
              <a:hlinkClick r:id="rId5"/>
              <a:extLst>
                <a:ext uri="{FF2B5EF4-FFF2-40B4-BE49-F238E27FC236}">
                  <a16:creationId xmlns:a16="http://schemas.microsoft.com/office/drawing/2014/main" id="{2B8F14F5-4F4C-8CAB-B032-78509603B748}"/>
                </a:ext>
              </a:extLst>
            </p:cNvPr>
            <p:cNvPicPr>
              <a:picLocks noChangeAspect="1"/>
            </p:cNvPicPr>
            <p:nvPr userDrawn="1"/>
          </p:nvPicPr>
          <p:blipFill rotWithShape="1">
            <a:blip r:embed="rId6" cstate="screen">
              <a:lum bright="70000" contrast="-70000"/>
              <a:extLst>
                <a:ext uri="{BEBA8EAE-BF5A-486C-A8C5-ECC9F3942E4B}">
                  <a14:imgProps xmlns:a14="http://schemas.microsoft.com/office/drawing/2010/main">
                    <a14:imgLayer r:embed="rId7">
                      <a14:imgEffect>
                        <a14:artisticPhotocopy/>
                      </a14:imgEffect>
                    </a14:imgLayer>
                  </a14:imgProps>
                </a:ext>
                <a:ext uri="{28A0092B-C50C-407E-A947-70E740481C1C}">
                  <a14:useLocalDpi xmlns:a14="http://schemas.microsoft.com/office/drawing/2010/main"/>
                </a:ext>
              </a:extLst>
            </a:blip>
            <a:srcRect l="-11970" t="-13244" r="-14518" b="-13244"/>
            <a:stretch>
              <a:fillRect/>
            </a:stretch>
          </p:blipFill>
          <p:spPr>
            <a:xfrm>
              <a:off x="10119213" y="5569004"/>
              <a:ext cx="335280" cy="335280"/>
            </a:xfrm>
            <a:prstGeom prst="ellipse">
              <a:avLst/>
            </a:prstGeom>
            <a:ln>
              <a:solidFill>
                <a:schemeClr val="bg1"/>
              </a:solidFill>
            </a:ln>
          </p:spPr>
        </p:pic>
        <p:pic>
          <p:nvPicPr>
            <p:cNvPr id="15" name="Picture 14">
              <a:hlinkClick r:id="rId8"/>
              <a:extLst>
                <a:ext uri="{FF2B5EF4-FFF2-40B4-BE49-F238E27FC236}">
                  <a16:creationId xmlns:a16="http://schemas.microsoft.com/office/drawing/2014/main" id="{2FB6738B-5AD4-93DE-628B-7F9F226AE057}"/>
                </a:ext>
              </a:extLst>
            </p:cNvPr>
            <p:cNvPicPr>
              <a:picLocks noChangeAspect="1"/>
            </p:cNvPicPr>
            <p:nvPr userDrawn="1"/>
          </p:nvPicPr>
          <p:blipFill rotWithShape="1">
            <a:blip r:embed="rId9" cstate="screen">
              <a:lum bright="70000" contrast="-70000"/>
              <a:extLst>
                <a:ext uri="{BEBA8EAE-BF5A-486C-A8C5-ECC9F3942E4B}">
                  <a14:imgProps xmlns:a14="http://schemas.microsoft.com/office/drawing/2010/main">
                    <a14:imgLayer r:embed="rId10">
                      <a14:imgEffect>
                        <a14:artisticPhotocopy/>
                      </a14:imgEffect>
                    </a14:imgLayer>
                  </a14:imgProps>
                </a:ext>
                <a:ext uri="{28A0092B-C50C-407E-A947-70E740481C1C}">
                  <a14:useLocalDpi xmlns:a14="http://schemas.microsoft.com/office/drawing/2010/main"/>
                </a:ext>
              </a:extLst>
            </a:blip>
            <a:srcRect l="-19298" t="-20188" r="-21078" b="-20188"/>
            <a:stretch>
              <a:fillRect/>
            </a:stretch>
          </p:blipFill>
          <p:spPr>
            <a:xfrm>
              <a:off x="9714238" y="5569004"/>
              <a:ext cx="335280" cy="335280"/>
            </a:xfrm>
            <a:prstGeom prst="ellipse">
              <a:avLst/>
            </a:prstGeom>
            <a:ln>
              <a:solidFill>
                <a:schemeClr val="bg1"/>
              </a:solidFill>
            </a:ln>
          </p:spPr>
        </p:pic>
        <p:pic>
          <p:nvPicPr>
            <p:cNvPr id="16" name="Picture 15">
              <a:hlinkClick r:id="rId11"/>
              <a:extLst>
                <a:ext uri="{FF2B5EF4-FFF2-40B4-BE49-F238E27FC236}">
                  <a16:creationId xmlns:a16="http://schemas.microsoft.com/office/drawing/2014/main" id="{9B12A264-9803-3563-7FDB-B00341420E93}"/>
                </a:ext>
              </a:extLst>
            </p:cNvPr>
            <p:cNvPicPr>
              <a:picLocks noChangeAspect="1"/>
            </p:cNvPicPr>
            <p:nvPr userDrawn="1"/>
          </p:nvPicPr>
          <p:blipFill rotWithShape="1">
            <a:blip r:embed="rId12" cstate="screen">
              <a:lum bright="70000" contrast="-70000"/>
              <a:extLst>
                <a:ext uri="{BEBA8EAE-BF5A-486C-A8C5-ECC9F3942E4B}">
                  <a14:imgProps xmlns:a14="http://schemas.microsoft.com/office/drawing/2010/main">
                    <a14:imgLayer r:embed="rId13">
                      <a14:imgEffect>
                        <a14:artisticPhotocopy/>
                      </a14:imgEffect>
                    </a14:imgLayer>
                  </a14:imgProps>
                </a:ext>
                <a:ext uri="{28A0092B-C50C-407E-A947-70E740481C1C}">
                  <a14:useLocalDpi xmlns:a14="http://schemas.microsoft.com/office/drawing/2010/main"/>
                </a:ext>
              </a:extLst>
            </a:blip>
            <a:srcRect l="-23025" t="-21407" r="-19995" b="-21613"/>
            <a:stretch>
              <a:fillRect/>
            </a:stretch>
          </p:blipFill>
          <p:spPr>
            <a:xfrm>
              <a:off x="8904288" y="5569004"/>
              <a:ext cx="335280" cy="335280"/>
            </a:xfrm>
            <a:prstGeom prst="ellipse">
              <a:avLst/>
            </a:prstGeom>
            <a:ln>
              <a:solidFill>
                <a:schemeClr val="bg1"/>
              </a:solidFill>
            </a:ln>
          </p:spPr>
        </p:pic>
        <p:pic>
          <p:nvPicPr>
            <p:cNvPr id="18" name="Picture 17">
              <a:hlinkClick r:id="rId14"/>
              <a:extLst>
                <a:ext uri="{FF2B5EF4-FFF2-40B4-BE49-F238E27FC236}">
                  <a16:creationId xmlns:a16="http://schemas.microsoft.com/office/drawing/2014/main" id="{55679AC9-828E-26B9-8BA5-EB55C80AF8BA}"/>
                </a:ext>
              </a:extLst>
            </p:cNvPr>
            <p:cNvPicPr>
              <a:picLocks noChangeAspect="1"/>
            </p:cNvPicPr>
            <p:nvPr userDrawn="1"/>
          </p:nvPicPr>
          <p:blipFill rotWithShape="1">
            <a:blip r:embed="rId15" cstate="screen">
              <a:lum bright="70000" contrast="-70000"/>
              <a:extLst>
                <a:ext uri="{BEBA8EAE-BF5A-486C-A8C5-ECC9F3942E4B}">
                  <a14:imgProps xmlns:a14="http://schemas.microsoft.com/office/drawing/2010/main">
                    <a14:imgLayer r:embed="rId16">
                      <a14:imgEffect>
                        <a14:artisticPhotocopy/>
                      </a14:imgEffect>
                    </a14:imgLayer>
                  </a14:imgProps>
                </a:ext>
                <a:ext uri="{28A0092B-C50C-407E-A947-70E740481C1C}">
                  <a14:useLocalDpi xmlns:a14="http://schemas.microsoft.com/office/drawing/2010/main"/>
                </a:ext>
              </a:extLst>
            </a:blip>
            <a:srcRect l="-16187" t="-16601" r="-17015" b="-16601"/>
            <a:stretch>
              <a:fillRect/>
            </a:stretch>
          </p:blipFill>
          <p:spPr>
            <a:xfrm>
              <a:off x="9309263" y="5569004"/>
              <a:ext cx="335280" cy="335280"/>
            </a:xfrm>
            <a:prstGeom prst="ellipse">
              <a:avLst/>
            </a:prstGeom>
            <a:ln>
              <a:solidFill>
                <a:schemeClr val="bg1"/>
              </a:solidFill>
            </a:ln>
          </p:spPr>
        </p:pic>
      </p:grpSp>
      <p:sp>
        <p:nvSpPr>
          <p:cNvPr id="3" name="Rectangle 2">
            <a:extLst>
              <a:ext uri="{FF2B5EF4-FFF2-40B4-BE49-F238E27FC236}">
                <a16:creationId xmlns:a16="http://schemas.microsoft.com/office/drawing/2014/main" id="{1155318A-338B-B8C0-FF10-912D1F195A64}"/>
              </a:ext>
            </a:extLst>
          </p:cNvPr>
          <p:cNvSpPr/>
          <p:nvPr userDrawn="1"/>
        </p:nvSpPr>
        <p:spPr>
          <a:xfrm>
            <a:off x="8904288" y="6053226"/>
            <a:ext cx="2879725" cy="400110"/>
          </a:xfrm>
          <a:prstGeom prst="rect">
            <a:avLst/>
          </a:prstGeom>
        </p:spPr>
        <p:txBody>
          <a:bodyPr wrap="square" lIns="0" tIns="0" rIns="0" bIns="0" anchor="b" anchorCtr="0">
            <a:spAutoFit/>
          </a:bodyPr>
          <a:lstStyle/>
          <a:p>
            <a:pPr>
              <a:spcAft>
                <a:spcPts val="600"/>
              </a:spcAft>
            </a:pPr>
            <a:r>
              <a:rPr lang="en-US" sz="700" b="0" i="0" noProof="0" dirty="0">
                <a:solidFill>
                  <a:schemeClr val="bg1"/>
                </a:solidFill>
                <a:latin typeface="+mn-lt"/>
                <a:cs typeface="Arial"/>
              </a:rPr>
              <a:t>This presentation contains information that may be privileged or confidential and is the property of the Capgemini Group.</a:t>
            </a:r>
          </a:p>
          <a:p>
            <a:pPr>
              <a:spcAft>
                <a:spcPts val="600"/>
              </a:spcAft>
            </a:pPr>
            <a:r>
              <a:rPr lang="en-US" sz="700" b="0" i="0" noProof="0" dirty="0">
                <a:solidFill>
                  <a:schemeClr val="bg1"/>
                </a:solidFill>
                <a:latin typeface="+mn-lt"/>
                <a:cs typeface="Arial"/>
              </a:rPr>
              <a:t>Copyright © 2026 Capgemini. All rights reserved.</a:t>
            </a:r>
          </a:p>
        </p:txBody>
      </p:sp>
      <p:sp>
        <p:nvSpPr>
          <p:cNvPr id="4" name="Rectangle 3">
            <a:extLst>
              <a:ext uri="{FF2B5EF4-FFF2-40B4-BE49-F238E27FC236}">
                <a16:creationId xmlns:a16="http://schemas.microsoft.com/office/drawing/2014/main" id="{B1DCB544-C864-D4C7-146D-83B61717B1E6}"/>
              </a:ext>
            </a:extLst>
          </p:cNvPr>
          <p:cNvSpPr/>
          <p:nvPr userDrawn="1"/>
        </p:nvSpPr>
        <p:spPr>
          <a:xfrm>
            <a:off x="550864" y="1574544"/>
            <a:ext cx="4248471" cy="18544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indent="0" algn="just"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About Capgemini</a:t>
            </a:r>
          </a:p>
          <a:p>
            <a:pPr marL="0" marR="0" lvl="0" indent="0" algn="just" defTabSz="914400" rtl="0" eaLnBrk="1" fontAlgn="auto" latinLnBrk="0" hangingPunct="1">
              <a:lnSpc>
                <a:spcPct val="100000"/>
              </a:lnSpc>
              <a:spcBef>
                <a:spcPts val="0"/>
              </a:spcBef>
              <a:spcAft>
                <a:spcPts val="0"/>
              </a:spcAft>
              <a:buClrTx/>
              <a:buSzTx/>
              <a:buFontTx/>
              <a:buNone/>
              <a:tabLst/>
              <a:defRPr/>
            </a:pPr>
            <a:r>
              <a:rPr lang="en-US" sz="900" dirty="0">
                <a:solidFill>
                  <a:schemeClr val="tx1"/>
                </a:solidFill>
              </a:rPr>
              <a:t>Capgemini is an AI-powered global business and technology transformation partner, delivering tangible business value. We imagine the future of organizations and make it real with AI, technology and people. With our strong heritage of nearly 60 years, we are a responsible and diverse group of over 420,000 team members in more than 50 countries. We deliver end-to-end services and solutions with our deep industry expertise and strong partner ecosystem, leveraging our capabilities across strategy, technology, design, engineering and business operations. The Group reported 2025 global revenues of €22.5 billion.</a:t>
            </a:r>
          </a:p>
        </p:txBody>
      </p:sp>
    </p:spTree>
    <p:extLst>
      <p:ext uri="{BB962C8B-B14F-4D97-AF65-F5344CB8AC3E}">
        <p14:creationId xmlns:p14="http://schemas.microsoft.com/office/powerpoint/2010/main" val="336297466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userDrawn="1">
  <p:cSld name="Title Slide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981F7FEC-E6B6-10B8-AA55-DB9407CA974C}"/>
              </a:ext>
            </a:extLst>
          </p:cNvPr>
          <p:cNvSpPr/>
          <p:nvPr userDrawn="1"/>
        </p:nvSpPr>
        <p:spPr>
          <a:xfrm>
            <a:off x="0" y="0"/>
            <a:ext cx="8904287" cy="6858000"/>
          </a:xfrm>
          <a:prstGeom prst="rect">
            <a:avLst/>
          </a:prstGeom>
          <a:solidFill>
            <a:schemeClr val="bg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10" name="Group 2">
            <a:extLst>
              <a:ext uri="{FF2B5EF4-FFF2-40B4-BE49-F238E27FC236}">
                <a16:creationId xmlns:a16="http://schemas.microsoft.com/office/drawing/2014/main" id="{20C282E8-B779-5DAA-704A-E50E7544BA37}"/>
              </a:ext>
            </a:extLst>
          </p:cNvPr>
          <p:cNvGrpSpPr>
            <a:grpSpLocks noChangeAspect="1"/>
          </p:cNvGrpSpPr>
          <p:nvPr userDrawn="1"/>
        </p:nvGrpSpPr>
        <p:grpSpPr>
          <a:xfrm>
            <a:off x="9912013" y="409248"/>
            <a:ext cx="1872000" cy="420870"/>
            <a:chOff x="5094083" y="5360390"/>
            <a:chExt cx="3039349" cy="683316"/>
          </a:xfrm>
          <a:solidFill>
            <a:schemeClr val="bg1"/>
          </a:solidFill>
        </p:grpSpPr>
        <p:sp>
          <p:nvSpPr>
            <p:cNvPr id="11" name="Freeform: Shape 4">
              <a:extLst>
                <a:ext uri="{FF2B5EF4-FFF2-40B4-BE49-F238E27FC236}">
                  <a16:creationId xmlns:a16="http://schemas.microsoft.com/office/drawing/2014/main" id="{FA575874-5246-9781-3E42-3E1A78C02D61}"/>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12" name="Freeform: Shape 5">
              <a:extLst>
                <a:ext uri="{FF2B5EF4-FFF2-40B4-BE49-F238E27FC236}">
                  <a16:creationId xmlns:a16="http://schemas.microsoft.com/office/drawing/2014/main" id="{A34D361E-7FD8-EBFB-E2BD-F6CC08453E53}"/>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16" name="Freeform: Shape 6">
              <a:extLst>
                <a:ext uri="{FF2B5EF4-FFF2-40B4-BE49-F238E27FC236}">
                  <a16:creationId xmlns:a16="http://schemas.microsoft.com/office/drawing/2014/main" id="{7EA8E7DF-6815-A75C-34E5-FAC28FCC42E1}"/>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17" name="Freeform: Shape 7">
              <a:extLst>
                <a:ext uri="{FF2B5EF4-FFF2-40B4-BE49-F238E27FC236}">
                  <a16:creationId xmlns:a16="http://schemas.microsoft.com/office/drawing/2014/main" id="{8C699B9F-B193-13FA-93D2-36054DF8725C}"/>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18" name="Freeform: Shape 8">
              <a:extLst>
                <a:ext uri="{FF2B5EF4-FFF2-40B4-BE49-F238E27FC236}">
                  <a16:creationId xmlns:a16="http://schemas.microsoft.com/office/drawing/2014/main" id="{2B783872-07DC-0926-4F3C-B0E6983D69A1}"/>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19" name="Rectangle 18">
            <a:extLst>
              <a:ext uri="{FF2B5EF4-FFF2-40B4-BE49-F238E27FC236}">
                <a16:creationId xmlns:a16="http://schemas.microsoft.com/office/drawing/2014/main" id="{9C789090-3FD4-F46C-7832-E4588D7057D9}"/>
              </a:ext>
            </a:extLst>
          </p:cNvPr>
          <p:cNvSpPr/>
          <p:nvPr userDrawn="1"/>
        </p:nvSpPr>
        <p:spPr>
          <a:xfrm rot="16200000">
            <a:off x="5403547"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24" name="Title 1">
            <a:extLst>
              <a:ext uri="{FF2B5EF4-FFF2-40B4-BE49-F238E27FC236}">
                <a16:creationId xmlns:a16="http://schemas.microsoft.com/office/drawing/2014/main" id="{C0D8861B-6BA5-0B37-A5AA-9F33E227B5AC}"/>
              </a:ext>
            </a:extLst>
          </p:cNvPr>
          <p:cNvSpPr>
            <a:spLocks noGrp="1"/>
          </p:cNvSpPr>
          <p:nvPr>
            <p:ph type="title"/>
          </p:nvPr>
        </p:nvSpPr>
        <p:spPr>
          <a:xfrm>
            <a:off x="445713" y="980728"/>
            <a:ext cx="7313049" cy="4104456"/>
          </a:xfrm>
          <a:prstGeom prst="rect">
            <a:avLst/>
          </a:prstGeom>
        </p:spPr>
        <p:txBody>
          <a:bodyPr vert="horz" lIns="0" tIns="0" rIns="0" bIns="126000" rtlCol="0" anchor="b" anchorCtr="0">
            <a:noAutofit/>
          </a:bodyPr>
          <a:lstStyle>
            <a:lvl1pPr>
              <a:defRPr lang="en-PL" sz="7200" dirty="0">
                <a:solidFill>
                  <a:schemeClr val="tx1"/>
                </a:solidFill>
                <a:latin typeface="Ubuntu Light" panose="020B0304030602030204" pitchFamily="34" charset="0"/>
              </a:defRPr>
            </a:lvl1pPr>
          </a:lstStyle>
          <a:p>
            <a:pPr lvl="0"/>
            <a:r>
              <a:rPr lang="en-GB"/>
              <a:t>Click to edit Master title style</a:t>
            </a:r>
            <a:endParaRPr lang="en-PL" dirty="0"/>
          </a:p>
        </p:txBody>
      </p:sp>
      <p:sp>
        <p:nvSpPr>
          <p:cNvPr id="25" name="Text Placeholder 3">
            <a:extLst>
              <a:ext uri="{FF2B5EF4-FFF2-40B4-BE49-F238E27FC236}">
                <a16:creationId xmlns:a16="http://schemas.microsoft.com/office/drawing/2014/main" id="{3B9374BA-C8B1-A1D0-9A65-333E33117246}"/>
              </a:ext>
            </a:extLst>
          </p:cNvPr>
          <p:cNvSpPr>
            <a:spLocks noGrp="1"/>
          </p:cNvSpPr>
          <p:nvPr>
            <p:ph type="body" sz="quarter" idx="10" hasCustomPrompt="1"/>
          </p:nvPr>
        </p:nvSpPr>
        <p:spPr>
          <a:xfrm>
            <a:off x="445713" y="5131138"/>
            <a:ext cx="6479535" cy="215444"/>
          </a:xfrm>
          <a:prstGeom prst="rect">
            <a:avLst/>
          </a:prstGeom>
        </p:spPr>
        <p:txBody>
          <a:bodyPr/>
          <a:lstStyle>
            <a:lvl1pPr>
              <a:defRPr lang="en-GB" sz="1700" b="1" kern="1200" dirty="0" smtClean="0">
                <a:solidFill>
                  <a:schemeClr val="tx1"/>
                </a:solidFill>
                <a:latin typeface="+mn-lt"/>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sp>
        <p:nvSpPr>
          <p:cNvPr id="26" name="Text Placeholder 3">
            <a:extLst>
              <a:ext uri="{FF2B5EF4-FFF2-40B4-BE49-F238E27FC236}">
                <a16:creationId xmlns:a16="http://schemas.microsoft.com/office/drawing/2014/main" id="{F387357E-4D3C-156F-CE48-0326D02177F5}"/>
              </a:ext>
            </a:extLst>
          </p:cNvPr>
          <p:cNvSpPr>
            <a:spLocks noGrp="1"/>
          </p:cNvSpPr>
          <p:nvPr>
            <p:ph type="body" sz="quarter" idx="11" hasCustomPrompt="1"/>
          </p:nvPr>
        </p:nvSpPr>
        <p:spPr>
          <a:xfrm>
            <a:off x="445713" y="5715912"/>
            <a:ext cx="6479535" cy="215444"/>
          </a:xfrm>
          <a:prstGeom prst="rect">
            <a:avLst/>
          </a:prstGeom>
        </p:spPr>
        <p:txBody>
          <a:bodyPr/>
          <a:lstStyle>
            <a:lvl1pPr>
              <a:defRPr lang="en-GB" sz="1400" kern="1200" dirty="0" smtClean="0">
                <a:solidFill>
                  <a:schemeClr val="tx1"/>
                </a:solidFill>
                <a:latin typeface="+mn-lt"/>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spTree>
    <p:extLst>
      <p:ext uri="{BB962C8B-B14F-4D97-AF65-F5344CB8AC3E}">
        <p14:creationId xmlns:p14="http://schemas.microsoft.com/office/powerpoint/2010/main" val="4007698454"/>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userDrawn="1">
  <p:cSld name="Title Slide Logo C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5276F6-E981-8407-5AD7-E85838815E5A}"/>
              </a:ext>
            </a:extLst>
          </p:cNvPr>
          <p:cNvSpPr>
            <a:spLocks noGrp="1"/>
          </p:cNvSpPr>
          <p:nvPr>
            <p:ph type="title"/>
          </p:nvPr>
        </p:nvSpPr>
        <p:spPr>
          <a:xfrm>
            <a:off x="2765723" y="1489457"/>
            <a:ext cx="6480175" cy="1677988"/>
          </a:xfrm>
          <a:prstGeom prst="rect">
            <a:avLst/>
          </a:prstGeom>
          <a:noFill/>
        </p:spPr>
        <p:txBody>
          <a:bodyPr anchor="b"/>
          <a:lstStyle>
            <a:lvl1pPr algn="ctr">
              <a:defRPr kumimoji="0" lang="en-PL" sz="5400" b="0" i="0" u="none" strike="noStrike" kern="1200" cap="none" spc="0" normalizeH="0" baseline="0" noProof="0" dirty="0">
                <a:ln>
                  <a:noFill/>
                </a:ln>
                <a:solidFill>
                  <a:schemeClr val="bg1"/>
                </a:solidFill>
                <a:effectLst/>
                <a:uLnTx/>
                <a:uFillTx/>
                <a:latin typeface="+mn-lt"/>
                <a:ea typeface="+mj-ea"/>
                <a:cs typeface="+mj-cs"/>
              </a:defRPr>
            </a:lvl1pPr>
          </a:lstStyle>
          <a:p>
            <a:r>
              <a:rPr lang="en-US" dirty="0"/>
              <a:t>Click to edit Master title style</a:t>
            </a:r>
            <a:endParaRPr lang="en-PL" dirty="0"/>
          </a:p>
        </p:txBody>
      </p:sp>
      <p:sp>
        <p:nvSpPr>
          <p:cNvPr id="4" name="Text Placeholder 3">
            <a:extLst>
              <a:ext uri="{FF2B5EF4-FFF2-40B4-BE49-F238E27FC236}">
                <a16:creationId xmlns:a16="http://schemas.microsoft.com/office/drawing/2014/main" id="{710D5C00-226E-1369-C48F-FBB9D0A2D267}"/>
              </a:ext>
            </a:extLst>
          </p:cNvPr>
          <p:cNvSpPr>
            <a:spLocks noGrp="1"/>
          </p:cNvSpPr>
          <p:nvPr>
            <p:ph type="body" sz="quarter" idx="10" hasCustomPrompt="1"/>
          </p:nvPr>
        </p:nvSpPr>
        <p:spPr>
          <a:xfrm>
            <a:off x="2764136" y="3167445"/>
            <a:ext cx="6478587" cy="348286"/>
          </a:xfrm>
          <a:prstGeom prst="rect">
            <a:avLst/>
          </a:prstGeom>
        </p:spPr>
        <p:txBody>
          <a:bodyPr/>
          <a:lstStyle>
            <a:lvl1pPr algn="ctr">
              <a:defRPr lang="en-GB" sz="2000" kern="1200" dirty="0" smtClean="0">
                <a:solidFill>
                  <a:schemeClr val="bg1"/>
                </a:solidFill>
                <a:latin typeface="Ubuntu Light" panose="020B0304030602030204" pitchFamily="34" charset="0"/>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sp>
        <p:nvSpPr>
          <p:cNvPr id="6" name="Text Placeholder 3">
            <a:extLst>
              <a:ext uri="{FF2B5EF4-FFF2-40B4-BE49-F238E27FC236}">
                <a16:creationId xmlns:a16="http://schemas.microsoft.com/office/drawing/2014/main" id="{141DE9FA-300D-BBCE-A5BC-ECE60B3F1F61}"/>
              </a:ext>
            </a:extLst>
          </p:cNvPr>
          <p:cNvSpPr>
            <a:spLocks noGrp="1"/>
          </p:cNvSpPr>
          <p:nvPr>
            <p:ph type="body" sz="quarter" idx="11" hasCustomPrompt="1"/>
          </p:nvPr>
        </p:nvSpPr>
        <p:spPr>
          <a:xfrm>
            <a:off x="2763761" y="3709694"/>
            <a:ext cx="6479535" cy="253029"/>
          </a:xfrm>
          <a:prstGeom prst="rect">
            <a:avLst/>
          </a:prstGeom>
        </p:spPr>
        <p:txBody>
          <a:bodyPr/>
          <a:lstStyle>
            <a:lvl1pPr algn="ctr">
              <a:defRPr lang="en-GB" sz="1400" kern="1200" dirty="0" smtClean="0">
                <a:solidFill>
                  <a:schemeClr val="bg1"/>
                </a:solidFill>
                <a:latin typeface="Ubuntu Light" panose="020B0304030602030204" pitchFamily="34" charset="0"/>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grpSp>
        <p:nvGrpSpPr>
          <p:cNvPr id="3" name="Group 2">
            <a:extLst>
              <a:ext uri="{FF2B5EF4-FFF2-40B4-BE49-F238E27FC236}">
                <a16:creationId xmlns:a16="http://schemas.microsoft.com/office/drawing/2014/main" id="{29019898-C562-0E25-C4F3-334360D03193}"/>
              </a:ext>
            </a:extLst>
          </p:cNvPr>
          <p:cNvGrpSpPr>
            <a:grpSpLocks noChangeAspect="1"/>
          </p:cNvGrpSpPr>
          <p:nvPr userDrawn="1"/>
        </p:nvGrpSpPr>
        <p:grpSpPr>
          <a:xfrm>
            <a:off x="-175885" y="4642089"/>
            <a:ext cx="12564529" cy="2824804"/>
            <a:chOff x="5094083" y="5360390"/>
            <a:chExt cx="3039349" cy="683316"/>
          </a:xfrm>
          <a:solidFill>
            <a:schemeClr val="bg1"/>
          </a:solidFill>
        </p:grpSpPr>
        <p:sp>
          <p:nvSpPr>
            <p:cNvPr id="7" name="Freeform: Shape 4">
              <a:extLst>
                <a:ext uri="{FF2B5EF4-FFF2-40B4-BE49-F238E27FC236}">
                  <a16:creationId xmlns:a16="http://schemas.microsoft.com/office/drawing/2014/main" id="{F8CB933C-09AA-8C71-2E78-1561B27414F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sp>
          <p:nvSpPr>
            <p:cNvPr id="8" name="Freeform: Shape 5">
              <a:extLst>
                <a:ext uri="{FF2B5EF4-FFF2-40B4-BE49-F238E27FC236}">
                  <a16:creationId xmlns:a16="http://schemas.microsoft.com/office/drawing/2014/main" id="{99E6D307-271F-C8DB-706F-FE50815F9A39}"/>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sp>
          <p:nvSpPr>
            <p:cNvPr id="9" name="Freeform: Shape 6">
              <a:extLst>
                <a:ext uri="{FF2B5EF4-FFF2-40B4-BE49-F238E27FC236}">
                  <a16:creationId xmlns:a16="http://schemas.microsoft.com/office/drawing/2014/main" id="{C39B46B1-97A6-4B30-142D-E2A1330E057D}"/>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sp>
          <p:nvSpPr>
            <p:cNvPr id="10" name="Freeform: Shape 7">
              <a:extLst>
                <a:ext uri="{FF2B5EF4-FFF2-40B4-BE49-F238E27FC236}">
                  <a16:creationId xmlns:a16="http://schemas.microsoft.com/office/drawing/2014/main" id="{9BFEC525-2C7E-E980-B007-932804D5D51E}"/>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sp>
          <p:nvSpPr>
            <p:cNvPr id="11" name="Freeform: Shape 8">
              <a:extLst>
                <a:ext uri="{FF2B5EF4-FFF2-40B4-BE49-F238E27FC236}">
                  <a16:creationId xmlns:a16="http://schemas.microsoft.com/office/drawing/2014/main" id="{4A1347D2-8F0A-9DF0-EE43-F2AA0C1B4213}"/>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grpSp>
      <p:sp>
        <p:nvSpPr>
          <p:cNvPr id="12" name="Rectangle 11">
            <a:extLst>
              <a:ext uri="{FF2B5EF4-FFF2-40B4-BE49-F238E27FC236}">
                <a16:creationId xmlns:a16="http://schemas.microsoft.com/office/drawing/2014/main" id="{AEB98D74-27E3-F044-4F08-EF3F7C226178}"/>
              </a:ext>
            </a:extLst>
          </p:cNvPr>
          <p:cNvSpPr/>
          <p:nvPr userDrawn="1"/>
        </p:nvSpPr>
        <p:spPr>
          <a:xfrm>
            <a:off x="-902128" y="2536529"/>
            <a:ext cx="4660490" cy="289102"/>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000000"/>
              </a:solidFill>
              <a:effectLst/>
              <a:uLnTx/>
              <a:uFillTx/>
              <a:latin typeface="Ubuntu"/>
              <a:ea typeface="+mn-ea"/>
              <a:cs typeface="+mn-cs"/>
            </a:endParaRPr>
          </a:p>
        </p:txBody>
      </p:sp>
      <p:sp>
        <p:nvSpPr>
          <p:cNvPr id="16" name="Rectangle 15">
            <a:extLst>
              <a:ext uri="{FF2B5EF4-FFF2-40B4-BE49-F238E27FC236}">
                <a16:creationId xmlns:a16="http://schemas.microsoft.com/office/drawing/2014/main" id="{B977B1B2-8ECC-4719-803F-E7EBCFD4BEF8}"/>
              </a:ext>
            </a:extLst>
          </p:cNvPr>
          <p:cNvSpPr/>
          <p:nvPr userDrawn="1"/>
        </p:nvSpPr>
        <p:spPr>
          <a:xfrm>
            <a:off x="7696229" y="3673621"/>
            <a:ext cx="4660490" cy="289102"/>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2021588625"/>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Title Slide Message left">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710D5C00-226E-1369-C48F-FBB9D0A2D267}"/>
              </a:ext>
            </a:extLst>
          </p:cNvPr>
          <p:cNvSpPr>
            <a:spLocks noGrp="1"/>
          </p:cNvSpPr>
          <p:nvPr>
            <p:ph type="body" sz="quarter" idx="10" hasCustomPrompt="1"/>
          </p:nvPr>
        </p:nvSpPr>
        <p:spPr>
          <a:xfrm>
            <a:off x="7859991" y="4310970"/>
            <a:ext cx="3776998" cy="844776"/>
          </a:xfrm>
          <a:prstGeom prst="rect">
            <a:avLst/>
          </a:prstGeom>
        </p:spPr>
        <p:txBody>
          <a:bodyPr/>
          <a:lstStyle>
            <a:lvl1pPr algn="l">
              <a:defRPr lang="en-GB" sz="2000" kern="1200" dirty="0" smtClean="0">
                <a:solidFill>
                  <a:schemeClr val="bg1"/>
                </a:solidFill>
                <a:latin typeface="+mn-lt"/>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sp>
        <p:nvSpPr>
          <p:cNvPr id="6" name="Text Placeholder 3">
            <a:extLst>
              <a:ext uri="{FF2B5EF4-FFF2-40B4-BE49-F238E27FC236}">
                <a16:creationId xmlns:a16="http://schemas.microsoft.com/office/drawing/2014/main" id="{141DE9FA-300D-BBCE-A5BC-ECE60B3F1F61}"/>
              </a:ext>
            </a:extLst>
          </p:cNvPr>
          <p:cNvSpPr>
            <a:spLocks noGrp="1"/>
          </p:cNvSpPr>
          <p:nvPr>
            <p:ph type="body" sz="quarter" idx="11" hasCustomPrompt="1"/>
          </p:nvPr>
        </p:nvSpPr>
        <p:spPr>
          <a:xfrm>
            <a:off x="7859991" y="5787865"/>
            <a:ext cx="3776998" cy="546064"/>
          </a:xfrm>
          <a:prstGeom prst="rect">
            <a:avLst/>
          </a:prstGeom>
        </p:spPr>
        <p:txBody>
          <a:bodyPr/>
          <a:lstStyle>
            <a:lvl1pPr algn="l">
              <a:defRPr lang="en-GB" sz="1400" kern="1200" dirty="0" smtClean="0">
                <a:solidFill>
                  <a:schemeClr val="bg1"/>
                </a:solidFill>
                <a:latin typeface="+mn-lt"/>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grpSp>
        <p:nvGrpSpPr>
          <p:cNvPr id="5" name="Group 2">
            <a:extLst>
              <a:ext uri="{FF2B5EF4-FFF2-40B4-BE49-F238E27FC236}">
                <a16:creationId xmlns:a16="http://schemas.microsoft.com/office/drawing/2014/main" id="{97C43731-60F1-A1BC-E630-11D1BE6DDE01}"/>
              </a:ext>
            </a:extLst>
          </p:cNvPr>
          <p:cNvGrpSpPr>
            <a:grpSpLocks noChangeAspect="1"/>
          </p:cNvGrpSpPr>
          <p:nvPr userDrawn="1"/>
        </p:nvGrpSpPr>
        <p:grpSpPr>
          <a:xfrm>
            <a:off x="368802" y="6162345"/>
            <a:ext cx="1872000" cy="420870"/>
            <a:chOff x="5094083" y="5360390"/>
            <a:chExt cx="3039349" cy="683316"/>
          </a:xfrm>
          <a:solidFill>
            <a:schemeClr val="bg2"/>
          </a:solidFill>
        </p:grpSpPr>
        <p:sp>
          <p:nvSpPr>
            <p:cNvPr id="13" name="Freeform: Shape 4">
              <a:extLst>
                <a:ext uri="{FF2B5EF4-FFF2-40B4-BE49-F238E27FC236}">
                  <a16:creationId xmlns:a16="http://schemas.microsoft.com/office/drawing/2014/main" id="{E46A43A4-DCDF-7C78-DDEA-21BACBE7C71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sp>
          <p:nvSpPr>
            <p:cNvPr id="14" name="Freeform: Shape 5">
              <a:extLst>
                <a:ext uri="{FF2B5EF4-FFF2-40B4-BE49-F238E27FC236}">
                  <a16:creationId xmlns:a16="http://schemas.microsoft.com/office/drawing/2014/main" id="{D4834A30-F65C-87DF-9AD8-668233946F32}"/>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sp>
          <p:nvSpPr>
            <p:cNvPr id="15" name="Freeform: Shape 6">
              <a:extLst>
                <a:ext uri="{FF2B5EF4-FFF2-40B4-BE49-F238E27FC236}">
                  <a16:creationId xmlns:a16="http://schemas.microsoft.com/office/drawing/2014/main" id="{97CAB39C-AC38-78BE-6460-1AC31467E31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sp>
          <p:nvSpPr>
            <p:cNvPr id="17" name="Freeform: Shape 7">
              <a:extLst>
                <a:ext uri="{FF2B5EF4-FFF2-40B4-BE49-F238E27FC236}">
                  <a16:creationId xmlns:a16="http://schemas.microsoft.com/office/drawing/2014/main" id="{D6E94E64-5DBF-0D94-8FC8-EDC1F82C3D7C}"/>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sp>
          <p:nvSpPr>
            <p:cNvPr id="18" name="Freeform: Shape 8">
              <a:extLst>
                <a:ext uri="{FF2B5EF4-FFF2-40B4-BE49-F238E27FC236}">
                  <a16:creationId xmlns:a16="http://schemas.microsoft.com/office/drawing/2014/main" id="{C730C3C9-943E-DF05-5213-9E27CF02B89F}"/>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grpSp>
      <p:sp>
        <p:nvSpPr>
          <p:cNvPr id="19" name="Rectangle 18">
            <a:extLst>
              <a:ext uri="{FF2B5EF4-FFF2-40B4-BE49-F238E27FC236}">
                <a16:creationId xmlns:a16="http://schemas.microsoft.com/office/drawing/2014/main" id="{F4AB31BA-122A-A70B-066B-977B193EC8FA}"/>
              </a:ext>
            </a:extLst>
          </p:cNvPr>
          <p:cNvSpPr/>
          <p:nvPr userDrawn="1"/>
        </p:nvSpPr>
        <p:spPr>
          <a:xfrm>
            <a:off x="4124632" y="5229200"/>
            <a:ext cx="8067368" cy="289102"/>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000000"/>
              </a:solidFill>
              <a:effectLst/>
              <a:uLnTx/>
              <a:uFillTx/>
              <a:latin typeface="Ubuntu"/>
              <a:ea typeface="+mn-ea"/>
              <a:cs typeface="+mn-cs"/>
            </a:endParaRPr>
          </a:p>
        </p:txBody>
      </p:sp>
      <p:sp>
        <p:nvSpPr>
          <p:cNvPr id="20" name="Title 19">
            <a:extLst>
              <a:ext uri="{FF2B5EF4-FFF2-40B4-BE49-F238E27FC236}">
                <a16:creationId xmlns:a16="http://schemas.microsoft.com/office/drawing/2014/main" id="{B21B0F02-FE4C-511F-A62B-12E2BACE6D5B}"/>
              </a:ext>
            </a:extLst>
          </p:cNvPr>
          <p:cNvSpPr>
            <a:spLocks noGrp="1"/>
          </p:cNvSpPr>
          <p:nvPr>
            <p:ph type="title" hasCustomPrompt="1"/>
          </p:nvPr>
        </p:nvSpPr>
        <p:spPr>
          <a:xfrm>
            <a:off x="-176980" y="-171399"/>
            <a:ext cx="7713140" cy="6199078"/>
          </a:xfrm>
          <a:prstGeom prst="rect">
            <a:avLst/>
          </a:prstGeom>
        </p:spPr>
        <p:txBody>
          <a:bodyPr/>
          <a:lstStyle>
            <a:lvl1pPr>
              <a:lnSpc>
                <a:spcPct val="75000"/>
              </a:lnSpc>
              <a:defRPr sz="17200">
                <a:solidFill>
                  <a:schemeClr val="accent2"/>
                </a:solidFill>
                <a:latin typeface="Ubuntu Light" panose="020B0304030602030204" pitchFamily="34" charset="0"/>
              </a:defRPr>
            </a:lvl1pPr>
          </a:lstStyle>
          <a:p>
            <a:r>
              <a:rPr lang="en-US" dirty="0"/>
              <a:t>Master title style</a:t>
            </a:r>
          </a:p>
        </p:txBody>
      </p:sp>
    </p:spTree>
    <p:extLst>
      <p:ext uri="{BB962C8B-B14F-4D97-AF65-F5344CB8AC3E}">
        <p14:creationId xmlns:p14="http://schemas.microsoft.com/office/powerpoint/2010/main" val="2848374014"/>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userDrawn="1">
  <p:cSld name="Title Slide 2">
    <p:spTree>
      <p:nvGrpSpPr>
        <p:cNvPr id="1" name=""/>
        <p:cNvGrpSpPr/>
        <p:nvPr/>
      </p:nvGrpSpPr>
      <p:grpSpPr>
        <a:xfrm>
          <a:off x="0" y="0"/>
          <a:ext cx="0" cy="0"/>
          <a:chOff x="0" y="0"/>
          <a:chExt cx="0" cy="0"/>
        </a:xfrm>
      </p:grpSpPr>
      <p:sp>
        <p:nvSpPr>
          <p:cNvPr id="31" name="Picture Placeholder 10">
            <a:extLst>
              <a:ext uri="{FF2B5EF4-FFF2-40B4-BE49-F238E27FC236}">
                <a16:creationId xmlns:a16="http://schemas.microsoft.com/office/drawing/2014/main" id="{CC88A17A-2665-CB64-B35D-1CDAB893EA72}"/>
              </a:ext>
            </a:extLst>
          </p:cNvPr>
          <p:cNvSpPr>
            <a:spLocks noGrp="1"/>
          </p:cNvSpPr>
          <p:nvPr>
            <p:ph type="pic" sz="quarter" idx="13" hasCustomPrompt="1"/>
          </p:nvPr>
        </p:nvSpPr>
        <p:spPr>
          <a:xfrm>
            <a:off x="-1" y="180000"/>
            <a:ext cx="12192001" cy="667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grpSp>
        <p:nvGrpSpPr>
          <p:cNvPr id="14" name="Group 2">
            <a:extLst>
              <a:ext uri="{FF2B5EF4-FFF2-40B4-BE49-F238E27FC236}">
                <a16:creationId xmlns:a16="http://schemas.microsoft.com/office/drawing/2014/main" id="{5570D5EE-65A7-6ED8-B779-4B18D3F9B40F}"/>
              </a:ext>
            </a:extLst>
          </p:cNvPr>
          <p:cNvGrpSpPr>
            <a:grpSpLocks noChangeAspect="1"/>
          </p:cNvGrpSpPr>
          <p:nvPr userDrawn="1"/>
        </p:nvGrpSpPr>
        <p:grpSpPr>
          <a:xfrm>
            <a:off x="9912013" y="6122117"/>
            <a:ext cx="1872000" cy="420870"/>
            <a:chOff x="5094083" y="5360390"/>
            <a:chExt cx="3039349" cy="683316"/>
          </a:xfrm>
          <a:solidFill>
            <a:schemeClr val="bg1"/>
          </a:solidFill>
        </p:grpSpPr>
        <p:sp>
          <p:nvSpPr>
            <p:cNvPr id="15" name="Freeform: Shape 4">
              <a:extLst>
                <a:ext uri="{FF2B5EF4-FFF2-40B4-BE49-F238E27FC236}">
                  <a16:creationId xmlns:a16="http://schemas.microsoft.com/office/drawing/2014/main" id="{D58972C2-A9F5-BC83-6D8B-F2551227EF02}"/>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16" name="Freeform: Shape 5">
              <a:extLst>
                <a:ext uri="{FF2B5EF4-FFF2-40B4-BE49-F238E27FC236}">
                  <a16:creationId xmlns:a16="http://schemas.microsoft.com/office/drawing/2014/main" id="{F1185E33-8F53-63CA-354E-8F831E6BCFB7}"/>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18" name="Freeform: Shape 6">
              <a:extLst>
                <a:ext uri="{FF2B5EF4-FFF2-40B4-BE49-F238E27FC236}">
                  <a16:creationId xmlns:a16="http://schemas.microsoft.com/office/drawing/2014/main" id="{CDD16A12-A8F2-58EF-09CC-13E3376F38BF}"/>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20" name="Freeform: Shape 7">
              <a:extLst>
                <a:ext uri="{FF2B5EF4-FFF2-40B4-BE49-F238E27FC236}">
                  <a16:creationId xmlns:a16="http://schemas.microsoft.com/office/drawing/2014/main" id="{8F3DB536-4854-A063-FC86-800CFAAD2478}"/>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21" name="Freeform: Shape 8">
              <a:extLst>
                <a:ext uri="{FF2B5EF4-FFF2-40B4-BE49-F238E27FC236}">
                  <a16:creationId xmlns:a16="http://schemas.microsoft.com/office/drawing/2014/main" id="{BF1BB4C2-2CFF-9555-916D-B08189B1ED72}"/>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32" name="Title 31">
            <a:extLst>
              <a:ext uri="{FF2B5EF4-FFF2-40B4-BE49-F238E27FC236}">
                <a16:creationId xmlns:a16="http://schemas.microsoft.com/office/drawing/2014/main" id="{E3492C82-376C-10C5-B46C-67C15004D611}"/>
              </a:ext>
            </a:extLst>
          </p:cNvPr>
          <p:cNvSpPr>
            <a:spLocks noGrp="1"/>
          </p:cNvSpPr>
          <p:nvPr>
            <p:ph type="title"/>
          </p:nvPr>
        </p:nvSpPr>
        <p:spPr>
          <a:xfrm>
            <a:off x="551384" y="1628775"/>
            <a:ext cx="6578080" cy="3589714"/>
          </a:xfrm>
          <a:prstGeom prst="rect">
            <a:avLst/>
          </a:prstGeom>
        </p:spPr>
        <p:txBody>
          <a:bodyPr anchor="b"/>
          <a:lstStyle>
            <a:lvl1pPr>
              <a:defRPr sz="5400"/>
            </a:lvl1pPr>
          </a:lstStyle>
          <a:p>
            <a:r>
              <a:rPr lang="en-US" dirty="0"/>
              <a:t>Click to edit Master title style</a:t>
            </a:r>
            <a:endParaRPr lang="en-PL" dirty="0"/>
          </a:p>
        </p:txBody>
      </p:sp>
      <p:sp>
        <p:nvSpPr>
          <p:cNvPr id="34" name="Text Placeholder 33">
            <a:extLst>
              <a:ext uri="{FF2B5EF4-FFF2-40B4-BE49-F238E27FC236}">
                <a16:creationId xmlns:a16="http://schemas.microsoft.com/office/drawing/2014/main" id="{D09EA9EC-658D-5DAE-6157-50A4AA284434}"/>
              </a:ext>
            </a:extLst>
          </p:cNvPr>
          <p:cNvSpPr>
            <a:spLocks noGrp="1"/>
          </p:cNvSpPr>
          <p:nvPr>
            <p:ph type="body" sz="quarter" idx="14"/>
          </p:nvPr>
        </p:nvSpPr>
        <p:spPr>
          <a:xfrm>
            <a:off x="549275" y="5251824"/>
            <a:ext cx="6578080" cy="659722"/>
          </a:xfrm>
          <a:prstGeom prst="rect">
            <a:avLst/>
          </a:prstGeom>
        </p:spPr>
        <p:txBody>
          <a:bodyPr/>
          <a:lstStyle/>
          <a:p>
            <a:pPr lvl="0"/>
            <a:r>
              <a:rPr lang="en-US" dirty="0"/>
              <a:t>Click to edit Master text styles</a:t>
            </a:r>
          </a:p>
        </p:txBody>
      </p:sp>
      <p:sp>
        <p:nvSpPr>
          <p:cNvPr id="3" name="Rectangle 2">
            <a:extLst>
              <a:ext uri="{FF2B5EF4-FFF2-40B4-BE49-F238E27FC236}">
                <a16:creationId xmlns:a16="http://schemas.microsoft.com/office/drawing/2014/main" id="{9E9DF3E1-890B-0648-08D7-23F6A17377B7}"/>
              </a:ext>
            </a:extLst>
          </p:cNvPr>
          <p:cNvSpPr/>
          <p:nvPr userDrawn="1"/>
        </p:nvSpPr>
        <p:spPr>
          <a:xfrm>
            <a:off x="-2" y="0"/>
            <a:ext cx="12192000"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4" name="Text Placeholder 33">
            <a:extLst>
              <a:ext uri="{FF2B5EF4-FFF2-40B4-BE49-F238E27FC236}">
                <a16:creationId xmlns:a16="http://schemas.microsoft.com/office/drawing/2014/main" id="{277C0A79-DE12-2C81-D632-2FB7FA13208C}"/>
              </a:ext>
            </a:extLst>
          </p:cNvPr>
          <p:cNvSpPr>
            <a:spLocks noGrp="1"/>
          </p:cNvSpPr>
          <p:nvPr>
            <p:ph type="body" sz="quarter" idx="15"/>
          </p:nvPr>
        </p:nvSpPr>
        <p:spPr>
          <a:xfrm>
            <a:off x="549275" y="5910502"/>
            <a:ext cx="6578080" cy="659722"/>
          </a:xfrm>
          <a:prstGeom prst="rect">
            <a:avLst/>
          </a:prstGeom>
        </p:spPr>
        <p:txBody>
          <a:bodyPr/>
          <a:lstStyle/>
          <a:p>
            <a:pPr lvl="0"/>
            <a:r>
              <a:rPr lang="en-US" dirty="0"/>
              <a:t>Click to edit Master text styles</a:t>
            </a:r>
          </a:p>
        </p:txBody>
      </p:sp>
    </p:spTree>
    <p:extLst>
      <p:ext uri="{BB962C8B-B14F-4D97-AF65-F5344CB8AC3E}">
        <p14:creationId xmlns:p14="http://schemas.microsoft.com/office/powerpoint/2010/main" val="3952812675"/>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Title Slide 3">
    <p:spTree>
      <p:nvGrpSpPr>
        <p:cNvPr id="1" name=""/>
        <p:cNvGrpSpPr/>
        <p:nvPr/>
      </p:nvGrpSpPr>
      <p:grpSpPr>
        <a:xfrm>
          <a:off x="0" y="0"/>
          <a:ext cx="0" cy="0"/>
          <a:chOff x="0" y="0"/>
          <a:chExt cx="0" cy="0"/>
        </a:xfrm>
      </p:grpSpPr>
      <p:sp>
        <p:nvSpPr>
          <p:cNvPr id="32" name="Picture Placeholder 10">
            <a:extLst>
              <a:ext uri="{FF2B5EF4-FFF2-40B4-BE49-F238E27FC236}">
                <a16:creationId xmlns:a16="http://schemas.microsoft.com/office/drawing/2014/main" id="{3ACE82B0-62A7-4716-0770-25177C6C2523}"/>
              </a:ext>
            </a:extLst>
          </p:cNvPr>
          <p:cNvSpPr>
            <a:spLocks noGrp="1"/>
          </p:cNvSpPr>
          <p:nvPr>
            <p:ph type="pic" sz="quarter" idx="13" hasCustomPrompt="1"/>
          </p:nvPr>
        </p:nvSpPr>
        <p:spPr>
          <a:xfrm>
            <a:off x="180001" y="0"/>
            <a:ext cx="12011999" cy="685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grpSp>
        <p:nvGrpSpPr>
          <p:cNvPr id="33" name="Group 2">
            <a:extLst>
              <a:ext uri="{FF2B5EF4-FFF2-40B4-BE49-F238E27FC236}">
                <a16:creationId xmlns:a16="http://schemas.microsoft.com/office/drawing/2014/main" id="{8F46E283-C322-4D6F-0C87-E9B5787BEF80}"/>
              </a:ext>
            </a:extLst>
          </p:cNvPr>
          <p:cNvGrpSpPr>
            <a:grpSpLocks noChangeAspect="1"/>
          </p:cNvGrpSpPr>
          <p:nvPr userDrawn="1"/>
        </p:nvGrpSpPr>
        <p:grpSpPr>
          <a:xfrm>
            <a:off x="9912013" y="6122117"/>
            <a:ext cx="1872000" cy="420870"/>
            <a:chOff x="5094083" y="5360390"/>
            <a:chExt cx="3039349" cy="683316"/>
          </a:xfrm>
          <a:solidFill>
            <a:schemeClr val="bg1"/>
          </a:solidFill>
        </p:grpSpPr>
        <p:sp>
          <p:nvSpPr>
            <p:cNvPr id="34" name="Freeform: Shape 4">
              <a:extLst>
                <a:ext uri="{FF2B5EF4-FFF2-40B4-BE49-F238E27FC236}">
                  <a16:creationId xmlns:a16="http://schemas.microsoft.com/office/drawing/2014/main" id="{E7C6E56A-237E-269F-8948-94D8630922C0}"/>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35" name="Freeform: Shape 5">
              <a:extLst>
                <a:ext uri="{FF2B5EF4-FFF2-40B4-BE49-F238E27FC236}">
                  <a16:creationId xmlns:a16="http://schemas.microsoft.com/office/drawing/2014/main" id="{69EF9104-8430-F98A-7A15-FE04244E2D36}"/>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36" name="Freeform: Shape 6">
              <a:extLst>
                <a:ext uri="{FF2B5EF4-FFF2-40B4-BE49-F238E27FC236}">
                  <a16:creationId xmlns:a16="http://schemas.microsoft.com/office/drawing/2014/main" id="{0398A75A-EE7F-6840-B64B-CD550ECF76E3}"/>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37" name="Freeform: Shape 7">
              <a:extLst>
                <a:ext uri="{FF2B5EF4-FFF2-40B4-BE49-F238E27FC236}">
                  <a16:creationId xmlns:a16="http://schemas.microsoft.com/office/drawing/2014/main" id="{3586F6A8-69A4-9382-D0C9-7CA34851C34A}"/>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38" name="Freeform: Shape 8">
              <a:extLst>
                <a:ext uri="{FF2B5EF4-FFF2-40B4-BE49-F238E27FC236}">
                  <a16:creationId xmlns:a16="http://schemas.microsoft.com/office/drawing/2014/main" id="{3814A5D2-6C0A-D1F0-266D-7ECB31C3E8E6}"/>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39" name="Title 31">
            <a:extLst>
              <a:ext uri="{FF2B5EF4-FFF2-40B4-BE49-F238E27FC236}">
                <a16:creationId xmlns:a16="http://schemas.microsoft.com/office/drawing/2014/main" id="{F322BC76-B62D-13E1-DFD4-1C84E6221D02}"/>
              </a:ext>
            </a:extLst>
          </p:cNvPr>
          <p:cNvSpPr>
            <a:spLocks noGrp="1"/>
          </p:cNvSpPr>
          <p:nvPr>
            <p:ph type="title"/>
          </p:nvPr>
        </p:nvSpPr>
        <p:spPr>
          <a:xfrm>
            <a:off x="1214394" y="1628775"/>
            <a:ext cx="6578080" cy="3335273"/>
          </a:xfrm>
          <a:prstGeom prst="rect">
            <a:avLst/>
          </a:prstGeom>
        </p:spPr>
        <p:txBody>
          <a:bodyPr anchor="b"/>
          <a:lstStyle>
            <a:lvl1pPr>
              <a:lnSpc>
                <a:spcPct val="90000"/>
              </a:lnSpc>
              <a:defRPr sz="7200">
                <a:latin typeface="Ubuntu Light" panose="020B0304030602030204" pitchFamily="34" charset="0"/>
              </a:defRPr>
            </a:lvl1pPr>
          </a:lstStyle>
          <a:p>
            <a:r>
              <a:rPr lang="en-US" dirty="0"/>
              <a:t>Click to edit Master title style</a:t>
            </a:r>
            <a:endParaRPr lang="en-PL" dirty="0"/>
          </a:p>
        </p:txBody>
      </p:sp>
      <p:sp>
        <p:nvSpPr>
          <p:cNvPr id="40" name="Text Placeholder 33">
            <a:extLst>
              <a:ext uri="{FF2B5EF4-FFF2-40B4-BE49-F238E27FC236}">
                <a16:creationId xmlns:a16="http://schemas.microsoft.com/office/drawing/2014/main" id="{CA8F7439-A11A-B37F-8E7F-1541F8C360C4}"/>
              </a:ext>
            </a:extLst>
          </p:cNvPr>
          <p:cNvSpPr>
            <a:spLocks noGrp="1"/>
          </p:cNvSpPr>
          <p:nvPr>
            <p:ph type="body" sz="quarter" idx="14"/>
          </p:nvPr>
        </p:nvSpPr>
        <p:spPr>
          <a:xfrm>
            <a:off x="1212285" y="5251824"/>
            <a:ext cx="6578080" cy="659722"/>
          </a:xfrm>
          <a:prstGeom prst="rect">
            <a:avLst/>
          </a:prstGeom>
        </p:spPr>
        <p:txBody>
          <a:bodyPr/>
          <a:lstStyle>
            <a:lvl1pPr>
              <a:defRPr sz="2000" b="0"/>
            </a:lvl1pPr>
          </a:lstStyle>
          <a:p>
            <a:pPr lvl="0"/>
            <a:r>
              <a:rPr lang="en-US" dirty="0"/>
              <a:t>Click to edit Master text styles</a:t>
            </a:r>
          </a:p>
        </p:txBody>
      </p:sp>
      <p:sp>
        <p:nvSpPr>
          <p:cNvPr id="3" name="Rectangle 2">
            <a:extLst>
              <a:ext uri="{FF2B5EF4-FFF2-40B4-BE49-F238E27FC236}">
                <a16:creationId xmlns:a16="http://schemas.microsoft.com/office/drawing/2014/main" id="{731224E1-CA4F-0875-C5F0-35D33EADD2EB}"/>
              </a:ext>
            </a:extLst>
          </p:cNvPr>
          <p:cNvSpPr/>
          <p:nvPr userDrawn="1"/>
        </p:nvSpPr>
        <p:spPr>
          <a:xfrm rot="16200000">
            <a:off x="-3338999"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4" name="Text Placeholder 33">
            <a:extLst>
              <a:ext uri="{FF2B5EF4-FFF2-40B4-BE49-F238E27FC236}">
                <a16:creationId xmlns:a16="http://schemas.microsoft.com/office/drawing/2014/main" id="{F38081E3-C84E-8E42-A77A-A602E5F45BEC}"/>
              </a:ext>
            </a:extLst>
          </p:cNvPr>
          <p:cNvSpPr>
            <a:spLocks noGrp="1"/>
          </p:cNvSpPr>
          <p:nvPr>
            <p:ph type="body" sz="quarter" idx="15"/>
          </p:nvPr>
        </p:nvSpPr>
        <p:spPr>
          <a:xfrm>
            <a:off x="1212285" y="5910502"/>
            <a:ext cx="6578080" cy="659722"/>
          </a:xfrm>
          <a:prstGeom prst="rect">
            <a:avLst/>
          </a:prstGeom>
        </p:spPr>
        <p:txBody>
          <a:bodyPr/>
          <a:lstStyle/>
          <a:p>
            <a:pPr lvl="0"/>
            <a:r>
              <a:rPr lang="en-US" dirty="0"/>
              <a:t>Click to edit Master text styles</a:t>
            </a:r>
          </a:p>
        </p:txBody>
      </p:sp>
    </p:spTree>
    <p:extLst>
      <p:ext uri="{BB962C8B-B14F-4D97-AF65-F5344CB8AC3E}">
        <p14:creationId xmlns:p14="http://schemas.microsoft.com/office/powerpoint/2010/main" val="1994609987"/>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Title Slide 4">
    <p:spTree>
      <p:nvGrpSpPr>
        <p:cNvPr id="1" name=""/>
        <p:cNvGrpSpPr/>
        <p:nvPr/>
      </p:nvGrpSpPr>
      <p:grpSpPr>
        <a:xfrm>
          <a:off x="0" y="0"/>
          <a:ext cx="0" cy="0"/>
          <a:chOff x="0" y="0"/>
          <a:chExt cx="0" cy="0"/>
        </a:xfrm>
      </p:grpSpPr>
      <p:sp>
        <p:nvSpPr>
          <p:cNvPr id="43" name="Picture Placeholder 10">
            <a:extLst>
              <a:ext uri="{FF2B5EF4-FFF2-40B4-BE49-F238E27FC236}">
                <a16:creationId xmlns:a16="http://schemas.microsoft.com/office/drawing/2014/main" id="{3C1B8D60-78D7-1E25-C623-7509C881E3E9}"/>
              </a:ext>
            </a:extLst>
          </p:cNvPr>
          <p:cNvSpPr>
            <a:spLocks noGrp="1"/>
          </p:cNvSpPr>
          <p:nvPr>
            <p:ph type="pic" sz="quarter" idx="14"/>
          </p:nvPr>
        </p:nvSpPr>
        <p:spPr>
          <a:xfrm>
            <a:off x="9460018" y="1"/>
            <a:ext cx="2731981" cy="3429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pPr marR="0" lvl="0" fontAlgn="auto">
              <a:spcAft>
                <a:spcPts val="0"/>
              </a:spcAft>
              <a:buClrTx/>
              <a:buSzTx/>
              <a:tabLst/>
            </a:pPr>
            <a:r>
              <a:rPr lang="en-US" dirty="0"/>
              <a:t>Click icon to add picture</a:t>
            </a:r>
          </a:p>
        </p:txBody>
      </p:sp>
      <p:sp>
        <p:nvSpPr>
          <p:cNvPr id="42" name="Picture Placeholder 10">
            <a:extLst>
              <a:ext uri="{FF2B5EF4-FFF2-40B4-BE49-F238E27FC236}">
                <a16:creationId xmlns:a16="http://schemas.microsoft.com/office/drawing/2014/main" id="{E8C91BDE-0FA3-B18C-5405-5DB502E0FBA3}"/>
              </a:ext>
            </a:extLst>
          </p:cNvPr>
          <p:cNvSpPr>
            <a:spLocks noGrp="1"/>
          </p:cNvSpPr>
          <p:nvPr>
            <p:ph type="pic" sz="quarter" idx="13" hasCustomPrompt="1"/>
          </p:nvPr>
        </p:nvSpPr>
        <p:spPr>
          <a:xfrm>
            <a:off x="0" y="0"/>
            <a:ext cx="9280018" cy="685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grpSp>
        <p:nvGrpSpPr>
          <p:cNvPr id="35" name="Group 2">
            <a:extLst>
              <a:ext uri="{FF2B5EF4-FFF2-40B4-BE49-F238E27FC236}">
                <a16:creationId xmlns:a16="http://schemas.microsoft.com/office/drawing/2014/main" id="{586CA03F-ED76-1D2D-90A8-504016961D55}"/>
              </a:ext>
            </a:extLst>
          </p:cNvPr>
          <p:cNvGrpSpPr>
            <a:grpSpLocks noChangeAspect="1"/>
          </p:cNvGrpSpPr>
          <p:nvPr userDrawn="1"/>
        </p:nvGrpSpPr>
        <p:grpSpPr>
          <a:xfrm>
            <a:off x="9912013" y="6122117"/>
            <a:ext cx="1872000" cy="420870"/>
            <a:chOff x="5094083" y="5360390"/>
            <a:chExt cx="3039349" cy="683316"/>
          </a:xfrm>
          <a:solidFill>
            <a:schemeClr val="bg1"/>
          </a:solidFill>
        </p:grpSpPr>
        <p:sp>
          <p:nvSpPr>
            <p:cNvPr id="36" name="Freeform: Shape 4">
              <a:extLst>
                <a:ext uri="{FF2B5EF4-FFF2-40B4-BE49-F238E27FC236}">
                  <a16:creationId xmlns:a16="http://schemas.microsoft.com/office/drawing/2014/main" id="{04CD9986-2686-D8E3-9192-8BEB77750D7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37" name="Freeform: Shape 5">
              <a:extLst>
                <a:ext uri="{FF2B5EF4-FFF2-40B4-BE49-F238E27FC236}">
                  <a16:creationId xmlns:a16="http://schemas.microsoft.com/office/drawing/2014/main" id="{7CD40094-AC2F-9457-AD3F-9AAA89E00C4A}"/>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38" name="Freeform: Shape 6">
              <a:extLst>
                <a:ext uri="{FF2B5EF4-FFF2-40B4-BE49-F238E27FC236}">
                  <a16:creationId xmlns:a16="http://schemas.microsoft.com/office/drawing/2014/main" id="{682D97D4-A5DA-2B1D-3407-13658458A52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39" name="Freeform: Shape 7">
              <a:extLst>
                <a:ext uri="{FF2B5EF4-FFF2-40B4-BE49-F238E27FC236}">
                  <a16:creationId xmlns:a16="http://schemas.microsoft.com/office/drawing/2014/main" id="{FEBEF87B-7156-68DF-4D8A-E84D8A4F0EA2}"/>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40" name="Freeform: Shape 8">
              <a:extLst>
                <a:ext uri="{FF2B5EF4-FFF2-40B4-BE49-F238E27FC236}">
                  <a16:creationId xmlns:a16="http://schemas.microsoft.com/office/drawing/2014/main" id="{3A0B75AC-0F93-D7BF-2568-50E1CFEDF0CA}"/>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44" name="Title 31">
            <a:extLst>
              <a:ext uri="{FF2B5EF4-FFF2-40B4-BE49-F238E27FC236}">
                <a16:creationId xmlns:a16="http://schemas.microsoft.com/office/drawing/2014/main" id="{3551E8D5-6D03-58C4-2A78-E73615CBFD4C}"/>
              </a:ext>
            </a:extLst>
          </p:cNvPr>
          <p:cNvSpPr>
            <a:spLocks noGrp="1"/>
          </p:cNvSpPr>
          <p:nvPr>
            <p:ph type="title"/>
          </p:nvPr>
        </p:nvSpPr>
        <p:spPr>
          <a:xfrm>
            <a:off x="551384" y="1556792"/>
            <a:ext cx="6578080" cy="3661697"/>
          </a:xfrm>
          <a:prstGeom prst="rect">
            <a:avLst/>
          </a:prstGeom>
        </p:spPr>
        <p:txBody>
          <a:bodyPr anchor="b"/>
          <a:lstStyle>
            <a:lvl1pPr>
              <a:defRPr sz="5400">
                <a:solidFill>
                  <a:schemeClr val="bg1"/>
                </a:solidFill>
              </a:defRPr>
            </a:lvl1pPr>
          </a:lstStyle>
          <a:p>
            <a:r>
              <a:rPr lang="en-US" dirty="0"/>
              <a:t>Click to edit Master title style</a:t>
            </a:r>
            <a:endParaRPr lang="en-PL" dirty="0"/>
          </a:p>
        </p:txBody>
      </p:sp>
      <p:sp>
        <p:nvSpPr>
          <p:cNvPr id="45" name="Text Placeholder 33">
            <a:extLst>
              <a:ext uri="{FF2B5EF4-FFF2-40B4-BE49-F238E27FC236}">
                <a16:creationId xmlns:a16="http://schemas.microsoft.com/office/drawing/2014/main" id="{AE8BF6B9-54E0-50CF-ED1F-1556FC6C0905}"/>
              </a:ext>
            </a:extLst>
          </p:cNvPr>
          <p:cNvSpPr>
            <a:spLocks noGrp="1"/>
          </p:cNvSpPr>
          <p:nvPr>
            <p:ph type="body" sz="quarter" idx="15"/>
          </p:nvPr>
        </p:nvSpPr>
        <p:spPr>
          <a:xfrm>
            <a:off x="9912013" y="3893182"/>
            <a:ext cx="1872000" cy="1123397"/>
          </a:xfrm>
          <a:prstGeom prst="rect">
            <a:avLst/>
          </a:prstGeom>
        </p:spPr>
        <p:txBody>
          <a:bodyPr anchor="b">
            <a:noAutofit/>
          </a:bodyPr>
          <a:lstStyle>
            <a:lvl1pPr>
              <a:defRPr sz="2000"/>
            </a:lvl1pPr>
          </a:lstStyle>
          <a:p>
            <a:pPr lvl="0"/>
            <a:r>
              <a:rPr lang="en-US"/>
              <a:t>Click to edit Master text styles</a:t>
            </a:r>
          </a:p>
        </p:txBody>
      </p:sp>
      <p:sp>
        <p:nvSpPr>
          <p:cNvPr id="4" name="Rectangle 3">
            <a:extLst>
              <a:ext uri="{FF2B5EF4-FFF2-40B4-BE49-F238E27FC236}">
                <a16:creationId xmlns:a16="http://schemas.microsoft.com/office/drawing/2014/main" id="{78D281D9-C9E0-F6DF-2438-F4992F7D29D2}"/>
              </a:ext>
            </a:extLst>
          </p:cNvPr>
          <p:cNvSpPr/>
          <p:nvPr userDrawn="1"/>
        </p:nvSpPr>
        <p:spPr>
          <a:xfrm rot="16200000">
            <a:off x="5941020"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3" name="Text Placeholder 33">
            <a:extLst>
              <a:ext uri="{FF2B5EF4-FFF2-40B4-BE49-F238E27FC236}">
                <a16:creationId xmlns:a16="http://schemas.microsoft.com/office/drawing/2014/main" id="{F95A3A44-A840-3420-E0A4-A35DB913338B}"/>
              </a:ext>
            </a:extLst>
          </p:cNvPr>
          <p:cNvSpPr>
            <a:spLocks noGrp="1"/>
          </p:cNvSpPr>
          <p:nvPr>
            <p:ph type="body" sz="quarter" idx="16"/>
          </p:nvPr>
        </p:nvSpPr>
        <p:spPr>
          <a:xfrm>
            <a:off x="9912013" y="5264061"/>
            <a:ext cx="1872000" cy="522985"/>
          </a:xfrm>
          <a:prstGeom prst="rect">
            <a:avLst/>
          </a:prstGeom>
        </p:spPr>
        <p:txBody>
          <a:bodyPr/>
          <a:lstStyle/>
          <a:p>
            <a:pPr lvl="0"/>
            <a:r>
              <a:rPr lang="en-US"/>
              <a:t>Click to edit Master text styles</a:t>
            </a:r>
          </a:p>
        </p:txBody>
      </p:sp>
    </p:spTree>
    <p:extLst>
      <p:ext uri="{BB962C8B-B14F-4D97-AF65-F5344CB8AC3E}">
        <p14:creationId xmlns:p14="http://schemas.microsoft.com/office/powerpoint/2010/main" val="3208098338"/>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userDrawn="1">
  <p:cSld name="Title Slide 6">
    <p:spTree>
      <p:nvGrpSpPr>
        <p:cNvPr id="1" name=""/>
        <p:cNvGrpSpPr/>
        <p:nvPr/>
      </p:nvGrpSpPr>
      <p:grpSpPr>
        <a:xfrm>
          <a:off x="0" y="0"/>
          <a:ext cx="0" cy="0"/>
          <a:chOff x="0" y="0"/>
          <a:chExt cx="0" cy="0"/>
        </a:xfrm>
      </p:grpSpPr>
      <p:sp>
        <p:nvSpPr>
          <p:cNvPr id="42" name="Picture Placeholder 10">
            <a:extLst>
              <a:ext uri="{FF2B5EF4-FFF2-40B4-BE49-F238E27FC236}">
                <a16:creationId xmlns:a16="http://schemas.microsoft.com/office/drawing/2014/main" id="{E8C91BDE-0FA3-B18C-5405-5DB502E0FBA3}"/>
              </a:ext>
            </a:extLst>
          </p:cNvPr>
          <p:cNvSpPr>
            <a:spLocks noGrp="1"/>
          </p:cNvSpPr>
          <p:nvPr>
            <p:ph type="pic" sz="quarter" idx="13" hasCustomPrompt="1"/>
          </p:nvPr>
        </p:nvSpPr>
        <p:spPr>
          <a:xfrm>
            <a:off x="0" y="0"/>
            <a:ext cx="9280018" cy="685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43" name="Picture Placeholder 10">
            <a:extLst>
              <a:ext uri="{FF2B5EF4-FFF2-40B4-BE49-F238E27FC236}">
                <a16:creationId xmlns:a16="http://schemas.microsoft.com/office/drawing/2014/main" id="{3C1B8D60-78D7-1E25-C623-7509C881E3E9}"/>
              </a:ext>
            </a:extLst>
          </p:cNvPr>
          <p:cNvSpPr>
            <a:spLocks noGrp="1"/>
          </p:cNvSpPr>
          <p:nvPr>
            <p:ph type="pic" sz="quarter" idx="14"/>
          </p:nvPr>
        </p:nvSpPr>
        <p:spPr>
          <a:xfrm>
            <a:off x="9460018" y="0"/>
            <a:ext cx="2731981" cy="4949047"/>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pPr marR="0" lvl="0" fontAlgn="auto">
              <a:spcAft>
                <a:spcPts val="0"/>
              </a:spcAft>
              <a:buClrTx/>
              <a:buSzTx/>
              <a:tabLst/>
            </a:pPr>
            <a:r>
              <a:rPr lang="en-US" dirty="0"/>
              <a:t>Click icon to add picture</a:t>
            </a:r>
          </a:p>
        </p:txBody>
      </p:sp>
      <p:grpSp>
        <p:nvGrpSpPr>
          <p:cNvPr id="35" name="Group 2">
            <a:extLst>
              <a:ext uri="{FF2B5EF4-FFF2-40B4-BE49-F238E27FC236}">
                <a16:creationId xmlns:a16="http://schemas.microsoft.com/office/drawing/2014/main" id="{586CA03F-ED76-1D2D-90A8-504016961D55}"/>
              </a:ext>
            </a:extLst>
          </p:cNvPr>
          <p:cNvGrpSpPr>
            <a:grpSpLocks noChangeAspect="1"/>
          </p:cNvGrpSpPr>
          <p:nvPr userDrawn="1"/>
        </p:nvGrpSpPr>
        <p:grpSpPr>
          <a:xfrm>
            <a:off x="9912013" y="6122117"/>
            <a:ext cx="1872000" cy="420870"/>
            <a:chOff x="5094083" y="5360390"/>
            <a:chExt cx="3039349" cy="683316"/>
          </a:xfrm>
          <a:solidFill>
            <a:schemeClr val="bg1"/>
          </a:solidFill>
        </p:grpSpPr>
        <p:sp>
          <p:nvSpPr>
            <p:cNvPr id="36" name="Freeform: Shape 4">
              <a:extLst>
                <a:ext uri="{FF2B5EF4-FFF2-40B4-BE49-F238E27FC236}">
                  <a16:creationId xmlns:a16="http://schemas.microsoft.com/office/drawing/2014/main" id="{04CD9986-2686-D8E3-9192-8BEB77750D7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37" name="Freeform: Shape 5">
              <a:extLst>
                <a:ext uri="{FF2B5EF4-FFF2-40B4-BE49-F238E27FC236}">
                  <a16:creationId xmlns:a16="http://schemas.microsoft.com/office/drawing/2014/main" id="{7CD40094-AC2F-9457-AD3F-9AAA89E00C4A}"/>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38" name="Freeform: Shape 6">
              <a:extLst>
                <a:ext uri="{FF2B5EF4-FFF2-40B4-BE49-F238E27FC236}">
                  <a16:creationId xmlns:a16="http://schemas.microsoft.com/office/drawing/2014/main" id="{682D97D4-A5DA-2B1D-3407-13658458A52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39" name="Freeform: Shape 7">
              <a:extLst>
                <a:ext uri="{FF2B5EF4-FFF2-40B4-BE49-F238E27FC236}">
                  <a16:creationId xmlns:a16="http://schemas.microsoft.com/office/drawing/2014/main" id="{FEBEF87B-7156-68DF-4D8A-E84D8A4F0EA2}"/>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40" name="Freeform: Shape 8">
              <a:extLst>
                <a:ext uri="{FF2B5EF4-FFF2-40B4-BE49-F238E27FC236}">
                  <a16:creationId xmlns:a16="http://schemas.microsoft.com/office/drawing/2014/main" id="{3A0B75AC-0F93-D7BF-2568-50E1CFEDF0CA}"/>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44" name="Title 31">
            <a:extLst>
              <a:ext uri="{FF2B5EF4-FFF2-40B4-BE49-F238E27FC236}">
                <a16:creationId xmlns:a16="http://schemas.microsoft.com/office/drawing/2014/main" id="{3551E8D5-6D03-58C4-2A78-E73615CBFD4C}"/>
              </a:ext>
            </a:extLst>
          </p:cNvPr>
          <p:cNvSpPr>
            <a:spLocks noGrp="1"/>
          </p:cNvSpPr>
          <p:nvPr>
            <p:ph type="title"/>
          </p:nvPr>
        </p:nvSpPr>
        <p:spPr>
          <a:xfrm>
            <a:off x="5087887" y="549275"/>
            <a:ext cx="4036154" cy="3815829"/>
          </a:xfrm>
          <a:prstGeom prst="rect">
            <a:avLst/>
          </a:prstGeom>
        </p:spPr>
        <p:txBody>
          <a:bodyPr anchor="b"/>
          <a:lstStyle>
            <a:lvl1pPr>
              <a:defRPr sz="6600">
                <a:solidFill>
                  <a:schemeClr val="bg1"/>
                </a:solidFill>
                <a:latin typeface="Ubuntu Light" panose="020B0304030602030204" pitchFamily="34" charset="0"/>
              </a:defRPr>
            </a:lvl1pPr>
          </a:lstStyle>
          <a:p>
            <a:r>
              <a:rPr lang="en-US" dirty="0"/>
              <a:t>Click to edit Master title style</a:t>
            </a:r>
            <a:endParaRPr lang="en-PL" dirty="0"/>
          </a:p>
        </p:txBody>
      </p:sp>
      <p:sp>
        <p:nvSpPr>
          <p:cNvPr id="45" name="Text Placeholder 33">
            <a:extLst>
              <a:ext uri="{FF2B5EF4-FFF2-40B4-BE49-F238E27FC236}">
                <a16:creationId xmlns:a16="http://schemas.microsoft.com/office/drawing/2014/main" id="{AE8BF6B9-54E0-50CF-ED1F-1556FC6C0905}"/>
              </a:ext>
            </a:extLst>
          </p:cNvPr>
          <p:cNvSpPr>
            <a:spLocks noGrp="1"/>
          </p:cNvSpPr>
          <p:nvPr>
            <p:ph type="body" sz="quarter" idx="15"/>
          </p:nvPr>
        </p:nvSpPr>
        <p:spPr>
          <a:xfrm>
            <a:off x="5159897" y="4725144"/>
            <a:ext cx="3964144" cy="316404"/>
          </a:xfrm>
          <a:prstGeom prst="rect">
            <a:avLst/>
          </a:prstGeom>
        </p:spPr>
        <p:txBody>
          <a:bodyPr anchor="b">
            <a:noAutofit/>
          </a:bodyPr>
          <a:lstStyle>
            <a:lvl1pPr>
              <a:defRPr sz="2000">
                <a:solidFill>
                  <a:schemeClr val="bg1"/>
                </a:solidFill>
              </a:defRPr>
            </a:lvl1pPr>
          </a:lstStyle>
          <a:p>
            <a:pPr lvl="0"/>
            <a:r>
              <a:rPr lang="en-US" dirty="0"/>
              <a:t>Click to edit Master text styles</a:t>
            </a:r>
          </a:p>
        </p:txBody>
      </p:sp>
      <p:sp>
        <p:nvSpPr>
          <p:cNvPr id="4" name="Rectangle 3">
            <a:extLst>
              <a:ext uri="{FF2B5EF4-FFF2-40B4-BE49-F238E27FC236}">
                <a16:creationId xmlns:a16="http://schemas.microsoft.com/office/drawing/2014/main" id="{78D281D9-C9E0-F6DF-2438-F4992F7D29D2}"/>
              </a:ext>
            </a:extLst>
          </p:cNvPr>
          <p:cNvSpPr/>
          <p:nvPr userDrawn="1"/>
        </p:nvSpPr>
        <p:spPr>
          <a:xfrm rot="16200000">
            <a:off x="5941020"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3" name="Text Placeholder 33">
            <a:extLst>
              <a:ext uri="{FF2B5EF4-FFF2-40B4-BE49-F238E27FC236}">
                <a16:creationId xmlns:a16="http://schemas.microsoft.com/office/drawing/2014/main" id="{F95A3A44-A840-3420-E0A4-A35DB913338B}"/>
              </a:ext>
            </a:extLst>
          </p:cNvPr>
          <p:cNvSpPr>
            <a:spLocks noGrp="1"/>
          </p:cNvSpPr>
          <p:nvPr>
            <p:ph type="body" sz="quarter" idx="16"/>
          </p:nvPr>
        </p:nvSpPr>
        <p:spPr>
          <a:xfrm>
            <a:off x="9912013" y="5264061"/>
            <a:ext cx="1872000" cy="522985"/>
          </a:xfrm>
          <a:prstGeom prst="rect">
            <a:avLst/>
          </a:prstGeom>
        </p:spPr>
        <p:txBody>
          <a:bodyPr/>
          <a:lstStyle/>
          <a:p>
            <a:pPr lvl="0"/>
            <a:r>
              <a:rPr lang="en-US" dirty="0"/>
              <a:t>Click to edit Master text styles</a:t>
            </a:r>
          </a:p>
        </p:txBody>
      </p:sp>
    </p:spTree>
    <p:extLst>
      <p:ext uri="{BB962C8B-B14F-4D97-AF65-F5344CB8AC3E}">
        <p14:creationId xmlns:p14="http://schemas.microsoft.com/office/powerpoint/2010/main" val="649470390"/>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Title Slide 5">
    <p:spTree>
      <p:nvGrpSpPr>
        <p:cNvPr id="1" name=""/>
        <p:cNvGrpSpPr/>
        <p:nvPr/>
      </p:nvGrpSpPr>
      <p:grpSpPr>
        <a:xfrm>
          <a:off x="0" y="0"/>
          <a:ext cx="0" cy="0"/>
          <a:chOff x="0" y="0"/>
          <a:chExt cx="0" cy="0"/>
        </a:xfrm>
      </p:grpSpPr>
      <p:sp>
        <p:nvSpPr>
          <p:cNvPr id="43" name="Picture Placeholder 10">
            <a:extLst>
              <a:ext uri="{FF2B5EF4-FFF2-40B4-BE49-F238E27FC236}">
                <a16:creationId xmlns:a16="http://schemas.microsoft.com/office/drawing/2014/main" id="{3C1B8D60-78D7-1E25-C623-7509C881E3E9}"/>
              </a:ext>
            </a:extLst>
          </p:cNvPr>
          <p:cNvSpPr>
            <a:spLocks noGrp="1"/>
          </p:cNvSpPr>
          <p:nvPr>
            <p:ph type="pic" sz="quarter" idx="14"/>
          </p:nvPr>
        </p:nvSpPr>
        <p:spPr>
          <a:xfrm>
            <a:off x="-1" y="1"/>
            <a:ext cx="2736773" cy="3429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pPr marR="0" lvl="0" fontAlgn="auto">
              <a:spcAft>
                <a:spcPts val="0"/>
              </a:spcAft>
              <a:buClrTx/>
              <a:buSzTx/>
              <a:tabLst/>
            </a:pPr>
            <a:r>
              <a:rPr lang="en-US"/>
              <a:t>Click icon to add picture</a:t>
            </a:r>
          </a:p>
        </p:txBody>
      </p:sp>
      <p:sp>
        <p:nvSpPr>
          <p:cNvPr id="42" name="Picture Placeholder 10">
            <a:extLst>
              <a:ext uri="{FF2B5EF4-FFF2-40B4-BE49-F238E27FC236}">
                <a16:creationId xmlns:a16="http://schemas.microsoft.com/office/drawing/2014/main" id="{E8C91BDE-0FA3-B18C-5405-5DB502E0FBA3}"/>
              </a:ext>
            </a:extLst>
          </p:cNvPr>
          <p:cNvSpPr>
            <a:spLocks noGrp="1"/>
          </p:cNvSpPr>
          <p:nvPr>
            <p:ph type="pic" sz="quarter" idx="13" hasCustomPrompt="1"/>
          </p:nvPr>
        </p:nvSpPr>
        <p:spPr>
          <a:xfrm>
            <a:off x="2916774" y="0"/>
            <a:ext cx="9275226" cy="685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grpSp>
        <p:nvGrpSpPr>
          <p:cNvPr id="35" name="Group 2">
            <a:extLst>
              <a:ext uri="{FF2B5EF4-FFF2-40B4-BE49-F238E27FC236}">
                <a16:creationId xmlns:a16="http://schemas.microsoft.com/office/drawing/2014/main" id="{586CA03F-ED76-1D2D-90A8-504016961D55}"/>
              </a:ext>
            </a:extLst>
          </p:cNvPr>
          <p:cNvGrpSpPr>
            <a:grpSpLocks noChangeAspect="1"/>
          </p:cNvGrpSpPr>
          <p:nvPr userDrawn="1"/>
        </p:nvGrpSpPr>
        <p:grpSpPr>
          <a:xfrm>
            <a:off x="357195" y="6122117"/>
            <a:ext cx="1872000" cy="420870"/>
            <a:chOff x="5094083" y="5360390"/>
            <a:chExt cx="3039349" cy="683316"/>
          </a:xfrm>
          <a:solidFill>
            <a:schemeClr val="bg1"/>
          </a:solidFill>
        </p:grpSpPr>
        <p:sp>
          <p:nvSpPr>
            <p:cNvPr id="36" name="Freeform: Shape 4">
              <a:extLst>
                <a:ext uri="{FF2B5EF4-FFF2-40B4-BE49-F238E27FC236}">
                  <a16:creationId xmlns:a16="http://schemas.microsoft.com/office/drawing/2014/main" id="{04CD9986-2686-D8E3-9192-8BEB77750D7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37" name="Freeform: Shape 5">
              <a:extLst>
                <a:ext uri="{FF2B5EF4-FFF2-40B4-BE49-F238E27FC236}">
                  <a16:creationId xmlns:a16="http://schemas.microsoft.com/office/drawing/2014/main" id="{7CD40094-AC2F-9457-AD3F-9AAA89E00C4A}"/>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38" name="Freeform: Shape 6">
              <a:extLst>
                <a:ext uri="{FF2B5EF4-FFF2-40B4-BE49-F238E27FC236}">
                  <a16:creationId xmlns:a16="http://schemas.microsoft.com/office/drawing/2014/main" id="{682D97D4-A5DA-2B1D-3407-13658458A52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39" name="Freeform: Shape 7">
              <a:extLst>
                <a:ext uri="{FF2B5EF4-FFF2-40B4-BE49-F238E27FC236}">
                  <a16:creationId xmlns:a16="http://schemas.microsoft.com/office/drawing/2014/main" id="{FEBEF87B-7156-68DF-4D8A-E84D8A4F0EA2}"/>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40" name="Freeform: Shape 8">
              <a:extLst>
                <a:ext uri="{FF2B5EF4-FFF2-40B4-BE49-F238E27FC236}">
                  <a16:creationId xmlns:a16="http://schemas.microsoft.com/office/drawing/2014/main" id="{3A0B75AC-0F93-D7BF-2568-50E1CFEDF0CA}"/>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3" name="Title 31">
            <a:extLst>
              <a:ext uri="{FF2B5EF4-FFF2-40B4-BE49-F238E27FC236}">
                <a16:creationId xmlns:a16="http://schemas.microsoft.com/office/drawing/2014/main" id="{D8CA367F-44BB-C4B7-EA59-F1D6214DB4D2}"/>
              </a:ext>
            </a:extLst>
          </p:cNvPr>
          <p:cNvSpPr>
            <a:spLocks noGrp="1"/>
          </p:cNvSpPr>
          <p:nvPr>
            <p:ph type="title"/>
          </p:nvPr>
        </p:nvSpPr>
        <p:spPr>
          <a:xfrm>
            <a:off x="3401003" y="1628775"/>
            <a:ext cx="6578080" cy="3589714"/>
          </a:xfrm>
          <a:prstGeom prst="rect">
            <a:avLst/>
          </a:prstGeom>
        </p:spPr>
        <p:txBody>
          <a:bodyPr anchor="b"/>
          <a:lstStyle>
            <a:lvl1pPr>
              <a:defRPr sz="5400"/>
            </a:lvl1pPr>
          </a:lstStyle>
          <a:p>
            <a:r>
              <a:rPr lang="en-US" dirty="0"/>
              <a:t>Click to edit Master title style</a:t>
            </a:r>
            <a:endParaRPr lang="en-PL" dirty="0"/>
          </a:p>
        </p:txBody>
      </p:sp>
      <p:sp>
        <p:nvSpPr>
          <p:cNvPr id="6" name="Rectangle 5">
            <a:extLst>
              <a:ext uri="{FF2B5EF4-FFF2-40B4-BE49-F238E27FC236}">
                <a16:creationId xmlns:a16="http://schemas.microsoft.com/office/drawing/2014/main" id="{308E3512-1EC7-FD95-4A22-F366C773E9C4}"/>
              </a:ext>
            </a:extLst>
          </p:cNvPr>
          <p:cNvSpPr/>
          <p:nvPr userDrawn="1"/>
        </p:nvSpPr>
        <p:spPr>
          <a:xfrm rot="16200000">
            <a:off x="-602226"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5" name="Text Placeholder 33">
            <a:extLst>
              <a:ext uri="{FF2B5EF4-FFF2-40B4-BE49-F238E27FC236}">
                <a16:creationId xmlns:a16="http://schemas.microsoft.com/office/drawing/2014/main" id="{940C889E-4F97-F9FE-39C5-DFA541A122BB}"/>
              </a:ext>
            </a:extLst>
          </p:cNvPr>
          <p:cNvSpPr>
            <a:spLocks noGrp="1"/>
          </p:cNvSpPr>
          <p:nvPr>
            <p:ph type="body" sz="quarter" idx="16"/>
          </p:nvPr>
        </p:nvSpPr>
        <p:spPr>
          <a:xfrm>
            <a:off x="357195" y="3893182"/>
            <a:ext cx="2088292" cy="1123397"/>
          </a:xfrm>
          <a:prstGeom prst="rect">
            <a:avLst/>
          </a:prstGeom>
        </p:spPr>
        <p:txBody>
          <a:bodyPr anchor="b">
            <a:noAutofit/>
          </a:bodyPr>
          <a:lstStyle>
            <a:lvl1pPr>
              <a:defRPr sz="2000"/>
            </a:lvl1pPr>
          </a:lstStyle>
          <a:p>
            <a:pPr lvl="0"/>
            <a:r>
              <a:rPr lang="en-US" dirty="0"/>
              <a:t>Click to edit Master text styles</a:t>
            </a:r>
          </a:p>
        </p:txBody>
      </p:sp>
      <p:sp>
        <p:nvSpPr>
          <p:cNvPr id="7" name="Text Placeholder 33">
            <a:extLst>
              <a:ext uri="{FF2B5EF4-FFF2-40B4-BE49-F238E27FC236}">
                <a16:creationId xmlns:a16="http://schemas.microsoft.com/office/drawing/2014/main" id="{9C442A3F-8F7B-AF19-BF71-5A8A0790F5CA}"/>
              </a:ext>
            </a:extLst>
          </p:cNvPr>
          <p:cNvSpPr>
            <a:spLocks noGrp="1"/>
          </p:cNvSpPr>
          <p:nvPr>
            <p:ph type="body" sz="quarter" idx="17"/>
          </p:nvPr>
        </p:nvSpPr>
        <p:spPr>
          <a:xfrm>
            <a:off x="357195" y="5264061"/>
            <a:ext cx="2088292" cy="522985"/>
          </a:xfrm>
          <a:prstGeom prst="rect">
            <a:avLst/>
          </a:prstGeom>
        </p:spPr>
        <p:txBody>
          <a:bodyPr/>
          <a:lstStyle/>
          <a:p>
            <a:pPr lvl="0"/>
            <a:r>
              <a:rPr lang="en-US" dirty="0"/>
              <a:t>Click to edit Master text styles</a:t>
            </a:r>
          </a:p>
        </p:txBody>
      </p:sp>
    </p:spTree>
    <p:extLst>
      <p:ext uri="{BB962C8B-B14F-4D97-AF65-F5344CB8AC3E}">
        <p14:creationId xmlns:p14="http://schemas.microsoft.com/office/powerpoint/2010/main" val="1288141421"/>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preserve="1" userDrawn="1">
  <p:cSld name="Agenda 1">
    <p:spTree>
      <p:nvGrpSpPr>
        <p:cNvPr id="1" name=""/>
        <p:cNvGrpSpPr/>
        <p:nvPr/>
      </p:nvGrpSpPr>
      <p:grpSpPr>
        <a:xfrm>
          <a:off x="0" y="0"/>
          <a:ext cx="0" cy="0"/>
          <a:chOff x="0" y="0"/>
          <a:chExt cx="0" cy="0"/>
        </a:xfrm>
      </p:grpSpPr>
      <p:sp>
        <p:nvSpPr>
          <p:cNvPr id="19" name="Picture Placeholder 18">
            <a:extLst>
              <a:ext uri="{FF2B5EF4-FFF2-40B4-BE49-F238E27FC236}">
                <a16:creationId xmlns:a16="http://schemas.microsoft.com/office/drawing/2014/main" id="{6424D2EA-9AAB-3E5E-F5AA-4EFA5797243B}"/>
              </a:ext>
            </a:extLst>
          </p:cNvPr>
          <p:cNvSpPr>
            <a:spLocks noGrp="1"/>
          </p:cNvSpPr>
          <p:nvPr>
            <p:ph type="pic" sz="quarter" idx="10" hasCustomPrompt="1"/>
          </p:nvPr>
        </p:nvSpPr>
        <p:spPr>
          <a:xfrm>
            <a:off x="8878957" y="1"/>
            <a:ext cx="3313043"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2">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6" name="Date Placeholder 5">
            <a:extLst>
              <a:ext uri="{FF2B5EF4-FFF2-40B4-BE49-F238E27FC236}">
                <a16:creationId xmlns:a16="http://schemas.microsoft.com/office/drawing/2014/main" id="{1B8A5C98-55E3-6CFA-5060-B126A46D3044}"/>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7" name="Footer Placeholder 6">
            <a:extLst>
              <a:ext uri="{FF2B5EF4-FFF2-40B4-BE49-F238E27FC236}">
                <a16:creationId xmlns:a16="http://schemas.microsoft.com/office/drawing/2014/main" id="{A234A97A-B56B-79E8-3787-9AAFBD6C39E3}"/>
              </a:ext>
            </a:extLst>
          </p:cNvPr>
          <p:cNvSpPr>
            <a:spLocks noGrp="1"/>
          </p:cNvSpPr>
          <p:nvPr>
            <p:ph type="ftr" sz="quarter" idx="37"/>
          </p:nvPr>
        </p:nvSpPr>
        <p:spPr/>
        <p:txBody>
          <a:bodyPr/>
          <a:lstStyle/>
          <a:p>
            <a:pPr>
              <a:spcBef>
                <a:spcPts val="1000"/>
              </a:spcBef>
              <a:buFont typeface="Arial" panose="020B0604020202020204" pitchFamily="34" charset="0"/>
              <a:buNone/>
            </a:pPr>
            <a:r>
              <a:rPr lang="en-US"/>
              <a:t>Presentation Title | Author | Date</a:t>
            </a:r>
          </a:p>
        </p:txBody>
      </p:sp>
      <p:sp>
        <p:nvSpPr>
          <p:cNvPr id="9" name="Slide Number Placeholder 8">
            <a:extLst>
              <a:ext uri="{FF2B5EF4-FFF2-40B4-BE49-F238E27FC236}">
                <a16:creationId xmlns:a16="http://schemas.microsoft.com/office/drawing/2014/main" id="{10DFE7FA-9896-C83E-3B5B-ACAF7308B1C7}"/>
              </a:ext>
            </a:extLst>
          </p:cNvPr>
          <p:cNvSpPr>
            <a:spLocks noGrp="1"/>
          </p:cNvSpPr>
          <p:nvPr>
            <p:ph type="sldNum" sz="quarter" idx="38"/>
          </p:nvPr>
        </p:nvSpPr>
        <p:spPr/>
        <p:txBody>
          <a:bodyPr/>
          <a:lstStyle/>
          <a:p>
            <a:pPr algn="r"/>
            <a:fld id="{5D9A5160-6218-4E5A-B9E6-B93E3DAE377C}" type="slidenum">
              <a:rPr lang="en-US" smtClean="0"/>
              <a:pPr algn="r"/>
              <a:t>‹#›</a:t>
            </a:fld>
            <a:endParaRPr lang="en-US"/>
          </a:p>
        </p:txBody>
      </p:sp>
      <p:sp>
        <p:nvSpPr>
          <p:cNvPr id="8" name="Logo Placeholder 7">
            <a:extLst>
              <a:ext uri="{FF2B5EF4-FFF2-40B4-BE49-F238E27FC236}">
                <a16:creationId xmlns:a16="http://schemas.microsoft.com/office/drawing/2014/main" id="{62FD468B-B69E-D6B3-0B31-29405A8C9B22}"/>
              </a:ext>
            </a:extLst>
          </p:cNvPr>
          <p:cNvSpPr>
            <a:spLocks noGrp="1"/>
          </p:cNvSpPr>
          <p:nvPr>
            <p:ph type="body" sz="quarter" idx="40" hasCustomPrompt="1"/>
          </p:nvPr>
        </p:nvSpPr>
        <p:spPr>
          <a:xfrm>
            <a:off x="11765626" y="128961"/>
            <a:ext cx="269046" cy="335806"/>
          </a:xfr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10" name="Title Placeholder 4">
            <a:extLst>
              <a:ext uri="{FF2B5EF4-FFF2-40B4-BE49-F238E27FC236}">
                <a16:creationId xmlns:a16="http://schemas.microsoft.com/office/drawing/2014/main" id="{88071F53-FF39-EE02-C206-04BC9BC62837}"/>
              </a:ext>
            </a:extLst>
          </p:cNvPr>
          <p:cNvSpPr>
            <a:spLocks noGrp="1"/>
          </p:cNvSpPr>
          <p:nvPr>
            <p:ph type="title"/>
          </p:nvPr>
        </p:nvSpPr>
        <p:spPr>
          <a:xfrm>
            <a:off x="551384" y="549274"/>
            <a:ext cx="7920880" cy="930372"/>
          </a:xfrm>
          <a:prstGeom prst="rect">
            <a:avLst/>
          </a:prstGeom>
        </p:spPr>
        <p:txBody>
          <a:bodyPr vert="horz" lIns="0" tIns="0" rIns="0" bIns="126000" rtlCol="0" anchor="b" anchorCtr="0">
            <a:noAutofit/>
          </a:bodyPr>
          <a:lstStyle/>
          <a:p>
            <a:pPr lvl="0"/>
            <a:r>
              <a:rPr lang="en-GB" dirty="0"/>
              <a:t>Click to edit Master title style</a:t>
            </a:r>
            <a:endParaRPr lang="de-DE" dirty="0"/>
          </a:p>
        </p:txBody>
      </p:sp>
      <p:sp>
        <p:nvSpPr>
          <p:cNvPr id="11" name="Text Placeholder 1">
            <a:extLst>
              <a:ext uri="{FF2B5EF4-FFF2-40B4-BE49-F238E27FC236}">
                <a16:creationId xmlns:a16="http://schemas.microsoft.com/office/drawing/2014/main" id="{D450594D-C071-DB63-60E9-737FD362024E}"/>
              </a:ext>
            </a:extLst>
          </p:cNvPr>
          <p:cNvSpPr>
            <a:spLocks noGrp="1"/>
          </p:cNvSpPr>
          <p:nvPr>
            <p:ph idx="1" hasCustomPrompt="1"/>
          </p:nvPr>
        </p:nvSpPr>
        <p:spPr>
          <a:xfrm>
            <a:off x="551384" y="1628800"/>
            <a:ext cx="7920880" cy="4668638"/>
          </a:xfrm>
          <a:prstGeom prst="rect">
            <a:avLst/>
          </a:prstGeom>
        </p:spPr>
        <p:txBody>
          <a:bodyPr vert="horz" lIns="0" tIns="0" rIns="0" bIns="0" rtlCol="0">
            <a:noAutofit/>
          </a:body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FFFFFF"/>
              </a:buClr>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FFFFFF"/>
              </a:buClr>
              <a:buSzTx/>
              <a:buFont typeface="System Font Regular"/>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7F3"/>
              </a:buClr>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DB7F3"/>
              </a:buClr>
              <a:buSzTx/>
              <a:buFont typeface="System Font Regular"/>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Fifth level</a:t>
            </a:r>
          </a:p>
        </p:txBody>
      </p:sp>
    </p:spTree>
    <p:extLst>
      <p:ext uri="{BB962C8B-B14F-4D97-AF65-F5344CB8AC3E}">
        <p14:creationId xmlns:p14="http://schemas.microsoft.com/office/powerpoint/2010/main" val="277796913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20" name="Picture Placeholder 7">
            <a:extLst>
              <a:ext uri="{FF2B5EF4-FFF2-40B4-BE49-F238E27FC236}">
                <a16:creationId xmlns:a16="http://schemas.microsoft.com/office/drawing/2014/main" id="{7719DBC8-1C65-EC71-F260-3E45E00F725D}"/>
              </a:ext>
            </a:extLst>
          </p:cNvPr>
          <p:cNvSpPr>
            <a:spLocks noGrp="1"/>
          </p:cNvSpPr>
          <p:nvPr>
            <p:ph type="pic" sz="quarter" idx="18" hasCustomPrompt="1"/>
          </p:nvPr>
        </p:nvSpPr>
        <p:spPr>
          <a:xfrm>
            <a:off x="0" y="0"/>
            <a:ext cx="6096000"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2" name="Date Placeholder 1">
            <a:extLst>
              <a:ext uri="{FF2B5EF4-FFF2-40B4-BE49-F238E27FC236}">
                <a16:creationId xmlns:a16="http://schemas.microsoft.com/office/drawing/2014/main" id="{D1083178-61A2-1584-1F52-83BAE0FEDB3A}"/>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 name="Footer Placeholder 2">
            <a:extLst>
              <a:ext uri="{FF2B5EF4-FFF2-40B4-BE49-F238E27FC236}">
                <a16:creationId xmlns:a16="http://schemas.microsoft.com/office/drawing/2014/main" id="{9DC81A84-1437-02DB-19FA-F60FE73CB356}"/>
              </a:ext>
            </a:extLst>
          </p:cNvPr>
          <p:cNvSpPr>
            <a:spLocks noGrp="1"/>
          </p:cNvSpPr>
          <p:nvPr>
            <p:ph type="ftr" sz="quarter" idx="37"/>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40363D62-2A4A-9126-8811-8637F26ADA0B}"/>
              </a:ext>
            </a:extLst>
          </p:cNvPr>
          <p:cNvSpPr>
            <a:spLocks noGrp="1"/>
          </p:cNvSpPr>
          <p:nvPr>
            <p:ph type="sldNum" sz="quarter" idx="38"/>
          </p:nvPr>
        </p:nvSpPr>
        <p:spPr/>
        <p:txBody>
          <a:bodyPr/>
          <a:lstStyle/>
          <a:p>
            <a:pPr algn="r"/>
            <a:fld id="{5D9A5160-6218-4E5A-B9E6-B93E3DAE377C}" type="slidenum">
              <a:rPr lang="en-US" smtClean="0"/>
              <a:pPr algn="r"/>
              <a:t>‹#›</a:t>
            </a:fld>
            <a:endParaRPr lang="en-US"/>
          </a:p>
        </p:txBody>
      </p:sp>
      <p:sp>
        <p:nvSpPr>
          <p:cNvPr id="5" name="Title Placeholder 4">
            <a:extLst>
              <a:ext uri="{FF2B5EF4-FFF2-40B4-BE49-F238E27FC236}">
                <a16:creationId xmlns:a16="http://schemas.microsoft.com/office/drawing/2014/main" id="{064AC36F-9D88-0AFF-0D23-B3207730506D}"/>
              </a:ext>
            </a:extLst>
          </p:cNvPr>
          <p:cNvSpPr>
            <a:spLocks noGrp="1"/>
          </p:cNvSpPr>
          <p:nvPr>
            <p:ph type="title"/>
          </p:nvPr>
        </p:nvSpPr>
        <p:spPr>
          <a:xfrm>
            <a:off x="6600056" y="549274"/>
            <a:ext cx="5042266" cy="930372"/>
          </a:xfrm>
          <a:prstGeom prst="rect">
            <a:avLst/>
          </a:prstGeom>
        </p:spPr>
        <p:txBody>
          <a:bodyPr vert="horz" lIns="0" tIns="0" rIns="0" bIns="126000" rtlCol="0" anchor="b" anchorCtr="0">
            <a:noAutofit/>
          </a:bodyPr>
          <a:lstStyle/>
          <a:p>
            <a:pPr lvl="0"/>
            <a:r>
              <a:rPr lang="en-GB" dirty="0"/>
              <a:t>Click to edit Master title style</a:t>
            </a:r>
            <a:endParaRPr lang="de-DE" dirty="0"/>
          </a:p>
        </p:txBody>
      </p:sp>
      <p:sp>
        <p:nvSpPr>
          <p:cNvPr id="6" name="Text Placeholder 1">
            <a:extLst>
              <a:ext uri="{FF2B5EF4-FFF2-40B4-BE49-F238E27FC236}">
                <a16:creationId xmlns:a16="http://schemas.microsoft.com/office/drawing/2014/main" id="{A375B4AB-07EC-1162-5248-1C3D791A2711}"/>
              </a:ext>
            </a:extLst>
          </p:cNvPr>
          <p:cNvSpPr>
            <a:spLocks noGrp="1"/>
          </p:cNvSpPr>
          <p:nvPr>
            <p:ph idx="1" hasCustomPrompt="1"/>
          </p:nvPr>
        </p:nvSpPr>
        <p:spPr>
          <a:xfrm>
            <a:off x="6600056" y="1628800"/>
            <a:ext cx="5042266" cy="4668638"/>
          </a:xfrm>
          <a:prstGeom prst="rect">
            <a:avLst/>
          </a:prstGeom>
        </p:spPr>
        <p:txBody>
          <a:bodyPr vert="horz" lIns="0" tIns="0" rIns="0" bIns="0" rtlCol="0">
            <a:noAutofit/>
          </a:bodyPr>
          <a:lstStyle>
            <a:lvl1pPr marL="0" marR="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lvl1pPr>
            <a:lvl2pPr marL="180975" marR="0" indent="-180975" algn="l" defTabSz="914400" rtl="0" eaLnBrk="1" fontAlgn="auto" latinLnBrk="0" hangingPunct="1">
              <a:lnSpc>
                <a:spcPct val="100000"/>
              </a:lnSpc>
              <a:spcBef>
                <a:spcPts val="600"/>
              </a:spcBef>
              <a:spcAft>
                <a:spcPts val="0"/>
              </a:spcAft>
              <a:buClr>
                <a:srgbClr val="FFFFFF"/>
              </a:buClr>
              <a:buSzTx/>
              <a:buFont typeface="Arial" panose="020B0604020202020204" pitchFamily="34" charset="0"/>
              <a:buChar char="•"/>
              <a:tabLst/>
              <a:defRPr/>
            </a:lvl2pPr>
            <a:lvl3pPr marL="360000" marR="0" indent="-180000" algn="l" defTabSz="914400" rtl="0" eaLnBrk="1" fontAlgn="auto" latinLnBrk="0" hangingPunct="1">
              <a:lnSpc>
                <a:spcPct val="100000"/>
              </a:lnSpc>
              <a:spcBef>
                <a:spcPts val="600"/>
              </a:spcBef>
              <a:spcAft>
                <a:spcPts val="0"/>
              </a:spcAft>
              <a:buClr>
                <a:srgbClr val="FFFFFF"/>
              </a:buClr>
              <a:buSzTx/>
              <a:buFont typeface="System Font Regular"/>
              <a:buChar char="-"/>
              <a:tabLst/>
              <a:defRPr/>
            </a:lvl3pPr>
            <a:lvl4pPr marL="539750" marR="0" indent="-180000" algn="l" defTabSz="914400" rtl="0" eaLnBrk="1" fontAlgn="auto" latinLnBrk="0" hangingPunct="1">
              <a:lnSpc>
                <a:spcPct val="100000"/>
              </a:lnSpc>
              <a:spcBef>
                <a:spcPts val="600"/>
              </a:spcBef>
              <a:spcAft>
                <a:spcPts val="0"/>
              </a:spcAft>
              <a:buClr>
                <a:srgbClr val="1DB7F3"/>
              </a:buClr>
              <a:buSzTx/>
              <a:buFont typeface="Arial" panose="020B0604020202020204" pitchFamily="34" charset="0"/>
              <a:buChar char="•"/>
              <a:tabLst/>
              <a:defRPr/>
            </a:lvl4pPr>
            <a:lvl5pPr marL="719138" marR="0" indent="-180975" algn="l" defTabSz="914400" rtl="0" eaLnBrk="1" fontAlgn="auto" latinLnBrk="0" hangingPunct="1">
              <a:lnSpc>
                <a:spcPct val="100000"/>
              </a:lnSpc>
              <a:spcBef>
                <a:spcPts val="600"/>
              </a:spcBef>
              <a:spcAft>
                <a:spcPts val="0"/>
              </a:spcAft>
              <a:buClr>
                <a:srgbClr val="1DB7F3"/>
              </a:buClr>
              <a:buSzTx/>
              <a:buFont typeface="System Font Regular"/>
              <a:buChar char="-"/>
              <a:tabLst/>
              <a:defRPr/>
            </a:lvl5p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FFFFFF"/>
                </a:solidFill>
                <a:effectLst/>
                <a:uLnTx/>
                <a:uFillTx/>
                <a:latin typeface="+mn-lt"/>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FFFFFF"/>
              </a:buClr>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mn-lt"/>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FFFFFF"/>
              </a:buClr>
              <a:buSzTx/>
              <a:buFont typeface="System Font Regular"/>
              <a:buChar char="-"/>
              <a:tabLst/>
              <a:defRPr/>
            </a:pPr>
            <a:r>
              <a:rPr kumimoji="0" lang="en-US" sz="1400" b="0" i="0" u="none" strike="noStrike" kern="1200" cap="none" spc="0" normalizeH="0" baseline="0" noProof="0" dirty="0">
                <a:ln>
                  <a:noFill/>
                </a:ln>
                <a:solidFill>
                  <a:srgbClr val="FFFFFF"/>
                </a:solidFill>
                <a:effectLst/>
                <a:uLnTx/>
                <a:uFillTx/>
                <a:latin typeface="+mn-lt"/>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7F3"/>
              </a:buClr>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mn-lt"/>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DB7F3"/>
              </a:buClr>
              <a:buSzTx/>
              <a:buFont typeface="System Font Regular"/>
              <a:buChar char="-"/>
              <a:tabLst/>
              <a:defRPr/>
            </a:pPr>
            <a:r>
              <a:rPr kumimoji="0" lang="en-US" sz="1400" b="0" i="0" u="none" strike="noStrike" kern="1200" cap="none" spc="0" normalizeH="0" baseline="0" noProof="0" dirty="0">
                <a:ln>
                  <a:noFill/>
                </a:ln>
                <a:solidFill>
                  <a:srgbClr val="FFFFFF"/>
                </a:solidFill>
                <a:effectLst/>
                <a:uLnTx/>
                <a:uFillTx/>
                <a:latin typeface="+mn-lt"/>
                <a:ea typeface="+mn-ea"/>
                <a:cs typeface="+mn-cs"/>
              </a:rPr>
              <a:t>Fifth level</a:t>
            </a:r>
          </a:p>
        </p:txBody>
      </p:sp>
    </p:spTree>
    <p:extLst>
      <p:ext uri="{BB962C8B-B14F-4D97-AF65-F5344CB8AC3E}">
        <p14:creationId xmlns:p14="http://schemas.microsoft.com/office/powerpoint/2010/main" val="2050771765"/>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12" name="Text Placeholder 11">
            <a:extLst>
              <a:ext uri="{FF2B5EF4-FFF2-40B4-BE49-F238E27FC236}">
                <a16:creationId xmlns:a16="http://schemas.microsoft.com/office/drawing/2014/main" id="{D119069D-5D68-4DB4-B45F-92CCC710785E}"/>
              </a:ext>
            </a:extLst>
          </p:cNvPr>
          <p:cNvSpPr>
            <a:spLocks noGrp="1"/>
          </p:cNvSpPr>
          <p:nvPr>
            <p:ph type="body" sz="quarter" idx="24" hasCustomPrompt="1"/>
          </p:nvPr>
        </p:nvSpPr>
        <p:spPr>
          <a:xfrm>
            <a:off x="2207567" y="1628775"/>
            <a:ext cx="9433569"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23" name="Text Placeholder 11">
            <a:extLst>
              <a:ext uri="{FF2B5EF4-FFF2-40B4-BE49-F238E27FC236}">
                <a16:creationId xmlns:a16="http://schemas.microsoft.com/office/drawing/2014/main" id="{AA1A2157-04CD-44FC-8492-E3FAFE326F18}"/>
              </a:ext>
            </a:extLst>
          </p:cNvPr>
          <p:cNvSpPr>
            <a:spLocks noGrp="1"/>
          </p:cNvSpPr>
          <p:nvPr>
            <p:ph type="body" sz="quarter" idx="25" hasCustomPrompt="1"/>
          </p:nvPr>
        </p:nvSpPr>
        <p:spPr>
          <a:xfrm>
            <a:off x="2207567" y="2221388"/>
            <a:ext cx="9433569"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24" name="Text Placeholder 11">
            <a:extLst>
              <a:ext uri="{FF2B5EF4-FFF2-40B4-BE49-F238E27FC236}">
                <a16:creationId xmlns:a16="http://schemas.microsoft.com/office/drawing/2014/main" id="{199E21EB-D052-4206-952C-D3FE77AA1C8D}"/>
              </a:ext>
            </a:extLst>
          </p:cNvPr>
          <p:cNvSpPr>
            <a:spLocks noGrp="1"/>
          </p:cNvSpPr>
          <p:nvPr>
            <p:ph type="body" sz="quarter" idx="26" hasCustomPrompt="1"/>
          </p:nvPr>
        </p:nvSpPr>
        <p:spPr>
          <a:xfrm>
            <a:off x="2207567" y="2814001"/>
            <a:ext cx="9433569"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7" name="Text Placeholder 6">
            <a:extLst>
              <a:ext uri="{FF2B5EF4-FFF2-40B4-BE49-F238E27FC236}">
                <a16:creationId xmlns:a16="http://schemas.microsoft.com/office/drawing/2014/main" id="{C9AA932A-4442-4987-878D-3B69D84A4771}"/>
              </a:ext>
            </a:extLst>
          </p:cNvPr>
          <p:cNvSpPr>
            <a:spLocks noGrp="1"/>
          </p:cNvSpPr>
          <p:nvPr>
            <p:ph type="body" sz="quarter" idx="27" hasCustomPrompt="1"/>
          </p:nvPr>
        </p:nvSpPr>
        <p:spPr>
          <a:xfrm>
            <a:off x="1492499" y="1628775"/>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21" name="Text Placeholder 6">
            <a:extLst>
              <a:ext uri="{FF2B5EF4-FFF2-40B4-BE49-F238E27FC236}">
                <a16:creationId xmlns:a16="http://schemas.microsoft.com/office/drawing/2014/main" id="{EAA65ABF-5E47-4A8A-934B-E9458D034F70}"/>
              </a:ext>
            </a:extLst>
          </p:cNvPr>
          <p:cNvSpPr>
            <a:spLocks noGrp="1"/>
          </p:cNvSpPr>
          <p:nvPr>
            <p:ph type="body" sz="quarter" idx="28" hasCustomPrompt="1"/>
          </p:nvPr>
        </p:nvSpPr>
        <p:spPr>
          <a:xfrm>
            <a:off x="1492499" y="2221388"/>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22" name="Text Placeholder 6">
            <a:extLst>
              <a:ext uri="{FF2B5EF4-FFF2-40B4-BE49-F238E27FC236}">
                <a16:creationId xmlns:a16="http://schemas.microsoft.com/office/drawing/2014/main" id="{AE370511-ABDA-4008-B938-10F0105CBF69}"/>
              </a:ext>
            </a:extLst>
          </p:cNvPr>
          <p:cNvSpPr>
            <a:spLocks noGrp="1"/>
          </p:cNvSpPr>
          <p:nvPr>
            <p:ph type="body" sz="quarter" idx="29" hasCustomPrompt="1"/>
          </p:nvPr>
        </p:nvSpPr>
        <p:spPr>
          <a:xfrm>
            <a:off x="1492499" y="2814001"/>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28" name="Text Placeholder 11">
            <a:extLst>
              <a:ext uri="{FF2B5EF4-FFF2-40B4-BE49-F238E27FC236}">
                <a16:creationId xmlns:a16="http://schemas.microsoft.com/office/drawing/2014/main" id="{CABD3DEA-D9AC-49A6-AB02-7A5380BF5183}"/>
              </a:ext>
            </a:extLst>
          </p:cNvPr>
          <p:cNvSpPr>
            <a:spLocks noGrp="1"/>
          </p:cNvSpPr>
          <p:nvPr>
            <p:ph type="body" sz="quarter" idx="30" hasCustomPrompt="1"/>
          </p:nvPr>
        </p:nvSpPr>
        <p:spPr>
          <a:xfrm>
            <a:off x="2207567" y="3406614"/>
            <a:ext cx="9433569"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29" name="Text Placeholder 11">
            <a:extLst>
              <a:ext uri="{FF2B5EF4-FFF2-40B4-BE49-F238E27FC236}">
                <a16:creationId xmlns:a16="http://schemas.microsoft.com/office/drawing/2014/main" id="{C143C05F-5CEC-4DA0-8030-D7B2370EBBB4}"/>
              </a:ext>
            </a:extLst>
          </p:cNvPr>
          <p:cNvSpPr>
            <a:spLocks noGrp="1"/>
          </p:cNvSpPr>
          <p:nvPr>
            <p:ph type="body" sz="quarter" idx="31" hasCustomPrompt="1"/>
          </p:nvPr>
        </p:nvSpPr>
        <p:spPr>
          <a:xfrm>
            <a:off x="2207567" y="3999227"/>
            <a:ext cx="9433569"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30" name="Text Placeholder 11">
            <a:extLst>
              <a:ext uri="{FF2B5EF4-FFF2-40B4-BE49-F238E27FC236}">
                <a16:creationId xmlns:a16="http://schemas.microsoft.com/office/drawing/2014/main" id="{96B43F80-D448-432F-A45D-FE4715923FC2}"/>
              </a:ext>
            </a:extLst>
          </p:cNvPr>
          <p:cNvSpPr>
            <a:spLocks noGrp="1"/>
          </p:cNvSpPr>
          <p:nvPr>
            <p:ph type="body" sz="quarter" idx="32" hasCustomPrompt="1"/>
          </p:nvPr>
        </p:nvSpPr>
        <p:spPr>
          <a:xfrm>
            <a:off x="2207567" y="4591841"/>
            <a:ext cx="9433569"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31" name="Text Placeholder 6">
            <a:extLst>
              <a:ext uri="{FF2B5EF4-FFF2-40B4-BE49-F238E27FC236}">
                <a16:creationId xmlns:a16="http://schemas.microsoft.com/office/drawing/2014/main" id="{C434EB54-C0D1-4857-9330-87FAFCC49D56}"/>
              </a:ext>
            </a:extLst>
          </p:cNvPr>
          <p:cNvSpPr>
            <a:spLocks noGrp="1"/>
          </p:cNvSpPr>
          <p:nvPr>
            <p:ph type="body" sz="quarter" idx="33" hasCustomPrompt="1"/>
          </p:nvPr>
        </p:nvSpPr>
        <p:spPr>
          <a:xfrm>
            <a:off x="1492499" y="3406614"/>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32" name="Text Placeholder 6">
            <a:extLst>
              <a:ext uri="{FF2B5EF4-FFF2-40B4-BE49-F238E27FC236}">
                <a16:creationId xmlns:a16="http://schemas.microsoft.com/office/drawing/2014/main" id="{F0320016-4C9A-409B-8724-E53F23529A4B}"/>
              </a:ext>
            </a:extLst>
          </p:cNvPr>
          <p:cNvSpPr>
            <a:spLocks noGrp="1"/>
          </p:cNvSpPr>
          <p:nvPr>
            <p:ph type="body" sz="quarter" idx="34" hasCustomPrompt="1"/>
          </p:nvPr>
        </p:nvSpPr>
        <p:spPr>
          <a:xfrm>
            <a:off x="1492499" y="3999227"/>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34" name="Text Placeholder 6">
            <a:extLst>
              <a:ext uri="{FF2B5EF4-FFF2-40B4-BE49-F238E27FC236}">
                <a16:creationId xmlns:a16="http://schemas.microsoft.com/office/drawing/2014/main" id="{F0279A3C-5E27-40F7-98C0-08832F4CE1FB}"/>
              </a:ext>
            </a:extLst>
          </p:cNvPr>
          <p:cNvSpPr>
            <a:spLocks noGrp="1"/>
          </p:cNvSpPr>
          <p:nvPr>
            <p:ph type="body" sz="quarter" idx="35" hasCustomPrompt="1"/>
          </p:nvPr>
        </p:nvSpPr>
        <p:spPr>
          <a:xfrm>
            <a:off x="1492499" y="4591841"/>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4" name="Rectangle 3">
            <a:extLst>
              <a:ext uri="{FF2B5EF4-FFF2-40B4-BE49-F238E27FC236}">
                <a16:creationId xmlns:a16="http://schemas.microsoft.com/office/drawing/2014/main" id="{A57CC5E8-E0D3-3603-2CC6-A8BAF2820A56}"/>
              </a:ext>
            </a:extLst>
          </p:cNvPr>
          <p:cNvSpPr/>
          <p:nvPr userDrawn="1"/>
        </p:nvSpPr>
        <p:spPr>
          <a:xfrm rot="16200000">
            <a:off x="-3343113" y="3343113"/>
            <a:ext cx="6857999" cy="171774"/>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5" name="Date Placeholder 4">
            <a:extLst>
              <a:ext uri="{FF2B5EF4-FFF2-40B4-BE49-F238E27FC236}">
                <a16:creationId xmlns:a16="http://schemas.microsoft.com/office/drawing/2014/main" id="{C85C206C-01EC-0BBE-D2E8-677FD637D3BC}"/>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6" name="Footer Placeholder 5">
            <a:extLst>
              <a:ext uri="{FF2B5EF4-FFF2-40B4-BE49-F238E27FC236}">
                <a16:creationId xmlns:a16="http://schemas.microsoft.com/office/drawing/2014/main" id="{1A7A574E-257C-8BFC-960C-B7B5AD0FA9BD}"/>
              </a:ext>
            </a:extLst>
          </p:cNvPr>
          <p:cNvSpPr>
            <a:spLocks noGrp="1"/>
          </p:cNvSpPr>
          <p:nvPr>
            <p:ph type="ftr" sz="quarter" idx="37"/>
          </p:nvPr>
        </p:nvSpPr>
        <p:spPr/>
        <p:txBody>
          <a:bodyPr/>
          <a:lstStyle/>
          <a:p>
            <a:pPr>
              <a:spcBef>
                <a:spcPts val="1000"/>
              </a:spcBef>
              <a:buFont typeface="Arial" panose="020B0604020202020204" pitchFamily="34" charset="0"/>
              <a:buNone/>
            </a:pPr>
            <a:r>
              <a:rPr lang="en-US"/>
              <a:t>Presentation Title | Author | Date</a:t>
            </a:r>
          </a:p>
        </p:txBody>
      </p:sp>
      <p:sp>
        <p:nvSpPr>
          <p:cNvPr id="10" name="Slide Number Placeholder 9">
            <a:extLst>
              <a:ext uri="{FF2B5EF4-FFF2-40B4-BE49-F238E27FC236}">
                <a16:creationId xmlns:a16="http://schemas.microsoft.com/office/drawing/2014/main" id="{57BCB7A3-F93F-039D-8ADA-0AF4B6D42BBB}"/>
              </a:ext>
            </a:extLst>
          </p:cNvPr>
          <p:cNvSpPr>
            <a:spLocks noGrp="1"/>
          </p:cNvSpPr>
          <p:nvPr>
            <p:ph type="sldNum" sz="quarter" idx="38"/>
          </p:nvPr>
        </p:nvSpPr>
        <p:spPr/>
        <p:txBody>
          <a:bodyPr/>
          <a:lstStyle/>
          <a:p>
            <a:pPr algn="r"/>
            <a:fld id="{5D9A5160-6218-4E5A-B9E6-B93E3DAE377C}" type="slidenum">
              <a:rPr lang="en-US" smtClean="0"/>
              <a:pPr algn="r"/>
              <a:t>‹#›</a:t>
            </a:fld>
            <a:endParaRPr lang="en-US"/>
          </a:p>
        </p:txBody>
      </p:sp>
      <p:sp>
        <p:nvSpPr>
          <p:cNvPr id="8" name="Title Placeholder 4">
            <a:extLst>
              <a:ext uri="{FF2B5EF4-FFF2-40B4-BE49-F238E27FC236}">
                <a16:creationId xmlns:a16="http://schemas.microsoft.com/office/drawing/2014/main" id="{5EC122AA-AED0-3A03-5B9E-6472B3239926}"/>
              </a:ext>
            </a:extLst>
          </p:cNvPr>
          <p:cNvSpPr>
            <a:spLocks noGrp="1"/>
          </p:cNvSpPr>
          <p:nvPr>
            <p:ph type="title" hasCustomPrompt="1"/>
          </p:nvPr>
        </p:nvSpPr>
        <p:spPr>
          <a:xfrm>
            <a:off x="1492498" y="549274"/>
            <a:ext cx="10148637" cy="930372"/>
          </a:xfrm>
          <a:prstGeom prst="rect">
            <a:avLst/>
          </a:prstGeom>
        </p:spPr>
        <p:txBody>
          <a:bodyPr vert="horz" lIns="0" tIns="0" rIns="0" bIns="126000" rtlCol="0" anchor="b" anchorCtr="0">
            <a:noAutofit/>
          </a:bodyPr>
          <a:lstStyle/>
          <a:p>
            <a:pPr lvl="0"/>
            <a:r>
              <a:rPr lang="en-GB" dirty="0"/>
              <a:t>Agenda</a:t>
            </a:r>
            <a:endParaRPr lang="de-DE" dirty="0"/>
          </a:p>
        </p:txBody>
      </p:sp>
    </p:spTree>
    <p:extLst>
      <p:ext uri="{BB962C8B-B14F-4D97-AF65-F5344CB8AC3E}">
        <p14:creationId xmlns:p14="http://schemas.microsoft.com/office/powerpoint/2010/main" val="53732352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12" name="Text Placeholder 11">
            <a:extLst>
              <a:ext uri="{FF2B5EF4-FFF2-40B4-BE49-F238E27FC236}">
                <a16:creationId xmlns:a16="http://schemas.microsoft.com/office/drawing/2014/main" id="{D119069D-5D68-4DB4-B45F-92CCC710785E}"/>
              </a:ext>
            </a:extLst>
          </p:cNvPr>
          <p:cNvSpPr>
            <a:spLocks noGrp="1"/>
          </p:cNvSpPr>
          <p:nvPr>
            <p:ph type="body" sz="quarter" idx="24" hasCustomPrompt="1"/>
          </p:nvPr>
        </p:nvSpPr>
        <p:spPr>
          <a:xfrm>
            <a:off x="1286644" y="1628775"/>
            <a:ext cx="10024942"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23" name="Text Placeholder 11">
            <a:extLst>
              <a:ext uri="{FF2B5EF4-FFF2-40B4-BE49-F238E27FC236}">
                <a16:creationId xmlns:a16="http://schemas.microsoft.com/office/drawing/2014/main" id="{AA1A2157-04CD-44FC-8492-E3FAFE326F18}"/>
              </a:ext>
            </a:extLst>
          </p:cNvPr>
          <p:cNvSpPr>
            <a:spLocks noGrp="1"/>
          </p:cNvSpPr>
          <p:nvPr>
            <p:ph type="body" sz="quarter" idx="25" hasCustomPrompt="1"/>
          </p:nvPr>
        </p:nvSpPr>
        <p:spPr>
          <a:xfrm>
            <a:off x="1286644" y="2221388"/>
            <a:ext cx="10024942"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24" name="Text Placeholder 11">
            <a:extLst>
              <a:ext uri="{FF2B5EF4-FFF2-40B4-BE49-F238E27FC236}">
                <a16:creationId xmlns:a16="http://schemas.microsoft.com/office/drawing/2014/main" id="{199E21EB-D052-4206-952C-D3FE77AA1C8D}"/>
              </a:ext>
            </a:extLst>
          </p:cNvPr>
          <p:cNvSpPr>
            <a:spLocks noGrp="1"/>
          </p:cNvSpPr>
          <p:nvPr>
            <p:ph type="body" sz="quarter" idx="26" hasCustomPrompt="1"/>
          </p:nvPr>
        </p:nvSpPr>
        <p:spPr>
          <a:xfrm>
            <a:off x="1286644" y="2814001"/>
            <a:ext cx="10024942"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7" name="Text Placeholder 6">
            <a:extLst>
              <a:ext uri="{FF2B5EF4-FFF2-40B4-BE49-F238E27FC236}">
                <a16:creationId xmlns:a16="http://schemas.microsoft.com/office/drawing/2014/main" id="{C9AA932A-4442-4987-878D-3B69D84A4771}"/>
              </a:ext>
            </a:extLst>
          </p:cNvPr>
          <p:cNvSpPr>
            <a:spLocks noGrp="1"/>
          </p:cNvSpPr>
          <p:nvPr>
            <p:ph type="body" sz="quarter" idx="27" hasCustomPrompt="1"/>
          </p:nvPr>
        </p:nvSpPr>
        <p:spPr>
          <a:xfrm>
            <a:off x="571574" y="1628775"/>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21" name="Text Placeholder 6">
            <a:extLst>
              <a:ext uri="{FF2B5EF4-FFF2-40B4-BE49-F238E27FC236}">
                <a16:creationId xmlns:a16="http://schemas.microsoft.com/office/drawing/2014/main" id="{EAA65ABF-5E47-4A8A-934B-E9458D034F70}"/>
              </a:ext>
            </a:extLst>
          </p:cNvPr>
          <p:cNvSpPr>
            <a:spLocks noGrp="1"/>
          </p:cNvSpPr>
          <p:nvPr>
            <p:ph type="body" sz="quarter" idx="28" hasCustomPrompt="1"/>
          </p:nvPr>
        </p:nvSpPr>
        <p:spPr>
          <a:xfrm>
            <a:off x="571574" y="2221388"/>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22" name="Text Placeholder 6">
            <a:extLst>
              <a:ext uri="{FF2B5EF4-FFF2-40B4-BE49-F238E27FC236}">
                <a16:creationId xmlns:a16="http://schemas.microsoft.com/office/drawing/2014/main" id="{AE370511-ABDA-4008-B938-10F0105CBF69}"/>
              </a:ext>
            </a:extLst>
          </p:cNvPr>
          <p:cNvSpPr>
            <a:spLocks noGrp="1"/>
          </p:cNvSpPr>
          <p:nvPr>
            <p:ph type="body" sz="quarter" idx="29" hasCustomPrompt="1"/>
          </p:nvPr>
        </p:nvSpPr>
        <p:spPr>
          <a:xfrm>
            <a:off x="571574" y="2814001"/>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28" name="Text Placeholder 11">
            <a:extLst>
              <a:ext uri="{FF2B5EF4-FFF2-40B4-BE49-F238E27FC236}">
                <a16:creationId xmlns:a16="http://schemas.microsoft.com/office/drawing/2014/main" id="{CABD3DEA-D9AC-49A6-AB02-7A5380BF5183}"/>
              </a:ext>
            </a:extLst>
          </p:cNvPr>
          <p:cNvSpPr>
            <a:spLocks noGrp="1"/>
          </p:cNvSpPr>
          <p:nvPr>
            <p:ph type="body" sz="quarter" idx="30" hasCustomPrompt="1"/>
          </p:nvPr>
        </p:nvSpPr>
        <p:spPr>
          <a:xfrm>
            <a:off x="1286644" y="3406614"/>
            <a:ext cx="10024942"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29" name="Text Placeholder 11">
            <a:extLst>
              <a:ext uri="{FF2B5EF4-FFF2-40B4-BE49-F238E27FC236}">
                <a16:creationId xmlns:a16="http://schemas.microsoft.com/office/drawing/2014/main" id="{C143C05F-5CEC-4DA0-8030-D7B2370EBBB4}"/>
              </a:ext>
            </a:extLst>
          </p:cNvPr>
          <p:cNvSpPr>
            <a:spLocks noGrp="1"/>
          </p:cNvSpPr>
          <p:nvPr>
            <p:ph type="body" sz="quarter" idx="31" hasCustomPrompt="1"/>
          </p:nvPr>
        </p:nvSpPr>
        <p:spPr>
          <a:xfrm>
            <a:off x="1286644" y="3999227"/>
            <a:ext cx="10024942"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30" name="Text Placeholder 11">
            <a:extLst>
              <a:ext uri="{FF2B5EF4-FFF2-40B4-BE49-F238E27FC236}">
                <a16:creationId xmlns:a16="http://schemas.microsoft.com/office/drawing/2014/main" id="{96B43F80-D448-432F-A45D-FE4715923FC2}"/>
              </a:ext>
            </a:extLst>
          </p:cNvPr>
          <p:cNvSpPr>
            <a:spLocks noGrp="1"/>
          </p:cNvSpPr>
          <p:nvPr>
            <p:ph type="body" sz="quarter" idx="32" hasCustomPrompt="1"/>
          </p:nvPr>
        </p:nvSpPr>
        <p:spPr>
          <a:xfrm>
            <a:off x="1286644" y="4591841"/>
            <a:ext cx="10024942"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31" name="Text Placeholder 6">
            <a:extLst>
              <a:ext uri="{FF2B5EF4-FFF2-40B4-BE49-F238E27FC236}">
                <a16:creationId xmlns:a16="http://schemas.microsoft.com/office/drawing/2014/main" id="{C434EB54-C0D1-4857-9330-87FAFCC49D56}"/>
              </a:ext>
            </a:extLst>
          </p:cNvPr>
          <p:cNvSpPr>
            <a:spLocks noGrp="1"/>
          </p:cNvSpPr>
          <p:nvPr>
            <p:ph type="body" sz="quarter" idx="33" hasCustomPrompt="1"/>
          </p:nvPr>
        </p:nvSpPr>
        <p:spPr>
          <a:xfrm>
            <a:off x="571574" y="3406614"/>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32" name="Text Placeholder 6">
            <a:extLst>
              <a:ext uri="{FF2B5EF4-FFF2-40B4-BE49-F238E27FC236}">
                <a16:creationId xmlns:a16="http://schemas.microsoft.com/office/drawing/2014/main" id="{F0320016-4C9A-409B-8724-E53F23529A4B}"/>
              </a:ext>
            </a:extLst>
          </p:cNvPr>
          <p:cNvSpPr>
            <a:spLocks noGrp="1"/>
          </p:cNvSpPr>
          <p:nvPr>
            <p:ph type="body" sz="quarter" idx="34" hasCustomPrompt="1"/>
          </p:nvPr>
        </p:nvSpPr>
        <p:spPr>
          <a:xfrm>
            <a:off x="571574" y="3999227"/>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34" name="Text Placeholder 6">
            <a:extLst>
              <a:ext uri="{FF2B5EF4-FFF2-40B4-BE49-F238E27FC236}">
                <a16:creationId xmlns:a16="http://schemas.microsoft.com/office/drawing/2014/main" id="{F0279A3C-5E27-40F7-98C0-08832F4CE1FB}"/>
              </a:ext>
            </a:extLst>
          </p:cNvPr>
          <p:cNvSpPr>
            <a:spLocks noGrp="1"/>
          </p:cNvSpPr>
          <p:nvPr>
            <p:ph type="body" sz="quarter" idx="35" hasCustomPrompt="1"/>
          </p:nvPr>
        </p:nvSpPr>
        <p:spPr>
          <a:xfrm>
            <a:off x="571574" y="4591841"/>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13" name="Date Placeholder 12">
            <a:extLst>
              <a:ext uri="{FF2B5EF4-FFF2-40B4-BE49-F238E27FC236}">
                <a16:creationId xmlns:a16="http://schemas.microsoft.com/office/drawing/2014/main" id="{D3A8E554-610E-ED51-EC6E-2FC32243D4A2}"/>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8" name="Footer Placeholder 17">
            <a:extLst>
              <a:ext uri="{FF2B5EF4-FFF2-40B4-BE49-F238E27FC236}">
                <a16:creationId xmlns:a16="http://schemas.microsoft.com/office/drawing/2014/main" id="{9BFC3022-C813-4A4B-8BBB-04ABD482D773}"/>
              </a:ext>
            </a:extLst>
          </p:cNvPr>
          <p:cNvSpPr>
            <a:spLocks noGrp="1"/>
          </p:cNvSpPr>
          <p:nvPr>
            <p:ph type="ftr" sz="quarter" idx="37"/>
          </p:nvPr>
        </p:nvSpPr>
        <p:spPr/>
        <p:txBody>
          <a:bodyPr/>
          <a:lstStyle/>
          <a:p>
            <a:pPr>
              <a:spcBef>
                <a:spcPts val="1000"/>
              </a:spcBef>
              <a:buFont typeface="Arial" panose="020B0604020202020204" pitchFamily="34" charset="0"/>
              <a:buNone/>
            </a:pPr>
            <a:r>
              <a:rPr lang="en-US"/>
              <a:t>Presentation Title | Author | Date</a:t>
            </a:r>
          </a:p>
        </p:txBody>
      </p:sp>
      <p:sp>
        <p:nvSpPr>
          <p:cNvPr id="19" name="Slide Number Placeholder 18">
            <a:extLst>
              <a:ext uri="{FF2B5EF4-FFF2-40B4-BE49-F238E27FC236}">
                <a16:creationId xmlns:a16="http://schemas.microsoft.com/office/drawing/2014/main" id="{AE448402-C879-6591-3855-645E636D6FAF}"/>
              </a:ext>
            </a:extLst>
          </p:cNvPr>
          <p:cNvSpPr>
            <a:spLocks noGrp="1"/>
          </p:cNvSpPr>
          <p:nvPr>
            <p:ph type="sldNum" sz="quarter" idx="38"/>
          </p:nvPr>
        </p:nvSpPr>
        <p:spPr/>
        <p:txBody>
          <a:bodyPr/>
          <a:lstStyle/>
          <a:p>
            <a:pPr algn="r"/>
            <a:fld id="{5D9A5160-6218-4E5A-B9E6-B93E3DAE377C}" type="slidenum">
              <a:rPr lang="en-US" smtClean="0"/>
              <a:pPr algn="r"/>
              <a:t>‹#›</a:t>
            </a:fld>
            <a:endParaRPr lang="en-US"/>
          </a:p>
        </p:txBody>
      </p:sp>
      <p:sp>
        <p:nvSpPr>
          <p:cNvPr id="2" name="Title Placeholder 4">
            <a:extLst>
              <a:ext uri="{FF2B5EF4-FFF2-40B4-BE49-F238E27FC236}">
                <a16:creationId xmlns:a16="http://schemas.microsoft.com/office/drawing/2014/main" id="{58A80D78-DE60-96EF-D118-992F247BC2BB}"/>
              </a:ext>
            </a:extLst>
          </p:cNvPr>
          <p:cNvSpPr>
            <a:spLocks noGrp="1"/>
          </p:cNvSpPr>
          <p:nvPr>
            <p:ph type="title" hasCustomPrompt="1"/>
          </p:nvPr>
        </p:nvSpPr>
        <p:spPr>
          <a:xfrm>
            <a:off x="551384" y="549274"/>
            <a:ext cx="11090938" cy="930372"/>
          </a:xfrm>
          <a:prstGeom prst="rect">
            <a:avLst/>
          </a:prstGeom>
        </p:spPr>
        <p:txBody>
          <a:bodyPr vert="horz" lIns="0" tIns="0" rIns="0" bIns="126000" rtlCol="0" anchor="b" anchorCtr="0">
            <a:noAutofit/>
          </a:bodyPr>
          <a:lstStyle/>
          <a:p>
            <a:pPr lvl="0"/>
            <a:r>
              <a:rPr lang="en-GB" dirty="0"/>
              <a:t>Agenda</a:t>
            </a:r>
            <a:endParaRPr lang="de-DE" dirty="0"/>
          </a:p>
        </p:txBody>
      </p:sp>
    </p:spTree>
    <p:extLst>
      <p:ext uri="{BB962C8B-B14F-4D97-AF65-F5344CB8AC3E}">
        <p14:creationId xmlns:p14="http://schemas.microsoft.com/office/powerpoint/2010/main" val="1392147476"/>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65D5B6-99D5-A656-18EB-125B9A4CC27A}"/>
              </a:ext>
            </a:extLst>
          </p:cNvPr>
          <p:cNvSpPr/>
          <p:nvPr userDrawn="1"/>
        </p:nvSpPr>
        <p:spPr>
          <a:xfrm>
            <a:off x="5159374" y="4257063"/>
            <a:ext cx="7032625" cy="180000"/>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FFFFFF"/>
              </a:solidFill>
              <a:effectLst/>
              <a:uLnTx/>
              <a:uFillTx/>
              <a:latin typeface="Ubuntu"/>
              <a:ea typeface="+mn-ea"/>
              <a:cs typeface="+mn-cs"/>
            </a:endParaRPr>
          </a:p>
        </p:txBody>
      </p:sp>
      <p:sp>
        <p:nvSpPr>
          <p:cNvPr id="8" name="Text Placeholder 8">
            <a:extLst>
              <a:ext uri="{FF2B5EF4-FFF2-40B4-BE49-F238E27FC236}">
                <a16:creationId xmlns:a16="http://schemas.microsoft.com/office/drawing/2014/main" id="{E2576D65-BA9A-4C38-D195-558BDD9AFD0E}"/>
              </a:ext>
            </a:extLst>
          </p:cNvPr>
          <p:cNvSpPr>
            <a:spLocks noGrp="1"/>
          </p:cNvSpPr>
          <p:nvPr>
            <p:ph type="body" sz="quarter" idx="19" hasCustomPrompt="1"/>
          </p:nvPr>
        </p:nvSpPr>
        <p:spPr>
          <a:xfrm>
            <a:off x="0" y="0"/>
            <a:ext cx="4657725" cy="6858000"/>
          </a:xfrm>
          <a:prstGeom prst="rect">
            <a:avLst/>
          </a:prstGeom>
        </p:spPr>
        <p:txBody>
          <a:bodyPr wrap="none" lIns="0" tIns="972000" rIns="0" bIns="0" anchor="t" anchorCtr="0">
            <a:noAutofit/>
          </a:bodyPr>
          <a:lstStyle>
            <a:lvl1pPr algn="r">
              <a:defRPr sz="40000" spc="-300">
                <a:solidFill>
                  <a:schemeClr val="bg1"/>
                </a:solidFill>
              </a:defRPr>
            </a:lvl1pPr>
          </a:lstStyle>
          <a:p>
            <a:pPr lvl="0"/>
            <a:r>
              <a:rPr lang="en-GB" dirty="0"/>
              <a:t>01</a:t>
            </a:r>
            <a:endParaRPr lang="en-PL" dirty="0"/>
          </a:p>
        </p:txBody>
      </p:sp>
      <p:sp>
        <p:nvSpPr>
          <p:cNvPr id="2" name="Date Placeholder 1">
            <a:extLst>
              <a:ext uri="{FF2B5EF4-FFF2-40B4-BE49-F238E27FC236}">
                <a16:creationId xmlns:a16="http://schemas.microsoft.com/office/drawing/2014/main" id="{D888E175-7057-3F5C-3D05-E1A6DF23539C}"/>
              </a:ext>
            </a:extLst>
          </p:cNvPr>
          <p:cNvSpPr>
            <a:spLocks noGrp="1"/>
          </p:cNvSpPr>
          <p:nvPr>
            <p:ph type="dt" sz="half" idx="2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5" name="Footer Placeholder 4">
            <a:extLst>
              <a:ext uri="{FF2B5EF4-FFF2-40B4-BE49-F238E27FC236}">
                <a16:creationId xmlns:a16="http://schemas.microsoft.com/office/drawing/2014/main" id="{87B29DCD-1860-BCB3-12D3-011B4B8885BF}"/>
              </a:ext>
            </a:extLst>
          </p:cNvPr>
          <p:cNvSpPr>
            <a:spLocks noGrp="1"/>
          </p:cNvSpPr>
          <p:nvPr>
            <p:ph type="ftr" sz="quarter" idx="21"/>
          </p:nvPr>
        </p:nvSpPr>
        <p:spPr/>
        <p:txBody>
          <a:bodyPr/>
          <a:lstStyle/>
          <a:p>
            <a:pPr>
              <a:spcBef>
                <a:spcPts val="1000"/>
              </a:spcBef>
              <a:buFont typeface="Arial" panose="020B0604020202020204" pitchFamily="34" charset="0"/>
              <a:buNone/>
            </a:pPr>
            <a:r>
              <a:rPr lang="en-US"/>
              <a:t>Presentation Title | Author | Date</a:t>
            </a:r>
          </a:p>
        </p:txBody>
      </p:sp>
      <p:sp>
        <p:nvSpPr>
          <p:cNvPr id="7" name="Slide Number Placeholder 6">
            <a:extLst>
              <a:ext uri="{FF2B5EF4-FFF2-40B4-BE49-F238E27FC236}">
                <a16:creationId xmlns:a16="http://schemas.microsoft.com/office/drawing/2014/main" id="{5673F8B8-3459-331B-8856-F82064558CD0}"/>
              </a:ext>
            </a:extLst>
          </p:cNvPr>
          <p:cNvSpPr>
            <a:spLocks noGrp="1"/>
          </p:cNvSpPr>
          <p:nvPr>
            <p:ph type="sldNum" sz="quarter" idx="22"/>
          </p:nvPr>
        </p:nvSpPr>
        <p:spPr/>
        <p:txBody>
          <a:bodyPr/>
          <a:lstStyle/>
          <a:p>
            <a:pPr algn="r"/>
            <a:fld id="{5D9A5160-6218-4E5A-B9E6-B93E3DAE377C}" type="slidenum">
              <a:rPr lang="en-US" smtClean="0"/>
              <a:pPr algn="r"/>
              <a:t>‹#›</a:t>
            </a:fld>
            <a:endParaRPr lang="en-US"/>
          </a:p>
        </p:txBody>
      </p:sp>
      <p:sp>
        <p:nvSpPr>
          <p:cNvPr id="3" name="Title 5">
            <a:extLst>
              <a:ext uri="{FF2B5EF4-FFF2-40B4-BE49-F238E27FC236}">
                <a16:creationId xmlns:a16="http://schemas.microsoft.com/office/drawing/2014/main" id="{7DCE2D01-5178-113C-9D30-34E1AB5BB651}"/>
              </a:ext>
            </a:extLst>
          </p:cNvPr>
          <p:cNvSpPr>
            <a:spLocks noGrp="1"/>
          </p:cNvSpPr>
          <p:nvPr>
            <p:ph type="title" hasCustomPrompt="1"/>
          </p:nvPr>
        </p:nvSpPr>
        <p:spPr>
          <a:xfrm>
            <a:off x="5159374" y="4658810"/>
            <a:ext cx="6487665" cy="1672542"/>
          </a:xfrm>
          <a:prstGeom prst="rect">
            <a:avLst/>
          </a:prstGeom>
        </p:spPr>
        <p:txBody>
          <a:bodyPr vert="horz" lIns="0" tIns="0" rIns="0" bIns="0" rtlCol="0" anchor="t">
            <a:noAutofit/>
          </a:bodyPr>
          <a:lstStyle>
            <a:lvl1pPr>
              <a:spcBef>
                <a:spcPts val="0"/>
              </a:spcBef>
              <a:defRPr lang="en-US" sz="4800">
                <a:latin typeface="+mn-lt"/>
                <a:ea typeface="+mn-ea"/>
                <a:cs typeface="+mn-cs"/>
              </a:defRPr>
            </a:lvl1pPr>
          </a:lstStyle>
          <a:p>
            <a:pPr lvl="0">
              <a:lnSpc>
                <a:spcPct val="100000"/>
              </a:lnSpc>
              <a:spcBef>
                <a:spcPts val="1800"/>
              </a:spcBef>
              <a:buFont typeface="Arial" panose="020B0604020202020204" pitchFamily="34" charset="0"/>
            </a:pPr>
            <a:r>
              <a:rPr lang="en-US" dirty="0"/>
              <a:t>Click to add title</a:t>
            </a:r>
          </a:p>
        </p:txBody>
      </p:sp>
    </p:spTree>
    <p:extLst>
      <p:ext uri="{BB962C8B-B14F-4D97-AF65-F5344CB8AC3E}">
        <p14:creationId xmlns:p14="http://schemas.microsoft.com/office/powerpoint/2010/main" val="4145560730"/>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Divider Photo 1">
    <p:spTree>
      <p:nvGrpSpPr>
        <p:cNvPr id="1" name=""/>
        <p:cNvGrpSpPr/>
        <p:nvPr/>
      </p:nvGrpSpPr>
      <p:grpSpPr>
        <a:xfrm>
          <a:off x="0" y="0"/>
          <a:ext cx="0" cy="0"/>
          <a:chOff x="0" y="0"/>
          <a:chExt cx="0" cy="0"/>
        </a:xfrm>
      </p:grpSpPr>
      <p:sp>
        <p:nvSpPr>
          <p:cNvPr id="2" name="Picture Placeholder 10">
            <a:extLst>
              <a:ext uri="{FF2B5EF4-FFF2-40B4-BE49-F238E27FC236}">
                <a16:creationId xmlns:a16="http://schemas.microsoft.com/office/drawing/2014/main" id="{8AD156C1-F91F-57E6-BFA6-A0059404D21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7" name="Text Placeholder 8">
            <a:extLst>
              <a:ext uri="{FF2B5EF4-FFF2-40B4-BE49-F238E27FC236}">
                <a16:creationId xmlns:a16="http://schemas.microsoft.com/office/drawing/2014/main" id="{516D0E3A-0719-64AB-54D1-64F80BE164A7}"/>
              </a:ext>
            </a:extLst>
          </p:cNvPr>
          <p:cNvSpPr>
            <a:spLocks noGrp="1"/>
          </p:cNvSpPr>
          <p:nvPr>
            <p:ph type="body" sz="quarter" idx="19" hasCustomPrompt="1"/>
          </p:nvPr>
        </p:nvSpPr>
        <p:spPr>
          <a:xfrm>
            <a:off x="0" y="0"/>
            <a:ext cx="4657725" cy="6858000"/>
          </a:xfrm>
          <a:prstGeom prst="rect">
            <a:avLst/>
          </a:prstGeom>
        </p:spPr>
        <p:txBody>
          <a:bodyPr wrap="none" lIns="0" tIns="972000" rIns="0" bIns="0" anchor="t" anchorCtr="0">
            <a:noAutofit/>
          </a:bodyPr>
          <a:lstStyle>
            <a:lvl1pPr algn="r">
              <a:defRPr sz="40000" spc="-300">
                <a:solidFill>
                  <a:schemeClr val="bg1"/>
                </a:solidFill>
              </a:defRPr>
            </a:lvl1pPr>
          </a:lstStyle>
          <a:p>
            <a:pPr lvl="0"/>
            <a:r>
              <a:rPr lang="en-GB" dirty="0"/>
              <a:t>01</a:t>
            </a:r>
            <a:endParaRPr lang="en-PL" dirty="0"/>
          </a:p>
        </p:txBody>
      </p:sp>
      <p:sp>
        <p:nvSpPr>
          <p:cNvPr id="16" name="Date Placeholder 15">
            <a:extLst>
              <a:ext uri="{FF2B5EF4-FFF2-40B4-BE49-F238E27FC236}">
                <a16:creationId xmlns:a16="http://schemas.microsoft.com/office/drawing/2014/main" id="{49CD99F0-AA6A-8A74-80DA-FCF12D30E56D}"/>
              </a:ext>
            </a:extLst>
          </p:cNvPr>
          <p:cNvSpPr>
            <a:spLocks noGrp="1"/>
          </p:cNvSpPr>
          <p:nvPr>
            <p:ph type="dt" sz="half" idx="20"/>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7" name="Footer Placeholder 16">
            <a:extLst>
              <a:ext uri="{FF2B5EF4-FFF2-40B4-BE49-F238E27FC236}">
                <a16:creationId xmlns:a16="http://schemas.microsoft.com/office/drawing/2014/main" id="{F17F6240-FF3A-51A1-CB87-F17DD5B550AC}"/>
              </a:ext>
            </a:extLst>
          </p:cNvPr>
          <p:cNvSpPr>
            <a:spLocks noGrp="1"/>
          </p:cNvSpPr>
          <p:nvPr>
            <p:ph type="ftr" sz="quarter" idx="21"/>
          </p:nvPr>
        </p:nvSpPr>
        <p:spPr/>
        <p:txBody>
          <a:bodyPr/>
          <a:lstStyle/>
          <a:p>
            <a:pPr>
              <a:spcBef>
                <a:spcPts val="1000"/>
              </a:spcBef>
              <a:buFont typeface="Arial" panose="020B0604020202020204" pitchFamily="34" charset="0"/>
              <a:buNone/>
            </a:pPr>
            <a:r>
              <a:rPr lang="en-US"/>
              <a:t>Presentation Title | Author | Date</a:t>
            </a:r>
          </a:p>
        </p:txBody>
      </p:sp>
      <p:sp>
        <p:nvSpPr>
          <p:cNvPr id="18" name="Slide Number Placeholder 17">
            <a:extLst>
              <a:ext uri="{FF2B5EF4-FFF2-40B4-BE49-F238E27FC236}">
                <a16:creationId xmlns:a16="http://schemas.microsoft.com/office/drawing/2014/main" id="{325C9A5C-680C-6EA0-3B81-433A858DD497}"/>
              </a:ext>
            </a:extLst>
          </p:cNvPr>
          <p:cNvSpPr>
            <a:spLocks noGrp="1"/>
          </p:cNvSpPr>
          <p:nvPr>
            <p:ph type="sldNum" sz="quarter" idx="22"/>
          </p:nvPr>
        </p:nvSpPr>
        <p:spPr/>
        <p:txBody>
          <a:bodyPr/>
          <a:lstStyle/>
          <a:p>
            <a:pPr algn="r"/>
            <a:fld id="{5D9A5160-6218-4E5A-B9E6-B93E3DAE377C}" type="slidenum">
              <a:rPr lang="en-US" smtClean="0"/>
              <a:pPr algn="r"/>
              <a:t>‹#›</a:t>
            </a:fld>
            <a:endParaRPr lang="en-US"/>
          </a:p>
        </p:txBody>
      </p:sp>
      <p:sp>
        <p:nvSpPr>
          <p:cNvPr id="4" name="Title 5">
            <a:extLst>
              <a:ext uri="{FF2B5EF4-FFF2-40B4-BE49-F238E27FC236}">
                <a16:creationId xmlns:a16="http://schemas.microsoft.com/office/drawing/2014/main" id="{A022EE47-7265-260F-F3DB-845EB02DA2C7}"/>
              </a:ext>
            </a:extLst>
          </p:cNvPr>
          <p:cNvSpPr>
            <a:spLocks noGrp="1"/>
          </p:cNvSpPr>
          <p:nvPr>
            <p:ph type="title" hasCustomPrompt="1"/>
          </p:nvPr>
        </p:nvSpPr>
        <p:spPr>
          <a:xfrm>
            <a:off x="5159374" y="4658810"/>
            <a:ext cx="6487665" cy="1672542"/>
          </a:xfrm>
          <a:prstGeom prst="rect">
            <a:avLst/>
          </a:prstGeom>
        </p:spPr>
        <p:txBody>
          <a:bodyPr vert="horz" lIns="0" tIns="0" rIns="0" bIns="0" rtlCol="0" anchor="t">
            <a:noAutofit/>
          </a:bodyPr>
          <a:lstStyle>
            <a:lvl1pPr>
              <a:spcBef>
                <a:spcPts val="0"/>
              </a:spcBef>
              <a:defRPr lang="en-US" sz="4800">
                <a:latin typeface="+mn-lt"/>
                <a:ea typeface="+mn-ea"/>
                <a:cs typeface="+mn-cs"/>
              </a:defRPr>
            </a:lvl1pPr>
          </a:lstStyle>
          <a:p>
            <a:pPr lvl="0">
              <a:lnSpc>
                <a:spcPct val="100000"/>
              </a:lnSpc>
              <a:spcBef>
                <a:spcPts val="1800"/>
              </a:spcBef>
              <a:buFont typeface="Arial" panose="020B0604020202020204" pitchFamily="34" charset="0"/>
            </a:pPr>
            <a:r>
              <a:rPr lang="en-US" dirty="0"/>
              <a:t>Click to add title</a:t>
            </a:r>
          </a:p>
        </p:txBody>
      </p:sp>
      <p:sp>
        <p:nvSpPr>
          <p:cNvPr id="5" name="Gradient Placeholder 5">
            <a:extLst>
              <a:ext uri="{FF2B5EF4-FFF2-40B4-BE49-F238E27FC236}">
                <a16:creationId xmlns:a16="http://schemas.microsoft.com/office/drawing/2014/main" id="{553291F0-B51D-C4C4-3EAA-0065D33DB519}"/>
              </a:ext>
            </a:extLst>
          </p:cNvPr>
          <p:cNvSpPr>
            <a:spLocks noGrp="1"/>
          </p:cNvSpPr>
          <p:nvPr>
            <p:ph type="body" sz="quarter" idx="28" hasCustomPrompt="1"/>
          </p:nvPr>
        </p:nvSpPr>
        <p:spPr>
          <a:xfrm>
            <a:off x="5159374" y="4257063"/>
            <a:ext cx="7032625" cy="180000"/>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a:defRPr kumimoji="0" lang="en-US" sz="700" b="0" i="0" u="none" strike="noStrike" kern="0" cap="none" spc="0" normalizeH="0" baseline="0" dirty="0" smtClean="0">
                <a:ln>
                  <a:noFill/>
                </a:ln>
                <a:solidFill>
                  <a:schemeClr val="tx2"/>
                </a:solidFill>
                <a:effectLst/>
                <a:uLnTx/>
                <a:uFillTx/>
                <a:latin typeface="Ubuntu"/>
              </a:defRPr>
            </a:lvl1pPr>
          </a:lstStyle>
          <a:p>
            <a:pPr lvl="0" algn="ctr">
              <a:spcBef>
                <a:spcPts val="0"/>
              </a:spcBef>
              <a:buFontTx/>
            </a:pPr>
            <a:r>
              <a:rPr lang="en-US" dirty="0"/>
              <a:t>Gradient in placeholder</a:t>
            </a:r>
          </a:p>
        </p:txBody>
      </p:sp>
      <p:sp>
        <p:nvSpPr>
          <p:cNvPr id="6" name="Logo Placeholder 7">
            <a:extLst>
              <a:ext uri="{FF2B5EF4-FFF2-40B4-BE49-F238E27FC236}">
                <a16:creationId xmlns:a16="http://schemas.microsoft.com/office/drawing/2014/main" id="{037A4E75-96BD-40C1-5426-1D75197D4835}"/>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1178410940"/>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09BB1339-F341-E41B-4A76-E0462FDC1FEA}"/>
              </a:ext>
            </a:extLst>
          </p:cNvPr>
          <p:cNvSpPr/>
          <p:nvPr userDrawn="1"/>
        </p:nvSpPr>
        <p:spPr>
          <a:xfrm rot="16200000">
            <a:off x="-50850" y="3339001"/>
            <a:ext cx="6857998" cy="180000"/>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000000"/>
              </a:solidFill>
              <a:effectLst/>
              <a:uLnTx/>
              <a:uFillTx/>
              <a:latin typeface="Ubuntu"/>
              <a:ea typeface="+mn-ea"/>
              <a:cs typeface="+mn-cs"/>
            </a:endParaRPr>
          </a:p>
        </p:txBody>
      </p:sp>
      <p:sp>
        <p:nvSpPr>
          <p:cNvPr id="3" name="Date Placeholder 2">
            <a:extLst>
              <a:ext uri="{FF2B5EF4-FFF2-40B4-BE49-F238E27FC236}">
                <a16:creationId xmlns:a16="http://schemas.microsoft.com/office/drawing/2014/main" id="{8811E274-2B57-BD57-2F68-DBB426EFCE65}"/>
              </a:ext>
            </a:extLst>
          </p:cNvPr>
          <p:cNvSpPr>
            <a:spLocks noGrp="1"/>
          </p:cNvSpPr>
          <p:nvPr>
            <p:ph type="dt" sz="half" idx="19"/>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09CE6D32-8A75-0D6E-E71F-DAACF84605EC}"/>
              </a:ext>
            </a:extLst>
          </p:cNvPr>
          <p:cNvSpPr>
            <a:spLocks noGrp="1"/>
          </p:cNvSpPr>
          <p:nvPr>
            <p:ph type="ftr" sz="quarter" idx="20"/>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0977DCB7-EB08-EC5A-73FF-FB5F850C5C25}"/>
              </a:ext>
            </a:extLst>
          </p:cNvPr>
          <p:cNvSpPr>
            <a:spLocks noGrp="1"/>
          </p:cNvSpPr>
          <p:nvPr>
            <p:ph type="sldNum" sz="quarter" idx="21"/>
          </p:nvPr>
        </p:nvSpPr>
        <p:spPr/>
        <p:txBody>
          <a:bodyPr/>
          <a:lstStyle/>
          <a:p>
            <a:pPr algn="r"/>
            <a:fld id="{5D9A5160-6218-4E5A-B9E6-B93E3DAE377C}" type="slidenum">
              <a:rPr lang="en-US" smtClean="0"/>
              <a:pPr algn="r"/>
              <a:t>‹#›</a:t>
            </a:fld>
            <a:endParaRPr lang="en-US"/>
          </a:p>
        </p:txBody>
      </p:sp>
      <p:sp>
        <p:nvSpPr>
          <p:cNvPr id="2" name="Text Placeholder 4">
            <a:extLst>
              <a:ext uri="{FF2B5EF4-FFF2-40B4-BE49-F238E27FC236}">
                <a16:creationId xmlns:a16="http://schemas.microsoft.com/office/drawing/2014/main" id="{4A817565-9001-247F-79DD-05918F3A13BF}"/>
              </a:ext>
            </a:extLst>
          </p:cNvPr>
          <p:cNvSpPr>
            <a:spLocks noGrp="1"/>
          </p:cNvSpPr>
          <p:nvPr>
            <p:ph type="body" sz="quarter" idx="22" hasCustomPrompt="1"/>
          </p:nvPr>
        </p:nvSpPr>
        <p:spPr>
          <a:xfrm>
            <a:off x="-433" y="0"/>
            <a:ext cx="2736304" cy="2924175"/>
          </a:xfrm>
          <a:prstGeom prst="rect">
            <a:avLst/>
          </a:prstGeom>
        </p:spPr>
        <p:txBody>
          <a:bodyPr vert="vert270" wrap="none" lIns="0" tIns="0" rIns="0" bIns="0" rtlCol="0" anchor="t" anchorCtr="0">
            <a:noAutofit/>
          </a:bodyPr>
          <a:lstStyle>
            <a:lvl1pPr>
              <a:defRPr lang="en-US" sz="16600" b="0" cap="none" spc="0" baseline="0" dirty="0" smtClean="0"/>
            </a:lvl1pPr>
          </a:lstStyle>
          <a:p>
            <a:pPr lvl="0">
              <a:spcBef>
                <a:spcPts val="0"/>
              </a:spcBef>
            </a:pPr>
            <a:r>
              <a:rPr lang="en-US" dirty="0"/>
              <a:t>01</a:t>
            </a:r>
          </a:p>
        </p:txBody>
      </p:sp>
      <p:sp>
        <p:nvSpPr>
          <p:cNvPr id="5" name="Title 5">
            <a:extLst>
              <a:ext uri="{FF2B5EF4-FFF2-40B4-BE49-F238E27FC236}">
                <a16:creationId xmlns:a16="http://schemas.microsoft.com/office/drawing/2014/main" id="{69AA6FDE-53A6-F991-A1A2-36AF59A49000}"/>
              </a:ext>
            </a:extLst>
          </p:cNvPr>
          <p:cNvSpPr>
            <a:spLocks noGrp="1"/>
          </p:cNvSpPr>
          <p:nvPr>
            <p:ph type="title" hasCustomPrompt="1"/>
          </p:nvPr>
        </p:nvSpPr>
        <p:spPr>
          <a:xfrm>
            <a:off x="4253696" y="1510496"/>
            <a:ext cx="7393343" cy="2887883"/>
          </a:xfrm>
          <a:prstGeom prst="rect">
            <a:avLst/>
          </a:prstGeom>
        </p:spPr>
        <p:txBody>
          <a:bodyPr vert="horz" lIns="0" tIns="0" rIns="0" bIns="0" rtlCol="0" anchor="t">
            <a:noAutofit/>
          </a:bodyPr>
          <a:lstStyle>
            <a:lvl1pPr>
              <a:spcBef>
                <a:spcPts val="0"/>
              </a:spcBef>
              <a:defRPr lang="en-US" sz="5400">
                <a:latin typeface="+mn-lt"/>
                <a:ea typeface="+mn-ea"/>
                <a:cs typeface="+mn-cs"/>
              </a:defRPr>
            </a:lvl1pPr>
          </a:lstStyle>
          <a:p>
            <a:pPr lvl="0">
              <a:lnSpc>
                <a:spcPct val="100000"/>
              </a:lnSpc>
              <a:spcBef>
                <a:spcPts val="1800"/>
              </a:spcBef>
              <a:buFont typeface="Arial" panose="020B0604020202020204" pitchFamily="34" charset="0"/>
            </a:pPr>
            <a:r>
              <a:rPr lang="en-US" dirty="0"/>
              <a:t>Click to add title</a:t>
            </a:r>
          </a:p>
        </p:txBody>
      </p:sp>
    </p:spTree>
    <p:extLst>
      <p:ext uri="{BB962C8B-B14F-4D97-AF65-F5344CB8AC3E}">
        <p14:creationId xmlns:p14="http://schemas.microsoft.com/office/powerpoint/2010/main" val="2732898023"/>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Divider Photo 2">
    <p:spTree>
      <p:nvGrpSpPr>
        <p:cNvPr id="1" name=""/>
        <p:cNvGrpSpPr/>
        <p:nvPr/>
      </p:nvGrpSpPr>
      <p:grpSpPr>
        <a:xfrm>
          <a:off x="0" y="0"/>
          <a:ext cx="0" cy="0"/>
          <a:chOff x="0" y="0"/>
          <a:chExt cx="0" cy="0"/>
        </a:xfrm>
      </p:grpSpPr>
      <p:sp>
        <p:nvSpPr>
          <p:cNvPr id="2" name="Picture Placeholder 10">
            <a:extLst>
              <a:ext uri="{FF2B5EF4-FFF2-40B4-BE49-F238E27FC236}">
                <a16:creationId xmlns:a16="http://schemas.microsoft.com/office/drawing/2014/main" id="{8AD156C1-F91F-57E6-BFA6-A0059404D21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4" name="Date Placeholder 3">
            <a:extLst>
              <a:ext uri="{FF2B5EF4-FFF2-40B4-BE49-F238E27FC236}">
                <a16:creationId xmlns:a16="http://schemas.microsoft.com/office/drawing/2014/main" id="{56929497-8122-9A44-6DDD-AD4C0F8B2084}"/>
              </a:ext>
            </a:extLst>
          </p:cNvPr>
          <p:cNvSpPr>
            <a:spLocks noGrp="1"/>
          </p:cNvSpPr>
          <p:nvPr>
            <p:ph type="dt" sz="half" idx="19"/>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4" name="Slide Number Placeholder 13">
            <a:extLst>
              <a:ext uri="{FF2B5EF4-FFF2-40B4-BE49-F238E27FC236}">
                <a16:creationId xmlns:a16="http://schemas.microsoft.com/office/drawing/2014/main" id="{715D5173-A014-ABE6-88BB-A9337A5DDDB5}"/>
              </a:ext>
            </a:extLst>
          </p:cNvPr>
          <p:cNvSpPr>
            <a:spLocks noGrp="1"/>
          </p:cNvSpPr>
          <p:nvPr>
            <p:ph type="sldNum" sz="quarter" idx="21"/>
          </p:nvPr>
        </p:nvSpPr>
        <p:spPr/>
        <p:txBody>
          <a:bodyPr/>
          <a:lstStyle/>
          <a:p>
            <a:pPr algn="r"/>
            <a:fld id="{5D9A5160-6218-4E5A-B9E6-B93E3DAE377C}" type="slidenum">
              <a:rPr lang="en-US" smtClean="0"/>
              <a:pPr algn="r"/>
              <a:t>‹#›</a:t>
            </a:fld>
            <a:endParaRPr lang="en-US"/>
          </a:p>
        </p:txBody>
      </p:sp>
      <p:sp>
        <p:nvSpPr>
          <p:cNvPr id="5" name="Text Placeholder 4">
            <a:extLst>
              <a:ext uri="{FF2B5EF4-FFF2-40B4-BE49-F238E27FC236}">
                <a16:creationId xmlns:a16="http://schemas.microsoft.com/office/drawing/2014/main" id="{E4E09432-1824-48BF-4678-9A3E1562F231}"/>
              </a:ext>
            </a:extLst>
          </p:cNvPr>
          <p:cNvSpPr>
            <a:spLocks noGrp="1"/>
          </p:cNvSpPr>
          <p:nvPr>
            <p:ph type="body" sz="quarter" idx="22" hasCustomPrompt="1"/>
          </p:nvPr>
        </p:nvSpPr>
        <p:spPr>
          <a:xfrm>
            <a:off x="-433" y="0"/>
            <a:ext cx="2736304" cy="2924175"/>
          </a:xfrm>
          <a:prstGeom prst="rect">
            <a:avLst/>
          </a:prstGeom>
        </p:spPr>
        <p:txBody>
          <a:bodyPr vert="vert270" wrap="none" lIns="0" tIns="0" rIns="0" bIns="0" rtlCol="0" anchor="t" anchorCtr="0">
            <a:noAutofit/>
          </a:bodyPr>
          <a:lstStyle>
            <a:lvl1pPr>
              <a:defRPr lang="en-US" sz="16600" b="0" cap="none" spc="0" baseline="0" dirty="0" smtClean="0"/>
            </a:lvl1pPr>
          </a:lstStyle>
          <a:p>
            <a:pPr lvl="0">
              <a:spcBef>
                <a:spcPts val="0"/>
              </a:spcBef>
            </a:pPr>
            <a:r>
              <a:rPr lang="en-US" dirty="0"/>
              <a:t>01</a:t>
            </a:r>
          </a:p>
        </p:txBody>
      </p:sp>
      <p:sp>
        <p:nvSpPr>
          <p:cNvPr id="9" name="Title 5">
            <a:extLst>
              <a:ext uri="{FF2B5EF4-FFF2-40B4-BE49-F238E27FC236}">
                <a16:creationId xmlns:a16="http://schemas.microsoft.com/office/drawing/2014/main" id="{E8A50932-2E80-C5EC-7853-F3BA34143231}"/>
              </a:ext>
            </a:extLst>
          </p:cNvPr>
          <p:cNvSpPr>
            <a:spLocks noGrp="1"/>
          </p:cNvSpPr>
          <p:nvPr>
            <p:ph type="title" hasCustomPrompt="1"/>
          </p:nvPr>
        </p:nvSpPr>
        <p:spPr>
          <a:xfrm>
            <a:off x="4253696" y="1510496"/>
            <a:ext cx="7393343" cy="2887883"/>
          </a:xfrm>
          <a:prstGeom prst="rect">
            <a:avLst/>
          </a:prstGeom>
        </p:spPr>
        <p:txBody>
          <a:bodyPr vert="horz" lIns="0" tIns="0" rIns="0" bIns="0" rtlCol="0" anchor="t">
            <a:noAutofit/>
          </a:bodyPr>
          <a:lstStyle>
            <a:lvl1pPr>
              <a:spcBef>
                <a:spcPts val="0"/>
              </a:spcBef>
              <a:defRPr lang="en-US" sz="5400">
                <a:latin typeface="+mn-lt"/>
                <a:ea typeface="+mn-ea"/>
                <a:cs typeface="+mn-cs"/>
              </a:defRPr>
            </a:lvl1pPr>
          </a:lstStyle>
          <a:p>
            <a:pPr lvl="0">
              <a:lnSpc>
                <a:spcPct val="100000"/>
              </a:lnSpc>
              <a:spcBef>
                <a:spcPts val="1800"/>
              </a:spcBef>
              <a:buFont typeface="Arial" panose="020B0604020202020204" pitchFamily="34" charset="0"/>
            </a:pPr>
            <a:r>
              <a:rPr lang="en-US" dirty="0"/>
              <a:t>Click to add title</a:t>
            </a:r>
          </a:p>
        </p:txBody>
      </p:sp>
      <p:sp>
        <p:nvSpPr>
          <p:cNvPr id="7" name="Gradient Placeholder 5">
            <a:extLst>
              <a:ext uri="{FF2B5EF4-FFF2-40B4-BE49-F238E27FC236}">
                <a16:creationId xmlns:a16="http://schemas.microsoft.com/office/drawing/2014/main" id="{732652E2-11A3-1387-27B0-C86F73B26234}"/>
              </a:ext>
            </a:extLst>
          </p:cNvPr>
          <p:cNvSpPr>
            <a:spLocks noGrp="1"/>
          </p:cNvSpPr>
          <p:nvPr>
            <p:ph type="body" sz="quarter" idx="28" hasCustomPrompt="1"/>
          </p:nvPr>
        </p:nvSpPr>
        <p:spPr>
          <a:xfrm rot="16200000">
            <a:off x="-50850" y="3339001"/>
            <a:ext cx="6857998" cy="180000"/>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a:defRPr kumimoji="0" lang="en-US" sz="700" b="0" i="0" u="none" strike="noStrike" kern="0" cap="none" spc="0" normalizeH="0" baseline="0" dirty="0" smtClean="0">
                <a:ln>
                  <a:noFill/>
                </a:ln>
                <a:solidFill>
                  <a:schemeClr val="accent2"/>
                </a:solidFill>
                <a:effectLst/>
                <a:uLnTx/>
                <a:uFillTx/>
                <a:latin typeface="Ubuntu"/>
              </a:defRPr>
            </a:lvl1pPr>
          </a:lstStyle>
          <a:p>
            <a:pPr lvl="0" algn="ctr">
              <a:spcBef>
                <a:spcPts val="0"/>
              </a:spcBef>
              <a:buFontTx/>
            </a:pPr>
            <a:r>
              <a:rPr lang="en-US" dirty="0"/>
              <a:t>Gradient in placeholder</a:t>
            </a:r>
          </a:p>
        </p:txBody>
      </p:sp>
      <p:sp>
        <p:nvSpPr>
          <p:cNvPr id="6" name="Footer Placeholder 5">
            <a:extLst>
              <a:ext uri="{FF2B5EF4-FFF2-40B4-BE49-F238E27FC236}">
                <a16:creationId xmlns:a16="http://schemas.microsoft.com/office/drawing/2014/main" id="{F00853BC-BEFF-4053-AD58-C0C6CB7301CA}"/>
              </a:ext>
            </a:extLst>
          </p:cNvPr>
          <p:cNvSpPr>
            <a:spLocks noGrp="1"/>
          </p:cNvSpPr>
          <p:nvPr>
            <p:ph type="ftr" sz="quarter" idx="20"/>
          </p:nvPr>
        </p:nvSpPr>
        <p:spPr/>
        <p:txBody>
          <a:bodyPr/>
          <a:lstStyle/>
          <a:p>
            <a:pPr>
              <a:spcBef>
                <a:spcPts val="1000"/>
              </a:spcBef>
              <a:buFont typeface="Arial" panose="020B0604020202020204" pitchFamily="34" charset="0"/>
              <a:buNone/>
            </a:pPr>
            <a:r>
              <a:rPr lang="en-US"/>
              <a:t>Presentation Title | Author | Date</a:t>
            </a:r>
          </a:p>
        </p:txBody>
      </p:sp>
      <p:sp>
        <p:nvSpPr>
          <p:cNvPr id="8" name="Logo Placeholder 7">
            <a:extLst>
              <a:ext uri="{FF2B5EF4-FFF2-40B4-BE49-F238E27FC236}">
                <a16:creationId xmlns:a16="http://schemas.microsoft.com/office/drawing/2014/main" id="{2DE1BECE-A8F3-1358-F70E-DB7EF1EEFAA5}"/>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276769352"/>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p:cSld name="Blank">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D05BE089-2489-3604-1BFA-99F26E2657A3}"/>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27DD8718-6D0F-15C6-4CBD-55C472C3C492}"/>
              </a:ext>
            </a:extLst>
          </p:cNvPr>
          <p:cNvSpPr>
            <a:spLocks noGrp="1"/>
          </p:cNvSpPr>
          <p:nvPr>
            <p:ph type="ftr" sz="quarter" idx="11"/>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A98A8975-BB8E-4570-BA8F-A91834025269}"/>
              </a:ext>
            </a:extLst>
          </p:cNvPr>
          <p:cNvSpPr>
            <a:spLocks noGrp="1"/>
          </p:cNvSpPr>
          <p:nvPr>
            <p:ph type="sldNum" sz="quarter" idx="12"/>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3894902202"/>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10" name="Date Placeholder 9">
            <a:extLst>
              <a:ext uri="{FF2B5EF4-FFF2-40B4-BE49-F238E27FC236}">
                <a16:creationId xmlns:a16="http://schemas.microsoft.com/office/drawing/2014/main" id="{E6C6CF10-71F7-EE78-C2BD-6C8E84F961BE}"/>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1" name="Footer Placeholder 10">
            <a:extLst>
              <a:ext uri="{FF2B5EF4-FFF2-40B4-BE49-F238E27FC236}">
                <a16:creationId xmlns:a16="http://schemas.microsoft.com/office/drawing/2014/main" id="{089A870A-6E3E-31EB-C34E-7847CE40D3BF}"/>
              </a:ext>
            </a:extLst>
          </p:cNvPr>
          <p:cNvSpPr>
            <a:spLocks noGrp="1"/>
          </p:cNvSpPr>
          <p:nvPr>
            <p:ph type="ftr" sz="quarter" idx="11"/>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69B47629-0F7D-C086-6180-6C8A8A265B4A}"/>
              </a:ext>
            </a:extLst>
          </p:cNvPr>
          <p:cNvSpPr>
            <a:spLocks noGrp="1"/>
          </p:cNvSpPr>
          <p:nvPr>
            <p:ph type="sldNum" sz="quarter" idx="12"/>
          </p:nvPr>
        </p:nvSpPr>
        <p:spPr/>
        <p:txBody>
          <a:bodyPr/>
          <a:lstStyle/>
          <a:p>
            <a:pPr algn="r"/>
            <a:fld id="{5D9A5160-6218-4E5A-B9E6-B93E3DAE377C}" type="slidenum">
              <a:rPr lang="en-US" smtClean="0"/>
              <a:pPr algn="r"/>
              <a:t>‹#›</a:t>
            </a:fld>
            <a:endParaRPr lang="en-US"/>
          </a:p>
        </p:txBody>
      </p:sp>
      <p:sp>
        <p:nvSpPr>
          <p:cNvPr id="2" name="Title 12">
            <a:extLst>
              <a:ext uri="{FF2B5EF4-FFF2-40B4-BE49-F238E27FC236}">
                <a16:creationId xmlns:a16="http://schemas.microsoft.com/office/drawing/2014/main" id="{30BE1DE0-7B8D-A4C3-EA0D-4824A70F97F9}"/>
              </a:ext>
            </a:extLst>
          </p:cNvPr>
          <p:cNvSpPr>
            <a:spLocks noGrp="1"/>
          </p:cNvSpPr>
          <p:nvPr>
            <p:ph type="title"/>
          </p:nvPr>
        </p:nvSpPr>
        <p:spPr>
          <a:xfrm>
            <a:off x="551384" y="549274"/>
            <a:ext cx="11090938" cy="930372"/>
          </a:xfrm>
        </p:spPr>
        <p:txBody>
          <a:bodyPr/>
          <a:lstStyle/>
          <a:p>
            <a:r>
              <a:rPr lang="en-GB" dirty="0"/>
              <a:t>Click to edit Master title style</a:t>
            </a:r>
            <a:endParaRPr lang="en-US" dirty="0"/>
          </a:p>
        </p:txBody>
      </p:sp>
    </p:spTree>
    <p:extLst>
      <p:ext uri="{BB962C8B-B14F-4D97-AF65-F5344CB8AC3E}">
        <p14:creationId xmlns:p14="http://schemas.microsoft.com/office/powerpoint/2010/main" val="1980573575"/>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Title Only Chapterbox">
    <p:spTree>
      <p:nvGrpSpPr>
        <p:cNvPr id="1" name=""/>
        <p:cNvGrpSpPr/>
        <p:nvPr/>
      </p:nvGrpSpPr>
      <p:grpSpPr>
        <a:xfrm>
          <a:off x="0" y="0"/>
          <a:ext cx="0" cy="0"/>
          <a:chOff x="0" y="0"/>
          <a:chExt cx="0" cy="0"/>
        </a:xfrm>
      </p:grpSpPr>
      <p:sp>
        <p:nvSpPr>
          <p:cNvPr id="10" name="Date Placeholder 9">
            <a:extLst>
              <a:ext uri="{FF2B5EF4-FFF2-40B4-BE49-F238E27FC236}">
                <a16:creationId xmlns:a16="http://schemas.microsoft.com/office/drawing/2014/main" id="{E6C6CF10-71F7-EE78-C2BD-6C8E84F961BE}"/>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1" name="Footer Placeholder 10">
            <a:extLst>
              <a:ext uri="{FF2B5EF4-FFF2-40B4-BE49-F238E27FC236}">
                <a16:creationId xmlns:a16="http://schemas.microsoft.com/office/drawing/2014/main" id="{089A870A-6E3E-31EB-C34E-7847CE40D3BF}"/>
              </a:ext>
            </a:extLst>
          </p:cNvPr>
          <p:cNvSpPr>
            <a:spLocks noGrp="1"/>
          </p:cNvSpPr>
          <p:nvPr>
            <p:ph type="ftr" sz="quarter" idx="11"/>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69B47629-0F7D-C086-6180-6C8A8A265B4A}"/>
              </a:ext>
            </a:extLst>
          </p:cNvPr>
          <p:cNvSpPr>
            <a:spLocks noGrp="1"/>
          </p:cNvSpPr>
          <p:nvPr>
            <p:ph type="sldNum" sz="quarter" idx="12"/>
          </p:nvPr>
        </p:nvSpPr>
        <p:spPr/>
        <p:txBody>
          <a:bodyPr/>
          <a:lstStyle/>
          <a:p>
            <a:pPr algn="r"/>
            <a:fld id="{5D9A5160-6218-4E5A-B9E6-B93E3DAE377C}" type="slidenum">
              <a:rPr lang="en-US" smtClean="0"/>
              <a:pPr algn="r"/>
              <a:t>‹#›</a:t>
            </a:fld>
            <a:endParaRPr lang="en-US"/>
          </a:p>
        </p:txBody>
      </p:sp>
      <p:sp>
        <p:nvSpPr>
          <p:cNvPr id="2" name="Chapter Placeholder 2">
            <a:extLst>
              <a:ext uri="{FF2B5EF4-FFF2-40B4-BE49-F238E27FC236}">
                <a16:creationId xmlns:a16="http://schemas.microsoft.com/office/drawing/2014/main" id="{2ECCA611-4AEA-C1EC-9E6B-F6818DB50D95}"/>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4" name="Title Placeholder 4">
            <a:extLst>
              <a:ext uri="{FF2B5EF4-FFF2-40B4-BE49-F238E27FC236}">
                <a16:creationId xmlns:a16="http://schemas.microsoft.com/office/drawing/2014/main" id="{F4E956F7-49AF-0BBF-1207-CAA11B222A12}"/>
              </a:ext>
            </a:extLst>
          </p:cNvPr>
          <p:cNvSpPr>
            <a:spLocks noGrp="1"/>
          </p:cNvSpPr>
          <p:nvPr>
            <p:ph type="title"/>
          </p:nvPr>
        </p:nvSpPr>
        <p:spPr>
          <a:xfrm>
            <a:off x="551384" y="549274"/>
            <a:ext cx="11090938" cy="930372"/>
          </a:xfrm>
          <a:prstGeom prst="rect">
            <a:avLst/>
          </a:prstGeom>
        </p:spPr>
        <p:txBody>
          <a:bodyPr vert="horz" lIns="0" tIns="0" rIns="0" bIns="126000" rtlCol="0" anchor="b" anchorCtr="0">
            <a:noAutofit/>
          </a:bodyPr>
          <a:lstStyle/>
          <a:p>
            <a:pPr lvl="0"/>
            <a:r>
              <a:rPr lang="en-GB" dirty="0"/>
              <a:t>Click to edit Master title style</a:t>
            </a:r>
            <a:endParaRPr lang="de-DE" dirty="0"/>
          </a:p>
        </p:txBody>
      </p:sp>
    </p:spTree>
    <p:extLst>
      <p:ext uri="{BB962C8B-B14F-4D97-AF65-F5344CB8AC3E}">
        <p14:creationId xmlns:p14="http://schemas.microsoft.com/office/powerpoint/2010/main" val="2683834015"/>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Content 1">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E2DCB00-3596-4BD8-9F35-38D8EA5CF694}"/>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AA6CA9E0-8796-0651-659C-4AA35745A35A}"/>
              </a:ext>
            </a:extLst>
          </p:cNvPr>
          <p:cNvSpPr>
            <a:spLocks noGrp="1"/>
          </p:cNvSpPr>
          <p:nvPr>
            <p:ph type="ftr" sz="quarter" idx="29"/>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7C8C212F-0CAF-442A-97AB-25CC338803B1}"/>
              </a:ext>
            </a:extLst>
          </p:cNvPr>
          <p:cNvSpPr>
            <a:spLocks noGrp="1"/>
          </p:cNvSpPr>
          <p:nvPr>
            <p:ph type="sldNum" sz="quarter" idx="30"/>
          </p:nvPr>
        </p:nvSpPr>
        <p:spPr/>
        <p:txBody>
          <a:bodyPr/>
          <a:lstStyle/>
          <a:p>
            <a:pPr algn="r"/>
            <a:fld id="{5D9A5160-6218-4E5A-B9E6-B93E3DAE377C}" type="slidenum">
              <a:rPr lang="en-US" smtClean="0"/>
              <a:pPr algn="r"/>
              <a:t>‹#›</a:t>
            </a:fld>
            <a:endParaRPr lang="en-US"/>
          </a:p>
        </p:txBody>
      </p:sp>
      <p:sp>
        <p:nvSpPr>
          <p:cNvPr id="7" name="Text Placeholder 9">
            <a:extLst>
              <a:ext uri="{FF2B5EF4-FFF2-40B4-BE49-F238E27FC236}">
                <a16:creationId xmlns:a16="http://schemas.microsoft.com/office/drawing/2014/main" id="{AC310A6D-6600-239B-8AB7-9F213BE856FA}"/>
              </a:ext>
            </a:extLst>
          </p:cNvPr>
          <p:cNvSpPr>
            <a:spLocks noGrp="1"/>
          </p:cNvSpPr>
          <p:nvPr>
            <p:ph type="body" sz="quarter" idx="22"/>
          </p:nvPr>
        </p:nvSpPr>
        <p:spPr>
          <a:xfrm>
            <a:off x="550200" y="1634286"/>
            <a:ext cx="11090938" cy="307777"/>
          </a:xfrm>
          <a:prstGeom prst="rect">
            <a:avLst/>
          </a:prstGeom>
        </p:spPr>
        <p:txBody>
          <a:bodyPr vert="horz" lIns="0" tIns="0" rIns="0" bIns="0" rtlCol="0">
            <a:spAutoFit/>
          </a:bodyPr>
          <a:lstStyle>
            <a:lvl1pPr>
              <a:defRPr lang="en-US" sz="2000" b="1" smtClean="0">
                <a:solidFill>
                  <a:schemeClr val="accent2"/>
                </a:solidFill>
              </a:defRPr>
            </a:lvl1pPr>
          </a:lstStyle>
          <a:p>
            <a:pPr lvl="0"/>
            <a:r>
              <a:rPr lang="en-GB" dirty="0"/>
              <a:t>Click to edit Master text styles</a:t>
            </a:r>
          </a:p>
        </p:txBody>
      </p:sp>
      <p:sp>
        <p:nvSpPr>
          <p:cNvPr id="8" name="Title 4">
            <a:extLst>
              <a:ext uri="{FF2B5EF4-FFF2-40B4-BE49-F238E27FC236}">
                <a16:creationId xmlns:a16="http://schemas.microsoft.com/office/drawing/2014/main" id="{BE4FCCA3-D186-881A-F8F9-FAD63E77FCD6}"/>
              </a:ext>
            </a:extLst>
          </p:cNvPr>
          <p:cNvSpPr>
            <a:spLocks noGrp="1"/>
          </p:cNvSpPr>
          <p:nvPr>
            <p:ph type="title"/>
          </p:nvPr>
        </p:nvSpPr>
        <p:spPr>
          <a:xfrm>
            <a:off x="551384" y="549274"/>
            <a:ext cx="11090938" cy="930372"/>
          </a:xfrm>
        </p:spPr>
        <p:txBody>
          <a:bodyPr/>
          <a:lstStyle/>
          <a:p>
            <a:r>
              <a:rPr lang="en-GB" dirty="0"/>
              <a:t>Click to edit Master title style</a:t>
            </a:r>
            <a:endParaRPr lang="en-US" dirty="0"/>
          </a:p>
        </p:txBody>
      </p:sp>
      <p:sp>
        <p:nvSpPr>
          <p:cNvPr id="9" name="Content Placeholder 5">
            <a:extLst>
              <a:ext uri="{FF2B5EF4-FFF2-40B4-BE49-F238E27FC236}">
                <a16:creationId xmlns:a16="http://schemas.microsoft.com/office/drawing/2014/main" id="{912949AA-BBAB-39FE-34DD-4B7A7585BCC8}"/>
              </a:ext>
            </a:extLst>
          </p:cNvPr>
          <p:cNvSpPr>
            <a:spLocks noGrp="1"/>
          </p:cNvSpPr>
          <p:nvPr>
            <p:ph sz="quarter" idx="31"/>
          </p:nvPr>
        </p:nvSpPr>
        <p:spPr>
          <a:xfrm>
            <a:off x="551384" y="2132856"/>
            <a:ext cx="11090938"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398069152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Content 1 Chapterbox">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E2DCB00-3596-4BD8-9F35-38D8EA5CF694}"/>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AA6CA9E0-8796-0651-659C-4AA35745A35A}"/>
              </a:ext>
            </a:extLst>
          </p:cNvPr>
          <p:cNvSpPr>
            <a:spLocks noGrp="1"/>
          </p:cNvSpPr>
          <p:nvPr>
            <p:ph type="ftr" sz="quarter" idx="29"/>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7C8C212F-0CAF-442A-97AB-25CC338803B1}"/>
              </a:ext>
            </a:extLst>
          </p:cNvPr>
          <p:cNvSpPr>
            <a:spLocks noGrp="1"/>
          </p:cNvSpPr>
          <p:nvPr>
            <p:ph type="sldNum" sz="quarter" idx="30"/>
          </p:nvPr>
        </p:nvSpPr>
        <p:spPr/>
        <p:txBody>
          <a:bodyPr/>
          <a:lstStyle/>
          <a:p>
            <a:pPr algn="r"/>
            <a:fld id="{5D9A5160-6218-4E5A-B9E6-B93E3DAE377C}" type="slidenum">
              <a:rPr lang="en-US" smtClean="0"/>
              <a:pPr algn="r"/>
              <a:t>‹#›</a:t>
            </a:fld>
            <a:endParaRPr lang="en-US"/>
          </a:p>
        </p:txBody>
      </p:sp>
      <p:sp>
        <p:nvSpPr>
          <p:cNvPr id="7" name="Text Placeholder 9">
            <a:extLst>
              <a:ext uri="{FF2B5EF4-FFF2-40B4-BE49-F238E27FC236}">
                <a16:creationId xmlns:a16="http://schemas.microsoft.com/office/drawing/2014/main" id="{7AB49DC0-9A6F-5983-33D3-3E19784B7451}"/>
              </a:ext>
            </a:extLst>
          </p:cNvPr>
          <p:cNvSpPr>
            <a:spLocks noGrp="1"/>
          </p:cNvSpPr>
          <p:nvPr>
            <p:ph type="body" sz="quarter" idx="22"/>
          </p:nvPr>
        </p:nvSpPr>
        <p:spPr>
          <a:xfrm>
            <a:off x="550200" y="1634286"/>
            <a:ext cx="11090938" cy="307777"/>
          </a:xfrm>
          <a:prstGeom prst="rect">
            <a:avLst/>
          </a:prstGeom>
        </p:spPr>
        <p:txBody>
          <a:bodyPr vert="horz" lIns="0" tIns="0" rIns="0" bIns="0" rtlCol="0">
            <a:spAutoFit/>
          </a:bodyPr>
          <a:lstStyle>
            <a:lvl1pPr>
              <a:defRPr lang="en-US" sz="2000" b="1" smtClean="0">
                <a:solidFill>
                  <a:schemeClr val="accent2"/>
                </a:solidFill>
              </a:defRPr>
            </a:lvl1pPr>
          </a:lstStyle>
          <a:p>
            <a:pPr lvl="0"/>
            <a:r>
              <a:rPr lang="en-GB" dirty="0"/>
              <a:t>Click to edit Master text styles</a:t>
            </a:r>
          </a:p>
        </p:txBody>
      </p:sp>
      <p:sp>
        <p:nvSpPr>
          <p:cNvPr id="8" name="Title 4">
            <a:extLst>
              <a:ext uri="{FF2B5EF4-FFF2-40B4-BE49-F238E27FC236}">
                <a16:creationId xmlns:a16="http://schemas.microsoft.com/office/drawing/2014/main" id="{E8CE59D7-6737-BC77-41E7-9DA4EBC4CA3A}"/>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10" name="Content Placeholder 5">
            <a:extLst>
              <a:ext uri="{FF2B5EF4-FFF2-40B4-BE49-F238E27FC236}">
                <a16:creationId xmlns:a16="http://schemas.microsoft.com/office/drawing/2014/main" id="{4AF277A0-AAB9-58E5-ECE3-4BA30DE0B56C}"/>
              </a:ext>
            </a:extLst>
          </p:cNvPr>
          <p:cNvSpPr>
            <a:spLocks noGrp="1"/>
          </p:cNvSpPr>
          <p:nvPr>
            <p:ph sz="quarter" idx="31"/>
          </p:nvPr>
        </p:nvSpPr>
        <p:spPr>
          <a:xfrm>
            <a:off x="551384" y="2132856"/>
            <a:ext cx="11090938"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2" name="Chapter Placeholder 2">
            <a:extLst>
              <a:ext uri="{FF2B5EF4-FFF2-40B4-BE49-F238E27FC236}">
                <a16:creationId xmlns:a16="http://schemas.microsoft.com/office/drawing/2014/main" id="{1681524C-2723-222A-EF3E-A6A71511B345}"/>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242920295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Title Subtitle">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E2DCB00-3596-4BD8-9F35-38D8EA5CF694}"/>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AA6CA9E0-8796-0651-659C-4AA35745A35A}"/>
              </a:ext>
            </a:extLst>
          </p:cNvPr>
          <p:cNvSpPr>
            <a:spLocks noGrp="1"/>
          </p:cNvSpPr>
          <p:nvPr>
            <p:ph type="ftr" sz="quarter" idx="29"/>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7C8C212F-0CAF-442A-97AB-25CC338803B1}"/>
              </a:ext>
            </a:extLst>
          </p:cNvPr>
          <p:cNvSpPr>
            <a:spLocks noGrp="1"/>
          </p:cNvSpPr>
          <p:nvPr>
            <p:ph type="sldNum" sz="quarter" idx="30"/>
          </p:nvPr>
        </p:nvSpPr>
        <p:spPr/>
        <p:txBody>
          <a:bodyPr/>
          <a:lstStyle/>
          <a:p>
            <a:pPr algn="r"/>
            <a:fld id="{5D9A5160-6218-4E5A-B9E6-B93E3DAE377C}" type="slidenum">
              <a:rPr lang="en-US" smtClean="0"/>
              <a:pPr algn="r"/>
              <a:t>‹#›</a:t>
            </a:fld>
            <a:endParaRPr lang="en-US"/>
          </a:p>
        </p:txBody>
      </p:sp>
      <p:sp>
        <p:nvSpPr>
          <p:cNvPr id="6" name="Title 4">
            <a:extLst>
              <a:ext uri="{FF2B5EF4-FFF2-40B4-BE49-F238E27FC236}">
                <a16:creationId xmlns:a16="http://schemas.microsoft.com/office/drawing/2014/main" id="{BD5EDBD2-7CB3-3B90-8F7D-B26B4D96A234}"/>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7" name="Text Placeholder 9">
            <a:extLst>
              <a:ext uri="{FF2B5EF4-FFF2-40B4-BE49-F238E27FC236}">
                <a16:creationId xmlns:a16="http://schemas.microsoft.com/office/drawing/2014/main" id="{83E02E1C-E550-FA68-FFBE-272C2D3E9C2A}"/>
              </a:ext>
            </a:extLst>
          </p:cNvPr>
          <p:cNvSpPr>
            <a:spLocks noGrp="1"/>
          </p:cNvSpPr>
          <p:nvPr>
            <p:ph type="body" sz="quarter" idx="22"/>
          </p:nvPr>
        </p:nvSpPr>
        <p:spPr>
          <a:xfrm>
            <a:off x="550200" y="1634286"/>
            <a:ext cx="11090938" cy="307777"/>
          </a:xfrm>
          <a:prstGeom prst="rect">
            <a:avLst/>
          </a:prstGeom>
        </p:spPr>
        <p:txBody>
          <a:bodyPr vert="horz" lIns="0" tIns="0" rIns="0" bIns="0" rtlCol="0">
            <a:spAutoFit/>
          </a:bodyPr>
          <a:lstStyle>
            <a:lvl1pPr>
              <a:defRPr lang="en-US" sz="2000" b="1" smtClean="0">
                <a:solidFill>
                  <a:schemeClr val="accent2"/>
                </a:solidFill>
              </a:defRPr>
            </a:lvl1pPr>
          </a:lstStyle>
          <a:p>
            <a:pPr lvl="0"/>
            <a:r>
              <a:rPr lang="en-GB" dirty="0"/>
              <a:t>Click to edit Master text styles</a:t>
            </a:r>
          </a:p>
        </p:txBody>
      </p:sp>
    </p:spTree>
    <p:extLst>
      <p:ext uri="{BB962C8B-B14F-4D97-AF65-F5344CB8AC3E}">
        <p14:creationId xmlns:p14="http://schemas.microsoft.com/office/powerpoint/2010/main" val="937232891"/>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Title Subtitle Chapterbox">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E2DCB00-3596-4BD8-9F35-38D8EA5CF694}"/>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AA6CA9E0-8796-0651-659C-4AA35745A35A}"/>
              </a:ext>
            </a:extLst>
          </p:cNvPr>
          <p:cNvSpPr>
            <a:spLocks noGrp="1"/>
          </p:cNvSpPr>
          <p:nvPr>
            <p:ph type="ftr" sz="quarter" idx="29"/>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7C8C212F-0CAF-442A-97AB-25CC338803B1}"/>
              </a:ext>
            </a:extLst>
          </p:cNvPr>
          <p:cNvSpPr>
            <a:spLocks noGrp="1"/>
          </p:cNvSpPr>
          <p:nvPr>
            <p:ph type="sldNum" sz="quarter" idx="30"/>
          </p:nvPr>
        </p:nvSpPr>
        <p:spPr/>
        <p:txBody>
          <a:bodyPr/>
          <a:lstStyle/>
          <a:p>
            <a:pPr algn="r"/>
            <a:fld id="{5D9A5160-6218-4E5A-B9E6-B93E3DAE377C}" type="slidenum">
              <a:rPr lang="en-US" smtClean="0"/>
              <a:pPr algn="r"/>
              <a:t>‹#›</a:t>
            </a:fld>
            <a:endParaRPr lang="en-US"/>
          </a:p>
        </p:txBody>
      </p:sp>
      <p:sp>
        <p:nvSpPr>
          <p:cNvPr id="6" name="Text Placeholder 9">
            <a:extLst>
              <a:ext uri="{FF2B5EF4-FFF2-40B4-BE49-F238E27FC236}">
                <a16:creationId xmlns:a16="http://schemas.microsoft.com/office/drawing/2014/main" id="{7476346E-B67E-3335-BC53-C0A47DC697D3}"/>
              </a:ext>
            </a:extLst>
          </p:cNvPr>
          <p:cNvSpPr>
            <a:spLocks noGrp="1"/>
          </p:cNvSpPr>
          <p:nvPr>
            <p:ph type="body" sz="quarter" idx="22"/>
          </p:nvPr>
        </p:nvSpPr>
        <p:spPr>
          <a:xfrm>
            <a:off x="550200" y="1634286"/>
            <a:ext cx="11090938" cy="307777"/>
          </a:xfrm>
          <a:prstGeom prst="rect">
            <a:avLst/>
          </a:prstGeom>
        </p:spPr>
        <p:txBody>
          <a:bodyPr vert="horz" lIns="0" tIns="0" rIns="0" bIns="0" rtlCol="0">
            <a:spAutoFit/>
          </a:bodyPr>
          <a:lstStyle>
            <a:lvl1pPr>
              <a:defRPr lang="en-US" sz="2000" b="1" smtClean="0">
                <a:solidFill>
                  <a:schemeClr val="accent2"/>
                </a:solidFill>
              </a:defRPr>
            </a:lvl1pPr>
          </a:lstStyle>
          <a:p>
            <a:pPr lvl="0"/>
            <a:r>
              <a:rPr lang="en-GB" dirty="0"/>
              <a:t>Click to edit Master text styles</a:t>
            </a:r>
          </a:p>
        </p:txBody>
      </p:sp>
      <p:sp>
        <p:nvSpPr>
          <p:cNvPr id="8" name="Title 4">
            <a:extLst>
              <a:ext uri="{FF2B5EF4-FFF2-40B4-BE49-F238E27FC236}">
                <a16:creationId xmlns:a16="http://schemas.microsoft.com/office/drawing/2014/main" id="{E247F24C-C5EA-0415-2ACD-25B6F1ECAB2F}"/>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9" name="Chapter Placeholder 2">
            <a:extLst>
              <a:ext uri="{FF2B5EF4-FFF2-40B4-BE49-F238E27FC236}">
                <a16:creationId xmlns:a16="http://schemas.microsoft.com/office/drawing/2014/main" id="{E4CCE872-49CB-FE3F-D589-BAE402FBE5A0}"/>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3929386020"/>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Content 2">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377C5B2B-C975-C7B1-B844-1E018309B61A}"/>
              </a:ext>
            </a:extLst>
          </p:cNvPr>
          <p:cNvSpPr/>
          <p:nvPr userDrawn="1"/>
        </p:nvSpPr>
        <p:spPr>
          <a:xfrm rot="16200000" flipV="1">
            <a:off x="4793851" y="-540154"/>
            <a:ext cx="6857998" cy="7938307"/>
          </a:xfrm>
          <a:prstGeom prst="rect">
            <a:avLst/>
          </a:prstGeom>
          <a:solidFill>
            <a:schemeClr val="bg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bg1"/>
              </a:solidFill>
            </a:endParaRPr>
          </a:p>
        </p:txBody>
      </p:sp>
      <p:grpSp>
        <p:nvGrpSpPr>
          <p:cNvPr id="14" name="Group 37">
            <a:extLst>
              <a:ext uri="{FF2B5EF4-FFF2-40B4-BE49-F238E27FC236}">
                <a16:creationId xmlns:a16="http://schemas.microsoft.com/office/drawing/2014/main" id="{C2BCEB8F-2E64-576C-BD81-D1EA1D1C485E}"/>
              </a:ext>
            </a:extLst>
          </p:cNvPr>
          <p:cNvGrpSpPr/>
          <p:nvPr userDrawn="1"/>
        </p:nvGrpSpPr>
        <p:grpSpPr>
          <a:xfrm>
            <a:off x="11770322" y="176700"/>
            <a:ext cx="260230" cy="240782"/>
            <a:chOff x="5481638" y="2859088"/>
            <a:chExt cx="1231900" cy="1139825"/>
          </a:xfrm>
          <a:solidFill>
            <a:schemeClr val="tx2"/>
          </a:solidFill>
        </p:grpSpPr>
        <p:sp>
          <p:nvSpPr>
            <p:cNvPr id="15" name="Freeform 320">
              <a:extLst>
                <a:ext uri="{FF2B5EF4-FFF2-40B4-BE49-F238E27FC236}">
                  <a16:creationId xmlns:a16="http://schemas.microsoft.com/office/drawing/2014/main" id="{D5CA2252-9D37-30A4-0693-791158A53452}"/>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6" name="Freeform 321">
              <a:extLst>
                <a:ext uri="{FF2B5EF4-FFF2-40B4-BE49-F238E27FC236}">
                  <a16:creationId xmlns:a16="http://schemas.microsoft.com/office/drawing/2014/main" id="{41A547D1-47C8-9981-46A6-D3C7D68EDC13}"/>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766145ED-D9CE-08CB-28E4-8A4A79A6FB2B}"/>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2D2C1A62-1994-E6C5-D27B-038BDFD0C15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5" name="Slide Number Placeholder 4">
            <a:extLst>
              <a:ext uri="{FF2B5EF4-FFF2-40B4-BE49-F238E27FC236}">
                <a16:creationId xmlns:a16="http://schemas.microsoft.com/office/drawing/2014/main" id="{FE33FDCA-05A6-1B47-853B-F56E9D56B728}"/>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19" name="Text Placeholder 10">
            <a:extLst>
              <a:ext uri="{FF2B5EF4-FFF2-40B4-BE49-F238E27FC236}">
                <a16:creationId xmlns:a16="http://schemas.microsoft.com/office/drawing/2014/main" id="{EF7D112D-CF86-9903-FCF9-024966E5A7EA}"/>
              </a:ext>
            </a:extLst>
          </p:cNvPr>
          <p:cNvSpPr>
            <a:spLocks noGrp="1"/>
          </p:cNvSpPr>
          <p:nvPr>
            <p:ph type="body" sz="quarter" idx="27"/>
          </p:nvPr>
        </p:nvSpPr>
        <p:spPr>
          <a:xfrm>
            <a:off x="4655841" y="1634286"/>
            <a:ext cx="6985298"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text styles</a:t>
            </a:r>
          </a:p>
        </p:txBody>
      </p:sp>
      <p:sp>
        <p:nvSpPr>
          <p:cNvPr id="20" name="Content Placeholder 20">
            <a:extLst>
              <a:ext uri="{FF2B5EF4-FFF2-40B4-BE49-F238E27FC236}">
                <a16:creationId xmlns:a16="http://schemas.microsoft.com/office/drawing/2014/main" id="{5458BDF8-BB24-0D29-94B4-F423C93F44C4}"/>
              </a:ext>
            </a:extLst>
          </p:cNvPr>
          <p:cNvSpPr>
            <a:spLocks noGrp="1"/>
          </p:cNvSpPr>
          <p:nvPr>
            <p:ph sz="quarter" idx="28"/>
          </p:nvPr>
        </p:nvSpPr>
        <p:spPr>
          <a:xfrm>
            <a:off x="4655841" y="2132856"/>
            <a:ext cx="6985298"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0057AB"/>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6F3"/>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11937"/>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Fifth level</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 name="Text Placeholder 9">
            <a:extLst>
              <a:ext uri="{FF2B5EF4-FFF2-40B4-BE49-F238E27FC236}">
                <a16:creationId xmlns:a16="http://schemas.microsoft.com/office/drawing/2014/main" id="{7AE5FA2C-1A96-2175-F4F5-70B221AA3D29}"/>
              </a:ext>
            </a:extLst>
          </p:cNvPr>
          <p:cNvSpPr>
            <a:spLocks noGrp="1"/>
          </p:cNvSpPr>
          <p:nvPr>
            <p:ph type="body" sz="quarter" idx="22" hasCustomPrompt="1"/>
          </p:nvPr>
        </p:nvSpPr>
        <p:spPr>
          <a:xfrm>
            <a:off x="550200" y="1634286"/>
            <a:ext cx="3312368"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22" name="Title 4">
            <a:extLst>
              <a:ext uri="{FF2B5EF4-FFF2-40B4-BE49-F238E27FC236}">
                <a16:creationId xmlns:a16="http://schemas.microsoft.com/office/drawing/2014/main" id="{7AD621F6-B896-05B0-78CA-94FF6A0C4B82}"/>
              </a:ext>
            </a:extLst>
          </p:cNvPr>
          <p:cNvSpPr>
            <a:spLocks noGrp="1"/>
          </p:cNvSpPr>
          <p:nvPr>
            <p:ph type="title"/>
          </p:nvPr>
        </p:nvSpPr>
        <p:spPr>
          <a:xfrm>
            <a:off x="551384" y="549274"/>
            <a:ext cx="3312368" cy="930372"/>
          </a:xfrm>
        </p:spPr>
        <p:txBody>
          <a:bodyPr/>
          <a:lstStyle/>
          <a:p>
            <a:r>
              <a:rPr lang="en-GB" dirty="0"/>
              <a:t>Click to edit Master title style</a:t>
            </a:r>
            <a:endParaRPr lang="en-US" dirty="0"/>
          </a:p>
        </p:txBody>
      </p:sp>
      <p:sp>
        <p:nvSpPr>
          <p:cNvPr id="23" name="Content Placeholder 5">
            <a:extLst>
              <a:ext uri="{FF2B5EF4-FFF2-40B4-BE49-F238E27FC236}">
                <a16:creationId xmlns:a16="http://schemas.microsoft.com/office/drawing/2014/main" id="{BADFCA13-C5E7-F36F-F3A3-396A01287FAA}"/>
              </a:ext>
            </a:extLst>
          </p:cNvPr>
          <p:cNvSpPr>
            <a:spLocks noGrp="1"/>
          </p:cNvSpPr>
          <p:nvPr>
            <p:ph sz="quarter" idx="31"/>
          </p:nvPr>
        </p:nvSpPr>
        <p:spPr>
          <a:xfrm>
            <a:off x="551384" y="2132856"/>
            <a:ext cx="3312368"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506328543"/>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Content 2 Chapterbox">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377C5B2B-C975-C7B1-B844-1E018309B61A}"/>
              </a:ext>
            </a:extLst>
          </p:cNvPr>
          <p:cNvSpPr/>
          <p:nvPr userDrawn="1"/>
        </p:nvSpPr>
        <p:spPr>
          <a:xfrm rot="16200000" flipV="1">
            <a:off x="4793851" y="-540154"/>
            <a:ext cx="6857998" cy="7938307"/>
          </a:xfrm>
          <a:prstGeom prst="rect">
            <a:avLst/>
          </a:prstGeom>
          <a:solidFill>
            <a:schemeClr val="bg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bg1"/>
              </a:solidFill>
            </a:endParaRPr>
          </a:p>
        </p:txBody>
      </p:sp>
      <p:grpSp>
        <p:nvGrpSpPr>
          <p:cNvPr id="14" name="Group 37">
            <a:extLst>
              <a:ext uri="{FF2B5EF4-FFF2-40B4-BE49-F238E27FC236}">
                <a16:creationId xmlns:a16="http://schemas.microsoft.com/office/drawing/2014/main" id="{C2BCEB8F-2E64-576C-BD81-D1EA1D1C485E}"/>
              </a:ext>
            </a:extLst>
          </p:cNvPr>
          <p:cNvGrpSpPr/>
          <p:nvPr userDrawn="1"/>
        </p:nvGrpSpPr>
        <p:grpSpPr>
          <a:xfrm>
            <a:off x="11770322" y="176700"/>
            <a:ext cx="260230" cy="240782"/>
            <a:chOff x="5481638" y="2859088"/>
            <a:chExt cx="1231900" cy="1139825"/>
          </a:xfrm>
          <a:solidFill>
            <a:schemeClr val="tx2"/>
          </a:solidFill>
        </p:grpSpPr>
        <p:sp>
          <p:nvSpPr>
            <p:cNvPr id="15" name="Freeform 320">
              <a:extLst>
                <a:ext uri="{FF2B5EF4-FFF2-40B4-BE49-F238E27FC236}">
                  <a16:creationId xmlns:a16="http://schemas.microsoft.com/office/drawing/2014/main" id="{D5CA2252-9D37-30A4-0693-791158A53452}"/>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6" name="Freeform 321">
              <a:extLst>
                <a:ext uri="{FF2B5EF4-FFF2-40B4-BE49-F238E27FC236}">
                  <a16:creationId xmlns:a16="http://schemas.microsoft.com/office/drawing/2014/main" id="{41A547D1-47C8-9981-46A6-D3C7D68EDC13}"/>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766145ED-D9CE-08CB-28E4-8A4A79A6FB2B}"/>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2D2C1A62-1994-E6C5-D27B-038BDFD0C15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5" name="Slide Number Placeholder 4">
            <a:extLst>
              <a:ext uri="{FF2B5EF4-FFF2-40B4-BE49-F238E27FC236}">
                <a16:creationId xmlns:a16="http://schemas.microsoft.com/office/drawing/2014/main" id="{FE33FDCA-05A6-1B47-853B-F56E9D56B728}"/>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11" name="Text Placeholder 9">
            <a:extLst>
              <a:ext uri="{FF2B5EF4-FFF2-40B4-BE49-F238E27FC236}">
                <a16:creationId xmlns:a16="http://schemas.microsoft.com/office/drawing/2014/main" id="{9227D1AD-4121-769A-C63E-C1618CC3A086}"/>
              </a:ext>
            </a:extLst>
          </p:cNvPr>
          <p:cNvSpPr>
            <a:spLocks noGrp="1"/>
          </p:cNvSpPr>
          <p:nvPr>
            <p:ph type="body" sz="quarter" idx="22" hasCustomPrompt="1"/>
          </p:nvPr>
        </p:nvSpPr>
        <p:spPr>
          <a:xfrm>
            <a:off x="550200" y="1634286"/>
            <a:ext cx="3312368"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3" name="Title 4">
            <a:extLst>
              <a:ext uri="{FF2B5EF4-FFF2-40B4-BE49-F238E27FC236}">
                <a16:creationId xmlns:a16="http://schemas.microsoft.com/office/drawing/2014/main" id="{605C4000-3452-D432-3F41-7665FAA66E95}"/>
              </a:ext>
            </a:extLst>
          </p:cNvPr>
          <p:cNvSpPr>
            <a:spLocks noGrp="1"/>
          </p:cNvSpPr>
          <p:nvPr>
            <p:ph type="title"/>
          </p:nvPr>
        </p:nvSpPr>
        <p:spPr>
          <a:xfrm>
            <a:off x="551384" y="549274"/>
            <a:ext cx="3312368" cy="930372"/>
          </a:xfrm>
        </p:spPr>
        <p:txBody>
          <a:bodyPr/>
          <a:lstStyle/>
          <a:p>
            <a:r>
              <a:rPr lang="en-GB" dirty="0"/>
              <a:t>Click to edit Master title style</a:t>
            </a:r>
            <a:endParaRPr lang="en-US" dirty="0"/>
          </a:p>
        </p:txBody>
      </p:sp>
      <p:sp>
        <p:nvSpPr>
          <p:cNvPr id="18" name="Content Placeholder 5">
            <a:extLst>
              <a:ext uri="{FF2B5EF4-FFF2-40B4-BE49-F238E27FC236}">
                <a16:creationId xmlns:a16="http://schemas.microsoft.com/office/drawing/2014/main" id="{C334D853-436F-B3A1-B5BF-E1A6F18D61BA}"/>
              </a:ext>
            </a:extLst>
          </p:cNvPr>
          <p:cNvSpPr>
            <a:spLocks noGrp="1"/>
          </p:cNvSpPr>
          <p:nvPr>
            <p:ph sz="quarter" idx="31"/>
          </p:nvPr>
        </p:nvSpPr>
        <p:spPr>
          <a:xfrm>
            <a:off x="551384" y="2132856"/>
            <a:ext cx="3312368"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9" name="Chapter Placeholder 2">
            <a:extLst>
              <a:ext uri="{FF2B5EF4-FFF2-40B4-BE49-F238E27FC236}">
                <a16:creationId xmlns:a16="http://schemas.microsoft.com/office/drawing/2014/main" id="{D66D50B7-BB7C-8EA2-1B91-E95F5D828D19}"/>
              </a:ext>
            </a:extLst>
          </p:cNvPr>
          <p:cNvSpPr>
            <a:spLocks noGrp="1"/>
          </p:cNvSpPr>
          <p:nvPr>
            <p:ph type="body" sz="quarter" idx="13" hasCustomPrompt="1"/>
          </p:nvPr>
        </p:nvSpPr>
        <p:spPr>
          <a:xfrm>
            <a:off x="550863" y="266219"/>
            <a:ext cx="3311705" cy="151264"/>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20" name="Text Placeholder 10">
            <a:extLst>
              <a:ext uri="{FF2B5EF4-FFF2-40B4-BE49-F238E27FC236}">
                <a16:creationId xmlns:a16="http://schemas.microsoft.com/office/drawing/2014/main" id="{D9387F81-35B0-5179-10F9-DACD7BA877F0}"/>
              </a:ext>
            </a:extLst>
          </p:cNvPr>
          <p:cNvSpPr>
            <a:spLocks noGrp="1"/>
          </p:cNvSpPr>
          <p:nvPr>
            <p:ph type="body" sz="quarter" idx="27"/>
          </p:nvPr>
        </p:nvSpPr>
        <p:spPr>
          <a:xfrm>
            <a:off x="4655841" y="1634286"/>
            <a:ext cx="6985298"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text styles</a:t>
            </a:r>
          </a:p>
        </p:txBody>
      </p:sp>
      <p:sp>
        <p:nvSpPr>
          <p:cNvPr id="22" name="Content Placeholder 20">
            <a:extLst>
              <a:ext uri="{FF2B5EF4-FFF2-40B4-BE49-F238E27FC236}">
                <a16:creationId xmlns:a16="http://schemas.microsoft.com/office/drawing/2014/main" id="{AC730ABB-D500-EA99-4B88-49DCD572296A}"/>
              </a:ext>
            </a:extLst>
          </p:cNvPr>
          <p:cNvSpPr>
            <a:spLocks noGrp="1"/>
          </p:cNvSpPr>
          <p:nvPr>
            <p:ph sz="quarter" idx="28"/>
          </p:nvPr>
        </p:nvSpPr>
        <p:spPr>
          <a:xfrm>
            <a:off x="4655841" y="2132856"/>
            <a:ext cx="6985298"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0057AB"/>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6F3"/>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11937"/>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Fifth level</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3334047084"/>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Content 3">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FFDA5053-3D63-3C3B-F1E9-69CFF9FC43BA}"/>
              </a:ext>
            </a:extLst>
          </p:cNvPr>
          <p:cNvSpPr/>
          <p:nvPr userDrawn="1"/>
        </p:nvSpPr>
        <p:spPr>
          <a:xfrm rot="16200000" flipV="1">
            <a:off x="5715003" y="380999"/>
            <a:ext cx="6857998" cy="6096002"/>
          </a:xfrm>
          <a:prstGeom prst="rect">
            <a:avLst/>
          </a:prstGeom>
          <a:solidFill>
            <a:schemeClr val="bg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0" name="Group 37">
            <a:extLst>
              <a:ext uri="{FF2B5EF4-FFF2-40B4-BE49-F238E27FC236}">
                <a16:creationId xmlns:a16="http://schemas.microsoft.com/office/drawing/2014/main" id="{C7484E95-42C9-8DB4-CE16-9F65A190121F}"/>
              </a:ext>
            </a:extLst>
          </p:cNvPr>
          <p:cNvGrpSpPr/>
          <p:nvPr userDrawn="1"/>
        </p:nvGrpSpPr>
        <p:grpSpPr>
          <a:xfrm>
            <a:off x="11770322" y="176700"/>
            <a:ext cx="260230" cy="240782"/>
            <a:chOff x="5481638" y="2859088"/>
            <a:chExt cx="1231900" cy="1139825"/>
          </a:xfrm>
          <a:solidFill>
            <a:schemeClr val="tx2"/>
          </a:solidFill>
        </p:grpSpPr>
        <p:sp>
          <p:nvSpPr>
            <p:cNvPr id="21" name="Freeform 320">
              <a:extLst>
                <a:ext uri="{FF2B5EF4-FFF2-40B4-BE49-F238E27FC236}">
                  <a16:creationId xmlns:a16="http://schemas.microsoft.com/office/drawing/2014/main" id="{1A559A5A-FF5B-C4A1-FBB9-17F04B2572FB}"/>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321">
              <a:extLst>
                <a:ext uri="{FF2B5EF4-FFF2-40B4-BE49-F238E27FC236}">
                  <a16:creationId xmlns:a16="http://schemas.microsoft.com/office/drawing/2014/main" id="{AA3487D1-995C-B436-2407-E724FC0582FA}"/>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4" name="Date Placeholder 3">
            <a:extLst>
              <a:ext uri="{FF2B5EF4-FFF2-40B4-BE49-F238E27FC236}">
                <a16:creationId xmlns:a16="http://schemas.microsoft.com/office/drawing/2014/main" id="{358A13D8-885F-6258-82CC-EE1A7ED60DB2}"/>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6" name="Footer Placeholder 5">
            <a:extLst>
              <a:ext uri="{FF2B5EF4-FFF2-40B4-BE49-F238E27FC236}">
                <a16:creationId xmlns:a16="http://schemas.microsoft.com/office/drawing/2014/main" id="{F3CB3B34-F920-D8B3-B36B-15435A286DB2}"/>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7" name="Slide Number Placeholder 6">
            <a:extLst>
              <a:ext uri="{FF2B5EF4-FFF2-40B4-BE49-F238E27FC236}">
                <a16:creationId xmlns:a16="http://schemas.microsoft.com/office/drawing/2014/main" id="{D2B44653-FCDA-83BF-7377-AD5F2E69077A}"/>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8" name="Text Placeholder 10">
            <a:extLst>
              <a:ext uri="{FF2B5EF4-FFF2-40B4-BE49-F238E27FC236}">
                <a16:creationId xmlns:a16="http://schemas.microsoft.com/office/drawing/2014/main" id="{451310E0-84B4-F98C-F3F7-72DA21763F45}"/>
              </a:ext>
            </a:extLst>
          </p:cNvPr>
          <p:cNvSpPr>
            <a:spLocks noGrp="1"/>
          </p:cNvSpPr>
          <p:nvPr>
            <p:ph type="body" sz="quarter" idx="27"/>
          </p:nvPr>
        </p:nvSpPr>
        <p:spPr>
          <a:xfrm>
            <a:off x="6456039" y="1634285"/>
            <a:ext cx="5185099"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text styles</a:t>
            </a:r>
          </a:p>
        </p:txBody>
      </p:sp>
      <p:sp>
        <p:nvSpPr>
          <p:cNvPr id="10" name="Content Placeholder 20">
            <a:extLst>
              <a:ext uri="{FF2B5EF4-FFF2-40B4-BE49-F238E27FC236}">
                <a16:creationId xmlns:a16="http://schemas.microsoft.com/office/drawing/2014/main" id="{E141C255-5CEA-B30A-9789-9B0063D0603D}"/>
              </a:ext>
            </a:extLst>
          </p:cNvPr>
          <p:cNvSpPr>
            <a:spLocks noGrp="1"/>
          </p:cNvSpPr>
          <p:nvPr>
            <p:ph sz="quarter" idx="28"/>
          </p:nvPr>
        </p:nvSpPr>
        <p:spPr>
          <a:xfrm>
            <a:off x="6456039" y="2132856"/>
            <a:ext cx="5185099"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0057AB"/>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6F3"/>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11937"/>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Fifth level</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 name="Text Placeholder 9">
            <a:extLst>
              <a:ext uri="{FF2B5EF4-FFF2-40B4-BE49-F238E27FC236}">
                <a16:creationId xmlns:a16="http://schemas.microsoft.com/office/drawing/2014/main" id="{2F2A2FFD-9408-B87F-A8B5-3F762A928C7B}"/>
              </a:ext>
            </a:extLst>
          </p:cNvPr>
          <p:cNvSpPr>
            <a:spLocks noGrp="1"/>
          </p:cNvSpPr>
          <p:nvPr>
            <p:ph type="body" sz="quarter" idx="22" hasCustomPrompt="1"/>
          </p:nvPr>
        </p:nvSpPr>
        <p:spPr>
          <a:xfrm>
            <a:off x="550200" y="1634286"/>
            <a:ext cx="51845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3" name="Title 4">
            <a:extLst>
              <a:ext uri="{FF2B5EF4-FFF2-40B4-BE49-F238E27FC236}">
                <a16:creationId xmlns:a16="http://schemas.microsoft.com/office/drawing/2014/main" id="{977C0003-D8CE-E520-F373-C6F1FD458FE8}"/>
              </a:ext>
            </a:extLst>
          </p:cNvPr>
          <p:cNvSpPr>
            <a:spLocks noGrp="1"/>
          </p:cNvSpPr>
          <p:nvPr>
            <p:ph type="title"/>
          </p:nvPr>
        </p:nvSpPr>
        <p:spPr>
          <a:xfrm>
            <a:off x="551384" y="549274"/>
            <a:ext cx="5184576" cy="930372"/>
          </a:xfrm>
        </p:spPr>
        <p:txBody>
          <a:bodyPr/>
          <a:lstStyle/>
          <a:p>
            <a:r>
              <a:rPr lang="en-GB" dirty="0"/>
              <a:t>Click to edit Master title style</a:t>
            </a:r>
            <a:endParaRPr lang="en-US" dirty="0"/>
          </a:p>
        </p:txBody>
      </p:sp>
      <p:sp>
        <p:nvSpPr>
          <p:cNvPr id="14" name="Content Placeholder 5">
            <a:extLst>
              <a:ext uri="{FF2B5EF4-FFF2-40B4-BE49-F238E27FC236}">
                <a16:creationId xmlns:a16="http://schemas.microsoft.com/office/drawing/2014/main" id="{647B7035-6834-174D-19B7-E059C0EDBC1F}"/>
              </a:ext>
            </a:extLst>
          </p:cNvPr>
          <p:cNvSpPr>
            <a:spLocks noGrp="1"/>
          </p:cNvSpPr>
          <p:nvPr>
            <p:ph sz="quarter" idx="31"/>
          </p:nvPr>
        </p:nvSpPr>
        <p:spPr>
          <a:xfrm>
            <a:off x="551384" y="2132856"/>
            <a:ext cx="51845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1571764867"/>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Content 3 Chapterbox">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FFDA5053-3D63-3C3B-F1E9-69CFF9FC43BA}"/>
              </a:ext>
            </a:extLst>
          </p:cNvPr>
          <p:cNvSpPr/>
          <p:nvPr userDrawn="1"/>
        </p:nvSpPr>
        <p:spPr>
          <a:xfrm rot="16200000" flipV="1">
            <a:off x="5715003" y="381000"/>
            <a:ext cx="6857998" cy="6096002"/>
          </a:xfrm>
          <a:prstGeom prst="rect">
            <a:avLst/>
          </a:prstGeom>
          <a:solidFill>
            <a:schemeClr val="bg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0" name="Group 37">
            <a:extLst>
              <a:ext uri="{FF2B5EF4-FFF2-40B4-BE49-F238E27FC236}">
                <a16:creationId xmlns:a16="http://schemas.microsoft.com/office/drawing/2014/main" id="{C7484E95-42C9-8DB4-CE16-9F65A190121F}"/>
              </a:ext>
            </a:extLst>
          </p:cNvPr>
          <p:cNvGrpSpPr/>
          <p:nvPr userDrawn="1"/>
        </p:nvGrpSpPr>
        <p:grpSpPr>
          <a:xfrm>
            <a:off x="11770322" y="176700"/>
            <a:ext cx="260230" cy="240782"/>
            <a:chOff x="5481638" y="2859088"/>
            <a:chExt cx="1231900" cy="1139825"/>
          </a:xfrm>
          <a:solidFill>
            <a:schemeClr val="tx2"/>
          </a:solidFill>
        </p:grpSpPr>
        <p:sp>
          <p:nvSpPr>
            <p:cNvPr id="21" name="Freeform 320">
              <a:extLst>
                <a:ext uri="{FF2B5EF4-FFF2-40B4-BE49-F238E27FC236}">
                  <a16:creationId xmlns:a16="http://schemas.microsoft.com/office/drawing/2014/main" id="{1A559A5A-FF5B-C4A1-FBB9-17F04B2572FB}"/>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321">
              <a:extLst>
                <a:ext uri="{FF2B5EF4-FFF2-40B4-BE49-F238E27FC236}">
                  <a16:creationId xmlns:a16="http://schemas.microsoft.com/office/drawing/2014/main" id="{AA3487D1-995C-B436-2407-E724FC0582FA}"/>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4" name="Date Placeholder 3">
            <a:extLst>
              <a:ext uri="{FF2B5EF4-FFF2-40B4-BE49-F238E27FC236}">
                <a16:creationId xmlns:a16="http://schemas.microsoft.com/office/drawing/2014/main" id="{358A13D8-885F-6258-82CC-EE1A7ED60DB2}"/>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6" name="Footer Placeholder 5">
            <a:extLst>
              <a:ext uri="{FF2B5EF4-FFF2-40B4-BE49-F238E27FC236}">
                <a16:creationId xmlns:a16="http://schemas.microsoft.com/office/drawing/2014/main" id="{F3CB3B34-F920-D8B3-B36B-15435A286DB2}"/>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7" name="Slide Number Placeholder 6">
            <a:extLst>
              <a:ext uri="{FF2B5EF4-FFF2-40B4-BE49-F238E27FC236}">
                <a16:creationId xmlns:a16="http://schemas.microsoft.com/office/drawing/2014/main" id="{D2B44653-FCDA-83BF-7377-AD5F2E69077A}"/>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13" name="Text Placeholder 9">
            <a:extLst>
              <a:ext uri="{FF2B5EF4-FFF2-40B4-BE49-F238E27FC236}">
                <a16:creationId xmlns:a16="http://schemas.microsoft.com/office/drawing/2014/main" id="{890791F0-5611-8762-491F-3288972F8A9C}"/>
              </a:ext>
            </a:extLst>
          </p:cNvPr>
          <p:cNvSpPr>
            <a:spLocks noGrp="1"/>
          </p:cNvSpPr>
          <p:nvPr>
            <p:ph type="body" sz="quarter" idx="22" hasCustomPrompt="1"/>
          </p:nvPr>
        </p:nvSpPr>
        <p:spPr>
          <a:xfrm>
            <a:off x="550200" y="1634286"/>
            <a:ext cx="51845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4" name="Title 4">
            <a:extLst>
              <a:ext uri="{FF2B5EF4-FFF2-40B4-BE49-F238E27FC236}">
                <a16:creationId xmlns:a16="http://schemas.microsoft.com/office/drawing/2014/main" id="{7D7D6CCC-CCB2-BBCE-BFC1-4FD3FDF2F75E}"/>
              </a:ext>
            </a:extLst>
          </p:cNvPr>
          <p:cNvSpPr>
            <a:spLocks noGrp="1"/>
          </p:cNvSpPr>
          <p:nvPr>
            <p:ph type="title"/>
          </p:nvPr>
        </p:nvSpPr>
        <p:spPr>
          <a:xfrm>
            <a:off x="551384" y="549274"/>
            <a:ext cx="5184576" cy="930372"/>
          </a:xfrm>
        </p:spPr>
        <p:txBody>
          <a:bodyPr/>
          <a:lstStyle/>
          <a:p>
            <a:r>
              <a:rPr lang="en-GB" dirty="0"/>
              <a:t>Click to edit Master title style</a:t>
            </a:r>
            <a:endParaRPr lang="en-US" dirty="0"/>
          </a:p>
        </p:txBody>
      </p:sp>
      <p:sp>
        <p:nvSpPr>
          <p:cNvPr id="16" name="Content Placeholder 5">
            <a:extLst>
              <a:ext uri="{FF2B5EF4-FFF2-40B4-BE49-F238E27FC236}">
                <a16:creationId xmlns:a16="http://schemas.microsoft.com/office/drawing/2014/main" id="{C98F844E-BEDC-D2A5-9221-3F64757B1403}"/>
              </a:ext>
            </a:extLst>
          </p:cNvPr>
          <p:cNvSpPr>
            <a:spLocks noGrp="1"/>
          </p:cNvSpPr>
          <p:nvPr>
            <p:ph sz="quarter" idx="31"/>
          </p:nvPr>
        </p:nvSpPr>
        <p:spPr>
          <a:xfrm>
            <a:off x="551384" y="2132856"/>
            <a:ext cx="51845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7" name="Chapter Placeholder 2">
            <a:extLst>
              <a:ext uri="{FF2B5EF4-FFF2-40B4-BE49-F238E27FC236}">
                <a16:creationId xmlns:a16="http://schemas.microsoft.com/office/drawing/2014/main" id="{4FF38FCE-9407-FCCC-4D8D-A1B5E7FDA7E6}"/>
              </a:ext>
            </a:extLst>
          </p:cNvPr>
          <p:cNvSpPr>
            <a:spLocks noGrp="1"/>
          </p:cNvSpPr>
          <p:nvPr>
            <p:ph type="body" sz="quarter" idx="13" hasCustomPrompt="1"/>
          </p:nvPr>
        </p:nvSpPr>
        <p:spPr>
          <a:xfrm>
            <a:off x="550863" y="266219"/>
            <a:ext cx="5183538" cy="151264"/>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18" name="Text Placeholder 10">
            <a:extLst>
              <a:ext uri="{FF2B5EF4-FFF2-40B4-BE49-F238E27FC236}">
                <a16:creationId xmlns:a16="http://schemas.microsoft.com/office/drawing/2014/main" id="{3B89F972-5445-C6F6-241E-7EAD43713722}"/>
              </a:ext>
            </a:extLst>
          </p:cNvPr>
          <p:cNvSpPr>
            <a:spLocks noGrp="1"/>
          </p:cNvSpPr>
          <p:nvPr>
            <p:ph type="body" sz="quarter" idx="27"/>
          </p:nvPr>
        </p:nvSpPr>
        <p:spPr>
          <a:xfrm>
            <a:off x="6456039" y="1634285"/>
            <a:ext cx="5185099"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text styles</a:t>
            </a:r>
          </a:p>
        </p:txBody>
      </p:sp>
      <p:sp>
        <p:nvSpPr>
          <p:cNvPr id="19" name="Content Placeholder 20">
            <a:extLst>
              <a:ext uri="{FF2B5EF4-FFF2-40B4-BE49-F238E27FC236}">
                <a16:creationId xmlns:a16="http://schemas.microsoft.com/office/drawing/2014/main" id="{61645DBC-455B-98A9-E811-CCBD77F184A8}"/>
              </a:ext>
            </a:extLst>
          </p:cNvPr>
          <p:cNvSpPr>
            <a:spLocks noGrp="1"/>
          </p:cNvSpPr>
          <p:nvPr>
            <p:ph sz="quarter" idx="28"/>
          </p:nvPr>
        </p:nvSpPr>
        <p:spPr>
          <a:xfrm>
            <a:off x="6456039" y="2132856"/>
            <a:ext cx="5185099"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0057AB"/>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6F3"/>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11937"/>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Fifth level</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325902611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Content 4">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6900C123-9D30-0EBC-5FF8-AB8833A92E04}"/>
              </a:ext>
            </a:extLst>
          </p:cNvPr>
          <p:cNvSpPr/>
          <p:nvPr userDrawn="1"/>
        </p:nvSpPr>
        <p:spPr>
          <a:xfrm rot="16200000" flipV="1">
            <a:off x="6640013" y="1306009"/>
            <a:ext cx="6857998" cy="4245983"/>
          </a:xfrm>
          <a:prstGeom prst="rect">
            <a:avLst/>
          </a:prstGeom>
          <a:solidFill>
            <a:schemeClr val="bg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18" name="Group 37">
            <a:extLst>
              <a:ext uri="{FF2B5EF4-FFF2-40B4-BE49-F238E27FC236}">
                <a16:creationId xmlns:a16="http://schemas.microsoft.com/office/drawing/2014/main" id="{EAB09A99-143F-FC31-39FF-7DF7B4ACA5CF}"/>
              </a:ext>
            </a:extLst>
          </p:cNvPr>
          <p:cNvGrpSpPr/>
          <p:nvPr userDrawn="1"/>
        </p:nvGrpSpPr>
        <p:grpSpPr>
          <a:xfrm>
            <a:off x="11770322" y="176700"/>
            <a:ext cx="260230" cy="240782"/>
            <a:chOff x="5481638" y="2859088"/>
            <a:chExt cx="1231900" cy="1139825"/>
          </a:xfrm>
          <a:solidFill>
            <a:schemeClr val="tx2"/>
          </a:solidFill>
        </p:grpSpPr>
        <p:sp>
          <p:nvSpPr>
            <p:cNvPr id="19" name="Freeform 320">
              <a:extLst>
                <a:ext uri="{FF2B5EF4-FFF2-40B4-BE49-F238E27FC236}">
                  <a16:creationId xmlns:a16="http://schemas.microsoft.com/office/drawing/2014/main" id="{87F6F8F7-5BC0-8EDE-8130-67B046E555CF}"/>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 name="Freeform 321">
              <a:extLst>
                <a:ext uri="{FF2B5EF4-FFF2-40B4-BE49-F238E27FC236}">
                  <a16:creationId xmlns:a16="http://schemas.microsoft.com/office/drawing/2014/main" id="{59BC8A90-2223-E3B3-3D95-0EBCFB812F23}"/>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545F7198-C878-E20D-1FB2-E42A8A78A28C}"/>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8F3B15C5-4190-C7AB-2CDF-2D3ACCBB15A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65F939E0-4FD6-2BB5-5421-0B506A62A78F}"/>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10" name="Text Placeholder 10">
            <a:extLst>
              <a:ext uri="{FF2B5EF4-FFF2-40B4-BE49-F238E27FC236}">
                <a16:creationId xmlns:a16="http://schemas.microsoft.com/office/drawing/2014/main" id="{DDD19F50-1409-118E-AB03-98F95B2F3EE7}"/>
              </a:ext>
            </a:extLst>
          </p:cNvPr>
          <p:cNvSpPr>
            <a:spLocks noGrp="1"/>
          </p:cNvSpPr>
          <p:nvPr>
            <p:ph type="body" sz="quarter" idx="27" hasCustomPrompt="1"/>
          </p:nvPr>
        </p:nvSpPr>
        <p:spPr>
          <a:xfrm>
            <a:off x="8328249" y="1634285"/>
            <a:ext cx="3312890"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11" name="Content Placeholder 20">
            <a:extLst>
              <a:ext uri="{FF2B5EF4-FFF2-40B4-BE49-F238E27FC236}">
                <a16:creationId xmlns:a16="http://schemas.microsoft.com/office/drawing/2014/main" id="{05F7808B-13C5-A300-6661-DDAC0F8FD841}"/>
              </a:ext>
            </a:extLst>
          </p:cNvPr>
          <p:cNvSpPr>
            <a:spLocks noGrp="1"/>
          </p:cNvSpPr>
          <p:nvPr>
            <p:ph sz="quarter" idx="28"/>
          </p:nvPr>
        </p:nvSpPr>
        <p:spPr>
          <a:xfrm>
            <a:off x="8328249" y="2132856"/>
            <a:ext cx="3312890"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0057AB"/>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6F3"/>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11937"/>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Fifth level</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 name="Text Placeholder 9">
            <a:extLst>
              <a:ext uri="{FF2B5EF4-FFF2-40B4-BE49-F238E27FC236}">
                <a16:creationId xmlns:a16="http://schemas.microsoft.com/office/drawing/2014/main" id="{C823ED09-43A3-C822-6B3D-004C6F124AE0}"/>
              </a:ext>
            </a:extLst>
          </p:cNvPr>
          <p:cNvSpPr>
            <a:spLocks noGrp="1"/>
          </p:cNvSpPr>
          <p:nvPr>
            <p:ph type="body" sz="quarter" idx="22" hasCustomPrompt="1"/>
          </p:nvPr>
        </p:nvSpPr>
        <p:spPr>
          <a:xfrm>
            <a:off x="550200" y="1634286"/>
            <a:ext cx="69847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4" name="Title 4">
            <a:extLst>
              <a:ext uri="{FF2B5EF4-FFF2-40B4-BE49-F238E27FC236}">
                <a16:creationId xmlns:a16="http://schemas.microsoft.com/office/drawing/2014/main" id="{8541A4B0-2050-E510-5DA5-3F29BEEB01CB}"/>
              </a:ext>
            </a:extLst>
          </p:cNvPr>
          <p:cNvSpPr>
            <a:spLocks noGrp="1"/>
          </p:cNvSpPr>
          <p:nvPr>
            <p:ph type="title"/>
          </p:nvPr>
        </p:nvSpPr>
        <p:spPr>
          <a:xfrm>
            <a:off x="551384" y="549274"/>
            <a:ext cx="6984776" cy="930372"/>
          </a:xfrm>
        </p:spPr>
        <p:txBody>
          <a:bodyPr/>
          <a:lstStyle/>
          <a:p>
            <a:r>
              <a:rPr lang="en-GB" dirty="0"/>
              <a:t>Click to edit Master title style</a:t>
            </a:r>
            <a:endParaRPr lang="en-US" dirty="0"/>
          </a:p>
        </p:txBody>
      </p:sp>
      <p:sp>
        <p:nvSpPr>
          <p:cNvPr id="15" name="Content Placeholder 5">
            <a:extLst>
              <a:ext uri="{FF2B5EF4-FFF2-40B4-BE49-F238E27FC236}">
                <a16:creationId xmlns:a16="http://schemas.microsoft.com/office/drawing/2014/main" id="{1CC04C3C-451C-6991-07F3-D0DFC821BF41}"/>
              </a:ext>
            </a:extLst>
          </p:cNvPr>
          <p:cNvSpPr>
            <a:spLocks noGrp="1"/>
          </p:cNvSpPr>
          <p:nvPr>
            <p:ph sz="quarter" idx="31"/>
          </p:nvPr>
        </p:nvSpPr>
        <p:spPr>
          <a:xfrm>
            <a:off x="551384" y="2132856"/>
            <a:ext cx="69847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1720441569"/>
      </p:ext>
    </p:extLst>
  </p:cSld>
  <p:clrMapOvr>
    <a:overrideClrMapping bg1="lt1" tx1="dk1" bg2="lt2" tx2="dk2" accent1="accent1" accent2="accent2" accent3="accent3" accent4="accent4" accent5="accent5" accent6="accent6" hlink="hlink" folHlink="folHlink"/>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Content 4 Chapterbox">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6900C123-9D30-0EBC-5FF8-AB8833A92E04}"/>
              </a:ext>
            </a:extLst>
          </p:cNvPr>
          <p:cNvSpPr/>
          <p:nvPr userDrawn="1"/>
        </p:nvSpPr>
        <p:spPr>
          <a:xfrm rot="16200000" flipV="1">
            <a:off x="6640013" y="1306009"/>
            <a:ext cx="6857998" cy="4245983"/>
          </a:xfrm>
          <a:prstGeom prst="rect">
            <a:avLst/>
          </a:prstGeom>
          <a:solidFill>
            <a:schemeClr val="bg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18" name="Group 37">
            <a:extLst>
              <a:ext uri="{FF2B5EF4-FFF2-40B4-BE49-F238E27FC236}">
                <a16:creationId xmlns:a16="http://schemas.microsoft.com/office/drawing/2014/main" id="{EAB09A99-143F-FC31-39FF-7DF7B4ACA5CF}"/>
              </a:ext>
            </a:extLst>
          </p:cNvPr>
          <p:cNvGrpSpPr/>
          <p:nvPr userDrawn="1"/>
        </p:nvGrpSpPr>
        <p:grpSpPr>
          <a:xfrm>
            <a:off x="11770322" y="176700"/>
            <a:ext cx="260230" cy="240782"/>
            <a:chOff x="5481638" y="2859088"/>
            <a:chExt cx="1231900" cy="1139825"/>
          </a:xfrm>
          <a:solidFill>
            <a:schemeClr val="tx2"/>
          </a:solidFill>
        </p:grpSpPr>
        <p:sp>
          <p:nvSpPr>
            <p:cNvPr id="19" name="Freeform 320">
              <a:extLst>
                <a:ext uri="{FF2B5EF4-FFF2-40B4-BE49-F238E27FC236}">
                  <a16:creationId xmlns:a16="http://schemas.microsoft.com/office/drawing/2014/main" id="{87F6F8F7-5BC0-8EDE-8130-67B046E555CF}"/>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 name="Freeform 321">
              <a:extLst>
                <a:ext uri="{FF2B5EF4-FFF2-40B4-BE49-F238E27FC236}">
                  <a16:creationId xmlns:a16="http://schemas.microsoft.com/office/drawing/2014/main" id="{59BC8A90-2223-E3B3-3D95-0EBCFB812F23}"/>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545F7198-C878-E20D-1FB2-E42A8A78A28C}"/>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8F3B15C5-4190-C7AB-2CDF-2D3ACCBB15A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65F939E0-4FD6-2BB5-5421-0B506A62A78F}"/>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14" name="Text Placeholder 9">
            <a:extLst>
              <a:ext uri="{FF2B5EF4-FFF2-40B4-BE49-F238E27FC236}">
                <a16:creationId xmlns:a16="http://schemas.microsoft.com/office/drawing/2014/main" id="{BB58DC26-AB17-A114-5848-E16B716E4BC3}"/>
              </a:ext>
            </a:extLst>
          </p:cNvPr>
          <p:cNvSpPr>
            <a:spLocks noGrp="1"/>
          </p:cNvSpPr>
          <p:nvPr>
            <p:ph type="body" sz="quarter" idx="22" hasCustomPrompt="1"/>
          </p:nvPr>
        </p:nvSpPr>
        <p:spPr>
          <a:xfrm>
            <a:off x="550200" y="1634286"/>
            <a:ext cx="69847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5" name="Title 4">
            <a:extLst>
              <a:ext uri="{FF2B5EF4-FFF2-40B4-BE49-F238E27FC236}">
                <a16:creationId xmlns:a16="http://schemas.microsoft.com/office/drawing/2014/main" id="{D14E6F8F-1FA2-7B27-92D9-A7B3C19F5484}"/>
              </a:ext>
            </a:extLst>
          </p:cNvPr>
          <p:cNvSpPr>
            <a:spLocks noGrp="1"/>
          </p:cNvSpPr>
          <p:nvPr>
            <p:ph type="title"/>
          </p:nvPr>
        </p:nvSpPr>
        <p:spPr>
          <a:xfrm>
            <a:off x="551384" y="549274"/>
            <a:ext cx="6984776" cy="930372"/>
          </a:xfrm>
        </p:spPr>
        <p:txBody>
          <a:bodyPr/>
          <a:lstStyle/>
          <a:p>
            <a:r>
              <a:rPr lang="en-GB" dirty="0"/>
              <a:t>Click to edit Master title style</a:t>
            </a:r>
            <a:endParaRPr lang="en-US" dirty="0"/>
          </a:p>
        </p:txBody>
      </p:sp>
      <p:sp>
        <p:nvSpPr>
          <p:cNvPr id="16" name="Content Placeholder 5">
            <a:extLst>
              <a:ext uri="{FF2B5EF4-FFF2-40B4-BE49-F238E27FC236}">
                <a16:creationId xmlns:a16="http://schemas.microsoft.com/office/drawing/2014/main" id="{77B71408-106B-DF65-5F82-D38B11E407D4}"/>
              </a:ext>
            </a:extLst>
          </p:cNvPr>
          <p:cNvSpPr>
            <a:spLocks noGrp="1"/>
          </p:cNvSpPr>
          <p:nvPr>
            <p:ph sz="quarter" idx="31"/>
          </p:nvPr>
        </p:nvSpPr>
        <p:spPr>
          <a:xfrm>
            <a:off x="551384" y="2132856"/>
            <a:ext cx="69847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7" name="Chapter Placeholder 2">
            <a:extLst>
              <a:ext uri="{FF2B5EF4-FFF2-40B4-BE49-F238E27FC236}">
                <a16:creationId xmlns:a16="http://schemas.microsoft.com/office/drawing/2014/main" id="{07E17E17-8802-3B32-A07A-71C81B533228}"/>
              </a:ext>
            </a:extLst>
          </p:cNvPr>
          <p:cNvSpPr>
            <a:spLocks noGrp="1"/>
          </p:cNvSpPr>
          <p:nvPr>
            <p:ph type="body" sz="quarter" idx="13" hasCustomPrompt="1"/>
          </p:nvPr>
        </p:nvSpPr>
        <p:spPr>
          <a:xfrm>
            <a:off x="550863" y="266219"/>
            <a:ext cx="6983378" cy="151264"/>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21" name="Text Placeholder 10">
            <a:extLst>
              <a:ext uri="{FF2B5EF4-FFF2-40B4-BE49-F238E27FC236}">
                <a16:creationId xmlns:a16="http://schemas.microsoft.com/office/drawing/2014/main" id="{33FA637F-3174-8027-1FE6-C62E91213B9A}"/>
              </a:ext>
            </a:extLst>
          </p:cNvPr>
          <p:cNvSpPr>
            <a:spLocks noGrp="1"/>
          </p:cNvSpPr>
          <p:nvPr>
            <p:ph type="body" sz="quarter" idx="27" hasCustomPrompt="1"/>
          </p:nvPr>
        </p:nvSpPr>
        <p:spPr>
          <a:xfrm>
            <a:off x="8328249" y="1634285"/>
            <a:ext cx="3312890"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Master styles</a:t>
            </a:r>
          </a:p>
        </p:txBody>
      </p:sp>
      <p:sp>
        <p:nvSpPr>
          <p:cNvPr id="22" name="Content Placeholder 20">
            <a:extLst>
              <a:ext uri="{FF2B5EF4-FFF2-40B4-BE49-F238E27FC236}">
                <a16:creationId xmlns:a16="http://schemas.microsoft.com/office/drawing/2014/main" id="{C57FEDC4-FA50-8287-D2F2-B3E071310425}"/>
              </a:ext>
            </a:extLst>
          </p:cNvPr>
          <p:cNvSpPr>
            <a:spLocks noGrp="1"/>
          </p:cNvSpPr>
          <p:nvPr>
            <p:ph sz="quarter" idx="28"/>
          </p:nvPr>
        </p:nvSpPr>
        <p:spPr>
          <a:xfrm>
            <a:off x="8328249" y="2132856"/>
            <a:ext cx="3312890"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0057AB"/>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6F3"/>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11937"/>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Fifth level</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977595191"/>
      </p:ext>
    </p:extLst>
  </p:cSld>
  <p:clrMapOvr>
    <a:overrideClrMapping bg1="lt1" tx1="dk1" bg2="lt2" tx2="dk2" accent1="accent1" accent2="accent2" accent3="accent3" accent4="accent4" accent5="accent5" accent6="accent6" hlink="hlink" folHlink="folHlink"/>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Content 5">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AAEFDD5A-0E10-35E6-046E-79E61257DDF1}"/>
              </a:ext>
            </a:extLst>
          </p:cNvPr>
          <p:cNvSpPr/>
          <p:nvPr userDrawn="1"/>
        </p:nvSpPr>
        <p:spPr>
          <a:xfrm rot="16200000" flipV="1">
            <a:off x="7103001" y="1768998"/>
            <a:ext cx="6857998" cy="3320006"/>
          </a:xfrm>
          <a:prstGeom prst="rect">
            <a:avLst/>
          </a:prstGeom>
          <a:solidFill>
            <a:schemeClr val="bg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0" name="Group 37">
            <a:extLst>
              <a:ext uri="{FF2B5EF4-FFF2-40B4-BE49-F238E27FC236}">
                <a16:creationId xmlns:a16="http://schemas.microsoft.com/office/drawing/2014/main" id="{AA1EA1F2-A678-B9A4-119A-DA3923B39A3A}"/>
              </a:ext>
            </a:extLst>
          </p:cNvPr>
          <p:cNvGrpSpPr/>
          <p:nvPr userDrawn="1"/>
        </p:nvGrpSpPr>
        <p:grpSpPr>
          <a:xfrm>
            <a:off x="11770322" y="176700"/>
            <a:ext cx="260230" cy="240782"/>
            <a:chOff x="5481638" y="2859088"/>
            <a:chExt cx="1231900" cy="1139825"/>
          </a:xfrm>
          <a:solidFill>
            <a:schemeClr val="tx2"/>
          </a:solidFill>
        </p:grpSpPr>
        <p:sp>
          <p:nvSpPr>
            <p:cNvPr id="21" name="Freeform 320">
              <a:extLst>
                <a:ext uri="{FF2B5EF4-FFF2-40B4-BE49-F238E27FC236}">
                  <a16:creationId xmlns:a16="http://schemas.microsoft.com/office/drawing/2014/main" id="{F2CAAAB8-8F85-36D6-90A3-F9EF7CA3A4F1}"/>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321">
              <a:extLst>
                <a:ext uri="{FF2B5EF4-FFF2-40B4-BE49-F238E27FC236}">
                  <a16:creationId xmlns:a16="http://schemas.microsoft.com/office/drawing/2014/main" id="{5CFC2EFB-5E04-2EE5-FF07-1211D0C87D5E}"/>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2" name="Date Placeholder 1">
            <a:extLst>
              <a:ext uri="{FF2B5EF4-FFF2-40B4-BE49-F238E27FC236}">
                <a16:creationId xmlns:a16="http://schemas.microsoft.com/office/drawing/2014/main" id="{2B8F9C6F-5E55-F6B7-39D2-CF5A9A6F84BD}"/>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230850CD-89CD-C34B-151D-32B983A0A5B1}"/>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C3F4590F-315C-56B0-3B3E-63266FA764B6}"/>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7" name="Text Placeholder 10">
            <a:extLst>
              <a:ext uri="{FF2B5EF4-FFF2-40B4-BE49-F238E27FC236}">
                <a16:creationId xmlns:a16="http://schemas.microsoft.com/office/drawing/2014/main" id="{85C65DE2-D633-E9E4-C099-8D72DA0DABAE}"/>
              </a:ext>
            </a:extLst>
          </p:cNvPr>
          <p:cNvSpPr>
            <a:spLocks noGrp="1"/>
          </p:cNvSpPr>
          <p:nvPr>
            <p:ph type="body" sz="quarter" idx="27" hasCustomPrompt="1"/>
          </p:nvPr>
        </p:nvSpPr>
        <p:spPr>
          <a:xfrm>
            <a:off x="9192343" y="1630817"/>
            <a:ext cx="2448795"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styles</a:t>
            </a:r>
          </a:p>
        </p:txBody>
      </p:sp>
      <p:sp>
        <p:nvSpPr>
          <p:cNvPr id="9" name="Content Placeholder 20">
            <a:extLst>
              <a:ext uri="{FF2B5EF4-FFF2-40B4-BE49-F238E27FC236}">
                <a16:creationId xmlns:a16="http://schemas.microsoft.com/office/drawing/2014/main" id="{2DC5CD21-1091-DDC7-F3F6-A5263B3F1F65}"/>
              </a:ext>
            </a:extLst>
          </p:cNvPr>
          <p:cNvSpPr>
            <a:spLocks noGrp="1"/>
          </p:cNvSpPr>
          <p:nvPr>
            <p:ph sz="quarter" idx="28"/>
          </p:nvPr>
        </p:nvSpPr>
        <p:spPr>
          <a:xfrm>
            <a:off x="9192343" y="2132856"/>
            <a:ext cx="2448795"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0057AB"/>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6F3"/>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11937"/>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Fifth level</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 name="Text Placeholder 9">
            <a:extLst>
              <a:ext uri="{FF2B5EF4-FFF2-40B4-BE49-F238E27FC236}">
                <a16:creationId xmlns:a16="http://schemas.microsoft.com/office/drawing/2014/main" id="{A29C74D3-EB0B-2DA9-A833-3D9125BEEEA1}"/>
              </a:ext>
            </a:extLst>
          </p:cNvPr>
          <p:cNvSpPr>
            <a:spLocks noGrp="1"/>
          </p:cNvSpPr>
          <p:nvPr>
            <p:ph type="body" sz="quarter" idx="22" hasCustomPrompt="1"/>
          </p:nvPr>
        </p:nvSpPr>
        <p:spPr>
          <a:xfrm>
            <a:off x="550200" y="1634286"/>
            <a:ext cx="7920880"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3" name="Title 4">
            <a:extLst>
              <a:ext uri="{FF2B5EF4-FFF2-40B4-BE49-F238E27FC236}">
                <a16:creationId xmlns:a16="http://schemas.microsoft.com/office/drawing/2014/main" id="{220DB9AC-B558-657F-DE0C-899A6E4B619F}"/>
              </a:ext>
            </a:extLst>
          </p:cNvPr>
          <p:cNvSpPr>
            <a:spLocks noGrp="1"/>
          </p:cNvSpPr>
          <p:nvPr>
            <p:ph type="title"/>
          </p:nvPr>
        </p:nvSpPr>
        <p:spPr>
          <a:xfrm>
            <a:off x="551384" y="549274"/>
            <a:ext cx="7920880" cy="930372"/>
          </a:xfrm>
        </p:spPr>
        <p:txBody>
          <a:bodyPr/>
          <a:lstStyle/>
          <a:p>
            <a:r>
              <a:rPr lang="en-GB" dirty="0"/>
              <a:t>Click to edit Master title style</a:t>
            </a:r>
            <a:endParaRPr lang="en-US" dirty="0"/>
          </a:p>
        </p:txBody>
      </p:sp>
      <p:sp>
        <p:nvSpPr>
          <p:cNvPr id="14" name="Content Placeholder 5">
            <a:extLst>
              <a:ext uri="{FF2B5EF4-FFF2-40B4-BE49-F238E27FC236}">
                <a16:creationId xmlns:a16="http://schemas.microsoft.com/office/drawing/2014/main" id="{57F29B67-372C-1601-5AA1-76CBE49F80F9}"/>
              </a:ext>
            </a:extLst>
          </p:cNvPr>
          <p:cNvSpPr>
            <a:spLocks noGrp="1"/>
          </p:cNvSpPr>
          <p:nvPr>
            <p:ph sz="quarter" idx="31"/>
          </p:nvPr>
        </p:nvSpPr>
        <p:spPr>
          <a:xfrm>
            <a:off x="551384" y="2132856"/>
            <a:ext cx="7920880"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827094590"/>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preserve="1" userDrawn="1">
  <p:cSld name="Content 5 Chapterbox">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AAEFDD5A-0E10-35E6-046E-79E61257DDF1}"/>
              </a:ext>
            </a:extLst>
          </p:cNvPr>
          <p:cNvSpPr/>
          <p:nvPr userDrawn="1"/>
        </p:nvSpPr>
        <p:spPr>
          <a:xfrm rot="16200000" flipV="1">
            <a:off x="7103001" y="1768998"/>
            <a:ext cx="6857998" cy="3320006"/>
          </a:xfrm>
          <a:prstGeom prst="rect">
            <a:avLst/>
          </a:prstGeom>
          <a:solidFill>
            <a:schemeClr val="bg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0" name="Group 37">
            <a:extLst>
              <a:ext uri="{FF2B5EF4-FFF2-40B4-BE49-F238E27FC236}">
                <a16:creationId xmlns:a16="http://schemas.microsoft.com/office/drawing/2014/main" id="{AA1EA1F2-A678-B9A4-119A-DA3923B39A3A}"/>
              </a:ext>
            </a:extLst>
          </p:cNvPr>
          <p:cNvGrpSpPr/>
          <p:nvPr userDrawn="1"/>
        </p:nvGrpSpPr>
        <p:grpSpPr>
          <a:xfrm>
            <a:off x="11770322" y="176700"/>
            <a:ext cx="260230" cy="240782"/>
            <a:chOff x="5481638" y="2859088"/>
            <a:chExt cx="1231900" cy="1139825"/>
          </a:xfrm>
          <a:solidFill>
            <a:schemeClr val="tx2"/>
          </a:solidFill>
        </p:grpSpPr>
        <p:sp>
          <p:nvSpPr>
            <p:cNvPr id="21" name="Freeform 320">
              <a:extLst>
                <a:ext uri="{FF2B5EF4-FFF2-40B4-BE49-F238E27FC236}">
                  <a16:creationId xmlns:a16="http://schemas.microsoft.com/office/drawing/2014/main" id="{F2CAAAB8-8F85-36D6-90A3-F9EF7CA3A4F1}"/>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321">
              <a:extLst>
                <a:ext uri="{FF2B5EF4-FFF2-40B4-BE49-F238E27FC236}">
                  <a16:creationId xmlns:a16="http://schemas.microsoft.com/office/drawing/2014/main" id="{5CFC2EFB-5E04-2EE5-FF07-1211D0C87D5E}"/>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2" name="Date Placeholder 1">
            <a:extLst>
              <a:ext uri="{FF2B5EF4-FFF2-40B4-BE49-F238E27FC236}">
                <a16:creationId xmlns:a16="http://schemas.microsoft.com/office/drawing/2014/main" id="{2B8F9C6F-5E55-F6B7-39D2-CF5A9A6F84BD}"/>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230850CD-89CD-C34B-151D-32B983A0A5B1}"/>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C3F4590F-315C-56B0-3B3E-63266FA764B6}"/>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13" name="Text Placeholder 9">
            <a:extLst>
              <a:ext uri="{FF2B5EF4-FFF2-40B4-BE49-F238E27FC236}">
                <a16:creationId xmlns:a16="http://schemas.microsoft.com/office/drawing/2014/main" id="{D497DF30-993E-2DAE-FA33-CBD3CB7CEB27}"/>
              </a:ext>
            </a:extLst>
          </p:cNvPr>
          <p:cNvSpPr>
            <a:spLocks noGrp="1"/>
          </p:cNvSpPr>
          <p:nvPr>
            <p:ph type="body" sz="quarter" idx="22" hasCustomPrompt="1"/>
          </p:nvPr>
        </p:nvSpPr>
        <p:spPr>
          <a:xfrm>
            <a:off x="550200" y="1634286"/>
            <a:ext cx="7920880"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4" name="Title 4">
            <a:extLst>
              <a:ext uri="{FF2B5EF4-FFF2-40B4-BE49-F238E27FC236}">
                <a16:creationId xmlns:a16="http://schemas.microsoft.com/office/drawing/2014/main" id="{E2829572-A7E5-F936-83E5-55B02476CCAB}"/>
              </a:ext>
            </a:extLst>
          </p:cNvPr>
          <p:cNvSpPr>
            <a:spLocks noGrp="1"/>
          </p:cNvSpPr>
          <p:nvPr>
            <p:ph type="title"/>
          </p:nvPr>
        </p:nvSpPr>
        <p:spPr>
          <a:xfrm>
            <a:off x="551384" y="549274"/>
            <a:ext cx="7920880" cy="930372"/>
          </a:xfrm>
        </p:spPr>
        <p:txBody>
          <a:bodyPr/>
          <a:lstStyle/>
          <a:p>
            <a:r>
              <a:rPr lang="en-GB" dirty="0"/>
              <a:t>Click to edit Master title style</a:t>
            </a:r>
            <a:endParaRPr lang="en-US" dirty="0"/>
          </a:p>
        </p:txBody>
      </p:sp>
      <p:sp>
        <p:nvSpPr>
          <p:cNvPr id="15" name="Content Placeholder 5">
            <a:extLst>
              <a:ext uri="{FF2B5EF4-FFF2-40B4-BE49-F238E27FC236}">
                <a16:creationId xmlns:a16="http://schemas.microsoft.com/office/drawing/2014/main" id="{6A9D5DB5-AACC-3AC1-74DE-FD8719741717}"/>
              </a:ext>
            </a:extLst>
          </p:cNvPr>
          <p:cNvSpPr>
            <a:spLocks noGrp="1"/>
          </p:cNvSpPr>
          <p:nvPr>
            <p:ph sz="quarter" idx="31"/>
          </p:nvPr>
        </p:nvSpPr>
        <p:spPr>
          <a:xfrm>
            <a:off x="551384" y="2132856"/>
            <a:ext cx="7920880"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7" name="Chapter Placeholder 2">
            <a:extLst>
              <a:ext uri="{FF2B5EF4-FFF2-40B4-BE49-F238E27FC236}">
                <a16:creationId xmlns:a16="http://schemas.microsoft.com/office/drawing/2014/main" id="{095C3F11-741D-6C4B-7C22-F34950120E7B}"/>
              </a:ext>
            </a:extLst>
          </p:cNvPr>
          <p:cNvSpPr>
            <a:spLocks noGrp="1"/>
          </p:cNvSpPr>
          <p:nvPr>
            <p:ph type="body" sz="quarter" idx="13" hasCustomPrompt="1"/>
          </p:nvPr>
        </p:nvSpPr>
        <p:spPr>
          <a:xfrm>
            <a:off x="550862" y="266219"/>
            <a:ext cx="7919295" cy="151264"/>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18" name="Text Placeholder 10">
            <a:extLst>
              <a:ext uri="{FF2B5EF4-FFF2-40B4-BE49-F238E27FC236}">
                <a16:creationId xmlns:a16="http://schemas.microsoft.com/office/drawing/2014/main" id="{119D1CB9-0BDC-379D-9F95-80F46009C992}"/>
              </a:ext>
            </a:extLst>
          </p:cNvPr>
          <p:cNvSpPr>
            <a:spLocks noGrp="1"/>
          </p:cNvSpPr>
          <p:nvPr>
            <p:ph type="body" sz="quarter" idx="27" hasCustomPrompt="1"/>
          </p:nvPr>
        </p:nvSpPr>
        <p:spPr>
          <a:xfrm>
            <a:off x="9192343" y="1630817"/>
            <a:ext cx="2448795"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 styles</a:t>
            </a:r>
          </a:p>
        </p:txBody>
      </p:sp>
      <p:sp>
        <p:nvSpPr>
          <p:cNvPr id="19" name="Content Placeholder 20">
            <a:extLst>
              <a:ext uri="{FF2B5EF4-FFF2-40B4-BE49-F238E27FC236}">
                <a16:creationId xmlns:a16="http://schemas.microsoft.com/office/drawing/2014/main" id="{E9AB145F-3EEE-DD29-2DCD-D04DCA8B8E79}"/>
              </a:ext>
            </a:extLst>
          </p:cNvPr>
          <p:cNvSpPr>
            <a:spLocks noGrp="1"/>
          </p:cNvSpPr>
          <p:nvPr>
            <p:ph sz="quarter" idx="28"/>
          </p:nvPr>
        </p:nvSpPr>
        <p:spPr>
          <a:xfrm>
            <a:off x="9192343" y="2132856"/>
            <a:ext cx="2448795"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0057AB"/>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6F3"/>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11937"/>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Fifth level</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185561509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userDrawn="1">
  <p:cSld name="Content 6">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44142192-00F6-71C9-9A77-489CD275D234}"/>
              </a:ext>
            </a:extLst>
          </p:cNvPr>
          <p:cNvSpPr/>
          <p:nvPr userDrawn="1"/>
        </p:nvSpPr>
        <p:spPr>
          <a:xfrm rot="16200000" flipV="1">
            <a:off x="7563095" y="2229091"/>
            <a:ext cx="6857998" cy="2399819"/>
          </a:xfrm>
          <a:prstGeom prst="rect">
            <a:avLst/>
          </a:prstGeom>
          <a:solidFill>
            <a:schemeClr val="bg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5" name="Group 37">
            <a:extLst>
              <a:ext uri="{FF2B5EF4-FFF2-40B4-BE49-F238E27FC236}">
                <a16:creationId xmlns:a16="http://schemas.microsoft.com/office/drawing/2014/main" id="{3DFDE37E-5420-F85E-8E48-40542DA08033}"/>
              </a:ext>
            </a:extLst>
          </p:cNvPr>
          <p:cNvGrpSpPr/>
          <p:nvPr userDrawn="1"/>
        </p:nvGrpSpPr>
        <p:grpSpPr>
          <a:xfrm>
            <a:off x="11770322" y="176700"/>
            <a:ext cx="260230" cy="240782"/>
            <a:chOff x="5481638" y="2859088"/>
            <a:chExt cx="1231900" cy="1139825"/>
          </a:xfrm>
          <a:solidFill>
            <a:schemeClr val="tx2"/>
          </a:solidFill>
        </p:grpSpPr>
        <p:sp>
          <p:nvSpPr>
            <p:cNvPr id="26" name="Freeform 320">
              <a:extLst>
                <a:ext uri="{FF2B5EF4-FFF2-40B4-BE49-F238E27FC236}">
                  <a16:creationId xmlns:a16="http://schemas.microsoft.com/office/drawing/2014/main" id="{AD48A599-A45D-8D69-AEA6-662642AD9D93}"/>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7" name="Freeform 321">
              <a:extLst>
                <a:ext uri="{FF2B5EF4-FFF2-40B4-BE49-F238E27FC236}">
                  <a16:creationId xmlns:a16="http://schemas.microsoft.com/office/drawing/2014/main" id="{D65A51CC-4C31-51CB-14AC-6B1601AB8ADE}"/>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D5AE9DA6-521B-F449-72BF-F6B58357D1E2}"/>
              </a:ext>
            </a:extLst>
          </p:cNvPr>
          <p:cNvSpPr>
            <a:spLocks noGrp="1"/>
          </p:cNvSpPr>
          <p:nvPr>
            <p:ph type="dt" sz="half" idx="2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B8E5A5A4-4ABB-75D4-0347-730FFE4FE623}"/>
              </a:ext>
            </a:extLst>
          </p:cNvPr>
          <p:cNvSpPr>
            <a:spLocks noGrp="1"/>
          </p:cNvSpPr>
          <p:nvPr>
            <p:ph type="ftr" sz="quarter" idx="26"/>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1D8486EB-33DC-2A07-4FA3-E55575E4F077}"/>
              </a:ext>
            </a:extLst>
          </p:cNvPr>
          <p:cNvSpPr>
            <a:spLocks noGrp="1"/>
          </p:cNvSpPr>
          <p:nvPr>
            <p:ph type="sldNum" sz="quarter" idx="27"/>
          </p:nvPr>
        </p:nvSpPr>
        <p:spPr/>
        <p:txBody>
          <a:bodyPr/>
          <a:lstStyle/>
          <a:p>
            <a:pPr algn="r"/>
            <a:fld id="{5D9A5160-6218-4E5A-B9E6-B93E3DAE377C}" type="slidenum">
              <a:rPr lang="en-US" smtClean="0"/>
              <a:pPr algn="r"/>
              <a:t>‹#›</a:t>
            </a:fld>
            <a:endParaRPr lang="en-US"/>
          </a:p>
        </p:txBody>
      </p:sp>
      <p:sp>
        <p:nvSpPr>
          <p:cNvPr id="10" name="Text Placeholder 10">
            <a:extLst>
              <a:ext uri="{FF2B5EF4-FFF2-40B4-BE49-F238E27FC236}">
                <a16:creationId xmlns:a16="http://schemas.microsoft.com/office/drawing/2014/main" id="{A330C55F-D744-2271-A744-FB08FEA9C3F2}"/>
              </a:ext>
            </a:extLst>
          </p:cNvPr>
          <p:cNvSpPr>
            <a:spLocks noGrp="1"/>
          </p:cNvSpPr>
          <p:nvPr>
            <p:ph type="body" sz="quarter" idx="28"/>
          </p:nvPr>
        </p:nvSpPr>
        <p:spPr>
          <a:xfrm>
            <a:off x="9984432" y="1634285"/>
            <a:ext cx="1656706"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a:t>
            </a:r>
          </a:p>
        </p:txBody>
      </p:sp>
      <p:sp>
        <p:nvSpPr>
          <p:cNvPr id="11" name="Content Placeholder 20">
            <a:extLst>
              <a:ext uri="{FF2B5EF4-FFF2-40B4-BE49-F238E27FC236}">
                <a16:creationId xmlns:a16="http://schemas.microsoft.com/office/drawing/2014/main" id="{D0938303-9E4A-7951-5CF4-73A80E066CF3}"/>
              </a:ext>
            </a:extLst>
          </p:cNvPr>
          <p:cNvSpPr>
            <a:spLocks noGrp="1"/>
          </p:cNvSpPr>
          <p:nvPr>
            <p:ph sz="quarter" idx="29"/>
          </p:nvPr>
        </p:nvSpPr>
        <p:spPr>
          <a:xfrm>
            <a:off x="9984432" y="2132856"/>
            <a:ext cx="1656706"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0057AB"/>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6F3"/>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11937"/>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Fifth level</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 name="Text Placeholder 9">
            <a:extLst>
              <a:ext uri="{FF2B5EF4-FFF2-40B4-BE49-F238E27FC236}">
                <a16:creationId xmlns:a16="http://schemas.microsoft.com/office/drawing/2014/main" id="{7C9639AC-5FFD-1253-4DC1-EBEDE1886A6D}"/>
              </a:ext>
            </a:extLst>
          </p:cNvPr>
          <p:cNvSpPr>
            <a:spLocks noGrp="1"/>
          </p:cNvSpPr>
          <p:nvPr>
            <p:ph type="body" sz="quarter" idx="22" hasCustomPrompt="1"/>
          </p:nvPr>
        </p:nvSpPr>
        <p:spPr>
          <a:xfrm>
            <a:off x="550200" y="1634286"/>
            <a:ext cx="8882182"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3" name="Title 4">
            <a:extLst>
              <a:ext uri="{FF2B5EF4-FFF2-40B4-BE49-F238E27FC236}">
                <a16:creationId xmlns:a16="http://schemas.microsoft.com/office/drawing/2014/main" id="{1BB648A1-1B65-F77C-294B-40FC6142BE8F}"/>
              </a:ext>
            </a:extLst>
          </p:cNvPr>
          <p:cNvSpPr>
            <a:spLocks noGrp="1"/>
          </p:cNvSpPr>
          <p:nvPr>
            <p:ph type="title"/>
          </p:nvPr>
        </p:nvSpPr>
        <p:spPr>
          <a:xfrm>
            <a:off x="551384" y="549274"/>
            <a:ext cx="8882182" cy="930372"/>
          </a:xfrm>
        </p:spPr>
        <p:txBody>
          <a:bodyPr/>
          <a:lstStyle/>
          <a:p>
            <a:r>
              <a:rPr lang="en-GB" dirty="0"/>
              <a:t>Click to edit Master title style</a:t>
            </a:r>
            <a:endParaRPr lang="en-US" dirty="0"/>
          </a:p>
        </p:txBody>
      </p:sp>
      <p:sp>
        <p:nvSpPr>
          <p:cNvPr id="14" name="Content Placeholder 5">
            <a:extLst>
              <a:ext uri="{FF2B5EF4-FFF2-40B4-BE49-F238E27FC236}">
                <a16:creationId xmlns:a16="http://schemas.microsoft.com/office/drawing/2014/main" id="{49421495-E59F-EE66-99F1-D6DC0203F5DE}"/>
              </a:ext>
            </a:extLst>
          </p:cNvPr>
          <p:cNvSpPr>
            <a:spLocks noGrp="1"/>
          </p:cNvSpPr>
          <p:nvPr>
            <p:ph sz="quarter" idx="31"/>
          </p:nvPr>
        </p:nvSpPr>
        <p:spPr>
          <a:xfrm>
            <a:off x="551384" y="2132856"/>
            <a:ext cx="8882182"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3372073507"/>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Content 6  Chapterbox">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44142192-00F6-71C9-9A77-489CD275D234}"/>
              </a:ext>
            </a:extLst>
          </p:cNvPr>
          <p:cNvSpPr/>
          <p:nvPr userDrawn="1"/>
        </p:nvSpPr>
        <p:spPr>
          <a:xfrm rot="16200000" flipV="1">
            <a:off x="7563095" y="2229091"/>
            <a:ext cx="6857998" cy="2399819"/>
          </a:xfrm>
          <a:prstGeom prst="rect">
            <a:avLst/>
          </a:prstGeom>
          <a:solidFill>
            <a:schemeClr val="bg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5" name="Group 37">
            <a:extLst>
              <a:ext uri="{FF2B5EF4-FFF2-40B4-BE49-F238E27FC236}">
                <a16:creationId xmlns:a16="http://schemas.microsoft.com/office/drawing/2014/main" id="{3DFDE37E-5420-F85E-8E48-40542DA08033}"/>
              </a:ext>
            </a:extLst>
          </p:cNvPr>
          <p:cNvGrpSpPr/>
          <p:nvPr userDrawn="1"/>
        </p:nvGrpSpPr>
        <p:grpSpPr>
          <a:xfrm>
            <a:off x="11770322" y="176700"/>
            <a:ext cx="260230" cy="240782"/>
            <a:chOff x="5481638" y="2859088"/>
            <a:chExt cx="1231900" cy="1139825"/>
          </a:xfrm>
          <a:solidFill>
            <a:schemeClr val="tx2"/>
          </a:solidFill>
        </p:grpSpPr>
        <p:sp>
          <p:nvSpPr>
            <p:cNvPr id="26" name="Freeform 320">
              <a:extLst>
                <a:ext uri="{FF2B5EF4-FFF2-40B4-BE49-F238E27FC236}">
                  <a16:creationId xmlns:a16="http://schemas.microsoft.com/office/drawing/2014/main" id="{AD48A599-A45D-8D69-AEA6-662642AD9D93}"/>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7" name="Freeform 321">
              <a:extLst>
                <a:ext uri="{FF2B5EF4-FFF2-40B4-BE49-F238E27FC236}">
                  <a16:creationId xmlns:a16="http://schemas.microsoft.com/office/drawing/2014/main" id="{D65A51CC-4C31-51CB-14AC-6B1601AB8ADE}"/>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D5AE9DA6-521B-F449-72BF-F6B58357D1E2}"/>
              </a:ext>
            </a:extLst>
          </p:cNvPr>
          <p:cNvSpPr>
            <a:spLocks noGrp="1"/>
          </p:cNvSpPr>
          <p:nvPr>
            <p:ph type="dt" sz="half" idx="2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B8E5A5A4-4ABB-75D4-0347-730FFE4FE623}"/>
              </a:ext>
            </a:extLst>
          </p:cNvPr>
          <p:cNvSpPr>
            <a:spLocks noGrp="1"/>
          </p:cNvSpPr>
          <p:nvPr>
            <p:ph type="ftr" sz="quarter" idx="26"/>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1D8486EB-33DC-2A07-4FA3-E55575E4F077}"/>
              </a:ext>
            </a:extLst>
          </p:cNvPr>
          <p:cNvSpPr>
            <a:spLocks noGrp="1"/>
          </p:cNvSpPr>
          <p:nvPr>
            <p:ph type="sldNum" sz="quarter" idx="27"/>
          </p:nvPr>
        </p:nvSpPr>
        <p:spPr/>
        <p:txBody>
          <a:bodyPr/>
          <a:lstStyle/>
          <a:p>
            <a:pPr algn="r"/>
            <a:fld id="{5D9A5160-6218-4E5A-B9E6-B93E3DAE377C}" type="slidenum">
              <a:rPr lang="en-US" smtClean="0"/>
              <a:pPr algn="r"/>
              <a:t>‹#›</a:t>
            </a:fld>
            <a:endParaRPr lang="en-US"/>
          </a:p>
        </p:txBody>
      </p:sp>
      <p:sp>
        <p:nvSpPr>
          <p:cNvPr id="13" name="Text Placeholder 9">
            <a:extLst>
              <a:ext uri="{FF2B5EF4-FFF2-40B4-BE49-F238E27FC236}">
                <a16:creationId xmlns:a16="http://schemas.microsoft.com/office/drawing/2014/main" id="{529E6C84-64B2-00D3-F323-E02B98EC12C2}"/>
              </a:ext>
            </a:extLst>
          </p:cNvPr>
          <p:cNvSpPr>
            <a:spLocks noGrp="1"/>
          </p:cNvSpPr>
          <p:nvPr>
            <p:ph type="body" sz="quarter" idx="22" hasCustomPrompt="1"/>
          </p:nvPr>
        </p:nvSpPr>
        <p:spPr>
          <a:xfrm>
            <a:off x="550200" y="1634286"/>
            <a:ext cx="8882182"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4" name="Title 4">
            <a:extLst>
              <a:ext uri="{FF2B5EF4-FFF2-40B4-BE49-F238E27FC236}">
                <a16:creationId xmlns:a16="http://schemas.microsoft.com/office/drawing/2014/main" id="{5EB48A6D-F65C-9637-FFC5-76206881CBC1}"/>
              </a:ext>
            </a:extLst>
          </p:cNvPr>
          <p:cNvSpPr>
            <a:spLocks noGrp="1"/>
          </p:cNvSpPr>
          <p:nvPr>
            <p:ph type="title"/>
          </p:nvPr>
        </p:nvSpPr>
        <p:spPr>
          <a:xfrm>
            <a:off x="551384" y="549274"/>
            <a:ext cx="8882182" cy="930372"/>
          </a:xfrm>
        </p:spPr>
        <p:txBody>
          <a:bodyPr/>
          <a:lstStyle/>
          <a:p>
            <a:r>
              <a:rPr lang="en-GB" dirty="0"/>
              <a:t>Click to edit Master title style</a:t>
            </a:r>
            <a:endParaRPr lang="en-US" dirty="0"/>
          </a:p>
        </p:txBody>
      </p:sp>
      <p:sp>
        <p:nvSpPr>
          <p:cNvPr id="15" name="Content Placeholder 5">
            <a:extLst>
              <a:ext uri="{FF2B5EF4-FFF2-40B4-BE49-F238E27FC236}">
                <a16:creationId xmlns:a16="http://schemas.microsoft.com/office/drawing/2014/main" id="{07E02CCB-C71A-0339-72B0-EFB7FEF5AA0A}"/>
              </a:ext>
            </a:extLst>
          </p:cNvPr>
          <p:cNvSpPr>
            <a:spLocks noGrp="1"/>
          </p:cNvSpPr>
          <p:nvPr>
            <p:ph sz="quarter" idx="31"/>
          </p:nvPr>
        </p:nvSpPr>
        <p:spPr>
          <a:xfrm>
            <a:off x="551384" y="2132856"/>
            <a:ext cx="8882182"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6" name="Chapter Placeholder 2">
            <a:extLst>
              <a:ext uri="{FF2B5EF4-FFF2-40B4-BE49-F238E27FC236}">
                <a16:creationId xmlns:a16="http://schemas.microsoft.com/office/drawing/2014/main" id="{D558D76D-73AB-D804-717B-9457F8C63F55}"/>
              </a:ext>
            </a:extLst>
          </p:cNvPr>
          <p:cNvSpPr>
            <a:spLocks noGrp="1"/>
          </p:cNvSpPr>
          <p:nvPr>
            <p:ph type="body" sz="quarter" idx="13" hasCustomPrompt="1"/>
          </p:nvPr>
        </p:nvSpPr>
        <p:spPr>
          <a:xfrm>
            <a:off x="550862" y="266219"/>
            <a:ext cx="8880405" cy="151264"/>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17" name="Text Placeholder 10">
            <a:extLst>
              <a:ext uri="{FF2B5EF4-FFF2-40B4-BE49-F238E27FC236}">
                <a16:creationId xmlns:a16="http://schemas.microsoft.com/office/drawing/2014/main" id="{6B38ECBD-1578-338F-1830-325071613349}"/>
              </a:ext>
            </a:extLst>
          </p:cNvPr>
          <p:cNvSpPr>
            <a:spLocks noGrp="1"/>
          </p:cNvSpPr>
          <p:nvPr>
            <p:ph type="body" sz="quarter" idx="28"/>
          </p:nvPr>
        </p:nvSpPr>
        <p:spPr>
          <a:xfrm>
            <a:off x="9984432" y="1634285"/>
            <a:ext cx="1656706" cy="307777"/>
          </a:xfrm>
          <a:prstGeom prst="rect">
            <a:avLst/>
          </a:prstGeom>
        </p:spPr>
        <p:txBody>
          <a:bodyPr vert="horz" wrap="square" lIns="0" tIns="0" rIns="0" bIns="0" rtlCol="0">
            <a:spAutoFit/>
          </a:bodyPr>
          <a:lstStyle>
            <a:lvl1pPr>
              <a:defRPr lang="en-US" sz="2000" b="1" smtClean="0">
                <a:solidFill>
                  <a:schemeClr val="tx2"/>
                </a:solidFill>
              </a:defRPr>
            </a:lvl1pPr>
          </a:lstStyle>
          <a:p>
            <a:pPr lvl="0"/>
            <a:r>
              <a:rPr lang="en-GB" dirty="0"/>
              <a:t>Click to edit</a:t>
            </a:r>
          </a:p>
        </p:txBody>
      </p:sp>
      <p:sp>
        <p:nvSpPr>
          <p:cNvPr id="18" name="Content Placeholder 20">
            <a:extLst>
              <a:ext uri="{FF2B5EF4-FFF2-40B4-BE49-F238E27FC236}">
                <a16:creationId xmlns:a16="http://schemas.microsoft.com/office/drawing/2014/main" id="{EE88E0BA-CEEC-AD04-5C1C-654A051DE48E}"/>
              </a:ext>
            </a:extLst>
          </p:cNvPr>
          <p:cNvSpPr>
            <a:spLocks noGrp="1"/>
          </p:cNvSpPr>
          <p:nvPr>
            <p:ph sz="quarter" idx="29"/>
          </p:nvPr>
        </p:nvSpPr>
        <p:spPr>
          <a:xfrm>
            <a:off x="9984432" y="2132856"/>
            <a:ext cx="1656706"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0057AB"/>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6F3"/>
              </a:buClr>
              <a:buSzTx/>
              <a:buFont typeface="Arial" panose="020B0604020202020204" pitchFamily="34" charset="0"/>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11937"/>
              </a:buClr>
              <a:buSzTx/>
              <a:buFont typeface="System Font Regular"/>
              <a:buChar char="-"/>
              <a:tabLst/>
              <a:defRPr/>
            </a:pPr>
            <a:r>
              <a:rPr kumimoji="0" lang="en-GB" sz="1400" b="0" i="0" u="none" strike="noStrike" kern="1200" cap="none" spc="0" normalizeH="0" baseline="0" noProof="0" dirty="0">
                <a:ln>
                  <a:noFill/>
                </a:ln>
                <a:solidFill>
                  <a:srgbClr val="000000"/>
                </a:solidFill>
                <a:effectLst/>
                <a:uLnTx/>
                <a:uFillTx/>
                <a:latin typeface="Ubuntu"/>
                <a:ea typeface="+mn-ea"/>
                <a:cs typeface="+mn-cs"/>
              </a:rPr>
              <a:t>Fifth level</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522678975"/>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Content 7">
    <p:spTree>
      <p:nvGrpSpPr>
        <p:cNvPr id="1" name=""/>
        <p:cNvGrpSpPr/>
        <p:nvPr/>
      </p:nvGrpSpPr>
      <p:grpSpPr>
        <a:xfrm>
          <a:off x="0" y="0"/>
          <a:ext cx="0" cy="0"/>
          <a:chOff x="0" y="0"/>
          <a:chExt cx="0" cy="0"/>
        </a:xfrm>
      </p:grpSpPr>
      <p:sp>
        <p:nvSpPr>
          <p:cNvPr id="7" name="Content Placeholder 17">
            <a:extLst>
              <a:ext uri="{FF2B5EF4-FFF2-40B4-BE49-F238E27FC236}">
                <a16:creationId xmlns:a16="http://schemas.microsoft.com/office/drawing/2014/main" id="{9419F9B9-A3F9-F338-CA95-2522ADFD9276}"/>
              </a:ext>
            </a:extLst>
          </p:cNvPr>
          <p:cNvSpPr>
            <a:spLocks noGrp="1"/>
          </p:cNvSpPr>
          <p:nvPr>
            <p:ph sz="quarter" idx="23"/>
          </p:nvPr>
        </p:nvSpPr>
        <p:spPr>
          <a:xfrm>
            <a:off x="6646863" y="1772816"/>
            <a:ext cx="4993753" cy="4535909"/>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3" name="Date Placeholder 2">
            <a:extLst>
              <a:ext uri="{FF2B5EF4-FFF2-40B4-BE49-F238E27FC236}">
                <a16:creationId xmlns:a16="http://schemas.microsoft.com/office/drawing/2014/main" id="{885B9FD2-6048-2D15-B439-6975CB885DBE}"/>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043C87BC-20D2-3A31-20C8-5F67B34C6548}"/>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0288BCF5-D034-A931-945B-6AA231F982A9}"/>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5" name="Title 7">
            <a:extLst>
              <a:ext uri="{FF2B5EF4-FFF2-40B4-BE49-F238E27FC236}">
                <a16:creationId xmlns:a16="http://schemas.microsoft.com/office/drawing/2014/main" id="{08F229AB-200D-A118-A540-6775F6D62DD5}"/>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9" name="Text Placeholder 9">
            <a:extLst>
              <a:ext uri="{FF2B5EF4-FFF2-40B4-BE49-F238E27FC236}">
                <a16:creationId xmlns:a16="http://schemas.microsoft.com/office/drawing/2014/main" id="{764E1598-B47B-E5BD-C159-2B9A902D4D9E}"/>
              </a:ext>
            </a:extLst>
          </p:cNvPr>
          <p:cNvSpPr>
            <a:spLocks noGrp="1"/>
          </p:cNvSpPr>
          <p:nvPr>
            <p:ph type="body" sz="quarter" idx="22" hasCustomPrompt="1"/>
          </p:nvPr>
        </p:nvSpPr>
        <p:spPr>
          <a:xfrm>
            <a:off x="550200" y="1634286"/>
            <a:ext cx="5545800"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Tree>
    <p:extLst>
      <p:ext uri="{BB962C8B-B14F-4D97-AF65-F5344CB8AC3E}">
        <p14:creationId xmlns:p14="http://schemas.microsoft.com/office/powerpoint/2010/main" val="4293642701"/>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Content 7 Chapterbox">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885B9FD2-6048-2D15-B439-6975CB885DBE}"/>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043C87BC-20D2-3A31-20C8-5F67B34C6548}"/>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0288BCF5-D034-A931-945B-6AA231F982A9}"/>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5" name="Title 7">
            <a:extLst>
              <a:ext uri="{FF2B5EF4-FFF2-40B4-BE49-F238E27FC236}">
                <a16:creationId xmlns:a16="http://schemas.microsoft.com/office/drawing/2014/main" id="{EDF9C910-2A07-6DAD-11EA-E6FCA89F7C5F}"/>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10" name="Text Placeholder 9">
            <a:extLst>
              <a:ext uri="{FF2B5EF4-FFF2-40B4-BE49-F238E27FC236}">
                <a16:creationId xmlns:a16="http://schemas.microsoft.com/office/drawing/2014/main" id="{2CCBB290-7053-E876-1673-443C14B0392B}"/>
              </a:ext>
            </a:extLst>
          </p:cNvPr>
          <p:cNvSpPr>
            <a:spLocks noGrp="1"/>
          </p:cNvSpPr>
          <p:nvPr>
            <p:ph type="body" sz="quarter" idx="22" hasCustomPrompt="1"/>
          </p:nvPr>
        </p:nvSpPr>
        <p:spPr>
          <a:xfrm>
            <a:off x="550200" y="1634286"/>
            <a:ext cx="5545800"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1" name="Chapter Placeholder 2">
            <a:extLst>
              <a:ext uri="{FF2B5EF4-FFF2-40B4-BE49-F238E27FC236}">
                <a16:creationId xmlns:a16="http://schemas.microsoft.com/office/drawing/2014/main" id="{AC81B38A-0B51-DCD9-4354-65F64A9F3759}"/>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12" name="Content Placeholder 17">
            <a:extLst>
              <a:ext uri="{FF2B5EF4-FFF2-40B4-BE49-F238E27FC236}">
                <a16:creationId xmlns:a16="http://schemas.microsoft.com/office/drawing/2014/main" id="{9480536C-79D9-4EC7-B91E-29F094235468}"/>
              </a:ext>
            </a:extLst>
          </p:cNvPr>
          <p:cNvSpPr>
            <a:spLocks noGrp="1"/>
          </p:cNvSpPr>
          <p:nvPr>
            <p:ph sz="quarter" idx="23"/>
          </p:nvPr>
        </p:nvSpPr>
        <p:spPr>
          <a:xfrm>
            <a:off x="6646863" y="1772816"/>
            <a:ext cx="4993753" cy="4535909"/>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Tree>
    <p:extLst>
      <p:ext uri="{BB962C8B-B14F-4D97-AF65-F5344CB8AC3E}">
        <p14:creationId xmlns:p14="http://schemas.microsoft.com/office/powerpoint/2010/main" val="2503779812"/>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Content 3 Boxes">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C75832D-4FE3-EA04-12B9-E1273FD483F9}"/>
              </a:ext>
            </a:extLst>
          </p:cNvPr>
          <p:cNvSpPr>
            <a:spLocks noGrp="1"/>
          </p:cNvSpPr>
          <p:nvPr>
            <p:ph type="dt" sz="half" idx="4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5B94528A-812C-C7DE-A787-ABF5508E4B6F}"/>
              </a:ext>
            </a:extLst>
          </p:cNvPr>
          <p:cNvSpPr>
            <a:spLocks noGrp="1"/>
          </p:cNvSpPr>
          <p:nvPr>
            <p:ph type="ftr" sz="quarter" idx="46"/>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29042902-22AE-CB28-435A-B90F5D3E43B3}"/>
              </a:ext>
            </a:extLst>
          </p:cNvPr>
          <p:cNvSpPr>
            <a:spLocks noGrp="1"/>
          </p:cNvSpPr>
          <p:nvPr>
            <p:ph type="sldNum" sz="quarter" idx="47"/>
          </p:nvPr>
        </p:nvSpPr>
        <p:spPr/>
        <p:txBody>
          <a:bodyPr/>
          <a:lstStyle/>
          <a:p>
            <a:pPr algn="r"/>
            <a:fld id="{5D9A5160-6218-4E5A-B9E6-B93E3DAE377C}" type="slidenum">
              <a:rPr lang="en-US" smtClean="0"/>
              <a:pPr algn="r"/>
              <a:t>‹#›</a:t>
            </a:fld>
            <a:endParaRPr lang="en-US"/>
          </a:p>
        </p:txBody>
      </p:sp>
      <p:sp>
        <p:nvSpPr>
          <p:cNvPr id="6" name="Text Placeholder 9">
            <a:extLst>
              <a:ext uri="{FF2B5EF4-FFF2-40B4-BE49-F238E27FC236}">
                <a16:creationId xmlns:a16="http://schemas.microsoft.com/office/drawing/2014/main" id="{96586190-EDB8-87A5-704C-30E2AA97082E}"/>
              </a:ext>
            </a:extLst>
          </p:cNvPr>
          <p:cNvSpPr>
            <a:spLocks noGrp="1"/>
          </p:cNvSpPr>
          <p:nvPr>
            <p:ph type="body" sz="quarter" idx="22"/>
          </p:nvPr>
        </p:nvSpPr>
        <p:spPr>
          <a:xfrm>
            <a:off x="550863" y="1628800"/>
            <a:ext cx="3546000" cy="615553"/>
          </a:xfrm>
          <a:prstGeom prst="rect">
            <a:avLst/>
          </a:prstGeom>
        </p:spPr>
        <p:txBody>
          <a:bodyPr wrap="square">
            <a:spAutoFit/>
          </a:bodyPr>
          <a:lstStyle>
            <a:lvl1pPr>
              <a:defRPr sz="2000" b="1">
                <a:solidFill>
                  <a:schemeClr val="accent2"/>
                </a:solidFill>
                <a:latin typeface="+mn-lt"/>
              </a:defRPr>
            </a:lvl1pPr>
          </a:lstStyle>
          <a:p>
            <a:pPr lvl="0"/>
            <a:r>
              <a:rPr lang="en-GB" dirty="0"/>
              <a:t>Click to edit Master text styles</a:t>
            </a:r>
          </a:p>
        </p:txBody>
      </p:sp>
      <p:sp>
        <p:nvSpPr>
          <p:cNvPr id="7" name="Text Placeholder 9">
            <a:extLst>
              <a:ext uri="{FF2B5EF4-FFF2-40B4-BE49-F238E27FC236}">
                <a16:creationId xmlns:a16="http://schemas.microsoft.com/office/drawing/2014/main" id="{1B66A406-F032-9AB0-D649-45B683048DAD}"/>
              </a:ext>
            </a:extLst>
          </p:cNvPr>
          <p:cNvSpPr>
            <a:spLocks noGrp="1"/>
          </p:cNvSpPr>
          <p:nvPr>
            <p:ph type="body" sz="quarter" idx="35"/>
          </p:nvPr>
        </p:nvSpPr>
        <p:spPr>
          <a:xfrm>
            <a:off x="4324134" y="1628800"/>
            <a:ext cx="3546000" cy="615553"/>
          </a:xfrm>
          <a:prstGeom prst="rect">
            <a:avLst/>
          </a:prstGeom>
        </p:spPr>
        <p:txBody>
          <a:bodyPr wrap="square">
            <a:spAutoFit/>
          </a:bodyPr>
          <a:lstStyle>
            <a:lvl1pPr>
              <a:defRPr sz="2000" b="1">
                <a:solidFill>
                  <a:schemeClr val="accent2"/>
                </a:solidFill>
                <a:latin typeface="+mn-lt"/>
              </a:defRPr>
            </a:lvl1pPr>
          </a:lstStyle>
          <a:p>
            <a:pPr lvl="0"/>
            <a:r>
              <a:rPr lang="en-GB"/>
              <a:t>Click to edit Master text styles</a:t>
            </a:r>
          </a:p>
        </p:txBody>
      </p:sp>
      <p:sp>
        <p:nvSpPr>
          <p:cNvPr id="8" name="Text Placeholder 9">
            <a:extLst>
              <a:ext uri="{FF2B5EF4-FFF2-40B4-BE49-F238E27FC236}">
                <a16:creationId xmlns:a16="http://schemas.microsoft.com/office/drawing/2014/main" id="{8397EFAA-1129-D671-BD52-E2BD52EAB0A7}"/>
              </a:ext>
            </a:extLst>
          </p:cNvPr>
          <p:cNvSpPr>
            <a:spLocks noGrp="1"/>
          </p:cNvSpPr>
          <p:nvPr>
            <p:ph type="body" sz="quarter" idx="36"/>
          </p:nvPr>
        </p:nvSpPr>
        <p:spPr>
          <a:xfrm>
            <a:off x="8097719" y="1628800"/>
            <a:ext cx="3509377" cy="615553"/>
          </a:xfrm>
          <a:prstGeom prst="rect">
            <a:avLst/>
          </a:prstGeom>
        </p:spPr>
        <p:txBody>
          <a:bodyPr wrap="square">
            <a:spAutoFit/>
          </a:bodyPr>
          <a:lstStyle>
            <a:lvl1pPr>
              <a:defRPr sz="2000" b="1">
                <a:solidFill>
                  <a:schemeClr val="accent2"/>
                </a:solidFill>
                <a:latin typeface="+mn-lt"/>
              </a:defRPr>
            </a:lvl1pPr>
          </a:lstStyle>
          <a:p>
            <a:pPr lvl="0"/>
            <a:r>
              <a:rPr lang="en-GB"/>
              <a:t>Click to edit Master text styles</a:t>
            </a:r>
          </a:p>
        </p:txBody>
      </p:sp>
      <p:sp>
        <p:nvSpPr>
          <p:cNvPr id="9" name="Content Placeholder 2">
            <a:extLst>
              <a:ext uri="{FF2B5EF4-FFF2-40B4-BE49-F238E27FC236}">
                <a16:creationId xmlns:a16="http://schemas.microsoft.com/office/drawing/2014/main" id="{84C92A5E-3524-FF94-FE2C-BFAACFF66950}"/>
              </a:ext>
            </a:extLst>
          </p:cNvPr>
          <p:cNvSpPr>
            <a:spLocks noGrp="1"/>
          </p:cNvSpPr>
          <p:nvPr>
            <p:ph sz="quarter" idx="37"/>
          </p:nvPr>
        </p:nvSpPr>
        <p:spPr>
          <a:xfrm>
            <a:off x="550864" y="2471738"/>
            <a:ext cx="3544934" cy="3862387"/>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0" name="Content Placeholder 2">
            <a:extLst>
              <a:ext uri="{FF2B5EF4-FFF2-40B4-BE49-F238E27FC236}">
                <a16:creationId xmlns:a16="http://schemas.microsoft.com/office/drawing/2014/main" id="{656B9D4C-0B93-4560-8C79-17491E771934}"/>
              </a:ext>
            </a:extLst>
          </p:cNvPr>
          <p:cNvSpPr>
            <a:spLocks noGrp="1"/>
          </p:cNvSpPr>
          <p:nvPr>
            <p:ph sz="quarter" idx="43"/>
          </p:nvPr>
        </p:nvSpPr>
        <p:spPr>
          <a:xfrm>
            <a:off x="4322749" y="2471738"/>
            <a:ext cx="3544934" cy="3862387"/>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1" name="Content Placeholder 2">
            <a:extLst>
              <a:ext uri="{FF2B5EF4-FFF2-40B4-BE49-F238E27FC236}">
                <a16:creationId xmlns:a16="http://schemas.microsoft.com/office/drawing/2014/main" id="{4860CA35-F290-18CC-B66A-D9EBB6215B64}"/>
              </a:ext>
            </a:extLst>
          </p:cNvPr>
          <p:cNvSpPr>
            <a:spLocks noGrp="1"/>
          </p:cNvSpPr>
          <p:nvPr>
            <p:ph sz="quarter" idx="44"/>
          </p:nvPr>
        </p:nvSpPr>
        <p:spPr>
          <a:xfrm>
            <a:off x="8062162" y="2471738"/>
            <a:ext cx="3544934" cy="3862387"/>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2" name="Title 4">
            <a:extLst>
              <a:ext uri="{FF2B5EF4-FFF2-40B4-BE49-F238E27FC236}">
                <a16:creationId xmlns:a16="http://schemas.microsoft.com/office/drawing/2014/main" id="{C3191F1B-BD82-D13B-4631-1CBF6FFEB4CD}"/>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Tree>
    <p:extLst>
      <p:ext uri="{BB962C8B-B14F-4D97-AF65-F5344CB8AC3E}">
        <p14:creationId xmlns:p14="http://schemas.microsoft.com/office/powerpoint/2010/main" val="1295732961"/>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Content 3 Boxes Chapterbox">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C75832D-4FE3-EA04-12B9-E1273FD483F9}"/>
              </a:ext>
            </a:extLst>
          </p:cNvPr>
          <p:cNvSpPr>
            <a:spLocks noGrp="1"/>
          </p:cNvSpPr>
          <p:nvPr>
            <p:ph type="dt" sz="half" idx="4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5B94528A-812C-C7DE-A787-ABF5508E4B6F}"/>
              </a:ext>
            </a:extLst>
          </p:cNvPr>
          <p:cNvSpPr>
            <a:spLocks noGrp="1"/>
          </p:cNvSpPr>
          <p:nvPr>
            <p:ph type="ftr" sz="quarter" idx="46"/>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29042902-22AE-CB28-435A-B90F5D3E43B3}"/>
              </a:ext>
            </a:extLst>
          </p:cNvPr>
          <p:cNvSpPr>
            <a:spLocks noGrp="1"/>
          </p:cNvSpPr>
          <p:nvPr>
            <p:ph type="sldNum" sz="quarter" idx="47"/>
          </p:nvPr>
        </p:nvSpPr>
        <p:spPr/>
        <p:txBody>
          <a:bodyPr/>
          <a:lstStyle/>
          <a:p>
            <a:pPr algn="r"/>
            <a:fld id="{5D9A5160-6218-4E5A-B9E6-B93E3DAE377C}" type="slidenum">
              <a:rPr lang="en-US" smtClean="0"/>
              <a:pPr algn="r"/>
              <a:t>‹#›</a:t>
            </a:fld>
            <a:endParaRPr lang="en-US"/>
          </a:p>
        </p:txBody>
      </p:sp>
      <p:sp>
        <p:nvSpPr>
          <p:cNvPr id="5" name="Text Placeholder 9">
            <a:extLst>
              <a:ext uri="{FF2B5EF4-FFF2-40B4-BE49-F238E27FC236}">
                <a16:creationId xmlns:a16="http://schemas.microsoft.com/office/drawing/2014/main" id="{738AD294-E020-C9C4-B243-F1A1CB94FF4C}"/>
              </a:ext>
            </a:extLst>
          </p:cNvPr>
          <p:cNvSpPr>
            <a:spLocks noGrp="1"/>
          </p:cNvSpPr>
          <p:nvPr>
            <p:ph type="body" sz="quarter" idx="22"/>
          </p:nvPr>
        </p:nvSpPr>
        <p:spPr>
          <a:xfrm>
            <a:off x="550863" y="1628800"/>
            <a:ext cx="3546000" cy="615553"/>
          </a:xfrm>
          <a:prstGeom prst="rect">
            <a:avLst/>
          </a:prstGeom>
        </p:spPr>
        <p:txBody>
          <a:bodyPr wrap="square">
            <a:spAutoFit/>
          </a:bodyPr>
          <a:lstStyle>
            <a:lvl1pPr>
              <a:defRPr sz="2000" b="1">
                <a:solidFill>
                  <a:schemeClr val="accent2"/>
                </a:solidFill>
                <a:latin typeface="+mn-lt"/>
              </a:defRPr>
            </a:lvl1pPr>
          </a:lstStyle>
          <a:p>
            <a:pPr lvl="0"/>
            <a:r>
              <a:rPr lang="en-GB" dirty="0"/>
              <a:t>Click to edit Master text styles</a:t>
            </a:r>
          </a:p>
        </p:txBody>
      </p:sp>
      <p:sp>
        <p:nvSpPr>
          <p:cNvPr id="8" name="Text Placeholder 9">
            <a:extLst>
              <a:ext uri="{FF2B5EF4-FFF2-40B4-BE49-F238E27FC236}">
                <a16:creationId xmlns:a16="http://schemas.microsoft.com/office/drawing/2014/main" id="{0743423A-DBA3-9B0C-3161-5056E017E5B0}"/>
              </a:ext>
            </a:extLst>
          </p:cNvPr>
          <p:cNvSpPr>
            <a:spLocks noGrp="1"/>
          </p:cNvSpPr>
          <p:nvPr>
            <p:ph type="body" sz="quarter" idx="35"/>
          </p:nvPr>
        </p:nvSpPr>
        <p:spPr>
          <a:xfrm>
            <a:off x="4324134" y="1628800"/>
            <a:ext cx="3546000" cy="615553"/>
          </a:xfrm>
          <a:prstGeom prst="rect">
            <a:avLst/>
          </a:prstGeom>
        </p:spPr>
        <p:txBody>
          <a:bodyPr wrap="square">
            <a:spAutoFit/>
          </a:bodyPr>
          <a:lstStyle>
            <a:lvl1pPr>
              <a:defRPr sz="2000" b="1">
                <a:solidFill>
                  <a:schemeClr val="accent2"/>
                </a:solidFill>
                <a:latin typeface="+mn-lt"/>
              </a:defRPr>
            </a:lvl1pPr>
          </a:lstStyle>
          <a:p>
            <a:pPr lvl="0"/>
            <a:r>
              <a:rPr lang="en-GB"/>
              <a:t>Click to edit Master text styles</a:t>
            </a:r>
          </a:p>
        </p:txBody>
      </p:sp>
      <p:sp>
        <p:nvSpPr>
          <p:cNvPr id="9" name="Text Placeholder 9">
            <a:extLst>
              <a:ext uri="{FF2B5EF4-FFF2-40B4-BE49-F238E27FC236}">
                <a16:creationId xmlns:a16="http://schemas.microsoft.com/office/drawing/2014/main" id="{1593D18A-5450-BCE6-253D-12C5E3C58B77}"/>
              </a:ext>
            </a:extLst>
          </p:cNvPr>
          <p:cNvSpPr>
            <a:spLocks noGrp="1"/>
          </p:cNvSpPr>
          <p:nvPr>
            <p:ph type="body" sz="quarter" idx="36"/>
          </p:nvPr>
        </p:nvSpPr>
        <p:spPr>
          <a:xfrm>
            <a:off x="8097719" y="1628800"/>
            <a:ext cx="3509377" cy="615553"/>
          </a:xfrm>
          <a:prstGeom prst="rect">
            <a:avLst/>
          </a:prstGeom>
        </p:spPr>
        <p:txBody>
          <a:bodyPr wrap="square">
            <a:spAutoFit/>
          </a:bodyPr>
          <a:lstStyle>
            <a:lvl1pPr>
              <a:defRPr sz="2000" b="1">
                <a:solidFill>
                  <a:schemeClr val="accent2"/>
                </a:solidFill>
                <a:latin typeface="+mn-lt"/>
              </a:defRPr>
            </a:lvl1pPr>
          </a:lstStyle>
          <a:p>
            <a:pPr lvl="0"/>
            <a:r>
              <a:rPr lang="en-GB"/>
              <a:t>Click to edit Master text styles</a:t>
            </a:r>
          </a:p>
        </p:txBody>
      </p:sp>
      <p:sp>
        <p:nvSpPr>
          <p:cNvPr id="10" name="Content Placeholder 2">
            <a:extLst>
              <a:ext uri="{FF2B5EF4-FFF2-40B4-BE49-F238E27FC236}">
                <a16:creationId xmlns:a16="http://schemas.microsoft.com/office/drawing/2014/main" id="{540E17C6-5E71-D15C-FA24-E7096C5A2BC6}"/>
              </a:ext>
            </a:extLst>
          </p:cNvPr>
          <p:cNvSpPr>
            <a:spLocks noGrp="1"/>
          </p:cNvSpPr>
          <p:nvPr>
            <p:ph sz="quarter" idx="37"/>
          </p:nvPr>
        </p:nvSpPr>
        <p:spPr>
          <a:xfrm>
            <a:off x="550864" y="2471738"/>
            <a:ext cx="3544934" cy="3862387"/>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1" name="Content Placeholder 2">
            <a:extLst>
              <a:ext uri="{FF2B5EF4-FFF2-40B4-BE49-F238E27FC236}">
                <a16:creationId xmlns:a16="http://schemas.microsoft.com/office/drawing/2014/main" id="{D8A6D9B6-AEF0-43C0-A87B-93714CCFDB45}"/>
              </a:ext>
            </a:extLst>
          </p:cNvPr>
          <p:cNvSpPr>
            <a:spLocks noGrp="1"/>
          </p:cNvSpPr>
          <p:nvPr>
            <p:ph sz="quarter" idx="43"/>
          </p:nvPr>
        </p:nvSpPr>
        <p:spPr>
          <a:xfrm>
            <a:off x="4322749" y="2471738"/>
            <a:ext cx="3544934" cy="3862387"/>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2" name="Content Placeholder 2">
            <a:extLst>
              <a:ext uri="{FF2B5EF4-FFF2-40B4-BE49-F238E27FC236}">
                <a16:creationId xmlns:a16="http://schemas.microsoft.com/office/drawing/2014/main" id="{1E994A1F-D688-653A-23D6-331B35318495}"/>
              </a:ext>
            </a:extLst>
          </p:cNvPr>
          <p:cNvSpPr>
            <a:spLocks noGrp="1"/>
          </p:cNvSpPr>
          <p:nvPr>
            <p:ph sz="quarter" idx="44"/>
          </p:nvPr>
        </p:nvSpPr>
        <p:spPr>
          <a:xfrm>
            <a:off x="8062162" y="2471738"/>
            <a:ext cx="3544934" cy="3862387"/>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3" name="Title 4">
            <a:extLst>
              <a:ext uri="{FF2B5EF4-FFF2-40B4-BE49-F238E27FC236}">
                <a16:creationId xmlns:a16="http://schemas.microsoft.com/office/drawing/2014/main" id="{3031062A-62FF-7149-D87E-41D663FE3E81}"/>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14" name="Chapter Placeholder 2">
            <a:extLst>
              <a:ext uri="{FF2B5EF4-FFF2-40B4-BE49-F238E27FC236}">
                <a16:creationId xmlns:a16="http://schemas.microsoft.com/office/drawing/2014/main" id="{E3BABA6E-B6A1-AE5E-4371-45136C7CDF7F}"/>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2611716596"/>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E19822C-D354-F2FB-1C56-D296F7B12974}"/>
              </a:ext>
            </a:extLst>
          </p:cNvPr>
          <p:cNvSpPr>
            <a:spLocks noGrp="1"/>
          </p:cNvSpPr>
          <p:nvPr>
            <p:ph type="dt" sz="half" idx="26"/>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79AA8835-108D-EC01-28A9-036F9DC1ED24}"/>
              </a:ext>
            </a:extLst>
          </p:cNvPr>
          <p:cNvSpPr>
            <a:spLocks noGrp="1"/>
          </p:cNvSpPr>
          <p:nvPr>
            <p:ph type="ftr" sz="quarter" idx="27"/>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97F09F6A-36AF-74AE-86F3-4627D658998C}"/>
              </a:ext>
            </a:extLst>
          </p:cNvPr>
          <p:cNvSpPr>
            <a:spLocks noGrp="1"/>
          </p:cNvSpPr>
          <p:nvPr>
            <p:ph type="sldNum" sz="quarter" idx="28"/>
          </p:nvPr>
        </p:nvSpPr>
        <p:spPr/>
        <p:txBody>
          <a:bodyPr/>
          <a:lstStyle/>
          <a:p>
            <a:pPr algn="r"/>
            <a:fld id="{5D9A5160-6218-4E5A-B9E6-B93E3DAE377C}" type="slidenum">
              <a:rPr lang="en-US" smtClean="0"/>
              <a:pPr algn="r"/>
              <a:t>‹#›</a:t>
            </a:fld>
            <a:endParaRPr lang="en-US"/>
          </a:p>
        </p:txBody>
      </p:sp>
      <p:sp>
        <p:nvSpPr>
          <p:cNvPr id="7" name="Text Placeholder 9">
            <a:extLst>
              <a:ext uri="{FF2B5EF4-FFF2-40B4-BE49-F238E27FC236}">
                <a16:creationId xmlns:a16="http://schemas.microsoft.com/office/drawing/2014/main" id="{8ED8937A-BDCD-1C7B-1031-CE36E36DF148}"/>
              </a:ext>
            </a:extLst>
          </p:cNvPr>
          <p:cNvSpPr>
            <a:spLocks noGrp="1"/>
          </p:cNvSpPr>
          <p:nvPr>
            <p:ph type="body" sz="quarter" idx="22"/>
          </p:nvPr>
        </p:nvSpPr>
        <p:spPr>
          <a:xfrm>
            <a:off x="550864" y="1628800"/>
            <a:ext cx="5330138" cy="307777"/>
          </a:xfrm>
          <a:prstGeom prst="rect">
            <a:avLst/>
          </a:prstGeom>
        </p:spPr>
        <p:txBody>
          <a:bodyPr wrap="square">
            <a:spAutoFit/>
          </a:bodyPr>
          <a:lstStyle>
            <a:lvl1pPr>
              <a:defRPr sz="2000" b="1">
                <a:solidFill>
                  <a:schemeClr val="accent2"/>
                </a:solidFill>
                <a:latin typeface="+mn-lt"/>
              </a:defRPr>
            </a:lvl1pPr>
          </a:lstStyle>
          <a:p>
            <a:pPr lvl="0"/>
            <a:r>
              <a:rPr lang="en-GB" dirty="0"/>
              <a:t>Click to edit Master text styles</a:t>
            </a:r>
          </a:p>
        </p:txBody>
      </p:sp>
      <p:sp>
        <p:nvSpPr>
          <p:cNvPr id="9" name="Content Placeholder 17">
            <a:extLst>
              <a:ext uri="{FF2B5EF4-FFF2-40B4-BE49-F238E27FC236}">
                <a16:creationId xmlns:a16="http://schemas.microsoft.com/office/drawing/2014/main" id="{EC89BC23-B247-9DDB-EF08-3FB8A2422F52}"/>
              </a:ext>
            </a:extLst>
          </p:cNvPr>
          <p:cNvSpPr>
            <a:spLocks noGrp="1"/>
          </p:cNvSpPr>
          <p:nvPr>
            <p:ph sz="quarter" idx="23"/>
          </p:nvPr>
        </p:nvSpPr>
        <p:spPr>
          <a:xfrm>
            <a:off x="550862" y="2492896"/>
            <a:ext cx="5330138" cy="3850754"/>
          </a:xfrm>
          <a:prstGeom prst="rect">
            <a:avLst/>
          </a:prstGeo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2" name="Text Placeholder 9">
            <a:extLst>
              <a:ext uri="{FF2B5EF4-FFF2-40B4-BE49-F238E27FC236}">
                <a16:creationId xmlns:a16="http://schemas.microsoft.com/office/drawing/2014/main" id="{57542F4C-7AB5-610A-068E-D782FDDC87E2}"/>
              </a:ext>
            </a:extLst>
          </p:cNvPr>
          <p:cNvSpPr>
            <a:spLocks noGrp="1"/>
          </p:cNvSpPr>
          <p:nvPr>
            <p:ph type="body" sz="quarter" idx="24"/>
          </p:nvPr>
        </p:nvSpPr>
        <p:spPr>
          <a:xfrm>
            <a:off x="6310478" y="1628800"/>
            <a:ext cx="5330138" cy="307777"/>
          </a:xfrm>
          <a:prstGeom prst="rect">
            <a:avLst/>
          </a:prstGeom>
        </p:spPr>
        <p:txBody>
          <a:bodyPr wrap="square">
            <a:spAutoFit/>
          </a:bodyPr>
          <a:lstStyle>
            <a:lvl1pPr>
              <a:defRPr sz="2000" b="1">
                <a:solidFill>
                  <a:schemeClr val="accent2"/>
                </a:solidFill>
                <a:latin typeface="+mn-lt"/>
              </a:defRPr>
            </a:lvl1pPr>
          </a:lstStyle>
          <a:p>
            <a:pPr lvl="0"/>
            <a:r>
              <a:rPr lang="en-GB"/>
              <a:t>Click to edit Master text styles</a:t>
            </a:r>
          </a:p>
        </p:txBody>
      </p:sp>
      <p:sp>
        <p:nvSpPr>
          <p:cNvPr id="13" name="Content Placeholder 17">
            <a:extLst>
              <a:ext uri="{FF2B5EF4-FFF2-40B4-BE49-F238E27FC236}">
                <a16:creationId xmlns:a16="http://schemas.microsoft.com/office/drawing/2014/main" id="{78FE6A9F-332D-4392-545F-E33BF8120F4D}"/>
              </a:ext>
            </a:extLst>
          </p:cNvPr>
          <p:cNvSpPr>
            <a:spLocks noGrp="1"/>
          </p:cNvSpPr>
          <p:nvPr>
            <p:ph sz="quarter" idx="25"/>
          </p:nvPr>
        </p:nvSpPr>
        <p:spPr>
          <a:xfrm>
            <a:off x="6310476" y="2492896"/>
            <a:ext cx="5330138" cy="3850754"/>
          </a:xfrm>
          <a:prstGeom prst="rect">
            <a:avLst/>
          </a:prstGeo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4" name="Title 5">
            <a:extLst>
              <a:ext uri="{FF2B5EF4-FFF2-40B4-BE49-F238E27FC236}">
                <a16:creationId xmlns:a16="http://schemas.microsoft.com/office/drawing/2014/main" id="{28C29246-8E2C-9342-925A-78962EE46BB5}"/>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Tree>
    <p:extLst>
      <p:ext uri="{BB962C8B-B14F-4D97-AF65-F5344CB8AC3E}">
        <p14:creationId xmlns:p14="http://schemas.microsoft.com/office/powerpoint/2010/main" val="1921931882"/>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Comparison Chapterbox">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E19822C-D354-F2FB-1C56-D296F7B12974}"/>
              </a:ext>
            </a:extLst>
          </p:cNvPr>
          <p:cNvSpPr>
            <a:spLocks noGrp="1"/>
          </p:cNvSpPr>
          <p:nvPr>
            <p:ph type="dt" sz="half" idx="26"/>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79AA8835-108D-EC01-28A9-036F9DC1ED24}"/>
              </a:ext>
            </a:extLst>
          </p:cNvPr>
          <p:cNvSpPr>
            <a:spLocks noGrp="1"/>
          </p:cNvSpPr>
          <p:nvPr>
            <p:ph type="ftr" sz="quarter" idx="27"/>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97F09F6A-36AF-74AE-86F3-4627D658998C}"/>
              </a:ext>
            </a:extLst>
          </p:cNvPr>
          <p:cNvSpPr>
            <a:spLocks noGrp="1"/>
          </p:cNvSpPr>
          <p:nvPr>
            <p:ph type="sldNum" sz="quarter" idx="28"/>
          </p:nvPr>
        </p:nvSpPr>
        <p:spPr/>
        <p:txBody>
          <a:bodyPr/>
          <a:lstStyle/>
          <a:p>
            <a:pPr algn="r"/>
            <a:fld id="{5D9A5160-6218-4E5A-B9E6-B93E3DAE377C}" type="slidenum">
              <a:rPr lang="en-US" smtClean="0"/>
              <a:pPr algn="r"/>
              <a:t>‹#›</a:t>
            </a:fld>
            <a:endParaRPr lang="en-US"/>
          </a:p>
        </p:txBody>
      </p:sp>
      <p:sp>
        <p:nvSpPr>
          <p:cNvPr id="7" name="Text Placeholder 9">
            <a:extLst>
              <a:ext uri="{FF2B5EF4-FFF2-40B4-BE49-F238E27FC236}">
                <a16:creationId xmlns:a16="http://schemas.microsoft.com/office/drawing/2014/main" id="{2BB60F9F-C17D-A0F2-AF4C-49B5D5D7DC56}"/>
              </a:ext>
            </a:extLst>
          </p:cNvPr>
          <p:cNvSpPr>
            <a:spLocks noGrp="1"/>
          </p:cNvSpPr>
          <p:nvPr>
            <p:ph type="body" sz="quarter" idx="22"/>
          </p:nvPr>
        </p:nvSpPr>
        <p:spPr>
          <a:xfrm>
            <a:off x="550864" y="1628800"/>
            <a:ext cx="5330138" cy="307777"/>
          </a:xfrm>
          <a:prstGeom prst="rect">
            <a:avLst/>
          </a:prstGeom>
        </p:spPr>
        <p:txBody>
          <a:bodyPr wrap="square">
            <a:spAutoFit/>
          </a:bodyPr>
          <a:lstStyle>
            <a:lvl1pPr>
              <a:defRPr sz="2000" b="1">
                <a:solidFill>
                  <a:schemeClr val="accent2"/>
                </a:solidFill>
                <a:latin typeface="+mn-lt"/>
              </a:defRPr>
            </a:lvl1pPr>
          </a:lstStyle>
          <a:p>
            <a:pPr lvl="0"/>
            <a:r>
              <a:rPr lang="en-GB" dirty="0"/>
              <a:t>Click to edit Master text styles</a:t>
            </a:r>
          </a:p>
        </p:txBody>
      </p:sp>
      <p:sp>
        <p:nvSpPr>
          <p:cNvPr id="12" name="Content Placeholder 17">
            <a:extLst>
              <a:ext uri="{FF2B5EF4-FFF2-40B4-BE49-F238E27FC236}">
                <a16:creationId xmlns:a16="http://schemas.microsoft.com/office/drawing/2014/main" id="{62A6C567-3430-927B-43FF-5BC1BB1111C0}"/>
              </a:ext>
            </a:extLst>
          </p:cNvPr>
          <p:cNvSpPr>
            <a:spLocks noGrp="1"/>
          </p:cNvSpPr>
          <p:nvPr>
            <p:ph sz="quarter" idx="23"/>
          </p:nvPr>
        </p:nvSpPr>
        <p:spPr>
          <a:xfrm>
            <a:off x="550862" y="2492896"/>
            <a:ext cx="5330138" cy="3850754"/>
          </a:xfrm>
          <a:prstGeom prst="rect">
            <a:avLst/>
          </a:prstGeo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3" name="Text Placeholder 9">
            <a:extLst>
              <a:ext uri="{FF2B5EF4-FFF2-40B4-BE49-F238E27FC236}">
                <a16:creationId xmlns:a16="http://schemas.microsoft.com/office/drawing/2014/main" id="{A69C9BF3-1D84-E83B-A702-22DCB8A9B15F}"/>
              </a:ext>
            </a:extLst>
          </p:cNvPr>
          <p:cNvSpPr>
            <a:spLocks noGrp="1"/>
          </p:cNvSpPr>
          <p:nvPr>
            <p:ph type="body" sz="quarter" idx="24"/>
          </p:nvPr>
        </p:nvSpPr>
        <p:spPr>
          <a:xfrm>
            <a:off x="6310478" y="1628800"/>
            <a:ext cx="5330138" cy="307777"/>
          </a:xfrm>
          <a:prstGeom prst="rect">
            <a:avLst/>
          </a:prstGeom>
        </p:spPr>
        <p:txBody>
          <a:bodyPr wrap="square">
            <a:spAutoFit/>
          </a:bodyPr>
          <a:lstStyle>
            <a:lvl1pPr>
              <a:defRPr sz="2000" b="1">
                <a:solidFill>
                  <a:schemeClr val="accent2"/>
                </a:solidFill>
                <a:latin typeface="+mn-lt"/>
              </a:defRPr>
            </a:lvl1pPr>
          </a:lstStyle>
          <a:p>
            <a:pPr lvl="0"/>
            <a:r>
              <a:rPr lang="en-GB"/>
              <a:t>Click to edit Master text styles</a:t>
            </a:r>
          </a:p>
        </p:txBody>
      </p:sp>
      <p:sp>
        <p:nvSpPr>
          <p:cNvPr id="14" name="Content Placeholder 17">
            <a:extLst>
              <a:ext uri="{FF2B5EF4-FFF2-40B4-BE49-F238E27FC236}">
                <a16:creationId xmlns:a16="http://schemas.microsoft.com/office/drawing/2014/main" id="{C3EC2564-BBF6-EF4D-0128-CA29F00DBFB8}"/>
              </a:ext>
            </a:extLst>
          </p:cNvPr>
          <p:cNvSpPr>
            <a:spLocks noGrp="1"/>
          </p:cNvSpPr>
          <p:nvPr>
            <p:ph sz="quarter" idx="25"/>
          </p:nvPr>
        </p:nvSpPr>
        <p:spPr>
          <a:xfrm>
            <a:off x="6310476" y="2492896"/>
            <a:ext cx="5330138" cy="3850754"/>
          </a:xfrm>
          <a:prstGeom prst="rect">
            <a:avLst/>
          </a:prstGeo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5" name="Title 5">
            <a:extLst>
              <a:ext uri="{FF2B5EF4-FFF2-40B4-BE49-F238E27FC236}">
                <a16:creationId xmlns:a16="http://schemas.microsoft.com/office/drawing/2014/main" id="{4045D8F7-351F-04E5-BF99-8BC0BF423F9D}"/>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16" name="Chapter Placeholder 2">
            <a:extLst>
              <a:ext uri="{FF2B5EF4-FFF2-40B4-BE49-F238E27FC236}">
                <a16:creationId xmlns:a16="http://schemas.microsoft.com/office/drawing/2014/main" id="{FAB55B73-3ED8-7A71-A6FD-93C471FD04F1}"/>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3373691966"/>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Content Photo 1">
    <p:spTree>
      <p:nvGrpSpPr>
        <p:cNvPr id="1" name=""/>
        <p:cNvGrpSpPr/>
        <p:nvPr/>
      </p:nvGrpSpPr>
      <p:grpSpPr>
        <a:xfrm>
          <a:off x="0" y="0"/>
          <a:ext cx="0" cy="0"/>
          <a:chOff x="0" y="0"/>
          <a:chExt cx="0" cy="0"/>
        </a:xfrm>
      </p:grpSpPr>
      <p:sp>
        <p:nvSpPr>
          <p:cNvPr id="2" name="Picture Placeholder 18">
            <a:extLst>
              <a:ext uri="{FF2B5EF4-FFF2-40B4-BE49-F238E27FC236}">
                <a16:creationId xmlns:a16="http://schemas.microsoft.com/office/drawing/2014/main" id="{6C4F5EE7-6CA6-23D5-2788-911B0B2A43B3}"/>
              </a:ext>
            </a:extLst>
          </p:cNvPr>
          <p:cNvSpPr>
            <a:spLocks noGrp="1"/>
          </p:cNvSpPr>
          <p:nvPr>
            <p:ph type="pic" sz="quarter" idx="10" hasCustomPrompt="1"/>
          </p:nvPr>
        </p:nvSpPr>
        <p:spPr>
          <a:xfrm>
            <a:off x="7943743" y="1"/>
            <a:ext cx="4248257"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1">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10" name="Date Placeholder 9">
            <a:extLst>
              <a:ext uri="{FF2B5EF4-FFF2-40B4-BE49-F238E27FC236}">
                <a16:creationId xmlns:a16="http://schemas.microsoft.com/office/drawing/2014/main" id="{46783FFD-9F48-C402-1C8B-428607819FB0}"/>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6AD5ECD-D6D3-FD2C-E095-2E1A79FDA02A}"/>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C3781C8A-9DD0-4577-58C6-4DB8551B5B02}"/>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7" name="Logo Placeholder 7">
            <a:extLst>
              <a:ext uri="{FF2B5EF4-FFF2-40B4-BE49-F238E27FC236}">
                <a16:creationId xmlns:a16="http://schemas.microsoft.com/office/drawing/2014/main" id="{7EBFDE81-F82C-5544-FDCA-40D6435BCE83}"/>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4" name="Text Placeholder 9">
            <a:extLst>
              <a:ext uri="{FF2B5EF4-FFF2-40B4-BE49-F238E27FC236}">
                <a16:creationId xmlns:a16="http://schemas.microsoft.com/office/drawing/2014/main" id="{16C98FF9-D060-2DA2-5ED5-4A937D940428}"/>
              </a:ext>
            </a:extLst>
          </p:cNvPr>
          <p:cNvSpPr>
            <a:spLocks noGrp="1"/>
          </p:cNvSpPr>
          <p:nvPr>
            <p:ph type="body" sz="quarter" idx="22" hasCustomPrompt="1"/>
          </p:nvPr>
        </p:nvSpPr>
        <p:spPr>
          <a:xfrm>
            <a:off x="550200" y="1634286"/>
            <a:ext cx="69847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8" name="Title 4">
            <a:extLst>
              <a:ext uri="{FF2B5EF4-FFF2-40B4-BE49-F238E27FC236}">
                <a16:creationId xmlns:a16="http://schemas.microsoft.com/office/drawing/2014/main" id="{9572CED7-C68E-814A-1E53-49A656B2E73E}"/>
              </a:ext>
            </a:extLst>
          </p:cNvPr>
          <p:cNvSpPr>
            <a:spLocks noGrp="1"/>
          </p:cNvSpPr>
          <p:nvPr>
            <p:ph type="title"/>
          </p:nvPr>
        </p:nvSpPr>
        <p:spPr>
          <a:xfrm>
            <a:off x="551384" y="549274"/>
            <a:ext cx="6984776" cy="930372"/>
          </a:xfrm>
        </p:spPr>
        <p:txBody>
          <a:bodyPr/>
          <a:lstStyle/>
          <a:p>
            <a:r>
              <a:rPr lang="en-GB" dirty="0"/>
              <a:t>Click to edit Master title style</a:t>
            </a:r>
            <a:endParaRPr lang="en-US" dirty="0"/>
          </a:p>
        </p:txBody>
      </p:sp>
      <p:sp>
        <p:nvSpPr>
          <p:cNvPr id="9" name="Content Placeholder 5">
            <a:extLst>
              <a:ext uri="{FF2B5EF4-FFF2-40B4-BE49-F238E27FC236}">
                <a16:creationId xmlns:a16="http://schemas.microsoft.com/office/drawing/2014/main" id="{4CF1D676-B151-8A5E-11EA-037E5AD0086B}"/>
              </a:ext>
            </a:extLst>
          </p:cNvPr>
          <p:cNvSpPr>
            <a:spLocks noGrp="1"/>
          </p:cNvSpPr>
          <p:nvPr>
            <p:ph sz="quarter" idx="31"/>
          </p:nvPr>
        </p:nvSpPr>
        <p:spPr>
          <a:xfrm>
            <a:off x="551384" y="2132856"/>
            <a:ext cx="69847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1054847870"/>
      </p:ext>
    </p:extLst>
  </p:cSld>
  <p:clrMapOvr>
    <a:masterClrMapping/>
  </p:clrMapOvr>
  <p:extLst>
    <p:ext uri="{DCECCB84-F9BA-43D5-87BE-67443E8EF086}">
      <p15:sldGuideLst xmlns:p15="http://schemas.microsoft.com/office/powerpoint/2012/main">
        <p15:guide id="1" pos="5110">
          <p15:clr>
            <a:srgbClr val="FBAE40"/>
          </p15:clr>
        </p15:guide>
      </p15:sldGuideLst>
    </p:ext>
  </p:extLs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Content Photo 1 Chapterbox">
    <p:spTree>
      <p:nvGrpSpPr>
        <p:cNvPr id="1" name=""/>
        <p:cNvGrpSpPr/>
        <p:nvPr/>
      </p:nvGrpSpPr>
      <p:grpSpPr>
        <a:xfrm>
          <a:off x="0" y="0"/>
          <a:ext cx="0" cy="0"/>
          <a:chOff x="0" y="0"/>
          <a:chExt cx="0" cy="0"/>
        </a:xfrm>
      </p:grpSpPr>
      <p:sp>
        <p:nvSpPr>
          <p:cNvPr id="2" name="Picture Placeholder 18">
            <a:extLst>
              <a:ext uri="{FF2B5EF4-FFF2-40B4-BE49-F238E27FC236}">
                <a16:creationId xmlns:a16="http://schemas.microsoft.com/office/drawing/2014/main" id="{6C4F5EE7-6CA6-23D5-2788-911B0B2A43B3}"/>
              </a:ext>
            </a:extLst>
          </p:cNvPr>
          <p:cNvSpPr>
            <a:spLocks noGrp="1"/>
          </p:cNvSpPr>
          <p:nvPr>
            <p:ph type="pic" sz="quarter" idx="10" hasCustomPrompt="1"/>
          </p:nvPr>
        </p:nvSpPr>
        <p:spPr>
          <a:xfrm>
            <a:off x="7943743" y="1"/>
            <a:ext cx="4248257"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1">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10" name="Date Placeholder 9">
            <a:extLst>
              <a:ext uri="{FF2B5EF4-FFF2-40B4-BE49-F238E27FC236}">
                <a16:creationId xmlns:a16="http://schemas.microsoft.com/office/drawing/2014/main" id="{46783FFD-9F48-C402-1C8B-428607819FB0}"/>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6AD5ECD-D6D3-FD2C-E095-2E1A79FDA02A}"/>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C3781C8A-9DD0-4577-58C6-4DB8551B5B02}"/>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7" name="Logo Placeholder 7">
            <a:extLst>
              <a:ext uri="{FF2B5EF4-FFF2-40B4-BE49-F238E27FC236}">
                <a16:creationId xmlns:a16="http://schemas.microsoft.com/office/drawing/2014/main" id="{D542D666-F27A-51E7-78E4-62BFF13ADCB3}"/>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4" name="Text Placeholder 9">
            <a:extLst>
              <a:ext uri="{FF2B5EF4-FFF2-40B4-BE49-F238E27FC236}">
                <a16:creationId xmlns:a16="http://schemas.microsoft.com/office/drawing/2014/main" id="{62010C55-0E7B-F24A-E4DE-CCF1A7DB363F}"/>
              </a:ext>
            </a:extLst>
          </p:cNvPr>
          <p:cNvSpPr>
            <a:spLocks noGrp="1"/>
          </p:cNvSpPr>
          <p:nvPr>
            <p:ph type="body" sz="quarter" idx="22" hasCustomPrompt="1"/>
          </p:nvPr>
        </p:nvSpPr>
        <p:spPr>
          <a:xfrm>
            <a:off x="550200" y="1634286"/>
            <a:ext cx="69847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9" name="Title 4">
            <a:extLst>
              <a:ext uri="{FF2B5EF4-FFF2-40B4-BE49-F238E27FC236}">
                <a16:creationId xmlns:a16="http://schemas.microsoft.com/office/drawing/2014/main" id="{8FB67D90-FCD4-BEC9-CB50-68082B9A27E1}"/>
              </a:ext>
            </a:extLst>
          </p:cNvPr>
          <p:cNvSpPr>
            <a:spLocks noGrp="1"/>
          </p:cNvSpPr>
          <p:nvPr>
            <p:ph type="title"/>
          </p:nvPr>
        </p:nvSpPr>
        <p:spPr>
          <a:xfrm>
            <a:off x="551384" y="549274"/>
            <a:ext cx="6984776" cy="930372"/>
          </a:xfrm>
        </p:spPr>
        <p:txBody>
          <a:bodyPr/>
          <a:lstStyle/>
          <a:p>
            <a:r>
              <a:rPr lang="en-GB" dirty="0"/>
              <a:t>Click to edit Master title style</a:t>
            </a:r>
            <a:endParaRPr lang="en-US" dirty="0"/>
          </a:p>
        </p:txBody>
      </p:sp>
      <p:sp>
        <p:nvSpPr>
          <p:cNvPr id="13" name="Content Placeholder 5">
            <a:extLst>
              <a:ext uri="{FF2B5EF4-FFF2-40B4-BE49-F238E27FC236}">
                <a16:creationId xmlns:a16="http://schemas.microsoft.com/office/drawing/2014/main" id="{F4CED83C-2613-694F-4E6C-0429C3A7BC1A}"/>
              </a:ext>
            </a:extLst>
          </p:cNvPr>
          <p:cNvSpPr>
            <a:spLocks noGrp="1"/>
          </p:cNvSpPr>
          <p:nvPr>
            <p:ph sz="quarter" idx="31"/>
          </p:nvPr>
        </p:nvSpPr>
        <p:spPr>
          <a:xfrm>
            <a:off x="551384" y="2132856"/>
            <a:ext cx="69847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4" name="Chapter Placeholder 2">
            <a:extLst>
              <a:ext uri="{FF2B5EF4-FFF2-40B4-BE49-F238E27FC236}">
                <a16:creationId xmlns:a16="http://schemas.microsoft.com/office/drawing/2014/main" id="{192B5A24-39A9-FBCE-6DB2-89E62EC08B2F}"/>
              </a:ext>
            </a:extLst>
          </p:cNvPr>
          <p:cNvSpPr>
            <a:spLocks noGrp="1"/>
          </p:cNvSpPr>
          <p:nvPr>
            <p:ph type="body" sz="quarter" idx="13" hasCustomPrompt="1"/>
          </p:nvPr>
        </p:nvSpPr>
        <p:spPr>
          <a:xfrm>
            <a:off x="550863" y="266219"/>
            <a:ext cx="6983870"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3027934008"/>
      </p:ext>
    </p:extLst>
  </p:cSld>
  <p:clrMapOvr>
    <a:masterClrMapping/>
  </p:clrMapOvr>
  <p:extLst>
    <p:ext uri="{DCECCB84-F9BA-43D5-87BE-67443E8EF086}">
      <p15:sldGuideLst xmlns:p15="http://schemas.microsoft.com/office/powerpoint/2012/main">
        <p15:guide id="1" pos="5110">
          <p15:clr>
            <a:srgbClr val="FBAE4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Content Photo 2">
    <p:spTree>
      <p:nvGrpSpPr>
        <p:cNvPr id="1" name=""/>
        <p:cNvGrpSpPr/>
        <p:nvPr/>
      </p:nvGrpSpPr>
      <p:grpSpPr>
        <a:xfrm>
          <a:off x="0" y="0"/>
          <a:ext cx="0" cy="0"/>
          <a:chOff x="0" y="0"/>
          <a:chExt cx="0" cy="0"/>
        </a:xfrm>
      </p:grpSpPr>
      <p:sp>
        <p:nvSpPr>
          <p:cNvPr id="2" name="Picture Placeholder 18">
            <a:extLst>
              <a:ext uri="{FF2B5EF4-FFF2-40B4-BE49-F238E27FC236}">
                <a16:creationId xmlns:a16="http://schemas.microsoft.com/office/drawing/2014/main" id="{97BD40BB-A2F0-F646-3CC2-596CC4195838}"/>
              </a:ext>
            </a:extLst>
          </p:cNvPr>
          <p:cNvSpPr>
            <a:spLocks noGrp="1"/>
          </p:cNvSpPr>
          <p:nvPr>
            <p:ph type="pic" sz="quarter" idx="18" hasCustomPrompt="1"/>
          </p:nvPr>
        </p:nvSpPr>
        <p:spPr>
          <a:xfrm>
            <a:off x="6095937" y="1"/>
            <a:ext cx="6096064"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1">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10" name="Date Placeholder 9">
            <a:extLst>
              <a:ext uri="{FF2B5EF4-FFF2-40B4-BE49-F238E27FC236}">
                <a16:creationId xmlns:a16="http://schemas.microsoft.com/office/drawing/2014/main" id="{6132EE43-B817-E2F8-9E7F-509C8F5C333F}"/>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9D40FDFE-5D39-1793-49A7-C223A0B5A728}"/>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D3F18AC0-D398-EFCE-8D4E-EBBC42BA70A1}"/>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7" name="Logo Placeholder 7">
            <a:extLst>
              <a:ext uri="{FF2B5EF4-FFF2-40B4-BE49-F238E27FC236}">
                <a16:creationId xmlns:a16="http://schemas.microsoft.com/office/drawing/2014/main" id="{1AD41556-BB62-5264-14D6-D81A2755A41C}"/>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4" name="Text Placeholder 9">
            <a:extLst>
              <a:ext uri="{FF2B5EF4-FFF2-40B4-BE49-F238E27FC236}">
                <a16:creationId xmlns:a16="http://schemas.microsoft.com/office/drawing/2014/main" id="{4A7765CD-012C-1577-2975-38307A5A418B}"/>
              </a:ext>
            </a:extLst>
          </p:cNvPr>
          <p:cNvSpPr>
            <a:spLocks noGrp="1"/>
          </p:cNvSpPr>
          <p:nvPr>
            <p:ph type="body" sz="quarter" idx="22" hasCustomPrompt="1"/>
          </p:nvPr>
        </p:nvSpPr>
        <p:spPr>
          <a:xfrm>
            <a:off x="550200" y="1634286"/>
            <a:ext cx="51845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8" name="Title 4">
            <a:extLst>
              <a:ext uri="{FF2B5EF4-FFF2-40B4-BE49-F238E27FC236}">
                <a16:creationId xmlns:a16="http://schemas.microsoft.com/office/drawing/2014/main" id="{C0C10BFD-49FE-E2BD-4BD6-C2F1A38F7612}"/>
              </a:ext>
            </a:extLst>
          </p:cNvPr>
          <p:cNvSpPr>
            <a:spLocks noGrp="1"/>
          </p:cNvSpPr>
          <p:nvPr>
            <p:ph type="title"/>
          </p:nvPr>
        </p:nvSpPr>
        <p:spPr>
          <a:xfrm>
            <a:off x="551384" y="549274"/>
            <a:ext cx="5184576" cy="930372"/>
          </a:xfrm>
        </p:spPr>
        <p:txBody>
          <a:bodyPr/>
          <a:lstStyle/>
          <a:p>
            <a:r>
              <a:rPr lang="en-GB" dirty="0"/>
              <a:t>Click to edit Master title style</a:t>
            </a:r>
            <a:endParaRPr lang="en-US" dirty="0"/>
          </a:p>
        </p:txBody>
      </p:sp>
      <p:sp>
        <p:nvSpPr>
          <p:cNvPr id="9" name="Content Placeholder 5">
            <a:extLst>
              <a:ext uri="{FF2B5EF4-FFF2-40B4-BE49-F238E27FC236}">
                <a16:creationId xmlns:a16="http://schemas.microsoft.com/office/drawing/2014/main" id="{1B7A436E-3F0B-34DC-7555-3B31CBA16852}"/>
              </a:ext>
            </a:extLst>
          </p:cNvPr>
          <p:cNvSpPr>
            <a:spLocks noGrp="1"/>
          </p:cNvSpPr>
          <p:nvPr>
            <p:ph sz="quarter" idx="31"/>
          </p:nvPr>
        </p:nvSpPr>
        <p:spPr>
          <a:xfrm>
            <a:off x="551384" y="2132856"/>
            <a:ext cx="51845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1167713959"/>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Content Photo 2 Chapterbox">
    <p:spTree>
      <p:nvGrpSpPr>
        <p:cNvPr id="1" name=""/>
        <p:cNvGrpSpPr/>
        <p:nvPr/>
      </p:nvGrpSpPr>
      <p:grpSpPr>
        <a:xfrm>
          <a:off x="0" y="0"/>
          <a:ext cx="0" cy="0"/>
          <a:chOff x="0" y="0"/>
          <a:chExt cx="0" cy="0"/>
        </a:xfrm>
      </p:grpSpPr>
      <p:sp>
        <p:nvSpPr>
          <p:cNvPr id="2" name="Picture Placeholder 18">
            <a:extLst>
              <a:ext uri="{FF2B5EF4-FFF2-40B4-BE49-F238E27FC236}">
                <a16:creationId xmlns:a16="http://schemas.microsoft.com/office/drawing/2014/main" id="{97BD40BB-A2F0-F646-3CC2-596CC4195838}"/>
              </a:ext>
            </a:extLst>
          </p:cNvPr>
          <p:cNvSpPr>
            <a:spLocks noGrp="1"/>
          </p:cNvSpPr>
          <p:nvPr>
            <p:ph type="pic" sz="quarter" idx="18" hasCustomPrompt="1"/>
          </p:nvPr>
        </p:nvSpPr>
        <p:spPr>
          <a:xfrm>
            <a:off x="6095937" y="1"/>
            <a:ext cx="6096064"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1">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10" name="Date Placeholder 9">
            <a:extLst>
              <a:ext uri="{FF2B5EF4-FFF2-40B4-BE49-F238E27FC236}">
                <a16:creationId xmlns:a16="http://schemas.microsoft.com/office/drawing/2014/main" id="{6132EE43-B817-E2F8-9E7F-509C8F5C333F}"/>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9D40FDFE-5D39-1793-49A7-C223A0B5A728}"/>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D3F18AC0-D398-EFCE-8D4E-EBBC42BA70A1}"/>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7" name="Logo Placeholder 7">
            <a:extLst>
              <a:ext uri="{FF2B5EF4-FFF2-40B4-BE49-F238E27FC236}">
                <a16:creationId xmlns:a16="http://schemas.microsoft.com/office/drawing/2014/main" id="{D33D77EA-B671-C92B-698F-72E2BA89FE23}"/>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4" name="Text Placeholder 9">
            <a:extLst>
              <a:ext uri="{FF2B5EF4-FFF2-40B4-BE49-F238E27FC236}">
                <a16:creationId xmlns:a16="http://schemas.microsoft.com/office/drawing/2014/main" id="{D0D34ED9-C893-6BA7-831D-59C9C1B36D63}"/>
              </a:ext>
            </a:extLst>
          </p:cNvPr>
          <p:cNvSpPr>
            <a:spLocks noGrp="1"/>
          </p:cNvSpPr>
          <p:nvPr>
            <p:ph type="body" sz="quarter" idx="22" hasCustomPrompt="1"/>
          </p:nvPr>
        </p:nvSpPr>
        <p:spPr>
          <a:xfrm>
            <a:off x="550200" y="1634286"/>
            <a:ext cx="51845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9" name="Title 4">
            <a:extLst>
              <a:ext uri="{FF2B5EF4-FFF2-40B4-BE49-F238E27FC236}">
                <a16:creationId xmlns:a16="http://schemas.microsoft.com/office/drawing/2014/main" id="{F8DDCB14-C537-C756-2E77-635D50ED990C}"/>
              </a:ext>
            </a:extLst>
          </p:cNvPr>
          <p:cNvSpPr>
            <a:spLocks noGrp="1"/>
          </p:cNvSpPr>
          <p:nvPr>
            <p:ph type="title"/>
          </p:nvPr>
        </p:nvSpPr>
        <p:spPr>
          <a:xfrm>
            <a:off x="551384" y="549274"/>
            <a:ext cx="5184576" cy="930372"/>
          </a:xfrm>
        </p:spPr>
        <p:txBody>
          <a:bodyPr/>
          <a:lstStyle/>
          <a:p>
            <a:r>
              <a:rPr lang="en-GB" dirty="0"/>
              <a:t>Click to edit Master title style</a:t>
            </a:r>
            <a:endParaRPr lang="en-US" dirty="0"/>
          </a:p>
        </p:txBody>
      </p:sp>
      <p:sp>
        <p:nvSpPr>
          <p:cNvPr id="13" name="Content Placeholder 5">
            <a:extLst>
              <a:ext uri="{FF2B5EF4-FFF2-40B4-BE49-F238E27FC236}">
                <a16:creationId xmlns:a16="http://schemas.microsoft.com/office/drawing/2014/main" id="{A8766C61-E34B-43D1-6914-2616FE5BE1C9}"/>
              </a:ext>
            </a:extLst>
          </p:cNvPr>
          <p:cNvSpPr>
            <a:spLocks noGrp="1"/>
          </p:cNvSpPr>
          <p:nvPr>
            <p:ph sz="quarter" idx="31"/>
          </p:nvPr>
        </p:nvSpPr>
        <p:spPr>
          <a:xfrm>
            <a:off x="551384" y="2132856"/>
            <a:ext cx="51845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4" name="Chapter Placeholder 2">
            <a:extLst>
              <a:ext uri="{FF2B5EF4-FFF2-40B4-BE49-F238E27FC236}">
                <a16:creationId xmlns:a16="http://schemas.microsoft.com/office/drawing/2014/main" id="{7D263BE5-A8C9-E719-4885-642AD84E918A}"/>
              </a:ext>
            </a:extLst>
          </p:cNvPr>
          <p:cNvSpPr>
            <a:spLocks noGrp="1"/>
          </p:cNvSpPr>
          <p:nvPr>
            <p:ph type="body" sz="quarter" idx="13" hasCustomPrompt="1"/>
          </p:nvPr>
        </p:nvSpPr>
        <p:spPr>
          <a:xfrm>
            <a:off x="550863" y="266219"/>
            <a:ext cx="5183904"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1051661964"/>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Content Photo 3">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0DD7751A-AC4E-473A-B544-73973FAE9468}"/>
              </a:ext>
            </a:extLst>
          </p:cNvPr>
          <p:cNvSpPr>
            <a:spLocks noGrp="1"/>
          </p:cNvSpPr>
          <p:nvPr>
            <p:ph type="pic" sz="quarter" idx="19" hasCustomPrompt="1"/>
          </p:nvPr>
        </p:nvSpPr>
        <p:spPr>
          <a:xfrm>
            <a:off x="1" y="0"/>
            <a:ext cx="4242121"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10" name="Date Placeholder 9">
            <a:extLst>
              <a:ext uri="{FF2B5EF4-FFF2-40B4-BE49-F238E27FC236}">
                <a16:creationId xmlns:a16="http://schemas.microsoft.com/office/drawing/2014/main" id="{7C228C6D-3BD8-F7A9-DA9D-DCE9B373CC09}"/>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1656793-2C07-1E16-6CE1-3C4AD69759DF}"/>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C166A976-F780-55C8-4310-792D90B73CC9}"/>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3" name="Text Placeholder 9">
            <a:extLst>
              <a:ext uri="{FF2B5EF4-FFF2-40B4-BE49-F238E27FC236}">
                <a16:creationId xmlns:a16="http://schemas.microsoft.com/office/drawing/2014/main" id="{F2FA9536-3E4F-60CB-6CF6-C0C1CC8CC1C3}"/>
              </a:ext>
            </a:extLst>
          </p:cNvPr>
          <p:cNvSpPr>
            <a:spLocks noGrp="1"/>
          </p:cNvSpPr>
          <p:nvPr>
            <p:ph type="body" sz="quarter" idx="22" hasCustomPrompt="1"/>
          </p:nvPr>
        </p:nvSpPr>
        <p:spPr>
          <a:xfrm>
            <a:off x="4651880" y="1634286"/>
            <a:ext cx="69847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6" name="Title 4">
            <a:extLst>
              <a:ext uri="{FF2B5EF4-FFF2-40B4-BE49-F238E27FC236}">
                <a16:creationId xmlns:a16="http://schemas.microsoft.com/office/drawing/2014/main" id="{661875BA-C3D3-6202-8BAC-EE8BB5C9CE6D}"/>
              </a:ext>
            </a:extLst>
          </p:cNvPr>
          <p:cNvSpPr>
            <a:spLocks noGrp="1"/>
          </p:cNvSpPr>
          <p:nvPr>
            <p:ph type="title"/>
          </p:nvPr>
        </p:nvSpPr>
        <p:spPr>
          <a:xfrm>
            <a:off x="4653064" y="549274"/>
            <a:ext cx="6984776" cy="930372"/>
          </a:xfrm>
        </p:spPr>
        <p:txBody>
          <a:bodyPr/>
          <a:lstStyle/>
          <a:p>
            <a:r>
              <a:rPr lang="en-GB" dirty="0"/>
              <a:t>Click to edit Master title style</a:t>
            </a:r>
            <a:endParaRPr lang="en-US" dirty="0"/>
          </a:p>
        </p:txBody>
      </p:sp>
      <p:sp>
        <p:nvSpPr>
          <p:cNvPr id="8" name="Content Placeholder 5">
            <a:extLst>
              <a:ext uri="{FF2B5EF4-FFF2-40B4-BE49-F238E27FC236}">
                <a16:creationId xmlns:a16="http://schemas.microsoft.com/office/drawing/2014/main" id="{80C50E3C-BFB3-2BC5-ADFE-642AE1BC58D4}"/>
              </a:ext>
            </a:extLst>
          </p:cNvPr>
          <p:cNvSpPr>
            <a:spLocks noGrp="1"/>
          </p:cNvSpPr>
          <p:nvPr>
            <p:ph sz="quarter" idx="31"/>
          </p:nvPr>
        </p:nvSpPr>
        <p:spPr>
          <a:xfrm>
            <a:off x="4653064" y="2132856"/>
            <a:ext cx="69847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3624970268"/>
      </p:ext>
    </p:extLst>
  </p:cSld>
  <p:clrMapOvr>
    <a:masterClrMapping/>
  </p:clrMapOvr>
  <p:extLst>
    <p:ext uri="{DCECCB84-F9BA-43D5-87BE-67443E8EF086}">
      <p15:sldGuideLst xmlns:p15="http://schemas.microsoft.com/office/powerpoint/2012/main"/>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Content Photo 3 Chapterbox">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0DD7751A-AC4E-473A-B544-73973FAE9468}"/>
              </a:ext>
            </a:extLst>
          </p:cNvPr>
          <p:cNvSpPr>
            <a:spLocks noGrp="1"/>
          </p:cNvSpPr>
          <p:nvPr>
            <p:ph type="pic" sz="quarter" idx="19" hasCustomPrompt="1"/>
          </p:nvPr>
        </p:nvSpPr>
        <p:spPr>
          <a:xfrm>
            <a:off x="1" y="0"/>
            <a:ext cx="4242121"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10" name="Date Placeholder 9">
            <a:extLst>
              <a:ext uri="{FF2B5EF4-FFF2-40B4-BE49-F238E27FC236}">
                <a16:creationId xmlns:a16="http://schemas.microsoft.com/office/drawing/2014/main" id="{7C228C6D-3BD8-F7A9-DA9D-DCE9B373CC09}"/>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1656793-2C07-1E16-6CE1-3C4AD69759DF}"/>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C166A976-F780-55C8-4310-792D90B73CC9}"/>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3" name="Text Placeholder 9">
            <a:extLst>
              <a:ext uri="{FF2B5EF4-FFF2-40B4-BE49-F238E27FC236}">
                <a16:creationId xmlns:a16="http://schemas.microsoft.com/office/drawing/2014/main" id="{B10666F9-C43B-7AAE-8118-5B63A01C14DB}"/>
              </a:ext>
            </a:extLst>
          </p:cNvPr>
          <p:cNvSpPr>
            <a:spLocks noGrp="1"/>
          </p:cNvSpPr>
          <p:nvPr>
            <p:ph type="body" sz="quarter" idx="22" hasCustomPrompt="1"/>
          </p:nvPr>
        </p:nvSpPr>
        <p:spPr>
          <a:xfrm>
            <a:off x="4651880" y="1634286"/>
            <a:ext cx="69847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8" name="Title 4">
            <a:extLst>
              <a:ext uri="{FF2B5EF4-FFF2-40B4-BE49-F238E27FC236}">
                <a16:creationId xmlns:a16="http://schemas.microsoft.com/office/drawing/2014/main" id="{1AAE349C-EBF6-0593-65FA-4CE8BD17FF15}"/>
              </a:ext>
            </a:extLst>
          </p:cNvPr>
          <p:cNvSpPr>
            <a:spLocks noGrp="1"/>
          </p:cNvSpPr>
          <p:nvPr>
            <p:ph type="title"/>
          </p:nvPr>
        </p:nvSpPr>
        <p:spPr>
          <a:xfrm>
            <a:off x="4653064" y="549274"/>
            <a:ext cx="6984776" cy="930372"/>
          </a:xfrm>
        </p:spPr>
        <p:txBody>
          <a:bodyPr/>
          <a:lstStyle/>
          <a:p>
            <a:r>
              <a:rPr lang="en-GB" dirty="0"/>
              <a:t>Click to edit Master title style</a:t>
            </a:r>
            <a:endParaRPr lang="en-US" dirty="0"/>
          </a:p>
        </p:txBody>
      </p:sp>
      <p:sp>
        <p:nvSpPr>
          <p:cNvPr id="9" name="Content Placeholder 5">
            <a:extLst>
              <a:ext uri="{FF2B5EF4-FFF2-40B4-BE49-F238E27FC236}">
                <a16:creationId xmlns:a16="http://schemas.microsoft.com/office/drawing/2014/main" id="{80455469-83B9-A80D-5541-A59E2797135A}"/>
              </a:ext>
            </a:extLst>
          </p:cNvPr>
          <p:cNvSpPr>
            <a:spLocks noGrp="1"/>
          </p:cNvSpPr>
          <p:nvPr>
            <p:ph sz="quarter" idx="31"/>
          </p:nvPr>
        </p:nvSpPr>
        <p:spPr>
          <a:xfrm>
            <a:off x="4653064" y="2132856"/>
            <a:ext cx="69847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3" name="Chapter Placeholder 2">
            <a:extLst>
              <a:ext uri="{FF2B5EF4-FFF2-40B4-BE49-F238E27FC236}">
                <a16:creationId xmlns:a16="http://schemas.microsoft.com/office/drawing/2014/main" id="{9499649C-DD96-C3A4-D2F2-F047196EA62A}"/>
              </a:ext>
            </a:extLst>
          </p:cNvPr>
          <p:cNvSpPr>
            <a:spLocks noGrp="1"/>
          </p:cNvSpPr>
          <p:nvPr>
            <p:ph type="body" sz="quarter" idx="13" hasCustomPrompt="1"/>
          </p:nvPr>
        </p:nvSpPr>
        <p:spPr>
          <a:xfrm>
            <a:off x="4652543" y="266219"/>
            <a:ext cx="6983870"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2911262237"/>
      </p:ext>
    </p:extLst>
  </p:cSld>
  <p:clrMapOvr>
    <a:masterClrMapping/>
  </p:clrMapOvr>
  <p:extLst>
    <p:ext uri="{DCECCB84-F9BA-43D5-87BE-67443E8EF086}">
      <p15:sldGuideLst xmlns:p15="http://schemas.microsoft.com/office/powerpoint/2012/main"/>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Content Photo 4">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AAAC9D4-CD35-41A1-A14D-B18A58A2866E}"/>
              </a:ext>
            </a:extLst>
          </p:cNvPr>
          <p:cNvSpPr>
            <a:spLocks noGrp="1"/>
          </p:cNvSpPr>
          <p:nvPr>
            <p:ph type="pic" sz="quarter" idx="18" hasCustomPrompt="1"/>
          </p:nvPr>
        </p:nvSpPr>
        <p:spPr>
          <a:xfrm>
            <a:off x="0" y="0"/>
            <a:ext cx="6096000"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10" name="Date Placeholder 9">
            <a:extLst>
              <a:ext uri="{FF2B5EF4-FFF2-40B4-BE49-F238E27FC236}">
                <a16:creationId xmlns:a16="http://schemas.microsoft.com/office/drawing/2014/main" id="{F18ACBAA-5616-6B76-6F3E-019A776E4E01}"/>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4A3242F-2D46-5913-5CA7-B4AB8C7C413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D72DABC1-51BB-C9B2-6119-ED5F9C849345}"/>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3" name="Text Placeholder 9">
            <a:extLst>
              <a:ext uri="{FF2B5EF4-FFF2-40B4-BE49-F238E27FC236}">
                <a16:creationId xmlns:a16="http://schemas.microsoft.com/office/drawing/2014/main" id="{66FF608A-AFDC-1059-1373-96581B42186F}"/>
              </a:ext>
            </a:extLst>
          </p:cNvPr>
          <p:cNvSpPr>
            <a:spLocks noGrp="1"/>
          </p:cNvSpPr>
          <p:nvPr>
            <p:ph type="body" sz="quarter" idx="22" hasCustomPrompt="1"/>
          </p:nvPr>
        </p:nvSpPr>
        <p:spPr>
          <a:xfrm>
            <a:off x="6454856" y="1634286"/>
            <a:ext cx="5181800"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6" name="Title 4">
            <a:extLst>
              <a:ext uri="{FF2B5EF4-FFF2-40B4-BE49-F238E27FC236}">
                <a16:creationId xmlns:a16="http://schemas.microsoft.com/office/drawing/2014/main" id="{0392BD4F-C86E-7B18-B8BE-4C13E9DB2FF7}"/>
              </a:ext>
            </a:extLst>
          </p:cNvPr>
          <p:cNvSpPr>
            <a:spLocks noGrp="1"/>
          </p:cNvSpPr>
          <p:nvPr>
            <p:ph type="title"/>
          </p:nvPr>
        </p:nvSpPr>
        <p:spPr>
          <a:xfrm>
            <a:off x="6456040" y="549274"/>
            <a:ext cx="5181800" cy="930372"/>
          </a:xfrm>
        </p:spPr>
        <p:txBody>
          <a:bodyPr/>
          <a:lstStyle/>
          <a:p>
            <a:r>
              <a:rPr lang="en-GB" dirty="0"/>
              <a:t>Click to edit Master title style</a:t>
            </a:r>
            <a:endParaRPr lang="en-US" dirty="0"/>
          </a:p>
        </p:txBody>
      </p:sp>
      <p:sp>
        <p:nvSpPr>
          <p:cNvPr id="7" name="Content Placeholder 5">
            <a:extLst>
              <a:ext uri="{FF2B5EF4-FFF2-40B4-BE49-F238E27FC236}">
                <a16:creationId xmlns:a16="http://schemas.microsoft.com/office/drawing/2014/main" id="{F748DC2A-DB26-2CD9-D168-6F44A7450804}"/>
              </a:ext>
            </a:extLst>
          </p:cNvPr>
          <p:cNvSpPr>
            <a:spLocks noGrp="1"/>
          </p:cNvSpPr>
          <p:nvPr>
            <p:ph sz="quarter" idx="31"/>
          </p:nvPr>
        </p:nvSpPr>
        <p:spPr>
          <a:xfrm>
            <a:off x="6456040" y="2132856"/>
            <a:ext cx="5181800"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4052125711"/>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Content Photo Chapterbox">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AAAC9D4-CD35-41A1-A14D-B18A58A2866E}"/>
              </a:ext>
            </a:extLst>
          </p:cNvPr>
          <p:cNvSpPr>
            <a:spLocks noGrp="1"/>
          </p:cNvSpPr>
          <p:nvPr>
            <p:ph type="pic" sz="quarter" idx="18" hasCustomPrompt="1"/>
          </p:nvPr>
        </p:nvSpPr>
        <p:spPr>
          <a:xfrm>
            <a:off x="0" y="0"/>
            <a:ext cx="6096000"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10" name="Date Placeholder 9">
            <a:extLst>
              <a:ext uri="{FF2B5EF4-FFF2-40B4-BE49-F238E27FC236}">
                <a16:creationId xmlns:a16="http://schemas.microsoft.com/office/drawing/2014/main" id="{F18ACBAA-5616-6B76-6F3E-019A776E4E01}"/>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4A3242F-2D46-5913-5CA7-B4AB8C7C413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D72DABC1-51BB-C9B2-6119-ED5F9C849345}"/>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3" name="Text Placeholder 9">
            <a:extLst>
              <a:ext uri="{FF2B5EF4-FFF2-40B4-BE49-F238E27FC236}">
                <a16:creationId xmlns:a16="http://schemas.microsoft.com/office/drawing/2014/main" id="{4E826325-BD68-0769-CCDC-8878FFB1B29A}"/>
              </a:ext>
            </a:extLst>
          </p:cNvPr>
          <p:cNvSpPr>
            <a:spLocks noGrp="1"/>
          </p:cNvSpPr>
          <p:nvPr>
            <p:ph type="body" sz="quarter" idx="22" hasCustomPrompt="1"/>
          </p:nvPr>
        </p:nvSpPr>
        <p:spPr>
          <a:xfrm>
            <a:off x="6454856" y="1634286"/>
            <a:ext cx="5181800"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7" name="Title 4">
            <a:extLst>
              <a:ext uri="{FF2B5EF4-FFF2-40B4-BE49-F238E27FC236}">
                <a16:creationId xmlns:a16="http://schemas.microsoft.com/office/drawing/2014/main" id="{5A7FE184-B788-E273-FFC0-C2B2EB9469D8}"/>
              </a:ext>
            </a:extLst>
          </p:cNvPr>
          <p:cNvSpPr>
            <a:spLocks noGrp="1"/>
          </p:cNvSpPr>
          <p:nvPr>
            <p:ph type="title"/>
          </p:nvPr>
        </p:nvSpPr>
        <p:spPr>
          <a:xfrm>
            <a:off x="6456040" y="549274"/>
            <a:ext cx="5181800" cy="930372"/>
          </a:xfrm>
        </p:spPr>
        <p:txBody>
          <a:bodyPr/>
          <a:lstStyle/>
          <a:p>
            <a:r>
              <a:rPr lang="en-GB" dirty="0"/>
              <a:t>Click to edit Master title style</a:t>
            </a:r>
            <a:endParaRPr lang="en-US" dirty="0"/>
          </a:p>
        </p:txBody>
      </p:sp>
      <p:sp>
        <p:nvSpPr>
          <p:cNvPr id="9" name="Content Placeholder 5">
            <a:extLst>
              <a:ext uri="{FF2B5EF4-FFF2-40B4-BE49-F238E27FC236}">
                <a16:creationId xmlns:a16="http://schemas.microsoft.com/office/drawing/2014/main" id="{BD05CE32-8C67-2297-0217-914504B8FDE3}"/>
              </a:ext>
            </a:extLst>
          </p:cNvPr>
          <p:cNvSpPr>
            <a:spLocks noGrp="1"/>
          </p:cNvSpPr>
          <p:nvPr>
            <p:ph sz="quarter" idx="31"/>
          </p:nvPr>
        </p:nvSpPr>
        <p:spPr>
          <a:xfrm>
            <a:off x="6456040" y="2132856"/>
            <a:ext cx="5181800"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3" name="Chapter Placeholder 2">
            <a:extLst>
              <a:ext uri="{FF2B5EF4-FFF2-40B4-BE49-F238E27FC236}">
                <a16:creationId xmlns:a16="http://schemas.microsoft.com/office/drawing/2014/main" id="{F5F1596A-0B42-95E4-B1EF-50F7A4E622A5}"/>
              </a:ext>
            </a:extLst>
          </p:cNvPr>
          <p:cNvSpPr>
            <a:spLocks noGrp="1"/>
          </p:cNvSpPr>
          <p:nvPr>
            <p:ph type="body" sz="quarter" idx="13" hasCustomPrompt="1"/>
          </p:nvPr>
        </p:nvSpPr>
        <p:spPr>
          <a:xfrm>
            <a:off x="6455285" y="266219"/>
            <a:ext cx="5181128"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1465535210"/>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Content Photo 6">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AAAC9D4-CD35-41A1-A14D-B18A58A2866E}"/>
              </a:ext>
            </a:extLst>
          </p:cNvPr>
          <p:cNvSpPr>
            <a:spLocks noGrp="1"/>
          </p:cNvSpPr>
          <p:nvPr>
            <p:ph type="pic" sz="quarter" idx="18" hasCustomPrompt="1"/>
          </p:nvPr>
        </p:nvSpPr>
        <p:spPr>
          <a:xfrm>
            <a:off x="0" y="1"/>
            <a:ext cx="12191999" cy="4383654"/>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2" name="Title 1">
            <a:extLst>
              <a:ext uri="{FF2B5EF4-FFF2-40B4-BE49-F238E27FC236}">
                <a16:creationId xmlns:a16="http://schemas.microsoft.com/office/drawing/2014/main" id="{CA1A3C3A-247E-AD3F-3C93-BDD315BB7F29}"/>
              </a:ext>
            </a:extLst>
          </p:cNvPr>
          <p:cNvSpPr>
            <a:spLocks noGrp="1"/>
          </p:cNvSpPr>
          <p:nvPr>
            <p:ph type="title"/>
          </p:nvPr>
        </p:nvSpPr>
        <p:spPr>
          <a:xfrm>
            <a:off x="550863" y="4581128"/>
            <a:ext cx="4981137" cy="785352"/>
          </a:xfrm>
          <a:prstGeom prst="rect">
            <a:avLst/>
          </a:prstGeom>
        </p:spPr>
        <p:txBody>
          <a:bodyPr anchor="t"/>
          <a:lstStyle/>
          <a:p>
            <a:r>
              <a:rPr lang="en-US"/>
              <a:t>Click to edit Master title style</a:t>
            </a:r>
            <a:endParaRPr lang="de-DE"/>
          </a:p>
        </p:txBody>
      </p:sp>
      <p:sp>
        <p:nvSpPr>
          <p:cNvPr id="9" name="Text Placeholder 9">
            <a:extLst>
              <a:ext uri="{FF2B5EF4-FFF2-40B4-BE49-F238E27FC236}">
                <a16:creationId xmlns:a16="http://schemas.microsoft.com/office/drawing/2014/main" id="{34F1BAE4-1DA8-A534-E46A-001AE4E9CADB}"/>
              </a:ext>
            </a:extLst>
          </p:cNvPr>
          <p:cNvSpPr>
            <a:spLocks noGrp="1"/>
          </p:cNvSpPr>
          <p:nvPr>
            <p:ph type="body" sz="quarter" idx="24"/>
          </p:nvPr>
        </p:nvSpPr>
        <p:spPr>
          <a:xfrm>
            <a:off x="550863" y="5854682"/>
            <a:ext cx="5112000" cy="307777"/>
          </a:xfrm>
          <a:prstGeom prst="rect">
            <a:avLst/>
          </a:prstGeom>
        </p:spPr>
        <p:txBody>
          <a:bodyPr wrap="square" anchor="b">
            <a:spAutoFit/>
          </a:bodyPr>
          <a:lstStyle>
            <a:lvl1pPr>
              <a:defRPr sz="2000" b="0">
                <a:solidFill>
                  <a:schemeClr val="accent2"/>
                </a:solidFill>
                <a:latin typeface="+mj-lt"/>
              </a:defRPr>
            </a:lvl1pPr>
          </a:lstStyle>
          <a:p>
            <a:pPr lvl="0"/>
            <a:r>
              <a:rPr lang="en-US" dirty="0"/>
              <a:t>Click to edit Master text styles</a:t>
            </a:r>
          </a:p>
        </p:txBody>
      </p:sp>
      <p:sp>
        <p:nvSpPr>
          <p:cNvPr id="10" name="Content Placeholder 17">
            <a:extLst>
              <a:ext uri="{FF2B5EF4-FFF2-40B4-BE49-F238E27FC236}">
                <a16:creationId xmlns:a16="http://schemas.microsoft.com/office/drawing/2014/main" id="{60E57257-3112-054C-0B58-3B89619EC3E7}"/>
              </a:ext>
            </a:extLst>
          </p:cNvPr>
          <p:cNvSpPr>
            <a:spLocks noGrp="1"/>
          </p:cNvSpPr>
          <p:nvPr>
            <p:ph sz="quarter" idx="25"/>
          </p:nvPr>
        </p:nvSpPr>
        <p:spPr>
          <a:xfrm>
            <a:off x="6093246" y="4581128"/>
            <a:ext cx="5112000" cy="1762522"/>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6" name="Date Placeholder 5">
            <a:extLst>
              <a:ext uri="{FF2B5EF4-FFF2-40B4-BE49-F238E27FC236}">
                <a16:creationId xmlns:a16="http://schemas.microsoft.com/office/drawing/2014/main" id="{2F70AC82-D733-3487-AE00-D177A5A43581}"/>
              </a:ext>
            </a:extLst>
          </p:cNvPr>
          <p:cNvSpPr>
            <a:spLocks noGrp="1"/>
          </p:cNvSpPr>
          <p:nvPr>
            <p:ph type="dt" sz="half" idx="26"/>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3" name="Footer Placeholder 12">
            <a:extLst>
              <a:ext uri="{FF2B5EF4-FFF2-40B4-BE49-F238E27FC236}">
                <a16:creationId xmlns:a16="http://schemas.microsoft.com/office/drawing/2014/main" id="{31E8CB07-AB40-15A0-08C7-BF54DC438B34}"/>
              </a:ext>
            </a:extLst>
          </p:cNvPr>
          <p:cNvSpPr>
            <a:spLocks noGrp="1"/>
          </p:cNvSpPr>
          <p:nvPr>
            <p:ph type="ftr" sz="quarter" idx="27"/>
          </p:nvPr>
        </p:nvSpPr>
        <p:spPr/>
        <p:txBody>
          <a:bodyPr/>
          <a:lstStyle/>
          <a:p>
            <a:pPr>
              <a:spcBef>
                <a:spcPts val="1000"/>
              </a:spcBef>
              <a:buFont typeface="Arial" panose="020B0604020202020204" pitchFamily="34" charset="0"/>
              <a:buNone/>
            </a:pPr>
            <a:r>
              <a:rPr lang="en-US"/>
              <a:t>Presentation Title | Author | Date</a:t>
            </a:r>
          </a:p>
        </p:txBody>
      </p:sp>
      <p:sp>
        <p:nvSpPr>
          <p:cNvPr id="15" name="Slide Number Placeholder 14">
            <a:extLst>
              <a:ext uri="{FF2B5EF4-FFF2-40B4-BE49-F238E27FC236}">
                <a16:creationId xmlns:a16="http://schemas.microsoft.com/office/drawing/2014/main" id="{C41FA911-A4A1-34D1-BF04-9F22140C28D1}"/>
              </a:ext>
            </a:extLst>
          </p:cNvPr>
          <p:cNvSpPr>
            <a:spLocks noGrp="1"/>
          </p:cNvSpPr>
          <p:nvPr>
            <p:ph type="sldNum" sz="quarter" idx="28"/>
          </p:nvPr>
        </p:nvSpPr>
        <p:spPr/>
        <p:txBody>
          <a:bodyPr/>
          <a:lstStyle/>
          <a:p>
            <a:pPr algn="r"/>
            <a:fld id="{5D9A5160-6218-4E5A-B9E6-B93E3DAE377C}" type="slidenum">
              <a:rPr lang="en-US" smtClean="0"/>
              <a:pPr algn="r"/>
              <a:t>‹#›</a:t>
            </a:fld>
            <a:endParaRPr lang="en-US"/>
          </a:p>
        </p:txBody>
      </p:sp>
      <p:sp>
        <p:nvSpPr>
          <p:cNvPr id="3" name="Logo Placeholder 7">
            <a:extLst>
              <a:ext uri="{FF2B5EF4-FFF2-40B4-BE49-F238E27FC236}">
                <a16:creationId xmlns:a16="http://schemas.microsoft.com/office/drawing/2014/main" id="{84CCB971-6858-E885-0E65-8EDC027005D2}"/>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3667164287"/>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Text 1">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8ABFE959-AAB6-76DF-7517-8AE8C424F99C}"/>
              </a:ext>
            </a:extLst>
          </p:cNvPr>
          <p:cNvSpPr>
            <a:spLocks noGrp="1"/>
          </p:cNvSpPr>
          <p:nvPr>
            <p:ph type="title"/>
          </p:nvPr>
        </p:nvSpPr>
        <p:spPr>
          <a:xfrm>
            <a:off x="2402003" y="1916112"/>
            <a:ext cx="7387993" cy="1512887"/>
          </a:xfrm>
          <a:prstGeom prst="rect">
            <a:avLst/>
          </a:prstGeom>
        </p:spPr>
        <p:txBody>
          <a:bodyPr wrap="square" anchor="b">
            <a:noAutofit/>
          </a:bodyPr>
          <a:lstStyle>
            <a:lvl1pPr algn="ctr">
              <a:defRPr sz="3200"/>
            </a:lvl1pPr>
          </a:lstStyle>
          <a:p>
            <a:r>
              <a:rPr lang="en-US"/>
              <a:t>Click to edit Master title style</a:t>
            </a:r>
          </a:p>
        </p:txBody>
      </p:sp>
      <p:sp>
        <p:nvSpPr>
          <p:cNvPr id="6" name="Text Placeholder 8">
            <a:extLst>
              <a:ext uri="{FF2B5EF4-FFF2-40B4-BE49-F238E27FC236}">
                <a16:creationId xmlns:a16="http://schemas.microsoft.com/office/drawing/2014/main" id="{B8EC071D-C9EA-D72D-472D-47AC8DAE4AFA}"/>
              </a:ext>
            </a:extLst>
          </p:cNvPr>
          <p:cNvSpPr>
            <a:spLocks noGrp="1"/>
          </p:cNvSpPr>
          <p:nvPr>
            <p:ph type="body" sz="quarter" idx="13"/>
          </p:nvPr>
        </p:nvSpPr>
        <p:spPr>
          <a:xfrm>
            <a:off x="2402003" y="4025468"/>
            <a:ext cx="7387993" cy="916420"/>
          </a:xfrm>
          <a:prstGeom prst="rect">
            <a:avLst/>
          </a:prstGeom>
        </p:spPr>
        <p:txBody>
          <a:bodyPr wrap="square">
            <a:noAutofit/>
          </a:bodyPr>
          <a:lstStyle>
            <a:lvl1pPr algn="ctr">
              <a:defRPr sz="2000"/>
            </a:lvl1pPr>
            <a:lvl2pPr>
              <a:defRPr sz="2000"/>
            </a:lvl2pPr>
            <a:lvl3pPr>
              <a:defRPr sz="2000"/>
            </a:lvl3pPr>
            <a:lvl4pPr>
              <a:defRPr sz="2000"/>
            </a:lvl4pPr>
            <a:lvl5pPr>
              <a:defRPr sz="2000"/>
            </a:lvl5pPr>
          </a:lstStyle>
          <a:p>
            <a:pPr lvl="0"/>
            <a:r>
              <a:rPr lang="en-US"/>
              <a:t>Click to edit Master text styles</a:t>
            </a:r>
          </a:p>
        </p:txBody>
      </p:sp>
      <p:sp>
        <p:nvSpPr>
          <p:cNvPr id="7" name="Date Placeholder 6">
            <a:extLst>
              <a:ext uri="{FF2B5EF4-FFF2-40B4-BE49-F238E27FC236}">
                <a16:creationId xmlns:a16="http://schemas.microsoft.com/office/drawing/2014/main" id="{1C4C92CE-41EC-4D2F-4311-92100A79FE86}"/>
              </a:ext>
            </a:extLst>
          </p:cNvPr>
          <p:cNvSpPr>
            <a:spLocks noGrp="1"/>
          </p:cNvSpPr>
          <p:nvPr>
            <p:ph type="dt" sz="half" idx="1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8" name="Footer Placeholder 7">
            <a:extLst>
              <a:ext uri="{FF2B5EF4-FFF2-40B4-BE49-F238E27FC236}">
                <a16:creationId xmlns:a16="http://schemas.microsoft.com/office/drawing/2014/main" id="{8C0A6AFF-C176-E59D-2165-DE17D66BCAA1}"/>
              </a:ext>
            </a:extLst>
          </p:cNvPr>
          <p:cNvSpPr>
            <a:spLocks noGrp="1"/>
          </p:cNvSpPr>
          <p:nvPr>
            <p:ph type="ftr" sz="quarter" idx="15"/>
          </p:nvPr>
        </p:nvSpPr>
        <p:spPr/>
        <p:txBody>
          <a:bodyPr/>
          <a:lstStyle/>
          <a:p>
            <a:pPr>
              <a:spcBef>
                <a:spcPts val="1000"/>
              </a:spcBef>
              <a:buFont typeface="Arial" panose="020B0604020202020204" pitchFamily="34" charset="0"/>
              <a:buNone/>
            </a:pPr>
            <a:r>
              <a:rPr lang="en-US"/>
              <a:t>Presentation Title | Author | Date</a:t>
            </a:r>
          </a:p>
        </p:txBody>
      </p:sp>
      <p:sp>
        <p:nvSpPr>
          <p:cNvPr id="9" name="Slide Number Placeholder 8">
            <a:extLst>
              <a:ext uri="{FF2B5EF4-FFF2-40B4-BE49-F238E27FC236}">
                <a16:creationId xmlns:a16="http://schemas.microsoft.com/office/drawing/2014/main" id="{22B9BB3B-51E8-595D-BE01-2881F99A8D5E}"/>
              </a:ext>
            </a:extLst>
          </p:cNvPr>
          <p:cNvSpPr>
            <a:spLocks noGrp="1"/>
          </p:cNvSpPr>
          <p:nvPr>
            <p:ph type="sldNum" sz="quarter" idx="16"/>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980022867"/>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Text 2">
    <p:spTree>
      <p:nvGrpSpPr>
        <p:cNvPr id="1" name=""/>
        <p:cNvGrpSpPr/>
        <p:nvPr/>
      </p:nvGrpSpPr>
      <p:grpSpPr>
        <a:xfrm>
          <a:off x="0" y="0"/>
          <a:ext cx="0" cy="0"/>
          <a:chOff x="0" y="0"/>
          <a:chExt cx="0" cy="0"/>
        </a:xfrm>
      </p:grpSpPr>
      <p:sp>
        <p:nvSpPr>
          <p:cNvPr id="3" name="Picture Placeholder 10">
            <a:extLst>
              <a:ext uri="{FF2B5EF4-FFF2-40B4-BE49-F238E27FC236}">
                <a16:creationId xmlns:a16="http://schemas.microsoft.com/office/drawing/2014/main" id="{92A14B44-A6BB-FD7D-633A-78C683F4F269}"/>
              </a:ext>
            </a:extLst>
          </p:cNvPr>
          <p:cNvSpPr>
            <a:spLocks noGrp="1"/>
          </p:cNvSpPr>
          <p:nvPr>
            <p:ph type="pic" sz="quarter" idx="14"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5" name="Title 1">
            <a:extLst>
              <a:ext uri="{FF2B5EF4-FFF2-40B4-BE49-F238E27FC236}">
                <a16:creationId xmlns:a16="http://schemas.microsoft.com/office/drawing/2014/main" id="{8ABFE959-AAB6-76DF-7517-8AE8C424F99C}"/>
              </a:ext>
            </a:extLst>
          </p:cNvPr>
          <p:cNvSpPr>
            <a:spLocks noGrp="1"/>
          </p:cNvSpPr>
          <p:nvPr>
            <p:ph type="title"/>
          </p:nvPr>
        </p:nvSpPr>
        <p:spPr>
          <a:xfrm>
            <a:off x="2402003" y="1916112"/>
            <a:ext cx="7387993" cy="1512887"/>
          </a:xfrm>
          <a:prstGeom prst="rect">
            <a:avLst/>
          </a:prstGeom>
        </p:spPr>
        <p:txBody>
          <a:bodyPr wrap="square" anchor="b">
            <a:noAutofit/>
          </a:bodyPr>
          <a:lstStyle>
            <a:lvl1pPr algn="ctr">
              <a:defRPr sz="3200">
                <a:effectLst>
                  <a:outerShdw blurRad="1016000" dir="5400000" algn="ctr" rotWithShape="0">
                    <a:schemeClr val="bg1"/>
                  </a:outerShdw>
                </a:effectLst>
              </a:defRPr>
            </a:lvl1pPr>
          </a:lstStyle>
          <a:p>
            <a:r>
              <a:rPr lang="en-US"/>
              <a:t>Click to edit Master title style</a:t>
            </a:r>
          </a:p>
        </p:txBody>
      </p:sp>
      <p:sp>
        <p:nvSpPr>
          <p:cNvPr id="6" name="Text Placeholder 8">
            <a:extLst>
              <a:ext uri="{FF2B5EF4-FFF2-40B4-BE49-F238E27FC236}">
                <a16:creationId xmlns:a16="http://schemas.microsoft.com/office/drawing/2014/main" id="{B8EC071D-C9EA-D72D-472D-47AC8DAE4AFA}"/>
              </a:ext>
            </a:extLst>
          </p:cNvPr>
          <p:cNvSpPr>
            <a:spLocks noGrp="1"/>
          </p:cNvSpPr>
          <p:nvPr>
            <p:ph type="body" sz="quarter" idx="13"/>
          </p:nvPr>
        </p:nvSpPr>
        <p:spPr>
          <a:xfrm>
            <a:off x="2402003" y="4025468"/>
            <a:ext cx="7387993" cy="916420"/>
          </a:xfrm>
          <a:prstGeom prst="rect">
            <a:avLst/>
          </a:prstGeom>
        </p:spPr>
        <p:txBody>
          <a:bodyPr wrap="square">
            <a:noAutofit/>
          </a:bodyPr>
          <a:lstStyle>
            <a:lvl1pPr algn="ctr">
              <a:defRPr sz="2000"/>
            </a:lvl1pPr>
            <a:lvl2pPr>
              <a:defRPr sz="2000"/>
            </a:lvl2pPr>
            <a:lvl3pPr>
              <a:defRPr sz="2000"/>
            </a:lvl3pPr>
            <a:lvl4pPr>
              <a:defRPr sz="2000"/>
            </a:lvl4pPr>
            <a:lvl5pPr>
              <a:defRPr sz="2000"/>
            </a:lvl5pPr>
          </a:lstStyle>
          <a:p>
            <a:pPr lvl="0"/>
            <a:r>
              <a:rPr lang="en-US"/>
              <a:t>Click to edit Master text styles</a:t>
            </a:r>
          </a:p>
        </p:txBody>
      </p:sp>
      <p:sp>
        <p:nvSpPr>
          <p:cNvPr id="8" name="Date Placeholder 7">
            <a:extLst>
              <a:ext uri="{FF2B5EF4-FFF2-40B4-BE49-F238E27FC236}">
                <a16:creationId xmlns:a16="http://schemas.microsoft.com/office/drawing/2014/main" id="{A113035B-9AB2-FCA1-E3D6-B54ADD883094}"/>
              </a:ext>
            </a:extLst>
          </p:cNvPr>
          <p:cNvSpPr>
            <a:spLocks noGrp="1"/>
          </p:cNvSpPr>
          <p:nvPr>
            <p:ph type="dt" sz="half" idx="1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9" name="Footer Placeholder 8">
            <a:extLst>
              <a:ext uri="{FF2B5EF4-FFF2-40B4-BE49-F238E27FC236}">
                <a16:creationId xmlns:a16="http://schemas.microsoft.com/office/drawing/2014/main" id="{6C422829-3285-536E-9A1D-C1461DD7772E}"/>
              </a:ext>
            </a:extLst>
          </p:cNvPr>
          <p:cNvSpPr>
            <a:spLocks noGrp="1"/>
          </p:cNvSpPr>
          <p:nvPr>
            <p:ph type="ftr" sz="quarter" idx="16"/>
          </p:nvPr>
        </p:nvSpPr>
        <p:spPr/>
        <p:txBody>
          <a:bodyPr/>
          <a:lstStyle/>
          <a:p>
            <a:pPr>
              <a:spcBef>
                <a:spcPts val="1000"/>
              </a:spcBef>
              <a:buFont typeface="Arial" panose="020B0604020202020204" pitchFamily="34" charset="0"/>
              <a:buNone/>
            </a:pPr>
            <a:r>
              <a:rPr lang="en-US"/>
              <a:t>Presentation Title | Author | Date</a:t>
            </a:r>
          </a:p>
        </p:txBody>
      </p:sp>
      <p:sp>
        <p:nvSpPr>
          <p:cNvPr id="14" name="Slide Number Placeholder 13">
            <a:extLst>
              <a:ext uri="{FF2B5EF4-FFF2-40B4-BE49-F238E27FC236}">
                <a16:creationId xmlns:a16="http://schemas.microsoft.com/office/drawing/2014/main" id="{F8824F2D-932D-C110-76B1-E57FB6242005}"/>
              </a:ext>
            </a:extLst>
          </p:cNvPr>
          <p:cNvSpPr>
            <a:spLocks noGrp="1"/>
          </p:cNvSpPr>
          <p:nvPr>
            <p:ph type="sldNum" sz="quarter" idx="17"/>
          </p:nvPr>
        </p:nvSpPr>
        <p:spPr/>
        <p:txBody>
          <a:bodyPr/>
          <a:lstStyle/>
          <a:p>
            <a:pPr algn="r"/>
            <a:fld id="{5D9A5160-6218-4E5A-B9E6-B93E3DAE377C}" type="slidenum">
              <a:rPr lang="en-US" smtClean="0"/>
              <a:pPr algn="r"/>
              <a:t>‹#›</a:t>
            </a:fld>
            <a:endParaRPr lang="en-US"/>
          </a:p>
        </p:txBody>
      </p:sp>
      <p:sp>
        <p:nvSpPr>
          <p:cNvPr id="2" name="Logo Placeholder 7">
            <a:extLst>
              <a:ext uri="{FF2B5EF4-FFF2-40B4-BE49-F238E27FC236}">
                <a16:creationId xmlns:a16="http://schemas.microsoft.com/office/drawing/2014/main" id="{0072F85E-9F5B-D10F-E276-45F16E7D22A6}"/>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2573160828"/>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Conclusion 1">
    <p:spTree>
      <p:nvGrpSpPr>
        <p:cNvPr id="1" name=""/>
        <p:cNvGrpSpPr/>
        <p:nvPr/>
      </p:nvGrpSpPr>
      <p:grpSpPr>
        <a:xfrm>
          <a:off x="0" y="0"/>
          <a:ext cx="0" cy="0"/>
          <a:chOff x="0" y="0"/>
          <a:chExt cx="0" cy="0"/>
        </a:xfrm>
      </p:grpSpPr>
      <p:sp>
        <p:nvSpPr>
          <p:cNvPr id="13" name="Title 1">
            <a:extLst>
              <a:ext uri="{FF2B5EF4-FFF2-40B4-BE49-F238E27FC236}">
                <a16:creationId xmlns:a16="http://schemas.microsoft.com/office/drawing/2014/main" id="{F50CBB0B-9D54-C4B7-F774-A406AEB759DC}"/>
              </a:ext>
            </a:extLst>
          </p:cNvPr>
          <p:cNvSpPr>
            <a:spLocks noGrp="1"/>
          </p:cNvSpPr>
          <p:nvPr>
            <p:ph type="title"/>
          </p:nvPr>
        </p:nvSpPr>
        <p:spPr>
          <a:xfrm>
            <a:off x="550863" y="2154596"/>
            <a:ext cx="4170329" cy="2737444"/>
          </a:xfrm>
          <a:prstGeom prst="rect">
            <a:avLst/>
          </a:prstGeom>
        </p:spPr>
        <p:txBody>
          <a:bodyPr anchor="t">
            <a:noAutofit/>
          </a:bodyPr>
          <a:lstStyle>
            <a:lvl1pPr>
              <a:defRPr sz="4800"/>
            </a:lvl1pPr>
          </a:lstStyle>
          <a:p>
            <a:r>
              <a:rPr lang="en-US"/>
              <a:t>Click to edit Master title style</a:t>
            </a:r>
          </a:p>
        </p:txBody>
      </p:sp>
      <p:sp>
        <p:nvSpPr>
          <p:cNvPr id="14" name="Content Placeholder 3">
            <a:extLst>
              <a:ext uri="{FF2B5EF4-FFF2-40B4-BE49-F238E27FC236}">
                <a16:creationId xmlns:a16="http://schemas.microsoft.com/office/drawing/2014/main" id="{D898CD75-E929-80D9-7E35-D845DA59F5F4}"/>
              </a:ext>
            </a:extLst>
          </p:cNvPr>
          <p:cNvSpPr>
            <a:spLocks noGrp="1"/>
          </p:cNvSpPr>
          <p:nvPr>
            <p:ph sz="quarter" idx="17"/>
          </p:nvPr>
        </p:nvSpPr>
        <p:spPr>
          <a:xfrm>
            <a:off x="6096000" y="2154597"/>
            <a:ext cx="5524500" cy="4154128"/>
          </a:xfrm>
          <a:prstGeom prst="rect">
            <a:avLst/>
          </a:prstGeom>
        </p:spPr>
        <p:txBody>
          <a:bodyPr/>
          <a:lstStyle>
            <a:lvl1pPr>
              <a:defRPr sz="2000"/>
            </a:lvl1pPr>
            <a:lvl2pPr>
              <a:defRPr sz="2000"/>
            </a:lvl2pPr>
            <a:lvl3pPr>
              <a:defRPr sz="2000"/>
            </a:lvl3pPr>
            <a:lvl4pPr>
              <a:defRPr sz="2000"/>
            </a:lvl4pPr>
            <a:lvl5pPr>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3" name="Date Placeholder 2">
            <a:extLst>
              <a:ext uri="{FF2B5EF4-FFF2-40B4-BE49-F238E27FC236}">
                <a16:creationId xmlns:a16="http://schemas.microsoft.com/office/drawing/2014/main" id="{DDEDA374-C587-779E-8AE1-6CD7F4553941}"/>
              </a:ext>
            </a:extLst>
          </p:cNvPr>
          <p:cNvSpPr>
            <a:spLocks noGrp="1"/>
          </p:cNvSpPr>
          <p:nvPr>
            <p:ph type="dt" sz="half" idx="1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1A46EF84-E452-DF73-A462-F323675455D6}"/>
              </a:ext>
            </a:extLst>
          </p:cNvPr>
          <p:cNvSpPr>
            <a:spLocks noGrp="1"/>
          </p:cNvSpPr>
          <p:nvPr>
            <p:ph type="ftr" sz="quarter" idx="19"/>
          </p:nvPr>
        </p:nvSpPr>
        <p:spPr/>
        <p:txBody>
          <a:bodyPr/>
          <a:lstStyle/>
          <a:p>
            <a:pPr>
              <a:spcBef>
                <a:spcPts val="1000"/>
              </a:spcBef>
              <a:buFont typeface="Arial" panose="020B0604020202020204" pitchFamily="34" charset="0"/>
              <a:buNone/>
            </a:pPr>
            <a:r>
              <a:rPr lang="en-US"/>
              <a:t>Presentation Title | Author | Date</a:t>
            </a:r>
          </a:p>
        </p:txBody>
      </p:sp>
      <p:sp>
        <p:nvSpPr>
          <p:cNvPr id="5" name="Slide Number Placeholder 4">
            <a:extLst>
              <a:ext uri="{FF2B5EF4-FFF2-40B4-BE49-F238E27FC236}">
                <a16:creationId xmlns:a16="http://schemas.microsoft.com/office/drawing/2014/main" id="{70216EAB-E162-DA2D-EE00-98D4A5012C1D}"/>
              </a:ext>
            </a:extLst>
          </p:cNvPr>
          <p:cNvSpPr>
            <a:spLocks noGrp="1"/>
          </p:cNvSpPr>
          <p:nvPr>
            <p:ph type="sldNum" sz="quarter" idx="20"/>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2031121237"/>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Conclusion 1 Photo">
    <p:spTree>
      <p:nvGrpSpPr>
        <p:cNvPr id="1" name=""/>
        <p:cNvGrpSpPr/>
        <p:nvPr/>
      </p:nvGrpSpPr>
      <p:grpSpPr>
        <a:xfrm>
          <a:off x="0" y="0"/>
          <a:ext cx="0" cy="0"/>
          <a:chOff x="0" y="0"/>
          <a:chExt cx="0" cy="0"/>
        </a:xfrm>
      </p:grpSpPr>
      <p:sp>
        <p:nvSpPr>
          <p:cNvPr id="12" name="Picture Placeholder 10">
            <a:extLst>
              <a:ext uri="{FF2B5EF4-FFF2-40B4-BE49-F238E27FC236}">
                <a16:creationId xmlns:a16="http://schemas.microsoft.com/office/drawing/2014/main" id="{1C08FB90-AF58-85B5-3914-77B3471EE04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21" name="Title 1">
            <a:extLst>
              <a:ext uri="{FF2B5EF4-FFF2-40B4-BE49-F238E27FC236}">
                <a16:creationId xmlns:a16="http://schemas.microsoft.com/office/drawing/2014/main" id="{28231349-D5BA-64A4-A1C7-EDC789C8DEEB}"/>
              </a:ext>
            </a:extLst>
          </p:cNvPr>
          <p:cNvSpPr>
            <a:spLocks noGrp="1"/>
          </p:cNvSpPr>
          <p:nvPr>
            <p:ph type="title"/>
          </p:nvPr>
        </p:nvSpPr>
        <p:spPr>
          <a:xfrm>
            <a:off x="550863" y="2154596"/>
            <a:ext cx="4170329" cy="2737444"/>
          </a:xfrm>
          <a:prstGeom prst="rect">
            <a:avLst/>
          </a:prstGeom>
        </p:spPr>
        <p:txBody>
          <a:bodyPr anchor="t">
            <a:noAutofit/>
          </a:bodyPr>
          <a:lstStyle>
            <a:lvl1pPr>
              <a:defRPr sz="4800"/>
            </a:lvl1pPr>
          </a:lstStyle>
          <a:p>
            <a:r>
              <a:rPr lang="en-US"/>
              <a:t>Click to edit Master title style</a:t>
            </a:r>
          </a:p>
        </p:txBody>
      </p:sp>
      <p:sp>
        <p:nvSpPr>
          <p:cNvPr id="22" name="Content Placeholder 3">
            <a:extLst>
              <a:ext uri="{FF2B5EF4-FFF2-40B4-BE49-F238E27FC236}">
                <a16:creationId xmlns:a16="http://schemas.microsoft.com/office/drawing/2014/main" id="{6B455CB3-CA48-68B3-77F6-EB2C98EE7BD0}"/>
              </a:ext>
            </a:extLst>
          </p:cNvPr>
          <p:cNvSpPr>
            <a:spLocks noGrp="1"/>
          </p:cNvSpPr>
          <p:nvPr>
            <p:ph sz="quarter" idx="17"/>
          </p:nvPr>
        </p:nvSpPr>
        <p:spPr>
          <a:xfrm>
            <a:off x="6096000" y="2154597"/>
            <a:ext cx="5524500" cy="4154128"/>
          </a:xfrm>
          <a:prstGeom prst="rect">
            <a:avLst/>
          </a:prstGeom>
        </p:spPr>
        <p:txBody>
          <a:bodyPr/>
          <a:lstStyle>
            <a:lvl1pPr>
              <a:defRPr sz="2000"/>
            </a:lvl1pPr>
            <a:lvl2pPr>
              <a:defRPr sz="2000"/>
            </a:lvl2pPr>
            <a:lvl3pPr>
              <a:defRPr sz="2000"/>
            </a:lvl3pPr>
            <a:lvl4pPr>
              <a:defRPr sz="2000"/>
            </a:lvl4pPr>
            <a:lvl5pPr>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6" name="Date Placeholder 5">
            <a:extLst>
              <a:ext uri="{FF2B5EF4-FFF2-40B4-BE49-F238E27FC236}">
                <a16:creationId xmlns:a16="http://schemas.microsoft.com/office/drawing/2014/main" id="{A8F2C4DE-6A1C-4BAF-CEDB-0741A198E0C1}"/>
              </a:ext>
            </a:extLst>
          </p:cNvPr>
          <p:cNvSpPr>
            <a:spLocks noGrp="1"/>
          </p:cNvSpPr>
          <p:nvPr>
            <p:ph type="dt" sz="half" idx="1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7" name="Footer Placeholder 6">
            <a:extLst>
              <a:ext uri="{FF2B5EF4-FFF2-40B4-BE49-F238E27FC236}">
                <a16:creationId xmlns:a16="http://schemas.microsoft.com/office/drawing/2014/main" id="{B5A666D7-760F-C3E7-2C45-537A38AB18BC}"/>
              </a:ext>
            </a:extLst>
          </p:cNvPr>
          <p:cNvSpPr>
            <a:spLocks noGrp="1"/>
          </p:cNvSpPr>
          <p:nvPr>
            <p:ph type="ftr" sz="quarter" idx="19"/>
          </p:nvPr>
        </p:nvSpPr>
        <p:spPr/>
        <p:txBody>
          <a:bodyPr/>
          <a:lstStyle/>
          <a:p>
            <a:pPr>
              <a:spcBef>
                <a:spcPts val="1000"/>
              </a:spcBef>
              <a:buFont typeface="Arial" panose="020B0604020202020204" pitchFamily="34" charset="0"/>
              <a:buNone/>
            </a:pPr>
            <a:r>
              <a:rPr lang="en-US"/>
              <a:t>Presentation Title | Author | Date</a:t>
            </a:r>
          </a:p>
        </p:txBody>
      </p:sp>
      <p:sp>
        <p:nvSpPr>
          <p:cNvPr id="8" name="Slide Number Placeholder 7">
            <a:extLst>
              <a:ext uri="{FF2B5EF4-FFF2-40B4-BE49-F238E27FC236}">
                <a16:creationId xmlns:a16="http://schemas.microsoft.com/office/drawing/2014/main" id="{94953DC7-FBD0-D234-515C-B70C65FA03DD}"/>
              </a:ext>
            </a:extLst>
          </p:cNvPr>
          <p:cNvSpPr>
            <a:spLocks noGrp="1"/>
          </p:cNvSpPr>
          <p:nvPr>
            <p:ph type="sldNum" sz="quarter" idx="20"/>
          </p:nvPr>
        </p:nvSpPr>
        <p:spPr/>
        <p:txBody>
          <a:bodyPr/>
          <a:lstStyle/>
          <a:p>
            <a:pPr algn="r"/>
            <a:fld id="{5D9A5160-6218-4E5A-B9E6-B93E3DAE377C}" type="slidenum">
              <a:rPr lang="en-US" smtClean="0"/>
              <a:pPr algn="r"/>
              <a:t>‹#›</a:t>
            </a:fld>
            <a:endParaRPr lang="en-US"/>
          </a:p>
        </p:txBody>
      </p:sp>
      <p:sp>
        <p:nvSpPr>
          <p:cNvPr id="3" name="Logo Placeholder 7">
            <a:extLst>
              <a:ext uri="{FF2B5EF4-FFF2-40B4-BE49-F238E27FC236}">
                <a16:creationId xmlns:a16="http://schemas.microsoft.com/office/drawing/2014/main" id="{FAFA1232-0FBB-596D-3C5B-262A39CDB735}"/>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1198423098"/>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Conclusion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1481328" y="1517904"/>
            <a:ext cx="3685032" cy="3185499"/>
          </a:xfrm>
          <a:prstGeom prst="rect">
            <a:avLst/>
          </a:prstGeom>
        </p:spPr>
        <p:txBody>
          <a:bodyPr anchor="t">
            <a:noAutofit/>
          </a:bodyPr>
          <a:lstStyle>
            <a:lvl1pPr>
              <a:defRPr sz="2400"/>
            </a:lvl1pPr>
          </a:lstStyle>
          <a:p>
            <a:r>
              <a:rPr lang="en-US"/>
              <a:t>Click to edit Master title style</a:t>
            </a:r>
          </a:p>
        </p:txBody>
      </p:sp>
      <p:sp>
        <p:nvSpPr>
          <p:cNvPr id="4" name="Content Placeholder 3">
            <a:extLst>
              <a:ext uri="{FF2B5EF4-FFF2-40B4-BE49-F238E27FC236}">
                <a16:creationId xmlns:a16="http://schemas.microsoft.com/office/drawing/2014/main" id="{64F9B09F-7191-4FCF-3B0D-173D1B5BE8AA}"/>
              </a:ext>
            </a:extLst>
          </p:cNvPr>
          <p:cNvSpPr>
            <a:spLocks noGrp="1"/>
          </p:cNvSpPr>
          <p:nvPr>
            <p:ph sz="quarter" idx="17"/>
          </p:nvPr>
        </p:nvSpPr>
        <p:spPr>
          <a:xfrm>
            <a:off x="7949096" y="4882895"/>
            <a:ext cx="3671404" cy="1425829"/>
          </a:xfrm>
          <a:prstGeom prst="rect">
            <a:avLst/>
          </a:prstGeom>
        </p:spPr>
        <p:txBody>
          <a:bodyPr/>
          <a:lstStyle>
            <a:lvl1pPr>
              <a:defRPr sz="3200"/>
            </a:lvl1pPr>
            <a:lvl2pPr>
              <a:defRPr sz="3200"/>
            </a:lvl2pPr>
            <a:lvl3pPr>
              <a:defRPr sz="3200"/>
            </a:lvl3pPr>
            <a:lvl4pPr>
              <a:defRPr sz="3200"/>
            </a:lvl4pPr>
            <a:lvl5pPr>
              <a:defRPr sz="3200"/>
            </a:lvl5pPr>
          </a:lstStyle>
          <a:p>
            <a:pPr lvl="0"/>
            <a:r>
              <a:rPr lang="en-US"/>
              <a:t>Click to edit Master text styles</a:t>
            </a:r>
          </a:p>
        </p:txBody>
      </p:sp>
      <p:sp>
        <p:nvSpPr>
          <p:cNvPr id="5" name="Date Placeholder 4">
            <a:extLst>
              <a:ext uri="{FF2B5EF4-FFF2-40B4-BE49-F238E27FC236}">
                <a16:creationId xmlns:a16="http://schemas.microsoft.com/office/drawing/2014/main" id="{958CA01C-7827-82F6-2479-87C946BAD318}"/>
              </a:ext>
            </a:extLst>
          </p:cNvPr>
          <p:cNvSpPr>
            <a:spLocks noGrp="1"/>
          </p:cNvSpPr>
          <p:nvPr>
            <p:ph type="dt" sz="half" idx="1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6" name="Footer Placeholder 5">
            <a:extLst>
              <a:ext uri="{FF2B5EF4-FFF2-40B4-BE49-F238E27FC236}">
                <a16:creationId xmlns:a16="http://schemas.microsoft.com/office/drawing/2014/main" id="{F5A9AE5F-A9DC-699F-D478-39BC3367EDFE}"/>
              </a:ext>
            </a:extLst>
          </p:cNvPr>
          <p:cNvSpPr>
            <a:spLocks noGrp="1"/>
          </p:cNvSpPr>
          <p:nvPr>
            <p:ph type="ftr" sz="quarter" idx="19"/>
          </p:nvPr>
        </p:nvSpPr>
        <p:spPr/>
        <p:txBody>
          <a:bodyPr/>
          <a:lstStyle/>
          <a:p>
            <a:pPr>
              <a:spcBef>
                <a:spcPts val="1000"/>
              </a:spcBef>
              <a:buFont typeface="Arial" panose="020B0604020202020204" pitchFamily="34" charset="0"/>
              <a:buNone/>
            </a:pPr>
            <a:r>
              <a:rPr lang="en-US"/>
              <a:t>Presentation Title | Author | Date</a:t>
            </a:r>
          </a:p>
        </p:txBody>
      </p:sp>
      <p:sp>
        <p:nvSpPr>
          <p:cNvPr id="7" name="Slide Number Placeholder 6">
            <a:extLst>
              <a:ext uri="{FF2B5EF4-FFF2-40B4-BE49-F238E27FC236}">
                <a16:creationId xmlns:a16="http://schemas.microsoft.com/office/drawing/2014/main" id="{23C200B6-39EA-19E8-344A-F12A2E6EBA26}"/>
              </a:ext>
            </a:extLst>
          </p:cNvPr>
          <p:cNvSpPr>
            <a:spLocks noGrp="1"/>
          </p:cNvSpPr>
          <p:nvPr>
            <p:ph type="sldNum" sz="quarter" idx="20"/>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376342631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Conclusion 2 Photo">
    <p:spTree>
      <p:nvGrpSpPr>
        <p:cNvPr id="1" name=""/>
        <p:cNvGrpSpPr/>
        <p:nvPr/>
      </p:nvGrpSpPr>
      <p:grpSpPr>
        <a:xfrm>
          <a:off x="0" y="0"/>
          <a:ext cx="0" cy="0"/>
          <a:chOff x="0" y="0"/>
          <a:chExt cx="0" cy="0"/>
        </a:xfrm>
      </p:grpSpPr>
      <p:sp>
        <p:nvSpPr>
          <p:cNvPr id="3" name="Picture Placeholder 10">
            <a:extLst>
              <a:ext uri="{FF2B5EF4-FFF2-40B4-BE49-F238E27FC236}">
                <a16:creationId xmlns:a16="http://schemas.microsoft.com/office/drawing/2014/main" id="{B4DEBDB5-5781-B892-9D45-BC728983633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1481328" y="1517904"/>
            <a:ext cx="3685032" cy="3185499"/>
          </a:xfrm>
          <a:prstGeom prst="rect">
            <a:avLst/>
          </a:prstGeom>
        </p:spPr>
        <p:txBody>
          <a:bodyPr anchor="t">
            <a:noAutofit/>
          </a:bodyPr>
          <a:lstStyle>
            <a:lvl1pPr>
              <a:defRPr sz="2400"/>
            </a:lvl1pPr>
          </a:lstStyle>
          <a:p>
            <a:r>
              <a:rPr lang="en-US"/>
              <a:t>Click to edit Master title style</a:t>
            </a:r>
          </a:p>
        </p:txBody>
      </p:sp>
      <p:sp>
        <p:nvSpPr>
          <p:cNvPr id="4" name="Content Placeholder 3">
            <a:extLst>
              <a:ext uri="{FF2B5EF4-FFF2-40B4-BE49-F238E27FC236}">
                <a16:creationId xmlns:a16="http://schemas.microsoft.com/office/drawing/2014/main" id="{64F9B09F-7191-4FCF-3B0D-173D1B5BE8AA}"/>
              </a:ext>
            </a:extLst>
          </p:cNvPr>
          <p:cNvSpPr>
            <a:spLocks noGrp="1"/>
          </p:cNvSpPr>
          <p:nvPr>
            <p:ph sz="quarter" idx="17"/>
          </p:nvPr>
        </p:nvSpPr>
        <p:spPr>
          <a:xfrm>
            <a:off x="7949096" y="4882895"/>
            <a:ext cx="3671404" cy="1425829"/>
          </a:xfrm>
          <a:prstGeom prst="rect">
            <a:avLst/>
          </a:prstGeom>
        </p:spPr>
        <p:txBody>
          <a:bodyPr/>
          <a:lstStyle>
            <a:lvl1pPr>
              <a:defRPr sz="3200"/>
            </a:lvl1pPr>
            <a:lvl2pPr>
              <a:defRPr sz="3200"/>
            </a:lvl2pPr>
            <a:lvl3pPr>
              <a:defRPr sz="3200"/>
            </a:lvl3pPr>
            <a:lvl4pPr>
              <a:defRPr sz="3200"/>
            </a:lvl4pPr>
            <a:lvl5pPr>
              <a:defRPr sz="3200"/>
            </a:lvl5pPr>
          </a:lstStyle>
          <a:p>
            <a:pPr lvl="0"/>
            <a:r>
              <a:rPr lang="en-US"/>
              <a:t>Click to edit Master text styles</a:t>
            </a:r>
          </a:p>
        </p:txBody>
      </p:sp>
      <p:sp>
        <p:nvSpPr>
          <p:cNvPr id="6" name="Date Placeholder 5">
            <a:extLst>
              <a:ext uri="{FF2B5EF4-FFF2-40B4-BE49-F238E27FC236}">
                <a16:creationId xmlns:a16="http://schemas.microsoft.com/office/drawing/2014/main" id="{EAED4CBA-FED0-60CF-6658-5821F1968589}"/>
              </a:ext>
            </a:extLst>
          </p:cNvPr>
          <p:cNvSpPr>
            <a:spLocks noGrp="1"/>
          </p:cNvSpPr>
          <p:nvPr>
            <p:ph type="dt" sz="half" idx="1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7" name="Footer Placeholder 6">
            <a:extLst>
              <a:ext uri="{FF2B5EF4-FFF2-40B4-BE49-F238E27FC236}">
                <a16:creationId xmlns:a16="http://schemas.microsoft.com/office/drawing/2014/main" id="{973E460F-1F60-3564-8377-BF259B8D5F20}"/>
              </a:ext>
            </a:extLst>
          </p:cNvPr>
          <p:cNvSpPr>
            <a:spLocks noGrp="1"/>
          </p:cNvSpPr>
          <p:nvPr>
            <p:ph type="ftr" sz="quarter" idx="19"/>
          </p:nvPr>
        </p:nvSpPr>
        <p:spPr/>
        <p:txBody>
          <a:bodyPr/>
          <a:lstStyle/>
          <a:p>
            <a:pPr>
              <a:spcBef>
                <a:spcPts val="1000"/>
              </a:spcBef>
              <a:buFont typeface="Arial" panose="020B0604020202020204" pitchFamily="34" charset="0"/>
              <a:buNone/>
            </a:pPr>
            <a:r>
              <a:rPr lang="en-US"/>
              <a:t>Presentation Title | Author | Date</a:t>
            </a:r>
          </a:p>
        </p:txBody>
      </p:sp>
      <p:sp>
        <p:nvSpPr>
          <p:cNvPr id="14" name="Slide Number Placeholder 13">
            <a:extLst>
              <a:ext uri="{FF2B5EF4-FFF2-40B4-BE49-F238E27FC236}">
                <a16:creationId xmlns:a16="http://schemas.microsoft.com/office/drawing/2014/main" id="{0D493F99-C63F-0DED-2802-307160340314}"/>
              </a:ext>
            </a:extLst>
          </p:cNvPr>
          <p:cNvSpPr>
            <a:spLocks noGrp="1"/>
          </p:cNvSpPr>
          <p:nvPr>
            <p:ph type="sldNum" sz="quarter" idx="20"/>
          </p:nvPr>
        </p:nvSpPr>
        <p:spPr/>
        <p:txBody>
          <a:bodyPr/>
          <a:lstStyle/>
          <a:p>
            <a:pPr algn="r"/>
            <a:fld id="{5D9A5160-6218-4E5A-B9E6-B93E3DAE377C}" type="slidenum">
              <a:rPr lang="en-US" smtClean="0"/>
              <a:pPr algn="r"/>
              <a:t>‹#›</a:t>
            </a:fld>
            <a:endParaRPr lang="en-US"/>
          </a:p>
        </p:txBody>
      </p:sp>
      <p:sp>
        <p:nvSpPr>
          <p:cNvPr id="5" name="Logo Placeholder 7">
            <a:extLst>
              <a:ext uri="{FF2B5EF4-FFF2-40B4-BE49-F238E27FC236}">
                <a16:creationId xmlns:a16="http://schemas.microsoft.com/office/drawing/2014/main" id="{C123793F-693C-B56E-8D20-08ED2B5C2F78}"/>
              </a:ext>
            </a:extLst>
          </p:cNvPr>
          <p:cNvSpPr>
            <a:spLocks noGrp="1"/>
          </p:cNvSpPr>
          <p:nvPr>
            <p:ph type="body" sz="quarter" idx="40" hasCustomPrompt="1"/>
          </p:nvPr>
        </p:nvSpPr>
        <p:spPr>
          <a:xfrm>
            <a:off x="11765626" y="128961"/>
            <a:ext cx="269046" cy="335806"/>
          </a:xfrm>
          <a:blipFill>
            <a:blip>
              <a:extLst>
                <a:ext uri="{96DAC541-7B7A-43D3-8B79-37D633B846F1}">
                  <asvg:svgBlip xmlns:asvg="http://schemas.microsoft.com/office/drawing/2016/SVG/main" r:embed="rId2"/>
                </a:ext>
              </a:extLst>
            </a:blip>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3115013447"/>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Conclusion 3">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50EB54-2DDF-50B7-9D98-A038DEF17892}"/>
              </a:ext>
            </a:extLst>
          </p:cNvPr>
          <p:cNvSpPr>
            <a:spLocks noGrp="1"/>
          </p:cNvSpPr>
          <p:nvPr>
            <p:ph type="title"/>
          </p:nvPr>
        </p:nvSpPr>
        <p:spPr>
          <a:xfrm>
            <a:off x="7450171" y="2154596"/>
            <a:ext cx="4170329" cy="2737444"/>
          </a:xfrm>
          <a:prstGeom prst="rect">
            <a:avLst/>
          </a:prstGeom>
        </p:spPr>
        <p:txBody>
          <a:bodyPr anchor="b">
            <a:noAutofit/>
          </a:bodyPr>
          <a:lstStyle>
            <a:lvl1pPr algn="r">
              <a:defRPr sz="4800"/>
            </a:lvl1pPr>
          </a:lstStyle>
          <a:p>
            <a:r>
              <a:rPr lang="en-US"/>
              <a:t>Click to edit Master title style</a:t>
            </a:r>
          </a:p>
        </p:txBody>
      </p:sp>
      <p:sp>
        <p:nvSpPr>
          <p:cNvPr id="3" name="Date Placeholder 2">
            <a:extLst>
              <a:ext uri="{FF2B5EF4-FFF2-40B4-BE49-F238E27FC236}">
                <a16:creationId xmlns:a16="http://schemas.microsoft.com/office/drawing/2014/main" id="{AE44684F-D794-29DA-96BD-7FDCFE9BBC83}"/>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810692F0-1502-0611-DB5D-DCB4C1B2D896}"/>
              </a:ext>
            </a:extLst>
          </p:cNvPr>
          <p:cNvSpPr>
            <a:spLocks noGrp="1"/>
          </p:cNvSpPr>
          <p:nvPr>
            <p:ph type="ftr" sz="quarter" idx="11"/>
          </p:nvPr>
        </p:nvSpPr>
        <p:spPr/>
        <p:txBody>
          <a:bodyPr/>
          <a:lstStyle/>
          <a:p>
            <a:pPr>
              <a:spcBef>
                <a:spcPts val="1000"/>
              </a:spcBef>
              <a:buFont typeface="Arial" panose="020B0604020202020204" pitchFamily="34" charset="0"/>
              <a:buNone/>
            </a:pPr>
            <a:r>
              <a:rPr lang="en-US"/>
              <a:t>Presentation Title | Author | Date</a:t>
            </a:r>
          </a:p>
        </p:txBody>
      </p:sp>
      <p:sp>
        <p:nvSpPr>
          <p:cNvPr id="5" name="Slide Number Placeholder 4">
            <a:extLst>
              <a:ext uri="{FF2B5EF4-FFF2-40B4-BE49-F238E27FC236}">
                <a16:creationId xmlns:a16="http://schemas.microsoft.com/office/drawing/2014/main" id="{D9D88EBB-9A16-B41B-C8AC-2FB3BD40ECDE}"/>
              </a:ext>
            </a:extLst>
          </p:cNvPr>
          <p:cNvSpPr>
            <a:spLocks noGrp="1"/>
          </p:cNvSpPr>
          <p:nvPr>
            <p:ph type="sldNum" sz="quarter" idx="12"/>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397207506"/>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Conclusion 3 Photo">
    <p:spTree>
      <p:nvGrpSpPr>
        <p:cNvPr id="1" name=""/>
        <p:cNvGrpSpPr/>
        <p:nvPr/>
      </p:nvGrpSpPr>
      <p:grpSpPr>
        <a:xfrm>
          <a:off x="0" y="0"/>
          <a:ext cx="0" cy="0"/>
          <a:chOff x="0" y="0"/>
          <a:chExt cx="0" cy="0"/>
        </a:xfrm>
      </p:grpSpPr>
      <p:sp>
        <p:nvSpPr>
          <p:cNvPr id="12" name="Picture Placeholder 10">
            <a:extLst>
              <a:ext uri="{FF2B5EF4-FFF2-40B4-BE49-F238E27FC236}">
                <a16:creationId xmlns:a16="http://schemas.microsoft.com/office/drawing/2014/main" id="{1C08FB90-AF58-85B5-3914-77B3471EE04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21" name="Title 1">
            <a:extLst>
              <a:ext uri="{FF2B5EF4-FFF2-40B4-BE49-F238E27FC236}">
                <a16:creationId xmlns:a16="http://schemas.microsoft.com/office/drawing/2014/main" id="{28231349-D5BA-64A4-A1C7-EDC789C8DEEB}"/>
              </a:ext>
            </a:extLst>
          </p:cNvPr>
          <p:cNvSpPr>
            <a:spLocks noGrp="1"/>
          </p:cNvSpPr>
          <p:nvPr>
            <p:ph type="title"/>
          </p:nvPr>
        </p:nvSpPr>
        <p:spPr>
          <a:xfrm>
            <a:off x="7450171" y="2154596"/>
            <a:ext cx="4170329" cy="2737444"/>
          </a:xfrm>
          <a:prstGeom prst="rect">
            <a:avLst/>
          </a:prstGeom>
        </p:spPr>
        <p:txBody>
          <a:bodyPr anchor="b">
            <a:noAutofit/>
          </a:bodyPr>
          <a:lstStyle>
            <a:lvl1pPr algn="r">
              <a:defRPr sz="4800"/>
            </a:lvl1pPr>
          </a:lstStyle>
          <a:p>
            <a:r>
              <a:rPr lang="en-US"/>
              <a:t>Click to edit Master title style</a:t>
            </a:r>
          </a:p>
        </p:txBody>
      </p:sp>
      <p:sp>
        <p:nvSpPr>
          <p:cNvPr id="6" name="Date Placeholder 5">
            <a:extLst>
              <a:ext uri="{FF2B5EF4-FFF2-40B4-BE49-F238E27FC236}">
                <a16:creationId xmlns:a16="http://schemas.microsoft.com/office/drawing/2014/main" id="{A4A388B3-FA4E-30F1-CC6B-BEF5D50CA00B}"/>
              </a:ext>
            </a:extLst>
          </p:cNvPr>
          <p:cNvSpPr>
            <a:spLocks noGrp="1"/>
          </p:cNvSpPr>
          <p:nvPr>
            <p:ph type="dt" sz="half" idx="1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7" name="Footer Placeholder 6">
            <a:extLst>
              <a:ext uri="{FF2B5EF4-FFF2-40B4-BE49-F238E27FC236}">
                <a16:creationId xmlns:a16="http://schemas.microsoft.com/office/drawing/2014/main" id="{8AC7AD12-0DD4-D7FD-F186-59426836A189}"/>
              </a:ext>
            </a:extLst>
          </p:cNvPr>
          <p:cNvSpPr>
            <a:spLocks noGrp="1"/>
          </p:cNvSpPr>
          <p:nvPr>
            <p:ph type="ftr" sz="quarter" idx="15"/>
          </p:nvPr>
        </p:nvSpPr>
        <p:spPr/>
        <p:txBody>
          <a:bodyPr/>
          <a:lstStyle/>
          <a:p>
            <a:pPr>
              <a:spcBef>
                <a:spcPts val="1000"/>
              </a:spcBef>
              <a:buFont typeface="Arial" panose="020B0604020202020204" pitchFamily="34" charset="0"/>
              <a:buNone/>
            </a:pPr>
            <a:r>
              <a:rPr lang="en-US"/>
              <a:t>Presentation Title | Author | Date</a:t>
            </a:r>
          </a:p>
        </p:txBody>
      </p:sp>
      <p:sp>
        <p:nvSpPr>
          <p:cNvPr id="8" name="Slide Number Placeholder 7">
            <a:extLst>
              <a:ext uri="{FF2B5EF4-FFF2-40B4-BE49-F238E27FC236}">
                <a16:creationId xmlns:a16="http://schemas.microsoft.com/office/drawing/2014/main" id="{18457B4D-EEFD-198C-15F3-0A77696494B6}"/>
              </a:ext>
            </a:extLst>
          </p:cNvPr>
          <p:cNvSpPr>
            <a:spLocks noGrp="1"/>
          </p:cNvSpPr>
          <p:nvPr>
            <p:ph type="sldNum" sz="quarter" idx="16"/>
          </p:nvPr>
        </p:nvSpPr>
        <p:spPr/>
        <p:txBody>
          <a:bodyPr/>
          <a:lstStyle/>
          <a:p>
            <a:pPr algn="r"/>
            <a:fld id="{5D9A5160-6218-4E5A-B9E6-B93E3DAE377C}" type="slidenum">
              <a:rPr lang="en-US" smtClean="0"/>
              <a:pPr algn="r"/>
              <a:t>‹#›</a:t>
            </a:fld>
            <a:endParaRPr lang="en-US"/>
          </a:p>
        </p:txBody>
      </p:sp>
      <p:sp>
        <p:nvSpPr>
          <p:cNvPr id="3" name="Logo Placeholder 7">
            <a:extLst>
              <a:ext uri="{FF2B5EF4-FFF2-40B4-BE49-F238E27FC236}">
                <a16:creationId xmlns:a16="http://schemas.microsoft.com/office/drawing/2014/main" id="{A02DCE88-CA65-30A1-6856-6512EDFE9CFF}"/>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330620321"/>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preserve="1" userDrawn="1">
  <p:cSld name="End Slide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BE9A7C0-1B19-CA66-4300-296F0EE9926E}"/>
              </a:ext>
            </a:extLst>
          </p:cNvPr>
          <p:cNvSpPr/>
          <p:nvPr userDrawn="1">
            <p:custDataLst>
              <p:tags r:id="rId1"/>
            </p:custDataLst>
          </p:nvPr>
        </p:nvSpPr>
        <p:spPr>
          <a:xfrm>
            <a:off x="6096000" y="854464"/>
            <a:ext cx="2240280" cy="1031051"/>
          </a:xfrm>
          <a:prstGeom prst="rect">
            <a:avLst/>
          </a:prstGeom>
        </p:spPr>
        <p:txBody>
          <a:bodyPr wrap="square" lIns="0" tIns="0" rIns="0" bIns="0">
            <a:spAutoFit/>
          </a:bodyPr>
          <a:lstStyle/>
          <a:p>
            <a:pPr>
              <a:spcAft>
                <a:spcPts val="600"/>
              </a:spcAft>
            </a:pPr>
            <a:r>
              <a:rPr lang="en-US" sz="1200" b="0" i="0">
                <a:solidFill>
                  <a:schemeClr val="bg2"/>
                </a:solidFill>
                <a:cs typeface="Arial"/>
              </a:rPr>
              <a:t>Name, Last Name</a:t>
            </a:r>
          </a:p>
          <a:p>
            <a:pPr>
              <a:lnSpc>
                <a:spcPts val="1200"/>
              </a:lnSpc>
            </a:pPr>
            <a:r>
              <a:rPr lang="en-US" sz="1000" b="0" i="0">
                <a:solidFill>
                  <a:schemeClr val="bg2"/>
                </a:solidFill>
                <a:cs typeface="Arial"/>
              </a:rPr>
              <a:t>Title/Role</a:t>
            </a:r>
          </a:p>
          <a:p>
            <a:pPr>
              <a:lnSpc>
                <a:spcPts val="1200"/>
              </a:lnSpc>
            </a:pPr>
            <a:r>
              <a:rPr lang="en-US" sz="1000" b="0" i="0">
                <a:solidFill>
                  <a:schemeClr val="bg2"/>
                </a:solidFill>
                <a:cs typeface="Arial"/>
              </a:rPr>
              <a:t>Capgemini Office (Optional)</a:t>
            </a:r>
          </a:p>
          <a:p>
            <a:pPr>
              <a:lnSpc>
                <a:spcPts val="1200"/>
              </a:lnSpc>
            </a:pPr>
            <a:r>
              <a:rPr lang="en-US" sz="1000" b="0" i="0">
                <a:solidFill>
                  <a:schemeClr val="bg2"/>
                </a:solidFill>
                <a:cs typeface="Arial"/>
              </a:rPr>
              <a:t>Address Line 1</a:t>
            </a:r>
          </a:p>
          <a:p>
            <a:pPr>
              <a:lnSpc>
                <a:spcPts val="1200"/>
              </a:lnSpc>
            </a:pPr>
            <a:r>
              <a:rPr lang="en-US" sz="1000" b="0" i="0">
                <a:solidFill>
                  <a:schemeClr val="bg2"/>
                </a:solidFill>
                <a:cs typeface="Arial"/>
              </a:rPr>
              <a:t>Address Line 2 </a:t>
            </a:r>
          </a:p>
          <a:p>
            <a:pPr>
              <a:lnSpc>
                <a:spcPts val="1200"/>
              </a:lnSpc>
            </a:pPr>
            <a:r>
              <a:rPr lang="en-US" sz="1000" b="0" i="0">
                <a:solidFill>
                  <a:schemeClr val="bg2"/>
                </a:solidFill>
                <a:cs typeface="Arial"/>
              </a:rPr>
              <a:t>Address Line 3</a:t>
            </a:r>
          </a:p>
        </p:txBody>
      </p:sp>
      <p:sp>
        <p:nvSpPr>
          <p:cNvPr id="8" name="Rectangle 7">
            <a:extLst>
              <a:ext uri="{FF2B5EF4-FFF2-40B4-BE49-F238E27FC236}">
                <a16:creationId xmlns:a16="http://schemas.microsoft.com/office/drawing/2014/main" id="{BC47918D-2D25-E44E-317A-2C575CFA6201}"/>
              </a:ext>
            </a:extLst>
          </p:cNvPr>
          <p:cNvSpPr/>
          <p:nvPr userDrawn="1">
            <p:custDataLst>
              <p:tags r:id="rId2"/>
            </p:custDataLst>
          </p:nvPr>
        </p:nvSpPr>
        <p:spPr>
          <a:xfrm>
            <a:off x="9499996" y="854464"/>
            <a:ext cx="2240280" cy="1031051"/>
          </a:xfrm>
          <a:prstGeom prst="rect">
            <a:avLst/>
          </a:prstGeom>
        </p:spPr>
        <p:txBody>
          <a:bodyPr wrap="square" lIns="0" tIns="0" rIns="0" bIns="0">
            <a:spAutoFit/>
          </a:bodyPr>
          <a:lstStyle/>
          <a:p>
            <a:pPr>
              <a:spcAft>
                <a:spcPts val="600"/>
              </a:spcAft>
            </a:pPr>
            <a:r>
              <a:rPr lang="en-US" sz="1200" b="0" i="0">
                <a:solidFill>
                  <a:schemeClr val="bg2"/>
                </a:solidFill>
                <a:cs typeface="Arial"/>
              </a:rPr>
              <a:t>Name, Last Name</a:t>
            </a:r>
          </a:p>
          <a:p>
            <a:pPr>
              <a:lnSpc>
                <a:spcPts val="1200"/>
              </a:lnSpc>
            </a:pPr>
            <a:r>
              <a:rPr lang="en-US" sz="1000" b="0" i="0">
                <a:solidFill>
                  <a:schemeClr val="bg2"/>
                </a:solidFill>
                <a:cs typeface="Arial"/>
              </a:rPr>
              <a:t>Title/Role</a:t>
            </a:r>
          </a:p>
          <a:p>
            <a:pPr>
              <a:lnSpc>
                <a:spcPts val="1200"/>
              </a:lnSpc>
            </a:pPr>
            <a:r>
              <a:rPr lang="en-US" sz="1000" b="0" i="0">
                <a:solidFill>
                  <a:schemeClr val="bg2"/>
                </a:solidFill>
                <a:cs typeface="Arial"/>
              </a:rPr>
              <a:t>Capgemini Office (Optional)</a:t>
            </a:r>
          </a:p>
          <a:p>
            <a:pPr>
              <a:lnSpc>
                <a:spcPts val="1200"/>
              </a:lnSpc>
            </a:pPr>
            <a:r>
              <a:rPr lang="en-US" sz="1000" b="0" i="0">
                <a:solidFill>
                  <a:schemeClr val="bg2"/>
                </a:solidFill>
                <a:cs typeface="Arial"/>
              </a:rPr>
              <a:t>Address Line 1</a:t>
            </a:r>
          </a:p>
          <a:p>
            <a:pPr>
              <a:lnSpc>
                <a:spcPts val="1200"/>
              </a:lnSpc>
            </a:pPr>
            <a:r>
              <a:rPr lang="en-US" sz="1000" b="0" i="0">
                <a:solidFill>
                  <a:schemeClr val="bg2"/>
                </a:solidFill>
                <a:cs typeface="Arial"/>
              </a:rPr>
              <a:t>Address Line 2 </a:t>
            </a:r>
          </a:p>
          <a:p>
            <a:pPr>
              <a:lnSpc>
                <a:spcPts val="1200"/>
              </a:lnSpc>
            </a:pPr>
            <a:r>
              <a:rPr lang="en-US" sz="1000" b="0" i="0">
                <a:solidFill>
                  <a:schemeClr val="bg2"/>
                </a:solidFill>
                <a:cs typeface="Arial"/>
              </a:rPr>
              <a:t>Address Line 3</a:t>
            </a:r>
          </a:p>
        </p:txBody>
      </p:sp>
      <p:sp>
        <p:nvSpPr>
          <p:cNvPr id="9" name="Rectangle 8">
            <a:extLst>
              <a:ext uri="{FF2B5EF4-FFF2-40B4-BE49-F238E27FC236}">
                <a16:creationId xmlns:a16="http://schemas.microsoft.com/office/drawing/2014/main" id="{223DD2BC-6CFE-2C0D-CC83-30E20FA868FB}"/>
              </a:ext>
            </a:extLst>
          </p:cNvPr>
          <p:cNvSpPr/>
          <p:nvPr userDrawn="1">
            <p:custDataLst>
              <p:tags r:id="rId3"/>
            </p:custDataLst>
          </p:nvPr>
        </p:nvSpPr>
        <p:spPr>
          <a:xfrm>
            <a:off x="6096000" y="2118389"/>
            <a:ext cx="2240280" cy="1031051"/>
          </a:xfrm>
          <a:prstGeom prst="rect">
            <a:avLst/>
          </a:prstGeom>
        </p:spPr>
        <p:txBody>
          <a:bodyPr wrap="square" lIns="0" tIns="0" rIns="0" bIns="0">
            <a:spAutoFit/>
          </a:bodyPr>
          <a:lstStyle/>
          <a:p>
            <a:pPr>
              <a:spcAft>
                <a:spcPts val="600"/>
              </a:spcAft>
            </a:pPr>
            <a:r>
              <a:rPr lang="en-US" sz="1200" b="0" i="0">
                <a:solidFill>
                  <a:schemeClr val="bg2"/>
                </a:solidFill>
                <a:cs typeface="Arial"/>
              </a:rPr>
              <a:t>Name, Last Name</a:t>
            </a:r>
          </a:p>
          <a:p>
            <a:pPr>
              <a:lnSpc>
                <a:spcPts val="1200"/>
              </a:lnSpc>
            </a:pPr>
            <a:r>
              <a:rPr lang="en-US" sz="1000" b="0" i="0">
                <a:solidFill>
                  <a:schemeClr val="bg2"/>
                </a:solidFill>
                <a:cs typeface="Arial"/>
              </a:rPr>
              <a:t>Title/Role</a:t>
            </a:r>
          </a:p>
          <a:p>
            <a:pPr>
              <a:lnSpc>
                <a:spcPts val="1200"/>
              </a:lnSpc>
            </a:pPr>
            <a:r>
              <a:rPr lang="en-US" sz="1000" b="0" i="0">
                <a:solidFill>
                  <a:schemeClr val="bg2"/>
                </a:solidFill>
                <a:cs typeface="Arial"/>
              </a:rPr>
              <a:t>Capgemini Office (Optional)</a:t>
            </a:r>
          </a:p>
          <a:p>
            <a:pPr>
              <a:lnSpc>
                <a:spcPts val="1200"/>
              </a:lnSpc>
            </a:pPr>
            <a:r>
              <a:rPr lang="en-US" sz="1000" b="0" i="0">
                <a:solidFill>
                  <a:schemeClr val="bg2"/>
                </a:solidFill>
                <a:cs typeface="Arial"/>
              </a:rPr>
              <a:t>Address Line 1</a:t>
            </a:r>
          </a:p>
          <a:p>
            <a:pPr>
              <a:lnSpc>
                <a:spcPts val="1200"/>
              </a:lnSpc>
            </a:pPr>
            <a:r>
              <a:rPr lang="en-US" sz="1000" b="0" i="0">
                <a:solidFill>
                  <a:schemeClr val="bg2"/>
                </a:solidFill>
                <a:cs typeface="Arial"/>
              </a:rPr>
              <a:t>Address Line 2 </a:t>
            </a:r>
          </a:p>
          <a:p>
            <a:pPr>
              <a:lnSpc>
                <a:spcPts val="1200"/>
              </a:lnSpc>
            </a:pPr>
            <a:r>
              <a:rPr lang="en-US" sz="1000" b="0" i="0">
                <a:solidFill>
                  <a:schemeClr val="bg2"/>
                </a:solidFill>
                <a:cs typeface="Arial"/>
              </a:rPr>
              <a:t>Address Line 3</a:t>
            </a:r>
          </a:p>
        </p:txBody>
      </p:sp>
      <p:sp>
        <p:nvSpPr>
          <p:cNvPr id="10" name="Rectangle 9">
            <a:extLst>
              <a:ext uri="{FF2B5EF4-FFF2-40B4-BE49-F238E27FC236}">
                <a16:creationId xmlns:a16="http://schemas.microsoft.com/office/drawing/2014/main" id="{4CD48234-BC4B-8C1A-A80D-4730B8F6FA54}"/>
              </a:ext>
            </a:extLst>
          </p:cNvPr>
          <p:cNvSpPr/>
          <p:nvPr userDrawn="1">
            <p:custDataLst>
              <p:tags r:id="rId4"/>
            </p:custDataLst>
          </p:nvPr>
        </p:nvSpPr>
        <p:spPr>
          <a:xfrm>
            <a:off x="9499996" y="2118389"/>
            <a:ext cx="2240280" cy="1031051"/>
          </a:xfrm>
          <a:prstGeom prst="rect">
            <a:avLst/>
          </a:prstGeom>
        </p:spPr>
        <p:txBody>
          <a:bodyPr wrap="square" lIns="0" tIns="0" rIns="0" bIns="0">
            <a:spAutoFit/>
          </a:bodyPr>
          <a:lstStyle/>
          <a:p>
            <a:pPr>
              <a:spcAft>
                <a:spcPts val="600"/>
              </a:spcAft>
            </a:pPr>
            <a:r>
              <a:rPr lang="en-US" sz="1200" b="0" i="0">
                <a:solidFill>
                  <a:schemeClr val="bg2"/>
                </a:solidFill>
                <a:cs typeface="Arial"/>
              </a:rPr>
              <a:t>Name, Last Name</a:t>
            </a:r>
          </a:p>
          <a:p>
            <a:pPr>
              <a:lnSpc>
                <a:spcPts val="1200"/>
              </a:lnSpc>
            </a:pPr>
            <a:r>
              <a:rPr lang="en-US" sz="1000" b="0" i="0">
                <a:solidFill>
                  <a:schemeClr val="bg2"/>
                </a:solidFill>
                <a:cs typeface="Arial"/>
              </a:rPr>
              <a:t>Title/Role</a:t>
            </a:r>
          </a:p>
          <a:p>
            <a:pPr>
              <a:lnSpc>
                <a:spcPts val="1200"/>
              </a:lnSpc>
            </a:pPr>
            <a:r>
              <a:rPr lang="en-US" sz="1000" b="0" i="0">
                <a:solidFill>
                  <a:schemeClr val="bg2"/>
                </a:solidFill>
                <a:cs typeface="Arial"/>
              </a:rPr>
              <a:t>Capgemini Office (Optional)</a:t>
            </a:r>
          </a:p>
          <a:p>
            <a:pPr>
              <a:lnSpc>
                <a:spcPts val="1200"/>
              </a:lnSpc>
            </a:pPr>
            <a:r>
              <a:rPr lang="en-US" sz="1000" b="0" i="0">
                <a:solidFill>
                  <a:schemeClr val="bg2"/>
                </a:solidFill>
                <a:cs typeface="Arial"/>
              </a:rPr>
              <a:t>Address Line 1</a:t>
            </a:r>
          </a:p>
          <a:p>
            <a:pPr>
              <a:lnSpc>
                <a:spcPts val="1200"/>
              </a:lnSpc>
            </a:pPr>
            <a:r>
              <a:rPr lang="en-US" sz="1000" b="0" i="0">
                <a:solidFill>
                  <a:schemeClr val="bg2"/>
                </a:solidFill>
                <a:cs typeface="Arial"/>
              </a:rPr>
              <a:t>Address Line 2 </a:t>
            </a:r>
          </a:p>
          <a:p>
            <a:pPr>
              <a:lnSpc>
                <a:spcPts val="1200"/>
              </a:lnSpc>
            </a:pPr>
            <a:r>
              <a:rPr lang="en-US" sz="1000" b="0" i="0">
                <a:solidFill>
                  <a:schemeClr val="bg2"/>
                </a:solidFill>
                <a:cs typeface="Arial"/>
              </a:rPr>
              <a:t>Address Line 3</a:t>
            </a:r>
          </a:p>
        </p:txBody>
      </p:sp>
      <p:grpSp>
        <p:nvGrpSpPr>
          <p:cNvPr id="13" name="Group 2">
            <a:extLst>
              <a:ext uri="{FF2B5EF4-FFF2-40B4-BE49-F238E27FC236}">
                <a16:creationId xmlns:a16="http://schemas.microsoft.com/office/drawing/2014/main" id="{05772BD3-A81C-1CF6-82C7-FB11ED473A69}"/>
              </a:ext>
            </a:extLst>
          </p:cNvPr>
          <p:cNvGrpSpPr>
            <a:grpSpLocks noChangeAspect="1"/>
          </p:cNvGrpSpPr>
          <p:nvPr userDrawn="1"/>
        </p:nvGrpSpPr>
        <p:grpSpPr>
          <a:xfrm>
            <a:off x="550863" y="6021288"/>
            <a:ext cx="1872000" cy="420870"/>
            <a:chOff x="5094083" y="5360390"/>
            <a:chExt cx="3039349" cy="683316"/>
          </a:xfrm>
          <a:solidFill>
            <a:schemeClr val="bg1"/>
          </a:solidFill>
        </p:grpSpPr>
        <p:sp>
          <p:nvSpPr>
            <p:cNvPr id="14" name="Freeform: Shape 4">
              <a:extLst>
                <a:ext uri="{FF2B5EF4-FFF2-40B4-BE49-F238E27FC236}">
                  <a16:creationId xmlns:a16="http://schemas.microsoft.com/office/drawing/2014/main" id="{65F4C06B-3F4B-043B-465F-2B296AB672AA}"/>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endParaRPr lang="en-US" sz="1800">
                <a:solidFill>
                  <a:schemeClr val="bg2"/>
                </a:solidFill>
              </a:endParaRPr>
            </a:p>
          </p:txBody>
        </p:sp>
        <p:sp>
          <p:nvSpPr>
            <p:cNvPr id="15" name="Freeform: Shape 5">
              <a:extLst>
                <a:ext uri="{FF2B5EF4-FFF2-40B4-BE49-F238E27FC236}">
                  <a16:creationId xmlns:a16="http://schemas.microsoft.com/office/drawing/2014/main" id="{0453F664-4E3E-18BB-40D3-004FB3A82BF3}"/>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endParaRPr lang="en-US" sz="1800">
                <a:solidFill>
                  <a:schemeClr val="bg2"/>
                </a:solidFill>
              </a:endParaRPr>
            </a:p>
          </p:txBody>
        </p:sp>
        <p:sp>
          <p:nvSpPr>
            <p:cNvPr id="16" name="Freeform: Shape 6">
              <a:extLst>
                <a:ext uri="{FF2B5EF4-FFF2-40B4-BE49-F238E27FC236}">
                  <a16:creationId xmlns:a16="http://schemas.microsoft.com/office/drawing/2014/main" id="{3AB8D922-277A-8D02-3B17-31150F2469B1}"/>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endParaRPr lang="en-US" sz="1800">
                <a:solidFill>
                  <a:schemeClr val="bg2"/>
                </a:solidFill>
              </a:endParaRPr>
            </a:p>
          </p:txBody>
        </p:sp>
        <p:sp>
          <p:nvSpPr>
            <p:cNvPr id="17" name="Freeform: Shape 7">
              <a:extLst>
                <a:ext uri="{FF2B5EF4-FFF2-40B4-BE49-F238E27FC236}">
                  <a16:creationId xmlns:a16="http://schemas.microsoft.com/office/drawing/2014/main" id="{3D3851EE-A1E2-2A22-50AE-7CA5E1ABE91F}"/>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endParaRPr lang="en-US" sz="1800">
                <a:solidFill>
                  <a:schemeClr val="bg2"/>
                </a:solidFill>
              </a:endParaRPr>
            </a:p>
          </p:txBody>
        </p:sp>
        <p:sp>
          <p:nvSpPr>
            <p:cNvPr id="18" name="Freeform: Shape 8">
              <a:extLst>
                <a:ext uri="{FF2B5EF4-FFF2-40B4-BE49-F238E27FC236}">
                  <a16:creationId xmlns:a16="http://schemas.microsoft.com/office/drawing/2014/main" id="{5A7D9DCF-973E-E84F-5D6E-861D2543EC15}"/>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endParaRPr lang="en-US" sz="1800">
                <a:solidFill>
                  <a:schemeClr val="bg2"/>
                </a:solidFill>
              </a:endParaRPr>
            </a:p>
          </p:txBody>
        </p:sp>
      </p:grpSp>
      <p:sp>
        <p:nvSpPr>
          <p:cNvPr id="46" name="Rectangle 45">
            <a:extLst>
              <a:ext uri="{FF2B5EF4-FFF2-40B4-BE49-F238E27FC236}">
                <a16:creationId xmlns:a16="http://schemas.microsoft.com/office/drawing/2014/main" id="{518C19CA-236B-538A-7BAE-5BEFF8D5CC22}"/>
              </a:ext>
            </a:extLst>
          </p:cNvPr>
          <p:cNvSpPr/>
          <p:nvPr userDrawn="1"/>
        </p:nvSpPr>
        <p:spPr>
          <a:xfrm>
            <a:off x="550863" y="2834640"/>
            <a:ext cx="4345176" cy="8102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ts val="1200"/>
              </a:lnSpc>
              <a:spcBef>
                <a:spcPts val="0"/>
              </a:spcBef>
              <a:spcAft>
                <a:spcPts val="0"/>
              </a:spcAft>
              <a:buClrTx/>
              <a:buSzTx/>
              <a:buFontTx/>
              <a:buNone/>
              <a:tabLst/>
              <a:defRPr/>
            </a:pPr>
            <a:r>
              <a:rPr lang="en-US" sz="1100" b="1" i="0" kern="1200" dirty="0">
                <a:solidFill>
                  <a:schemeClr val="accent2"/>
                </a:solidFill>
                <a:latin typeface="+mn-lt"/>
                <a:ea typeface="+mn-ea"/>
                <a:cs typeface="+mn-cs"/>
              </a:rPr>
              <a:t>Make it real.</a:t>
            </a:r>
          </a:p>
          <a:p>
            <a:pPr marL="0" marR="0" lvl="0" indent="0" algn="l" defTabSz="914400" rtl="0" eaLnBrk="1" fontAlgn="auto" latinLnBrk="0" hangingPunct="1">
              <a:lnSpc>
                <a:spcPts val="1200"/>
              </a:lnSpc>
              <a:spcBef>
                <a:spcPts val="0"/>
              </a:spcBef>
              <a:spcAft>
                <a:spcPts val="0"/>
              </a:spcAft>
              <a:buClrTx/>
              <a:buSzTx/>
              <a:buFontTx/>
              <a:buNone/>
              <a:tabLst/>
              <a:defRPr/>
            </a:pPr>
            <a:r>
              <a:rPr lang="en-US" sz="1050" b="0" i="0" dirty="0">
                <a:solidFill>
                  <a:schemeClr val="bg2"/>
                </a:solidFill>
                <a:latin typeface="+mn-lt"/>
              </a:rPr>
              <a:t>w</a:t>
            </a:r>
            <a:r>
              <a:rPr lang="en-US" sz="1050" dirty="0">
                <a:solidFill>
                  <a:schemeClr val="bg2"/>
                </a:solidFill>
                <a:latin typeface="+mn-lt"/>
              </a:rPr>
              <a:t>ww.capgemini.com</a:t>
            </a:r>
          </a:p>
        </p:txBody>
      </p:sp>
      <p:sp>
        <p:nvSpPr>
          <p:cNvPr id="2" name="Rectangle 1">
            <a:extLst>
              <a:ext uri="{FF2B5EF4-FFF2-40B4-BE49-F238E27FC236}">
                <a16:creationId xmlns:a16="http://schemas.microsoft.com/office/drawing/2014/main" id="{B4F0B3F9-CBA2-7856-C464-2561C30F55EA}"/>
              </a:ext>
            </a:extLst>
          </p:cNvPr>
          <p:cNvSpPr/>
          <p:nvPr userDrawn="1"/>
        </p:nvSpPr>
        <p:spPr>
          <a:xfrm>
            <a:off x="470430" y="3657600"/>
            <a:ext cx="4345176" cy="5543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ts val="1200"/>
              </a:lnSpc>
              <a:spcBef>
                <a:spcPts val="0"/>
              </a:spcBef>
              <a:spcAft>
                <a:spcPts val="0"/>
              </a:spcAft>
              <a:buClrTx/>
              <a:buSzTx/>
              <a:buFontTx/>
              <a:buNone/>
              <a:tabLst/>
              <a:defRPr/>
            </a:pPr>
            <a:endParaRPr lang="en-US" sz="1600">
              <a:solidFill>
                <a:schemeClr val="bg2"/>
              </a:solidFill>
              <a:latin typeface="Ubuntu" panose="020B0504030602030204" pitchFamily="34" charset="0"/>
            </a:endParaRPr>
          </a:p>
        </p:txBody>
      </p:sp>
      <p:grpSp>
        <p:nvGrpSpPr>
          <p:cNvPr id="19" name="Group 18">
            <a:extLst>
              <a:ext uri="{FF2B5EF4-FFF2-40B4-BE49-F238E27FC236}">
                <a16:creationId xmlns:a16="http://schemas.microsoft.com/office/drawing/2014/main" id="{A5610925-F855-014F-3846-A33BD39AE7CF}"/>
              </a:ext>
            </a:extLst>
          </p:cNvPr>
          <p:cNvGrpSpPr/>
          <p:nvPr userDrawn="1"/>
        </p:nvGrpSpPr>
        <p:grpSpPr>
          <a:xfrm>
            <a:off x="8904288" y="5569004"/>
            <a:ext cx="1951070" cy="335280"/>
            <a:chOff x="8904288" y="5569004"/>
            <a:chExt cx="1951070" cy="335280"/>
          </a:xfrm>
        </p:grpSpPr>
        <p:pic>
          <p:nvPicPr>
            <p:cNvPr id="20" name="Picture 19">
              <a:hlinkClick r:id="rId6"/>
              <a:extLst>
                <a:ext uri="{FF2B5EF4-FFF2-40B4-BE49-F238E27FC236}">
                  <a16:creationId xmlns:a16="http://schemas.microsoft.com/office/drawing/2014/main" id="{24FCF918-8BD0-16D2-F339-AA3D847D0A13}"/>
                </a:ext>
              </a:extLst>
            </p:cNvPr>
            <p:cNvPicPr>
              <a:picLocks noChangeAspect="1"/>
            </p:cNvPicPr>
            <p:nvPr userDrawn="1"/>
          </p:nvPicPr>
          <p:blipFill rotWithShape="1">
            <a:blip r:embed="rId7" cstate="screen">
              <a:lum bright="70000" contrast="-70000"/>
              <a:extLst>
                <a:ext uri="{BEBA8EAE-BF5A-486C-A8C5-ECC9F3942E4B}">
                  <a14:imgProps xmlns:a14="http://schemas.microsoft.com/office/drawing/2010/main">
                    <a14:imgLayer r:embed="rId8">
                      <a14:imgEffect>
                        <a14:artisticPhotocopy/>
                      </a14:imgEffect>
                    </a14:imgLayer>
                  </a14:imgProps>
                </a:ext>
                <a:ext uri="{28A0092B-C50C-407E-A947-70E740481C1C}">
                  <a14:useLocalDpi xmlns:a14="http://schemas.microsoft.com/office/drawing/2010/main"/>
                </a:ext>
              </a:extLst>
            </a:blip>
            <a:srcRect l="-15803" t="-15499" r="-15008" b="-15313"/>
            <a:stretch>
              <a:fillRect/>
            </a:stretch>
          </p:blipFill>
          <p:spPr>
            <a:xfrm>
              <a:off x="10520558" y="5569004"/>
              <a:ext cx="334800" cy="334800"/>
            </a:xfrm>
            <a:prstGeom prst="ellipse">
              <a:avLst/>
            </a:prstGeom>
            <a:ln>
              <a:solidFill>
                <a:srgbClr val="FFFFFF"/>
              </a:solidFill>
            </a:ln>
          </p:spPr>
        </p:pic>
        <p:pic>
          <p:nvPicPr>
            <p:cNvPr id="22" name="Picture 21">
              <a:hlinkClick r:id="rId9"/>
              <a:extLst>
                <a:ext uri="{FF2B5EF4-FFF2-40B4-BE49-F238E27FC236}">
                  <a16:creationId xmlns:a16="http://schemas.microsoft.com/office/drawing/2014/main" id="{43FFB736-D24D-5661-8C87-A4FA45684F22}"/>
                </a:ext>
              </a:extLst>
            </p:cNvPr>
            <p:cNvPicPr>
              <a:picLocks noChangeAspect="1"/>
            </p:cNvPicPr>
            <p:nvPr userDrawn="1"/>
          </p:nvPicPr>
          <p:blipFill rotWithShape="1">
            <a:blip r:embed="rId10" cstate="screen">
              <a:lum bright="70000" contrast="-70000"/>
              <a:extLst>
                <a:ext uri="{BEBA8EAE-BF5A-486C-A8C5-ECC9F3942E4B}">
                  <a14:imgProps xmlns:a14="http://schemas.microsoft.com/office/drawing/2010/main">
                    <a14:imgLayer r:embed="rId11">
                      <a14:imgEffect>
                        <a14:artisticPhotocopy/>
                      </a14:imgEffect>
                    </a14:imgLayer>
                  </a14:imgProps>
                </a:ext>
                <a:ext uri="{28A0092B-C50C-407E-A947-70E740481C1C}">
                  <a14:useLocalDpi xmlns:a14="http://schemas.microsoft.com/office/drawing/2010/main"/>
                </a:ext>
              </a:extLst>
            </a:blip>
            <a:srcRect l="-11970" t="-13244" r="-14518" b="-13244"/>
            <a:stretch>
              <a:fillRect/>
            </a:stretch>
          </p:blipFill>
          <p:spPr>
            <a:xfrm>
              <a:off x="10119213" y="5569004"/>
              <a:ext cx="335280" cy="335280"/>
            </a:xfrm>
            <a:prstGeom prst="ellipse">
              <a:avLst/>
            </a:prstGeom>
            <a:ln>
              <a:solidFill>
                <a:srgbClr val="FFFFFF"/>
              </a:solidFill>
            </a:ln>
          </p:spPr>
        </p:pic>
        <p:pic>
          <p:nvPicPr>
            <p:cNvPr id="23" name="Picture 22">
              <a:hlinkClick r:id="rId12"/>
              <a:extLst>
                <a:ext uri="{FF2B5EF4-FFF2-40B4-BE49-F238E27FC236}">
                  <a16:creationId xmlns:a16="http://schemas.microsoft.com/office/drawing/2014/main" id="{FD54A805-731A-166D-0E90-B161D3D72A48}"/>
                </a:ext>
              </a:extLst>
            </p:cNvPr>
            <p:cNvPicPr>
              <a:picLocks noChangeAspect="1"/>
            </p:cNvPicPr>
            <p:nvPr userDrawn="1"/>
          </p:nvPicPr>
          <p:blipFill rotWithShape="1">
            <a:blip r:embed="rId13" cstate="screen">
              <a:lum bright="70000" contrast="-70000"/>
              <a:extLst>
                <a:ext uri="{BEBA8EAE-BF5A-486C-A8C5-ECC9F3942E4B}">
                  <a14:imgProps xmlns:a14="http://schemas.microsoft.com/office/drawing/2010/main">
                    <a14:imgLayer r:embed="rId14">
                      <a14:imgEffect>
                        <a14:artisticPhotocopy/>
                      </a14:imgEffect>
                    </a14:imgLayer>
                  </a14:imgProps>
                </a:ext>
                <a:ext uri="{28A0092B-C50C-407E-A947-70E740481C1C}">
                  <a14:useLocalDpi xmlns:a14="http://schemas.microsoft.com/office/drawing/2010/main"/>
                </a:ext>
              </a:extLst>
            </a:blip>
            <a:srcRect l="-19298" t="-20188" r="-21078" b="-20188"/>
            <a:stretch>
              <a:fillRect/>
            </a:stretch>
          </p:blipFill>
          <p:spPr>
            <a:xfrm>
              <a:off x="9714238" y="5569004"/>
              <a:ext cx="335280" cy="335280"/>
            </a:xfrm>
            <a:prstGeom prst="ellipse">
              <a:avLst/>
            </a:prstGeom>
            <a:ln>
              <a:solidFill>
                <a:srgbClr val="FFFFFF"/>
              </a:solidFill>
            </a:ln>
          </p:spPr>
        </p:pic>
        <p:pic>
          <p:nvPicPr>
            <p:cNvPr id="24" name="Picture 23">
              <a:hlinkClick r:id="rId15"/>
              <a:extLst>
                <a:ext uri="{FF2B5EF4-FFF2-40B4-BE49-F238E27FC236}">
                  <a16:creationId xmlns:a16="http://schemas.microsoft.com/office/drawing/2014/main" id="{810DB779-E58E-2D08-4480-9915DA0226E2}"/>
                </a:ext>
              </a:extLst>
            </p:cNvPr>
            <p:cNvPicPr>
              <a:picLocks noChangeAspect="1"/>
            </p:cNvPicPr>
            <p:nvPr userDrawn="1"/>
          </p:nvPicPr>
          <p:blipFill rotWithShape="1">
            <a:blip r:embed="rId16" cstate="screen">
              <a:lum bright="70000" contrast="-70000"/>
              <a:extLst>
                <a:ext uri="{BEBA8EAE-BF5A-486C-A8C5-ECC9F3942E4B}">
                  <a14:imgProps xmlns:a14="http://schemas.microsoft.com/office/drawing/2010/main">
                    <a14:imgLayer r:embed="rId17">
                      <a14:imgEffect>
                        <a14:artisticPhotocopy/>
                      </a14:imgEffect>
                    </a14:imgLayer>
                  </a14:imgProps>
                </a:ext>
                <a:ext uri="{28A0092B-C50C-407E-A947-70E740481C1C}">
                  <a14:useLocalDpi xmlns:a14="http://schemas.microsoft.com/office/drawing/2010/main"/>
                </a:ext>
              </a:extLst>
            </a:blip>
            <a:srcRect l="-23025" t="-21407" r="-19995" b="-21613"/>
            <a:stretch>
              <a:fillRect/>
            </a:stretch>
          </p:blipFill>
          <p:spPr>
            <a:xfrm>
              <a:off x="8904288" y="5569004"/>
              <a:ext cx="335280" cy="335280"/>
            </a:xfrm>
            <a:prstGeom prst="ellipse">
              <a:avLst/>
            </a:prstGeom>
            <a:ln>
              <a:solidFill>
                <a:srgbClr val="FFFFFF"/>
              </a:solidFill>
            </a:ln>
          </p:spPr>
        </p:pic>
        <p:pic>
          <p:nvPicPr>
            <p:cNvPr id="25" name="Picture 24">
              <a:hlinkClick r:id="rId18"/>
              <a:extLst>
                <a:ext uri="{FF2B5EF4-FFF2-40B4-BE49-F238E27FC236}">
                  <a16:creationId xmlns:a16="http://schemas.microsoft.com/office/drawing/2014/main" id="{A7DC571B-9383-37DB-3C81-7DAF8A33D562}"/>
                </a:ext>
              </a:extLst>
            </p:cNvPr>
            <p:cNvPicPr>
              <a:picLocks noChangeAspect="1"/>
            </p:cNvPicPr>
            <p:nvPr userDrawn="1"/>
          </p:nvPicPr>
          <p:blipFill rotWithShape="1">
            <a:blip r:embed="rId19" cstate="screen">
              <a:lum bright="70000" contrast="-70000"/>
              <a:extLst>
                <a:ext uri="{BEBA8EAE-BF5A-486C-A8C5-ECC9F3942E4B}">
                  <a14:imgProps xmlns:a14="http://schemas.microsoft.com/office/drawing/2010/main">
                    <a14:imgLayer r:embed="rId20">
                      <a14:imgEffect>
                        <a14:artisticPhotocopy/>
                      </a14:imgEffect>
                    </a14:imgLayer>
                  </a14:imgProps>
                </a:ext>
                <a:ext uri="{28A0092B-C50C-407E-A947-70E740481C1C}">
                  <a14:useLocalDpi xmlns:a14="http://schemas.microsoft.com/office/drawing/2010/main"/>
                </a:ext>
              </a:extLst>
            </a:blip>
            <a:srcRect l="-16187" t="-16601" r="-17015" b="-16601"/>
            <a:stretch>
              <a:fillRect/>
            </a:stretch>
          </p:blipFill>
          <p:spPr>
            <a:xfrm>
              <a:off x="9309263" y="5569004"/>
              <a:ext cx="335280" cy="335280"/>
            </a:xfrm>
            <a:prstGeom prst="ellipse">
              <a:avLst/>
            </a:prstGeom>
            <a:ln>
              <a:solidFill>
                <a:srgbClr val="FFFFFF"/>
              </a:solidFill>
            </a:ln>
          </p:spPr>
        </p:pic>
      </p:grpSp>
      <p:sp>
        <p:nvSpPr>
          <p:cNvPr id="3" name="Rectangle 2">
            <a:extLst>
              <a:ext uri="{FF2B5EF4-FFF2-40B4-BE49-F238E27FC236}">
                <a16:creationId xmlns:a16="http://schemas.microsoft.com/office/drawing/2014/main" id="{2C645D6C-FA80-81D4-4ECF-74E959550267}"/>
              </a:ext>
            </a:extLst>
          </p:cNvPr>
          <p:cNvSpPr/>
          <p:nvPr userDrawn="1"/>
        </p:nvSpPr>
        <p:spPr>
          <a:xfrm rot="16200000">
            <a:off x="1826323"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PL" sz="1400" b="0" i="0" u="none" strike="noStrike" kern="1200" cap="none" spc="0" normalizeH="0" baseline="0" noProof="0" err="1">
              <a:ln>
                <a:noFill/>
              </a:ln>
              <a:solidFill>
                <a:srgbClr val="000000"/>
              </a:solidFill>
              <a:effectLst/>
              <a:uLnTx/>
              <a:uFillTx/>
              <a:latin typeface="Ubuntu"/>
              <a:ea typeface="+mn-ea"/>
              <a:cs typeface="+mn-cs"/>
            </a:endParaRPr>
          </a:p>
        </p:txBody>
      </p:sp>
      <p:sp>
        <p:nvSpPr>
          <p:cNvPr id="4" name="Rectangle 3">
            <a:extLst>
              <a:ext uri="{FF2B5EF4-FFF2-40B4-BE49-F238E27FC236}">
                <a16:creationId xmlns:a16="http://schemas.microsoft.com/office/drawing/2014/main" id="{87E7F37E-C8D7-B1B1-48D0-73F7C414F714}"/>
              </a:ext>
            </a:extLst>
          </p:cNvPr>
          <p:cNvSpPr/>
          <p:nvPr userDrawn="1"/>
        </p:nvSpPr>
        <p:spPr>
          <a:xfrm>
            <a:off x="8904288" y="6053226"/>
            <a:ext cx="2879725" cy="400110"/>
          </a:xfrm>
          <a:prstGeom prst="rect">
            <a:avLst/>
          </a:prstGeom>
        </p:spPr>
        <p:txBody>
          <a:bodyPr wrap="square" lIns="0" tIns="0" rIns="0" bIns="0" anchor="b" anchorCtr="0">
            <a:spAutoFit/>
          </a:bodyPr>
          <a:lstStyle/>
          <a:p>
            <a:pPr>
              <a:spcAft>
                <a:spcPts val="600"/>
              </a:spcAft>
            </a:pPr>
            <a:r>
              <a:rPr lang="en-US" sz="700" b="0" i="0" noProof="0" dirty="0">
                <a:solidFill>
                  <a:schemeClr val="bg1"/>
                </a:solidFill>
                <a:latin typeface="+mn-lt"/>
                <a:cs typeface="Arial"/>
              </a:rPr>
              <a:t>This presentation contains information that may be privileged or confidential and is the property of the Capgemini Group.</a:t>
            </a:r>
          </a:p>
          <a:p>
            <a:pPr>
              <a:spcAft>
                <a:spcPts val="600"/>
              </a:spcAft>
            </a:pPr>
            <a:r>
              <a:rPr lang="en-US" sz="700" b="0" i="0" noProof="0" dirty="0">
                <a:solidFill>
                  <a:schemeClr val="bg1"/>
                </a:solidFill>
                <a:latin typeface="+mn-lt"/>
                <a:cs typeface="Arial"/>
              </a:rPr>
              <a:t>Copyright © 2026 Capgemini. All rights reserved.</a:t>
            </a:r>
          </a:p>
        </p:txBody>
      </p:sp>
      <p:sp>
        <p:nvSpPr>
          <p:cNvPr id="5" name="Rectangle 4">
            <a:extLst>
              <a:ext uri="{FF2B5EF4-FFF2-40B4-BE49-F238E27FC236}">
                <a16:creationId xmlns:a16="http://schemas.microsoft.com/office/drawing/2014/main" id="{418E6A58-E1A4-2DC3-DAB6-63259E67EC54}"/>
              </a:ext>
            </a:extLst>
          </p:cNvPr>
          <p:cNvSpPr/>
          <p:nvPr userDrawn="1"/>
        </p:nvSpPr>
        <p:spPr>
          <a:xfrm>
            <a:off x="550864" y="1051075"/>
            <a:ext cx="4248471" cy="18544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indent="0" algn="just"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mn-lt"/>
                <a:ea typeface="+mn-ea"/>
                <a:cs typeface="+mn-cs"/>
              </a:rPr>
              <a:t>About Capgemini</a:t>
            </a:r>
          </a:p>
          <a:p>
            <a:pPr marL="0" marR="0" lvl="0" indent="0" algn="just" defTabSz="914400" rtl="0" eaLnBrk="1" fontAlgn="auto" latinLnBrk="0" hangingPunct="1">
              <a:lnSpc>
                <a:spcPct val="100000"/>
              </a:lnSpc>
              <a:spcBef>
                <a:spcPts val="0"/>
              </a:spcBef>
              <a:spcAft>
                <a:spcPts val="0"/>
              </a:spcAft>
              <a:buClrTx/>
              <a:buSzTx/>
              <a:buFontTx/>
              <a:buNone/>
              <a:tabLst/>
              <a:defRPr/>
            </a:pPr>
            <a:r>
              <a:rPr lang="en-US" sz="900" dirty="0">
                <a:solidFill>
                  <a:schemeClr val="bg1"/>
                </a:solidFill>
              </a:rPr>
              <a:t>Capgemini is an AI-powered global business and technology transformation partner, delivering tangible business value. We imagine the future of organizations and make it real with AI, technology and people. With our strong heritage of nearly 60 years, we are a responsible and diverse group of over 420,000 team members in more than 50 countries. We deliver end-to-end services and solutions with our deep industry expertise and strong partner ecosystem, leveraging our capabilities across strategy, technology, design, engineering and business operations. The Group reported 2025 global revenues of €22.5 billion.</a:t>
            </a:r>
          </a:p>
        </p:txBody>
      </p:sp>
    </p:spTree>
    <p:extLst>
      <p:ext uri="{BB962C8B-B14F-4D97-AF65-F5344CB8AC3E}">
        <p14:creationId xmlns:p14="http://schemas.microsoft.com/office/powerpoint/2010/main" val="2638169388"/>
      </p:ext>
    </p:extLst>
  </p:cSld>
  <p:clrMapOvr>
    <a:masterClrMapping/>
  </p:clrMapOvr>
  <p:extLst>
    <p:ext uri="{DCECCB84-F9BA-43D5-87BE-67443E8EF086}">
      <p15:sldGuideLst xmlns:p15="http://schemas.microsoft.com/office/powerpoint/2012/main"/>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preserve="1" userDrawn="1">
  <p:cSld name="End Slide 2">
    <p:spTree>
      <p:nvGrpSpPr>
        <p:cNvPr id="1" name=""/>
        <p:cNvGrpSpPr/>
        <p:nvPr/>
      </p:nvGrpSpPr>
      <p:grpSpPr>
        <a:xfrm>
          <a:off x="0" y="0"/>
          <a:ext cx="0" cy="0"/>
          <a:chOff x="0" y="0"/>
          <a:chExt cx="0" cy="0"/>
        </a:xfrm>
      </p:grpSpPr>
      <p:sp>
        <p:nvSpPr>
          <p:cNvPr id="25" name="Rectangle 24">
            <a:extLst>
              <a:ext uri="{FF2B5EF4-FFF2-40B4-BE49-F238E27FC236}">
                <a16:creationId xmlns:a16="http://schemas.microsoft.com/office/drawing/2014/main" id="{E828FFA5-3FBC-D174-A267-398AD796B6A1}"/>
              </a:ext>
            </a:extLst>
          </p:cNvPr>
          <p:cNvSpPr/>
          <p:nvPr userDrawn="1"/>
        </p:nvSpPr>
        <p:spPr>
          <a:xfrm>
            <a:off x="550862" y="3325369"/>
            <a:ext cx="4345176" cy="407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ts val="1200"/>
              </a:lnSpc>
              <a:spcBef>
                <a:spcPts val="0"/>
              </a:spcBef>
              <a:spcAft>
                <a:spcPts val="0"/>
              </a:spcAft>
              <a:buClrTx/>
              <a:buSzTx/>
              <a:buFontTx/>
              <a:buNone/>
              <a:tabLst/>
              <a:defRPr/>
            </a:pPr>
            <a:r>
              <a:rPr lang="en-US" sz="1100" b="1" i="0" kern="1200" dirty="0">
                <a:solidFill>
                  <a:schemeClr val="accent2"/>
                </a:solidFill>
                <a:latin typeface="+mn-lt"/>
                <a:ea typeface="+mn-ea"/>
                <a:cs typeface="+mn-cs"/>
              </a:rPr>
              <a:t>Make it real.</a:t>
            </a:r>
          </a:p>
          <a:p>
            <a:pPr marL="0" marR="0" lvl="0" indent="0" algn="l" defTabSz="914400" rtl="0" eaLnBrk="1" fontAlgn="auto" latinLnBrk="0" hangingPunct="1">
              <a:lnSpc>
                <a:spcPts val="1200"/>
              </a:lnSpc>
              <a:spcBef>
                <a:spcPts val="0"/>
              </a:spcBef>
              <a:spcAft>
                <a:spcPts val="0"/>
              </a:spcAft>
              <a:buClrTx/>
              <a:buSzTx/>
              <a:buFontTx/>
              <a:buNone/>
              <a:tabLst/>
              <a:defRPr/>
            </a:pPr>
            <a:r>
              <a:rPr lang="en-US" sz="1050" b="0" i="0" dirty="0">
                <a:solidFill>
                  <a:schemeClr val="bg2"/>
                </a:solidFill>
                <a:latin typeface="+mn-lt"/>
              </a:rPr>
              <a:t>w</a:t>
            </a:r>
            <a:r>
              <a:rPr lang="en-US" sz="1050" dirty="0">
                <a:solidFill>
                  <a:schemeClr val="bg2"/>
                </a:solidFill>
                <a:latin typeface="+mn-lt"/>
              </a:rPr>
              <a:t>ww.capgemini.com</a:t>
            </a:r>
          </a:p>
        </p:txBody>
      </p:sp>
      <p:grpSp>
        <p:nvGrpSpPr>
          <p:cNvPr id="43" name="Group 2">
            <a:extLst>
              <a:ext uri="{FF2B5EF4-FFF2-40B4-BE49-F238E27FC236}">
                <a16:creationId xmlns:a16="http://schemas.microsoft.com/office/drawing/2014/main" id="{CD4310B4-5ADE-C2D0-DB4C-AF69D93A1DF5}"/>
              </a:ext>
            </a:extLst>
          </p:cNvPr>
          <p:cNvGrpSpPr>
            <a:grpSpLocks noChangeAspect="1"/>
          </p:cNvGrpSpPr>
          <p:nvPr userDrawn="1"/>
        </p:nvGrpSpPr>
        <p:grpSpPr>
          <a:xfrm>
            <a:off x="550862" y="6021288"/>
            <a:ext cx="1872000" cy="420870"/>
            <a:chOff x="5094083" y="5360390"/>
            <a:chExt cx="3039349" cy="683316"/>
          </a:xfrm>
          <a:solidFill>
            <a:schemeClr val="bg1"/>
          </a:solidFill>
        </p:grpSpPr>
        <p:sp>
          <p:nvSpPr>
            <p:cNvPr id="44" name="Freeform: Shape 4">
              <a:extLst>
                <a:ext uri="{FF2B5EF4-FFF2-40B4-BE49-F238E27FC236}">
                  <a16:creationId xmlns:a16="http://schemas.microsoft.com/office/drawing/2014/main" id="{089E09DC-D2DF-E25B-B85C-6EA1D98E1CA5}"/>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endParaRPr lang="en-US" sz="1800">
                <a:solidFill>
                  <a:schemeClr val="bg2"/>
                </a:solidFill>
              </a:endParaRPr>
            </a:p>
          </p:txBody>
        </p:sp>
        <p:sp>
          <p:nvSpPr>
            <p:cNvPr id="45" name="Freeform: Shape 5">
              <a:extLst>
                <a:ext uri="{FF2B5EF4-FFF2-40B4-BE49-F238E27FC236}">
                  <a16:creationId xmlns:a16="http://schemas.microsoft.com/office/drawing/2014/main" id="{CFFDC692-B337-393E-311F-6135E50AC699}"/>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endParaRPr lang="en-US" sz="1800">
                <a:solidFill>
                  <a:schemeClr val="bg2"/>
                </a:solidFill>
              </a:endParaRPr>
            </a:p>
          </p:txBody>
        </p:sp>
        <p:sp>
          <p:nvSpPr>
            <p:cNvPr id="46" name="Freeform: Shape 6">
              <a:extLst>
                <a:ext uri="{FF2B5EF4-FFF2-40B4-BE49-F238E27FC236}">
                  <a16:creationId xmlns:a16="http://schemas.microsoft.com/office/drawing/2014/main" id="{79F624AF-8CAF-1C4F-6AF4-0D3BAB6883DE}"/>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endParaRPr lang="en-US" sz="1800">
                <a:solidFill>
                  <a:schemeClr val="bg2"/>
                </a:solidFill>
              </a:endParaRPr>
            </a:p>
          </p:txBody>
        </p:sp>
        <p:sp>
          <p:nvSpPr>
            <p:cNvPr id="47" name="Freeform: Shape 7">
              <a:extLst>
                <a:ext uri="{FF2B5EF4-FFF2-40B4-BE49-F238E27FC236}">
                  <a16:creationId xmlns:a16="http://schemas.microsoft.com/office/drawing/2014/main" id="{CC7B72C0-ED2F-06D1-872B-CC0A248A4A55}"/>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endParaRPr lang="en-US" sz="1800">
                <a:solidFill>
                  <a:schemeClr val="bg2"/>
                </a:solidFill>
              </a:endParaRPr>
            </a:p>
          </p:txBody>
        </p:sp>
        <p:sp>
          <p:nvSpPr>
            <p:cNvPr id="48" name="Freeform: Shape 8">
              <a:extLst>
                <a:ext uri="{FF2B5EF4-FFF2-40B4-BE49-F238E27FC236}">
                  <a16:creationId xmlns:a16="http://schemas.microsoft.com/office/drawing/2014/main" id="{4387627B-473F-668B-D2BC-7D0705259BFC}"/>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endParaRPr lang="en-US" sz="1800">
                <a:solidFill>
                  <a:schemeClr val="bg2"/>
                </a:solidFill>
              </a:endParaRPr>
            </a:p>
          </p:txBody>
        </p:sp>
      </p:grpSp>
      <p:grpSp>
        <p:nvGrpSpPr>
          <p:cNvPr id="8" name="Group 7">
            <a:extLst>
              <a:ext uri="{FF2B5EF4-FFF2-40B4-BE49-F238E27FC236}">
                <a16:creationId xmlns:a16="http://schemas.microsoft.com/office/drawing/2014/main" id="{C3529F38-DE31-8549-CDA7-1E4A748CA7C2}"/>
              </a:ext>
            </a:extLst>
          </p:cNvPr>
          <p:cNvGrpSpPr/>
          <p:nvPr userDrawn="1"/>
        </p:nvGrpSpPr>
        <p:grpSpPr>
          <a:xfrm>
            <a:off x="8904288" y="5569004"/>
            <a:ext cx="1951070" cy="335280"/>
            <a:chOff x="8904288" y="5569004"/>
            <a:chExt cx="1951070" cy="335280"/>
          </a:xfrm>
        </p:grpSpPr>
        <p:pic>
          <p:nvPicPr>
            <p:cNvPr id="9" name="Picture 8">
              <a:hlinkClick r:id="rId2"/>
              <a:extLst>
                <a:ext uri="{FF2B5EF4-FFF2-40B4-BE49-F238E27FC236}">
                  <a16:creationId xmlns:a16="http://schemas.microsoft.com/office/drawing/2014/main" id="{AA7E1FC5-0975-36A9-15BB-4B78B750848B}"/>
                </a:ext>
              </a:extLst>
            </p:cNvPr>
            <p:cNvPicPr>
              <a:picLocks noChangeAspect="1"/>
            </p:cNvPicPr>
            <p:nvPr userDrawn="1"/>
          </p:nvPicPr>
          <p:blipFill rotWithShape="1">
            <a:blip r:embed="rId3" cstate="screen">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a:ext>
              </a:extLst>
            </a:blip>
            <a:srcRect l="-15803" t="-15499" r="-15008" b="-15313"/>
            <a:stretch>
              <a:fillRect/>
            </a:stretch>
          </p:blipFill>
          <p:spPr>
            <a:xfrm>
              <a:off x="10520558" y="5569004"/>
              <a:ext cx="334800" cy="334800"/>
            </a:xfrm>
            <a:prstGeom prst="ellipse">
              <a:avLst/>
            </a:prstGeom>
            <a:ln>
              <a:solidFill>
                <a:srgbClr val="FFFFFF"/>
              </a:solidFill>
            </a:ln>
          </p:spPr>
        </p:pic>
        <p:pic>
          <p:nvPicPr>
            <p:cNvPr id="10" name="Picture 9">
              <a:hlinkClick r:id="rId5"/>
              <a:extLst>
                <a:ext uri="{FF2B5EF4-FFF2-40B4-BE49-F238E27FC236}">
                  <a16:creationId xmlns:a16="http://schemas.microsoft.com/office/drawing/2014/main" id="{9852B28F-AE33-FE98-514D-6F11A86092BB}"/>
                </a:ext>
              </a:extLst>
            </p:cNvPr>
            <p:cNvPicPr>
              <a:picLocks noChangeAspect="1"/>
            </p:cNvPicPr>
            <p:nvPr userDrawn="1"/>
          </p:nvPicPr>
          <p:blipFill rotWithShape="1">
            <a:blip r:embed="rId6" cstate="screen">
              <a:lum bright="70000" contrast="-70000"/>
              <a:extLst>
                <a:ext uri="{BEBA8EAE-BF5A-486C-A8C5-ECC9F3942E4B}">
                  <a14:imgProps xmlns:a14="http://schemas.microsoft.com/office/drawing/2010/main">
                    <a14:imgLayer r:embed="rId7">
                      <a14:imgEffect>
                        <a14:artisticPhotocopy/>
                      </a14:imgEffect>
                    </a14:imgLayer>
                  </a14:imgProps>
                </a:ext>
                <a:ext uri="{28A0092B-C50C-407E-A947-70E740481C1C}">
                  <a14:useLocalDpi xmlns:a14="http://schemas.microsoft.com/office/drawing/2010/main"/>
                </a:ext>
              </a:extLst>
            </a:blip>
            <a:srcRect l="-11970" t="-13244" r="-14518" b="-13244"/>
            <a:stretch>
              <a:fillRect/>
            </a:stretch>
          </p:blipFill>
          <p:spPr>
            <a:xfrm>
              <a:off x="10119213" y="5569004"/>
              <a:ext cx="335280" cy="335280"/>
            </a:xfrm>
            <a:prstGeom prst="ellipse">
              <a:avLst/>
            </a:prstGeom>
            <a:ln>
              <a:solidFill>
                <a:srgbClr val="FFFFFF"/>
              </a:solidFill>
            </a:ln>
          </p:spPr>
        </p:pic>
        <p:pic>
          <p:nvPicPr>
            <p:cNvPr id="11" name="Picture 10">
              <a:hlinkClick r:id="rId8"/>
              <a:extLst>
                <a:ext uri="{FF2B5EF4-FFF2-40B4-BE49-F238E27FC236}">
                  <a16:creationId xmlns:a16="http://schemas.microsoft.com/office/drawing/2014/main" id="{FA1AEA76-FACD-25B8-0110-7425FE173BD9}"/>
                </a:ext>
              </a:extLst>
            </p:cNvPr>
            <p:cNvPicPr>
              <a:picLocks noChangeAspect="1"/>
            </p:cNvPicPr>
            <p:nvPr userDrawn="1"/>
          </p:nvPicPr>
          <p:blipFill rotWithShape="1">
            <a:blip r:embed="rId9" cstate="screen">
              <a:lum bright="70000" contrast="-70000"/>
              <a:extLst>
                <a:ext uri="{BEBA8EAE-BF5A-486C-A8C5-ECC9F3942E4B}">
                  <a14:imgProps xmlns:a14="http://schemas.microsoft.com/office/drawing/2010/main">
                    <a14:imgLayer r:embed="rId10">
                      <a14:imgEffect>
                        <a14:artisticPhotocopy/>
                      </a14:imgEffect>
                    </a14:imgLayer>
                  </a14:imgProps>
                </a:ext>
                <a:ext uri="{28A0092B-C50C-407E-A947-70E740481C1C}">
                  <a14:useLocalDpi xmlns:a14="http://schemas.microsoft.com/office/drawing/2010/main"/>
                </a:ext>
              </a:extLst>
            </a:blip>
            <a:srcRect l="-19298" t="-20188" r="-21078" b="-20188"/>
            <a:stretch>
              <a:fillRect/>
            </a:stretch>
          </p:blipFill>
          <p:spPr>
            <a:xfrm>
              <a:off x="9714238" y="5569004"/>
              <a:ext cx="335280" cy="335280"/>
            </a:xfrm>
            <a:prstGeom prst="ellipse">
              <a:avLst/>
            </a:prstGeom>
            <a:ln>
              <a:solidFill>
                <a:srgbClr val="FFFFFF"/>
              </a:solidFill>
            </a:ln>
          </p:spPr>
        </p:pic>
        <p:pic>
          <p:nvPicPr>
            <p:cNvPr id="12" name="Picture 11">
              <a:hlinkClick r:id="rId11"/>
              <a:extLst>
                <a:ext uri="{FF2B5EF4-FFF2-40B4-BE49-F238E27FC236}">
                  <a16:creationId xmlns:a16="http://schemas.microsoft.com/office/drawing/2014/main" id="{8EE305D6-5BF1-8C3B-B40C-DAE50AEF0788}"/>
                </a:ext>
              </a:extLst>
            </p:cNvPr>
            <p:cNvPicPr>
              <a:picLocks noChangeAspect="1"/>
            </p:cNvPicPr>
            <p:nvPr userDrawn="1"/>
          </p:nvPicPr>
          <p:blipFill rotWithShape="1">
            <a:blip r:embed="rId12" cstate="screen">
              <a:lum bright="70000" contrast="-70000"/>
              <a:extLst>
                <a:ext uri="{BEBA8EAE-BF5A-486C-A8C5-ECC9F3942E4B}">
                  <a14:imgProps xmlns:a14="http://schemas.microsoft.com/office/drawing/2010/main">
                    <a14:imgLayer r:embed="rId13">
                      <a14:imgEffect>
                        <a14:artisticPhotocopy/>
                      </a14:imgEffect>
                    </a14:imgLayer>
                  </a14:imgProps>
                </a:ext>
                <a:ext uri="{28A0092B-C50C-407E-A947-70E740481C1C}">
                  <a14:useLocalDpi xmlns:a14="http://schemas.microsoft.com/office/drawing/2010/main"/>
                </a:ext>
              </a:extLst>
            </a:blip>
            <a:srcRect l="-23025" t="-21407" r="-19995" b="-21613"/>
            <a:stretch>
              <a:fillRect/>
            </a:stretch>
          </p:blipFill>
          <p:spPr>
            <a:xfrm>
              <a:off x="8904288" y="5569004"/>
              <a:ext cx="335280" cy="335280"/>
            </a:xfrm>
            <a:prstGeom prst="ellipse">
              <a:avLst/>
            </a:prstGeom>
            <a:ln>
              <a:solidFill>
                <a:srgbClr val="FFFFFF"/>
              </a:solidFill>
            </a:ln>
          </p:spPr>
        </p:pic>
        <p:pic>
          <p:nvPicPr>
            <p:cNvPr id="13" name="Picture 12">
              <a:hlinkClick r:id="rId14"/>
              <a:extLst>
                <a:ext uri="{FF2B5EF4-FFF2-40B4-BE49-F238E27FC236}">
                  <a16:creationId xmlns:a16="http://schemas.microsoft.com/office/drawing/2014/main" id="{152FD4A1-441F-A138-65D6-13171C1C355C}"/>
                </a:ext>
              </a:extLst>
            </p:cNvPr>
            <p:cNvPicPr>
              <a:picLocks noChangeAspect="1"/>
            </p:cNvPicPr>
            <p:nvPr userDrawn="1"/>
          </p:nvPicPr>
          <p:blipFill rotWithShape="1">
            <a:blip r:embed="rId15" cstate="screen">
              <a:lum bright="70000" contrast="-70000"/>
              <a:extLst>
                <a:ext uri="{BEBA8EAE-BF5A-486C-A8C5-ECC9F3942E4B}">
                  <a14:imgProps xmlns:a14="http://schemas.microsoft.com/office/drawing/2010/main">
                    <a14:imgLayer r:embed="rId16">
                      <a14:imgEffect>
                        <a14:artisticPhotocopy/>
                      </a14:imgEffect>
                    </a14:imgLayer>
                  </a14:imgProps>
                </a:ext>
                <a:ext uri="{28A0092B-C50C-407E-A947-70E740481C1C}">
                  <a14:useLocalDpi xmlns:a14="http://schemas.microsoft.com/office/drawing/2010/main"/>
                </a:ext>
              </a:extLst>
            </a:blip>
            <a:srcRect l="-16187" t="-16601" r="-17015" b="-16601"/>
            <a:stretch>
              <a:fillRect/>
            </a:stretch>
          </p:blipFill>
          <p:spPr>
            <a:xfrm>
              <a:off x="9309263" y="5569004"/>
              <a:ext cx="335280" cy="335280"/>
            </a:xfrm>
            <a:prstGeom prst="ellipse">
              <a:avLst/>
            </a:prstGeom>
            <a:ln>
              <a:solidFill>
                <a:srgbClr val="FFFFFF"/>
              </a:solidFill>
            </a:ln>
          </p:spPr>
        </p:pic>
      </p:grpSp>
      <p:sp>
        <p:nvSpPr>
          <p:cNvPr id="2" name="Rectangle 1">
            <a:extLst>
              <a:ext uri="{FF2B5EF4-FFF2-40B4-BE49-F238E27FC236}">
                <a16:creationId xmlns:a16="http://schemas.microsoft.com/office/drawing/2014/main" id="{4A1EA4A7-A166-E578-2EF5-FCAEFB78F088}"/>
              </a:ext>
            </a:extLst>
          </p:cNvPr>
          <p:cNvSpPr/>
          <p:nvPr userDrawn="1"/>
        </p:nvSpPr>
        <p:spPr>
          <a:xfrm>
            <a:off x="8904288" y="6053226"/>
            <a:ext cx="2879725" cy="400110"/>
          </a:xfrm>
          <a:prstGeom prst="rect">
            <a:avLst/>
          </a:prstGeom>
        </p:spPr>
        <p:txBody>
          <a:bodyPr wrap="square" lIns="0" tIns="0" rIns="0" bIns="0" anchor="b" anchorCtr="0">
            <a:spAutoFit/>
          </a:bodyPr>
          <a:lstStyle/>
          <a:p>
            <a:pPr>
              <a:spcAft>
                <a:spcPts val="600"/>
              </a:spcAft>
            </a:pPr>
            <a:r>
              <a:rPr lang="en-US" sz="700" b="0" i="0" noProof="0" dirty="0">
                <a:solidFill>
                  <a:schemeClr val="bg1"/>
                </a:solidFill>
                <a:latin typeface="+mn-lt"/>
                <a:cs typeface="Arial"/>
              </a:rPr>
              <a:t>This presentation contains information that may be privileged or confidential and is the property of the Capgemini Group.</a:t>
            </a:r>
          </a:p>
          <a:p>
            <a:pPr>
              <a:spcAft>
                <a:spcPts val="600"/>
              </a:spcAft>
            </a:pPr>
            <a:r>
              <a:rPr lang="en-US" sz="700" b="0" i="0" noProof="0" dirty="0">
                <a:solidFill>
                  <a:schemeClr val="bg1"/>
                </a:solidFill>
                <a:latin typeface="+mn-lt"/>
                <a:cs typeface="Arial"/>
              </a:rPr>
              <a:t>Copyright © 2026 Capgemini. All rights reserved.</a:t>
            </a:r>
          </a:p>
        </p:txBody>
      </p:sp>
      <p:sp>
        <p:nvSpPr>
          <p:cNvPr id="3" name="Rectangle 2">
            <a:extLst>
              <a:ext uri="{FF2B5EF4-FFF2-40B4-BE49-F238E27FC236}">
                <a16:creationId xmlns:a16="http://schemas.microsoft.com/office/drawing/2014/main" id="{5A0F1FC6-DEA9-4963-B8C6-D1A8E4E8528B}"/>
              </a:ext>
            </a:extLst>
          </p:cNvPr>
          <p:cNvSpPr/>
          <p:nvPr userDrawn="1"/>
        </p:nvSpPr>
        <p:spPr>
          <a:xfrm>
            <a:off x="550864" y="1574544"/>
            <a:ext cx="4248471" cy="18544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indent="0" algn="just"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mn-lt"/>
                <a:ea typeface="+mn-ea"/>
                <a:cs typeface="+mn-cs"/>
              </a:rPr>
              <a:t>About Capgemini</a:t>
            </a:r>
          </a:p>
          <a:p>
            <a:pPr marL="0" marR="0" lvl="0" indent="0" algn="just" defTabSz="914400" rtl="0" eaLnBrk="1" fontAlgn="auto" latinLnBrk="0" hangingPunct="1">
              <a:lnSpc>
                <a:spcPct val="100000"/>
              </a:lnSpc>
              <a:spcBef>
                <a:spcPts val="0"/>
              </a:spcBef>
              <a:spcAft>
                <a:spcPts val="0"/>
              </a:spcAft>
              <a:buClrTx/>
              <a:buSzTx/>
              <a:buFontTx/>
              <a:buNone/>
              <a:tabLst/>
              <a:defRPr/>
            </a:pPr>
            <a:r>
              <a:rPr lang="en-US" sz="900" dirty="0">
                <a:solidFill>
                  <a:schemeClr val="bg1"/>
                </a:solidFill>
              </a:rPr>
              <a:t>Capgemini is an AI-powered global business and technology transformation partner, delivering tangible business value. We imagine the future of organizations and make it real with AI, technology and people. With our strong heritage of nearly 60 years, we are a responsible and diverse group of over 420,000 team members in more than 50 countries. We deliver end-to-end services and solutions with our deep industry expertise and strong partner ecosystem, leveraging our capabilities across strategy, technology, design, engineering and business operations. The Group reported 2025 global revenues of €22.5 billion.</a:t>
            </a:r>
          </a:p>
        </p:txBody>
      </p:sp>
    </p:spTree>
    <p:extLst>
      <p:ext uri="{BB962C8B-B14F-4D97-AF65-F5344CB8AC3E}">
        <p14:creationId xmlns:p14="http://schemas.microsoft.com/office/powerpoint/2010/main" val="2615611216"/>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showMasterSp="0" preserve="1" userDrawn="1">
  <p:cSld name="End Slide 3">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D1D17019-0BF4-2D81-E041-AFBAAFE615A7}"/>
              </a:ext>
            </a:extLst>
          </p:cNvPr>
          <p:cNvSpPr/>
          <p:nvPr userDrawn="1"/>
        </p:nvSpPr>
        <p:spPr>
          <a:xfrm>
            <a:off x="8146580" y="0"/>
            <a:ext cx="4045420" cy="6858000"/>
          </a:xfrm>
          <a:prstGeom prst="rect">
            <a:avLst/>
          </a:prstGeom>
          <a:solidFill>
            <a:schemeClr val="bg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43" name="Group 2">
            <a:extLst>
              <a:ext uri="{FF2B5EF4-FFF2-40B4-BE49-F238E27FC236}">
                <a16:creationId xmlns:a16="http://schemas.microsoft.com/office/drawing/2014/main" id="{CD4310B4-5ADE-C2D0-DB4C-AF69D93A1DF5}"/>
              </a:ext>
            </a:extLst>
          </p:cNvPr>
          <p:cNvGrpSpPr>
            <a:grpSpLocks noChangeAspect="1"/>
          </p:cNvGrpSpPr>
          <p:nvPr userDrawn="1"/>
        </p:nvGrpSpPr>
        <p:grpSpPr>
          <a:xfrm>
            <a:off x="550863" y="6021288"/>
            <a:ext cx="1872000" cy="420870"/>
            <a:chOff x="5094083" y="5360390"/>
            <a:chExt cx="3039349" cy="683316"/>
          </a:xfrm>
          <a:solidFill>
            <a:schemeClr val="bg1"/>
          </a:solidFill>
        </p:grpSpPr>
        <p:sp>
          <p:nvSpPr>
            <p:cNvPr id="44" name="Freeform: Shape 4">
              <a:extLst>
                <a:ext uri="{FF2B5EF4-FFF2-40B4-BE49-F238E27FC236}">
                  <a16:creationId xmlns:a16="http://schemas.microsoft.com/office/drawing/2014/main" id="{089E09DC-D2DF-E25B-B85C-6EA1D98E1CA5}"/>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endParaRPr lang="en-US" sz="1800">
                <a:solidFill>
                  <a:schemeClr val="bg1"/>
                </a:solidFill>
              </a:endParaRPr>
            </a:p>
          </p:txBody>
        </p:sp>
        <p:sp>
          <p:nvSpPr>
            <p:cNvPr id="45" name="Freeform: Shape 5">
              <a:extLst>
                <a:ext uri="{FF2B5EF4-FFF2-40B4-BE49-F238E27FC236}">
                  <a16:creationId xmlns:a16="http://schemas.microsoft.com/office/drawing/2014/main" id="{CFFDC692-B337-393E-311F-6135E50AC699}"/>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endParaRPr lang="en-US" sz="1800">
                <a:solidFill>
                  <a:schemeClr val="bg1"/>
                </a:solidFill>
              </a:endParaRPr>
            </a:p>
          </p:txBody>
        </p:sp>
        <p:sp>
          <p:nvSpPr>
            <p:cNvPr id="46" name="Freeform: Shape 6">
              <a:extLst>
                <a:ext uri="{FF2B5EF4-FFF2-40B4-BE49-F238E27FC236}">
                  <a16:creationId xmlns:a16="http://schemas.microsoft.com/office/drawing/2014/main" id="{79F624AF-8CAF-1C4F-6AF4-0D3BAB6883DE}"/>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endParaRPr lang="en-US" sz="1800">
                <a:solidFill>
                  <a:schemeClr val="bg1"/>
                </a:solidFill>
              </a:endParaRPr>
            </a:p>
          </p:txBody>
        </p:sp>
        <p:sp>
          <p:nvSpPr>
            <p:cNvPr id="47" name="Freeform: Shape 7">
              <a:extLst>
                <a:ext uri="{FF2B5EF4-FFF2-40B4-BE49-F238E27FC236}">
                  <a16:creationId xmlns:a16="http://schemas.microsoft.com/office/drawing/2014/main" id="{CC7B72C0-ED2F-06D1-872B-CC0A248A4A55}"/>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endParaRPr lang="en-US" sz="1800">
                <a:solidFill>
                  <a:schemeClr val="bg1"/>
                </a:solidFill>
              </a:endParaRPr>
            </a:p>
          </p:txBody>
        </p:sp>
        <p:sp>
          <p:nvSpPr>
            <p:cNvPr id="48" name="Freeform: Shape 8">
              <a:extLst>
                <a:ext uri="{FF2B5EF4-FFF2-40B4-BE49-F238E27FC236}">
                  <a16:creationId xmlns:a16="http://schemas.microsoft.com/office/drawing/2014/main" id="{4387627B-473F-668B-D2BC-7D0705259BFC}"/>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endParaRPr lang="en-US" sz="1800">
                <a:solidFill>
                  <a:schemeClr val="bg1"/>
                </a:solidFill>
              </a:endParaRPr>
            </a:p>
          </p:txBody>
        </p:sp>
      </p:grpSp>
      <p:sp>
        <p:nvSpPr>
          <p:cNvPr id="10" name="Rectangle 9">
            <a:extLst>
              <a:ext uri="{FF2B5EF4-FFF2-40B4-BE49-F238E27FC236}">
                <a16:creationId xmlns:a16="http://schemas.microsoft.com/office/drawing/2014/main" id="{456848E4-9E3E-BD1A-A82D-C9F95359644C}"/>
              </a:ext>
            </a:extLst>
          </p:cNvPr>
          <p:cNvSpPr/>
          <p:nvPr userDrawn="1"/>
        </p:nvSpPr>
        <p:spPr>
          <a:xfrm>
            <a:off x="550863" y="3325369"/>
            <a:ext cx="4345176" cy="407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ts val="1200"/>
              </a:lnSpc>
              <a:spcBef>
                <a:spcPts val="0"/>
              </a:spcBef>
              <a:spcAft>
                <a:spcPts val="0"/>
              </a:spcAft>
              <a:buClrTx/>
              <a:buSzTx/>
              <a:buFontTx/>
              <a:buNone/>
              <a:tabLst/>
              <a:defRPr/>
            </a:pPr>
            <a:r>
              <a:rPr lang="en-US" sz="1100" b="1" i="0" kern="1200" dirty="0">
                <a:solidFill>
                  <a:schemeClr val="accent2"/>
                </a:solidFill>
                <a:latin typeface="+mn-lt"/>
                <a:ea typeface="+mn-ea"/>
                <a:cs typeface="+mn-cs"/>
              </a:rPr>
              <a:t>Make it real.</a:t>
            </a:r>
          </a:p>
          <a:p>
            <a:pPr marL="0" marR="0" lvl="0" indent="0" algn="l" defTabSz="914400" rtl="0" eaLnBrk="1" fontAlgn="auto" latinLnBrk="0" hangingPunct="1">
              <a:lnSpc>
                <a:spcPts val="1200"/>
              </a:lnSpc>
              <a:spcBef>
                <a:spcPts val="0"/>
              </a:spcBef>
              <a:spcAft>
                <a:spcPts val="0"/>
              </a:spcAft>
              <a:buClrTx/>
              <a:buSzTx/>
              <a:buFontTx/>
              <a:buNone/>
              <a:tabLst/>
              <a:defRPr/>
            </a:pPr>
            <a:r>
              <a:rPr lang="en-US" sz="1050" b="0" i="0" dirty="0">
                <a:solidFill>
                  <a:schemeClr val="bg2"/>
                </a:solidFill>
                <a:latin typeface="+mn-lt"/>
              </a:rPr>
              <a:t>w</a:t>
            </a:r>
            <a:r>
              <a:rPr lang="en-US" sz="1050" dirty="0">
                <a:solidFill>
                  <a:schemeClr val="bg2"/>
                </a:solidFill>
                <a:latin typeface="+mn-lt"/>
              </a:rPr>
              <a:t>ww.capgemini.com</a:t>
            </a:r>
          </a:p>
        </p:txBody>
      </p:sp>
      <p:sp>
        <p:nvSpPr>
          <p:cNvPr id="11" name="Rectangle 10">
            <a:extLst>
              <a:ext uri="{FF2B5EF4-FFF2-40B4-BE49-F238E27FC236}">
                <a16:creationId xmlns:a16="http://schemas.microsoft.com/office/drawing/2014/main" id="{243A1DDC-0EE3-87D7-B55C-C8336892FA90}"/>
              </a:ext>
            </a:extLst>
          </p:cNvPr>
          <p:cNvSpPr/>
          <p:nvPr userDrawn="1"/>
        </p:nvSpPr>
        <p:spPr>
          <a:xfrm rot="16200000">
            <a:off x="4627581"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3" name="Group 2">
            <a:extLst>
              <a:ext uri="{FF2B5EF4-FFF2-40B4-BE49-F238E27FC236}">
                <a16:creationId xmlns:a16="http://schemas.microsoft.com/office/drawing/2014/main" id="{80DDEBF5-BCD7-417A-1787-F148EF7B13B7}"/>
              </a:ext>
            </a:extLst>
          </p:cNvPr>
          <p:cNvGrpSpPr/>
          <p:nvPr userDrawn="1"/>
        </p:nvGrpSpPr>
        <p:grpSpPr>
          <a:xfrm>
            <a:off x="8904288" y="5569004"/>
            <a:ext cx="1951070" cy="335280"/>
            <a:chOff x="8904288" y="5569004"/>
            <a:chExt cx="1951070" cy="335280"/>
          </a:xfrm>
        </p:grpSpPr>
        <p:pic>
          <p:nvPicPr>
            <p:cNvPr id="4" name="Picture 3">
              <a:hlinkClick r:id="rId2"/>
              <a:extLst>
                <a:ext uri="{FF2B5EF4-FFF2-40B4-BE49-F238E27FC236}">
                  <a16:creationId xmlns:a16="http://schemas.microsoft.com/office/drawing/2014/main" id="{D8AE6A28-0135-28A5-EA09-7E561544F949}"/>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l="-15803" t="-15499" r="-15008" b="-15313"/>
            <a:stretch>
              <a:fillRect/>
            </a:stretch>
          </p:blipFill>
          <p:spPr>
            <a:xfrm>
              <a:off x="10520558" y="5569004"/>
              <a:ext cx="334800" cy="334800"/>
            </a:xfrm>
            <a:prstGeom prst="ellipse">
              <a:avLst/>
            </a:prstGeom>
            <a:ln>
              <a:solidFill>
                <a:srgbClr val="000000"/>
              </a:solidFill>
            </a:ln>
          </p:spPr>
        </p:pic>
        <p:pic>
          <p:nvPicPr>
            <p:cNvPr id="5" name="Picture 4">
              <a:hlinkClick r:id="rId4"/>
              <a:extLst>
                <a:ext uri="{FF2B5EF4-FFF2-40B4-BE49-F238E27FC236}">
                  <a16:creationId xmlns:a16="http://schemas.microsoft.com/office/drawing/2014/main" id="{9FF9D83D-3E8E-F5F4-73F1-6950C58A3575}"/>
                </a:ext>
              </a:extLst>
            </p:cNvPr>
            <p:cNvPicPr>
              <a:picLocks noChangeAspect="1"/>
            </p:cNvPicPr>
            <p:nvPr userDrawn="1"/>
          </p:nvPicPr>
          <p:blipFill rotWithShape="1">
            <a:blip r:embed="rId5" cstate="screen">
              <a:extLst>
                <a:ext uri="{28A0092B-C50C-407E-A947-70E740481C1C}">
                  <a14:useLocalDpi xmlns:a14="http://schemas.microsoft.com/office/drawing/2010/main"/>
                </a:ext>
              </a:extLst>
            </a:blip>
            <a:srcRect l="-11970" t="-13244" r="-14518" b="-13244"/>
            <a:stretch>
              <a:fillRect/>
            </a:stretch>
          </p:blipFill>
          <p:spPr>
            <a:xfrm>
              <a:off x="10119213" y="5569004"/>
              <a:ext cx="335280" cy="335280"/>
            </a:xfrm>
            <a:prstGeom prst="ellipse">
              <a:avLst/>
            </a:prstGeom>
            <a:ln>
              <a:solidFill>
                <a:srgbClr val="000000"/>
              </a:solidFill>
            </a:ln>
          </p:spPr>
        </p:pic>
        <p:pic>
          <p:nvPicPr>
            <p:cNvPr id="6" name="Picture 5">
              <a:hlinkClick r:id="rId6"/>
              <a:extLst>
                <a:ext uri="{FF2B5EF4-FFF2-40B4-BE49-F238E27FC236}">
                  <a16:creationId xmlns:a16="http://schemas.microsoft.com/office/drawing/2014/main" id="{38E6916A-F1B5-9C57-3FAA-6E274CAD8865}"/>
                </a:ext>
              </a:extLst>
            </p:cNvPr>
            <p:cNvPicPr>
              <a:picLocks noChangeAspect="1"/>
            </p:cNvPicPr>
            <p:nvPr userDrawn="1"/>
          </p:nvPicPr>
          <p:blipFill rotWithShape="1">
            <a:blip r:embed="rId7" cstate="screen">
              <a:extLst>
                <a:ext uri="{28A0092B-C50C-407E-A947-70E740481C1C}">
                  <a14:useLocalDpi xmlns:a14="http://schemas.microsoft.com/office/drawing/2010/main"/>
                </a:ext>
              </a:extLst>
            </a:blip>
            <a:srcRect l="-19298" t="-20188" r="-21078" b="-20188"/>
            <a:stretch>
              <a:fillRect/>
            </a:stretch>
          </p:blipFill>
          <p:spPr>
            <a:xfrm>
              <a:off x="9714238" y="5569004"/>
              <a:ext cx="335280" cy="335280"/>
            </a:xfrm>
            <a:prstGeom prst="ellipse">
              <a:avLst/>
            </a:prstGeom>
            <a:ln>
              <a:solidFill>
                <a:srgbClr val="000000"/>
              </a:solidFill>
            </a:ln>
          </p:spPr>
        </p:pic>
        <p:pic>
          <p:nvPicPr>
            <p:cNvPr id="7" name="Picture 6">
              <a:hlinkClick r:id="rId8"/>
              <a:extLst>
                <a:ext uri="{FF2B5EF4-FFF2-40B4-BE49-F238E27FC236}">
                  <a16:creationId xmlns:a16="http://schemas.microsoft.com/office/drawing/2014/main" id="{A69F2814-7CA6-9D53-A57F-35F014DE27BF}"/>
                </a:ext>
              </a:extLst>
            </p:cNvPr>
            <p:cNvPicPr>
              <a:picLocks noChangeAspect="1"/>
            </p:cNvPicPr>
            <p:nvPr userDrawn="1"/>
          </p:nvPicPr>
          <p:blipFill rotWithShape="1">
            <a:blip r:embed="rId9" cstate="screen">
              <a:extLst>
                <a:ext uri="{28A0092B-C50C-407E-A947-70E740481C1C}">
                  <a14:useLocalDpi xmlns:a14="http://schemas.microsoft.com/office/drawing/2010/main"/>
                </a:ext>
              </a:extLst>
            </a:blip>
            <a:srcRect l="-23025" t="-21407" r="-19995" b="-21613"/>
            <a:stretch>
              <a:fillRect/>
            </a:stretch>
          </p:blipFill>
          <p:spPr>
            <a:xfrm>
              <a:off x="8904288" y="5569004"/>
              <a:ext cx="335280" cy="335280"/>
            </a:xfrm>
            <a:prstGeom prst="ellipse">
              <a:avLst/>
            </a:prstGeom>
            <a:ln>
              <a:solidFill>
                <a:srgbClr val="000000"/>
              </a:solidFill>
            </a:ln>
          </p:spPr>
        </p:pic>
        <p:pic>
          <p:nvPicPr>
            <p:cNvPr id="8" name="Picture 7">
              <a:hlinkClick r:id="rId10"/>
              <a:extLst>
                <a:ext uri="{FF2B5EF4-FFF2-40B4-BE49-F238E27FC236}">
                  <a16:creationId xmlns:a16="http://schemas.microsoft.com/office/drawing/2014/main" id="{F3390200-66D1-FEF4-E185-1A09A0520D5E}"/>
                </a:ext>
              </a:extLst>
            </p:cNvPr>
            <p:cNvPicPr>
              <a:picLocks noChangeAspect="1"/>
            </p:cNvPicPr>
            <p:nvPr userDrawn="1"/>
          </p:nvPicPr>
          <p:blipFill rotWithShape="1">
            <a:blip r:embed="rId11" cstate="screen">
              <a:extLst>
                <a:ext uri="{28A0092B-C50C-407E-A947-70E740481C1C}">
                  <a14:useLocalDpi xmlns:a14="http://schemas.microsoft.com/office/drawing/2010/main"/>
                </a:ext>
              </a:extLst>
            </a:blip>
            <a:srcRect l="-16187" t="-16601" r="-17015" b="-16601"/>
            <a:stretch>
              <a:fillRect/>
            </a:stretch>
          </p:blipFill>
          <p:spPr>
            <a:xfrm>
              <a:off x="9309263" y="5569004"/>
              <a:ext cx="335280" cy="335280"/>
            </a:xfrm>
            <a:prstGeom prst="ellipse">
              <a:avLst/>
            </a:prstGeom>
            <a:ln>
              <a:solidFill>
                <a:srgbClr val="000000"/>
              </a:solidFill>
            </a:ln>
          </p:spPr>
        </p:pic>
      </p:grpSp>
      <p:sp>
        <p:nvSpPr>
          <p:cNvPr id="12" name="Rectangle 11">
            <a:extLst>
              <a:ext uri="{FF2B5EF4-FFF2-40B4-BE49-F238E27FC236}">
                <a16:creationId xmlns:a16="http://schemas.microsoft.com/office/drawing/2014/main" id="{D86ED672-709D-D8DD-0783-BFB81191CE65}"/>
              </a:ext>
            </a:extLst>
          </p:cNvPr>
          <p:cNvSpPr/>
          <p:nvPr userDrawn="1"/>
        </p:nvSpPr>
        <p:spPr>
          <a:xfrm>
            <a:off x="8904288" y="6053226"/>
            <a:ext cx="2879725" cy="400110"/>
          </a:xfrm>
          <a:prstGeom prst="rect">
            <a:avLst/>
          </a:prstGeom>
        </p:spPr>
        <p:txBody>
          <a:bodyPr wrap="square" lIns="0" tIns="0" rIns="0" bIns="0" anchor="b" anchorCtr="0">
            <a:spAutoFit/>
          </a:bodyPr>
          <a:lstStyle/>
          <a:p>
            <a:pPr>
              <a:spcAft>
                <a:spcPts val="600"/>
              </a:spcAft>
            </a:pPr>
            <a:r>
              <a:rPr lang="en-US" sz="700" b="0" i="0" noProof="0" dirty="0">
                <a:solidFill>
                  <a:schemeClr val="tx1"/>
                </a:solidFill>
                <a:latin typeface="+mn-lt"/>
                <a:cs typeface="Arial"/>
              </a:rPr>
              <a:t>This presentation contains information that may be privileged or confidential and is the property of the Capgemini Group.</a:t>
            </a:r>
          </a:p>
          <a:p>
            <a:pPr>
              <a:spcAft>
                <a:spcPts val="600"/>
              </a:spcAft>
            </a:pPr>
            <a:r>
              <a:rPr lang="en-US" sz="700" b="0" i="0" noProof="0" dirty="0">
                <a:solidFill>
                  <a:schemeClr val="tx1"/>
                </a:solidFill>
                <a:latin typeface="+mn-lt"/>
                <a:cs typeface="Arial"/>
              </a:rPr>
              <a:t>Copyright © 2026 Capgemini. All rights reserved.</a:t>
            </a:r>
          </a:p>
        </p:txBody>
      </p:sp>
      <p:sp>
        <p:nvSpPr>
          <p:cNvPr id="13" name="Rectangle 12">
            <a:extLst>
              <a:ext uri="{FF2B5EF4-FFF2-40B4-BE49-F238E27FC236}">
                <a16:creationId xmlns:a16="http://schemas.microsoft.com/office/drawing/2014/main" id="{FCD2C27D-3F67-16BF-264C-B92B5DA213ED}"/>
              </a:ext>
            </a:extLst>
          </p:cNvPr>
          <p:cNvSpPr/>
          <p:nvPr userDrawn="1"/>
        </p:nvSpPr>
        <p:spPr>
          <a:xfrm>
            <a:off x="550864" y="1574544"/>
            <a:ext cx="4248471" cy="18544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indent="0" algn="just"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mn-lt"/>
                <a:ea typeface="+mn-ea"/>
                <a:cs typeface="+mn-cs"/>
              </a:rPr>
              <a:t>About Capgemini</a:t>
            </a:r>
          </a:p>
          <a:p>
            <a:pPr marL="0" marR="0" lvl="0" indent="0" algn="just" defTabSz="914400" rtl="0" eaLnBrk="1" fontAlgn="auto" latinLnBrk="0" hangingPunct="1">
              <a:lnSpc>
                <a:spcPct val="100000"/>
              </a:lnSpc>
              <a:spcBef>
                <a:spcPts val="0"/>
              </a:spcBef>
              <a:spcAft>
                <a:spcPts val="0"/>
              </a:spcAft>
              <a:buClrTx/>
              <a:buSzTx/>
              <a:buFontTx/>
              <a:buNone/>
              <a:tabLst/>
              <a:defRPr/>
            </a:pPr>
            <a:r>
              <a:rPr lang="en-US" sz="900" dirty="0">
                <a:solidFill>
                  <a:schemeClr val="bg1"/>
                </a:solidFill>
              </a:rPr>
              <a:t>Capgemini is an AI-powered global business and technology transformation partner, delivering tangible business value. We imagine the future of organizations and make it real with AI, technology and people. With our strong heritage of nearly 60 years, we are a responsible and diverse group of over 420,000 team members in more than 50 countries. We deliver end-to-end services and solutions with our deep industry expertise and strong partner ecosystem, leveraging our capabilities across strategy, technology, design, engineering and business operations. The Group reported 2025 global revenues of €22.5 billion.</a:t>
            </a:r>
          </a:p>
        </p:txBody>
      </p:sp>
    </p:spTree>
    <p:extLst>
      <p:ext uri="{BB962C8B-B14F-4D97-AF65-F5344CB8AC3E}">
        <p14:creationId xmlns:p14="http://schemas.microsoft.com/office/powerpoint/2010/main" val="313128305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showMasterSp="0" preserve="1" userDrawn="1">
  <p:cSld name="Title Slide 1">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269F39D-C2C8-CD10-FC79-E8DF4011DD81}"/>
              </a:ext>
            </a:extLst>
          </p:cNvPr>
          <p:cNvSpPr/>
          <p:nvPr userDrawn="1"/>
        </p:nvSpPr>
        <p:spPr>
          <a:xfrm>
            <a:off x="0" y="0"/>
            <a:ext cx="8904287" cy="6858000"/>
          </a:xfrm>
          <a:prstGeom prst="rect">
            <a:avLst/>
          </a:prstGeom>
          <a:solidFill>
            <a:schemeClr val="accent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13" name="Group 2">
            <a:extLst>
              <a:ext uri="{FF2B5EF4-FFF2-40B4-BE49-F238E27FC236}">
                <a16:creationId xmlns:a16="http://schemas.microsoft.com/office/drawing/2014/main" id="{E1F341D8-9871-3E87-0C47-63724CC68DAF}"/>
              </a:ext>
            </a:extLst>
          </p:cNvPr>
          <p:cNvGrpSpPr>
            <a:grpSpLocks noChangeAspect="1"/>
          </p:cNvGrpSpPr>
          <p:nvPr userDrawn="1"/>
        </p:nvGrpSpPr>
        <p:grpSpPr>
          <a:xfrm>
            <a:off x="9912013" y="409248"/>
            <a:ext cx="1872000" cy="420870"/>
            <a:chOff x="5094083" y="5360390"/>
            <a:chExt cx="3039349" cy="683316"/>
          </a:xfrm>
          <a:solidFill>
            <a:schemeClr val="bg1"/>
          </a:solidFill>
        </p:grpSpPr>
        <p:sp>
          <p:nvSpPr>
            <p:cNvPr id="14" name="Freeform: Shape 4">
              <a:extLst>
                <a:ext uri="{FF2B5EF4-FFF2-40B4-BE49-F238E27FC236}">
                  <a16:creationId xmlns:a16="http://schemas.microsoft.com/office/drawing/2014/main" id="{2608921F-B565-8FD4-583E-9DA9BDDB5334}"/>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15" name="Freeform: Shape 5">
              <a:extLst>
                <a:ext uri="{FF2B5EF4-FFF2-40B4-BE49-F238E27FC236}">
                  <a16:creationId xmlns:a16="http://schemas.microsoft.com/office/drawing/2014/main" id="{59393CFC-3187-9068-EACC-9DD97F450CB9}"/>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20" name="Freeform: Shape 6">
              <a:extLst>
                <a:ext uri="{FF2B5EF4-FFF2-40B4-BE49-F238E27FC236}">
                  <a16:creationId xmlns:a16="http://schemas.microsoft.com/office/drawing/2014/main" id="{F2454DD1-23F6-150E-C46D-96FB7C5FC4D3}"/>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21" name="Freeform: Shape 7">
              <a:extLst>
                <a:ext uri="{FF2B5EF4-FFF2-40B4-BE49-F238E27FC236}">
                  <a16:creationId xmlns:a16="http://schemas.microsoft.com/office/drawing/2014/main" id="{34B65355-DFA8-1685-F338-14C9D76CCDEF}"/>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22" name="Freeform: Shape 8">
              <a:extLst>
                <a:ext uri="{FF2B5EF4-FFF2-40B4-BE49-F238E27FC236}">
                  <a16:creationId xmlns:a16="http://schemas.microsoft.com/office/drawing/2014/main" id="{DF15E081-4331-E828-08B5-2291332FD146}"/>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23" name="Rectangle 22">
            <a:extLst>
              <a:ext uri="{FF2B5EF4-FFF2-40B4-BE49-F238E27FC236}">
                <a16:creationId xmlns:a16="http://schemas.microsoft.com/office/drawing/2014/main" id="{7D66C3DE-7CB2-8D02-1EF9-E3C8E4BFAA90}"/>
              </a:ext>
            </a:extLst>
          </p:cNvPr>
          <p:cNvSpPr/>
          <p:nvPr userDrawn="1"/>
        </p:nvSpPr>
        <p:spPr>
          <a:xfrm rot="16200000">
            <a:off x="5403547"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2" name="Title 1">
            <a:extLst>
              <a:ext uri="{FF2B5EF4-FFF2-40B4-BE49-F238E27FC236}">
                <a16:creationId xmlns:a16="http://schemas.microsoft.com/office/drawing/2014/main" id="{FE5276F6-E981-8407-5AD7-E85838815E5A}"/>
              </a:ext>
            </a:extLst>
          </p:cNvPr>
          <p:cNvSpPr>
            <a:spLocks noGrp="1"/>
          </p:cNvSpPr>
          <p:nvPr>
            <p:ph type="title"/>
          </p:nvPr>
        </p:nvSpPr>
        <p:spPr>
          <a:xfrm>
            <a:off x="445713" y="980728"/>
            <a:ext cx="7313049" cy="4104456"/>
          </a:xfrm>
          <a:prstGeom prst="rect">
            <a:avLst/>
          </a:prstGeom>
        </p:spPr>
        <p:txBody>
          <a:bodyPr vert="horz" lIns="0" tIns="0" rIns="0" bIns="126000" rtlCol="0" anchor="b" anchorCtr="0">
            <a:noAutofit/>
          </a:bodyPr>
          <a:lstStyle>
            <a:lvl1pPr>
              <a:defRPr lang="en-PL" sz="7200" dirty="0">
                <a:solidFill>
                  <a:schemeClr val="bg2"/>
                </a:solidFill>
                <a:latin typeface="Ubuntu Light" panose="020B0304030602030204" pitchFamily="34" charset="0"/>
              </a:defRPr>
            </a:lvl1pPr>
          </a:lstStyle>
          <a:p>
            <a:pPr lvl="0"/>
            <a:r>
              <a:rPr lang="en-US" dirty="0"/>
              <a:t>Click to edit Master title style</a:t>
            </a:r>
            <a:endParaRPr lang="en-PL" dirty="0"/>
          </a:p>
        </p:txBody>
      </p:sp>
      <p:sp>
        <p:nvSpPr>
          <p:cNvPr id="4" name="Text Placeholder 3">
            <a:extLst>
              <a:ext uri="{FF2B5EF4-FFF2-40B4-BE49-F238E27FC236}">
                <a16:creationId xmlns:a16="http://schemas.microsoft.com/office/drawing/2014/main" id="{710D5C00-226E-1369-C48F-FBB9D0A2D267}"/>
              </a:ext>
            </a:extLst>
          </p:cNvPr>
          <p:cNvSpPr>
            <a:spLocks noGrp="1"/>
          </p:cNvSpPr>
          <p:nvPr>
            <p:ph type="body" sz="quarter" idx="10" hasCustomPrompt="1"/>
          </p:nvPr>
        </p:nvSpPr>
        <p:spPr>
          <a:xfrm>
            <a:off x="445713" y="5131138"/>
            <a:ext cx="6479535" cy="215444"/>
          </a:xfrm>
          <a:prstGeom prst="rect">
            <a:avLst/>
          </a:prstGeom>
        </p:spPr>
        <p:txBody>
          <a:bodyPr/>
          <a:lstStyle>
            <a:lvl1pPr>
              <a:defRPr lang="en-GB" sz="1700" b="1" kern="1200" dirty="0" smtClean="0">
                <a:solidFill>
                  <a:schemeClr val="bg1"/>
                </a:solidFill>
                <a:latin typeface="+mn-lt"/>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sp>
        <p:nvSpPr>
          <p:cNvPr id="6" name="Text Placeholder 3">
            <a:extLst>
              <a:ext uri="{FF2B5EF4-FFF2-40B4-BE49-F238E27FC236}">
                <a16:creationId xmlns:a16="http://schemas.microsoft.com/office/drawing/2014/main" id="{141DE9FA-300D-BBCE-A5BC-ECE60B3F1F61}"/>
              </a:ext>
            </a:extLst>
          </p:cNvPr>
          <p:cNvSpPr>
            <a:spLocks noGrp="1"/>
          </p:cNvSpPr>
          <p:nvPr>
            <p:ph type="body" sz="quarter" idx="11" hasCustomPrompt="1"/>
          </p:nvPr>
        </p:nvSpPr>
        <p:spPr>
          <a:xfrm>
            <a:off x="445713" y="5715912"/>
            <a:ext cx="6479535" cy="215444"/>
          </a:xfrm>
          <a:prstGeom prst="rect">
            <a:avLst/>
          </a:prstGeom>
        </p:spPr>
        <p:txBody>
          <a:bodyPr/>
          <a:lstStyle>
            <a:lvl1pPr>
              <a:defRPr lang="en-GB" sz="1400" kern="1200" dirty="0" smtClean="0">
                <a:solidFill>
                  <a:schemeClr val="bg1"/>
                </a:solidFill>
                <a:latin typeface="+mn-lt"/>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spTree>
    <p:extLst>
      <p:ext uri="{BB962C8B-B14F-4D97-AF65-F5344CB8AC3E}">
        <p14:creationId xmlns:p14="http://schemas.microsoft.com/office/powerpoint/2010/main" val="354036800"/>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preserve="1" userDrawn="1">
  <p:cSld name="Title Slide Logo C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5276F6-E981-8407-5AD7-E85838815E5A}"/>
              </a:ext>
            </a:extLst>
          </p:cNvPr>
          <p:cNvSpPr>
            <a:spLocks noGrp="1"/>
          </p:cNvSpPr>
          <p:nvPr>
            <p:ph type="title"/>
          </p:nvPr>
        </p:nvSpPr>
        <p:spPr>
          <a:xfrm>
            <a:off x="2765723" y="1489457"/>
            <a:ext cx="6480175" cy="1677988"/>
          </a:xfrm>
          <a:prstGeom prst="rect">
            <a:avLst/>
          </a:prstGeom>
          <a:noFill/>
        </p:spPr>
        <p:txBody>
          <a:bodyPr anchor="b"/>
          <a:lstStyle>
            <a:lvl1pPr algn="ctr">
              <a:defRPr kumimoji="0" lang="en-PL" sz="5400" b="0" i="0" u="none" strike="noStrike" kern="1200" cap="none" spc="0" normalizeH="0" baseline="0" noProof="0" dirty="0">
                <a:ln>
                  <a:noFill/>
                </a:ln>
                <a:solidFill>
                  <a:schemeClr val="bg1"/>
                </a:solidFill>
                <a:effectLst/>
                <a:uLnTx/>
                <a:uFillTx/>
                <a:latin typeface="+mn-lt"/>
                <a:ea typeface="+mj-ea"/>
                <a:cs typeface="+mj-cs"/>
              </a:defRPr>
            </a:lvl1pPr>
          </a:lstStyle>
          <a:p>
            <a:r>
              <a:rPr lang="en-US" dirty="0"/>
              <a:t>Click to edit Master title style</a:t>
            </a:r>
            <a:endParaRPr lang="en-PL" dirty="0"/>
          </a:p>
        </p:txBody>
      </p:sp>
      <p:sp>
        <p:nvSpPr>
          <p:cNvPr id="4" name="Text Placeholder 3">
            <a:extLst>
              <a:ext uri="{FF2B5EF4-FFF2-40B4-BE49-F238E27FC236}">
                <a16:creationId xmlns:a16="http://schemas.microsoft.com/office/drawing/2014/main" id="{710D5C00-226E-1369-C48F-FBB9D0A2D267}"/>
              </a:ext>
            </a:extLst>
          </p:cNvPr>
          <p:cNvSpPr>
            <a:spLocks noGrp="1"/>
          </p:cNvSpPr>
          <p:nvPr>
            <p:ph type="body" sz="quarter" idx="10" hasCustomPrompt="1"/>
          </p:nvPr>
        </p:nvSpPr>
        <p:spPr>
          <a:xfrm>
            <a:off x="2764136" y="3167445"/>
            <a:ext cx="6478587" cy="348286"/>
          </a:xfrm>
          <a:prstGeom prst="rect">
            <a:avLst/>
          </a:prstGeom>
        </p:spPr>
        <p:txBody>
          <a:bodyPr/>
          <a:lstStyle>
            <a:lvl1pPr algn="ctr">
              <a:defRPr lang="en-GB" sz="2000" kern="1200" dirty="0" smtClean="0">
                <a:solidFill>
                  <a:schemeClr val="bg1"/>
                </a:solidFill>
                <a:latin typeface="Ubuntu Light" panose="020B0304030602030204" pitchFamily="34" charset="0"/>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sp>
        <p:nvSpPr>
          <p:cNvPr id="6" name="Text Placeholder 3">
            <a:extLst>
              <a:ext uri="{FF2B5EF4-FFF2-40B4-BE49-F238E27FC236}">
                <a16:creationId xmlns:a16="http://schemas.microsoft.com/office/drawing/2014/main" id="{141DE9FA-300D-BBCE-A5BC-ECE60B3F1F61}"/>
              </a:ext>
            </a:extLst>
          </p:cNvPr>
          <p:cNvSpPr>
            <a:spLocks noGrp="1"/>
          </p:cNvSpPr>
          <p:nvPr>
            <p:ph type="body" sz="quarter" idx="11" hasCustomPrompt="1"/>
          </p:nvPr>
        </p:nvSpPr>
        <p:spPr>
          <a:xfrm>
            <a:off x="2763761" y="3709694"/>
            <a:ext cx="6479535" cy="253029"/>
          </a:xfrm>
          <a:prstGeom prst="rect">
            <a:avLst/>
          </a:prstGeom>
        </p:spPr>
        <p:txBody>
          <a:bodyPr/>
          <a:lstStyle>
            <a:lvl1pPr algn="ctr">
              <a:defRPr lang="en-GB" sz="1400" kern="1200" dirty="0" smtClean="0">
                <a:solidFill>
                  <a:schemeClr val="bg1"/>
                </a:solidFill>
                <a:latin typeface="Ubuntu Light" panose="020B0304030602030204" pitchFamily="34" charset="0"/>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grpSp>
        <p:nvGrpSpPr>
          <p:cNvPr id="3" name="Group 2">
            <a:extLst>
              <a:ext uri="{FF2B5EF4-FFF2-40B4-BE49-F238E27FC236}">
                <a16:creationId xmlns:a16="http://schemas.microsoft.com/office/drawing/2014/main" id="{29019898-C562-0E25-C4F3-334360D03193}"/>
              </a:ext>
            </a:extLst>
          </p:cNvPr>
          <p:cNvGrpSpPr>
            <a:grpSpLocks noChangeAspect="1"/>
          </p:cNvGrpSpPr>
          <p:nvPr userDrawn="1"/>
        </p:nvGrpSpPr>
        <p:grpSpPr>
          <a:xfrm>
            <a:off x="-175885" y="4642089"/>
            <a:ext cx="12564529" cy="2824804"/>
            <a:chOff x="5094083" y="5360390"/>
            <a:chExt cx="3039349" cy="683316"/>
          </a:xfrm>
          <a:solidFill>
            <a:schemeClr val="accent1"/>
          </a:solidFill>
        </p:grpSpPr>
        <p:sp>
          <p:nvSpPr>
            <p:cNvPr id="7" name="Freeform: Shape 4">
              <a:extLst>
                <a:ext uri="{FF2B5EF4-FFF2-40B4-BE49-F238E27FC236}">
                  <a16:creationId xmlns:a16="http://schemas.microsoft.com/office/drawing/2014/main" id="{F8CB933C-09AA-8C71-2E78-1561B27414F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sp>
          <p:nvSpPr>
            <p:cNvPr id="8" name="Freeform: Shape 5">
              <a:extLst>
                <a:ext uri="{FF2B5EF4-FFF2-40B4-BE49-F238E27FC236}">
                  <a16:creationId xmlns:a16="http://schemas.microsoft.com/office/drawing/2014/main" id="{99E6D307-271F-C8DB-706F-FE50815F9A39}"/>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sp>
          <p:nvSpPr>
            <p:cNvPr id="9" name="Freeform: Shape 6">
              <a:extLst>
                <a:ext uri="{FF2B5EF4-FFF2-40B4-BE49-F238E27FC236}">
                  <a16:creationId xmlns:a16="http://schemas.microsoft.com/office/drawing/2014/main" id="{C39B46B1-97A6-4B30-142D-E2A1330E057D}"/>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sp>
          <p:nvSpPr>
            <p:cNvPr id="10" name="Freeform: Shape 7">
              <a:extLst>
                <a:ext uri="{FF2B5EF4-FFF2-40B4-BE49-F238E27FC236}">
                  <a16:creationId xmlns:a16="http://schemas.microsoft.com/office/drawing/2014/main" id="{9BFEC525-2C7E-E980-B007-932804D5D51E}"/>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sp>
          <p:nvSpPr>
            <p:cNvPr id="11" name="Freeform: Shape 8">
              <a:extLst>
                <a:ext uri="{FF2B5EF4-FFF2-40B4-BE49-F238E27FC236}">
                  <a16:creationId xmlns:a16="http://schemas.microsoft.com/office/drawing/2014/main" id="{4A1347D2-8F0A-9DF0-EE43-F2AA0C1B4213}"/>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buntu"/>
                <a:ea typeface="+mn-ea"/>
                <a:cs typeface="+mn-cs"/>
              </a:endParaRPr>
            </a:p>
          </p:txBody>
        </p:sp>
      </p:grpSp>
      <p:sp>
        <p:nvSpPr>
          <p:cNvPr id="12" name="Rectangle 11">
            <a:extLst>
              <a:ext uri="{FF2B5EF4-FFF2-40B4-BE49-F238E27FC236}">
                <a16:creationId xmlns:a16="http://schemas.microsoft.com/office/drawing/2014/main" id="{AEB98D74-27E3-F044-4F08-EF3F7C226178}"/>
              </a:ext>
            </a:extLst>
          </p:cNvPr>
          <p:cNvSpPr/>
          <p:nvPr userDrawn="1"/>
        </p:nvSpPr>
        <p:spPr>
          <a:xfrm>
            <a:off x="-902128" y="2536529"/>
            <a:ext cx="4660490" cy="289102"/>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000000"/>
              </a:solidFill>
              <a:effectLst/>
              <a:uLnTx/>
              <a:uFillTx/>
              <a:latin typeface="Ubuntu"/>
              <a:ea typeface="+mn-ea"/>
              <a:cs typeface="+mn-cs"/>
            </a:endParaRPr>
          </a:p>
        </p:txBody>
      </p:sp>
      <p:sp>
        <p:nvSpPr>
          <p:cNvPr id="16" name="Rectangle 15">
            <a:extLst>
              <a:ext uri="{FF2B5EF4-FFF2-40B4-BE49-F238E27FC236}">
                <a16:creationId xmlns:a16="http://schemas.microsoft.com/office/drawing/2014/main" id="{B977B1B2-8ECC-4719-803F-E7EBCFD4BEF8}"/>
              </a:ext>
            </a:extLst>
          </p:cNvPr>
          <p:cNvSpPr/>
          <p:nvPr userDrawn="1"/>
        </p:nvSpPr>
        <p:spPr>
          <a:xfrm>
            <a:off x="7696229" y="3673621"/>
            <a:ext cx="4660490" cy="289102"/>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1846295546"/>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preserve="1" userDrawn="1">
  <p:cSld name="Title Slide 2">
    <p:spTree>
      <p:nvGrpSpPr>
        <p:cNvPr id="1" name=""/>
        <p:cNvGrpSpPr/>
        <p:nvPr/>
      </p:nvGrpSpPr>
      <p:grpSpPr>
        <a:xfrm>
          <a:off x="0" y="0"/>
          <a:ext cx="0" cy="0"/>
          <a:chOff x="0" y="0"/>
          <a:chExt cx="0" cy="0"/>
        </a:xfrm>
      </p:grpSpPr>
      <p:sp>
        <p:nvSpPr>
          <p:cNvPr id="31" name="Picture Placeholder 10">
            <a:extLst>
              <a:ext uri="{FF2B5EF4-FFF2-40B4-BE49-F238E27FC236}">
                <a16:creationId xmlns:a16="http://schemas.microsoft.com/office/drawing/2014/main" id="{CC88A17A-2665-CB64-B35D-1CDAB893EA72}"/>
              </a:ext>
            </a:extLst>
          </p:cNvPr>
          <p:cNvSpPr>
            <a:spLocks noGrp="1"/>
          </p:cNvSpPr>
          <p:nvPr>
            <p:ph type="pic" sz="quarter" idx="13" hasCustomPrompt="1"/>
          </p:nvPr>
        </p:nvSpPr>
        <p:spPr>
          <a:xfrm>
            <a:off x="-1" y="180000"/>
            <a:ext cx="12192001" cy="667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grpSp>
        <p:nvGrpSpPr>
          <p:cNvPr id="14" name="Group 2">
            <a:extLst>
              <a:ext uri="{FF2B5EF4-FFF2-40B4-BE49-F238E27FC236}">
                <a16:creationId xmlns:a16="http://schemas.microsoft.com/office/drawing/2014/main" id="{5570D5EE-65A7-6ED8-B779-4B18D3F9B40F}"/>
              </a:ext>
            </a:extLst>
          </p:cNvPr>
          <p:cNvGrpSpPr>
            <a:grpSpLocks noChangeAspect="1"/>
          </p:cNvGrpSpPr>
          <p:nvPr userDrawn="1"/>
        </p:nvGrpSpPr>
        <p:grpSpPr>
          <a:xfrm>
            <a:off x="9912013" y="6122117"/>
            <a:ext cx="1872000" cy="420870"/>
            <a:chOff x="5094083" y="5360390"/>
            <a:chExt cx="3039349" cy="683316"/>
          </a:xfrm>
          <a:solidFill>
            <a:schemeClr val="accent1"/>
          </a:solidFill>
        </p:grpSpPr>
        <p:sp>
          <p:nvSpPr>
            <p:cNvPr id="15" name="Freeform: Shape 4">
              <a:extLst>
                <a:ext uri="{FF2B5EF4-FFF2-40B4-BE49-F238E27FC236}">
                  <a16:creationId xmlns:a16="http://schemas.microsoft.com/office/drawing/2014/main" id="{D58972C2-A9F5-BC83-6D8B-F2551227EF02}"/>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16" name="Freeform: Shape 5">
              <a:extLst>
                <a:ext uri="{FF2B5EF4-FFF2-40B4-BE49-F238E27FC236}">
                  <a16:creationId xmlns:a16="http://schemas.microsoft.com/office/drawing/2014/main" id="{F1185E33-8F53-63CA-354E-8F831E6BCFB7}"/>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18" name="Freeform: Shape 6">
              <a:extLst>
                <a:ext uri="{FF2B5EF4-FFF2-40B4-BE49-F238E27FC236}">
                  <a16:creationId xmlns:a16="http://schemas.microsoft.com/office/drawing/2014/main" id="{CDD16A12-A8F2-58EF-09CC-13E3376F38BF}"/>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20" name="Freeform: Shape 7">
              <a:extLst>
                <a:ext uri="{FF2B5EF4-FFF2-40B4-BE49-F238E27FC236}">
                  <a16:creationId xmlns:a16="http://schemas.microsoft.com/office/drawing/2014/main" id="{8F3DB536-4854-A063-FC86-800CFAAD2478}"/>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21" name="Freeform: Shape 8">
              <a:extLst>
                <a:ext uri="{FF2B5EF4-FFF2-40B4-BE49-F238E27FC236}">
                  <a16:creationId xmlns:a16="http://schemas.microsoft.com/office/drawing/2014/main" id="{BF1BB4C2-2CFF-9555-916D-B08189B1ED72}"/>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32" name="Title 31">
            <a:extLst>
              <a:ext uri="{FF2B5EF4-FFF2-40B4-BE49-F238E27FC236}">
                <a16:creationId xmlns:a16="http://schemas.microsoft.com/office/drawing/2014/main" id="{E3492C82-376C-10C5-B46C-67C15004D611}"/>
              </a:ext>
            </a:extLst>
          </p:cNvPr>
          <p:cNvSpPr>
            <a:spLocks noGrp="1"/>
          </p:cNvSpPr>
          <p:nvPr>
            <p:ph type="title"/>
          </p:nvPr>
        </p:nvSpPr>
        <p:spPr>
          <a:xfrm>
            <a:off x="551384" y="1628775"/>
            <a:ext cx="6578080" cy="3589714"/>
          </a:xfrm>
          <a:prstGeom prst="rect">
            <a:avLst/>
          </a:prstGeom>
        </p:spPr>
        <p:txBody>
          <a:bodyPr anchor="b"/>
          <a:lstStyle>
            <a:lvl1pPr>
              <a:defRPr sz="5400"/>
            </a:lvl1pPr>
          </a:lstStyle>
          <a:p>
            <a:r>
              <a:rPr lang="en-US" dirty="0"/>
              <a:t>Click to edit Master title style</a:t>
            </a:r>
            <a:endParaRPr lang="en-PL" dirty="0"/>
          </a:p>
        </p:txBody>
      </p:sp>
      <p:sp>
        <p:nvSpPr>
          <p:cNvPr id="34" name="Text Placeholder 33">
            <a:extLst>
              <a:ext uri="{FF2B5EF4-FFF2-40B4-BE49-F238E27FC236}">
                <a16:creationId xmlns:a16="http://schemas.microsoft.com/office/drawing/2014/main" id="{D09EA9EC-658D-5DAE-6157-50A4AA284434}"/>
              </a:ext>
            </a:extLst>
          </p:cNvPr>
          <p:cNvSpPr>
            <a:spLocks noGrp="1"/>
          </p:cNvSpPr>
          <p:nvPr>
            <p:ph type="body" sz="quarter" idx="14"/>
          </p:nvPr>
        </p:nvSpPr>
        <p:spPr>
          <a:xfrm>
            <a:off x="549275" y="5251824"/>
            <a:ext cx="6578080" cy="659722"/>
          </a:xfrm>
          <a:prstGeom prst="rect">
            <a:avLst/>
          </a:prstGeom>
        </p:spPr>
        <p:txBody>
          <a:bodyPr/>
          <a:lstStyle/>
          <a:p>
            <a:pPr lvl="0"/>
            <a:r>
              <a:rPr lang="en-US" dirty="0"/>
              <a:t>Click to edit Master text styles</a:t>
            </a:r>
          </a:p>
        </p:txBody>
      </p:sp>
      <p:sp>
        <p:nvSpPr>
          <p:cNvPr id="3" name="Rectangle 2">
            <a:extLst>
              <a:ext uri="{FF2B5EF4-FFF2-40B4-BE49-F238E27FC236}">
                <a16:creationId xmlns:a16="http://schemas.microsoft.com/office/drawing/2014/main" id="{9E9DF3E1-890B-0648-08D7-23F6A17377B7}"/>
              </a:ext>
            </a:extLst>
          </p:cNvPr>
          <p:cNvSpPr/>
          <p:nvPr userDrawn="1"/>
        </p:nvSpPr>
        <p:spPr>
          <a:xfrm>
            <a:off x="-2" y="0"/>
            <a:ext cx="12192000"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4" name="Text Placeholder 33">
            <a:extLst>
              <a:ext uri="{FF2B5EF4-FFF2-40B4-BE49-F238E27FC236}">
                <a16:creationId xmlns:a16="http://schemas.microsoft.com/office/drawing/2014/main" id="{277C0A79-DE12-2C81-D632-2FB7FA13208C}"/>
              </a:ext>
            </a:extLst>
          </p:cNvPr>
          <p:cNvSpPr>
            <a:spLocks noGrp="1"/>
          </p:cNvSpPr>
          <p:nvPr>
            <p:ph type="body" sz="quarter" idx="15"/>
          </p:nvPr>
        </p:nvSpPr>
        <p:spPr>
          <a:xfrm>
            <a:off x="549275" y="5910502"/>
            <a:ext cx="6578080" cy="659722"/>
          </a:xfrm>
          <a:prstGeom prst="rect">
            <a:avLst/>
          </a:prstGeom>
        </p:spPr>
        <p:txBody>
          <a:bodyPr/>
          <a:lstStyle/>
          <a:p>
            <a:pPr lvl="0"/>
            <a:r>
              <a:rPr lang="en-US" dirty="0"/>
              <a:t>Click to edit Master text styles</a:t>
            </a:r>
          </a:p>
        </p:txBody>
      </p:sp>
    </p:spTree>
    <p:extLst>
      <p:ext uri="{BB962C8B-B14F-4D97-AF65-F5344CB8AC3E}">
        <p14:creationId xmlns:p14="http://schemas.microsoft.com/office/powerpoint/2010/main" val="1219737463"/>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preserve="1" userDrawn="1">
  <p:cSld name="Title Slide Message left">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710D5C00-226E-1369-C48F-FBB9D0A2D267}"/>
              </a:ext>
            </a:extLst>
          </p:cNvPr>
          <p:cNvSpPr>
            <a:spLocks noGrp="1"/>
          </p:cNvSpPr>
          <p:nvPr>
            <p:ph type="body" sz="quarter" idx="10" hasCustomPrompt="1"/>
          </p:nvPr>
        </p:nvSpPr>
        <p:spPr>
          <a:xfrm>
            <a:off x="7859991" y="4310970"/>
            <a:ext cx="3776998" cy="844776"/>
          </a:xfrm>
          <a:prstGeom prst="rect">
            <a:avLst/>
          </a:prstGeom>
        </p:spPr>
        <p:txBody>
          <a:bodyPr/>
          <a:lstStyle>
            <a:lvl1pPr algn="l">
              <a:defRPr lang="en-GB" sz="2000" kern="1200" dirty="0" smtClean="0">
                <a:solidFill>
                  <a:schemeClr val="bg1"/>
                </a:solidFill>
                <a:latin typeface="+mn-lt"/>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sp>
        <p:nvSpPr>
          <p:cNvPr id="6" name="Text Placeholder 3">
            <a:extLst>
              <a:ext uri="{FF2B5EF4-FFF2-40B4-BE49-F238E27FC236}">
                <a16:creationId xmlns:a16="http://schemas.microsoft.com/office/drawing/2014/main" id="{141DE9FA-300D-BBCE-A5BC-ECE60B3F1F61}"/>
              </a:ext>
            </a:extLst>
          </p:cNvPr>
          <p:cNvSpPr>
            <a:spLocks noGrp="1"/>
          </p:cNvSpPr>
          <p:nvPr>
            <p:ph type="body" sz="quarter" idx="11" hasCustomPrompt="1"/>
          </p:nvPr>
        </p:nvSpPr>
        <p:spPr>
          <a:xfrm>
            <a:off x="7859991" y="5787865"/>
            <a:ext cx="3776998" cy="546064"/>
          </a:xfrm>
          <a:prstGeom prst="rect">
            <a:avLst/>
          </a:prstGeom>
        </p:spPr>
        <p:txBody>
          <a:bodyPr/>
          <a:lstStyle>
            <a:lvl1pPr algn="l">
              <a:defRPr lang="en-GB" sz="1400" kern="1200" dirty="0" smtClean="0">
                <a:solidFill>
                  <a:schemeClr val="bg1"/>
                </a:solidFill>
                <a:latin typeface="+mn-lt"/>
                <a:ea typeface="+mn-ea"/>
                <a:cs typeface="+mn-cs"/>
              </a:defRPr>
            </a:lvl1pPr>
            <a:lvl2pPr>
              <a:defRPr lang="en-GB" sz="1400" kern="1200" dirty="0" smtClean="0">
                <a:solidFill>
                  <a:schemeClr val="bg1"/>
                </a:solidFill>
                <a:latin typeface="+mn-lt"/>
                <a:ea typeface="+mn-ea"/>
                <a:cs typeface="+mn-cs"/>
              </a:defRPr>
            </a:lvl2pPr>
            <a:lvl3pPr>
              <a:defRPr lang="en-GB" sz="1400" kern="1200" dirty="0" smtClean="0">
                <a:solidFill>
                  <a:schemeClr val="bg1"/>
                </a:solidFill>
                <a:latin typeface="+mn-lt"/>
                <a:ea typeface="+mn-ea"/>
                <a:cs typeface="+mn-cs"/>
              </a:defRPr>
            </a:lvl3pPr>
            <a:lvl4pPr>
              <a:defRPr lang="en-GB" sz="1400" kern="1200" dirty="0" smtClean="0">
                <a:solidFill>
                  <a:schemeClr val="bg1"/>
                </a:solidFill>
                <a:latin typeface="+mn-lt"/>
                <a:ea typeface="+mn-ea"/>
                <a:cs typeface="+mn-cs"/>
              </a:defRPr>
            </a:lvl4pPr>
            <a:lvl5pPr>
              <a:defRPr lang="en-PL" sz="1400" kern="1200" dirty="0">
                <a:solidFill>
                  <a:schemeClr val="bg1"/>
                </a:solidFill>
                <a:latin typeface="+mn-lt"/>
                <a:ea typeface="+mn-ea"/>
                <a:cs typeface="+mn-cs"/>
              </a:defRPr>
            </a:lvl5pPr>
          </a:lstStyle>
          <a:p>
            <a:r>
              <a:rPr lang="en-GB" dirty="0"/>
              <a:t>Click to edit Master subtitle style</a:t>
            </a:r>
            <a:endParaRPr lang="en-US" dirty="0"/>
          </a:p>
        </p:txBody>
      </p:sp>
      <p:grpSp>
        <p:nvGrpSpPr>
          <p:cNvPr id="5" name="Group 2">
            <a:extLst>
              <a:ext uri="{FF2B5EF4-FFF2-40B4-BE49-F238E27FC236}">
                <a16:creationId xmlns:a16="http://schemas.microsoft.com/office/drawing/2014/main" id="{97C43731-60F1-A1BC-E630-11D1BE6DDE01}"/>
              </a:ext>
            </a:extLst>
          </p:cNvPr>
          <p:cNvGrpSpPr>
            <a:grpSpLocks noChangeAspect="1"/>
          </p:cNvGrpSpPr>
          <p:nvPr userDrawn="1"/>
        </p:nvGrpSpPr>
        <p:grpSpPr>
          <a:xfrm>
            <a:off x="368802" y="6162345"/>
            <a:ext cx="1872000" cy="420870"/>
            <a:chOff x="5094083" y="5360390"/>
            <a:chExt cx="3039349" cy="683316"/>
          </a:xfrm>
          <a:solidFill>
            <a:schemeClr val="bg2"/>
          </a:solidFill>
        </p:grpSpPr>
        <p:sp>
          <p:nvSpPr>
            <p:cNvPr id="13" name="Freeform: Shape 4">
              <a:extLst>
                <a:ext uri="{FF2B5EF4-FFF2-40B4-BE49-F238E27FC236}">
                  <a16:creationId xmlns:a16="http://schemas.microsoft.com/office/drawing/2014/main" id="{E46A43A4-DCDF-7C78-DDEA-21BACBE7C71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sp>
          <p:nvSpPr>
            <p:cNvPr id="14" name="Freeform: Shape 5">
              <a:extLst>
                <a:ext uri="{FF2B5EF4-FFF2-40B4-BE49-F238E27FC236}">
                  <a16:creationId xmlns:a16="http://schemas.microsoft.com/office/drawing/2014/main" id="{D4834A30-F65C-87DF-9AD8-668233946F32}"/>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sp>
          <p:nvSpPr>
            <p:cNvPr id="15" name="Freeform: Shape 6">
              <a:extLst>
                <a:ext uri="{FF2B5EF4-FFF2-40B4-BE49-F238E27FC236}">
                  <a16:creationId xmlns:a16="http://schemas.microsoft.com/office/drawing/2014/main" id="{97CAB39C-AC38-78BE-6460-1AC31467E31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sp>
          <p:nvSpPr>
            <p:cNvPr id="17" name="Freeform: Shape 7">
              <a:extLst>
                <a:ext uri="{FF2B5EF4-FFF2-40B4-BE49-F238E27FC236}">
                  <a16:creationId xmlns:a16="http://schemas.microsoft.com/office/drawing/2014/main" id="{D6E94E64-5DBF-0D94-8FC8-EDC1F82C3D7C}"/>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sp>
          <p:nvSpPr>
            <p:cNvPr id="18" name="Freeform: Shape 8">
              <a:extLst>
                <a:ext uri="{FF2B5EF4-FFF2-40B4-BE49-F238E27FC236}">
                  <a16:creationId xmlns:a16="http://schemas.microsoft.com/office/drawing/2014/main" id="{C730C3C9-943E-DF05-5213-9E27CF02B89F}"/>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6F6F6"/>
                </a:solidFill>
                <a:effectLst/>
                <a:uLnTx/>
                <a:uFillTx/>
                <a:latin typeface="Ubuntu"/>
                <a:ea typeface="+mn-ea"/>
                <a:cs typeface="+mn-cs"/>
              </a:endParaRPr>
            </a:p>
          </p:txBody>
        </p:sp>
      </p:grpSp>
      <p:sp>
        <p:nvSpPr>
          <p:cNvPr id="19" name="Rectangle 18">
            <a:extLst>
              <a:ext uri="{FF2B5EF4-FFF2-40B4-BE49-F238E27FC236}">
                <a16:creationId xmlns:a16="http://schemas.microsoft.com/office/drawing/2014/main" id="{F4AB31BA-122A-A70B-066B-977B193EC8FA}"/>
              </a:ext>
            </a:extLst>
          </p:cNvPr>
          <p:cNvSpPr/>
          <p:nvPr userDrawn="1"/>
        </p:nvSpPr>
        <p:spPr>
          <a:xfrm>
            <a:off x="4124632" y="5155746"/>
            <a:ext cx="8067368" cy="289102"/>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000000"/>
              </a:solidFill>
              <a:effectLst/>
              <a:uLnTx/>
              <a:uFillTx/>
              <a:latin typeface="Ubuntu"/>
              <a:ea typeface="+mn-ea"/>
              <a:cs typeface="+mn-cs"/>
            </a:endParaRPr>
          </a:p>
        </p:txBody>
      </p:sp>
      <p:sp>
        <p:nvSpPr>
          <p:cNvPr id="20" name="Title 19">
            <a:extLst>
              <a:ext uri="{FF2B5EF4-FFF2-40B4-BE49-F238E27FC236}">
                <a16:creationId xmlns:a16="http://schemas.microsoft.com/office/drawing/2014/main" id="{B21B0F02-FE4C-511F-A62B-12E2BACE6D5B}"/>
              </a:ext>
            </a:extLst>
          </p:cNvPr>
          <p:cNvSpPr>
            <a:spLocks noGrp="1"/>
          </p:cNvSpPr>
          <p:nvPr>
            <p:ph type="title" hasCustomPrompt="1"/>
          </p:nvPr>
        </p:nvSpPr>
        <p:spPr>
          <a:xfrm>
            <a:off x="-176980" y="-171399"/>
            <a:ext cx="7713140" cy="6199078"/>
          </a:xfrm>
          <a:prstGeom prst="rect">
            <a:avLst/>
          </a:prstGeom>
        </p:spPr>
        <p:txBody>
          <a:bodyPr/>
          <a:lstStyle>
            <a:lvl1pPr>
              <a:lnSpc>
                <a:spcPct val="75000"/>
              </a:lnSpc>
              <a:defRPr sz="17200">
                <a:solidFill>
                  <a:schemeClr val="accent2"/>
                </a:solidFill>
                <a:latin typeface="Ubuntu Light" panose="020B0304030602030204" pitchFamily="34" charset="0"/>
              </a:defRPr>
            </a:lvl1pPr>
          </a:lstStyle>
          <a:p>
            <a:r>
              <a:rPr lang="en-US" dirty="0"/>
              <a:t>Master title style</a:t>
            </a:r>
          </a:p>
        </p:txBody>
      </p:sp>
    </p:spTree>
    <p:extLst>
      <p:ext uri="{BB962C8B-B14F-4D97-AF65-F5344CB8AC3E}">
        <p14:creationId xmlns:p14="http://schemas.microsoft.com/office/powerpoint/2010/main" val="4102010550"/>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preserve="1" userDrawn="1">
  <p:cSld name="Title Slide 3">
    <p:spTree>
      <p:nvGrpSpPr>
        <p:cNvPr id="1" name=""/>
        <p:cNvGrpSpPr/>
        <p:nvPr/>
      </p:nvGrpSpPr>
      <p:grpSpPr>
        <a:xfrm>
          <a:off x="0" y="0"/>
          <a:ext cx="0" cy="0"/>
          <a:chOff x="0" y="0"/>
          <a:chExt cx="0" cy="0"/>
        </a:xfrm>
      </p:grpSpPr>
      <p:sp>
        <p:nvSpPr>
          <p:cNvPr id="32" name="Picture Placeholder 10">
            <a:extLst>
              <a:ext uri="{FF2B5EF4-FFF2-40B4-BE49-F238E27FC236}">
                <a16:creationId xmlns:a16="http://schemas.microsoft.com/office/drawing/2014/main" id="{3ACE82B0-62A7-4716-0770-25177C6C2523}"/>
              </a:ext>
            </a:extLst>
          </p:cNvPr>
          <p:cNvSpPr>
            <a:spLocks noGrp="1"/>
          </p:cNvSpPr>
          <p:nvPr>
            <p:ph type="pic" sz="quarter" idx="13" hasCustomPrompt="1"/>
          </p:nvPr>
        </p:nvSpPr>
        <p:spPr>
          <a:xfrm>
            <a:off x="180001" y="0"/>
            <a:ext cx="12011999" cy="685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grpSp>
        <p:nvGrpSpPr>
          <p:cNvPr id="33" name="Group 2">
            <a:extLst>
              <a:ext uri="{FF2B5EF4-FFF2-40B4-BE49-F238E27FC236}">
                <a16:creationId xmlns:a16="http://schemas.microsoft.com/office/drawing/2014/main" id="{8F46E283-C322-4D6F-0C87-E9B5787BEF80}"/>
              </a:ext>
            </a:extLst>
          </p:cNvPr>
          <p:cNvGrpSpPr>
            <a:grpSpLocks noChangeAspect="1"/>
          </p:cNvGrpSpPr>
          <p:nvPr userDrawn="1"/>
        </p:nvGrpSpPr>
        <p:grpSpPr>
          <a:xfrm>
            <a:off x="9912013" y="6122117"/>
            <a:ext cx="1872000" cy="420870"/>
            <a:chOff x="5094083" y="5360390"/>
            <a:chExt cx="3039349" cy="683316"/>
          </a:xfrm>
          <a:solidFill>
            <a:schemeClr val="accent1"/>
          </a:solidFill>
        </p:grpSpPr>
        <p:sp>
          <p:nvSpPr>
            <p:cNvPr id="34" name="Freeform: Shape 4">
              <a:extLst>
                <a:ext uri="{FF2B5EF4-FFF2-40B4-BE49-F238E27FC236}">
                  <a16:creationId xmlns:a16="http://schemas.microsoft.com/office/drawing/2014/main" id="{E7C6E56A-237E-269F-8948-94D8630922C0}"/>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35" name="Freeform: Shape 5">
              <a:extLst>
                <a:ext uri="{FF2B5EF4-FFF2-40B4-BE49-F238E27FC236}">
                  <a16:creationId xmlns:a16="http://schemas.microsoft.com/office/drawing/2014/main" id="{69EF9104-8430-F98A-7A15-FE04244E2D36}"/>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36" name="Freeform: Shape 6">
              <a:extLst>
                <a:ext uri="{FF2B5EF4-FFF2-40B4-BE49-F238E27FC236}">
                  <a16:creationId xmlns:a16="http://schemas.microsoft.com/office/drawing/2014/main" id="{0398A75A-EE7F-6840-B64B-CD550ECF76E3}"/>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37" name="Freeform: Shape 7">
              <a:extLst>
                <a:ext uri="{FF2B5EF4-FFF2-40B4-BE49-F238E27FC236}">
                  <a16:creationId xmlns:a16="http://schemas.microsoft.com/office/drawing/2014/main" id="{3586F6A8-69A4-9382-D0C9-7CA34851C34A}"/>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38" name="Freeform: Shape 8">
              <a:extLst>
                <a:ext uri="{FF2B5EF4-FFF2-40B4-BE49-F238E27FC236}">
                  <a16:creationId xmlns:a16="http://schemas.microsoft.com/office/drawing/2014/main" id="{3814A5D2-6C0A-D1F0-266D-7ECB31C3E8E6}"/>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39" name="Title 31">
            <a:extLst>
              <a:ext uri="{FF2B5EF4-FFF2-40B4-BE49-F238E27FC236}">
                <a16:creationId xmlns:a16="http://schemas.microsoft.com/office/drawing/2014/main" id="{F322BC76-B62D-13E1-DFD4-1C84E6221D02}"/>
              </a:ext>
            </a:extLst>
          </p:cNvPr>
          <p:cNvSpPr>
            <a:spLocks noGrp="1"/>
          </p:cNvSpPr>
          <p:nvPr>
            <p:ph type="title"/>
          </p:nvPr>
        </p:nvSpPr>
        <p:spPr>
          <a:xfrm>
            <a:off x="1214394" y="1628775"/>
            <a:ext cx="6578080" cy="3335273"/>
          </a:xfrm>
          <a:prstGeom prst="rect">
            <a:avLst/>
          </a:prstGeom>
        </p:spPr>
        <p:txBody>
          <a:bodyPr anchor="b"/>
          <a:lstStyle>
            <a:lvl1pPr>
              <a:lnSpc>
                <a:spcPct val="90000"/>
              </a:lnSpc>
              <a:defRPr sz="7200">
                <a:latin typeface="Ubuntu Light" panose="020B0304030602030204" pitchFamily="34" charset="0"/>
              </a:defRPr>
            </a:lvl1pPr>
          </a:lstStyle>
          <a:p>
            <a:r>
              <a:rPr lang="en-US" dirty="0"/>
              <a:t>Click to edit Master title style</a:t>
            </a:r>
            <a:endParaRPr lang="en-PL" dirty="0"/>
          </a:p>
        </p:txBody>
      </p:sp>
      <p:sp>
        <p:nvSpPr>
          <p:cNvPr id="40" name="Text Placeholder 33">
            <a:extLst>
              <a:ext uri="{FF2B5EF4-FFF2-40B4-BE49-F238E27FC236}">
                <a16:creationId xmlns:a16="http://schemas.microsoft.com/office/drawing/2014/main" id="{CA8F7439-A11A-B37F-8E7F-1541F8C360C4}"/>
              </a:ext>
            </a:extLst>
          </p:cNvPr>
          <p:cNvSpPr>
            <a:spLocks noGrp="1"/>
          </p:cNvSpPr>
          <p:nvPr>
            <p:ph type="body" sz="quarter" idx="14"/>
          </p:nvPr>
        </p:nvSpPr>
        <p:spPr>
          <a:xfrm>
            <a:off x="1212285" y="5251824"/>
            <a:ext cx="6578080" cy="659722"/>
          </a:xfrm>
          <a:prstGeom prst="rect">
            <a:avLst/>
          </a:prstGeom>
        </p:spPr>
        <p:txBody>
          <a:bodyPr/>
          <a:lstStyle>
            <a:lvl1pPr>
              <a:defRPr sz="2000" b="0"/>
            </a:lvl1pPr>
          </a:lstStyle>
          <a:p>
            <a:pPr lvl="0"/>
            <a:r>
              <a:rPr lang="en-US" dirty="0"/>
              <a:t>Click to edit Master text styles</a:t>
            </a:r>
          </a:p>
        </p:txBody>
      </p:sp>
      <p:sp>
        <p:nvSpPr>
          <p:cNvPr id="3" name="Rectangle 2">
            <a:extLst>
              <a:ext uri="{FF2B5EF4-FFF2-40B4-BE49-F238E27FC236}">
                <a16:creationId xmlns:a16="http://schemas.microsoft.com/office/drawing/2014/main" id="{731224E1-CA4F-0875-C5F0-35D33EADD2EB}"/>
              </a:ext>
            </a:extLst>
          </p:cNvPr>
          <p:cNvSpPr/>
          <p:nvPr userDrawn="1"/>
        </p:nvSpPr>
        <p:spPr>
          <a:xfrm rot="16200000">
            <a:off x="-3338999"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4" name="Text Placeholder 33">
            <a:extLst>
              <a:ext uri="{FF2B5EF4-FFF2-40B4-BE49-F238E27FC236}">
                <a16:creationId xmlns:a16="http://schemas.microsoft.com/office/drawing/2014/main" id="{F38081E3-C84E-8E42-A77A-A602E5F45BEC}"/>
              </a:ext>
            </a:extLst>
          </p:cNvPr>
          <p:cNvSpPr>
            <a:spLocks noGrp="1"/>
          </p:cNvSpPr>
          <p:nvPr>
            <p:ph type="body" sz="quarter" idx="15"/>
          </p:nvPr>
        </p:nvSpPr>
        <p:spPr>
          <a:xfrm>
            <a:off x="1212285" y="5910502"/>
            <a:ext cx="6578080" cy="659722"/>
          </a:xfrm>
          <a:prstGeom prst="rect">
            <a:avLst/>
          </a:prstGeom>
        </p:spPr>
        <p:txBody>
          <a:bodyPr/>
          <a:lstStyle/>
          <a:p>
            <a:pPr lvl="0"/>
            <a:r>
              <a:rPr lang="en-US" dirty="0"/>
              <a:t>Click to edit Master text styles</a:t>
            </a:r>
          </a:p>
        </p:txBody>
      </p:sp>
    </p:spTree>
    <p:extLst>
      <p:ext uri="{BB962C8B-B14F-4D97-AF65-F5344CB8AC3E}">
        <p14:creationId xmlns:p14="http://schemas.microsoft.com/office/powerpoint/2010/main" val="3072060654"/>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preserve="1" userDrawn="1">
  <p:cSld name="Title Slide 4">
    <p:spTree>
      <p:nvGrpSpPr>
        <p:cNvPr id="1" name=""/>
        <p:cNvGrpSpPr/>
        <p:nvPr/>
      </p:nvGrpSpPr>
      <p:grpSpPr>
        <a:xfrm>
          <a:off x="0" y="0"/>
          <a:ext cx="0" cy="0"/>
          <a:chOff x="0" y="0"/>
          <a:chExt cx="0" cy="0"/>
        </a:xfrm>
      </p:grpSpPr>
      <p:sp>
        <p:nvSpPr>
          <p:cNvPr id="43" name="Picture Placeholder 10">
            <a:extLst>
              <a:ext uri="{FF2B5EF4-FFF2-40B4-BE49-F238E27FC236}">
                <a16:creationId xmlns:a16="http://schemas.microsoft.com/office/drawing/2014/main" id="{3C1B8D60-78D7-1E25-C623-7509C881E3E9}"/>
              </a:ext>
            </a:extLst>
          </p:cNvPr>
          <p:cNvSpPr>
            <a:spLocks noGrp="1"/>
          </p:cNvSpPr>
          <p:nvPr>
            <p:ph type="pic" sz="quarter" idx="14"/>
          </p:nvPr>
        </p:nvSpPr>
        <p:spPr>
          <a:xfrm>
            <a:off x="9460018" y="1"/>
            <a:ext cx="2731981" cy="3429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pPr marR="0" lvl="0" fontAlgn="auto">
              <a:spcAft>
                <a:spcPts val="0"/>
              </a:spcAft>
              <a:buClrTx/>
              <a:buSzTx/>
              <a:tabLst/>
            </a:pPr>
            <a:r>
              <a:rPr lang="en-US" dirty="0"/>
              <a:t>Click icon to add picture</a:t>
            </a:r>
          </a:p>
        </p:txBody>
      </p:sp>
      <p:sp>
        <p:nvSpPr>
          <p:cNvPr id="42" name="Picture Placeholder 10">
            <a:extLst>
              <a:ext uri="{FF2B5EF4-FFF2-40B4-BE49-F238E27FC236}">
                <a16:creationId xmlns:a16="http://schemas.microsoft.com/office/drawing/2014/main" id="{E8C91BDE-0FA3-B18C-5405-5DB502E0FBA3}"/>
              </a:ext>
            </a:extLst>
          </p:cNvPr>
          <p:cNvSpPr>
            <a:spLocks noGrp="1"/>
          </p:cNvSpPr>
          <p:nvPr>
            <p:ph type="pic" sz="quarter" idx="13" hasCustomPrompt="1"/>
          </p:nvPr>
        </p:nvSpPr>
        <p:spPr>
          <a:xfrm>
            <a:off x="0" y="0"/>
            <a:ext cx="9280018" cy="685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grpSp>
        <p:nvGrpSpPr>
          <p:cNvPr id="35" name="Group 2">
            <a:extLst>
              <a:ext uri="{FF2B5EF4-FFF2-40B4-BE49-F238E27FC236}">
                <a16:creationId xmlns:a16="http://schemas.microsoft.com/office/drawing/2014/main" id="{586CA03F-ED76-1D2D-90A8-504016961D55}"/>
              </a:ext>
            </a:extLst>
          </p:cNvPr>
          <p:cNvGrpSpPr>
            <a:grpSpLocks noChangeAspect="1"/>
          </p:cNvGrpSpPr>
          <p:nvPr userDrawn="1"/>
        </p:nvGrpSpPr>
        <p:grpSpPr>
          <a:xfrm>
            <a:off x="9912013" y="6122117"/>
            <a:ext cx="1872000" cy="420870"/>
            <a:chOff x="5094083" y="5360390"/>
            <a:chExt cx="3039349" cy="683316"/>
          </a:xfrm>
          <a:solidFill>
            <a:schemeClr val="bg1"/>
          </a:solidFill>
        </p:grpSpPr>
        <p:sp>
          <p:nvSpPr>
            <p:cNvPr id="36" name="Freeform: Shape 4">
              <a:extLst>
                <a:ext uri="{FF2B5EF4-FFF2-40B4-BE49-F238E27FC236}">
                  <a16:creationId xmlns:a16="http://schemas.microsoft.com/office/drawing/2014/main" id="{04CD9986-2686-D8E3-9192-8BEB77750D7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37" name="Freeform: Shape 5">
              <a:extLst>
                <a:ext uri="{FF2B5EF4-FFF2-40B4-BE49-F238E27FC236}">
                  <a16:creationId xmlns:a16="http://schemas.microsoft.com/office/drawing/2014/main" id="{7CD40094-AC2F-9457-AD3F-9AAA89E00C4A}"/>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38" name="Freeform: Shape 6">
              <a:extLst>
                <a:ext uri="{FF2B5EF4-FFF2-40B4-BE49-F238E27FC236}">
                  <a16:creationId xmlns:a16="http://schemas.microsoft.com/office/drawing/2014/main" id="{682D97D4-A5DA-2B1D-3407-13658458A52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39" name="Freeform: Shape 7">
              <a:extLst>
                <a:ext uri="{FF2B5EF4-FFF2-40B4-BE49-F238E27FC236}">
                  <a16:creationId xmlns:a16="http://schemas.microsoft.com/office/drawing/2014/main" id="{FEBEF87B-7156-68DF-4D8A-E84D8A4F0EA2}"/>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40" name="Freeform: Shape 8">
              <a:extLst>
                <a:ext uri="{FF2B5EF4-FFF2-40B4-BE49-F238E27FC236}">
                  <a16:creationId xmlns:a16="http://schemas.microsoft.com/office/drawing/2014/main" id="{3A0B75AC-0F93-D7BF-2568-50E1CFEDF0CA}"/>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44" name="Title 31">
            <a:extLst>
              <a:ext uri="{FF2B5EF4-FFF2-40B4-BE49-F238E27FC236}">
                <a16:creationId xmlns:a16="http://schemas.microsoft.com/office/drawing/2014/main" id="{3551E8D5-6D03-58C4-2A78-E73615CBFD4C}"/>
              </a:ext>
            </a:extLst>
          </p:cNvPr>
          <p:cNvSpPr>
            <a:spLocks noGrp="1"/>
          </p:cNvSpPr>
          <p:nvPr>
            <p:ph type="title"/>
          </p:nvPr>
        </p:nvSpPr>
        <p:spPr>
          <a:xfrm>
            <a:off x="551384" y="1628775"/>
            <a:ext cx="6578080" cy="3589714"/>
          </a:xfrm>
          <a:prstGeom prst="rect">
            <a:avLst/>
          </a:prstGeom>
        </p:spPr>
        <p:txBody>
          <a:bodyPr anchor="b"/>
          <a:lstStyle>
            <a:lvl1pPr>
              <a:defRPr sz="5400">
                <a:solidFill>
                  <a:schemeClr val="bg1"/>
                </a:solidFill>
              </a:defRPr>
            </a:lvl1pPr>
          </a:lstStyle>
          <a:p>
            <a:r>
              <a:rPr lang="en-US" dirty="0"/>
              <a:t>Click to edit Master title style</a:t>
            </a:r>
            <a:endParaRPr lang="en-PL" dirty="0"/>
          </a:p>
        </p:txBody>
      </p:sp>
      <p:sp>
        <p:nvSpPr>
          <p:cNvPr id="45" name="Text Placeholder 33">
            <a:extLst>
              <a:ext uri="{FF2B5EF4-FFF2-40B4-BE49-F238E27FC236}">
                <a16:creationId xmlns:a16="http://schemas.microsoft.com/office/drawing/2014/main" id="{AE8BF6B9-54E0-50CF-ED1F-1556FC6C0905}"/>
              </a:ext>
            </a:extLst>
          </p:cNvPr>
          <p:cNvSpPr>
            <a:spLocks noGrp="1"/>
          </p:cNvSpPr>
          <p:nvPr>
            <p:ph type="body" sz="quarter" idx="15"/>
          </p:nvPr>
        </p:nvSpPr>
        <p:spPr>
          <a:xfrm>
            <a:off x="9912013" y="3893182"/>
            <a:ext cx="1872000" cy="1123397"/>
          </a:xfrm>
          <a:prstGeom prst="rect">
            <a:avLst/>
          </a:prstGeom>
        </p:spPr>
        <p:txBody>
          <a:bodyPr anchor="b">
            <a:noAutofit/>
          </a:bodyPr>
          <a:lstStyle>
            <a:lvl1pPr>
              <a:defRPr sz="2000"/>
            </a:lvl1pPr>
          </a:lstStyle>
          <a:p>
            <a:pPr lvl="0"/>
            <a:r>
              <a:rPr lang="en-US"/>
              <a:t>Click to edit Master text styles</a:t>
            </a:r>
          </a:p>
        </p:txBody>
      </p:sp>
      <p:sp>
        <p:nvSpPr>
          <p:cNvPr id="4" name="Rectangle 3">
            <a:extLst>
              <a:ext uri="{FF2B5EF4-FFF2-40B4-BE49-F238E27FC236}">
                <a16:creationId xmlns:a16="http://schemas.microsoft.com/office/drawing/2014/main" id="{78D281D9-C9E0-F6DF-2438-F4992F7D29D2}"/>
              </a:ext>
            </a:extLst>
          </p:cNvPr>
          <p:cNvSpPr/>
          <p:nvPr userDrawn="1"/>
        </p:nvSpPr>
        <p:spPr>
          <a:xfrm rot="16200000">
            <a:off x="5941020"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3" name="Text Placeholder 33">
            <a:extLst>
              <a:ext uri="{FF2B5EF4-FFF2-40B4-BE49-F238E27FC236}">
                <a16:creationId xmlns:a16="http://schemas.microsoft.com/office/drawing/2014/main" id="{F95A3A44-A840-3420-E0A4-A35DB913338B}"/>
              </a:ext>
            </a:extLst>
          </p:cNvPr>
          <p:cNvSpPr>
            <a:spLocks noGrp="1"/>
          </p:cNvSpPr>
          <p:nvPr>
            <p:ph type="body" sz="quarter" idx="16"/>
          </p:nvPr>
        </p:nvSpPr>
        <p:spPr>
          <a:xfrm>
            <a:off x="9912013" y="5264061"/>
            <a:ext cx="1872000" cy="522985"/>
          </a:xfrm>
          <a:prstGeom prst="rect">
            <a:avLst/>
          </a:prstGeom>
        </p:spPr>
        <p:txBody>
          <a:bodyPr/>
          <a:lstStyle/>
          <a:p>
            <a:pPr lvl="0"/>
            <a:r>
              <a:rPr lang="en-US"/>
              <a:t>Click to edit Master text styles</a:t>
            </a:r>
          </a:p>
        </p:txBody>
      </p:sp>
    </p:spTree>
    <p:extLst>
      <p:ext uri="{BB962C8B-B14F-4D97-AF65-F5344CB8AC3E}">
        <p14:creationId xmlns:p14="http://schemas.microsoft.com/office/powerpoint/2010/main" val="1875579609"/>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preserve="1" userDrawn="1">
  <p:cSld name="Title Slide 6">
    <p:spTree>
      <p:nvGrpSpPr>
        <p:cNvPr id="1" name=""/>
        <p:cNvGrpSpPr/>
        <p:nvPr/>
      </p:nvGrpSpPr>
      <p:grpSpPr>
        <a:xfrm>
          <a:off x="0" y="0"/>
          <a:ext cx="0" cy="0"/>
          <a:chOff x="0" y="0"/>
          <a:chExt cx="0" cy="0"/>
        </a:xfrm>
      </p:grpSpPr>
      <p:sp>
        <p:nvSpPr>
          <p:cNvPr id="42" name="Picture Placeholder 10">
            <a:extLst>
              <a:ext uri="{FF2B5EF4-FFF2-40B4-BE49-F238E27FC236}">
                <a16:creationId xmlns:a16="http://schemas.microsoft.com/office/drawing/2014/main" id="{E8C91BDE-0FA3-B18C-5405-5DB502E0FBA3}"/>
              </a:ext>
            </a:extLst>
          </p:cNvPr>
          <p:cNvSpPr>
            <a:spLocks noGrp="1"/>
          </p:cNvSpPr>
          <p:nvPr>
            <p:ph type="pic" sz="quarter" idx="13" hasCustomPrompt="1"/>
          </p:nvPr>
        </p:nvSpPr>
        <p:spPr>
          <a:xfrm>
            <a:off x="0" y="0"/>
            <a:ext cx="9280018" cy="685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43" name="Picture Placeholder 10">
            <a:extLst>
              <a:ext uri="{FF2B5EF4-FFF2-40B4-BE49-F238E27FC236}">
                <a16:creationId xmlns:a16="http://schemas.microsoft.com/office/drawing/2014/main" id="{3C1B8D60-78D7-1E25-C623-7509C881E3E9}"/>
              </a:ext>
            </a:extLst>
          </p:cNvPr>
          <p:cNvSpPr>
            <a:spLocks noGrp="1"/>
          </p:cNvSpPr>
          <p:nvPr>
            <p:ph type="pic" sz="quarter" idx="14"/>
          </p:nvPr>
        </p:nvSpPr>
        <p:spPr>
          <a:xfrm>
            <a:off x="9460018" y="0"/>
            <a:ext cx="2731981" cy="4949047"/>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pPr marR="0" lvl="0" fontAlgn="auto">
              <a:spcAft>
                <a:spcPts val="0"/>
              </a:spcAft>
              <a:buClrTx/>
              <a:buSzTx/>
              <a:tabLst/>
            </a:pPr>
            <a:r>
              <a:rPr lang="en-US" dirty="0"/>
              <a:t>Click icon to add picture</a:t>
            </a:r>
          </a:p>
        </p:txBody>
      </p:sp>
      <p:grpSp>
        <p:nvGrpSpPr>
          <p:cNvPr id="35" name="Group 2">
            <a:extLst>
              <a:ext uri="{FF2B5EF4-FFF2-40B4-BE49-F238E27FC236}">
                <a16:creationId xmlns:a16="http://schemas.microsoft.com/office/drawing/2014/main" id="{586CA03F-ED76-1D2D-90A8-504016961D55}"/>
              </a:ext>
            </a:extLst>
          </p:cNvPr>
          <p:cNvGrpSpPr>
            <a:grpSpLocks noChangeAspect="1"/>
          </p:cNvGrpSpPr>
          <p:nvPr userDrawn="1"/>
        </p:nvGrpSpPr>
        <p:grpSpPr>
          <a:xfrm>
            <a:off x="9912013" y="6122117"/>
            <a:ext cx="1872000" cy="420870"/>
            <a:chOff x="5094083" y="5360390"/>
            <a:chExt cx="3039349" cy="683316"/>
          </a:xfrm>
          <a:solidFill>
            <a:schemeClr val="bg1"/>
          </a:solidFill>
        </p:grpSpPr>
        <p:sp>
          <p:nvSpPr>
            <p:cNvPr id="36" name="Freeform: Shape 4">
              <a:extLst>
                <a:ext uri="{FF2B5EF4-FFF2-40B4-BE49-F238E27FC236}">
                  <a16:creationId xmlns:a16="http://schemas.microsoft.com/office/drawing/2014/main" id="{04CD9986-2686-D8E3-9192-8BEB77750D7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37" name="Freeform: Shape 5">
              <a:extLst>
                <a:ext uri="{FF2B5EF4-FFF2-40B4-BE49-F238E27FC236}">
                  <a16:creationId xmlns:a16="http://schemas.microsoft.com/office/drawing/2014/main" id="{7CD40094-AC2F-9457-AD3F-9AAA89E00C4A}"/>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38" name="Freeform: Shape 6">
              <a:extLst>
                <a:ext uri="{FF2B5EF4-FFF2-40B4-BE49-F238E27FC236}">
                  <a16:creationId xmlns:a16="http://schemas.microsoft.com/office/drawing/2014/main" id="{682D97D4-A5DA-2B1D-3407-13658458A52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39" name="Freeform: Shape 7">
              <a:extLst>
                <a:ext uri="{FF2B5EF4-FFF2-40B4-BE49-F238E27FC236}">
                  <a16:creationId xmlns:a16="http://schemas.microsoft.com/office/drawing/2014/main" id="{FEBEF87B-7156-68DF-4D8A-E84D8A4F0EA2}"/>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40" name="Freeform: Shape 8">
              <a:extLst>
                <a:ext uri="{FF2B5EF4-FFF2-40B4-BE49-F238E27FC236}">
                  <a16:creationId xmlns:a16="http://schemas.microsoft.com/office/drawing/2014/main" id="{3A0B75AC-0F93-D7BF-2568-50E1CFEDF0CA}"/>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44" name="Title 31">
            <a:extLst>
              <a:ext uri="{FF2B5EF4-FFF2-40B4-BE49-F238E27FC236}">
                <a16:creationId xmlns:a16="http://schemas.microsoft.com/office/drawing/2014/main" id="{3551E8D5-6D03-58C4-2A78-E73615CBFD4C}"/>
              </a:ext>
            </a:extLst>
          </p:cNvPr>
          <p:cNvSpPr>
            <a:spLocks noGrp="1"/>
          </p:cNvSpPr>
          <p:nvPr>
            <p:ph type="title"/>
          </p:nvPr>
        </p:nvSpPr>
        <p:spPr>
          <a:xfrm>
            <a:off x="5087887" y="549275"/>
            <a:ext cx="4036154" cy="3815829"/>
          </a:xfrm>
          <a:prstGeom prst="rect">
            <a:avLst/>
          </a:prstGeom>
        </p:spPr>
        <p:txBody>
          <a:bodyPr anchor="b"/>
          <a:lstStyle>
            <a:lvl1pPr>
              <a:defRPr sz="6600">
                <a:solidFill>
                  <a:schemeClr val="bg1"/>
                </a:solidFill>
                <a:latin typeface="Ubuntu Light" panose="020B0304030602030204" pitchFamily="34" charset="0"/>
              </a:defRPr>
            </a:lvl1pPr>
          </a:lstStyle>
          <a:p>
            <a:r>
              <a:rPr lang="en-US" dirty="0"/>
              <a:t>Click to edit Master title style</a:t>
            </a:r>
            <a:endParaRPr lang="en-PL" dirty="0"/>
          </a:p>
        </p:txBody>
      </p:sp>
      <p:sp>
        <p:nvSpPr>
          <p:cNvPr id="45" name="Text Placeholder 33">
            <a:extLst>
              <a:ext uri="{FF2B5EF4-FFF2-40B4-BE49-F238E27FC236}">
                <a16:creationId xmlns:a16="http://schemas.microsoft.com/office/drawing/2014/main" id="{AE8BF6B9-54E0-50CF-ED1F-1556FC6C0905}"/>
              </a:ext>
            </a:extLst>
          </p:cNvPr>
          <p:cNvSpPr>
            <a:spLocks noGrp="1"/>
          </p:cNvSpPr>
          <p:nvPr>
            <p:ph type="body" sz="quarter" idx="15"/>
          </p:nvPr>
        </p:nvSpPr>
        <p:spPr>
          <a:xfrm>
            <a:off x="5159897" y="4725144"/>
            <a:ext cx="3964144" cy="316404"/>
          </a:xfrm>
          <a:prstGeom prst="rect">
            <a:avLst/>
          </a:prstGeom>
        </p:spPr>
        <p:txBody>
          <a:bodyPr anchor="b">
            <a:noAutofit/>
          </a:bodyPr>
          <a:lstStyle>
            <a:lvl1pPr>
              <a:defRPr sz="2000">
                <a:solidFill>
                  <a:schemeClr val="bg1"/>
                </a:solidFill>
              </a:defRPr>
            </a:lvl1pPr>
          </a:lstStyle>
          <a:p>
            <a:pPr lvl="0"/>
            <a:r>
              <a:rPr lang="en-US" dirty="0"/>
              <a:t>Click to edit Master text styles</a:t>
            </a:r>
          </a:p>
        </p:txBody>
      </p:sp>
      <p:sp>
        <p:nvSpPr>
          <p:cNvPr id="4" name="Rectangle 3">
            <a:extLst>
              <a:ext uri="{FF2B5EF4-FFF2-40B4-BE49-F238E27FC236}">
                <a16:creationId xmlns:a16="http://schemas.microsoft.com/office/drawing/2014/main" id="{78D281D9-C9E0-F6DF-2438-F4992F7D29D2}"/>
              </a:ext>
            </a:extLst>
          </p:cNvPr>
          <p:cNvSpPr/>
          <p:nvPr userDrawn="1"/>
        </p:nvSpPr>
        <p:spPr>
          <a:xfrm rot="16200000">
            <a:off x="5941020"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3" name="Text Placeholder 33">
            <a:extLst>
              <a:ext uri="{FF2B5EF4-FFF2-40B4-BE49-F238E27FC236}">
                <a16:creationId xmlns:a16="http://schemas.microsoft.com/office/drawing/2014/main" id="{F95A3A44-A840-3420-E0A4-A35DB913338B}"/>
              </a:ext>
            </a:extLst>
          </p:cNvPr>
          <p:cNvSpPr>
            <a:spLocks noGrp="1"/>
          </p:cNvSpPr>
          <p:nvPr>
            <p:ph type="body" sz="quarter" idx="16"/>
          </p:nvPr>
        </p:nvSpPr>
        <p:spPr>
          <a:xfrm>
            <a:off x="9912013" y="5264061"/>
            <a:ext cx="1872000" cy="522985"/>
          </a:xfrm>
          <a:prstGeom prst="rect">
            <a:avLst/>
          </a:prstGeom>
        </p:spPr>
        <p:txBody>
          <a:bodyPr/>
          <a:lstStyle/>
          <a:p>
            <a:pPr lvl="0"/>
            <a:r>
              <a:rPr lang="en-US" dirty="0"/>
              <a:t>Click to edit Master text styles</a:t>
            </a:r>
          </a:p>
        </p:txBody>
      </p:sp>
    </p:spTree>
    <p:extLst>
      <p:ext uri="{BB962C8B-B14F-4D97-AF65-F5344CB8AC3E}">
        <p14:creationId xmlns:p14="http://schemas.microsoft.com/office/powerpoint/2010/main" val="1898253803"/>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preserve="1" userDrawn="1">
  <p:cSld name="Title Slide 5">
    <p:spTree>
      <p:nvGrpSpPr>
        <p:cNvPr id="1" name=""/>
        <p:cNvGrpSpPr/>
        <p:nvPr/>
      </p:nvGrpSpPr>
      <p:grpSpPr>
        <a:xfrm>
          <a:off x="0" y="0"/>
          <a:ext cx="0" cy="0"/>
          <a:chOff x="0" y="0"/>
          <a:chExt cx="0" cy="0"/>
        </a:xfrm>
      </p:grpSpPr>
      <p:sp>
        <p:nvSpPr>
          <p:cNvPr id="43" name="Picture Placeholder 10">
            <a:extLst>
              <a:ext uri="{FF2B5EF4-FFF2-40B4-BE49-F238E27FC236}">
                <a16:creationId xmlns:a16="http://schemas.microsoft.com/office/drawing/2014/main" id="{3C1B8D60-78D7-1E25-C623-7509C881E3E9}"/>
              </a:ext>
            </a:extLst>
          </p:cNvPr>
          <p:cNvSpPr>
            <a:spLocks noGrp="1"/>
          </p:cNvSpPr>
          <p:nvPr>
            <p:ph type="pic" sz="quarter" idx="14"/>
          </p:nvPr>
        </p:nvSpPr>
        <p:spPr>
          <a:xfrm>
            <a:off x="-1" y="1"/>
            <a:ext cx="2736773" cy="3429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pPr marR="0" lvl="0" fontAlgn="auto">
              <a:spcAft>
                <a:spcPts val="0"/>
              </a:spcAft>
              <a:buClrTx/>
              <a:buSzTx/>
              <a:tabLst/>
            </a:pPr>
            <a:r>
              <a:rPr lang="en-US"/>
              <a:t>Click icon to add picture</a:t>
            </a:r>
          </a:p>
        </p:txBody>
      </p:sp>
      <p:sp>
        <p:nvSpPr>
          <p:cNvPr id="42" name="Picture Placeholder 10">
            <a:extLst>
              <a:ext uri="{FF2B5EF4-FFF2-40B4-BE49-F238E27FC236}">
                <a16:creationId xmlns:a16="http://schemas.microsoft.com/office/drawing/2014/main" id="{E8C91BDE-0FA3-B18C-5405-5DB502E0FBA3}"/>
              </a:ext>
            </a:extLst>
          </p:cNvPr>
          <p:cNvSpPr>
            <a:spLocks noGrp="1"/>
          </p:cNvSpPr>
          <p:nvPr>
            <p:ph type="pic" sz="quarter" idx="13" hasCustomPrompt="1"/>
          </p:nvPr>
        </p:nvSpPr>
        <p:spPr>
          <a:xfrm>
            <a:off x="2916774" y="0"/>
            <a:ext cx="9275226" cy="6858000"/>
          </a:xfrm>
          <a:prstGeom prst="rect">
            <a:avLst/>
          </a:prstGeom>
          <a:solidFill>
            <a:schemeClr val="bg2">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grpSp>
        <p:nvGrpSpPr>
          <p:cNvPr id="35" name="Group 2">
            <a:extLst>
              <a:ext uri="{FF2B5EF4-FFF2-40B4-BE49-F238E27FC236}">
                <a16:creationId xmlns:a16="http://schemas.microsoft.com/office/drawing/2014/main" id="{586CA03F-ED76-1D2D-90A8-504016961D55}"/>
              </a:ext>
            </a:extLst>
          </p:cNvPr>
          <p:cNvGrpSpPr>
            <a:grpSpLocks noChangeAspect="1"/>
          </p:cNvGrpSpPr>
          <p:nvPr userDrawn="1"/>
        </p:nvGrpSpPr>
        <p:grpSpPr>
          <a:xfrm>
            <a:off x="357195" y="6122117"/>
            <a:ext cx="1872000" cy="420870"/>
            <a:chOff x="5094083" y="5360390"/>
            <a:chExt cx="3039349" cy="683316"/>
          </a:xfrm>
          <a:solidFill>
            <a:schemeClr val="bg1"/>
          </a:solidFill>
        </p:grpSpPr>
        <p:sp>
          <p:nvSpPr>
            <p:cNvPr id="36" name="Freeform: Shape 4">
              <a:extLst>
                <a:ext uri="{FF2B5EF4-FFF2-40B4-BE49-F238E27FC236}">
                  <a16:creationId xmlns:a16="http://schemas.microsoft.com/office/drawing/2014/main" id="{04CD9986-2686-D8E3-9192-8BEB77750D79}"/>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endParaRPr lang="en-US" sz="1800"/>
            </a:p>
          </p:txBody>
        </p:sp>
        <p:sp>
          <p:nvSpPr>
            <p:cNvPr id="37" name="Freeform: Shape 5">
              <a:extLst>
                <a:ext uri="{FF2B5EF4-FFF2-40B4-BE49-F238E27FC236}">
                  <a16:creationId xmlns:a16="http://schemas.microsoft.com/office/drawing/2014/main" id="{7CD40094-AC2F-9457-AD3F-9AAA89E00C4A}"/>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endParaRPr lang="en-US" sz="1800"/>
            </a:p>
          </p:txBody>
        </p:sp>
        <p:sp>
          <p:nvSpPr>
            <p:cNvPr id="38" name="Freeform: Shape 6">
              <a:extLst>
                <a:ext uri="{FF2B5EF4-FFF2-40B4-BE49-F238E27FC236}">
                  <a16:creationId xmlns:a16="http://schemas.microsoft.com/office/drawing/2014/main" id="{682D97D4-A5DA-2B1D-3407-13658458A52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endParaRPr lang="en-US" sz="1800"/>
            </a:p>
          </p:txBody>
        </p:sp>
        <p:sp>
          <p:nvSpPr>
            <p:cNvPr id="39" name="Freeform: Shape 7">
              <a:extLst>
                <a:ext uri="{FF2B5EF4-FFF2-40B4-BE49-F238E27FC236}">
                  <a16:creationId xmlns:a16="http://schemas.microsoft.com/office/drawing/2014/main" id="{FEBEF87B-7156-68DF-4D8A-E84D8A4F0EA2}"/>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endParaRPr lang="en-US" sz="1800"/>
            </a:p>
          </p:txBody>
        </p:sp>
        <p:sp>
          <p:nvSpPr>
            <p:cNvPr id="40" name="Freeform: Shape 8">
              <a:extLst>
                <a:ext uri="{FF2B5EF4-FFF2-40B4-BE49-F238E27FC236}">
                  <a16:creationId xmlns:a16="http://schemas.microsoft.com/office/drawing/2014/main" id="{3A0B75AC-0F93-D7BF-2568-50E1CFEDF0CA}"/>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endParaRPr lang="en-US" sz="1800"/>
            </a:p>
          </p:txBody>
        </p:sp>
      </p:grpSp>
      <p:sp>
        <p:nvSpPr>
          <p:cNvPr id="3" name="Title 31">
            <a:extLst>
              <a:ext uri="{FF2B5EF4-FFF2-40B4-BE49-F238E27FC236}">
                <a16:creationId xmlns:a16="http://schemas.microsoft.com/office/drawing/2014/main" id="{D8CA367F-44BB-C4B7-EA59-F1D6214DB4D2}"/>
              </a:ext>
            </a:extLst>
          </p:cNvPr>
          <p:cNvSpPr>
            <a:spLocks noGrp="1"/>
          </p:cNvSpPr>
          <p:nvPr>
            <p:ph type="title"/>
          </p:nvPr>
        </p:nvSpPr>
        <p:spPr>
          <a:xfrm>
            <a:off x="3401003" y="1628775"/>
            <a:ext cx="6578080" cy="3589714"/>
          </a:xfrm>
          <a:prstGeom prst="rect">
            <a:avLst/>
          </a:prstGeom>
        </p:spPr>
        <p:txBody>
          <a:bodyPr anchor="b"/>
          <a:lstStyle>
            <a:lvl1pPr>
              <a:defRPr sz="5400"/>
            </a:lvl1pPr>
          </a:lstStyle>
          <a:p>
            <a:r>
              <a:rPr lang="en-US" dirty="0"/>
              <a:t>Click to edit Master title style</a:t>
            </a:r>
            <a:endParaRPr lang="en-PL" dirty="0"/>
          </a:p>
        </p:txBody>
      </p:sp>
      <p:sp>
        <p:nvSpPr>
          <p:cNvPr id="6" name="Rectangle 5">
            <a:extLst>
              <a:ext uri="{FF2B5EF4-FFF2-40B4-BE49-F238E27FC236}">
                <a16:creationId xmlns:a16="http://schemas.microsoft.com/office/drawing/2014/main" id="{308E3512-1EC7-FD95-4A22-F366C773E9C4}"/>
              </a:ext>
            </a:extLst>
          </p:cNvPr>
          <p:cNvSpPr/>
          <p:nvPr userDrawn="1"/>
        </p:nvSpPr>
        <p:spPr>
          <a:xfrm rot="16200000">
            <a:off x="-602226"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5" name="Text Placeholder 33">
            <a:extLst>
              <a:ext uri="{FF2B5EF4-FFF2-40B4-BE49-F238E27FC236}">
                <a16:creationId xmlns:a16="http://schemas.microsoft.com/office/drawing/2014/main" id="{940C889E-4F97-F9FE-39C5-DFA541A122BB}"/>
              </a:ext>
            </a:extLst>
          </p:cNvPr>
          <p:cNvSpPr>
            <a:spLocks noGrp="1"/>
          </p:cNvSpPr>
          <p:nvPr>
            <p:ph type="body" sz="quarter" idx="16"/>
          </p:nvPr>
        </p:nvSpPr>
        <p:spPr>
          <a:xfrm>
            <a:off x="357195" y="3893182"/>
            <a:ext cx="2088292" cy="1123397"/>
          </a:xfrm>
          <a:prstGeom prst="rect">
            <a:avLst/>
          </a:prstGeom>
        </p:spPr>
        <p:txBody>
          <a:bodyPr anchor="b">
            <a:noAutofit/>
          </a:bodyPr>
          <a:lstStyle>
            <a:lvl1pPr>
              <a:defRPr sz="2000"/>
            </a:lvl1pPr>
          </a:lstStyle>
          <a:p>
            <a:pPr lvl="0"/>
            <a:r>
              <a:rPr lang="en-US" dirty="0"/>
              <a:t>Click to edit Master text styles</a:t>
            </a:r>
          </a:p>
        </p:txBody>
      </p:sp>
      <p:sp>
        <p:nvSpPr>
          <p:cNvPr id="7" name="Text Placeholder 33">
            <a:extLst>
              <a:ext uri="{FF2B5EF4-FFF2-40B4-BE49-F238E27FC236}">
                <a16:creationId xmlns:a16="http://schemas.microsoft.com/office/drawing/2014/main" id="{9C442A3F-8F7B-AF19-BF71-5A8A0790F5CA}"/>
              </a:ext>
            </a:extLst>
          </p:cNvPr>
          <p:cNvSpPr>
            <a:spLocks noGrp="1"/>
          </p:cNvSpPr>
          <p:nvPr>
            <p:ph type="body" sz="quarter" idx="17"/>
          </p:nvPr>
        </p:nvSpPr>
        <p:spPr>
          <a:xfrm>
            <a:off x="357195" y="5264061"/>
            <a:ext cx="2088292" cy="522985"/>
          </a:xfrm>
          <a:prstGeom prst="rect">
            <a:avLst/>
          </a:prstGeom>
        </p:spPr>
        <p:txBody>
          <a:bodyPr/>
          <a:lstStyle/>
          <a:p>
            <a:pPr lvl="0"/>
            <a:r>
              <a:rPr lang="en-US" dirty="0"/>
              <a:t>Click to edit Master text styles</a:t>
            </a:r>
          </a:p>
        </p:txBody>
      </p:sp>
    </p:spTree>
    <p:extLst>
      <p:ext uri="{BB962C8B-B14F-4D97-AF65-F5344CB8AC3E}">
        <p14:creationId xmlns:p14="http://schemas.microsoft.com/office/powerpoint/2010/main" val="113772258"/>
      </p:ext>
    </p:extLst>
  </p:cSld>
  <p:clrMapOvr>
    <a:masterClrMapping/>
  </p:clrMapOvr>
  <p:extLst>
    <p:ext uri="{DCECCB84-F9BA-43D5-87BE-67443E8EF086}">
      <p15:sldGuideLst xmlns:p15="http://schemas.microsoft.com/office/powerpoint/2012/main">
        <p15:guide id="1" pos="302">
          <p15:clr>
            <a:srgbClr val="FBAE40"/>
          </p15:clr>
        </p15:guide>
        <p15:guide id="2" pos="7423">
          <p15:clr>
            <a:srgbClr val="FBAE40"/>
          </p15:clr>
        </p15:guide>
        <p15:guide id="3" pos="438">
          <p15:clr>
            <a:srgbClr val="FBAE4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preserve="1" userDrawn="1">
  <p:cSld name="Agenda 1">
    <p:spTree>
      <p:nvGrpSpPr>
        <p:cNvPr id="1" name=""/>
        <p:cNvGrpSpPr/>
        <p:nvPr/>
      </p:nvGrpSpPr>
      <p:grpSpPr>
        <a:xfrm>
          <a:off x="0" y="0"/>
          <a:ext cx="0" cy="0"/>
          <a:chOff x="0" y="0"/>
          <a:chExt cx="0" cy="0"/>
        </a:xfrm>
      </p:grpSpPr>
      <p:sp>
        <p:nvSpPr>
          <p:cNvPr id="19" name="Picture Placeholder 18">
            <a:extLst>
              <a:ext uri="{FF2B5EF4-FFF2-40B4-BE49-F238E27FC236}">
                <a16:creationId xmlns:a16="http://schemas.microsoft.com/office/drawing/2014/main" id="{6424D2EA-9AAB-3E5E-F5AA-4EFA5797243B}"/>
              </a:ext>
            </a:extLst>
          </p:cNvPr>
          <p:cNvSpPr>
            <a:spLocks noGrp="1"/>
          </p:cNvSpPr>
          <p:nvPr>
            <p:ph type="pic" sz="quarter" idx="10" hasCustomPrompt="1"/>
          </p:nvPr>
        </p:nvSpPr>
        <p:spPr>
          <a:xfrm>
            <a:off x="8878957" y="1"/>
            <a:ext cx="3313043"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2">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6" name="Date Placeholder 5">
            <a:extLst>
              <a:ext uri="{FF2B5EF4-FFF2-40B4-BE49-F238E27FC236}">
                <a16:creationId xmlns:a16="http://schemas.microsoft.com/office/drawing/2014/main" id="{1B8A5C98-55E3-6CFA-5060-B126A46D3044}"/>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7" name="Footer Placeholder 6">
            <a:extLst>
              <a:ext uri="{FF2B5EF4-FFF2-40B4-BE49-F238E27FC236}">
                <a16:creationId xmlns:a16="http://schemas.microsoft.com/office/drawing/2014/main" id="{A234A97A-B56B-79E8-3787-9AAFBD6C39E3}"/>
              </a:ext>
            </a:extLst>
          </p:cNvPr>
          <p:cNvSpPr>
            <a:spLocks noGrp="1"/>
          </p:cNvSpPr>
          <p:nvPr>
            <p:ph type="ftr" sz="quarter" idx="37"/>
          </p:nvPr>
        </p:nvSpPr>
        <p:spPr/>
        <p:txBody>
          <a:bodyPr/>
          <a:lstStyle/>
          <a:p>
            <a:pPr>
              <a:spcBef>
                <a:spcPts val="1000"/>
              </a:spcBef>
              <a:buFont typeface="Arial" panose="020B0604020202020204" pitchFamily="34" charset="0"/>
              <a:buNone/>
            </a:pPr>
            <a:r>
              <a:rPr lang="en-US"/>
              <a:t>Presentation Title | Author | Date</a:t>
            </a:r>
          </a:p>
        </p:txBody>
      </p:sp>
      <p:sp>
        <p:nvSpPr>
          <p:cNvPr id="9" name="Slide Number Placeholder 8">
            <a:extLst>
              <a:ext uri="{FF2B5EF4-FFF2-40B4-BE49-F238E27FC236}">
                <a16:creationId xmlns:a16="http://schemas.microsoft.com/office/drawing/2014/main" id="{10DFE7FA-9896-C83E-3B5B-ACAF7308B1C7}"/>
              </a:ext>
            </a:extLst>
          </p:cNvPr>
          <p:cNvSpPr>
            <a:spLocks noGrp="1"/>
          </p:cNvSpPr>
          <p:nvPr>
            <p:ph type="sldNum" sz="quarter" idx="38"/>
          </p:nvPr>
        </p:nvSpPr>
        <p:spPr/>
        <p:txBody>
          <a:bodyPr/>
          <a:lstStyle/>
          <a:p>
            <a:pPr algn="r"/>
            <a:fld id="{5D9A5160-6218-4E5A-B9E6-B93E3DAE377C}" type="slidenum">
              <a:rPr lang="en-US" smtClean="0"/>
              <a:pPr algn="r"/>
              <a:t>‹#›</a:t>
            </a:fld>
            <a:endParaRPr lang="en-US"/>
          </a:p>
        </p:txBody>
      </p:sp>
      <p:sp>
        <p:nvSpPr>
          <p:cNvPr id="4" name="Logo Placeholder 7">
            <a:extLst>
              <a:ext uri="{FF2B5EF4-FFF2-40B4-BE49-F238E27FC236}">
                <a16:creationId xmlns:a16="http://schemas.microsoft.com/office/drawing/2014/main" id="{4DF1FB95-D31F-BE9E-B180-3D9694FA82C8}"/>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3" name="Title Placeholder 4">
            <a:extLst>
              <a:ext uri="{FF2B5EF4-FFF2-40B4-BE49-F238E27FC236}">
                <a16:creationId xmlns:a16="http://schemas.microsoft.com/office/drawing/2014/main" id="{0DFC6213-FA5F-719D-08B4-AB40D1B57B18}"/>
              </a:ext>
            </a:extLst>
          </p:cNvPr>
          <p:cNvSpPr>
            <a:spLocks noGrp="1"/>
          </p:cNvSpPr>
          <p:nvPr>
            <p:ph type="title"/>
          </p:nvPr>
        </p:nvSpPr>
        <p:spPr>
          <a:xfrm>
            <a:off x="551384" y="549274"/>
            <a:ext cx="7920880" cy="930372"/>
          </a:xfrm>
          <a:prstGeom prst="rect">
            <a:avLst/>
          </a:prstGeom>
        </p:spPr>
        <p:txBody>
          <a:bodyPr vert="horz" lIns="0" tIns="0" rIns="0" bIns="126000" rtlCol="0" anchor="b" anchorCtr="0">
            <a:noAutofit/>
          </a:bodyPr>
          <a:lstStyle/>
          <a:p>
            <a:pPr lvl="0"/>
            <a:r>
              <a:rPr lang="en-GB" dirty="0"/>
              <a:t>Click to edit Master title style</a:t>
            </a:r>
            <a:endParaRPr lang="de-DE" dirty="0"/>
          </a:p>
        </p:txBody>
      </p:sp>
      <p:sp>
        <p:nvSpPr>
          <p:cNvPr id="8" name="Text Placeholder 1">
            <a:extLst>
              <a:ext uri="{FF2B5EF4-FFF2-40B4-BE49-F238E27FC236}">
                <a16:creationId xmlns:a16="http://schemas.microsoft.com/office/drawing/2014/main" id="{2D90A92B-BDBF-A45E-B38F-657F2F0B5AEC}"/>
              </a:ext>
            </a:extLst>
          </p:cNvPr>
          <p:cNvSpPr>
            <a:spLocks noGrp="1"/>
          </p:cNvSpPr>
          <p:nvPr>
            <p:ph idx="1" hasCustomPrompt="1"/>
          </p:nvPr>
        </p:nvSpPr>
        <p:spPr>
          <a:xfrm>
            <a:off x="551384" y="1628800"/>
            <a:ext cx="7920880" cy="4668638"/>
          </a:xfrm>
          <a:prstGeom prst="rect">
            <a:avLst/>
          </a:prstGeom>
        </p:spPr>
        <p:txBody>
          <a:bodyPr vert="horz" lIns="0" tIns="0" rIns="0" bIns="0" rtlCol="0">
            <a:noAutofit/>
          </a:body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FFFFFF"/>
              </a:buClr>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FFFFFF"/>
              </a:buClr>
              <a:buSzTx/>
              <a:buFont typeface="System Font Regular"/>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7F3"/>
              </a:buClr>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DB7F3"/>
              </a:buClr>
              <a:buSzTx/>
              <a:buFont typeface="System Font Regular"/>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Fifth level</a:t>
            </a:r>
          </a:p>
        </p:txBody>
      </p:sp>
    </p:spTree>
    <p:extLst>
      <p:ext uri="{BB962C8B-B14F-4D97-AF65-F5344CB8AC3E}">
        <p14:creationId xmlns:p14="http://schemas.microsoft.com/office/powerpoint/2010/main" val="3676774425"/>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20" name="Picture Placeholder 7">
            <a:extLst>
              <a:ext uri="{FF2B5EF4-FFF2-40B4-BE49-F238E27FC236}">
                <a16:creationId xmlns:a16="http://schemas.microsoft.com/office/drawing/2014/main" id="{7719DBC8-1C65-EC71-F260-3E45E00F725D}"/>
              </a:ext>
            </a:extLst>
          </p:cNvPr>
          <p:cNvSpPr>
            <a:spLocks noGrp="1"/>
          </p:cNvSpPr>
          <p:nvPr>
            <p:ph type="pic" sz="quarter" idx="18" hasCustomPrompt="1"/>
          </p:nvPr>
        </p:nvSpPr>
        <p:spPr>
          <a:xfrm>
            <a:off x="0" y="0"/>
            <a:ext cx="6096000"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2" name="Date Placeholder 1">
            <a:extLst>
              <a:ext uri="{FF2B5EF4-FFF2-40B4-BE49-F238E27FC236}">
                <a16:creationId xmlns:a16="http://schemas.microsoft.com/office/drawing/2014/main" id="{D1083178-61A2-1584-1F52-83BAE0FEDB3A}"/>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 name="Footer Placeholder 2">
            <a:extLst>
              <a:ext uri="{FF2B5EF4-FFF2-40B4-BE49-F238E27FC236}">
                <a16:creationId xmlns:a16="http://schemas.microsoft.com/office/drawing/2014/main" id="{9DC81A84-1437-02DB-19FA-F60FE73CB356}"/>
              </a:ext>
            </a:extLst>
          </p:cNvPr>
          <p:cNvSpPr>
            <a:spLocks noGrp="1"/>
          </p:cNvSpPr>
          <p:nvPr>
            <p:ph type="ftr" sz="quarter" idx="37"/>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40363D62-2A4A-9126-8811-8637F26ADA0B}"/>
              </a:ext>
            </a:extLst>
          </p:cNvPr>
          <p:cNvSpPr>
            <a:spLocks noGrp="1"/>
          </p:cNvSpPr>
          <p:nvPr>
            <p:ph type="sldNum" sz="quarter" idx="38"/>
          </p:nvPr>
        </p:nvSpPr>
        <p:spPr/>
        <p:txBody>
          <a:bodyPr/>
          <a:lstStyle/>
          <a:p>
            <a:pPr algn="r"/>
            <a:fld id="{5D9A5160-6218-4E5A-B9E6-B93E3DAE377C}" type="slidenum">
              <a:rPr lang="en-US" smtClean="0"/>
              <a:pPr algn="r"/>
              <a:t>‹#›</a:t>
            </a:fld>
            <a:endParaRPr lang="en-US"/>
          </a:p>
        </p:txBody>
      </p:sp>
      <p:sp>
        <p:nvSpPr>
          <p:cNvPr id="5" name="Title Placeholder 4">
            <a:extLst>
              <a:ext uri="{FF2B5EF4-FFF2-40B4-BE49-F238E27FC236}">
                <a16:creationId xmlns:a16="http://schemas.microsoft.com/office/drawing/2014/main" id="{F8DBF4E9-6C28-E0D4-13BF-1E287D5E317C}"/>
              </a:ext>
            </a:extLst>
          </p:cNvPr>
          <p:cNvSpPr>
            <a:spLocks noGrp="1"/>
          </p:cNvSpPr>
          <p:nvPr>
            <p:ph type="title"/>
          </p:nvPr>
        </p:nvSpPr>
        <p:spPr>
          <a:xfrm>
            <a:off x="6600056" y="549274"/>
            <a:ext cx="5042266" cy="930372"/>
          </a:xfrm>
          <a:prstGeom prst="rect">
            <a:avLst/>
          </a:prstGeom>
        </p:spPr>
        <p:txBody>
          <a:bodyPr vert="horz" lIns="0" tIns="0" rIns="0" bIns="126000" rtlCol="0" anchor="b" anchorCtr="0">
            <a:noAutofit/>
          </a:bodyPr>
          <a:lstStyle/>
          <a:p>
            <a:pPr lvl="0"/>
            <a:r>
              <a:rPr lang="en-GB" dirty="0"/>
              <a:t>Click to edit Master title style</a:t>
            </a:r>
            <a:endParaRPr lang="de-DE" dirty="0"/>
          </a:p>
        </p:txBody>
      </p:sp>
      <p:sp>
        <p:nvSpPr>
          <p:cNvPr id="6" name="Text Placeholder 1">
            <a:extLst>
              <a:ext uri="{FF2B5EF4-FFF2-40B4-BE49-F238E27FC236}">
                <a16:creationId xmlns:a16="http://schemas.microsoft.com/office/drawing/2014/main" id="{1970243F-E192-B209-5E33-DC3DC5F86B33}"/>
              </a:ext>
            </a:extLst>
          </p:cNvPr>
          <p:cNvSpPr>
            <a:spLocks noGrp="1"/>
          </p:cNvSpPr>
          <p:nvPr>
            <p:ph idx="1" hasCustomPrompt="1"/>
          </p:nvPr>
        </p:nvSpPr>
        <p:spPr>
          <a:xfrm>
            <a:off x="6600056" y="1628800"/>
            <a:ext cx="5042266" cy="4668638"/>
          </a:xfrm>
          <a:prstGeom prst="rect">
            <a:avLst/>
          </a:prstGeom>
        </p:spPr>
        <p:txBody>
          <a:bodyPr vert="horz" lIns="0" tIns="0" rIns="0" bIns="0" rtlCol="0">
            <a:noAutofit/>
          </a:bodyPr>
          <a:lstStyle>
            <a:lvl1pPr marL="0" marR="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lvl1pPr>
            <a:lvl2pPr marL="180975" marR="0" indent="-180975" algn="l" defTabSz="914400" rtl="0" eaLnBrk="1" fontAlgn="auto" latinLnBrk="0" hangingPunct="1">
              <a:lnSpc>
                <a:spcPct val="100000"/>
              </a:lnSpc>
              <a:spcBef>
                <a:spcPts val="600"/>
              </a:spcBef>
              <a:spcAft>
                <a:spcPts val="0"/>
              </a:spcAft>
              <a:buClr>
                <a:srgbClr val="FFFFFF"/>
              </a:buClr>
              <a:buSzTx/>
              <a:buFont typeface="Arial" panose="020B0604020202020204" pitchFamily="34" charset="0"/>
              <a:buChar char="•"/>
              <a:tabLst/>
              <a:defRPr/>
            </a:lvl2pPr>
            <a:lvl3pPr marL="360000" marR="0" indent="-180000" algn="l" defTabSz="914400" rtl="0" eaLnBrk="1" fontAlgn="auto" latinLnBrk="0" hangingPunct="1">
              <a:lnSpc>
                <a:spcPct val="100000"/>
              </a:lnSpc>
              <a:spcBef>
                <a:spcPts val="600"/>
              </a:spcBef>
              <a:spcAft>
                <a:spcPts val="0"/>
              </a:spcAft>
              <a:buClr>
                <a:srgbClr val="FFFFFF"/>
              </a:buClr>
              <a:buSzTx/>
              <a:buFont typeface="System Font Regular"/>
              <a:buChar char="-"/>
              <a:tabLst/>
              <a:defRPr/>
            </a:lvl3pPr>
            <a:lvl4pPr marL="539750" marR="0" indent="-180000" algn="l" defTabSz="914400" rtl="0" eaLnBrk="1" fontAlgn="auto" latinLnBrk="0" hangingPunct="1">
              <a:lnSpc>
                <a:spcPct val="100000"/>
              </a:lnSpc>
              <a:spcBef>
                <a:spcPts val="600"/>
              </a:spcBef>
              <a:spcAft>
                <a:spcPts val="0"/>
              </a:spcAft>
              <a:buClr>
                <a:srgbClr val="1DB7F3"/>
              </a:buClr>
              <a:buSzTx/>
              <a:buFont typeface="Arial" panose="020B0604020202020204" pitchFamily="34" charset="0"/>
              <a:buChar char="•"/>
              <a:tabLst/>
              <a:defRPr/>
            </a:lvl4pPr>
            <a:lvl5pPr marL="719138" marR="0" indent="-180975" algn="l" defTabSz="914400" rtl="0" eaLnBrk="1" fontAlgn="auto" latinLnBrk="0" hangingPunct="1">
              <a:lnSpc>
                <a:spcPct val="100000"/>
              </a:lnSpc>
              <a:spcBef>
                <a:spcPts val="600"/>
              </a:spcBef>
              <a:spcAft>
                <a:spcPts val="0"/>
              </a:spcAft>
              <a:buClr>
                <a:srgbClr val="1DB7F3"/>
              </a:buClr>
              <a:buSzTx/>
              <a:buFont typeface="System Font Regular"/>
              <a:buChar char="-"/>
              <a:tabLst/>
              <a:defRPr/>
            </a:lvl5p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FFFFFF"/>
                </a:solidFill>
                <a:effectLst/>
                <a:uLnTx/>
                <a:uFillTx/>
                <a:latin typeface="+mn-lt"/>
                <a:ea typeface="+mn-ea"/>
                <a:cs typeface="+mn-cs"/>
              </a:rPr>
              <a:t>Click to edit Master text styles</a:t>
            </a:r>
          </a:p>
          <a:p>
            <a:pPr marL="180975" marR="0" lvl="1" indent="-180975" algn="l" defTabSz="914400" rtl="0" eaLnBrk="1" fontAlgn="auto" latinLnBrk="0" hangingPunct="1">
              <a:lnSpc>
                <a:spcPct val="100000"/>
              </a:lnSpc>
              <a:spcBef>
                <a:spcPts val="600"/>
              </a:spcBef>
              <a:spcAft>
                <a:spcPts val="0"/>
              </a:spcAft>
              <a:buClr>
                <a:srgbClr val="FFFFFF"/>
              </a:buClr>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mn-lt"/>
                <a:ea typeface="+mn-ea"/>
                <a:cs typeface="+mn-cs"/>
              </a:rPr>
              <a:t>Second level</a:t>
            </a:r>
          </a:p>
          <a:p>
            <a:pPr marL="360000" marR="0" lvl="2" indent="-180000" algn="l" defTabSz="914400" rtl="0" eaLnBrk="1" fontAlgn="auto" latinLnBrk="0" hangingPunct="1">
              <a:lnSpc>
                <a:spcPct val="100000"/>
              </a:lnSpc>
              <a:spcBef>
                <a:spcPts val="600"/>
              </a:spcBef>
              <a:spcAft>
                <a:spcPts val="0"/>
              </a:spcAft>
              <a:buClr>
                <a:srgbClr val="FFFFFF"/>
              </a:buClr>
              <a:buSzTx/>
              <a:buFont typeface="System Font Regular"/>
              <a:buChar char="-"/>
              <a:tabLst/>
              <a:defRPr/>
            </a:pPr>
            <a:r>
              <a:rPr kumimoji="0" lang="en-US" sz="1400" b="0" i="0" u="none" strike="noStrike" kern="1200" cap="none" spc="0" normalizeH="0" baseline="0" noProof="0" dirty="0">
                <a:ln>
                  <a:noFill/>
                </a:ln>
                <a:solidFill>
                  <a:srgbClr val="FFFFFF"/>
                </a:solidFill>
                <a:effectLst/>
                <a:uLnTx/>
                <a:uFillTx/>
                <a:latin typeface="+mn-lt"/>
                <a:ea typeface="+mn-ea"/>
                <a:cs typeface="+mn-cs"/>
              </a:rPr>
              <a:t>Third level</a:t>
            </a:r>
          </a:p>
          <a:p>
            <a:pPr marL="539750" marR="0" lvl="3" indent="-180000" algn="l" defTabSz="914400" rtl="0" eaLnBrk="1" fontAlgn="auto" latinLnBrk="0" hangingPunct="1">
              <a:lnSpc>
                <a:spcPct val="100000"/>
              </a:lnSpc>
              <a:spcBef>
                <a:spcPts val="600"/>
              </a:spcBef>
              <a:spcAft>
                <a:spcPts val="0"/>
              </a:spcAft>
              <a:buClr>
                <a:srgbClr val="1DB7F3"/>
              </a:buClr>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mn-lt"/>
                <a:ea typeface="+mn-ea"/>
                <a:cs typeface="+mn-cs"/>
              </a:rPr>
              <a:t>Fourth level</a:t>
            </a:r>
          </a:p>
          <a:p>
            <a:pPr marL="719138" marR="0" lvl="4" indent="-180975" algn="l" defTabSz="914400" rtl="0" eaLnBrk="1" fontAlgn="auto" latinLnBrk="0" hangingPunct="1">
              <a:lnSpc>
                <a:spcPct val="100000"/>
              </a:lnSpc>
              <a:spcBef>
                <a:spcPts val="600"/>
              </a:spcBef>
              <a:spcAft>
                <a:spcPts val="0"/>
              </a:spcAft>
              <a:buClr>
                <a:srgbClr val="1DB7F3"/>
              </a:buClr>
              <a:buSzTx/>
              <a:buFont typeface="System Font Regular"/>
              <a:buChar char="-"/>
              <a:tabLst/>
              <a:defRPr/>
            </a:pPr>
            <a:r>
              <a:rPr kumimoji="0" lang="en-US" sz="1400" b="0" i="0" u="none" strike="noStrike" kern="1200" cap="none" spc="0" normalizeH="0" baseline="0" noProof="0" dirty="0">
                <a:ln>
                  <a:noFill/>
                </a:ln>
                <a:solidFill>
                  <a:srgbClr val="FFFFFF"/>
                </a:solidFill>
                <a:effectLst/>
                <a:uLnTx/>
                <a:uFillTx/>
                <a:latin typeface="+mn-lt"/>
                <a:ea typeface="+mn-ea"/>
                <a:cs typeface="+mn-cs"/>
              </a:rPr>
              <a:t>Fifth level</a:t>
            </a:r>
          </a:p>
        </p:txBody>
      </p:sp>
    </p:spTree>
    <p:extLst>
      <p:ext uri="{BB962C8B-B14F-4D97-AF65-F5344CB8AC3E}">
        <p14:creationId xmlns:p14="http://schemas.microsoft.com/office/powerpoint/2010/main" val="3572227243"/>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33" name="Date Placeholder 32">
            <a:extLst>
              <a:ext uri="{FF2B5EF4-FFF2-40B4-BE49-F238E27FC236}">
                <a16:creationId xmlns:a16="http://schemas.microsoft.com/office/drawing/2014/main" id="{1792F48F-AFC4-D77D-4FA8-B153535CBD70}"/>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5" name="Footer Placeholder 34">
            <a:extLst>
              <a:ext uri="{FF2B5EF4-FFF2-40B4-BE49-F238E27FC236}">
                <a16:creationId xmlns:a16="http://schemas.microsoft.com/office/drawing/2014/main" id="{8FAEFB74-F2E3-AD6C-0203-954A69747166}"/>
              </a:ext>
            </a:extLst>
          </p:cNvPr>
          <p:cNvSpPr>
            <a:spLocks noGrp="1"/>
          </p:cNvSpPr>
          <p:nvPr>
            <p:ph type="ftr" sz="quarter" idx="37"/>
          </p:nvPr>
        </p:nvSpPr>
        <p:spPr/>
        <p:txBody>
          <a:bodyPr/>
          <a:lstStyle/>
          <a:p>
            <a:pPr>
              <a:spcBef>
                <a:spcPts val="1000"/>
              </a:spcBef>
              <a:buFont typeface="Arial" panose="020B0604020202020204" pitchFamily="34" charset="0"/>
              <a:buNone/>
            </a:pPr>
            <a:r>
              <a:rPr lang="en-US"/>
              <a:t>Presentation Title | Author | Date</a:t>
            </a:r>
          </a:p>
        </p:txBody>
      </p:sp>
      <p:sp>
        <p:nvSpPr>
          <p:cNvPr id="36" name="Slide Number Placeholder 35">
            <a:extLst>
              <a:ext uri="{FF2B5EF4-FFF2-40B4-BE49-F238E27FC236}">
                <a16:creationId xmlns:a16="http://schemas.microsoft.com/office/drawing/2014/main" id="{AB9C35E1-257F-5A5F-F59A-ECEFF887BE62}"/>
              </a:ext>
            </a:extLst>
          </p:cNvPr>
          <p:cNvSpPr>
            <a:spLocks noGrp="1"/>
          </p:cNvSpPr>
          <p:nvPr>
            <p:ph type="sldNum" sz="quarter" idx="38"/>
          </p:nvPr>
        </p:nvSpPr>
        <p:spPr/>
        <p:txBody>
          <a:bodyPr/>
          <a:lstStyle/>
          <a:p>
            <a:pPr algn="r"/>
            <a:fld id="{5D9A5160-6218-4E5A-B9E6-B93E3DAE377C}" type="slidenum">
              <a:rPr lang="en-US" smtClean="0"/>
              <a:pPr algn="r"/>
              <a:t>‹#›</a:t>
            </a:fld>
            <a:endParaRPr lang="en-US"/>
          </a:p>
        </p:txBody>
      </p:sp>
      <p:sp>
        <p:nvSpPr>
          <p:cNvPr id="2" name="Text Placeholder 11">
            <a:extLst>
              <a:ext uri="{FF2B5EF4-FFF2-40B4-BE49-F238E27FC236}">
                <a16:creationId xmlns:a16="http://schemas.microsoft.com/office/drawing/2014/main" id="{177ECEE6-C274-510A-E183-7CC64018E234}"/>
              </a:ext>
            </a:extLst>
          </p:cNvPr>
          <p:cNvSpPr>
            <a:spLocks noGrp="1"/>
          </p:cNvSpPr>
          <p:nvPr>
            <p:ph type="body" sz="quarter" idx="24" hasCustomPrompt="1"/>
          </p:nvPr>
        </p:nvSpPr>
        <p:spPr>
          <a:xfrm>
            <a:off x="2207567" y="1628775"/>
            <a:ext cx="9433569"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3" name="Text Placeholder 11">
            <a:extLst>
              <a:ext uri="{FF2B5EF4-FFF2-40B4-BE49-F238E27FC236}">
                <a16:creationId xmlns:a16="http://schemas.microsoft.com/office/drawing/2014/main" id="{6956557D-0540-4E06-2606-E74478C1B109}"/>
              </a:ext>
            </a:extLst>
          </p:cNvPr>
          <p:cNvSpPr>
            <a:spLocks noGrp="1"/>
          </p:cNvSpPr>
          <p:nvPr>
            <p:ph type="body" sz="quarter" idx="25" hasCustomPrompt="1"/>
          </p:nvPr>
        </p:nvSpPr>
        <p:spPr>
          <a:xfrm>
            <a:off x="2207567" y="2221388"/>
            <a:ext cx="9433569"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7" name="Text Placeholder 11">
            <a:extLst>
              <a:ext uri="{FF2B5EF4-FFF2-40B4-BE49-F238E27FC236}">
                <a16:creationId xmlns:a16="http://schemas.microsoft.com/office/drawing/2014/main" id="{3B9586E9-C51E-DA56-3FAC-023C3959153C}"/>
              </a:ext>
            </a:extLst>
          </p:cNvPr>
          <p:cNvSpPr>
            <a:spLocks noGrp="1"/>
          </p:cNvSpPr>
          <p:nvPr>
            <p:ph type="body" sz="quarter" idx="26" hasCustomPrompt="1"/>
          </p:nvPr>
        </p:nvSpPr>
        <p:spPr>
          <a:xfrm>
            <a:off x="2207567" y="2814001"/>
            <a:ext cx="9433569"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8" name="Text Placeholder 6">
            <a:extLst>
              <a:ext uri="{FF2B5EF4-FFF2-40B4-BE49-F238E27FC236}">
                <a16:creationId xmlns:a16="http://schemas.microsoft.com/office/drawing/2014/main" id="{B89E4D1A-2646-73E5-791B-BF0164C0C833}"/>
              </a:ext>
            </a:extLst>
          </p:cNvPr>
          <p:cNvSpPr>
            <a:spLocks noGrp="1"/>
          </p:cNvSpPr>
          <p:nvPr>
            <p:ph type="body" sz="quarter" idx="27" hasCustomPrompt="1"/>
          </p:nvPr>
        </p:nvSpPr>
        <p:spPr>
          <a:xfrm>
            <a:off x="1492499" y="1628775"/>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9" name="Text Placeholder 6">
            <a:extLst>
              <a:ext uri="{FF2B5EF4-FFF2-40B4-BE49-F238E27FC236}">
                <a16:creationId xmlns:a16="http://schemas.microsoft.com/office/drawing/2014/main" id="{C9ACB82F-DA24-7A22-07AF-D6418D2E50C4}"/>
              </a:ext>
            </a:extLst>
          </p:cNvPr>
          <p:cNvSpPr>
            <a:spLocks noGrp="1"/>
          </p:cNvSpPr>
          <p:nvPr>
            <p:ph type="body" sz="quarter" idx="28" hasCustomPrompt="1"/>
          </p:nvPr>
        </p:nvSpPr>
        <p:spPr>
          <a:xfrm>
            <a:off x="1492499" y="2221388"/>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11" name="Text Placeholder 6">
            <a:extLst>
              <a:ext uri="{FF2B5EF4-FFF2-40B4-BE49-F238E27FC236}">
                <a16:creationId xmlns:a16="http://schemas.microsoft.com/office/drawing/2014/main" id="{073143D8-53B8-C7F0-0E9A-BEBDE5FAB4B6}"/>
              </a:ext>
            </a:extLst>
          </p:cNvPr>
          <p:cNvSpPr>
            <a:spLocks noGrp="1"/>
          </p:cNvSpPr>
          <p:nvPr>
            <p:ph type="body" sz="quarter" idx="29" hasCustomPrompt="1"/>
          </p:nvPr>
        </p:nvSpPr>
        <p:spPr>
          <a:xfrm>
            <a:off x="1492499" y="2814001"/>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12" name="Text Placeholder 11">
            <a:extLst>
              <a:ext uri="{FF2B5EF4-FFF2-40B4-BE49-F238E27FC236}">
                <a16:creationId xmlns:a16="http://schemas.microsoft.com/office/drawing/2014/main" id="{E7A9F9A2-0932-B847-8275-8C3EED0F9C87}"/>
              </a:ext>
            </a:extLst>
          </p:cNvPr>
          <p:cNvSpPr>
            <a:spLocks noGrp="1"/>
          </p:cNvSpPr>
          <p:nvPr>
            <p:ph type="body" sz="quarter" idx="30" hasCustomPrompt="1"/>
          </p:nvPr>
        </p:nvSpPr>
        <p:spPr>
          <a:xfrm>
            <a:off x="2207567" y="3406614"/>
            <a:ext cx="9433569"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14" name="Text Placeholder 11">
            <a:extLst>
              <a:ext uri="{FF2B5EF4-FFF2-40B4-BE49-F238E27FC236}">
                <a16:creationId xmlns:a16="http://schemas.microsoft.com/office/drawing/2014/main" id="{3F2F5FF2-5929-011C-CA94-B0950D74BC6A}"/>
              </a:ext>
            </a:extLst>
          </p:cNvPr>
          <p:cNvSpPr>
            <a:spLocks noGrp="1"/>
          </p:cNvSpPr>
          <p:nvPr>
            <p:ph type="body" sz="quarter" idx="31" hasCustomPrompt="1"/>
          </p:nvPr>
        </p:nvSpPr>
        <p:spPr>
          <a:xfrm>
            <a:off x="2207567" y="3999227"/>
            <a:ext cx="9433569"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21" name="Text Placeholder 11">
            <a:extLst>
              <a:ext uri="{FF2B5EF4-FFF2-40B4-BE49-F238E27FC236}">
                <a16:creationId xmlns:a16="http://schemas.microsoft.com/office/drawing/2014/main" id="{346C6A8E-6729-0ABB-9DE0-B78F02301527}"/>
              </a:ext>
            </a:extLst>
          </p:cNvPr>
          <p:cNvSpPr>
            <a:spLocks noGrp="1"/>
          </p:cNvSpPr>
          <p:nvPr>
            <p:ph type="body" sz="quarter" idx="32" hasCustomPrompt="1"/>
          </p:nvPr>
        </p:nvSpPr>
        <p:spPr>
          <a:xfrm>
            <a:off x="2207567" y="4591841"/>
            <a:ext cx="9433569"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22" name="Text Placeholder 6">
            <a:extLst>
              <a:ext uri="{FF2B5EF4-FFF2-40B4-BE49-F238E27FC236}">
                <a16:creationId xmlns:a16="http://schemas.microsoft.com/office/drawing/2014/main" id="{F3292A20-85E1-5411-0C87-353A3DC2ED89}"/>
              </a:ext>
            </a:extLst>
          </p:cNvPr>
          <p:cNvSpPr>
            <a:spLocks noGrp="1"/>
          </p:cNvSpPr>
          <p:nvPr>
            <p:ph type="body" sz="quarter" idx="33" hasCustomPrompt="1"/>
          </p:nvPr>
        </p:nvSpPr>
        <p:spPr>
          <a:xfrm>
            <a:off x="1492499" y="3406614"/>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23" name="Text Placeholder 6">
            <a:extLst>
              <a:ext uri="{FF2B5EF4-FFF2-40B4-BE49-F238E27FC236}">
                <a16:creationId xmlns:a16="http://schemas.microsoft.com/office/drawing/2014/main" id="{FC445348-FDB6-A20D-4FB5-E8D748B8DB3C}"/>
              </a:ext>
            </a:extLst>
          </p:cNvPr>
          <p:cNvSpPr>
            <a:spLocks noGrp="1"/>
          </p:cNvSpPr>
          <p:nvPr>
            <p:ph type="body" sz="quarter" idx="34" hasCustomPrompt="1"/>
          </p:nvPr>
        </p:nvSpPr>
        <p:spPr>
          <a:xfrm>
            <a:off x="1492499" y="3999227"/>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24" name="Text Placeholder 6">
            <a:extLst>
              <a:ext uri="{FF2B5EF4-FFF2-40B4-BE49-F238E27FC236}">
                <a16:creationId xmlns:a16="http://schemas.microsoft.com/office/drawing/2014/main" id="{AB9A3432-DAB6-2FB4-1AEB-959A8F3438A4}"/>
              </a:ext>
            </a:extLst>
          </p:cNvPr>
          <p:cNvSpPr>
            <a:spLocks noGrp="1"/>
          </p:cNvSpPr>
          <p:nvPr>
            <p:ph type="body" sz="quarter" idx="35" hasCustomPrompt="1"/>
          </p:nvPr>
        </p:nvSpPr>
        <p:spPr>
          <a:xfrm>
            <a:off x="1492499" y="4591841"/>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28" name="Rectangle 27">
            <a:extLst>
              <a:ext uri="{FF2B5EF4-FFF2-40B4-BE49-F238E27FC236}">
                <a16:creationId xmlns:a16="http://schemas.microsoft.com/office/drawing/2014/main" id="{3A39CED3-C9C5-5AA1-7B87-C6EBF61C365D}"/>
              </a:ext>
            </a:extLst>
          </p:cNvPr>
          <p:cNvSpPr/>
          <p:nvPr userDrawn="1"/>
        </p:nvSpPr>
        <p:spPr>
          <a:xfrm rot="16200000">
            <a:off x="-3343113" y="3343113"/>
            <a:ext cx="6857999" cy="171774"/>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sp>
        <p:nvSpPr>
          <p:cNvPr id="29" name="Title Placeholder 4">
            <a:extLst>
              <a:ext uri="{FF2B5EF4-FFF2-40B4-BE49-F238E27FC236}">
                <a16:creationId xmlns:a16="http://schemas.microsoft.com/office/drawing/2014/main" id="{2D0B2EA5-825C-A08F-F88F-E7FFE20241DB}"/>
              </a:ext>
            </a:extLst>
          </p:cNvPr>
          <p:cNvSpPr>
            <a:spLocks noGrp="1"/>
          </p:cNvSpPr>
          <p:nvPr>
            <p:ph type="title" hasCustomPrompt="1"/>
          </p:nvPr>
        </p:nvSpPr>
        <p:spPr>
          <a:xfrm>
            <a:off x="1492498" y="549274"/>
            <a:ext cx="10148637" cy="930372"/>
          </a:xfrm>
          <a:prstGeom prst="rect">
            <a:avLst/>
          </a:prstGeom>
        </p:spPr>
        <p:txBody>
          <a:bodyPr vert="horz" lIns="0" tIns="0" rIns="0" bIns="126000" rtlCol="0" anchor="b" anchorCtr="0">
            <a:noAutofit/>
          </a:bodyPr>
          <a:lstStyle/>
          <a:p>
            <a:pPr lvl="0"/>
            <a:r>
              <a:rPr lang="en-GB" dirty="0"/>
              <a:t>Agenda</a:t>
            </a:r>
            <a:endParaRPr lang="de-DE" dirty="0"/>
          </a:p>
        </p:txBody>
      </p:sp>
    </p:spTree>
    <p:extLst>
      <p:ext uri="{BB962C8B-B14F-4D97-AF65-F5344CB8AC3E}">
        <p14:creationId xmlns:p14="http://schemas.microsoft.com/office/powerpoint/2010/main" val="978763362"/>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37" name="Date Placeholder 36">
            <a:extLst>
              <a:ext uri="{FF2B5EF4-FFF2-40B4-BE49-F238E27FC236}">
                <a16:creationId xmlns:a16="http://schemas.microsoft.com/office/drawing/2014/main" id="{E3E44C7E-7B24-5387-ED6D-C81D4AC2100E}"/>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8" name="Footer Placeholder 37">
            <a:extLst>
              <a:ext uri="{FF2B5EF4-FFF2-40B4-BE49-F238E27FC236}">
                <a16:creationId xmlns:a16="http://schemas.microsoft.com/office/drawing/2014/main" id="{7394A9BB-87FE-DE03-D4F2-1F0FD0B3D023}"/>
              </a:ext>
            </a:extLst>
          </p:cNvPr>
          <p:cNvSpPr>
            <a:spLocks noGrp="1"/>
          </p:cNvSpPr>
          <p:nvPr>
            <p:ph type="ftr" sz="quarter" idx="37"/>
          </p:nvPr>
        </p:nvSpPr>
        <p:spPr/>
        <p:txBody>
          <a:bodyPr/>
          <a:lstStyle/>
          <a:p>
            <a:pPr>
              <a:spcBef>
                <a:spcPts val="1000"/>
              </a:spcBef>
              <a:buFont typeface="Arial" panose="020B0604020202020204" pitchFamily="34" charset="0"/>
              <a:buNone/>
            </a:pPr>
            <a:r>
              <a:rPr lang="en-US"/>
              <a:t>Presentation Title | Author | Date</a:t>
            </a:r>
          </a:p>
        </p:txBody>
      </p:sp>
      <p:sp>
        <p:nvSpPr>
          <p:cNvPr id="39" name="Slide Number Placeholder 38">
            <a:extLst>
              <a:ext uri="{FF2B5EF4-FFF2-40B4-BE49-F238E27FC236}">
                <a16:creationId xmlns:a16="http://schemas.microsoft.com/office/drawing/2014/main" id="{A4E72023-089F-F6C6-773E-52A615A0A2C4}"/>
              </a:ext>
            </a:extLst>
          </p:cNvPr>
          <p:cNvSpPr>
            <a:spLocks noGrp="1"/>
          </p:cNvSpPr>
          <p:nvPr>
            <p:ph type="sldNum" sz="quarter" idx="38"/>
          </p:nvPr>
        </p:nvSpPr>
        <p:spPr/>
        <p:txBody>
          <a:bodyPr/>
          <a:lstStyle/>
          <a:p>
            <a:pPr algn="r"/>
            <a:fld id="{5D9A5160-6218-4E5A-B9E6-B93E3DAE377C}" type="slidenum">
              <a:rPr lang="en-US" smtClean="0"/>
              <a:pPr algn="r"/>
              <a:t>‹#›</a:t>
            </a:fld>
            <a:endParaRPr lang="en-US"/>
          </a:p>
        </p:txBody>
      </p:sp>
      <p:sp>
        <p:nvSpPr>
          <p:cNvPr id="2" name="Text Placeholder 11">
            <a:extLst>
              <a:ext uri="{FF2B5EF4-FFF2-40B4-BE49-F238E27FC236}">
                <a16:creationId xmlns:a16="http://schemas.microsoft.com/office/drawing/2014/main" id="{F75B5451-AA81-CE88-5DF5-4CBB04754088}"/>
              </a:ext>
            </a:extLst>
          </p:cNvPr>
          <p:cNvSpPr>
            <a:spLocks noGrp="1"/>
          </p:cNvSpPr>
          <p:nvPr>
            <p:ph type="body" sz="quarter" idx="24" hasCustomPrompt="1"/>
          </p:nvPr>
        </p:nvSpPr>
        <p:spPr>
          <a:xfrm>
            <a:off x="1286644" y="1628775"/>
            <a:ext cx="10024942"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7" name="Text Placeholder 11">
            <a:extLst>
              <a:ext uri="{FF2B5EF4-FFF2-40B4-BE49-F238E27FC236}">
                <a16:creationId xmlns:a16="http://schemas.microsoft.com/office/drawing/2014/main" id="{35649664-012E-9B95-5AA9-38E8670BAA9D}"/>
              </a:ext>
            </a:extLst>
          </p:cNvPr>
          <p:cNvSpPr>
            <a:spLocks noGrp="1"/>
          </p:cNvSpPr>
          <p:nvPr>
            <p:ph type="body" sz="quarter" idx="25" hasCustomPrompt="1"/>
          </p:nvPr>
        </p:nvSpPr>
        <p:spPr>
          <a:xfrm>
            <a:off x="1286644" y="2221388"/>
            <a:ext cx="10024942"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8" name="Text Placeholder 11">
            <a:extLst>
              <a:ext uri="{FF2B5EF4-FFF2-40B4-BE49-F238E27FC236}">
                <a16:creationId xmlns:a16="http://schemas.microsoft.com/office/drawing/2014/main" id="{F01EAEFE-E66F-FA16-C00C-234C622D62F1}"/>
              </a:ext>
            </a:extLst>
          </p:cNvPr>
          <p:cNvSpPr>
            <a:spLocks noGrp="1"/>
          </p:cNvSpPr>
          <p:nvPr>
            <p:ph type="body" sz="quarter" idx="26" hasCustomPrompt="1"/>
          </p:nvPr>
        </p:nvSpPr>
        <p:spPr>
          <a:xfrm>
            <a:off x="1286644" y="2814001"/>
            <a:ext cx="10024942"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11" name="Text Placeholder 6">
            <a:extLst>
              <a:ext uri="{FF2B5EF4-FFF2-40B4-BE49-F238E27FC236}">
                <a16:creationId xmlns:a16="http://schemas.microsoft.com/office/drawing/2014/main" id="{89C76E14-1DFB-6F15-5025-855B6361FD29}"/>
              </a:ext>
            </a:extLst>
          </p:cNvPr>
          <p:cNvSpPr>
            <a:spLocks noGrp="1"/>
          </p:cNvSpPr>
          <p:nvPr>
            <p:ph type="body" sz="quarter" idx="27" hasCustomPrompt="1"/>
          </p:nvPr>
        </p:nvSpPr>
        <p:spPr>
          <a:xfrm>
            <a:off x="571574" y="1628775"/>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12" name="Text Placeholder 6">
            <a:extLst>
              <a:ext uri="{FF2B5EF4-FFF2-40B4-BE49-F238E27FC236}">
                <a16:creationId xmlns:a16="http://schemas.microsoft.com/office/drawing/2014/main" id="{936F63F5-2235-EC6B-F20A-322C375D6764}"/>
              </a:ext>
            </a:extLst>
          </p:cNvPr>
          <p:cNvSpPr>
            <a:spLocks noGrp="1"/>
          </p:cNvSpPr>
          <p:nvPr>
            <p:ph type="body" sz="quarter" idx="28" hasCustomPrompt="1"/>
          </p:nvPr>
        </p:nvSpPr>
        <p:spPr>
          <a:xfrm>
            <a:off x="571574" y="2221388"/>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14" name="Text Placeholder 6">
            <a:extLst>
              <a:ext uri="{FF2B5EF4-FFF2-40B4-BE49-F238E27FC236}">
                <a16:creationId xmlns:a16="http://schemas.microsoft.com/office/drawing/2014/main" id="{15422053-2476-1943-AE00-164A9E8371BA}"/>
              </a:ext>
            </a:extLst>
          </p:cNvPr>
          <p:cNvSpPr>
            <a:spLocks noGrp="1"/>
          </p:cNvSpPr>
          <p:nvPr>
            <p:ph type="body" sz="quarter" idx="29" hasCustomPrompt="1"/>
          </p:nvPr>
        </p:nvSpPr>
        <p:spPr>
          <a:xfrm>
            <a:off x="571574" y="2814001"/>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15" name="Text Placeholder 11">
            <a:extLst>
              <a:ext uri="{FF2B5EF4-FFF2-40B4-BE49-F238E27FC236}">
                <a16:creationId xmlns:a16="http://schemas.microsoft.com/office/drawing/2014/main" id="{09E58911-49B3-A279-5C3D-0C66A8D50259}"/>
              </a:ext>
            </a:extLst>
          </p:cNvPr>
          <p:cNvSpPr>
            <a:spLocks noGrp="1"/>
          </p:cNvSpPr>
          <p:nvPr>
            <p:ph type="body" sz="quarter" idx="30" hasCustomPrompt="1"/>
          </p:nvPr>
        </p:nvSpPr>
        <p:spPr>
          <a:xfrm>
            <a:off x="1286644" y="3406614"/>
            <a:ext cx="10024942"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16" name="Text Placeholder 11">
            <a:extLst>
              <a:ext uri="{FF2B5EF4-FFF2-40B4-BE49-F238E27FC236}">
                <a16:creationId xmlns:a16="http://schemas.microsoft.com/office/drawing/2014/main" id="{81EE432F-B6C5-2C6D-4F8C-B6AF52AC1342}"/>
              </a:ext>
            </a:extLst>
          </p:cNvPr>
          <p:cNvSpPr>
            <a:spLocks noGrp="1"/>
          </p:cNvSpPr>
          <p:nvPr>
            <p:ph type="body" sz="quarter" idx="31" hasCustomPrompt="1"/>
          </p:nvPr>
        </p:nvSpPr>
        <p:spPr>
          <a:xfrm>
            <a:off x="1286644" y="3999227"/>
            <a:ext cx="10024942"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17" name="Text Placeholder 11">
            <a:extLst>
              <a:ext uri="{FF2B5EF4-FFF2-40B4-BE49-F238E27FC236}">
                <a16:creationId xmlns:a16="http://schemas.microsoft.com/office/drawing/2014/main" id="{6C3B1CB0-F25D-6CFE-1572-C02E9F997A1F}"/>
              </a:ext>
            </a:extLst>
          </p:cNvPr>
          <p:cNvSpPr>
            <a:spLocks noGrp="1"/>
          </p:cNvSpPr>
          <p:nvPr>
            <p:ph type="body" sz="quarter" idx="32" hasCustomPrompt="1"/>
          </p:nvPr>
        </p:nvSpPr>
        <p:spPr>
          <a:xfrm>
            <a:off x="1286644" y="4591841"/>
            <a:ext cx="10024942" cy="369332"/>
          </a:xfrm>
          <a:prstGeom prst="rect">
            <a:avLst/>
          </a:prstGeom>
        </p:spPr>
        <p:txBody>
          <a:bodyPr>
            <a:normAutofit/>
          </a:bodyPr>
          <a:lstStyle>
            <a:lvl1pPr>
              <a:spcBef>
                <a:spcPts val="0"/>
              </a:spcBef>
              <a:defRPr sz="2400">
                <a:solidFill>
                  <a:schemeClr val="bg2"/>
                </a:solidFill>
              </a:defRPr>
            </a:lvl1pPr>
          </a:lstStyle>
          <a:p>
            <a:pPr lvl="0"/>
            <a:r>
              <a:rPr lang="en-US" dirty="0"/>
              <a:t>Click to add text</a:t>
            </a:r>
          </a:p>
        </p:txBody>
      </p:sp>
      <p:sp>
        <p:nvSpPr>
          <p:cNvPr id="21" name="Text Placeholder 6">
            <a:extLst>
              <a:ext uri="{FF2B5EF4-FFF2-40B4-BE49-F238E27FC236}">
                <a16:creationId xmlns:a16="http://schemas.microsoft.com/office/drawing/2014/main" id="{CCC683A4-8B80-3F5B-F447-292A75A2F9EA}"/>
              </a:ext>
            </a:extLst>
          </p:cNvPr>
          <p:cNvSpPr>
            <a:spLocks noGrp="1"/>
          </p:cNvSpPr>
          <p:nvPr>
            <p:ph type="body" sz="quarter" idx="33" hasCustomPrompt="1"/>
          </p:nvPr>
        </p:nvSpPr>
        <p:spPr>
          <a:xfrm>
            <a:off x="571574" y="3406614"/>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22" name="Text Placeholder 6">
            <a:extLst>
              <a:ext uri="{FF2B5EF4-FFF2-40B4-BE49-F238E27FC236}">
                <a16:creationId xmlns:a16="http://schemas.microsoft.com/office/drawing/2014/main" id="{5C7B3DFE-E0E4-60C2-9E68-E7CFA51D9090}"/>
              </a:ext>
            </a:extLst>
          </p:cNvPr>
          <p:cNvSpPr>
            <a:spLocks noGrp="1"/>
          </p:cNvSpPr>
          <p:nvPr>
            <p:ph type="body" sz="quarter" idx="34" hasCustomPrompt="1"/>
          </p:nvPr>
        </p:nvSpPr>
        <p:spPr>
          <a:xfrm>
            <a:off x="571574" y="3999227"/>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23" name="Text Placeholder 6">
            <a:extLst>
              <a:ext uri="{FF2B5EF4-FFF2-40B4-BE49-F238E27FC236}">
                <a16:creationId xmlns:a16="http://schemas.microsoft.com/office/drawing/2014/main" id="{FBB528F0-6D32-2E8E-109D-145FF08029B2}"/>
              </a:ext>
            </a:extLst>
          </p:cNvPr>
          <p:cNvSpPr>
            <a:spLocks noGrp="1"/>
          </p:cNvSpPr>
          <p:nvPr>
            <p:ph type="body" sz="quarter" idx="35" hasCustomPrompt="1"/>
          </p:nvPr>
        </p:nvSpPr>
        <p:spPr>
          <a:xfrm>
            <a:off x="571574" y="4591841"/>
            <a:ext cx="335980" cy="369888"/>
          </a:xfrm>
          <a:prstGeom prst="rect">
            <a:avLst/>
          </a:prstGeom>
        </p:spPr>
        <p:txBody>
          <a:bodyPr vert="horz" wrap="none" lIns="0" tIns="0" rIns="0" bIns="0" rtlCol="0">
            <a:normAutofit/>
          </a:bodyPr>
          <a:lstStyle>
            <a:lvl1pPr algn="r">
              <a:defRPr lang="de-DE" sz="2400" b="1" dirty="0">
                <a:solidFill>
                  <a:schemeClr val="bg2"/>
                </a:solidFill>
              </a:defRPr>
            </a:lvl1pPr>
          </a:lstStyle>
          <a:p>
            <a:pPr lvl="0">
              <a:spcBef>
                <a:spcPts val="0"/>
              </a:spcBef>
            </a:pPr>
            <a:r>
              <a:rPr lang="de-DE" dirty="0"/>
              <a:t>0x</a:t>
            </a:r>
          </a:p>
        </p:txBody>
      </p:sp>
      <p:sp>
        <p:nvSpPr>
          <p:cNvPr id="25" name="Title Placeholder 4">
            <a:extLst>
              <a:ext uri="{FF2B5EF4-FFF2-40B4-BE49-F238E27FC236}">
                <a16:creationId xmlns:a16="http://schemas.microsoft.com/office/drawing/2014/main" id="{67AE5D7F-39B4-D666-54B9-10ED96FE6120}"/>
              </a:ext>
            </a:extLst>
          </p:cNvPr>
          <p:cNvSpPr>
            <a:spLocks noGrp="1"/>
          </p:cNvSpPr>
          <p:nvPr>
            <p:ph type="title" hasCustomPrompt="1"/>
          </p:nvPr>
        </p:nvSpPr>
        <p:spPr>
          <a:xfrm>
            <a:off x="551384" y="549274"/>
            <a:ext cx="11090938" cy="930372"/>
          </a:xfrm>
          <a:prstGeom prst="rect">
            <a:avLst/>
          </a:prstGeom>
        </p:spPr>
        <p:txBody>
          <a:bodyPr vert="horz" lIns="0" tIns="0" rIns="0" bIns="126000" rtlCol="0" anchor="b" anchorCtr="0">
            <a:noAutofit/>
          </a:bodyPr>
          <a:lstStyle/>
          <a:p>
            <a:pPr lvl="0"/>
            <a:r>
              <a:rPr lang="en-GB" dirty="0"/>
              <a:t>Agenda</a:t>
            </a:r>
            <a:endParaRPr lang="de-DE" dirty="0"/>
          </a:p>
        </p:txBody>
      </p:sp>
    </p:spTree>
    <p:extLst>
      <p:ext uri="{BB962C8B-B14F-4D97-AF65-F5344CB8AC3E}">
        <p14:creationId xmlns:p14="http://schemas.microsoft.com/office/powerpoint/2010/main" val="3764575764"/>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65D5B6-99D5-A656-18EB-125B9A4CC27A}"/>
              </a:ext>
            </a:extLst>
          </p:cNvPr>
          <p:cNvSpPr/>
          <p:nvPr userDrawn="1"/>
        </p:nvSpPr>
        <p:spPr>
          <a:xfrm>
            <a:off x="5159374" y="4257063"/>
            <a:ext cx="7032625" cy="180000"/>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FFFFFF"/>
              </a:solidFill>
              <a:effectLst/>
              <a:uLnTx/>
              <a:uFillTx/>
              <a:latin typeface="Ubuntu"/>
              <a:ea typeface="+mn-ea"/>
              <a:cs typeface="+mn-cs"/>
            </a:endParaRPr>
          </a:p>
        </p:txBody>
      </p:sp>
      <p:sp>
        <p:nvSpPr>
          <p:cNvPr id="8" name="Text Placeholder 8">
            <a:extLst>
              <a:ext uri="{FF2B5EF4-FFF2-40B4-BE49-F238E27FC236}">
                <a16:creationId xmlns:a16="http://schemas.microsoft.com/office/drawing/2014/main" id="{E2576D65-BA9A-4C38-D195-558BDD9AFD0E}"/>
              </a:ext>
            </a:extLst>
          </p:cNvPr>
          <p:cNvSpPr>
            <a:spLocks noGrp="1"/>
          </p:cNvSpPr>
          <p:nvPr>
            <p:ph type="body" sz="quarter" idx="19" hasCustomPrompt="1"/>
          </p:nvPr>
        </p:nvSpPr>
        <p:spPr>
          <a:xfrm>
            <a:off x="0" y="0"/>
            <a:ext cx="4657725" cy="6858000"/>
          </a:xfrm>
          <a:prstGeom prst="rect">
            <a:avLst/>
          </a:prstGeom>
        </p:spPr>
        <p:txBody>
          <a:bodyPr wrap="none" lIns="0" tIns="972000" rIns="0" bIns="0" anchor="t" anchorCtr="0">
            <a:noAutofit/>
          </a:bodyPr>
          <a:lstStyle>
            <a:lvl1pPr algn="r">
              <a:defRPr sz="40000" spc="-300">
                <a:solidFill>
                  <a:schemeClr val="bg1"/>
                </a:solidFill>
              </a:defRPr>
            </a:lvl1pPr>
          </a:lstStyle>
          <a:p>
            <a:pPr lvl="0"/>
            <a:r>
              <a:rPr lang="en-GB" dirty="0"/>
              <a:t>01</a:t>
            </a:r>
            <a:endParaRPr lang="en-PL" dirty="0"/>
          </a:p>
        </p:txBody>
      </p:sp>
      <p:sp>
        <p:nvSpPr>
          <p:cNvPr id="2" name="Date Placeholder 1">
            <a:extLst>
              <a:ext uri="{FF2B5EF4-FFF2-40B4-BE49-F238E27FC236}">
                <a16:creationId xmlns:a16="http://schemas.microsoft.com/office/drawing/2014/main" id="{D888E175-7057-3F5C-3D05-E1A6DF23539C}"/>
              </a:ext>
            </a:extLst>
          </p:cNvPr>
          <p:cNvSpPr>
            <a:spLocks noGrp="1"/>
          </p:cNvSpPr>
          <p:nvPr>
            <p:ph type="dt" sz="half" idx="2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5" name="Footer Placeholder 4">
            <a:extLst>
              <a:ext uri="{FF2B5EF4-FFF2-40B4-BE49-F238E27FC236}">
                <a16:creationId xmlns:a16="http://schemas.microsoft.com/office/drawing/2014/main" id="{87B29DCD-1860-BCB3-12D3-011B4B8885BF}"/>
              </a:ext>
            </a:extLst>
          </p:cNvPr>
          <p:cNvSpPr>
            <a:spLocks noGrp="1"/>
          </p:cNvSpPr>
          <p:nvPr>
            <p:ph type="ftr" sz="quarter" idx="21"/>
          </p:nvPr>
        </p:nvSpPr>
        <p:spPr/>
        <p:txBody>
          <a:bodyPr/>
          <a:lstStyle/>
          <a:p>
            <a:pPr>
              <a:spcBef>
                <a:spcPts val="1000"/>
              </a:spcBef>
              <a:buFont typeface="Arial" panose="020B0604020202020204" pitchFamily="34" charset="0"/>
              <a:buNone/>
            </a:pPr>
            <a:r>
              <a:rPr lang="en-US"/>
              <a:t>Presentation Title | Author | Date</a:t>
            </a:r>
          </a:p>
        </p:txBody>
      </p:sp>
      <p:sp>
        <p:nvSpPr>
          <p:cNvPr id="7" name="Slide Number Placeholder 6">
            <a:extLst>
              <a:ext uri="{FF2B5EF4-FFF2-40B4-BE49-F238E27FC236}">
                <a16:creationId xmlns:a16="http://schemas.microsoft.com/office/drawing/2014/main" id="{5673F8B8-3459-331B-8856-F82064558CD0}"/>
              </a:ext>
            </a:extLst>
          </p:cNvPr>
          <p:cNvSpPr>
            <a:spLocks noGrp="1"/>
          </p:cNvSpPr>
          <p:nvPr>
            <p:ph type="sldNum" sz="quarter" idx="22"/>
          </p:nvPr>
        </p:nvSpPr>
        <p:spPr/>
        <p:txBody>
          <a:bodyPr/>
          <a:lstStyle/>
          <a:p>
            <a:pPr algn="r"/>
            <a:fld id="{5D9A5160-6218-4E5A-B9E6-B93E3DAE377C}" type="slidenum">
              <a:rPr lang="en-US" smtClean="0"/>
              <a:pPr algn="r"/>
              <a:t>‹#›</a:t>
            </a:fld>
            <a:endParaRPr lang="en-US"/>
          </a:p>
        </p:txBody>
      </p:sp>
      <p:sp>
        <p:nvSpPr>
          <p:cNvPr id="3" name="Title 5">
            <a:extLst>
              <a:ext uri="{FF2B5EF4-FFF2-40B4-BE49-F238E27FC236}">
                <a16:creationId xmlns:a16="http://schemas.microsoft.com/office/drawing/2014/main" id="{A46E6970-BA83-4193-5AED-3E295B609552}"/>
              </a:ext>
            </a:extLst>
          </p:cNvPr>
          <p:cNvSpPr>
            <a:spLocks noGrp="1"/>
          </p:cNvSpPr>
          <p:nvPr>
            <p:ph type="title" hasCustomPrompt="1"/>
          </p:nvPr>
        </p:nvSpPr>
        <p:spPr>
          <a:xfrm>
            <a:off x="5159374" y="4658810"/>
            <a:ext cx="6487665" cy="1672542"/>
          </a:xfrm>
          <a:prstGeom prst="rect">
            <a:avLst/>
          </a:prstGeom>
        </p:spPr>
        <p:txBody>
          <a:bodyPr vert="horz" lIns="0" tIns="0" rIns="0" bIns="0" rtlCol="0" anchor="t">
            <a:noAutofit/>
          </a:bodyPr>
          <a:lstStyle>
            <a:lvl1pPr>
              <a:spcBef>
                <a:spcPts val="0"/>
              </a:spcBef>
              <a:defRPr lang="en-US" sz="4800">
                <a:latin typeface="+mn-lt"/>
                <a:ea typeface="+mn-ea"/>
                <a:cs typeface="+mn-cs"/>
              </a:defRPr>
            </a:lvl1pPr>
          </a:lstStyle>
          <a:p>
            <a:pPr lvl="0">
              <a:lnSpc>
                <a:spcPct val="100000"/>
              </a:lnSpc>
              <a:spcBef>
                <a:spcPts val="1800"/>
              </a:spcBef>
              <a:buFont typeface="Arial" panose="020B0604020202020204" pitchFamily="34" charset="0"/>
            </a:pPr>
            <a:r>
              <a:rPr lang="en-US" dirty="0"/>
              <a:t>Click to add title</a:t>
            </a:r>
          </a:p>
        </p:txBody>
      </p:sp>
    </p:spTree>
    <p:extLst>
      <p:ext uri="{BB962C8B-B14F-4D97-AF65-F5344CB8AC3E}">
        <p14:creationId xmlns:p14="http://schemas.microsoft.com/office/powerpoint/2010/main" val="2998558723"/>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Divider Photo 1">
    <p:spTree>
      <p:nvGrpSpPr>
        <p:cNvPr id="1" name=""/>
        <p:cNvGrpSpPr/>
        <p:nvPr/>
      </p:nvGrpSpPr>
      <p:grpSpPr>
        <a:xfrm>
          <a:off x="0" y="0"/>
          <a:ext cx="0" cy="0"/>
          <a:chOff x="0" y="0"/>
          <a:chExt cx="0" cy="0"/>
        </a:xfrm>
      </p:grpSpPr>
      <p:sp>
        <p:nvSpPr>
          <p:cNvPr id="2" name="Picture Placeholder 10">
            <a:extLst>
              <a:ext uri="{FF2B5EF4-FFF2-40B4-BE49-F238E27FC236}">
                <a16:creationId xmlns:a16="http://schemas.microsoft.com/office/drawing/2014/main" id="{8AD156C1-F91F-57E6-BFA6-A0059404D21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7" name="Text Placeholder 8">
            <a:extLst>
              <a:ext uri="{FF2B5EF4-FFF2-40B4-BE49-F238E27FC236}">
                <a16:creationId xmlns:a16="http://schemas.microsoft.com/office/drawing/2014/main" id="{516D0E3A-0719-64AB-54D1-64F80BE164A7}"/>
              </a:ext>
            </a:extLst>
          </p:cNvPr>
          <p:cNvSpPr>
            <a:spLocks noGrp="1"/>
          </p:cNvSpPr>
          <p:nvPr>
            <p:ph type="body" sz="quarter" idx="19" hasCustomPrompt="1"/>
          </p:nvPr>
        </p:nvSpPr>
        <p:spPr>
          <a:xfrm>
            <a:off x="0" y="0"/>
            <a:ext cx="4657725" cy="6858000"/>
          </a:xfrm>
          <a:prstGeom prst="rect">
            <a:avLst/>
          </a:prstGeom>
        </p:spPr>
        <p:txBody>
          <a:bodyPr wrap="none" lIns="0" tIns="972000" rIns="0" bIns="0" anchor="t" anchorCtr="0">
            <a:noAutofit/>
          </a:bodyPr>
          <a:lstStyle>
            <a:lvl1pPr algn="r">
              <a:defRPr sz="40000" spc="-300">
                <a:solidFill>
                  <a:schemeClr val="bg1"/>
                </a:solidFill>
              </a:defRPr>
            </a:lvl1pPr>
          </a:lstStyle>
          <a:p>
            <a:pPr lvl="0"/>
            <a:r>
              <a:rPr lang="en-GB" dirty="0"/>
              <a:t>01</a:t>
            </a:r>
            <a:endParaRPr lang="en-PL" dirty="0"/>
          </a:p>
        </p:txBody>
      </p:sp>
      <p:sp>
        <p:nvSpPr>
          <p:cNvPr id="16" name="Date Placeholder 15">
            <a:extLst>
              <a:ext uri="{FF2B5EF4-FFF2-40B4-BE49-F238E27FC236}">
                <a16:creationId xmlns:a16="http://schemas.microsoft.com/office/drawing/2014/main" id="{49CD99F0-AA6A-8A74-80DA-FCF12D30E56D}"/>
              </a:ext>
            </a:extLst>
          </p:cNvPr>
          <p:cNvSpPr>
            <a:spLocks noGrp="1"/>
          </p:cNvSpPr>
          <p:nvPr>
            <p:ph type="dt" sz="half" idx="20"/>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7" name="Footer Placeholder 16">
            <a:extLst>
              <a:ext uri="{FF2B5EF4-FFF2-40B4-BE49-F238E27FC236}">
                <a16:creationId xmlns:a16="http://schemas.microsoft.com/office/drawing/2014/main" id="{F17F6240-FF3A-51A1-CB87-F17DD5B550AC}"/>
              </a:ext>
            </a:extLst>
          </p:cNvPr>
          <p:cNvSpPr>
            <a:spLocks noGrp="1"/>
          </p:cNvSpPr>
          <p:nvPr>
            <p:ph type="ftr" sz="quarter" idx="21"/>
          </p:nvPr>
        </p:nvSpPr>
        <p:spPr/>
        <p:txBody>
          <a:bodyPr/>
          <a:lstStyle/>
          <a:p>
            <a:pPr>
              <a:spcBef>
                <a:spcPts val="1000"/>
              </a:spcBef>
              <a:buFont typeface="Arial" panose="020B0604020202020204" pitchFamily="34" charset="0"/>
              <a:buNone/>
            </a:pPr>
            <a:r>
              <a:rPr lang="en-US"/>
              <a:t>Presentation Title | Author | Date</a:t>
            </a:r>
          </a:p>
        </p:txBody>
      </p:sp>
      <p:sp>
        <p:nvSpPr>
          <p:cNvPr id="18" name="Slide Number Placeholder 17">
            <a:extLst>
              <a:ext uri="{FF2B5EF4-FFF2-40B4-BE49-F238E27FC236}">
                <a16:creationId xmlns:a16="http://schemas.microsoft.com/office/drawing/2014/main" id="{325C9A5C-680C-6EA0-3B81-433A858DD497}"/>
              </a:ext>
            </a:extLst>
          </p:cNvPr>
          <p:cNvSpPr>
            <a:spLocks noGrp="1"/>
          </p:cNvSpPr>
          <p:nvPr>
            <p:ph type="sldNum" sz="quarter" idx="22"/>
          </p:nvPr>
        </p:nvSpPr>
        <p:spPr/>
        <p:txBody>
          <a:bodyPr/>
          <a:lstStyle/>
          <a:p>
            <a:pPr algn="r"/>
            <a:fld id="{5D9A5160-6218-4E5A-B9E6-B93E3DAE377C}" type="slidenum">
              <a:rPr lang="en-US" smtClean="0"/>
              <a:pPr algn="r"/>
              <a:t>‹#›</a:t>
            </a:fld>
            <a:endParaRPr lang="en-US"/>
          </a:p>
        </p:txBody>
      </p:sp>
      <p:sp>
        <p:nvSpPr>
          <p:cNvPr id="4" name="Title 5">
            <a:extLst>
              <a:ext uri="{FF2B5EF4-FFF2-40B4-BE49-F238E27FC236}">
                <a16:creationId xmlns:a16="http://schemas.microsoft.com/office/drawing/2014/main" id="{7F0E5308-C0B6-A51A-556D-DA29D16D994D}"/>
              </a:ext>
            </a:extLst>
          </p:cNvPr>
          <p:cNvSpPr>
            <a:spLocks noGrp="1"/>
          </p:cNvSpPr>
          <p:nvPr>
            <p:ph type="title" hasCustomPrompt="1"/>
          </p:nvPr>
        </p:nvSpPr>
        <p:spPr>
          <a:xfrm>
            <a:off x="5159374" y="4658810"/>
            <a:ext cx="6487665" cy="1672542"/>
          </a:xfrm>
          <a:prstGeom prst="rect">
            <a:avLst/>
          </a:prstGeom>
        </p:spPr>
        <p:txBody>
          <a:bodyPr vert="horz" lIns="0" tIns="0" rIns="0" bIns="0" rtlCol="0" anchor="t">
            <a:noAutofit/>
          </a:bodyPr>
          <a:lstStyle>
            <a:lvl1pPr>
              <a:spcBef>
                <a:spcPts val="0"/>
              </a:spcBef>
              <a:defRPr lang="en-US" sz="4800">
                <a:latin typeface="+mn-lt"/>
                <a:ea typeface="+mn-ea"/>
                <a:cs typeface="+mn-cs"/>
              </a:defRPr>
            </a:lvl1pPr>
          </a:lstStyle>
          <a:p>
            <a:pPr lvl="0">
              <a:lnSpc>
                <a:spcPct val="100000"/>
              </a:lnSpc>
              <a:spcBef>
                <a:spcPts val="1800"/>
              </a:spcBef>
              <a:buFont typeface="Arial" panose="020B0604020202020204" pitchFamily="34" charset="0"/>
            </a:pPr>
            <a:r>
              <a:rPr lang="en-US" dirty="0"/>
              <a:t>Click to add title</a:t>
            </a:r>
          </a:p>
        </p:txBody>
      </p:sp>
      <p:sp>
        <p:nvSpPr>
          <p:cNvPr id="5" name="Gradient Placeholder 5">
            <a:extLst>
              <a:ext uri="{FF2B5EF4-FFF2-40B4-BE49-F238E27FC236}">
                <a16:creationId xmlns:a16="http://schemas.microsoft.com/office/drawing/2014/main" id="{BCDFD201-C5C3-D115-FEBA-28F14920CBD6}"/>
              </a:ext>
            </a:extLst>
          </p:cNvPr>
          <p:cNvSpPr>
            <a:spLocks noGrp="1"/>
          </p:cNvSpPr>
          <p:nvPr>
            <p:ph type="body" sz="quarter" idx="28" hasCustomPrompt="1"/>
          </p:nvPr>
        </p:nvSpPr>
        <p:spPr>
          <a:xfrm>
            <a:off x="5159374" y="4257063"/>
            <a:ext cx="7032625" cy="180000"/>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a:defRPr kumimoji="0" lang="en-US" sz="700" b="0" i="0" u="none" strike="noStrike" kern="0" cap="none" spc="0" normalizeH="0" baseline="0" dirty="0" smtClean="0">
                <a:ln>
                  <a:noFill/>
                </a:ln>
                <a:solidFill>
                  <a:schemeClr val="tx2"/>
                </a:solidFill>
                <a:effectLst/>
                <a:uLnTx/>
                <a:uFillTx/>
                <a:latin typeface="Ubuntu"/>
              </a:defRPr>
            </a:lvl1pPr>
          </a:lstStyle>
          <a:p>
            <a:pPr lvl="0" algn="ctr">
              <a:spcBef>
                <a:spcPts val="0"/>
              </a:spcBef>
              <a:buFontTx/>
            </a:pPr>
            <a:r>
              <a:rPr lang="en-US" dirty="0"/>
              <a:t>Gradient in placeholder</a:t>
            </a:r>
          </a:p>
        </p:txBody>
      </p:sp>
      <p:sp>
        <p:nvSpPr>
          <p:cNvPr id="6" name="Logo Placeholder 7">
            <a:extLst>
              <a:ext uri="{FF2B5EF4-FFF2-40B4-BE49-F238E27FC236}">
                <a16:creationId xmlns:a16="http://schemas.microsoft.com/office/drawing/2014/main" id="{E76BD2F5-FBF2-4A06-98A5-A963BEB48103}"/>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2910412052"/>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09BB1339-F341-E41B-4A76-E0462FDC1FEA}"/>
              </a:ext>
            </a:extLst>
          </p:cNvPr>
          <p:cNvSpPr/>
          <p:nvPr userDrawn="1"/>
        </p:nvSpPr>
        <p:spPr>
          <a:xfrm rot="16200000">
            <a:off x="-50850" y="3339001"/>
            <a:ext cx="6857998" cy="180000"/>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PL" sz="1400" b="0" i="0" u="none" strike="noStrike" kern="0" cap="none" spc="0" normalizeH="0" baseline="0" noProof="0" err="1">
              <a:ln>
                <a:noFill/>
              </a:ln>
              <a:solidFill>
                <a:srgbClr val="000000"/>
              </a:solidFill>
              <a:effectLst/>
              <a:uLnTx/>
              <a:uFillTx/>
              <a:latin typeface="Ubuntu"/>
              <a:ea typeface="+mn-ea"/>
              <a:cs typeface="+mn-cs"/>
            </a:endParaRPr>
          </a:p>
        </p:txBody>
      </p:sp>
      <p:sp>
        <p:nvSpPr>
          <p:cNvPr id="3" name="Date Placeholder 2">
            <a:extLst>
              <a:ext uri="{FF2B5EF4-FFF2-40B4-BE49-F238E27FC236}">
                <a16:creationId xmlns:a16="http://schemas.microsoft.com/office/drawing/2014/main" id="{8811E274-2B57-BD57-2F68-DBB426EFCE65}"/>
              </a:ext>
            </a:extLst>
          </p:cNvPr>
          <p:cNvSpPr>
            <a:spLocks noGrp="1"/>
          </p:cNvSpPr>
          <p:nvPr>
            <p:ph type="dt" sz="half" idx="19"/>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09CE6D32-8A75-0D6E-E71F-DAACF84605EC}"/>
              </a:ext>
            </a:extLst>
          </p:cNvPr>
          <p:cNvSpPr>
            <a:spLocks noGrp="1"/>
          </p:cNvSpPr>
          <p:nvPr>
            <p:ph type="ftr" sz="quarter" idx="20"/>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0977DCB7-EB08-EC5A-73FF-FB5F850C5C25}"/>
              </a:ext>
            </a:extLst>
          </p:cNvPr>
          <p:cNvSpPr>
            <a:spLocks noGrp="1"/>
          </p:cNvSpPr>
          <p:nvPr>
            <p:ph type="sldNum" sz="quarter" idx="21"/>
          </p:nvPr>
        </p:nvSpPr>
        <p:spPr/>
        <p:txBody>
          <a:bodyPr/>
          <a:lstStyle/>
          <a:p>
            <a:pPr algn="r"/>
            <a:fld id="{5D9A5160-6218-4E5A-B9E6-B93E3DAE377C}" type="slidenum">
              <a:rPr lang="en-US" smtClean="0"/>
              <a:pPr algn="r"/>
              <a:t>‹#›</a:t>
            </a:fld>
            <a:endParaRPr lang="en-US"/>
          </a:p>
        </p:txBody>
      </p:sp>
      <p:sp>
        <p:nvSpPr>
          <p:cNvPr id="2" name="Text Placeholder 4">
            <a:extLst>
              <a:ext uri="{FF2B5EF4-FFF2-40B4-BE49-F238E27FC236}">
                <a16:creationId xmlns:a16="http://schemas.microsoft.com/office/drawing/2014/main" id="{3F32F9C5-7657-971E-0933-4E87CACF16B6}"/>
              </a:ext>
            </a:extLst>
          </p:cNvPr>
          <p:cNvSpPr>
            <a:spLocks noGrp="1"/>
          </p:cNvSpPr>
          <p:nvPr>
            <p:ph type="body" sz="quarter" idx="22" hasCustomPrompt="1"/>
          </p:nvPr>
        </p:nvSpPr>
        <p:spPr>
          <a:xfrm>
            <a:off x="-433" y="0"/>
            <a:ext cx="2736304" cy="2924175"/>
          </a:xfrm>
          <a:prstGeom prst="rect">
            <a:avLst/>
          </a:prstGeom>
        </p:spPr>
        <p:txBody>
          <a:bodyPr vert="vert270" wrap="none" lIns="0" tIns="0" rIns="0" bIns="0" rtlCol="0" anchor="t" anchorCtr="0">
            <a:noAutofit/>
          </a:bodyPr>
          <a:lstStyle>
            <a:lvl1pPr>
              <a:defRPr lang="en-US" sz="16600" b="0" cap="none" spc="0" baseline="0" dirty="0" smtClean="0"/>
            </a:lvl1pPr>
          </a:lstStyle>
          <a:p>
            <a:pPr lvl="0">
              <a:spcBef>
                <a:spcPts val="0"/>
              </a:spcBef>
            </a:pPr>
            <a:r>
              <a:rPr lang="en-US" dirty="0"/>
              <a:t>01</a:t>
            </a:r>
          </a:p>
        </p:txBody>
      </p:sp>
      <p:sp>
        <p:nvSpPr>
          <p:cNvPr id="5" name="Title 5">
            <a:extLst>
              <a:ext uri="{FF2B5EF4-FFF2-40B4-BE49-F238E27FC236}">
                <a16:creationId xmlns:a16="http://schemas.microsoft.com/office/drawing/2014/main" id="{E625B512-BDBE-A714-334E-2656E9C86B3D}"/>
              </a:ext>
            </a:extLst>
          </p:cNvPr>
          <p:cNvSpPr>
            <a:spLocks noGrp="1"/>
          </p:cNvSpPr>
          <p:nvPr>
            <p:ph type="title" hasCustomPrompt="1"/>
          </p:nvPr>
        </p:nvSpPr>
        <p:spPr>
          <a:xfrm>
            <a:off x="4253696" y="1510496"/>
            <a:ext cx="7393343" cy="2887883"/>
          </a:xfrm>
          <a:prstGeom prst="rect">
            <a:avLst/>
          </a:prstGeom>
        </p:spPr>
        <p:txBody>
          <a:bodyPr vert="horz" lIns="0" tIns="0" rIns="0" bIns="0" rtlCol="0" anchor="t">
            <a:noAutofit/>
          </a:bodyPr>
          <a:lstStyle>
            <a:lvl1pPr>
              <a:spcBef>
                <a:spcPts val="0"/>
              </a:spcBef>
              <a:defRPr lang="en-US" sz="5400">
                <a:latin typeface="+mn-lt"/>
                <a:ea typeface="+mn-ea"/>
                <a:cs typeface="+mn-cs"/>
              </a:defRPr>
            </a:lvl1pPr>
          </a:lstStyle>
          <a:p>
            <a:pPr lvl="0">
              <a:lnSpc>
                <a:spcPct val="100000"/>
              </a:lnSpc>
              <a:spcBef>
                <a:spcPts val="1800"/>
              </a:spcBef>
              <a:buFont typeface="Arial" panose="020B0604020202020204" pitchFamily="34" charset="0"/>
            </a:pPr>
            <a:r>
              <a:rPr lang="en-US" dirty="0"/>
              <a:t>Click to add title</a:t>
            </a:r>
          </a:p>
        </p:txBody>
      </p:sp>
    </p:spTree>
    <p:extLst>
      <p:ext uri="{BB962C8B-B14F-4D97-AF65-F5344CB8AC3E}">
        <p14:creationId xmlns:p14="http://schemas.microsoft.com/office/powerpoint/2010/main" val="979579089"/>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Divider Photo 2">
    <p:spTree>
      <p:nvGrpSpPr>
        <p:cNvPr id="1" name=""/>
        <p:cNvGrpSpPr/>
        <p:nvPr/>
      </p:nvGrpSpPr>
      <p:grpSpPr>
        <a:xfrm>
          <a:off x="0" y="0"/>
          <a:ext cx="0" cy="0"/>
          <a:chOff x="0" y="0"/>
          <a:chExt cx="0" cy="0"/>
        </a:xfrm>
      </p:grpSpPr>
      <p:sp>
        <p:nvSpPr>
          <p:cNvPr id="2" name="Picture Placeholder 10">
            <a:extLst>
              <a:ext uri="{FF2B5EF4-FFF2-40B4-BE49-F238E27FC236}">
                <a16:creationId xmlns:a16="http://schemas.microsoft.com/office/drawing/2014/main" id="{8AD156C1-F91F-57E6-BFA6-A0059404D21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4" name="Date Placeholder 3">
            <a:extLst>
              <a:ext uri="{FF2B5EF4-FFF2-40B4-BE49-F238E27FC236}">
                <a16:creationId xmlns:a16="http://schemas.microsoft.com/office/drawing/2014/main" id="{56929497-8122-9A44-6DDD-AD4C0F8B2084}"/>
              </a:ext>
            </a:extLst>
          </p:cNvPr>
          <p:cNvSpPr>
            <a:spLocks noGrp="1"/>
          </p:cNvSpPr>
          <p:nvPr>
            <p:ph type="dt" sz="half" idx="19"/>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4" name="Slide Number Placeholder 13">
            <a:extLst>
              <a:ext uri="{FF2B5EF4-FFF2-40B4-BE49-F238E27FC236}">
                <a16:creationId xmlns:a16="http://schemas.microsoft.com/office/drawing/2014/main" id="{715D5173-A014-ABE6-88BB-A9337A5DDDB5}"/>
              </a:ext>
            </a:extLst>
          </p:cNvPr>
          <p:cNvSpPr>
            <a:spLocks noGrp="1"/>
          </p:cNvSpPr>
          <p:nvPr>
            <p:ph type="sldNum" sz="quarter" idx="21"/>
          </p:nvPr>
        </p:nvSpPr>
        <p:spPr/>
        <p:txBody>
          <a:bodyPr/>
          <a:lstStyle/>
          <a:p>
            <a:pPr algn="r"/>
            <a:fld id="{5D9A5160-6218-4E5A-B9E6-B93E3DAE377C}" type="slidenum">
              <a:rPr lang="en-US" smtClean="0"/>
              <a:pPr algn="r"/>
              <a:t>‹#›</a:t>
            </a:fld>
            <a:endParaRPr lang="en-US"/>
          </a:p>
        </p:txBody>
      </p:sp>
      <p:sp>
        <p:nvSpPr>
          <p:cNvPr id="5" name="Text Placeholder 4">
            <a:extLst>
              <a:ext uri="{FF2B5EF4-FFF2-40B4-BE49-F238E27FC236}">
                <a16:creationId xmlns:a16="http://schemas.microsoft.com/office/drawing/2014/main" id="{B436046A-D073-0819-CE9B-849F64EF426A}"/>
              </a:ext>
            </a:extLst>
          </p:cNvPr>
          <p:cNvSpPr>
            <a:spLocks noGrp="1"/>
          </p:cNvSpPr>
          <p:nvPr>
            <p:ph type="body" sz="quarter" idx="22" hasCustomPrompt="1"/>
          </p:nvPr>
        </p:nvSpPr>
        <p:spPr>
          <a:xfrm>
            <a:off x="-433" y="0"/>
            <a:ext cx="2736304" cy="2924175"/>
          </a:xfrm>
          <a:prstGeom prst="rect">
            <a:avLst/>
          </a:prstGeom>
        </p:spPr>
        <p:txBody>
          <a:bodyPr vert="vert270" wrap="none" lIns="0" tIns="0" rIns="0" bIns="0" rtlCol="0" anchor="t" anchorCtr="0">
            <a:noAutofit/>
          </a:bodyPr>
          <a:lstStyle>
            <a:lvl1pPr>
              <a:defRPr lang="en-US" sz="16600" b="0" cap="none" spc="0" baseline="0" dirty="0" smtClean="0"/>
            </a:lvl1pPr>
          </a:lstStyle>
          <a:p>
            <a:pPr lvl="0">
              <a:spcBef>
                <a:spcPts val="0"/>
              </a:spcBef>
            </a:pPr>
            <a:r>
              <a:rPr lang="en-US" dirty="0"/>
              <a:t>01</a:t>
            </a:r>
          </a:p>
        </p:txBody>
      </p:sp>
      <p:sp>
        <p:nvSpPr>
          <p:cNvPr id="9" name="Title 5">
            <a:extLst>
              <a:ext uri="{FF2B5EF4-FFF2-40B4-BE49-F238E27FC236}">
                <a16:creationId xmlns:a16="http://schemas.microsoft.com/office/drawing/2014/main" id="{7753E82E-7CAD-707A-7BA3-F0062FC8B01A}"/>
              </a:ext>
            </a:extLst>
          </p:cNvPr>
          <p:cNvSpPr>
            <a:spLocks noGrp="1"/>
          </p:cNvSpPr>
          <p:nvPr>
            <p:ph type="title" hasCustomPrompt="1"/>
          </p:nvPr>
        </p:nvSpPr>
        <p:spPr>
          <a:xfrm>
            <a:off x="4253696" y="1510496"/>
            <a:ext cx="7393343" cy="2887883"/>
          </a:xfrm>
          <a:prstGeom prst="rect">
            <a:avLst/>
          </a:prstGeom>
        </p:spPr>
        <p:txBody>
          <a:bodyPr vert="horz" lIns="0" tIns="0" rIns="0" bIns="0" rtlCol="0" anchor="t">
            <a:noAutofit/>
          </a:bodyPr>
          <a:lstStyle>
            <a:lvl1pPr>
              <a:spcBef>
                <a:spcPts val="0"/>
              </a:spcBef>
              <a:defRPr lang="en-US" sz="5400">
                <a:latin typeface="+mn-lt"/>
                <a:ea typeface="+mn-ea"/>
                <a:cs typeface="+mn-cs"/>
              </a:defRPr>
            </a:lvl1pPr>
          </a:lstStyle>
          <a:p>
            <a:pPr lvl="0">
              <a:lnSpc>
                <a:spcPct val="100000"/>
              </a:lnSpc>
              <a:spcBef>
                <a:spcPts val="1800"/>
              </a:spcBef>
              <a:buFont typeface="Arial" panose="020B0604020202020204" pitchFamily="34" charset="0"/>
            </a:pPr>
            <a:r>
              <a:rPr lang="en-US" dirty="0"/>
              <a:t>Click to add title</a:t>
            </a:r>
          </a:p>
        </p:txBody>
      </p:sp>
      <p:sp>
        <p:nvSpPr>
          <p:cNvPr id="10" name="Gradient Placeholder 5">
            <a:extLst>
              <a:ext uri="{FF2B5EF4-FFF2-40B4-BE49-F238E27FC236}">
                <a16:creationId xmlns:a16="http://schemas.microsoft.com/office/drawing/2014/main" id="{D15DC0CB-F42B-3EBB-5429-F25868BC3045}"/>
              </a:ext>
            </a:extLst>
          </p:cNvPr>
          <p:cNvSpPr>
            <a:spLocks noGrp="1"/>
          </p:cNvSpPr>
          <p:nvPr>
            <p:ph type="body" sz="quarter" idx="28" hasCustomPrompt="1"/>
          </p:nvPr>
        </p:nvSpPr>
        <p:spPr>
          <a:xfrm rot="16200000">
            <a:off x="-50850" y="3339001"/>
            <a:ext cx="6857998" cy="180000"/>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a:defRPr kumimoji="0" lang="en-US" sz="700" b="0" i="0" u="none" strike="noStrike" kern="0" cap="none" spc="0" normalizeH="0" baseline="0" dirty="0" smtClean="0">
                <a:ln>
                  <a:noFill/>
                </a:ln>
                <a:solidFill>
                  <a:schemeClr val="tx2"/>
                </a:solidFill>
                <a:effectLst/>
                <a:uLnTx/>
                <a:uFillTx/>
                <a:latin typeface="Ubuntu"/>
              </a:defRPr>
            </a:lvl1pPr>
          </a:lstStyle>
          <a:p>
            <a:pPr lvl="0" algn="ctr">
              <a:spcBef>
                <a:spcPts val="0"/>
              </a:spcBef>
              <a:buFontTx/>
            </a:pPr>
            <a:r>
              <a:rPr lang="en-US" dirty="0"/>
              <a:t>Gradient in placeholder</a:t>
            </a:r>
          </a:p>
        </p:txBody>
      </p:sp>
      <p:sp>
        <p:nvSpPr>
          <p:cNvPr id="6" name="Footer Placeholder 5">
            <a:extLst>
              <a:ext uri="{FF2B5EF4-FFF2-40B4-BE49-F238E27FC236}">
                <a16:creationId xmlns:a16="http://schemas.microsoft.com/office/drawing/2014/main" id="{F00853BC-BEFF-4053-AD58-C0C6CB7301CA}"/>
              </a:ext>
            </a:extLst>
          </p:cNvPr>
          <p:cNvSpPr>
            <a:spLocks noGrp="1"/>
          </p:cNvSpPr>
          <p:nvPr>
            <p:ph type="ftr" sz="quarter" idx="20"/>
          </p:nvPr>
        </p:nvSpPr>
        <p:spPr/>
        <p:txBody>
          <a:bodyPr/>
          <a:lstStyle/>
          <a:p>
            <a:pPr>
              <a:spcBef>
                <a:spcPts val="1000"/>
              </a:spcBef>
              <a:buFont typeface="Arial" panose="020B0604020202020204" pitchFamily="34" charset="0"/>
              <a:buNone/>
            </a:pPr>
            <a:r>
              <a:rPr lang="en-US"/>
              <a:t>Presentation Title | Author | Date</a:t>
            </a:r>
          </a:p>
        </p:txBody>
      </p:sp>
      <p:sp>
        <p:nvSpPr>
          <p:cNvPr id="7" name="Logo Placeholder 7">
            <a:extLst>
              <a:ext uri="{FF2B5EF4-FFF2-40B4-BE49-F238E27FC236}">
                <a16:creationId xmlns:a16="http://schemas.microsoft.com/office/drawing/2014/main" id="{5241E657-1425-1BC9-701D-44F23326D665}"/>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1662252025"/>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p:cSld name="Blank">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D05BE089-2489-3604-1BFA-99F26E2657A3}"/>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27DD8718-6D0F-15C6-4CBD-55C472C3C492}"/>
              </a:ext>
            </a:extLst>
          </p:cNvPr>
          <p:cNvSpPr>
            <a:spLocks noGrp="1"/>
          </p:cNvSpPr>
          <p:nvPr>
            <p:ph type="ftr" sz="quarter" idx="11"/>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A98A8975-BB8E-4570-BA8F-A91834025269}"/>
              </a:ext>
            </a:extLst>
          </p:cNvPr>
          <p:cNvSpPr>
            <a:spLocks noGrp="1"/>
          </p:cNvSpPr>
          <p:nvPr>
            <p:ph type="sldNum" sz="quarter" idx="12"/>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2213977664"/>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10" name="Date Placeholder 9">
            <a:extLst>
              <a:ext uri="{FF2B5EF4-FFF2-40B4-BE49-F238E27FC236}">
                <a16:creationId xmlns:a16="http://schemas.microsoft.com/office/drawing/2014/main" id="{E6C6CF10-71F7-EE78-C2BD-6C8E84F961BE}"/>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1" name="Footer Placeholder 10">
            <a:extLst>
              <a:ext uri="{FF2B5EF4-FFF2-40B4-BE49-F238E27FC236}">
                <a16:creationId xmlns:a16="http://schemas.microsoft.com/office/drawing/2014/main" id="{089A870A-6E3E-31EB-C34E-7847CE40D3BF}"/>
              </a:ext>
            </a:extLst>
          </p:cNvPr>
          <p:cNvSpPr>
            <a:spLocks noGrp="1"/>
          </p:cNvSpPr>
          <p:nvPr>
            <p:ph type="ftr" sz="quarter" idx="11"/>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69B47629-0F7D-C086-6180-6C8A8A265B4A}"/>
              </a:ext>
            </a:extLst>
          </p:cNvPr>
          <p:cNvSpPr>
            <a:spLocks noGrp="1"/>
          </p:cNvSpPr>
          <p:nvPr>
            <p:ph type="sldNum" sz="quarter" idx="12"/>
          </p:nvPr>
        </p:nvSpPr>
        <p:spPr/>
        <p:txBody>
          <a:bodyPr/>
          <a:lstStyle/>
          <a:p>
            <a:pPr algn="r"/>
            <a:fld id="{5D9A5160-6218-4E5A-B9E6-B93E3DAE377C}" type="slidenum">
              <a:rPr lang="en-US" smtClean="0"/>
              <a:pPr algn="r"/>
              <a:t>‹#›</a:t>
            </a:fld>
            <a:endParaRPr lang="en-US"/>
          </a:p>
        </p:txBody>
      </p:sp>
      <p:sp>
        <p:nvSpPr>
          <p:cNvPr id="3" name="Title 4">
            <a:extLst>
              <a:ext uri="{FF2B5EF4-FFF2-40B4-BE49-F238E27FC236}">
                <a16:creationId xmlns:a16="http://schemas.microsoft.com/office/drawing/2014/main" id="{1F6551DB-6CE1-320B-D22E-B1F1DE0FA4B6}"/>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Tree>
    <p:extLst>
      <p:ext uri="{BB962C8B-B14F-4D97-AF65-F5344CB8AC3E}">
        <p14:creationId xmlns:p14="http://schemas.microsoft.com/office/powerpoint/2010/main" val="206308604"/>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Title Only Chapterbox">
    <p:spTree>
      <p:nvGrpSpPr>
        <p:cNvPr id="1" name=""/>
        <p:cNvGrpSpPr/>
        <p:nvPr/>
      </p:nvGrpSpPr>
      <p:grpSpPr>
        <a:xfrm>
          <a:off x="0" y="0"/>
          <a:ext cx="0" cy="0"/>
          <a:chOff x="0" y="0"/>
          <a:chExt cx="0" cy="0"/>
        </a:xfrm>
      </p:grpSpPr>
      <p:sp>
        <p:nvSpPr>
          <p:cNvPr id="10" name="Date Placeholder 9">
            <a:extLst>
              <a:ext uri="{FF2B5EF4-FFF2-40B4-BE49-F238E27FC236}">
                <a16:creationId xmlns:a16="http://schemas.microsoft.com/office/drawing/2014/main" id="{E6C6CF10-71F7-EE78-C2BD-6C8E84F961BE}"/>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1" name="Footer Placeholder 10">
            <a:extLst>
              <a:ext uri="{FF2B5EF4-FFF2-40B4-BE49-F238E27FC236}">
                <a16:creationId xmlns:a16="http://schemas.microsoft.com/office/drawing/2014/main" id="{089A870A-6E3E-31EB-C34E-7847CE40D3BF}"/>
              </a:ext>
            </a:extLst>
          </p:cNvPr>
          <p:cNvSpPr>
            <a:spLocks noGrp="1"/>
          </p:cNvSpPr>
          <p:nvPr>
            <p:ph type="ftr" sz="quarter" idx="11"/>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69B47629-0F7D-C086-6180-6C8A8A265B4A}"/>
              </a:ext>
            </a:extLst>
          </p:cNvPr>
          <p:cNvSpPr>
            <a:spLocks noGrp="1"/>
          </p:cNvSpPr>
          <p:nvPr>
            <p:ph type="sldNum" sz="quarter" idx="12"/>
          </p:nvPr>
        </p:nvSpPr>
        <p:spPr/>
        <p:txBody>
          <a:bodyPr/>
          <a:lstStyle/>
          <a:p>
            <a:pPr algn="r"/>
            <a:fld id="{5D9A5160-6218-4E5A-B9E6-B93E3DAE377C}" type="slidenum">
              <a:rPr lang="en-US" smtClean="0"/>
              <a:pPr algn="r"/>
              <a:t>‹#›</a:t>
            </a:fld>
            <a:endParaRPr lang="en-US"/>
          </a:p>
        </p:txBody>
      </p:sp>
      <p:sp>
        <p:nvSpPr>
          <p:cNvPr id="4" name="Title 4">
            <a:extLst>
              <a:ext uri="{FF2B5EF4-FFF2-40B4-BE49-F238E27FC236}">
                <a16:creationId xmlns:a16="http://schemas.microsoft.com/office/drawing/2014/main" id="{F4C28D33-F30C-A27F-FC74-E0FF1C19853D}"/>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6" name="Chapter Placeholder 2">
            <a:extLst>
              <a:ext uri="{FF2B5EF4-FFF2-40B4-BE49-F238E27FC236}">
                <a16:creationId xmlns:a16="http://schemas.microsoft.com/office/drawing/2014/main" id="{5CBB2F57-8DA2-E1CA-E619-D43302B021E9}"/>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3408860274"/>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Content 1">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E2DCB00-3596-4BD8-9F35-38D8EA5CF694}"/>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AA6CA9E0-8796-0651-659C-4AA35745A35A}"/>
              </a:ext>
            </a:extLst>
          </p:cNvPr>
          <p:cNvSpPr>
            <a:spLocks noGrp="1"/>
          </p:cNvSpPr>
          <p:nvPr>
            <p:ph type="ftr" sz="quarter" idx="29"/>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7C8C212F-0CAF-442A-97AB-25CC338803B1}"/>
              </a:ext>
            </a:extLst>
          </p:cNvPr>
          <p:cNvSpPr>
            <a:spLocks noGrp="1"/>
          </p:cNvSpPr>
          <p:nvPr>
            <p:ph type="sldNum" sz="quarter" idx="30"/>
          </p:nvPr>
        </p:nvSpPr>
        <p:spPr/>
        <p:txBody>
          <a:bodyPr/>
          <a:lstStyle/>
          <a:p>
            <a:pPr algn="r"/>
            <a:fld id="{5D9A5160-6218-4E5A-B9E6-B93E3DAE377C}" type="slidenum">
              <a:rPr lang="en-US" smtClean="0"/>
              <a:pPr algn="r"/>
              <a:t>‹#›</a:t>
            </a:fld>
            <a:endParaRPr lang="en-US"/>
          </a:p>
        </p:txBody>
      </p:sp>
      <p:sp>
        <p:nvSpPr>
          <p:cNvPr id="7" name="Text Placeholder 9">
            <a:extLst>
              <a:ext uri="{FF2B5EF4-FFF2-40B4-BE49-F238E27FC236}">
                <a16:creationId xmlns:a16="http://schemas.microsoft.com/office/drawing/2014/main" id="{9AF36746-ED29-0C26-F598-8EAE482E8D93}"/>
              </a:ext>
            </a:extLst>
          </p:cNvPr>
          <p:cNvSpPr>
            <a:spLocks noGrp="1"/>
          </p:cNvSpPr>
          <p:nvPr>
            <p:ph type="body" sz="quarter" idx="22"/>
          </p:nvPr>
        </p:nvSpPr>
        <p:spPr>
          <a:xfrm>
            <a:off x="550200" y="1634286"/>
            <a:ext cx="11090938" cy="307777"/>
          </a:xfrm>
          <a:prstGeom prst="rect">
            <a:avLst/>
          </a:prstGeom>
        </p:spPr>
        <p:txBody>
          <a:bodyPr vert="horz" lIns="0" tIns="0" rIns="0" bIns="0" rtlCol="0">
            <a:spAutoFit/>
          </a:bodyPr>
          <a:lstStyle>
            <a:lvl1pPr>
              <a:defRPr lang="en-US" sz="2000" b="1" smtClean="0">
                <a:solidFill>
                  <a:schemeClr val="accent2"/>
                </a:solidFill>
              </a:defRPr>
            </a:lvl1pPr>
          </a:lstStyle>
          <a:p>
            <a:pPr lvl="0"/>
            <a:r>
              <a:rPr lang="en-GB" dirty="0"/>
              <a:t>Click to edit Master text styles</a:t>
            </a:r>
          </a:p>
        </p:txBody>
      </p:sp>
      <p:sp>
        <p:nvSpPr>
          <p:cNvPr id="8" name="Title 4">
            <a:extLst>
              <a:ext uri="{FF2B5EF4-FFF2-40B4-BE49-F238E27FC236}">
                <a16:creationId xmlns:a16="http://schemas.microsoft.com/office/drawing/2014/main" id="{3336BC22-23AF-5C14-03E1-A6C29A2F4645}"/>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9" name="Content Placeholder 5">
            <a:extLst>
              <a:ext uri="{FF2B5EF4-FFF2-40B4-BE49-F238E27FC236}">
                <a16:creationId xmlns:a16="http://schemas.microsoft.com/office/drawing/2014/main" id="{8C5EB45F-3EF1-F7BD-E079-0FC93465B2EC}"/>
              </a:ext>
            </a:extLst>
          </p:cNvPr>
          <p:cNvSpPr>
            <a:spLocks noGrp="1"/>
          </p:cNvSpPr>
          <p:nvPr>
            <p:ph sz="quarter" idx="31"/>
          </p:nvPr>
        </p:nvSpPr>
        <p:spPr>
          <a:xfrm>
            <a:off x="551384" y="2132856"/>
            <a:ext cx="11090938"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695758620"/>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Content 1 Chapterbox">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E2DCB00-3596-4BD8-9F35-38D8EA5CF694}"/>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AA6CA9E0-8796-0651-659C-4AA35745A35A}"/>
              </a:ext>
            </a:extLst>
          </p:cNvPr>
          <p:cNvSpPr>
            <a:spLocks noGrp="1"/>
          </p:cNvSpPr>
          <p:nvPr>
            <p:ph type="ftr" sz="quarter" idx="29"/>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7C8C212F-0CAF-442A-97AB-25CC338803B1}"/>
              </a:ext>
            </a:extLst>
          </p:cNvPr>
          <p:cNvSpPr>
            <a:spLocks noGrp="1"/>
          </p:cNvSpPr>
          <p:nvPr>
            <p:ph type="sldNum" sz="quarter" idx="30"/>
          </p:nvPr>
        </p:nvSpPr>
        <p:spPr/>
        <p:txBody>
          <a:bodyPr/>
          <a:lstStyle/>
          <a:p>
            <a:pPr algn="r"/>
            <a:fld id="{5D9A5160-6218-4E5A-B9E6-B93E3DAE377C}" type="slidenum">
              <a:rPr lang="en-US" smtClean="0"/>
              <a:pPr algn="r"/>
              <a:t>‹#›</a:t>
            </a:fld>
            <a:endParaRPr lang="en-US"/>
          </a:p>
        </p:txBody>
      </p:sp>
      <p:sp>
        <p:nvSpPr>
          <p:cNvPr id="7" name="Text Placeholder 9">
            <a:extLst>
              <a:ext uri="{FF2B5EF4-FFF2-40B4-BE49-F238E27FC236}">
                <a16:creationId xmlns:a16="http://schemas.microsoft.com/office/drawing/2014/main" id="{025C71C4-39A9-61E8-F669-1DA8E0CE3D5F}"/>
              </a:ext>
            </a:extLst>
          </p:cNvPr>
          <p:cNvSpPr>
            <a:spLocks noGrp="1"/>
          </p:cNvSpPr>
          <p:nvPr>
            <p:ph type="body" sz="quarter" idx="22"/>
          </p:nvPr>
        </p:nvSpPr>
        <p:spPr>
          <a:xfrm>
            <a:off x="550200" y="1634286"/>
            <a:ext cx="11090938" cy="307777"/>
          </a:xfrm>
          <a:prstGeom prst="rect">
            <a:avLst/>
          </a:prstGeom>
        </p:spPr>
        <p:txBody>
          <a:bodyPr vert="horz" lIns="0" tIns="0" rIns="0" bIns="0" rtlCol="0">
            <a:spAutoFit/>
          </a:bodyPr>
          <a:lstStyle>
            <a:lvl1pPr>
              <a:defRPr lang="en-US" sz="2000" b="1" smtClean="0">
                <a:solidFill>
                  <a:schemeClr val="accent2"/>
                </a:solidFill>
              </a:defRPr>
            </a:lvl1pPr>
          </a:lstStyle>
          <a:p>
            <a:pPr lvl="0"/>
            <a:r>
              <a:rPr lang="en-GB" dirty="0"/>
              <a:t>Click to edit Master text styles</a:t>
            </a:r>
          </a:p>
        </p:txBody>
      </p:sp>
      <p:sp>
        <p:nvSpPr>
          <p:cNvPr id="8" name="Title 4">
            <a:extLst>
              <a:ext uri="{FF2B5EF4-FFF2-40B4-BE49-F238E27FC236}">
                <a16:creationId xmlns:a16="http://schemas.microsoft.com/office/drawing/2014/main" id="{9E2E86C7-931C-4F5B-7904-E1BDABB90CFF}"/>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10" name="Content Placeholder 5">
            <a:extLst>
              <a:ext uri="{FF2B5EF4-FFF2-40B4-BE49-F238E27FC236}">
                <a16:creationId xmlns:a16="http://schemas.microsoft.com/office/drawing/2014/main" id="{5F580AC6-6B9D-82EA-6771-C3AAEE8201F4}"/>
              </a:ext>
            </a:extLst>
          </p:cNvPr>
          <p:cNvSpPr>
            <a:spLocks noGrp="1"/>
          </p:cNvSpPr>
          <p:nvPr>
            <p:ph sz="quarter" idx="31"/>
          </p:nvPr>
        </p:nvSpPr>
        <p:spPr>
          <a:xfrm>
            <a:off x="551384" y="2132856"/>
            <a:ext cx="11090938"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2" name="Chapter Placeholder 2">
            <a:extLst>
              <a:ext uri="{FF2B5EF4-FFF2-40B4-BE49-F238E27FC236}">
                <a16:creationId xmlns:a16="http://schemas.microsoft.com/office/drawing/2014/main" id="{F81F5F24-3125-05B8-EF44-138AA4C82624}"/>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942041285"/>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Title Subtitle">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E2DCB00-3596-4BD8-9F35-38D8EA5CF694}"/>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AA6CA9E0-8796-0651-659C-4AA35745A35A}"/>
              </a:ext>
            </a:extLst>
          </p:cNvPr>
          <p:cNvSpPr>
            <a:spLocks noGrp="1"/>
          </p:cNvSpPr>
          <p:nvPr>
            <p:ph type="ftr" sz="quarter" idx="29"/>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7C8C212F-0CAF-442A-97AB-25CC338803B1}"/>
              </a:ext>
            </a:extLst>
          </p:cNvPr>
          <p:cNvSpPr>
            <a:spLocks noGrp="1"/>
          </p:cNvSpPr>
          <p:nvPr>
            <p:ph type="sldNum" sz="quarter" idx="30"/>
          </p:nvPr>
        </p:nvSpPr>
        <p:spPr/>
        <p:txBody>
          <a:bodyPr/>
          <a:lstStyle/>
          <a:p>
            <a:pPr algn="r"/>
            <a:fld id="{5D9A5160-6218-4E5A-B9E6-B93E3DAE377C}" type="slidenum">
              <a:rPr lang="en-US" smtClean="0"/>
              <a:pPr algn="r"/>
              <a:t>‹#›</a:t>
            </a:fld>
            <a:endParaRPr lang="en-US"/>
          </a:p>
        </p:txBody>
      </p:sp>
      <p:sp>
        <p:nvSpPr>
          <p:cNvPr id="6" name="Text Placeholder 9">
            <a:extLst>
              <a:ext uri="{FF2B5EF4-FFF2-40B4-BE49-F238E27FC236}">
                <a16:creationId xmlns:a16="http://schemas.microsoft.com/office/drawing/2014/main" id="{EA381C34-426E-E505-06F7-7FFBE4D71085}"/>
              </a:ext>
            </a:extLst>
          </p:cNvPr>
          <p:cNvSpPr>
            <a:spLocks noGrp="1"/>
          </p:cNvSpPr>
          <p:nvPr>
            <p:ph type="body" sz="quarter" idx="22"/>
          </p:nvPr>
        </p:nvSpPr>
        <p:spPr>
          <a:xfrm>
            <a:off x="550200" y="1634286"/>
            <a:ext cx="11090938" cy="307777"/>
          </a:xfrm>
          <a:prstGeom prst="rect">
            <a:avLst/>
          </a:prstGeom>
        </p:spPr>
        <p:txBody>
          <a:bodyPr vert="horz" lIns="0" tIns="0" rIns="0" bIns="0" rtlCol="0">
            <a:spAutoFit/>
          </a:bodyPr>
          <a:lstStyle>
            <a:lvl1pPr>
              <a:defRPr lang="en-US" sz="2000" b="1" smtClean="0">
                <a:solidFill>
                  <a:schemeClr val="accent2"/>
                </a:solidFill>
              </a:defRPr>
            </a:lvl1pPr>
          </a:lstStyle>
          <a:p>
            <a:pPr lvl="0"/>
            <a:r>
              <a:rPr lang="en-GB" dirty="0"/>
              <a:t>Click to edit Master text styles</a:t>
            </a:r>
          </a:p>
        </p:txBody>
      </p:sp>
      <p:sp>
        <p:nvSpPr>
          <p:cNvPr id="7" name="Title 4">
            <a:extLst>
              <a:ext uri="{FF2B5EF4-FFF2-40B4-BE49-F238E27FC236}">
                <a16:creationId xmlns:a16="http://schemas.microsoft.com/office/drawing/2014/main" id="{6B6EB590-F224-77A8-41D3-B65B74DC0E18}"/>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Tree>
    <p:extLst>
      <p:ext uri="{BB962C8B-B14F-4D97-AF65-F5344CB8AC3E}">
        <p14:creationId xmlns:p14="http://schemas.microsoft.com/office/powerpoint/2010/main" val="2951198989"/>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Title Subtitle Chapterbox">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E2DCB00-3596-4BD8-9F35-38D8EA5CF694}"/>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AA6CA9E0-8796-0651-659C-4AA35745A35A}"/>
              </a:ext>
            </a:extLst>
          </p:cNvPr>
          <p:cNvSpPr>
            <a:spLocks noGrp="1"/>
          </p:cNvSpPr>
          <p:nvPr>
            <p:ph type="ftr" sz="quarter" idx="29"/>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7C8C212F-0CAF-442A-97AB-25CC338803B1}"/>
              </a:ext>
            </a:extLst>
          </p:cNvPr>
          <p:cNvSpPr>
            <a:spLocks noGrp="1"/>
          </p:cNvSpPr>
          <p:nvPr>
            <p:ph type="sldNum" sz="quarter" idx="30"/>
          </p:nvPr>
        </p:nvSpPr>
        <p:spPr/>
        <p:txBody>
          <a:bodyPr/>
          <a:lstStyle/>
          <a:p>
            <a:pPr algn="r"/>
            <a:fld id="{5D9A5160-6218-4E5A-B9E6-B93E3DAE377C}" type="slidenum">
              <a:rPr lang="en-US" smtClean="0"/>
              <a:pPr algn="r"/>
              <a:t>‹#›</a:t>
            </a:fld>
            <a:endParaRPr lang="en-US"/>
          </a:p>
        </p:txBody>
      </p:sp>
      <p:sp>
        <p:nvSpPr>
          <p:cNvPr id="6" name="Text Placeholder 9">
            <a:extLst>
              <a:ext uri="{FF2B5EF4-FFF2-40B4-BE49-F238E27FC236}">
                <a16:creationId xmlns:a16="http://schemas.microsoft.com/office/drawing/2014/main" id="{1A477CF0-20BA-3DDE-E989-684D22BB755E}"/>
              </a:ext>
            </a:extLst>
          </p:cNvPr>
          <p:cNvSpPr>
            <a:spLocks noGrp="1"/>
          </p:cNvSpPr>
          <p:nvPr>
            <p:ph type="body" sz="quarter" idx="22"/>
          </p:nvPr>
        </p:nvSpPr>
        <p:spPr>
          <a:xfrm>
            <a:off x="550200" y="1634286"/>
            <a:ext cx="11090938" cy="307777"/>
          </a:xfrm>
          <a:prstGeom prst="rect">
            <a:avLst/>
          </a:prstGeom>
        </p:spPr>
        <p:txBody>
          <a:bodyPr vert="horz" lIns="0" tIns="0" rIns="0" bIns="0" rtlCol="0">
            <a:spAutoFit/>
          </a:bodyPr>
          <a:lstStyle>
            <a:lvl1pPr>
              <a:defRPr lang="en-US" sz="2000" b="1" smtClean="0">
                <a:solidFill>
                  <a:schemeClr val="accent2"/>
                </a:solidFill>
              </a:defRPr>
            </a:lvl1pPr>
          </a:lstStyle>
          <a:p>
            <a:pPr lvl="0"/>
            <a:r>
              <a:rPr lang="en-GB" dirty="0"/>
              <a:t>Click to edit Master text styles</a:t>
            </a:r>
          </a:p>
        </p:txBody>
      </p:sp>
      <p:sp>
        <p:nvSpPr>
          <p:cNvPr id="8" name="Title 4">
            <a:extLst>
              <a:ext uri="{FF2B5EF4-FFF2-40B4-BE49-F238E27FC236}">
                <a16:creationId xmlns:a16="http://schemas.microsoft.com/office/drawing/2014/main" id="{55FDDC2D-080D-D252-2DA2-D1EDA1E13139}"/>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10" name="Chapter Placeholder 2">
            <a:extLst>
              <a:ext uri="{FF2B5EF4-FFF2-40B4-BE49-F238E27FC236}">
                <a16:creationId xmlns:a16="http://schemas.microsoft.com/office/drawing/2014/main" id="{53A7754E-B57F-30D2-E609-1280E1261146}"/>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856763163"/>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Content 2">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377C5B2B-C975-C7B1-B844-1E018309B61A}"/>
              </a:ext>
            </a:extLst>
          </p:cNvPr>
          <p:cNvSpPr/>
          <p:nvPr userDrawn="1"/>
        </p:nvSpPr>
        <p:spPr>
          <a:xfrm rot="16200000" flipV="1">
            <a:off x="4793851" y="-540154"/>
            <a:ext cx="6857998" cy="7938307"/>
          </a:xfrm>
          <a:prstGeom prst="rect">
            <a:avLst/>
          </a:prstGeom>
          <a:solidFill>
            <a:schemeClr val="accent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bg1"/>
              </a:solidFill>
            </a:endParaRPr>
          </a:p>
        </p:txBody>
      </p:sp>
      <p:grpSp>
        <p:nvGrpSpPr>
          <p:cNvPr id="14" name="Group 37">
            <a:extLst>
              <a:ext uri="{FF2B5EF4-FFF2-40B4-BE49-F238E27FC236}">
                <a16:creationId xmlns:a16="http://schemas.microsoft.com/office/drawing/2014/main" id="{C2BCEB8F-2E64-576C-BD81-D1EA1D1C485E}"/>
              </a:ext>
            </a:extLst>
          </p:cNvPr>
          <p:cNvGrpSpPr/>
          <p:nvPr userDrawn="1"/>
        </p:nvGrpSpPr>
        <p:grpSpPr>
          <a:xfrm>
            <a:off x="11770322" y="176700"/>
            <a:ext cx="260230" cy="240782"/>
            <a:chOff x="5481638" y="2859088"/>
            <a:chExt cx="1231900" cy="1139825"/>
          </a:xfrm>
          <a:solidFill>
            <a:schemeClr val="bg1"/>
          </a:solidFill>
        </p:grpSpPr>
        <p:sp>
          <p:nvSpPr>
            <p:cNvPr id="15" name="Freeform 320">
              <a:extLst>
                <a:ext uri="{FF2B5EF4-FFF2-40B4-BE49-F238E27FC236}">
                  <a16:creationId xmlns:a16="http://schemas.microsoft.com/office/drawing/2014/main" id="{D5CA2252-9D37-30A4-0693-791158A53452}"/>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6" name="Freeform 321">
              <a:extLst>
                <a:ext uri="{FF2B5EF4-FFF2-40B4-BE49-F238E27FC236}">
                  <a16:creationId xmlns:a16="http://schemas.microsoft.com/office/drawing/2014/main" id="{41A547D1-47C8-9981-46A6-D3C7D68EDC13}"/>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766145ED-D9CE-08CB-28E4-8A4A79A6FB2B}"/>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2D2C1A62-1994-E6C5-D27B-038BDFD0C15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5" name="Slide Number Placeholder 4">
            <a:extLst>
              <a:ext uri="{FF2B5EF4-FFF2-40B4-BE49-F238E27FC236}">
                <a16:creationId xmlns:a16="http://schemas.microsoft.com/office/drawing/2014/main" id="{FE33FDCA-05A6-1B47-853B-F56E9D56B728}"/>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13" name="Text Placeholder 9">
            <a:extLst>
              <a:ext uri="{FF2B5EF4-FFF2-40B4-BE49-F238E27FC236}">
                <a16:creationId xmlns:a16="http://schemas.microsoft.com/office/drawing/2014/main" id="{F889973E-C093-1ED5-9FD2-C009F0319D13}"/>
              </a:ext>
            </a:extLst>
          </p:cNvPr>
          <p:cNvSpPr>
            <a:spLocks noGrp="1"/>
          </p:cNvSpPr>
          <p:nvPr>
            <p:ph type="body" sz="quarter" idx="22" hasCustomPrompt="1"/>
          </p:nvPr>
        </p:nvSpPr>
        <p:spPr>
          <a:xfrm>
            <a:off x="550200" y="1634286"/>
            <a:ext cx="3312368"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7" name="Title 4">
            <a:extLst>
              <a:ext uri="{FF2B5EF4-FFF2-40B4-BE49-F238E27FC236}">
                <a16:creationId xmlns:a16="http://schemas.microsoft.com/office/drawing/2014/main" id="{BBF31E88-03DB-534A-A443-EA3BDBDB3FC7}"/>
              </a:ext>
            </a:extLst>
          </p:cNvPr>
          <p:cNvSpPr>
            <a:spLocks noGrp="1"/>
          </p:cNvSpPr>
          <p:nvPr>
            <p:ph type="title"/>
          </p:nvPr>
        </p:nvSpPr>
        <p:spPr>
          <a:xfrm>
            <a:off x="551384" y="549274"/>
            <a:ext cx="3312368" cy="930372"/>
          </a:xfrm>
        </p:spPr>
        <p:txBody>
          <a:bodyPr/>
          <a:lstStyle/>
          <a:p>
            <a:r>
              <a:rPr lang="en-GB" dirty="0"/>
              <a:t>Click to edit Master title style</a:t>
            </a:r>
            <a:endParaRPr lang="en-US" dirty="0"/>
          </a:p>
        </p:txBody>
      </p:sp>
      <p:sp>
        <p:nvSpPr>
          <p:cNvPr id="18" name="Content Placeholder 5">
            <a:extLst>
              <a:ext uri="{FF2B5EF4-FFF2-40B4-BE49-F238E27FC236}">
                <a16:creationId xmlns:a16="http://schemas.microsoft.com/office/drawing/2014/main" id="{C05074F8-3176-85B9-DF3A-C4A06F667D18}"/>
              </a:ext>
            </a:extLst>
          </p:cNvPr>
          <p:cNvSpPr>
            <a:spLocks noGrp="1"/>
          </p:cNvSpPr>
          <p:nvPr>
            <p:ph sz="quarter" idx="31"/>
          </p:nvPr>
        </p:nvSpPr>
        <p:spPr>
          <a:xfrm>
            <a:off x="551384" y="2132856"/>
            <a:ext cx="3312368"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9" name="Text Placeholder 10">
            <a:extLst>
              <a:ext uri="{FF2B5EF4-FFF2-40B4-BE49-F238E27FC236}">
                <a16:creationId xmlns:a16="http://schemas.microsoft.com/office/drawing/2014/main" id="{CA5135FA-4274-47E1-1D80-8C33A44DD7A9}"/>
              </a:ext>
            </a:extLst>
          </p:cNvPr>
          <p:cNvSpPr>
            <a:spLocks noGrp="1"/>
          </p:cNvSpPr>
          <p:nvPr>
            <p:ph type="body" sz="quarter" idx="27"/>
          </p:nvPr>
        </p:nvSpPr>
        <p:spPr>
          <a:xfrm>
            <a:off x="4655841" y="1634285"/>
            <a:ext cx="6985298"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GB" dirty="0"/>
              <a:t>Click to edit Master text styles</a:t>
            </a:r>
          </a:p>
        </p:txBody>
      </p:sp>
      <p:sp>
        <p:nvSpPr>
          <p:cNvPr id="20" name="Content Placeholder 20">
            <a:extLst>
              <a:ext uri="{FF2B5EF4-FFF2-40B4-BE49-F238E27FC236}">
                <a16:creationId xmlns:a16="http://schemas.microsoft.com/office/drawing/2014/main" id="{E1CCC374-2367-2B0A-2875-C97F31D4FE2B}"/>
              </a:ext>
            </a:extLst>
          </p:cNvPr>
          <p:cNvSpPr>
            <a:spLocks noGrp="1"/>
          </p:cNvSpPr>
          <p:nvPr>
            <p:ph sz="quarter" idx="28"/>
          </p:nvPr>
        </p:nvSpPr>
        <p:spPr>
          <a:xfrm>
            <a:off x="4655841" y="2132856"/>
            <a:ext cx="6985298"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1325828348"/>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Content 2 Chapterbox">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377C5B2B-C975-C7B1-B844-1E018309B61A}"/>
              </a:ext>
            </a:extLst>
          </p:cNvPr>
          <p:cNvSpPr/>
          <p:nvPr userDrawn="1"/>
        </p:nvSpPr>
        <p:spPr>
          <a:xfrm rot="16200000" flipV="1">
            <a:off x="4793851" y="-540154"/>
            <a:ext cx="6857998" cy="7938307"/>
          </a:xfrm>
          <a:prstGeom prst="rect">
            <a:avLst/>
          </a:prstGeom>
          <a:solidFill>
            <a:schemeClr val="accent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bg1"/>
              </a:solidFill>
            </a:endParaRPr>
          </a:p>
        </p:txBody>
      </p:sp>
      <p:grpSp>
        <p:nvGrpSpPr>
          <p:cNvPr id="14" name="Group 37">
            <a:extLst>
              <a:ext uri="{FF2B5EF4-FFF2-40B4-BE49-F238E27FC236}">
                <a16:creationId xmlns:a16="http://schemas.microsoft.com/office/drawing/2014/main" id="{C2BCEB8F-2E64-576C-BD81-D1EA1D1C485E}"/>
              </a:ext>
            </a:extLst>
          </p:cNvPr>
          <p:cNvGrpSpPr/>
          <p:nvPr userDrawn="1"/>
        </p:nvGrpSpPr>
        <p:grpSpPr>
          <a:xfrm>
            <a:off x="11770322" y="176700"/>
            <a:ext cx="260230" cy="240782"/>
            <a:chOff x="5481638" y="2859088"/>
            <a:chExt cx="1231900" cy="1139825"/>
          </a:xfrm>
          <a:solidFill>
            <a:schemeClr val="bg1"/>
          </a:solidFill>
        </p:grpSpPr>
        <p:sp>
          <p:nvSpPr>
            <p:cNvPr id="15" name="Freeform 320">
              <a:extLst>
                <a:ext uri="{FF2B5EF4-FFF2-40B4-BE49-F238E27FC236}">
                  <a16:creationId xmlns:a16="http://schemas.microsoft.com/office/drawing/2014/main" id="{D5CA2252-9D37-30A4-0693-791158A53452}"/>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6" name="Freeform 321">
              <a:extLst>
                <a:ext uri="{FF2B5EF4-FFF2-40B4-BE49-F238E27FC236}">
                  <a16:creationId xmlns:a16="http://schemas.microsoft.com/office/drawing/2014/main" id="{41A547D1-47C8-9981-46A6-D3C7D68EDC13}"/>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766145ED-D9CE-08CB-28E4-8A4A79A6FB2B}"/>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2D2C1A62-1994-E6C5-D27B-038BDFD0C15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5" name="Slide Number Placeholder 4">
            <a:extLst>
              <a:ext uri="{FF2B5EF4-FFF2-40B4-BE49-F238E27FC236}">
                <a16:creationId xmlns:a16="http://schemas.microsoft.com/office/drawing/2014/main" id="{FE33FDCA-05A6-1B47-853B-F56E9D56B728}"/>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9" name="Text Placeholder 9">
            <a:extLst>
              <a:ext uri="{FF2B5EF4-FFF2-40B4-BE49-F238E27FC236}">
                <a16:creationId xmlns:a16="http://schemas.microsoft.com/office/drawing/2014/main" id="{C2C86DFE-72B7-D0A7-8D67-BD82324B8C76}"/>
              </a:ext>
            </a:extLst>
          </p:cNvPr>
          <p:cNvSpPr>
            <a:spLocks noGrp="1"/>
          </p:cNvSpPr>
          <p:nvPr>
            <p:ph type="body" sz="quarter" idx="22" hasCustomPrompt="1"/>
          </p:nvPr>
        </p:nvSpPr>
        <p:spPr>
          <a:xfrm>
            <a:off x="550200" y="1634286"/>
            <a:ext cx="3312368"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1" name="Title 4">
            <a:extLst>
              <a:ext uri="{FF2B5EF4-FFF2-40B4-BE49-F238E27FC236}">
                <a16:creationId xmlns:a16="http://schemas.microsoft.com/office/drawing/2014/main" id="{01CAD3F4-776B-EBAF-E221-E31A2544D8E1}"/>
              </a:ext>
            </a:extLst>
          </p:cNvPr>
          <p:cNvSpPr>
            <a:spLocks noGrp="1"/>
          </p:cNvSpPr>
          <p:nvPr>
            <p:ph type="title"/>
          </p:nvPr>
        </p:nvSpPr>
        <p:spPr>
          <a:xfrm>
            <a:off x="551384" y="549274"/>
            <a:ext cx="3312368" cy="930372"/>
          </a:xfrm>
        </p:spPr>
        <p:txBody>
          <a:bodyPr/>
          <a:lstStyle/>
          <a:p>
            <a:r>
              <a:rPr lang="en-GB" dirty="0"/>
              <a:t>Click to edit Master title style</a:t>
            </a:r>
            <a:endParaRPr lang="en-US" dirty="0"/>
          </a:p>
        </p:txBody>
      </p:sp>
      <p:sp>
        <p:nvSpPr>
          <p:cNvPr id="13" name="Content Placeholder 5">
            <a:extLst>
              <a:ext uri="{FF2B5EF4-FFF2-40B4-BE49-F238E27FC236}">
                <a16:creationId xmlns:a16="http://schemas.microsoft.com/office/drawing/2014/main" id="{E890FE3D-8795-77C8-6616-533028311D68}"/>
              </a:ext>
            </a:extLst>
          </p:cNvPr>
          <p:cNvSpPr>
            <a:spLocks noGrp="1"/>
          </p:cNvSpPr>
          <p:nvPr>
            <p:ph sz="quarter" idx="31"/>
          </p:nvPr>
        </p:nvSpPr>
        <p:spPr>
          <a:xfrm>
            <a:off x="551384" y="2132856"/>
            <a:ext cx="3312368"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20" name="Chapter Placeholder 2">
            <a:extLst>
              <a:ext uri="{FF2B5EF4-FFF2-40B4-BE49-F238E27FC236}">
                <a16:creationId xmlns:a16="http://schemas.microsoft.com/office/drawing/2014/main" id="{E074F022-AF57-A343-6392-0D6E46B72FC8}"/>
              </a:ext>
            </a:extLst>
          </p:cNvPr>
          <p:cNvSpPr>
            <a:spLocks noGrp="1"/>
          </p:cNvSpPr>
          <p:nvPr>
            <p:ph type="body" sz="quarter" idx="13" hasCustomPrompt="1"/>
          </p:nvPr>
        </p:nvSpPr>
        <p:spPr>
          <a:xfrm>
            <a:off x="550863" y="266219"/>
            <a:ext cx="3311705" cy="151264"/>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21" name="Text Placeholder 10">
            <a:extLst>
              <a:ext uri="{FF2B5EF4-FFF2-40B4-BE49-F238E27FC236}">
                <a16:creationId xmlns:a16="http://schemas.microsoft.com/office/drawing/2014/main" id="{7E3DC8FD-A28D-A2D9-AEC5-D5E216D2E82D}"/>
              </a:ext>
            </a:extLst>
          </p:cNvPr>
          <p:cNvSpPr>
            <a:spLocks noGrp="1"/>
          </p:cNvSpPr>
          <p:nvPr>
            <p:ph type="body" sz="quarter" idx="27"/>
          </p:nvPr>
        </p:nvSpPr>
        <p:spPr>
          <a:xfrm>
            <a:off x="4655841" y="1634285"/>
            <a:ext cx="6985298"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GB" dirty="0"/>
              <a:t>Click to edit Master text styles</a:t>
            </a:r>
          </a:p>
        </p:txBody>
      </p:sp>
      <p:sp>
        <p:nvSpPr>
          <p:cNvPr id="22" name="Content Placeholder 20">
            <a:extLst>
              <a:ext uri="{FF2B5EF4-FFF2-40B4-BE49-F238E27FC236}">
                <a16:creationId xmlns:a16="http://schemas.microsoft.com/office/drawing/2014/main" id="{F66DB537-77E8-C212-CBF4-66DA3B2452BD}"/>
              </a:ext>
            </a:extLst>
          </p:cNvPr>
          <p:cNvSpPr>
            <a:spLocks noGrp="1"/>
          </p:cNvSpPr>
          <p:nvPr>
            <p:ph sz="quarter" idx="28"/>
          </p:nvPr>
        </p:nvSpPr>
        <p:spPr>
          <a:xfrm>
            <a:off x="4655841" y="2132856"/>
            <a:ext cx="6985298"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1762357926"/>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Content 3">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FFDA5053-3D63-3C3B-F1E9-69CFF9FC43BA}"/>
              </a:ext>
            </a:extLst>
          </p:cNvPr>
          <p:cNvSpPr/>
          <p:nvPr userDrawn="1"/>
        </p:nvSpPr>
        <p:spPr>
          <a:xfrm rot="16200000" flipV="1">
            <a:off x="5715003" y="380999"/>
            <a:ext cx="6857998" cy="6096002"/>
          </a:xfrm>
          <a:prstGeom prst="rect">
            <a:avLst/>
          </a:prstGeom>
          <a:solidFill>
            <a:schemeClr val="accent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0" name="Group 37">
            <a:extLst>
              <a:ext uri="{FF2B5EF4-FFF2-40B4-BE49-F238E27FC236}">
                <a16:creationId xmlns:a16="http://schemas.microsoft.com/office/drawing/2014/main" id="{C7484E95-42C9-8DB4-CE16-9F65A190121F}"/>
              </a:ext>
            </a:extLst>
          </p:cNvPr>
          <p:cNvGrpSpPr/>
          <p:nvPr userDrawn="1"/>
        </p:nvGrpSpPr>
        <p:grpSpPr>
          <a:xfrm>
            <a:off x="11770322" y="176700"/>
            <a:ext cx="260230" cy="240782"/>
            <a:chOff x="5481638" y="2859088"/>
            <a:chExt cx="1231900" cy="1139825"/>
          </a:xfrm>
          <a:solidFill>
            <a:schemeClr val="bg1"/>
          </a:solidFill>
        </p:grpSpPr>
        <p:sp>
          <p:nvSpPr>
            <p:cNvPr id="21" name="Freeform 320">
              <a:extLst>
                <a:ext uri="{FF2B5EF4-FFF2-40B4-BE49-F238E27FC236}">
                  <a16:creationId xmlns:a16="http://schemas.microsoft.com/office/drawing/2014/main" id="{1A559A5A-FF5B-C4A1-FBB9-17F04B2572FB}"/>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321">
              <a:extLst>
                <a:ext uri="{FF2B5EF4-FFF2-40B4-BE49-F238E27FC236}">
                  <a16:creationId xmlns:a16="http://schemas.microsoft.com/office/drawing/2014/main" id="{AA3487D1-995C-B436-2407-E724FC0582FA}"/>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4" name="Date Placeholder 3">
            <a:extLst>
              <a:ext uri="{FF2B5EF4-FFF2-40B4-BE49-F238E27FC236}">
                <a16:creationId xmlns:a16="http://schemas.microsoft.com/office/drawing/2014/main" id="{358A13D8-885F-6258-82CC-EE1A7ED60DB2}"/>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6" name="Footer Placeholder 5">
            <a:extLst>
              <a:ext uri="{FF2B5EF4-FFF2-40B4-BE49-F238E27FC236}">
                <a16:creationId xmlns:a16="http://schemas.microsoft.com/office/drawing/2014/main" id="{F3CB3B34-F920-D8B3-B36B-15435A286DB2}"/>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7" name="Slide Number Placeholder 6">
            <a:extLst>
              <a:ext uri="{FF2B5EF4-FFF2-40B4-BE49-F238E27FC236}">
                <a16:creationId xmlns:a16="http://schemas.microsoft.com/office/drawing/2014/main" id="{D2B44653-FCDA-83BF-7377-AD5F2E69077A}"/>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5" name="Text Placeholder 9">
            <a:extLst>
              <a:ext uri="{FF2B5EF4-FFF2-40B4-BE49-F238E27FC236}">
                <a16:creationId xmlns:a16="http://schemas.microsoft.com/office/drawing/2014/main" id="{18C233D6-2D0C-8E0C-1DD4-241B0EF8FC92}"/>
              </a:ext>
            </a:extLst>
          </p:cNvPr>
          <p:cNvSpPr>
            <a:spLocks noGrp="1"/>
          </p:cNvSpPr>
          <p:nvPr>
            <p:ph type="body" sz="quarter" idx="22" hasCustomPrompt="1"/>
          </p:nvPr>
        </p:nvSpPr>
        <p:spPr>
          <a:xfrm>
            <a:off x="550200" y="1634286"/>
            <a:ext cx="5112568"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1" name="Title 4">
            <a:extLst>
              <a:ext uri="{FF2B5EF4-FFF2-40B4-BE49-F238E27FC236}">
                <a16:creationId xmlns:a16="http://schemas.microsoft.com/office/drawing/2014/main" id="{60BA4B7A-F31F-8B13-6750-FF26828A58FA}"/>
              </a:ext>
            </a:extLst>
          </p:cNvPr>
          <p:cNvSpPr>
            <a:spLocks noGrp="1"/>
          </p:cNvSpPr>
          <p:nvPr>
            <p:ph type="title"/>
          </p:nvPr>
        </p:nvSpPr>
        <p:spPr>
          <a:xfrm>
            <a:off x="551384" y="549274"/>
            <a:ext cx="5112568" cy="930372"/>
          </a:xfrm>
        </p:spPr>
        <p:txBody>
          <a:bodyPr/>
          <a:lstStyle/>
          <a:p>
            <a:r>
              <a:rPr lang="en-GB" dirty="0"/>
              <a:t>Click to edit Master title style</a:t>
            </a:r>
            <a:endParaRPr lang="en-US" dirty="0"/>
          </a:p>
        </p:txBody>
      </p:sp>
      <p:sp>
        <p:nvSpPr>
          <p:cNvPr id="12" name="Content Placeholder 5">
            <a:extLst>
              <a:ext uri="{FF2B5EF4-FFF2-40B4-BE49-F238E27FC236}">
                <a16:creationId xmlns:a16="http://schemas.microsoft.com/office/drawing/2014/main" id="{D773A188-0CD9-B8EB-B42A-B8749FCC6A66}"/>
              </a:ext>
            </a:extLst>
          </p:cNvPr>
          <p:cNvSpPr>
            <a:spLocks noGrp="1"/>
          </p:cNvSpPr>
          <p:nvPr>
            <p:ph sz="quarter" idx="31"/>
          </p:nvPr>
        </p:nvSpPr>
        <p:spPr>
          <a:xfrm>
            <a:off x="551384" y="2132856"/>
            <a:ext cx="5112568"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3" name="Text Placeholder 10">
            <a:extLst>
              <a:ext uri="{FF2B5EF4-FFF2-40B4-BE49-F238E27FC236}">
                <a16:creationId xmlns:a16="http://schemas.microsoft.com/office/drawing/2014/main" id="{AF1CCF01-B15C-AB11-922F-0D8F7E6CBB94}"/>
              </a:ext>
            </a:extLst>
          </p:cNvPr>
          <p:cNvSpPr>
            <a:spLocks noGrp="1"/>
          </p:cNvSpPr>
          <p:nvPr>
            <p:ph type="body" sz="quarter" idx="27"/>
          </p:nvPr>
        </p:nvSpPr>
        <p:spPr>
          <a:xfrm>
            <a:off x="6456039" y="1634286"/>
            <a:ext cx="5185099"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GB" dirty="0"/>
              <a:t>Click to edit Master text styles</a:t>
            </a:r>
          </a:p>
        </p:txBody>
      </p:sp>
      <p:sp>
        <p:nvSpPr>
          <p:cNvPr id="14" name="Content Placeholder 20">
            <a:extLst>
              <a:ext uri="{FF2B5EF4-FFF2-40B4-BE49-F238E27FC236}">
                <a16:creationId xmlns:a16="http://schemas.microsoft.com/office/drawing/2014/main" id="{5B3B476C-7882-0727-5556-613E2DB2A05F}"/>
              </a:ext>
            </a:extLst>
          </p:cNvPr>
          <p:cNvSpPr>
            <a:spLocks noGrp="1"/>
          </p:cNvSpPr>
          <p:nvPr>
            <p:ph sz="quarter" idx="28"/>
          </p:nvPr>
        </p:nvSpPr>
        <p:spPr>
          <a:xfrm>
            <a:off x="6456039" y="2132856"/>
            <a:ext cx="5185099"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3647414790"/>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Content 3 Chapterbox">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FFDA5053-3D63-3C3B-F1E9-69CFF9FC43BA}"/>
              </a:ext>
            </a:extLst>
          </p:cNvPr>
          <p:cNvSpPr/>
          <p:nvPr userDrawn="1"/>
        </p:nvSpPr>
        <p:spPr>
          <a:xfrm rot="16200000" flipV="1">
            <a:off x="5715003" y="381000"/>
            <a:ext cx="6857998" cy="6096002"/>
          </a:xfrm>
          <a:prstGeom prst="rect">
            <a:avLst/>
          </a:prstGeom>
          <a:solidFill>
            <a:schemeClr val="accent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0" name="Group 37">
            <a:extLst>
              <a:ext uri="{FF2B5EF4-FFF2-40B4-BE49-F238E27FC236}">
                <a16:creationId xmlns:a16="http://schemas.microsoft.com/office/drawing/2014/main" id="{C7484E95-42C9-8DB4-CE16-9F65A190121F}"/>
              </a:ext>
            </a:extLst>
          </p:cNvPr>
          <p:cNvGrpSpPr/>
          <p:nvPr userDrawn="1"/>
        </p:nvGrpSpPr>
        <p:grpSpPr>
          <a:xfrm>
            <a:off x="11770322" y="176700"/>
            <a:ext cx="260230" cy="240782"/>
            <a:chOff x="5481638" y="2859088"/>
            <a:chExt cx="1231900" cy="1139825"/>
          </a:xfrm>
          <a:solidFill>
            <a:schemeClr val="bg1"/>
          </a:solidFill>
        </p:grpSpPr>
        <p:sp>
          <p:nvSpPr>
            <p:cNvPr id="21" name="Freeform 320">
              <a:extLst>
                <a:ext uri="{FF2B5EF4-FFF2-40B4-BE49-F238E27FC236}">
                  <a16:creationId xmlns:a16="http://schemas.microsoft.com/office/drawing/2014/main" id="{1A559A5A-FF5B-C4A1-FBB9-17F04B2572FB}"/>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321">
              <a:extLst>
                <a:ext uri="{FF2B5EF4-FFF2-40B4-BE49-F238E27FC236}">
                  <a16:creationId xmlns:a16="http://schemas.microsoft.com/office/drawing/2014/main" id="{AA3487D1-995C-B436-2407-E724FC0582FA}"/>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4" name="Date Placeholder 3">
            <a:extLst>
              <a:ext uri="{FF2B5EF4-FFF2-40B4-BE49-F238E27FC236}">
                <a16:creationId xmlns:a16="http://schemas.microsoft.com/office/drawing/2014/main" id="{358A13D8-885F-6258-82CC-EE1A7ED60DB2}"/>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6" name="Footer Placeholder 5">
            <a:extLst>
              <a:ext uri="{FF2B5EF4-FFF2-40B4-BE49-F238E27FC236}">
                <a16:creationId xmlns:a16="http://schemas.microsoft.com/office/drawing/2014/main" id="{F3CB3B34-F920-D8B3-B36B-15435A286DB2}"/>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7" name="Slide Number Placeholder 6">
            <a:extLst>
              <a:ext uri="{FF2B5EF4-FFF2-40B4-BE49-F238E27FC236}">
                <a16:creationId xmlns:a16="http://schemas.microsoft.com/office/drawing/2014/main" id="{D2B44653-FCDA-83BF-7377-AD5F2E69077A}"/>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8" name="Text Placeholder 9">
            <a:extLst>
              <a:ext uri="{FF2B5EF4-FFF2-40B4-BE49-F238E27FC236}">
                <a16:creationId xmlns:a16="http://schemas.microsoft.com/office/drawing/2014/main" id="{6A7AAB05-4CE9-AC3E-316B-454FC65A69B9}"/>
              </a:ext>
            </a:extLst>
          </p:cNvPr>
          <p:cNvSpPr>
            <a:spLocks noGrp="1"/>
          </p:cNvSpPr>
          <p:nvPr>
            <p:ph type="body" sz="quarter" idx="22" hasCustomPrompt="1"/>
          </p:nvPr>
        </p:nvSpPr>
        <p:spPr>
          <a:xfrm>
            <a:off x="550200" y="1634286"/>
            <a:ext cx="5112568"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2" name="Title 4">
            <a:extLst>
              <a:ext uri="{FF2B5EF4-FFF2-40B4-BE49-F238E27FC236}">
                <a16:creationId xmlns:a16="http://schemas.microsoft.com/office/drawing/2014/main" id="{5B64DD5D-5EE1-AFA3-B5E1-4191F5AD6284}"/>
              </a:ext>
            </a:extLst>
          </p:cNvPr>
          <p:cNvSpPr>
            <a:spLocks noGrp="1"/>
          </p:cNvSpPr>
          <p:nvPr>
            <p:ph type="title"/>
          </p:nvPr>
        </p:nvSpPr>
        <p:spPr>
          <a:xfrm>
            <a:off x="551384" y="549274"/>
            <a:ext cx="5112568" cy="930372"/>
          </a:xfrm>
        </p:spPr>
        <p:txBody>
          <a:bodyPr/>
          <a:lstStyle/>
          <a:p>
            <a:r>
              <a:rPr lang="en-GB" dirty="0"/>
              <a:t>Click to edit Master title style</a:t>
            </a:r>
            <a:endParaRPr lang="en-US" dirty="0"/>
          </a:p>
        </p:txBody>
      </p:sp>
      <p:sp>
        <p:nvSpPr>
          <p:cNvPr id="13" name="Content Placeholder 5">
            <a:extLst>
              <a:ext uri="{FF2B5EF4-FFF2-40B4-BE49-F238E27FC236}">
                <a16:creationId xmlns:a16="http://schemas.microsoft.com/office/drawing/2014/main" id="{AF358BD1-48B8-3F71-91BB-E93C439A3B1D}"/>
              </a:ext>
            </a:extLst>
          </p:cNvPr>
          <p:cNvSpPr>
            <a:spLocks noGrp="1"/>
          </p:cNvSpPr>
          <p:nvPr>
            <p:ph sz="quarter" idx="31"/>
          </p:nvPr>
        </p:nvSpPr>
        <p:spPr>
          <a:xfrm>
            <a:off x="551384" y="2132856"/>
            <a:ext cx="5112568"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7" name="Chapter Placeholder 2">
            <a:extLst>
              <a:ext uri="{FF2B5EF4-FFF2-40B4-BE49-F238E27FC236}">
                <a16:creationId xmlns:a16="http://schemas.microsoft.com/office/drawing/2014/main" id="{D8AE0815-7AED-0C36-6BE2-C283E7C12D3A}"/>
              </a:ext>
            </a:extLst>
          </p:cNvPr>
          <p:cNvSpPr>
            <a:spLocks noGrp="1"/>
          </p:cNvSpPr>
          <p:nvPr>
            <p:ph type="body" sz="quarter" idx="13" hasCustomPrompt="1"/>
          </p:nvPr>
        </p:nvSpPr>
        <p:spPr>
          <a:xfrm>
            <a:off x="550863" y="266219"/>
            <a:ext cx="5111545" cy="151264"/>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18" name="Text Placeholder 10">
            <a:extLst>
              <a:ext uri="{FF2B5EF4-FFF2-40B4-BE49-F238E27FC236}">
                <a16:creationId xmlns:a16="http://schemas.microsoft.com/office/drawing/2014/main" id="{C93206F1-90E6-514D-B267-17DD0D613FB5}"/>
              </a:ext>
            </a:extLst>
          </p:cNvPr>
          <p:cNvSpPr>
            <a:spLocks noGrp="1"/>
          </p:cNvSpPr>
          <p:nvPr>
            <p:ph type="body" sz="quarter" idx="27"/>
          </p:nvPr>
        </p:nvSpPr>
        <p:spPr>
          <a:xfrm>
            <a:off x="6456039" y="1634286"/>
            <a:ext cx="5185099"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GB" dirty="0"/>
              <a:t>Click to edit Master text styles</a:t>
            </a:r>
          </a:p>
        </p:txBody>
      </p:sp>
      <p:sp>
        <p:nvSpPr>
          <p:cNvPr id="19" name="Content Placeholder 20">
            <a:extLst>
              <a:ext uri="{FF2B5EF4-FFF2-40B4-BE49-F238E27FC236}">
                <a16:creationId xmlns:a16="http://schemas.microsoft.com/office/drawing/2014/main" id="{90F7B515-3BE3-A8EE-A9DD-F0586073A23E}"/>
              </a:ext>
            </a:extLst>
          </p:cNvPr>
          <p:cNvSpPr>
            <a:spLocks noGrp="1"/>
          </p:cNvSpPr>
          <p:nvPr>
            <p:ph sz="quarter" idx="28"/>
          </p:nvPr>
        </p:nvSpPr>
        <p:spPr>
          <a:xfrm>
            <a:off x="6456039" y="2132856"/>
            <a:ext cx="5185099"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3363163985"/>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Content 4">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6900C123-9D30-0EBC-5FF8-AB8833A92E04}"/>
              </a:ext>
            </a:extLst>
          </p:cNvPr>
          <p:cNvSpPr/>
          <p:nvPr userDrawn="1"/>
        </p:nvSpPr>
        <p:spPr>
          <a:xfrm rot="16200000" flipV="1">
            <a:off x="6640013" y="1306009"/>
            <a:ext cx="6857998" cy="4245983"/>
          </a:xfrm>
          <a:prstGeom prst="rect">
            <a:avLst/>
          </a:prstGeom>
          <a:solidFill>
            <a:schemeClr val="accent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18" name="Group 37">
            <a:extLst>
              <a:ext uri="{FF2B5EF4-FFF2-40B4-BE49-F238E27FC236}">
                <a16:creationId xmlns:a16="http://schemas.microsoft.com/office/drawing/2014/main" id="{EAB09A99-143F-FC31-39FF-7DF7B4ACA5CF}"/>
              </a:ext>
            </a:extLst>
          </p:cNvPr>
          <p:cNvGrpSpPr/>
          <p:nvPr userDrawn="1"/>
        </p:nvGrpSpPr>
        <p:grpSpPr>
          <a:xfrm>
            <a:off x="11770322" y="176700"/>
            <a:ext cx="260230" cy="240782"/>
            <a:chOff x="5481638" y="2859088"/>
            <a:chExt cx="1231900" cy="1139825"/>
          </a:xfrm>
          <a:solidFill>
            <a:schemeClr val="bg1"/>
          </a:solidFill>
        </p:grpSpPr>
        <p:sp>
          <p:nvSpPr>
            <p:cNvPr id="19" name="Freeform 320">
              <a:extLst>
                <a:ext uri="{FF2B5EF4-FFF2-40B4-BE49-F238E27FC236}">
                  <a16:creationId xmlns:a16="http://schemas.microsoft.com/office/drawing/2014/main" id="{87F6F8F7-5BC0-8EDE-8130-67B046E555CF}"/>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 name="Freeform 321">
              <a:extLst>
                <a:ext uri="{FF2B5EF4-FFF2-40B4-BE49-F238E27FC236}">
                  <a16:creationId xmlns:a16="http://schemas.microsoft.com/office/drawing/2014/main" id="{59BC8A90-2223-E3B3-3D95-0EBCFB812F23}"/>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545F7198-C878-E20D-1FB2-E42A8A78A28C}"/>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8F3B15C5-4190-C7AB-2CDF-2D3ACCBB15A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65F939E0-4FD6-2BB5-5421-0B506A62A78F}"/>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8" name="Text Placeholder 9">
            <a:extLst>
              <a:ext uri="{FF2B5EF4-FFF2-40B4-BE49-F238E27FC236}">
                <a16:creationId xmlns:a16="http://schemas.microsoft.com/office/drawing/2014/main" id="{6B0BA9AA-540C-4002-8E56-463450049974}"/>
              </a:ext>
            </a:extLst>
          </p:cNvPr>
          <p:cNvSpPr>
            <a:spLocks noGrp="1"/>
          </p:cNvSpPr>
          <p:nvPr>
            <p:ph type="body" sz="quarter" idx="22" hasCustomPrompt="1"/>
          </p:nvPr>
        </p:nvSpPr>
        <p:spPr>
          <a:xfrm>
            <a:off x="550200" y="1634286"/>
            <a:ext cx="69847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1" name="Title 4">
            <a:extLst>
              <a:ext uri="{FF2B5EF4-FFF2-40B4-BE49-F238E27FC236}">
                <a16:creationId xmlns:a16="http://schemas.microsoft.com/office/drawing/2014/main" id="{A6045D3C-82AA-9FBB-411F-0E5C0781535F}"/>
              </a:ext>
            </a:extLst>
          </p:cNvPr>
          <p:cNvSpPr>
            <a:spLocks noGrp="1"/>
          </p:cNvSpPr>
          <p:nvPr>
            <p:ph type="title"/>
          </p:nvPr>
        </p:nvSpPr>
        <p:spPr>
          <a:xfrm>
            <a:off x="551384" y="549274"/>
            <a:ext cx="6984776" cy="930372"/>
          </a:xfrm>
        </p:spPr>
        <p:txBody>
          <a:bodyPr/>
          <a:lstStyle/>
          <a:p>
            <a:r>
              <a:rPr lang="en-GB" dirty="0"/>
              <a:t>Click to edit Master title style</a:t>
            </a:r>
            <a:endParaRPr lang="en-US" dirty="0"/>
          </a:p>
        </p:txBody>
      </p:sp>
      <p:sp>
        <p:nvSpPr>
          <p:cNvPr id="13" name="Content Placeholder 5">
            <a:extLst>
              <a:ext uri="{FF2B5EF4-FFF2-40B4-BE49-F238E27FC236}">
                <a16:creationId xmlns:a16="http://schemas.microsoft.com/office/drawing/2014/main" id="{22EA42D5-0B57-E8B5-A88B-761A9FAE6AB0}"/>
              </a:ext>
            </a:extLst>
          </p:cNvPr>
          <p:cNvSpPr>
            <a:spLocks noGrp="1"/>
          </p:cNvSpPr>
          <p:nvPr>
            <p:ph sz="quarter" idx="31"/>
          </p:nvPr>
        </p:nvSpPr>
        <p:spPr>
          <a:xfrm>
            <a:off x="551384" y="2132856"/>
            <a:ext cx="69847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4" name="Text Placeholder 10">
            <a:extLst>
              <a:ext uri="{FF2B5EF4-FFF2-40B4-BE49-F238E27FC236}">
                <a16:creationId xmlns:a16="http://schemas.microsoft.com/office/drawing/2014/main" id="{575E82EC-A458-5386-A6C2-3DA2181C3D7A}"/>
              </a:ext>
            </a:extLst>
          </p:cNvPr>
          <p:cNvSpPr>
            <a:spLocks noGrp="1"/>
          </p:cNvSpPr>
          <p:nvPr>
            <p:ph type="body" sz="quarter" idx="27" hasCustomPrompt="1"/>
          </p:nvPr>
        </p:nvSpPr>
        <p:spPr>
          <a:xfrm>
            <a:off x="8256241" y="1634285"/>
            <a:ext cx="3384898"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GB" dirty="0"/>
              <a:t>Click to edit Master styles</a:t>
            </a:r>
          </a:p>
        </p:txBody>
      </p:sp>
      <p:sp>
        <p:nvSpPr>
          <p:cNvPr id="15" name="Content Placeholder 20">
            <a:extLst>
              <a:ext uri="{FF2B5EF4-FFF2-40B4-BE49-F238E27FC236}">
                <a16:creationId xmlns:a16="http://schemas.microsoft.com/office/drawing/2014/main" id="{1A6968A6-FB6E-BB74-1AD4-19A563FF60BE}"/>
              </a:ext>
            </a:extLst>
          </p:cNvPr>
          <p:cNvSpPr>
            <a:spLocks noGrp="1"/>
          </p:cNvSpPr>
          <p:nvPr>
            <p:ph sz="quarter" idx="28"/>
          </p:nvPr>
        </p:nvSpPr>
        <p:spPr>
          <a:xfrm>
            <a:off x="8256241" y="2132856"/>
            <a:ext cx="3384898"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1607203536"/>
      </p:ext>
    </p:extLst>
  </p:cSld>
  <p:clrMapOvr>
    <a:overrideClrMapping bg1="lt1" tx1="dk1" bg2="lt2" tx2="dk2" accent1="accent1" accent2="accent2" accent3="accent3" accent4="accent4" accent5="accent5" accent6="accent6" hlink="hlink" folHlink="folHlink"/>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Content 4 Chapterbox">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6900C123-9D30-0EBC-5FF8-AB8833A92E04}"/>
              </a:ext>
            </a:extLst>
          </p:cNvPr>
          <p:cNvSpPr/>
          <p:nvPr userDrawn="1"/>
        </p:nvSpPr>
        <p:spPr>
          <a:xfrm rot="16200000" flipV="1">
            <a:off x="6640013" y="1306009"/>
            <a:ext cx="6857998" cy="4245983"/>
          </a:xfrm>
          <a:prstGeom prst="rect">
            <a:avLst/>
          </a:prstGeom>
          <a:solidFill>
            <a:schemeClr val="accent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18" name="Group 37">
            <a:extLst>
              <a:ext uri="{FF2B5EF4-FFF2-40B4-BE49-F238E27FC236}">
                <a16:creationId xmlns:a16="http://schemas.microsoft.com/office/drawing/2014/main" id="{EAB09A99-143F-FC31-39FF-7DF7B4ACA5CF}"/>
              </a:ext>
            </a:extLst>
          </p:cNvPr>
          <p:cNvGrpSpPr/>
          <p:nvPr userDrawn="1"/>
        </p:nvGrpSpPr>
        <p:grpSpPr>
          <a:xfrm>
            <a:off x="11770322" y="176700"/>
            <a:ext cx="260230" cy="240782"/>
            <a:chOff x="5481638" y="2859088"/>
            <a:chExt cx="1231900" cy="1139825"/>
          </a:xfrm>
          <a:solidFill>
            <a:schemeClr val="bg1"/>
          </a:solidFill>
        </p:grpSpPr>
        <p:sp>
          <p:nvSpPr>
            <p:cNvPr id="19" name="Freeform 320">
              <a:extLst>
                <a:ext uri="{FF2B5EF4-FFF2-40B4-BE49-F238E27FC236}">
                  <a16:creationId xmlns:a16="http://schemas.microsoft.com/office/drawing/2014/main" id="{87F6F8F7-5BC0-8EDE-8130-67B046E555CF}"/>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 name="Freeform 321">
              <a:extLst>
                <a:ext uri="{FF2B5EF4-FFF2-40B4-BE49-F238E27FC236}">
                  <a16:creationId xmlns:a16="http://schemas.microsoft.com/office/drawing/2014/main" id="{59BC8A90-2223-E3B3-3D95-0EBCFB812F23}"/>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545F7198-C878-E20D-1FB2-E42A8A78A28C}"/>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8F3B15C5-4190-C7AB-2CDF-2D3ACCBB15A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65F939E0-4FD6-2BB5-5421-0B506A62A78F}"/>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8" name="Text Placeholder 9">
            <a:extLst>
              <a:ext uri="{FF2B5EF4-FFF2-40B4-BE49-F238E27FC236}">
                <a16:creationId xmlns:a16="http://schemas.microsoft.com/office/drawing/2014/main" id="{5674A409-7F6D-1AD9-F702-6ED510ACC0C5}"/>
              </a:ext>
            </a:extLst>
          </p:cNvPr>
          <p:cNvSpPr>
            <a:spLocks noGrp="1"/>
          </p:cNvSpPr>
          <p:nvPr>
            <p:ph type="body" sz="quarter" idx="22" hasCustomPrompt="1"/>
          </p:nvPr>
        </p:nvSpPr>
        <p:spPr>
          <a:xfrm>
            <a:off x="550200" y="1634286"/>
            <a:ext cx="69847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3" name="Title 4">
            <a:extLst>
              <a:ext uri="{FF2B5EF4-FFF2-40B4-BE49-F238E27FC236}">
                <a16:creationId xmlns:a16="http://schemas.microsoft.com/office/drawing/2014/main" id="{95409989-1A02-4E5D-CD8F-48682E3303A8}"/>
              </a:ext>
            </a:extLst>
          </p:cNvPr>
          <p:cNvSpPr>
            <a:spLocks noGrp="1"/>
          </p:cNvSpPr>
          <p:nvPr>
            <p:ph type="title"/>
          </p:nvPr>
        </p:nvSpPr>
        <p:spPr>
          <a:xfrm>
            <a:off x="551384" y="549274"/>
            <a:ext cx="6984776" cy="930372"/>
          </a:xfrm>
        </p:spPr>
        <p:txBody>
          <a:bodyPr/>
          <a:lstStyle/>
          <a:p>
            <a:r>
              <a:rPr lang="en-GB" dirty="0"/>
              <a:t>Click to edit Master title style</a:t>
            </a:r>
            <a:endParaRPr lang="en-US" dirty="0"/>
          </a:p>
        </p:txBody>
      </p:sp>
      <p:sp>
        <p:nvSpPr>
          <p:cNvPr id="14" name="Content Placeholder 5">
            <a:extLst>
              <a:ext uri="{FF2B5EF4-FFF2-40B4-BE49-F238E27FC236}">
                <a16:creationId xmlns:a16="http://schemas.microsoft.com/office/drawing/2014/main" id="{2DCCEE90-31CC-A4DC-B3C5-AC9C060D465F}"/>
              </a:ext>
            </a:extLst>
          </p:cNvPr>
          <p:cNvSpPr>
            <a:spLocks noGrp="1"/>
          </p:cNvSpPr>
          <p:nvPr>
            <p:ph sz="quarter" idx="31"/>
          </p:nvPr>
        </p:nvSpPr>
        <p:spPr>
          <a:xfrm>
            <a:off x="551384" y="2132856"/>
            <a:ext cx="69847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7" name="Chapter Placeholder 2">
            <a:extLst>
              <a:ext uri="{FF2B5EF4-FFF2-40B4-BE49-F238E27FC236}">
                <a16:creationId xmlns:a16="http://schemas.microsoft.com/office/drawing/2014/main" id="{936A02BE-C247-1A36-501E-9055834626A1}"/>
              </a:ext>
            </a:extLst>
          </p:cNvPr>
          <p:cNvSpPr>
            <a:spLocks noGrp="1"/>
          </p:cNvSpPr>
          <p:nvPr>
            <p:ph type="body" sz="quarter" idx="13" hasCustomPrompt="1"/>
          </p:nvPr>
        </p:nvSpPr>
        <p:spPr>
          <a:xfrm>
            <a:off x="550863" y="266219"/>
            <a:ext cx="6983378" cy="151264"/>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21" name="Text Placeholder 10">
            <a:extLst>
              <a:ext uri="{FF2B5EF4-FFF2-40B4-BE49-F238E27FC236}">
                <a16:creationId xmlns:a16="http://schemas.microsoft.com/office/drawing/2014/main" id="{8E6176E4-C366-0C4A-3228-B3F6A06E86C0}"/>
              </a:ext>
            </a:extLst>
          </p:cNvPr>
          <p:cNvSpPr>
            <a:spLocks noGrp="1"/>
          </p:cNvSpPr>
          <p:nvPr>
            <p:ph type="body" sz="quarter" idx="27" hasCustomPrompt="1"/>
          </p:nvPr>
        </p:nvSpPr>
        <p:spPr>
          <a:xfrm>
            <a:off x="8256241" y="1634285"/>
            <a:ext cx="3384898"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GB" dirty="0"/>
              <a:t>Click to edit Master styles</a:t>
            </a:r>
          </a:p>
        </p:txBody>
      </p:sp>
      <p:sp>
        <p:nvSpPr>
          <p:cNvPr id="22" name="Content Placeholder 20">
            <a:extLst>
              <a:ext uri="{FF2B5EF4-FFF2-40B4-BE49-F238E27FC236}">
                <a16:creationId xmlns:a16="http://schemas.microsoft.com/office/drawing/2014/main" id="{443E2F45-FAB8-64D4-8813-70E1FD5F915C}"/>
              </a:ext>
            </a:extLst>
          </p:cNvPr>
          <p:cNvSpPr>
            <a:spLocks noGrp="1"/>
          </p:cNvSpPr>
          <p:nvPr>
            <p:ph sz="quarter" idx="28"/>
          </p:nvPr>
        </p:nvSpPr>
        <p:spPr>
          <a:xfrm>
            <a:off x="8256241" y="2132856"/>
            <a:ext cx="3384898"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2485957409"/>
      </p:ext>
    </p:extLst>
  </p:cSld>
  <p:clrMapOvr>
    <a:overrideClrMapping bg1="lt1" tx1="dk1" bg2="lt2" tx2="dk2" accent1="accent1" accent2="accent2" accent3="accent3" accent4="accent4" accent5="accent5" accent6="accent6" hlink="hlink" folHlink="folHlink"/>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userDrawn="1">
  <p:cSld name="Content 5">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AAEFDD5A-0E10-35E6-046E-79E61257DDF1}"/>
              </a:ext>
            </a:extLst>
          </p:cNvPr>
          <p:cNvSpPr/>
          <p:nvPr userDrawn="1"/>
        </p:nvSpPr>
        <p:spPr>
          <a:xfrm rot="16200000" flipV="1">
            <a:off x="7103001" y="1768998"/>
            <a:ext cx="6857998" cy="3320006"/>
          </a:xfrm>
          <a:prstGeom prst="rect">
            <a:avLst/>
          </a:prstGeom>
          <a:solidFill>
            <a:schemeClr val="accent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0" name="Group 37">
            <a:extLst>
              <a:ext uri="{FF2B5EF4-FFF2-40B4-BE49-F238E27FC236}">
                <a16:creationId xmlns:a16="http://schemas.microsoft.com/office/drawing/2014/main" id="{AA1EA1F2-A678-B9A4-119A-DA3923B39A3A}"/>
              </a:ext>
            </a:extLst>
          </p:cNvPr>
          <p:cNvGrpSpPr/>
          <p:nvPr userDrawn="1"/>
        </p:nvGrpSpPr>
        <p:grpSpPr>
          <a:xfrm>
            <a:off x="11770322" y="176700"/>
            <a:ext cx="260230" cy="240782"/>
            <a:chOff x="5481638" y="2859088"/>
            <a:chExt cx="1231900" cy="1139825"/>
          </a:xfrm>
          <a:solidFill>
            <a:schemeClr val="bg1"/>
          </a:solidFill>
        </p:grpSpPr>
        <p:sp>
          <p:nvSpPr>
            <p:cNvPr id="21" name="Freeform 320">
              <a:extLst>
                <a:ext uri="{FF2B5EF4-FFF2-40B4-BE49-F238E27FC236}">
                  <a16:creationId xmlns:a16="http://schemas.microsoft.com/office/drawing/2014/main" id="{F2CAAAB8-8F85-36D6-90A3-F9EF7CA3A4F1}"/>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321">
              <a:extLst>
                <a:ext uri="{FF2B5EF4-FFF2-40B4-BE49-F238E27FC236}">
                  <a16:creationId xmlns:a16="http://schemas.microsoft.com/office/drawing/2014/main" id="{5CFC2EFB-5E04-2EE5-FF07-1211D0C87D5E}"/>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2" name="Date Placeholder 1">
            <a:extLst>
              <a:ext uri="{FF2B5EF4-FFF2-40B4-BE49-F238E27FC236}">
                <a16:creationId xmlns:a16="http://schemas.microsoft.com/office/drawing/2014/main" id="{2B8F9C6F-5E55-F6B7-39D2-CF5A9A6F84BD}"/>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230850CD-89CD-C34B-151D-32B983A0A5B1}"/>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C3F4590F-315C-56B0-3B3E-63266FA764B6}"/>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5" name="Text Placeholder 9">
            <a:extLst>
              <a:ext uri="{FF2B5EF4-FFF2-40B4-BE49-F238E27FC236}">
                <a16:creationId xmlns:a16="http://schemas.microsoft.com/office/drawing/2014/main" id="{A3C12292-D642-1BE3-E468-46FE0A608B11}"/>
              </a:ext>
            </a:extLst>
          </p:cNvPr>
          <p:cNvSpPr>
            <a:spLocks noGrp="1"/>
          </p:cNvSpPr>
          <p:nvPr>
            <p:ph type="body" sz="quarter" idx="22" hasCustomPrompt="1"/>
          </p:nvPr>
        </p:nvSpPr>
        <p:spPr>
          <a:xfrm>
            <a:off x="550200" y="1634286"/>
            <a:ext cx="7920880"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9" name="Title 4">
            <a:extLst>
              <a:ext uri="{FF2B5EF4-FFF2-40B4-BE49-F238E27FC236}">
                <a16:creationId xmlns:a16="http://schemas.microsoft.com/office/drawing/2014/main" id="{3A6298A3-5BA7-7C5B-21A4-6C4B53E49E7C}"/>
              </a:ext>
            </a:extLst>
          </p:cNvPr>
          <p:cNvSpPr>
            <a:spLocks noGrp="1"/>
          </p:cNvSpPr>
          <p:nvPr>
            <p:ph type="title"/>
          </p:nvPr>
        </p:nvSpPr>
        <p:spPr>
          <a:xfrm>
            <a:off x="551384" y="549274"/>
            <a:ext cx="7920880" cy="930372"/>
          </a:xfrm>
        </p:spPr>
        <p:txBody>
          <a:bodyPr/>
          <a:lstStyle/>
          <a:p>
            <a:r>
              <a:rPr lang="en-GB" dirty="0"/>
              <a:t>Click to edit Master title style</a:t>
            </a:r>
            <a:endParaRPr lang="en-US" dirty="0"/>
          </a:p>
        </p:txBody>
      </p:sp>
      <p:sp>
        <p:nvSpPr>
          <p:cNvPr id="11" name="Content Placeholder 5">
            <a:extLst>
              <a:ext uri="{FF2B5EF4-FFF2-40B4-BE49-F238E27FC236}">
                <a16:creationId xmlns:a16="http://schemas.microsoft.com/office/drawing/2014/main" id="{622159DC-E7B5-707A-2179-D2FF6F1EA018}"/>
              </a:ext>
            </a:extLst>
          </p:cNvPr>
          <p:cNvSpPr>
            <a:spLocks noGrp="1"/>
          </p:cNvSpPr>
          <p:nvPr>
            <p:ph sz="quarter" idx="31"/>
          </p:nvPr>
        </p:nvSpPr>
        <p:spPr>
          <a:xfrm>
            <a:off x="551384" y="2132856"/>
            <a:ext cx="7920880"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3" name="Text Placeholder 10">
            <a:extLst>
              <a:ext uri="{FF2B5EF4-FFF2-40B4-BE49-F238E27FC236}">
                <a16:creationId xmlns:a16="http://schemas.microsoft.com/office/drawing/2014/main" id="{BC3B80F0-7CE1-0736-F8FB-8A0BB28B3596}"/>
              </a:ext>
            </a:extLst>
          </p:cNvPr>
          <p:cNvSpPr>
            <a:spLocks noGrp="1"/>
          </p:cNvSpPr>
          <p:nvPr>
            <p:ph type="body" sz="quarter" idx="27"/>
          </p:nvPr>
        </p:nvSpPr>
        <p:spPr>
          <a:xfrm>
            <a:off x="9192343" y="1634286"/>
            <a:ext cx="2448795"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GB" dirty="0"/>
              <a:t>Click to edit Master</a:t>
            </a:r>
          </a:p>
        </p:txBody>
      </p:sp>
      <p:sp>
        <p:nvSpPr>
          <p:cNvPr id="14" name="Content Placeholder 20">
            <a:extLst>
              <a:ext uri="{FF2B5EF4-FFF2-40B4-BE49-F238E27FC236}">
                <a16:creationId xmlns:a16="http://schemas.microsoft.com/office/drawing/2014/main" id="{F6FCBD51-804B-9A60-0E33-BAC77E369253}"/>
              </a:ext>
            </a:extLst>
          </p:cNvPr>
          <p:cNvSpPr>
            <a:spLocks noGrp="1"/>
          </p:cNvSpPr>
          <p:nvPr>
            <p:ph sz="quarter" idx="28"/>
          </p:nvPr>
        </p:nvSpPr>
        <p:spPr>
          <a:xfrm>
            <a:off x="9192343" y="2132856"/>
            <a:ext cx="2448795"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1257000305"/>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preserve="1" userDrawn="1">
  <p:cSld name="Content 5 Chapterbox">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AAEFDD5A-0E10-35E6-046E-79E61257DDF1}"/>
              </a:ext>
            </a:extLst>
          </p:cNvPr>
          <p:cNvSpPr/>
          <p:nvPr userDrawn="1"/>
        </p:nvSpPr>
        <p:spPr>
          <a:xfrm rot="16200000" flipV="1">
            <a:off x="7103001" y="1768998"/>
            <a:ext cx="6857998" cy="3320006"/>
          </a:xfrm>
          <a:prstGeom prst="rect">
            <a:avLst/>
          </a:prstGeom>
          <a:solidFill>
            <a:schemeClr val="accent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0" name="Group 37">
            <a:extLst>
              <a:ext uri="{FF2B5EF4-FFF2-40B4-BE49-F238E27FC236}">
                <a16:creationId xmlns:a16="http://schemas.microsoft.com/office/drawing/2014/main" id="{AA1EA1F2-A678-B9A4-119A-DA3923B39A3A}"/>
              </a:ext>
            </a:extLst>
          </p:cNvPr>
          <p:cNvGrpSpPr/>
          <p:nvPr userDrawn="1"/>
        </p:nvGrpSpPr>
        <p:grpSpPr>
          <a:xfrm>
            <a:off x="11770322" y="176700"/>
            <a:ext cx="260230" cy="240782"/>
            <a:chOff x="5481638" y="2859088"/>
            <a:chExt cx="1231900" cy="1139825"/>
          </a:xfrm>
          <a:solidFill>
            <a:schemeClr val="bg1"/>
          </a:solidFill>
        </p:grpSpPr>
        <p:sp>
          <p:nvSpPr>
            <p:cNvPr id="21" name="Freeform 320">
              <a:extLst>
                <a:ext uri="{FF2B5EF4-FFF2-40B4-BE49-F238E27FC236}">
                  <a16:creationId xmlns:a16="http://schemas.microsoft.com/office/drawing/2014/main" id="{F2CAAAB8-8F85-36D6-90A3-F9EF7CA3A4F1}"/>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321">
              <a:extLst>
                <a:ext uri="{FF2B5EF4-FFF2-40B4-BE49-F238E27FC236}">
                  <a16:creationId xmlns:a16="http://schemas.microsoft.com/office/drawing/2014/main" id="{5CFC2EFB-5E04-2EE5-FF07-1211D0C87D5E}"/>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2" name="Date Placeholder 1">
            <a:extLst>
              <a:ext uri="{FF2B5EF4-FFF2-40B4-BE49-F238E27FC236}">
                <a16:creationId xmlns:a16="http://schemas.microsoft.com/office/drawing/2014/main" id="{2B8F9C6F-5E55-F6B7-39D2-CF5A9A6F84BD}"/>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230850CD-89CD-C34B-151D-32B983A0A5B1}"/>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C3F4590F-315C-56B0-3B3E-63266FA764B6}"/>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5" name="Text Placeholder 9">
            <a:extLst>
              <a:ext uri="{FF2B5EF4-FFF2-40B4-BE49-F238E27FC236}">
                <a16:creationId xmlns:a16="http://schemas.microsoft.com/office/drawing/2014/main" id="{BCEAD7CF-8D5F-9D27-DAA7-A07F7955B195}"/>
              </a:ext>
            </a:extLst>
          </p:cNvPr>
          <p:cNvSpPr>
            <a:spLocks noGrp="1"/>
          </p:cNvSpPr>
          <p:nvPr>
            <p:ph type="body" sz="quarter" idx="22" hasCustomPrompt="1"/>
          </p:nvPr>
        </p:nvSpPr>
        <p:spPr>
          <a:xfrm>
            <a:off x="550200" y="1634286"/>
            <a:ext cx="7920880"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1" name="Title 4">
            <a:extLst>
              <a:ext uri="{FF2B5EF4-FFF2-40B4-BE49-F238E27FC236}">
                <a16:creationId xmlns:a16="http://schemas.microsoft.com/office/drawing/2014/main" id="{1687478E-90A1-8034-63B7-7A1B82264DB2}"/>
              </a:ext>
            </a:extLst>
          </p:cNvPr>
          <p:cNvSpPr>
            <a:spLocks noGrp="1"/>
          </p:cNvSpPr>
          <p:nvPr>
            <p:ph type="title"/>
          </p:nvPr>
        </p:nvSpPr>
        <p:spPr>
          <a:xfrm>
            <a:off x="551384" y="549274"/>
            <a:ext cx="7920880" cy="930372"/>
          </a:xfrm>
        </p:spPr>
        <p:txBody>
          <a:bodyPr/>
          <a:lstStyle/>
          <a:p>
            <a:r>
              <a:rPr lang="en-GB" dirty="0"/>
              <a:t>Click to edit Master title style</a:t>
            </a:r>
            <a:endParaRPr lang="en-US" dirty="0"/>
          </a:p>
        </p:txBody>
      </p:sp>
      <p:sp>
        <p:nvSpPr>
          <p:cNvPr id="13" name="Content Placeholder 5">
            <a:extLst>
              <a:ext uri="{FF2B5EF4-FFF2-40B4-BE49-F238E27FC236}">
                <a16:creationId xmlns:a16="http://schemas.microsoft.com/office/drawing/2014/main" id="{D7E86C30-BE00-9D17-EF57-8697C0BFB4C3}"/>
              </a:ext>
            </a:extLst>
          </p:cNvPr>
          <p:cNvSpPr>
            <a:spLocks noGrp="1"/>
          </p:cNvSpPr>
          <p:nvPr>
            <p:ph sz="quarter" idx="31"/>
          </p:nvPr>
        </p:nvSpPr>
        <p:spPr>
          <a:xfrm>
            <a:off x="551384" y="2132856"/>
            <a:ext cx="7920880"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7" name="Chapter Placeholder 2">
            <a:extLst>
              <a:ext uri="{FF2B5EF4-FFF2-40B4-BE49-F238E27FC236}">
                <a16:creationId xmlns:a16="http://schemas.microsoft.com/office/drawing/2014/main" id="{6A5C8B01-3717-91CF-FD0F-5EED379422B7}"/>
              </a:ext>
            </a:extLst>
          </p:cNvPr>
          <p:cNvSpPr>
            <a:spLocks noGrp="1"/>
          </p:cNvSpPr>
          <p:nvPr>
            <p:ph type="body" sz="quarter" idx="13" hasCustomPrompt="1"/>
          </p:nvPr>
        </p:nvSpPr>
        <p:spPr>
          <a:xfrm>
            <a:off x="550862" y="266219"/>
            <a:ext cx="7919295" cy="151264"/>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18" name="Text Placeholder 10">
            <a:extLst>
              <a:ext uri="{FF2B5EF4-FFF2-40B4-BE49-F238E27FC236}">
                <a16:creationId xmlns:a16="http://schemas.microsoft.com/office/drawing/2014/main" id="{AE8E5894-5F63-308E-5147-5E3E33440D95}"/>
              </a:ext>
            </a:extLst>
          </p:cNvPr>
          <p:cNvSpPr>
            <a:spLocks noGrp="1"/>
          </p:cNvSpPr>
          <p:nvPr>
            <p:ph type="body" sz="quarter" idx="27"/>
          </p:nvPr>
        </p:nvSpPr>
        <p:spPr>
          <a:xfrm>
            <a:off x="9192343" y="1634286"/>
            <a:ext cx="2448795"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GB" dirty="0"/>
              <a:t>Click to edit Master</a:t>
            </a:r>
          </a:p>
        </p:txBody>
      </p:sp>
      <p:sp>
        <p:nvSpPr>
          <p:cNvPr id="19" name="Content Placeholder 20">
            <a:extLst>
              <a:ext uri="{FF2B5EF4-FFF2-40B4-BE49-F238E27FC236}">
                <a16:creationId xmlns:a16="http://schemas.microsoft.com/office/drawing/2014/main" id="{521DAA1A-D266-47B1-5E5D-C5DA055E1F8E}"/>
              </a:ext>
            </a:extLst>
          </p:cNvPr>
          <p:cNvSpPr>
            <a:spLocks noGrp="1"/>
          </p:cNvSpPr>
          <p:nvPr>
            <p:ph sz="quarter" idx="28"/>
          </p:nvPr>
        </p:nvSpPr>
        <p:spPr>
          <a:xfrm>
            <a:off x="9192343" y="2132856"/>
            <a:ext cx="2448795"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2471644046"/>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Content 6">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44142192-00F6-71C9-9A77-489CD275D234}"/>
              </a:ext>
            </a:extLst>
          </p:cNvPr>
          <p:cNvSpPr/>
          <p:nvPr userDrawn="1"/>
        </p:nvSpPr>
        <p:spPr>
          <a:xfrm rot="16200000" flipV="1">
            <a:off x="7563095" y="2229091"/>
            <a:ext cx="6857998" cy="2399819"/>
          </a:xfrm>
          <a:prstGeom prst="rect">
            <a:avLst/>
          </a:prstGeom>
          <a:solidFill>
            <a:schemeClr val="accent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5" name="Group 37">
            <a:extLst>
              <a:ext uri="{FF2B5EF4-FFF2-40B4-BE49-F238E27FC236}">
                <a16:creationId xmlns:a16="http://schemas.microsoft.com/office/drawing/2014/main" id="{3DFDE37E-5420-F85E-8E48-40542DA08033}"/>
              </a:ext>
            </a:extLst>
          </p:cNvPr>
          <p:cNvGrpSpPr/>
          <p:nvPr userDrawn="1"/>
        </p:nvGrpSpPr>
        <p:grpSpPr>
          <a:xfrm>
            <a:off x="11770322" y="176700"/>
            <a:ext cx="260230" cy="240782"/>
            <a:chOff x="5481638" y="2859088"/>
            <a:chExt cx="1231900" cy="1139825"/>
          </a:xfrm>
          <a:solidFill>
            <a:schemeClr val="bg1"/>
          </a:solidFill>
        </p:grpSpPr>
        <p:sp>
          <p:nvSpPr>
            <p:cNvPr id="26" name="Freeform 320">
              <a:extLst>
                <a:ext uri="{FF2B5EF4-FFF2-40B4-BE49-F238E27FC236}">
                  <a16:creationId xmlns:a16="http://schemas.microsoft.com/office/drawing/2014/main" id="{AD48A599-A45D-8D69-AEA6-662642AD9D93}"/>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7" name="Freeform 321">
              <a:extLst>
                <a:ext uri="{FF2B5EF4-FFF2-40B4-BE49-F238E27FC236}">
                  <a16:creationId xmlns:a16="http://schemas.microsoft.com/office/drawing/2014/main" id="{D65A51CC-4C31-51CB-14AC-6B1601AB8ADE}"/>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D5AE9DA6-521B-F449-72BF-F6B58357D1E2}"/>
              </a:ext>
            </a:extLst>
          </p:cNvPr>
          <p:cNvSpPr>
            <a:spLocks noGrp="1"/>
          </p:cNvSpPr>
          <p:nvPr>
            <p:ph type="dt" sz="half" idx="2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B8E5A5A4-4ABB-75D4-0347-730FFE4FE623}"/>
              </a:ext>
            </a:extLst>
          </p:cNvPr>
          <p:cNvSpPr>
            <a:spLocks noGrp="1"/>
          </p:cNvSpPr>
          <p:nvPr>
            <p:ph type="ftr" sz="quarter" idx="26"/>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1D8486EB-33DC-2A07-4FA3-E55575E4F077}"/>
              </a:ext>
            </a:extLst>
          </p:cNvPr>
          <p:cNvSpPr>
            <a:spLocks noGrp="1"/>
          </p:cNvSpPr>
          <p:nvPr>
            <p:ph type="sldNum" sz="quarter" idx="27"/>
          </p:nvPr>
        </p:nvSpPr>
        <p:spPr/>
        <p:txBody>
          <a:bodyPr/>
          <a:lstStyle/>
          <a:p>
            <a:pPr algn="r"/>
            <a:fld id="{5D9A5160-6218-4E5A-B9E6-B93E3DAE377C}" type="slidenum">
              <a:rPr lang="en-US" smtClean="0"/>
              <a:pPr algn="r"/>
              <a:t>‹#›</a:t>
            </a:fld>
            <a:endParaRPr lang="en-US"/>
          </a:p>
        </p:txBody>
      </p:sp>
      <p:sp>
        <p:nvSpPr>
          <p:cNvPr id="8" name="Text Placeholder 9">
            <a:extLst>
              <a:ext uri="{FF2B5EF4-FFF2-40B4-BE49-F238E27FC236}">
                <a16:creationId xmlns:a16="http://schemas.microsoft.com/office/drawing/2014/main" id="{38934C3E-3E4B-1654-745D-C13199A95DA2}"/>
              </a:ext>
            </a:extLst>
          </p:cNvPr>
          <p:cNvSpPr>
            <a:spLocks noGrp="1"/>
          </p:cNvSpPr>
          <p:nvPr>
            <p:ph type="body" sz="quarter" idx="22" hasCustomPrompt="1"/>
          </p:nvPr>
        </p:nvSpPr>
        <p:spPr>
          <a:xfrm>
            <a:off x="550200" y="1634286"/>
            <a:ext cx="8882182"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1" name="Title 4">
            <a:extLst>
              <a:ext uri="{FF2B5EF4-FFF2-40B4-BE49-F238E27FC236}">
                <a16:creationId xmlns:a16="http://schemas.microsoft.com/office/drawing/2014/main" id="{26C0F4BF-CC0E-53F3-48F8-509E80B6D05E}"/>
              </a:ext>
            </a:extLst>
          </p:cNvPr>
          <p:cNvSpPr>
            <a:spLocks noGrp="1"/>
          </p:cNvSpPr>
          <p:nvPr>
            <p:ph type="title"/>
          </p:nvPr>
        </p:nvSpPr>
        <p:spPr>
          <a:xfrm>
            <a:off x="551384" y="549274"/>
            <a:ext cx="8882182" cy="930372"/>
          </a:xfrm>
        </p:spPr>
        <p:txBody>
          <a:bodyPr/>
          <a:lstStyle/>
          <a:p>
            <a:r>
              <a:rPr lang="en-GB" dirty="0"/>
              <a:t>Click to edit Master title style</a:t>
            </a:r>
            <a:endParaRPr lang="en-US" dirty="0"/>
          </a:p>
        </p:txBody>
      </p:sp>
      <p:sp>
        <p:nvSpPr>
          <p:cNvPr id="12" name="Content Placeholder 5">
            <a:extLst>
              <a:ext uri="{FF2B5EF4-FFF2-40B4-BE49-F238E27FC236}">
                <a16:creationId xmlns:a16="http://schemas.microsoft.com/office/drawing/2014/main" id="{E749D598-FF82-BFAF-886D-C191177E3D20}"/>
              </a:ext>
            </a:extLst>
          </p:cNvPr>
          <p:cNvSpPr>
            <a:spLocks noGrp="1"/>
          </p:cNvSpPr>
          <p:nvPr>
            <p:ph sz="quarter" idx="31"/>
          </p:nvPr>
        </p:nvSpPr>
        <p:spPr>
          <a:xfrm>
            <a:off x="551384" y="2132856"/>
            <a:ext cx="8882182"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3" name="Text Placeholder 10">
            <a:extLst>
              <a:ext uri="{FF2B5EF4-FFF2-40B4-BE49-F238E27FC236}">
                <a16:creationId xmlns:a16="http://schemas.microsoft.com/office/drawing/2014/main" id="{01597265-9724-5AC8-39BF-5750C67F42A7}"/>
              </a:ext>
            </a:extLst>
          </p:cNvPr>
          <p:cNvSpPr>
            <a:spLocks noGrp="1"/>
          </p:cNvSpPr>
          <p:nvPr>
            <p:ph type="body" sz="quarter" idx="32"/>
          </p:nvPr>
        </p:nvSpPr>
        <p:spPr>
          <a:xfrm>
            <a:off x="9984432" y="1626099"/>
            <a:ext cx="1656706"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GB" dirty="0"/>
              <a:t>Click to edit</a:t>
            </a:r>
          </a:p>
        </p:txBody>
      </p:sp>
      <p:sp>
        <p:nvSpPr>
          <p:cNvPr id="14" name="Content Placeholder 20">
            <a:extLst>
              <a:ext uri="{FF2B5EF4-FFF2-40B4-BE49-F238E27FC236}">
                <a16:creationId xmlns:a16="http://schemas.microsoft.com/office/drawing/2014/main" id="{2C2F412C-7456-D7FF-AA48-C193186850E0}"/>
              </a:ext>
            </a:extLst>
          </p:cNvPr>
          <p:cNvSpPr>
            <a:spLocks noGrp="1"/>
          </p:cNvSpPr>
          <p:nvPr>
            <p:ph sz="quarter" idx="28"/>
          </p:nvPr>
        </p:nvSpPr>
        <p:spPr>
          <a:xfrm>
            <a:off x="9984432" y="2132856"/>
            <a:ext cx="1656706"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3447509133"/>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Content 6  Chapterbox">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44142192-00F6-71C9-9A77-489CD275D234}"/>
              </a:ext>
            </a:extLst>
          </p:cNvPr>
          <p:cNvSpPr/>
          <p:nvPr userDrawn="1"/>
        </p:nvSpPr>
        <p:spPr>
          <a:xfrm rot="16200000" flipV="1">
            <a:off x="7563095" y="2229091"/>
            <a:ext cx="6857998" cy="2399819"/>
          </a:xfrm>
          <a:prstGeom prst="rect">
            <a:avLst/>
          </a:prstGeom>
          <a:solidFill>
            <a:schemeClr val="accent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25" name="Group 37">
            <a:extLst>
              <a:ext uri="{FF2B5EF4-FFF2-40B4-BE49-F238E27FC236}">
                <a16:creationId xmlns:a16="http://schemas.microsoft.com/office/drawing/2014/main" id="{3DFDE37E-5420-F85E-8E48-40542DA08033}"/>
              </a:ext>
            </a:extLst>
          </p:cNvPr>
          <p:cNvGrpSpPr/>
          <p:nvPr userDrawn="1"/>
        </p:nvGrpSpPr>
        <p:grpSpPr>
          <a:xfrm>
            <a:off x="11770322" y="176700"/>
            <a:ext cx="260230" cy="240782"/>
            <a:chOff x="5481638" y="2859088"/>
            <a:chExt cx="1231900" cy="1139825"/>
          </a:xfrm>
          <a:solidFill>
            <a:schemeClr val="bg1"/>
          </a:solidFill>
        </p:grpSpPr>
        <p:sp>
          <p:nvSpPr>
            <p:cNvPr id="26" name="Freeform 320">
              <a:extLst>
                <a:ext uri="{FF2B5EF4-FFF2-40B4-BE49-F238E27FC236}">
                  <a16:creationId xmlns:a16="http://schemas.microsoft.com/office/drawing/2014/main" id="{AD48A599-A45D-8D69-AEA6-662642AD9D93}"/>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7" name="Freeform 321">
              <a:extLst>
                <a:ext uri="{FF2B5EF4-FFF2-40B4-BE49-F238E27FC236}">
                  <a16:creationId xmlns:a16="http://schemas.microsoft.com/office/drawing/2014/main" id="{D65A51CC-4C31-51CB-14AC-6B1601AB8ADE}"/>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3" name="Date Placeholder 2">
            <a:extLst>
              <a:ext uri="{FF2B5EF4-FFF2-40B4-BE49-F238E27FC236}">
                <a16:creationId xmlns:a16="http://schemas.microsoft.com/office/drawing/2014/main" id="{D5AE9DA6-521B-F449-72BF-F6B58357D1E2}"/>
              </a:ext>
            </a:extLst>
          </p:cNvPr>
          <p:cNvSpPr>
            <a:spLocks noGrp="1"/>
          </p:cNvSpPr>
          <p:nvPr>
            <p:ph type="dt" sz="half" idx="2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B8E5A5A4-4ABB-75D4-0347-730FFE4FE623}"/>
              </a:ext>
            </a:extLst>
          </p:cNvPr>
          <p:cNvSpPr>
            <a:spLocks noGrp="1"/>
          </p:cNvSpPr>
          <p:nvPr>
            <p:ph type="ftr" sz="quarter" idx="26"/>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1D8486EB-33DC-2A07-4FA3-E55575E4F077}"/>
              </a:ext>
            </a:extLst>
          </p:cNvPr>
          <p:cNvSpPr>
            <a:spLocks noGrp="1"/>
          </p:cNvSpPr>
          <p:nvPr>
            <p:ph type="sldNum" sz="quarter" idx="27"/>
          </p:nvPr>
        </p:nvSpPr>
        <p:spPr/>
        <p:txBody>
          <a:bodyPr/>
          <a:lstStyle/>
          <a:p>
            <a:pPr algn="r"/>
            <a:fld id="{5D9A5160-6218-4E5A-B9E6-B93E3DAE377C}" type="slidenum">
              <a:rPr lang="en-US" smtClean="0"/>
              <a:pPr algn="r"/>
              <a:t>‹#›</a:t>
            </a:fld>
            <a:endParaRPr lang="en-US"/>
          </a:p>
        </p:txBody>
      </p:sp>
      <p:sp>
        <p:nvSpPr>
          <p:cNvPr id="8" name="Text Placeholder 9">
            <a:extLst>
              <a:ext uri="{FF2B5EF4-FFF2-40B4-BE49-F238E27FC236}">
                <a16:creationId xmlns:a16="http://schemas.microsoft.com/office/drawing/2014/main" id="{57D3AFA8-B5AE-1009-87FB-3094F6AA01FC}"/>
              </a:ext>
            </a:extLst>
          </p:cNvPr>
          <p:cNvSpPr>
            <a:spLocks noGrp="1"/>
          </p:cNvSpPr>
          <p:nvPr>
            <p:ph type="body" sz="quarter" idx="22" hasCustomPrompt="1"/>
          </p:nvPr>
        </p:nvSpPr>
        <p:spPr>
          <a:xfrm>
            <a:off x="550200" y="1634286"/>
            <a:ext cx="8882182"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2" name="Title 4">
            <a:extLst>
              <a:ext uri="{FF2B5EF4-FFF2-40B4-BE49-F238E27FC236}">
                <a16:creationId xmlns:a16="http://schemas.microsoft.com/office/drawing/2014/main" id="{E8B18499-1BD5-8671-B7DA-85FF38B39AF1}"/>
              </a:ext>
            </a:extLst>
          </p:cNvPr>
          <p:cNvSpPr>
            <a:spLocks noGrp="1"/>
          </p:cNvSpPr>
          <p:nvPr>
            <p:ph type="title"/>
          </p:nvPr>
        </p:nvSpPr>
        <p:spPr>
          <a:xfrm>
            <a:off x="551384" y="549274"/>
            <a:ext cx="8882182" cy="930372"/>
          </a:xfrm>
        </p:spPr>
        <p:txBody>
          <a:bodyPr/>
          <a:lstStyle/>
          <a:p>
            <a:r>
              <a:rPr lang="en-GB" dirty="0"/>
              <a:t>Click to edit Master title style</a:t>
            </a:r>
            <a:endParaRPr lang="en-US" dirty="0"/>
          </a:p>
        </p:txBody>
      </p:sp>
      <p:sp>
        <p:nvSpPr>
          <p:cNvPr id="13" name="Content Placeholder 5">
            <a:extLst>
              <a:ext uri="{FF2B5EF4-FFF2-40B4-BE49-F238E27FC236}">
                <a16:creationId xmlns:a16="http://schemas.microsoft.com/office/drawing/2014/main" id="{A8E7D3BA-BA6E-15BA-6C42-ADF680180521}"/>
              </a:ext>
            </a:extLst>
          </p:cNvPr>
          <p:cNvSpPr>
            <a:spLocks noGrp="1"/>
          </p:cNvSpPr>
          <p:nvPr>
            <p:ph sz="quarter" idx="31"/>
          </p:nvPr>
        </p:nvSpPr>
        <p:spPr>
          <a:xfrm>
            <a:off x="551384" y="2132856"/>
            <a:ext cx="8882182"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6" name="Chapter Placeholder 2">
            <a:extLst>
              <a:ext uri="{FF2B5EF4-FFF2-40B4-BE49-F238E27FC236}">
                <a16:creationId xmlns:a16="http://schemas.microsoft.com/office/drawing/2014/main" id="{9D97BD4D-BD09-CDBA-2016-5370E7CD44BC}"/>
              </a:ext>
            </a:extLst>
          </p:cNvPr>
          <p:cNvSpPr>
            <a:spLocks noGrp="1"/>
          </p:cNvSpPr>
          <p:nvPr>
            <p:ph type="body" sz="quarter" idx="13" hasCustomPrompt="1"/>
          </p:nvPr>
        </p:nvSpPr>
        <p:spPr>
          <a:xfrm>
            <a:off x="550862" y="266219"/>
            <a:ext cx="8880405" cy="151264"/>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17" name="Text Placeholder 10">
            <a:extLst>
              <a:ext uri="{FF2B5EF4-FFF2-40B4-BE49-F238E27FC236}">
                <a16:creationId xmlns:a16="http://schemas.microsoft.com/office/drawing/2014/main" id="{279CB933-CE76-9E4E-FAB4-33E087341DA3}"/>
              </a:ext>
            </a:extLst>
          </p:cNvPr>
          <p:cNvSpPr>
            <a:spLocks noGrp="1"/>
          </p:cNvSpPr>
          <p:nvPr>
            <p:ph type="body" sz="quarter" idx="32"/>
          </p:nvPr>
        </p:nvSpPr>
        <p:spPr>
          <a:xfrm>
            <a:off x="9984432" y="1626099"/>
            <a:ext cx="1656706" cy="307777"/>
          </a:xfrm>
          <a:prstGeom prst="rect">
            <a:avLst/>
          </a:prstGeom>
        </p:spPr>
        <p:txBody>
          <a:bodyPr vert="horz" wrap="square" lIns="0" tIns="0" rIns="0" bIns="0" rtlCol="0">
            <a:spAutoFit/>
          </a:bodyPr>
          <a:lstStyle>
            <a:lvl1pPr>
              <a:defRPr lang="en-US" sz="2000" b="1" smtClean="0">
                <a:solidFill>
                  <a:schemeClr val="bg1"/>
                </a:solidFill>
              </a:defRPr>
            </a:lvl1pPr>
          </a:lstStyle>
          <a:p>
            <a:pPr lvl="0"/>
            <a:r>
              <a:rPr lang="en-GB" dirty="0"/>
              <a:t>Click to edit</a:t>
            </a:r>
          </a:p>
        </p:txBody>
      </p:sp>
      <p:sp>
        <p:nvSpPr>
          <p:cNvPr id="18" name="Content Placeholder 20">
            <a:extLst>
              <a:ext uri="{FF2B5EF4-FFF2-40B4-BE49-F238E27FC236}">
                <a16:creationId xmlns:a16="http://schemas.microsoft.com/office/drawing/2014/main" id="{1DD2621E-CD40-C783-8C89-16DA20455EF9}"/>
              </a:ext>
            </a:extLst>
          </p:cNvPr>
          <p:cNvSpPr>
            <a:spLocks noGrp="1"/>
          </p:cNvSpPr>
          <p:nvPr>
            <p:ph sz="quarter" idx="28"/>
          </p:nvPr>
        </p:nvSpPr>
        <p:spPr>
          <a:xfrm>
            <a:off x="9984432" y="2132856"/>
            <a:ext cx="1656706" cy="4207618"/>
          </a:xfrm>
        </p:spPr>
        <p:txBody>
          <a:bodyPr/>
          <a:lstStyle>
            <a:lvl1pPr>
              <a:defRPr>
                <a:solidFill>
                  <a:schemeClr val="bg1"/>
                </a:solidFill>
              </a:defRPr>
            </a:lvl1pPr>
            <a:lvl2pPr>
              <a:buClr>
                <a:schemeClr val="bg2"/>
              </a:buClr>
              <a:defRPr>
                <a:solidFill>
                  <a:schemeClr val="bg1"/>
                </a:solidFill>
              </a:defRPr>
            </a:lvl2pPr>
            <a:lvl3pPr>
              <a:buClr>
                <a:schemeClr val="bg2"/>
              </a:buClr>
              <a:defRPr>
                <a:solidFill>
                  <a:schemeClr val="bg1"/>
                </a:solidFill>
              </a:defRPr>
            </a:lvl3pPr>
            <a:lvl4pPr>
              <a:defRPr>
                <a:solidFill>
                  <a:schemeClr val="bg1"/>
                </a:solidFill>
              </a:defRPr>
            </a:lvl4pPr>
            <a:lvl5pPr>
              <a:buClr>
                <a:schemeClr val="bg2"/>
              </a:buClr>
              <a:defRPr>
                <a:solidFill>
                  <a:schemeClr val="bg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3667167081"/>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Content 7">
    <p:spTree>
      <p:nvGrpSpPr>
        <p:cNvPr id="1" name=""/>
        <p:cNvGrpSpPr/>
        <p:nvPr/>
      </p:nvGrpSpPr>
      <p:grpSpPr>
        <a:xfrm>
          <a:off x="0" y="0"/>
          <a:ext cx="0" cy="0"/>
          <a:chOff x="0" y="0"/>
          <a:chExt cx="0" cy="0"/>
        </a:xfrm>
      </p:grpSpPr>
      <p:sp>
        <p:nvSpPr>
          <p:cNvPr id="7" name="Content Placeholder 17">
            <a:extLst>
              <a:ext uri="{FF2B5EF4-FFF2-40B4-BE49-F238E27FC236}">
                <a16:creationId xmlns:a16="http://schemas.microsoft.com/office/drawing/2014/main" id="{9419F9B9-A3F9-F338-CA95-2522ADFD9276}"/>
              </a:ext>
            </a:extLst>
          </p:cNvPr>
          <p:cNvSpPr>
            <a:spLocks noGrp="1"/>
          </p:cNvSpPr>
          <p:nvPr>
            <p:ph sz="quarter" idx="23"/>
          </p:nvPr>
        </p:nvSpPr>
        <p:spPr>
          <a:xfrm>
            <a:off x="6646863" y="1772816"/>
            <a:ext cx="4993753" cy="4535909"/>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PL" dirty="0"/>
          </a:p>
        </p:txBody>
      </p:sp>
      <p:sp>
        <p:nvSpPr>
          <p:cNvPr id="3" name="Date Placeholder 2">
            <a:extLst>
              <a:ext uri="{FF2B5EF4-FFF2-40B4-BE49-F238E27FC236}">
                <a16:creationId xmlns:a16="http://schemas.microsoft.com/office/drawing/2014/main" id="{885B9FD2-6048-2D15-B439-6975CB885DBE}"/>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043C87BC-20D2-3A31-20C8-5F67B34C6548}"/>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0288BCF5-D034-A931-945B-6AA231F982A9}"/>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5" name="Title 7">
            <a:extLst>
              <a:ext uri="{FF2B5EF4-FFF2-40B4-BE49-F238E27FC236}">
                <a16:creationId xmlns:a16="http://schemas.microsoft.com/office/drawing/2014/main" id="{B5861566-BA12-6B84-A613-D346CEB5715D}"/>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9" name="Text Placeholder 9">
            <a:extLst>
              <a:ext uri="{FF2B5EF4-FFF2-40B4-BE49-F238E27FC236}">
                <a16:creationId xmlns:a16="http://schemas.microsoft.com/office/drawing/2014/main" id="{F10238D4-63BF-BBF6-DB83-94DDA862CEFD}"/>
              </a:ext>
            </a:extLst>
          </p:cNvPr>
          <p:cNvSpPr>
            <a:spLocks noGrp="1"/>
          </p:cNvSpPr>
          <p:nvPr>
            <p:ph type="body" sz="quarter" idx="22" hasCustomPrompt="1"/>
          </p:nvPr>
        </p:nvSpPr>
        <p:spPr>
          <a:xfrm>
            <a:off x="550200" y="1634286"/>
            <a:ext cx="5545800"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Tree>
    <p:extLst>
      <p:ext uri="{BB962C8B-B14F-4D97-AF65-F5344CB8AC3E}">
        <p14:creationId xmlns:p14="http://schemas.microsoft.com/office/powerpoint/2010/main" val="755819723"/>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Content 7 Chapterbox">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885B9FD2-6048-2D15-B439-6975CB885DBE}"/>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043C87BC-20D2-3A31-20C8-5F67B34C6548}"/>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6" name="Slide Number Placeholder 5">
            <a:extLst>
              <a:ext uri="{FF2B5EF4-FFF2-40B4-BE49-F238E27FC236}">
                <a16:creationId xmlns:a16="http://schemas.microsoft.com/office/drawing/2014/main" id="{0288BCF5-D034-A931-945B-6AA231F982A9}"/>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5" name="Title 7">
            <a:extLst>
              <a:ext uri="{FF2B5EF4-FFF2-40B4-BE49-F238E27FC236}">
                <a16:creationId xmlns:a16="http://schemas.microsoft.com/office/drawing/2014/main" id="{2E71218E-2FB4-0CE4-F714-02971DA59580}"/>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10" name="Text Placeholder 9">
            <a:extLst>
              <a:ext uri="{FF2B5EF4-FFF2-40B4-BE49-F238E27FC236}">
                <a16:creationId xmlns:a16="http://schemas.microsoft.com/office/drawing/2014/main" id="{34DFB62C-932A-D2BD-F705-657D4F39987D}"/>
              </a:ext>
            </a:extLst>
          </p:cNvPr>
          <p:cNvSpPr>
            <a:spLocks noGrp="1"/>
          </p:cNvSpPr>
          <p:nvPr>
            <p:ph type="body" sz="quarter" idx="22" hasCustomPrompt="1"/>
          </p:nvPr>
        </p:nvSpPr>
        <p:spPr>
          <a:xfrm>
            <a:off x="550200" y="1634286"/>
            <a:ext cx="5545800"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11" name="Chapter Placeholder 2">
            <a:extLst>
              <a:ext uri="{FF2B5EF4-FFF2-40B4-BE49-F238E27FC236}">
                <a16:creationId xmlns:a16="http://schemas.microsoft.com/office/drawing/2014/main" id="{13D649FC-C93C-3132-BD48-48F3C266E091}"/>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
        <p:nvSpPr>
          <p:cNvPr id="12" name="Content Placeholder 17">
            <a:extLst>
              <a:ext uri="{FF2B5EF4-FFF2-40B4-BE49-F238E27FC236}">
                <a16:creationId xmlns:a16="http://schemas.microsoft.com/office/drawing/2014/main" id="{460A3336-625D-EE99-03EA-666BE0AD8AF8}"/>
              </a:ext>
            </a:extLst>
          </p:cNvPr>
          <p:cNvSpPr>
            <a:spLocks noGrp="1"/>
          </p:cNvSpPr>
          <p:nvPr>
            <p:ph sz="quarter" idx="23"/>
          </p:nvPr>
        </p:nvSpPr>
        <p:spPr>
          <a:xfrm>
            <a:off x="6646863" y="1772816"/>
            <a:ext cx="4993753" cy="4535909"/>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PL" dirty="0"/>
          </a:p>
        </p:txBody>
      </p:sp>
    </p:spTree>
    <p:extLst>
      <p:ext uri="{BB962C8B-B14F-4D97-AF65-F5344CB8AC3E}">
        <p14:creationId xmlns:p14="http://schemas.microsoft.com/office/powerpoint/2010/main" val="115645419"/>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Content 3 Boxes">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C75832D-4FE3-EA04-12B9-E1273FD483F9}"/>
              </a:ext>
            </a:extLst>
          </p:cNvPr>
          <p:cNvSpPr>
            <a:spLocks noGrp="1"/>
          </p:cNvSpPr>
          <p:nvPr>
            <p:ph type="dt" sz="half" idx="4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5B94528A-812C-C7DE-A787-ABF5508E4B6F}"/>
              </a:ext>
            </a:extLst>
          </p:cNvPr>
          <p:cNvSpPr>
            <a:spLocks noGrp="1"/>
          </p:cNvSpPr>
          <p:nvPr>
            <p:ph type="ftr" sz="quarter" idx="46"/>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29042902-22AE-CB28-435A-B90F5D3E43B3}"/>
              </a:ext>
            </a:extLst>
          </p:cNvPr>
          <p:cNvSpPr>
            <a:spLocks noGrp="1"/>
          </p:cNvSpPr>
          <p:nvPr>
            <p:ph type="sldNum" sz="quarter" idx="47"/>
          </p:nvPr>
        </p:nvSpPr>
        <p:spPr/>
        <p:txBody>
          <a:bodyPr/>
          <a:lstStyle/>
          <a:p>
            <a:pPr algn="r"/>
            <a:fld id="{5D9A5160-6218-4E5A-B9E6-B93E3DAE377C}" type="slidenum">
              <a:rPr lang="en-US" smtClean="0"/>
              <a:pPr algn="r"/>
              <a:t>‹#›</a:t>
            </a:fld>
            <a:endParaRPr lang="en-US"/>
          </a:p>
        </p:txBody>
      </p:sp>
      <p:sp>
        <p:nvSpPr>
          <p:cNvPr id="6" name="Text Placeholder 9">
            <a:extLst>
              <a:ext uri="{FF2B5EF4-FFF2-40B4-BE49-F238E27FC236}">
                <a16:creationId xmlns:a16="http://schemas.microsoft.com/office/drawing/2014/main" id="{22EAF251-5B00-5340-BB63-EE11F9FFFB21}"/>
              </a:ext>
            </a:extLst>
          </p:cNvPr>
          <p:cNvSpPr>
            <a:spLocks noGrp="1"/>
          </p:cNvSpPr>
          <p:nvPr>
            <p:ph type="body" sz="quarter" idx="22"/>
          </p:nvPr>
        </p:nvSpPr>
        <p:spPr>
          <a:xfrm>
            <a:off x="550863" y="1628800"/>
            <a:ext cx="3546000" cy="615553"/>
          </a:xfrm>
          <a:prstGeom prst="rect">
            <a:avLst/>
          </a:prstGeom>
        </p:spPr>
        <p:txBody>
          <a:bodyPr wrap="square">
            <a:spAutoFit/>
          </a:bodyPr>
          <a:lstStyle>
            <a:lvl1pPr>
              <a:defRPr sz="2000" b="1">
                <a:solidFill>
                  <a:schemeClr val="accent2"/>
                </a:solidFill>
                <a:latin typeface="+mn-lt"/>
              </a:defRPr>
            </a:lvl1pPr>
          </a:lstStyle>
          <a:p>
            <a:pPr lvl="0"/>
            <a:r>
              <a:rPr lang="en-GB" dirty="0"/>
              <a:t>Click to edit Master text styles</a:t>
            </a:r>
          </a:p>
        </p:txBody>
      </p:sp>
      <p:sp>
        <p:nvSpPr>
          <p:cNvPr id="7" name="Text Placeholder 9">
            <a:extLst>
              <a:ext uri="{FF2B5EF4-FFF2-40B4-BE49-F238E27FC236}">
                <a16:creationId xmlns:a16="http://schemas.microsoft.com/office/drawing/2014/main" id="{598AD248-FBB9-EC90-3E8C-FC14ED331268}"/>
              </a:ext>
            </a:extLst>
          </p:cNvPr>
          <p:cNvSpPr>
            <a:spLocks noGrp="1"/>
          </p:cNvSpPr>
          <p:nvPr>
            <p:ph type="body" sz="quarter" idx="35"/>
          </p:nvPr>
        </p:nvSpPr>
        <p:spPr>
          <a:xfrm>
            <a:off x="4324134" y="1628800"/>
            <a:ext cx="3546000" cy="615553"/>
          </a:xfrm>
          <a:prstGeom prst="rect">
            <a:avLst/>
          </a:prstGeom>
        </p:spPr>
        <p:txBody>
          <a:bodyPr wrap="square">
            <a:spAutoFit/>
          </a:bodyPr>
          <a:lstStyle>
            <a:lvl1pPr>
              <a:defRPr sz="2000" b="1">
                <a:solidFill>
                  <a:schemeClr val="accent2"/>
                </a:solidFill>
                <a:latin typeface="+mn-lt"/>
              </a:defRPr>
            </a:lvl1pPr>
          </a:lstStyle>
          <a:p>
            <a:pPr lvl="0"/>
            <a:r>
              <a:rPr lang="en-GB"/>
              <a:t>Click to edit Master text styles</a:t>
            </a:r>
          </a:p>
        </p:txBody>
      </p:sp>
      <p:sp>
        <p:nvSpPr>
          <p:cNvPr id="8" name="Text Placeholder 9">
            <a:extLst>
              <a:ext uri="{FF2B5EF4-FFF2-40B4-BE49-F238E27FC236}">
                <a16:creationId xmlns:a16="http://schemas.microsoft.com/office/drawing/2014/main" id="{2F65ADB6-9B4E-3B40-2D08-D56C9C745672}"/>
              </a:ext>
            </a:extLst>
          </p:cNvPr>
          <p:cNvSpPr>
            <a:spLocks noGrp="1"/>
          </p:cNvSpPr>
          <p:nvPr>
            <p:ph type="body" sz="quarter" idx="36"/>
          </p:nvPr>
        </p:nvSpPr>
        <p:spPr>
          <a:xfrm>
            <a:off x="8097719" y="1628800"/>
            <a:ext cx="3509377" cy="615553"/>
          </a:xfrm>
          <a:prstGeom prst="rect">
            <a:avLst/>
          </a:prstGeom>
        </p:spPr>
        <p:txBody>
          <a:bodyPr wrap="square">
            <a:spAutoFit/>
          </a:bodyPr>
          <a:lstStyle>
            <a:lvl1pPr>
              <a:defRPr sz="2000" b="1">
                <a:solidFill>
                  <a:schemeClr val="accent2"/>
                </a:solidFill>
                <a:latin typeface="+mn-lt"/>
              </a:defRPr>
            </a:lvl1pPr>
          </a:lstStyle>
          <a:p>
            <a:pPr lvl="0"/>
            <a:r>
              <a:rPr lang="en-GB"/>
              <a:t>Click to edit Master text styles</a:t>
            </a:r>
          </a:p>
        </p:txBody>
      </p:sp>
      <p:sp>
        <p:nvSpPr>
          <p:cNvPr id="9" name="Content Placeholder 2">
            <a:extLst>
              <a:ext uri="{FF2B5EF4-FFF2-40B4-BE49-F238E27FC236}">
                <a16:creationId xmlns:a16="http://schemas.microsoft.com/office/drawing/2014/main" id="{68419302-9D4B-C414-85A6-46E995A79097}"/>
              </a:ext>
            </a:extLst>
          </p:cNvPr>
          <p:cNvSpPr>
            <a:spLocks noGrp="1"/>
          </p:cNvSpPr>
          <p:nvPr>
            <p:ph sz="quarter" idx="37"/>
          </p:nvPr>
        </p:nvSpPr>
        <p:spPr>
          <a:xfrm>
            <a:off x="550864" y="2471738"/>
            <a:ext cx="3544934" cy="3862387"/>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0" name="Content Placeholder 2">
            <a:extLst>
              <a:ext uri="{FF2B5EF4-FFF2-40B4-BE49-F238E27FC236}">
                <a16:creationId xmlns:a16="http://schemas.microsoft.com/office/drawing/2014/main" id="{975BEA12-754F-B220-4724-F1117410A021}"/>
              </a:ext>
            </a:extLst>
          </p:cNvPr>
          <p:cNvSpPr>
            <a:spLocks noGrp="1"/>
          </p:cNvSpPr>
          <p:nvPr>
            <p:ph sz="quarter" idx="43"/>
          </p:nvPr>
        </p:nvSpPr>
        <p:spPr>
          <a:xfrm>
            <a:off x="4322749" y="2471738"/>
            <a:ext cx="3544934" cy="3862387"/>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1" name="Content Placeholder 2">
            <a:extLst>
              <a:ext uri="{FF2B5EF4-FFF2-40B4-BE49-F238E27FC236}">
                <a16:creationId xmlns:a16="http://schemas.microsoft.com/office/drawing/2014/main" id="{CD48460B-4010-29FD-1AB9-6859382325B1}"/>
              </a:ext>
            </a:extLst>
          </p:cNvPr>
          <p:cNvSpPr>
            <a:spLocks noGrp="1"/>
          </p:cNvSpPr>
          <p:nvPr>
            <p:ph sz="quarter" idx="44"/>
          </p:nvPr>
        </p:nvSpPr>
        <p:spPr>
          <a:xfrm>
            <a:off x="8062162" y="2471738"/>
            <a:ext cx="3544934" cy="3862387"/>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2" name="Title 4">
            <a:extLst>
              <a:ext uri="{FF2B5EF4-FFF2-40B4-BE49-F238E27FC236}">
                <a16:creationId xmlns:a16="http://schemas.microsoft.com/office/drawing/2014/main" id="{9EB5DC1D-FF3F-4D53-9F16-FF58A76C8958}"/>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Tree>
    <p:extLst>
      <p:ext uri="{BB962C8B-B14F-4D97-AF65-F5344CB8AC3E}">
        <p14:creationId xmlns:p14="http://schemas.microsoft.com/office/powerpoint/2010/main" val="1351866021"/>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Content 3 Boxes Chapterbox">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C75832D-4FE3-EA04-12B9-E1273FD483F9}"/>
              </a:ext>
            </a:extLst>
          </p:cNvPr>
          <p:cNvSpPr>
            <a:spLocks noGrp="1"/>
          </p:cNvSpPr>
          <p:nvPr>
            <p:ph type="dt" sz="half" idx="4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5B94528A-812C-C7DE-A787-ABF5508E4B6F}"/>
              </a:ext>
            </a:extLst>
          </p:cNvPr>
          <p:cNvSpPr>
            <a:spLocks noGrp="1"/>
          </p:cNvSpPr>
          <p:nvPr>
            <p:ph type="ftr" sz="quarter" idx="46"/>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29042902-22AE-CB28-435A-B90F5D3E43B3}"/>
              </a:ext>
            </a:extLst>
          </p:cNvPr>
          <p:cNvSpPr>
            <a:spLocks noGrp="1"/>
          </p:cNvSpPr>
          <p:nvPr>
            <p:ph type="sldNum" sz="quarter" idx="47"/>
          </p:nvPr>
        </p:nvSpPr>
        <p:spPr/>
        <p:txBody>
          <a:bodyPr/>
          <a:lstStyle/>
          <a:p>
            <a:pPr algn="r"/>
            <a:fld id="{5D9A5160-6218-4E5A-B9E6-B93E3DAE377C}" type="slidenum">
              <a:rPr lang="en-US" smtClean="0"/>
              <a:pPr algn="r"/>
              <a:t>‹#›</a:t>
            </a:fld>
            <a:endParaRPr lang="en-US"/>
          </a:p>
        </p:txBody>
      </p:sp>
      <p:sp>
        <p:nvSpPr>
          <p:cNvPr id="5" name="Text Placeholder 9">
            <a:extLst>
              <a:ext uri="{FF2B5EF4-FFF2-40B4-BE49-F238E27FC236}">
                <a16:creationId xmlns:a16="http://schemas.microsoft.com/office/drawing/2014/main" id="{1CE67BCC-0F24-9458-E2DD-BC3C0E46F2B3}"/>
              </a:ext>
            </a:extLst>
          </p:cNvPr>
          <p:cNvSpPr>
            <a:spLocks noGrp="1"/>
          </p:cNvSpPr>
          <p:nvPr>
            <p:ph type="body" sz="quarter" idx="22"/>
          </p:nvPr>
        </p:nvSpPr>
        <p:spPr>
          <a:xfrm>
            <a:off x="550863" y="1628800"/>
            <a:ext cx="3546000" cy="615553"/>
          </a:xfrm>
          <a:prstGeom prst="rect">
            <a:avLst/>
          </a:prstGeom>
        </p:spPr>
        <p:txBody>
          <a:bodyPr wrap="square">
            <a:spAutoFit/>
          </a:bodyPr>
          <a:lstStyle>
            <a:lvl1pPr>
              <a:defRPr sz="2000" b="1">
                <a:solidFill>
                  <a:schemeClr val="accent2"/>
                </a:solidFill>
                <a:latin typeface="+mn-lt"/>
              </a:defRPr>
            </a:lvl1pPr>
          </a:lstStyle>
          <a:p>
            <a:pPr lvl="0"/>
            <a:r>
              <a:rPr lang="en-GB" dirty="0"/>
              <a:t>Click to edit Master text styles</a:t>
            </a:r>
          </a:p>
        </p:txBody>
      </p:sp>
      <p:sp>
        <p:nvSpPr>
          <p:cNvPr id="8" name="Text Placeholder 9">
            <a:extLst>
              <a:ext uri="{FF2B5EF4-FFF2-40B4-BE49-F238E27FC236}">
                <a16:creationId xmlns:a16="http://schemas.microsoft.com/office/drawing/2014/main" id="{383490CF-6243-6DBB-8F8E-89A16708E497}"/>
              </a:ext>
            </a:extLst>
          </p:cNvPr>
          <p:cNvSpPr>
            <a:spLocks noGrp="1"/>
          </p:cNvSpPr>
          <p:nvPr>
            <p:ph type="body" sz="quarter" idx="35"/>
          </p:nvPr>
        </p:nvSpPr>
        <p:spPr>
          <a:xfrm>
            <a:off x="4324134" y="1628800"/>
            <a:ext cx="3546000" cy="615553"/>
          </a:xfrm>
          <a:prstGeom prst="rect">
            <a:avLst/>
          </a:prstGeom>
        </p:spPr>
        <p:txBody>
          <a:bodyPr wrap="square">
            <a:spAutoFit/>
          </a:bodyPr>
          <a:lstStyle>
            <a:lvl1pPr>
              <a:defRPr sz="2000" b="1">
                <a:solidFill>
                  <a:schemeClr val="accent2"/>
                </a:solidFill>
                <a:latin typeface="+mn-lt"/>
              </a:defRPr>
            </a:lvl1pPr>
          </a:lstStyle>
          <a:p>
            <a:pPr lvl="0"/>
            <a:r>
              <a:rPr lang="en-GB"/>
              <a:t>Click to edit Master text styles</a:t>
            </a:r>
          </a:p>
        </p:txBody>
      </p:sp>
      <p:sp>
        <p:nvSpPr>
          <p:cNvPr id="9" name="Text Placeholder 9">
            <a:extLst>
              <a:ext uri="{FF2B5EF4-FFF2-40B4-BE49-F238E27FC236}">
                <a16:creationId xmlns:a16="http://schemas.microsoft.com/office/drawing/2014/main" id="{A7DBBC8F-C6B0-1582-8311-1B2183819C0A}"/>
              </a:ext>
            </a:extLst>
          </p:cNvPr>
          <p:cNvSpPr>
            <a:spLocks noGrp="1"/>
          </p:cNvSpPr>
          <p:nvPr>
            <p:ph type="body" sz="quarter" idx="36"/>
          </p:nvPr>
        </p:nvSpPr>
        <p:spPr>
          <a:xfrm>
            <a:off x="8097719" y="1628800"/>
            <a:ext cx="3509377" cy="615553"/>
          </a:xfrm>
          <a:prstGeom prst="rect">
            <a:avLst/>
          </a:prstGeom>
        </p:spPr>
        <p:txBody>
          <a:bodyPr wrap="square">
            <a:spAutoFit/>
          </a:bodyPr>
          <a:lstStyle>
            <a:lvl1pPr>
              <a:defRPr sz="2000" b="1">
                <a:solidFill>
                  <a:schemeClr val="accent2"/>
                </a:solidFill>
                <a:latin typeface="+mn-lt"/>
              </a:defRPr>
            </a:lvl1pPr>
          </a:lstStyle>
          <a:p>
            <a:pPr lvl="0"/>
            <a:r>
              <a:rPr lang="en-GB"/>
              <a:t>Click to edit Master text styles</a:t>
            </a:r>
          </a:p>
        </p:txBody>
      </p:sp>
      <p:sp>
        <p:nvSpPr>
          <p:cNvPr id="10" name="Content Placeholder 2">
            <a:extLst>
              <a:ext uri="{FF2B5EF4-FFF2-40B4-BE49-F238E27FC236}">
                <a16:creationId xmlns:a16="http://schemas.microsoft.com/office/drawing/2014/main" id="{32B1C3B0-0128-2E68-D82C-819F705C9022}"/>
              </a:ext>
            </a:extLst>
          </p:cNvPr>
          <p:cNvSpPr>
            <a:spLocks noGrp="1"/>
          </p:cNvSpPr>
          <p:nvPr>
            <p:ph sz="quarter" idx="37"/>
          </p:nvPr>
        </p:nvSpPr>
        <p:spPr>
          <a:xfrm>
            <a:off x="550864" y="2471738"/>
            <a:ext cx="3544934" cy="3862387"/>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1" name="Content Placeholder 2">
            <a:extLst>
              <a:ext uri="{FF2B5EF4-FFF2-40B4-BE49-F238E27FC236}">
                <a16:creationId xmlns:a16="http://schemas.microsoft.com/office/drawing/2014/main" id="{155FC468-AAD7-3848-BB3E-5D8A806E04DF}"/>
              </a:ext>
            </a:extLst>
          </p:cNvPr>
          <p:cNvSpPr>
            <a:spLocks noGrp="1"/>
          </p:cNvSpPr>
          <p:nvPr>
            <p:ph sz="quarter" idx="43"/>
          </p:nvPr>
        </p:nvSpPr>
        <p:spPr>
          <a:xfrm>
            <a:off x="4322749" y="2471738"/>
            <a:ext cx="3544934" cy="3862387"/>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2" name="Content Placeholder 2">
            <a:extLst>
              <a:ext uri="{FF2B5EF4-FFF2-40B4-BE49-F238E27FC236}">
                <a16:creationId xmlns:a16="http://schemas.microsoft.com/office/drawing/2014/main" id="{5562F512-08CF-A4C5-6721-9571A9240AF8}"/>
              </a:ext>
            </a:extLst>
          </p:cNvPr>
          <p:cNvSpPr>
            <a:spLocks noGrp="1"/>
          </p:cNvSpPr>
          <p:nvPr>
            <p:ph sz="quarter" idx="44"/>
          </p:nvPr>
        </p:nvSpPr>
        <p:spPr>
          <a:xfrm>
            <a:off x="8062162" y="2471738"/>
            <a:ext cx="3544934" cy="3862387"/>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3" name="Title 4">
            <a:extLst>
              <a:ext uri="{FF2B5EF4-FFF2-40B4-BE49-F238E27FC236}">
                <a16:creationId xmlns:a16="http://schemas.microsoft.com/office/drawing/2014/main" id="{626B24FE-99E2-3F92-2ACB-C8DC64DBB53A}"/>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14" name="Chapter Placeholder 2">
            <a:extLst>
              <a:ext uri="{FF2B5EF4-FFF2-40B4-BE49-F238E27FC236}">
                <a16:creationId xmlns:a16="http://schemas.microsoft.com/office/drawing/2014/main" id="{6CDC910A-AC0A-CC7F-1E68-FEB7E6C97CE7}"/>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942877497"/>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E19822C-D354-F2FB-1C56-D296F7B12974}"/>
              </a:ext>
            </a:extLst>
          </p:cNvPr>
          <p:cNvSpPr>
            <a:spLocks noGrp="1"/>
          </p:cNvSpPr>
          <p:nvPr>
            <p:ph type="dt" sz="half" idx="26"/>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79AA8835-108D-EC01-28A9-036F9DC1ED24}"/>
              </a:ext>
            </a:extLst>
          </p:cNvPr>
          <p:cNvSpPr>
            <a:spLocks noGrp="1"/>
          </p:cNvSpPr>
          <p:nvPr>
            <p:ph type="ftr" sz="quarter" idx="27"/>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97F09F6A-36AF-74AE-86F3-4627D658998C}"/>
              </a:ext>
            </a:extLst>
          </p:cNvPr>
          <p:cNvSpPr>
            <a:spLocks noGrp="1"/>
          </p:cNvSpPr>
          <p:nvPr>
            <p:ph type="sldNum" sz="quarter" idx="28"/>
          </p:nvPr>
        </p:nvSpPr>
        <p:spPr/>
        <p:txBody>
          <a:bodyPr/>
          <a:lstStyle/>
          <a:p>
            <a:pPr algn="r"/>
            <a:fld id="{5D9A5160-6218-4E5A-B9E6-B93E3DAE377C}" type="slidenum">
              <a:rPr lang="en-US" smtClean="0"/>
              <a:pPr algn="r"/>
              <a:t>‹#›</a:t>
            </a:fld>
            <a:endParaRPr lang="en-US"/>
          </a:p>
        </p:txBody>
      </p:sp>
      <p:sp>
        <p:nvSpPr>
          <p:cNvPr id="7" name="Text Placeholder 9">
            <a:extLst>
              <a:ext uri="{FF2B5EF4-FFF2-40B4-BE49-F238E27FC236}">
                <a16:creationId xmlns:a16="http://schemas.microsoft.com/office/drawing/2014/main" id="{30D5257C-2305-5A13-07A2-6D26884505A0}"/>
              </a:ext>
            </a:extLst>
          </p:cNvPr>
          <p:cNvSpPr>
            <a:spLocks noGrp="1"/>
          </p:cNvSpPr>
          <p:nvPr>
            <p:ph type="body" sz="quarter" idx="22"/>
          </p:nvPr>
        </p:nvSpPr>
        <p:spPr>
          <a:xfrm>
            <a:off x="550864" y="1628800"/>
            <a:ext cx="5330138" cy="307777"/>
          </a:xfrm>
          <a:prstGeom prst="rect">
            <a:avLst/>
          </a:prstGeom>
        </p:spPr>
        <p:txBody>
          <a:bodyPr wrap="square">
            <a:spAutoFit/>
          </a:bodyPr>
          <a:lstStyle>
            <a:lvl1pPr>
              <a:defRPr sz="2000" b="1">
                <a:solidFill>
                  <a:schemeClr val="accent2"/>
                </a:solidFill>
                <a:latin typeface="+mn-lt"/>
              </a:defRPr>
            </a:lvl1pPr>
          </a:lstStyle>
          <a:p>
            <a:pPr lvl="0"/>
            <a:r>
              <a:rPr lang="en-GB" dirty="0"/>
              <a:t>Click to edit Master text styles</a:t>
            </a:r>
          </a:p>
        </p:txBody>
      </p:sp>
      <p:sp>
        <p:nvSpPr>
          <p:cNvPr id="9" name="Content Placeholder 17">
            <a:extLst>
              <a:ext uri="{FF2B5EF4-FFF2-40B4-BE49-F238E27FC236}">
                <a16:creationId xmlns:a16="http://schemas.microsoft.com/office/drawing/2014/main" id="{7EFD17F0-D212-D07E-2F1D-1CB6937CFC69}"/>
              </a:ext>
            </a:extLst>
          </p:cNvPr>
          <p:cNvSpPr>
            <a:spLocks noGrp="1"/>
          </p:cNvSpPr>
          <p:nvPr>
            <p:ph sz="quarter" idx="23"/>
          </p:nvPr>
        </p:nvSpPr>
        <p:spPr>
          <a:xfrm>
            <a:off x="550862" y="2492896"/>
            <a:ext cx="5330138" cy="3850754"/>
          </a:xfrm>
          <a:prstGeom prst="rect">
            <a:avLst/>
          </a:prstGeo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2" name="Text Placeholder 9">
            <a:extLst>
              <a:ext uri="{FF2B5EF4-FFF2-40B4-BE49-F238E27FC236}">
                <a16:creationId xmlns:a16="http://schemas.microsoft.com/office/drawing/2014/main" id="{EC6FEC92-A170-A7CC-8FF6-9FD32F5A0F2E}"/>
              </a:ext>
            </a:extLst>
          </p:cNvPr>
          <p:cNvSpPr>
            <a:spLocks noGrp="1"/>
          </p:cNvSpPr>
          <p:nvPr>
            <p:ph type="body" sz="quarter" idx="24"/>
          </p:nvPr>
        </p:nvSpPr>
        <p:spPr>
          <a:xfrm>
            <a:off x="6310478" y="1628800"/>
            <a:ext cx="5330138" cy="307777"/>
          </a:xfrm>
          <a:prstGeom prst="rect">
            <a:avLst/>
          </a:prstGeom>
        </p:spPr>
        <p:txBody>
          <a:bodyPr wrap="square">
            <a:spAutoFit/>
          </a:bodyPr>
          <a:lstStyle>
            <a:lvl1pPr>
              <a:defRPr sz="2000" b="1">
                <a:solidFill>
                  <a:schemeClr val="accent2"/>
                </a:solidFill>
                <a:latin typeface="+mn-lt"/>
              </a:defRPr>
            </a:lvl1pPr>
          </a:lstStyle>
          <a:p>
            <a:pPr lvl="0"/>
            <a:r>
              <a:rPr lang="en-GB"/>
              <a:t>Click to edit Master text styles</a:t>
            </a:r>
          </a:p>
        </p:txBody>
      </p:sp>
      <p:sp>
        <p:nvSpPr>
          <p:cNvPr id="13" name="Content Placeholder 17">
            <a:extLst>
              <a:ext uri="{FF2B5EF4-FFF2-40B4-BE49-F238E27FC236}">
                <a16:creationId xmlns:a16="http://schemas.microsoft.com/office/drawing/2014/main" id="{61CACAE4-D9D8-CD09-D583-8423E8CA63DC}"/>
              </a:ext>
            </a:extLst>
          </p:cNvPr>
          <p:cNvSpPr>
            <a:spLocks noGrp="1"/>
          </p:cNvSpPr>
          <p:nvPr>
            <p:ph sz="quarter" idx="25"/>
          </p:nvPr>
        </p:nvSpPr>
        <p:spPr>
          <a:xfrm>
            <a:off x="6310476" y="2492896"/>
            <a:ext cx="5330138" cy="3850754"/>
          </a:xfrm>
          <a:prstGeom prst="rect">
            <a:avLst/>
          </a:prstGeo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4" name="Title 5">
            <a:extLst>
              <a:ext uri="{FF2B5EF4-FFF2-40B4-BE49-F238E27FC236}">
                <a16:creationId xmlns:a16="http://schemas.microsoft.com/office/drawing/2014/main" id="{125124BF-59AA-4061-4A22-16A686B4877F}"/>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Tree>
    <p:extLst>
      <p:ext uri="{BB962C8B-B14F-4D97-AF65-F5344CB8AC3E}">
        <p14:creationId xmlns:p14="http://schemas.microsoft.com/office/powerpoint/2010/main" val="2689655685"/>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Comparison Chapterbox">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E19822C-D354-F2FB-1C56-D296F7B12974}"/>
              </a:ext>
            </a:extLst>
          </p:cNvPr>
          <p:cNvSpPr>
            <a:spLocks noGrp="1"/>
          </p:cNvSpPr>
          <p:nvPr>
            <p:ph type="dt" sz="half" idx="26"/>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79AA8835-108D-EC01-28A9-036F9DC1ED24}"/>
              </a:ext>
            </a:extLst>
          </p:cNvPr>
          <p:cNvSpPr>
            <a:spLocks noGrp="1"/>
          </p:cNvSpPr>
          <p:nvPr>
            <p:ph type="ftr" sz="quarter" idx="27"/>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97F09F6A-36AF-74AE-86F3-4627D658998C}"/>
              </a:ext>
            </a:extLst>
          </p:cNvPr>
          <p:cNvSpPr>
            <a:spLocks noGrp="1"/>
          </p:cNvSpPr>
          <p:nvPr>
            <p:ph type="sldNum" sz="quarter" idx="28"/>
          </p:nvPr>
        </p:nvSpPr>
        <p:spPr/>
        <p:txBody>
          <a:bodyPr/>
          <a:lstStyle/>
          <a:p>
            <a:pPr algn="r"/>
            <a:fld id="{5D9A5160-6218-4E5A-B9E6-B93E3DAE377C}" type="slidenum">
              <a:rPr lang="en-US" smtClean="0"/>
              <a:pPr algn="r"/>
              <a:t>‹#›</a:t>
            </a:fld>
            <a:endParaRPr lang="en-US"/>
          </a:p>
        </p:txBody>
      </p:sp>
      <p:sp>
        <p:nvSpPr>
          <p:cNvPr id="7" name="Text Placeholder 9">
            <a:extLst>
              <a:ext uri="{FF2B5EF4-FFF2-40B4-BE49-F238E27FC236}">
                <a16:creationId xmlns:a16="http://schemas.microsoft.com/office/drawing/2014/main" id="{95E9CE48-EF69-F2C9-8A03-F2A8587E01BA}"/>
              </a:ext>
            </a:extLst>
          </p:cNvPr>
          <p:cNvSpPr>
            <a:spLocks noGrp="1"/>
          </p:cNvSpPr>
          <p:nvPr>
            <p:ph type="body" sz="quarter" idx="22"/>
          </p:nvPr>
        </p:nvSpPr>
        <p:spPr>
          <a:xfrm>
            <a:off x="550864" y="1628800"/>
            <a:ext cx="5330138" cy="307777"/>
          </a:xfrm>
          <a:prstGeom prst="rect">
            <a:avLst/>
          </a:prstGeom>
        </p:spPr>
        <p:txBody>
          <a:bodyPr wrap="square">
            <a:spAutoFit/>
          </a:bodyPr>
          <a:lstStyle>
            <a:lvl1pPr>
              <a:defRPr sz="2000" b="1">
                <a:solidFill>
                  <a:schemeClr val="accent2"/>
                </a:solidFill>
                <a:latin typeface="+mn-lt"/>
              </a:defRPr>
            </a:lvl1pPr>
          </a:lstStyle>
          <a:p>
            <a:pPr lvl="0"/>
            <a:r>
              <a:rPr lang="en-GB" dirty="0"/>
              <a:t>Click to edit Master text styles</a:t>
            </a:r>
          </a:p>
        </p:txBody>
      </p:sp>
      <p:sp>
        <p:nvSpPr>
          <p:cNvPr id="12" name="Content Placeholder 17">
            <a:extLst>
              <a:ext uri="{FF2B5EF4-FFF2-40B4-BE49-F238E27FC236}">
                <a16:creationId xmlns:a16="http://schemas.microsoft.com/office/drawing/2014/main" id="{F334E708-8C22-D91B-DBA0-AC721B140B70}"/>
              </a:ext>
            </a:extLst>
          </p:cNvPr>
          <p:cNvSpPr>
            <a:spLocks noGrp="1"/>
          </p:cNvSpPr>
          <p:nvPr>
            <p:ph sz="quarter" idx="23"/>
          </p:nvPr>
        </p:nvSpPr>
        <p:spPr>
          <a:xfrm>
            <a:off x="550862" y="2492896"/>
            <a:ext cx="5330138" cy="3850754"/>
          </a:xfrm>
          <a:prstGeom prst="rect">
            <a:avLst/>
          </a:prstGeo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3" name="Text Placeholder 9">
            <a:extLst>
              <a:ext uri="{FF2B5EF4-FFF2-40B4-BE49-F238E27FC236}">
                <a16:creationId xmlns:a16="http://schemas.microsoft.com/office/drawing/2014/main" id="{C218E6AF-82C0-D1E0-384F-B256AD9A07C9}"/>
              </a:ext>
            </a:extLst>
          </p:cNvPr>
          <p:cNvSpPr>
            <a:spLocks noGrp="1"/>
          </p:cNvSpPr>
          <p:nvPr>
            <p:ph type="body" sz="quarter" idx="24"/>
          </p:nvPr>
        </p:nvSpPr>
        <p:spPr>
          <a:xfrm>
            <a:off x="6310478" y="1628800"/>
            <a:ext cx="5330138" cy="307777"/>
          </a:xfrm>
          <a:prstGeom prst="rect">
            <a:avLst/>
          </a:prstGeom>
        </p:spPr>
        <p:txBody>
          <a:bodyPr wrap="square">
            <a:spAutoFit/>
          </a:bodyPr>
          <a:lstStyle>
            <a:lvl1pPr>
              <a:defRPr sz="2000" b="1">
                <a:solidFill>
                  <a:schemeClr val="accent2"/>
                </a:solidFill>
                <a:latin typeface="+mn-lt"/>
              </a:defRPr>
            </a:lvl1pPr>
          </a:lstStyle>
          <a:p>
            <a:pPr lvl="0"/>
            <a:r>
              <a:rPr lang="en-GB"/>
              <a:t>Click to edit Master text styles</a:t>
            </a:r>
          </a:p>
        </p:txBody>
      </p:sp>
      <p:sp>
        <p:nvSpPr>
          <p:cNvPr id="14" name="Content Placeholder 17">
            <a:extLst>
              <a:ext uri="{FF2B5EF4-FFF2-40B4-BE49-F238E27FC236}">
                <a16:creationId xmlns:a16="http://schemas.microsoft.com/office/drawing/2014/main" id="{434732BD-0DE1-7972-8129-6B2FD889422B}"/>
              </a:ext>
            </a:extLst>
          </p:cNvPr>
          <p:cNvSpPr>
            <a:spLocks noGrp="1"/>
          </p:cNvSpPr>
          <p:nvPr>
            <p:ph sz="quarter" idx="25"/>
          </p:nvPr>
        </p:nvSpPr>
        <p:spPr>
          <a:xfrm>
            <a:off x="6310476" y="2492896"/>
            <a:ext cx="5330138" cy="3850754"/>
          </a:xfrm>
          <a:prstGeom prst="rect">
            <a:avLst/>
          </a:prstGeo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PL"/>
          </a:p>
        </p:txBody>
      </p:sp>
      <p:sp>
        <p:nvSpPr>
          <p:cNvPr id="15" name="Title 5">
            <a:extLst>
              <a:ext uri="{FF2B5EF4-FFF2-40B4-BE49-F238E27FC236}">
                <a16:creationId xmlns:a16="http://schemas.microsoft.com/office/drawing/2014/main" id="{FAD5C41E-6196-A73E-2CC8-40DE5784314D}"/>
              </a:ext>
            </a:extLst>
          </p:cNvPr>
          <p:cNvSpPr>
            <a:spLocks noGrp="1"/>
          </p:cNvSpPr>
          <p:nvPr>
            <p:ph type="title"/>
          </p:nvPr>
        </p:nvSpPr>
        <p:spPr>
          <a:xfrm>
            <a:off x="551384" y="549274"/>
            <a:ext cx="11090938" cy="930372"/>
          </a:xfrm>
        </p:spPr>
        <p:txBody>
          <a:bodyPr/>
          <a:lstStyle/>
          <a:p>
            <a:r>
              <a:rPr lang="en-GB"/>
              <a:t>Click to edit Master title style</a:t>
            </a:r>
            <a:endParaRPr lang="en-US"/>
          </a:p>
        </p:txBody>
      </p:sp>
      <p:sp>
        <p:nvSpPr>
          <p:cNvPr id="16" name="Chapter Placeholder 2">
            <a:extLst>
              <a:ext uri="{FF2B5EF4-FFF2-40B4-BE49-F238E27FC236}">
                <a16:creationId xmlns:a16="http://schemas.microsoft.com/office/drawing/2014/main" id="{9D705FF2-388B-F1E9-E0EF-2FC6B1B5B165}"/>
              </a:ext>
            </a:extLst>
          </p:cNvPr>
          <p:cNvSpPr>
            <a:spLocks noGrp="1"/>
          </p:cNvSpPr>
          <p:nvPr>
            <p:ph type="body" sz="quarter" idx="13" hasCustomPrompt="1"/>
          </p:nvPr>
        </p:nvSpPr>
        <p:spPr>
          <a:xfrm>
            <a:off x="550863" y="266218"/>
            <a:ext cx="11089753" cy="161001"/>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1191103396"/>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Content Photo 1">
    <p:spTree>
      <p:nvGrpSpPr>
        <p:cNvPr id="1" name=""/>
        <p:cNvGrpSpPr/>
        <p:nvPr/>
      </p:nvGrpSpPr>
      <p:grpSpPr>
        <a:xfrm>
          <a:off x="0" y="0"/>
          <a:ext cx="0" cy="0"/>
          <a:chOff x="0" y="0"/>
          <a:chExt cx="0" cy="0"/>
        </a:xfrm>
      </p:grpSpPr>
      <p:sp>
        <p:nvSpPr>
          <p:cNvPr id="2" name="Picture Placeholder 18">
            <a:extLst>
              <a:ext uri="{FF2B5EF4-FFF2-40B4-BE49-F238E27FC236}">
                <a16:creationId xmlns:a16="http://schemas.microsoft.com/office/drawing/2014/main" id="{6C4F5EE7-6CA6-23D5-2788-911B0B2A43B3}"/>
              </a:ext>
            </a:extLst>
          </p:cNvPr>
          <p:cNvSpPr>
            <a:spLocks noGrp="1"/>
          </p:cNvSpPr>
          <p:nvPr>
            <p:ph type="pic" sz="quarter" idx="10" hasCustomPrompt="1"/>
          </p:nvPr>
        </p:nvSpPr>
        <p:spPr>
          <a:xfrm>
            <a:off x="7943743" y="1"/>
            <a:ext cx="4248257"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1">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10" name="Date Placeholder 9">
            <a:extLst>
              <a:ext uri="{FF2B5EF4-FFF2-40B4-BE49-F238E27FC236}">
                <a16:creationId xmlns:a16="http://schemas.microsoft.com/office/drawing/2014/main" id="{46783FFD-9F48-C402-1C8B-428607819FB0}"/>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6AD5ECD-D6D3-FD2C-E095-2E1A79FDA02A}"/>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C3781C8A-9DD0-4577-58C6-4DB8551B5B02}"/>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7" name="Logo Placeholder 7">
            <a:extLst>
              <a:ext uri="{FF2B5EF4-FFF2-40B4-BE49-F238E27FC236}">
                <a16:creationId xmlns:a16="http://schemas.microsoft.com/office/drawing/2014/main" id="{29795E3B-57BB-6A89-30A5-3E6BC71D41BA}"/>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4" name="Text Placeholder 9">
            <a:extLst>
              <a:ext uri="{FF2B5EF4-FFF2-40B4-BE49-F238E27FC236}">
                <a16:creationId xmlns:a16="http://schemas.microsoft.com/office/drawing/2014/main" id="{DAB5A246-9A0B-65C8-49F8-87EBDAA8FFAB}"/>
              </a:ext>
            </a:extLst>
          </p:cNvPr>
          <p:cNvSpPr>
            <a:spLocks noGrp="1"/>
          </p:cNvSpPr>
          <p:nvPr>
            <p:ph type="body" sz="quarter" idx="22" hasCustomPrompt="1"/>
          </p:nvPr>
        </p:nvSpPr>
        <p:spPr>
          <a:xfrm>
            <a:off x="550200" y="1634286"/>
            <a:ext cx="69847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8" name="Title 4">
            <a:extLst>
              <a:ext uri="{FF2B5EF4-FFF2-40B4-BE49-F238E27FC236}">
                <a16:creationId xmlns:a16="http://schemas.microsoft.com/office/drawing/2014/main" id="{EA12CB0F-18C8-4B37-D337-576F193F4E68}"/>
              </a:ext>
            </a:extLst>
          </p:cNvPr>
          <p:cNvSpPr>
            <a:spLocks noGrp="1"/>
          </p:cNvSpPr>
          <p:nvPr>
            <p:ph type="title"/>
          </p:nvPr>
        </p:nvSpPr>
        <p:spPr>
          <a:xfrm>
            <a:off x="551384" y="549274"/>
            <a:ext cx="6984776" cy="930372"/>
          </a:xfrm>
        </p:spPr>
        <p:txBody>
          <a:bodyPr/>
          <a:lstStyle/>
          <a:p>
            <a:r>
              <a:rPr lang="en-GB" dirty="0"/>
              <a:t>Click to edit Master title style</a:t>
            </a:r>
            <a:endParaRPr lang="en-US" dirty="0"/>
          </a:p>
        </p:txBody>
      </p:sp>
      <p:sp>
        <p:nvSpPr>
          <p:cNvPr id="9" name="Content Placeholder 5">
            <a:extLst>
              <a:ext uri="{FF2B5EF4-FFF2-40B4-BE49-F238E27FC236}">
                <a16:creationId xmlns:a16="http://schemas.microsoft.com/office/drawing/2014/main" id="{D152F18F-85FF-9779-8F2D-A303D862196F}"/>
              </a:ext>
            </a:extLst>
          </p:cNvPr>
          <p:cNvSpPr>
            <a:spLocks noGrp="1"/>
          </p:cNvSpPr>
          <p:nvPr>
            <p:ph sz="quarter" idx="31"/>
          </p:nvPr>
        </p:nvSpPr>
        <p:spPr>
          <a:xfrm>
            <a:off x="551384" y="2132856"/>
            <a:ext cx="69847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1683831666"/>
      </p:ext>
    </p:extLst>
  </p:cSld>
  <p:clrMapOvr>
    <a:masterClrMapping/>
  </p:clrMapOvr>
  <p:extLst>
    <p:ext uri="{DCECCB84-F9BA-43D5-87BE-67443E8EF086}">
      <p15:sldGuideLst xmlns:p15="http://schemas.microsoft.com/office/powerpoint/2012/main">
        <p15:guide id="1" pos="5110">
          <p15:clr>
            <a:srgbClr val="FBAE4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Content Photo 1 Chapterbox">
    <p:spTree>
      <p:nvGrpSpPr>
        <p:cNvPr id="1" name=""/>
        <p:cNvGrpSpPr/>
        <p:nvPr/>
      </p:nvGrpSpPr>
      <p:grpSpPr>
        <a:xfrm>
          <a:off x="0" y="0"/>
          <a:ext cx="0" cy="0"/>
          <a:chOff x="0" y="0"/>
          <a:chExt cx="0" cy="0"/>
        </a:xfrm>
      </p:grpSpPr>
      <p:sp>
        <p:nvSpPr>
          <p:cNvPr id="2" name="Picture Placeholder 18">
            <a:extLst>
              <a:ext uri="{FF2B5EF4-FFF2-40B4-BE49-F238E27FC236}">
                <a16:creationId xmlns:a16="http://schemas.microsoft.com/office/drawing/2014/main" id="{6C4F5EE7-6CA6-23D5-2788-911B0B2A43B3}"/>
              </a:ext>
            </a:extLst>
          </p:cNvPr>
          <p:cNvSpPr>
            <a:spLocks noGrp="1"/>
          </p:cNvSpPr>
          <p:nvPr>
            <p:ph type="pic" sz="quarter" idx="10" hasCustomPrompt="1"/>
          </p:nvPr>
        </p:nvSpPr>
        <p:spPr>
          <a:xfrm>
            <a:off x="7943743" y="1"/>
            <a:ext cx="4248257"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1">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10" name="Date Placeholder 9">
            <a:extLst>
              <a:ext uri="{FF2B5EF4-FFF2-40B4-BE49-F238E27FC236}">
                <a16:creationId xmlns:a16="http://schemas.microsoft.com/office/drawing/2014/main" id="{46783FFD-9F48-C402-1C8B-428607819FB0}"/>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6AD5ECD-D6D3-FD2C-E095-2E1A79FDA02A}"/>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C3781C8A-9DD0-4577-58C6-4DB8551B5B02}"/>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7" name="Logo Placeholder 7">
            <a:extLst>
              <a:ext uri="{FF2B5EF4-FFF2-40B4-BE49-F238E27FC236}">
                <a16:creationId xmlns:a16="http://schemas.microsoft.com/office/drawing/2014/main" id="{B6CD7C39-9B05-5EE2-DEF9-35BCAF890611}"/>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4" name="Text Placeholder 9">
            <a:extLst>
              <a:ext uri="{FF2B5EF4-FFF2-40B4-BE49-F238E27FC236}">
                <a16:creationId xmlns:a16="http://schemas.microsoft.com/office/drawing/2014/main" id="{8E054368-78BE-CE84-C2FA-4F703E683BE8}"/>
              </a:ext>
            </a:extLst>
          </p:cNvPr>
          <p:cNvSpPr>
            <a:spLocks noGrp="1"/>
          </p:cNvSpPr>
          <p:nvPr>
            <p:ph type="body" sz="quarter" idx="22" hasCustomPrompt="1"/>
          </p:nvPr>
        </p:nvSpPr>
        <p:spPr>
          <a:xfrm>
            <a:off x="550200" y="1634286"/>
            <a:ext cx="69847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9" name="Title 4">
            <a:extLst>
              <a:ext uri="{FF2B5EF4-FFF2-40B4-BE49-F238E27FC236}">
                <a16:creationId xmlns:a16="http://schemas.microsoft.com/office/drawing/2014/main" id="{DEEAD991-3964-F36C-4879-85B7BF15F755}"/>
              </a:ext>
            </a:extLst>
          </p:cNvPr>
          <p:cNvSpPr>
            <a:spLocks noGrp="1"/>
          </p:cNvSpPr>
          <p:nvPr>
            <p:ph type="title"/>
          </p:nvPr>
        </p:nvSpPr>
        <p:spPr>
          <a:xfrm>
            <a:off x="551384" y="549274"/>
            <a:ext cx="6984776" cy="930372"/>
          </a:xfrm>
        </p:spPr>
        <p:txBody>
          <a:bodyPr/>
          <a:lstStyle/>
          <a:p>
            <a:r>
              <a:rPr lang="en-GB" dirty="0"/>
              <a:t>Click to edit Master title style</a:t>
            </a:r>
            <a:endParaRPr lang="en-US" dirty="0"/>
          </a:p>
        </p:txBody>
      </p:sp>
      <p:sp>
        <p:nvSpPr>
          <p:cNvPr id="13" name="Content Placeholder 5">
            <a:extLst>
              <a:ext uri="{FF2B5EF4-FFF2-40B4-BE49-F238E27FC236}">
                <a16:creationId xmlns:a16="http://schemas.microsoft.com/office/drawing/2014/main" id="{C0F27CFC-E991-3A28-ACC5-5F26FBD8F2E7}"/>
              </a:ext>
            </a:extLst>
          </p:cNvPr>
          <p:cNvSpPr>
            <a:spLocks noGrp="1"/>
          </p:cNvSpPr>
          <p:nvPr>
            <p:ph sz="quarter" idx="31"/>
          </p:nvPr>
        </p:nvSpPr>
        <p:spPr>
          <a:xfrm>
            <a:off x="551384" y="2132856"/>
            <a:ext cx="69847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4" name="Chapter Placeholder 2">
            <a:extLst>
              <a:ext uri="{FF2B5EF4-FFF2-40B4-BE49-F238E27FC236}">
                <a16:creationId xmlns:a16="http://schemas.microsoft.com/office/drawing/2014/main" id="{0D3DC115-B2A4-A93A-670B-C9BC365E7171}"/>
              </a:ext>
            </a:extLst>
          </p:cNvPr>
          <p:cNvSpPr>
            <a:spLocks noGrp="1"/>
          </p:cNvSpPr>
          <p:nvPr>
            <p:ph type="body" sz="quarter" idx="13" hasCustomPrompt="1"/>
          </p:nvPr>
        </p:nvSpPr>
        <p:spPr>
          <a:xfrm>
            <a:off x="550863" y="266219"/>
            <a:ext cx="6983870"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2975406732"/>
      </p:ext>
    </p:extLst>
  </p:cSld>
  <p:clrMapOvr>
    <a:masterClrMapping/>
  </p:clrMapOvr>
  <p:extLst>
    <p:ext uri="{DCECCB84-F9BA-43D5-87BE-67443E8EF086}">
      <p15:sldGuideLst xmlns:p15="http://schemas.microsoft.com/office/powerpoint/2012/main">
        <p15:guide id="1" pos="5110">
          <p15:clr>
            <a:srgbClr val="FBAE4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Content Photo 2">
    <p:spTree>
      <p:nvGrpSpPr>
        <p:cNvPr id="1" name=""/>
        <p:cNvGrpSpPr/>
        <p:nvPr/>
      </p:nvGrpSpPr>
      <p:grpSpPr>
        <a:xfrm>
          <a:off x="0" y="0"/>
          <a:ext cx="0" cy="0"/>
          <a:chOff x="0" y="0"/>
          <a:chExt cx="0" cy="0"/>
        </a:xfrm>
      </p:grpSpPr>
      <p:sp>
        <p:nvSpPr>
          <p:cNvPr id="2" name="Picture Placeholder 18">
            <a:extLst>
              <a:ext uri="{FF2B5EF4-FFF2-40B4-BE49-F238E27FC236}">
                <a16:creationId xmlns:a16="http://schemas.microsoft.com/office/drawing/2014/main" id="{97BD40BB-A2F0-F646-3CC2-596CC4195838}"/>
              </a:ext>
            </a:extLst>
          </p:cNvPr>
          <p:cNvSpPr>
            <a:spLocks noGrp="1"/>
          </p:cNvSpPr>
          <p:nvPr>
            <p:ph type="pic" sz="quarter" idx="18" hasCustomPrompt="1"/>
          </p:nvPr>
        </p:nvSpPr>
        <p:spPr>
          <a:xfrm>
            <a:off x="6095937" y="1"/>
            <a:ext cx="6096064"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1">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10" name="Date Placeholder 9">
            <a:extLst>
              <a:ext uri="{FF2B5EF4-FFF2-40B4-BE49-F238E27FC236}">
                <a16:creationId xmlns:a16="http://schemas.microsoft.com/office/drawing/2014/main" id="{6132EE43-B817-E2F8-9E7F-509C8F5C333F}"/>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9D40FDFE-5D39-1793-49A7-C223A0B5A728}"/>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D3F18AC0-D398-EFCE-8D4E-EBBC42BA70A1}"/>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7" name="Logo Placeholder 7">
            <a:extLst>
              <a:ext uri="{FF2B5EF4-FFF2-40B4-BE49-F238E27FC236}">
                <a16:creationId xmlns:a16="http://schemas.microsoft.com/office/drawing/2014/main" id="{89A27111-DDC9-12A1-4C11-F0F75CF8CCD1}"/>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4" name="Text Placeholder 9">
            <a:extLst>
              <a:ext uri="{FF2B5EF4-FFF2-40B4-BE49-F238E27FC236}">
                <a16:creationId xmlns:a16="http://schemas.microsoft.com/office/drawing/2014/main" id="{A9FC7CEE-5684-A3B6-ACDC-94CBEF3D287A}"/>
              </a:ext>
            </a:extLst>
          </p:cNvPr>
          <p:cNvSpPr>
            <a:spLocks noGrp="1"/>
          </p:cNvSpPr>
          <p:nvPr>
            <p:ph type="body" sz="quarter" idx="22" hasCustomPrompt="1"/>
          </p:nvPr>
        </p:nvSpPr>
        <p:spPr>
          <a:xfrm>
            <a:off x="550200" y="1634286"/>
            <a:ext cx="51845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8" name="Title 4">
            <a:extLst>
              <a:ext uri="{FF2B5EF4-FFF2-40B4-BE49-F238E27FC236}">
                <a16:creationId xmlns:a16="http://schemas.microsoft.com/office/drawing/2014/main" id="{E996CBFA-AD09-0282-5487-19F5210631FF}"/>
              </a:ext>
            </a:extLst>
          </p:cNvPr>
          <p:cNvSpPr>
            <a:spLocks noGrp="1"/>
          </p:cNvSpPr>
          <p:nvPr>
            <p:ph type="title"/>
          </p:nvPr>
        </p:nvSpPr>
        <p:spPr>
          <a:xfrm>
            <a:off x="551384" y="549274"/>
            <a:ext cx="5184576" cy="930372"/>
          </a:xfrm>
        </p:spPr>
        <p:txBody>
          <a:bodyPr/>
          <a:lstStyle/>
          <a:p>
            <a:r>
              <a:rPr lang="en-GB" dirty="0"/>
              <a:t>Click to edit Master title style</a:t>
            </a:r>
            <a:endParaRPr lang="en-US" dirty="0"/>
          </a:p>
        </p:txBody>
      </p:sp>
      <p:sp>
        <p:nvSpPr>
          <p:cNvPr id="9" name="Content Placeholder 5">
            <a:extLst>
              <a:ext uri="{FF2B5EF4-FFF2-40B4-BE49-F238E27FC236}">
                <a16:creationId xmlns:a16="http://schemas.microsoft.com/office/drawing/2014/main" id="{55764D24-97AD-17C8-67AB-BA489F8EDE94}"/>
              </a:ext>
            </a:extLst>
          </p:cNvPr>
          <p:cNvSpPr>
            <a:spLocks noGrp="1"/>
          </p:cNvSpPr>
          <p:nvPr>
            <p:ph sz="quarter" idx="31"/>
          </p:nvPr>
        </p:nvSpPr>
        <p:spPr>
          <a:xfrm>
            <a:off x="551384" y="2132856"/>
            <a:ext cx="51845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3585146329"/>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Content Photo 2 Chapterbox">
    <p:spTree>
      <p:nvGrpSpPr>
        <p:cNvPr id="1" name=""/>
        <p:cNvGrpSpPr/>
        <p:nvPr/>
      </p:nvGrpSpPr>
      <p:grpSpPr>
        <a:xfrm>
          <a:off x="0" y="0"/>
          <a:ext cx="0" cy="0"/>
          <a:chOff x="0" y="0"/>
          <a:chExt cx="0" cy="0"/>
        </a:xfrm>
      </p:grpSpPr>
      <p:sp>
        <p:nvSpPr>
          <p:cNvPr id="2" name="Picture Placeholder 18">
            <a:extLst>
              <a:ext uri="{FF2B5EF4-FFF2-40B4-BE49-F238E27FC236}">
                <a16:creationId xmlns:a16="http://schemas.microsoft.com/office/drawing/2014/main" id="{97BD40BB-A2F0-F646-3CC2-596CC4195838}"/>
              </a:ext>
            </a:extLst>
          </p:cNvPr>
          <p:cNvSpPr>
            <a:spLocks noGrp="1"/>
          </p:cNvSpPr>
          <p:nvPr>
            <p:ph type="pic" sz="quarter" idx="18" hasCustomPrompt="1"/>
          </p:nvPr>
        </p:nvSpPr>
        <p:spPr>
          <a:xfrm>
            <a:off x="6095937" y="1"/>
            <a:ext cx="6096064" cy="6858000"/>
          </a:xfrm>
          <a:custGeom>
            <a:avLst/>
            <a:gdLst>
              <a:gd name="connsiteX0" fmla="*/ 0 w 6888162"/>
              <a:gd name="connsiteY0" fmla="*/ 0 h 6858000"/>
              <a:gd name="connsiteX1" fmla="*/ 6888162 w 6888162"/>
              <a:gd name="connsiteY1" fmla="*/ 0 h 6858000"/>
              <a:gd name="connsiteX2" fmla="*/ 6888162 w 6888162"/>
              <a:gd name="connsiteY2" fmla="*/ 6858000 h 6858000"/>
              <a:gd name="connsiteX3" fmla="*/ 0 w 688816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88162" h="6858000">
                <a:moveTo>
                  <a:pt x="0" y="0"/>
                </a:moveTo>
                <a:lnTo>
                  <a:pt x="6888162" y="0"/>
                </a:lnTo>
                <a:lnTo>
                  <a:pt x="6888162" y="6858000"/>
                </a:lnTo>
                <a:lnTo>
                  <a:pt x="0" y="6858000"/>
                </a:lnTo>
                <a:close/>
              </a:path>
            </a:pathLst>
          </a:custGeom>
          <a:solidFill>
            <a:schemeClr val="bg1">
              <a:lumMod val="95000"/>
            </a:schemeClr>
          </a:solidFill>
        </p:spPr>
        <p:txBody>
          <a:bodyPr wrap="square">
            <a:noAutofit/>
          </a:bodyPr>
          <a:lstStyle>
            <a:lvl1pPr>
              <a:defRPr>
                <a:solidFill>
                  <a:schemeClr val="tx1">
                    <a:lumMod val="50000"/>
                    <a:lumOff val="50000"/>
                  </a:schemeClr>
                </a:solidFill>
              </a:defRPr>
            </a:lvl1pPr>
          </a:lstStyle>
          <a:p>
            <a:r>
              <a:rPr lang="de-DE"/>
              <a:t>Insert Picture and send </a:t>
            </a:r>
            <a:r>
              <a:rPr lang="de-DE" err="1"/>
              <a:t>to</a:t>
            </a:r>
            <a:r>
              <a:rPr lang="de-DE"/>
              <a:t> back</a:t>
            </a:r>
          </a:p>
        </p:txBody>
      </p:sp>
      <p:sp>
        <p:nvSpPr>
          <p:cNvPr id="10" name="Date Placeholder 9">
            <a:extLst>
              <a:ext uri="{FF2B5EF4-FFF2-40B4-BE49-F238E27FC236}">
                <a16:creationId xmlns:a16="http://schemas.microsoft.com/office/drawing/2014/main" id="{6132EE43-B817-E2F8-9E7F-509C8F5C333F}"/>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9D40FDFE-5D39-1793-49A7-C223A0B5A728}"/>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D3F18AC0-D398-EFCE-8D4E-EBBC42BA70A1}"/>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7" name="Logo Placeholder 7">
            <a:extLst>
              <a:ext uri="{FF2B5EF4-FFF2-40B4-BE49-F238E27FC236}">
                <a16:creationId xmlns:a16="http://schemas.microsoft.com/office/drawing/2014/main" id="{E8072C2C-2703-8769-9855-A1DF4136FBA3}"/>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
        <p:nvSpPr>
          <p:cNvPr id="4" name="Text Placeholder 9">
            <a:extLst>
              <a:ext uri="{FF2B5EF4-FFF2-40B4-BE49-F238E27FC236}">
                <a16:creationId xmlns:a16="http://schemas.microsoft.com/office/drawing/2014/main" id="{ECCC854E-0D6A-570D-C931-2F6200BAE05C}"/>
              </a:ext>
            </a:extLst>
          </p:cNvPr>
          <p:cNvSpPr>
            <a:spLocks noGrp="1"/>
          </p:cNvSpPr>
          <p:nvPr>
            <p:ph type="body" sz="quarter" idx="22" hasCustomPrompt="1"/>
          </p:nvPr>
        </p:nvSpPr>
        <p:spPr>
          <a:xfrm>
            <a:off x="550200" y="1634286"/>
            <a:ext cx="51845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9" name="Title 4">
            <a:extLst>
              <a:ext uri="{FF2B5EF4-FFF2-40B4-BE49-F238E27FC236}">
                <a16:creationId xmlns:a16="http://schemas.microsoft.com/office/drawing/2014/main" id="{268BBB3C-91ED-FE9A-F090-4BB2850F412F}"/>
              </a:ext>
            </a:extLst>
          </p:cNvPr>
          <p:cNvSpPr>
            <a:spLocks noGrp="1"/>
          </p:cNvSpPr>
          <p:nvPr>
            <p:ph type="title"/>
          </p:nvPr>
        </p:nvSpPr>
        <p:spPr>
          <a:xfrm>
            <a:off x="551384" y="549274"/>
            <a:ext cx="5184576" cy="930372"/>
          </a:xfrm>
        </p:spPr>
        <p:txBody>
          <a:bodyPr/>
          <a:lstStyle/>
          <a:p>
            <a:r>
              <a:rPr lang="en-GB" dirty="0"/>
              <a:t>Click to edit Master title style</a:t>
            </a:r>
            <a:endParaRPr lang="en-US" dirty="0"/>
          </a:p>
        </p:txBody>
      </p:sp>
      <p:sp>
        <p:nvSpPr>
          <p:cNvPr id="13" name="Content Placeholder 5">
            <a:extLst>
              <a:ext uri="{FF2B5EF4-FFF2-40B4-BE49-F238E27FC236}">
                <a16:creationId xmlns:a16="http://schemas.microsoft.com/office/drawing/2014/main" id="{E8CD221F-7B29-CDBF-0ADB-0213B5CE2E56}"/>
              </a:ext>
            </a:extLst>
          </p:cNvPr>
          <p:cNvSpPr>
            <a:spLocks noGrp="1"/>
          </p:cNvSpPr>
          <p:nvPr>
            <p:ph sz="quarter" idx="31"/>
          </p:nvPr>
        </p:nvSpPr>
        <p:spPr>
          <a:xfrm>
            <a:off x="551384" y="2132856"/>
            <a:ext cx="51845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4" name="Chapter Placeholder 2">
            <a:extLst>
              <a:ext uri="{FF2B5EF4-FFF2-40B4-BE49-F238E27FC236}">
                <a16:creationId xmlns:a16="http://schemas.microsoft.com/office/drawing/2014/main" id="{E19CADB8-3BFC-DFFA-5725-6A2E5995739B}"/>
              </a:ext>
            </a:extLst>
          </p:cNvPr>
          <p:cNvSpPr>
            <a:spLocks noGrp="1"/>
          </p:cNvSpPr>
          <p:nvPr>
            <p:ph type="body" sz="quarter" idx="13" hasCustomPrompt="1"/>
          </p:nvPr>
        </p:nvSpPr>
        <p:spPr>
          <a:xfrm>
            <a:off x="550863" y="266219"/>
            <a:ext cx="5183904"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2263698133"/>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Content Photo 3">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0DD7751A-AC4E-473A-B544-73973FAE9468}"/>
              </a:ext>
            </a:extLst>
          </p:cNvPr>
          <p:cNvSpPr>
            <a:spLocks noGrp="1"/>
          </p:cNvSpPr>
          <p:nvPr>
            <p:ph type="pic" sz="quarter" idx="19" hasCustomPrompt="1"/>
          </p:nvPr>
        </p:nvSpPr>
        <p:spPr>
          <a:xfrm>
            <a:off x="1" y="0"/>
            <a:ext cx="4242121"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10" name="Date Placeholder 9">
            <a:extLst>
              <a:ext uri="{FF2B5EF4-FFF2-40B4-BE49-F238E27FC236}">
                <a16:creationId xmlns:a16="http://schemas.microsoft.com/office/drawing/2014/main" id="{7C228C6D-3BD8-F7A9-DA9D-DCE9B373CC09}"/>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1656793-2C07-1E16-6CE1-3C4AD69759DF}"/>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C166A976-F780-55C8-4310-792D90B73CC9}"/>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3" name="Text Placeholder 9">
            <a:extLst>
              <a:ext uri="{FF2B5EF4-FFF2-40B4-BE49-F238E27FC236}">
                <a16:creationId xmlns:a16="http://schemas.microsoft.com/office/drawing/2014/main" id="{B34D2D1D-F935-1AEF-3686-9E03933AF3C7}"/>
              </a:ext>
            </a:extLst>
          </p:cNvPr>
          <p:cNvSpPr>
            <a:spLocks noGrp="1"/>
          </p:cNvSpPr>
          <p:nvPr>
            <p:ph type="body" sz="quarter" idx="22" hasCustomPrompt="1"/>
          </p:nvPr>
        </p:nvSpPr>
        <p:spPr>
          <a:xfrm>
            <a:off x="4651880" y="1634286"/>
            <a:ext cx="69847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6" name="Title 4">
            <a:extLst>
              <a:ext uri="{FF2B5EF4-FFF2-40B4-BE49-F238E27FC236}">
                <a16:creationId xmlns:a16="http://schemas.microsoft.com/office/drawing/2014/main" id="{026A4472-0CE5-CE56-51B0-EE0D5AB45234}"/>
              </a:ext>
            </a:extLst>
          </p:cNvPr>
          <p:cNvSpPr>
            <a:spLocks noGrp="1"/>
          </p:cNvSpPr>
          <p:nvPr>
            <p:ph type="title"/>
          </p:nvPr>
        </p:nvSpPr>
        <p:spPr>
          <a:xfrm>
            <a:off x="4653064" y="549274"/>
            <a:ext cx="6984776" cy="930372"/>
          </a:xfrm>
        </p:spPr>
        <p:txBody>
          <a:bodyPr/>
          <a:lstStyle/>
          <a:p>
            <a:r>
              <a:rPr lang="en-GB" dirty="0"/>
              <a:t>Click to edit Master title style</a:t>
            </a:r>
            <a:endParaRPr lang="en-US" dirty="0"/>
          </a:p>
        </p:txBody>
      </p:sp>
      <p:sp>
        <p:nvSpPr>
          <p:cNvPr id="8" name="Content Placeholder 5">
            <a:extLst>
              <a:ext uri="{FF2B5EF4-FFF2-40B4-BE49-F238E27FC236}">
                <a16:creationId xmlns:a16="http://schemas.microsoft.com/office/drawing/2014/main" id="{87DAA657-4C53-A96A-1275-F8F3A956F1FC}"/>
              </a:ext>
            </a:extLst>
          </p:cNvPr>
          <p:cNvSpPr>
            <a:spLocks noGrp="1"/>
          </p:cNvSpPr>
          <p:nvPr>
            <p:ph sz="quarter" idx="31"/>
          </p:nvPr>
        </p:nvSpPr>
        <p:spPr>
          <a:xfrm>
            <a:off x="4653064" y="2132856"/>
            <a:ext cx="69847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3276430554"/>
      </p:ext>
    </p:extLst>
  </p:cSld>
  <p:clrMapOvr>
    <a:masterClrMapping/>
  </p:clrMapOvr>
  <p:extLst>
    <p:ext uri="{DCECCB84-F9BA-43D5-87BE-67443E8EF086}">
      <p15:sldGuideLst xmlns:p15="http://schemas.microsoft.com/office/powerpoint/2012/main"/>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Content Photo 3 Chapterbox">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0DD7751A-AC4E-473A-B544-73973FAE9468}"/>
              </a:ext>
            </a:extLst>
          </p:cNvPr>
          <p:cNvSpPr>
            <a:spLocks noGrp="1"/>
          </p:cNvSpPr>
          <p:nvPr>
            <p:ph type="pic" sz="quarter" idx="19" hasCustomPrompt="1"/>
          </p:nvPr>
        </p:nvSpPr>
        <p:spPr>
          <a:xfrm>
            <a:off x="1" y="0"/>
            <a:ext cx="4242121"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10" name="Date Placeholder 9">
            <a:extLst>
              <a:ext uri="{FF2B5EF4-FFF2-40B4-BE49-F238E27FC236}">
                <a16:creationId xmlns:a16="http://schemas.microsoft.com/office/drawing/2014/main" id="{7C228C6D-3BD8-F7A9-DA9D-DCE9B373CC09}"/>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1656793-2C07-1E16-6CE1-3C4AD69759DF}"/>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C166A976-F780-55C8-4310-792D90B73CC9}"/>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3" name="Text Placeholder 9">
            <a:extLst>
              <a:ext uri="{FF2B5EF4-FFF2-40B4-BE49-F238E27FC236}">
                <a16:creationId xmlns:a16="http://schemas.microsoft.com/office/drawing/2014/main" id="{F1F86D18-2B9F-15A7-F262-42B3299538C8}"/>
              </a:ext>
            </a:extLst>
          </p:cNvPr>
          <p:cNvSpPr>
            <a:spLocks noGrp="1"/>
          </p:cNvSpPr>
          <p:nvPr>
            <p:ph type="body" sz="quarter" idx="22" hasCustomPrompt="1"/>
          </p:nvPr>
        </p:nvSpPr>
        <p:spPr>
          <a:xfrm>
            <a:off x="4651880" y="1634286"/>
            <a:ext cx="6984776"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8" name="Title 4">
            <a:extLst>
              <a:ext uri="{FF2B5EF4-FFF2-40B4-BE49-F238E27FC236}">
                <a16:creationId xmlns:a16="http://schemas.microsoft.com/office/drawing/2014/main" id="{A51B9BFA-728E-72B8-26EE-69D02F9E6843}"/>
              </a:ext>
            </a:extLst>
          </p:cNvPr>
          <p:cNvSpPr>
            <a:spLocks noGrp="1"/>
          </p:cNvSpPr>
          <p:nvPr>
            <p:ph type="title"/>
          </p:nvPr>
        </p:nvSpPr>
        <p:spPr>
          <a:xfrm>
            <a:off x="4653064" y="549274"/>
            <a:ext cx="6984776" cy="930372"/>
          </a:xfrm>
        </p:spPr>
        <p:txBody>
          <a:bodyPr/>
          <a:lstStyle/>
          <a:p>
            <a:r>
              <a:rPr lang="en-GB" dirty="0"/>
              <a:t>Click to edit Master title style</a:t>
            </a:r>
            <a:endParaRPr lang="en-US" dirty="0"/>
          </a:p>
        </p:txBody>
      </p:sp>
      <p:sp>
        <p:nvSpPr>
          <p:cNvPr id="9" name="Content Placeholder 5">
            <a:extLst>
              <a:ext uri="{FF2B5EF4-FFF2-40B4-BE49-F238E27FC236}">
                <a16:creationId xmlns:a16="http://schemas.microsoft.com/office/drawing/2014/main" id="{5176F9C5-BF52-8377-9A45-2BAA088409C2}"/>
              </a:ext>
            </a:extLst>
          </p:cNvPr>
          <p:cNvSpPr>
            <a:spLocks noGrp="1"/>
          </p:cNvSpPr>
          <p:nvPr>
            <p:ph sz="quarter" idx="31"/>
          </p:nvPr>
        </p:nvSpPr>
        <p:spPr>
          <a:xfrm>
            <a:off x="4653064" y="2132856"/>
            <a:ext cx="6984776"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3" name="Chapter Placeholder 2">
            <a:extLst>
              <a:ext uri="{FF2B5EF4-FFF2-40B4-BE49-F238E27FC236}">
                <a16:creationId xmlns:a16="http://schemas.microsoft.com/office/drawing/2014/main" id="{C5121BE5-43F6-9EA0-0760-F697D8D2901E}"/>
              </a:ext>
            </a:extLst>
          </p:cNvPr>
          <p:cNvSpPr>
            <a:spLocks noGrp="1"/>
          </p:cNvSpPr>
          <p:nvPr>
            <p:ph type="body" sz="quarter" idx="13" hasCustomPrompt="1"/>
          </p:nvPr>
        </p:nvSpPr>
        <p:spPr>
          <a:xfrm>
            <a:off x="4652543" y="266219"/>
            <a:ext cx="6983870"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1586336262"/>
      </p:ext>
    </p:extLst>
  </p:cSld>
  <p:clrMapOvr>
    <a:masterClrMapping/>
  </p:clrMapOvr>
  <p:extLst>
    <p:ext uri="{DCECCB84-F9BA-43D5-87BE-67443E8EF086}">
      <p15:sldGuideLst xmlns:p15="http://schemas.microsoft.com/office/powerpoint/2012/main"/>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Content Photo 4">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AAAC9D4-CD35-41A1-A14D-B18A58A2866E}"/>
              </a:ext>
            </a:extLst>
          </p:cNvPr>
          <p:cNvSpPr>
            <a:spLocks noGrp="1"/>
          </p:cNvSpPr>
          <p:nvPr>
            <p:ph type="pic" sz="quarter" idx="18" hasCustomPrompt="1"/>
          </p:nvPr>
        </p:nvSpPr>
        <p:spPr>
          <a:xfrm>
            <a:off x="0" y="0"/>
            <a:ext cx="6096000"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10" name="Date Placeholder 9">
            <a:extLst>
              <a:ext uri="{FF2B5EF4-FFF2-40B4-BE49-F238E27FC236}">
                <a16:creationId xmlns:a16="http://schemas.microsoft.com/office/drawing/2014/main" id="{F18ACBAA-5616-6B76-6F3E-019A776E4E01}"/>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4A3242F-2D46-5913-5CA7-B4AB8C7C413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D72DABC1-51BB-C9B2-6119-ED5F9C849345}"/>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3" name="Text Placeholder 9">
            <a:extLst>
              <a:ext uri="{FF2B5EF4-FFF2-40B4-BE49-F238E27FC236}">
                <a16:creationId xmlns:a16="http://schemas.microsoft.com/office/drawing/2014/main" id="{21DA16B5-28AA-F8F8-9599-C20AC67EA7EC}"/>
              </a:ext>
            </a:extLst>
          </p:cNvPr>
          <p:cNvSpPr>
            <a:spLocks noGrp="1"/>
          </p:cNvSpPr>
          <p:nvPr>
            <p:ph type="body" sz="quarter" idx="22" hasCustomPrompt="1"/>
          </p:nvPr>
        </p:nvSpPr>
        <p:spPr>
          <a:xfrm>
            <a:off x="6454856" y="1634286"/>
            <a:ext cx="5181800"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6" name="Title 4">
            <a:extLst>
              <a:ext uri="{FF2B5EF4-FFF2-40B4-BE49-F238E27FC236}">
                <a16:creationId xmlns:a16="http://schemas.microsoft.com/office/drawing/2014/main" id="{7D676D3F-4403-C4D4-FE96-671B2944A0EF}"/>
              </a:ext>
            </a:extLst>
          </p:cNvPr>
          <p:cNvSpPr>
            <a:spLocks noGrp="1"/>
          </p:cNvSpPr>
          <p:nvPr>
            <p:ph type="title"/>
          </p:nvPr>
        </p:nvSpPr>
        <p:spPr>
          <a:xfrm>
            <a:off x="6456040" y="549274"/>
            <a:ext cx="5181800" cy="930372"/>
          </a:xfrm>
        </p:spPr>
        <p:txBody>
          <a:bodyPr/>
          <a:lstStyle/>
          <a:p>
            <a:r>
              <a:rPr lang="en-GB" dirty="0"/>
              <a:t>Click to edit Master title style</a:t>
            </a:r>
            <a:endParaRPr lang="en-US" dirty="0"/>
          </a:p>
        </p:txBody>
      </p:sp>
      <p:sp>
        <p:nvSpPr>
          <p:cNvPr id="7" name="Content Placeholder 5">
            <a:extLst>
              <a:ext uri="{FF2B5EF4-FFF2-40B4-BE49-F238E27FC236}">
                <a16:creationId xmlns:a16="http://schemas.microsoft.com/office/drawing/2014/main" id="{0024CA17-8874-30AD-4AB9-C21052582DE0}"/>
              </a:ext>
            </a:extLst>
          </p:cNvPr>
          <p:cNvSpPr>
            <a:spLocks noGrp="1"/>
          </p:cNvSpPr>
          <p:nvPr>
            <p:ph sz="quarter" idx="31"/>
          </p:nvPr>
        </p:nvSpPr>
        <p:spPr>
          <a:xfrm>
            <a:off x="6456040" y="2132856"/>
            <a:ext cx="5181800"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extLst>
      <p:ext uri="{BB962C8B-B14F-4D97-AF65-F5344CB8AC3E}">
        <p14:creationId xmlns:p14="http://schemas.microsoft.com/office/powerpoint/2010/main" val="3137710450"/>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Content Photo Chapterbox">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AAAC9D4-CD35-41A1-A14D-B18A58A2866E}"/>
              </a:ext>
            </a:extLst>
          </p:cNvPr>
          <p:cNvSpPr>
            <a:spLocks noGrp="1"/>
          </p:cNvSpPr>
          <p:nvPr>
            <p:ph type="pic" sz="quarter" idx="18" hasCustomPrompt="1"/>
          </p:nvPr>
        </p:nvSpPr>
        <p:spPr>
          <a:xfrm>
            <a:off x="0" y="0"/>
            <a:ext cx="6096000" cy="6858000"/>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10" name="Date Placeholder 9">
            <a:extLst>
              <a:ext uri="{FF2B5EF4-FFF2-40B4-BE49-F238E27FC236}">
                <a16:creationId xmlns:a16="http://schemas.microsoft.com/office/drawing/2014/main" id="{F18ACBAA-5616-6B76-6F3E-019A776E4E01}"/>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1" name="Footer Placeholder 10">
            <a:extLst>
              <a:ext uri="{FF2B5EF4-FFF2-40B4-BE49-F238E27FC236}">
                <a16:creationId xmlns:a16="http://schemas.microsoft.com/office/drawing/2014/main" id="{84A3242F-2D46-5913-5CA7-B4AB8C7C413D}"/>
              </a:ext>
            </a:extLst>
          </p:cNvPr>
          <p:cNvSpPr>
            <a:spLocks noGrp="1"/>
          </p:cNvSpPr>
          <p:nvPr>
            <p:ph type="ftr" sz="quarter" idx="25"/>
          </p:nvPr>
        </p:nvSpPr>
        <p:spPr/>
        <p:txBody>
          <a:bodyPr/>
          <a:lstStyle/>
          <a:p>
            <a:pPr>
              <a:spcBef>
                <a:spcPts val="1000"/>
              </a:spcBef>
              <a:buFont typeface="Arial" panose="020B0604020202020204" pitchFamily="34" charset="0"/>
              <a:buNone/>
            </a:pPr>
            <a:r>
              <a:rPr lang="en-US"/>
              <a:t>Presentation Title | Author | Date</a:t>
            </a:r>
          </a:p>
        </p:txBody>
      </p:sp>
      <p:sp>
        <p:nvSpPr>
          <p:cNvPr id="12" name="Slide Number Placeholder 11">
            <a:extLst>
              <a:ext uri="{FF2B5EF4-FFF2-40B4-BE49-F238E27FC236}">
                <a16:creationId xmlns:a16="http://schemas.microsoft.com/office/drawing/2014/main" id="{D72DABC1-51BB-C9B2-6119-ED5F9C849345}"/>
              </a:ext>
            </a:extLst>
          </p:cNvPr>
          <p:cNvSpPr>
            <a:spLocks noGrp="1"/>
          </p:cNvSpPr>
          <p:nvPr>
            <p:ph type="sldNum" sz="quarter" idx="26"/>
          </p:nvPr>
        </p:nvSpPr>
        <p:spPr/>
        <p:txBody>
          <a:bodyPr/>
          <a:lstStyle/>
          <a:p>
            <a:pPr algn="r"/>
            <a:fld id="{5D9A5160-6218-4E5A-B9E6-B93E3DAE377C}" type="slidenum">
              <a:rPr lang="en-US" smtClean="0"/>
              <a:pPr algn="r"/>
              <a:t>‹#›</a:t>
            </a:fld>
            <a:endParaRPr lang="en-US"/>
          </a:p>
        </p:txBody>
      </p:sp>
      <p:sp>
        <p:nvSpPr>
          <p:cNvPr id="3" name="Text Placeholder 9">
            <a:extLst>
              <a:ext uri="{FF2B5EF4-FFF2-40B4-BE49-F238E27FC236}">
                <a16:creationId xmlns:a16="http://schemas.microsoft.com/office/drawing/2014/main" id="{0F2B6431-0088-DCDC-2F12-E64030BEB05E}"/>
              </a:ext>
            </a:extLst>
          </p:cNvPr>
          <p:cNvSpPr>
            <a:spLocks noGrp="1"/>
          </p:cNvSpPr>
          <p:nvPr>
            <p:ph type="body" sz="quarter" idx="22" hasCustomPrompt="1"/>
          </p:nvPr>
        </p:nvSpPr>
        <p:spPr>
          <a:xfrm>
            <a:off x="6454856" y="1634286"/>
            <a:ext cx="5181800" cy="307777"/>
          </a:xfrm>
          <a:prstGeom prst="rect">
            <a:avLst/>
          </a:prstGeom>
        </p:spPr>
        <p:txBody>
          <a:bodyPr vert="horz" wrap="square" lIns="0" tIns="0" rIns="0" bIns="0" rtlCol="0">
            <a:spAutoFit/>
          </a:bodyPr>
          <a:lstStyle>
            <a:lvl1pPr>
              <a:defRPr lang="en-US" sz="2000" b="1" smtClean="0">
                <a:solidFill>
                  <a:schemeClr val="accent2"/>
                </a:solidFill>
              </a:defRPr>
            </a:lvl1pPr>
          </a:lstStyle>
          <a:p>
            <a:pPr lvl="0"/>
            <a:r>
              <a:rPr lang="en-GB" dirty="0"/>
              <a:t>Click to edit Master styles</a:t>
            </a:r>
          </a:p>
        </p:txBody>
      </p:sp>
      <p:sp>
        <p:nvSpPr>
          <p:cNvPr id="7" name="Title 4">
            <a:extLst>
              <a:ext uri="{FF2B5EF4-FFF2-40B4-BE49-F238E27FC236}">
                <a16:creationId xmlns:a16="http://schemas.microsoft.com/office/drawing/2014/main" id="{B53A30D3-BF6A-D3FB-C46D-4AE2C01C46E0}"/>
              </a:ext>
            </a:extLst>
          </p:cNvPr>
          <p:cNvSpPr>
            <a:spLocks noGrp="1"/>
          </p:cNvSpPr>
          <p:nvPr>
            <p:ph type="title"/>
          </p:nvPr>
        </p:nvSpPr>
        <p:spPr>
          <a:xfrm>
            <a:off x="6456040" y="549274"/>
            <a:ext cx="5181800" cy="930372"/>
          </a:xfrm>
        </p:spPr>
        <p:txBody>
          <a:bodyPr/>
          <a:lstStyle/>
          <a:p>
            <a:r>
              <a:rPr lang="en-GB" dirty="0"/>
              <a:t>Click to edit Master title style</a:t>
            </a:r>
            <a:endParaRPr lang="en-US" dirty="0"/>
          </a:p>
        </p:txBody>
      </p:sp>
      <p:sp>
        <p:nvSpPr>
          <p:cNvPr id="9" name="Content Placeholder 5">
            <a:extLst>
              <a:ext uri="{FF2B5EF4-FFF2-40B4-BE49-F238E27FC236}">
                <a16:creationId xmlns:a16="http://schemas.microsoft.com/office/drawing/2014/main" id="{55D68D91-22FB-6CD4-9915-A14BC3265458}"/>
              </a:ext>
            </a:extLst>
          </p:cNvPr>
          <p:cNvSpPr>
            <a:spLocks noGrp="1"/>
          </p:cNvSpPr>
          <p:nvPr>
            <p:ph sz="quarter" idx="31"/>
          </p:nvPr>
        </p:nvSpPr>
        <p:spPr>
          <a:xfrm>
            <a:off x="6456040" y="2132856"/>
            <a:ext cx="5181800" cy="4175870"/>
          </a:xfrm>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13" name="Chapter Placeholder 2">
            <a:extLst>
              <a:ext uri="{FF2B5EF4-FFF2-40B4-BE49-F238E27FC236}">
                <a16:creationId xmlns:a16="http://schemas.microsoft.com/office/drawing/2014/main" id="{BE7D5E90-F659-23C9-974F-87B7B5486E6F}"/>
              </a:ext>
            </a:extLst>
          </p:cNvPr>
          <p:cNvSpPr>
            <a:spLocks noGrp="1"/>
          </p:cNvSpPr>
          <p:nvPr>
            <p:ph type="body" sz="quarter" idx="13" hasCustomPrompt="1"/>
          </p:nvPr>
        </p:nvSpPr>
        <p:spPr>
          <a:xfrm>
            <a:off x="6455285" y="266219"/>
            <a:ext cx="5181128" cy="151263"/>
          </a:xfrm>
        </p:spPr>
        <p:txBody>
          <a:bodyPr/>
          <a:lstStyle>
            <a:lvl1pPr>
              <a:defRPr sz="1000"/>
            </a:lvl1pPr>
            <a:lvl2pPr>
              <a:defRPr sz="1000"/>
            </a:lvl2pPr>
            <a:lvl3pPr>
              <a:defRPr sz="1000"/>
            </a:lvl3pPr>
            <a:lvl4pPr>
              <a:defRPr sz="900"/>
            </a:lvl4pPr>
            <a:lvl5pPr>
              <a:defRPr sz="900"/>
            </a:lvl5pPr>
          </a:lstStyle>
          <a:p>
            <a:pPr lvl="0"/>
            <a:r>
              <a:rPr lang="en-US" dirty="0"/>
              <a:t>Click to add a chapter here</a:t>
            </a:r>
          </a:p>
        </p:txBody>
      </p:sp>
    </p:spTree>
    <p:extLst>
      <p:ext uri="{BB962C8B-B14F-4D97-AF65-F5344CB8AC3E}">
        <p14:creationId xmlns:p14="http://schemas.microsoft.com/office/powerpoint/2010/main" val="2927584666"/>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Content Photo 6">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AAAC9D4-CD35-41A1-A14D-B18A58A2866E}"/>
              </a:ext>
            </a:extLst>
          </p:cNvPr>
          <p:cNvSpPr>
            <a:spLocks noGrp="1"/>
          </p:cNvSpPr>
          <p:nvPr>
            <p:ph type="pic" sz="quarter" idx="18" hasCustomPrompt="1"/>
          </p:nvPr>
        </p:nvSpPr>
        <p:spPr>
          <a:xfrm>
            <a:off x="0" y="1"/>
            <a:ext cx="12191999" cy="4383654"/>
          </a:xfrm>
          <a:prstGeom prst="rect">
            <a:avLst/>
          </a:prstGeom>
          <a:solidFill>
            <a:schemeClr val="bg1">
              <a:lumMod val="95000"/>
            </a:schemeClr>
          </a:solidFill>
        </p:spPr>
        <p:txBody>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solidFill>
                  <a:schemeClr val="bg2">
                    <a:lumMod val="75000"/>
                  </a:schemeClr>
                </a:solidFill>
              </a:defRPr>
            </a:lvl1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lang="en-US"/>
              <a:t>Click icon to add picture and send picture to back</a:t>
            </a:r>
          </a:p>
        </p:txBody>
      </p:sp>
      <p:sp>
        <p:nvSpPr>
          <p:cNvPr id="2" name="Title 1">
            <a:extLst>
              <a:ext uri="{FF2B5EF4-FFF2-40B4-BE49-F238E27FC236}">
                <a16:creationId xmlns:a16="http://schemas.microsoft.com/office/drawing/2014/main" id="{CA1A3C3A-247E-AD3F-3C93-BDD315BB7F29}"/>
              </a:ext>
            </a:extLst>
          </p:cNvPr>
          <p:cNvSpPr>
            <a:spLocks noGrp="1"/>
          </p:cNvSpPr>
          <p:nvPr>
            <p:ph type="title"/>
          </p:nvPr>
        </p:nvSpPr>
        <p:spPr>
          <a:xfrm>
            <a:off x="550863" y="4581128"/>
            <a:ext cx="4981137" cy="785352"/>
          </a:xfrm>
          <a:prstGeom prst="rect">
            <a:avLst/>
          </a:prstGeom>
        </p:spPr>
        <p:txBody>
          <a:bodyPr anchor="t"/>
          <a:lstStyle/>
          <a:p>
            <a:r>
              <a:rPr lang="en-US"/>
              <a:t>Click to edit Master title style</a:t>
            </a:r>
            <a:endParaRPr lang="de-DE"/>
          </a:p>
        </p:txBody>
      </p:sp>
      <p:sp>
        <p:nvSpPr>
          <p:cNvPr id="9" name="Text Placeholder 9">
            <a:extLst>
              <a:ext uri="{FF2B5EF4-FFF2-40B4-BE49-F238E27FC236}">
                <a16:creationId xmlns:a16="http://schemas.microsoft.com/office/drawing/2014/main" id="{34F1BAE4-1DA8-A534-E46A-001AE4E9CADB}"/>
              </a:ext>
            </a:extLst>
          </p:cNvPr>
          <p:cNvSpPr>
            <a:spLocks noGrp="1"/>
          </p:cNvSpPr>
          <p:nvPr>
            <p:ph type="body" sz="quarter" idx="24"/>
          </p:nvPr>
        </p:nvSpPr>
        <p:spPr>
          <a:xfrm>
            <a:off x="550863" y="5854682"/>
            <a:ext cx="5112000" cy="307777"/>
          </a:xfrm>
          <a:prstGeom prst="rect">
            <a:avLst/>
          </a:prstGeom>
        </p:spPr>
        <p:txBody>
          <a:bodyPr wrap="square" anchor="b">
            <a:spAutoFit/>
          </a:bodyPr>
          <a:lstStyle>
            <a:lvl1pPr>
              <a:defRPr sz="2000" b="0">
                <a:solidFill>
                  <a:schemeClr val="accent2"/>
                </a:solidFill>
                <a:latin typeface="+mj-lt"/>
              </a:defRPr>
            </a:lvl1pPr>
          </a:lstStyle>
          <a:p>
            <a:pPr lvl="0"/>
            <a:r>
              <a:rPr lang="en-US" dirty="0"/>
              <a:t>Click to edit Master text styles</a:t>
            </a:r>
          </a:p>
        </p:txBody>
      </p:sp>
      <p:sp>
        <p:nvSpPr>
          <p:cNvPr id="10" name="Content Placeholder 17">
            <a:extLst>
              <a:ext uri="{FF2B5EF4-FFF2-40B4-BE49-F238E27FC236}">
                <a16:creationId xmlns:a16="http://schemas.microsoft.com/office/drawing/2014/main" id="{60E57257-3112-054C-0B58-3B89619EC3E7}"/>
              </a:ext>
            </a:extLst>
          </p:cNvPr>
          <p:cNvSpPr>
            <a:spLocks noGrp="1"/>
          </p:cNvSpPr>
          <p:nvPr>
            <p:ph sz="quarter" idx="25"/>
          </p:nvPr>
        </p:nvSpPr>
        <p:spPr>
          <a:xfrm>
            <a:off x="6093246" y="4581128"/>
            <a:ext cx="5112000" cy="1762522"/>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a:p>
        </p:txBody>
      </p:sp>
      <p:sp>
        <p:nvSpPr>
          <p:cNvPr id="6" name="Date Placeholder 5">
            <a:extLst>
              <a:ext uri="{FF2B5EF4-FFF2-40B4-BE49-F238E27FC236}">
                <a16:creationId xmlns:a16="http://schemas.microsoft.com/office/drawing/2014/main" id="{2F70AC82-D733-3487-AE00-D177A5A43581}"/>
              </a:ext>
            </a:extLst>
          </p:cNvPr>
          <p:cNvSpPr>
            <a:spLocks noGrp="1"/>
          </p:cNvSpPr>
          <p:nvPr>
            <p:ph type="dt" sz="half" idx="26"/>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13" name="Footer Placeholder 12">
            <a:extLst>
              <a:ext uri="{FF2B5EF4-FFF2-40B4-BE49-F238E27FC236}">
                <a16:creationId xmlns:a16="http://schemas.microsoft.com/office/drawing/2014/main" id="{31E8CB07-AB40-15A0-08C7-BF54DC438B34}"/>
              </a:ext>
            </a:extLst>
          </p:cNvPr>
          <p:cNvSpPr>
            <a:spLocks noGrp="1"/>
          </p:cNvSpPr>
          <p:nvPr>
            <p:ph type="ftr" sz="quarter" idx="27"/>
          </p:nvPr>
        </p:nvSpPr>
        <p:spPr/>
        <p:txBody>
          <a:bodyPr/>
          <a:lstStyle/>
          <a:p>
            <a:pPr>
              <a:spcBef>
                <a:spcPts val="1000"/>
              </a:spcBef>
              <a:buFont typeface="Arial" panose="020B0604020202020204" pitchFamily="34" charset="0"/>
              <a:buNone/>
            </a:pPr>
            <a:r>
              <a:rPr lang="en-US"/>
              <a:t>Presentation Title | Author | Date</a:t>
            </a:r>
          </a:p>
        </p:txBody>
      </p:sp>
      <p:sp>
        <p:nvSpPr>
          <p:cNvPr id="15" name="Slide Number Placeholder 14">
            <a:extLst>
              <a:ext uri="{FF2B5EF4-FFF2-40B4-BE49-F238E27FC236}">
                <a16:creationId xmlns:a16="http://schemas.microsoft.com/office/drawing/2014/main" id="{C41FA911-A4A1-34D1-BF04-9F22140C28D1}"/>
              </a:ext>
            </a:extLst>
          </p:cNvPr>
          <p:cNvSpPr>
            <a:spLocks noGrp="1"/>
          </p:cNvSpPr>
          <p:nvPr>
            <p:ph type="sldNum" sz="quarter" idx="28"/>
          </p:nvPr>
        </p:nvSpPr>
        <p:spPr/>
        <p:txBody>
          <a:bodyPr/>
          <a:lstStyle/>
          <a:p>
            <a:pPr algn="r"/>
            <a:fld id="{5D9A5160-6218-4E5A-B9E6-B93E3DAE377C}" type="slidenum">
              <a:rPr lang="en-US" smtClean="0"/>
              <a:pPr algn="r"/>
              <a:t>‹#›</a:t>
            </a:fld>
            <a:endParaRPr lang="en-US"/>
          </a:p>
        </p:txBody>
      </p:sp>
      <p:sp>
        <p:nvSpPr>
          <p:cNvPr id="3" name="Logo Placeholder 7">
            <a:extLst>
              <a:ext uri="{FF2B5EF4-FFF2-40B4-BE49-F238E27FC236}">
                <a16:creationId xmlns:a16="http://schemas.microsoft.com/office/drawing/2014/main" id="{9652194E-DFE1-2399-69BE-86E79E0C030B}"/>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738805087"/>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Text 1">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8ABFE959-AAB6-76DF-7517-8AE8C424F99C}"/>
              </a:ext>
            </a:extLst>
          </p:cNvPr>
          <p:cNvSpPr>
            <a:spLocks noGrp="1"/>
          </p:cNvSpPr>
          <p:nvPr>
            <p:ph type="title"/>
          </p:nvPr>
        </p:nvSpPr>
        <p:spPr>
          <a:xfrm>
            <a:off x="2402003" y="1916112"/>
            <a:ext cx="7387993" cy="1512887"/>
          </a:xfrm>
          <a:prstGeom prst="rect">
            <a:avLst/>
          </a:prstGeom>
        </p:spPr>
        <p:txBody>
          <a:bodyPr wrap="square" anchor="b">
            <a:noAutofit/>
          </a:bodyPr>
          <a:lstStyle>
            <a:lvl1pPr algn="ctr">
              <a:defRPr sz="3200"/>
            </a:lvl1pPr>
          </a:lstStyle>
          <a:p>
            <a:r>
              <a:rPr lang="en-US"/>
              <a:t>Click to edit Master title style</a:t>
            </a:r>
          </a:p>
        </p:txBody>
      </p:sp>
      <p:sp>
        <p:nvSpPr>
          <p:cNvPr id="6" name="Text Placeholder 8">
            <a:extLst>
              <a:ext uri="{FF2B5EF4-FFF2-40B4-BE49-F238E27FC236}">
                <a16:creationId xmlns:a16="http://schemas.microsoft.com/office/drawing/2014/main" id="{B8EC071D-C9EA-D72D-472D-47AC8DAE4AFA}"/>
              </a:ext>
            </a:extLst>
          </p:cNvPr>
          <p:cNvSpPr>
            <a:spLocks noGrp="1"/>
          </p:cNvSpPr>
          <p:nvPr>
            <p:ph type="body" sz="quarter" idx="13"/>
          </p:nvPr>
        </p:nvSpPr>
        <p:spPr>
          <a:xfrm>
            <a:off x="2402003" y="4025468"/>
            <a:ext cx="7387993" cy="916420"/>
          </a:xfrm>
          <a:prstGeom prst="rect">
            <a:avLst/>
          </a:prstGeom>
        </p:spPr>
        <p:txBody>
          <a:bodyPr wrap="square">
            <a:noAutofit/>
          </a:bodyPr>
          <a:lstStyle>
            <a:lvl1pPr algn="ctr">
              <a:defRPr sz="2000"/>
            </a:lvl1pPr>
            <a:lvl2pPr>
              <a:defRPr sz="2000"/>
            </a:lvl2pPr>
            <a:lvl3pPr>
              <a:defRPr sz="2000"/>
            </a:lvl3pPr>
            <a:lvl4pPr>
              <a:defRPr sz="2000"/>
            </a:lvl4pPr>
            <a:lvl5pPr>
              <a:defRPr sz="2000"/>
            </a:lvl5pPr>
          </a:lstStyle>
          <a:p>
            <a:pPr lvl="0"/>
            <a:r>
              <a:rPr lang="en-US"/>
              <a:t>Click to edit Master text styles</a:t>
            </a:r>
          </a:p>
        </p:txBody>
      </p:sp>
      <p:sp>
        <p:nvSpPr>
          <p:cNvPr id="7" name="Date Placeholder 6">
            <a:extLst>
              <a:ext uri="{FF2B5EF4-FFF2-40B4-BE49-F238E27FC236}">
                <a16:creationId xmlns:a16="http://schemas.microsoft.com/office/drawing/2014/main" id="{1C4C92CE-41EC-4D2F-4311-92100A79FE86}"/>
              </a:ext>
            </a:extLst>
          </p:cNvPr>
          <p:cNvSpPr>
            <a:spLocks noGrp="1"/>
          </p:cNvSpPr>
          <p:nvPr>
            <p:ph type="dt" sz="half" idx="1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8" name="Footer Placeholder 7">
            <a:extLst>
              <a:ext uri="{FF2B5EF4-FFF2-40B4-BE49-F238E27FC236}">
                <a16:creationId xmlns:a16="http://schemas.microsoft.com/office/drawing/2014/main" id="{8C0A6AFF-C176-E59D-2165-DE17D66BCAA1}"/>
              </a:ext>
            </a:extLst>
          </p:cNvPr>
          <p:cNvSpPr>
            <a:spLocks noGrp="1"/>
          </p:cNvSpPr>
          <p:nvPr>
            <p:ph type="ftr" sz="quarter" idx="15"/>
          </p:nvPr>
        </p:nvSpPr>
        <p:spPr/>
        <p:txBody>
          <a:bodyPr/>
          <a:lstStyle/>
          <a:p>
            <a:pPr>
              <a:spcBef>
                <a:spcPts val="1000"/>
              </a:spcBef>
              <a:buFont typeface="Arial" panose="020B0604020202020204" pitchFamily="34" charset="0"/>
              <a:buNone/>
            </a:pPr>
            <a:r>
              <a:rPr lang="en-US"/>
              <a:t>Presentation Title | Author | Date</a:t>
            </a:r>
          </a:p>
        </p:txBody>
      </p:sp>
      <p:sp>
        <p:nvSpPr>
          <p:cNvPr id="9" name="Slide Number Placeholder 8">
            <a:extLst>
              <a:ext uri="{FF2B5EF4-FFF2-40B4-BE49-F238E27FC236}">
                <a16:creationId xmlns:a16="http://schemas.microsoft.com/office/drawing/2014/main" id="{22B9BB3B-51E8-595D-BE01-2881F99A8D5E}"/>
              </a:ext>
            </a:extLst>
          </p:cNvPr>
          <p:cNvSpPr>
            <a:spLocks noGrp="1"/>
          </p:cNvSpPr>
          <p:nvPr>
            <p:ph type="sldNum" sz="quarter" idx="16"/>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1361683359"/>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Text 2">
    <p:spTree>
      <p:nvGrpSpPr>
        <p:cNvPr id="1" name=""/>
        <p:cNvGrpSpPr/>
        <p:nvPr/>
      </p:nvGrpSpPr>
      <p:grpSpPr>
        <a:xfrm>
          <a:off x="0" y="0"/>
          <a:ext cx="0" cy="0"/>
          <a:chOff x="0" y="0"/>
          <a:chExt cx="0" cy="0"/>
        </a:xfrm>
      </p:grpSpPr>
      <p:sp>
        <p:nvSpPr>
          <p:cNvPr id="3" name="Picture Placeholder 10">
            <a:extLst>
              <a:ext uri="{FF2B5EF4-FFF2-40B4-BE49-F238E27FC236}">
                <a16:creationId xmlns:a16="http://schemas.microsoft.com/office/drawing/2014/main" id="{92A14B44-A6BB-FD7D-633A-78C683F4F269}"/>
              </a:ext>
            </a:extLst>
          </p:cNvPr>
          <p:cNvSpPr>
            <a:spLocks noGrp="1"/>
          </p:cNvSpPr>
          <p:nvPr>
            <p:ph type="pic" sz="quarter" idx="14"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5" name="Title 1">
            <a:extLst>
              <a:ext uri="{FF2B5EF4-FFF2-40B4-BE49-F238E27FC236}">
                <a16:creationId xmlns:a16="http://schemas.microsoft.com/office/drawing/2014/main" id="{8ABFE959-AAB6-76DF-7517-8AE8C424F99C}"/>
              </a:ext>
            </a:extLst>
          </p:cNvPr>
          <p:cNvSpPr>
            <a:spLocks noGrp="1"/>
          </p:cNvSpPr>
          <p:nvPr>
            <p:ph type="title"/>
          </p:nvPr>
        </p:nvSpPr>
        <p:spPr>
          <a:xfrm>
            <a:off x="2402003" y="1916112"/>
            <a:ext cx="7387993" cy="1512887"/>
          </a:xfrm>
          <a:prstGeom prst="rect">
            <a:avLst/>
          </a:prstGeom>
        </p:spPr>
        <p:txBody>
          <a:bodyPr wrap="square" anchor="b">
            <a:noAutofit/>
          </a:bodyPr>
          <a:lstStyle>
            <a:lvl1pPr algn="ctr">
              <a:defRPr sz="3200">
                <a:effectLst>
                  <a:outerShdw blurRad="1016000" dir="5400000" algn="ctr" rotWithShape="0">
                    <a:schemeClr val="bg1"/>
                  </a:outerShdw>
                </a:effectLst>
              </a:defRPr>
            </a:lvl1pPr>
          </a:lstStyle>
          <a:p>
            <a:r>
              <a:rPr lang="en-US"/>
              <a:t>Click to edit Master title style</a:t>
            </a:r>
          </a:p>
        </p:txBody>
      </p:sp>
      <p:sp>
        <p:nvSpPr>
          <p:cNvPr id="6" name="Text Placeholder 8">
            <a:extLst>
              <a:ext uri="{FF2B5EF4-FFF2-40B4-BE49-F238E27FC236}">
                <a16:creationId xmlns:a16="http://schemas.microsoft.com/office/drawing/2014/main" id="{B8EC071D-C9EA-D72D-472D-47AC8DAE4AFA}"/>
              </a:ext>
            </a:extLst>
          </p:cNvPr>
          <p:cNvSpPr>
            <a:spLocks noGrp="1"/>
          </p:cNvSpPr>
          <p:nvPr>
            <p:ph type="body" sz="quarter" idx="13"/>
          </p:nvPr>
        </p:nvSpPr>
        <p:spPr>
          <a:xfrm>
            <a:off x="2402003" y="4025468"/>
            <a:ext cx="7387993" cy="916420"/>
          </a:xfrm>
          <a:prstGeom prst="rect">
            <a:avLst/>
          </a:prstGeom>
        </p:spPr>
        <p:txBody>
          <a:bodyPr wrap="square">
            <a:noAutofit/>
          </a:bodyPr>
          <a:lstStyle>
            <a:lvl1pPr algn="ctr">
              <a:defRPr sz="2000"/>
            </a:lvl1pPr>
            <a:lvl2pPr>
              <a:defRPr sz="2000"/>
            </a:lvl2pPr>
            <a:lvl3pPr>
              <a:defRPr sz="2000"/>
            </a:lvl3pPr>
            <a:lvl4pPr>
              <a:defRPr sz="2000"/>
            </a:lvl4pPr>
            <a:lvl5pPr>
              <a:defRPr sz="2000"/>
            </a:lvl5pPr>
          </a:lstStyle>
          <a:p>
            <a:pPr lvl="0"/>
            <a:r>
              <a:rPr lang="en-US"/>
              <a:t>Click to edit Master text styles</a:t>
            </a:r>
          </a:p>
        </p:txBody>
      </p:sp>
      <p:sp>
        <p:nvSpPr>
          <p:cNvPr id="8" name="Date Placeholder 7">
            <a:extLst>
              <a:ext uri="{FF2B5EF4-FFF2-40B4-BE49-F238E27FC236}">
                <a16:creationId xmlns:a16="http://schemas.microsoft.com/office/drawing/2014/main" id="{A113035B-9AB2-FCA1-E3D6-B54ADD883094}"/>
              </a:ext>
            </a:extLst>
          </p:cNvPr>
          <p:cNvSpPr>
            <a:spLocks noGrp="1"/>
          </p:cNvSpPr>
          <p:nvPr>
            <p:ph type="dt" sz="half" idx="15"/>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9" name="Footer Placeholder 8">
            <a:extLst>
              <a:ext uri="{FF2B5EF4-FFF2-40B4-BE49-F238E27FC236}">
                <a16:creationId xmlns:a16="http://schemas.microsoft.com/office/drawing/2014/main" id="{6C422829-3285-536E-9A1D-C1461DD7772E}"/>
              </a:ext>
            </a:extLst>
          </p:cNvPr>
          <p:cNvSpPr>
            <a:spLocks noGrp="1"/>
          </p:cNvSpPr>
          <p:nvPr>
            <p:ph type="ftr" sz="quarter" idx="16"/>
          </p:nvPr>
        </p:nvSpPr>
        <p:spPr/>
        <p:txBody>
          <a:bodyPr/>
          <a:lstStyle/>
          <a:p>
            <a:pPr>
              <a:spcBef>
                <a:spcPts val="1000"/>
              </a:spcBef>
              <a:buFont typeface="Arial" panose="020B0604020202020204" pitchFamily="34" charset="0"/>
              <a:buNone/>
            </a:pPr>
            <a:r>
              <a:rPr lang="en-US"/>
              <a:t>Presentation Title | Author | Date</a:t>
            </a:r>
          </a:p>
        </p:txBody>
      </p:sp>
      <p:sp>
        <p:nvSpPr>
          <p:cNvPr id="14" name="Slide Number Placeholder 13">
            <a:extLst>
              <a:ext uri="{FF2B5EF4-FFF2-40B4-BE49-F238E27FC236}">
                <a16:creationId xmlns:a16="http://schemas.microsoft.com/office/drawing/2014/main" id="{F8824F2D-932D-C110-76B1-E57FB6242005}"/>
              </a:ext>
            </a:extLst>
          </p:cNvPr>
          <p:cNvSpPr>
            <a:spLocks noGrp="1"/>
          </p:cNvSpPr>
          <p:nvPr>
            <p:ph type="sldNum" sz="quarter" idx="17"/>
          </p:nvPr>
        </p:nvSpPr>
        <p:spPr/>
        <p:txBody>
          <a:bodyPr/>
          <a:lstStyle/>
          <a:p>
            <a:pPr algn="r"/>
            <a:fld id="{5D9A5160-6218-4E5A-B9E6-B93E3DAE377C}" type="slidenum">
              <a:rPr lang="en-US" smtClean="0"/>
              <a:pPr algn="r"/>
              <a:t>‹#›</a:t>
            </a:fld>
            <a:endParaRPr lang="en-US"/>
          </a:p>
        </p:txBody>
      </p:sp>
      <p:sp>
        <p:nvSpPr>
          <p:cNvPr id="2" name="Logo Placeholder 7">
            <a:extLst>
              <a:ext uri="{FF2B5EF4-FFF2-40B4-BE49-F238E27FC236}">
                <a16:creationId xmlns:a16="http://schemas.microsoft.com/office/drawing/2014/main" id="{B3B3E366-5F6B-4DAD-CC9B-8BC1097C99EC}"/>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2568732196"/>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Conclusion 1">
    <p:spTree>
      <p:nvGrpSpPr>
        <p:cNvPr id="1" name=""/>
        <p:cNvGrpSpPr/>
        <p:nvPr/>
      </p:nvGrpSpPr>
      <p:grpSpPr>
        <a:xfrm>
          <a:off x="0" y="0"/>
          <a:ext cx="0" cy="0"/>
          <a:chOff x="0" y="0"/>
          <a:chExt cx="0" cy="0"/>
        </a:xfrm>
      </p:grpSpPr>
      <p:sp>
        <p:nvSpPr>
          <p:cNvPr id="13" name="Title 1">
            <a:extLst>
              <a:ext uri="{FF2B5EF4-FFF2-40B4-BE49-F238E27FC236}">
                <a16:creationId xmlns:a16="http://schemas.microsoft.com/office/drawing/2014/main" id="{F50CBB0B-9D54-C4B7-F774-A406AEB759DC}"/>
              </a:ext>
            </a:extLst>
          </p:cNvPr>
          <p:cNvSpPr>
            <a:spLocks noGrp="1"/>
          </p:cNvSpPr>
          <p:nvPr>
            <p:ph type="title"/>
          </p:nvPr>
        </p:nvSpPr>
        <p:spPr>
          <a:xfrm>
            <a:off x="550863" y="2154596"/>
            <a:ext cx="4170329" cy="2737444"/>
          </a:xfrm>
          <a:prstGeom prst="rect">
            <a:avLst/>
          </a:prstGeom>
        </p:spPr>
        <p:txBody>
          <a:bodyPr anchor="t">
            <a:noAutofit/>
          </a:bodyPr>
          <a:lstStyle>
            <a:lvl1pPr>
              <a:defRPr sz="4800"/>
            </a:lvl1pPr>
          </a:lstStyle>
          <a:p>
            <a:r>
              <a:rPr lang="en-US"/>
              <a:t>Click to edit Master title style</a:t>
            </a:r>
          </a:p>
        </p:txBody>
      </p:sp>
      <p:sp>
        <p:nvSpPr>
          <p:cNvPr id="14" name="Content Placeholder 3">
            <a:extLst>
              <a:ext uri="{FF2B5EF4-FFF2-40B4-BE49-F238E27FC236}">
                <a16:creationId xmlns:a16="http://schemas.microsoft.com/office/drawing/2014/main" id="{D898CD75-E929-80D9-7E35-D845DA59F5F4}"/>
              </a:ext>
            </a:extLst>
          </p:cNvPr>
          <p:cNvSpPr>
            <a:spLocks noGrp="1"/>
          </p:cNvSpPr>
          <p:nvPr>
            <p:ph sz="quarter" idx="17"/>
          </p:nvPr>
        </p:nvSpPr>
        <p:spPr>
          <a:xfrm>
            <a:off x="6096000" y="2154597"/>
            <a:ext cx="5524500" cy="4154128"/>
          </a:xfrm>
          <a:prstGeom prst="rect">
            <a:avLst/>
          </a:prstGeom>
        </p:spPr>
        <p:txBody>
          <a:bodyPr/>
          <a:lstStyle>
            <a:lvl1pPr>
              <a:defRPr sz="2000"/>
            </a:lvl1pPr>
            <a:lvl2pPr>
              <a:defRPr sz="2000"/>
            </a:lvl2pPr>
            <a:lvl3pPr>
              <a:defRPr sz="2000"/>
            </a:lvl3pPr>
            <a:lvl4pPr>
              <a:defRPr sz="2000"/>
            </a:lvl4pPr>
            <a:lvl5pPr>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3" name="Date Placeholder 2">
            <a:extLst>
              <a:ext uri="{FF2B5EF4-FFF2-40B4-BE49-F238E27FC236}">
                <a16:creationId xmlns:a16="http://schemas.microsoft.com/office/drawing/2014/main" id="{DDEDA374-C587-779E-8AE1-6CD7F4553941}"/>
              </a:ext>
            </a:extLst>
          </p:cNvPr>
          <p:cNvSpPr>
            <a:spLocks noGrp="1"/>
          </p:cNvSpPr>
          <p:nvPr>
            <p:ph type="dt" sz="half" idx="1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1A46EF84-E452-DF73-A462-F323675455D6}"/>
              </a:ext>
            </a:extLst>
          </p:cNvPr>
          <p:cNvSpPr>
            <a:spLocks noGrp="1"/>
          </p:cNvSpPr>
          <p:nvPr>
            <p:ph type="ftr" sz="quarter" idx="19"/>
          </p:nvPr>
        </p:nvSpPr>
        <p:spPr/>
        <p:txBody>
          <a:bodyPr/>
          <a:lstStyle/>
          <a:p>
            <a:pPr>
              <a:spcBef>
                <a:spcPts val="1000"/>
              </a:spcBef>
              <a:buFont typeface="Arial" panose="020B0604020202020204" pitchFamily="34" charset="0"/>
              <a:buNone/>
            </a:pPr>
            <a:r>
              <a:rPr lang="en-US"/>
              <a:t>Presentation Title | Author | Date</a:t>
            </a:r>
          </a:p>
        </p:txBody>
      </p:sp>
      <p:sp>
        <p:nvSpPr>
          <p:cNvPr id="5" name="Slide Number Placeholder 4">
            <a:extLst>
              <a:ext uri="{FF2B5EF4-FFF2-40B4-BE49-F238E27FC236}">
                <a16:creationId xmlns:a16="http://schemas.microsoft.com/office/drawing/2014/main" id="{70216EAB-E162-DA2D-EE00-98D4A5012C1D}"/>
              </a:ext>
            </a:extLst>
          </p:cNvPr>
          <p:cNvSpPr>
            <a:spLocks noGrp="1"/>
          </p:cNvSpPr>
          <p:nvPr>
            <p:ph type="sldNum" sz="quarter" idx="20"/>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3361157408"/>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Conclusion 1 Photo">
    <p:spTree>
      <p:nvGrpSpPr>
        <p:cNvPr id="1" name=""/>
        <p:cNvGrpSpPr/>
        <p:nvPr/>
      </p:nvGrpSpPr>
      <p:grpSpPr>
        <a:xfrm>
          <a:off x="0" y="0"/>
          <a:ext cx="0" cy="0"/>
          <a:chOff x="0" y="0"/>
          <a:chExt cx="0" cy="0"/>
        </a:xfrm>
      </p:grpSpPr>
      <p:sp>
        <p:nvSpPr>
          <p:cNvPr id="12" name="Picture Placeholder 10">
            <a:extLst>
              <a:ext uri="{FF2B5EF4-FFF2-40B4-BE49-F238E27FC236}">
                <a16:creationId xmlns:a16="http://schemas.microsoft.com/office/drawing/2014/main" id="{1C08FB90-AF58-85B5-3914-77B3471EE04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21" name="Title 1">
            <a:extLst>
              <a:ext uri="{FF2B5EF4-FFF2-40B4-BE49-F238E27FC236}">
                <a16:creationId xmlns:a16="http://schemas.microsoft.com/office/drawing/2014/main" id="{28231349-D5BA-64A4-A1C7-EDC789C8DEEB}"/>
              </a:ext>
            </a:extLst>
          </p:cNvPr>
          <p:cNvSpPr>
            <a:spLocks noGrp="1"/>
          </p:cNvSpPr>
          <p:nvPr>
            <p:ph type="title"/>
          </p:nvPr>
        </p:nvSpPr>
        <p:spPr>
          <a:xfrm>
            <a:off x="550863" y="2154596"/>
            <a:ext cx="4170329" cy="2737444"/>
          </a:xfrm>
          <a:prstGeom prst="rect">
            <a:avLst/>
          </a:prstGeom>
        </p:spPr>
        <p:txBody>
          <a:bodyPr anchor="t">
            <a:noAutofit/>
          </a:bodyPr>
          <a:lstStyle>
            <a:lvl1pPr>
              <a:defRPr sz="4800"/>
            </a:lvl1pPr>
          </a:lstStyle>
          <a:p>
            <a:r>
              <a:rPr lang="en-US"/>
              <a:t>Click to edit Master title style</a:t>
            </a:r>
          </a:p>
        </p:txBody>
      </p:sp>
      <p:sp>
        <p:nvSpPr>
          <p:cNvPr id="22" name="Content Placeholder 3">
            <a:extLst>
              <a:ext uri="{FF2B5EF4-FFF2-40B4-BE49-F238E27FC236}">
                <a16:creationId xmlns:a16="http://schemas.microsoft.com/office/drawing/2014/main" id="{6B455CB3-CA48-68B3-77F6-EB2C98EE7BD0}"/>
              </a:ext>
            </a:extLst>
          </p:cNvPr>
          <p:cNvSpPr>
            <a:spLocks noGrp="1"/>
          </p:cNvSpPr>
          <p:nvPr>
            <p:ph sz="quarter" idx="17"/>
          </p:nvPr>
        </p:nvSpPr>
        <p:spPr>
          <a:xfrm>
            <a:off x="6096000" y="2154597"/>
            <a:ext cx="5524500" cy="4154128"/>
          </a:xfrm>
          <a:prstGeom prst="rect">
            <a:avLst/>
          </a:prstGeom>
        </p:spPr>
        <p:txBody>
          <a:bodyPr/>
          <a:lstStyle>
            <a:lvl1pPr>
              <a:defRPr sz="2000"/>
            </a:lvl1pPr>
            <a:lvl2pPr>
              <a:defRPr sz="2000"/>
            </a:lvl2pPr>
            <a:lvl3pPr>
              <a:defRPr sz="2000"/>
            </a:lvl3pPr>
            <a:lvl4pPr>
              <a:defRPr sz="2000"/>
            </a:lvl4pPr>
            <a:lvl5pPr>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6" name="Date Placeholder 5">
            <a:extLst>
              <a:ext uri="{FF2B5EF4-FFF2-40B4-BE49-F238E27FC236}">
                <a16:creationId xmlns:a16="http://schemas.microsoft.com/office/drawing/2014/main" id="{A8F2C4DE-6A1C-4BAF-CEDB-0741A198E0C1}"/>
              </a:ext>
            </a:extLst>
          </p:cNvPr>
          <p:cNvSpPr>
            <a:spLocks noGrp="1"/>
          </p:cNvSpPr>
          <p:nvPr>
            <p:ph type="dt" sz="half" idx="1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7" name="Footer Placeholder 6">
            <a:extLst>
              <a:ext uri="{FF2B5EF4-FFF2-40B4-BE49-F238E27FC236}">
                <a16:creationId xmlns:a16="http://schemas.microsoft.com/office/drawing/2014/main" id="{B5A666D7-760F-C3E7-2C45-537A38AB18BC}"/>
              </a:ext>
            </a:extLst>
          </p:cNvPr>
          <p:cNvSpPr>
            <a:spLocks noGrp="1"/>
          </p:cNvSpPr>
          <p:nvPr>
            <p:ph type="ftr" sz="quarter" idx="19"/>
          </p:nvPr>
        </p:nvSpPr>
        <p:spPr/>
        <p:txBody>
          <a:bodyPr/>
          <a:lstStyle/>
          <a:p>
            <a:pPr>
              <a:spcBef>
                <a:spcPts val="1000"/>
              </a:spcBef>
              <a:buFont typeface="Arial" panose="020B0604020202020204" pitchFamily="34" charset="0"/>
              <a:buNone/>
            </a:pPr>
            <a:r>
              <a:rPr lang="en-US"/>
              <a:t>Presentation Title | Author | Date</a:t>
            </a:r>
          </a:p>
        </p:txBody>
      </p:sp>
      <p:sp>
        <p:nvSpPr>
          <p:cNvPr id="8" name="Slide Number Placeholder 7">
            <a:extLst>
              <a:ext uri="{FF2B5EF4-FFF2-40B4-BE49-F238E27FC236}">
                <a16:creationId xmlns:a16="http://schemas.microsoft.com/office/drawing/2014/main" id="{94953DC7-FBD0-D234-515C-B70C65FA03DD}"/>
              </a:ext>
            </a:extLst>
          </p:cNvPr>
          <p:cNvSpPr>
            <a:spLocks noGrp="1"/>
          </p:cNvSpPr>
          <p:nvPr>
            <p:ph type="sldNum" sz="quarter" idx="20"/>
          </p:nvPr>
        </p:nvSpPr>
        <p:spPr/>
        <p:txBody>
          <a:bodyPr/>
          <a:lstStyle/>
          <a:p>
            <a:pPr algn="r"/>
            <a:fld id="{5D9A5160-6218-4E5A-B9E6-B93E3DAE377C}" type="slidenum">
              <a:rPr lang="en-US" smtClean="0"/>
              <a:pPr algn="r"/>
              <a:t>‹#›</a:t>
            </a:fld>
            <a:endParaRPr lang="en-US"/>
          </a:p>
        </p:txBody>
      </p:sp>
      <p:sp>
        <p:nvSpPr>
          <p:cNvPr id="2" name="Logo Placeholder 7">
            <a:extLst>
              <a:ext uri="{FF2B5EF4-FFF2-40B4-BE49-F238E27FC236}">
                <a16:creationId xmlns:a16="http://schemas.microsoft.com/office/drawing/2014/main" id="{6E3395B1-F7FC-802B-A216-F01560E9113F}"/>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944716158"/>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Conclusion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1481328" y="1517904"/>
            <a:ext cx="3685032" cy="3185499"/>
          </a:xfrm>
          <a:prstGeom prst="rect">
            <a:avLst/>
          </a:prstGeom>
        </p:spPr>
        <p:txBody>
          <a:bodyPr anchor="t">
            <a:noAutofit/>
          </a:bodyPr>
          <a:lstStyle>
            <a:lvl1pPr>
              <a:defRPr sz="2400"/>
            </a:lvl1pPr>
          </a:lstStyle>
          <a:p>
            <a:r>
              <a:rPr lang="en-US"/>
              <a:t>Click to edit Master title style</a:t>
            </a:r>
          </a:p>
        </p:txBody>
      </p:sp>
      <p:sp>
        <p:nvSpPr>
          <p:cNvPr id="4" name="Content Placeholder 3">
            <a:extLst>
              <a:ext uri="{FF2B5EF4-FFF2-40B4-BE49-F238E27FC236}">
                <a16:creationId xmlns:a16="http://schemas.microsoft.com/office/drawing/2014/main" id="{64F9B09F-7191-4FCF-3B0D-173D1B5BE8AA}"/>
              </a:ext>
            </a:extLst>
          </p:cNvPr>
          <p:cNvSpPr>
            <a:spLocks noGrp="1"/>
          </p:cNvSpPr>
          <p:nvPr>
            <p:ph sz="quarter" idx="17"/>
          </p:nvPr>
        </p:nvSpPr>
        <p:spPr>
          <a:xfrm>
            <a:off x="7949096" y="4882895"/>
            <a:ext cx="3671404" cy="1425829"/>
          </a:xfrm>
          <a:prstGeom prst="rect">
            <a:avLst/>
          </a:prstGeom>
        </p:spPr>
        <p:txBody>
          <a:bodyPr/>
          <a:lstStyle>
            <a:lvl1pPr>
              <a:defRPr sz="3200"/>
            </a:lvl1pPr>
            <a:lvl2pPr>
              <a:defRPr sz="3200"/>
            </a:lvl2pPr>
            <a:lvl3pPr>
              <a:defRPr sz="3200"/>
            </a:lvl3pPr>
            <a:lvl4pPr>
              <a:defRPr sz="3200"/>
            </a:lvl4pPr>
            <a:lvl5pPr>
              <a:defRPr sz="3200"/>
            </a:lvl5pPr>
          </a:lstStyle>
          <a:p>
            <a:pPr lvl="0"/>
            <a:r>
              <a:rPr lang="en-US"/>
              <a:t>Click to edit Master text styles</a:t>
            </a:r>
          </a:p>
        </p:txBody>
      </p:sp>
      <p:sp>
        <p:nvSpPr>
          <p:cNvPr id="5" name="Date Placeholder 4">
            <a:extLst>
              <a:ext uri="{FF2B5EF4-FFF2-40B4-BE49-F238E27FC236}">
                <a16:creationId xmlns:a16="http://schemas.microsoft.com/office/drawing/2014/main" id="{958CA01C-7827-82F6-2479-87C946BAD318}"/>
              </a:ext>
            </a:extLst>
          </p:cNvPr>
          <p:cNvSpPr>
            <a:spLocks noGrp="1"/>
          </p:cNvSpPr>
          <p:nvPr>
            <p:ph type="dt" sz="half" idx="1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6" name="Footer Placeholder 5">
            <a:extLst>
              <a:ext uri="{FF2B5EF4-FFF2-40B4-BE49-F238E27FC236}">
                <a16:creationId xmlns:a16="http://schemas.microsoft.com/office/drawing/2014/main" id="{F5A9AE5F-A9DC-699F-D478-39BC3367EDFE}"/>
              </a:ext>
            </a:extLst>
          </p:cNvPr>
          <p:cNvSpPr>
            <a:spLocks noGrp="1"/>
          </p:cNvSpPr>
          <p:nvPr>
            <p:ph type="ftr" sz="quarter" idx="19"/>
          </p:nvPr>
        </p:nvSpPr>
        <p:spPr/>
        <p:txBody>
          <a:bodyPr/>
          <a:lstStyle/>
          <a:p>
            <a:pPr>
              <a:spcBef>
                <a:spcPts val="1000"/>
              </a:spcBef>
              <a:buFont typeface="Arial" panose="020B0604020202020204" pitchFamily="34" charset="0"/>
              <a:buNone/>
            </a:pPr>
            <a:r>
              <a:rPr lang="en-US"/>
              <a:t>Presentation Title | Author | Date</a:t>
            </a:r>
          </a:p>
        </p:txBody>
      </p:sp>
      <p:sp>
        <p:nvSpPr>
          <p:cNvPr id="7" name="Slide Number Placeholder 6">
            <a:extLst>
              <a:ext uri="{FF2B5EF4-FFF2-40B4-BE49-F238E27FC236}">
                <a16:creationId xmlns:a16="http://schemas.microsoft.com/office/drawing/2014/main" id="{23C200B6-39EA-19E8-344A-F12A2E6EBA26}"/>
              </a:ext>
            </a:extLst>
          </p:cNvPr>
          <p:cNvSpPr>
            <a:spLocks noGrp="1"/>
          </p:cNvSpPr>
          <p:nvPr>
            <p:ph type="sldNum" sz="quarter" idx="20"/>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3824405224"/>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Conclusion 2 Photo">
    <p:spTree>
      <p:nvGrpSpPr>
        <p:cNvPr id="1" name=""/>
        <p:cNvGrpSpPr/>
        <p:nvPr/>
      </p:nvGrpSpPr>
      <p:grpSpPr>
        <a:xfrm>
          <a:off x="0" y="0"/>
          <a:ext cx="0" cy="0"/>
          <a:chOff x="0" y="0"/>
          <a:chExt cx="0" cy="0"/>
        </a:xfrm>
      </p:grpSpPr>
      <p:sp>
        <p:nvSpPr>
          <p:cNvPr id="3" name="Picture Placeholder 10">
            <a:extLst>
              <a:ext uri="{FF2B5EF4-FFF2-40B4-BE49-F238E27FC236}">
                <a16:creationId xmlns:a16="http://schemas.microsoft.com/office/drawing/2014/main" id="{B4DEBDB5-5781-B892-9D45-BC728983633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1481328" y="1517904"/>
            <a:ext cx="3685032" cy="3185499"/>
          </a:xfrm>
          <a:prstGeom prst="rect">
            <a:avLst/>
          </a:prstGeom>
        </p:spPr>
        <p:txBody>
          <a:bodyPr anchor="t">
            <a:noAutofit/>
          </a:bodyPr>
          <a:lstStyle>
            <a:lvl1pPr>
              <a:defRPr sz="2400"/>
            </a:lvl1pPr>
          </a:lstStyle>
          <a:p>
            <a:r>
              <a:rPr lang="en-US"/>
              <a:t>Click to edit Master title style</a:t>
            </a:r>
          </a:p>
        </p:txBody>
      </p:sp>
      <p:sp>
        <p:nvSpPr>
          <p:cNvPr id="4" name="Content Placeholder 3">
            <a:extLst>
              <a:ext uri="{FF2B5EF4-FFF2-40B4-BE49-F238E27FC236}">
                <a16:creationId xmlns:a16="http://schemas.microsoft.com/office/drawing/2014/main" id="{64F9B09F-7191-4FCF-3B0D-173D1B5BE8AA}"/>
              </a:ext>
            </a:extLst>
          </p:cNvPr>
          <p:cNvSpPr>
            <a:spLocks noGrp="1"/>
          </p:cNvSpPr>
          <p:nvPr>
            <p:ph sz="quarter" idx="17"/>
          </p:nvPr>
        </p:nvSpPr>
        <p:spPr>
          <a:xfrm>
            <a:off x="7949096" y="4882895"/>
            <a:ext cx="3671404" cy="1425829"/>
          </a:xfrm>
          <a:prstGeom prst="rect">
            <a:avLst/>
          </a:prstGeom>
        </p:spPr>
        <p:txBody>
          <a:bodyPr/>
          <a:lstStyle>
            <a:lvl1pPr>
              <a:defRPr sz="3200"/>
            </a:lvl1pPr>
            <a:lvl2pPr>
              <a:defRPr sz="3200"/>
            </a:lvl2pPr>
            <a:lvl3pPr>
              <a:defRPr sz="3200"/>
            </a:lvl3pPr>
            <a:lvl4pPr>
              <a:defRPr sz="3200"/>
            </a:lvl4pPr>
            <a:lvl5pPr>
              <a:defRPr sz="3200"/>
            </a:lvl5pPr>
          </a:lstStyle>
          <a:p>
            <a:pPr lvl="0"/>
            <a:r>
              <a:rPr lang="en-US"/>
              <a:t>Click to edit Master text styles</a:t>
            </a:r>
          </a:p>
        </p:txBody>
      </p:sp>
      <p:sp>
        <p:nvSpPr>
          <p:cNvPr id="6" name="Date Placeholder 5">
            <a:extLst>
              <a:ext uri="{FF2B5EF4-FFF2-40B4-BE49-F238E27FC236}">
                <a16:creationId xmlns:a16="http://schemas.microsoft.com/office/drawing/2014/main" id="{EAED4CBA-FED0-60CF-6658-5821F1968589}"/>
              </a:ext>
            </a:extLst>
          </p:cNvPr>
          <p:cNvSpPr>
            <a:spLocks noGrp="1"/>
          </p:cNvSpPr>
          <p:nvPr>
            <p:ph type="dt" sz="half" idx="18"/>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7" name="Footer Placeholder 6">
            <a:extLst>
              <a:ext uri="{FF2B5EF4-FFF2-40B4-BE49-F238E27FC236}">
                <a16:creationId xmlns:a16="http://schemas.microsoft.com/office/drawing/2014/main" id="{973E460F-1F60-3564-8377-BF259B8D5F20}"/>
              </a:ext>
            </a:extLst>
          </p:cNvPr>
          <p:cNvSpPr>
            <a:spLocks noGrp="1"/>
          </p:cNvSpPr>
          <p:nvPr>
            <p:ph type="ftr" sz="quarter" idx="19"/>
          </p:nvPr>
        </p:nvSpPr>
        <p:spPr/>
        <p:txBody>
          <a:bodyPr/>
          <a:lstStyle/>
          <a:p>
            <a:pPr>
              <a:spcBef>
                <a:spcPts val="1000"/>
              </a:spcBef>
              <a:buFont typeface="Arial" panose="020B0604020202020204" pitchFamily="34" charset="0"/>
              <a:buNone/>
            </a:pPr>
            <a:r>
              <a:rPr lang="en-US"/>
              <a:t>Presentation Title | Author | Date</a:t>
            </a:r>
          </a:p>
        </p:txBody>
      </p:sp>
      <p:sp>
        <p:nvSpPr>
          <p:cNvPr id="14" name="Slide Number Placeholder 13">
            <a:extLst>
              <a:ext uri="{FF2B5EF4-FFF2-40B4-BE49-F238E27FC236}">
                <a16:creationId xmlns:a16="http://schemas.microsoft.com/office/drawing/2014/main" id="{0D493F99-C63F-0DED-2802-307160340314}"/>
              </a:ext>
            </a:extLst>
          </p:cNvPr>
          <p:cNvSpPr>
            <a:spLocks noGrp="1"/>
          </p:cNvSpPr>
          <p:nvPr>
            <p:ph type="sldNum" sz="quarter" idx="20"/>
          </p:nvPr>
        </p:nvSpPr>
        <p:spPr/>
        <p:txBody>
          <a:bodyPr/>
          <a:lstStyle/>
          <a:p>
            <a:pPr algn="r"/>
            <a:fld id="{5D9A5160-6218-4E5A-B9E6-B93E3DAE377C}" type="slidenum">
              <a:rPr lang="en-US" smtClean="0"/>
              <a:pPr algn="r"/>
              <a:t>‹#›</a:t>
            </a:fld>
            <a:endParaRPr lang="en-US"/>
          </a:p>
        </p:txBody>
      </p:sp>
      <p:sp>
        <p:nvSpPr>
          <p:cNvPr id="8" name="Logo Placeholder 7">
            <a:extLst>
              <a:ext uri="{FF2B5EF4-FFF2-40B4-BE49-F238E27FC236}">
                <a16:creationId xmlns:a16="http://schemas.microsoft.com/office/drawing/2014/main" id="{033216B3-32DC-26FE-5B0C-AA59A5EEF721}"/>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1125706267"/>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Conclusion 3">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50EB54-2DDF-50B7-9D98-A038DEF17892}"/>
              </a:ext>
            </a:extLst>
          </p:cNvPr>
          <p:cNvSpPr>
            <a:spLocks noGrp="1"/>
          </p:cNvSpPr>
          <p:nvPr>
            <p:ph type="title"/>
          </p:nvPr>
        </p:nvSpPr>
        <p:spPr>
          <a:xfrm>
            <a:off x="7450171" y="2154596"/>
            <a:ext cx="4170329" cy="2737444"/>
          </a:xfrm>
          <a:prstGeom prst="rect">
            <a:avLst/>
          </a:prstGeom>
        </p:spPr>
        <p:txBody>
          <a:bodyPr anchor="b">
            <a:noAutofit/>
          </a:bodyPr>
          <a:lstStyle>
            <a:lvl1pPr algn="r">
              <a:defRPr sz="4800"/>
            </a:lvl1pPr>
          </a:lstStyle>
          <a:p>
            <a:r>
              <a:rPr lang="en-US"/>
              <a:t>Click to edit Master title style</a:t>
            </a:r>
          </a:p>
        </p:txBody>
      </p:sp>
      <p:sp>
        <p:nvSpPr>
          <p:cNvPr id="3" name="Date Placeholder 2">
            <a:extLst>
              <a:ext uri="{FF2B5EF4-FFF2-40B4-BE49-F238E27FC236}">
                <a16:creationId xmlns:a16="http://schemas.microsoft.com/office/drawing/2014/main" id="{AE44684F-D794-29DA-96BD-7FDCFE9BBC83}"/>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4" name="Footer Placeholder 3">
            <a:extLst>
              <a:ext uri="{FF2B5EF4-FFF2-40B4-BE49-F238E27FC236}">
                <a16:creationId xmlns:a16="http://schemas.microsoft.com/office/drawing/2014/main" id="{810692F0-1502-0611-DB5D-DCB4C1B2D896}"/>
              </a:ext>
            </a:extLst>
          </p:cNvPr>
          <p:cNvSpPr>
            <a:spLocks noGrp="1"/>
          </p:cNvSpPr>
          <p:nvPr>
            <p:ph type="ftr" sz="quarter" idx="11"/>
          </p:nvPr>
        </p:nvSpPr>
        <p:spPr/>
        <p:txBody>
          <a:bodyPr/>
          <a:lstStyle/>
          <a:p>
            <a:pPr>
              <a:spcBef>
                <a:spcPts val="1000"/>
              </a:spcBef>
              <a:buFont typeface="Arial" panose="020B0604020202020204" pitchFamily="34" charset="0"/>
              <a:buNone/>
            </a:pPr>
            <a:r>
              <a:rPr lang="en-US"/>
              <a:t>Presentation Title | Author | Date</a:t>
            </a:r>
          </a:p>
        </p:txBody>
      </p:sp>
      <p:sp>
        <p:nvSpPr>
          <p:cNvPr id="5" name="Slide Number Placeholder 4">
            <a:extLst>
              <a:ext uri="{FF2B5EF4-FFF2-40B4-BE49-F238E27FC236}">
                <a16:creationId xmlns:a16="http://schemas.microsoft.com/office/drawing/2014/main" id="{D9D88EBB-9A16-B41B-C8AC-2FB3BD40ECDE}"/>
              </a:ext>
            </a:extLst>
          </p:cNvPr>
          <p:cNvSpPr>
            <a:spLocks noGrp="1"/>
          </p:cNvSpPr>
          <p:nvPr>
            <p:ph type="sldNum" sz="quarter" idx="12"/>
          </p:nvPr>
        </p:nvSpPr>
        <p:spPr/>
        <p:txBody>
          <a:bodyPr/>
          <a:lstStyle/>
          <a:p>
            <a:pPr algn="r"/>
            <a:fld id="{5D9A5160-6218-4E5A-B9E6-B93E3DAE377C}" type="slidenum">
              <a:rPr lang="en-US" smtClean="0"/>
              <a:pPr algn="r"/>
              <a:t>‹#›</a:t>
            </a:fld>
            <a:endParaRPr lang="en-US"/>
          </a:p>
        </p:txBody>
      </p:sp>
    </p:spTree>
    <p:extLst>
      <p:ext uri="{BB962C8B-B14F-4D97-AF65-F5344CB8AC3E}">
        <p14:creationId xmlns:p14="http://schemas.microsoft.com/office/powerpoint/2010/main" val="1046665989"/>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Conclusion 3 Photo">
    <p:spTree>
      <p:nvGrpSpPr>
        <p:cNvPr id="1" name=""/>
        <p:cNvGrpSpPr/>
        <p:nvPr/>
      </p:nvGrpSpPr>
      <p:grpSpPr>
        <a:xfrm>
          <a:off x="0" y="0"/>
          <a:ext cx="0" cy="0"/>
          <a:chOff x="0" y="0"/>
          <a:chExt cx="0" cy="0"/>
        </a:xfrm>
      </p:grpSpPr>
      <p:sp>
        <p:nvSpPr>
          <p:cNvPr id="12" name="Picture Placeholder 10">
            <a:extLst>
              <a:ext uri="{FF2B5EF4-FFF2-40B4-BE49-F238E27FC236}">
                <a16:creationId xmlns:a16="http://schemas.microsoft.com/office/drawing/2014/main" id="{1C08FB90-AF58-85B5-3914-77B3471EE049}"/>
              </a:ext>
            </a:extLst>
          </p:cNvPr>
          <p:cNvSpPr>
            <a:spLocks noGrp="1"/>
          </p:cNvSpPr>
          <p:nvPr>
            <p:ph type="pic" sz="quarter" idx="13" hasCustomPrompt="1"/>
          </p:nvPr>
        </p:nvSpPr>
        <p:spPr>
          <a:xfrm>
            <a:off x="-1" y="0"/>
            <a:ext cx="12192001" cy="6858000"/>
          </a:xfrm>
          <a:prstGeom prst="rect">
            <a:avLst/>
          </a:prstGeom>
          <a:solidFill>
            <a:schemeClr val="bg1">
              <a:lumMod val="95000"/>
            </a:schemeClr>
          </a:solidFill>
        </p:spPr>
        <p:txBody>
          <a:bodyPr vert="horz" lIns="0" tIns="0" rIns="0" bIns="0" rtlCol="0">
            <a:noAutofit/>
          </a:bodyPr>
          <a:lstStyle>
            <a:lvl1pPr>
              <a:defRPr lang="en-US">
                <a:solidFill>
                  <a:schemeClr val="bg2">
                    <a:lumMod val="75000"/>
                  </a:schemeClr>
                </a:solidFill>
              </a:defRPr>
            </a:lvl1pPr>
          </a:lstStyle>
          <a:p>
            <a:r>
              <a:rPr lang="de-DE" dirty="0"/>
              <a:t>Insert Picture and send </a:t>
            </a:r>
            <a:r>
              <a:rPr lang="de-DE" dirty="0" err="1"/>
              <a:t>to</a:t>
            </a:r>
            <a:r>
              <a:rPr lang="de-DE" dirty="0"/>
              <a:t> back</a:t>
            </a:r>
          </a:p>
        </p:txBody>
      </p:sp>
      <p:sp>
        <p:nvSpPr>
          <p:cNvPr id="21" name="Title 1">
            <a:extLst>
              <a:ext uri="{FF2B5EF4-FFF2-40B4-BE49-F238E27FC236}">
                <a16:creationId xmlns:a16="http://schemas.microsoft.com/office/drawing/2014/main" id="{28231349-D5BA-64A4-A1C7-EDC789C8DEEB}"/>
              </a:ext>
            </a:extLst>
          </p:cNvPr>
          <p:cNvSpPr>
            <a:spLocks noGrp="1"/>
          </p:cNvSpPr>
          <p:nvPr>
            <p:ph type="title"/>
          </p:nvPr>
        </p:nvSpPr>
        <p:spPr>
          <a:xfrm>
            <a:off x="7450171" y="2154596"/>
            <a:ext cx="4170329" cy="2737444"/>
          </a:xfrm>
          <a:prstGeom prst="rect">
            <a:avLst/>
          </a:prstGeom>
        </p:spPr>
        <p:txBody>
          <a:bodyPr anchor="b">
            <a:noAutofit/>
          </a:bodyPr>
          <a:lstStyle>
            <a:lvl1pPr algn="r">
              <a:defRPr sz="4800"/>
            </a:lvl1pPr>
          </a:lstStyle>
          <a:p>
            <a:r>
              <a:rPr lang="en-US"/>
              <a:t>Click to edit Master title style</a:t>
            </a:r>
          </a:p>
        </p:txBody>
      </p:sp>
      <p:sp>
        <p:nvSpPr>
          <p:cNvPr id="6" name="Date Placeholder 5">
            <a:extLst>
              <a:ext uri="{FF2B5EF4-FFF2-40B4-BE49-F238E27FC236}">
                <a16:creationId xmlns:a16="http://schemas.microsoft.com/office/drawing/2014/main" id="{A4A388B3-FA4E-30F1-CC6B-BEF5D50CA00B}"/>
              </a:ext>
            </a:extLst>
          </p:cNvPr>
          <p:cNvSpPr>
            <a:spLocks noGrp="1"/>
          </p:cNvSpPr>
          <p:nvPr>
            <p:ph type="dt" sz="half" idx="14"/>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7" name="Footer Placeholder 6">
            <a:extLst>
              <a:ext uri="{FF2B5EF4-FFF2-40B4-BE49-F238E27FC236}">
                <a16:creationId xmlns:a16="http://schemas.microsoft.com/office/drawing/2014/main" id="{8AC7AD12-0DD4-D7FD-F186-59426836A189}"/>
              </a:ext>
            </a:extLst>
          </p:cNvPr>
          <p:cNvSpPr>
            <a:spLocks noGrp="1"/>
          </p:cNvSpPr>
          <p:nvPr>
            <p:ph type="ftr" sz="quarter" idx="15"/>
          </p:nvPr>
        </p:nvSpPr>
        <p:spPr/>
        <p:txBody>
          <a:bodyPr/>
          <a:lstStyle/>
          <a:p>
            <a:pPr>
              <a:spcBef>
                <a:spcPts val="1000"/>
              </a:spcBef>
              <a:buFont typeface="Arial" panose="020B0604020202020204" pitchFamily="34" charset="0"/>
              <a:buNone/>
            </a:pPr>
            <a:r>
              <a:rPr lang="en-US"/>
              <a:t>Presentation Title | Author | Date</a:t>
            </a:r>
          </a:p>
        </p:txBody>
      </p:sp>
      <p:sp>
        <p:nvSpPr>
          <p:cNvPr id="8" name="Slide Number Placeholder 7">
            <a:extLst>
              <a:ext uri="{FF2B5EF4-FFF2-40B4-BE49-F238E27FC236}">
                <a16:creationId xmlns:a16="http://schemas.microsoft.com/office/drawing/2014/main" id="{18457B4D-EEFD-198C-15F3-0A77696494B6}"/>
              </a:ext>
            </a:extLst>
          </p:cNvPr>
          <p:cNvSpPr>
            <a:spLocks noGrp="1"/>
          </p:cNvSpPr>
          <p:nvPr>
            <p:ph type="sldNum" sz="quarter" idx="16"/>
          </p:nvPr>
        </p:nvSpPr>
        <p:spPr/>
        <p:txBody>
          <a:bodyPr/>
          <a:lstStyle/>
          <a:p>
            <a:pPr algn="r"/>
            <a:fld id="{5D9A5160-6218-4E5A-B9E6-B93E3DAE377C}" type="slidenum">
              <a:rPr lang="en-US" smtClean="0"/>
              <a:pPr algn="r"/>
              <a:t>‹#›</a:t>
            </a:fld>
            <a:endParaRPr lang="en-US"/>
          </a:p>
        </p:txBody>
      </p:sp>
      <p:sp>
        <p:nvSpPr>
          <p:cNvPr id="3" name="Logo Placeholder 7">
            <a:extLst>
              <a:ext uri="{FF2B5EF4-FFF2-40B4-BE49-F238E27FC236}">
                <a16:creationId xmlns:a16="http://schemas.microsoft.com/office/drawing/2014/main" id="{F920BAA7-9E43-593A-ECC2-C0865059C307}"/>
              </a:ext>
            </a:extLst>
          </p:cNvPr>
          <p:cNvSpPr>
            <a:spLocks noGrp="1"/>
          </p:cNvSpPr>
          <p:nvPr>
            <p:ph type="body" sz="quarter" idx="40" hasCustomPrompt="1"/>
          </p:nvPr>
        </p:nvSpPr>
        <p:spPr>
          <a:xfrm>
            <a:off x="11765626" y="128961"/>
            <a:ext cx="269046" cy="335806"/>
          </a:xfrm>
          <a:prstGeom prst="rect">
            <a:avLst/>
          </a:prstGeom>
          <a:blipFill>
            <a:blip r:embed="rId2"/>
            <a:srcRect/>
            <a:stretch>
              <a:fillRect t="12891" b="13600"/>
            </a:stretch>
          </a:blipFill>
        </p:spPr>
        <p:txBody>
          <a:bodyPr vert="horz" lIns="0" tIns="0" rIns="0" bIns="0" rtlCol="0">
            <a:noAutofit/>
          </a:bodyPr>
          <a:lstStyle>
            <a:lvl1pPr algn="l">
              <a:defRPr lang="en-US" sz="200" smtClean="0">
                <a:solidFill>
                  <a:schemeClr val="bg1">
                    <a:lumMod val="85000"/>
                  </a:schemeClr>
                </a:solidFill>
              </a:defRPr>
            </a:lvl1pPr>
            <a:lvl2pPr>
              <a:defRPr lang="en-US" smtClean="0"/>
            </a:lvl2pPr>
            <a:lvl3pPr>
              <a:defRPr lang="en-US" smtClean="0"/>
            </a:lvl3pPr>
            <a:lvl4pPr>
              <a:defRPr lang="en-US" smtClean="0"/>
            </a:lvl4pPr>
            <a:lvl5pPr>
              <a:defRPr lang="en-US"/>
            </a:lvl5pPr>
          </a:lstStyle>
          <a:p>
            <a:pPr lvl="0"/>
            <a:r>
              <a:rPr lang="en-US" dirty="0"/>
              <a:t>Spade</a:t>
            </a:r>
          </a:p>
        </p:txBody>
      </p:sp>
    </p:spTree>
    <p:extLst>
      <p:ext uri="{BB962C8B-B14F-4D97-AF65-F5344CB8AC3E}">
        <p14:creationId xmlns:p14="http://schemas.microsoft.com/office/powerpoint/2010/main" val="934691701"/>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showMasterSp="0" preserve="1" userDrawn="1">
  <p:cSld name="End Slide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BE9A7C0-1B19-CA66-4300-296F0EE9926E}"/>
              </a:ext>
            </a:extLst>
          </p:cNvPr>
          <p:cNvSpPr/>
          <p:nvPr userDrawn="1">
            <p:custDataLst>
              <p:tags r:id="rId1"/>
            </p:custDataLst>
          </p:nvPr>
        </p:nvSpPr>
        <p:spPr>
          <a:xfrm>
            <a:off x="6096000" y="854464"/>
            <a:ext cx="2240280" cy="1031051"/>
          </a:xfrm>
          <a:prstGeom prst="rect">
            <a:avLst/>
          </a:prstGeom>
        </p:spPr>
        <p:txBody>
          <a:bodyPr wrap="square" lIns="0" tIns="0" rIns="0" bIns="0">
            <a:spAutoFit/>
          </a:bodyPr>
          <a:lstStyle/>
          <a:p>
            <a:pPr>
              <a:spcAft>
                <a:spcPts val="600"/>
              </a:spcAft>
            </a:pPr>
            <a:r>
              <a:rPr lang="en-US" sz="1200" b="0" i="0" dirty="0">
                <a:solidFill>
                  <a:schemeClr val="bg2"/>
                </a:solidFill>
                <a:cs typeface="Arial"/>
              </a:rPr>
              <a:t>Name, Last Name</a:t>
            </a:r>
          </a:p>
          <a:p>
            <a:pPr>
              <a:lnSpc>
                <a:spcPts val="1200"/>
              </a:lnSpc>
            </a:pPr>
            <a:r>
              <a:rPr lang="en-US" sz="1000" b="0" i="0" dirty="0">
                <a:solidFill>
                  <a:schemeClr val="bg2"/>
                </a:solidFill>
                <a:cs typeface="Arial"/>
              </a:rPr>
              <a:t>Title/Role</a:t>
            </a:r>
          </a:p>
          <a:p>
            <a:pPr>
              <a:lnSpc>
                <a:spcPts val="1200"/>
              </a:lnSpc>
            </a:pPr>
            <a:r>
              <a:rPr lang="en-US" sz="1000" b="0" i="0" dirty="0">
                <a:solidFill>
                  <a:schemeClr val="bg2"/>
                </a:solidFill>
                <a:cs typeface="Arial"/>
              </a:rPr>
              <a:t>Capgemini Office (Optional)</a:t>
            </a:r>
          </a:p>
          <a:p>
            <a:pPr>
              <a:lnSpc>
                <a:spcPts val="1200"/>
              </a:lnSpc>
            </a:pPr>
            <a:r>
              <a:rPr lang="en-US" sz="1000" b="0" i="0" dirty="0">
                <a:solidFill>
                  <a:schemeClr val="bg2"/>
                </a:solidFill>
                <a:cs typeface="Arial"/>
              </a:rPr>
              <a:t>Address Line 1</a:t>
            </a:r>
          </a:p>
          <a:p>
            <a:pPr>
              <a:lnSpc>
                <a:spcPts val="1200"/>
              </a:lnSpc>
            </a:pPr>
            <a:r>
              <a:rPr lang="en-US" sz="1000" b="0" i="0" dirty="0">
                <a:solidFill>
                  <a:schemeClr val="bg2"/>
                </a:solidFill>
                <a:cs typeface="Arial"/>
              </a:rPr>
              <a:t>Address Line 2 </a:t>
            </a:r>
          </a:p>
          <a:p>
            <a:pPr>
              <a:lnSpc>
                <a:spcPts val="1200"/>
              </a:lnSpc>
            </a:pPr>
            <a:r>
              <a:rPr lang="en-US" sz="1000" b="0" i="0" dirty="0">
                <a:solidFill>
                  <a:schemeClr val="bg2"/>
                </a:solidFill>
                <a:cs typeface="Arial"/>
              </a:rPr>
              <a:t>Address Line 3</a:t>
            </a:r>
          </a:p>
        </p:txBody>
      </p:sp>
      <p:sp>
        <p:nvSpPr>
          <p:cNvPr id="8" name="Rectangle 7">
            <a:extLst>
              <a:ext uri="{FF2B5EF4-FFF2-40B4-BE49-F238E27FC236}">
                <a16:creationId xmlns:a16="http://schemas.microsoft.com/office/drawing/2014/main" id="{BC47918D-2D25-E44E-317A-2C575CFA6201}"/>
              </a:ext>
            </a:extLst>
          </p:cNvPr>
          <p:cNvSpPr/>
          <p:nvPr userDrawn="1">
            <p:custDataLst>
              <p:tags r:id="rId2"/>
            </p:custDataLst>
          </p:nvPr>
        </p:nvSpPr>
        <p:spPr>
          <a:xfrm>
            <a:off x="9499996" y="854464"/>
            <a:ext cx="2240280" cy="1031051"/>
          </a:xfrm>
          <a:prstGeom prst="rect">
            <a:avLst/>
          </a:prstGeom>
        </p:spPr>
        <p:txBody>
          <a:bodyPr wrap="square" lIns="0" tIns="0" rIns="0" bIns="0">
            <a:spAutoFit/>
          </a:bodyPr>
          <a:lstStyle/>
          <a:p>
            <a:pPr>
              <a:spcAft>
                <a:spcPts val="600"/>
              </a:spcAft>
            </a:pPr>
            <a:r>
              <a:rPr lang="en-US" sz="1200" b="0" i="0" dirty="0">
                <a:solidFill>
                  <a:schemeClr val="bg2"/>
                </a:solidFill>
                <a:cs typeface="Arial"/>
              </a:rPr>
              <a:t>Name, Last Name</a:t>
            </a:r>
          </a:p>
          <a:p>
            <a:pPr>
              <a:lnSpc>
                <a:spcPts val="1200"/>
              </a:lnSpc>
            </a:pPr>
            <a:r>
              <a:rPr lang="en-US" sz="1000" b="0" i="0" dirty="0">
                <a:solidFill>
                  <a:schemeClr val="bg2"/>
                </a:solidFill>
                <a:cs typeface="Arial"/>
              </a:rPr>
              <a:t>Title/Role</a:t>
            </a:r>
          </a:p>
          <a:p>
            <a:pPr>
              <a:lnSpc>
                <a:spcPts val="1200"/>
              </a:lnSpc>
            </a:pPr>
            <a:r>
              <a:rPr lang="en-US" sz="1000" b="0" i="0" dirty="0">
                <a:solidFill>
                  <a:schemeClr val="bg2"/>
                </a:solidFill>
                <a:cs typeface="Arial"/>
              </a:rPr>
              <a:t>Capgemini Office (Optional)</a:t>
            </a:r>
          </a:p>
          <a:p>
            <a:pPr>
              <a:lnSpc>
                <a:spcPts val="1200"/>
              </a:lnSpc>
            </a:pPr>
            <a:r>
              <a:rPr lang="en-US" sz="1000" b="0" i="0" dirty="0">
                <a:solidFill>
                  <a:schemeClr val="bg2"/>
                </a:solidFill>
                <a:cs typeface="Arial"/>
              </a:rPr>
              <a:t>Address Line 1</a:t>
            </a:r>
          </a:p>
          <a:p>
            <a:pPr>
              <a:lnSpc>
                <a:spcPts val="1200"/>
              </a:lnSpc>
            </a:pPr>
            <a:r>
              <a:rPr lang="en-US" sz="1000" b="0" i="0" dirty="0">
                <a:solidFill>
                  <a:schemeClr val="bg2"/>
                </a:solidFill>
                <a:cs typeface="Arial"/>
              </a:rPr>
              <a:t>Address Line 2 </a:t>
            </a:r>
          </a:p>
          <a:p>
            <a:pPr>
              <a:lnSpc>
                <a:spcPts val="1200"/>
              </a:lnSpc>
            </a:pPr>
            <a:r>
              <a:rPr lang="en-US" sz="1000" b="0" i="0" dirty="0">
                <a:solidFill>
                  <a:schemeClr val="bg2"/>
                </a:solidFill>
                <a:cs typeface="Arial"/>
              </a:rPr>
              <a:t>Address Line 3</a:t>
            </a:r>
          </a:p>
        </p:txBody>
      </p:sp>
      <p:sp>
        <p:nvSpPr>
          <p:cNvPr id="9" name="Rectangle 8">
            <a:extLst>
              <a:ext uri="{FF2B5EF4-FFF2-40B4-BE49-F238E27FC236}">
                <a16:creationId xmlns:a16="http://schemas.microsoft.com/office/drawing/2014/main" id="{223DD2BC-6CFE-2C0D-CC83-30E20FA868FB}"/>
              </a:ext>
            </a:extLst>
          </p:cNvPr>
          <p:cNvSpPr/>
          <p:nvPr userDrawn="1">
            <p:custDataLst>
              <p:tags r:id="rId3"/>
            </p:custDataLst>
          </p:nvPr>
        </p:nvSpPr>
        <p:spPr>
          <a:xfrm>
            <a:off x="6096000" y="2118389"/>
            <a:ext cx="2240280" cy="1031051"/>
          </a:xfrm>
          <a:prstGeom prst="rect">
            <a:avLst/>
          </a:prstGeom>
        </p:spPr>
        <p:txBody>
          <a:bodyPr wrap="square" lIns="0" tIns="0" rIns="0" bIns="0">
            <a:spAutoFit/>
          </a:bodyPr>
          <a:lstStyle/>
          <a:p>
            <a:pPr>
              <a:spcAft>
                <a:spcPts val="600"/>
              </a:spcAft>
            </a:pPr>
            <a:r>
              <a:rPr lang="en-US" sz="1200" b="0" i="0" dirty="0">
                <a:solidFill>
                  <a:schemeClr val="bg2"/>
                </a:solidFill>
                <a:cs typeface="Arial"/>
              </a:rPr>
              <a:t>Name, Last Name</a:t>
            </a:r>
          </a:p>
          <a:p>
            <a:pPr>
              <a:lnSpc>
                <a:spcPts val="1200"/>
              </a:lnSpc>
            </a:pPr>
            <a:r>
              <a:rPr lang="en-US" sz="1000" b="0" i="0" dirty="0">
                <a:solidFill>
                  <a:schemeClr val="bg2"/>
                </a:solidFill>
                <a:cs typeface="Arial"/>
              </a:rPr>
              <a:t>Title/Role</a:t>
            </a:r>
          </a:p>
          <a:p>
            <a:pPr>
              <a:lnSpc>
                <a:spcPts val="1200"/>
              </a:lnSpc>
            </a:pPr>
            <a:r>
              <a:rPr lang="en-US" sz="1000" b="0" i="0" dirty="0">
                <a:solidFill>
                  <a:schemeClr val="bg2"/>
                </a:solidFill>
                <a:cs typeface="Arial"/>
              </a:rPr>
              <a:t>Capgemini Office (Optional)</a:t>
            </a:r>
          </a:p>
          <a:p>
            <a:pPr>
              <a:lnSpc>
                <a:spcPts val="1200"/>
              </a:lnSpc>
            </a:pPr>
            <a:r>
              <a:rPr lang="en-US" sz="1000" b="0" i="0" dirty="0">
                <a:solidFill>
                  <a:schemeClr val="bg2"/>
                </a:solidFill>
                <a:cs typeface="Arial"/>
              </a:rPr>
              <a:t>Address Line 1</a:t>
            </a:r>
          </a:p>
          <a:p>
            <a:pPr>
              <a:lnSpc>
                <a:spcPts val="1200"/>
              </a:lnSpc>
            </a:pPr>
            <a:r>
              <a:rPr lang="en-US" sz="1000" b="0" i="0" dirty="0">
                <a:solidFill>
                  <a:schemeClr val="bg2"/>
                </a:solidFill>
                <a:cs typeface="Arial"/>
              </a:rPr>
              <a:t>Address Line 2 </a:t>
            </a:r>
          </a:p>
          <a:p>
            <a:pPr>
              <a:lnSpc>
                <a:spcPts val="1200"/>
              </a:lnSpc>
            </a:pPr>
            <a:r>
              <a:rPr lang="en-US" sz="1000" b="0" i="0" dirty="0">
                <a:solidFill>
                  <a:schemeClr val="bg2"/>
                </a:solidFill>
                <a:cs typeface="Arial"/>
              </a:rPr>
              <a:t>Address Line 3</a:t>
            </a:r>
          </a:p>
        </p:txBody>
      </p:sp>
      <p:sp>
        <p:nvSpPr>
          <p:cNvPr id="10" name="Rectangle 9">
            <a:extLst>
              <a:ext uri="{FF2B5EF4-FFF2-40B4-BE49-F238E27FC236}">
                <a16:creationId xmlns:a16="http://schemas.microsoft.com/office/drawing/2014/main" id="{4CD48234-BC4B-8C1A-A80D-4730B8F6FA54}"/>
              </a:ext>
            </a:extLst>
          </p:cNvPr>
          <p:cNvSpPr/>
          <p:nvPr userDrawn="1">
            <p:custDataLst>
              <p:tags r:id="rId4"/>
            </p:custDataLst>
          </p:nvPr>
        </p:nvSpPr>
        <p:spPr>
          <a:xfrm>
            <a:off x="9499996" y="2118389"/>
            <a:ext cx="2240280" cy="1031051"/>
          </a:xfrm>
          <a:prstGeom prst="rect">
            <a:avLst/>
          </a:prstGeom>
        </p:spPr>
        <p:txBody>
          <a:bodyPr wrap="square" lIns="0" tIns="0" rIns="0" bIns="0">
            <a:spAutoFit/>
          </a:bodyPr>
          <a:lstStyle/>
          <a:p>
            <a:pPr>
              <a:spcAft>
                <a:spcPts val="600"/>
              </a:spcAft>
            </a:pPr>
            <a:r>
              <a:rPr lang="en-US" sz="1200" b="0" i="0" dirty="0">
                <a:solidFill>
                  <a:schemeClr val="bg2"/>
                </a:solidFill>
                <a:cs typeface="Arial"/>
              </a:rPr>
              <a:t>Name, Last Name</a:t>
            </a:r>
          </a:p>
          <a:p>
            <a:pPr>
              <a:lnSpc>
                <a:spcPts val="1200"/>
              </a:lnSpc>
            </a:pPr>
            <a:r>
              <a:rPr lang="en-US" sz="1000" b="0" i="0" dirty="0">
                <a:solidFill>
                  <a:schemeClr val="bg2"/>
                </a:solidFill>
                <a:cs typeface="Arial"/>
              </a:rPr>
              <a:t>Title/Role</a:t>
            </a:r>
          </a:p>
          <a:p>
            <a:pPr>
              <a:lnSpc>
                <a:spcPts val="1200"/>
              </a:lnSpc>
            </a:pPr>
            <a:r>
              <a:rPr lang="en-US" sz="1000" b="0" i="0" dirty="0">
                <a:solidFill>
                  <a:schemeClr val="bg2"/>
                </a:solidFill>
                <a:cs typeface="Arial"/>
              </a:rPr>
              <a:t>Capgemini Office (Optional)</a:t>
            </a:r>
          </a:p>
          <a:p>
            <a:pPr>
              <a:lnSpc>
                <a:spcPts val="1200"/>
              </a:lnSpc>
            </a:pPr>
            <a:r>
              <a:rPr lang="en-US" sz="1000" b="0" i="0" dirty="0">
                <a:solidFill>
                  <a:schemeClr val="bg2"/>
                </a:solidFill>
                <a:cs typeface="Arial"/>
              </a:rPr>
              <a:t>Address Line 1</a:t>
            </a:r>
          </a:p>
          <a:p>
            <a:pPr>
              <a:lnSpc>
                <a:spcPts val="1200"/>
              </a:lnSpc>
            </a:pPr>
            <a:r>
              <a:rPr lang="en-US" sz="1000" b="0" i="0" dirty="0">
                <a:solidFill>
                  <a:schemeClr val="bg2"/>
                </a:solidFill>
                <a:cs typeface="Arial"/>
              </a:rPr>
              <a:t>Address Line 2 </a:t>
            </a:r>
          </a:p>
          <a:p>
            <a:pPr>
              <a:lnSpc>
                <a:spcPts val="1200"/>
              </a:lnSpc>
            </a:pPr>
            <a:r>
              <a:rPr lang="en-US" sz="1000" b="0" i="0" dirty="0">
                <a:solidFill>
                  <a:schemeClr val="bg2"/>
                </a:solidFill>
                <a:cs typeface="Arial"/>
              </a:rPr>
              <a:t>Address Line 3</a:t>
            </a:r>
          </a:p>
        </p:txBody>
      </p:sp>
      <p:sp>
        <p:nvSpPr>
          <p:cNvPr id="12" name="Rectangle 11">
            <a:extLst>
              <a:ext uri="{FF2B5EF4-FFF2-40B4-BE49-F238E27FC236}">
                <a16:creationId xmlns:a16="http://schemas.microsoft.com/office/drawing/2014/main" id="{F2AB464E-5373-7E4D-F692-A0E675F2B196}"/>
              </a:ext>
            </a:extLst>
          </p:cNvPr>
          <p:cNvSpPr/>
          <p:nvPr userDrawn="1"/>
        </p:nvSpPr>
        <p:spPr>
          <a:xfrm>
            <a:off x="8904288" y="6053226"/>
            <a:ext cx="2879725" cy="400110"/>
          </a:xfrm>
          <a:prstGeom prst="rect">
            <a:avLst/>
          </a:prstGeom>
        </p:spPr>
        <p:txBody>
          <a:bodyPr wrap="square" lIns="0" tIns="0" rIns="0" bIns="0" anchor="b" anchorCtr="0">
            <a:spAutoFit/>
          </a:bodyPr>
          <a:lstStyle/>
          <a:p>
            <a:pPr>
              <a:spcAft>
                <a:spcPts val="600"/>
              </a:spcAft>
            </a:pPr>
            <a:r>
              <a:rPr lang="en-US" sz="700" b="0" i="0" noProof="0" dirty="0">
                <a:solidFill>
                  <a:schemeClr val="bg1"/>
                </a:solidFill>
                <a:latin typeface="+mn-lt"/>
                <a:cs typeface="Arial"/>
              </a:rPr>
              <a:t>This presentation contains information that may be privileged or confidential and is the property of the Capgemini Group.</a:t>
            </a:r>
          </a:p>
          <a:p>
            <a:pPr>
              <a:spcAft>
                <a:spcPts val="600"/>
              </a:spcAft>
            </a:pPr>
            <a:r>
              <a:rPr lang="en-US" sz="700" b="0" i="0" noProof="0" dirty="0">
                <a:solidFill>
                  <a:schemeClr val="bg1"/>
                </a:solidFill>
                <a:latin typeface="+mn-lt"/>
                <a:cs typeface="Arial"/>
              </a:rPr>
              <a:t>Copyright © 2026 Capgemini. All rights reserved.</a:t>
            </a:r>
          </a:p>
        </p:txBody>
      </p:sp>
      <p:grpSp>
        <p:nvGrpSpPr>
          <p:cNvPr id="13" name="Group 2">
            <a:extLst>
              <a:ext uri="{FF2B5EF4-FFF2-40B4-BE49-F238E27FC236}">
                <a16:creationId xmlns:a16="http://schemas.microsoft.com/office/drawing/2014/main" id="{05772BD3-A81C-1CF6-82C7-FB11ED473A69}"/>
              </a:ext>
            </a:extLst>
          </p:cNvPr>
          <p:cNvGrpSpPr>
            <a:grpSpLocks noChangeAspect="1"/>
          </p:cNvGrpSpPr>
          <p:nvPr userDrawn="1"/>
        </p:nvGrpSpPr>
        <p:grpSpPr>
          <a:xfrm>
            <a:off x="550863" y="6021288"/>
            <a:ext cx="1872000" cy="420870"/>
            <a:chOff x="5094083" y="5360390"/>
            <a:chExt cx="3039349" cy="683316"/>
          </a:xfrm>
          <a:solidFill>
            <a:schemeClr val="bg1"/>
          </a:solidFill>
        </p:grpSpPr>
        <p:sp>
          <p:nvSpPr>
            <p:cNvPr id="14" name="Freeform: Shape 4">
              <a:extLst>
                <a:ext uri="{FF2B5EF4-FFF2-40B4-BE49-F238E27FC236}">
                  <a16:creationId xmlns:a16="http://schemas.microsoft.com/office/drawing/2014/main" id="{65F4C06B-3F4B-043B-465F-2B296AB672AA}"/>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endParaRPr lang="en-US" sz="1800">
                <a:solidFill>
                  <a:schemeClr val="bg2"/>
                </a:solidFill>
              </a:endParaRPr>
            </a:p>
          </p:txBody>
        </p:sp>
        <p:sp>
          <p:nvSpPr>
            <p:cNvPr id="15" name="Freeform: Shape 5">
              <a:extLst>
                <a:ext uri="{FF2B5EF4-FFF2-40B4-BE49-F238E27FC236}">
                  <a16:creationId xmlns:a16="http://schemas.microsoft.com/office/drawing/2014/main" id="{0453F664-4E3E-18BB-40D3-004FB3A82BF3}"/>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endParaRPr lang="en-US" sz="1800">
                <a:solidFill>
                  <a:schemeClr val="bg2"/>
                </a:solidFill>
              </a:endParaRPr>
            </a:p>
          </p:txBody>
        </p:sp>
        <p:sp>
          <p:nvSpPr>
            <p:cNvPr id="16" name="Freeform: Shape 6">
              <a:extLst>
                <a:ext uri="{FF2B5EF4-FFF2-40B4-BE49-F238E27FC236}">
                  <a16:creationId xmlns:a16="http://schemas.microsoft.com/office/drawing/2014/main" id="{3AB8D922-277A-8D02-3B17-31150F2469B1}"/>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endParaRPr lang="en-US" sz="1800">
                <a:solidFill>
                  <a:schemeClr val="bg2"/>
                </a:solidFill>
              </a:endParaRPr>
            </a:p>
          </p:txBody>
        </p:sp>
        <p:sp>
          <p:nvSpPr>
            <p:cNvPr id="17" name="Freeform: Shape 7">
              <a:extLst>
                <a:ext uri="{FF2B5EF4-FFF2-40B4-BE49-F238E27FC236}">
                  <a16:creationId xmlns:a16="http://schemas.microsoft.com/office/drawing/2014/main" id="{3D3851EE-A1E2-2A22-50AE-7CA5E1ABE91F}"/>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endParaRPr lang="en-US" sz="1800">
                <a:solidFill>
                  <a:schemeClr val="bg2"/>
                </a:solidFill>
              </a:endParaRPr>
            </a:p>
          </p:txBody>
        </p:sp>
        <p:sp>
          <p:nvSpPr>
            <p:cNvPr id="18" name="Freeform: Shape 8">
              <a:extLst>
                <a:ext uri="{FF2B5EF4-FFF2-40B4-BE49-F238E27FC236}">
                  <a16:creationId xmlns:a16="http://schemas.microsoft.com/office/drawing/2014/main" id="{5A7D9DCF-973E-E84F-5D6E-861D2543EC15}"/>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endParaRPr lang="en-US" sz="1800">
                <a:solidFill>
                  <a:schemeClr val="bg2"/>
                </a:solidFill>
              </a:endParaRPr>
            </a:p>
          </p:txBody>
        </p:sp>
      </p:grpSp>
      <p:sp>
        <p:nvSpPr>
          <p:cNvPr id="46" name="Rectangle 45">
            <a:extLst>
              <a:ext uri="{FF2B5EF4-FFF2-40B4-BE49-F238E27FC236}">
                <a16:creationId xmlns:a16="http://schemas.microsoft.com/office/drawing/2014/main" id="{518C19CA-236B-538A-7BAE-5BEFF8D5CC22}"/>
              </a:ext>
            </a:extLst>
          </p:cNvPr>
          <p:cNvSpPr/>
          <p:nvPr userDrawn="1"/>
        </p:nvSpPr>
        <p:spPr>
          <a:xfrm>
            <a:off x="550863" y="2834640"/>
            <a:ext cx="4345176" cy="8102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ts val="1200"/>
              </a:lnSpc>
              <a:spcBef>
                <a:spcPts val="0"/>
              </a:spcBef>
              <a:spcAft>
                <a:spcPts val="0"/>
              </a:spcAft>
              <a:buClrTx/>
              <a:buSzTx/>
              <a:buFontTx/>
              <a:buNone/>
              <a:tabLst/>
              <a:defRPr/>
            </a:pPr>
            <a:r>
              <a:rPr lang="en-US" sz="1100" b="1" i="0" kern="1200" dirty="0">
                <a:solidFill>
                  <a:schemeClr val="accent2"/>
                </a:solidFill>
                <a:latin typeface="+mn-lt"/>
                <a:ea typeface="+mn-ea"/>
                <a:cs typeface="+mn-cs"/>
              </a:rPr>
              <a:t>Make it real.</a:t>
            </a:r>
          </a:p>
          <a:p>
            <a:pPr marL="0" marR="0" lvl="0" indent="0" algn="l" defTabSz="914400" rtl="0" eaLnBrk="1" fontAlgn="auto" latinLnBrk="0" hangingPunct="1">
              <a:lnSpc>
                <a:spcPts val="1200"/>
              </a:lnSpc>
              <a:spcBef>
                <a:spcPts val="0"/>
              </a:spcBef>
              <a:spcAft>
                <a:spcPts val="0"/>
              </a:spcAft>
              <a:buClrTx/>
              <a:buSzTx/>
              <a:buFontTx/>
              <a:buNone/>
              <a:tabLst/>
              <a:defRPr/>
            </a:pPr>
            <a:r>
              <a:rPr lang="en-US" sz="1050" b="0" i="0" dirty="0">
                <a:solidFill>
                  <a:schemeClr val="bg2"/>
                </a:solidFill>
                <a:latin typeface="+mn-lt"/>
              </a:rPr>
              <a:t>w</a:t>
            </a:r>
            <a:r>
              <a:rPr lang="en-US" sz="1050" dirty="0">
                <a:solidFill>
                  <a:schemeClr val="bg2"/>
                </a:solidFill>
                <a:latin typeface="+mn-lt"/>
              </a:rPr>
              <a:t>ww.capgemini.com</a:t>
            </a:r>
          </a:p>
        </p:txBody>
      </p:sp>
      <p:sp>
        <p:nvSpPr>
          <p:cNvPr id="47" name="Rectangle 46">
            <a:extLst>
              <a:ext uri="{FF2B5EF4-FFF2-40B4-BE49-F238E27FC236}">
                <a16:creationId xmlns:a16="http://schemas.microsoft.com/office/drawing/2014/main" id="{5177A11C-B996-1AA2-5148-35CA703F28CC}"/>
              </a:ext>
            </a:extLst>
          </p:cNvPr>
          <p:cNvSpPr/>
          <p:nvPr userDrawn="1"/>
        </p:nvSpPr>
        <p:spPr>
          <a:xfrm>
            <a:off x="550864" y="854464"/>
            <a:ext cx="4248471" cy="18544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indent="0" algn="just"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chemeClr val="bg2"/>
                </a:solidFill>
                <a:effectLst/>
                <a:uLnTx/>
                <a:uFillTx/>
                <a:latin typeface="+mn-lt"/>
                <a:ea typeface="+mn-ea"/>
                <a:cs typeface="+mn-cs"/>
              </a:rPr>
              <a:t>About Capgemini</a:t>
            </a:r>
          </a:p>
          <a:p>
            <a:pPr marL="0" marR="0" indent="0" algn="just" defTabSz="914400" rtl="0" eaLnBrk="1" fontAlgn="auto" latinLnBrk="0" hangingPunct="1">
              <a:lnSpc>
                <a:spcPct val="100000"/>
              </a:lnSpc>
              <a:spcBef>
                <a:spcPts val="0"/>
              </a:spcBef>
              <a:spcAft>
                <a:spcPts val="0"/>
              </a:spcAft>
              <a:buClrTx/>
              <a:buSzTx/>
              <a:buFontTx/>
              <a:buNone/>
              <a:tabLst/>
              <a:defRPr/>
            </a:pPr>
            <a:r>
              <a:rPr lang="en-US" sz="900" dirty="0"/>
              <a:t>Capgemini is an AI-powered global business and technology transformation partner, delivering tangible business value. We imagine the future of organizations and make it real with AI, technology and people. With our strong heritage of nearly 60 years, we are a responsible and diverse group of over 420,000 team members in more than 50 countries. We deliver end-to-end services and solutions with our deep industry expertise and strong partner ecosystem, leveraging our capabilities across strategy, technology, design, engineering and business operations. The Group reported 2025 global revenues of €22.5 billion.</a:t>
            </a:r>
          </a:p>
        </p:txBody>
      </p:sp>
      <p:sp>
        <p:nvSpPr>
          <p:cNvPr id="2" name="Rectangle 1">
            <a:extLst>
              <a:ext uri="{FF2B5EF4-FFF2-40B4-BE49-F238E27FC236}">
                <a16:creationId xmlns:a16="http://schemas.microsoft.com/office/drawing/2014/main" id="{B4F0B3F9-CBA2-7856-C464-2561C30F55EA}"/>
              </a:ext>
            </a:extLst>
          </p:cNvPr>
          <p:cNvSpPr/>
          <p:nvPr userDrawn="1"/>
        </p:nvSpPr>
        <p:spPr>
          <a:xfrm>
            <a:off x="470430" y="3657600"/>
            <a:ext cx="4345176" cy="5543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ts val="1200"/>
              </a:lnSpc>
              <a:spcBef>
                <a:spcPts val="0"/>
              </a:spcBef>
              <a:spcAft>
                <a:spcPts val="0"/>
              </a:spcAft>
              <a:buClrTx/>
              <a:buSzTx/>
              <a:buFontTx/>
              <a:buNone/>
              <a:tabLst/>
              <a:defRPr/>
            </a:pPr>
            <a:endParaRPr lang="en-US" sz="1600">
              <a:solidFill>
                <a:schemeClr val="bg2"/>
              </a:solidFill>
              <a:latin typeface="Ubuntu" panose="020B0504030602030204" pitchFamily="34" charset="0"/>
            </a:endParaRPr>
          </a:p>
        </p:txBody>
      </p:sp>
      <p:grpSp>
        <p:nvGrpSpPr>
          <p:cNvPr id="19" name="Group 18">
            <a:extLst>
              <a:ext uri="{FF2B5EF4-FFF2-40B4-BE49-F238E27FC236}">
                <a16:creationId xmlns:a16="http://schemas.microsoft.com/office/drawing/2014/main" id="{A5610925-F855-014F-3846-A33BD39AE7CF}"/>
              </a:ext>
            </a:extLst>
          </p:cNvPr>
          <p:cNvGrpSpPr/>
          <p:nvPr userDrawn="1"/>
        </p:nvGrpSpPr>
        <p:grpSpPr>
          <a:xfrm>
            <a:off x="8904288" y="5569004"/>
            <a:ext cx="1951070" cy="335280"/>
            <a:chOff x="8904288" y="5569004"/>
            <a:chExt cx="1951070" cy="335280"/>
          </a:xfrm>
        </p:grpSpPr>
        <p:pic>
          <p:nvPicPr>
            <p:cNvPr id="20" name="Picture 19">
              <a:hlinkClick r:id="rId6"/>
              <a:extLst>
                <a:ext uri="{FF2B5EF4-FFF2-40B4-BE49-F238E27FC236}">
                  <a16:creationId xmlns:a16="http://schemas.microsoft.com/office/drawing/2014/main" id="{24FCF918-8BD0-16D2-F339-AA3D847D0A13}"/>
                </a:ext>
              </a:extLst>
            </p:cNvPr>
            <p:cNvPicPr>
              <a:picLocks noChangeAspect="1"/>
            </p:cNvPicPr>
            <p:nvPr userDrawn="1"/>
          </p:nvPicPr>
          <p:blipFill rotWithShape="1">
            <a:blip r:embed="rId7" cstate="screen">
              <a:lum bright="70000" contrast="-70000"/>
              <a:extLst>
                <a:ext uri="{BEBA8EAE-BF5A-486C-A8C5-ECC9F3942E4B}">
                  <a14:imgProps xmlns:a14="http://schemas.microsoft.com/office/drawing/2010/main">
                    <a14:imgLayer r:embed="rId8">
                      <a14:imgEffect>
                        <a14:artisticPhotocopy/>
                      </a14:imgEffect>
                    </a14:imgLayer>
                  </a14:imgProps>
                </a:ext>
                <a:ext uri="{28A0092B-C50C-407E-A947-70E740481C1C}">
                  <a14:useLocalDpi xmlns:a14="http://schemas.microsoft.com/office/drawing/2010/main"/>
                </a:ext>
              </a:extLst>
            </a:blip>
            <a:srcRect l="-15803" t="-15499" r="-15008" b="-15313"/>
            <a:stretch>
              <a:fillRect/>
            </a:stretch>
          </p:blipFill>
          <p:spPr>
            <a:xfrm>
              <a:off x="10520558" y="5569004"/>
              <a:ext cx="334800" cy="334800"/>
            </a:xfrm>
            <a:prstGeom prst="ellipse">
              <a:avLst/>
            </a:prstGeom>
            <a:ln>
              <a:solidFill>
                <a:srgbClr val="FFFFFF"/>
              </a:solidFill>
            </a:ln>
          </p:spPr>
        </p:pic>
        <p:pic>
          <p:nvPicPr>
            <p:cNvPr id="22" name="Picture 21">
              <a:hlinkClick r:id="rId9"/>
              <a:extLst>
                <a:ext uri="{FF2B5EF4-FFF2-40B4-BE49-F238E27FC236}">
                  <a16:creationId xmlns:a16="http://schemas.microsoft.com/office/drawing/2014/main" id="{43FFB736-D24D-5661-8C87-A4FA45684F22}"/>
                </a:ext>
              </a:extLst>
            </p:cNvPr>
            <p:cNvPicPr>
              <a:picLocks noChangeAspect="1"/>
            </p:cNvPicPr>
            <p:nvPr userDrawn="1"/>
          </p:nvPicPr>
          <p:blipFill rotWithShape="1">
            <a:blip r:embed="rId10" cstate="screen">
              <a:lum bright="70000" contrast="-70000"/>
              <a:extLst>
                <a:ext uri="{BEBA8EAE-BF5A-486C-A8C5-ECC9F3942E4B}">
                  <a14:imgProps xmlns:a14="http://schemas.microsoft.com/office/drawing/2010/main">
                    <a14:imgLayer r:embed="rId11">
                      <a14:imgEffect>
                        <a14:artisticPhotocopy/>
                      </a14:imgEffect>
                    </a14:imgLayer>
                  </a14:imgProps>
                </a:ext>
                <a:ext uri="{28A0092B-C50C-407E-A947-70E740481C1C}">
                  <a14:useLocalDpi xmlns:a14="http://schemas.microsoft.com/office/drawing/2010/main"/>
                </a:ext>
              </a:extLst>
            </a:blip>
            <a:srcRect l="-11970" t="-13244" r="-14518" b="-13244"/>
            <a:stretch>
              <a:fillRect/>
            </a:stretch>
          </p:blipFill>
          <p:spPr>
            <a:xfrm>
              <a:off x="10119213" y="5569004"/>
              <a:ext cx="335280" cy="335280"/>
            </a:xfrm>
            <a:prstGeom prst="ellipse">
              <a:avLst/>
            </a:prstGeom>
            <a:ln>
              <a:solidFill>
                <a:srgbClr val="FFFFFF"/>
              </a:solidFill>
            </a:ln>
          </p:spPr>
        </p:pic>
        <p:pic>
          <p:nvPicPr>
            <p:cNvPr id="23" name="Picture 22">
              <a:hlinkClick r:id="rId12"/>
              <a:extLst>
                <a:ext uri="{FF2B5EF4-FFF2-40B4-BE49-F238E27FC236}">
                  <a16:creationId xmlns:a16="http://schemas.microsoft.com/office/drawing/2014/main" id="{FD54A805-731A-166D-0E90-B161D3D72A48}"/>
                </a:ext>
              </a:extLst>
            </p:cNvPr>
            <p:cNvPicPr>
              <a:picLocks noChangeAspect="1"/>
            </p:cNvPicPr>
            <p:nvPr userDrawn="1"/>
          </p:nvPicPr>
          <p:blipFill rotWithShape="1">
            <a:blip r:embed="rId13" cstate="screen">
              <a:lum bright="70000" contrast="-70000"/>
              <a:extLst>
                <a:ext uri="{BEBA8EAE-BF5A-486C-A8C5-ECC9F3942E4B}">
                  <a14:imgProps xmlns:a14="http://schemas.microsoft.com/office/drawing/2010/main">
                    <a14:imgLayer r:embed="rId14">
                      <a14:imgEffect>
                        <a14:artisticPhotocopy/>
                      </a14:imgEffect>
                    </a14:imgLayer>
                  </a14:imgProps>
                </a:ext>
                <a:ext uri="{28A0092B-C50C-407E-A947-70E740481C1C}">
                  <a14:useLocalDpi xmlns:a14="http://schemas.microsoft.com/office/drawing/2010/main"/>
                </a:ext>
              </a:extLst>
            </a:blip>
            <a:srcRect l="-19298" t="-20188" r="-21078" b="-20188"/>
            <a:stretch>
              <a:fillRect/>
            </a:stretch>
          </p:blipFill>
          <p:spPr>
            <a:xfrm>
              <a:off x="9714238" y="5569004"/>
              <a:ext cx="335280" cy="335280"/>
            </a:xfrm>
            <a:prstGeom prst="ellipse">
              <a:avLst/>
            </a:prstGeom>
            <a:ln>
              <a:solidFill>
                <a:srgbClr val="FFFFFF"/>
              </a:solidFill>
            </a:ln>
          </p:spPr>
        </p:pic>
        <p:pic>
          <p:nvPicPr>
            <p:cNvPr id="24" name="Picture 23">
              <a:hlinkClick r:id="rId15"/>
              <a:extLst>
                <a:ext uri="{FF2B5EF4-FFF2-40B4-BE49-F238E27FC236}">
                  <a16:creationId xmlns:a16="http://schemas.microsoft.com/office/drawing/2014/main" id="{810DB779-E58E-2D08-4480-9915DA0226E2}"/>
                </a:ext>
              </a:extLst>
            </p:cNvPr>
            <p:cNvPicPr>
              <a:picLocks noChangeAspect="1"/>
            </p:cNvPicPr>
            <p:nvPr userDrawn="1"/>
          </p:nvPicPr>
          <p:blipFill rotWithShape="1">
            <a:blip r:embed="rId16" cstate="screen">
              <a:lum bright="70000" contrast="-70000"/>
              <a:extLst>
                <a:ext uri="{BEBA8EAE-BF5A-486C-A8C5-ECC9F3942E4B}">
                  <a14:imgProps xmlns:a14="http://schemas.microsoft.com/office/drawing/2010/main">
                    <a14:imgLayer r:embed="rId17">
                      <a14:imgEffect>
                        <a14:artisticPhotocopy/>
                      </a14:imgEffect>
                    </a14:imgLayer>
                  </a14:imgProps>
                </a:ext>
                <a:ext uri="{28A0092B-C50C-407E-A947-70E740481C1C}">
                  <a14:useLocalDpi xmlns:a14="http://schemas.microsoft.com/office/drawing/2010/main"/>
                </a:ext>
              </a:extLst>
            </a:blip>
            <a:srcRect l="-23025" t="-21407" r="-19995" b="-21613"/>
            <a:stretch>
              <a:fillRect/>
            </a:stretch>
          </p:blipFill>
          <p:spPr>
            <a:xfrm>
              <a:off x="8904288" y="5569004"/>
              <a:ext cx="335280" cy="335280"/>
            </a:xfrm>
            <a:prstGeom prst="ellipse">
              <a:avLst/>
            </a:prstGeom>
            <a:ln>
              <a:solidFill>
                <a:srgbClr val="FFFFFF"/>
              </a:solidFill>
            </a:ln>
          </p:spPr>
        </p:pic>
        <p:pic>
          <p:nvPicPr>
            <p:cNvPr id="25" name="Picture 24">
              <a:hlinkClick r:id="rId18"/>
              <a:extLst>
                <a:ext uri="{FF2B5EF4-FFF2-40B4-BE49-F238E27FC236}">
                  <a16:creationId xmlns:a16="http://schemas.microsoft.com/office/drawing/2014/main" id="{A7DC571B-9383-37DB-3C81-7DAF8A33D562}"/>
                </a:ext>
              </a:extLst>
            </p:cNvPr>
            <p:cNvPicPr>
              <a:picLocks noChangeAspect="1"/>
            </p:cNvPicPr>
            <p:nvPr userDrawn="1"/>
          </p:nvPicPr>
          <p:blipFill rotWithShape="1">
            <a:blip r:embed="rId19" cstate="screen">
              <a:lum bright="70000" contrast="-70000"/>
              <a:extLst>
                <a:ext uri="{BEBA8EAE-BF5A-486C-A8C5-ECC9F3942E4B}">
                  <a14:imgProps xmlns:a14="http://schemas.microsoft.com/office/drawing/2010/main">
                    <a14:imgLayer r:embed="rId20">
                      <a14:imgEffect>
                        <a14:artisticPhotocopy/>
                      </a14:imgEffect>
                    </a14:imgLayer>
                  </a14:imgProps>
                </a:ext>
                <a:ext uri="{28A0092B-C50C-407E-A947-70E740481C1C}">
                  <a14:useLocalDpi xmlns:a14="http://schemas.microsoft.com/office/drawing/2010/main"/>
                </a:ext>
              </a:extLst>
            </a:blip>
            <a:srcRect l="-16187" t="-16601" r="-17015" b="-16601"/>
            <a:stretch>
              <a:fillRect/>
            </a:stretch>
          </p:blipFill>
          <p:spPr>
            <a:xfrm>
              <a:off x="9309263" y="5569004"/>
              <a:ext cx="335280" cy="335280"/>
            </a:xfrm>
            <a:prstGeom prst="ellipse">
              <a:avLst/>
            </a:prstGeom>
            <a:ln>
              <a:solidFill>
                <a:srgbClr val="FFFFFF"/>
              </a:solidFill>
            </a:ln>
          </p:spPr>
        </p:pic>
      </p:grpSp>
      <p:sp>
        <p:nvSpPr>
          <p:cNvPr id="3" name="Rectangle 2">
            <a:extLst>
              <a:ext uri="{FF2B5EF4-FFF2-40B4-BE49-F238E27FC236}">
                <a16:creationId xmlns:a16="http://schemas.microsoft.com/office/drawing/2014/main" id="{7ECA3DCF-BB95-29ED-4C63-4ABA324ED80A}"/>
              </a:ext>
            </a:extLst>
          </p:cNvPr>
          <p:cNvSpPr/>
          <p:nvPr userDrawn="1"/>
        </p:nvSpPr>
        <p:spPr>
          <a:xfrm rot="16200000">
            <a:off x="1826323"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PL" sz="1400" b="0" i="0" u="none" strike="noStrike" kern="1200" cap="none" spc="0" normalizeH="0" baseline="0" noProof="0" err="1">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4265628822"/>
      </p:ext>
    </p:extLst>
  </p:cSld>
  <p:clrMapOvr>
    <a:masterClrMapping/>
  </p:clrMapOvr>
  <p:extLst>
    <p:ext uri="{DCECCB84-F9BA-43D5-87BE-67443E8EF086}">
      <p15:sldGuideLst xmlns:p15="http://schemas.microsoft.com/office/powerpoint/2012/main"/>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showMasterSp="0" preserve="1" userDrawn="1">
  <p:cSld name="End Slide 2">
    <p:spTree>
      <p:nvGrpSpPr>
        <p:cNvPr id="1" name=""/>
        <p:cNvGrpSpPr/>
        <p:nvPr/>
      </p:nvGrpSpPr>
      <p:grpSpPr>
        <a:xfrm>
          <a:off x="0" y="0"/>
          <a:ext cx="0" cy="0"/>
          <a:chOff x="0" y="0"/>
          <a:chExt cx="0" cy="0"/>
        </a:xfrm>
      </p:grpSpPr>
      <p:sp>
        <p:nvSpPr>
          <p:cNvPr id="25" name="Rectangle 24">
            <a:extLst>
              <a:ext uri="{FF2B5EF4-FFF2-40B4-BE49-F238E27FC236}">
                <a16:creationId xmlns:a16="http://schemas.microsoft.com/office/drawing/2014/main" id="{E828FFA5-3FBC-D174-A267-398AD796B6A1}"/>
              </a:ext>
            </a:extLst>
          </p:cNvPr>
          <p:cNvSpPr/>
          <p:nvPr userDrawn="1"/>
        </p:nvSpPr>
        <p:spPr>
          <a:xfrm>
            <a:off x="550862" y="3325369"/>
            <a:ext cx="4345176" cy="407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ts val="1200"/>
              </a:lnSpc>
              <a:spcBef>
                <a:spcPts val="0"/>
              </a:spcBef>
              <a:spcAft>
                <a:spcPts val="0"/>
              </a:spcAft>
              <a:buClrTx/>
              <a:buSzTx/>
              <a:buFontTx/>
              <a:buNone/>
              <a:tabLst/>
              <a:defRPr/>
            </a:pPr>
            <a:r>
              <a:rPr lang="en-US" sz="1100" b="1" i="0" kern="1200" dirty="0">
                <a:solidFill>
                  <a:schemeClr val="accent2"/>
                </a:solidFill>
                <a:latin typeface="+mn-lt"/>
                <a:ea typeface="+mn-ea"/>
                <a:cs typeface="+mn-cs"/>
              </a:rPr>
              <a:t>Make it real.</a:t>
            </a:r>
          </a:p>
          <a:p>
            <a:pPr marL="0" marR="0" lvl="0" indent="0" algn="l" defTabSz="914400" rtl="0" eaLnBrk="1" fontAlgn="auto" latinLnBrk="0" hangingPunct="1">
              <a:lnSpc>
                <a:spcPts val="1200"/>
              </a:lnSpc>
              <a:spcBef>
                <a:spcPts val="0"/>
              </a:spcBef>
              <a:spcAft>
                <a:spcPts val="0"/>
              </a:spcAft>
              <a:buClrTx/>
              <a:buSzTx/>
              <a:buFontTx/>
              <a:buNone/>
              <a:tabLst/>
              <a:defRPr/>
            </a:pPr>
            <a:r>
              <a:rPr lang="en-US" sz="1050" b="0" i="0" dirty="0">
                <a:solidFill>
                  <a:schemeClr val="bg2"/>
                </a:solidFill>
                <a:latin typeface="+mn-lt"/>
              </a:rPr>
              <a:t>w</a:t>
            </a:r>
            <a:r>
              <a:rPr lang="en-US" sz="1050" dirty="0">
                <a:solidFill>
                  <a:schemeClr val="bg2"/>
                </a:solidFill>
                <a:latin typeface="+mn-lt"/>
              </a:rPr>
              <a:t>ww.capgemini.com</a:t>
            </a:r>
          </a:p>
        </p:txBody>
      </p:sp>
      <p:grpSp>
        <p:nvGrpSpPr>
          <p:cNvPr id="43" name="Group 2">
            <a:extLst>
              <a:ext uri="{FF2B5EF4-FFF2-40B4-BE49-F238E27FC236}">
                <a16:creationId xmlns:a16="http://schemas.microsoft.com/office/drawing/2014/main" id="{CD4310B4-5ADE-C2D0-DB4C-AF69D93A1DF5}"/>
              </a:ext>
            </a:extLst>
          </p:cNvPr>
          <p:cNvGrpSpPr>
            <a:grpSpLocks noChangeAspect="1"/>
          </p:cNvGrpSpPr>
          <p:nvPr userDrawn="1"/>
        </p:nvGrpSpPr>
        <p:grpSpPr>
          <a:xfrm>
            <a:off x="550862" y="6021288"/>
            <a:ext cx="1872000" cy="420870"/>
            <a:chOff x="5094083" y="5360390"/>
            <a:chExt cx="3039349" cy="683316"/>
          </a:xfrm>
          <a:solidFill>
            <a:schemeClr val="bg1"/>
          </a:solidFill>
        </p:grpSpPr>
        <p:sp>
          <p:nvSpPr>
            <p:cNvPr id="44" name="Freeform: Shape 4">
              <a:extLst>
                <a:ext uri="{FF2B5EF4-FFF2-40B4-BE49-F238E27FC236}">
                  <a16:creationId xmlns:a16="http://schemas.microsoft.com/office/drawing/2014/main" id="{089E09DC-D2DF-E25B-B85C-6EA1D98E1CA5}"/>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endParaRPr lang="en-US" sz="1800">
                <a:solidFill>
                  <a:schemeClr val="bg2"/>
                </a:solidFill>
              </a:endParaRPr>
            </a:p>
          </p:txBody>
        </p:sp>
        <p:sp>
          <p:nvSpPr>
            <p:cNvPr id="45" name="Freeform: Shape 5">
              <a:extLst>
                <a:ext uri="{FF2B5EF4-FFF2-40B4-BE49-F238E27FC236}">
                  <a16:creationId xmlns:a16="http://schemas.microsoft.com/office/drawing/2014/main" id="{CFFDC692-B337-393E-311F-6135E50AC699}"/>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endParaRPr lang="en-US" sz="1800">
                <a:solidFill>
                  <a:schemeClr val="bg2"/>
                </a:solidFill>
              </a:endParaRPr>
            </a:p>
          </p:txBody>
        </p:sp>
        <p:sp>
          <p:nvSpPr>
            <p:cNvPr id="46" name="Freeform: Shape 6">
              <a:extLst>
                <a:ext uri="{FF2B5EF4-FFF2-40B4-BE49-F238E27FC236}">
                  <a16:creationId xmlns:a16="http://schemas.microsoft.com/office/drawing/2014/main" id="{79F624AF-8CAF-1C4F-6AF4-0D3BAB6883DE}"/>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endParaRPr lang="en-US" sz="1800">
                <a:solidFill>
                  <a:schemeClr val="bg2"/>
                </a:solidFill>
              </a:endParaRPr>
            </a:p>
          </p:txBody>
        </p:sp>
        <p:sp>
          <p:nvSpPr>
            <p:cNvPr id="47" name="Freeform: Shape 7">
              <a:extLst>
                <a:ext uri="{FF2B5EF4-FFF2-40B4-BE49-F238E27FC236}">
                  <a16:creationId xmlns:a16="http://schemas.microsoft.com/office/drawing/2014/main" id="{CC7B72C0-ED2F-06D1-872B-CC0A248A4A55}"/>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endParaRPr lang="en-US" sz="1800">
                <a:solidFill>
                  <a:schemeClr val="bg2"/>
                </a:solidFill>
              </a:endParaRPr>
            </a:p>
          </p:txBody>
        </p:sp>
        <p:sp>
          <p:nvSpPr>
            <p:cNvPr id="48" name="Freeform: Shape 8">
              <a:extLst>
                <a:ext uri="{FF2B5EF4-FFF2-40B4-BE49-F238E27FC236}">
                  <a16:creationId xmlns:a16="http://schemas.microsoft.com/office/drawing/2014/main" id="{4387627B-473F-668B-D2BC-7D0705259BFC}"/>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endParaRPr lang="en-US" sz="1800">
                <a:solidFill>
                  <a:schemeClr val="bg2"/>
                </a:solidFill>
              </a:endParaRPr>
            </a:p>
          </p:txBody>
        </p:sp>
      </p:grpSp>
      <p:grpSp>
        <p:nvGrpSpPr>
          <p:cNvPr id="8" name="Group 7">
            <a:extLst>
              <a:ext uri="{FF2B5EF4-FFF2-40B4-BE49-F238E27FC236}">
                <a16:creationId xmlns:a16="http://schemas.microsoft.com/office/drawing/2014/main" id="{C3529F38-DE31-8549-CDA7-1E4A748CA7C2}"/>
              </a:ext>
            </a:extLst>
          </p:cNvPr>
          <p:cNvGrpSpPr/>
          <p:nvPr userDrawn="1"/>
        </p:nvGrpSpPr>
        <p:grpSpPr>
          <a:xfrm>
            <a:off x="8904288" y="5569004"/>
            <a:ext cx="1951070" cy="335280"/>
            <a:chOff x="8904288" y="5569004"/>
            <a:chExt cx="1951070" cy="335280"/>
          </a:xfrm>
        </p:grpSpPr>
        <p:pic>
          <p:nvPicPr>
            <p:cNvPr id="9" name="Picture 8">
              <a:hlinkClick r:id="rId2"/>
              <a:extLst>
                <a:ext uri="{FF2B5EF4-FFF2-40B4-BE49-F238E27FC236}">
                  <a16:creationId xmlns:a16="http://schemas.microsoft.com/office/drawing/2014/main" id="{AA7E1FC5-0975-36A9-15BB-4B78B750848B}"/>
                </a:ext>
              </a:extLst>
            </p:cNvPr>
            <p:cNvPicPr>
              <a:picLocks noChangeAspect="1"/>
            </p:cNvPicPr>
            <p:nvPr userDrawn="1"/>
          </p:nvPicPr>
          <p:blipFill rotWithShape="1">
            <a:blip r:embed="rId3" cstate="screen">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a:ext>
              </a:extLst>
            </a:blip>
            <a:srcRect l="-15803" t="-15499" r="-15008" b="-15313"/>
            <a:stretch>
              <a:fillRect/>
            </a:stretch>
          </p:blipFill>
          <p:spPr>
            <a:xfrm>
              <a:off x="10520558" y="5569004"/>
              <a:ext cx="334800" cy="334800"/>
            </a:xfrm>
            <a:prstGeom prst="ellipse">
              <a:avLst/>
            </a:prstGeom>
            <a:ln>
              <a:solidFill>
                <a:srgbClr val="FFFFFF"/>
              </a:solidFill>
            </a:ln>
          </p:spPr>
        </p:pic>
        <p:pic>
          <p:nvPicPr>
            <p:cNvPr id="10" name="Picture 9">
              <a:hlinkClick r:id="rId5"/>
              <a:extLst>
                <a:ext uri="{FF2B5EF4-FFF2-40B4-BE49-F238E27FC236}">
                  <a16:creationId xmlns:a16="http://schemas.microsoft.com/office/drawing/2014/main" id="{9852B28F-AE33-FE98-514D-6F11A86092BB}"/>
                </a:ext>
              </a:extLst>
            </p:cNvPr>
            <p:cNvPicPr>
              <a:picLocks noChangeAspect="1"/>
            </p:cNvPicPr>
            <p:nvPr userDrawn="1"/>
          </p:nvPicPr>
          <p:blipFill rotWithShape="1">
            <a:blip r:embed="rId6" cstate="screen">
              <a:lum bright="70000" contrast="-70000"/>
              <a:extLst>
                <a:ext uri="{BEBA8EAE-BF5A-486C-A8C5-ECC9F3942E4B}">
                  <a14:imgProps xmlns:a14="http://schemas.microsoft.com/office/drawing/2010/main">
                    <a14:imgLayer r:embed="rId7">
                      <a14:imgEffect>
                        <a14:artisticPhotocopy/>
                      </a14:imgEffect>
                    </a14:imgLayer>
                  </a14:imgProps>
                </a:ext>
                <a:ext uri="{28A0092B-C50C-407E-A947-70E740481C1C}">
                  <a14:useLocalDpi xmlns:a14="http://schemas.microsoft.com/office/drawing/2010/main"/>
                </a:ext>
              </a:extLst>
            </a:blip>
            <a:srcRect l="-11970" t="-13244" r="-14518" b="-13244"/>
            <a:stretch>
              <a:fillRect/>
            </a:stretch>
          </p:blipFill>
          <p:spPr>
            <a:xfrm>
              <a:off x="10119213" y="5569004"/>
              <a:ext cx="335280" cy="335280"/>
            </a:xfrm>
            <a:prstGeom prst="ellipse">
              <a:avLst/>
            </a:prstGeom>
            <a:ln>
              <a:solidFill>
                <a:srgbClr val="FFFFFF"/>
              </a:solidFill>
            </a:ln>
          </p:spPr>
        </p:pic>
        <p:pic>
          <p:nvPicPr>
            <p:cNvPr id="11" name="Picture 10">
              <a:hlinkClick r:id="rId8"/>
              <a:extLst>
                <a:ext uri="{FF2B5EF4-FFF2-40B4-BE49-F238E27FC236}">
                  <a16:creationId xmlns:a16="http://schemas.microsoft.com/office/drawing/2014/main" id="{FA1AEA76-FACD-25B8-0110-7425FE173BD9}"/>
                </a:ext>
              </a:extLst>
            </p:cNvPr>
            <p:cNvPicPr>
              <a:picLocks noChangeAspect="1"/>
            </p:cNvPicPr>
            <p:nvPr userDrawn="1"/>
          </p:nvPicPr>
          <p:blipFill rotWithShape="1">
            <a:blip r:embed="rId9" cstate="screen">
              <a:lum bright="70000" contrast="-70000"/>
              <a:extLst>
                <a:ext uri="{BEBA8EAE-BF5A-486C-A8C5-ECC9F3942E4B}">
                  <a14:imgProps xmlns:a14="http://schemas.microsoft.com/office/drawing/2010/main">
                    <a14:imgLayer r:embed="rId10">
                      <a14:imgEffect>
                        <a14:artisticPhotocopy/>
                      </a14:imgEffect>
                    </a14:imgLayer>
                  </a14:imgProps>
                </a:ext>
                <a:ext uri="{28A0092B-C50C-407E-A947-70E740481C1C}">
                  <a14:useLocalDpi xmlns:a14="http://schemas.microsoft.com/office/drawing/2010/main"/>
                </a:ext>
              </a:extLst>
            </a:blip>
            <a:srcRect l="-19298" t="-20188" r="-21078" b="-20188"/>
            <a:stretch>
              <a:fillRect/>
            </a:stretch>
          </p:blipFill>
          <p:spPr>
            <a:xfrm>
              <a:off x="9714238" y="5569004"/>
              <a:ext cx="335280" cy="335280"/>
            </a:xfrm>
            <a:prstGeom prst="ellipse">
              <a:avLst/>
            </a:prstGeom>
            <a:ln>
              <a:solidFill>
                <a:srgbClr val="FFFFFF"/>
              </a:solidFill>
            </a:ln>
          </p:spPr>
        </p:pic>
        <p:pic>
          <p:nvPicPr>
            <p:cNvPr id="12" name="Picture 11">
              <a:hlinkClick r:id="rId11"/>
              <a:extLst>
                <a:ext uri="{FF2B5EF4-FFF2-40B4-BE49-F238E27FC236}">
                  <a16:creationId xmlns:a16="http://schemas.microsoft.com/office/drawing/2014/main" id="{8EE305D6-5BF1-8C3B-B40C-DAE50AEF0788}"/>
                </a:ext>
              </a:extLst>
            </p:cNvPr>
            <p:cNvPicPr>
              <a:picLocks noChangeAspect="1"/>
            </p:cNvPicPr>
            <p:nvPr userDrawn="1"/>
          </p:nvPicPr>
          <p:blipFill rotWithShape="1">
            <a:blip r:embed="rId12" cstate="screen">
              <a:lum bright="70000" contrast="-70000"/>
              <a:extLst>
                <a:ext uri="{BEBA8EAE-BF5A-486C-A8C5-ECC9F3942E4B}">
                  <a14:imgProps xmlns:a14="http://schemas.microsoft.com/office/drawing/2010/main">
                    <a14:imgLayer r:embed="rId13">
                      <a14:imgEffect>
                        <a14:artisticPhotocopy/>
                      </a14:imgEffect>
                    </a14:imgLayer>
                  </a14:imgProps>
                </a:ext>
                <a:ext uri="{28A0092B-C50C-407E-A947-70E740481C1C}">
                  <a14:useLocalDpi xmlns:a14="http://schemas.microsoft.com/office/drawing/2010/main"/>
                </a:ext>
              </a:extLst>
            </a:blip>
            <a:srcRect l="-23025" t="-21407" r="-19995" b="-21613"/>
            <a:stretch>
              <a:fillRect/>
            </a:stretch>
          </p:blipFill>
          <p:spPr>
            <a:xfrm>
              <a:off x="8904288" y="5569004"/>
              <a:ext cx="335280" cy="335280"/>
            </a:xfrm>
            <a:prstGeom prst="ellipse">
              <a:avLst/>
            </a:prstGeom>
            <a:ln>
              <a:solidFill>
                <a:srgbClr val="FFFFFF"/>
              </a:solidFill>
            </a:ln>
          </p:spPr>
        </p:pic>
        <p:pic>
          <p:nvPicPr>
            <p:cNvPr id="13" name="Picture 12">
              <a:hlinkClick r:id="rId14"/>
              <a:extLst>
                <a:ext uri="{FF2B5EF4-FFF2-40B4-BE49-F238E27FC236}">
                  <a16:creationId xmlns:a16="http://schemas.microsoft.com/office/drawing/2014/main" id="{152FD4A1-441F-A138-65D6-13171C1C355C}"/>
                </a:ext>
              </a:extLst>
            </p:cNvPr>
            <p:cNvPicPr>
              <a:picLocks noChangeAspect="1"/>
            </p:cNvPicPr>
            <p:nvPr userDrawn="1"/>
          </p:nvPicPr>
          <p:blipFill rotWithShape="1">
            <a:blip r:embed="rId15" cstate="screen">
              <a:lum bright="70000" contrast="-70000"/>
              <a:extLst>
                <a:ext uri="{BEBA8EAE-BF5A-486C-A8C5-ECC9F3942E4B}">
                  <a14:imgProps xmlns:a14="http://schemas.microsoft.com/office/drawing/2010/main">
                    <a14:imgLayer r:embed="rId16">
                      <a14:imgEffect>
                        <a14:artisticPhotocopy/>
                      </a14:imgEffect>
                    </a14:imgLayer>
                  </a14:imgProps>
                </a:ext>
                <a:ext uri="{28A0092B-C50C-407E-A947-70E740481C1C}">
                  <a14:useLocalDpi xmlns:a14="http://schemas.microsoft.com/office/drawing/2010/main"/>
                </a:ext>
              </a:extLst>
            </a:blip>
            <a:srcRect l="-16187" t="-16601" r="-17015" b="-16601"/>
            <a:stretch>
              <a:fillRect/>
            </a:stretch>
          </p:blipFill>
          <p:spPr>
            <a:xfrm>
              <a:off x="9309263" y="5569004"/>
              <a:ext cx="335280" cy="335280"/>
            </a:xfrm>
            <a:prstGeom prst="ellipse">
              <a:avLst/>
            </a:prstGeom>
            <a:ln>
              <a:solidFill>
                <a:srgbClr val="FFFFFF"/>
              </a:solidFill>
            </a:ln>
          </p:spPr>
        </p:pic>
      </p:grpSp>
      <p:sp>
        <p:nvSpPr>
          <p:cNvPr id="2" name="Rectangle 1">
            <a:extLst>
              <a:ext uri="{FF2B5EF4-FFF2-40B4-BE49-F238E27FC236}">
                <a16:creationId xmlns:a16="http://schemas.microsoft.com/office/drawing/2014/main" id="{B0ED2EA3-431C-98F0-F5DF-BA8CD83988E8}"/>
              </a:ext>
            </a:extLst>
          </p:cNvPr>
          <p:cNvSpPr/>
          <p:nvPr userDrawn="1"/>
        </p:nvSpPr>
        <p:spPr>
          <a:xfrm>
            <a:off x="8904288" y="6053226"/>
            <a:ext cx="2879725" cy="400110"/>
          </a:xfrm>
          <a:prstGeom prst="rect">
            <a:avLst/>
          </a:prstGeom>
        </p:spPr>
        <p:txBody>
          <a:bodyPr wrap="square" lIns="0" tIns="0" rIns="0" bIns="0" anchor="b" anchorCtr="0">
            <a:spAutoFit/>
          </a:bodyPr>
          <a:lstStyle/>
          <a:p>
            <a:pPr>
              <a:spcAft>
                <a:spcPts val="600"/>
              </a:spcAft>
            </a:pPr>
            <a:r>
              <a:rPr lang="en-US" sz="700" b="0" i="0" noProof="0" dirty="0">
                <a:solidFill>
                  <a:schemeClr val="bg1"/>
                </a:solidFill>
                <a:latin typeface="+mn-lt"/>
                <a:cs typeface="Arial"/>
              </a:rPr>
              <a:t>This presentation contains information that may be privileged or confidential and is the property of the Capgemini Group.</a:t>
            </a:r>
          </a:p>
          <a:p>
            <a:pPr>
              <a:spcAft>
                <a:spcPts val="600"/>
              </a:spcAft>
            </a:pPr>
            <a:r>
              <a:rPr lang="en-US" sz="700" b="0" i="0" noProof="0" dirty="0">
                <a:solidFill>
                  <a:schemeClr val="bg1"/>
                </a:solidFill>
                <a:latin typeface="+mn-lt"/>
                <a:cs typeface="Arial"/>
              </a:rPr>
              <a:t>Copyright © 2026 Capgemini. All rights reserved.</a:t>
            </a:r>
          </a:p>
        </p:txBody>
      </p:sp>
      <p:sp>
        <p:nvSpPr>
          <p:cNvPr id="3" name="Rectangle 2">
            <a:extLst>
              <a:ext uri="{FF2B5EF4-FFF2-40B4-BE49-F238E27FC236}">
                <a16:creationId xmlns:a16="http://schemas.microsoft.com/office/drawing/2014/main" id="{A00DCBE3-E072-9262-C394-C6548BB92DEF}"/>
              </a:ext>
            </a:extLst>
          </p:cNvPr>
          <p:cNvSpPr/>
          <p:nvPr userDrawn="1"/>
        </p:nvSpPr>
        <p:spPr>
          <a:xfrm>
            <a:off x="550864" y="1574544"/>
            <a:ext cx="4248471" cy="18544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indent="0" algn="just"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mn-lt"/>
                <a:ea typeface="+mn-ea"/>
                <a:cs typeface="+mn-cs"/>
              </a:rPr>
              <a:t>About Capgemini</a:t>
            </a:r>
          </a:p>
          <a:p>
            <a:pPr marL="0" marR="0" lvl="0" indent="0" algn="just" defTabSz="914400" rtl="0" eaLnBrk="1" fontAlgn="auto" latinLnBrk="0" hangingPunct="1">
              <a:lnSpc>
                <a:spcPct val="100000"/>
              </a:lnSpc>
              <a:spcBef>
                <a:spcPts val="0"/>
              </a:spcBef>
              <a:spcAft>
                <a:spcPts val="0"/>
              </a:spcAft>
              <a:buClrTx/>
              <a:buSzTx/>
              <a:buFontTx/>
              <a:buNone/>
              <a:tabLst/>
              <a:defRPr/>
            </a:pPr>
            <a:r>
              <a:rPr lang="en-US" sz="900" dirty="0">
                <a:solidFill>
                  <a:schemeClr val="bg1"/>
                </a:solidFill>
              </a:rPr>
              <a:t>Capgemini is an AI-powered global business and technology transformation partner, delivering tangible business value. We imagine the future of organizations and make it real with AI, technology and people. With our strong heritage of nearly 60 years, we are a responsible and diverse group of over 420,000 team members in more than 50 countries. We deliver end-to-end services and solutions with our deep industry expertise and strong partner ecosystem, leveraging our capabilities across strategy, technology, design, engineering and business operations. The Group reported 2025 global revenues of €22.5 billion.</a:t>
            </a:r>
          </a:p>
        </p:txBody>
      </p:sp>
    </p:spTree>
    <p:extLst>
      <p:ext uri="{BB962C8B-B14F-4D97-AF65-F5344CB8AC3E}">
        <p14:creationId xmlns:p14="http://schemas.microsoft.com/office/powerpoint/2010/main" val="848626725"/>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preserve="1" userDrawn="1">
  <p:cSld name="End Slide 3">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D1D17019-0BF4-2D81-E041-AFBAAFE615A7}"/>
              </a:ext>
            </a:extLst>
          </p:cNvPr>
          <p:cNvSpPr/>
          <p:nvPr userDrawn="1"/>
        </p:nvSpPr>
        <p:spPr>
          <a:xfrm>
            <a:off x="8146580" y="0"/>
            <a:ext cx="4045420" cy="6858000"/>
          </a:xfrm>
          <a:prstGeom prst="rect">
            <a:avLst/>
          </a:prstGeom>
          <a:solidFill>
            <a:schemeClr val="accent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43" name="Group 2">
            <a:extLst>
              <a:ext uri="{FF2B5EF4-FFF2-40B4-BE49-F238E27FC236}">
                <a16:creationId xmlns:a16="http://schemas.microsoft.com/office/drawing/2014/main" id="{CD4310B4-5ADE-C2D0-DB4C-AF69D93A1DF5}"/>
              </a:ext>
            </a:extLst>
          </p:cNvPr>
          <p:cNvGrpSpPr>
            <a:grpSpLocks noChangeAspect="1"/>
          </p:cNvGrpSpPr>
          <p:nvPr userDrawn="1"/>
        </p:nvGrpSpPr>
        <p:grpSpPr>
          <a:xfrm>
            <a:off x="550863" y="6021288"/>
            <a:ext cx="1872000" cy="420870"/>
            <a:chOff x="5094083" y="5360390"/>
            <a:chExt cx="3039349" cy="683316"/>
          </a:xfrm>
          <a:solidFill>
            <a:schemeClr val="bg1"/>
          </a:solidFill>
        </p:grpSpPr>
        <p:sp>
          <p:nvSpPr>
            <p:cNvPr id="44" name="Freeform: Shape 4">
              <a:extLst>
                <a:ext uri="{FF2B5EF4-FFF2-40B4-BE49-F238E27FC236}">
                  <a16:creationId xmlns:a16="http://schemas.microsoft.com/office/drawing/2014/main" id="{089E09DC-D2DF-E25B-B85C-6EA1D98E1CA5}"/>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endParaRPr lang="en-US" sz="1800">
                <a:solidFill>
                  <a:schemeClr val="bg1"/>
                </a:solidFill>
              </a:endParaRPr>
            </a:p>
          </p:txBody>
        </p:sp>
        <p:sp>
          <p:nvSpPr>
            <p:cNvPr id="45" name="Freeform: Shape 5">
              <a:extLst>
                <a:ext uri="{FF2B5EF4-FFF2-40B4-BE49-F238E27FC236}">
                  <a16:creationId xmlns:a16="http://schemas.microsoft.com/office/drawing/2014/main" id="{CFFDC692-B337-393E-311F-6135E50AC699}"/>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endParaRPr lang="en-US" sz="1800">
                <a:solidFill>
                  <a:schemeClr val="bg1"/>
                </a:solidFill>
              </a:endParaRPr>
            </a:p>
          </p:txBody>
        </p:sp>
        <p:sp>
          <p:nvSpPr>
            <p:cNvPr id="46" name="Freeform: Shape 6">
              <a:extLst>
                <a:ext uri="{FF2B5EF4-FFF2-40B4-BE49-F238E27FC236}">
                  <a16:creationId xmlns:a16="http://schemas.microsoft.com/office/drawing/2014/main" id="{79F624AF-8CAF-1C4F-6AF4-0D3BAB6883DE}"/>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endParaRPr lang="en-US" sz="1800">
                <a:solidFill>
                  <a:schemeClr val="bg1"/>
                </a:solidFill>
              </a:endParaRPr>
            </a:p>
          </p:txBody>
        </p:sp>
        <p:sp>
          <p:nvSpPr>
            <p:cNvPr id="47" name="Freeform: Shape 7">
              <a:extLst>
                <a:ext uri="{FF2B5EF4-FFF2-40B4-BE49-F238E27FC236}">
                  <a16:creationId xmlns:a16="http://schemas.microsoft.com/office/drawing/2014/main" id="{CC7B72C0-ED2F-06D1-872B-CC0A248A4A55}"/>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endParaRPr lang="en-US" sz="1800">
                <a:solidFill>
                  <a:schemeClr val="bg1"/>
                </a:solidFill>
              </a:endParaRPr>
            </a:p>
          </p:txBody>
        </p:sp>
        <p:sp>
          <p:nvSpPr>
            <p:cNvPr id="48" name="Freeform: Shape 8">
              <a:extLst>
                <a:ext uri="{FF2B5EF4-FFF2-40B4-BE49-F238E27FC236}">
                  <a16:creationId xmlns:a16="http://schemas.microsoft.com/office/drawing/2014/main" id="{4387627B-473F-668B-D2BC-7D0705259BFC}"/>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endParaRPr lang="en-US" sz="1800">
                <a:solidFill>
                  <a:schemeClr val="bg1"/>
                </a:solidFill>
              </a:endParaRPr>
            </a:p>
          </p:txBody>
        </p:sp>
      </p:grpSp>
      <p:sp>
        <p:nvSpPr>
          <p:cNvPr id="10" name="Rectangle 9">
            <a:extLst>
              <a:ext uri="{FF2B5EF4-FFF2-40B4-BE49-F238E27FC236}">
                <a16:creationId xmlns:a16="http://schemas.microsoft.com/office/drawing/2014/main" id="{456848E4-9E3E-BD1A-A82D-C9F95359644C}"/>
              </a:ext>
            </a:extLst>
          </p:cNvPr>
          <p:cNvSpPr/>
          <p:nvPr userDrawn="1"/>
        </p:nvSpPr>
        <p:spPr>
          <a:xfrm>
            <a:off x="550863" y="3325369"/>
            <a:ext cx="4345176" cy="407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ts val="1200"/>
              </a:lnSpc>
              <a:spcBef>
                <a:spcPts val="0"/>
              </a:spcBef>
              <a:spcAft>
                <a:spcPts val="0"/>
              </a:spcAft>
              <a:buClrTx/>
              <a:buSzTx/>
              <a:buFontTx/>
              <a:buNone/>
              <a:tabLst/>
              <a:defRPr/>
            </a:pPr>
            <a:r>
              <a:rPr lang="en-US" sz="1100" b="1" i="0" kern="1200" dirty="0">
                <a:solidFill>
                  <a:schemeClr val="accent2"/>
                </a:solidFill>
                <a:latin typeface="+mn-lt"/>
                <a:ea typeface="+mn-ea"/>
                <a:cs typeface="+mn-cs"/>
              </a:rPr>
              <a:t>Make it real.</a:t>
            </a:r>
          </a:p>
          <a:p>
            <a:pPr marL="0" marR="0" lvl="0" indent="0" algn="l" defTabSz="914400" rtl="0" eaLnBrk="1" fontAlgn="auto" latinLnBrk="0" hangingPunct="1">
              <a:lnSpc>
                <a:spcPts val="1200"/>
              </a:lnSpc>
              <a:spcBef>
                <a:spcPts val="0"/>
              </a:spcBef>
              <a:spcAft>
                <a:spcPts val="0"/>
              </a:spcAft>
              <a:buClrTx/>
              <a:buSzTx/>
              <a:buFontTx/>
              <a:buNone/>
              <a:tabLst/>
              <a:defRPr/>
            </a:pPr>
            <a:r>
              <a:rPr lang="en-US" sz="1050" b="0" i="0" dirty="0">
                <a:solidFill>
                  <a:schemeClr val="bg2"/>
                </a:solidFill>
                <a:latin typeface="+mn-lt"/>
              </a:rPr>
              <a:t>w</a:t>
            </a:r>
            <a:r>
              <a:rPr lang="en-US" sz="1050" dirty="0">
                <a:solidFill>
                  <a:schemeClr val="bg2"/>
                </a:solidFill>
                <a:latin typeface="+mn-lt"/>
              </a:rPr>
              <a:t>ww.capgemini.com</a:t>
            </a:r>
          </a:p>
        </p:txBody>
      </p:sp>
      <p:sp>
        <p:nvSpPr>
          <p:cNvPr id="11" name="Rectangle 10">
            <a:extLst>
              <a:ext uri="{FF2B5EF4-FFF2-40B4-BE49-F238E27FC236}">
                <a16:creationId xmlns:a16="http://schemas.microsoft.com/office/drawing/2014/main" id="{243A1DDC-0EE3-87D7-B55C-C8336892FA90}"/>
              </a:ext>
            </a:extLst>
          </p:cNvPr>
          <p:cNvSpPr/>
          <p:nvPr userDrawn="1"/>
        </p:nvSpPr>
        <p:spPr>
          <a:xfrm rot="16200000">
            <a:off x="4627581"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PL" sz="1400" err="1">
              <a:solidFill>
                <a:schemeClr val="tx1"/>
              </a:solidFill>
            </a:endParaRPr>
          </a:p>
        </p:txBody>
      </p:sp>
      <p:grpSp>
        <p:nvGrpSpPr>
          <p:cNvPr id="13" name="Group 12">
            <a:extLst>
              <a:ext uri="{FF2B5EF4-FFF2-40B4-BE49-F238E27FC236}">
                <a16:creationId xmlns:a16="http://schemas.microsoft.com/office/drawing/2014/main" id="{AF5AEA53-A3F6-3C43-28B7-ED0F7493535A}"/>
              </a:ext>
            </a:extLst>
          </p:cNvPr>
          <p:cNvGrpSpPr/>
          <p:nvPr userDrawn="1"/>
        </p:nvGrpSpPr>
        <p:grpSpPr>
          <a:xfrm>
            <a:off x="8904288" y="5569004"/>
            <a:ext cx="1951070" cy="335280"/>
            <a:chOff x="8904288" y="5569004"/>
            <a:chExt cx="1951070" cy="335280"/>
          </a:xfrm>
        </p:grpSpPr>
        <p:pic>
          <p:nvPicPr>
            <p:cNvPr id="14" name="Picture 13">
              <a:hlinkClick r:id="rId2"/>
              <a:extLst>
                <a:ext uri="{FF2B5EF4-FFF2-40B4-BE49-F238E27FC236}">
                  <a16:creationId xmlns:a16="http://schemas.microsoft.com/office/drawing/2014/main" id="{BB2967E7-796B-6EA2-7BAD-CE5AAD3E5CCA}"/>
                </a:ext>
              </a:extLst>
            </p:cNvPr>
            <p:cNvPicPr>
              <a:picLocks noChangeAspect="1"/>
            </p:cNvPicPr>
            <p:nvPr userDrawn="1"/>
          </p:nvPicPr>
          <p:blipFill rotWithShape="1">
            <a:blip r:embed="rId3" cstate="screen">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a:ext>
              </a:extLst>
            </a:blip>
            <a:srcRect l="-15803" t="-15499" r="-15008" b="-15313"/>
            <a:stretch>
              <a:fillRect/>
            </a:stretch>
          </p:blipFill>
          <p:spPr>
            <a:xfrm>
              <a:off x="10520558" y="5569004"/>
              <a:ext cx="334800" cy="334800"/>
            </a:xfrm>
            <a:prstGeom prst="ellipse">
              <a:avLst/>
            </a:prstGeom>
            <a:ln>
              <a:solidFill>
                <a:schemeClr val="bg1"/>
              </a:solidFill>
            </a:ln>
          </p:spPr>
        </p:pic>
        <p:pic>
          <p:nvPicPr>
            <p:cNvPr id="15" name="Picture 14">
              <a:hlinkClick r:id="rId5"/>
              <a:extLst>
                <a:ext uri="{FF2B5EF4-FFF2-40B4-BE49-F238E27FC236}">
                  <a16:creationId xmlns:a16="http://schemas.microsoft.com/office/drawing/2014/main" id="{D948212D-4697-CFC5-FD02-46AE44A499B0}"/>
                </a:ext>
              </a:extLst>
            </p:cNvPr>
            <p:cNvPicPr>
              <a:picLocks noChangeAspect="1"/>
            </p:cNvPicPr>
            <p:nvPr userDrawn="1"/>
          </p:nvPicPr>
          <p:blipFill rotWithShape="1">
            <a:blip r:embed="rId6" cstate="screen">
              <a:lum bright="70000" contrast="-70000"/>
              <a:extLst>
                <a:ext uri="{BEBA8EAE-BF5A-486C-A8C5-ECC9F3942E4B}">
                  <a14:imgProps xmlns:a14="http://schemas.microsoft.com/office/drawing/2010/main">
                    <a14:imgLayer r:embed="rId7">
                      <a14:imgEffect>
                        <a14:artisticPhotocopy/>
                      </a14:imgEffect>
                    </a14:imgLayer>
                  </a14:imgProps>
                </a:ext>
                <a:ext uri="{28A0092B-C50C-407E-A947-70E740481C1C}">
                  <a14:useLocalDpi xmlns:a14="http://schemas.microsoft.com/office/drawing/2010/main"/>
                </a:ext>
              </a:extLst>
            </a:blip>
            <a:srcRect l="-11970" t="-13244" r="-14518" b="-13244"/>
            <a:stretch>
              <a:fillRect/>
            </a:stretch>
          </p:blipFill>
          <p:spPr>
            <a:xfrm>
              <a:off x="10119213" y="5569004"/>
              <a:ext cx="335280" cy="335280"/>
            </a:xfrm>
            <a:prstGeom prst="ellipse">
              <a:avLst/>
            </a:prstGeom>
            <a:ln>
              <a:solidFill>
                <a:schemeClr val="bg1"/>
              </a:solidFill>
            </a:ln>
          </p:spPr>
        </p:pic>
        <p:pic>
          <p:nvPicPr>
            <p:cNvPr id="16" name="Picture 15">
              <a:hlinkClick r:id="rId8"/>
              <a:extLst>
                <a:ext uri="{FF2B5EF4-FFF2-40B4-BE49-F238E27FC236}">
                  <a16:creationId xmlns:a16="http://schemas.microsoft.com/office/drawing/2014/main" id="{97D4CB73-5886-FD21-53D6-579070C94617}"/>
                </a:ext>
              </a:extLst>
            </p:cNvPr>
            <p:cNvPicPr>
              <a:picLocks noChangeAspect="1"/>
            </p:cNvPicPr>
            <p:nvPr userDrawn="1"/>
          </p:nvPicPr>
          <p:blipFill rotWithShape="1">
            <a:blip r:embed="rId9" cstate="screen">
              <a:lum bright="70000" contrast="-70000"/>
              <a:extLst>
                <a:ext uri="{BEBA8EAE-BF5A-486C-A8C5-ECC9F3942E4B}">
                  <a14:imgProps xmlns:a14="http://schemas.microsoft.com/office/drawing/2010/main">
                    <a14:imgLayer r:embed="rId10">
                      <a14:imgEffect>
                        <a14:artisticPhotocopy/>
                      </a14:imgEffect>
                    </a14:imgLayer>
                  </a14:imgProps>
                </a:ext>
                <a:ext uri="{28A0092B-C50C-407E-A947-70E740481C1C}">
                  <a14:useLocalDpi xmlns:a14="http://schemas.microsoft.com/office/drawing/2010/main"/>
                </a:ext>
              </a:extLst>
            </a:blip>
            <a:srcRect l="-19298" t="-20188" r="-21078" b="-20188"/>
            <a:stretch>
              <a:fillRect/>
            </a:stretch>
          </p:blipFill>
          <p:spPr>
            <a:xfrm>
              <a:off x="9714238" y="5569004"/>
              <a:ext cx="335280" cy="335280"/>
            </a:xfrm>
            <a:prstGeom prst="ellipse">
              <a:avLst/>
            </a:prstGeom>
            <a:ln>
              <a:solidFill>
                <a:schemeClr val="bg1"/>
              </a:solidFill>
            </a:ln>
          </p:spPr>
        </p:pic>
        <p:pic>
          <p:nvPicPr>
            <p:cNvPr id="18" name="Picture 17">
              <a:hlinkClick r:id="rId11"/>
              <a:extLst>
                <a:ext uri="{FF2B5EF4-FFF2-40B4-BE49-F238E27FC236}">
                  <a16:creationId xmlns:a16="http://schemas.microsoft.com/office/drawing/2014/main" id="{20E4809F-7CE4-E75D-D9B3-B83DC708507C}"/>
                </a:ext>
              </a:extLst>
            </p:cNvPr>
            <p:cNvPicPr>
              <a:picLocks noChangeAspect="1"/>
            </p:cNvPicPr>
            <p:nvPr userDrawn="1"/>
          </p:nvPicPr>
          <p:blipFill rotWithShape="1">
            <a:blip r:embed="rId12" cstate="screen">
              <a:lum bright="70000" contrast="-70000"/>
              <a:extLst>
                <a:ext uri="{BEBA8EAE-BF5A-486C-A8C5-ECC9F3942E4B}">
                  <a14:imgProps xmlns:a14="http://schemas.microsoft.com/office/drawing/2010/main">
                    <a14:imgLayer r:embed="rId13">
                      <a14:imgEffect>
                        <a14:artisticPhotocopy/>
                      </a14:imgEffect>
                    </a14:imgLayer>
                  </a14:imgProps>
                </a:ext>
                <a:ext uri="{28A0092B-C50C-407E-A947-70E740481C1C}">
                  <a14:useLocalDpi xmlns:a14="http://schemas.microsoft.com/office/drawing/2010/main"/>
                </a:ext>
              </a:extLst>
            </a:blip>
            <a:srcRect l="-23025" t="-21407" r="-19995" b="-21613"/>
            <a:stretch>
              <a:fillRect/>
            </a:stretch>
          </p:blipFill>
          <p:spPr>
            <a:xfrm>
              <a:off x="8904288" y="5569004"/>
              <a:ext cx="335280" cy="335280"/>
            </a:xfrm>
            <a:prstGeom prst="ellipse">
              <a:avLst/>
            </a:prstGeom>
            <a:ln>
              <a:solidFill>
                <a:schemeClr val="bg1"/>
              </a:solidFill>
            </a:ln>
          </p:spPr>
        </p:pic>
        <p:pic>
          <p:nvPicPr>
            <p:cNvPr id="19" name="Picture 18">
              <a:hlinkClick r:id="rId14"/>
              <a:extLst>
                <a:ext uri="{FF2B5EF4-FFF2-40B4-BE49-F238E27FC236}">
                  <a16:creationId xmlns:a16="http://schemas.microsoft.com/office/drawing/2014/main" id="{03D14A75-529F-A677-2FA2-C0BF7D445A39}"/>
                </a:ext>
              </a:extLst>
            </p:cNvPr>
            <p:cNvPicPr>
              <a:picLocks noChangeAspect="1"/>
            </p:cNvPicPr>
            <p:nvPr userDrawn="1"/>
          </p:nvPicPr>
          <p:blipFill rotWithShape="1">
            <a:blip r:embed="rId15" cstate="screen">
              <a:lum bright="70000" contrast="-70000"/>
              <a:extLst>
                <a:ext uri="{BEBA8EAE-BF5A-486C-A8C5-ECC9F3942E4B}">
                  <a14:imgProps xmlns:a14="http://schemas.microsoft.com/office/drawing/2010/main">
                    <a14:imgLayer r:embed="rId16">
                      <a14:imgEffect>
                        <a14:artisticPhotocopy/>
                      </a14:imgEffect>
                    </a14:imgLayer>
                  </a14:imgProps>
                </a:ext>
                <a:ext uri="{28A0092B-C50C-407E-A947-70E740481C1C}">
                  <a14:useLocalDpi xmlns:a14="http://schemas.microsoft.com/office/drawing/2010/main"/>
                </a:ext>
              </a:extLst>
            </a:blip>
            <a:srcRect l="-16187" t="-16601" r="-17015" b="-16601"/>
            <a:stretch>
              <a:fillRect/>
            </a:stretch>
          </p:blipFill>
          <p:spPr>
            <a:xfrm>
              <a:off x="9309263" y="5569004"/>
              <a:ext cx="335280" cy="335280"/>
            </a:xfrm>
            <a:prstGeom prst="ellipse">
              <a:avLst/>
            </a:prstGeom>
            <a:ln>
              <a:solidFill>
                <a:schemeClr val="bg1"/>
              </a:solidFill>
            </a:ln>
          </p:spPr>
        </p:pic>
      </p:grpSp>
      <p:sp>
        <p:nvSpPr>
          <p:cNvPr id="2" name="Rectangle 1">
            <a:extLst>
              <a:ext uri="{FF2B5EF4-FFF2-40B4-BE49-F238E27FC236}">
                <a16:creationId xmlns:a16="http://schemas.microsoft.com/office/drawing/2014/main" id="{22ED8818-43EC-6700-AF45-E9B8C97AE8CD}"/>
              </a:ext>
            </a:extLst>
          </p:cNvPr>
          <p:cNvSpPr/>
          <p:nvPr userDrawn="1"/>
        </p:nvSpPr>
        <p:spPr>
          <a:xfrm>
            <a:off x="8904288" y="6053226"/>
            <a:ext cx="2879725" cy="400110"/>
          </a:xfrm>
          <a:prstGeom prst="rect">
            <a:avLst/>
          </a:prstGeom>
        </p:spPr>
        <p:txBody>
          <a:bodyPr wrap="square" lIns="0" tIns="0" rIns="0" bIns="0" anchor="b" anchorCtr="0">
            <a:spAutoFit/>
          </a:bodyPr>
          <a:lstStyle/>
          <a:p>
            <a:pPr>
              <a:spcAft>
                <a:spcPts val="600"/>
              </a:spcAft>
            </a:pPr>
            <a:r>
              <a:rPr lang="en-US" sz="700" b="0" i="0" noProof="0" dirty="0">
                <a:solidFill>
                  <a:schemeClr val="bg1"/>
                </a:solidFill>
                <a:latin typeface="+mn-lt"/>
                <a:cs typeface="Arial"/>
              </a:rPr>
              <a:t>This presentation contains information that may be privileged or confidential and is the property of the Capgemini Group.</a:t>
            </a:r>
          </a:p>
          <a:p>
            <a:pPr>
              <a:spcAft>
                <a:spcPts val="600"/>
              </a:spcAft>
            </a:pPr>
            <a:r>
              <a:rPr lang="en-US" sz="700" b="0" i="0" noProof="0" dirty="0">
                <a:solidFill>
                  <a:schemeClr val="bg1"/>
                </a:solidFill>
                <a:latin typeface="+mn-lt"/>
                <a:cs typeface="Arial"/>
              </a:rPr>
              <a:t>Copyright © 2026 Capgemini. All rights reserved.</a:t>
            </a:r>
          </a:p>
        </p:txBody>
      </p:sp>
      <p:sp>
        <p:nvSpPr>
          <p:cNvPr id="3" name="Rectangle 2">
            <a:extLst>
              <a:ext uri="{FF2B5EF4-FFF2-40B4-BE49-F238E27FC236}">
                <a16:creationId xmlns:a16="http://schemas.microsoft.com/office/drawing/2014/main" id="{BF9308E6-A7C1-CCDE-ED00-7A9C45249422}"/>
              </a:ext>
            </a:extLst>
          </p:cNvPr>
          <p:cNvSpPr/>
          <p:nvPr userDrawn="1"/>
        </p:nvSpPr>
        <p:spPr>
          <a:xfrm>
            <a:off x="550864" y="1574544"/>
            <a:ext cx="4248471" cy="18544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indent="0" algn="just"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mn-lt"/>
                <a:ea typeface="+mn-ea"/>
                <a:cs typeface="+mn-cs"/>
              </a:rPr>
              <a:t>About Capgemini</a:t>
            </a:r>
          </a:p>
          <a:p>
            <a:pPr marL="0" marR="0" lvl="0" indent="0" algn="just" defTabSz="914400" rtl="0" eaLnBrk="1" fontAlgn="auto" latinLnBrk="0" hangingPunct="1">
              <a:lnSpc>
                <a:spcPct val="100000"/>
              </a:lnSpc>
              <a:spcBef>
                <a:spcPts val="0"/>
              </a:spcBef>
              <a:spcAft>
                <a:spcPts val="0"/>
              </a:spcAft>
              <a:buClrTx/>
              <a:buSzTx/>
              <a:buFontTx/>
              <a:buNone/>
              <a:tabLst/>
              <a:defRPr/>
            </a:pPr>
            <a:r>
              <a:rPr lang="en-US" sz="900" dirty="0">
                <a:solidFill>
                  <a:schemeClr val="bg1"/>
                </a:solidFill>
              </a:rPr>
              <a:t>Capgemini is an AI-powered global business and technology transformation partner, delivering tangible business value. We imagine the future of organizations and make it real with AI, technology and people. With our strong heritage of nearly 60 years, we are a responsible and diverse group of over 420,000 team members in more than 50 countries. We deliver end-to-end services and solutions with our deep industry expertise and strong partner ecosystem, leveraging our capabilities across strategy, technology, design, engineering and business operations. The Group reported 2025 global revenues of €22.5 billion.</a:t>
            </a:r>
          </a:p>
        </p:txBody>
      </p:sp>
    </p:spTree>
    <p:extLst>
      <p:ext uri="{BB962C8B-B14F-4D97-AF65-F5344CB8AC3E}">
        <p14:creationId xmlns:p14="http://schemas.microsoft.com/office/powerpoint/2010/main" val="3422649342"/>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5" Type="http://schemas.openxmlformats.org/officeDocument/2006/relationships/slideLayout" Target="../slideLayouts/slideLayout5.xml"/><Relationship Id="rId61" Type="http://schemas.openxmlformats.org/officeDocument/2006/relationships/image" Target="../media/image1.png"/><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72.xml"/><Relationship Id="rId18" Type="http://schemas.openxmlformats.org/officeDocument/2006/relationships/slideLayout" Target="../slideLayouts/slideLayout77.xml"/><Relationship Id="rId26" Type="http://schemas.openxmlformats.org/officeDocument/2006/relationships/slideLayout" Target="../slideLayouts/slideLayout85.xml"/><Relationship Id="rId39" Type="http://schemas.openxmlformats.org/officeDocument/2006/relationships/slideLayout" Target="../slideLayouts/slideLayout98.xml"/><Relationship Id="rId21" Type="http://schemas.openxmlformats.org/officeDocument/2006/relationships/slideLayout" Target="../slideLayouts/slideLayout80.xml"/><Relationship Id="rId34" Type="http://schemas.openxmlformats.org/officeDocument/2006/relationships/slideLayout" Target="../slideLayouts/slideLayout93.xml"/><Relationship Id="rId42" Type="http://schemas.openxmlformats.org/officeDocument/2006/relationships/slideLayout" Target="../slideLayouts/slideLayout101.xml"/><Relationship Id="rId47" Type="http://schemas.openxmlformats.org/officeDocument/2006/relationships/slideLayout" Target="../slideLayouts/slideLayout106.xml"/><Relationship Id="rId50" Type="http://schemas.openxmlformats.org/officeDocument/2006/relationships/slideLayout" Target="../slideLayouts/slideLayout109.xml"/><Relationship Id="rId55" Type="http://schemas.openxmlformats.org/officeDocument/2006/relationships/slideLayout" Target="../slideLayouts/slideLayout114.xml"/><Relationship Id="rId7" Type="http://schemas.openxmlformats.org/officeDocument/2006/relationships/slideLayout" Target="../slideLayouts/slideLayout66.xml"/><Relationship Id="rId2" Type="http://schemas.openxmlformats.org/officeDocument/2006/relationships/slideLayout" Target="../slideLayouts/slideLayout61.xml"/><Relationship Id="rId16" Type="http://schemas.openxmlformats.org/officeDocument/2006/relationships/slideLayout" Target="../slideLayouts/slideLayout75.xml"/><Relationship Id="rId29" Type="http://schemas.openxmlformats.org/officeDocument/2006/relationships/slideLayout" Target="../slideLayouts/slideLayout88.xml"/><Relationship Id="rId11" Type="http://schemas.openxmlformats.org/officeDocument/2006/relationships/slideLayout" Target="../slideLayouts/slideLayout70.xml"/><Relationship Id="rId24" Type="http://schemas.openxmlformats.org/officeDocument/2006/relationships/slideLayout" Target="../slideLayouts/slideLayout83.xml"/><Relationship Id="rId32" Type="http://schemas.openxmlformats.org/officeDocument/2006/relationships/slideLayout" Target="../slideLayouts/slideLayout91.xml"/><Relationship Id="rId37" Type="http://schemas.openxmlformats.org/officeDocument/2006/relationships/slideLayout" Target="../slideLayouts/slideLayout96.xml"/><Relationship Id="rId40" Type="http://schemas.openxmlformats.org/officeDocument/2006/relationships/slideLayout" Target="../slideLayouts/slideLayout99.xml"/><Relationship Id="rId45" Type="http://schemas.openxmlformats.org/officeDocument/2006/relationships/slideLayout" Target="../slideLayouts/slideLayout104.xml"/><Relationship Id="rId53" Type="http://schemas.openxmlformats.org/officeDocument/2006/relationships/slideLayout" Target="../slideLayouts/slideLayout112.xml"/><Relationship Id="rId58" Type="http://schemas.openxmlformats.org/officeDocument/2006/relationships/slideLayout" Target="../slideLayouts/slideLayout117.xml"/><Relationship Id="rId5" Type="http://schemas.openxmlformats.org/officeDocument/2006/relationships/slideLayout" Target="../slideLayouts/slideLayout64.xml"/><Relationship Id="rId61" Type="http://schemas.openxmlformats.org/officeDocument/2006/relationships/image" Target="../media/image1.png"/><Relationship Id="rId19" Type="http://schemas.openxmlformats.org/officeDocument/2006/relationships/slideLayout" Target="../slideLayouts/slideLayout78.xml"/><Relationship Id="rId14" Type="http://schemas.openxmlformats.org/officeDocument/2006/relationships/slideLayout" Target="../slideLayouts/slideLayout73.xml"/><Relationship Id="rId22" Type="http://schemas.openxmlformats.org/officeDocument/2006/relationships/slideLayout" Target="../slideLayouts/slideLayout81.xml"/><Relationship Id="rId27" Type="http://schemas.openxmlformats.org/officeDocument/2006/relationships/slideLayout" Target="../slideLayouts/slideLayout86.xml"/><Relationship Id="rId30" Type="http://schemas.openxmlformats.org/officeDocument/2006/relationships/slideLayout" Target="../slideLayouts/slideLayout89.xml"/><Relationship Id="rId35" Type="http://schemas.openxmlformats.org/officeDocument/2006/relationships/slideLayout" Target="../slideLayouts/slideLayout94.xml"/><Relationship Id="rId43" Type="http://schemas.openxmlformats.org/officeDocument/2006/relationships/slideLayout" Target="../slideLayouts/slideLayout102.xml"/><Relationship Id="rId48" Type="http://schemas.openxmlformats.org/officeDocument/2006/relationships/slideLayout" Target="../slideLayouts/slideLayout107.xml"/><Relationship Id="rId56" Type="http://schemas.openxmlformats.org/officeDocument/2006/relationships/slideLayout" Target="../slideLayouts/slideLayout115.xml"/><Relationship Id="rId8" Type="http://schemas.openxmlformats.org/officeDocument/2006/relationships/slideLayout" Target="../slideLayouts/slideLayout67.xml"/><Relationship Id="rId51" Type="http://schemas.openxmlformats.org/officeDocument/2006/relationships/slideLayout" Target="../slideLayouts/slideLayout110.xml"/><Relationship Id="rId3" Type="http://schemas.openxmlformats.org/officeDocument/2006/relationships/slideLayout" Target="../slideLayouts/slideLayout62.xml"/><Relationship Id="rId12" Type="http://schemas.openxmlformats.org/officeDocument/2006/relationships/slideLayout" Target="../slideLayouts/slideLayout71.xml"/><Relationship Id="rId17" Type="http://schemas.openxmlformats.org/officeDocument/2006/relationships/slideLayout" Target="../slideLayouts/slideLayout76.xml"/><Relationship Id="rId25" Type="http://schemas.openxmlformats.org/officeDocument/2006/relationships/slideLayout" Target="../slideLayouts/slideLayout84.xml"/><Relationship Id="rId33" Type="http://schemas.openxmlformats.org/officeDocument/2006/relationships/slideLayout" Target="../slideLayouts/slideLayout92.xml"/><Relationship Id="rId38" Type="http://schemas.openxmlformats.org/officeDocument/2006/relationships/slideLayout" Target="../slideLayouts/slideLayout97.xml"/><Relationship Id="rId46" Type="http://schemas.openxmlformats.org/officeDocument/2006/relationships/slideLayout" Target="../slideLayouts/slideLayout105.xml"/><Relationship Id="rId59" Type="http://schemas.openxmlformats.org/officeDocument/2006/relationships/slideLayout" Target="../slideLayouts/slideLayout118.xml"/><Relationship Id="rId20" Type="http://schemas.openxmlformats.org/officeDocument/2006/relationships/slideLayout" Target="../slideLayouts/slideLayout79.xml"/><Relationship Id="rId41" Type="http://schemas.openxmlformats.org/officeDocument/2006/relationships/slideLayout" Target="../slideLayouts/slideLayout100.xml"/><Relationship Id="rId54" Type="http://schemas.openxmlformats.org/officeDocument/2006/relationships/slideLayout" Target="../slideLayouts/slideLayout113.xml"/><Relationship Id="rId1" Type="http://schemas.openxmlformats.org/officeDocument/2006/relationships/slideLayout" Target="../slideLayouts/slideLayout60.xml"/><Relationship Id="rId6" Type="http://schemas.openxmlformats.org/officeDocument/2006/relationships/slideLayout" Target="../slideLayouts/slideLayout65.xml"/><Relationship Id="rId15" Type="http://schemas.openxmlformats.org/officeDocument/2006/relationships/slideLayout" Target="../slideLayouts/slideLayout74.xml"/><Relationship Id="rId23" Type="http://schemas.openxmlformats.org/officeDocument/2006/relationships/slideLayout" Target="../slideLayouts/slideLayout82.xml"/><Relationship Id="rId28" Type="http://schemas.openxmlformats.org/officeDocument/2006/relationships/slideLayout" Target="../slideLayouts/slideLayout87.xml"/><Relationship Id="rId36" Type="http://schemas.openxmlformats.org/officeDocument/2006/relationships/slideLayout" Target="../slideLayouts/slideLayout95.xml"/><Relationship Id="rId49" Type="http://schemas.openxmlformats.org/officeDocument/2006/relationships/slideLayout" Target="../slideLayouts/slideLayout108.xml"/><Relationship Id="rId57" Type="http://schemas.openxmlformats.org/officeDocument/2006/relationships/slideLayout" Target="../slideLayouts/slideLayout116.xml"/><Relationship Id="rId10" Type="http://schemas.openxmlformats.org/officeDocument/2006/relationships/slideLayout" Target="../slideLayouts/slideLayout69.xml"/><Relationship Id="rId31" Type="http://schemas.openxmlformats.org/officeDocument/2006/relationships/slideLayout" Target="../slideLayouts/slideLayout90.xml"/><Relationship Id="rId44" Type="http://schemas.openxmlformats.org/officeDocument/2006/relationships/slideLayout" Target="../slideLayouts/slideLayout103.xml"/><Relationship Id="rId52" Type="http://schemas.openxmlformats.org/officeDocument/2006/relationships/slideLayout" Target="../slideLayouts/slideLayout111.xml"/><Relationship Id="rId60" Type="http://schemas.openxmlformats.org/officeDocument/2006/relationships/theme" Target="../theme/theme2.xml"/><Relationship Id="rId4" Type="http://schemas.openxmlformats.org/officeDocument/2006/relationships/slideLayout" Target="../slideLayouts/slideLayout63.xml"/><Relationship Id="rId9" Type="http://schemas.openxmlformats.org/officeDocument/2006/relationships/slideLayout" Target="../slideLayouts/slideLayout68.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131.xml"/><Relationship Id="rId18" Type="http://schemas.openxmlformats.org/officeDocument/2006/relationships/slideLayout" Target="../slideLayouts/slideLayout136.xml"/><Relationship Id="rId26" Type="http://schemas.openxmlformats.org/officeDocument/2006/relationships/slideLayout" Target="../slideLayouts/slideLayout144.xml"/><Relationship Id="rId39" Type="http://schemas.openxmlformats.org/officeDocument/2006/relationships/slideLayout" Target="../slideLayouts/slideLayout157.xml"/><Relationship Id="rId21" Type="http://schemas.openxmlformats.org/officeDocument/2006/relationships/slideLayout" Target="../slideLayouts/slideLayout139.xml"/><Relationship Id="rId34" Type="http://schemas.openxmlformats.org/officeDocument/2006/relationships/slideLayout" Target="../slideLayouts/slideLayout152.xml"/><Relationship Id="rId42" Type="http://schemas.openxmlformats.org/officeDocument/2006/relationships/slideLayout" Target="../slideLayouts/slideLayout160.xml"/><Relationship Id="rId47" Type="http://schemas.openxmlformats.org/officeDocument/2006/relationships/slideLayout" Target="../slideLayouts/slideLayout165.xml"/><Relationship Id="rId50" Type="http://schemas.openxmlformats.org/officeDocument/2006/relationships/slideLayout" Target="../slideLayouts/slideLayout168.xml"/><Relationship Id="rId55" Type="http://schemas.openxmlformats.org/officeDocument/2006/relationships/slideLayout" Target="../slideLayouts/slideLayout173.xml"/><Relationship Id="rId7" Type="http://schemas.openxmlformats.org/officeDocument/2006/relationships/slideLayout" Target="../slideLayouts/slideLayout125.xml"/><Relationship Id="rId2" Type="http://schemas.openxmlformats.org/officeDocument/2006/relationships/slideLayout" Target="../slideLayouts/slideLayout120.xml"/><Relationship Id="rId16" Type="http://schemas.openxmlformats.org/officeDocument/2006/relationships/slideLayout" Target="../slideLayouts/slideLayout134.xml"/><Relationship Id="rId29" Type="http://schemas.openxmlformats.org/officeDocument/2006/relationships/slideLayout" Target="../slideLayouts/slideLayout147.xml"/><Relationship Id="rId11" Type="http://schemas.openxmlformats.org/officeDocument/2006/relationships/slideLayout" Target="../slideLayouts/slideLayout129.xml"/><Relationship Id="rId24" Type="http://schemas.openxmlformats.org/officeDocument/2006/relationships/slideLayout" Target="../slideLayouts/slideLayout142.xml"/><Relationship Id="rId32" Type="http://schemas.openxmlformats.org/officeDocument/2006/relationships/slideLayout" Target="../slideLayouts/slideLayout150.xml"/><Relationship Id="rId37" Type="http://schemas.openxmlformats.org/officeDocument/2006/relationships/slideLayout" Target="../slideLayouts/slideLayout155.xml"/><Relationship Id="rId40" Type="http://schemas.openxmlformats.org/officeDocument/2006/relationships/slideLayout" Target="../slideLayouts/slideLayout158.xml"/><Relationship Id="rId45" Type="http://schemas.openxmlformats.org/officeDocument/2006/relationships/slideLayout" Target="../slideLayouts/slideLayout163.xml"/><Relationship Id="rId53" Type="http://schemas.openxmlformats.org/officeDocument/2006/relationships/slideLayout" Target="../slideLayouts/slideLayout171.xml"/><Relationship Id="rId58" Type="http://schemas.openxmlformats.org/officeDocument/2006/relationships/slideLayout" Target="../slideLayouts/slideLayout176.xml"/><Relationship Id="rId5" Type="http://schemas.openxmlformats.org/officeDocument/2006/relationships/slideLayout" Target="../slideLayouts/slideLayout123.xml"/><Relationship Id="rId61" Type="http://schemas.openxmlformats.org/officeDocument/2006/relationships/image" Target="../media/image1.png"/><Relationship Id="rId19" Type="http://schemas.openxmlformats.org/officeDocument/2006/relationships/slideLayout" Target="../slideLayouts/slideLayout137.xml"/><Relationship Id="rId14" Type="http://schemas.openxmlformats.org/officeDocument/2006/relationships/slideLayout" Target="../slideLayouts/slideLayout132.xml"/><Relationship Id="rId22" Type="http://schemas.openxmlformats.org/officeDocument/2006/relationships/slideLayout" Target="../slideLayouts/slideLayout140.xml"/><Relationship Id="rId27" Type="http://schemas.openxmlformats.org/officeDocument/2006/relationships/slideLayout" Target="../slideLayouts/slideLayout145.xml"/><Relationship Id="rId30" Type="http://schemas.openxmlformats.org/officeDocument/2006/relationships/slideLayout" Target="../slideLayouts/slideLayout148.xml"/><Relationship Id="rId35" Type="http://schemas.openxmlformats.org/officeDocument/2006/relationships/slideLayout" Target="../slideLayouts/slideLayout153.xml"/><Relationship Id="rId43" Type="http://schemas.openxmlformats.org/officeDocument/2006/relationships/slideLayout" Target="../slideLayouts/slideLayout161.xml"/><Relationship Id="rId48" Type="http://schemas.openxmlformats.org/officeDocument/2006/relationships/slideLayout" Target="../slideLayouts/slideLayout166.xml"/><Relationship Id="rId56" Type="http://schemas.openxmlformats.org/officeDocument/2006/relationships/slideLayout" Target="../slideLayouts/slideLayout174.xml"/><Relationship Id="rId8" Type="http://schemas.openxmlformats.org/officeDocument/2006/relationships/slideLayout" Target="../slideLayouts/slideLayout126.xml"/><Relationship Id="rId51" Type="http://schemas.openxmlformats.org/officeDocument/2006/relationships/slideLayout" Target="../slideLayouts/slideLayout169.xml"/><Relationship Id="rId3" Type="http://schemas.openxmlformats.org/officeDocument/2006/relationships/slideLayout" Target="../slideLayouts/slideLayout121.xml"/><Relationship Id="rId12" Type="http://schemas.openxmlformats.org/officeDocument/2006/relationships/slideLayout" Target="../slideLayouts/slideLayout130.xml"/><Relationship Id="rId17" Type="http://schemas.openxmlformats.org/officeDocument/2006/relationships/slideLayout" Target="../slideLayouts/slideLayout135.xml"/><Relationship Id="rId25" Type="http://schemas.openxmlformats.org/officeDocument/2006/relationships/slideLayout" Target="../slideLayouts/slideLayout143.xml"/><Relationship Id="rId33" Type="http://schemas.openxmlformats.org/officeDocument/2006/relationships/slideLayout" Target="../slideLayouts/slideLayout151.xml"/><Relationship Id="rId38" Type="http://schemas.openxmlformats.org/officeDocument/2006/relationships/slideLayout" Target="../slideLayouts/slideLayout156.xml"/><Relationship Id="rId46" Type="http://schemas.openxmlformats.org/officeDocument/2006/relationships/slideLayout" Target="../slideLayouts/slideLayout164.xml"/><Relationship Id="rId59" Type="http://schemas.openxmlformats.org/officeDocument/2006/relationships/slideLayout" Target="../slideLayouts/slideLayout177.xml"/><Relationship Id="rId20" Type="http://schemas.openxmlformats.org/officeDocument/2006/relationships/slideLayout" Target="../slideLayouts/slideLayout138.xml"/><Relationship Id="rId41" Type="http://schemas.openxmlformats.org/officeDocument/2006/relationships/slideLayout" Target="../slideLayouts/slideLayout159.xml"/><Relationship Id="rId54" Type="http://schemas.openxmlformats.org/officeDocument/2006/relationships/slideLayout" Target="../slideLayouts/slideLayout172.xml"/><Relationship Id="rId1" Type="http://schemas.openxmlformats.org/officeDocument/2006/relationships/slideLayout" Target="../slideLayouts/slideLayout119.xml"/><Relationship Id="rId6" Type="http://schemas.openxmlformats.org/officeDocument/2006/relationships/slideLayout" Target="../slideLayouts/slideLayout124.xml"/><Relationship Id="rId15" Type="http://schemas.openxmlformats.org/officeDocument/2006/relationships/slideLayout" Target="../slideLayouts/slideLayout133.xml"/><Relationship Id="rId23" Type="http://schemas.openxmlformats.org/officeDocument/2006/relationships/slideLayout" Target="../slideLayouts/slideLayout141.xml"/><Relationship Id="rId28" Type="http://schemas.openxmlformats.org/officeDocument/2006/relationships/slideLayout" Target="../slideLayouts/slideLayout146.xml"/><Relationship Id="rId36" Type="http://schemas.openxmlformats.org/officeDocument/2006/relationships/slideLayout" Target="../slideLayouts/slideLayout154.xml"/><Relationship Id="rId49" Type="http://schemas.openxmlformats.org/officeDocument/2006/relationships/slideLayout" Target="../slideLayouts/slideLayout167.xml"/><Relationship Id="rId57" Type="http://schemas.openxmlformats.org/officeDocument/2006/relationships/slideLayout" Target="../slideLayouts/slideLayout175.xml"/><Relationship Id="rId10" Type="http://schemas.openxmlformats.org/officeDocument/2006/relationships/slideLayout" Target="../slideLayouts/slideLayout128.xml"/><Relationship Id="rId31" Type="http://schemas.openxmlformats.org/officeDocument/2006/relationships/slideLayout" Target="../slideLayouts/slideLayout149.xml"/><Relationship Id="rId44" Type="http://schemas.openxmlformats.org/officeDocument/2006/relationships/slideLayout" Target="../slideLayouts/slideLayout162.xml"/><Relationship Id="rId52" Type="http://schemas.openxmlformats.org/officeDocument/2006/relationships/slideLayout" Target="../slideLayouts/slideLayout170.xml"/><Relationship Id="rId60" Type="http://schemas.openxmlformats.org/officeDocument/2006/relationships/theme" Target="../theme/theme3.xml"/><Relationship Id="rId4" Type="http://schemas.openxmlformats.org/officeDocument/2006/relationships/slideLayout" Target="../slideLayouts/slideLayout122.xml"/><Relationship Id="rId9" Type="http://schemas.openxmlformats.org/officeDocument/2006/relationships/slideLayout" Target="../slideLayouts/slideLayout12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8" name="GRID" hidden="1">
            <a:extLst>
              <a:ext uri="{FF2B5EF4-FFF2-40B4-BE49-F238E27FC236}">
                <a16:creationId xmlns:a16="http://schemas.microsoft.com/office/drawing/2014/main" id="{4C453AFD-72EA-BCED-EF09-6E1F49029575}"/>
              </a:ext>
            </a:extLst>
          </p:cNvPr>
          <p:cNvPicPr>
            <a:picLocks noGrp="1" noRot="1" noChangeAspect="1" noMove="1" noResize="1" noEditPoints="1" noAdjustHandles="1" noChangeArrowheads="1" noChangeShapeType="1" noCrop="1"/>
          </p:cNvPicPr>
          <p:nvPr userDrawn="1"/>
        </p:nvPicPr>
        <p:blipFill>
          <a:blip r:embed="rId61">
            <a:extLst>
              <a:ext uri="{28A0092B-C50C-407E-A947-70E740481C1C}">
                <a14:useLocalDpi xmlns:a14="http://schemas.microsoft.com/office/drawing/2010/main"/>
              </a:ext>
            </a:extLst>
          </a:blip>
          <a:stretch>
            <a:fillRect/>
          </a:stretch>
        </p:blipFill>
        <p:spPr>
          <a:xfrm>
            <a:off x="550863" y="560562"/>
            <a:ext cx="11089753" cy="5748164"/>
          </a:xfrm>
          <a:prstGeom prst="rect">
            <a:avLst/>
          </a:prstGeom>
        </p:spPr>
      </p:pic>
      <p:sp>
        <p:nvSpPr>
          <p:cNvPr id="35" name="Date Placeholder 34">
            <a:extLst>
              <a:ext uri="{FF2B5EF4-FFF2-40B4-BE49-F238E27FC236}">
                <a16:creationId xmlns:a16="http://schemas.microsoft.com/office/drawing/2014/main" id="{9E7A3BD3-DDA4-42A3-B05C-F6E4E51D9B78}"/>
              </a:ext>
            </a:extLst>
          </p:cNvPr>
          <p:cNvSpPr>
            <a:spLocks noGrp="1"/>
          </p:cNvSpPr>
          <p:nvPr>
            <p:ph type="dt" sz="half" idx="2"/>
          </p:nvPr>
        </p:nvSpPr>
        <p:spPr>
          <a:xfrm>
            <a:off x="9809927" y="6650661"/>
            <a:ext cx="1831210" cy="123111"/>
          </a:xfrm>
          <a:prstGeom prst="rect">
            <a:avLst/>
          </a:prstGeom>
        </p:spPr>
        <p:txBody>
          <a:bodyPr wrap="none" lIns="0" tIns="0" rIns="0" bIns="0" anchor="ctr" anchorCtr="0">
            <a:noAutofit/>
          </a:bodyPr>
          <a:lstStyle>
            <a:lvl1pPr algn="r">
              <a:defRPr lang="de-DE" sz="800" smtClean="0">
                <a:solidFill>
                  <a:schemeClr val="bg1">
                    <a:lumMod val="65000"/>
                  </a:schemeClr>
                </a:solidFill>
                <a:latin typeface="+mn-lt"/>
              </a:defRPr>
            </a:lvl1pPr>
          </a:lstStyle>
          <a:p>
            <a:pPr>
              <a:spcBef>
                <a:spcPts val="1000"/>
              </a:spcBef>
            </a:pPr>
            <a:r>
              <a:rPr lang="en-US" kern="0">
                <a:solidFill>
                  <a:srgbClr val="FFFFFF">
                    <a:lumMod val="65000"/>
                  </a:srgbClr>
                </a:solidFill>
              </a:rPr>
              <a:t>Company Confidential © Capgemini 2026. All rights reserved.</a:t>
            </a:r>
            <a:endParaRPr lang="en-US" dirty="0"/>
          </a:p>
        </p:txBody>
      </p:sp>
      <p:sp>
        <p:nvSpPr>
          <p:cNvPr id="38" name="Slide Number Placeholder 37">
            <a:extLst>
              <a:ext uri="{FF2B5EF4-FFF2-40B4-BE49-F238E27FC236}">
                <a16:creationId xmlns:a16="http://schemas.microsoft.com/office/drawing/2014/main" id="{7AB8C2A9-4C2D-43C3-9F07-0C825FF51364}"/>
              </a:ext>
            </a:extLst>
          </p:cNvPr>
          <p:cNvSpPr>
            <a:spLocks noGrp="1"/>
          </p:cNvSpPr>
          <p:nvPr>
            <p:ph type="sldNum" sz="quarter" idx="4"/>
          </p:nvPr>
        </p:nvSpPr>
        <p:spPr>
          <a:xfrm>
            <a:off x="11778341" y="6650661"/>
            <a:ext cx="232665" cy="123111"/>
          </a:xfrm>
          <a:prstGeom prst="rect">
            <a:avLst/>
          </a:prstGeom>
        </p:spPr>
        <p:txBody>
          <a:bodyPr wrap="square" lIns="0" tIns="0" rIns="0" bIns="0" anchor="ctr" anchorCtr="0">
            <a:spAutoFit/>
          </a:bodyPr>
          <a:lstStyle>
            <a:lvl1pPr>
              <a:defRPr lang="de-DE" sz="800" b="0" i="0" smtClean="0">
                <a:solidFill>
                  <a:schemeClr val="bg1">
                    <a:lumMod val="65000"/>
                  </a:schemeClr>
                </a:solidFill>
                <a:latin typeface="+mn-lt"/>
                <a:cs typeface="Arial" panose="020B0604020202020204" pitchFamily="34" charset="0"/>
              </a:defRPr>
            </a:lvl1pPr>
          </a:lstStyle>
          <a:p>
            <a:pPr algn="r"/>
            <a:fld id="{5D9A5160-6218-4E5A-B9E6-B93E3DAE377C}" type="slidenum">
              <a:rPr lang="en-US" smtClean="0"/>
              <a:pPr algn="r"/>
              <a:t>‹#›</a:t>
            </a:fld>
            <a:endParaRPr lang="en-US"/>
          </a:p>
        </p:txBody>
      </p:sp>
      <p:sp>
        <p:nvSpPr>
          <p:cNvPr id="5" name="Title Placeholder 4">
            <a:extLst>
              <a:ext uri="{FF2B5EF4-FFF2-40B4-BE49-F238E27FC236}">
                <a16:creationId xmlns:a16="http://schemas.microsoft.com/office/drawing/2014/main" id="{D28F27D4-FFE2-4FAB-BA1B-9D013846C4B7}"/>
              </a:ext>
            </a:extLst>
          </p:cNvPr>
          <p:cNvSpPr>
            <a:spLocks noGrp="1"/>
          </p:cNvSpPr>
          <p:nvPr>
            <p:ph type="title"/>
          </p:nvPr>
        </p:nvSpPr>
        <p:spPr>
          <a:xfrm>
            <a:off x="551384" y="549274"/>
            <a:ext cx="11090938" cy="930372"/>
          </a:xfrm>
          <a:prstGeom prst="rect">
            <a:avLst/>
          </a:prstGeom>
        </p:spPr>
        <p:txBody>
          <a:bodyPr vert="horz" lIns="0" tIns="0" rIns="0" bIns="126000" rtlCol="0" anchor="b" anchorCtr="0">
            <a:noAutofit/>
          </a:bodyPr>
          <a:lstStyle/>
          <a:p>
            <a:pPr lvl="0"/>
            <a:r>
              <a:rPr lang="en-US"/>
              <a:t>Click to edit Master title style</a:t>
            </a:r>
            <a:endParaRPr lang="de-DE" dirty="0"/>
          </a:p>
        </p:txBody>
      </p:sp>
      <p:sp>
        <p:nvSpPr>
          <p:cNvPr id="19" name="Footer Placeholder 9">
            <a:extLst>
              <a:ext uri="{FF2B5EF4-FFF2-40B4-BE49-F238E27FC236}">
                <a16:creationId xmlns:a16="http://schemas.microsoft.com/office/drawing/2014/main" id="{D3809B95-B2AA-47A9-8F86-88BF7BDE32FD}"/>
              </a:ext>
            </a:extLst>
          </p:cNvPr>
          <p:cNvSpPr>
            <a:spLocks noGrp="1"/>
          </p:cNvSpPr>
          <p:nvPr>
            <p:ph type="ftr" sz="quarter" idx="3"/>
          </p:nvPr>
        </p:nvSpPr>
        <p:spPr>
          <a:xfrm>
            <a:off x="550863" y="6650661"/>
            <a:ext cx="4716524" cy="123111"/>
          </a:xfrm>
          <a:prstGeom prst="rect">
            <a:avLst/>
          </a:prstGeom>
        </p:spPr>
        <p:txBody>
          <a:bodyPr wrap="none" lIns="0" tIns="0" rIns="0" bIns="0" anchor="ctr" anchorCtr="0">
            <a:noAutofit/>
          </a:bodyPr>
          <a:lstStyle>
            <a:lvl1pPr>
              <a:defRPr lang="de-DE" sz="800">
                <a:solidFill>
                  <a:schemeClr val="bg1">
                    <a:lumMod val="65000"/>
                  </a:schemeClr>
                </a:solidFill>
              </a:defRPr>
            </a:lvl1pPr>
          </a:lstStyle>
          <a:p>
            <a:pPr>
              <a:spcBef>
                <a:spcPts val="1000"/>
              </a:spcBef>
              <a:buFont typeface="Arial" panose="020B0604020202020204" pitchFamily="34" charset="0"/>
              <a:buNone/>
            </a:pPr>
            <a:r>
              <a:rPr lang="en-US"/>
              <a:t>Presentation Title | Author | Date</a:t>
            </a:r>
          </a:p>
        </p:txBody>
      </p:sp>
      <p:sp>
        <p:nvSpPr>
          <p:cNvPr id="20" name="Stickerbox" hidden="1">
            <a:extLst>
              <a:ext uri="{FF2B5EF4-FFF2-40B4-BE49-F238E27FC236}">
                <a16:creationId xmlns:a16="http://schemas.microsoft.com/office/drawing/2014/main" id="{D03A9799-ACDC-4925-8EE1-5C65CCCBD0FA}"/>
              </a:ext>
            </a:extLst>
          </p:cNvPr>
          <p:cNvSpPr>
            <a:spLocks noChangeArrowheads="1"/>
          </p:cNvSpPr>
          <p:nvPr userDrawn="1"/>
        </p:nvSpPr>
        <p:spPr bwMode="gray">
          <a:xfrm>
            <a:off x="11114363" y="1124744"/>
            <a:ext cx="804808" cy="402775"/>
          </a:xfrm>
          <a:prstGeom prst="rect">
            <a:avLst/>
          </a:prstGeom>
          <a:solidFill>
            <a:schemeClr val="accent2"/>
          </a:solidFill>
          <a:ln w="10795">
            <a:noFill/>
            <a:round/>
            <a:headEnd/>
            <a:tailEnd/>
          </a:ln>
          <a:effectLst/>
        </p:spPr>
        <p:txBody>
          <a:bodyPr vert="horz" wrap="none" lIns="108000" tIns="108000" rIns="108000" bIns="10800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all" spc="0" normalizeH="0" baseline="0" noProof="0">
                <a:ln>
                  <a:noFill/>
                </a:ln>
                <a:solidFill>
                  <a:srgbClr val="FFFFFF">
                    <a:lumMod val="100000"/>
                  </a:srgbClr>
                </a:solidFill>
                <a:effectLst/>
                <a:uLnTx/>
                <a:uFillTx/>
                <a:latin typeface="Ubuntu"/>
                <a:ea typeface="+mn-ea"/>
                <a:cs typeface="+mn-cs"/>
              </a:rPr>
              <a:t>Sticker</a:t>
            </a:r>
          </a:p>
        </p:txBody>
      </p:sp>
      <p:sp>
        <p:nvSpPr>
          <p:cNvPr id="22" name="CapgeminiBox" hidden="1">
            <a:extLst>
              <a:ext uri="{FF2B5EF4-FFF2-40B4-BE49-F238E27FC236}">
                <a16:creationId xmlns:a16="http://schemas.microsoft.com/office/drawing/2014/main" id="{7C293A1E-B461-4AFE-976D-6EE38B2AFEB4}"/>
              </a:ext>
            </a:extLst>
          </p:cNvPr>
          <p:cNvSpPr txBox="1">
            <a:spLocks/>
          </p:cNvSpPr>
          <p:nvPr userDrawn="1"/>
        </p:nvSpPr>
        <p:spPr>
          <a:xfrm>
            <a:off x="9592" y="0"/>
            <a:ext cx="1837661" cy="260350"/>
          </a:xfrm>
          <a:prstGeom prst="rect">
            <a:avLst/>
          </a:prstGeom>
        </p:spPr>
        <p:txBody>
          <a:bodyPr vert="horz" lIns="0" tIns="0" rIns="18000" bIns="0" rtlCol="0">
            <a:normAutofit fontScale="92500"/>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a:t>Capgemini </a:t>
            </a:r>
            <a:r>
              <a:rPr lang="fr-FR" err="1"/>
              <a:t>Invent</a:t>
            </a:r>
            <a:r>
              <a:rPr lang="fr-FR"/>
              <a:t> v10.0</a:t>
            </a:r>
          </a:p>
        </p:txBody>
      </p:sp>
      <p:sp>
        <p:nvSpPr>
          <p:cNvPr id="29" name="FootnoteAndSource" hidden="1">
            <a:extLst>
              <a:ext uri="{FF2B5EF4-FFF2-40B4-BE49-F238E27FC236}">
                <a16:creationId xmlns:a16="http://schemas.microsoft.com/office/drawing/2014/main" id="{96E9BC24-418C-4CE4-8E81-3AF9AB04DEAA}"/>
              </a:ext>
            </a:extLst>
          </p:cNvPr>
          <p:cNvSpPr txBox="1"/>
          <p:nvPr userDrawn="1"/>
        </p:nvSpPr>
        <p:spPr>
          <a:xfrm>
            <a:off x="545323" y="6304130"/>
            <a:ext cx="11340000" cy="162096"/>
          </a:xfrm>
          <a:prstGeom prst="rect">
            <a:avLst/>
          </a:prstGeom>
          <a:noFill/>
        </p:spPr>
        <p:txBody>
          <a:bodyPr vert="horz" wrap="square" lIns="0" tIns="25400" rIns="0" bIns="25400" rtlCol="0" anchor="b" anchorCtr="0">
            <a:spAutoFit/>
          </a:bodyPr>
          <a:lstStyle>
            <a:defPPr>
              <a:defRPr lang="pt-PT"/>
            </a:defPPr>
            <a:lvl1pPr marL="429768" indent="-429768">
              <a:lnSpc>
                <a:spcPct val="90000"/>
              </a:lnSpc>
              <a:tabLst>
                <a:tab pos="347472" algn="r"/>
              </a:tabLst>
              <a:defRPr sz="800"/>
            </a:lvl1pPr>
          </a:lstStyle>
          <a:p>
            <a:pPr marL="429768" indent="-429768" defTabSz="914400">
              <a:lnSpc>
                <a:spcPct val="90000"/>
              </a:lnSpc>
              <a:tabLst>
                <a:tab pos="347472" algn="r"/>
              </a:tabLst>
            </a:pPr>
            <a:r>
              <a:rPr lang="de-DE" sz="800"/>
              <a:t>	Source:	Source Text</a:t>
            </a:r>
          </a:p>
        </p:txBody>
      </p:sp>
      <p:grpSp>
        <p:nvGrpSpPr>
          <p:cNvPr id="3" name="Group 37">
            <a:extLst>
              <a:ext uri="{FF2B5EF4-FFF2-40B4-BE49-F238E27FC236}">
                <a16:creationId xmlns:a16="http://schemas.microsoft.com/office/drawing/2014/main" id="{9962DC9F-19EF-0160-1ECB-38EA543386E4}"/>
              </a:ext>
            </a:extLst>
          </p:cNvPr>
          <p:cNvGrpSpPr/>
          <p:nvPr userDrawn="1"/>
        </p:nvGrpSpPr>
        <p:grpSpPr>
          <a:xfrm>
            <a:off x="11770322" y="176700"/>
            <a:ext cx="260230" cy="240782"/>
            <a:chOff x="5481638" y="2859088"/>
            <a:chExt cx="1231900" cy="1139825"/>
          </a:xfrm>
          <a:solidFill>
            <a:schemeClr val="tx2"/>
          </a:solidFill>
        </p:grpSpPr>
        <p:sp>
          <p:nvSpPr>
            <p:cNvPr id="6" name="Freeform 320">
              <a:extLst>
                <a:ext uri="{FF2B5EF4-FFF2-40B4-BE49-F238E27FC236}">
                  <a16:creationId xmlns:a16="http://schemas.microsoft.com/office/drawing/2014/main" id="{9EB66FFA-57EA-AE57-615D-D19F28A47239}"/>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7" name="Freeform 321">
              <a:extLst>
                <a:ext uri="{FF2B5EF4-FFF2-40B4-BE49-F238E27FC236}">
                  <a16:creationId xmlns:a16="http://schemas.microsoft.com/office/drawing/2014/main" id="{FF39CD59-7E45-33C5-FA77-E50FFA28B646}"/>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2" name="Text Placeholder 1">
            <a:extLst>
              <a:ext uri="{FF2B5EF4-FFF2-40B4-BE49-F238E27FC236}">
                <a16:creationId xmlns:a16="http://schemas.microsoft.com/office/drawing/2014/main" id="{156439DF-44D6-437D-43F8-6C05612D6564}"/>
              </a:ext>
            </a:extLst>
          </p:cNvPr>
          <p:cNvSpPr>
            <a:spLocks noGrp="1"/>
          </p:cNvSpPr>
          <p:nvPr>
            <p:ph type="body" idx="1"/>
          </p:nvPr>
        </p:nvSpPr>
        <p:spPr>
          <a:xfrm>
            <a:off x="551384" y="1628800"/>
            <a:ext cx="11090938" cy="4668638"/>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L" dirty="0"/>
          </a:p>
        </p:txBody>
      </p:sp>
    </p:spTree>
    <p:extLst>
      <p:ext uri="{BB962C8B-B14F-4D97-AF65-F5344CB8AC3E}">
        <p14:creationId xmlns:p14="http://schemas.microsoft.com/office/powerpoint/2010/main" val="164125630"/>
      </p:ext>
    </p:extLst>
  </p:cSld>
  <p:clrMap bg1="lt1" tx1="dk1" bg2="lt2" tx2="dk2" accent1="accent1" accent2="accent2" accent3="accent3" accent4="accent4" accent5="accent5" accent6="accent6" hlink="hlink" folHlink="folHlink"/>
  <p:sldLayoutIdLst>
    <p:sldLayoutId id="2147483811" r:id="rId1"/>
    <p:sldLayoutId id="2147483860" r:id="rId2"/>
    <p:sldLayoutId id="2147483861" r:id="rId3"/>
    <p:sldLayoutId id="2147483812" r:id="rId4"/>
    <p:sldLayoutId id="2147483813" r:id="rId5"/>
    <p:sldLayoutId id="2147483814" r:id="rId6"/>
    <p:sldLayoutId id="2147483862" r:id="rId7"/>
    <p:sldLayoutId id="2147483815" r:id="rId8"/>
    <p:sldLayoutId id="2147483817" r:id="rId9"/>
    <p:sldLayoutId id="2147483818" r:id="rId10"/>
    <p:sldLayoutId id="2147483863" r:id="rId11"/>
    <p:sldLayoutId id="2147483864" r:id="rId12"/>
    <p:sldLayoutId id="2147483819" r:id="rId13"/>
    <p:sldLayoutId id="2147483820" r:id="rId14"/>
    <p:sldLayoutId id="2147483821" r:id="rId15"/>
    <p:sldLayoutId id="2147483822" r:id="rId16"/>
    <p:sldLayoutId id="2147483823" r:id="rId17"/>
    <p:sldLayoutId id="2147483824" r:id="rId18"/>
    <p:sldLayoutId id="2147483866" r:id="rId19"/>
    <p:sldLayoutId id="2147483826" r:id="rId20"/>
    <p:sldLayoutId id="2147483867" r:id="rId21"/>
    <p:sldLayoutId id="2147483865" r:id="rId22"/>
    <p:sldLayoutId id="2147483868" r:id="rId23"/>
    <p:sldLayoutId id="2147483827" r:id="rId24"/>
    <p:sldLayoutId id="2147483869" r:id="rId25"/>
    <p:sldLayoutId id="2147483829" r:id="rId26"/>
    <p:sldLayoutId id="2147483870" r:id="rId27"/>
    <p:sldLayoutId id="2147483831" r:id="rId28"/>
    <p:sldLayoutId id="2147483871" r:id="rId29"/>
    <p:sldLayoutId id="2147483833" r:id="rId30"/>
    <p:sldLayoutId id="2147483872" r:id="rId31"/>
    <p:sldLayoutId id="2147483835" r:id="rId32"/>
    <p:sldLayoutId id="2147483873" r:id="rId33"/>
    <p:sldLayoutId id="2147483837" r:id="rId34"/>
    <p:sldLayoutId id="2147483874" r:id="rId35"/>
    <p:sldLayoutId id="2147483838" r:id="rId36"/>
    <p:sldLayoutId id="2147483875" r:id="rId37"/>
    <p:sldLayoutId id="2147483840" r:id="rId38"/>
    <p:sldLayoutId id="2147483876" r:id="rId39"/>
    <p:sldLayoutId id="2147483842" r:id="rId40"/>
    <p:sldLayoutId id="2147483877" r:id="rId41"/>
    <p:sldLayoutId id="2147483844" r:id="rId42"/>
    <p:sldLayoutId id="2147483878" r:id="rId43"/>
    <p:sldLayoutId id="2147483845" r:id="rId44"/>
    <p:sldLayoutId id="2147483879" r:id="rId45"/>
    <p:sldLayoutId id="2147483847" r:id="rId46"/>
    <p:sldLayoutId id="2147483880" r:id="rId47"/>
    <p:sldLayoutId id="2147483848" r:id="rId48"/>
    <p:sldLayoutId id="2147483849" r:id="rId49"/>
    <p:sldLayoutId id="2147483850" r:id="rId50"/>
    <p:sldLayoutId id="2147483851" r:id="rId51"/>
    <p:sldLayoutId id="2147483852" r:id="rId52"/>
    <p:sldLayoutId id="2147483853" r:id="rId53"/>
    <p:sldLayoutId id="2147483854" r:id="rId54"/>
    <p:sldLayoutId id="2147483855" r:id="rId55"/>
    <p:sldLayoutId id="2147483856" r:id="rId56"/>
    <p:sldLayoutId id="2147483857" r:id="rId57"/>
    <p:sldLayoutId id="2147483858" r:id="rId58"/>
    <p:sldLayoutId id="2147483859" r:id="rId59"/>
  </p:sldLayoutIdLst>
  <p:hf hdr="0"/>
  <p:txStyles>
    <p:titleStyle>
      <a:lvl1pPr marL="0" marR="0" indent="0" algn="l" defTabSz="914400" rtl="0" eaLnBrk="1" fontAlgn="auto" latinLnBrk="0" hangingPunct="1">
        <a:lnSpc>
          <a:spcPct val="90000"/>
        </a:lnSpc>
        <a:spcBef>
          <a:spcPct val="0"/>
        </a:spcBef>
        <a:spcAft>
          <a:spcPts val="0"/>
        </a:spcAft>
        <a:buClrTx/>
        <a:buSzTx/>
        <a:buFontTx/>
        <a:buNone/>
        <a:tabLst/>
        <a:defRPr kumimoji="0" lang="de-DE" sz="3200" b="0" i="0" u="none" strike="noStrike" kern="1200" cap="none" spc="0" normalizeH="0" baseline="0" noProof="0" dirty="0">
          <a:ln>
            <a:noFill/>
          </a:ln>
          <a:solidFill>
            <a:schemeClr val="tx1"/>
          </a:solidFill>
          <a:effectLst/>
          <a:uLnTx/>
          <a:uFillTx/>
          <a:latin typeface="+mj-lt"/>
          <a:ea typeface="+mj-ea"/>
          <a:cs typeface="+mj-cs"/>
        </a:defRPr>
      </a:lvl1pPr>
    </p:titleStyle>
    <p:bodyStyle>
      <a:lvl1pPr marL="0" marR="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2"/>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2"/>
        </a:buClr>
        <a:buFont typeface="System Font Regular"/>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accent2"/>
        </a:buClr>
        <a:buFont typeface="Arial" panose="020B060402020202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2"/>
        </a:buClr>
        <a:buFont typeface="System Font Regular"/>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pt-P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8" orient="horz" pos="709">
          <p15:clr>
            <a:srgbClr val="F26B43"/>
          </p15:clr>
        </p15:guide>
        <p15:guide id="19" orient="horz" pos="4065">
          <p15:clr>
            <a:srgbClr val="F26B43"/>
          </p15:clr>
        </p15:guide>
        <p15:guide id="20" pos="347">
          <p15:clr>
            <a:srgbClr val="F26B43"/>
          </p15:clr>
        </p15:guide>
        <p15:guide id="21" pos="3840">
          <p15:clr>
            <a:srgbClr val="F26B43"/>
          </p15:clr>
        </p15:guide>
        <p15:guide id="22" pos="7333">
          <p15:clr>
            <a:srgbClr val="F26B43"/>
          </p15:clr>
        </p15:guide>
        <p15:guide id="23" orient="horz" pos="164">
          <p15:clr>
            <a:srgbClr val="F26B43"/>
          </p15:clr>
        </p15:guide>
        <p15:guide id="24" orient="horz" pos="1026">
          <p15:clr>
            <a:srgbClr val="F26B43"/>
          </p15:clr>
        </p15:guide>
        <p15:guide id="25" orient="horz" pos="346">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35" name="Date Placeholder 34">
            <a:extLst>
              <a:ext uri="{FF2B5EF4-FFF2-40B4-BE49-F238E27FC236}">
                <a16:creationId xmlns:a16="http://schemas.microsoft.com/office/drawing/2014/main" id="{9E7A3BD3-DDA4-42A3-B05C-F6E4E51D9B78}"/>
              </a:ext>
            </a:extLst>
          </p:cNvPr>
          <p:cNvSpPr>
            <a:spLocks noGrp="1"/>
          </p:cNvSpPr>
          <p:nvPr>
            <p:ph type="dt" sz="half" idx="2"/>
          </p:nvPr>
        </p:nvSpPr>
        <p:spPr>
          <a:xfrm>
            <a:off x="9809406" y="6650661"/>
            <a:ext cx="1831210" cy="123111"/>
          </a:xfrm>
          <a:prstGeom prst="rect">
            <a:avLst/>
          </a:prstGeom>
        </p:spPr>
        <p:txBody>
          <a:bodyPr wrap="none" lIns="0" tIns="0" rIns="0" bIns="0" anchor="ctr" anchorCtr="0">
            <a:noAutofit/>
          </a:bodyPr>
          <a:lstStyle>
            <a:lvl1pPr algn="r">
              <a:defRPr lang="de-DE" sz="800" smtClean="0">
                <a:solidFill>
                  <a:schemeClr val="bg1">
                    <a:lumMod val="65000"/>
                  </a:schemeClr>
                </a:solidFill>
                <a:latin typeface="+mn-lt"/>
              </a:defRPr>
            </a:lvl1pPr>
          </a:lstStyle>
          <a:p>
            <a:pPr>
              <a:spcBef>
                <a:spcPts val="1000"/>
              </a:spcBef>
            </a:pPr>
            <a:r>
              <a:rPr lang="en-US" kern="0">
                <a:solidFill>
                  <a:srgbClr val="FFFFFF">
                    <a:lumMod val="65000"/>
                  </a:srgbClr>
                </a:solidFill>
              </a:rPr>
              <a:t>Company Confidential © Capgemini 2026. All rights reserved.</a:t>
            </a:r>
            <a:endParaRPr lang="en-US" dirty="0"/>
          </a:p>
        </p:txBody>
      </p:sp>
      <p:sp>
        <p:nvSpPr>
          <p:cNvPr id="38" name="Slide Number Placeholder 37">
            <a:extLst>
              <a:ext uri="{FF2B5EF4-FFF2-40B4-BE49-F238E27FC236}">
                <a16:creationId xmlns:a16="http://schemas.microsoft.com/office/drawing/2014/main" id="{7AB8C2A9-4C2D-43C3-9F07-0C825FF51364}"/>
              </a:ext>
            </a:extLst>
          </p:cNvPr>
          <p:cNvSpPr>
            <a:spLocks noGrp="1"/>
          </p:cNvSpPr>
          <p:nvPr>
            <p:ph type="sldNum" sz="quarter" idx="4"/>
          </p:nvPr>
        </p:nvSpPr>
        <p:spPr>
          <a:xfrm>
            <a:off x="11778341" y="6650661"/>
            <a:ext cx="232665" cy="123111"/>
          </a:xfrm>
          <a:prstGeom prst="rect">
            <a:avLst/>
          </a:prstGeom>
        </p:spPr>
        <p:txBody>
          <a:bodyPr wrap="square" lIns="0" tIns="0" rIns="0" bIns="0" anchor="ctr" anchorCtr="0">
            <a:spAutoFit/>
          </a:bodyPr>
          <a:lstStyle>
            <a:lvl1pPr>
              <a:defRPr lang="de-DE" sz="800" b="0" i="0" smtClean="0">
                <a:solidFill>
                  <a:schemeClr val="bg1">
                    <a:lumMod val="65000"/>
                  </a:schemeClr>
                </a:solidFill>
                <a:latin typeface="+mn-lt"/>
                <a:cs typeface="Arial" panose="020B0604020202020204" pitchFamily="34" charset="0"/>
              </a:defRPr>
            </a:lvl1pPr>
          </a:lstStyle>
          <a:p>
            <a:pPr algn="r"/>
            <a:fld id="{5D9A5160-6218-4E5A-B9E6-B93E3DAE377C}" type="slidenum">
              <a:rPr lang="en-US" smtClean="0"/>
              <a:pPr algn="r"/>
              <a:t>‹#›</a:t>
            </a:fld>
            <a:endParaRPr lang="en-US"/>
          </a:p>
        </p:txBody>
      </p:sp>
      <p:sp>
        <p:nvSpPr>
          <p:cNvPr id="19" name="Footer Placeholder 9">
            <a:extLst>
              <a:ext uri="{FF2B5EF4-FFF2-40B4-BE49-F238E27FC236}">
                <a16:creationId xmlns:a16="http://schemas.microsoft.com/office/drawing/2014/main" id="{D3809B95-B2AA-47A9-8F86-88BF7BDE32FD}"/>
              </a:ext>
            </a:extLst>
          </p:cNvPr>
          <p:cNvSpPr>
            <a:spLocks noGrp="1"/>
          </p:cNvSpPr>
          <p:nvPr>
            <p:ph type="ftr" sz="quarter" idx="3"/>
          </p:nvPr>
        </p:nvSpPr>
        <p:spPr>
          <a:xfrm>
            <a:off x="550863" y="6650661"/>
            <a:ext cx="4716524" cy="123111"/>
          </a:xfrm>
          <a:prstGeom prst="rect">
            <a:avLst/>
          </a:prstGeom>
        </p:spPr>
        <p:txBody>
          <a:bodyPr wrap="none" lIns="0" tIns="0" rIns="0" bIns="0" anchor="ctr" anchorCtr="0">
            <a:noAutofit/>
          </a:bodyPr>
          <a:lstStyle>
            <a:lvl1pPr>
              <a:defRPr lang="de-DE" sz="800">
                <a:solidFill>
                  <a:schemeClr val="bg1">
                    <a:lumMod val="65000"/>
                  </a:schemeClr>
                </a:solidFill>
              </a:defRPr>
            </a:lvl1pPr>
          </a:lstStyle>
          <a:p>
            <a:pPr>
              <a:spcBef>
                <a:spcPts val="1000"/>
              </a:spcBef>
              <a:buFont typeface="Arial" panose="020B0604020202020204" pitchFamily="34" charset="0"/>
              <a:buNone/>
            </a:pPr>
            <a:r>
              <a:rPr lang="en-US"/>
              <a:t>Presentation Title | Author | Date</a:t>
            </a:r>
          </a:p>
        </p:txBody>
      </p:sp>
      <p:sp>
        <p:nvSpPr>
          <p:cNvPr id="20" name="Stickerbox" hidden="1">
            <a:extLst>
              <a:ext uri="{FF2B5EF4-FFF2-40B4-BE49-F238E27FC236}">
                <a16:creationId xmlns:a16="http://schemas.microsoft.com/office/drawing/2014/main" id="{D03A9799-ACDC-4925-8EE1-5C65CCCBD0FA}"/>
              </a:ext>
            </a:extLst>
          </p:cNvPr>
          <p:cNvSpPr>
            <a:spLocks noChangeArrowheads="1"/>
          </p:cNvSpPr>
          <p:nvPr userDrawn="1"/>
        </p:nvSpPr>
        <p:spPr bwMode="gray">
          <a:xfrm>
            <a:off x="11114363" y="1124744"/>
            <a:ext cx="804808" cy="402775"/>
          </a:xfrm>
          <a:prstGeom prst="rect">
            <a:avLst/>
          </a:prstGeom>
          <a:solidFill>
            <a:schemeClr val="accent2"/>
          </a:solidFill>
          <a:ln w="10795">
            <a:noFill/>
            <a:round/>
            <a:headEnd/>
            <a:tailEnd/>
          </a:ln>
          <a:effectLst/>
        </p:spPr>
        <p:txBody>
          <a:bodyPr vert="horz" wrap="none" lIns="108000" tIns="108000" rIns="108000" bIns="10800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all" spc="0" normalizeH="0" baseline="0" noProof="0">
                <a:ln>
                  <a:noFill/>
                </a:ln>
                <a:solidFill>
                  <a:srgbClr val="FFFFFF">
                    <a:lumMod val="100000"/>
                  </a:srgbClr>
                </a:solidFill>
                <a:effectLst/>
                <a:uLnTx/>
                <a:uFillTx/>
                <a:latin typeface="Ubuntu"/>
                <a:ea typeface="+mn-ea"/>
                <a:cs typeface="+mn-cs"/>
              </a:rPr>
              <a:t>Sticker</a:t>
            </a:r>
          </a:p>
        </p:txBody>
      </p:sp>
      <p:sp>
        <p:nvSpPr>
          <p:cNvPr id="22" name="CapgeminiBox" hidden="1">
            <a:extLst>
              <a:ext uri="{FF2B5EF4-FFF2-40B4-BE49-F238E27FC236}">
                <a16:creationId xmlns:a16="http://schemas.microsoft.com/office/drawing/2014/main" id="{7C293A1E-B461-4AFE-976D-6EE38B2AFEB4}"/>
              </a:ext>
            </a:extLst>
          </p:cNvPr>
          <p:cNvSpPr txBox="1">
            <a:spLocks/>
          </p:cNvSpPr>
          <p:nvPr userDrawn="1"/>
        </p:nvSpPr>
        <p:spPr>
          <a:xfrm>
            <a:off x="9592" y="0"/>
            <a:ext cx="1837661" cy="260350"/>
          </a:xfrm>
          <a:prstGeom prst="rect">
            <a:avLst/>
          </a:prstGeom>
        </p:spPr>
        <p:txBody>
          <a:bodyPr vert="horz" lIns="0" tIns="0" rIns="18000" bIns="0" rtlCol="0">
            <a:normAutofit fontScale="92500"/>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a:t>Capgemini </a:t>
            </a:r>
            <a:r>
              <a:rPr lang="fr-FR" err="1"/>
              <a:t>Invent</a:t>
            </a:r>
            <a:r>
              <a:rPr lang="fr-FR"/>
              <a:t> v10.0</a:t>
            </a:r>
          </a:p>
        </p:txBody>
      </p:sp>
      <p:sp>
        <p:nvSpPr>
          <p:cNvPr id="29" name="FootnoteAndSource" hidden="1">
            <a:extLst>
              <a:ext uri="{FF2B5EF4-FFF2-40B4-BE49-F238E27FC236}">
                <a16:creationId xmlns:a16="http://schemas.microsoft.com/office/drawing/2014/main" id="{96E9BC24-418C-4CE4-8E81-3AF9AB04DEAA}"/>
              </a:ext>
            </a:extLst>
          </p:cNvPr>
          <p:cNvSpPr txBox="1"/>
          <p:nvPr userDrawn="1"/>
        </p:nvSpPr>
        <p:spPr>
          <a:xfrm>
            <a:off x="545323" y="6304130"/>
            <a:ext cx="11340000" cy="162096"/>
          </a:xfrm>
          <a:prstGeom prst="rect">
            <a:avLst/>
          </a:prstGeom>
          <a:noFill/>
        </p:spPr>
        <p:txBody>
          <a:bodyPr vert="horz" wrap="square" lIns="0" tIns="25400" rIns="0" bIns="25400" rtlCol="0" anchor="b" anchorCtr="0">
            <a:spAutoFit/>
          </a:bodyPr>
          <a:lstStyle>
            <a:defPPr>
              <a:defRPr lang="pt-PT"/>
            </a:defPPr>
            <a:lvl1pPr marL="429768" indent="-429768">
              <a:lnSpc>
                <a:spcPct val="90000"/>
              </a:lnSpc>
              <a:tabLst>
                <a:tab pos="347472" algn="r"/>
              </a:tabLst>
              <a:defRPr sz="800"/>
            </a:lvl1pPr>
          </a:lstStyle>
          <a:p>
            <a:pPr marL="429768" indent="-429768" defTabSz="914400">
              <a:lnSpc>
                <a:spcPct val="90000"/>
              </a:lnSpc>
              <a:tabLst>
                <a:tab pos="347472" algn="r"/>
              </a:tabLst>
            </a:pPr>
            <a:r>
              <a:rPr lang="de-DE" sz="800">
                <a:solidFill>
                  <a:schemeClr val="bg1"/>
                </a:solidFill>
              </a:rPr>
              <a:t>	Source:	Source Text</a:t>
            </a:r>
          </a:p>
        </p:txBody>
      </p:sp>
      <p:grpSp>
        <p:nvGrpSpPr>
          <p:cNvPr id="3" name="Group 37">
            <a:extLst>
              <a:ext uri="{FF2B5EF4-FFF2-40B4-BE49-F238E27FC236}">
                <a16:creationId xmlns:a16="http://schemas.microsoft.com/office/drawing/2014/main" id="{9962DC9F-19EF-0160-1ECB-38EA543386E4}"/>
              </a:ext>
            </a:extLst>
          </p:cNvPr>
          <p:cNvGrpSpPr/>
          <p:nvPr userDrawn="1"/>
        </p:nvGrpSpPr>
        <p:grpSpPr>
          <a:xfrm>
            <a:off x="11770322" y="176700"/>
            <a:ext cx="260230" cy="240782"/>
            <a:chOff x="5481638" y="2859088"/>
            <a:chExt cx="1231900" cy="1139825"/>
          </a:xfrm>
          <a:solidFill>
            <a:schemeClr val="bg1"/>
          </a:solidFill>
        </p:grpSpPr>
        <p:sp>
          <p:nvSpPr>
            <p:cNvPr id="6" name="Freeform 320">
              <a:extLst>
                <a:ext uri="{FF2B5EF4-FFF2-40B4-BE49-F238E27FC236}">
                  <a16:creationId xmlns:a16="http://schemas.microsoft.com/office/drawing/2014/main" id="{9EB66FFA-57EA-AE57-615D-D19F28A47239}"/>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7" name="Freeform 321">
              <a:extLst>
                <a:ext uri="{FF2B5EF4-FFF2-40B4-BE49-F238E27FC236}">
                  <a16:creationId xmlns:a16="http://schemas.microsoft.com/office/drawing/2014/main" id="{FF39CD59-7E45-33C5-FA77-E50FFA28B646}"/>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pic>
        <p:nvPicPr>
          <p:cNvPr id="4" name="GRID" hidden="1">
            <a:extLst>
              <a:ext uri="{FF2B5EF4-FFF2-40B4-BE49-F238E27FC236}">
                <a16:creationId xmlns:a16="http://schemas.microsoft.com/office/drawing/2014/main" id="{D72815E4-17F8-DE3E-B207-25448A9FFF9E}"/>
              </a:ext>
            </a:extLst>
          </p:cNvPr>
          <p:cNvPicPr>
            <a:picLocks noGrp="1" noRot="1" noMove="1" noResize="1" noEditPoints="1" noAdjustHandles="1" noChangeArrowheads="1" noChangeShapeType="1" noCrop="1"/>
          </p:cNvPicPr>
          <p:nvPr userDrawn="1"/>
        </p:nvPicPr>
        <p:blipFill>
          <a:blip r:embed="rId61">
            <a:extLst>
              <a:ext uri="{28A0092B-C50C-407E-A947-70E740481C1C}">
                <a14:useLocalDpi xmlns:a14="http://schemas.microsoft.com/office/drawing/2010/main"/>
              </a:ext>
            </a:extLst>
          </a:blip>
          <a:stretch>
            <a:fillRect/>
          </a:stretch>
        </p:blipFill>
        <p:spPr>
          <a:xfrm>
            <a:off x="550863" y="560562"/>
            <a:ext cx="11089753" cy="5748164"/>
          </a:xfrm>
          <a:prstGeom prst="rect">
            <a:avLst/>
          </a:prstGeom>
        </p:spPr>
      </p:pic>
      <p:sp>
        <p:nvSpPr>
          <p:cNvPr id="10" name="Title Placeholder 4">
            <a:extLst>
              <a:ext uri="{FF2B5EF4-FFF2-40B4-BE49-F238E27FC236}">
                <a16:creationId xmlns:a16="http://schemas.microsoft.com/office/drawing/2014/main" id="{6C8CEE51-3D7E-3B86-9D9F-0C12C431D8D6}"/>
              </a:ext>
            </a:extLst>
          </p:cNvPr>
          <p:cNvSpPr>
            <a:spLocks noGrp="1"/>
          </p:cNvSpPr>
          <p:nvPr>
            <p:ph type="title"/>
          </p:nvPr>
        </p:nvSpPr>
        <p:spPr>
          <a:xfrm>
            <a:off x="551384" y="549274"/>
            <a:ext cx="11090938" cy="930372"/>
          </a:xfrm>
          <a:prstGeom prst="rect">
            <a:avLst/>
          </a:prstGeom>
        </p:spPr>
        <p:txBody>
          <a:bodyPr vert="horz" lIns="0" tIns="0" rIns="0" bIns="126000" rtlCol="0" anchor="b" anchorCtr="0">
            <a:noAutofit/>
          </a:bodyPr>
          <a:lstStyle/>
          <a:p>
            <a:pPr lvl="0"/>
            <a:r>
              <a:rPr lang="en-GB" dirty="0"/>
              <a:t>Click to edit Master title style</a:t>
            </a:r>
            <a:endParaRPr lang="de-DE" dirty="0"/>
          </a:p>
        </p:txBody>
      </p:sp>
      <p:sp>
        <p:nvSpPr>
          <p:cNvPr id="11" name="Text Placeholder 1">
            <a:extLst>
              <a:ext uri="{FF2B5EF4-FFF2-40B4-BE49-F238E27FC236}">
                <a16:creationId xmlns:a16="http://schemas.microsoft.com/office/drawing/2014/main" id="{14749154-3D9B-0740-AD4D-92B55FFF9A95}"/>
              </a:ext>
            </a:extLst>
          </p:cNvPr>
          <p:cNvSpPr>
            <a:spLocks noGrp="1"/>
          </p:cNvSpPr>
          <p:nvPr>
            <p:ph type="body" idx="1"/>
          </p:nvPr>
        </p:nvSpPr>
        <p:spPr>
          <a:xfrm>
            <a:off x="551384" y="1628800"/>
            <a:ext cx="11090938" cy="4668638"/>
          </a:xfrm>
          <a:prstGeom prst="rect">
            <a:avLst/>
          </a:prstGeom>
        </p:spPr>
        <p:txBody>
          <a:bodyPr vert="horz" lIns="0" tIns="0" rIns="0" bIns="0" rtlCol="0">
            <a:noAutofit/>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PL" dirty="0"/>
          </a:p>
        </p:txBody>
      </p:sp>
    </p:spTree>
    <p:extLst>
      <p:ext uri="{BB962C8B-B14F-4D97-AF65-F5344CB8AC3E}">
        <p14:creationId xmlns:p14="http://schemas.microsoft.com/office/powerpoint/2010/main" val="1247134687"/>
      </p:ext>
    </p:extLst>
  </p:cSld>
  <p:clrMap bg1="lt1" tx1="dk1" bg2="lt2" tx2="dk2" accent1="accent1" accent2="accent2" accent3="accent3" accent4="accent4" accent5="accent5" accent6="accent6" hlink="hlink" folHlink="folHlink"/>
  <p:sldLayoutIdLst>
    <p:sldLayoutId id="2147483882" r:id="rId1"/>
    <p:sldLayoutId id="2147483883" r:id="rId2"/>
    <p:sldLayoutId id="2147483884" r:id="rId3"/>
    <p:sldLayoutId id="2147483885" r:id="rId4"/>
    <p:sldLayoutId id="2147483886" r:id="rId5"/>
    <p:sldLayoutId id="2147483887" r:id="rId6"/>
    <p:sldLayoutId id="2147483888" r:id="rId7"/>
    <p:sldLayoutId id="2147483889" r:id="rId8"/>
    <p:sldLayoutId id="2147484003" r:id="rId9"/>
    <p:sldLayoutId id="2147484004" r:id="rId10"/>
    <p:sldLayoutId id="2147484005" r:id="rId11"/>
    <p:sldLayoutId id="2147484006" r:id="rId12"/>
    <p:sldLayoutId id="2147483895" r:id="rId13"/>
    <p:sldLayoutId id="2147483896" r:id="rId14"/>
    <p:sldLayoutId id="2147483897" r:id="rId15"/>
    <p:sldLayoutId id="2147483898" r:id="rId16"/>
    <p:sldLayoutId id="2147483899" r:id="rId17"/>
    <p:sldLayoutId id="2147483900" r:id="rId18"/>
    <p:sldLayoutId id="2147483901" r:id="rId19"/>
    <p:sldLayoutId id="2147483902" r:id="rId20"/>
    <p:sldLayoutId id="2147483903" r:id="rId21"/>
    <p:sldLayoutId id="2147483904" r:id="rId22"/>
    <p:sldLayoutId id="2147483905" r:id="rId23"/>
    <p:sldLayoutId id="2147483906" r:id="rId24"/>
    <p:sldLayoutId id="2147483907" r:id="rId25"/>
    <p:sldLayoutId id="2147483908" r:id="rId26"/>
    <p:sldLayoutId id="2147483909" r:id="rId27"/>
    <p:sldLayoutId id="2147483910" r:id="rId28"/>
    <p:sldLayoutId id="2147483911" r:id="rId29"/>
    <p:sldLayoutId id="2147483912" r:id="rId30"/>
    <p:sldLayoutId id="2147483913" r:id="rId31"/>
    <p:sldLayoutId id="2147483914" r:id="rId32"/>
    <p:sldLayoutId id="2147483915" r:id="rId33"/>
    <p:sldLayoutId id="2147483916" r:id="rId34"/>
    <p:sldLayoutId id="2147483917" r:id="rId35"/>
    <p:sldLayoutId id="2147483918" r:id="rId36"/>
    <p:sldLayoutId id="2147483919" r:id="rId37"/>
    <p:sldLayoutId id="2147483920" r:id="rId38"/>
    <p:sldLayoutId id="2147483921" r:id="rId39"/>
    <p:sldLayoutId id="2147483922" r:id="rId40"/>
    <p:sldLayoutId id="2147483923" r:id="rId41"/>
    <p:sldLayoutId id="2147483924" r:id="rId42"/>
    <p:sldLayoutId id="2147483925" r:id="rId43"/>
    <p:sldLayoutId id="2147483926" r:id="rId44"/>
    <p:sldLayoutId id="2147483927" r:id="rId45"/>
    <p:sldLayoutId id="2147483928" r:id="rId46"/>
    <p:sldLayoutId id="2147483929" r:id="rId47"/>
    <p:sldLayoutId id="2147483930" r:id="rId48"/>
    <p:sldLayoutId id="2147483931" r:id="rId49"/>
    <p:sldLayoutId id="2147483932" r:id="rId50"/>
    <p:sldLayoutId id="2147483933" r:id="rId51"/>
    <p:sldLayoutId id="2147483934" r:id="rId52"/>
    <p:sldLayoutId id="2147483935" r:id="rId53"/>
    <p:sldLayoutId id="2147483936" r:id="rId54"/>
    <p:sldLayoutId id="2147483937" r:id="rId55"/>
    <p:sldLayoutId id="2147483938" r:id="rId56"/>
    <p:sldLayoutId id="2147483939" r:id="rId57"/>
    <p:sldLayoutId id="2147483940" r:id="rId58"/>
    <p:sldLayoutId id="2147483941" r:id="rId59"/>
  </p:sldLayoutIdLst>
  <p:hf hdr="0"/>
  <p:txStyles>
    <p:titleStyle>
      <a:lvl1pPr marL="0" marR="0" indent="0" algn="l" defTabSz="914400" rtl="0" eaLnBrk="1" fontAlgn="auto" latinLnBrk="0" hangingPunct="1">
        <a:lnSpc>
          <a:spcPct val="90000"/>
        </a:lnSpc>
        <a:spcBef>
          <a:spcPct val="0"/>
        </a:spcBef>
        <a:spcAft>
          <a:spcPts val="0"/>
        </a:spcAft>
        <a:buClrTx/>
        <a:buSzTx/>
        <a:buFontTx/>
        <a:buNone/>
        <a:tabLst/>
        <a:defRPr kumimoji="0" lang="de-DE" sz="3200" b="0" i="0" u="none" strike="noStrike" kern="1200" cap="none" spc="0" normalizeH="0" baseline="0" noProof="0" dirty="0">
          <a:ln>
            <a:noFill/>
          </a:ln>
          <a:solidFill>
            <a:schemeClr val="bg1"/>
          </a:solidFill>
          <a:effectLst/>
          <a:uLnTx/>
          <a:uFillTx/>
          <a:latin typeface="+mj-lt"/>
          <a:ea typeface="+mj-ea"/>
          <a:cs typeface="+mj-cs"/>
        </a:defRPr>
      </a:lvl1pPr>
    </p:titleStyle>
    <p:bodyStyle>
      <a:lvl1pPr marL="0" marR="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sz="1400" kern="1200">
          <a:solidFill>
            <a:schemeClr val="bg1"/>
          </a:solidFill>
          <a:latin typeface="+mn-lt"/>
          <a:ea typeface="+mn-ea"/>
          <a:cs typeface="+mn-cs"/>
        </a:defRPr>
      </a:lvl1pPr>
      <a:lvl2pPr marL="180975" indent="-180975" algn="l" defTabSz="914400" rtl="0" eaLnBrk="1" latinLnBrk="0" hangingPunct="1">
        <a:lnSpc>
          <a:spcPct val="100000"/>
        </a:lnSpc>
        <a:spcBef>
          <a:spcPts val="600"/>
        </a:spcBef>
        <a:buClr>
          <a:schemeClr val="bg1"/>
        </a:buClr>
        <a:buFont typeface="Arial" panose="020B0604020202020204" pitchFamily="34" charset="0"/>
        <a:buChar char="•"/>
        <a:defRPr sz="1400" kern="1200">
          <a:solidFill>
            <a:schemeClr val="bg1"/>
          </a:solidFill>
          <a:latin typeface="+mn-lt"/>
          <a:ea typeface="+mn-ea"/>
          <a:cs typeface="+mn-cs"/>
        </a:defRPr>
      </a:lvl2pPr>
      <a:lvl3pPr marL="360000" indent="-180000" algn="l" defTabSz="914400" rtl="0" eaLnBrk="1" latinLnBrk="0" hangingPunct="1">
        <a:lnSpc>
          <a:spcPct val="100000"/>
        </a:lnSpc>
        <a:spcBef>
          <a:spcPts val="600"/>
        </a:spcBef>
        <a:buClr>
          <a:schemeClr val="bg1"/>
        </a:buClr>
        <a:buFont typeface="System Font Regular"/>
        <a:buChar char="-"/>
        <a:defRPr sz="1400" kern="1200">
          <a:solidFill>
            <a:schemeClr val="bg1"/>
          </a:solidFill>
          <a:latin typeface="+mn-lt"/>
          <a:ea typeface="+mn-ea"/>
          <a:cs typeface="+mn-cs"/>
        </a:defRPr>
      </a:lvl3pPr>
      <a:lvl4pPr marL="539750" indent="-180000" algn="l" defTabSz="914400" rtl="0" eaLnBrk="1" latinLnBrk="0" hangingPunct="1">
        <a:lnSpc>
          <a:spcPct val="100000"/>
        </a:lnSpc>
        <a:spcBef>
          <a:spcPts val="600"/>
        </a:spcBef>
        <a:buClr>
          <a:schemeClr val="accent2"/>
        </a:buClr>
        <a:buFont typeface="Arial" panose="020B0604020202020204" pitchFamily="34" charset="0"/>
        <a:buChar char="•"/>
        <a:tabLst/>
        <a:defRPr sz="1400" kern="1200">
          <a:solidFill>
            <a:schemeClr val="bg1"/>
          </a:solidFill>
          <a:latin typeface="+mn-lt"/>
          <a:ea typeface="+mn-ea"/>
          <a:cs typeface="+mn-cs"/>
        </a:defRPr>
      </a:lvl4pPr>
      <a:lvl5pPr marL="719138" indent="-180975" algn="l" defTabSz="914400" rtl="0" eaLnBrk="1" latinLnBrk="0" hangingPunct="1">
        <a:lnSpc>
          <a:spcPct val="100000"/>
        </a:lnSpc>
        <a:spcBef>
          <a:spcPts val="600"/>
        </a:spcBef>
        <a:buClr>
          <a:schemeClr val="accent2"/>
        </a:buClr>
        <a:buFont typeface="System Font Regular"/>
        <a:buChar char="-"/>
        <a:defRPr sz="1400" kern="1200">
          <a:solidFill>
            <a:schemeClr val="bg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pt-P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8" orient="horz" pos="709">
          <p15:clr>
            <a:srgbClr val="F26B43"/>
          </p15:clr>
        </p15:guide>
        <p15:guide id="19" orient="horz" pos="4065">
          <p15:clr>
            <a:srgbClr val="F26B43"/>
          </p15:clr>
        </p15:guide>
        <p15:guide id="20" pos="347">
          <p15:clr>
            <a:srgbClr val="F26B43"/>
          </p15:clr>
        </p15:guide>
        <p15:guide id="21" pos="3840">
          <p15:clr>
            <a:srgbClr val="F26B43"/>
          </p15:clr>
        </p15:guide>
        <p15:guide id="22" pos="7333">
          <p15:clr>
            <a:srgbClr val="F26B43"/>
          </p15:clr>
        </p15:guide>
        <p15:guide id="23" orient="horz" pos="164">
          <p15:clr>
            <a:srgbClr val="F26B43"/>
          </p15:clr>
        </p15:guide>
        <p15:guide id="24" orient="horz" pos="1026">
          <p15:clr>
            <a:srgbClr val="F26B43"/>
          </p15:clr>
        </p15:guide>
        <p15:guide id="25" orient="horz" pos="346">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35" name="Date Placeholder 34">
            <a:extLst>
              <a:ext uri="{FF2B5EF4-FFF2-40B4-BE49-F238E27FC236}">
                <a16:creationId xmlns:a16="http://schemas.microsoft.com/office/drawing/2014/main" id="{9E7A3BD3-DDA4-42A3-B05C-F6E4E51D9B78}"/>
              </a:ext>
            </a:extLst>
          </p:cNvPr>
          <p:cNvSpPr>
            <a:spLocks noGrp="1"/>
          </p:cNvSpPr>
          <p:nvPr>
            <p:ph type="dt" sz="half" idx="2"/>
          </p:nvPr>
        </p:nvSpPr>
        <p:spPr>
          <a:xfrm>
            <a:off x="9809406" y="6650661"/>
            <a:ext cx="1831210" cy="123111"/>
          </a:xfrm>
          <a:prstGeom prst="rect">
            <a:avLst/>
          </a:prstGeom>
        </p:spPr>
        <p:txBody>
          <a:bodyPr wrap="none" lIns="0" tIns="0" rIns="0" bIns="0" anchor="ctr" anchorCtr="0">
            <a:noAutofit/>
          </a:bodyPr>
          <a:lstStyle>
            <a:lvl1pPr algn="r">
              <a:defRPr lang="de-DE" sz="800" smtClean="0">
                <a:solidFill>
                  <a:schemeClr val="bg1">
                    <a:lumMod val="65000"/>
                  </a:schemeClr>
                </a:solidFill>
                <a:latin typeface="+mn-lt"/>
              </a:defRPr>
            </a:lvl1pPr>
          </a:lstStyle>
          <a:p>
            <a:pPr>
              <a:spcBef>
                <a:spcPts val="1000"/>
              </a:spcBef>
            </a:pPr>
            <a:r>
              <a:rPr lang="en-US" kern="0">
                <a:solidFill>
                  <a:srgbClr val="FFFFFF">
                    <a:lumMod val="65000"/>
                  </a:srgbClr>
                </a:solidFill>
              </a:rPr>
              <a:t>Company Confidential © Capgemini 2026. All rights reserved.</a:t>
            </a:r>
            <a:endParaRPr lang="en-US" dirty="0"/>
          </a:p>
        </p:txBody>
      </p:sp>
      <p:sp>
        <p:nvSpPr>
          <p:cNvPr id="38" name="Slide Number Placeholder 37">
            <a:extLst>
              <a:ext uri="{FF2B5EF4-FFF2-40B4-BE49-F238E27FC236}">
                <a16:creationId xmlns:a16="http://schemas.microsoft.com/office/drawing/2014/main" id="{7AB8C2A9-4C2D-43C3-9F07-0C825FF51364}"/>
              </a:ext>
            </a:extLst>
          </p:cNvPr>
          <p:cNvSpPr>
            <a:spLocks noGrp="1"/>
          </p:cNvSpPr>
          <p:nvPr>
            <p:ph type="sldNum" sz="quarter" idx="4"/>
          </p:nvPr>
        </p:nvSpPr>
        <p:spPr>
          <a:xfrm>
            <a:off x="11778341" y="6650661"/>
            <a:ext cx="232665" cy="123111"/>
          </a:xfrm>
          <a:prstGeom prst="rect">
            <a:avLst/>
          </a:prstGeom>
        </p:spPr>
        <p:txBody>
          <a:bodyPr wrap="square" lIns="0" tIns="0" rIns="0" bIns="0" anchor="ctr" anchorCtr="0">
            <a:spAutoFit/>
          </a:bodyPr>
          <a:lstStyle>
            <a:lvl1pPr>
              <a:defRPr lang="de-DE" sz="800" b="0" i="0" smtClean="0">
                <a:solidFill>
                  <a:schemeClr val="bg1">
                    <a:lumMod val="65000"/>
                  </a:schemeClr>
                </a:solidFill>
                <a:latin typeface="+mn-lt"/>
                <a:cs typeface="Arial" panose="020B0604020202020204" pitchFamily="34" charset="0"/>
              </a:defRPr>
            </a:lvl1pPr>
          </a:lstStyle>
          <a:p>
            <a:pPr algn="r"/>
            <a:fld id="{5D9A5160-6218-4E5A-B9E6-B93E3DAE377C}" type="slidenum">
              <a:rPr lang="en-US" smtClean="0"/>
              <a:pPr algn="r"/>
              <a:t>‹#›</a:t>
            </a:fld>
            <a:endParaRPr lang="en-US"/>
          </a:p>
        </p:txBody>
      </p:sp>
      <p:sp>
        <p:nvSpPr>
          <p:cNvPr id="19" name="Footer Placeholder 9">
            <a:extLst>
              <a:ext uri="{FF2B5EF4-FFF2-40B4-BE49-F238E27FC236}">
                <a16:creationId xmlns:a16="http://schemas.microsoft.com/office/drawing/2014/main" id="{D3809B95-B2AA-47A9-8F86-88BF7BDE32FD}"/>
              </a:ext>
            </a:extLst>
          </p:cNvPr>
          <p:cNvSpPr>
            <a:spLocks noGrp="1"/>
          </p:cNvSpPr>
          <p:nvPr>
            <p:ph type="ftr" sz="quarter" idx="3"/>
          </p:nvPr>
        </p:nvSpPr>
        <p:spPr>
          <a:xfrm>
            <a:off x="550863" y="6650661"/>
            <a:ext cx="4716524" cy="123111"/>
          </a:xfrm>
          <a:prstGeom prst="rect">
            <a:avLst/>
          </a:prstGeom>
        </p:spPr>
        <p:txBody>
          <a:bodyPr wrap="none" lIns="0" tIns="0" rIns="0" bIns="0" anchor="ctr" anchorCtr="0">
            <a:noAutofit/>
          </a:bodyPr>
          <a:lstStyle>
            <a:lvl1pPr>
              <a:defRPr lang="de-DE" sz="800">
                <a:solidFill>
                  <a:schemeClr val="bg1">
                    <a:lumMod val="65000"/>
                  </a:schemeClr>
                </a:solidFill>
              </a:defRPr>
            </a:lvl1pPr>
          </a:lstStyle>
          <a:p>
            <a:pPr>
              <a:spcBef>
                <a:spcPts val="1000"/>
              </a:spcBef>
              <a:buFont typeface="Arial" panose="020B0604020202020204" pitchFamily="34" charset="0"/>
              <a:buNone/>
            </a:pPr>
            <a:r>
              <a:rPr lang="en-US"/>
              <a:t>Presentation Title | Author | Date</a:t>
            </a:r>
          </a:p>
        </p:txBody>
      </p:sp>
      <p:sp>
        <p:nvSpPr>
          <p:cNvPr id="20" name="Stickerbox" hidden="1">
            <a:extLst>
              <a:ext uri="{FF2B5EF4-FFF2-40B4-BE49-F238E27FC236}">
                <a16:creationId xmlns:a16="http://schemas.microsoft.com/office/drawing/2014/main" id="{D03A9799-ACDC-4925-8EE1-5C65CCCBD0FA}"/>
              </a:ext>
            </a:extLst>
          </p:cNvPr>
          <p:cNvSpPr>
            <a:spLocks noChangeArrowheads="1"/>
          </p:cNvSpPr>
          <p:nvPr userDrawn="1"/>
        </p:nvSpPr>
        <p:spPr bwMode="gray">
          <a:xfrm>
            <a:off x="11114363" y="1124744"/>
            <a:ext cx="804808" cy="402775"/>
          </a:xfrm>
          <a:prstGeom prst="rect">
            <a:avLst/>
          </a:prstGeom>
          <a:solidFill>
            <a:schemeClr val="accent2"/>
          </a:solidFill>
          <a:ln w="10795">
            <a:noFill/>
            <a:round/>
            <a:headEnd/>
            <a:tailEnd/>
          </a:ln>
          <a:effectLst/>
        </p:spPr>
        <p:txBody>
          <a:bodyPr vert="horz" wrap="none" lIns="108000" tIns="108000" rIns="108000" bIns="10800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all" spc="0" normalizeH="0" baseline="0" noProof="0">
                <a:ln>
                  <a:noFill/>
                </a:ln>
                <a:solidFill>
                  <a:srgbClr val="FFFFFF">
                    <a:lumMod val="100000"/>
                  </a:srgbClr>
                </a:solidFill>
                <a:effectLst/>
                <a:uLnTx/>
                <a:uFillTx/>
                <a:latin typeface="Ubuntu"/>
                <a:ea typeface="+mn-ea"/>
                <a:cs typeface="+mn-cs"/>
              </a:rPr>
              <a:t>Sticker</a:t>
            </a:r>
          </a:p>
        </p:txBody>
      </p:sp>
      <p:sp>
        <p:nvSpPr>
          <p:cNvPr id="22" name="CapgeminiBox" hidden="1">
            <a:extLst>
              <a:ext uri="{FF2B5EF4-FFF2-40B4-BE49-F238E27FC236}">
                <a16:creationId xmlns:a16="http://schemas.microsoft.com/office/drawing/2014/main" id="{7C293A1E-B461-4AFE-976D-6EE38B2AFEB4}"/>
              </a:ext>
            </a:extLst>
          </p:cNvPr>
          <p:cNvSpPr txBox="1">
            <a:spLocks/>
          </p:cNvSpPr>
          <p:nvPr userDrawn="1"/>
        </p:nvSpPr>
        <p:spPr>
          <a:xfrm>
            <a:off x="9592" y="0"/>
            <a:ext cx="1837661" cy="260350"/>
          </a:xfrm>
          <a:prstGeom prst="rect">
            <a:avLst/>
          </a:prstGeom>
        </p:spPr>
        <p:txBody>
          <a:bodyPr vert="horz" lIns="0" tIns="0" rIns="18000" bIns="0" rtlCol="0">
            <a:normAutofit fontScale="92500"/>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a:t>Capgemini </a:t>
            </a:r>
            <a:r>
              <a:rPr lang="fr-FR" err="1"/>
              <a:t>Invent</a:t>
            </a:r>
            <a:r>
              <a:rPr lang="fr-FR"/>
              <a:t> v10.0</a:t>
            </a:r>
          </a:p>
        </p:txBody>
      </p:sp>
      <p:sp>
        <p:nvSpPr>
          <p:cNvPr id="29" name="FootnoteAndSource" hidden="1">
            <a:extLst>
              <a:ext uri="{FF2B5EF4-FFF2-40B4-BE49-F238E27FC236}">
                <a16:creationId xmlns:a16="http://schemas.microsoft.com/office/drawing/2014/main" id="{96E9BC24-418C-4CE4-8E81-3AF9AB04DEAA}"/>
              </a:ext>
            </a:extLst>
          </p:cNvPr>
          <p:cNvSpPr txBox="1"/>
          <p:nvPr userDrawn="1"/>
        </p:nvSpPr>
        <p:spPr>
          <a:xfrm>
            <a:off x="545323" y="6304130"/>
            <a:ext cx="11340000" cy="162096"/>
          </a:xfrm>
          <a:prstGeom prst="rect">
            <a:avLst/>
          </a:prstGeom>
          <a:noFill/>
        </p:spPr>
        <p:txBody>
          <a:bodyPr vert="horz" wrap="square" lIns="0" tIns="25400" rIns="0" bIns="25400" rtlCol="0" anchor="b" anchorCtr="0">
            <a:spAutoFit/>
          </a:bodyPr>
          <a:lstStyle>
            <a:defPPr>
              <a:defRPr lang="pt-PT"/>
            </a:defPPr>
            <a:lvl1pPr marL="429768" indent="-429768">
              <a:lnSpc>
                <a:spcPct val="90000"/>
              </a:lnSpc>
              <a:tabLst>
                <a:tab pos="347472" algn="r"/>
              </a:tabLst>
              <a:defRPr sz="800"/>
            </a:lvl1pPr>
          </a:lstStyle>
          <a:p>
            <a:pPr marL="429768" indent="-429768" defTabSz="914400">
              <a:lnSpc>
                <a:spcPct val="90000"/>
              </a:lnSpc>
              <a:tabLst>
                <a:tab pos="347472" algn="r"/>
              </a:tabLst>
            </a:pPr>
            <a:r>
              <a:rPr lang="de-DE" sz="800">
                <a:solidFill>
                  <a:schemeClr val="bg1"/>
                </a:solidFill>
              </a:rPr>
              <a:t>	Source:	Source Text</a:t>
            </a:r>
          </a:p>
        </p:txBody>
      </p:sp>
      <p:grpSp>
        <p:nvGrpSpPr>
          <p:cNvPr id="3" name="Group 37">
            <a:extLst>
              <a:ext uri="{FF2B5EF4-FFF2-40B4-BE49-F238E27FC236}">
                <a16:creationId xmlns:a16="http://schemas.microsoft.com/office/drawing/2014/main" id="{9962DC9F-19EF-0160-1ECB-38EA543386E4}"/>
              </a:ext>
            </a:extLst>
          </p:cNvPr>
          <p:cNvGrpSpPr/>
          <p:nvPr userDrawn="1"/>
        </p:nvGrpSpPr>
        <p:grpSpPr>
          <a:xfrm>
            <a:off x="11770322" y="176700"/>
            <a:ext cx="260230" cy="240782"/>
            <a:chOff x="5481638" y="2859088"/>
            <a:chExt cx="1231900" cy="1139825"/>
          </a:xfrm>
          <a:solidFill>
            <a:schemeClr val="bg1"/>
          </a:solidFill>
        </p:grpSpPr>
        <p:sp>
          <p:nvSpPr>
            <p:cNvPr id="6" name="Freeform 320">
              <a:extLst>
                <a:ext uri="{FF2B5EF4-FFF2-40B4-BE49-F238E27FC236}">
                  <a16:creationId xmlns:a16="http://schemas.microsoft.com/office/drawing/2014/main" id="{9EB66FFA-57EA-AE57-615D-D19F28A47239}"/>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7" name="Freeform 321">
              <a:extLst>
                <a:ext uri="{FF2B5EF4-FFF2-40B4-BE49-F238E27FC236}">
                  <a16:creationId xmlns:a16="http://schemas.microsoft.com/office/drawing/2014/main" id="{FF39CD59-7E45-33C5-FA77-E50FFA28B646}"/>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pic>
        <p:nvPicPr>
          <p:cNvPr id="4" name="GRID" hidden="1">
            <a:extLst>
              <a:ext uri="{FF2B5EF4-FFF2-40B4-BE49-F238E27FC236}">
                <a16:creationId xmlns:a16="http://schemas.microsoft.com/office/drawing/2014/main" id="{BFE9CEFE-AC76-53D3-2BFB-AAF1D501EAEE}"/>
              </a:ext>
            </a:extLst>
          </p:cNvPr>
          <p:cNvPicPr>
            <a:picLocks noGrp="1" noRot="1" noMove="1" noResize="1" noEditPoints="1" noAdjustHandles="1" noChangeArrowheads="1" noChangeShapeType="1" noCrop="1"/>
          </p:cNvPicPr>
          <p:nvPr userDrawn="1"/>
        </p:nvPicPr>
        <p:blipFill>
          <a:blip r:embed="rId61">
            <a:extLst>
              <a:ext uri="{28A0092B-C50C-407E-A947-70E740481C1C}">
                <a14:useLocalDpi xmlns:a14="http://schemas.microsoft.com/office/drawing/2010/main"/>
              </a:ext>
            </a:extLst>
          </a:blip>
          <a:stretch>
            <a:fillRect/>
          </a:stretch>
        </p:blipFill>
        <p:spPr>
          <a:xfrm>
            <a:off x="550863" y="560562"/>
            <a:ext cx="11089753" cy="5748164"/>
          </a:xfrm>
          <a:prstGeom prst="rect">
            <a:avLst/>
          </a:prstGeom>
        </p:spPr>
      </p:pic>
      <p:sp>
        <p:nvSpPr>
          <p:cNvPr id="10" name="Title Placeholder 4">
            <a:extLst>
              <a:ext uri="{FF2B5EF4-FFF2-40B4-BE49-F238E27FC236}">
                <a16:creationId xmlns:a16="http://schemas.microsoft.com/office/drawing/2014/main" id="{4EBDE9B6-7E8E-ECA3-7C18-8F15D7F2CDF6}"/>
              </a:ext>
            </a:extLst>
          </p:cNvPr>
          <p:cNvSpPr>
            <a:spLocks noGrp="1"/>
          </p:cNvSpPr>
          <p:nvPr>
            <p:ph type="title"/>
          </p:nvPr>
        </p:nvSpPr>
        <p:spPr>
          <a:xfrm>
            <a:off x="551384" y="549274"/>
            <a:ext cx="11090938" cy="930372"/>
          </a:xfrm>
          <a:prstGeom prst="rect">
            <a:avLst/>
          </a:prstGeom>
        </p:spPr>
        <p:txBody>
          <a:bodyPr vert="horz" lIns="0" tIns="0" rIns="0" bIns="126000" rtlCol="0" anchor="b" anchorCtr="0">
            <a:noAutofit/>
          </a:bodyPr>
          <a:lstStyle/>
          <a:p>
            <a:pPr lvl="0"/>
            <a:r>
              <a:rPr lang="en-GB" dirty="0"/>
              <a:t>Click to edit Master title style</a:t>
            </a:r>
            <a:endParaRPr lang="de-DE" dirty="0"/>
          </a:p>
        </p:txBody>
      </p:sp>
      <p:sp>
        <p:nvSpPr>
          <p:cNvPr id="11" name="Text Placeholder 1">
            <a:extLst>
              <a:ext uri="{FF2B5EF4-FFF2-40B4-BE49-F238E27FC236}">
                <a16:creationId xmlns:a16="http://schemas.microsoft.com/office/drawing/2014/main" id="{E1DE77AD-1B56-5F52-BDCF-20F452E15E85}"/>
              </a:ext>
            </a:extLst>
          </p:cNvPr>
          <p:cNvSpPr>
            <a:spLocks noGrp="1"/>
          </p:cNvSpPr>
          <p:nvPr>
            <p:ph type="body" idx="1"/>
          </p:nvPr>
        </p:nvSpPr>
        <p:spPr>
          <a:xfrm>
            <a:off x="551384" y="1628800"/>
            <a:ext cx="11090938" cy="4668638"/>
          </a:xfrm>
          <a:prstGeom prst="rect">
            <a:avLst/>
          </a:prstGeom>
        </p:spPr>
        <p:txBody>
          <a:bodyPr vert="horz" lIns="0" tIns="0" rIns="0" bIns="0" rtlCol="0">
            <a:noAutofit/>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PL" dirty="0"/>
          </a:p>
        </p:txBody>
      </p:sp>
    </p:spTree>
    <p:extLst>
      <p:ext uri="{BB962C8B-B14F-4D97-AF65-F5344CB8AC3E}">
        <p14:creationId xmlns:p14="http://schemas.microsoft.com/office/powerpoint/2010/main" val="4053014961"/>
      </p:ext>
    </p:extLst>
  </p:cSld>
  <p:clrMap bg1="lt1" tx1="dk1" bg2="lt2" tx2="dk2" accent1="accent1" accent2="accent2" accent3="accent3" accent4="accent4" accent5="accent5" accent6="accent6" hlink="hlink" folHlink="folHlink"/>
  <p:sldLayoutIdLst>
    <p:sldLayoutId id="2147483943" r:id="rId1"/>
    <p:sldLayoutId id="2147483944" r:id="rId2"/>
    <p:sldLayoutId id="2147483946" r:id="rId3"/>
    <p:sldLayoutId id="2147483945" r:id="rId4"/>
    <p:sldLayoutId id="2147483947" r:id="rId5"/>
    <p:sldLayoutId id="2147483948" r:id="rId6"/>
    <p:sldLayoutId id="2147483949" r:id="rId7"/>
    <p:sldLayoutId id="2147483950" r:id="rId8"/>
    <p:sldLayoutId id="2147483952" r:id="rId9"/>
    <p:sldLayoutId id="2147483953" r:id="rId10"/>
    <p:sldLayoutId id="2147483954" r:id="rId11"/>
    <p:sldLayoutId id="2147483955" r:id="rId12"/>
    <p:sldLayoutId id="2147483956" r:id="rId13"/>
    <p:sldLayoutId id="2147483957" r:id="rId14"/>
    <p:sldLayoutId id="2147483958" r:id="rId15"/>
    <p:sldLayoutId id="2147483959" r:id="rId16"/>
    <p:sldLayoutId id="2147483960" r:id="rId17"/>
    <p:sldLayoutId id="2147483961" r:id="rId18"/>
    <p:sldLayoutId id="2147483962" r:id="rId19"/>
    <p:sldLayoutId id="2147483963" r:id="rId20"/>
    <p:sldLayoutId id="2147483964" r:id="rId21"/>
    <p:sldLayoutId id="2147483965" r:id="rId22"/>
    <p:sldLayoutId id="2147483966" r:id="rId23"/>
    <p:sldLayoutId id="2147483967" r:id="rId24"/>
    <p:sldLayoutId id="2147483968" r:id="rId25"/>
    <p:sldLayoutId id="2147483969" r:id="rId26"/>
    <p:sldLayoutId id="2147483970" r:id="rId27"/>
    <p:sldLayoutId id="2147483971" r:id="rId28"/>
    <p:sldLayoutId id="2147483972" r:id="rId29"/>
    <p:sldLayoutId id="2147483973" r:id="rId30"/>
    <p:sldLayoutId id="2147483974" r:id="rId31"/>
    <p:sldLayoutId id="2147483975" r:id="rId32"/>
    <p:sldLayoutId id="2147483976" r:id="rId33"/>
    <p:sldLayoutId id="2147483977" r:id="rId34"/>
    <p:sldLayoutId id="2147483978" r:id="rId35"/>
    <p:sldLayoutId id="2147483979" r:id="rId36"/>
    <p:sldLayoutId id="2147483980" r:id="rId37"/>
    <p:sldLayoutId id="2147483981" r:id="rId38"/>
    <p:sldLayoutId id="2147483982" r:id="rId39"/>
    <p:sldLayoutId id="2147483983" r:id="rId40"/>
    <p:sldLayoutId id="2147483984" r:id="rId41"/>
    <p:sldLayoutId id="2147483985" r:id="rId42"/>
    <p:sldLayoutId id="2147483986" r:id="rId43"/>
    <p:sldLayoutId id="2147483987" r:id="rId44"/>
    <p:sldLayoutId id="2147483988" r:id="rId45"/>
    <p:sldLayoutId id="2147483989" r:id="rId46"/>
    <p:sldLayoutId id="2147483990" r:id="rId47"/>
    <p:sldLayoutId id="2147483991" r:id="rId48"/>
    <p:sldLayoutId id="2147483992" r:id="rId49"/>
    <p:sldLayoutId id="2147483993" r:id="rId50"/>
    <p:sldLayoutId id="2147483994" r:id="rId51"/>
    <p:sldLayoutId id="2147483995" r:id="rId52"/>
    <p:sldLayoutId id="2147483996" r:id="rId53"/>
    <p:sldLayoutId id="2147483997" r:id="rId54"/>
    <p:sldLayoutId id="2147483998" r:id="rId55"/>
    <p:sldLayoutId id="2147483999" r:id="rId56"/>
    <p:sldLayoutId id="2147484000" r:id="rId57"/>
    <p:sldLayoutId id="2147484001" r:id="rId58"/>
    <p:sldLayoutId id="2147484002" r:id="rId59"/>
  </p:sldLayoutIdLst>
  <p:hf hdr="0"/>
  <p:txStyles>
    <p:titleStyle>
      <a:lvl1pPr marL="0" marR="0" indent="0" algn="l" defTabSz="914400" rtl="0" eaLnBrk="1" fontAlgn="auto" latinLnBrk="0" hangingPunct="1">
        <a:lnSpc>
          <a:spcPct val="90000"/>
        </a:lnSpc>
        <a:spcBef>
          <a:spcPct val="0"/>
        </a:spcBef>
        <a:spcAft>
          <a:spcPts val="0"/>
        </a:spcAft>
        <a:buClrTx/>
        <a:buSzTx/>
        <a:buFontTx/>
        <a:buNone/>
        <a:tabLst/>
        <a:defRPr kumimoji="0" lang="de-DE" sz="3200" b="0" i="0" u="none" strike="noStrike" kern="1200" cap="none" spc="0" normalizeH="0" baseline="0" noProof="0" dirty="0">
          <a:ln>
            <a:noFill/>
          </a:ln>
          <a:solidFill>
            <a:schemeClr val="bg1"/>
          </a:solidFill>
          <a:effectLst/>
          <a:uLnTx/>
          <a:uFillTx/>
          <a:latin typeface="+mj-lt"/>
          <a:ea typeface="+mj-ea"/>
          <a:cs typeface="+mj-cs"/>
        </a:defRPr>
      </a:lvl1pPr>
    </p:titleStyle>
    <p:bodyStyle>
      <a:lvl1pPr marL="0" marR="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sz="1400" kern="1200">
          <a:solidFill>
            <a:schemeClr val="bg1"/>
          </a:solidFill>
          <a:latin typeface="+mn-lt"/>
          <a:ea typeface="+mn-ea"/>
          <a:cs typeface="+mn-cs"/>
        </a:defRPr>
      </a:lvl1pPr>
      <a:lvl2pPr marL="180975" indent="-180975" algn="l" defTabSz="914400" rtl="0" eaLnBrk="1" latinLnBrk="0" hangingPunct="1">
        <a:lnSpc>
          <a:spcPct val="100000"/>
        </a:lnSpc>
        <a:spcBef>
          <a:spcPts val="600"/>
        </a:spcBef>
        <a:buClr>
          <a:schemeClr val="bg1"/>
        </a:buClr>
        <a:buFont typeface="Arial" panose="020B0604020202020204" pitchFamily="34" charset="0"/>
        <a:buChar char="•"/>
        <a:defRPr sz="1400" kern="1200">
          <a:solidFill>
            <a:schemeClr val="bg1"/>
          </a:solidFill>
          <a:latin typeface="+mn-lt"/>
          <a:ea typeface="+mn-ea"/>
          <a:cs typeface="+mn-cs"/>
        </a:defRPr>
      </a:lvl2pPr>
      <a:lvl3pPr marL="360000" indent="-180000" algn="l" defTabSz="914400" rtl="0" eaLnBrk="1" latinLnBrk="0" hangingPunct="1">
        <a:lnSpc>
          <a:spcPct val="100000"/>
        </a:lnSpc>
        <a:spcBef>
          <a:spcPts val="600"/>
        </a:spcBef>
        <a:buClr>
          <a:schemeClr val="bg1"/>
        </a:buClr>
        <a:buFont typeface="System Font Regular"/>
        <a:buChar char="-"/>
        <a:defRPr sz="1400" kern="1200">
          <a:solidFill>
            <a:schemeClr val="bg1"/>
          </a:solidFill>
          <a:latin typeface="+mn-lt"/>
          <a:ea typeface="+mn-ea"/>
          <a:cs typeface="+mn-cs"/>
        </a:defRPr>
      </a:lvl3pPr>
      <a:lvl4pPr marL="539750" indent="-180000" algn="l" defTabSz="914400" rtl="0" eaLnBrk="1" latinLnBrk="0" hangingPunct="1">
        <a:lnSpc>
          <a:spcPct val="100000"/>
        </a:lnSpc>
        <a:spcBef>
          <a:spcPts val="600"/>
        </a:spcBef>
        <a:buClr>
          <a:schemeClr val="accent2"/>
        </a:buClr>
        <a:buFont typeface="Arial" panose="020B0604020202020204" pitchFamily="34" charset="0"/>
        <a:buChar char="•"/>
        <a:tabLst/>
        <a:defRPr sz="1200" kern="1200">
          <a:solidFill>
            <a:schemeClr val="bg1"/>
          </a:solidFill>
          <a:latin typeface="+mn-lt"/>
          <a:ea typeface="+mn-ea"/>
          <a:cs typeface="+mn-cs"/>
        </a:defRPr>
      </a:lvl4pPr>
      <a:lvl5pPr marL="719138" indent="-180975" algn="l" defTabSz="914400" rtl="0" eaLnBrk="1" latinLnBrk="0" hangingPunct="1">
        <a:lnSpc>
          <a:spcPct val="100000"/>
        </a:lnSpc>
        <a:spcBef>
          <a:spcPts val="600"/>
        </a:spcBef>
        <a:buClr>
          <a:schemeClr val="accent2"/>
        </a:buClr>
        <a:buFont typeface="System Font Regular"/>
        <a:buChar char="-"/>
        <a:defRPr sz="1200" kern="1200">
          <a:solidFill>
            <a:schemeClr val="bg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pt-P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8" orient="horz" pos="709">
          <p15:clr>
            <a:srgbClr val="F26B43"/>
          </p15:clr>
        </p15:guide>
        <p15:guide id="19" orient="horz" pos="4065">
          <p15:clr>
            <a:srgbClr val="F26B43"/>
          </p15:clr>
        </p15:guide>
        <p15:guide id="20" pos="347">
          <p15:clr>
            <a:srgbClr val="F26B43"/>
          </p15:clr>
        </p15:guide>
        <p15:guide id="21" pos="3840">
          <p15:clr>
            <a:srgbClr val="F26B43"/>
          </p15:clr>
        </p15:guide>
        <p15:guide id="22" pos="7333">
          <p15:clr>
            <a:srgbClr val="F26B43"/>
          </p15:clr>
        </p15:guide>
        <p15:guide id="23" orient="horz" pos="164">
          <p15:clr>
            <a:srgbClr val="F26B43"/>
          </p15:clr>
        </p15:guide>
        <p15:guide id="24" orient="horz" pos="1026">
          <p15:clr>
            <a:srgbClr val="F26B43"/>
          </p15:clr>
        </p15:guide>
        <p15:guide id="25" orient="horz" pos="346">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hyperlink" Target="https://dam.gettyimages.com/capgemini/photo-library" TargetMode="External"/><Relationship Id="rId2" Type="http://schemas.openxmlformats.org/officeDocument/2006/relationships/image" Target="../media/image15.jpeg"/><Relationship Id="rId1" Type="http://schemas.openxmlformats.org/officeDocument/2006/relationships/slideLayout" Target="../slideLayouts/slideLayout5.xml"/><Relationship Id="rId6" Type="http://schemas.openxmlformats.org/officeDocument/2006/relationships/hyperlink" Target="https://stock.adobe.com/" TargetMode="External"/><Relationship Id="rId5" Type="http://schemas.openxmlformats.org/officeDocument/2006/relationships/hyperlink" Target="https://www.shutterstock.com/" TargetMode="External"/><Relationship Id="rId4" Type="http://schemas.openxmlformats.org/officeDocument/2006/relationships/hyperlink" Target="https://www.gettyimages.co.uk/" TargetMode="External"/></Relationships>
</file>

<file path=ppt/slides/_rels/slide2.xml.rels><?xml version="1.0" encoding="UTF-8" standalone="yes"?>
<Relationships xmlns="http://schemas.openxmlformats.org/package/2006/relationships"><Relationship Id="rId8" Type="http://schemas.openxmlformats.org/officeDocument/2006/relationships/hyperlink" Target="https://visualidentity.capgemini.com/" TargetMode="External"/><Relationship Id="rId3" Type="http://schemas.openxmlformats.org/officeDocument/2006/relationships/hyperlink" Target="https://dam.gettyimages.com/capgemini/photo-library" TargetMode="External"/><Relationship Id="rId7" Type="http://schemas.openxmlformats.org/officeDocument/2006/relationships/hyperlink" Target="https://support.microsoft.com/en-gb/office/what-am-i-allowed-to-use-premium-creative-content-for-0de69c76-ff2b-473e-b715-4d245e39e895" TargetMode="External"/><Relationship Id="rId12" Type="http://schemas.openxmlformats.org/officeDocument/2006/relationships/image" Target="../media/image19.png"/><Relationship Id="rId2" Type="http://schemas.openxmlformats.org/officeDocument/2006/relationships/notesSlide" Target="../notesSlides/notesSlide1.xml"/><Relationship Id="rId1" Type="http://schemas.openxmlformats.org/officeDocument/2006/relationships/slideLayout" Target="../slideLayouts/slideLayout18.xml"/><Relationship Id="rId6" Type="http://schemas.openxmlformats.org/officeDocument/2006/relationships/hyperlink" Target="https://stock.adobe.com/" TargetMode="External"/><Relationship Id="rId11" Type="http://schemas.openxmlformats.org/officeDocument/2006/relationships/image" Target="../media/image18.png"/><Relationship Id="rId5" Type="http://schemas.openxmlformats.org/officeDocument/2006/relationships/hyperlink" Target="https://www.shutterstock.com/" TargetMode="External"/><Relationship Id="rId10" Type="http://schemas.openxmlformats.org/officeDocument/2006/relationships/image" Target="../media/image17.png"/><Relationship Id="rId4" Type="http://schemas.openxmlformats.org/officeDocument/2006/relationships/hyperlink" Target="https://www.gettyimages.co.uk/" TargetMode="External"/><Relationship Id="rId9" Type="http://schemas.openxmlformats.org/officeDocument/2006/relationships/image" Target="../media/image16.png"/></Relationships>
</file>

<file path=ppt/slides/_rels/slide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18.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s/_rels/slide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18.xml"/></Relationships>
</file>

<file path=ppt/slides/_rels/slide5.xml.rels><?xml version="1.0" encoding="UTF-8" standalone="yes"?>
<Relationships xmlns="http://schemas.openxmlformats.org/package/2006/relationships"><Relationship Id="rId8" Type="http://schemas.openxmlformats.org/officeDocument/2006/relationships/hyperlink" Target="https://stock.adobe.com/" TargetMode="External"/><Relationship Id="rId3" Type="http://schemas.openxmlformats.org/officeDocument/2006/relationships/image" Target="../media/image27.jpeg"/><Relationship Id="rId7" Type="http://schemas.openxmlformats.org/officeDocument/2006/relationships/hyperlink" Target="https://www.shutterstock.com/" TargetMode="External"/><Relationship Id="rId2" Type="http://schemas.openxmlformats.org/officeDocument/2006/relationships/notesSlide" Target="../notesSlides/notesSlide2.xml"/><Relationship Id="rId1" Type="http://schemas.openxmlformats.org/officeDocument/2006/relationships/slideLayout" Target="../slideLayouts/slideLayout6.xml"/><Relationship Id="rId6" Type="http://schemas.openxmlformats.org/officeDocument/2006/relationships/hyperlink" Target="https://www.gettyimages.co.uk/" TargetMode="External"/><Relationship Id="rId5" Type="http://schemas.openxmlformats.org/officeDocument/2006/relationships/hyperlink" Target="https://dam.gettyimages.com/capgemini/photo-library" TargetMode="External"/><Relationship Id="rId4" Type="http://schemas.openxmlformats.org/officeDocument/2006/relationships/image" Target="../media/image28.jpe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19.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hyperlink" Target="https://dam.gettyimages.com/capgemini/photo-library" TargetMode="External"/><Relationship Id="rId2" Type="http://schemas.openxmlformats.org/officeDocument/2006/relationships/image" Target="../media/image29.jpg"/><Relationship Id="rId1" Type="http://schemas.openxmlformats.org/officeDocument/2006/relationships/slideLayout" Target="../slideLayouts/slideLayout10.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12.xml.rels><?xml version="1.0" encoding="UTF-8" standalone="yes"?>
<Relationships xmlns="http://schemas.openxmlformats.org/package/2006/relationships"><Relationship Id="rId3" Type="http://schemas.openxmlformats.org/officeDocument/2006/relationships/hyperlink" Target="https://dam.gettyimages.com/capgemini/photo-library" TargetMode="External"/><Relationship Id="rId2" Type="http://schemas.openxmlformats.org/officeDocument/2006/relationships/image" Target="../media/image30.jpeg"/><Relationship Id="rId1" Type="http://schemas.openxmlformats.org/officeDocument/2006/relationships/slideLayout" Target="../slideLayouts/slideLayout50.xml"/><Relationship Id="rId6" Type="http://schemas.openxmlformats.org/officeDocument/2006/relationships/hyperlink" Target="https://stock.adobe.com/" TargetMode="External"/><Relationship Id="rId5" Type="http://schemas.openxmlformats.org/officeDocument/2006/relationships/hyperlink" Target="https://www.shutterstock.com/" TargetMode="External"/><Relationship Id="rId4" Type="http://schemas.openxmlformats.org/officeDocument/2006/relationships/hyperlink" Target="https://www.gettyimages.co.uk/" TargetMode="Externa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8.xml"/><Relationship Id="rId1" Type="http://schemas.openxmlformats.org/officeDocument/2006/relationships/tags" Target="../tags/tag13.xml"/></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17.xml"/><Relationship Id="rId1" Type="http://schemas.openxmlformats.org/officeDocument/2006/relationships/tags" Target="../tags/tag1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35.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9.xml.rels><?xml version="1.0" encoding="UTF-8" standalone="yes"?>
<Relationships xmlns="http://schemas.openxmlformats.org/package/2006/relationships"><Relationship Id="rId3" Type="http://schemas.openxmlformats.org/officeDocument/2006/relationships/hyperlink" Target="https://dam.gettyimages.com/capgemini/photo-library" TargetMode="External"/><Relationship Id="rId2" Type="http://schemas.openxmlformats.org/officeDocument/2006/relationships/image" Target="../media/image31.jpeg"/><Relationship Id="rId1" Type="http://schemas.openxmlformats.org/officeDocument/2006/relationships/slideLayout" Target="../slideLayouts/slideLayout5.xml"/><Relationship Id="rId6" Type="http://schemas.openxmlformats.org/officeDocument/2006/relationships/hyperlink" Target="https://stock.adobe.com/" TargetMode="External"/><Relationship Id="rId5" Type="http://schemas.openxmlformats.org/officeDocument/2006/relationships/hyperlink" Target="https://www.shutterstock.com/" TargetMode="External"/><Relationship Id="rId4" Type="http://schemas.openxmlformats.org/officeDocument/2006/relationships/hyperlink" Target="https://www.gettyimages.co.uk/" TargetMode="External"/></Relationships>
</file>

<file path=ppt/slides/_rels/slide20.xml.rels><?xml version="1.0" encoding="UTF-8" standalone="yes"?>
<Relationships xmlns="http://schemas.openxmlformats.org/package/2006/relationships"><Relationship Id="rId3" Type="http://schemas.openxmlformats.org/officeDocument/2006/relationships/hyperlink" Target="https://dam.gettyimages.com/capgemini/photo-library" TargetMode="External"/><Relationship Id="rId2" Type="http://schemas.openxmlformats.org/officeDocument/2006/relationships/notesSlide" Target="../notesSlides/notesSlide7.xml"/><Relationship Id="rId1" Type="http://schemas.openxmlformats.org/officeDocument/2006/relationships/slideLayout" Target="../slideLayouts/slideLayout122.xml"/><Relationship Id="rId6" Type="http://schemas.openxmlformats.org/officeDocument/2006/relationships/hyperlink" Target="https://stock.adobe.com/" TargetMode="External"/><Relationship Id="rId5" Type="http://schemas.openxmlformats.org/officeDocument/2006/relationships/hyperlink" Target="https://www.shutterstock.com/" TargetMode="External"/><Relationship Id="rId4" Type="http://schemas.openxmlformats.org/officeDocument/2006/relationships/hyperlink" Target="https://www.gettyimages.co.uk/"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5.xml"/></Relationships>
</file>

<file path=ppt/slides/_rels/slide22.xml.rels><?xml version="1.0" encoding="UTF-8" standalone="yes"?>
<Relationships xmlns="http://schemas.openxmlformats.org/package/2006/relationships"><Relationship Id="rId3" Type="http://schemas.openxmlformats.org/officeDocument/2006/relationships/hyperlink" Target="https://dam.gettyimages.com/capgemini/photo-library" TargetMode="External"/><Relationship Id="rId2" Type="http://schemas.openxmlformats.org/officeDocument/2006/relationships/image" Target="../media/image32.jpeg"/><Relationship Id="rId1" Type="http://schemas.openxmlformats.org/officeDocument/2006/relationships/slideLayout" Target="../slideLayouts/slideLayout5.xml"/><Relationship Id="rId6" Type="http://schemas.openxmlformats.org/officeDocument/2006/relationships/hyperlink" Target="https://stock.adobe.com/" TargetMode="External"/><Relationship Id="rId5" Type="http://schemas.openxmlformats.org/officeDocument/2006/relationships/hyperlink" Target="https://www.shutterstock.com/" TargetMode="External"/><Relationship Id="rId4" Type="http://schemas.openxmlformats.org/officeDocument/2006/relationships/hyperlink" Target="https://www.gettyimages.co.uk/" TargetMode="External"/></Relationships>
</file>

<file path=ppt/slides/_rels/slide23.xml.rels><?xml version="1.0" encoding="UTF-8" standalone="yes"?>
<Relationships xmlns="http://schemas.openxmlformats.org/package/2006/relationships"><Relationship Id="rId3" Type="http://schemas.openxmlformats.org/officeDocument/2006/relationships/hyperlink" Target="https://www.capgemini.com/" TargetMode="External"/><Relationship Id="rId2" Type="http://schemas.openxmlformats.org/officeDocument/2006/relationships/image" Target="../media/image33.jpeg"/><Relationship Id="rId1" Type="http://schemas.openxmlformats.org/officeDocument/2006/relationships/slideLayout" Target="../slideLayouts/slideLayout58.xml"/><Relationship Id="rId4" Type="http://schemas.openxmlformats.org/officeDocument/2006/relationships/hyperlink" Target="https://dam.gettyimages.com/capgemini/photo-library"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39.xml"/></Relationships>
</file>

<file path=ppt/slides/_rels/slide25.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21.xml"/></Relationships>
</file>

<file path=ppt/slides/_rels/slide26.xml.rels><?xml version="1.0" encoding="UTF-8" standalone="yes"?>
<Relationships xmlns="http://schemas.openxmlformats.org/package/2006/relationships"><Relationship Id="rId3" Type="http://schemas.openxmlformats.org/officeDocument/2006/relationships/hyperlink" Target="https://dam.gettyimages.com/capgemini/photo-library" TargetMode="External"/><Relationship Id="rId2" Type="http://schemas.openxmlformats.org/officeDocument/2006/relationships/image" Target="../media/image35.jpg"/><Relationship Id="rId1" Type="http://schemas.openxmlformats.org/officeDocument/2006/relationships/slideLayout" Target="../slideLayouts/slideLayout4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4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54.xml"/></Relationships>
</file>

<file path=ppt/slides/_rels/slide29.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140.xml"/><Relationship Id="rId4" Type="http://schemas.openxmlformats.org/officeDocument/2006/relationships/chart" Target="../charts/chart3.xml"/></Relationships>
</file>

<file path=ppt/slides/_rels/slide30.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chart" Target="../charts/chart4.xml"/><Relationship Id="rId1" Type="http://schemas.openxmlformats.org/officeDocument/2006/relationships/slideLayout" Target="../slideLayouts/slideLayout136.xml"/><Relationship Id="rId4" Type="http://schemas.openxmlformats.org/officeDocument/2006/relationships/chart" Target="../charts/chart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44.xml"/></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20.xml"/><Relationship Id="rId1" Type="http://schemas.openxmlformats.org/officeDocument/2006/relationships/tags" Target="../tags/tag15.xml"/><Relationship Id="rId4" Type="http://schemas.openxmlformats.org/officeDocument/2006/relationships/chart" Target="../charts/chart7.xml"/></Relationships>
</file>

<file path=ppt/slides/_rels/slide37.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9.xml"/><Relationship Id="rId1" Type="http://schemas.openxmlformats.org/officeDocument/2006/relationships/slideLayout" Target="../slideLayouts/slideLayout18.xml"/><Relationship Id="rId6" Type="http://schemas.openxmlformats.org/officeDocument/2006/relationships/hyperlink" Target="https://dam.gettyimages.com/capgemini/photo-library" TargetMode="External"/><Relationship Id="rId5" Type="http://schemas.openxmlformats.org/officeDocument/2006/relationships/image" Target="../media/image38.jpeg"/><Relationship Id="rId4" Type="http://schemas.openxmlformats.org/officeDocument/2006/relationships/image" Target="../media/image37.jpeg"/></Relationships>
</file>

<file path=ppt/slides/_rels/slide38.xml.rels><?xml version="1.0" encoding="UTF-8" standalone="yes"?>
<Relationships xmlns="http://schemas.openxmlformats.org/package/2006/relationships"><Relationship Id="rId2" Type="http://schemas.openxmlformats.org/officeDocument/2006/relationships/image" Target="../media/image39.jpeg"/><Relationship Id="rId1" Type="http://schemas.openxmlformats.org/officeDocument/2006/relationships/slideLayout" Target="../slideLayouts/slideLayout1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3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38.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4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3" Type="http://schemas.openxmlformats.org/officeDocument/2006/relationships/hyperlink" Target="https://dam.gettyimages.com/capgemini/photo-library" TargetMode="External"/><Relationship Id="rId2" Type="http://schemas.openxmlformats.org/officeDocument/2006/relationships/image" Target="../media/image40.jpeg"/><Relationship Id="rId1" Type="http://schemas.openxmlformats.org/officeDocument/2006/relationships/slideLayout" Target="../slideLayouts/slideLayout14.xml"/><Relationship Id="rId6" Type="http://schemas.openxmlformats.org/officeDocument/2006/relationships/hyperlink" Target="https://stock.adobe.com/" TargetMode="External"/><Relationship Id="rId5" Type="http://schemas.openxmlformats.org/officeDocument/2006/relationships/hyperlink" Target="https://www.shutterstock.com/" TargetMode="External"/><Relationship Id="rId4" Type="http://schemas.openxmlformats.org/officeDocument/2006/relationships/hyperlink" Target="https://www.gettyimages.co.uk/" TargetMode="External"/></Relationships>
</file>

<file path=ppt/slides/_rels/slide47.xml.rels><?xml version="1.0" encoding="UTF-8" standalone="yes"?>
<Relationships xmlns="http://schemas.openxmlformats.org/package/2006/relationships"><Relationship Id="rId2" Type="http://schemas.openxmlformats.org/officeDocument/2006/relationships/slideLayout" Target="../slideLayouts/slideLayout167.xml"/><Relationship Id="rId1" Type="http://schemas.openxmlformats.org/officeDocument/2006/relationships/tags" Target="../tags/tag16.xml"/></Relationships>
</file>

<file path=ppt/slides/_rels/slide48.xml.rels><?xml version="1.0" encoding="UTF-8" standalone="yes"?>
<Relationships xmlns="http://schemas.openxmlformats.org/package/2006/relationships"><Relationship Id="rId3" Type="http://schemas.openxmlformats.org/officeDocument/2006/relationships/image" Target="../media/image2.emf"/><Relationship Id="rId7" Type="http://schemas.openxmlformats.org/officeDocument/2006/relationships/hyperlink" Target="https://stock.adobe.com/" TargetMode="External"/><Relationship Id="rId2" Type="http://schemas.openxmlformats.org/officeDocument/2006/relationships/image" Target="../media/image41.jpeg"/><Relationship Id="rId1" Type="http://schemas.openxmlformats.org/officeDocument/2006/relationships/slideLayout" Target="../slideLayouts/slideLayout172.xml"/><Relationship Id="rId6" Type="http://schemas.openxmlformats.org/officeDocument/2006/relationships/hyperlink" Target="https://www.shutterstock.com/" TargetMode="External"/><Relationship Id="rId5" Type="http://schemas.openxmlformats.org/officeDocument/2006/relationships/hyperlink" Target="https://www.gettyimages.co.uk/" TargetMode="External"/><Relationship Id="rId4" Type="http://schemas.openxmlformats.org/officeDocument/2006/relationships/hyperlink" Target="https://dam.gettyimages.com/capgemini/photo-library" TargetMode="Externa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6.xml"/></Relationships>
</file>

<file path=ppt/slides/_rels/slide50.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chart" Target="../charts/chart8.xml"/><Relationship Id="rId1" Type="http://schemas.openxmlformats.org/officeDocument/2006/relationships/slideLayout" Target="../slideLayouts/slideLayout22.xml"/><Relationship Id="rId4" Type="http://schemas.openxmlformats.org/officeDocument/2006/relationships/chart" Target="../charts/chart10.xml"/></Relationships>
</file>

<file path=ppt/slides/_rels/slide51.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chart" Target="../charts/chart11.xml"/><Relationship Id="rId1" Type="http://schemas.openxmlformats.org/officeDocument/2006/relationships/slideLayout" Target="../slideLayouts/slideLayout22.xml"/><Relationship Id="rId4" Type="http://schemas.openxmlformats.org/officeDocument/2006/relationships/chart" Target="../charts/chart13.xml"/></Relationships>
</file>

<file path=ppt/slides/_rels/slide52.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chart" Target="../charts/chart14.xml"/><Relationship Id="rId1" Type="http://schemas.openxmlformats.org/officeDocument/2006/relationships/slideLayout" Target="../slideLayouts/slideLayout140.xml"/><Relationship Id="rId4" Type="http://schemas.openxmlformats.org/officeDocument/2006/relationships/chart" Target="../charts/chart16.xml"/></Relationships>
</file>

<file path=ppt/slides/_rels/slide53.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chart" Target="../charts/chart17.xml"/><Relationship Id="rId1" Type="http://schemas.openxmlformats.org/officeDocument/2006/relationships/slideLayout" Target="../slideLayouts/slideLayout18.xml"/><Relationship Id="rId4" Type="http://schemas.openxmlformats.org/officeDocument/2006/relationships/chart" Target="../charts/chart19.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3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36.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4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5.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8.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36.xml"/></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20.xml"/><Relationship Id="rId1" Type="http://schemas.openxmlformats.org/officeDocument/2006/relationships/tags" Target="../tags/tag17.xml"/><Relationship Id="rId4" Type="http://schemas.openxmlformats.org/officeDocument/2006/relationships/chart" Target="../charts/chart20.xml"/></Relationships>
</file>

<file path=ppt/slides/_rels/slide69.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notesSlide" Target="../notesSlides/notesSlide12.xml"/><Relationship Id="rId1" Type="http://schemas.openxmlformats.org/officeDocument/2006/relationships/slideLayout" Target="../slideLayouts/slideLayout22.xml"/></Relationships>
</file>

<file path=ppt/slides/_rels/slide70.xml.rels><?xml version="1.0" encoding="UTF-8" standalone="yes"?>
<Relationships xmlns="http://schemas.openxmlformats.org/package/2006/relationships"><Relationship Id="rId3" Type="http://schemas.openxmlformats.org/officeDocument/2006/relationships/chart" Target="../charts/chart22.xml"/><Relationship Id="rId2" Type="http://schemas.openxmlformats.org/officeDocument/2006/relationships/notesSlide" Target="../notesSlides/notesSlide13.xml"/><Relationship Id="rId1" Type="http://schemas.openxmlformats.org/officeDocument/2006/relationships/slideLayout" Target="../slideLayouts/slideLayout2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2.xml"/></Relationships>
</file>

<file path=ppt/slides/_rels/slide72.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15.xml"/><Relationship Id="rId1" Type="http://schemas.openxmlformats.org/officeDocument/2006/relationships/slideLayout" Target="../slideLayouts/slideLayout18.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36.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36.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8.xml"/></Relationships>
</file>

<file path=ppt/slides/_rels/slide7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18.xml"/><Relationship Id="rId1" Type="http://schemas.openxmlformats.org/officeDocument/2006/relationships/tags" Target="../tags/tag18.xml"/></Relationships>
</file>

<file path=ppt/slides/_rels/slide79.xml.rels><?xml version="1.0" encoding="UTF-8" standalone="yes"?>
<Relationships xmlns="http://schemas.openxmlformats.org/package/2006/relationships"><Relationship Id="rId8" Type="http://schemas.openxmlformats.org/officeDocument/2006/relationships/tags" Target="../tags/tag26.xml"/><Relationship Id="rId13" Type="http://schemas.openxmlformats.org/officeDocument/2006/relationships/tags" Target="../tags/tag31.xml"/><Relationship Id="rId18" Type="http://schemas.openxmlformats.org/officeDocument/2006/relationships/tags" Target="../tags/tag36.xml"/><Relationship Id="rId26" Type="http://schemas.openxmlformats.org/officeDocument/2006/relationships/slideLayout" Target="../slideLayouts/slideLayout22.xml"/><Relationship Id="rId3" Type="http://schemas.openxmlformats.org/officeDocument/2006/relationships/tags" Target="../tags/tag21.xml"/><Relationship Id="rId21" Type="http://schemas.openxmlformats.org/officeDocument/2006/relationships/tags" Target="../tags/tag39.xml"/><Relationship Id="rId7" Type="http://schemas.openxmlformats.org/officeDocument/2006/relationships/tags" Target="../tags/tag25.xml"/><Relationship Id="rId12" Type="http://schemas.openxmlformats.org/officeDocument/2006/relationships/tags" Target="../tags/tag30.xml"/><Relationship Id="rId17" Type="http://schemas.openxmlformats.org/officeDocument/2006/relationships/tags" Target="../tags/tag35.xml"/><Relationship Id="rId25" Type="http://schemas.openxmlformats.org/officeDocument/2006/relationships/tags" Target="../tags/tag43.xml"/><Relationship Id="rId2" Type="http://schemas.openxmlformats.org/officeDocument/2006/relationships/tags" Target="../tags/tag20.xml"/><Relationship Id="rId16" Type="http://schemas.openxmlformats.org/officeDocument/2006/relationships/tags" Target="../tags/tag34.xml"/><Relationship Id="rId20" Type="http://schemas.openxmlformats.org/officeDocument/2006/relationships/tags" Target="../tags/tag38.xml"/><Relationship Id="rId1" Type="http://schemas.openxmlformats.org/officeDocument/2006/relationships/tags" Target="../tags/tag19.xml"/><Relationship Id="rId6" Type="http://schemas.openxmlformats.org/officeDocument/2006/relationships/tags" Target="../tags/tag24.xml"/><Relationship Id="rId11" Type="http://schemas.openxmlformats.org/officeDocument/2006/relationships/tags" Target="../tags/tag29.xml"/><Relationship Id="rId24" Type="http://schemas.openxmlformats.org/officeDocument/2006/relationships/tags" Target="../tags/tag42.xml"/><Relationship Id="rId5" Type="http://schemas.openxmlformats.org/officeDocument/2006/relationships/tags" Target="../tags/tag23.xml"/><Relationship Id="rId15" Type="http://schemas.openxmlformats.org/officeDocument/2006/relationships/tags" Target="../tags/tag33.xml"/><Relationship Id="rId23" Type="http://schemas.openxmlformats.org/officeDocument/2006/relationships/tags" Target="../tags/tag41.xml"/><Relationship Id="rId10" Type="http://schemas.openxmlformats.org/officeDocument/2006/relationships/tags" Target="../tags/tag28.xml"/><Relationship Id="rId19" Type="http://schemas.openxmlformats.org/officeDocument/2006/relationships/tags" Target="../tags/tag37.xml"/><Relationship Id="rId4" Type="http://schemas.openxmlformats.org/officeDocument/2006/relationships/tags" Target="../tags/tag22.xml"/><Relationship Id="rId9" Type="http://schemas.openxmlformats.org/officeDocument/2006/relationships/tags" Target="../tags/tag27.xml"/><Relationship Id="rId14" Type="http://schemas.openxmlformats.org/officeDocument/2006/relationships/tags" Target="../tags/tag32.xml"/><Relationship Id="rId22" Type="http://schemas.openxmlformats.org/officeDocument/2006/relationships/tags" Target="../tags/tag40.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81.xml.rels><?xml version="1.0" encoding="UTF-8" standalone="yes"?>
<Relationships xmlns="http://schemas.openxmlformats.org/package/2006/relationships"><Relationship Id="rId8" Type="http://schemas.microsoft.com/office/2007/relationships/diagramDrawing" Target="../diagrams/drawing3.xml"/><Relationship Id="rId3" Type="http://schemas.openxmlformats.org/officeDocument/2006/relationships/notesSlide" Target="../notesSlides/notesSlide20.xml"/><Relationship Id="rId7" Type="http://schemas.openxmlformats.org/officeDocument/2006/relationships/diagramColors" Target="../diagrams/colors3.xml"/><Relationship Id="rId2" Type="http://schemas.openxmlformats.org/officeDocument/2006/relationships/slideLayout" Target="../slideLayouts/slideLayout26.xml"/><Relationship Id="rId1" Type="http://schemas.openxmlformats.org/officeDocument/2006/relationships/tags" Target="../tags/tag44.xml"/><Relationship Id="rId6" Type="http://schemas.openxmlformats.org/officeDocument/2006/relationships/diagramQuickStyle" Target="../diagrams/quickStyle3.xml"/><Relationship Id="rId5" Type="http://schemas.openxmlformats.org/officeDocument/2006/relationships/diagramLayout" Target="../diagrams/layout3.xml"/><Relationship Id="rId4" Type="http://schemas.openxmlformats.org/officeDocument/2006/relationships/diagramData" Target="../diagrams/data3.xml"/></Relationships>
</file>

<file path=ppt/slides/_rels/slide82.xml.rels><?xml version="1.0" encoding="UTF-8" standalone="yes"?>
<Relationships xmlns="http://schemas.openxmlformats.org/package/2006/relationships"><Relationship Id="rId13" Type="http://schemas.openxmlformats.org/officeDocument/2006/relationships/tags" Target="../tags/tag57.xml"/><Relationship Id="rId18" Type="http://schemas.openxmlformats.org/officeDocument/2006/relationships/tags" Target="../tags/tag62.xml"/><Relationship Id="rId26" Type="http://schemas.openxmlformats.org/officeDocument/2006/relationships/tags" Target="../tags/tag70.xml"/><Relationship Id="rId39" Type="http://schemas.openxmlformats.org/officeDocument/2006/relationships/tags" Target="../tags/tag83.xml"/><Relationship Id="rId21" Type="http://schemas.openxmlformats.org/officeDocument/2006/relationships/tags" Target="../tags/tag65.xml"/><Relationship Id="rId34" Type="http://schemas.openxmlformats.org/officeDocument/2006/relationships/tags" Target="../tags/tag78.xml"/><Relationship Id="rId42" Type="http://schemas.openxmlformats.org/officeDocument/2006/relationships/notesSlide" Target="../notesSlides/notesSlide21.xml"/><Relationship Id="rId7" Type="http://schemas.openxmlformats.org/officeDocument/2006/relationships/tags" Target="../tags/tag51.xml"/><Relationship Id="rId2" Type="http://schemas.openxmlformats.org/officeDocument/2006/relationships/tags" Target="../tags/tag46.xml"/><Relationship Id="rId16" Type="http://schemas.openxmlformats.org/officeDocument/2006/relationships/tags" Target="../tags/tag60.xml"/><Relationship Id="rId20" Type="http://schemas.openxmlformats.org/officeDocument/2006/relationships/tags" Target="../tags/tag64.xml"/><Relationship Id="rId29" Type="http://schemas.openxmlformats.org/officeDocument/2006/relationships/tags" Target="../tags/tag73.xml"/><Relationship Id="rId41" Type="http://schemas.openxmlformats.org/officeDocument/2006/relationships/slideLayout" Target="../slideLayouts/slideLayout20.xml"/><Relationship Id="rId1" Type="http://schemas.openxmlformats.org/officeDocument/2006/relationships/tags" Target="../tags/tag45.xml"/><Relationship Id="rId6" Type="http://schemas.openxmlformats.org/officeDocument/2006/relationships/tags" Target="../tags/tag50.xml"/><Relationship Id="rId11" Type="http://schemas.openxmlformats.org/officeDocument/2006/relationships/tags" Target="../tags/tag55.xml"/><Relationship Id="rId24" Type="http://schemas.openxmlformats.org/officeDocument/2006/relationships/tags" Target="../tags/tag68.xml"/><Relationship Id="rId32" Type="http://schemas.openxmlformats.org/officeDocument/2006/relationships/tags" Target="../tags/tag76.xml"/><Relationship Id="rId37" Type="http://schemas.openxmlformats.org/officeDocument/2006/relationships/tags" Target="../tags/tag81.xml"/><Relationship Id="rId40" Type="http://schemas.openxmlformats.org/officeDocument/2006/relationships/tags" Target="../tags/tag84.xml"/><Relationship Id="rId5" Type="http://schemas.openxmlformats.org/officeDocument/2006/relationships/tags" Target="../tags/tag49.xml"/><Relationship Id="rId15" Type="http://schemas.openxmlformats.org/officeDocument/2006/relationships/tags" Target="../tags/tag59.xml"/><Relationship Id="rId23" Type="http://schemas.openxmlformats.org/officeDocument/2006/relationships/tags" Target="../tags/tag67.xml"/><Relationship Id="rId28" Type="http://schemas.openxmlformats.org/officeDocument/2006/relationships/tags" Target="../tags/tag72.xml"/><Relationship Id="rId36" Type="http://schemas.openxmlformats.org/officeDocument/2006/relationships/tags" Target="../tags/tag80.xml"/><Relationship Id="rId10" Type="http://schemas.openxmlformats.org/officeDocument/2006/relationships/tags" Target="../tags/tag54.xml"/><Relationship Id="rId19" Type="http://schemas.openxmlformats.org/officeDocument/2006/relationships/tags" Target="../tags/tag63.xml"/><Relationship Id="rId31" Type="http://schemas.openxmlformats.org/officeDocument/2006/relationships/tags" Target="../tags/tag75.xml"/><Relationship Id="rId4" Type="http://schemas.openxmlformats.org/officeDocument/2006/relationships/tags" Target="../tags/tag48.xml"/><Relationship Id="rId9" Type="http://schemas.openxmlformats.org/officeDocument/2006/relationships/tags" Target="../tags/tag53.xml"/><Relationship Id="rId14" Type="http://schemas.openxmlformats.org/officeDocument/2006/relationships/tags" Target="../tags/tag58.xml"/><Relationship Id="rId22" Type="http://schemas.openxmlformats.org/officeDocument/2006/relationships/tags" Target="../tags/tag66.xml"/><Relationship Id="rId27" Type="http://schemas.openxmlformats.org/officeDocument/2006/relationships/tags" Target="../tags/tag71.xml"/><Relationship Id="rId30" Type="http://schemas.openxmlformats.org/officeDocument/2006/relationships/tags" Target="../tags/tag74.xml"/><Relationship Id="rId35" Type="http://schemas.openxmlformats.org/officeDocument/2006/relationships/tags" Target="../tags/tag79.xml"/><Relationship Id="rId8" Type="http://schemas.openxmlformats.org/officeDocument/2006/relationships/tags" Target="../tags/tag52.xml"/><Relationship Id="rId3" Type="http://schemas.openxmlformats.org/officeDocument/2006/relationships/tags" Target="../tags/tag47.xml"/><Relationship Id="rId12" Type="http://schemas.openxmlformats.org/officeDocument/2006/relationships/tags" Target="../tags/tag56.xml"/><Relationship Id="rId17" Type="http://schemas.openxmlformats.org/officeDocument/2006/relationships/tags" Target="../tags/tag61.xml"/><Relationship Id="rId25" Type="http://schemas.openxmlformats.org/officeDocument/2006/relationships/tags" Target="../tags/tag69.xml"/><Relationship Id="rId33" Type="http://schemas.openxmlformats.org/officeDocument/2006/relationships/tags" Target="../tags/tag77.xml"/><Relationship Id="rId38" Type="http://schemas.openxmlformats.org/officeDocument/2006/relationships/tags" Target="../tags/tag82.xml"/></Relationships>
</file>

<file path=ppt/slides/_rels/slide83.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20.xml"/><Relationship Id="rId1" Type="http://schemas.openxmlformats.org/officeDocument/2006/relationships/tags" Target="../tags/tag85.xml"/></Relationships>
</file>

<file path=ppt/slides/_rels/slide84.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18.xml"/><Relationship Id="rId1" Type="http://schemas.openxmlformats.org/officeDocument/2006/relationships/tags" Target="../tags/tag86.xml"/></Relationships>
</file>

<file path=ppt/slides/_rels/slide85.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17.xml"/><Relationship Id="rId1" Type="http://schemas.openxmlformats.org/officeDocument/2006/relationships/tags" Target="../tags/tag8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88.xml.rels><?xml version="1.0" encoding="UTF-8" standalone="yes"?>
<Relationships xmlns="http://schemas.openxmlformats.org/package/2006/relationships"><Relationship Id="rId2" Type="http://schemas.openxmlformats.org/officeDocument/2006/relationships/image" Target="../media/image42.jpeg"/><Relationship Id="rId1" Type="http://schemas.openxmlformats.org/officeDocument/2006/relationships/slideLayout" Target="../slideLayouts/slideLayout18.xml"/></Relationships>
</file>

<file path=ppt/slides/_rels/slide89.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25.xml"/><Relationship Id="rId1" Type="http://schemas.openxmlformats.org/officeDocument/2006/relationships/slideLayout" Target="../slideLayouts/slideLayout30.xml"/></Relationships>
</file>

<file path=ppt/slides/_rels/slide90.xml.rels><?xml version="1.0" encoding="UTF-8" standalone="yes"?>
<Relationships xmlns="http://schemas.openxmlformats.org/package/2006/relationships"><Relationship Id="rId3" Type="http://schemas.openxmlformats.org/officeDocument/2006/relationships/hyperlink" Target="https://dam.gettyimages.com/capgemini/photo-library" TargetMode="External"/><Relationship Id="rId2" Type="http://schemas.openxmlformats.org/officeDocument/2006/relationships/notesSlide" Target="../notesSlides/notesSlide26.xml"/><Relationship Id="rId1" Type="http://schemas.openxmlformats.org/officeDocument/2006/relationships/slideLayout" Target="../slideLayouts/slideLayout135.xml"/><Relationship Id="rId6" Type="http://schemas.openxmlformats.org/officeDocument/2006/relationships/hyperlink" Target="https://stock.adobe.com/" TargetMode="External"/><Relationship Id="rId5" Type="http://schemas.openxmlformats.org/officeDocument/2006/relationships/hyperlink" Target="https://www.shutterstock.com/" TargetMode="External"/><Relationship Id="rId4" Type="http://schemas.openxmlformats.org/officeDocument/2006/relationships/hyperlink" Target="https://www.gettyimages.co.uk/" TargetMode="External"/></Relationships>
</file>

<file path=ppt/slides/_rels/slide91.xml.rels><?xml version="1.0" encoding="UTF-8" standalone="yes"?>
<Relationships xmlns="http://schemas.openxmlformats.org/package/2006/relationships"><Relationship Id="rId3" Type="http://schemas.openxmlformats.org/officeDocument/2006/relationships/image" Target="../media/image44.jpeg"/><Relationship Id="rId7" Type="http://schemas.openxmlformats.org/officeDocument/2006/relationships/hyperlink" Target="https://stock.adobe.com/" TargetMode="External"/><Relationship Id="rId2" Type="http://schemas.openxmlformats.org/officeDocument/2006/relationships/notesSlide" Target="../notesSlides/notesSlide27.xml"/><Relationship Id="rId1" Type="http://schemas.openxmlformats.org/officeDocument/2006/relationships/slideLayout" Target="../slideLayouts/slideLayout17.xml"/><Relationship Id="rId6" Type="http://schemas.openxmlformats.org/officeDocument/2006/relationships/hyperlink" Target="https://www.shutterstock.com/" TargetMode="External"/><Relationship Id="rId5" Type="http://schemas.openxmlformats.org/officeDocument/2006/relationships/hyperlink" Target="https://www.gettyimages.co.uk/" TargetMode="External"/><Relationship Id="rId4" Type="http://schemas.openxmlformats.org/officeDocument/2006/relationships/hyperlink" Target="https://dam.gettyimages.com/capgemini/photo-library" TargetMode="External"/></Relationships>
</file>

<file path=ppt/slides/_rels/slide92.xml.rels><?xml version="1.0" encoding="UTF-8" standalone="yes"?>
<Relationships xmlns="http://schemas.openxmlformats.org/package/2006/relationships"><Relationship Id="rId2" Type="http://schemas.openxmlformats.org/officeDocument/2006/relationships/hyperlink" Target="https://capgemini.sharepoint.com/:p:/s/GroupBrandAdvertising/EfPUD_XUERhDtTsXV_OIDosBnlNNOSpmTjdWqTDvVJZoYA?e=dbjEI2" TargetMode="External"/><Relationship Id="rId1" Type="http://schemas.openxmlformats.org/officeDocument/2006/relationships/slideLayout" Target="../slideLayouts/slideLayout18.xml"/></Relationships>
</file>

<file path=ppt/slides/_rels/slide93.xml.rels><?xml version="1.0" encoding="UTF-8" standalone="yes"?>
<Relationships xmlns="http://schemas.openxmlformats.org/package/2006/relationships"><Relationship Id="rId2" Type="http://schemas.openxmlformats.org/officeDocument/2006/relationships/hyperlink" Target="https://capgemini.sharepoint.com/:p:/s/GroupBrandAdvertising/EfPUD_XUERhDtTsXV_OIDosBnlNNOSpmTjdWqTDvVJZoYA?e=dbjEI2" TargetMode="External"/><Relationship Id="rId1" Type="http://schemas.openxmlformats.org/officeDocument/2006/relationships/slideLayout" Target="../slideLayouts/slideLayout18.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8.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BADFCC-8C04-5E9C-C263-DEF1A5DEE2C8}"/>
            </a:ext>
          </a:extLst>
        </p:cNvPr>
        <p:cNvGrpSpPr/>
        <p:nvPr/>
      </p:nvGrpSpPr>
      <p:grpSpPr>
        <a:xfrm>
          <a:off x="0" y="0"/>
          <a:ext cx="0" cy="0"/>
          <a:chOff x="0" y="0"/>
          <a:chExt cx="0" cy="0"/>
        </a:xfrm>
      </p:grpSpPr>
      <p:pic>
        <p:nvPicPr>
          <p:cNvPr id="21" name="Picture Placeholder 20" descr="Abstract blurred lights">
            <a:extLst>
              <a:ext uri="{FF2B5EF4-FFF2-40B4-BE49-F238E27FC236}">
                <a16:creationId xmlns:a16="http://schemas.microsoft.com/office/drawing/2014/main" id="{96D65739-56B0-C049-889B-E790F7C9ACCE}"/>
              </a:ext>
              <a:ext uri="{C183D7F6-B498-43B3-948B-1728B52AA6E4}">
                <adec:decorative xmlns:adec="http://schemas.microsoft.com/office/drawing/2017/decorative" val="0"/>
              </a:ext>
            </a:extLst>
          </p:cNvPr>
          <p:cNvPicPr>
            <a:picLocks noGrp="1" noChangeAspect="1"/>
          </p:cNvPicPr>
          <p:nvPr>
            <p:ph type="pic" sz="quarter" idx="13"/>
          </p:nvPr>
        </p:nvPicPr>
        <p:blipFill>
          <a:blip r:embed="rId2" cstate="screen">
            <a:extLst>
              <a:ext uri="{28A0092B-C50C-407E-A947-70E740481C1C}">
                <a14:useLocalDpi xmlns:a14="http://schemas.microsoft.com/office/drawing/2010/main"/>
              </a:ext>
            </a:extLst>
          </a:blip>
          <a:srcRect/>
          <a:stretch/>
        </p:blipFill>
        <p:spPr>
          <a:xfrm>
            <a:off x="180001" y="0"/>
            <a:ext cx="12011999" cy="6858000"/>
          </a:xfrm>
        </p:spPr>
      </p:pic>
      <p:sp>
        <p:nvSpPr>
          <p:cNvPr id="16" name="Title 15">
            <a:extLst>
              <a:ext uri="{FF2B5EF4-FFF2-40B4-BE49-F238E27FC236}">
                <a16:creationId xmlns:a16="http://schemas.microsoft.com/office/drawing/2014/main" id="{48D5BCFE-0BB6-7EB3-1AD7-51B0EEC674BC}"/>
              </a:ext>
            </a:extLst>
          </p:cNvPr>
          <p:cNvSpPr>
            <a:spLocks noGrp="1"/>
          </p:cNvSpPr>
          <p:nvPr>
            <p:ph type="title"/>
          </p:nvPr>
        </p:nvSpPr>
        <p:spPr>
          <a:xfrm>
            <a:off x="1214394" y="3226665"/>
            <a:ext cx="6578080" cy="1872208"/>
          </a:xfrm>
        </p:spPr>
        <p:txBody>
          <a:bodyPr/>
          <a:lstStyle/>
          <a:p>
            <a:pPr lvl="0"/>
            <a:r>
              <a:rPr lang="en-US" sz="7200" dirty="0">
                <a:latin typeface="Ubuntu Light" panose="020B0304030602030204" pitchFamily="34" charset="0"/>
              </a:rPr>
              <a:t>Title of presentation to be </a:t>
            </a:r>
            <a:r>
              <a:rPr lang="en-US" sz="7200">
                <a:latin typeface="Ubuntu Light" panose="020B0304030602030204" pitchFamily="34" charset="0"/>
              </a:rPr>
              <a:t>adapted  </a:t>
            </a:r>
            <a:endParaRPr lang="en-US" sz="7200" dirty="0">
              <a:latin typeface="Ubuntu Light" panose="020B0304030602030204" pitchFamily="34" charset="0"/>
            </a:endParaRPr>
          </a:p>
        </p:txBody>
      </p:sp>
      <p:sp>
        <p:nvSpPr>
          <p:cNvPr id="18" name="Text Placeholder 17">
            <a:extLst>
              <a:ext uri="{FF2B5EF4-FFF2-40B4-BE49-F238E27FC236}">
                <a16:creationId xmlns:a16="http://schemas.microsoft.com/office/drawing/2014/main" id="{9B4BD691-B08E-6AE7-B2AB-F8883AB30D14}"/>
              </a:ext>
            </a:extLst>
          </p:cNvPr>
          <p:cNvSpPr>
            <a:spLocks noGrp="1"/>
          </p:cNvSpPr>
          <p:nvPr>
            <p:ph type="body" sz="quarter" idx="14"/>
          </p:nvPr>
        </p:nvSpPr>
        <p:spPr>
          <a:xfrm>
            <a:off x="1212285" y="5251824"/>
            <a:ext cx="6578080" cy="659722"/>
          </a:xfrm>
        </p:spPr>
        <p:txBody>
          <a:bodyPr/>
          <a:lstStyle/>
          <a:p>
            <a:r>
              <a:rPr lang="en-US" sz="2000" b="1" dirty="0"/>
              <a:t>Subtitle goes here.</a:t>
            </a:r>
            <a:endParaRPr lang="en-US" sz="2000" dirty="0"/>
          </a:p>
        </p:txBody>
      </p:sp>
      <p:sp>
        <p:nvSpPr>
          <p:cNvPr id="12" name="Text Placeholder 11">
            <a:extLst>
              <a:ext uri="{FF2B5EF4-FFF2-40B4-BE49-F238E27FC236}">
                <a16:creationId xmlns:a16="http://schemas.microsoft.com/office/drawing/2014/main" id="{C2C519EB-A9E6-ECA3-40F7-D34844931E7D}"/>
              </a:ext>
            </a:extLst>
          </p:cNvPr>
          <p:cNvSpPr>
            <a:spLocks noGrp="1"/>
          </p:cNvSpPr>
          <p:nvPr>
            <p:ph type="body" sz="quarter" idx="15"/>
          </p:nvPr>
        </p:nvSpPr>
        <p:spPr/>
        <p:txBody>
          <a:bodyPr/>
          <a:lstStyle/>
          <a:p>
            <a:r>
              <a:rPr lang="en-US" b="1" dirty="0">
                <a:solidFill>
                  <a:srgbClr val="FFFFFF"/>
                </a:solidFill>
                <a:latin typeface="Ubuntu" panose="020B0504030602030204" pitchFamily="34" charset="0"/>
              </a:rPr>
              <a:t>Author’s name, </a:t>
            </a:r>
            <a:r>
              <a:rPr lang="en-US" dirty="0">
                <a:solidFill>
                  <a:srgbClr val="FFFFFF"/>
                </a:solidFill>
                <a:latin typeface="Ubuntu" panose="020B0504030602030204" pitchFamily="34" charset="0"/>
              </a:rPr>
              <a:t>Date</a:t>
            </a:r>
          </a:p>
          <a:p>
            <a:endParaRPr lang="en-US" dirty="0"/>
          </a:p>
        </p:txBody>
      </p:sp>
      <p:grpSp>
        <p:nvGrpSpPr>
          <p:cNvPr id="2" name="Group 2" descr="Capgemini logo">
            <a:extLst>
              <a:ext uri="{FF2B5EF4-FFF2-40B4-BE49-F238E27FC236}">
                <a16:creationId xmlns:a16="http://schemas.microsoft.com/office/drawing/2014/main" id="{6C6A9DED-140F-29CD-55C0-F2591FE5D21B}"/>
              </a:ext>
              <a:ext uri="{C183D7F6-B498-43B3-948B-1728B52AA6E4}">
                <adec:decorative xmlns:adec="http://schemas.microsoft.com/office/drawing/2017/decorative" val="0"/>
              </a:ext>
            </a:extLst>
          </p:cNvPr>
          <p:cNvGrpSpPr>
            <a:grpSpLocks noChangeAspect="1"/>
          </p:cNvGrpSpPr>
          <p:nvPr/>
        </p:nvGrpSpPr>
        <p:grpSpPr>
          <a:xfrm>
            <a:off x="9925757" y="6118100"/>
            <a:ext cx="1872000" cy="420870"/>
            <a:chOff x="5094083" y="5360390"/>
            <a:chExt cx="3039349" cy="683316"/>
          </a:xfrm>
        </p:grpSpPr>
        <p:sp>
          <p:nvSpPr>
            <p:cNvPr id="6" name="Freeform: Shape 4">
              <a:extLst>
                <a:ext uri="{FF2B5EF4-FFF2-40B4-BE49-F238E27FC236}">
                  <a16:creationId xmlns:a16="http://schemas.microsoft.com/office/drawing/2014/main" id="{C3413FD8-2FAC-83E9-2A3A-3EF4151EED30}"/>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7" name="Freeform: Shape 5">
              <a:extLst>
                <a:ext uri="{FF2B5EF4-FFF2-40B4-BE49-F238E27FC236}">
                  <a16:creationId xmlns:a16="http://schemas.microsoft.com/office/drawing/2014/main" id="{83D694C4-D77F-8359-8F95-0588167E77BF}"/>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8" name="Freeform: Shape 6">
              <a:extLst>
                <a:ext uri="{FF2B5EF4-FFF2-40B4-BE49-F238E27FC236}">
                  <a16:creationId xmlns:a16="http://schemas.microsoft.com/office/drawing/2014/main" id="{EC253FEF-4086-4F84-CD61-F7827A50C663}"/>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9" name="Freeform: Shape 7">
              <a:extLst>
                <a:ext uri="{FF2B5EF4-FFF2-40B4-BE49-F238E27FC236}">
                  <a16:creationId xmlns:a16="http://schemas.microsoft.com/office/drawing/2014/main" id="{7E45C780-FEA0-12CB-0D24-FC520E2FBE62}"/>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10" name="Freeform: Shape 8">
              <a:extLst>
                <a:ext uri="{FF2B5EF4-FFF2-40B4-BE49-F238E27FC236}">
                  <a16:creationId xmlns:a16="http://schemas.microsoft.com/office/drawing/2014/main" id="{92EBCD22-E0C4-8E7D-C2A7-064E6BC5638D}"/>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grpSp>
      <p:sp>
        <p:nvSpPr>
          <p:cNvPr id="4" name="Speech Bubble: Rectangle with Corners Rounded 4">
            <a:extLst>
              <a:ext uri="{FF2B5EF4-FFF2-40B4-BE49-F238E27FC236}">
                <a16:creationId xmlns:a16="http://schemas.microsoft.com/office/drawing/2014/main" id="{41B29930-9D88-CCCE-1F63-1A85FC7C7AC2}"/>
              </a:ext>
              <a:ext uri="{C183D7F6-B498-43B3-948B-1728B52AA6E4}">
                <adec:decorative xmlns:adec="http://schemas.microsoft.com/office/drawing/2017/decorative" val="1"/>
              </a:ext>
            </a:extLst>
          </p:cNvPr>
          <p:cNvSpPr/>
          <p:nvPr/>
        </p:nvSpPr>
        <p:spPr>
          <a:xfrm>
            <a:off x="12443989" y="0"/>
            <a:ext cx="3427824" cy="3856133"/>
          </a:xfrm>
          <a:prstGeom prst="rect">
            <a:avLst/>
          </a:prstGeom>
          <a:solidFill>
            <a:srgbClr val="FFFF00"/>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Ubuntu"/>
                <a:ea typeface="+mn-ea"/>
                <a:cs typeface="+mn-cs"/>
              </a:rPr>
              <a:t>Cover design</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These slide designs and messages are </a:t>
            </a:r>
            <a:r>
              <a:rPr kumimoji="0" lang="en-US" sz="1000" b="1" i="0" u="none" strike="noStrike" kern="1200" cap="none" spc="0" normalizeH="0" baseline="0" noProof="0" dirty="0">
                <a:ln>
                  <a:noFill/>
                </a:ln>
                <a:solidFill>
                  <a:srgbClr val="000000"/>
                </a:solidFill>
                <a:effectLst/>
                <a:uLnTx/>
                <a:uFillTx/>
                <a:latin typeface="Ubuntu"/>
                <a:ea typeface="+mn-ea"/>
                <a:cs typeface="+mn-cs"/>
              </a:rPr>
              <a:t>inspirational only</a:t>
            </a:r>
            <a:r>
              <a:rPr kumimoji="0" lang="en-US" sz="1000" b="0" i="0" u="none" strike="noStrike" kern="1200" cap="none" spc="0" normalizeH="0" baseline="0" noProof="0" dirty="0">
                <a:ln>
                  <a:noFill/>
                </a:ln>
                <a:solidFill>
                  <a:srgbClr val="000000"/>
                </a:solidFill>
                <a:effectLst/>
                <a:uLnTx/>
                <a:uFillTx/>
                <a:latin typeface="Ubuntu"/>
                <a:ea typeface="+mn-ea"/>
                <a:cs typeface="+mn-cs"/>
              </a:rPr>
              <a:t>. Please modify text boxes and positioning as needed based on the message and overall composition. Always consider the legibility and contrast of copy and content for maximum usability.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Any and all photography in these designs is given as an example. While you can use them, it’s better to </a:t>
            </a:r>
            <a:r>
              <a:rPr kumimoji="0" lang="en-US" sz="1000" b="1" i="0" u="none" strike="noStrike" kern="1200" cap="none" spc="0" normalizeH="0" baseline="0" noProof="0" dirty="0">
                <a:ln>
                  <a:noFill/>
                </a:ln>
                <a:solidFill>
                  <a:srgbClr val="000000"/>
                </a:solidFill>
                <a:effectLst/>
                <a:uLnTx/>
                <a:uFillTx/>
                <a:latin typeface="Ubuntu"/>
                <a:ea typeface="+mn-ea"/>
                <a:cs typeface="+mn-cs"/>
              </a:rPr>
              <a:t>change the photography</a:t>
            </a:r>
            <a:r>
              <a:rPr kumimoji="0" lang="en-US" sz="1000" b="0" i="0" u="none" strike="noStrike" kern="1200" cap="none" spc="0" normalizeH="0" baseline="0" noProof="0" dirty="0">
                <a:ln>
                  <a:noFill/>
                </a:ln>
                <a:solidFill>
                  <a:srgbClr val="000000"/>
                </a:solidFill>
                <a:effectLst/>
                <a:uLnTx/>
                <a:uFillTx/>
                <a:latin typeface="Ubuntu"/>
                <a:ea typeface="+mn-ea"/>
                <a:cs typeface="+mn-cs"/>
              </a:rPr>
              <a:t> to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To do so, right click on the picture or placeholder to change/insert a photo. </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hlinkClick r:id="rId3">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a:p>
            <a:pPr marL="180975" marR="0" lvl="0"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hlinkClick r:id="rId4">
                  <a:extLst>
                    <a:ext uri="{A12FA001-AC4F-418D-AE19-62706E023703}">
                      <ahyp:hlinkClr xmlns:ahyp="http://schemas.microsoft.com/office/drawing/2018/hyperlinkcolor" val="tx"/>
                    </a:ext>
                  </a:extLst>
                </a:hlinkClick>
              </a:rPr>
              <a:t>Getty images</a:t>
            </a:r>
            <a:r>
              <a:rPr kumimoji="0" lang="en-US" sz="1000" b="0" i="0" u="none" strike="noStrike" kern="1200" cap="none" spc="0" normalizeH="0" baseline="0" noProof="0" dirty="0">
                <a:ln>
                  <a:noFill/>
                </a:ln>
                <a:solidFill>
                  <a:srgbClr val="000000"/>
                </a:solidFill>
                <a:effectLst/>
                <a:uLnTx/>
                <a:uFillTx/>
                <a:latin typeface="Ubuntu"/>
                <a:ea typeface="+mn-ea"/>
                <a:cs typeface="+mn-cs"/>
              </a:rPr>
              <a:t> (Recommended), </a:t>
            </a:r>
            <a:r>
              <a:rPr kumimoji="0" lang="en-US" sz="1000" b="0" i="0" u="none" strike="noStrike" kern="1200" cap="none" spc="0" normalizeH="0" baseline="0" noProof="0" dirty="0">
                <a:ln>
                  <a:noFill/>
                </a:ln>
                <a:solidFill>
                  <a:srgbClr val="000000"/>
                </a:solidFill>
                <a:effectLst/>
                <a:uLnTx/>
                <a:uFillTx/>
                <a:latin typeface="Ubuntu"/>
                <a:ea typeface="+mn-ea"/>
                <a:cs typeface="+mn-cs"/>
                <a:hlinkClick r:id="rId5">
                  <a:extLst>
                    <a:ext uri="{A12FA001-AC4F-418D-AE19-62706E023703}">
                      <ahyp:hlinkClr xmlns:ahyp="http://schemas.microsoft.com/office/drawing/2018/hyperlinkcolor" val="tx"/>
                    </a:ext>
                  </a:extLst>
                </a:hlinkClick>
              </a:rPr>
              <a:t>Shutterstock</a:t>
            </a:r>
            <a:r>
              <a:rPr kumimoji="0" lang="en-US" sz="1000" b="0" i="0" u="none" strike="noStrike" kern="1200" cap="none" spc="0" normalizeH="0" baseline="0" noProof="0" dirty="0">
                <a:ln>
                  <a:noFill/>
                </a:ln>
                <a:solidFill>
                  <a:srgbClr val="000000"/>
                </a:solidFill>
                <a:effectLst/>
                <a:uLnTx/>
                <a:uFillTx/>
                <a:latin typeface="Ubuntu"/>
                <a:ea typeface="+mn-ea"/>
                <a:cs typeface="+mn-cs"/>
              </a:rPr>
              <a:t>, </a:t>
            </a:r>
            <a:r>
              <a:rPr kumimoji="0" lang="en-US" sz="1000" b="0" i="0" u="none" strike="noStrike" kern="1200" cap="none" spc="0" normalizeH="0" baseline="0" noProof="0" dirty="0">
                <a:ln>
                  <a:noFill/>
                </a:ln>
                <a:solidFill>
                  <a:srgbClr val="000000"/>
                </a:solidFill>
                <a:effectLst/>
                <a:uLnTx/>
                <a:uFillTx/>
                <a:latin typeface="Ubuntu"/>
                <a:ea typeface="+mn-ea"/>
                <a:cs typeface="+mn-cs"/>
                <a:hlinkClick r:id="rId6">
                  <a:extLst>
                    <a:ext uri="{A12FA001-AC4F-418D-AE19-62706E023703}">
                      <ahyp:hlinkClr xmlns:ahyp="http://schemas.microsoft.com/office/drawing/2018/hyperlinkcolor" val="tx"/>
                    </a:ext>
                  </a:extLst>
                </a:hlinkClick>
              </a:rPr>
              <a:t>Adobe images</a:t>
            </a:r>
            <a:r>
              <a:rPr kumimoji="0" lang="en-US" sz="1000" b="0" i="0" u="none" strike="noStrike" kern="1200" cap="none" spc="0" normalizeH="0" baseline="0" noProof="0" dirty="0">
                <a:ln>
                  <a:noFill/>
                </a:ln>
                <a:solidFill>
                  <a:srgbClr val="000000"/>
                </a:solidFill>
                <a:effectLst/>
                <a:uLnTx/>
                <a:uFillTx/>
                <a:latin typeface="Ubuntu"/>
                <a:ea typeface="+mn-ea"/>
                <a:cs typeface="+mn-cs"/>
              </a:rPr>
              <a:t> (check with your M&amp;C design team):</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Further cover examples and inspiration </a:t>
            </a:r>
            <a:r>
              <a:rPr kumimoji="0" lang="en-US" sz="1000" b="0" i="0" u="none" strike="noStrike" kern="1200" cap="none" spc="0" normalizeH="0" baseline="0" noProof="0" dirty="0">
                <a:ln>
                  <a:noFill/>
                </a:ln>
                <a:solidFill>
                  <a:srgbClr val="000000"/>
                </a:solidFill>
                <a:effectLst/>
                <a:uLnTx/>
                <a:uFillTx/>
                <a:latin typeface="Ubuntu"/>
                <a:ea typeface="+mn-ea"/>
                <a:cs typeface="+mn-cs"/>
              </a:rPr>
              <a:t>are available in Extras file in your </a:t>
            </a:r>
            <a:r>
              <a:rPr kumimoji="0" lang="en-US" sz="1000" b="0" i="0" u="none" strike="noStrike" kern="1200" cap="none" spc="0" normalizeH="0" baseline="0" noProof="0" dirty="0" err="1">
                <a:ln>
                  <a:noFill/>
                </a:ln>
                <a:solidFill>
                  <a:srgbClr val="000000"/>
                </a:solidFill>
                <a:effectLst/>
                <a:uLnTx/>
                <a:uFillTx/>
                <a:latin typeface="Ubuntu"/>
                <a:ea typeface="+mn-ea"/>
                <a:cs typeface="+mn-cs"/>
              </a:rPr>
              <a:t>Powerpoint</a:t>
            </a:r>
            <a:br>
              <a:rPr kumimoji="0" lang="en-US" sz="1000" b="0" i="0" u="none" strike="noStrike" kern="1200" cap="none" spc="0" normalizeH="0" baseline="0" noProof="0" dirty="0">
                <a:ln>
                  <a:noFill/>
                </a:ln>
                <a:solidFill>
                  <a:srgbClr val="000000"/>
                </a:solidFill>
                <a:effectLst/>
                <a:uLnTx/>
                <a:uFillTx/>
                <a:latin typeface="Ubuntu"/>
                <a:ea typeface="+mn-ea"/>
                <a:cs typeface="+mn-cs"/>
              </a:rPr>
            </a:br>
            <a:r>
              <a:rPr kumimoji="0" lang="en-US" sz="1000" b="0" i="0" u="none" strike="noStrike" kern="1200" cap="none" spc="0" normalizeH="0" baseline="0" noProof="0" dirty="0">
                <a:ln>
                  <a:noFill/>
                </a:ln>
                <a:solidFill>
                  <a:srgbClr val="000000"/>
                </a:solidFill>
                <a:effectLst/>
                <a:uLnTx/>
                <a:uFillTx/>
                <a:latin typeface="Ubuntu"/>
                <a:ea typeface="+mn-ea"/>
                <a:cs typeface="+mn-cs"/>
              </a:rPr>
              <a:t> -&gt; File -&gt; New from template…</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138208841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4" name="Title 5">
            <a:extLst>
              <a:ext uri="{FF2B5EF4-FFF2-40B4-BE49-F238E27FC236}">
                <a16:creationId xmlns:a16="http://schemas.microsoft.com/office/drawing/2014/main" id="{EB97210C-2B9F-706F-B171-05BB08CB8D06}"/>
              </a:ext>
            </a:extLst>
          </p:cNvPr>
          <p:cNvSpPr>
            <a:spLocks noGrp="1"/>
          </p:cNvSpPr>
          <p:nvPr>
            <p:ph type="title"/>
          </p:nvPr>
        </p:nvSpPr>
        <p:spPr/>
        <p:txBody>
          <a:bodyPr/>
          <a:lstStyle/>
          <a:p>
            <a:r>
              <a:rPr lang="en-US" dirty="0"/>
              <a:t>Tips</a:t>
            </a:r>
            <a:br>
              <a:rPr lang="en-US" dirty="0"/>
            </a:br>
            <a:r>
              <a:rPr lang="en-US" sz="2000" dirty="0">
                <a:solidFill>
                  <a:srgbClr val="FF816E"/>
                </a:solidFill>
                <a:latin typeface="+mn-lt"/>
                <a:ea typeface="+mn-ea"/>
                <a:cs typeface="+mn-cs"/>
              </a:rPr>
              <a:t>Read me and delete me</a:t>
            </a:r>
            <a:br>
              <a:rPr lang="en-US" sz="2000" b="1" dirty="0">
                <a:solidFill>
                  <a:srgbClr val="FF816E"/>
                </a:solidFill>
                <a:latin typeface="+mn-lt"/>
                <a:ea typeface="+mn-ea"/>
                <a:cs typeface="+mn-cs"/>
              </a:rPr>
            </a:br>
            <a:endParaRPr lang="en-US" sz="2000" b="1" dirty="0">
              <a:solidFill>
                <a:srgbClr val="FF816E"/>
              </a:solidFill>
              <a:latin typeface="+mn-lt"/>
              <a:ea typeface="+mn-ea"/>
              <a:cs typeface="+mn-cs"/>
            </a:endParaRPr>
          </a:p>
        </p:txBody>
      </p:sp>
      <p:sp>
        <p:nvSpPr>
          <p:cNvPr id="5" name="TextBox 4">
            <a:extLst>
              <a:ext uri="{FF2B5EF4-FFF2-40B4-BE49-F238E27FC236}">
                <a16:creationId xmlns:a16="http://schemas.microsoft.com/office/drawing/2014/main" id="{31416CC3-61CF-4997-829C-2AD736D3E592}"/>
              </a:ext>
            </a:extLst>
          </p:cNvPr>
          <p:cNvSpPr txBox="1"/>
          <p:nvPr/>
        </p:nvSpPr>
        <p:spPr>
          <a:xfrm>
            <a:off x="536966" y="1571559"/>
            <a:ext cx="3530668" cy="4881629"/>
          </a:xfrm>
          <a:prstGeom prst="rect">
            <a:avLst/>
          </a:prstGeom>
        </p:spPr>
        <p:txBody>
          <a:bodyPr vert="horz" lIns="0" tIns="0" rIns="0" bIns="0" rtlCol="0">
            <a:noAutofit/>
          </a:bodyPr>
          <a:lstStyle>
            <a:defPPr>
              <a:defRPr lang="pt-PT"/>
            </a:defPPr>
            <a:lvl1pPr indent="0">
              <a:lnSpc>
                <a:spcPct val="100000"/>
              </a:lnSpc>
              <a:spcBef>
                <a:spcPts val="0"/>
              </a:spcBef>
              <a:spcAft>
                <a:spcPts val="600"/>
              </a:spcAft>
              <a:buFont typeface="Arial" panose="020B0604020202020204" pitchFamily="34" charset="0"/>
              <a:buNone/>
              <a:defRPr sz="1100" b="1" baseline="0"/>
            </a:lvl1pPr>
            <a:lvl2pPr marL="177800" indent="-177800">
              <a:lnSpc>
                <a:spcPct val="100000"/>
              </a:lnSpc>
              <a:spcBef>
                <a:spcPts val="0"/>
              </a:spcBef>
              <a:spcAft>
                <a:spcPts val="600"/>
              </a:spcAft>
              <a:buClr>
                <a:schemeClr val="accent1"/>
              </a:buClr>
              <a:buFont typeface="Wingdings" panose="05000000000000000000" pitchFamily="2" charset="2"/>
              <a:buChar char="§"/>
              <a:defRPr baseline="0"/>
            </a:lvl2pPr>
            <a:lvl3pPr marL="361950" indent="-184150">
              <a:lnSpc>
                <a:spcPct val="100000"/>
              </a:lnSpc>
              <a:spcBef>
                <a:spcPts val="0"/>
              </a:spcBef>
              <a:spcAft>
                <a:spcPts val="600"/>
              </a:spcAft>
              <a:buClr>
                <a:schemeClr val="accent2"/>
              </a:buClr>
              <a:buFont typeface="Arial" panose="020B0604020202020204" pitchFamily="34" charset="0"/>
              <a:buChar char="•"/>
              <a:defRPr sz="1600" baseline="0"/>
            </a:lvl3pPr>
            <a:lvl4pPr marL="539750" indent="-177800">
              <a:lnSpc>
                <a:spcPct val="100000"/>
              </a:lnSpc>
              <a:spcBef>
                <a:spcPts val="0"/>
              </a:spcBef>
              <a:spcAft>
                <a:spcPts val="600"/>
              </a:spcAft>
              <a:buClr>
                <a:schemeClr val="tx1"/>
              </a:buClr>
              <a:buFont typeface="Ubuntu" panose="020B0504030602030204" pitchFamily="34" charset="0"/>
              <a:buChar char="–"/>
              <a:defRPr sz="1400" baseline="0"/>
            </a:lvl4pPr>
            <a:lvl5pPr marL="717550" indent="-177800">
              <a:lnSpc>
                <a:spcPct val="100000"/>
              </a:lnSpc>
              <a:spcBef>
                <a:spcPts val="0"/>
              </a:spcBef>
              <a:spcAft>
                <a:spcPts val="600"/>
              </a:spcAft>
              <a:buClr>
                <a:schemeClr val="accent3"/>
              </a:buClr>
              <a:buFont typeface="Arial" panose="020B0604020202020204" pitchFamily="34" charset="0"/>
              <a:buChar char="•"/>
              <a:defRPr sz="1400" baseline="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400" i="0" u="none" strike="noStrike" kern="1200" cap="none" spc="0" normalizeH="0" baseline="0" noProof="0" dirty="0">
                <a:ln>
                  <a:noFill/>
                </a:ln>
                <a:solidFill>
                  <a:srgbClr val="000000"/>
                </a:solidFill>
                <a:effectLst/>
                <a:uLnTx/>
                <a:uFillTx/>
                <a:ea typeface="+mn-ea"/>
                <a:cs typeface="+mn-cs"/>
              </a:rPr>
              <a:t>Accessibility: Best practices </a:t>
            </a:r>
          </a:p>
          <a:p>
            <a:r>
              <a:rPr lang="en-US" sz="900" b="0" dirty="0"/>
              <a:t>Photos inserted in this deck are provided as examples.</a:t>
            </a:r>
            <a:r>
              <a:rPr lang="en-US" sz="900" b="0" dirty="0">
                <a:solidFill>
                  <a:srgbClr val="FF816E"/>
                </a:solidFill>
              </a:rPr>
              <a:t> Do not forget to update the imagery to better match your content.</a:t>
            </a:r>
          </a:p>
          <a:p>
            <a:r>
              <a:rPr lang="en-US" sz="900" b="0" dirty="0"/>
              <a:t>Right click on the picture or picture placeholder to change/insert a photo. With the Crop-Tool placeholders work as masks.</a:t>
            </a:r>
          </a:p>
          <a:p>
            <a:r>
              <a:rPr lang="en-US" sz="900" b="0" dirty="0"/>
              <a:t>Where to find photography:</a:t>
            </a:r>
          </a:p>
          <a:p>
            <a:pPr marL="180975" indent="-180975">
              <a:buClr>
                <a:schemeClr val="tx2"/>
              </a:buClr>
              <a:buFont typeface="Arial" panose="020B0604020202020204" pitchFamily="34" charset="0"/>
              <a:buChar char="•"/>
            </a:pPr>
            <a:r>
              <a:rPr lang="en-US" sz="900" b="0" dirty="0"/>
              <a:t>Photo library (Is enriched quarterly by Global Brand Team): </a:t>
            </a:r>
            <a:br>
              <a:rPr lang="en-US" sz="900" b="0" dirty="0"/>
            </a:br>
            <a:r>
              <a:rPr lang="en-US" sz="900" b="0" dirty="0">
                <a:solidFill>
                  <a:schemeClr val="accent1"/>
                </a:solidFill>
                <a:hlinkClick r:id="rId3">
                  <a:extLst>
                    <a:ext uri="{A12FA001-AC4F-418D-AE19-62706E023703}">
                      <ahyp:hlinkClr xmlns:ahyp="http://schemas.microsoft.com/office/drawing/2018/hyperlinkcolor" val="tx"/>
                    </a:ext>
                  </a:extLst>
                </a:hlinkClick>
              </a:rPr>
              <a:t>https://dam.gettyimages.com/capgemini/photo-library</a:t>
            </a:r>
            <a:r>
              <a:rPr lang="en-US" sz="900" b="0" dirty="0">
                <a:solidFill>
                  <a:schemeClr val="accent1"/>
                </a:solidFill>
              </a:rPr>
              <a:t> </a:t>
            </a:r>
          </a:p>
          <a:p>
            <a:pPr marL="180975" indent="-180975">
              <a:buClr>
                <a:schemeClr val="tx2"/>
              </a:buClr>
              <a:buFont typeface="Arial" panose="020B0604020202020204" pitchFamily="34" charset="0"/>
              <a:buChar char="•"/>
            </a:pPr>
            <a:r>
              <a:rPr lang="en-US" sz="900" b="0" dirty="0"/>
              <a:t>Under license (check with your M&amp;C):</a:t>
            </a:r>
          </a:p>
          <a:p>
            <a:pPr lvl="2" indent="-185420"/>
            <a:r>
              <a:rPr lang="en-US" sz="900" dirty="0">
                <a:solidFill>
                  <a:schemeClr val="accent1"/>
                </a:solidFill>
                <a:hlinkClick r:id="rId4">
                  <a:extLst>
                    <a:ext uri="{A12FA001-AC4F-418D-AE19-62706E023703}">
                      <ahyp:hlinkClr xmlns:ahyp="http://schemas.microsoft.com/office/drawing/2018/hyperlinkcolor" val="tx"/>
                    </a:ext>
                  </a:extLst>
                </a:hlinkClick>
              </a:rPr>
              <a:t>Getty images</a:t>
            </a:r>
            <a:r>
              <a:rPr lang="en-US" sz="900" dirty="0">
                <a:solidFill>
                  <a:schemeClr val="accent1"/>
                </a:solidFill>
              </a:rPr>
              <a:t> </a:t>
            </a:r>
            <a:r>
              <a:rPr lang="en-US" sz="900" dirty="0"/>
              <a:t>(Recommended)</a:t>
            </a:r>
          </a:p>
          <a:p>
            <a:pPr lvl="2" indent="-185420"/>
            <a:r>
              <a:rPr lang="en-US" sz="900" dirty="0">
                <a:solidFill>
                  <a:schemeClr val="accent1"/>
                </a:solidFill>
                <a:hlinkClick r:id="rId5">
                  <a:extLst>
                    <a:ext uri="{A12FA001-AC4F-418D-AE19-62706E023703}">
                      <ahyp:hlinkClr xmlns:ahyp="http://schemas.microsoft.com/office/drawing/2018/hyperlinkcolor" val="tx"/>
                    </a:ext>
                  </a:extLst>
                </a:hlinkClick>
              </a:rPr>
              <a:t>Shutterstock</a:t>
            </a:r>
            <a:endParaRPr lang="en-US" sz="900" dirty="0">
              <a:solidFill>
                <a:schemeClr val="accent1"/>
              </a:solidFill>
            </a:endParaRPr>
          </a:p>
          <a:p>
            <a:pPr lvl="2" indent="-185420"/>
            <a:r>
              <a:rPr lang="en-US" sz="900" dirty="0">
                <a:solidFill>
                  <a:schemeClr val="accent1"/>
                </a:solidFill>
                <a:hlinkClick r:id="rId6">
                  <a:extLst>
                    <a:ext uri="{A12FA001-AC4F-418D-AE19-62706E023703}">
                      <ahyp:hlinkClr xmlns:ahyp="http://schemas.microsoft.com/office/drawing/2018/hyperlinkcolor" val="tx"/>
                    </a:ext>
                  </a:extLst>
                </a:hlinkClick>
              </a:rPr>
              <a:t>Adobe images</a:t>
            </a:r>
            <a:endParaRPr lang="en-US" sz="900" dirty="0">
              <a:solidFill>
                <a:schemeClr val="accent1"/>
              </a:solidFill>
            </a:endParaRPr>
          </a:p>
          <a:p>
            <a:pPr lvl="1" indent="-185420"/>
            <a:r>
              <a:rPr lang="en-US" sz="900" dirty="0"/>
              <a:t>The 365-Stock-images and videos </a:t>
            </a:r>
            <a:r>
              <a:rPr lang="en-US" sz="900" dirty="0">
                <a:hlinkClick r:id="rId7"/>
              </a:rPr>
              <a:t>part of your 365-license</a:t>
            </a:r>
            <a:r>
              <a:rPr lang="en-US" sz="900" dirty="0"/>
              <a:t> (Insert &gt; Pictures &gt; Stock images)</a:t>
            </a:r>
          </a:p>
          <a:p>
            <a:pPr marL="0" lvl="1" indent="0">
              <a:buNone/>
            </a:pPr>
            <a:r>
              <a:rPr lang="en-US" sz="900" dirty="0"/>
              <a:t>Keep </a:t>
            </a:r>
            <a:r>
              <a:rPr lang="en-US" sz="900" dirty="0">
                <a:hlinkClick r:id="rId8"/>
              </a:rPr>
              <a:t>our photography guidelines</a:t>
            </a:r>
            <a:r>
              <a:rPr lang="en-US" sz="900" dirty="0"/>
              <a:t> in mind.</a:t>
            </a:r>
          </a:p>
          <a:p>
            <a:pPr marL="0" lvl="1" indent="0">
              <a:buNone/>
            </a:pPr>
            <a:endParaRPr lang="en-US" sz="900" dirty="0"/>
          </a:p>
          <a:p>
            <a:r>
              <a:rPr lang="en-US" sz="1400" dirty="0"/>
              <a:t>The progress bar</a:t>
            </a:r>
          </a:p>
          <a:p>
            <a:endParaRPr lang="en-US" sz="900" b="0" dirty="0"/>
          </a:p>
          <a:p>
            <a:r>
              <a:rPr lang="en-US" sz="900" b="0" dirty="0"/>
              <a:t>You can rotate it by 90 degrees (always leading from darker to brighter reading from left to right or from bottom to top) to better adapt to your content. You can also multiply or change its width and scale to change its length.</a:t>
            </a:r>
          </a:p>
          <a:p>
            <a:r>
              <a:rPr lang="en-US" sz="900" b="0" dirty="0"/>
              <a:t>Progress bar isn’t mandatory. </a:t>
            </a:r>
            <a:br>
              <a:rPr lang="en-US" sz="900" b="0" dirty="0"/>
            </a:br>
            <a:r>
              <a:rPr lang="en-US" sz="900" b="0" dirty="0">
                <a:solidFill>
                  <a:srgbClr val="FF816E"/>
                </a:solidFill>
              </a:rPr>
              <a:t>Do not overuse the bar on all pages.</a:t>
            </a: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srgbClr val="000000"/>
              </a:solidFill>
              <a:effectLst/>
              <a:uLnTx/>
              <a:uFillTx/>
              <a:ea typeface="+mn-ea"/>
              <a:cs typeface="+mn-cs"/>
            </a:endParaRPr>
          </a:p>
        </p:txBody>
      </p:sp>
      <p:sp>
        <p:nvSpPr>
          <p:cNvPr id="4" name="Rectangle 3" descr="Progress Bar">
            <a:extLst>
              <a:ext uri="{FF2B5EF4-FFF2-40B4-BE49-F238E27FC236}">
                <a16:creationId xmlns:a16="http://schemas.microsoft.com/office/drawing/2014/main" id="{AE78CF0E-BB30-04B8-A105-4D40BC57C8DE}"/>
              </a:ext>
            </a:extLst>
          </p:cNvPr>
          <p:cNvSpPr/>
          <p:nvPr/>
        </p:nvSpPr>
        <p:spPr>
          <a:xfrm>
            <a:off x="551902" y="5044065"/>
            <a:ext cx="3500795" cy="141796"/>
          </a:xfrm>
          <a:prstGeom prst="rect">
            <a:avLst/>
          </a:prstGeom>
          <a:gradFill>
            <a:gsLst>
              <a:gs pos="99000">
                <a:srgbClr val="00D5D0"/>
              </a:gs>
              <a:gs pos="0">
                <a:schemeClr val="accent3"/>
              </a:gs>
              <a:gs pos="30000">
                <a:schemeClr val="tx2"/>
              </a:gs>
              <a:gs pos="70000">
                <a:schemeClr val="accent2"/>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ea typeface="+mn-ea"/>
              <a:cs typeface="+mn-cs"/>
            </a:endParaRPr>
          </a:p>
        </p:txBody>
      </p:sp>
      <p:sp>
        <p:nvSpPr>
          <p:cNvPr id="23" name="TextBox 22">
            <a:extLst>
              <a:ext uri="{FF2B5EF4-FFF2-40B4-BE49-F238E27FC236}">
                <a16:creationId xmlns:a16="http://schemas.microsoft.com/office/drawing/2014/main" id="{6B133FB8-0CEC-472B-9E54-D2C84F5A945F}"/>
              </a:ext>
            </a:extLst>
          </p:cNvPr>
          <p:cNvSpPr txBox="1"/>
          <p:nvPr/>
        </p:nvSpPr>
        <p:spPr>
          <a:xfrm>
            <a:off x="4351831" y="1571559"/>
            <a:ext cx="3530668" cy="4881629"/>
          </a:xfrm>
          <a:prstGeom prst="rect">
            <a:avLst/>
          </a:prstGeom>
        </p:spPr>
        <p:txBody>
          <a:bodyPr vert="horz" lIns="0" tIns="0" rIns="0" bIns="0" rtlCol="0">
            <a:noAutofit/>
          </a:bodyPr>
          <a:lstStyle>
            <a:defPPr>
              <a:defRPr lang="pt-PT"/>
            </a:defPPr>
            <a:lvl1pPr indent="0">
              <a:lnSpc>
                <a:spcPct val="100000"/>
              </a:lnSpc>
              <a:spcBef>
                <a:spcPts val="0"/>
              </a:spcBef>
              <a:spcAft>
                <a:spcPts val="600"/>
              </a:spcAft>
              <a:buFont typeface="Arial" panose="020B0604020202020204" pitchFamily="34" charset="0"/>
              <a:buNone/>
              <a:defRPr sz="1100" b="1" baseline="0"/>
            </a:lvl1pPr>
            <a:lvl2pPr marL="177800" indent="-177800">
              <a:lnSpc>
                <a:spcPct val="100000"/>
              </a:lnSpc>
              <a:spcBef>
                <a:spcPts val="0"/>
              </a:spcBef>
              <a:spcAft>
                <a:spcPts val="600"/>
              </a:spcAft>
              <a:buClr>
                <a:schemeClr val="accent1"/>
              </a:buClr>
              <a:buFont typeface="Wingdings" panose="05000000000000000000" pitchFamily="2" charset="2"/>
              <a:buChar char="§"/>
              <a:defRPr baseline="0"/>
            </a:lvl2pPr>
            <a:lvl3pPr marL="361950" indent="-184150">
              <a:lnSpc>
                <a:spcPct val="100000"/>
              </a:lnSpc>
              <a:spcBef>
                <a:spcPts val="0"/>
              </a:spcBef>
              <a:spcAft>
                <a:spcPts val="600"/>
              </a:spcAft>
              <a:buClr>
                <a:schemeClr val="accent2"/>
              </a:buClr>
              <a:buFont typeface="Arial" panose="020B0604020202020204" pitchFamily="34" charset="0"/>
              <a:buChar char="•"/>
              <a:defRPr sz="1600" baseline="0"/>
            </a:lvl3pPr>
            <a:lvl4pPr marL="539750" indent="-177800">
              <a:lnSpc>
                <a:spcPct val="100000"/>
              </a:lnSpc>
              <a:spcBef>
                <a:spcPts val="0"/>
              </a:spcBef>
              <a:spcAft>
                <a:spcPts val="600"/>
              </a:spcAft>
              <a:buClr>
                <a:schemeClr val="tx1"/>
              </a:buClr>
              <a:buFont typeface="Ubuntu" panose="020B0504030602030204" pitchFamily="34" charset="0"/>
              <a:buChar char="–"/>
              <a:defRPr sz="1400" baseline="0"/>
            </a:lvl4pPr>
            <a:lvl5pPr marL="717550" indent="-177800">
              <a:lnSpc>
                <a:spcPct val="100000"/>
              </a:lnSpc>
              <a:spcBef>
                <a:spcPts val="0"/>
              </a:spcBef>
              <a:spcAft>
                <a:spcPts val="600"/>
              </a:spcAft>
              <a:buClr>
                <a:schemeClr val="accent3"/>
              </a:buClr>
              <a:buFont typeface="Arial" panose="020B0604020202020204" pitchFamily="34" charset="0"/>
              <a:buChar char="•"/>
              <a:defRPr sz="1400" baseline="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400" i="0" u="none" strike="noStrike" kern="1200" cap="none" spc="0" normalizeH="0" baseline="0" noProof="0" dirty="0">
                <a:ln>
                  <a:noFill/>
                </a:ln>
                <a:solidFill>
                  <a:srgbClr val="000000"/>
                </a:solidFill>
                <a:effectLst/>
                <a:uLnTx/>
                <a:uFillTx/>
                <a:ea typeface="+mn-ea"/>
                <a:cs typeface="+mn-cs"/>
              </a:rPr>
              <a:t>Accessibility: Best practices </a:t>
            </a:r>
          </a:p>
          <a:p>
            <a:pPr marL="171450" marR="0" lvl="0" indent="-171450" algn="l" defTabSz="914400" rtl="0" eaLnBrk="1" fontAlgn="auto" latinLnBrk="0" hangingPunct="1">
              <a:lnSpc>
                <a:spcPct val="100000"/>
              </a:lnSpc>
              <a:spcBef>
                <a:spcPts val="0"/>
              </a:spcBef>
              <a:spcAft>
                <a:spcPts val="60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mn-cs"/>
              </a:rPr>
              <a:t>Use the Accessibility checker</a:t>
            </a:r>
            <a:br>
              <a:rPr kumimoji="0" lang="en-US" sz="1000" b="0" i="0" u="none" strike="noStrike" kern="1200" cap="none" spc="0" normalizeH="0" baseline="0" noProof="0" dirty="0">
                <a:ln>
                  <a:noFill/>
                </a:ln>
                <a:solidFill>
                  <a:srgbClr val="000000"/>
                </a:solidFill>
                <a:effectLst/>
                <a:uLnTx/>
                <a:uFillTx/>
                <a:ea typeface="+mn-ea"/>
                <a:cs typeface="+mn-cs"/>
              </a:rPr>
            </a:br>
            <a:br>
              <a:rPr kumimoji="0" lang="en-US" sz="1000" b="0" i="0" u="none" strike="noStrike" kern="1200" cap="none" spc="0" normalizeH="0" baseline="0" noProof="0" dirty="0">
                <a:ln>
                  <a:noFill/>
                </a:ln>
                <a:solidFill>
                  <a:srgbClr val="000000"/>
                </a:solidFill>
                <a:effectLst/>
                <a:uLnTx/>
                <a:uFillTx/>
                <a:ea typeface="+mn-ea"/>
                <a:cs typeface="+mn-cs"/>
              </a:rPr>
            </a:br>
            <a:br>
              <a:rPr kumimoji="0" lang="en-US" sz="1000" b="0" i="0" u="none" strike="noStrike" kern="1200" cap="none" spc="0" normalizeH="0" baseline="0" noProof="0" dirty="0">
                <a:ln>
                  <a:noFill/>
                </a:ln>
                <a:solidFill>
                  <a:srgbClr val="000000"/>
                </a:solidFill>
                <a:effectLst/>
                <a:uLnTx/>
                <a:uFillTx/>
                <a:ea typeface="+mn-ea"/>
                <a:cs typeface="+mn-cs"/>
              </a:rPr>
            </a:br>
            <a:endParaRPr kumimoji="0" lang="en-US" sz="1000" b="0" i="0" u="none" strike="noStrike" kern="1200" cap="none" spc="0" normalizeH="0" baseline="0" noProof="0" dirty="0">
              <a:ln>
                <a:noFill/>
              </a:ln>
              <a:solidFill>
                <a:srgbClr val="000000"/>
              </a:solidFill>
              <a:effectLst/>
              <a:uLnTx/>
              <a:uFillTx/>
              <a:ea typeface="+mn-ea"/>
              <a:cs typeface="+mn-cs"/>
            </a:endParaRPr>
          </a:p>
          <a:p>
            <a:pPr marL="171450" marR="0" lvl="0" indent="-171450" algn="l" defTabSz="914400" rtl="0" eaLnBrk="1" fontAlgn="auto" latinLnBrk="0" hangingPunct="1">
              <a:lnSpc>
                <a:spcPct val="100000"/>
              </a:lnSpc>
              <a:spcBef>
                <a:spcPts val="0"/>
              </a:spcBef>
              <a:spcAft>
                <a:spcPts val="60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mn-cs"/>
              </a:rPr>
              <a:t>Make sure that content is well structured and clearly</a:t>
            </a:r>
            <a:br>
              <a:rPr kumimoji="0" lang="en-US" sz="1000" b="0" i="0" u="none" strike="noStrike" kern="1200" cap="none" spc="0" normalizeH="0" baseline="0" noProof="0" dirty="0">
                <a:ln>
                  <a:noFill/>
                </a:ln>
                <a:solidFill>
                  <a:srgbClr val="000000"/>
                </a:solidFill>
                <a:effectLst/>
                <a:uLnTx/>
                <a:uFillTx/>
                <a:ea typeface="+mn-ea"/>
                <a:cs typeface="+mn-cs"/>
              </a:rPr>
            </a:br>
            <a:r>
              <a:rPr kumimoji="0" lang="en-US" sz="1000" b="0" i="0" u="none" strike="noStrike" kern="1200" cap="none" spc="0" normalizeH="0" baseline="0" noProof="0" dirty="0">
                <a:ln>
                  <a:noFill/>
                </a:ln>
                <a:solidFill>
                  <a:srgbClr val="000000"/>
                </a:solidFill>
                <a:effectLst/>
                <a:uLnTx/>
                <a:uFillTx/>
                <a:ea typeface="+mn-ea"/>
                <a:cs typeface="+mn-cs"/>
              </a:rPr>
              <a:t>written (use headings and lists appropriately).</a:t>
            </a:r>
          </a:p>
          <a:p>
            <a:pPr marL="171450" marR="0" lvl="0" indent="-171450" algn="l" defTabSz="914400" rtl="0" eaLnBrk="1" fontAlgn="auto" latinLnBrk="0" hangingPunct="1">
              <a:lnSpc>
                <a:spcPct val="100000"/>
              </a:lnSpc>
              <a:spcBef>
                <a:spcPts val="0"/>
              </a:spcBef>
              <a:spcAft>
                <a:spcPts val="60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FF816E"/>
                </a:solidFill>
                <a:effectLst/>
                <a:uLnTx/>
                <a:uFillTx/>
                <a:ea typeface="+mn-ea"/>
                <a:cs typeface="+mn-cs"/>
              </a:rPr>
              <a:t>Give every slide a unique title</a:t>
            </a:r>
          </a:p>
          <a:p>
            <a:pPr marL="171450" marR="0" lvl="0" indent="-171450" algn="l" defTabSz="914400" rtl="0" eaLnBrk="1" fontAlgn="auto" latinLnBrk="0" hangingPunct="1">
              <a:lnSpc>
                <a:spcPct val="100000"/>
              </a:lnSpc>
              <a:spcBef>
                <a:spcPts val="0"/>
              </a:spcBef>
              <a:spcAft>
                <a:spcPts val="60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mn-cs"/>
              </a:rPr>
              <a:t>Make sure slide contents can be read in the order that you intend</a:t>
            </a:r>
          </a:p>
          <a:p>
            <a:pPr marL="171450" marR="0" lvl="0" indent="-171450" algn="l" defTabSz="914400" rtl="0" eaLnBrk="1" fontAlgn="auto" latinLnBrk="0" hangingPunct="1">
              <a:lnSpc>
                <a:spcPct val="100000"/>
              </a:lnSpc>
              <a:spcBef>
                <a:spcPts val="0"/>
              </a:spcBef>
              <a:spcAft>
                <a:spcPts val="60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mn-cs"/>
              </a:rPr>
              <a:t>Ensure that color is not the only means of conveying information</a:t>
            </a:r>
          </a:p>
          <a:p>
            <a:pPr marL="171450" marR="0" lvl="0" indent="-171450" algn="l" defTabSz="914400" rtl="0" eaLnBrk="1" fontAlgn="auto" latinLnBrk="0" hangingPunct="1">
              <a:lnSpc>
                <a:spcPct val="100000"/>
              </a:lnSpc>
              <a:spcBef>
                <a:spcPts val="0"/>
              </a:spcBef>
              <a:spcAft>
                <a:spcPts val="60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mn-cs"/>
              </a:rPr>
              <a:t>Ensure sufficient contrast between text and background</a:t>
            </a:r>
          </a:p>
          <a:p>
            <a:pPr marL="171450" marR="0" lvl="0" indent="-171450" algn="l" defTabSz="914400" rtl="0" eaLnBrk="1" fontAlgn="auto" latinLnBrk="0" hangingPunct="1">
              <a:lnSpc>
                <a:spcPct val="100000"/>
              </a:lnSpc>
              <a:spcBef>
                <a:spcPts val="0"/>
              </a:spcBef>
              <a:spcAft>
                <a:spcPts val="60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mn-cs"/>
              </a:rPr>
              <a:t>Describe the illustrations that convey information (e.g. include alternative text). Otherwise, mark them as “decorative”.</a:t>
            </a:r>
            <a:br>
              <a:rPr kumimoji="0" lang="en-US" sz="1000" b="0" i="0" u="none" strike="noStrike" kern="1200" cap="none" spc="0" normalizeH="0" baseline="0" noProof="0" dirty="0">
                <a:ln>
                  <a:noFill/>
                </a:ln>
                <a:solidFill>
                  <a:srgbClr val="000000"/>
                </a:solidFill>
                <a:effectLst/>
                <a:uLnTx/>
                <a:uFillTx/>
                <a:ea typeface="+mn-ea"/>
                <a:cs typeface="+mn-cs"/>
              </a:rPr>
            </a:br>
            <a:br>
              <a:rPr kumimoji="0" lang="en-US" sz="1000" b="0" i="0" u="none" strike="noStrike" kern="1200" cap="none" spc="0" normalizeH="0" baseline="0" noProof="0" dirty="0">
                <a:ln>
                  <a:noFill/>
                </a:ln>
                <a:solidFill>
                  <a:srgbClr val="000000"/>
                </a:solidFill>
                <a:effectLst/>
                <a:uLnTx/>
                <a:uFillTx/>
                <a:ea typeface="+mn-ea"/>
                <a:cs typeface="+mn-cs"/>
              </a:rPr>
            </a:br>
            <a:br>
              <a:rPr kumimoji="0" lang="en-US" sz="1000" b="0" i="0" u="none" strike="noStrike" kern="1200" cap="none" spc="0" normalizeH="0" baseline="0" noProof="0" dirty="0">
                <a:ln>
                  <a:noFill/>
                </a:ln>
                <a:solidFill>
                  <a:srgbClr val="000000"/>
                </a:solidFill>
                <a:effectLst/>
                <a:uLnTx/>
                <a:uFillTx/>
                <a:ea typeface="+mn-ea"/>
                <a:cs typeface="+mn-cs"/>
              </a:rPr>
            </a:br>
            <a:endParaRPr kumimoji="0" lang="en-US" sz="1000" b="0" i="0" u="none" strike="noStrike" kern="1200" cap="none" spc="0" normalizeH="0" baseline="0" noProof="0" dirty="0">
              <a:ln>
                <a:noFill/>
              </a:ln>
              <a:solidFill>
                <a:srgbClr val="000000"/>
              </a:solidFill>
              <a:effectLst/>
              <a:uLnTx/>
              <a:uFillTx/>
              <a:ea typeface="+mn-ea"/>
              <a:cs typeface="+mn-cs"/>
            </a:endParaRP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mn-cs"/>
              </a:rPr>
              <a:t>Use a simple table structure for data only and specify column header information.</a:t>
            </a:r>
            <a:br>
              <a:rPr kumimoji="0" lang="en-US" sz="1000" b="0" i="0" u="none" strike="noStrike" kern="1200" cap="none" spc="0" normalizeH="0" baseline="0" noProof="0" dirty="0">
                <a:ln>
                  <a:noFill/>
                </a:ln>
                <a:solidFill>
                  <a:srgbClr val="000000"/>
                </a:solidFill>
                <a:effectLst/>
                <a:uLnTx/>
                <a:uFillTx/>
                <a:ea typeface="+mn-ea"/>
                <a:cs typeface="+mn-cs"/>
              </a:rPr>
            </a:br>
            <a:endParaRPr kumimoji="0" lang="en-US" sz="1000" b="0" i="0" u="none" strike="noStrike" kern="1200" cap="none" spc="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400" b="1" i="0" u="none" strike="noStrike" kern="1200" cap="none" spc="0" normalizeH="0" baseline="0" noProof="0" dirty="0">
                <a:ln>
                  <a:noFill/>
                </a:ln>
                <a:solidFill>
                  <a:srgbClr val="000000"/>
                </a:solidFill>
                <a:effectLst/>
                <a:uLnTx/>
                <a:uFillTx/>
                <a:ea typeface="+mn-ea"/>
                <a:cs typeface="+mn-cs"/>
              </a:rPr>
              <a:t>Content</a:t>
            </a: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Use the included layout options as a starting point for slide creation.</a:t>
            </a: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srgbClr val="000000"/>
              </a:solidFill>
              <a:effectLst/>
              <a:uLnTx/>
              <a:uFillTx/>
              <a:ea typeface="+mn-ea"/>
              <a:cs typeface="+mn-cs"/>
            </a:endParaRPr>
          </a:p>
        </p:txBody>
      </p:sp>
      <p:grpSp>
        <p:nvGrpSpPr>
          <p:cNvPr id="35" name="Group 34" descr="Accessibilitu checker panel">
            <a:extLst>
              <a:ext uri="{FF2B5EF4-FFF2-40B4-BE49-F238E27FC236}">
                <a16:creationId xmlns:a16="http://schemas.microsoft.com/office/drawing/2014/main" id="{0B716C61-819E-DCC0-E9C7-7AD1E0B1F7E9}"/>
              </a:ext>
            </a:extLst>
          </p:cNvPr>
          <p:cNvGrpSpPr/>
          <p:nvPr/>
        </p:nvGrpSpPr>
        <p:grpSpPr>
          <a:xfrm>
            <a:off x="4523460" y="1995920"/>
            <a:ext cx="3052925" cy="496928"/>
            <a:chOff x="8281578" y="1995920"/>
            <a:chExt cx="3052925" cy="496928"/>
          </a:xfrm>
        </p:grpSpPr>
        <p:pic>
          <p:nvPicPr>
            <p:cNvPr id="24" name="Picture 23" descr="A black screen with white text&#10;&#10;AI-generated content may be incorrect.">
              <a:extLst>
                <a:ext uri="{FF2B5EF4-FFF2-40B4-BE49-F238E27FC236}">
                  <a16:creationId xmlns:a16="http://schemas.microsoft.com/office/drawing/2014/main" id="{E339BA5A-BBFF-F554-7891-C83ACEDF2D8B}"/>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8281578" y="2034907"/>
              <a:ext cx="3049884" cy="457941"/>
            </a:xfrm>
            <a:prstGeom prst="rect">
              <a:avLst/>
            </a:prstGeom>
          </p:spPr>
        </p:pic>
        <p:sp>
          <p:nvSpPr>
            <p:cNvPr id="25" name="Rectangle 24">
              <a:extLst>
                <a:ext uri="{FF2B5EF4-FFF2-40B4-BE49-F238E27FC236}">
                  <a16:creationId xmlns:a16="http://schemas.microsoft.com/office/drawing/2014/main" id="{3B378B9A-F76B-51E5-8903-5A4A92AF26A4}"/>
                </a:ext>
                <a:ext uri="{C183D7F6-B498-43B3-948B-1728B52AA6E4}">
                  <adec:decorative xmlns:adec="http://schemas.microsoft.com/office/drawing/2017/decorative" val="1"/>
                </a:ext>
              </a:extLst>
            </p:cNvPr>
            <p:cNvSpPr/>
            <p:nvPr/>
          </p:nvSpPr>
          <p:spPr>
            <a:xfrm>
              <a:off x="10991821" y="1995920"/>
              <a:ext cx="342682" cy="195907"/>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sp>
          <p:nvSpPr>
            <p:cNvPr id="26" name="Rectangle 25">
              <a:extLst>
                <a:ext uri="{FF2B5EF4-FFF2-40B4-BE49-F238E27FC236}">
                  <a16:creationId xmlns:a16="http://schemas.microsoft.com/office/drawing/2014/main" id="{52DE5513-D307-B385-3921-76EB558B2A40}"/>
                </a:ext>
                <a:ext uri="{C183D7F6-B498-43B3-948B-1728B52AA6E4}">
                  <adec:decorative xmlns:adec="http://schemas.microsoft.com/office/drawing/2017/decorative" val="1"/>
                </a:ext>
              </a:extLst>
            </p:cNvPr>
            <p:cNvSpPr/>
            <p:nvPr/>
          </p:nvSpPr>
          <p:spPr>
            <a:xfrm>
              <a:off x="8856851" y="2150321"/>
              <a:ext cx="379129" cy="342527"/>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grpSp>
      <p:grpSp>
        <p:nvGrpSpPr>
          <p:cNvPr id="32" name="Group 31" descr="Accessibilitu checker panel">
            <a:extLst>
              <a:ext uri="{FF2B5EF4-FFF2-40B4-BE49-F238E27FC236}">
                <a16:creationId xmlns:a16="http://schemas.microsoft.com/office/drawing/2014/main" id="{B5515752-7319-D841-4D26-5CEAC44E87B4}"/>
              </a:ext>
            </a:extLst>
          </p:cNvPr>
          <p:cNvGrpSpPr/>
          <p:nvPr/>
        </p:nvGrpSpPr>
        <p:grpSpPr>
          <a:xfrm>
            <a:off x="4523458" y="4624619"/>
            <a:ext cx="3530668" cy="430861"/>
            <a:chOff x="8281576" y="4766415"/>
            <a:chExt cx="3530668" cy="430861"/>
          </a:xfrm>
        </p:grpSpPr>
        <p:pic>
          <p:nvPicPr>
            <p:cNvPr id="19" name="Picture 18">
              <a:extLst>
                <a:ext uri="{FF2B5EF4-FFF2-40B4-BE49-F238E27FC236}">
                  <a16:creationId xmlns:a16="http://schemas.microsoft.com/office/drawing/2014/main" id="{F5DA6692-10DF-5FED-12A4-71F706F95785}"/>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8281576" y="4804722"/>
              <a:ext cx="3530668" cy="372362"/>
            </a:xfrm>
            <a:prstGeom prst="rect">
              <a:avLst/>
            </a:prstGeom>
          </p:spPr>
        </p:pic>
        <p:sp>
          <p:nvSpPr>
            <p:cNvPr id="29" name="Rectangle 28">
              <a:extLst>
                <a:ext uri="{FF2B5EF4-FFF2-40B4-BE49-F238E27FC236}">
                  <a16:creationId xmlns:a16="http://schemas.microsoft.com/office/drawing/2014/main" id="{3FCC79DE-4F31-E37A-174F-F7AB74F7CAD5}"/>
                </a:ext>
                <a:ext uri="{C183D7F6-B498-43B3-948B-1728B52AA6E4}">
                  <adec:decorative xmlns:adec="http://schemas.microsoft.com/office/drawing/2017/decorative" val="1"/>
                </a:ext>
              </a:extLst>
            </p:cNvPr>
            <p:cNvSpPr/>
            <p:nvPr/>
          </p:nvSpPr>
          <p:spPr>
            <a:xfrm>
              <a:off x="11328465" y="4766415"/>
              <a:ext cx="417707" cy="195907"/>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sp>
          <p:nvSpPr>
            <p:cNvPr id="30" name="Rectangle 29">
              <a:extLst>
                <a:ext uri="{FF2B5EF4-FFF2-40B4-BE49-F238E27FC236}">
                  <a16:creationId xmlns:a16="http://schemas.microsoft.com/office/drawing/2014/main" id="{1867DA24-75E0-F811-5372-29EB79E670A0}"/>
                </a:ext>
                <a:ext uri="{C183D7F6-B498-43B3-948B-1728B52AA6E4}">
                  <adec:decorative xmlns:adec="http://schemas.microsoft.com/office/drawing/2017/decorative" val="1"/>
                </a:ext>
              </a:extLst>
            </p:cNvPr>
            <p:cNvSpPr/>
            <p:nvPr/>
          </p:nvSpPr>
          <p:spPr>
            <a:xfrm>
              <a:off x="10350377" y="4893794"/>
              <a:ext cx="267582" cy="303482"/>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grpSp>
      <p:sp>
        <p:nvSpPr>
          <p:cNvPr id="12" name="Text Placeholder 2">
            <a:extLst>
              <a:ext uri="{FF2B5EF4-FFF2-40B4-BE49-F238E27FC236}">
                <a16:creationId xmlns:a16="http://schemas.microsoft.com/office/drawing/2014/main" id="{00836B3E-622C-4A61-88F8-83232F41FF14}"/>
              </a:ext>
            </a:extLst>
          </p:cNvPr>
          <p:cNvSpPr txBox="1">
            <a:spLocks/>
          </p:cNvSpPr>
          <p:nvPr/>
        </p:nvSpPr>
        <p:spPr>
          <a:xfrm>
            <a:off x="8322384" y="1571559"/>
            <a:ext cx="3318232" cy="4851466"/>
          </a:xfrm>
          <a:prstGeom prst="rect">
            <a:avLst/>
          </a:prstGeom>
          <a:ln>
            <a:noFill/>
          </a:ln>
        </p:spPr>
        <p:txBody>
          <a:bodyPr vert="horz" lIns="0" tIns="0" rIns="0" bIns="0" rtlCol="0">
            <a:noAutofit/>
          </a:bodyPr>
          <a:lstStyle>
            <a:lvl1pPr marL="0" indent="0" algn="l" defTabSz="914400" rtl="0" eaLnBrk="1" latinLnBrk="0" hangingPunct="1">
              <a:lnSpc>
                <a:spcPct val="100000"/>
              </a:lnSpc>
              <a:spcBef>
                <a:spcPts val="0"/>
              </a:spcBef>
              <a:spcAft>
                <a:spcPts val="600"/>
              </a:spcAft>
              <a:buFont typeface="Arial" panose="020B0604020202020204" pitchFamily="34" charset="0"/>
              <a:buNone/>
              <a:defRPr sz="2000" kern="1200" baseline="0">
                <a:solidFill>
                  <a:schemeClr val="tx1"/>
                </a:solidFill>
                <a:latin typeface="+mn-lt"/>
                <a:ea typeface="+mn-ea"/>
                <a:cs typeface="+mn-cs"/>
              </a:defRPr>
            </a:lvl1pPr>
            <a:lvl2pPr marL="177800" indent="-177800" algn="l" defTabSz="914400" rtl="0" eaLnBrk="1" latinLnBrk="0" hangingPunct="1">
              <a:lnSpc>
                <a:spcPct val="100000"/>
              </a:lnSpc>
              <a:spcBef>
                <a:spcPts val="0"/>
              </a:spcBef>
              <a:spcAft>
                <a:spcPts val="600"/>
              </a:spcAft>
              <a:buClr>
                <a:schemeClr val="accent1"/>
              </a:buClr>
              <a:buFont typeface="Wingdings" panose="05000000000000000000" pitchFamily="2" charset="2"/>
              <a:buChar char="§"/>
              <a:defRPr sz="1800" kern="1200" baseline="0">
                <a:solidFill>
                  <a:schemeClr val="tx1"/>
                </a:solidFill>
                <a:latin typeface="+mn-lt"/>
                <a:ea typeface="+mn-ea"/>
                <a:cs typeface="+mn-cs"/>
              </a:defRPr>
            </a:lvl2pPr>
            <a:lvl3pPr marL="361950" indent="-184150" algn="l" defTabSz="914400" rtl="0" eaLnBrk="1" latinLnBrk="0" hangingPunct="1">
              <a:lnSpc>
                <a:spcPct val="100000"/>
              </a:lnSpc>
              <a:spcBef>
                <a:spcPts val="0"/>
              </a:spcBef>
              <a:spcAft>
                <a:spcPts val="600"/>
              </a:spcAft>
              <a:buClr>
                <a:schemeClr val="accent2"/>
              </a:buClr>
              <a:buFont typeface="Arial" panose="020B0604020202020204" pitchFamily="34" charset="0"/>
              <a:buChar char="•"/>
              <a:defRPr sz="1600" kern="1200" baseline="0">
                <a:solidFill>
                  <a:schemeClr val="tx1"/>
                </a:solidFill>
                <a:latin typeface="+mn-lt"/>
                <a:ea typeface="+mn-ea"/>
                <a:cs typeface="+mn-cs"/>
              </a:defRPr>
            </a:lvl3pPr>
            <a:lvl4pPr marL="539750" indent="-177800" algn="l" defTabSz="914400" rtl="0" eaLnBrk="1" latinLnBrk="0" hangingPunct="1">
              <a:lnSpc>
                <a:spcPct val="100000"/>
              </a:lnSpc>
              <a:spcBef>
                <a:spcPts val="0"/>
              </a:spcBef>
              <a:spcAft>
                <a:spcPts val="600"/>
              </a:spcAft>
              <a:buClr>
                <a:schemeClr val="tx1"/>
              </a:buClr>
              <a:buFont typeface="Ubuntu" panose="020B0504030602030204" pitchFamily="34" charset="0"/>
              <a:buChar char="–"/>
              <a:defRPr sz="1400" kern="1200" baseline="0">
                <a:solidFill>
                  <a:schemeClr val="tx1"/>
                </a:solidFill>
                <a:latin typeface="+mn-lt"/>
                <a:ea typeface="+mn-ea"/>
                <a:cs typeface="+mn-cs"/>
              </a:defRPr>
            </a:lvl4pPr>
            <a:lvl5pPr marL="717550" indent="-177800" algn="l" defTabSz="914400" rtl="0" eaLnBrk="1" latinLnBrk="0" hangingPunct="1">
              <a:lnSpc>
                <a:spcPct val="100000"/>
              </a:lnSpc>
              <a:spcBef>
                <a:spcPts val="0"/>
              </a:spcBef>
              <a:spcAft>
                <a:spcPts val="600"/>
              </a:spcAft>
              <a:buClr>
                <a:schemeClr val="accent3"/>
              </a:buClr>
              <a:buFont typeface="Arial" panose="020B0604020202020204" pitchFamily="34" charset="0"/>
              <a:buChar char="•"/>
              <a:defRPr sz="1400"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400" b="1" i="0" u="none" strike="noStrike" kern="1200" cap="none" spc="0" normalizeH="0" baseline="0" noProof="0" dirty="0">
                <a:ln>
                  <a:noFill/>
                </a:ln>
                <a:solidFill>
                  <a:srgbClr val="000000"/>
                </a:solidFill>
                <a:effectLst/>
                <a:uLnTx/>
                <a:uFillTx/>
                <a:ea typeface="+mn-ea"/>
                <a:cs typeface="+mn-cs"/>
              </a:rPr>
              <a:t>Color palette</a:t>
            </a: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Primary colors that MUST be used as the hero colors on all front and back covers.</a:t>
            </a: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There’s a separate darker palette set for the brighter themes, and more vibrant one for the darker themes to improve accessibility. Primary set of blues remain the same for both.</a:t>
            </a: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FF816E"/>
                </a:solidFill>
                <a:effectLst/>
                <a:uLnTx/>
                <a:uFillTx/>
                <a:ea typeface="+mn-ea"/>
                <a:cs typeface="+mn-cs"/>
              </a:rPr>
              <a:t>Secondary Cool and Warm should be only used for graphs, charts, diagrams and illustrations. </a:t>
            </a:r>
            <a:r>
              <a:rPr kumimoji="0" lang="en-US" sz="1000" b="1" i="0" u="none" strike="noStrike" kern="1200" cap="none" spc="0" normalizeH="0" baseline="0" noProof="0" dirty="0">
                <a:ln>
                  <a:noFill/>
                </a:ln>
                <a:solidFill>
                  <a:srgbClr val="FF816E"/>
                </a:solidFill>
                <a:effectLst/>
                <a:uLnTx/>
                <a:uFillTx/>
                <a:ea typeface="+mn-ea"/>
                <a:cs typeface="+mn-cs"/>
              </a:rPr>
              <a:t>Secondary palette IS NOT allowed on covers</a:t>
            </a:r>
            <a:r>
              <a:rPr kumimoji="0" lang="en-US" sz="1000" b="0" i="0" u="none" strike="noStrike" kern="1200" cap="none" spc="0" normalizeH="0" baseline="0" noProof="0" dirty="0">
                <a:ln>
                  <a:noFill/>
                </a:ln>
                <a:solidFill>
                  <a:srgbClr val="FF816E"/>
                </a:solidFill>
                <a:effectLst/>
                <a:uLnTx/>
                <a:uFillTx/>
                <a:ea typeface="+mn-ea"/>
                <a:cs typeface="+mn-cs"/>
              </a:rPr>
              <a:t>.</a:t>
            </a: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endParaRPr kumimoji="0" lang="en-US" sz="800" b="0" i="0" u="none" strike="noStrike" kern="1200" cap="none" spc="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endParaRPr kumimoji="0" lang="en-US" sz="800" b="0" i="0" u="none" strike="noStrike" kern="1200" cap="none" spc="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endParaRPr kumimoji="0" lang="en-US" sz="800" b="0" i="0" u="none" strike="noStrike" kern="1200" cap="none" spc="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endParaRPr kumimoji="0" lang="en-US" sz="800" b="0" i="0" u="none" strike="noStrike" kern="1200" cap="none" spc="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endParaRPr kumimoji="0" lang="en-US" sz="800" b="0" i="0" u="none" strike="noStrike" kern="1200" cap="none" spc="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endParaRPr kumimoji="0" lang="en-US" sz="800" b="0" i="0" u="none" strike="noStrike" kern="1200" cap="none" spc="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endParaRPr kumimoji="0" lang="en-US" sz="800" b="0" i="0" u="none" strike="noStrike" kern="1200" cap="none" spc="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endParaRPr kumimoji="0" lang="en-US" sz="1000" b="0" i="0" u="none" strike="noStrike" kern="1200" cap="none" spc="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400" b="1" i="0" u="none" strike="noStrike" kern="1200" cap="none" spc="0" normalizeH="0" baseline="0" noProof="0" dirty="0">
                <a:ln>
                  <a:noFill/>
                </a:ln>
                <a:solidFill>
                  <a:srgbClr val="000000"/>
                </a:solidFill>
                <a:effectLst/>
                <a:uLnTx/>
                <a:uFillTx/>
                <a:ea typeface="+mn-ea"/>
                <a:cs typeface="+mn-cs"/>
              </a:rPr>
              <a:t>To finalize</a:t>
            </a: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To reduce the size of the presentation, delete unwanted pages / images and/or master slides. </a:t>
            </a: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It is also recommended you share PDF copies to stakeholders who do not need to edit the deck: File -&gt; Save as -&gt; PDF</a:t>
            </a: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endParaRPr kumimoji="0" lang="en-US" sz="1000" b="0" i="0" u="none" strike="noStrike" kern="1200" cap="none" spc="0" normalizeH="0" baseline="0" noProof="0" dirty="0">
              <a:ln>
                <a:noFill/>
              </a:ln>
              <a:solidFill>
                <a:srgbClr val="000000"/>
              </a:solidFill>
              <a:effectLst/>
              <a:uLnTx/>
              <a:uFillTx/>
              <a:ea typeface="+mn-ea"/>
              <a:cs typeface="+mn-cs"/>
            </a:endParaRPr>
          </a:p>
        </p:txBody>
      </p:sp>
      <p:grpSp>
        <p:nvGrpSpPr>
          <p:cNvPr id="51" name="Group 50" descr="Blue and dark theme palette">
            <a:extLst>
              <a:ext uri="{FF2B5EF4-FFF2-40B4-BE49-F238E27FC236}">
                <a16:creationId xmlns:a16="http://schemas.microsoft.com/office/drawing/2014/main" id="{D170D90E-0B02-EDCD-0F05-FEAFBD5301BB}"/>
              </a:ext>
            </a:extLst>
          </p:cNvPr>
          <p:cNvGrpSpPr/>
          <p:nvPr/>
        </p:nvGrpSpPr>
        <p:grpSpPr>
          <a:xfrm>
            <a:off x="8299379" y="3578148"/>
            <a:ext cx="1363236" cy="1249300"/>
            <a:chOff x="8299379" y="3578148"/>
            <a:chExt cx="1363236" cy="1249300"/>
          </a:xfrm>
        </p:grpSpPr>
        <p:pic>
          <p:nvPicPr>
            <p:cNvPr id="46" name="Picture 45">
              <a:extLst>
                <a:ext uri="{FF2B5EF4-FFF2-40B4-BE49-F238E27FC236}">
                  <a16:creationId xmlns:a16="http://schemas.microsoft.com/office/drawing/2014/main" id="{CE95370A-1BB1-F561-39C1-93802D735D82}"/>
                </a:ext>
              </a:extLst>
            </p:cNvPr>
            <p:cNvPicPr>
              <a:picLocks noChangeAspect="1"/>
            </p:cNvPicPr>
            <p:nvPr/>
          </p:nvPicPr>
          <p:blipFill>
            <a:blip r:embed="rId11"/>
            <a:srcRect/>
            <a:stretch/>
          </p:blipFill>
          <p:spPr>
            <a:xfrm>
              <a:off x="8325540" y="3578148"/>
              <a:ext cx="1281451" cy="1249300"/>
            </a:xfrm>
            <a:prstGeom prst="rect">
              <a:avLst/>
            </a:prstGeom>
          </p:spPr>
        </p:pic>
        <p:grpSp>
          <p:nvGrpSpPr>
            <p:cNvPr id="17" name="Group 16">
              <a:extLst>
                <a:ext uri="{FF2B5EF4-FFF2-40B4-BE49-F238E27FC236}">
                  <a16:creationId xmlns:a16="http://schemas.microsoft.com/office/drawing/2014/main" id="{91AF65D3-1392-6F64-8EC7-448C296516A7}"/>
                </a:ext>
              </a:extLst>
            </p:cNvPr>
            <p:cNvGrpSpPr/>
            <p:nvPr/>
          </p:nvGrpSpPr>
          <p:grpSpPr>
            <a:xfrm>
              <a:off x="8299379" y="3711952"/>
              <a:ext cx="1363236" cy="1094873"/>
              <a:chOff x="4413879" y="3099388"/>
              <a:chExt cx="1363236" cy="1094873"/>
            </a:xfrm>
          </p:grpSpPr>
          <p:sp>
            <p:nvSpPr>
              <p:cNvPr id="43" name="Rectangle 42">
                <a:extLst>
                  <a:ext uri="{FF2B5EF4-FFF2-40B4-BE49-F238E27FC236}">
                    <a16:creationId xmlns:a16="http://schemas.microsoft.com/office/drawing/2014/main" id="{E99C4249-B5AF-E063-0085-4478C36D5D6E}"/>
                  </a:ext>
                  <a:ext uri="{C183D7F6-B498-43B3-948B-1728B52AA6E4}">
                    <adec:decorative xmlns:adec="http://schemas.microsoft.com/office/drawing/2017/decorative" val="1"/>
                  </a:ext>
                </a:extLst>
              </p:cNvPr>
              <p:cNvSpPr/>
              <p:nvPr/>
            </p:nvSpPr>
            <p:spPr>
              <a:xfrm>
                <a:off x="4413879" y="4022666"/>
                <a:ext cx="1117576" cy="171595"/>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sp>
            <p:nvSpPr>
              <p:cNvPr id="44" name="Rectangle 43">
                <a:extLst>
                  <a:ext uri="{FF2B5EF4-FFF2-40B4-BE49-F238E27FC236}">
                    <a16:creationId xmlns:a16="http://schemas.microsoft.com/office/drawing/2014/main" id="{DEDA6792-98C5-C80A-E147-75FAEFAB86A9}"/>
                  </a:ext>
                  <a:ext uri="{C183D7F6-B498-43B3-948B-1728B52AA6E4}">
                    <adec:decorative xmlns:adec="http://schemas.microsoft.com/office/drawing/2017/decorative" val="1"/>
                  </a:ext>
                </a:extLst>
              </p:cNvPr>
              <p:cNvSpPr/>
              <p:nvPr/>
            </p:nvSpPr>
            <p:spPr>
              <a:xfrm>
                <a:off x="4413879" y="3099388"/>
                <a:ext cx="1363236" cy="171595"/>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grpSp>
      </p:grpSp>
      <p:grpSp>
        <p:nvGrpSpPr>
          <p:cNvPr id="50" name="Group 49" descr="Bright theme palette">
            <a:extLst>
              <a:ext uri="{FF2B5EF4-FFF2-40B4-BE49-F238E27FC236}">
                <a16:creationId xmlns:a16="http://schemas.microsoft.com/office/drawing/2014/main" id="{3C7D90E8-B781-5859-A4D8-DFF39506432A}"/>
              </a:ext>
            </a:extLst>
          </p:cNvPr>
          <p:cNvGrpSpPr/>
          <p:nvPr/>
        </p:nvGrpSpPr>
        <p:grpSpPr>
          <a:xfrm>
            <a:off x="9927055" y="3575340"/>
            <a:ext cx="1363236" cy="1245817"/>
            <a:chOff x="9959857" y="3575340"/>
            <a:chExt cx="1363236" cy="1245817"/>
          </a:xfrm>
        </p:grpSpPr>
        <p:pic>
          <p:nvPicPr>
            <p:cNvPr id="41" name="Picture 40">
              <a:extLst>
                <a:ext uri="{FF2B5EF4-FFF2-40B4-BE49-F238E27FC236}">
                  <a16:creationId xmlns:a16="http://schemas.microsoft.com/office/drawing/2014/main" id="{50CFA1E9-7B31-2468-DBD8-36DBDF1ACAC9}"/>
                </a:ext>
              </a:extLst>
            </p:cNvPr>
            <p:cNvPicPr>
              <a:picLocks noChangeAspect="1"/>
            </p:cNvPicPr>
            <p:nvPr/>
          </p:nvPicPr>
          <p:blipFill>
            <a:blip r:embed="rId12"/>
            <a:srcRect/>
            <a:stretch/>
          </p:blipFill>
          <p:spPr>
            <a:xfrm>
              <a:off x="9980552" y="3575340"/>
              <a:ext cx="1296386" cy="1245817"/>
            </a:xfrm>
            <a:prstGeom prst="rect">
              <a:avLst/>
            </a:prstGeom>
          </p:spPr>
        </p:pic>
        <p:grpSp>
          <p:nvGrpSpPr>
            <p:cNvPr id="47" name="Group 46">
              <a:extLst>
                <a:ext uri="{FF2B5EF4-FFF2-40B4-BE49-F238E27FC236}">
                  <a16:creationId xmlns:a16="http://schemas.microsoft.com/office/drawing/2014/main" id="{5114CD07-4375-D962-D64B-9EB8667C30E3}"/>
                </a:ext>
              </a:extLst>
            </p:cNvPr>
            <p:cNvGrpSpPr/>
            <p:nvPr/>
          </p:nvGrpSpPr>
          <p:grpSpPr>
            <a:xfrm>
              <a:off x="9959857" y="3711952"/>
              <a:ext cx="1363236" cy="1094873"/>
              <a:chOff x="4413879" y="3099388"/>
              <a:chExt cx="1363236" cy="1094873"/>
            </a:xfrm>
          </p:grpSpPr>
          <p:sp>
            <p:nvSpPr>
              <p:cNvPr id="48" name="Rectangle 47">
                <a:extLst>
                  <a:ext uri="{FF2B5EF4-FFF2-40B4-BE49-F238E27FC236}">
                    <a16:creationId xmlns:a16="http://schemas.microsoft.com/office/drawing/2014/main" id="{BA5D2C4B-1FDA-7439-09DE-3FB36B6E5008}"/>
                  </a:ext>
                  <a:ext uri="{C183D7F6-B498-43B3-948B-1728B52AA6E4}">
                    <adec:decorative xmlns:adec="http://schemas.microsoft.com/office/drawing/2017/decorative" val="1"/>
                  </a:ext>
                </a:extLst>
              </p:cNvPr>
              <p:cNvSpPr/>
              <p:nvPr/>
            </p:nvSpPr>
            <p:spPr>
              <a:xfrm>
                <a:off x="4413879" y="4022666"/>
                <a:ext cx="1117576" cy="171595"/>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sp>
            <p:nvSpPr>
              <p:cNvPr id="49" name="Rectangle 48">
                <a:extLst>
                  <a:ext uri="{FF2B5EF4-FFF2-40B4-BE49-F238E27FC236}">
                    <a16:creationId xmlns:a16="http://schemas.microsoft.com/office/drawing/2014/main" id="{2F1B4434-A656-B1A8-B7F7-363C89A7A57A}"/>
                  </a:ext>
                  <a:ext uri="{C183D7F6-B498-43B3-948B-1728B52AA6E4}">
                    <adec:decorative xmlns:adec="http://schemas.microsoft.com/office/drawing/2017/decorative" val="1"/>
                  </a:ext>
                </a:extLst>
              </p:cNvPr>
              <p:cNvSpPr/>
              <p:nvPr/>
            </p:nvSpPr>
            <p:spPr>
              <a:xfrm>
                <a:off x="4413879" y="3099388"/>
                <a:ext cx="1363236" cy="171595"/>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grpSp>
      </p:grpSp>
      <p:sp>
        <p:nvSpPr>
          <p:cNvPr id="45" name="Date Placeholder 44">
            <a:extLst>
              <a:ext uri="{FF2B5EF4-FFF2-40B4-BE49-F238E27FC236}">
                <a16:creationId xmlns:a16="http://schemas.microsoft.com/office/drawing/2014/main" id="{A90B08ED-40BC-A10E-1353-69FEBB8753A7}"/>
              </a:ext>
              <a:ext uri="{C183D7F6-B498-43B3-948B-1728B52AA6E4}">
                <adec:decorative xmlns:adec="http://schemas.microsoft.com/office/drawing/2017/decorative" val="1"/>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52" name="Footer Placeholder 51">
            <a:extLst>
              <a:ext uri="{FF2B5EF4-FFF2-40B4-BE49-F238E27FC236}">
                <a16:creationId xmlns:a16="http://schemas.microsoft.com/office/drawing/2014/main" id="{2BA90601-D301-600A-3799-D0A23CC45ED7}"/>
              </a:ext>
              <a:ext uri="{C183D7F6-B498-43B3-948B-1728B52AA6E4}">
                <adec:decorative xmlns:adec="http://schemas.microsoft.com/office/drawing/2017/decorative" val="1"/>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53" name="Slide Number Placeholder 52">
            <a:extLst>
              <a:ext uri="{FF2B5EF4-FFF2-40B4-BE49-F238E27FC236}">
                <a16:creationId xmlns:a16="http://schemas.microsoft.com/office/drawing/2014/main" id="{51B9151C-2713-9AED-1821-824119D33428}"/>
              </a:ext>
              <a:ext uri="{C183D7F6-B498-43B3-948B-1728B52AA6E4}">
                <adec:decorative xmlns:adec="http://schemas.microsoft.com/office/drawing/2017/decorative" val="1"/>
              </a:ext>
            </a:extLst>
          </p:cNvPr>
          <p:cNvSpPr>
            <a:spLocks noGrp="1"/>
          </p:cNvSpPr>
          <p:nvPr>
            <p:ph type="sldNum" sz="quarter" idx="12"/>
          </p:nvPr>
        </p:nvSpPr>
        <p:spPr/>
        <p:txBody>
          <a:bodyPr/>
          <a:lstStyle/>
          <a:p>
            <a:pPr algn="r"/>
            <a:fld id="{5D9A5160-6218-4E5A-B9E6-B93E3DAE377C}" type="slidenum">
              <a:rPr lang="en-US" smtClean="0"/>
              <a:pPr algn="r"/>
              <a:t>2</a:t>
            </a:fld>
            <a:endParaRPr lang="en-US" dirty="0"/>
          </a:p>
        </p:txBody>
      </p:sp>
    </p:spTree>
    <p:extLst>
      <p:ext uri="{BB962C8B-B14F-4D97-AF65-F5344CB8AC3E}">
        <p14:creationId xmlns:p14="http://schemas.microsoft.com/office/powerpoint/2010/main" val="321787516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2F176096-B4B0-F0DF-D4C6-DB4DF98E22EB}"/>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3B7AD817-BA77-F942-57A7-78D0C8376530}"/>
              </a:ext>
            </a:extLst>
          </p:cNvPr>
          <p:cNvSpPr>
            <a:spLocks noGrp="1"/>
          </p:cNvSpPr>
          <p:nvPr>
            <p:ph type="title"/>
          </p:nvPr>
        </p:nvSpPr>
        <p:spPr>
          <a:xfrm>
            <a:off x="551384" y="549274"/>
            <a:ext cx="11090938" cy="930372"/>
          </a:xfrm>
        </p:spPr>
        <p:txBody>
          <a:bodyPr/>
          <a:lstStyle/>
          <a:p>
            <a:r>
              <a:rPr lang="en-US" dirty="0"/>
              <a:t>How to update the footer</a:t>
            </a:r>
            <a:br>
              <a:rPr lang="en-US" dirty="0"/>
            </a:br>
            <a:r>
              <a:rPr lang="en-US" sz="2000" dirty="0">
                <a:solidFill>
                  <a:srgbClr val="FF816E"/>
                </a:solidFill>
                <a:latin typeface="+mn-lt"/>
                <a:ea typeface="+mn-ea"/>
                <a:cs typeface="+mn-cs"/>
              </a:rPr>
              <a:t>Read me and delete me</a:t>
            </a:r>
            <a:br>
              <a:rPr lang="en-US" sz="2000" b="1" dirty="0">
                <a:solidFill>
                  <a:srgbClr val="FF816E"/>
                </a:solidFill>
                <a:latin typeface="+mn-lt"/>
                <a:ea typeface="+mn-ea"/>
                <a:cs typeface="+mn-cs"/>
              </a:rPr>
            </a:br>
            <a:endParaRPr lang="en-US" sz="2000" b="1" dirty="0">
              <a:solidFill>
                <a:srgbClr val="FF816E"/>
              </a:solidFill>
              <a:latin typeface="+mn-lt"/>
              <a:ea typeface="+mn-ea"/>
              <a:cs typeface="+mn-cs"/>
            </a:endParaRPr>
          </a:p>
        </p:txBody>
      </p:sp>
      <p:sp>
        <p:nvSpPr>
          <p:cNvPr id="20" name="ZoneTexte 4">
            <a:extLst>
              <a:ext uri="{FF2B5EF4-FFF2-40B4-BE49-F238E27FC236}">
                <a16:creationId xmlns:a16="http://schemas.microsoft.com/office/drawing/2014/main" id="{0760F61F-321C-C425-994E-62518F6B1A56}"/>
              </a:ext>
            </a:extLst>
          </p:cNvPr>
          <p:cNvSpPr txBox="1"/>
          <p:nvPr/>
        </p:nvSpPr>
        <p:spPr>
          <a:xfrm>
            <a:off x="565444" y="1321023"/>
            <a:ext cx="4810476" cy="2985433"/>
          </a:xfrm>
          <a:prstGeom prst="rect">
            <a:avLst/>
          </a:prstGeom>
          <a:noFill/>
        </p:spPr>
        <p:txBody>
          <a:bodyPr wrap="square" rtlCol="0">
            <a:spAutoFit/>
          </a:bodyPr>
          <a:lstStyle/>
          <a:p>
            <a:pPr marL="342900" marR="0" lvl="0" indent="-342900" algn="l" defTabSz="914400" rtl="0" eaLnBrk="1" fontAlgn="auto" latinLnBrk="0" hangingPunct="1">
              <a:lnSpc>
                <a:spcPct val="100000"/>
              </a:lnSpc>
              <a:spcBef>
                <a:spcPts val="0"/>
              </a:spcBef>
              <a:spcAft>
                <a:spcPts val="600"/>
              </a:spcAft>
              <a:buClrTx/>
              <a:buSzTx/>
              <a:buFont typeface="+mj-lt"/>
              <a:buAutoNum type="arabicPeriod"/>
              <a:tabLst/>
              <a:defRPr/>
            </a:pPr>
            <a:r>
              <a:rPr kumimoji="0" lang="en-US" sz="1400" b="0" i="0" u="none" strike="noStrike" kern="1200" cap="none" spc="0" normalizeH="0" baseline="0" noProof="0" dirty="0">
                <a:ln>
                  <a:noFill/>
                </a:ln>
                <a:solidFill>
                  <a:srgbClr val="000000"/>
                </a:solidFill>
                <a:effectLst/>
                <a:uLnTx/>
                <a:uFillTx/>
                <a:ea typeface="+mn-ea"/>
                <a:cs typeface="+mn-cs"/>
              </a:rPr>
              <a:t>Set any of the content slides as active. </a:t>
            </a:r>
            <a:br>
              <a:rPr kumimoji="0" lang="en-US" sz="1400" b="0" i="0" u="none" strike="noStrike" kern="1200" cap="none" spc="0" normalizeH="0" baseline="0" noProof="0" dirty="0">
                <a:ln>
                  <a:noFill/>
                </a:ln>
                <a:solidFill>
                  <a:srgbClr val="000000"/>
                </a:solidFill>
                <a:effectLst/>
                <a:uLnTx/>
                <a:uFillTx/>
                <a:ea typeface="+mn-ea"/>
                <a:cs typeface="+mn-cs"/>
              </a:rPr>
            </a:br>
            <a:r>
              <a:rPr lang="en-US" sz="1400" dirty="0">
                <a:solidFill>
                  <a:srgbClr val="000000"/>
                </a:solidFill>
              </a:rPr>
              <a:t>IMPORTANT: It can’t be the front or back cover</a:t>
            </a:r>
          </a:p>
          <a:p>
            <a:pPr marL="342900" marR="0" lvl="0" indent="-342900" algn="l" defTabSz="914400" rtl="0" eaLnBrk="1" fontAlgn="auto" latinLnBrk="0" hangingPunct="1">
              <a:lnSpc>
                <a:spcPct val="100000"/>
              </a:lnSpc>
              <a:spcBef>
                <a:spcPts val="0"/>
              </a:spcBef>
              <a:spcAft>
                <a:spcPts val="600"/>
              </a:spcAft>
              <a:buClrTx/>
              <a:buSzTx/>
              <a:buFont typeface="+mj-lt"/>
              <a:buAutoNum type="arabicPeriod"/>
              <a:tabLst/>
              <a:defRPr/>
            </a:pPr>
            <a:r>
              <a:rPr kumimoji="0" lang="en-US" sz="1400" b="0" i="0" u="none" strike="noStrike" kern="1200" cap="none" spc="0" normalizeH="0" baseline="0" noProof="0" dirty="0">
                <a:ln>
                  <a:noFill/>
                </a:ln>
                <a:solidFill>
                  <a:srgbClr val="000000"/>
                </a:solidFill>
                <a:effectLst/>
                <a:uLnTx/>
                <a:uFillTx/>
                <a:ea typeface="+mn-ea"/>
                <a:cs typeface="+mn-cs"/>
              </a:rPr>
              <a:t>Go to Insert -&gt; Header and Footer</a:t>
            </a:r>
            <a:br>
              <a:rPr kumimoji="0" lang="en-US" sz="1400" b="0" i="0" u="none" strike="noStrike" kern="1200" cap="none" spc="0" normalizeH="0" baseline="0" noProof="0" dirty="0">
                <a:ln>
                  <a:noFill/>
                </a:ln>
                <a:solidFill>
                  <a:srgbClr val="000000"/>
                </a:solidFill>
                <a:effectLst/>
                <a:uLnTx/>
                <a:uFillTx/>
                <a:ea typeface="+mn-ea"/>
                <a:cs typeface="+mn-cs"/>
              </a:rPr>
            </a:br>
            <a:br>
              <a:rPr kumimoji="0" lang="en-US" sz="1400" b="0" i="0" u="none" strike="noStrike" kern="1200" cap="none" spc="0" normalizeH="0" baseline="0" noProof="0" dirty="0">
                <a:ln>
                  <a:noFill/>
                </a:ln>
                <a:solidFill>
                  <a:srgbClr val="000000"/>
                </a:solidFill>
                <a:effectLst/>
                <a:uLnTx/>
                <a:uFillTx/>
                <a:ea typeface="+mn-ea"/>
                <a:cs typeface="+mn-cs"/>
              </a:rPr>
            </a:br>
            <a:br>
              <a:rPr kumimoji="0" lang="en-US" sz="1400" b="0" i="0" u="none" strike="noStrike" kern="1200" cap="none" spc="0" normalizeH="0" baseline="0" noProof="0" dirty="0">
                <a:ln>
                  <a:noFill/>
                </a:ln>
                <a:solidFill>
                  <a:srgbClr val="000000"/>
                </a:solidFill>
                <a:effectLst/>
                <a:uLnTx/>
                <a:uFillTx/>
                <a:ea typeface="+mn-ea"/>
                <a:cs typeface="+mn-cs"/>
              </a:rPr>
            </a:br>
            <a:br>
              <a:rPr kumimoji="0" lang="en-US" sz="1400" b="0" i="0" u="none" strike="noStrike" kern="1200" cap="none" spc="0" normalizeH="0" baseline="0" noProof="0" dirty="0">
                <a:ln>
                  <a:noFill/>
                </a:ln>
                <a:solidFill>
                  <a:srgbClr val="000000"/>
                </a:solidFill>
                <a:effectLst/>
                <a:uLnTx/>
                <a:uFillTx/>
                <a:ea typeface="+mn-ea"/>
                <a:cs typeface="+mn-cs"/>
              </a:rPr>
            </a:br>
            <a:br>
              <a:rPr kumimoji="0" lang="en-US" sz="1400" b="0" i="0" u="none" strike="noStrike" kern="1200" cap="none" spc="0" normalizeH="0" baseline="0" noProof="0" dirty="0">
                <a:ln>
                  <a:noFill/>
                </a:ln>
                <a:solidFill>
                  <a:srgbClr val="000000"/>
                </a:solidFill>
                <a:effectLst/>
                <a:uLnTx/>
                <a:uFillTx/>
                <a:ea typeface="+mn-ea"/>
                <a:cs typeface="+mn-cs"/>
              </a:rPr>
            </a:br>
            <a:endParaRPr kumimoji="0" lang="en-US" sz="1400" b="0" i="0" u="none" strike="noStrike" kern="1200" cap="none" spc="0" normalizeH="0" baseline="0" noProof="0" dirty="0">
              <a:ln>
                <a:noFill/>
              </a:ln>
              <a:solidFill>
                <a:srgbClr val="000000"/>
              </a:solidFill>
              <a:effectLst/>
              <a:uLnTx/>
              <a:uFillTx/>
              <a:ea typeface="+mn-ea"/>
              <a:cs typeface="+mn-cs"/>
            </a:endParaRPr>
          </a:p>
          <a:p>
            <a:pPr marL="342900" indent="-342900">
              <a:spcAft>
                <a:spcPts val="600"/>
              </a:spcAft>
              <a:buFont typeface="+mj-lt"/>
              <a:buAutoNum type="arabicPeriod"/>
              <a:defRPr/>
            </a:pPr>
            <a:r>
              <a:rPr lang="en-US" sz="1400" dirty="0">
                <a:solidFill>
                  <a:srgbClr val="000000"/>
                </a:solidFill>
              </a:rPr>
              <a:t>Remove existing Header and Footer</a:t>
            </a:r>
          </a:p>
          <a:p>
            <a:pPr marL="342900" indent="-342900">
              <a:spcAft>
                <a:spcPts val="600"/>
              </a:spcAft>
              <a:buFont typeface="+mj-lt"/>
              <a:buAutoNum type="arabicPeriod"/>
              <a:defRPr/>
            </a:pPr>
            <a:r>
              <a:rPr lang="en-US" sz="1400" dirty="0">
                <a:solidFill>
                  <a:srgbClr val="000000"/>
                </a:solidFill>
              </a:rPr>
              <a:t>Select your slides, go to Insert -&gt; Header and Footer, update text and apply new Header and Footer to all</a:t>
            </a:r>
          </a:p>
          <a:p>
            <a:pPr marL="342900" marR="0" lvl="0" indent="-342900" algn="l" defTabSz="914400" rtl="0" eaLnBrk="1" fontAlgn="auto" latinLnBrk="0" hangingPunct="1">
              <a:lnSpc>
                <a:spcPct val="100000"/>
              </a:lnSpc>
              <a:spcBef>
                <a:spcPts val="0"/>
              </a:spcBef>
              <a:spcAft>
                <a:spcPts val="600"/>
              </a:spcAft>
              <a:buClrTx/>
              <a:buSzTx/>
              <a:buFont typeface="+mj-lt"/>
              <a:buAutoNum type="arabicPeriod"/>
              <a:tabLst/>
              <a:defRPr/>
            </a:pPr>
            <a:endParaRPr kumimoji="0" lang="en-US" sz="1400" b="0" i="0" u="none" strike="noStrike" kern="1200" cap="none" spc="0" normalizeH="0" baseline="0" noProof="0" dirty="0">
              <a:ln>
                <a:noFill/>
              </a:ln>
              <a:solidFill>
                <a:srgbClr val="000000"/>
              </a:solidFill>
              <a:effectLst/>
              <a:uLnTx/>
              <a:uFillTx/>
              <a:ea typeface="+mn-ea"/>
              <a:cs typeface="+mn-cs"/>
            </a:endParaRPr>
          </a:p>
        </p:txBody>
      </p:sp>
      <p:grpSp>
        <p:nvGrpSpPr>
          <p:cNvPr id="25" name="Group 24">
            <a:extLst>
              <a:ext uri="{FF2B5EF4-FFF2-40B4-BE49-F238E27FC236}">
                <a16:creationId xmlns:a16="http://schemas.microsoft.com/office/drawing/2014/main" id="{81B92DEC-26B6-3B18-9E0D-C8A68E005929}"/>
              </a:ext>
              <a:ext uri="{C183D7F6-B498-43B3-948B-1728B52AA6E4}">
                <adec:decorative xmlns:adec="http://schemas.microsoft.com/office/drawing/2017/decorative" val="1"/>
              </a:ext>
            </a:extLst>
          </p:cNvPr>
          <p:cNvGrpSpPr/>
          <p:nvPr/>
        </p:nvGrpSpPr>
        <p:grpSpPr>
          <a:xfrm>
            <a:off x="5656184" y="1683614"/>
            <a:ext cx="5984431" cy="3900803"/>
            <a:chOff x="6795100" y="549856"/>
            <a:chExt cx="4756468" cy="3100386"/>
          </a:xfrm>
        </p:grpSpPr>
        <p:pic>
          <p:nvPicPr>
            <p:cNvPr id="28" name="Picture 27">
              <a:extLst>
                <a:ext uri="{FF2B5EF4-FFF2-40B4-BE49-F238E27FC236}">
                  <a16:creationId xmlns:a16="http://schemas.microsoft.com/office/drawing/2014/main" id="{F518951C-028A-4EA3-C07A-B486C83AD804}"/>
                </a:ext>
                <a:ext uri="{C183D7F6-B498-43B3-948B-1728B52AA6E4}">
                  <adec:decorative xmlns:adec="http://schemas.microsoft.com/office/drawing/2017/decorative" val="1"/>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795100" y="549856"/>
              <a:ext cx="4756468" cy="3100386"/>
            </a:xfrm>
            <a:prstGeom prst="rect">
              <a:avLst/>
            </a:prstGeom>
          </p:spPr>
        </p:pic>
        <p:sp>
          <p:nvSpPr>
            <p:cNvPr id="30" name="Rectangle 29">
              <a:extLst>
                <a:ext uri="{FF2B5EF4-FFF2-40B4-BE49-F238E27FC236}">
                  <a16:creationId xmlns:a16="http://schemas.microsoft.com/office/drawing/2014/main" id="{D7D2BC9D-C859-8D35-0783-7215418BEEFF}"/>
                </a:ext>
              </a:extLst>
            </p:cNvPr>
            <p:cNvSpPr/>
            <p:nvPr/>
          </p:nvSpPr>
          <p:spPr>
            <a:xfrm>
              <a:off x="10206990" y="1990567"/>
              <a:ext cx="1085850" cy="117231"/>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Ubuntu"/>
                <a:ea typeface="+mn-ea"/>
                <a:cs typeface="+mn-cs"/>
              </a:endParaRPr>
            </a:p>
          </p:txBody>
        </p:sp>
      </p:grpSp>
      <p:sp>
        <p:nvSpPr>
          <p:cNvPr id="31" name="Arrow: Down 22">
            <a:extLst>
              <a:ext uri="{FF2B5EF4-FFF2-40B4-BE49-F238E27FC236}">
                <a16:creationId xmlns:a16="http://schemas.microsoft.com/office/drawing/2014/main" id="{FEDDB09E-A833-67FD-C6DD-73230D1216E6}"/>
              </a:ext>
              <a:ext uri="{C183D7F6-B498-43B3-948B-1728B52AA6E4}">
                <adec:decorative xmlns:adec="http://schemas.microsoft.com/office/drawing/2017/decorative" val="1"/>
              </a:ext>
            </a:extLst>
          </p:cNvPr>
          <p:cNvSpPr/>
          <p:nvPr/>
        </p:nvSpPr>
        <p:spPr>
          <a:xfrm rot="5400000">
            <a:off x="11643217" y="3225549"/>
            <a:ext cx="365325" cy="732241"/>
          </a:xfrm>
          <a:prstGeom prst="downArrow">
            <a:avLst/>
          </a:prstGeom>
          <a:solidFill>
            <a:srgbClr val="FF8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grpSp>
        <p:nvGrpSpPr>
          <p:cNvPr id="33" name="Group 32">
            <a:extLst>
              <a:ext uri="{FF2B5EF4-FFF2-40B4-BE49-F238E27FC236}">
                <a16:creationId xmlns:a16="http://schemas.microsoft.com/office/drawing/2014/main" id="{35102F1B-E15E-2ADB-CED4-0A7FD3D9EBA4}"/>
              </a:ext>
              <a:ext uri="{C183D7F6-B498-43B3-948B-1728B52AA6E4}">
                <adec:decorative xmlns:adec="http://schemas.microsoft.com/office/drawing/2017/decorative" val="1"/>
              </a:ext>
            </a:extLst>
          </p:cNvPr>
          <p:cNvGrpSpPr/>
          <p:nvPr/>
        </p:nvGrpSpPr>
        <p:grpSpPr>
          <a:xfrm>
            <a:off x="983339" y="4105168"/>
            <a:ext cx="1592062" cy="2294481"/>
            <a:chOff x="5713647" y="2624165"/>
            <a:chExt cx="1872086" cy="2698051"/>
          </a:xfrm>
        </p:grpSpPr>
        <p:pic>
          <p:nvPicPr>
            <p:cNvPr id="34" name="Picture 33" descr="A screenshot of a device&#10;&#10;AI-generated content may be incorrect.">
              <a:extLst>
                <a:ext uri="{FF2B5EF4-FFF2-40B4-BE49-F238E27FC236}">
                  <a16:creationId xmlns:a16="http://schemas.microsoft.com/office/drawing/2014/main" id="{7C8689E4-03CA-06E9-2349-726E40A04951}"/>
                </a:ext>
              </a:extLst>
            </p:cNvPr>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a:xfrm>
              <a:off x="5713647" y="2624165"/>
              <a:ext cx="1868482" cy="2698051"/>
            </a:xfrm>
            <a:prstGeom prst="rect">
              <a:avLst/>
            </a:prstGeom>
          </p:spPr>
        </p:pic>
        <p:sp>
          <p:nvSpPr>
            <p:cNvPr id="35" name="Rectangle 34">
              <a:extLst>
                <a:ext uri="{FF2B5EF4-FFF2-40B4-BE49-F238E27FC236}">
                  <a16:creationId xmlns:a16="http://schemas.microsoft.com/office/drawing/2014/main" id="{CCE2E1F7-8FC3-E18D-EB26-2BE6C8BF0612}"/>
                </a:ext>
                <a:ext uri="{C183D7F6-B498-43B3-948B-1728B52AA6E4}">
                  <adec:decorative xmlns:adec="http://schemas.microsoft.com/office/drawing/2017/decorative" val="1"/>
                </a:ext>
              </a:extLst>
            </p:cNvPr>
            <p:cNvSpPr/>
            <p:nvPr/>
          </p:nvSpPr>
          <p:spPr>
            <a:xfrm>
              <a:off x="6124924" y="2738864"/>
              <a:ext cx="346213" cy="202666"/>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Ubuntu"/>
                <a:ea typeface="+mn-ea"/>
                <a:cs typeface="+mn-cs"/>
              </a:endParaRPr>
            </a:p>
          </p:txBody>
        </p:sp>
        <p:sp>
          <p:nvSpPr>
            <p:cNvPr id="36" name="Rectangle 35">
              <a:extLst>
                <a:ext uri="{FF2B5EF4-FFF2-40B4-BE49-F238E27FC236}">
                  <a16:creationId xmlns:a16="http://schemas.microsoft.com/office/drawing/2014/main" id="{4F2AF227-2D61-B4CB-A50F-76B4C1522C28}"/>
                </a:ext>
                <a:ext uri="{C183D7F6-B498-43B3-948B-1728B52AA6E4}">
                  <adec:decorative xmlns:adec="http://schemas.microsoft.com/office/drawing/2017/decorative" val="1"/>
                </a:ext>
              </a:extLst>
            </p:cNvPr>
            <p:cNvSpPr/>
            <p:nvPr/>
          </p:nvSpPr>
          <p:spPr>
            <a:xfrm>
              <a:off x="5821928" y="3653264"/>
              <a:ext cx="1682721" cy="1419470"/>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Ubuntu"/>
                <a:ea typeface="+mn-ea"/>
                <a:cs typeface="+mn-cs"/>
              </a:endParaRPr>
            </a:p>
          </p:txBody>
        </p:sp>
        <p:sp>
          <p:nvSpPr>
            <p:cNvPr id="37" name="Rectangle 36">
              <a:extLst>
                <a:ext uri="{FF2B5EF4-FFF2-40B4-BE49-F238E27FC236}">
                  <a16:creationId xmlns:a16="http://schemas.microsoft.com/office/drawing/2014/main" id="{CD425E79-3F84-55B0-3C6B-C1CA48944E3D}"/>
                </a:ext>
                <a:ext uri="{C183D7F6-B498-43B3-948B-1728B52AA6E4}">
                  <adec:decorative xmlns:adec="http://schemas.microsoft.com/office/drawing/2017/decorative" val="1"/>
                </a:ext>
              </a:extLst>
            </p:cNvPr>
            <p:cNvSpPr/>
            <p:nvPr/>
          </p:nvSpPr>
          <p:spPr>
            <a:xfrm>
              <a:off x="7039324" y="5119550"/>
              <a:ext cx="546409" cy="202666"/>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Ubuntu"/>
                <a:ea typeface="+mn-ea"/>
                <a:cs typeface="+mn-cs"/>
              </a:endParaRPr>
            </a:p>
          </p:txBody>
        </p:sp>
      </p:grpSp>
      <p:sp>
        <p:nvSpPr>
          <p:cNvPr id="40" name="ZoneTexte 25">
            <a:extLst>
              <a:ext uri="{FF2B5EF4-FFF2-40B4-BE49-F238E27FC236}">
                <a16:creationId xmlns:a16="http://schemas.microsoft.com/office/drawing/2014/main" id="{1530100B-0265-D41B-501C-D639EDC6B202}"/>
              </a:ext>
            </a:extLst>
          </p:cNvPr>
          <p:cNvSpPr txBox="1"/>
          <p:nvPr/>
        </p:nvSpPr>
        <p:spPr>
          <a:xfrm>
            <a:off x="7651800" y="584529"/>
            <a:ext cx="3975475" cy="101566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816E"/>
                </a:solidFill>
                <a:effectLst/>
                <a:uLnTx/>
                <a:uFillTx/>
                <a:ea typeface="+mn-ea"/>
                <a:cs typeface="+mn-cs"/>
              </a:rPr>
              <a:t>All documents </a:t>
            </a:r>
            <a:r>
              <a:rPr kumimoji="0" lang="en-US" sz="2000" b="1" i="0" u="none" strike="noStrike" kern="1200" cap="none" spc="0" normalizeH="0" baseline="0" noProof="0" dirty="0">
                <a:ln>
                  <a:noFill/>
                </a:ln>
                <a:solidFill>
                  <a:srgbClr val="FF816E"/>
                </a:solidFill>
                <a:effectLst/>
                <a:uLnTx/>
                <a:uFillTx/>
                <a:ea typeface="+mn-ea"/>
                <a:cs typeface="+mn-cs"/>
              </a:rPr>
              <a:t>should be marked</a:t>
            </a:r>
            <a:r>
              <a:rPr kumimoji="0" lang="en-US" sz="2000" b="0" i="0" u="none" strike="noStrike" kern="1200" cap="none" spc="0" normalizeH="0" baseline="0" noProof="0" dirty="0">
                <a:ln>
                  <a:noFill/>
                </a:ln>
                <a:solidFill>
                  <a:srgbClr val="FF816E"/>
                </a:solidFill>
                <a:effectLst/>
                <a:uLnTx/>
                <a:uFillTx/>
                <a:ea typeface="+mn-ea"/>
                <a:cs typeface="+mn-cs"/>
              </a:rPr>
              <a:t> with the appropriate classification and title. </a:t>
            </a:r>
          </a:p>
        </p:txBody>
      </p:sp>
      <p:grpSp>
        <p:nvGrpSpPr>
          <p:cNvPr id="45" name="Group 44">
            <a:extLst>
              <a:ext uri="{FF2B5EF4-FFF2-40B4-BE49-F238E27FC236}">
                <a16:creationId xmlns:a16="http://schemas.microsoft.com/office/drawing/2014/main" id="{32FDFE02-D161-5FEC-BB63-2AB77E6CAFB4}"/>
              </a:ext>
              <a:ext uri="{C183D7F6-B498-43B3-948B-1728B52AA6E4}">
                <adec:decorative xmlns:adec="http://schemas.microsoft.com/office/drawing/2017/decorative" val="1"/>
              </a:ext>
            </a:extLst>
          </p:cNvPr>
          <p:cNvGrpSpPr/>
          <p:nvPr/>
        </p:nvGrpSpPr>
        <p:grpSpPr>
          <a:xfrm>
            <a:off x="977713" y="2199122"/>
            <a:ext cx="4496161" cy="734160"/>
            <a:chOff x="977713" y="3731102"/>
            <a:chExt cx="4496161" cy="734160"/>
          </a:xfrm>
        </p:grpSpPr>
        <p:pic>
          <p:nvPicPr>
            <p:cNvPr id="49" name="Picture 48" descr="A screenshot of a computer&#10;&#10;AI-generated content may be incorrect.">
              <a:extLst>
                <a:ext uri="{FF2B5EF4-FFF2-40B4-BE49-F238E27FC236}">
                  <a16:creationId xmlns:a16="http://schemas.microsoft.com/office/drawing/2014/main" id="{B9D191C5-E99E-0A71-87B4-003AFE6C4FFD}"/>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977713" y="3731102"/>
              <a:ext cx="4496161" cy="734160"/>
            </a:xfrm>
            <a:prstGeom prst="rect">
              <a:avLst/>
            </a:prstGeom>
          </p:spPr>
        </p:pic>
        <p:sp>
          <p:nvSpPr>
            <p:cNvPr id="51" name="Rectangle 50">
              <a:extLst>
                <a:ext uri="{FF2B5EF4-FFF2-40B4-BE49-F238E27FC236}">
                  <a16:creationId xmlns:a16="http://schemas.microsoft.com/office/drawing/2014/main" id="{26F26B39-77B8-F3B3-9342-75A1ED66C3FA}"/>
                </a:ext>
                <a:ext uri="{C183D7F6-B498-43B3-948B-1728B52AA6E4}">
                  <adec:decorative xmlns:adec="http://schemas.microsoft.com/office/drawing/2017/decorative" val="1"/>
                </a:ext>
              </a:extLst>
            </p:cNvPr>
            <p:cNvSpPr/>
            <p:nvPr/>
          </p:nvSpPr>
          <p:spPr>
            <a:xfrm>
              <a:off x="1252193" y="3855112"/>
              <a:ext cx="272756" cy="237048"/>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Ubuntu"/>
                <a:ea typeface="+mn-ea"/>
                <a:cs typeface="+mn-cs"/>
              </a:endParaRPr>
            </a:p>
          </p:txBody>
        </p:sp>
        <p:sp>
          <p:nvSpPr>
            <p:cNvPr id="52" name="Rectangle 51">
              <a:extLst>
                <a:ext uri="{FF2B5EF4-FFF2-40B4-BE49-F238E27FC236}">
                  <a16:creationId xmlns:a16="http://schemas.microsoft.com/office/drawing/2014/main" id="{3D66C9AB-A051-073F-AB15-FAE1DAB02E51}"/>
                </a:ext>
                <a:ext uri="{C183D7F6-B498-43B3-948B-1728B52AA6E4}">
                  <adec:decorative xmlns:adec="http://schemas.microsoft.com/office/drawing/2017/decorative" val="1"/>
                </a:ext>
              </a:extLst>
            </p:cNvPr>
            <p:cNvSpPr/>
            <p:nvPr/>
          </p:nvSpPr>
          <p:spPr>
            <a:xfrm>
              <a:off x="5183885" y="4022839"/>
              <a:ext cx="272756" cy="342527"/>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Ubuntu"/>
                <a:ea typeface="+mn-ea"/>
                <a:cs typeface="+mn-cs"/>
              </a:endParaRPr>
            </a:p>
          </p:txBody>
        </p:sp>
      </p:grpSp>
      <p:sp>
        <p:nvSpPr>
          <p:cNvPr id="53" name="Rectangle 52">
            <a:extLst>
              <a:ext uri="{FF2B5EF4-FFF2-40B4-BE49-F238E27FC236}">
                <a16:creationId xmlns:a16="http://schemas.microsoft.com/office/drawing/2014/main" id="{0EB485F6-0EF6-EC98-7DBC-217876FB0A9D}"/>
              </a:ext>
              <a:ext uri="{C183D7F6-B498-43B3-948B-1728B52AA6E4}">
                <adec:decorative xmlns:adec="http://schemas.microsoft.com/office/drawing/2017/decorative" val="1"/>
              </a:ext>
            </a:extLst>
          </p:cNvPr>
          <p:cNvSpPr/>
          <p:nvPr/>
        </p:nvSpPr>
        <p:spPr>
          <a:xfrm>
            <a:off x="9948910" y="3246361"/>
            <a:ext cx="1366181" cy="147496"/>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Ubuntu"/>
              <a:ea typeface="+mn-ea"/>
              <a:cs typeface="+mn-cs"/>
            </a:endParaRPr>
          </a:p>
        </p:txBody>
      </p:sp>
      <p:sp>
        <p:nvSpPr>
          <p:cNvPr id="54" name="Arrow: Down 22">
            <a:extLst>
              <a:ext uri="{FF2B5EF4-FFF2-40B4-BE49-F238E27FC236}">
                <a16:creationId xmlns:a16="http://schemas.microsoft.com/office/drawing/2014/main" id="{5616DD47-2FB9-465F-8CE8-DF6D1D7EFF69}"/>
              </a:ext>
              <a:ext uri="{C183D7F6-B498-43B3-948B-1728B52AA6E4}">
                <adec:decorative xmlns:adec="http://schemas.microsoft.com/office/drawing/2017/decorative" val="1"/>
              </a:ext>
            </a:extLst>
          </p:cNvPr>
          <p:cNvSpPr/>
          <p:nvPr/>
        </p:nvSpPr>
        <p:spPr>
          <a:xfrm rot="5400000">
            <a:off x="11643217" y="2965667"/>
            <a:ext cx="365325" cy="732241"/>
          </a:xfrm>
          <a:prstGeom prst="downArrow">
            <a:avLst/>
          </a:prstGeom>
          <a:solidFill>
            <a:srgbClr val="FF81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75" name="Date Placeholder 74">
            <a:extLst>
              <a:ext uri="{FF2B5EF4-FFF2-40B4-BE49-F238E27FC236}">
                <a16:creationId xmlns:a16="http://schemas.microsoft.com/office/drawing/2014/main" id="{FEA41249-427A-F071-1968-1228B9C41E98}"/>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76" name="Footer Placeholder 75">
            <a:extLst>
              <a:ext uri="{FF2B5EF4-FFF2-40B4-BE49-F238E27FC236}">
                <a16:creationId xmlns:a16="http://schemas.microsoft.com/office/drawing/2014/main" id="{A8E209C0-A396-4B99-D91E-79738C036AD5}"/>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77" name="Slide Number Placeholder 76">
            <a:extLst>
              <a:ext uri="{FF2B5EF4-FFF2-40B4-BE49-F238E27FC236}">
                <a16:creationId xmlns:a16="http://schemas.microsoft.com/office/drawing/2014/main" id="{7C64578C-3CF5-A1EF-6543-D9DC90244B07}"/>
              </a:ext>
            </a:extLst>
          </p:cNvPr>
          <p:cNvSpPr>
            <a:spLocks noGrp="1"/>
          </p:cNvSpPr>
          <p:nvPr>
            <p:ph type="sldNum" sz="quarter" idx="12"/>
          </p:nvPr>
        </p:nvSpPr>
        <p:spPr/>
        <p:txBody>
          <a:bodyPr/>
          <a:lstStyle/>
          <a:p>
            <a:pPr algn="r"/>
            <a:fld id="{5D9A5160-6218-4E5A-B9E6-B93E3DAE377C}" type="slidenum">
              <a:rPr lang="en-US" smtClean="0"/>
              <a:pPr algn="r"/>
              <a:t>3</a:t>
            </a:fld>
            <a:endParaRPr lang="en-US" dirty="0"/>
          </a:p>
        </p:txBody>
      </p:sp>
      <p:grpSp>
        <p:nvGrpSpPr>
          <p:cNvPr id="83" name="Group 82">
            <a:extLst>
              <a:ext uri="{FF2B5EF4-FFF2-40B4-BE49-F238E27FC236}">
                <a16:creationId xmlns:a16="http://schemas.microsoft.com/office/drawing/2014/main" id="{6C18686A-1757-B542-F1A5-6C29B7AD14E2}"/>
              </a:ext>
              <a:ext uri="{C183D7F6-B498-43B3-948B-1728B52AA6E4}">
                <adec:decorative xmlns:adec="http://schemas.microsoft.com/office/drawing/2017/decorative" val="1"/>
              </a:ext>
            </a:extLst>
          </p:cNvPr>
          <p:cNvGrpSpPr/>
          <p:nvPr/>
        </p:nvGrpSpPr>
        <p:grpSpPr>
          <a:xfrm>
            <a:off x="2630210" y="4105168"/>
            <a:ext cx="3489518" cy="2294481"/>
            <a:chOff x="2630211" y="4143319"/>
            <a:chExt cx="2973693" cy="1955308"/>
          </a:xfrm>
        </p:grpSpPr>
        <p:pic>
          <p:nvPicPr>
            <p:cNvPr id="79" name="Picture 78">
              <a:extLst>
                <a:ext uri="{FF2B5EF4-FFF2-40B4-BE49-F238E27FC236}">
                  <a16:creationId xmlns:a16="http://schemas.microsoft.com/office/drawing/2014/main" id="{4619F704-BA94-5620-BF31-3875BEE1ACD5}"/>
                </a:ext>
              </a:extLst>
            </p:cNvPr>
            <p:cNvPicPr>
              <a:picLocks noChangeAspect="1"/>
            </p:cNvPicPr>
            <p:nvPr/>
          </p:nvPicPr>
          <p:blipFill>
            <a:blip r:embed="rId5"/>
            <a:srcRect t="1917" r="782"/>
            <a:stretch>
              <a:fillRect/>
            </a:stretch>
          </p:blipFill>
          <p:spPr>
            <a:xfrm>
              <a:off x="2666589" y="4143319"/>
              <a:ext cx="2937315" cy="1951834"/>
            </a:xfrm>
            <a:prstGeom prst="rect">
              <a:avLst/>
            </a:prstGeom>
          </p:spPr>
        </p:pic>
        <p:sp>
          <p:nvSpPr>
            <p:cNvPr id="80" name="Rectangle 79">
              <a:extLst>
                <a:ext uri="{FF2B5EF4-FFF2-40B4-BE49-F238E27FC236}">
                  <a16:creationId xmlns:a16="http://schemas.microsoft.com/office/drawing/2014/main" id="{47561488-6D50-5734-3A3E-1430CA6621B7}"/>
                </a:ext>
                <a:ext uri="{C183D7F6-B498-43B3-948B-1728B52AA6E4}">
                  <adec:decorative xmlns:adec="http://schemas.microsoft.com/office/drawing/2017/decorative" val="1"/>
                </a:ext>
              </a:extLst>
            </p:cNvPr>
            <p:cNvSpPr/>
            <p:nvPr/>
          </p:nvSpPr>
          <p:spPr>
            <a:xfrm>
              <a:off x="2630211" y="4288356"/>
              <a:ext cx="294427" cy="172352"/>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Ubuntu"/>
                <a:ea typeface="+mn-ea"/>
                <a:cs typeface="+mn-cs"/>
              </a:endParaRPr>
            </a:p>
          </p:txBody>
        </p:sp>
        <p:sp>
          <p:nvSpPr>
            <p:cNvPr id="81" name="Rectangle 80">
              <a:extLst>
                <a:ext uri="{FF2B5EF4-FFF2-40B4-BE49-F238E27FC236}">
                  <a16:creationId xmlns:a16="http://schemas.microsoft.com/office/drawing/2014/main" id="{98B8C939-A267-F2E5-B66F-AAC67A56783F}"/>
                </a:ext>
                <a:ext uri="{C183D7F6-B498-43B3-948B-1728B52AA6E4}">
                  <adec:decorative xmlns:adec="http://schemas.microsoft.com/office/drawing/2017/decorative" val="1"/>
                </a:ext>
              </a:extLst>
            </p:cNvPr>
            <p:cNvSpPr/>
            <p:nvPr/>
          </p:nvSpPr>
          <p:spPr>
            <a:xfrm>
              <a:off x="2742074" y="4460708"/>
              <a:ext cx="2248946" cy="1200822"/>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Ubuntu"/>
                <a:ea typeface="+mn-ea"/>
                <a:cs typeface="+mn-cs"/>
              </a:endParaRPr>
            </a:p>
          </p:txBody>
        </p:sp>
        <p:sp>
          <p:nvSpPr>
            <p:cNvPr id="82" name="Rectangle 81">
              <a:extLst>
                <a:ext uri="{FF2B5EF4-FFF2-40B4-BE49-F238E27FC236}">
                  <a16:creationId xmlns:a16="http://schemas.microsoft.com/office/drawing/2014/main" id="{7508C418-68D0-9EB6-6B68-D787DDC1A0BD}"/>
                </a:ext>
                <a:ext uri="{C183D7F6-B498-43B3-948B-1728B52AA6E4}">
                  <adec:decorative xmlns:adec="http://schemas.microsoft.com/office/drawing/2017/decorative" val="1"/>
                </a:ext>
              </a:extLst>
            </p:cNvPr>
            <p:cNvSpPr/>
            <p:nvPr/>
          </p:nvSpPr>
          <p:spPr>
            <a:xfrm>
              <a:off x="4728077" y="5926275"/>
              <a:ext cx="464678" cy="172352"/>
            </a:xfrm>
            <a:prstGeom prst="rect">
              <a:avLst/>
            </a:prstGeom>
            <a:noFill/>
            <a:ln w="38100">
              <a:solidFill>
                <a:srgbClr val="FF81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Ubuntu"/>
                <a:ea typeface="+mn-ea"/>
                <a:cs typeface="+mn-cs"/>
              </a:endParaRPr>
            </a:p>
          </p:txBody>
        </p:sp>
      </p:grpSp>
      <p:grpSp>
        <p:nvGrpSpPr>
          <p:cNvPr id="84" name="Group 83">
            <a:extLst>
              <a:ext uri="{FF2B5EF4-FFF2-40B4-BE49-F238E27FC236}">
                <a16:creationId xmlns:a16="http://schemas.microsoft.com/office/drawing/2014/main" id="{2C3C2AC1-4C0F-F992-94E7-406721A9CA66}"/>
              </a:ext>
              <a:ext uri="{C183D7F6-B498-43B3-948B-1728B52AA6E4}">
                <adec:decorative xmlns:adec="http://schemas.microsoft.com/office/drawing/2017/decorative" val="1"/>
              </a:ext>
            </a:extLst>
          </p:cNvPr>
          <p:cNvGrpSpPr/>
          <p:nvPr/>
        </p:nvGrpSpPr>
        <p:grpSpPr>
          <a:xfrm>
            <a:off x="9374002" y="1574794"/>
            <a:ext cx="2252554" cy="1280377"/>
            <a:chOff x="5104799" y="5131313"/>
            <a:chExt cx="2252554" cy="1280377"/>
          </a:xfrm>
        </p:grpSpPr>
        <p:pic>
          <p:nvPicPr>
            <p:cNvPr id="55" name="Picture 54">
              <a:extLst>
                <a:ext uri="{FF2B5EF4-FFF2-40B4-BE49-F238E27FC236}">
                  <a16:creationId xmlns:a16="http://schemas.microsoft.com/office/drawing/2014/main" id="{69942519-DC9D-A47F-3E90-48B63D1B8A3F}"/>
                </a:ext>
              </a:extLst>
            </p:cNvPr>
            <p:cNvPicPr>
              <a:picLocks noChangeAspect="1"/>
            </p:cNvPicPr>
            <p:nvPr/>
          </p:nvPicPr>
          <p:blipFill>
            <a:blip r:embed="rId6"/>
            <a:stretch>
              <a:fillRect/>
            </a:stretch>
          </p:blipFill>
          <p:spPr>
            <a:xfrm>
              <a:off x="5151164" y="5131313"/>
              <a:ext cx="2206189" cy="1280377"/>
            </a:xfrm>
            <a:prstGeom prst="rect">
              <a:avLst/>
            </a:prstGeom>
          </p:spPr>
        </p:pic>
        <p:sp>
          <p:nvSpPr>
            <p:cNvPr id="56" name="Rectangle 55">
              <a:extLst>
                <a:ext uri="{FF2B5EF4-FFF2-40B4-BE49-F238E27FC236}">
                  <a16:creationId xmlns:a16="http://schemas.microsoft.com/office/drawing/2014/main" id="{B7106ACF-50E2-A8BD-D906-F3B2E49448D8}"/>
                </a:ext>
              </a:extLst>
            </p:cNvPr>
            <p:cNvSpPr/>
            <p:nvPr/>
          </p:nvSpPr>
          <p:spPr>
            <a:xfrm>
              <a:off x="5104799" y="5171782"/>
              <a:ext cx="1259657" cy="271249"/>
            </a:xfrm>
            <a:prstGeom prst="rect">
              <a:avLst/>
            </a:prstGeom>
            <a:noFill/>
            <a:ln w="28575">
              <a:solidFill>
                <a:srgbClr val="FF816E"/>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err="1">
                <a:solidFill>
                  <a:schemeClr val="tx1"/>
                </a:solidFill>
              </a:endParaRPr>
            </a:p>
          </p:txBody>
        </p:sp>
      </p:grpSp>
    </p:spTree>
    <p:extLst>
      <p:ext uri="{BB962C8B-B14F-4D97-AF65-F5344CB8AC3E}">
        <p14:creationId xmlns:p14="http://schemas.microsoft.com/office/powerpoint/2010/main" val="57909953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4FED0BBB-3EB8-631B-6514-7A679B39715B}"/>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00C77647-9EBA-9957-1079-0CD79E98CA44}"/>
              </a:ext>
            </a:extLst>
          </p:cNvPr>
          <p:cNvSpPr>
            <a:spLocks noGrp="1"/>
          </p:cNvSpPr>
          <p:nvPr>
            <p:ph type="title"/>
          </p:nvPr>
        </p:nvSpPr>
        <p:spPr>
          <a:xfrm>
            <a:off x="551384" y="549274"/>
            <a:ext cx="11090938" cy="930372"/>
          </a:xfrm>
        </p:spPr>
        <p:txBody>
          <a:bodyPr/>
          <a:lstStyle/>
          <a:p>
            <a:r>
              <a:rPr lang="en-US" dirty="0"/>
              <a:t>Use the Slide Layouts</a:t>
            </a:r>
            <a:br>
              <a:rPr lang="en-US" dirty="0"/>
            </a:br>
            <a:r>
              <a:rPr lang="en-US" sz="2000" dirty="0">
                <a:solidFill>
                  <a:srgbClr val="FF816E"/>
                </a:solidFill>
                <a:latin typeface="+mn-lt"/>
                <a:ea typeface="+mn-ea"/>
                <a:cs typeface="+mn-cs"/>
              </a:rPr>
              <a:t>Read me and delete me</a:t>
            </a:r>
            <a:br>
              <a:rPr lang="en-US" sz="2000" dirty="0">
                <a:solidFill>
                  <a:srgbClr val="FF816E"/>
                </a:solidFill>
                <a:latin typeface="+mn-lt"/>
                <a:ea typeface="+mn-ea"/>
                <a:cs typeface="+mn-cs"/>
              </a:rPr>
            </a:br>
            <a:endParaRPr lang="en-US" sz="2000" dirty="0">
              <a:solidFill>
                <a:srgbClr val="FF816E"/>
              </a:solidFill>
              <a:latin typeface="+mn-lt"/>
              <a:ea typeface="+mn-ea"/>
              <a:cs typeface="+mn-cs"/>
            </a:endParaRPr>
          </a:p>
        </p:txBody>
      </p:sp>
      <p:sp>
        <p:nvSpPr>
          <p:cNvPr id="20" name="ZoneTexte 4">
            <a:extLst>
              <a:ext uri="{FF2B5EF4-FFF2-40B4-BE49-F238E27FC236}">
                <a16:creationId xmlns:a16="http://schemas.microsoft.com/office/drawing/2014/main" id="{8CD8C2E1-459A-57F1-1B76-E491D0877CE1}"/>
              </a:ext>
            </a:extLst>
          </p:cNvPr>
          <p:cNvSpPr txBox="1"/>
          <p:nvPr/>
        </p:nvSpPr>
        <p:spPr>
          <a:xfrm>
            <a:off x="602981" y="1334235"/>
            <a:ext cx="4563671" cy="33547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This helps you to build aligned presentations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000000"/>
                </a:solidFill>
                <a:effectLst/>
                <a:uLnTx/>
                <a:uFillTx/>
                <a:latin typeface="Ubuntu"/>
                <a:ea typeface="+mn-ea"/>
                <a:cs typeface="+mn-cs"/>
              </a:rPr>
              <a:t>Ensure visual consistency across slides</a:t>
            </a:r>
            <a:r>
              <a:rPr kumimoji="0" lang="en-US" sz="1400" b="0" i="0" u="none" strike="noStrike" kern="1200" cap="none" spc="0" normalizeH="0" baseline="0" noProof="0" dirty="0">
                <a:ln>
                  <a:noFill/>
                </a:ln>
                <a:solidFill>
                  <a:srgbClr val="000000"/>
                </a:solidFill>
                <a:effectLst/>
                <a:uLnTx/>
                <a:uFillTx/>
                <a:latin typeface="Ubuntu"/>
                <a:ea typeface="+mn-ea"/>
                <a:cs typeface="+mn-cs"/>
              </a:rPr>
              <a:t> by standardizing placement of titles, text, and images.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000000"/>
                </a:solidFill>
                <a:effectLst/>
                <a:uLnTx/>
                <a:uFillTx/>
                <a:latin typeface="Ubuntu"/>
                <a:ea typeface="+mn-ea"/>
                <a:cs typeface="+mn-cs"/>
              </a:rPr>
              <a:t>Speed up design</a:t>
            </a:r>
            <a:r>
              <a:rPr kumimoji="0" lang="en-US" sz="1400" b="0" i="0" u="none" strike="noStrike" kern="1200" cap="none" spc="0" normalizeH="0" baseline="0" noProof="0" dirty="0">
                <a:ln>
                  <a:noFill/>
                </a:ln>
                <a:solidFill>
                  <a:srgbClr val="000000"/>
                </a:solidFill>
                <a:effectLst/>
                <a:uLnTx/>
                <a:uFillTx/>
                <a:latin typeface="Ubuntu"/>
                <a:ea typeface="+mn-ea"/>
                <a:cs typeface="+mn-cs"/>
              </a:rPr>
              <a:t> by providing pre-set structures that reduce manual formatting.</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000000"/>
                </a:solidFill>
                <a:effectLst/>
                <a:uLnTx/>
                <a:uFillTx/>
                <a:latin typeface="Ubuntu"/>
                <a:ea typeface="+mn-ea"/>
                <a:cs typeface="+mn-cs"/>
              </a:rPr>
              <a:t>Improve readability</a:t>
            </a:r>
            <a:r>
              <a:rPr kumimoji="0" lang="en-US" sz="1400" b="0" i="0" u="none" strike="noStrike" kern="1200" cap="none" spc="0" normalizeH="0" baseline="0" noProof="0" dirty="0">
                <a:ln>
                  <a:noFill/>
                </a:ln>
                <a:solidFill>
                  <a:srgbClr val="000000"/>
                </a:solidFill>
                <a:effectLst/>
                <a:uLnTx/>
                <a:uFillTx/>
                <a:latin typeface="Ubuntu"/>
                <a:ea typeface="+mn-ea"/>
                <a:cs typeface="+mn-cs"/>
              </a:rPr>
              <a:t> with balanced spacing and alignment.</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000000"/>
                </a:solidFill>
                <a:effectLst/>
                <a:uLnTx/>
                <a:uFillTx/>
                <a:latin typeface="Ubuntu"/>
                <a:ea typeface="+mn-ea"/>
                <a:cs typeface="+mn-cs"/>
              </a:rPr>
              <a:t>Support branding</a:t>
            </a:r>
            <a:r>
              <a:rPr kumimoji="0" lang="en-US" sz="1400" b="0" i="0" u="none" strike="noStrike" kern="1200" cap="none" spc="0" normalizeH="0" baseline="0" noProof="0" dirty="0">
                <a:ln>
                  <a:noFill/>
                </a:ln>
                <a:solidFill>
                  <a:srgbClr val="000000"/>
                </a:solidFill>
                <a:effectLst/>
                <a:uLnTx/>
                <a:uFillTx/>
                <a:latin typeface="Ubuntu"/>
                <a:ea typeface="+mn-ea"/>
                <a:cs typeface="+mn-cs"/>
              </a:rPr>
              <a:t> through consistent use of colors, fonts, and logos.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000000"/>
                </a:solidFill>
                <a:effectLst/>
                <a:uLnTx/>
                <a:uFillTx/>
                <a:latin typeface="Ubuntu"/>
                <a:ea typeface="+mn-ea"/>
                <a:cs typeface="+mn-cs"/>
              </a:rPr>
              <a:t>Enhance accessibility</a:t>
            </a:r>
            <a:r>
              <a:rPr kumimoji="0" lang="en-US" sz="1400" b="0" i="0" u="none" strike="noStrike" kern="1200" cap="none" spc="0" normalizeH="0" baseline="0" noProof="0" dirty="0">
                <a:ln>
                  <a:noFill/>
                </a:ln>
                <a:solidFill>
                  <a:srgbClr val="000000"/>
                </a:solidFill>
                <a:effectLst/>
                <a:uLnTx/>
                <a:uFillTx/>
                <a:latin typeface="Ubuntu"/>
                <a:ea typeface="+mn-ea"/>
                <a:cs typeface="+mn-cs"/>
              </a:rPr>
              <a:t> by maintaining predictable structure for screen readers.</a:t>
            </a:r>
          </a:p>
          <a:p>
            <a:pPr marL="180975" marR="0" lvl="1"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000000"/>
                </a:solidFill>
                <a:effectLst/>
                <a:uLnTx/>
                <a:uFillTx/>
                <a:latin typeface="Ubuntu"/>
                <a:ea typeface="+mn-ea"/>
                <a:cs typeface="+mn-cs"/>
              </a:rPr>
              <a:t>Simplify collaboration</a:t>
            </a:r>
            <a:r>
              <a:rPr kumimoji="0" lang="en-US" sz="1400" b="0" i="0" u="none" strike="noStrike" kern="1200" cap="none" spc="0" normalizeH="0" baseline="0" noProof="0" dirty="0">
                <a:ln>
                  <a:noFill/>
                </a:ln>
                <a:solidFill>
                  <a:srgbClr val="000000"/>
                </a:solidFill>
                <a:effectLst/>
                <a:uLnTx/>
                <a:uFillTx/>
                <a:latin typeface="Ubuntu"/>
                <a:ea typeface="+mn-ea"/>
                <a:cs typeface="+mn-cs"/>
              </a:rPr>
              <a:t> by giving teams a shared framework to build from.</a:t>
            </a:r>
          </a:p>
        </p:txBody>
      </p:sp>
      <p:sp>
        <p:nvSpPr>
          <p:cNvPr id="10" name="Rectangle 9">
            <a:extLst>
              <a:ext uri="{FF2B5EF4-FFF2-40B4-BE49-F238E27FC236}">
                <a16:creationId xmlns:a16="http://schemas.microsoft.com/office/drawing/2014/main" id="{E25FDD06-FF78-9ACD-D866-DB8BDD59761E}"/>
              </a:ext>
            </a:extLst>
          </p:cNvPr>
          <p:cNvSpPr/>
          <p:nvPr/>
        </p:nvSpPr>
        <p:spPr>
          <a:xfrm>
            <a:off x="5607060" y="924707"/>
            <a:ext cx="5969835" cy="793191"/>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spcBef>
                <a:spcPts val="600"/>
              </a:spcBef>
            </a:pPr>
            <a:r>
              <a:rPr lang="en-US" sz="1400" dirty="0">
                <a:solidFill>
                  <a:srgbClr val="FF816E"/>
                </a:solidFill>
              </a:rPr>
              <a:t>We have three different masters: </a:t>
            </a:r>
            <a:br>
              <a:rPr lang="en-US" sz="1400" dirty="0">
                <a:solidFill>
                  <a:srgbClr val="FF816E"/>
                </a:solidFill>
              </a:rPr>
            </a:br>
            <a:r>
              <a:rPr lang="en-US" sz="1400" dirty="0">
                <a:solidFill>
                  <a:srgbClr val="FF816E"/>
                </a:solidFill>
              </a:rPr>
              <a:t>Capgemini_Bright_2025, Capgemini_Blue_2025, Capgemini_Dark_2025</a:t>
            </a:r>
          </a:p>
          <a:p>
            <a:pPr>
              <a:spcBef>
                <a:spcPts val="600"/>
              </a:spcBef>
            </a:pPr>
            <a:r>
              <a:rPr lang="en-US" sz="1400" dirty="0">
                <a:solidFill>
                  <a:srgbClr val="FF816E"/>
                </a:solidFill>
              </a:rPr>
              <a:t>With color themes matching and layout names supporting easy switch between them.</a:t>
            </a:r>
          </a:p>
        </p:txBody>
      </p:sp>
      <p:pic>
        <p:nvPicPr>
          <p:cNvPr id="9" name="Picture Placeholder 10" descr="Layouts">
            <a:extLst>
              <a:ext uri="{FF2B5EF4-FFF2-40B4-BE49-F238E27FC236}">
                <a16:creationId xmlns:a16="http://schemas.microsoft.com/office/drawing/2014/main" id="{17811E54-C5A4-A396-B485-FC1EE7F86321}"/>
              </a:ext>
            </a:extLst>
          </p:cNvPr>
          <p:cNvPicPr>
            <a:picLocks noChangeAspect="1"/>
          </p:cNvPicPr>
          <p:nvPr/>
        </p:nvPicPr>
        <p:blipFill rotWithShape="1">
          <a:blip r:embed="rId2"/>
          <a:srcRect t="-1397" b="1390"/>
          <a:stretch>
            <a:fillRect/>
          </a:stretch>
        </p:blipFill>
        <p:spPr>
          <a:xfrm>
            <a:off x="5671672" y="1844825"/>
            <a:ext cx="5951688" cy="3009454"/>
          </a:xfrm>
          <a:prstGeom prst="rect">
            <a:avLst/>
          </a:prstGeom>
          <a:noFill/>
        </p:spPr>
      </p:pic>
      <p:sp>
        <p:nvSpPr>
          <p:cNvPr id="13" name="Rectangle 12">
            <a:extLst>
              <a:ext uri="{FF2B5EF4-FFF2-40B4-BE49-F238E27FC236}">
                <a16:creationId xmlns:a16="http://schemas.microsoft.com/office/drawing/2014/main" id="{558E9477-B5EE-BCEE-F759-ED94A4200442}"/>
              </a:ext>
            </a:extLst>
          </p:cNvPr>
          <p:cNvSpPr/>
          <p:nvPr/>
        </p:nvSpPr>
        <p:spPr>
          <a:xfrm>
            <a:off x="550864" y="5013177"/>
            <a:ext cx="7857634" cy="1295548"/>
          </a:xfrm>
          <a:prstGeom prst="rect">
            <a:avLst/>
          </a:prstGeom>
          <a:solidFill>
            <a:srgbClr val="FF816E"/>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spcBef>
                <a:spcPts val="600"/>
              </a:spcBef>
            </a:pPr>
            <a:r>
              <a:rPr lang="en-US" sz="1400" dirty="0">
                <a:solidFill>
                  <a:schemeClr val="tx1"/>
                </a:solidFill>
              </a:rPr>
              <a:t>Use the best layout with “New slide” or switch the Layout with “Layout” or “Reset” the layout carefully. Layouts cannot reflect all Design possibilities but help you to be aligned.</a:t>
            </a:r>
          </a:p>
          <a:p>
            <a:pPr>
              <a:spcBef>
                <a:spcPts val="600"/>
              </a:spcBef>
            </a:pPr>
            <a:r>
              <a:rPr lang="en-US" sz="1400" dirty="0">
                <a:solidFill>
                  <a:schemeClr val="tx1"/>
                </a:solidFill>
              </a:rPr>
              <a:t>Further, we took layout names compatible with “Copilot” to have best results when using Copilot for presentation creation.</a:t>
            </a:r>
          </a:p>
        </p:txBody>
      </p:sp>
      <p:pic>
        <p:nvPicPr>
          <p:cNvPr id="11" name="Picture 10" descr="New slide layout panel">
            <a:extLst>
              <a:ext uri="{FF2B5EF4-FFF2-40B4-BE49-F238E27FC236}">
                <a16:creationId xmlns:a16="http://schemas.microsoft.com/office/drawing/2014/main" id="{7E50775D-67FE-A3E2-3ED4-EBC7CD6CB82C}"/>
              </a:ext>
            </a:extLst>
          </p:cNvPr>
          <p:cNvPicPr>
            <a:picLocks noChangeAspect="1"/>
          </p:cNvPicPr>
          <p:nvPr/>
        </p:nvPicPr>
        <p:blipFill>
          <a:blip r:embed="rId3"/>
          <a:stretch>
            <a:fillRect/>
          </a:stretch>
        </p:blipFill>
        <p:spPr>
          <a:xfrm>
            <a:off x="8383000" y="5013177"/>
            <a:ext cx="3240360" cy="1294073"/>
          </a:xfrm>
          <a:prstGeom prst="rect">
            <a:avLst/>
          </a:prstGeom>
        </p:spPr>
      </p:pic>
      <p:sp>
        <p:nvSpPr>
          <p:cNvPr id="23" name="Date Placeholder 22">
            <a:extLst>
              <a:ext uri="{FF2B5EF4-FFF2-40B4-BE49-F238E27FC236}">
                <a16:creationId xmlns:a16="http://schemas.microsoft.com/office/drawing/2014/main" id="{C1D0079E-516B-08BF-06A3-7DA3F3C743A8}"/>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6" name="Footer Placeholder 25">
            <a:extLst>
              <a:ext uri="{FF2B5EF4-FFF2-40B4-BE49-F238E27FC236}">
                <a16:creationId xmlns:a16="http://schemas.microsoft.com/office/drawing/2014/main" id="{7EC7D42A-1736-5040-C3B2-AD465D49AA82}"/>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7" name="Slide Number Placeholder 26">
            <a:extLst>
              <a:ext uri="{FF2B5EF4-FFF2-40B4-BE49-F238E27FC236}">
                <a16:creationId xmlns:a16="http://schemas.microsoft.com/office/drawing/2014/main" id="{F1F039E9-CE5B-23E3-502A-04A871A99F75}"/>
              </a:ext>
            </a:extLst>
          </p:cNvPr>
          <p:cNvSpPr>
            <a:spLocks noGrp="1"/>
          </p:cNvSpPr>
          <p:nvPr>
            <p:ph type="sldNum" sz="quarter" idx="12"/>
          </p:nvPr>
        </p:nvSpPr>
        <p:spPr/>
        <p:txBody>
          <a:bodyPr/>
          <a:lstStyle/>
          <a:p>
            <a:pPr algn="r"/>
            <a:fld id="{5D9A5160-6218-4E5A-B9E6-B93E3DAE377C}" type="slidenum">
              <a:rPr lang="en-US" smtClean="0"/>
              <a:pPr algn="r"/>
              <a:t>4</a:t>
            </a:fld>
            <a:endParaRPr lang="en-US" dirty="0"/>
          </a:p>
        </p:txBody>
      </p:sp>
    </p:spTree>
    <p:extLst>
      <p:ext uri="{BB962C8B-B14F-4D97-AF65-F5344CB8AC3E}">
        <p14:creationId xmlns:p14="http://schemas.microsoft.com/office/powerpoint/2010/main" val="115833422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6FDD13-C192-247E-6B45-62AF67430BE5}"/>
            </a:ext>
          </a:extLst>
        </p:cNvPr>
        <p:cNvGrpSpPr/>
        <p:nvPr/>
      </p:nvGrpSpPr>
      <p:grpSpPr>
        <a:xfrm>
          <a:off x="0" y="0"/>
          <a:ext cx="0" cy="0"/>
          <a:chOff x="0" y="0"/>
          <a:chExt cx="0" cy="0"/>
        </a:xfrm>
      </p:grpSpPr>
      <p:pic>
        <p:nvPicPr>
          <p:cNvPr id="10" name="Picture Placeholder 9" descr="A man in glasses analyzing data on the screen">
            <a:extLst>
              <a:ext uri="{FF2B5EF4-FFF2-40B4-BE49-F238E27FC236}">
                <a16:creationId xmlns:a16="http://schemas.microsoft.com/office/drawing/2014/main" id="{251EE58F-1B8F-9A71-E325-CBEB97196A7A}"/>
              </a:ext>
              <a:ext uri="{C183D7F6-B498-43B3-948B-1728B52AA6E4}">
                <adec:decorative xmlns:adec="http://schemas.microsoft.com/office/drawing/2017/decorative" val="0"/>
              </a:ext>
            </a:extLst>
          </p:cNvPr>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flipH="1">
            <a:off x="0" y="0"/>
            <a:ext cx="9280525" cy="6858000"/>
          </a:xfrm>
        </p:spPr>
      </p:pic>
      <p:pic>
        <p:nvPicPr>
          <p:cNvPr id="14" name="Picture Placeholder 13" descr="A succulent plant leaves">
            <a:extLst>
              <a:ext uri="{FF2B5EF4-FFF2-40B4-BE49-F238E27FC236}">
                <a16:creationId xmlns:a16="http://schemas.microsoft.com/office/drawing/2014/main" id="{7233B83E-6B4A-077F-4B56-D9047DCAD71E}"/>
              </a:ext>
              <a:ext uri="{C183D7F6-B498-43B3-948B-1728B52AA6E4}">
                <adec:decorative xmlns:adec="http://schemas.microsoft.com/office/drawing/2017/decorative" val="0"/>
              </a:ext>
            </a:extLst>
          </p:cNvPr>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9459913" y="-1"/>
            <a:ext cx="2732087" cy="4943959"/>
          </a:xfrm>
        </p:spPr>
      </p:pic>
      <p:sp>
        <p:nvSpPr>
          <p:cNvPr id="5" name="Title 4">
            <a:extLst>
              <a:ext uri="{FF2B5EF4-FFF2-40B4-BE49-F238E27FC236}">
                <a16:creationId xmlns:a16="http://schemas.microsoft.com/office/drawing/2014/main" id="{62E50C04-C376-FEC5-3B7E-F5B96EB2D10B}"/>
              </a:ext>
            </a:extLst>
          </p:cNvPr>
          <p:cNvSpPr>
            <a:spLocks noGrp="1"/>
          </p:cNvSpPr>
          <p:nvPr>
            <p:ph type="title"/>
          </p:nvPr>
        </p:nvSpPr>
        <p:spPr>
          <a:xfrm>
            <a:off x="5098943" y="2444574"/>
            <a:ext cx="3510366" cy="2009951"/>
          </a:xfrm>
        </p:spPr>
        <p:txBody>
          <a:bodyPr/>
          <a:lstStyle/>
          <a:p>
            <a:r>
              <a:rPr kumimoji="0" lang="en-US" sz="4400" u="none" strike="noStrike" kern="1200" cap="none" spc="0" normalizeH="0" baseline="0" noProof="0" dirty="0">
                <a:ln>
                  <a:noFill/>
                </a:ln>
                <a:solidFill>
                  <a:srgbClr val="F6F6F6"/>
                </a:solidFill>
                <a:effectLst/>
                <a:uLnTx/>
                <a:uFillTx/>
                <a:latin typeface="Ubuntu Light" panose="020B0304030602030204" pitchFamily="34" charset="0"/>
              </a:rPr>
              <a:t>Title of this presentation to be adapted</a:t>
            </a:r>
            <a:endParaRPr lang="en-US" sz="4400" dirty="0">
              <a:solidFill>
                <a:srgbClr val="F6F6F6"/>
              </a:solidFill>
              <a:latin typeface="Ubuntu Light" panose="020B0304030602030204" pitchFamily="34" charset="0"/>
            </a:endParaRPr>
          </a:p>
        </p:txBody>
      </p:sp>
      <p:sp>
        <p:nvSpPr>
          <p:cNvPr id="6" name="Text Placeholder 5">
            <a:extLst>
              <a:ext uri="{FF2B5EF4-FFF2-40B4-BE49-F238E27FC236}">
                <a16:creationId xmlns:a16="http://schemas.microsoft.com/office/drawing/2014/main" id="{F360374E-8A11-197C-CBC2-DF8E190F7CDB}"/>
              </a:ext>
            </a:extLst>
          </p:cNvPr>
          <p:cNvSpPr>
            <a:spLocks noGrp="1"/>
          </p:cNvSpPr>
          <p:nvPr>
            <p:ph type="body" sz="quarter" idx="15"/>
          </p:nvPr>
        </p:nvSpPr>
        <p:spPr>
          <a:xfrm>
            <a:off x="5179152" y="4510006"/>
            <a:ext cx="1871663" cy="506493"/>
          </a:xfrm>
        </p:spPr>
        <p:txBody>
          <a:bodyPr>
            <a:normAutofit/>
          </a:bodyPr>
          <a:lstStyle/>
          <a:p>
            <a:r>
              <a:rPr lang="en-US" dirty="0">
                <a:solidFill>
                  <a:srgbClr val="FFFFFF"/>
                </a:solidFill>
                <a:cs typeface="Calibri Light" panose="020F0302020204030204" pitchFamily="34" charset="0"/>
              </a:rPr>
              <a:t>Make it </a:t>
            </a:r>
            <a:r>
              <a:rPr lang="en-US" dirty="0">
                <a:solidFill>
                  <a:srgbClr val="1DB6F3"/>
                </a:solidFill>
                <a:cs typeface="Calibri Light" panose="020F0302020204030204" pitchFamily="34" charset="0"/>
              </a:rPr>
              <a:t>real.</a:t>
            </a:r>
            <a:endParaRPr lang="en-US" dirty="0"/>
          </a:p>
        </p:txBody>
      </p:sp>
      <p:sp>
        <p:nvSpPr>
          <p:cNvPr id="7" name="Text Placeholder 6">
            <a:extLst>
              <a:ext uri="{FF2B5EF4-FFF2-40B4-BE49-F238E27FC236}">
                <a16:creationId xmlns:a16="http://schemas.microsoft.com/office/drawing/2014/main" id="{5E87DCF8-9F95-8F67-2AF9-B64AF8937BDB}"/>
              </a:ext>
            </a:extLst>
          </p:cNvPr>
          <p:cNvSpPr>
            <a:spLocks noGrp="1"/>
          </p:cNvSpPr>
          <p:nvPr>
            <p:ph type="body" sz="quarter" idx="16"/>
          </p:nvPr>
        </p:nvSpPr>
        <p:spPr/>
        <p:txBody>
          <a:bodyPr/>
          <a:lstStyle/>
          <a:p>
            <a:r>
              <a:rPr lang="en-US" b="1" dirty="0"/>
              <a:t>Author’s name, </a:t>
            </a:r>
            <a:br>
              <a:rPr lang="en-US" b="1" dirty="0"/>
            </a:br>
            <a:r>
              <a:rPr lang="en-US" dirty="0"/>
              <a:t>Date</a:t>
            </a:r>
          </a:p>
        </p:txBody>
      </p:sp>
      <p:sp>
        <p:nvSpPr>
          <p:cNvPr id="13" name="Speech Bubble: Rectangle with Corners Rounded 4">
            <a:extLst>
              <a:ext uri="{FF2B5EF4-FFF2-40B4-BE49-F238E27FC236}">
                <a16:creationId xmlns:a16="http://schemas.microsoft.com/office/drawing/2014/main" id="{004DFC01-921F-61ED-06F4-FF8849103C31}"/>
              </a:ext>
              <a:ext uri="{C183D7F6-B498-43B3-948B-1728B52AA6E4}">
                <adec:decorative xmlns:adec="http://schemas.microsoft.com/office/drawing/2017/decorative" val="1"/>
              </a:ext>
            </a:extLst>
          </p:cNvPr>
          <p:cNvSpPr/>
          <p:nvPr/>
        </p:nvSpPr>
        <p:spPr>
          <a:xfrm>
            <a:off x="8441268" y="337043"/>
            <a:ext cx="3427824" cy="3856133"/>
          </a:xfrm>
          <a:prstGeom prst="rect">
            <a:avLst/>
          </a:prstGeom>
          <a:solidFill>
            <a:srgbClr val="FFFF00"/>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ea typeface="+mn-ea"/>
                <a:cs typeface="+mn-cs"/>
              </a:rPr>
              <a:t>Cover design</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mn-cs"/>
              </a:rPr>
              <a:t>These slide designs and messages are </a:t>
            </a:r>
            <a:r>
              <a:rPr kumimoji="0" lang="en-US" sz="1000" b="1" i="0" u="none" strike="noStrike" kern="1200" cap="none" spc="0" normalizeH="0" baseline="0" noProof="0" dirty="0">
                <a:ln>
                  <a:noFill/>
                </a:ln>
                <a:solidFill>
                  <a:srgbClr val="000000"/>
                </a:solidFill>
                <a:effectLst/>
                <a:uLnTx/>
                <a:uFillTx/>
                <a:ea typeface="+mn-ea"/>
                <a:cs typeface="+mn-cs"/>
              </a:rPr>
              <a:t>inspirational only</a:t>
            </a:r>
            <a:r>
              <a:rPr kumimoji="0" lang="en-US" sz="1000" b="0" i="0" u="none" strike="noStrike" kern="1200" cap="none" spc="0" normalizeH="0" baseline="0" noProof="0" dirty="0">
                <a:ln>
                  <a:noFill/>
                </a:ln>
                <a:solidFill>
                  <a:srgbClr val="000000"/>
                </a:solidFill>
                <a:effectLst/>
                <a:uLnTx/>
                <a:uFillTx/>
                <a:ea typeface="+mn-ea"/>
                <a:cs typeface="+mn-cs"/>
              </a:rPr>
              <a:t>. Please modify text boxes and positioning as needed based on the message and overall composition. Always consider the legibility and contrast of copy and content for maximum usability.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Any and all photography in these designs is given as an example. While you can use them, it’s better to </a:t>
            </a:r>
            <a:r>
              <a:rPr kumimoji="0" lang="en-US" sz="1000" b="1" i="0" u="none" strike="noStrike" kern="1200" cap="none" spc="0" normalizeH="0" baseline="0" noProof="0" dirty="0">
                <a:ln>
                  <a:noFill/>
                </a:ln>
                <a:solidFill>
                  <a:srgbClr val="000000"/>
                </a:solidFill>
                <a:effectLst/>
                <a:uLnTx/>
                <a:uFillTx/>
                <a:ea typeface="+mn-ea"/>
                <a:cs typeface="+mn-cs"/>
              </a:rPr>
              <a:t>change the photography</a:t>
            </a:r>
            <a:r>
              <a:rPr kumimoji="0" lang="en-US" sz="1000" b="0" i="0" u="none" strike="noStrike" kern="1200" cap="none" spc="0" normalizeH="0" baseline="0" noProof="0" dirty="0">
                <a:ln>
                  <a:noFill/>
                </a:ln>
                <a:solidFill>
                  <a:srgbClr val="000000"/>
                </a:solidFill>
                <a:effectLst/>
                <a:uLnTx/>
                <a:uFillTx/>
                <a:ea typeface="+mn-ea"/>
                <a:cs typeface="+mn-cs"/>
              </a:rPr>
              <a:t> to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To do so, right click on the picture or placeholder to change/insert a photo. </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mn-cs"/>
                <a:hlinkClick r:id="rId5">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rgbClr val="000000"/>
              </a:solidFill>
              <a:effectLst/>
              <a:uLnTx/>
              <a:uFillTx/>
              <a:ea typeface="+mn-ea"/>
              <a:cs typeface="+mn-cs"/>
            </a:endParaRPr>
          </a:p>
          <a:p>
            <a:pPr marL="180975" marR="0" lvl="0"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mn-cs"/>
                <a:hlinkClick r:id="rId6">
                  <a:extLst>
                    <a:ext uri="{A12FA001-AC4F-418D-AE19-62706E023703}">
                      <ahyp:hlinkClr xmlns:ahyp="http://schemas.microsoft.com/office/drawing/2018/hyperlinkcolor" val="tx"/>
                    </a:ext>
                  </a:extLst>
                </a:hlinkClick>
              </a:rPr>
              <a:t>Getty images</a:t>
            </a:r>
            <a:r>
              <a:rPr kumimoji="0" lang="en-US" sz="1000" b="0" i="0" u="none" strike="noStrike" kern="1200" cap="none" spc="0" normalizeH="0" baseline="0" noProof="0" dirty="0">
                <a:ln>
                  <a:noFill/>
                </a:ln>
                <a:solidFill>
                  <a:srgbClr val="000000"/>
                </a:solidFill>
                <a:effectLst/>
                <a:uLnTx/>
                <a:uFillTx/>
                <a:ea typeface="+mn-ea"/>
                <a:cs typeface="+mn-cs"/>
              </a:rPr>
              <a:t> (Recommended), </a:t>
            </a:r>
            <a:r>
              <a:rPr kumimoji="0" lang="en-US" sz="1000" b="0" i="0" u="none" strike="noStrike" kern="1200" cap="none" spc="0" normalizeH="0" baseline="0" noProof="0" dirty="0">
                <a:ln>
                  <a:noFill/>
                </a:ln>
                <a:solidFill>
                  <a:srgbClr val="000000"/>
                </a:solidFill>
                <a:effectLst/>
                <a:uLnTx/>
                <a:uFillTx/>
                <a:ea typeface="+mn-ea"/>
                <a:cs typeface="+mn-cs"/>
                <a:hlinkClick r:id="rId7">
                  <a:extLst>
                    <a:ext uri="{A12FA001-AC4F-418D-AE19-62706E023703}">
                      <ahyp:hlinkClr xmlns:ahyp="http://schemas.microsoft.com/office/drawing/2018/hyperlinkcolor" val="tx"/>
                    </a:ext>
                  </a:extLst>
                </a:hlinkClick>
              </a:rPr>
              <a:t>Shutterstock</a:t>
            </a:r>
            <a:r>
              <a:rPr kumimoji="0" lang="en-US" sz="1000" b="0" i="0" u="none" strike="noStrike" kern="1200" cap="none" spc="0" normalizeH="0" baseline="0" noProof="0" dirty="0">
                <a:ln>
                  <a:noFill/>
                </a:ln>
                <a:solidFill>
                  <a:srgbClr val="000000"/>
                </a:solidFill>
                <a:effectLst/>
                <a:uLnTx/>
                <a:uFillTx/>
                <a:ea typeface="+mn-ea"/>
                <a:cs typeface="+mn-cs"/>
              </a:rPr>
              <a:t>, </a:t>
            </a:r>
            <a:r>
              <a:rPr kumimoji="0" lang="en-US" sz="1000" b="0" i="0" u="none" strike="noStrike" kern="1200" cap="none" spc="0" normalizeH="0" baseline="0" noProof="0" dirty="0">
                <a:ln>
                  <a:noFill/>
                </a:ln>
                <a:solidFill>
                  <a:srgbClr val="000000"/>
                </a:solidFill>
                <a:effectLst/>
                <a:uLnTx/>
                <a:uFillTx/>
                <a:ea typeface="+mn-ea"/>
                <a:cs typeface="+mn-cs"/>
                <a:hlinkClick r:id="rId8">
                  <a:extLst>
                    <a:ext uri="{A12FA001-AC4F-418D-AE19-62706E023703}">
                      <ahyp:hlinkClr xmlns:ahyp="http://schemas.microsoft.com/office/drawing/2018/hyperlinkcolor" val="tx"/>
                    </a:ext>
                  </a:extLst>
                </a:hlinkClick>
              </a:rPr>
              <a:t>Adobe images</a:t>
            </a:r>
            <a:r>
              <a:rPr kumimoji="0" lang="en-US" sz="1000" b="0" i="0" u="none" strike="noStrike" kern="1200" cap="none" spc="0" normalizeH="0" baseline="0" noProof="0" dirty="0">
                <a:ln>
                  <a:noFill/>
                </a:ln>
                <a:solidFill>
                  <a:srgbClr val="000000"/>
                </a:solidFill>
                <a:effectLst/>
                <a:uLnTx/>
                <a:uFillTx/>
                <a:ea typeface="+mn-ea"/>
                <a:cs typeface="+mn-cs"/>
              </a:rPr>
              <a:t> (check with your M&amp;C design team):</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ea typeface="+mn-ea"/>
                <a:cs typeface="+mn-cs"/>
              </a:rPr>
              <a:t>Further cover examples and inspiration </a:t>
            </a:r>
            <a:r>
              <a:rPr kumimoji="0" lang="en-US" sz="1000" b="0" i="0" u="none" strike="noStrike" kern="1200" cap="none" spc="0" normalizeH="0" baseline="0" noProof="0" dirty="0">
                <a:ln>
                  <a:noFill/>
                </a:ln>
                <a:solidFill>
                  <a:srgbClr val="000000"/>
                </a:solidFill>
                <a:effectLst/>
                <a:uLnTx/>
                <a:uFillTx/>
                <a:ea typeface="+mn-ea"/>
                <a:cs typeface="+mn-cs"/>
              </a:rPr>
              <a:t>are available in Extras file in your </a:t>
            </a:r>
            <a:r>
              <a:rPr kumimoji="0" lang="en-US" sz="1000" b="0" i="0" u="none" strike="noStrike" kern="1200" cap="none" spc="0" normalizeH="0" baseline="0" noProof="0" dirty="0" err="1">
                <a:ln>
                  <a:noFill/>
                </a:ln>
                <a:solidFill>
                  <a:srgbClr val="000000"/>
                </a:solidFill>
                <a:effectLst/>
                <a:uLnTx/>
                <a:uFillTx/>
                <a:ea typeface="+mn-ea"/>
                <a:cs typeface="+mn-cs"/>
              </a:rPr>
              <a:t>Powerpoint</a:t>
            </a:r>
            <a:br>
              <a:rPr kumimoji="0" lang="en-US" sz="1000" b="0" i="0" u="none" strike="noStrike" kern="1200" cap="none" spc="0" normalizeH="0" baseline="0" noProof="0" dirty="0">
                <a:ln>
                  <a:noFill/>
                </a:ln>
                <a:solidFill>
                  <a:srgbClr val="000000"/>
                </a:solidFill>
                <a:effectLst/>
                <a:uLnTx/>
                <a:uFillTx/>
                <a:ea typeface="+mn-ea"/>
                <a:cs typeface="+mn-cs"/>
              </a:rPr>
            </a:br>
            <a:r>
              <a:rPr kumimoji="0" lang="en-US" sz="1000" b="0" i="0" u="none" strike="noStrike" kern="1200" cap="none" spc="0" normalizeH="0" baseline="0" noProof="0" dirty="0">
                <a:ln>
                  <a:noFill/>
                </a:ln>
                <a:solidFill>
                  <a:srgbClr val="000000"/>
                </a:solidFill>
                <a:effectLst/>
                <a:uLnTx/>
                <a:uFillTx/>
                <a:ea typeface="+mn-ea"/>
                <a:cs typeface="+mn-cs"/>
              </a:rPr>
              <a:t> -&gt; File -&gt; New from template…</a:t>
            </a:r>
            <a:endParaRPr kumimoji="0" lang="en-US" sz="1400" b="0" i="0" u="none" strike="noStrike" kern="1200" cap="none" spc="0" normalizeH="0" baseline="0" noProof="0" dirty="0">
              <a:ln>
                <a:noFill/>
              </a:ln>
              <a:solidFill>
                <a:srgbClr val="000000"/>
              </a:solidFill>
              <a:effectLst/>
              <a:uLnTx/>
              <a:uFillTx/>
              <a:ea typeface="+mn-ea"/>
              <a:cs typeface="+mn-cs"/>
            </a:endParaRPr>
          </a:p>
        </p:txBody>
      </p:sp>
    </p:spTree>
    <p:extLst>
      <p:ext uri="{BB962C8B-B14F-4D97-AF65-F5344CB8AC3E}">
        <p14:creationId xmlns:p14="http://schemas.microsoft.com/office/powerpoint/2010/main" val="426704214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a:extLst>
            <a:ext uri="{FF2B5EF4-FFF2-40B4-BE49-F238E27FC236}">
              <a16:creationId xmlns:a16="http://schemas.microsoft.com/office/drawing/2014/main" id="{C9CC838C-B765-8C43-BAC3-B3155BC11383}"/>
            </a:ext>
          </a:extLst>
        </p:cNvPr>
        <p:cNvGrpSpPr/>
        <p:nvPr/>
      </p:nvGrpSpPr>
      <p:grpSpPr>
        <a:xfrm>
          <a:off x="0" y="0"/>
          <a:ext cx="0" cy="0"/>
          <a:chOff x="0" y="0"/>
          <a:chExt cx="0" cy="0"/>
        </a:xfrm>
      </p:grpSpPr>
      <p:sp>
        <p:nvSpPr>
          <p:cNvPr id="16" name="Title 15">
            <a:extLst>
              <a:ext uri="{FF2B5EF4-FFF2-40B4-BE49-F238E27FC236}">
                <a16:creationId xmlns:a16="http://schemas.microsoft.com/office/drawing/2014/main" id="{5B0E99C8-FFE6-DCAB-866A-889E78FB7283}"/>
              </a:ext>
            </a:extLst>
          </p:cNvPr>
          <p:cNvSpPr>
            <a:spLocks noGrp="1"/>
          </p:cNvSpPr>
          <p:nvPr>
            <p:ph type="title"/>
          </p:nvPr>
        </p:nvSpPr>
        <p:spPr>
          <a:noFill/>
        </p:spPr>
        <p:txBody>
          <a:bodyPr/>
          <a:lstStyle/>
          <a:p>
            <a:pPr lvl="0"/>
            <a:r>
              <a:rPr lang="en-US" sz="7200" dirty="0">
                <a:latin typeface="Ubuntu Light" panose="020B0304030602030204" pitchFamily="34" charset="0"/>
              </a:rPr>
              <a:t>Title of presentation is to be adapted</a:t>
            </a:r>
          </a:p>
        </p:txBody>
      </p:sp>
      <p:sp>
        <p:nvSpPr>
          <p:cNvPr id="18" name="Text Placeholder 17">
            <a:extLst>
              <a:ext uri="{FF2B5EF4-FFF2-40B4-BE49-F238E27FC236}">
                <a16:creationId xmlns:a16="http://schemas.microsoft.com/office/drawing/2014/main" id="{77762C5B-AB76-6F1A-38AA-307C8F695D0D}"/>
              </a:ext>
            </a:extLst>
          </p:cNvPr>
          <p:cNvSpPr>
            <a:spLocks noGrp="1"/>
          </p:cNvSpPr>
          <p:nvPr>
            <p:ph type="body" sz="quarter" idx="10"/>
          </p:nvPr>
        </p:nvSpPr>
        <p:spPr/>
        <p:txBody>
          <a:bodyPr>
            <a:normAutofit fontScale="85000" lnSpcReduction="20000"/>
          </a:bodyPr>
          <a:lstStyle/>
          <a:p>
            <a:r>
              <a:rPr lang="en-US" sz="2000" b="1" dirty="0"/>
              <a:t>Subtitle goes here.</a:t>
            </a:r>
            <a:endParaRPr lang="en-US" sz="2000" dirty="0"/>
          </a:p>
        </p:txBody>
      </p:sp>
      <p:sp>
        <p:nvSpPr>
          <p:cNvPr id="12" name="Text Placeholder 11">
            <a:extLst>
              <a:ext uri="{FF2B5EF4-FFF2-40B4-BE49-F238E27FC236}">
                <a16:creationId xmlns:a16="http://schemas.microsoft.com/office/drawing/2014/main" id="{06BBF80F-9E3D-4A5E-2795-23CE573758FA}"/>
              </a:ext>
            </a:extLst>
          </p:cNvPr>
          <p:cNvSpPr>
            <a:spLocks noGrp="1"/>
          </p:cNvSpPr>
          <p:nvPr>
            <p:ph type="body" sz="quarter" idx="11"/>
          </p:nvPr>
        </p:nvSpPr>
        <p:spPr/>
        <p:txBody>
          <a:bodyPr/>
          <a:lstStyle/>
          <a:p>
            <a:r>
              <a:rPr lang="en-US" b="1" dirty="0">
                <a:solidFill>
                  <a:srgbClr val="FFFFFF"/>
                </a:solidFill>
              </a:rPr>
              <a:t>Author’s name, </a:t>
            </a:r>
            <a:r>
              <a:rPr lang="en-US" dirty="0">
                <a:solidFill>
                  <a:srgbClr val="FFFFFF"/>
                </a:solidFill>
              </a:rPr>
              <a:t>Date</a:t>
            </a:r>
          </a:p>
        </p:txBody>
      </p:sp>
    </p:spTree>
    <p:extLst>
      <p:ext uri="{BB962C8B-B14F-4D97-AF65-F5344CB8AC3E}">
        <p14:creationId xmlns:p14="http://schemas.microsoft.com/office/powerpoint/2010/main" val="169000389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3E6916-4DB9-8E79-6709-375E477C4275}"/>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95DEFBEE-14F5-8F95-9736-05A5957FB0C8}"/>
              </a:ext>
            </a:extLst>
          </p:cNvPr>
          <p:cNvSpPr>
            <a:spLocks noGrp="1"/>
          </p:cNvSpPr>
          <p:nvPr>
            <p:ph type="title"/>
          </p:nvPr>
        </p:nvSpPr>
        <p:spPr/>
        <p:txBody>
          <a:bodyPr/>
          <a:lstStyle/>
          <a:p>
            <a:pPr algn="ctr"/>
            <a:r>
              <a:rPr lang="en-US" dirty="0"/>
              <a:t>Make it </a:t>
            </a:r>
            <a:r>
              <a:rPr lang="en-US" dirty="0">
                <a:solidFill>
                  <a:schemeClr val="accent2"/>
                </a:solidFill>
              </a:rPr>
              <a:t>real.</a:t>
            </a:r>
          </a:p>
        </p:txBody>
      </p:sp>
      <p:sp>
        <p:nvSpPr>
          <p:cNvPr id="5" name="Text Placeholder 4">
            <a:extLst>
              <a:ext uri="{FF2B5EF4-FFF2-40B4-BE49-F238E27FC236}">
                <a16:creationId xmlns:a16="http://schemas.microsoft.com/office/drawing/2014/main" id="{5CB3C7C1-E5D9-AD6A-81C3-176B48D2ABCF}"/>
              </a:ext>
            </a:extLst>
          </p:cNvPr>
          <p:cNvSpPr>
            <a:spLocks noGrp="1"/>
          </p:cNvSpPr>
          <p:nvPr>
            <p:ph type="body" sz="quarter" idx="10"/>
          </p:nvPr>
        </p:nvSpPr>
        <p:spPr/>
        <p:txBody>
          <a:bodyPr/>
          <a:lstStyle/>
          <a:p>
            <a:pPr algn="ctr"/>
            <a:r>
              <a:rPr lang="en-US" sz="2000" dirty="0">
                <a:latin typeface="Ubuntu Light" panose="020B0304030602030204" pitchFamily="34" charset="0"/>
              </a:rPr>
              <a:t>Title of presentation to be adapted</a:t>
            </a:r>
          </a:p>
          <a:p>
            <a:pPr algn="ctr"/>
            <a:endParaRPr lang="en-US" sz="2000" dirty="0">
              <a:latin typeface="Ubuntu Light" panose="020B0304030602030204" pitchFamily="34" charset="0"/>
            </a:endParaRPr>
          </a:p>
        </p:txBody>
      </p:sp>
      <p:sp>
        <p:nvSpPr>
          <p:cNvPr id="10" name="Text Placeholder 9">
            <a:extLst>
              <a:ext uri="{FF2B5EF4-FFF2-40B4-BE49-F238E27FC236}">
                <a16:creationId xmlns:a16="http://schemas.microsoft.com/office/drawing/2014/main" id="{15A7162C-2043-657D-BC3D-6B138E6761C7}"/>
              </a:ext>
            </a:extLst>
          </p:cNvPr>
          <p:cNvSpPr>
            <a:spLocks noGrp="1"/>
          </p:cNvSpPr>
          <p:nvPr>
            <p:ph type="body" sz="quarter" idx="11"/>
          </p:nvPr>
        </p:nvSpPr>
        <p:spPr/>
        <p:txBody>
          <a:bodyPr/>
          <a:lstStyle/>
          <a:p>
            <a:pPr algn="ctr"/>
            <a:r>
              <a:rPr lang="en-US" dirty="0">
                <a:solidFill>
                  <a:srgbClr val="FFFFFF"/>
                </a:solidFill>
                <a:latin typeface="Ubuntu Light" panose="020B0304030602030204" pitchFamily="34" charset="0"/>
              </a:rPr>
              <a:t>Author’s name, Date</a:t>
            </a:r>
          </a:p>
        </p:txBody>
      </p:sp>
      <p:grpSp>
        <p:nvGrpSpPr>
          <p:cNvPr id="11" name="Group 2" descr="Capgemini logo">
            <a:extLst>
              <a:ext uri="{FF2B5EF4-FFF2-40B4-BE49-F238E27FC236}">
                <a16:creationId xmlns:a16="http://schemas.microsoft.com/office/drawing/2014/main" id="{15C047C8-1D44-E610-D999-EC4DF1FFFD58}"/>
              </a:ext>
              <a:ext uri="{C183D7F6-B498-43B3-948B-1728B52AA6E4}">
                <adec:decorative xmlns:adec="http://schemas.microsoft.com/office/drawing/2017/decorative" val="0"/>
              </a:ext>
            </a:extLst>
          </p:cNvPr>
          <p:cNvGrpSpPr>
            <a:grpSpLocks noChangeAspect="1"/>
          </p:cNvGrpSpPr>
          <p:nvPr/>
        </p:nvGrpSpPr>
        <p:grpSpPr>
          <a:xfrm>
            <a:off x="-175885" y="4642089"/>
            <a:ext cx="12564529" cy="2824804"/>
            <a:chOff x="5094083" y="5360390"/>
            <a:chExt cx="3039349" cy="683316"/>
          </a:xfrm>
          <a:solidFill>
            <a:schemeClr val="tx2"/>
          </a:solidFill>
        </p:grpSpPr>
        <p:sp>
          <p:nvSpPr>
            <p:cNvPr id="12" name="Freeform: Shape 4">
              <a:extLst>
                <a:ext uri="{FF2B5EF4-FFF2-40B4-BE49-F238E27FC236}">
                  <a16:creationId xmlns:a16="http://schemas.microsoft.com/office/drawing/2014/main" id="{3DC40E92-8D5A-E34F-44D5-48FE352D8ABF}"/>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14" name="Freeform: Shape 5">
              <a:extLst>
                <a:ext uri="{FF2B5EF4-FFF2-40B4-BE49-F238E27FC236}">
                  <a16:creationId xmlns:a16="http://schemas.microsoft.com/office/drawing/2014/main" id="{9F525547-B2F9-F03A-BA5F-3AF494739726}"/>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16" name="Freeform: Shape 6">
              <a:extLst>
                <a:ext uri="{FF2B5EF4-FFF2-40B4-BE49-F238E27FC236}">
                  <a16:creationId xmlns:a16="http://schemas.microsoft.com/office/drawing/2014/main" id="{993F100D-288D-387C-3E38-EE7699426550}"/>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19" name="Freeform: Shape 7">
              <a:extLst>
                <a:ext uri="{FF2B5EF4-FFF2-40B4-BE49-F238E27FC236}">
                  <a16:creationId xmlns:a16="http://schemas.microsoft.com/office/drawing/2014/main" id="{E5352BE2-AF2F-E76E-6B31-F8EDBEED9D2B}"/>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24" name="Freeform: Shape 8">
              <a:extLst>
                <a:ext uri="{FF2B5EF4-FFF2-40B4-BE49-F238E27FC236}">
                  <a16:creationId xmlns:a16="http://schemas.microsoft.com/office/drawing/2014/main" id="{D64D702C-3F95-5EA6-362F-5A7F19E32BC9}"/>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grpSp>
      <p:sp>
        <p:nvSpPr>
          <p:cNvPr id="7" name="Rectangle 6">
            <a:extLst>
              <a:ext uri="{FF2B5EF4-FFF2-40B4-BE49-F238E27FC236}">
                <a16:creationId xmlns:a16="http://schemas.microsoft.com/office/drawing/2014/main" id="{3881B547-B1D4-BF27-F300-1C1C4DD54423}"/>
              </a:ext>
              <a:ext uri="{C183D7F6-B498-43B3-948B-1728B52AA6E4}">
                <adec:decorative xmlns:adec="http://schemas.microsoft.com/office/drawing/2017/decorative" val="1"/>
              </a:ext>
            </a:extLst>
          </p:cNvPr>
          <p:cNvSpPr/>
          <p:nvPr/>
        </p:nvSpPr>
        <p:spPr>
          <a:xfrm>
            <a:off x="-947383" y="2536529"/>
            <a:ext cx="4660490" cy="289102"/>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Ubuntu"/>
              <a:ea typeface="+mn-ea"/>
              <a:cs typeface="+mn-cs"/>
            </a:endParaRPr>
          </a:p>
        </p:txBody>
      </p:sp>
      <p:sp>
        <p:nvSpPr>
          <p:cNvPr id="8" name="Rectangle 7">
            <a:extLst>
              <a:ext uri="{FF2B5EF4-FFF2-40B4-BE49-F238E27FC236}">
                <a16:creationId xmlns:a16="http://schemas.microsoft.com/office/drawing/2014/main" id="{6475CD76-11AF-B53F-39A2-8F7D3C3F60C9}"/>
              </a:ext>
              <a:ext uri="{C183D7F6-B498-43B3-948B-1728B52AA6E4}">
                <adec:decorative xmlns:adec="http://schemas.microsoft.com/office/drawing/2017/decorative" val="1"/>
              </a:ext>
            </a:extLst>
          </p:cNvPr>
          <p:cNvSpPr/>
          <p:nvPr/>
        </p:nvSpPr>
        <p:spPr>
          <a:xfrm>
            <a:off x="7896200" y="3673621"/>
            <a:ext cx="4660490" cy="289102"/>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37415614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Placeholder 14" descr="A blue water surface with ripples&#10;">
            <a:extLst>
              <a:ext uri="{FF2B5EF4-FFF2-40B4-BE49-F238E27FC236}">
                <a16:creationId xmlns:a16="http://schemas.microsoft.com/office/drawing/2014/main" id="{10ADED2E-8085-C8B3-1AE8-E4830C64CB5F}"/>
              </a:ext>
            </a:extLst>
          </p:cNvPr>
          <p:cNvPicPr>
            <a:picLocks noGrp="1" noChangeAspect="1"/>
          </p:cNvPicPr>
          <p:nvPr>
            <p:ph type="pic" sz="quarter" idx="18"/>
          </p:nvPr>
        </p:nvPicPr>
        <p:blipFill>
          <a:blip r:embed="rId2"/>
          <a:srcRect/>
          <a:stretch/>
        </p:blipFill>
        <p:spPr>
          <a:xfrm>
            <a:off x="0" y="0"/>
            <a:ext cx="6096000" cy="6858000"/>
          </a:xfrm>
        </p:spPr>
      </p:pic>
      <p:sp>
        <p:nvSpPr>
          <p:cNvPr id="35" name="Date Placeholder 34">
            <a:extLst>
              <a:ext uri="{FF2B5EF4-FFF2-40B4-BE49-F238E27FC236}">
                <a16:creationId xmlns:a16="http://schemas.microsoft.com/office/drawing/2014/main" id="{FA3EE971-C397-CC69-A1E7-F121F32C20C9}"/>
              </a:ext>
            </a:extLst>
          </p:cNvPr>
          <p:cNvSpPr>
            <a:spLocks noGrp="1"/>
          </p:cNvSpPr>
          <p:nvPr>
            <p:ph type="dt" sz="half" idx="36"/>
          </p:nvPr>
        </p:nvSpPr>
        <p:spPr>
          <a:xfrm>
            <a:off x="9809927" y="6650661"/>
            <a:ext cx="1831210" cy="123111"/>
          </a:xfrm>
        </p:spPr>
        <p:txBody>
          <a:bodyPr/>
          <a:lstStyle/>
          <a:p>
            <a:r>
              <a:rPr lang="en-US"/>
              <a:t>Company Confidential © Capgemini 2026. All rights reserved.</a:t>
            </a:r>
            <a:endParaRPr lang="en-US" dirty="0"/>
          </a:p>
        </p:txBody>
      </p:sp>
      <p:sp>
        <p:nvSpPr>
          <p:cNvPr id="36" name="Footer Placeholder 35">
            <a:extLst>
              <a:ext uri="{FF2B5EF4-FFF2-40B4-BE49-F238E27FC236}">
                <a16:creationId xmlns:a16="http://schemas.microsoft.com/office/drawing/2014/main" id="{89AB1961-433D-B1C2-AB26-044ACF78FB6B}"/>
              </a:ext>
            </a:extLst>
          </p:cNvPr>
          <p:cNvSpPr>
            <a:spLocks noGrp="1"/>
          </p:cNvSpPr>
          <p:nvPr>
            <p:ph type="ftr" sz="quarter" idx="37"/>
          </p:nvPr>
        </p:nvSpPr>
        <p:spPr>
          <a:xfrm>
            <a:off x="550863" y="6650661"/>
            <a:ext cx="4716524" cy="123111"/>
          </a:xfrm>
        </p:spPr>
        <p:txBody>
          <a:bodyPr/>
          <a:lstStyle/>
          <a:p>
            <a:r>
              <a:rPr lang="en-US" dirty="0"/>
              <a:t>Presentation Title | Author | Date</a:t>
            </a:r>
          </a:p>
        </p:txBody>
      </p:sp>
      <p:sp>
        <p:nvSpPr>
          <p:cNvPr id="37" name="Slide Number Placeholder 36">
            <a:extLst>
              <a:ext uri="{FF2B5EF4-FFF2-40B4-BE49-F238E27FC236}">
                <a16:creationId xmlns:a16="http://schemas.microsoft.com/office/drawing/2014/main" id="{C607CFCB-0D62-E98A-2D8A-3633A6CE80BB}"/>
              </a:ext>
            </a:extLst>
          </p:cNvPr>
          <p:cNvSpPr>
            <a:spLocks noGrp="1"/>
          </p:cNvSpPr>
          <p:nvPr>
            <p:ph type="sldNum" sz="quarter" idx="38"/>
          </p:nvPr>
        </p:nvSpPr>
        <p:spPr>
          <a:xfrm>
            <a:off x="11778341" y="6650661"/>
            <a:ext cx="232665" cy="123111"/>
          </a:xfrm>
        </p:spPr>
        <p:txBody>
          <a:bodyPr/>
          <a:lstStyle/>
          <a:p>
            <a:fld id="{5D9A5160-6218-4E5A-B9E6-B93E3DAE377C}" type="slidenum">
              <a:rPr lang="en-US" smtClean="0"/>
              <a:pPr/>
              <a:t>8</a:t>
            </a:fld>
            <a:endParaRPr lang="en-US" dirty="0"/>
          </a:p>
        </p:txBody>
      </p:sp>
      <p:sp>
        <p:nvSpPr>
          <p:cNvPr id="3" name="Title 2">
            <a:extLst>
              <a:ext uri="{FF2B5EF4-FFF2-40B4-BE49-F238E27FC236}">
                <a16:creationId xmlns:a16="http://schemas.microsoft.com/office/drawing/2014/main" id="{1C9D0D1E-2521-4FF6-4834-75D18E37C20B}"/>
              </a:ext>
            </a:extLst>
          </p:cNvPr>
          <p:cNvSpPr>
            <a:spLocks noGrp="1"/>
          </p:cNvSpPr>
          <p:nvPr>
            <p:ph type="title"/>
          </p:nvPr>
        </p:nvSpPr>
        <p:spPr>
          <a:xfrm>
            <a:off x="6600056" y="549274"/>
            <a:ext cx="5042266" cy="930372"/>
          </a:xfrm>
        </p:spPr>
        <p:txBody>
          <a:bodyPr/>
          <a:lstStyle/>
          <a:p>
            <a:r>
              <a:rPr lang="en-US" dirty="0"/>
              <a:t>Agenda</a:t>
            </a:r>
            <a:br>
              <a:rPr lang="en-US" dirty="0"/>
            </a:br>
            <a:endParaRPr lang="en-US" dirty="0"/>
          </a:p>
        </p:txBody>
      </p:sp>
      <p:sp>
        <p:nvSpPr>
          <p:cNvPr id="14" name="Text Placeholder 13">
            <a:extLst>
              <a:ext uri="{FF2B5EF4-FFF2-40B4-BE49-F238E27FC236}">
                <a16:creationId xmlns:a16="http://schemas.microsoft.com/office/drawing/2014/main" id="{4167F784-3B3C-197A-0EC8-14F6A296BAE2}"/>
              </a:ext>
            </a:extLst>
          </p:cNvPr>
          <p:cNvSpPr>
            <a:spLocks noGrp="1"/>
          </p:cNvSpPr>
          <p:nvPr>
            <p:ph type="body" sz="quarter" idx="25"/>
          </p:nvPr>
        </p:nvSpPr>
        <p:spPr/>
        <p:txBody>
          <a:bodyPr/>
          <a:lstStyle/>
          <a:p>
            <a:endParaRPr lang="en-US" dirty="0"/>
          </a:p>
        </p:txBody>
      </p:sp>
      <p:sp>
        <p:nvSpPr>
          <p:cNvPr id="16" name="Text Placeholder 15">
            <a:extLst>
              <a:ext uri="{FF2B5EF4-FFF2-40B4-BE49-F238E27FC236}">
                <a16:creationId xmlns:a16="http://schemas.microsoft.com/office/drawing/2014/main" id="{DDE0E590-AF37-0EC9-115A-F62D3F46B972}"/>
              </a:ext>
            </a:extLst>
          </p:cNvPr>
          <p:cNvSpPr>
            <a:spLocks noGrp="1"/>
          </p:cNvSpPr>
          <p:nvPr>
            <p:ph type="body" sz="quarter" idx="26"/>
          </p:nvPr>
        </p:nvSpPr>
        <p:spPr/>
        <p:txBody>
          <a:bodyPr/>
          <a:lstStyle/>
          <a:p>
            <a:endParaRPr lang="en-US" dirty="0"/>
          </a:p>
        </p:txBody>
      </p:sp>
      <p:sp>
        <p:nvSpPr>
          <p:cNvPr id="17" name="Text Placeholder 16">
            <a:extLst>
              <a:ext uri="{FF2B5EF4-FFF2-40B4-BE49-F238E27FC236}">
                <a16:creationId xmlns:a16="http://schemas.microsoft.com/office/drawing/2014/main" id="{860C336D-DB61-4D2B-F16E-947612F2CD80}"/>
              </a:ext>
            </a:extLst>
          </p:cNvPr>
          <p:cNvSpPr>
            <a:spLocks noGrp="1"/>
          </p:cNvSpPr>
          <p:nvPr>
            <p:ph type="body" sz="quarter" idx="30"/>
          </p:nvPr>
        </p:nvSpPr>
        <p:spPr/>
        <p:txBody>
          <a:bodyPr/>
          <a:lstStyle/>
          <a:p>
            <a:endParaRPr lang="en-US" dirty="0"/>
          </a:p>
        </p:txBody>
      </p:sp>
      <p:sp>
        <p:nvSpPr>
          <p:cNvPr id="18" name="Text Placeholder 17">
            <a:extLst>
              <a:ext uri="{FF2B5EF4-FFF2-40B4-BE49-F238E27FC236}">
                <a16:creationId xmlns:a16="http://schemas.microsoft.com/office/drawing/2014/main" id="{40C56CDC-8DE2-F9F8-4CA7-9BFB93176E3B}"/>
              </a:ext>
            </a:extLst>
          </p:cNvPr>
          <p:cNvSpPr>
            <a:spLocks noGrp="1"/>
          </p:cNvSpPr>
          <p:nvPr>
            <p:ph type="body" sz="quarter" idx="31"/>
          </p:nvPr>
        </p:nvSpPr>
        <p:spPr/>
        <p:txBody>
          <a:bodyPr/>
          <a:lstStyle/>
          <a:p>
            <a:endParaRPr lang="en-US" dirty="0"/>
          </a:p>
        </p:txBody>
      </p:sp>
      <p:sp>
        <p:nvSpPr>
          <p:cNvPr id="19" name="Text Placeholder 18">
            <a:extLst>
              <a:ext uri="{FF2B5EF4-FFF2-40B4-BE49-F238E27FC236}">
                <a16:creationId xmlns:a16="http://schemas.microsoft.com/office/drawing/2014/main" id="{CB768F06-0AC4-4A86-4080-5F98883FB19C}"/>
              </a:ext>
            </a:extLst>
          </p:cNvPr>
          <p:cNvSpPr>
            <a:spLocks noGrp="1"/>
          </p:cNvSpPr>
          <p:nvPr>
            <p:ph type="body" sz="quarter" idx="32"/>
          </p:nvPr>
        </p:nvSpPr>
        <p:spPr/>
        <p:txBody>
          <a:bodyPr/>
          <a:lstStyle/>
          <a:p>
            <a:endParaRPr lang="en-US" dirty="0"/>
          </a:p>
        </p:txBody>
      </p:sp>
      <p:sp>
        <p:nvSpPr>
          <p:cNvPr id="20" name="Text Placeholder 19">
            <a:extLst>
              <a:ext uri="{FF2B5EF4-FFF2-40B4-BE49-F238E27FC236}">
                <a16:creationId xmlns:a16="http://schemas.microsoft.com/office/drawing/2014/main" id="{76682445-D55D-C034-BACC-CC06A8F916DC}"/>
              </a:ext>
            </a:extLst>
          </p:cNvPr>
          <p:cNvSpPr>
            <a:spLocks noGrp="1"/>
          </p:cNvSpPr>
          <p:nvPr>
            <p:ph type="body" sz="quarter" idx="34"/>
          </p:nvPr>
        </p:nvSpPr>
        <p:spPr/>
        <p:txBody>
          <a:bodyPr/>
          <a:lstStyle/>
          <a:p>
            <a:endParaRPr lang="en-US" dirty="0"/>
          </a:p>
        </p:txBody>
      </p:sp>
      <p:sp>
        <p:nvSpPr>
          <p:cNvPr id="22" name="Text Placeholder 21">
            <a:extLst>
              <a:ext uri="{FF2B5EF4-FFF2-40B4-BE49-F238E27FC236}">
                <a16:creationId xmlns:a16="http://schemas.microsoft.com/office/drawing/2014/main" id="{9BFF9860-B972-8B44-351A-043DD8173DB2}"/>
              </a:ext>
            </a:extLst>
          </p:cNvPr>
          <p:cNvSpPr>
            <a:spLocks noGrp="1"/>
          </p:cNvSpPr>
          <p:nvPr>
            <p:ph type="body" sz="quarter" idx="35"/>
          </p:nvPr>
        </p:nvSpPr>
        <p:spPr/>
        <p:txBody>
          <a:bodyPr/>
          <a:lstStyle/>
          <a:p>
            <a:endParaRPr lang="en-US" dirty="0"/>
          </a:p>
        </p:txBody>
      </p:sp>
      <p:sp>
        <p:nvSpPr>
          <p:cNvPr id="28" name="Speech Bubble: Rectangle with Corners Rounded 4">
            <a:extLst>
              <a:ext uri="{FF2B5EF4-FFF2-40B4-BE49-F238E27FC236}">
                <a16:creationId xmlns:a16="http://schemas.microsoft.com/office/drawing/2014/main" id="{81568F04-D650-6B5B-02FE-5F1115D43237}"/>
              </a:ext>
              <a:ext uri="{C183D7F6-B498-43B3-948B-1728B52AA6E4}">
                <adec:decorative xmlns:adec="http://schemas.microsoft.com/office/drawing/2017/decorative" val="1"/>
              </a:ext>
            </a:extLst>
          </p:cNvPr>
          <p:cNvSpPr/>
          <p:nvPr/>
        </p:nvSpPr>
        <p:spPr>
          <a:xfrm>
            <a:off x="12443988" y="0"/>
            <a:ext cx="4655291" cy="2142067"/>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ea typeface="+mn-ea"/>
                <a:cs typeface="+mn-cs"/>
              </a:rPr>
              <a:t>Photography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ea typeface="+mn-ea"/>
                <a:cs typeface="+mn-cs"/>
              </a:rPr>
              <a:t>Photos inserted in this slide are given as example. Do not forget to </a:t>
            </a:r>
            <a:r>
              <a:rPr kumimoji="0" lang="en-US" sz="1000" b="1" i="0" u="none" strike="noStrike" kern="1200" cap="none" spc="0" normalizeH="0" baseline="0" noProof="0" dirty="0">
                <a:ln>
                  <a:noFill/>
                </a:ln>
                <a:solidFill>
                  <a:schemeClr val="tx1"/>
                </a:solidFill>
                <a:effectLst/>
                <a:uLnTx/>
                <a:uFillTx/>
                <a:ea typeface="+mn-ea"/>
                <a:cs typeface="+mn-cs"/>
              </a:rPr>
              <a:t>change the photography</a:t>
            </a:r>
            <a:r>
              <a:rPr kumimoji="0" lang="en-US" sz="1000" b="0" i="0" u="none" strike="noStrike" kern="1200" cap="none" spc="0" normalizeH="0" baseline="0" noProof="0" dirty="0">
                <a:ln>
                  <a:noFill/>
                </a:ln>
                <a:solidFill>
                  <a:schemeClr val="tx1"/>
                </a:solidFill>
                <a:effectLst/>
                <a:uLnTx/>
                <a:uFillTx/>
                <a:ea typeface="+mn-ea"/>
                <a:cs typeface="+mn-cs"/>
              </a:rPr>
              <a:t> to better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ea typeface="+mn-ea"/>
                <a:cs typeface="+mn-cs"/>
              </a:rPr>
              <a:t>Right click on the picture or picture placeholder to change/insert a photo.</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ea typeface="+mn-ea"/>
                <a:cs typeface="+mn-cs"/>
                <a:hlinkClick r:id="rId3">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chemeClr val="tx1"/>
              </a:solidFill>
              <a:effectLst/>
              <a:uLnTx/>
              <a:uFillTx/>
              <a:ea typeface="+mn-ea"/>
              <a:cs typeface="+mn-cs"/>
            </a:endParaRP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ea typeface="+mn-ea"/>
                <a:cs typeface="+mn-cs"/>
              </a:rPr>
              <a:t>Under Getty images (Recommended), Shutterstock, Adobe images license (check with your M&amp;C or design team)</a:t>
            </a:r>
          </a:p>
        </p:txBody>
      </p:sp>
    </p:spTree>
    <p:extLst>
      <p:ext uri="{BB962C8B-B14F-4D97-AF65-F5344CB8AC3E}">
        <p14:creationId xmlns:p14="http://schemas.microsoft.com/office/powerpoint/2010/main" val="278600938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a:extLst>
              <a:ext uri="{FF2B5EF4-FFF2-40B4-BE49-F238E27FC236}">
                <a16:creationId xmlns:a16="http://schemas.microsoft.com/office/drawing/2014/main" id="{9880D658-6E15-BB29-9AC5-DC3524E5D747}"/>
              </a:ext>
            </a:extLst>
          </p:cNvPr>
          <p:cNvSpPr>
            <a:spLocks noGrp="1"/>
          </p:cNvSpPr>
          <p:nvPr>
            <p:ph type="body" sz="quarter" idx="23"/>
          </p:nvPr>
        </p:nvSpPr>
        <p:spPr>
          <a:xfrm>
            <a:off x="-433" y="0"/>
            <a:ext cx="2736304" cy="2924175"/>
          </a:xfrm>
        </p:spPr>
        <p:txBody>
          <a:bodyPr/>
          <a:lstStyle/>
          <a:p>
            <a:r>
              <a:rPr lang="en-US" dirty="0"/>
              <a:t>01</a:t>
            </a:r>
          </a:p>
        </p:txBody>
      </p:sp>
      <p:sp>
        <p:nvSpPr>
          <p:cNvPr id="17" name="Title 16">
            <a:extLst>
              <a:ext uri="{FF2B5EF4-FFF2-40B4-BE49-F238E27FC236}">
                <a16:creationId xmlns:a16="http://schemas.microsoft.com/office/drawing/2014/main" id="{855BD70F-3C3F-E7DC-94A7-E40AB92A5C2B}"/>
              </a:ext>
            </a:extLst>
          </p:cNvPr>
          <p:cNvSpPr>
            <a:spLocks noGrp="1"/>
          </p:cNvSpPr>
          <p:nvPr>
            <p:ph type="title"/>
          </p:nvPr>
        </p:nvSpPr>
        <p:spPr>
          <a:xfrm>
            <a:off x="4253696" y="1510496"/>
            <a:ext cx="7393343" cy="2887883"/>
          </a:xfrm>
        </p:spPr>
        <p:txBody>
          <a:bodyPr/>
          <a:lstStyle/>
          <a:p>
            <a:r>
              <a:rPr lang="en-US" dirty="0"/>
              <a:t>Section title with up to three lines of text in Ubuntu (Body) – Theme</a:t>
            </a:r>
          </a:p>
        </p:txBody>
      </p:sp>
      <p:sp>
        <p:nvSpPr>
          <p:cNvPr id="12" name="Date Placeholder 11">
            <a:extLst>
              <a:ext uri="{FF2B5EF4-FFF2-40B4-BE49-F238E27FC236}">
                <a16:creationId xmlns:a16="http://schemas.microsoft.com/office/drawing/2014/main" id="{D98B9E62-B6F1-230F-6097-6E3EFB62A94C}"/>
              </a:ext>
            </a:extLst>
          </p:cNvPr>
          <p:cNvSpPr>
            <a:spLocks noGrp="1"/>
          </p:cNvSpPr>
          <p:nvPr>
            <p:ph type="dt" sz="half" idx="19"/>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3" name="Footer Placeholder 12">
            <a:extLst>
              <a:ext uri="{FF2B5EF4-FFF2-40B4-BE49-F238E27FC236}">
                <a16:creationId xmlns:a16="http://schemas.microsoft.com/office/drawing/2014/main" id="{31BE3E2B-83CF-0685-F238-4971705047D1}"/>
              </a:ext>
            </a:extLst>
          </p:cNvPr>
          <p:cNvSpPr>
            <a:spLocks noGrp="1"/>
          </p:cNvSpPr>
          <p:nvPr>
            <p:ph type="ftr" sz="quarter" idx="20"/>
          </p:nvPr>
        </p:nvSpPr>
        <p:spPr/>
        <p:txBody>
          <a:bodyPr/>
          <a:lstStyle/>
          <a:p>
            <a:pPr>
              <a:spcBef>
                <a:spcPts val="1000"/>
              </a:spcBef>
              <a:buFont typeface="Arial" panose="020B0604020202020204" pitchFamily="34" charset="0"/>
              <a:buNone/>
            </a:pPr>
            <a:r>
              <a:rPr lang="en-US" dirty="0"/>
              <a:t>Presentation Title | Author | Date</a:t>
            </a:r>
          </a:p>
        </p:txBody>
      </p:sp>
      <p:sp>
        <p:nvSpPr>
          <p:cNvPr id="14" name="Slide Number Placeholder 13">
            <a:extLst>
              <a:ext uri="{FF2B5EF4-FFF2-40B4-BE49-F238E27FC236}">
                <a16:creationId xmlns:a16="http://schemas.microsoft.com/office/drawing/2014/main" id="{933EE3D3-B368-32C1-C553-89EFB72A2375}"/>
              </a:ext>
            </a:extLst>
          </p:cNvPr>
          <p:cNvSpPr>
            <a:spLocks noGrp="1"/>
          </p:cNvSpPr>
          <p:nvPr>
            <p:ph type="sldNum" sz="quarter" idx="21"/>
          </p:nvPr>
        </p:nvSpPr>
        <p:spPr/>
        <p:txBody>
          <a:bodyPr/>
          <a:lstStyle/>
          <a:p>
            <a:pPr algn="r"/>
            <a:fld id="{5D9A5160-6218-4E5A-B9E6-B93E3DAE377C}" type="slidenum">
              <a:rPr lang="en-US" smtClean="0"/>
              <a:pPr algn="r"/>
              <a:t>9</a:t>
            </a:fld>
            <a:endParaRPr lang="en-US" dirty="0"/>
          </a:p>
        </p:txBody>
      </p:sp>
    </p:spTree>
    <p:extLst>
      <p:ext uri="{BB962C8B-B14F-4D97-AF65-F5344CB8AC3E}">
        <p14:creationId xmlns:p14="http://schemas.microsoft.com/office/powerpoint/2010/main" val="168821087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E660EB-AA96-A36A-AB26-C98A5EF19DED}"/>
            </a:ext>
          </a:extLst>
        </p:cNvPr>
        <p:cNvGrpSpPr/>
        <p:nvPr/>
      </p:nvGrpSpPr>
      <p:grpSpPr>
        <a:xfrm>
          <a:off x="0" y="0"/>
          <a:ext cx="0" cy="0"/>
          <a:chOff x="0" y="0"/>
          <a:chExt cx="0" cy="0"/>
        </a:xfrm>
      </p:grpSpPr>
      <p:sp>
        <p:nvSpPr>
          <p:cNvPr id="14" name="Text Placeholder 13">
            <a:extLst>
              <a:ext uri="{FF2B5EF4-FFF2-40B4-BE49-F238E27FC236}">
                <a16:creationId xmlns:a16="http://schemas.microsoft.com/office/drawing/2014/main" id="{1857440B-E53D-171E-E3CD-DC2F79BF3055}"/>
              </a:ext>
            </a:extLst>
          </p:cNvPr>
          <p:cNvSpPr>
            <a:spLocks noGrp="1"/>
          </p:cNvSpPr>
          <p:nvPr>
            <p:ph type="body" sz="quarter" idx="22"/>
          </p:nvPr>
        </p:nvSpPr>
        <p:spPr>
          <a:xfrm>
            <a:off x="550863" y="1633538"/>
            <a:ext cx="11090275" cy="307975"/>
          </a:xfrm>
        </p:spPr>
        <p:txBody>
          <a:bodyPr/>
          <a:lstStyle/>
          <a:p>
            <a:r>
              <a:rPr lang="en-US" dirty="0"/>
              <a:t>Lorem ipsum</a:t>
            </a:r>
          </a:p>
        </p:txBody>
      </p:sp>
      <p:sp>
        <p:nvSpPr>
          <p:cNvPr id="8" name="Title 7">
            <a:extLst>
              <a:ext uri="{FF2B5EF4-FFF2-40B4-BE49-F238E27FC236}">
                <a16:creationId xmlns:a16="http://schemas.microsoft.com/office/drawing/2014/main" id="{0F633997-1553-8599-836B-AFA29F1FCD4D}"/>
              </a:ext>
            </a:extLst>
          </p:cNvPr>
          <p:cNvSpPr>
            <a:spLocks noGrp="1"/>
          </p:cNvSpPr>
          <p:nvPr>
            <p:ph type="title"/>
          </p:nvPr>
        </p:nvSpPr>
        <p:spPr>
          <a:xfrm>
            <a:off x="551384" y="549274"/>
            <a:ext cx="11090938" cy="930372"/>
          </a:xfrm>
        </p:spPr>
        <p:txBody>
          <a:bodyPr/>
          <a:lstStyle/>
          <a:p>
            <a:r>
              <a:rPr lang="en-US" dirty="0"/>
              <a:t>Ubuntu Medium 32pt; Slide title </a:t>
            </a:r>
            <a:br>
              <a:rPr lang="en-US" dirty="0"/>
            </a:br>
            <a:r>
              <a:rPr lang="en-US" dirty="0"/>
              <a:t>Lorem ipsum dolor sit </a:t>
            </a:r>
            <a:r>
              <a:rPr lang="en-US" dirty="0" err="1"/>
              <a:t>amet</a:t>
            </a:r>
            <a:endParaRPr lang="en-US" dirty="0"/>
          </a:p>
        </p:txBody>
      </p:sp>
      <p:sp>
        <p:nvSpPr>
          <p:cNvPr id="10" name="Content Placeholder 9">
            <a:extLst>
              <a:ext uri="{FF2B5EF4-FFF2-40B4-BE49-F238E27FC236}">
                <a16:creationId xmlns:a16="http://schemas.microsoft.com/office/drawing/2014/main" id="{D73CE788-2BB7-2D19-45CC-B49C3C529CBC}"/>
              </a:ext>
            </a:extLst>
          </p:cNvPr>
          <p:cNvSpPr>
            <a:spLocks noGrp="1"/>
          </p:cNvSpPr>
          <p:nvPr>
            <p:ph sz="quarter" idx="31"/>
          </p:nvPr>
        </p:nvSpPr>
        <p:spPr>
          <a:xfrm>
            <a:off x="550863" y="2133600"/>
            <a:ext cx="11091862" cy="4175125"/>
          </a:xfrm>
        </p:spPr>
        <p:txBody>
          <a:bodyPr/>
          <a:lstStyle/>
          <a:p>
            <a:r>
              <a:rPr lang="en-US" dirty="0"/>
              <a:t>Lorem ipsum dolor. </a:t>
            </a:r>
          </a:p>
          <a:p>
            <a:pPr lvl="1"/>
            <a:r>
              <a:rPr lang="en-US" dirty="0"/>
              <a:t>Aenean </a:t>
            </a:r>
            <a:r>
              <a:rPr lang="en-US" dirty="0" err="1"/>
              <a:t>commodo</a:t>
            </a:r>
            <a:r>
              <a:rPr lang="en-US" dirty="0"/>
              <a:t> ligula </a:t>
            </a:r>
            <a:r>
              <a:rPr lang="en-US" dirty="0" err="1"/>
              <a:t>eget</a:t>
            </a:r>
            <a:r>
              <a:rPr lang="en-US" dirty="0"/>
              <a:t> et </a:t>
            </a:r>
            <a:r>
              <a:rPr lang="en-US" dirty="0" err="1"/>
              <a:t>magnis</a:t>
            </a:r>
            <a:r>
              <a:rPr lang="en-US" dirty="0"/>
              <a:t> dis </a:t>
            </a:r>
            <a:r>
              <a:rPr lang="en-US" dirty="0" err="1"/>
              <a:t>parturientelementum</a:t>
            </a:r>
            <a:r>
              <a:rPr lang="en-US" dirty="0"/>
              <a:t> semper nisi. </a:t>
            </a:r>
          </a:p>
          <a:p>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1"/>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pPr lvl="1"/>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 </a:t>
            </a:r>
            <a:r>
              <a:rPr lang="en-US" dirty="0" err="1"/>
              <a:t>ut</a:t>
            </a:r>
            <a:r>
              <a:rPr lang="en-US" dirty="0"/>
              <a:t> </a:t>
            </a:r>
            <a:r>
              <a:rPr lang="en-US" dirty="0" err="1"/>
              <a:t>aliquip</a:t>
            </a:r>
            <a:r>
              <a:rPr lang="en-US" dirty="0"/>
              <a:t> ex </a:t>
            </a:r>
            <a:r>
              <a:rPr lang="en-US" dirty="0" err="1"/>
              <a:t>ea</a:t>
            </a:r>
            <a:r>
              <a:rPr lang="en-US" dirty="0"/>
              <a:t> </a:t>
            </a:r>
            <a:r>
              <a:rPr lang="en-US" dirty="0" err="1"/>
              <a:t>commodo</a:t>
            </a:r>
            <a:r>
              <a:rPr lang="en-US" dirty="0"/>
              <a:t> </a:t>
            </a:r>
            <a:r>
              <a:rPr lang="en-US" dirty="0" err="1"/>
              <a:t>consequat</a:t>
            </a:r>
            <a:r>
              <a:rPr lang="en-US" dirty="0"/>
              <a:t>. Duis </a:t>
            </a:r>
            <a:r>
              <a:rPr lang="en-US" dirty="0" err="1"/>
              <a:t>aute</a:t>
            </a:r>
            <a:r>
              <a:rPr lang="en-US" dirty="0"/>
              <a:t> </a:t>
            </a:r>
            <a:r>
              <a:rPr lang="en-US" dirty="0" err="1"/>
              <a:t>irure</a:t>
            </a:r>
            <a:r>
              <a:rPr lang="en-US" dirty="0"/>
              <a:t> dolor in </a:t>
            </a:r>
            <a:r>
              <a:rPr lang="en-US" dirty="0" err="1"/>
              <a:t>reprehenderit</a:t>
            </a:r>
            <a:r>
              <a:rPr lang="en-US" dirty="0"/>
              <a:t> in </a:t>
            </a:r>
            <a:r>
              <a:rPr lang="en-US" dirty="0" err="1"/>
              <a:t>voluptate</a:t>
            </a:r>
            <a:r>
              <a:rPr lang="en-US" dirty="0"/>
              <a:t> </a:t>
            </a:r>
            <a:r>
              <a:rPr lang="en-US" dirty="0" err="1"/>
              <a:t>velit</a:t>
            </a:r>
            <a:r>
              <a:rPr lang="en-US" dirty="0"/>
              <a:t> esse </a:t>
            </a:r>
            <a:r>
              <a:rPr lang="en-US" dirty="0" err="1"/>
              <a:t>cillum</a:t>
            </a:r>
            <a:r>
              <a:rPr lang="en-US" dirty="0"/>
              <a:t> dolore </a:t>
            </a:r>
            <a:r>
              <a:rPr lang="en-US" dirty="0" err="1"/>
              <a:t>eu</a:t>
            </a:r>
            <a:r>
              <a:rPr lang="en-US" dirty="0"/>
              <a:t> </a:t>
            </a:r>
            <a:r>
              <a:rPr lang="en-US" dirty="0" err="1"/>
              <a:t>fugiat</a:t>
            </a:r>
            <a:r>
              <a:rPr lang="en-US" dirty="0"/>
              <a:t> </a:t>
            </a:r>
            <a:r>
              <a:rPr lang="en-US" dirty="0" err="1"/>
              <a:t>nulla</a:t>
            </a:r>
            <a:r>
              <a:rPr lang="en-US" dirty="0"/>
              <a:t> </a:t>
            </a:r>
            <a:r>
              <a:rPr lang="en-US" dirty="0" err="1"/>
              <a:t>pariatur</a:t>
            </a:r>
            <a:r>
              <a:rPr lang="en-US" dirty="0"/>
              <a:t>.</a:t>
            </a:r>
          </a:p>
        </p:txBody>
      </p:sp>
      <p:sp>
        <p:nvSpPr>
          <p:cNvPr id="26" name="Date Placeholder 25">
            <a:extLst>
              <a:ext uri="{FF2B5EF4-FFF2-40B4-BE49-F238E27FC236}">
                <a16:creationId xmlns:a16="http://schemas.microsoft.com/office/drawing/2014/main" id="{1F3761F2-0080-803D-4A06-0737A50C57EE}"/>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7" name="Footer Placeholder 26">
            <a:extLst>
              <a:ext uri="{FF2B5EF4-FFF2-40B4-BE49-F238E27FC236}">
                <a16:creationId xmlns:a16="http://schemas.microsoft.com/office/drawing/2014/main" id="{3E56202C-5B2D-99F6-7B01-54C59BE2F566}"/>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28" name="Slide Number Placeholder 27">
            <a:extLst>
              <a:ext uri="{FF2B5EF4-FFF2-40B4-BE49-F238E27FC236}">
                <a16:creationId xmlns:a16="http://schemas.microsoft.com/office/drawing/2014/main" id="{E5A23704-84CD-0E2E-A325-BD929F3CBCC3}"/>
              </a:ext>
            </a:extLst>
          </p:cNvPr>
          <p:cNvSpPr>
            <a:spLocks noGrp="1"/>
          </p:cNvSpPr>
          <p:nvPr>
            <p:ph type="sldNum" sz="quarter" idx="30"/>
          </p:nvPr>
        </p:nvSpPr>
        <p:spPr/>
        <p:txBody>
          <a:bodyPr/>
          <a:lstStyle/>
          <a:p>
            <a:pPr algn="r"/>
            <a:fld id="{5D9A5160-6218-4E5A-B9E6-B93E3DAE377C}" type="slidenum">
              <a:rPr lang="en-US" smtClean="0"/>
              <a:pPr algn="r"/>
              <a:t>10</a:t>
            </a:fld>
            <a:endParaRPr lang="en-US" dirty="0"/>
          </a:p>
        </p:txBody>
      </p:sp>
    </p:spTree>
    <p:extLst>
      <p:ext uri="{BB962C8B-B14F-4D97-AF65-F5344CB8AC3E}">
        <p14:creationId xmlns:p14="http://schemas.microsoft.com/office/powerpoint/2010/main" val="382672961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62C008-ABE2-4D70-3CBE-68FAA4906B6D}"/>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323750CC-AC82-B39B-EE91-9623A2AC45EF}"/>
              </a:ext>
            </a:extLst>
          </p:cNvPr>
          <p:cNvSpPr>
            <a:spLocks noGrp="1"/>
          </p:cNvSpPr>
          <p:nvPr>
            <p:ph type="title"/>
          </p:nvPr>
        </p:nvSpPr>
        <p:spPr>
          <a:xfrm>
            <a:off x="551384" y="549274"/>
            <a:ext cx="7920880" cy="930372"/>
          </a:xfrm>
        </p:spPr>
        <p:txBody>
          <a:bodyPr/>
          <a:lstStyle/>
          <a:p>
            <a:r>
              <a:rPr lang="en-US" dirty="0"/>
              <a:t>Ubuntu Medium 32pt; Slide title </a:t>
            </a:r>
            <a:br>
              <a:rPr lang="en-US" dirty="0"/>
            </a:br>
            <a:r>
              <a:rPr lang="en-US" dirty="0"/>
              <a:t>Lorem ipsum dolor sit </a:t>
            </a:r>
            <a:r>
              <a:rPr lang="en-US" dirty="0" err="1"/>
              <a:t>amete</a:t>
            </a:r>
            <a:r>
              <a:rPr lang="en-US" dirty="0"/>
              <a:t> </a:t>
            </a:r>
          </a:p>
        </p:txBody>
      </p:sp>
      <p:sp>
        <p:nvSpPr>
          <p:cNvPr id="11" name="Content Placeholder 10">
            <a:extLst>
              <a:ext uri="{FF2B5EF4-FFF2-40B4-BE49-F238E27FC236}">
                <a16:creationId xmlns:a16="http://schemas.microsoft.com/office/drawing/2014/main" id="{7248633F-B3C6-87CF-A093-F3C0BDDB8112}"/>
              </a:ext>
            </a:extLst>
          </p:cNvPr>
          <p:cNvSpPr>
            <a:spLocks noGrp="1"/>
          </p:cNvSpPr>
          <p:nvPr>
            <p:ph sz="quarter" idx="31"/>
          </p:nvPr>
        </p:nvSpPr>
        <p:spPr>
          <a:xfrm>
            <a:off x="550863" y="2133600"/>
            <a:ext cx="7921625" cy="4175125"/>
          </a:xfrm>
        </p:spPr>
        <p:txBody>
          <a:bodyPr numCol="2" spcCol="180000"/>
          <a:lstStyle/>
          <a:p>
            <a:pPr lvl="0"/>
            <a:r>
              <a:rPr lang="en-US" noProof="0" dirty="0"/>
              <a:t>Lorem ipsum dolor. </a:t>
            </a:r>
          </a:p>
          <a:p>
            <a:pPr lvl="1"/>
            <a:r>
              <a:rPr lang="en-US" noProof="0" dirty="0"/>
              <a:t>Aenean </a:t>
            </a:r>
            <a:r>
              <a:rPr lang="en-US" noProof="0" dirty="0" err="1"/>
              <a:t>commodo</a:t>
            </a:r>
            <a:r>
              <a:rPr lang="en-US" noProof="0" dirty="0"/>
              <a:t> ligula </a:t>
            </a:r>
            <a:r>
              <a:rPr lang="en-US" noProof="0" dirty="0" err="1"/>
              <a:t>eget</a:t>
            </a:r>
            <a:r>
              <a:rPr lang="en-US" noProof="0" dirty="0"/>
              <a:t> et </a:t>
            </a:r>
            <a:r>
              <a:rPr lang="en-US" noProof="0" dirty="0" err="1"/>
              <a:t>magnis</a:t>
            </a:r>
            <a:r>
              <a:rPr lang="en-US" noProof="0" dirty="0"/>
              <a:t> dis </a:t>
            </a:r>
            <a:r>
              <a:rPr lang="en-US" noProof="0" dirty="0" err="1"/>
              <a:t>parturientelementum</a:t>
            </a:r>
            <a:r>
              <a:rPr lang="en-US" noProof="0" dirty="0"/>
              <a:t> semper nisi. </a:t>
            </a:r>
          </a:p>
          <a:p>
            <a:pPr lvl="0"/>
            <a:r>
              <a:rPr lang="en-US" noProof="0" dirty="0"/>
              <a:t>Aenean </a:t>
            </a:r>
            <a:r>
              <a:rPr lang="en-US" noProof="0" dirty="0" err="1"/>
              <a:t>vulputate</a:t>
            </a:r>
            <a:r>
              <a:rPr lang="en-US" noProof="0" dirty="0"/>
              <a:t> </a:t>
            </a:r>
            <a:r>
              <a:rPr lang="en-US" noProof="0" dirty="0" err="1"/>
              <a:t>eleifend</a:t>
            </a:r>
            <a:r>
              <a:rPr lang="en-US" noProof="0" dirty="0"/>
              <a:t> </a:t>
            </a:r>
            <a:r>
              <a:rPr lang="en-US" noProof="0" dirty="0" err="1"/>
              <a:t>tellus</a:t>
            </a:r>
            <a:r>
              <a:rPr lang="en-US" noProof="0" dirty="0"/>
              <a:t> </a:t>
            </a:r>
            <a:r>
              <a:rPr lang="en-US" noProof="0" dirty="0" err="1"/>
              <a:t>ut</a:t>
            </a:r>
            <a:r>
              <a:rPr lang="en-US" noProof="0" dirty="0"/>
              <a:t> </a:t>
            </a:r>
            <a:r>
              <a:rPr lang="en-US" noProof="0" dirty="0" err="1"/>
              <a:t>metus</a:t>
            </a:r>
            <a:r>
              <a:rPr lang="en-US" noProof="0" dirty="0"/>
              <a:t> </a:t>
            </a:r>
            <a:r>
              <a:rPr lang="en-US" noProof="0" dirty="0" err="1"/>
              <a:t>varius</a:t>
            </a:r>
            <a:r>
              <a:rPr lang="en-US" noProof="0" dirty="0"/>
              <a:t> </a:t>
            </a:r>
            <a:r>
              <a:rPr lang="en-US" noProof="0" dirty="0" err="1"/>
              <a:t>laoreet</a:t>
            </a:r>
            <a:r>
              <a:rPr lang="en-US" noProof="0" dirty="0"/>
              <a:t>. </a:t>
            </a:r>
            <a:r>
              <a:rPr lang="en-US" noProof="0" dirty="0" err="1"/>
              <a:t>Quisque</a:t>
            </a:r>
            <a:r>
              <a:rPr lang="en-US" noProof="0" dirty="0"/>
              <a:t> </a:t>
            </a:r>
            <a:r>
              <a:rPr lang="en-US" noProof="0" dirty="0" err="1"/>
              <a:t>rutrum</a:t>
            </a:r>
            <a:r>
              <a:rPr lang="en-US" noProof="0" dirty="0"/>
              <a:t>. </a:t>
            </a:r>
          </a:p>
          <a:p>
            <a:pPr lvl="1"/>
            <a:r>
              <a:rPr lang="en-US" noProof="0" dirty="0"/>
              <a:t>Aenean </a:t>
            </a:r>
            <a:r>
              <a:rPr lang="en-US" noProof="0" dirty="0" err="1"/>
              <a:t>imperdiet</a:t>
            </a:r>
            <a:r>
              <a:rPr lang="en-US" noProof="0" dirty="0"/>
              <a:t>. </a:t>
            </a:r>
            <a:r>
              <a:rPr lang="en-US" noProof="0" dirty="0" err="1"/>
              <a:t>Etiam</a:t>
            </a:r>
            <a:r>
              <a:rPr lang="en-US" noProof="0" dirty="0"/>
              <a:t> </a:t>
            </a:r>
            <a:r>
              <a:rPr lang="en-US" noProof="0" dirty="0" err="1"/>
              <a:t>ultricies</a:t>
            </a:r>
            <a:r>
              <a:rPr lang="en-US" noProof="0" dirty="0"/>
              <a:t> nisi vel </a:t>
            </a:r>
            <a:r>
              <a:rPr lang="en-US" noProof="0" dirty="0" err="1"/>
              <a:t>augue</a:t>
            </a:r>
            <a:r>
              <a:rPr lang="en-US" noProof="0" dirty="0"/>
              <a:t>.</a:t>
            </a:r>
          </a:p>
          <a:p>
            <a:pPr lvl="1"/>
            <a:r>
              <a:rPr lang="en-US" noProof="0" dirty="0"/>
              <a:t>Lorem ipsum dolor sit </a:t>
            </a:r>
            <a:r>
              <a:rPr lang="en-US" noProof="0" dirty="0" err="1"/>
              <a:t>amet</a:t>
            </a:r>
            <a:r>
              <a:rPr lang="en-US" noProof="0" dirty="0"/>
              <a:t>, </a:t>
            </a:r>
            <a:r>
              <a:rPr lang="en-US" noProof="0" dirty="0" err="1"/>
              <a:t>consectetur</a:t>
            </a:r>
            <a:r>
              <a:rPr lang="en-US" noProof="0" dirty="0"/>
              <a:t> </a:t>
            </a:r>
            <a:r>
              <a:rPr lang="en-US" noProof="0" dirty="0" err="1"/>
              <a:t>adipiscing</a:t>
            </a:r>
            <a:r>
              <a:rPr lang="en-US" noProof="0" dirty="0"/>
              <a:t> </a:t>
            </a:r>
            <a:r>
              <a:rPr lang="en-US" noProof="0" dirty="0" err="1"/>
              <a:t>elit</a:t>
            </a:r>
            <a:r>
              <a:rPr lang="en-US" noProof="0" dirty="0"/>
              <a:t>, sed do </a:t>
            </a:r>
            <a:r>
              <a:rPr lang="en-US" noProof="0" dirty="0" err="1"/>
              <a:t>eiusmod</a:t>
            </a:r>
            <a:r>
              <a:rPr lang="en-US" noProof="0" dirty="0"/>
              <a:t> </a:t>
            </a:r>
            <a:r>
              <a:rPr lang="en-US" noProof="0" dirty="0" err="1"/>
              <a:t>tempor</a:t>
            </a:r>
            <a:r>
              <a:rPr lang="en-US" noProof="0" dirty="0"/>
              <a:t> </a:t>
            </a:r>
            <a:r>
              <a:rPr lang="en-US" noProof="0" dirty="0" err="1"/>
              <a:t>incididunt</a:t>
            </a:r>
            <a:r>
              <a:rPr lang="en-US" noProof="0" dirty="0"/>
              <a:t> </a:t>
            </a:r>
            <a:r>
              <a:rPr lang="en-US" noProof="0" dirty="0" err="1"/>
              <a:t>ut</a:t>
            </a:r>
            <a:r>
              <a:rPr lang="en-US" noProof="0" dirty="0"/>
              <a:t> labore et dolore magna </a:t>
            </a:r>
            <a:r>
              <a:rPr lang="en-US" noProof="0" dirty="0" err="1"/>
              <a:t>aliqua</a:t>
            </a:r>
            <a:r>
              <a:rPr lang="en-US" noProof="0" dirty="0"/>
              <a:t>. Ut </a:t>
            </a:r>
            <a:r>
              <a:rPr lang="en-US" noProof="0" dirty="0" err="1"/>
              <a:t>enim</a:t>
            </a:r>
            <a:r>
              <a:rPr lang="en-US" noProof="0" dirty="0"/>
              <a:t> ad minim </a:t>
            </a:r>
            <a:r>
              <a:rPr lang="en-US" noProof="0" dirty="0" err="1"/>
              <a:t>veniam</a:t>
            </a:r>
            <a:r>
              <a:rPr lang="en-US" noProof="0" dirty="0"/>
              <a:t>, </a:t>
            </a:r>
            <a:r>
              <a:rPr lang="en-US" noProof="0" dirty="0" err="1"/>
              <a:t>quis</a:t>
            </a:r>
            <a:r>
              <a:rPr lang="en-US" noProof="0" dirty="0"/>
              <a:t> </a:t>
            </a:r>
            <a:r>
              <a:rPr lang="en-US" noProof="0" dirty="0" err="1"/>
              <a:t>nostrud</a:t>
            </a:r>
            <a:r>
              <a:rPr lang="en-US" noProof="0" dirty="0"/>
              <a:t> exercitation </a:t>
            </a:r>
            <a:r>
              <a:rPr lang="en-US" noProof="0" dirty="0" err="1"/>
              <a:t>ullamco</a:t>
            </a:r>
            <a:r>
              <a:rPr lang="en-US" noProof="0" dirty="0"/>
              <a:t> </a:t>
            </a:r>
            <a:r>
              <a:rPr lang="en-US" noProof="0" dirty="0" err="1"/>
              <a:t>laboris</a:t>
            </a:r>
            <a:r>
              <a:rPr lang="en-US" noProof="0" dirty="0"/>
              <a:t> nisi </a:t>
            </a:r>
            <a:r>
              <a:rPr lang="en-US" noProof="0" dirty="0" err="1"/>
              <a:t>ut</a:t>
            </a:r>
            <a:r>
              <a:rPr lang="en-US" noProof="0" dirty="0"/>
              <a:t> </a:t>
            </a:r>
            <a:r>
              <a:rPr lang="en-US" noProof="0" dirty="0" err="1"/>
              <a:t>aliquip</a:t>
            </a:r>
            <a:r>
              <a:rPr lang="en-US" noProof="0" dirty="0"/>
              <a:t> ex </a:t>
            </a:r>
            <a:r>
              <a:rPr lang="en-US" noProof="0" dirty="0" err="1"/>
              <a:t>ea</a:t>
            </a:r>
            <a:r>
              <a:rPr lang="en-US" noProof="0" dirty="0"/>
              <a:t> </a:t>
            </a:r>
            <a:r>
              <a:rPr lang="en-US" noProof="0" dirty="0" err="1"/>
              <a:t>commodo</a:t>
            </a:r>
            <a:r>
              <a:rPr lang="en-US" noProof="0" dirty="0"/>
              <a:t> </a:t>
            </a:r>
            <a:r>
              <a:rPr lang="en-US" noProof="0" dirty="0" err="1"/>
              <a:t>consequat</a:t>
            </a:r>
            <a:r>
              <a:rPr lang="en-US" noProof="0" dirty="0"/>
              <a:t>. Duis </a:t>
            </a:r>
            <a:r>
              <a:rPr lang="en-US" noProof="0" dirty="0" err="1"/>
              <a:t>aute</a:t>
            </a:r>
            <a:r>
              <a:rPr lang="en-US" noProof="0" dirty="0"/>
              <a:t> </a:t>
            </a:r>
            <a:r>
              <a:rPr lang="en-US" noProof="0" dirty="0" err="1"/>
              <a:t>irure</a:t>
            </a:r>
            <a:r>
              <a:rPr lang="en-US" noProof="0" dirty="0"/>
              <a:t> dolor in </a:t>
            </a:r>
            <a:r>
              <a:rPr lang="en-US" noProof="0" dirty="0" err="1"/>
              <a:t>reprehenderit</a:t>
            </a:r>
            <a:r>
              <a:rPr lang="en-US" noProof="0" dirty="0"/>
              <a:t> in </a:t>
            </a:r>
            <a:r>
              <a:rPr lang="en-US" noProof="0" dirty="0" err="1"/>
              <a:t>voluptate</a:t>
            </a:r>
            <a:r>
              <a:rPr lang="en-US" noProof="0" dirty="0"/>
              <a:t> </a:t>
            </a:r>
            <a:r>
              <a:rPr lang="en-US" noProof="0" dirty="0" err="1"/>
              <a:t>velit</a:t>
            </a:r>
            <a:r>
              <a:rPr lang="en-US" noProof="0" dirty="0"/>
              <a:t> esse </a:t>
            </a:r>
            <a:r>
              <a:rPr lang="en-US" noProof="0" dirty="0" err="1"/>
              <a:t>cillum</a:t>
            </a:r>
            <a:r>
              <a:rPr lang="en-US" noProof="0" dirty="0"/>
              <a:t> dolore </a:t>
            </a:r>
            <a:r>
              <a:rPr lang="en-US" noProof="0" dirty="0" err="1"/>
              <a:t>eu</a:t>
            </a:r>
            <a:r>
              <a:rPr lang="en-US" noProof="0" dirty="0"/>
              <a:t> </a:t>
            </a:r>
            <a:r>
              <a:rPr lang="en-US" noProof="0" dirty="0" err="1"/>
              <a:t>fugiat</a:t>
            </a:r>
            <a:r>
              <a:rPr lang="en-US" noProof="0" dirty="0"/>
              <a:t> </a:t>
            </a:r>
            <a:r>
              <a:rPr lang="en-US" noProof="0" dirty="0" err="1"/>
              <a:t>nulla</a:t>
            </a:r>
            <a:r>
              <a:rPr lang="en-US" noProof="0" dirty="0"/>
              <a:t> </a:t>
            </a:r>
            <a:r>
              <a:rPr lang="en-US" noProof="0" dirty="0" err="1"/>
              <a:t>pariatur</a:t>
            </a:r>
            <a:r>
              <a:rPr lang="en-US" noProof="0" dirty="0"/>
              <a:t>.</a:t>
            </a:r>
          </a:p>
          <a:p>
            <a:pPr lvl="0"/>
            <a:endParaRPr lang="en-US" noProof="0" dirty="0"/>
          </a:p>
          <a:p>
            <a:pPr lvl="0"/>
            <a:r>
              <a:rPr lang="en-US" noProof="0" dirty="0"/>
              <a:t>Aenean </a:t>
            </a:r>
            <a:r>
              <a:rPr lang="en-US" noProof="0" dirty="0" err="1"/>
              <a:t>vulputate</a:t>
            </a:r>
            <a:r>
              <a:rPr lang="en-US" noProof="0" dirty="0"/>
              <a:t> </a:t>
            </a:r>
            <a:r>
              <a:rPr lang="en-US" noProof="0" dirty="0" err="1"/>
              <a:t>eleifend</a:t>
            </a:r>
            <a:r>
              <a:rPr lang="en-US" noProof="0" dirty="0"/>
              <a:t> </a:t>
            </a:r>
            <a:r>
              <a:rPr lang="en-US" noProof="0" dirty="0" err="1"/>
              <a:t>tellus</a:t>
            </a:r>
            <a:r>
              <a:rPr lang="en-US" noProof="0" dirty="0"/>
              <a:t> </a:t>
            </a:r>
            <a:r>
              <a:rPr lang="en-US" noProof="0" dirty="0" err="1"/>
              <a:t>ut</a:t>
            </a:r>
            <a:r>
              <a:rPr lang="en-US" noProof="0" dirty="0"/>
              <a:t> </a:t>
            </a:r>
            <a:r>
              <a:rPr lang="en-US" noProof="0" dirty="0" err="1"/>
              <a:t>metus</a:t>
            </a:r>
            <a:r>
              <a:rPr lang="en-US" noProof="0" dirty="0"/>
              <a:t> </a:t>
            </a:r>
            <a:r>
              <a:rPr lang="en-US" noProof="0" dirty="0" err="1"/>
              <a:t>varius</a:t>
            </a:r>
            <a:r>
              <a:rPr lang="en-US" noProof="0" dirty="0"/>
              <a:t> </a:t>
            </a:r>
            <a:r>
              <a:rPr lang="en-US" noProof="0" dirty="0" err="1"/>
              <a:t>laoreet</a:t>
            </a:r>
            <a:r>
              <a:rPr lang="en-US" noProof="0" dirty="0"/>
              <a:t>. </a:t>
            </a:r>
            <a:r>
              <a:rPr lang="en-US" noProof="0" dirty="0" err="1"/>
              <a:t>Quisque</a:t>
            </a:r>
            <a:r>
              <a:rPr lang="en-US" noProof="0" dirty="0"/>
              <a:t> </a:t>
            </a:r>
            <a:r>
              <a:rPr lang="en-US" noProof="0" dirty="0" err="1"/>
              <a:t>rutrum</a:t>
            </a:r>
            <a:r>
              <a:rPr lang="en-US" noProof="0" dirty="0"/>
              <a:t>. </a:t>
            </a:r>
          </a:p>
          <a:p>
            <a:pPr lvl="1"/>
            <a:r>
              <a:rPr lang="en-US" noProof="0" dirty="0"/>
              <a:t>Aenean </a:t>
            </a:r>
            <a:r>
              <a:rPr lang="en-US" noProof="0" dirty="0" err="1"/>
              <a:t>imperdiet</a:t>
            </a:r>
            <a:r>
              <a:rPr lang="en-US" noProof="0" dirty="0"/>
              <a:t>. </a:t>
            </a:r>
            <a:r>
              <a:rPr lang="en-US" noProof="0" dirty="0" err="1"/>
              <a:t>Etiam</a:t>
            </a:r>
            <a:r>
              <a:rPr lang="en-US" noProof="0" dirty="0"/>
              <a:t> </a:t>
            </a:r>
            <a:r>
              <a:rPr lang="en-US" noProof="0" dirty="0" err="1"/>
              <a:t>ultricies</a:t>
            </a:r>
            <a:r>
              <a:rPr lang="en-US" noProof="0" dirty="0"/>
              <a:t> nisi vel </a:t>
            </a:r>
            <a:r>
              <a:rPr lang="en-US" noProof="0" dirty="0" err="1"/>
              <a:t>augue</a:t>
            </a:r>
            <a:r>
              <a:rPr lang="en-US" noProof="0" dirty="0"/>
              <a:t>.</a:t>
            </a:r>
          </a:p>
          <a:p>
            <a:pPr lvl="1"/>
            <a:r>
              <a:rPr lang="en-US" noProof="0" dirty="0"/>
              <a:t>Lorem ipsum dolor sit </a:t>
            </a:r>
            <a:r>
              <a:rPr lang="en-US" noProof="0" dirty="0" err="1"/>
              <a:t>amet</a:t>
            </a:r>
            <a:r>
              <a:rPr lang="en-US" noProof="0" dirty="0"/>
              <a:t>, </a:t>
            </a:r>
            <a:r>
              <a:rPr lang="en-US" noProof="0" dirty="0" err="1"/>
              <a:t>consectetur</a:t>
            </a:r>
            <a:r>
              <a:rPr lang="en-US" noProof="0" dirty="0"/>
              <a:t> </a:t>
            </a:r>
            <a:r>
              <a:rPr lang="en-US" noProof="0" dirty="0" err="1"/>
              <a:t>adipiscing</a:t>
            </a:r>
            <a:r>
              <a:rPr lang="en-US" noProof="0" dirty="0"/>
              <a:t> </a:t>
            </a:r>
            <a:r>
              <a:rPr lang="en-US" noProof="0" dirty="0" err="1"/>
              <a:t>elit</a:t>
            </a:r>
            <a:r>
              <a:rPr lang="en-US" noProof="0" dirty="0"/>
              <a:t>, sed do </a:t>
            </a:r>
            <a:r>
              <a:rPr lang="en-US" noProof="0" dirty="0" err="1"/>
              <a:t>eiusmod</a:t>
            </a:r>
            <a:r>
              <a:rPr lang="en-US" noProof="0" dirty="0"/>
              <a:t> </a:t>
            </a:r>
            <a:r>
              <a:rPr lang="en-US" noProof="0" dirty="0" err="1"/>
              <a:t>tempor</a:t>
            </a:r>
            <a:r>
              <a:rPr lang="en-US" noProof="0" dirty="0"/>
              <a:t> </a:t>
            </a:r>
            <a:r>
              <a:rPr lang="en-US" noProof="0" dirty="0" err="1"/>
              <a:t>incididunt</a:t>
            </a:r>
            <a:r>
              <a:rPr lang="en-US" noProof="0" dirty="0"/>
              <a:t> </a:t>
            </a:r>
            <a:r>
              <a:rPr lang="en-US" noProof="0" dirty="0" err="1"/>
              <a:t>ut</a:t>
            </a:r>
            <a:r>
              <a:rPr lang="en-US" noProof="0" dirty="0"/>
              <a:t> labore et dolore magna </a:t>
            </a:r>
            <a:r>
              <a:rPr lang="en-US" noProof="0" dirty="0" err="1"/>
              <a:t>aliqua</a:t>
            </a:r>
            <a:r>
              <a:rPr lang="en-US" noProof="0" dirty="0"/>
              <a:t>. Ut </a:t>
            </a:r>
            <a:r>
              <a:rPr lang="en-US" noProof="0" dirty="0" err="1"/>
              <a:t>enim</a:t>
            </a:r>
            <a:r>
              <a:rPr lang="en-US" noProof="0" dirty="0"/>
              <a:t> ad minim </a:t>
            </a:r>
            <a:r>
              <a:rPr lang="en-US" noProof="0" dirty="0" err="1"/>
              <a:t>veniam</a:t>
            </a:r>
            <a:r>
              <a:rPr lang="en-US" noProof="0" dirty="0"/>
              <a:t>, </a:t>
            </a:r>
            <a:r>
              <a:rPr lang="en-US" noProof="0" dirty="0" err="1"/>
              <a:t>quis</a:t>
            </a:r>
            <a:r>
              <a:rPr lang="en-US" noProof="0" dirty="0"/>
              <a:t> </a:t>
            </a:r>
            <a:r>
              <a:rPr lang="en-US" noProof="0" dirty="0" err="1"/>
              <a:t>nostrud</a:t>
            </a:r>
            <a:r>
              <a:rPr lang="en-US" noProof="0" dirty="0"/>
              <a:t> exercitation </a:t>
            </a:r>
            <a:r>
              <a:rPr lang="en-US" noProof="0" dirty="0" err="1"/>
              <a:t>ullamco</a:t>
            </a:r>
            <a:r>
              <a:rPr lang="en-US" noProof="0" dirty="0"/>
              <a:t> </a:t>
            </a:r>
            <a:r>
              <a:rPr lang="en-US" noProof="0" dirty="0" err="1"/>
              <a:t>laboris</a:t>
            </a:r>
            <a:r>
              <a:rPr lang="en-US" noProof="0" dirty="0"/>
              <a:t> nisi </a:t>
            </a:r>
            <a:r>
              <a:rPr lang="en-US" noProof="0" dirty="0" err="1"/>
              <a:t>ut</a:t>
            </a:r>
            <a:r>
              <a:rPr lang="en-US" noProof="0" dirty="0"/>
              <a:t> </a:t>
            </a:r>
            <a:r>
              <a:rPr lang="en-US" noProof="0" dirty="0" err="1"/>
              <a:t>aliquip</a:t>
            </a:r>
            <a:r>
              <a:rPr lang="en-US" noProof="0" dirty="0"/>
              <a:t> ex </a:t>
            </a:r>
            <a:r>
              <a:rPr lang="en-US" noProof="0" dirty="0" err="1"/>
              <a:t>ea</a:t>
            </a:r>
            <a:r>
              <a:rPr lang="en-US" noProof="0" dirty="0"/>
              <a:t> </a:t>
            </a:r>
            <a:r>
              <a:rPr lang="en-US" noProof="0" dirty="0" err="1"/>
              <a:t>commodo</a:t>
            </a:r>
            <a:r>
              <a:rPr lang="en-US" noProof="0" dirty="0"/>
              <a:t> </a:t>
            </a:r>
            <a:r>
              <a:rPr lang="en-US" noProof="0" dirty="0" err="1"/>
              <a:t>consequat</a:t>
            </a:r>
            <a:r>
              <a:rPr lang="en-US" noProof="0" dirty="0"/>
              <a:t>. Duis </a:t>
            </a:r>
            <a:r>
              <a:rPr lang="en-US" noProof="0" dirty="0" err="1"/>
              <a:t>aute</a:t>
            </a:r>
            <a:r>
              <a:rPr lang="en-US" noProof="0" dirty="0"/>
              <a:t> </a:t>
            </a:r>
            <a:r>
              <a:rPr lang="en-US" noProof="0" dirty="0" err="1"/>
              <a:t>irure</a:t>
            </a:r>
            <a:r>
              <a:rPr lang="en-US" noProof="0" dirty="0"/>
              <a:t> dolor in </a:t>
            </a:r>
            <a:r>
              <a:rPr lang="en-US" noProof="0" dirty="0" err="1"/>
              <a:t>reprehenderit</a:t>
            </a:r>
            <a:r>
              <a:rPr lang="en-US" noProof="0" dirty="0"/>
              <a:t> in </a:t>
            </a:r>
            <a:r>
              <a:rPr lang="en-US" noProof="0" dirty="0" err="1"/>
              <a:t>voluptate</a:t>
            </a:r>
            <a:r>
              <a:rPr lang="en-US" noProof="0" dirty="0"/>
              <a:t> </a:t>
            </a:r>
            <a:r>
              <a:rPr lang="en-US" noProof="0" dirty="0" err="1"/>
              <a:t>velit</a:t>
            </a:r>
            <a:r>
              <a:rPr lang="en-US" noProof="0" dirty="0"/>
              <a:t> esse </a:t>
            </a:r>
            <a:r>
              <a:rPr lang="en-US" noProof="0" dirty="0" err="1"/>
              <a:t>cillum</a:t>
            </a:r>
            <a:r>
              <a:rPr lang="en-US" noProof="0" dirty="0"/>
              <a:t> dolore </a:t>
            </a:r>
            <a:r>
              <a:rPr lang="en-US" noProof="0" dirty="0" err="1"/>
              <a:t>eu</a:t>
            </a:r>
            <a:r>
              <a:rPr lang="en-US" noProof="0" dirty="0"/>
              <a:t> </a:t>
            </a:r>
            <a:r>
              <a:rPr lang="en-US" noProof="0" dirty="0" err="1"/>
              <a:t>fugiat</a:t>
            </a:r>
            <a:r>
              <a:rPr lang="en-US" noProof="0" dirty="0"/>
              <a:t> </a:t>
            </a:r>
            <a:r>
              <a:rPr lang="en-US" noProof="0" dirty="0" err="1"/>
              <a:t>nulla</a:t>
            </a:r>
            <a:r>
              <a:rPr lang="en-US" noProof="0" dirty="0"/>
              <a:t> </a:t>
            </a:r>
            <a:r>
              <a:rPr lang="en-US" noProof="0" dirty="0" err="1"/>
              <a:t>pariatur</a:t>
            </a:r>
            <a:r>
              <a:rPr lang="en-US" noProof="0" dirty="0"/>
              <a:t>.</a:t>
            </a:r>
          </a:p>
          <a:p>
            <a:pPr lvl="0"/>
            <a:endParaRPr lang="en-US" noProof="0" dirty="0"/>
          </a:p>
          <a:p>
            <a:endParaRPr lang="en-US" dirty="0"/>
          </a:p>
        </p:txBody>
      </p:sp>
      <p:sp>
        <p:nvSpPr>
          <p:cNvPr id="10" name="Content Placeholder 9">
            <a:extLst>
              <a:ext uri="{FF2B5EF4-FFF2-40B4-BE49-F238E27FC236}">
                <a16:creationId xmlns:a16="http://schemas.microsoft.com/office/drawing/2014/main" id="{64684B5D-DC04-70A1-D993-6A0C8FA4DA67}"/>
              </a:ext>
            </a:extLst>
          </p:cNvPr>
          <p:cNvSpPr>
            <a:spLocks noGrp="1"/>
          </p:cNvSpPr>
          <p:nvPr>
            <p:ph sz="quarter" idx="28"/>
          </p:nvPr>
        </p:nvSpPr>
        <p:spPr>
          <a:xfrm>
            <a:off x="9264650" y="2133600"/>
            <a:ext cx="2376488" cy="4206875"/>
          </a:xfrm>
        </p:spPr>
        <p:txBody>
          <a:bodyPr numCol="1" spcCol="180000"/>
          <a:lstStyle/>
          <a:p>
            <a:pPr lvl="0"/>
            <a:r>
              <a:rPr lang="en-US" noProof="0" dirty="0"/>
              <a:t>Lorem ipsum dolor sit </a:t>
            </a:r>
            <a:r>
              <a:rPr lang="en-US" noProof="0" dirty="0" err="1"/>
              <a:t>amet</a:t>
            </a:r>
            <a:r>
              <a:rPr lang="en-US" noProof="0" dirty="0"/>
              <a:t>, </a:t>
            </a:r>
            <a:r>
              <a:rPr lang="en-US" noProof="0" dirty="0" err="1"/>
              <a:t>consectetur</a:t>
            </a:r>
            <a:r>
              <a:rPr lang="en-US" noProof="0" dirty="0"/>
              <a:t> </a:t>
            </a:r>
            <a:r>
              <a:rPr lang="en-US" noProof="0" dirty="0" err="1"/>
              <a:t>adipiscing</a:t>
            </a:r>
            <a:r>
              <a:rPr lang="en-US" noProof="0" dirty="0"/>
              <a:t> </a:t>
            </a:r>
            <a:r>
              <a:rPr lang="en-US" noProof="0" dirty="0" err="1"/>
              <a:t>elit</a:t>
            </a:r>
            <a:r>
              <a:rPr lang="en-US" noProof="0" dirty="0"/>
              <a:t>, sed do </a:t>
            </a:r>
            <a:r>
              <a:rPr lang="en-US" noProof="0" dirty="0" err="1"/>
              <a:t>eiusmod</a:t>
            </a:r>
            <a:r>
              <a:rPr lang="en-US" noProof="0" dirty="0"/>
              <a:t> </a:t>
            </a:r>
            <a:r>
              <a:rPr lang="en-US" noProof="0" dirty="0" err="1"/>
              <a:t>tempor</a:t>
            </a:r>
            <a:r>
              <a:rPr lang="en-US" noProof="0" dirty="0"/>
              <a:t> </a:t>
            </a:r>
            <a:r>
              <a:rPr lang="en-US" noProof="0" dirty="0" err="1"/>
              <a:t>incididunt</a:t>
            </a:r>
            <a:r>
              <a:rPr lang="en-US" noProof="0" dirty="0"/>
              <a:t> </a:t>
            </a:r>
            <a:r>
              <a:rPr lang="en-US" noProof="0" dirty="0" err="1"/>
              <a:t>ut</a:t>
            </a:r>
            <a:r>
              <a:rPr lang="en-US" noProof="0" dirty="0"/>
              <a:t> labore et dolore magna </a:t>
            </a:r>
            <a:r>
              <a:rPr lang="en-US" noProof="0" dirty="0" err="1"/>
              <a:t>aliqua</a:t>
            </a:r>
            <a:r>
              <a:rPr lang="en-US" noProof="0" dirty="0"/>
              <a:t>. Ut </a:t>
            </a:r>
            <a:r>
              <a:rPr lang="en-US" noProof="0" dirty="0" err="1"/>
              <a:t>enim</a:t>
            </a:r>
            <a:r>
              <a:rPr lang="en-US" noProof="0" dirty="0"/>
              <a:t> ad minim </a:t>
            </a:r>
            <a:r>
              <a:rPr lang="en-US" noProof="0" dirty="0" err="1"/>
              <a:t>veniam</a:t>
            </a:r>
            <a:r>
              <a:rPr lang="en-US" noProof="0" dirty="0"/>
              <a:t>, </a:t>
            </a:r>
            <a:r>
              <a:rPr lang="en-US" noProof="0" dirty="0" err="1"/>
              <a:t>quis</a:t>
            </a:r>
            <a:r>
              <a:rPr lang="en-US" noProof="0" dirty="0"/>
              <a:t> </a:t>
            </a:r>
            <a:r>
              <a:rPr lang="en-US" noProof="0" dirty="0" err="1"/>
              <a:t>nostrud</a:t>
            </a:r>
            <a:r>
              <a:rPr lang="en-US" noProof="0" dirty="0"/>
              <a:t> exercitation </a:t>
            </a:r>
            <a:r>
              <a:rPr lang="en-US" noProof="0" dirty="0" err="1"/>
              <a:t>ullamco</a:t>
            </a:r>
            <a:r>
              <a:rPr lang="en-US" noProof="0" dirty="0"/>
              <a:t> </a:t>
            </a:r>
            <a:r>
              <a:rPr lang="en-US" noProof="0" dirty="0" err="1"/>
              <a:t>laboris</a:t>
            </a:r>
            <a:r>
              <a:rPr lang="en-US" noProof="0" dirty="0"/>
              <a:t> nisi </a:t>
            </a:r>
            <a:r>
              <a:rPr lang="en-US" noProof="0" dirty="0" err="1"/>
              <a:t>ut</a:t>
            </a:r>
            <a:r>
              <a:rPr lang="en-US" noProof="0" dirty="0"/>
              <a:t> </a:t>
            </a:r>
            <a:r>
              <a:rPr lang="en-US" noProof="0" dirty="0" err="1"/>
              <a:t>aliquip</a:t>
            </a:r>
            <a:r>
              <a:rPr lang="en-US" noProof="0" dirty="0"/>
              <a:t> ex </a:t>
            </a:r>
            <a:r>
              <a:rPr lang="en-US" noProof="0" dirty="0" err="1"/>
              <a:t>ea</a:t>
            </a:r>
            <a:r>
              <a:rPr lang="en-US" noProof="0" dirty="0"/>
              <a:t> </a:t>
            </a:r>
            <a:r>
              <a:rPr lang="en-US" noProof="0" dirty="0" err="1"/>
              <a:t>commodo</a:t>
            </a:r>
            <a:r>
              <a:rPr lang="en-US" noProof="0" dirty="0"/>
              <a:t> </a:t>
            </a:r>
            <a:r>
              <a:rPr lang="en-US" noProof="0" dirty="0" err="1"/>
              <a:t>consequat</a:t>
            </a:r>
            <a:r>
              <a:rPr lang="en-US" noProof="0" dirty="0"/>
              <a:t>.</a:t>
            </a:r>
          </a:p>
          <a:p>
            <a:pPr lvl="0"/>
            <a:endParaRPr lang="en-US" noProof="0" dirty="0"/>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8800" b="0" i="0" u="none" strike="noStrike" kern="1200" cap="none" spc="0" normalizeH="0" baseline="0" noProof="0" dirty="0">
                <a:ln>
                  <a:noFill/>
                </a:ln>
                <a:solidFill>
                  <a:srgbClr val="1DB6F3"/>
                </a:solidFill>
                <a:effectLst/>
                <a:uLnTx/>
                <a:uFillTx/>
                <a:latin typeface="Ubuntu Light" panose="020B0304030602030204" pitchFamily="34" charset="0"/>
                <a:ea typeface="+mn-ea"/>
                <a:cs typeface="+mn-cs"/>
              </a:rPr>
              <a:t>10%</a:t>
            </a:r>
          </a:p>
          <a:p>
            <a:endParaRPr lang="en-US" dirty="0"/>
          </a:p>
        </p:txBody>
      </p:sp>
      <p:sp>
        <p:nvSpPr>
          <p:cNvPr id="9" name="Text Placeholder 8">
            <a:extLst>
              <a:ext uri="{FF2B5EF4-FFF2-40B4-BE49-F238E27FC236}">
                <a16:creationId xmlns:a16="http://schemas.microsoft.com/office/drawing/2014/main" id="{154A4776-4F60-A5D7-A158-14B445D5BC00}"/>
              </a:ext>
            </a:extLst>
          </p:cNvPr>
          <p:cNvSpPr>
            <a:spLocks noGrp="1"/>
          </p:cNvSpPr>
          <p:nvPr>
            <p:ph type="body" sz="quarter" idx="27"/>
          </p:nvPr>
        </p:nvSpPr>
        <p:spPr>
          <a:xfrm>
            <a:off x="9264650" y="1635125"/>
            <a:ext cx="2376488" cy="307975"/>
          </a:xfrm>
        </p:spPr>
        <p:txBody>
          <a:bodyPr/>
          <a:lstStyle/>
          <a:p>
            <a:r>
              <a:rPr lang="en-US" dirty="0"/>
              <a:t>Lorem ipsum</a:t>
            </a:r>
          </a:p>
        </p:txBody>
      </p:sp>
      <p:sp>
        <p:nvSpPr>
          <p:cNvPr id="72" name="Date Placeholder 71">
            <a:extLst>
              <a:ext uri="{FF2B5EF4-FFF2-40B4-BE49-F238E27FC236}">
                <a16:creationId xmlns:a16="http://schemas.microsoft.com/office/drawing/2014/main" id="{F8F3DBF0-D62F-FC49-00FD-C6EBD8F2FD07}"/>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73" name="Footer Placeholder 72">
            <a:extLst>
              <a:ext uri="{FF2B5EF4-FFF2-40B4-BE49-F238E27FC236}">
                <a16:creationId xmlns:a16="http://schemas.microsoft.com/office/drawing/2014/main" id="{C55D1A11-C44D-1756-704D-75FEF974B02B}"/>
              </a:ext>
            </a:extLst>
          </p:cNvPr>
          <p:cNvSpPr>
            <a:spLocks noGrp="1"/>
          </p:cNvSpPr>
          <p:nvPr>
            <p:ph type="ftr" sz="quarter" idx="25"/>
          </p:nvPr>
        </p:nvSpPr>
        <p:spPr/>
        <p:txBody>
          <a:bodyPr/>
          <a:lstStyle/>
          <a:p>
            <a:pPr>
              <a:spcBef>
                <a:spcPts val="1000"/>
              </a:spcBef>
              <a:buFont typeface="Arial" panose="020B0604020202020204" pitchFamily="34" charset="0"/>
              <a:buNone/>
            </a:pPr>
            <a:r>
              <a:rPr lang="en-US" dirty="0"/>
              <a:t>Presentation Title | Author | Date</a:t>
            </a:r>
          </a:p>
        </p:txBody>
      </p:sp>
      <p:sp>
        <p:nvSpPr>
          <p:cNvPr id="74" name="Slide Number Placeholder 73">
            <a:extLst>
              <a:ext uri="{FF2B5EF4-FFF2-40B4-BE49-F238E27FC236}">
                <a16:creationId xmlns:a16="http://schemas.microsoft.com/office/drawing/2014/main" id="{AFCFA707-D3F2-F0D8-14B5-B39B39486100}"/>
              </a:ext>
            </a:extLst>
          </p:cNvPr>
          <p:cNvSpPr>
            <a:spLocks noGrp="1"/>
          </p:cNvSpPr>
          <p:nvPr>
            <p:ph type="sldNum" sz="quarter" idx="26"/>
          </p:nvPr>
        </p:nvSpPr>
        <p:spPr/>
        <p:txBody>
          <a:bodyPr/>
          <a:lstStyle/>
          <a:p>
            <a:pPr algn="r"/>
            <a:fld id="{5D9A5160-6218-4E5A-B9E6-B93E3DAE377C}" type="slidenum">
              <a:rPr lang="en-US" smtClean="0"/>
              <a:pPr algn="r"/>
              <a:t>11</a:t>
            </a:fld>
            <a:endParaRPr lang="en-US" dirty="0"/>
          </a:p>
        </p:txBody>
      </p:sp>
      <p:sp>
        <p:nvSpPr>
          <p:cNvPr id="14" name="Text Placeholder 13">
            <a:extLst>
              <a:ext uri="{FF2B5EF4-FFF2-40B4-BE49-F238E27FC236}">
                <a16:creationId xmlns:a16="http://schemas.microsoft.com/office/drawing/2014/main" id="{98F4F8AB-B39C-4EE5-E5F8-40CB709FCF0B}"/>
              </a:ext>
            </a:extLst>
          </p:cNvPr>
          <p:cNvSpPr>
            <a:spLocks noGrp="1"/>
          </p:cNvSpPr>
          <p:nvPr>
            <p:ph type="body" sz="quarter" idx="22"/>
          </p:nvPr>
        </p:nvSpPr>
        <p:spPr>
          <a:xfrm>
            <a:off x="550863" y="1633538"/>
            <a:ext cx="7920037" cy="307975"/>
          </a:xfrm>
        </p:spPr>
        <p:txBody>
          <a:bodyPr/>
          <a:lstStyle/>
          <a:p>
            <a:r>
              <a:rPr lang="en-US" dirty="0"/>
              <a:t>Lorem ipsum dolor sit </a:t>
            </a:r>
            <a:r>
              <a:rPr lang="en-US" dirty="0" err="1"/>
              <a:t>amet</a:t>
            </a:r>
            <a:endParaRPr lang="en-US" dirty="0"/>
          </a:p>
        </p:txBody>
      </p:sp>
    </p:spTree>
    <p:extLst>
      <p:ext uri="{BB962C8B-B14F-4D97-AF65-F5344CB8AC3E}">
        <p14:creationId xmlns:p14="http://schemas.microsoft.com/office/powerpoint/2010/main" val="58641343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8EC585-3109-D3A3-2982-65851576D251}"/>
            </a:ext>
          </a:extLst>
        </p:cNvPr>
        <p:cNvGrpSpPr/>
        <p:nvPr/>
      </p:nvGrpSpPr>
      <p:grpSpPr>
        <a:xfrm>
          <a:off x="0" y="0"/>
          <a:ext cx="0" cy="0"/>
          <a:chOff x="0" y="0"/>
          <a:chExt cx="0" cy="0"/>
        </a:xfrm>
      </p:grpSpPr>
      <p:pic>
        <p:nvPicPr>
          <p:cNvPr id="28" name="Picture Placeholder 27" descr="A close up of bubbles&#10;">
            <a:extLst>
              <a:ext uri="{FF2B5EF4-FFF2-40B4-BE49-F238E27FC236}">
                <a16:creationId xmlns:a16="http://schemas.microsoft.com/office/drawing/2014/main" id="{1751DB30-69AE-B62E-5A1C-7DB4CC3E55FA}"/>
              </a:ext>
            </a:extLst>
          </p:cNvPr>
          <p:cNvPicPr>
            <a:picLocks noGrp="1" noChangeAspect="1"/>
          </p:cNvPicPr>
          <p:nvPr>
            <p:ph type="pic" sz="quarter" idx="14"/>
          </p:nvPr>
        </p:nvPicPr>
        <p:blipFill>
          <a:blip r:embed="rId2" cstate="screen">
            <a:extLst>
              <a:ext uri="{28A0092B-C50C-407E-A947-70E740481C1C}">
                <a14:useLocalDpi xmlns:a14="http://schemas.microsoft.com/office/drawing/2010/main"/>
              </a:ext>
            </a:extLst>
          </a:blip>
          <a:srcRect t="19" b="19"/>
          <a:stretch/>
        </p:blipFill>
        <p:spPr>
          <a:xfrm>
            <a:off x="24679" y="44624"/>
            <a:ext cx="12192001" cy="6858000"/>
          </a:xfrm>
        </p:spPr>
      </p:pic>
      <p:sp>
        <p:nvSpPr>
          <p:cNvPr id="23" name="Date Placeholder 22">
            <a:extLst>
              <a:ext uri="{FF2B5EF4-FFF2-40B4-BE49-F238E27FC236}">
                <a16:creationId xmlns:a16="http://schemas.microsoft.com/office/drawing/2014/main" id="{E01FC355-F3A0-1074-A45F-5303459A74F1}"/>
              </a:ext>
            </a:extLst>
          </p:cNvPr>
          <p:cNvSpPr>
            <a:spLocks noGrp="1"/>
          </p:cNvSpPr>
          <p:nvPr>
            <p:ph type="dt" sz="half" idx="15"/>
          </p:nvPr>
        </p:nvSpPr>
        <p:spPr>
          <a:xfrm>
            <a:off x="9809927" y="6650661"/>
            <a:ext cx="1831210" cy="123111"/>
          </a:xfrm>
        </p:spPr>
        <p:txBody>
          <a:bodyPr/>
          <a:lstStyle/>
          <a:p>
            <a:r>
              <a:rPr lang="en-US"/>
              <a:t>Company Confidential © Capgemini 2026. All rights reserved.</a:t>
            </a:r>
            <a:endParaRPr lang="en-US" dirty="0"/>
          </a:p>
        </p:txBody>
      </p:sp>
      <p:sp>
        <p:nvSpPr>
          <p:cNvPr id="25" name="Footer Placeholder 24">
            <a:extLst>
              <a:ext uri="{FF2B5EF4-FFF2-40B4-BE49-F238E27FC236}">
                <a16:creationId xmlns:a16="http://schemas.microsoft.com/office/drawing/2014/main" id="{D8FA338A-C28A-FFC8-105C-5C9779022445}"/>
              </a:ext>
            </a:extLst>
          </p:cNvPr>
          <p:cNvSpPr>
            <a:spLocks noGrp="1"/>
          </p:cNvSpPr>
          <p:nvPr>
            <p:ph type="ftr" sz="quarter" idx="16"/>
          </p:nvPr>
        </p:nvSpPr>
        <p:spPr>
          <a:xfrm>
            <a:off x="550863" y="6650661"/>
            <a:ext cx="4716524" cy="123111"/>
          </a:xfrm>
        </p:spPr>
        <p:txBody>
          <a:bodyPr/>
          <a:lstStyle/>
          <a:p>
            <a:r>
              <a:rPr lang="en-US"/>
              <a:t>Presentation Title | Author | Date</a:t>
            </a:r>
            <a:endParaRPr lang="en-US" dirty="0"/>
          </a:p>
        </p:txBody>
      </p:sp>
      <p:sp>
        <p:nvSpPr>
          <p:cNvPr id="26" name="Slide Number Placeholder 25">
            <a:extLst>
              <a:ext uri="{FF2B5EF4-FFF2-40B4-BE49-F238E27FC236}">
                <a16:creationId xmlns:a16="http://schemas.microsoft.com/office/drawing/2014/main" id="{235AF562-D0D0-1C3F-D9EB-37CCF5992540}"/>
              </a:ext>
            </a:extLst>
          </p:cNvPr>
          <p:cNvSpPr>
            <a:spLocks noGrp="1"/>
          </p:cNvSpPr>
          <p:nvPr>
            <p:ph type="sldNum" sz="quarter" idx="17"/>
          </p:nvPr>
        </p:nvSpPr>
        <p:spPr>
          <a:xfrm>
            <a:off x="11778341" y="6650661"/>
            <a:ext cx="232665" cy="123111"/>
          </a:xfrm>
        </p:spPr>
        <p:txBody>
          <a:bodyPr/>
          <a:lstStyle/>
          <a:p>
            <a:fld id="{5D9A5160-6218-4E5A-B9E6-B93E3DAE377C}" type="slidenum">
              <a:rPr lang="en-US" smtClean="0"/>
              <a:pPr/>
              <a:t>12</a:t>
            </a:fld>
            <a:endParaRPr lang="en-US" dirty="0"/>
          </a:p>
        </p:txBody>
      </p:sp>
      <p:sp>
        <p:nvSpPr>
          <p:cNvPr id="22" name="Text Placeholder 21">
            <a:extLst>
              <a:ext uri="{FF2B5EF4-FFF2-40B4-BE49-F238E27FC236}">
                <a16:creationId xmlns:a16="http://schemas.microsoft.com/office/drawing/2014/main" id="{ED41BB62-FC72-66DC-9A00-825B8C3F9D5F}"/>
              </a:ext>
            </a:extLst>
          </p:cNvPr>
          <p:cNvSpPr>
            <a:spLocks noGrp="1"/>
          </p:cNvSpPr>
          <p:nvPr>
            <p:ph type="body" sz="quarter" idx="40"/>
          </p:nvPr>
        </p:nvSpPr>
        <p:spPr/>
        <p:txBody>
          <a:bodyPr/>
          <a:lstStyle/>
          <a:p>
            <a:endParaRPr lang="en-US"/>
          </a:p>
        </p:txBody>
      </p:sp>
      <p:sp>
        <p:nvSpPr>
          <p:cNvPr id="16" name="Speech Bubble: Rectangle with Corners Rounded 4">
            <a:extLst>
              <a:ext uri="{FF2B5EF4-FFF2-40B4-BE49-F238E27FC236}">
                <a16:creationId xmlns:a16="http://schemas.microsoft.com/office/drawing/2014/main" id="{0C461B4D-5094-C276-5160-A8C47E0FFD33}"/>
              </a:ext>
              <a:ext uri="{C183D7F6-B498-43B3-948B-1728B52AA6E4}">
                <adec:decorative xmlns:adec="http://schemas.microsoft.com/office/drawing/2017/decorative" val="1"/>
              </a:ext>
            </a:extLst>
          </p:cNvPr>
          <p:cNvSpPr/>
          <p:nvPr/>
        </p:nvSpPr>
        <p:spPr>
          <a:xfrm>
            <a:off x="12443989" y="0"/>
            <a:ext cx="4655291" cy="3429000"/>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Ubuntu"/>
                <a:ea typeface="+mn-ea"/>
                <a:cs typeface="+mn-cs"/>
              </a:rPr>
              <a:t>Impact slides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These slide designs and messages are </a:t>
            </a:r>
            <a:r>
              <a:rPr kumimoji="0" lang="en-US" sz="1000" b="1" i="0" u="none" strike="noStrike" kern="1200" cap="none" spc="0" normalizeH="0" baseline="0" noProof="0" dirty="0">
                <a:ln>
                  <a:noFill/>
                </a:ln>
                <a:solidFill>
                  <a:schemeClr val="tx1"/>
                </a:solidFill>
                <a:effectLst/>
                <a:uLnTx/>
                <a:uFillTx/>
                <a:latin typeface="Ubuntu"/>
                <a:ea typeface="+mn-ea"/>
                <a:cs typeface="+mn-cs"/>
              </a:rPr>
              <a:t>inspirational only</a:t>
            </a:r>
            <a:r>
              <a:rPr kumimoji="0" lang="en-US" sz="1000" b="0" i="0" u="none" strike="noStrike" kern="1200" cap="none" spc="0" normalizeH="0" baseline="0" noProof="0" dirty="0">
                <a:ln>
                  <a:noFill/>
                </a:ln>
                <a:solidFill>
                  <a:schemeClr val="tx1"/>
                </a:solidFill>
                <a:effectLst/>
                <a:uLnTx/>
                <a:uFillTx/>
                <a:latin typeface="Ubuntu"/>
                <a:ea typeface="+mn-ea"/>
                <a:cs typeface="+mn-cs"/>
              </a:rPr>
              <a:t>. Please modify text boxes and positioning as needed based on the message and overall composition. Always consider the legibility and contrast of copy and content for maximum usability.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Any and all photography in these designs is given as an example. While you can use them, it’s better to </a:t>
            </a:r>
            <a:r>
              <a:rPr kumimoji="0" lang="en-US" sz="1000" b="1" i="0" u="none" strike="noStrike" kern="1200" cap="none" spc="0" normalizeH="0" baseline="0" noProof="0" dirty="0">
                <a:ln>
                  <a:noFill/>
                </a:ln>
                <a:solidFill>
                  <a:schemeClr val="tx1"/>
                </a:solidFill>
                <a:effectLst/>
                <a:uLnTx/>
                <a:uFillTx/>
                <a:latin typeface="Ubuntu"/>
                <a:ea typeface="+mn-ea"/>
                <a:cs typeface="+mn-cs"/>
              </a:rPr>
              <a:t>change the photography</a:t>
            </a:r>
            <a:r>
              <a:rPr kumimoji="0" lang="en-US" sz="1000" b="0" i="0" u="none" strike="noStrike" kern="1200" cap="none" spc="0" normalizeH="0" baseline="0" noProof="0" dirty="0">
                <a:ln>
                  <a:noFill/>
                </a:ln>
                <a:solidFill>
                  <a:schemeClr val="tx1"/>
                </a:solidFill>
                <a:effectLst/>
                <a:uLnTx/>
                <a:uFillTx/>
                <a:latin typeface="Ubuntu"/>
                <a:ea typeface="+mn-ea"/>
                <a:cs typeface="+mn-cs"/>
              </a:rPr>
              <a:t> to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To do so, right click on the picture or placeholder to change/insert a photo. </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3">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chemeClr val="tx1"/>
              </a:solidFill>
              <a:effectLst/>
              <a:uLnTx/>
              <a:uFillTx/>
              <a:latin typeface="Ubuntu"/>
              <a:ea typeface="+mn-ea"/>
              <a:cs typeface="+mn-cs"/>
            </a:endParaRP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4">
                  <a:extLst>
                    <a:ext uri="{A12FA001-AC4F-418D-AE19-62706E023703}">
                      <ahyp:hlinkClr xmlns:ahyp="http://schemas.microsoft.com/office/drawing/2018/hyperlinkcolor" val="tx"/>
                    </a:ext>
                  </a:extLst>
                </a:hlinkClick>
              </a:rPr>
              <a:t>Getty images</a:t>
            </a:r>
            <a:r>
              <a:rPr kumimoji="0" lang="en-US" sz="1000" b="0" i="0" u="none" strike="noStrike" kern="1200" cap="none" spc="0" normalizeH="0" baseline="0" noProof="0" dirty="0">
                <a:ln>
                  <a:noFill/>
                </a:ln>
                <a:solidFill>
                  <a:schemeClr val="tx1"/>
                </a:solidFill>
                <a:effectLst/>
                <a:uLnTx/>
                <a:uFillTx/>
                <a:latin typeface="Ubuntu"/>
                <a:ea typeface="+mn-ea"/>
                <a:cs typeface="+mn-cs"/>
              </a:rPr>
              <a:t> (Recommended), </a:t>
            </a: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5">
                  <a:extLst>
                    <a:ext uri="{A12FA001-AC4F-418D-AE19-62706E023703}">
                      <ahyp:hlinkClr xmlns:ahyp="http://schemas.microsoft.com/office/drawing/2018/hyperlinkcolor" val="tx"/>
                    </a:ext>
                  </a:extLst>
                </a:hlinkClick>
              </a:rPr>
              <a:t>Shutterstock</a:t>
            </a:r>
            <a:r>
              <a:rPr kumimoji="0" lang="en-US" sz="1000" b="0" i="0" u="none" strike="noStrike" kern="1200" cap="none" spc="0" normalizeH="0" baseline="0" noProof="0" dirty="0">
                <a:ln>
                  <a:noFill/>
                </a:ln>
                <a:solidFill>
                  <a:schemeClr val="tx1"/>
                </a:solidFill>
                <a:effectLst/>
                <a:uLnTx/>
                <a:uFillTx/>
                <a:latin typeface="Ubuntu"/>
                <a:ea typeface="+mn-ea"/>
                <a:cs typeface="+mn-cs"/>
              </a:rPr>
              <a:t>, </a:t>
            </a: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6">
                  <a:extLst>
                    <a:ext uri="{A12FA001-AC4F-418D-AE19-62706E023703}">
                      <ahyp:hlinkClr xmlns:ahyp="http://schemas.microsoft.com/office/drawing/2018/hyperlinkcolor" val="tx"/>
                    </a:ext>
                  </a:extLst>
                </a:hlinkClick>
              </a:rPr>
              <a:t>Adobe images</a:t>
            </a:r>
            <a:r>
              <a:rPr kumimoji="0" lang="en-US" sz="1000" b="0" i="0" u="none" strike="noStrike" kern="1200" cap="none" spc="0" normalizeH="0" baseline="0" noProof="0" dirty="0">
                <a:ln>
                  <a:noFill/>
                </a:ln>
                <a:solidFill>
                  <a:schemeClr val="tx1"/>
                </a:solidFill>
                <a:effectLst/>
                <a:uLnTx/>
                <a:uFillTx/>
                <a:latin typeface="Ubuntu"/>
                <a:ea typeface="+mn-ea"/>
                <a:cs typeface="+mn-cs"/>
              </a:rPr>
              <a:t> (check with your M&amp;C design team):</a:t>
            </a:r>
          </a:p>
          <a:p>
            <a:pPr lvl="0">
              <a:spcBef>
                <a:spcPts val="600"/>
              </a:spcBef>
              <a:defRPr/>
            </a:pPr>
            <a:r>
              <a:rPr lang="en-US" sz="1000" b="1" dirty="0">
                <a:solidFill>
                  <a:srgbClr val="000000"/>
                </a:solidFill>
              </a:rPr>
              <a:t>Further examples and inspiration </a:t>
            </a:r>
            <a:r>
              <a:rPr lang="en-US" sz="1000" dirty="0">
                <a:solidFill>
                  <a:srgbClr val="000000"/>
                </a:solidFill>
              </a:rPr>
              <a:t>are available in Extras file in your </a:t>
            </a:r>
            <a:r>
              <a:rPr lang="en-US" sz="1000" dirty="0" err="1">
                <a:solidFill>
                  <a:srgbClr val="000000"/>
                </a:solidFill>
              </a:rPr>
              <a:t>Powerpoint</a:t>
            </a:r>
            <a:br>
              <a:rPr lang="en-US" sz="1000" dirty="0">
                <a:solidFill>
                  <a:srgbClr val="000000"/>
                </a:solidFill>
              </a:rPr>
            </a:br>
            <a:r>
              <a:rPr lang="en-US" sz="1000" dirty="0">
                <a:solidFill>
                  <a:srgbClr val="000000"/>
                </a:solidFill>
              </a:rPr>
              <a:t> -&gt; File -&gt; New from template…</a:t>
            </a:r>
            <a:endParaRPr lang="en-US" sz="1400" dirty="0">
              <a:solidFill>
                <a:srgbClr val="000000"/>
              </a:solidFill>
            </a:endParaRPr>
          </a:p>
        </p:txBody>
      </p:sp>
      <p:sp>
        <p:nvSpPr>
          <p:cNvPr id="27" name="Title 2">
            <a:extLst>
              <a:ext uri="{FF2B5EF4-FFF2-40B4-BE49-F238E27FC236}">
                <a16:creationId xmlns:a16="http://schemas.microsoft.com/office/drawing/2014/main" id="{BD8BCF21-1FBF-0766-B08F-E5E402CD1AE1}"/>
              </a:ext>
            </a:extLst>
          </p:cNvPr>
          <p:cNvSpPr txBox="1">
            <a:spLocks/>
          </p:cNvSpPr>
          <p:nvPr/>
        </p:nvSpPr>
        <p:spPr>
          <a:xfrm>
            <a:off x="2401888" y="2512717"/>
            <a:ext cx="7388225" cy="2881039"/>
          </a:xfrm>
          <a:prstGeom prst="rect">
            <a:avLst/>
          </a:prstGeom>
        </p:spPr>
        <p:txBody>
          <a:bodyPr vert="horz" wrap="square" lIns="0" tIns="0" rIns="0" bIns="126000" rtlCol="0" anchor="b" anchorCtr="0">
            <a:noAutofit/>
          </a:bodyPr>
          <a:lstStyle>
            <a:lvl1pPr marL="0" marR="0" indent="0" algn="ctr" defTabSz="914400" rtl="0" eaLnBrk="1" fontAlgn="auto" latinLnBrk="0" hangingPunct="1">
              <a:lnSpc>
                <a:spcPct val="90000"/>
              </a:lnSpc>
              <a:spcBef>
                <a:spcPct val="0"/>
              </a:spcBef>
              <a:spcAft>
                <a:spcPts val="0"/>
              </a:spcAft>
              <a:buClrTx/>
              <a:buSzTx/>
              <a:buFontTx/>
              <a:buNone/>
              <a:tabLst/>
              <a:defRPr kumimoji="0" lang="de-DE" sz="3200" b="0" i="0" u="none" strike="noStrike" kern="1200" cap="none" spc="0" normalizeH="0" baseline="0" noProof="0">
                <a:ln>
                  <a:noFill/>
                </a:ln>
                <a:solidFill>
                  <a:schemeClr val="bg1"/>
                </a:solidFill>
                <a:effectLst>
                  <a:outerShdw blurRad="1016000" dir="5400000" algn="ctr" rotWithShape="0">
                    <a:schemeClr val="tx1">
                      <a:alpha val="49641"/>
                    </a:schemeClr>
                  </a:outerShdw>
                </a:effectLst>
                <a:uLnTx/>
                <a:uFillTx/>
                <a:latin typeface="+mj-lt"/>
                <a:ea typeface="+mj-ea"/>
                <a:cs typeface="+mj-cs"/>
              </a:defRPr>
            </a:lvl1pPr>
          </a:lstStyle>
          <a:p>
            <a:r>
              <a:rPr lang="en-US" sz="9600" dirty="0">
                <a:latin typeface="Ubuntu Light" panose="020B0304030602030204" pitchFamily="34" charset="0"/>
              </a:rPr>
              <a:t>The			</a:t>
            </a:r>
            <a:br>
              <a:rPr lang="en-US" sz="9600" dirty="0">
                <a:latin typeface="Ubuntu Light" panose="020B0304030602030204" pitchFamily="34" charset="0"/>
              </a:rPr>
            </a:br>
            <a:r>
              <a:rPr lang="en-US" sz="9600" dirty="0">
                <a:latin typeface="Ubuntu Light" panose="020B0304030602030204" pitchFamily="34" charset="0"/>
              </a:rPr>
              <a:t>				big</a:t>
            </a:r>
            <a:br>
              <a:rPr lang="en-US" sz="9600" dirty="0">
                <a:latin typeface="Ubuntu Light" panose="020B0304030602030204" pitchFamily="34" charset="0"/>
              </a:rPr>
            </a:br>
            <a:r>
              <a:rPr lang="en-US" sz="9600" dirty="0">
                <a:latin typeface="Ubuntu Light" panose="020B0304030602030204" pitchFamily="34" charset="0"/>
              </a:rPr>
              <a:t>idea</a:t>
            </a:r>
          </a:p>
        </p:txBody>
      </p:sp>
      <p:sp>
        <p:nvSpPr>
          <p:cNvPr id="29" name="Text Placeholder 4">
            <a:extLst>
              <a:ext uri="{FF2B5EF4-FFF2-40B4-BE49-F238E27FC236}">
                <a16:creationId xmlns:a16="http://schemas.microsoft.com/office/drawing/2014/main" id="{2BD3164D-7EAC-9CF3-3562-1E1149377A90}"/>
              </a:ext>
            </a:extLst>
          </p:cNvPr>
          <p:cNvSpPr txBox="1">
            <a:spLocks/>
          </p:cNvSpPr>
          <p:nvPr/>
        </p:nvSpPr>
        <p:spPr>
          <a:xfrm>
            <a:off x="550863" y="5013176"/>
            <a:ext cx="3528913" cy="915988"/>
          </a:xfrm>
          <a:prstGeom prst="rect">
            <a:avLst/>
          </a:prstGeom>
        </p:spPr>
        <p:txBody>
          <a:bodyPr vert="horz" wrap="square" lIns="0" tIns="0" rIns="0" bIns="0" rtlCol="0">
            <a:noAutofit/>
          </a:bodyPr>
          <a:lstStyle>
            <a:lvl1pPr marL="0" marR="0" indent="0" algn="ctr" defTabSz="914400" rtl="0" eaLnBrk="1" fontAlgn="auto" latinLnBrk="0" hangingPunct="1">
              <a:lnSpc>
                <a:spcPct val="100000"/>
              </a:lnSpc>
              <a:spcBef>
                <a:spcPts val="1800"/>
              </a:spcBef>
              <a:spcAft>
                <a:spcPts val="0"/>
              </a:spcAft>
              <a:buClrTx/>
              <a:buSzTx/>
              <a:buFont typeface="Arial" panose="020B0604020202020204" pitchFamily="34" charset="0"/>
              <a:buNone/>
              <a:tabLst/>
              <a:defRPr sz="2000" kern="1200">
                <a:solidFill>
                  <a:schemeClr val="bg1"/>
                </a:solidFill>
                <a:latin typeface="+mn-lt"/>
                <a:ea typeface="+mn-ea"/>
                <a:cs typeface="+mn-cs"/>
              </a:defRPr>
            </a:lvl1pPr>
            <a:lvl2pPr marL="180975" indent="-180975" algn="l" defTabSz="914400" rtl="0" eaLnBrk="1" latinLnBrk="0" hangingPunct="1">
              <a:lnSpc>
                <a:spcPct val="100000"/>
              </a:lnSpc>
              <a:spcBef>
                <a:spcPts val="600"/>
              </a:spcBef>
              <a:buClr>
                <a:schemeClr val="tx2"/>
              </a:buClr>
              <a:buFont typeface="Arial" panose="020B0604020202020204" pitchFamily="34" charset="0"/>
              <a:buChar char="•"/>
              <a:defRPr sz="20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2"/>
              </a:buClr>
              <a:buFont typeface="System Font Regular"/>
              <a:buChar char="-"/>
              <a:defRPr sz="20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accent2"/>
              </a:buClr>
              <a:buFont typeface="Arial" panose="020B0604020202020204" pitchFamily="34" charset="0"/>
              <a:buChar char="•"/>
              <a:tabLst/>
              <a:defRPr sz="20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2"/>
              </a:buClr>
              <a:buFont typeface="System Font Regular"/>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en-US"/>
              <a:t>A single paragraph introduction or a description of the following section</a:t>
            </a:r>
          </a:p>
          <a:p>
            <a:endParaRPr lang="en-US" dirty="0"/>
          </a:p>
        </p:txBody>
      </p:sp>
    </p:spTree>
    <p:extLst>
      <p:ext uri="{BB962C8B-B14F-4D97-AF65-F5344CB8AC3E}">
        <p14:creationId xmlns:p14="http://schemas.microsoft.com/office/powerpoint/2010/main" val="193277521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E6C409-CE16-A67C-E6CA-E5D760223A65}"/>
            </a:ext>
          </a:extLst>
        </p:cNvPr>
        <p:cNvGrpSpPr/>
        <p:nvPr/>
      </p:nvGrpSpPr>
      <p:grpSpPr>
        <a:xfrm>
          <a:off x="0" y="0"/>
          <a:ext cx="0" cy="0"/>
          <a:chOff x="0" y="0"/>
          <a:chExt cx="0" cy="0"/>
        </a:xfrm>
      </p:grpSpPr>
      <p:sp>
        <p:nvSpPr>
          <p:cNvPr id="12" name="Content Placeholder 11">
            <a:extLst>
              <a:ext uri="{FF2B5EF4-FFF2-40B4-BE49-F238E27FC236}">
                <a16:creationId xmlns:a16="http://schemas.microsoft.com/office/drawing/2014/main" id="{2B2A5672-9DD5-5058-6700-F3F3F12D6661}"/>
              </a:ext>
            </a:extLst>
          </p:cNvPr>
          <p:cNvSpPr>
            <a:spLocks noGrp="1"/>
          </p:cNvSpPr>
          <p:nvPr>
            <p:ph sz="quarter" idx="23"/>
          </p:nvPr>
        </p:nvSpPr>
        <p:spPr/>
        <p:txBody>
          <a:bodyPr/>
          <a:lstStyle/>
          <a:p>
            <a:r>
              <a:rPr lang="en-US" dirty="0"/>
              <a:t>Heading Text</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r>
              <a:rPr lang="en-US" dirty="0"/>
              <a:t>XX%</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endParaRPr lang="en-US" dirty="0"/>
          </a:p>
          <a:p>
            <a:endParaRPr lang="en-US" dirty="0"/>
          </a:p>
        </p:txBody>
      </p:sp>
      <p:sp>
        <p:nvSpPr>
          <p:cNvPr id="21" name="Date Placeholder 20">
            <a:extLst>
              <a:ext uri="{FF2B5EF4-FFF2-40B4-BE49-F238E27FC236}">
                <a16:creationId xmlns:a16="http://schemas.microsoft.com/office/drawing/2014/main" id="{F5C5EC60-1E41-E4D5-05BB-D4CDFB29B61A}"/>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2" name="Footer Placeholder 21">
            <a:extLst>
              <a:ext uri="{FF2B5EF4-FFF2-40B4-BE49-F238E27FC236}">
                <a16:creationId xmlns:a16="http://schemas.microsoft.com/office/drawing/2014/main" id="{DD7CFF14-C62F-5157-F908-42F92A9FC3C5}"/>
              </a:ext>
            </a:extLst>
          </p:cNvPr>
          <p:cNvSpPr>
            <a:spLocks noGrp="1"/>
          </p:cNvSpPr>
          <p:nvPr>
            <p:ph type="ftr" sz="quarter" idx="25"/>
          </p:nvPr>
        </p:nvSpPr>
        <p:spPr/>
        <p:txBody>
          <a:bodyPr/>
          <a:lstStyle/>
          <a:p>
            <a:pPr>
              <a:spcBef>
                <a:spcPts val="1000"/>
              </a:spcBef>
              <a:buFont typeface="Arial" panose="020B0604020202020204" pitchFamily="34" charset="0"/>
              <a:buNone/>
            </a:pPr>
            <a:r>
              <a:rPr lang="en-US" dirty="0"/>
              <a:t>Presentation Title | Author | Date</a:t>
            </a:r>
          </a:p>
        </p:txBody>
      </p:sp>
      <p:sp>
        <p:nvSpPr>
          <p:cNvPr id="23" name="Slide Number Placeholder 22">
            <a:extLst>
              <a:ext uri="{FF2B5EF4-FFF2-40B4-BE49-F238E27FC236}">
                <a16:creationId xmlns:a16="http://schemas.microsoft.com/office/drawing/2014/main" id="{B5B1871E-4810-FF9F-CF21-D8CF953234AF}"/>
              </a:ext>
            </a:extLst>
          </p:cNvPr>
          <p:cNvSpPr>
            <a:spLocks noGrp="1"/>
          </p:cNvSpPr>
          <p:nvPr>
            <p:ph type="sldNum" sz="quarter" idx="26"/>
          </p:nvPr>
        </p:nvSpPr>
        <p:spPr/>
        <p:txBody>
          <a:bodyPr/>
          <a:lstStyle/>
          <a:p>
            <a:pPr algn="r"/>
            <a:fld id="{5D9A5160-6218-4E5A-B9E6-B93E3DAE377C}" type="slidenum">
              <a:rPr lang="en-US" smtClean="0"/>
              <a:pPr algn="r"/>
              <a:t>13</a:t>
            </a:fld>
            <a:endParaRPr lang="en-US" dirty="0"/>
          </a:p>
        </p:txBody>
      </p:sp>
      <p:sp>
        <p:nvSpPr>
          <p:cNvPr id="9" name="Titre 8">
            <a:extLst>
              <a:ext uri="{FF2B5EF4-FFF2-40B4-BE49-F238E27FC236}">
                <a16:creationId xmlns:a16="http://schemas.microsoft.com/office/drawing/2014/main" id="{A5F8F59E-7139-4DE9-EBEF-3FBA5BEBF40A}"/>
              </a:ext>
            </a:extLst>
          </p:cNvPr>
          <p:cNvSpPr>
            <a:spLocks noGrp="1"/>
          </p:cNvSpPr>
          <p:nvPr>
            <p:ph type="title"/>
          </p:nvPr>
        </p:nvSpPr>
        <p:spPr/>
        <p:txBody>
          <a:bodyPr/>
          <a:lstStyle/>
          <a:p>
            <a:r>
              <a:rPr lang="en-US" dirty="0"/>
              <a:t>Data visualization example</a:t>
            </a:r>
            <a:br>
              <a:rPr lang="en-US" dirty="0"/>
            </a:br>
            <a:endParaRPr lang="en-US" dirty="0"/>
          </a:p>
        </p:txBody>
      </p:sp>
      <p:sp>
        <p:nvSpPr>
          <p:cNvPr id="18" name="Text Placeholder 46">
            <a:extLst>
              <a:ext uri="{FF2B5EF4-FFF2-40B4-BE49-F238E27FC236}">
                <a16:creationId xmlns:a16="http://schemas.microsoft.com/office/drawing/2014/main" id="{C87A815A-6595-B903-D12A-AF1CB7780BC0}"/>
              </a:ext>
            </a:extLst>
          </p:cNvPr>
          <p:cNvSpPr>
            <a:spLocks noGrp="1"/>
          </p:cNvSpPr>
          <p:nvPr>
            <p:ph type="body" sz="quarter" idx="22"/>
          </p:nvPr>
        </p:nvSpPr>
        <p:spPr/>
        <p:txBody>
          <a:bodyPr/>
          <a:lstStyle/>
          <a:p>
            <a:r>
              <a:rPr lang="en-US" dirty="0"/>
              <a:t>Subtitle</a:t>
            </a:r>
          </a:p>
        </p:txBody>
      </p:sp>
      <p:sp>
        <p:nvSpPr>
          <p:cNvPr id="8" name="Oval 1">
            <a:extLst>
              <a:ext uri="{FF2B5EF4-FFF2-40B4-BE49-F238E27FC236}">
                <a16:creationId xmlns:a16="http://schemas.microsoft.com/office/drawing/2014/main" id="{F1305DBA-3BA6-FB1E-702A-D6E781C27203}"/>
              </a:ext>
            </a:extLst>
          </p:cNvPr>
          <p:cNvSpPr/>
          <p:nvPr/>
        </p:nvSpPr>
        <p:spPr>
          <a:xfrm>
            <a:off x="550863" y="2112826"/>
            <a:ext cx="5544617" cy="3994733"/>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0" b="0" i="0" u="none" strike="noStrike" kern="1200" cap="none" spc="0" normalizeH="0" baseline="0" noProof="0" dirty="0">
                <a:ln>
                  <a:noFill/>
                </a:ln>
                <a:solidFill>
                  <a:srgbClr val="F6F6F6"/>
                </a:solidFill>
                <a:effectLst/>
                <a:uLnTx/>
                <a:uFillTx/>
                <a:latin typeface="Ubuntu"/>
                <a:ea typeface="+mn-ea"/>
                <a:cs typeface="+mn-cs"/>
              </a:rPr>
              <a:t>60%</a:t>
            </a:r>
          </a:p>
        </p:txBody>
      </p:sp>
    </p:spTree>
    <p:extLst>
      <p:ext uri="{BB962C8B-B14F-4D97-AF65-F5344CB8AC3E}">
        <p14:creationId xmlns:p14="http://schemas.microsoft.com/office/powerpoint/2010/main" val="327739473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C9808D-C88D-B03B-32CF-D2C42857AA53}"/>
            </a:ext>
          </a:extLst>
        </p:cNvPr>
        <p:cNvGrpSpPr/>
        <p:nvPr/>
      </p:nvGrpSpPr>
      <p:grpSpPr>
        <a:xfrm>
          <a:off x="0" y="0"/>
          <a:ext cx="0" cy="0"/>
          <a:chOff x="0" y="0"/>
          <a:chExt cx="0" cy="0"/>
        </a:xfrm>
      </p:grpSpPr>
      <p:sp>
        <p:nvSpPr>
          <p:cNvPr id="19" name="Text Placeholder 18">
            <a:extLst>
              <a:ext uri="{FF2B5EF4-FFF2-40B4-BE49-F238E27FC236}">
                <a16:creationId xmlns:a16="http://schemas.microsoft.com/office/drawing/2014/main" id="{F6AFBBEE-8DB6-6D09-023A-2981295E7068}"/>
              </a:ext>
            </a:extLst>
          </p:cNvPr>
          <p:cNvSpPr>
            <a:spLocks noGrp="1"/>
          </p:cNvSpPr>
          <p:nvPr>
            <p:ph type="body" sz="quarter" idx="22"/>
          </p:nvPr>
        </p:nvSpPr>
        <p:spPr>
          <a:xfrm>
            <a:off x="550863" y="4027116"/>
            <a:ext cx="3546475" cy="615950"/>
          </a:xfrm>
        </p:spPr>
        <p:txBody>
          <a:bodyPr/>
          <a:lstStyle/>
          <a:p>
            <a:r>
              <a:rPr lang="en-US" dirty="0"/>
              <a:t>Lorem ipsum dolor</a:t>
            </a:r>
          </a:p>
        </p:txBody>
      </p:sp>
      <p:sp>
        <p:nvSpPr>
          <p:cNvPr id="18" name="Text Placeholder 46">
            <a:extLst>
              <a:ext uri="{FF2B5EF4-FFF2-40B4-BE49-F238E27FC236}">
                <a16:creationId xmlns:a16="http://schemas.microsoft.com/office/drawing/2014/main" id="{417BBCC4-2BF2-99A7-F627-18F473C55D08}"/>
              </a:ext>
            </a:extLst>
          </p:cNvPr>
          <p:cNvSpPr>
            <a:spLocks noGrp="1"/>
          </p:cNvSpPr>
          <p:nvPr>
            <p:ph type="body" sz="quarter" idx="35"/>
          </p:nvPr>
        </p:nvSpPr>
        <p:spPr>
          <a:xfrm>
            <a:off x="4324350" y="4027116"/>
            <a:ext cx="3546475" cy="307777"/>
          </a:xfrm>
        </p:spPr>
        <p:txBody>
          <a:bodyPr/>
          <a:lstStyle/>
          <a:p>
            <a:r>
              <a:rPr lang="en-US" dirty="0">
                <a:solidFill>
                  <a:schemeClr val="accent2"/>
                </a:solidFill>
              </a:rPr>
              <a:t>Lorem ipsum dolor</a:t>
            </a:r>
          </a:p>
        </p:txBody>
      </p:sp>
      <p:sp>
        <p:nvSpPr>
          <p:cNvPr id="15" name="Text Placeholder 14">
            <a:extLst>
              <a:ext uri="{FF2B5EF4-FFF2-40B4-BE49-F238E27FC236}">
                <a16:creationId xmlns:a16="http://schemas.microsoft.com/office/drawing/2014/main" id="{B0745BAD-D2B9-67A0-B8BF-4F327EBF6474}"/>
              </a:ext>
            </a:extLst>
          </p:cNvPr>
          <p:cNvSpPr>
            <a:spLocks noGrp="1"/>
          </p:cNvSpPr>
          <p:nvPr>
            <p:ph type="body" sz="quarter" idx="36"/>
          </p:nvPr>
        </p:nvSpPr>
        <p:spPr>
          <a:xfrm>
            <a:off x="8097838" y="4027116"/>
            <a:ext cx="3509962" cy="307777"/>
          </a:xfrm>
        </p:spPr>
        <p:txBody>
          <a:bodyPr/>
          <a:lstStyle/>
          <a:p>
            <a:r>
              <a:rPr lang="en-US" dirty="0">
                <a:solidFill>
                  <a:schemeClr val="accent3"/>
                </a:solidFill>
              </a:rPr>
              <a:t>Lorem ipsum dolor</a:t>
            </a:r>
          </a:p>
        </p:txBody>
      </p:sp>
      <p:sp>
        <p:nvSpPr>
          <p:cNvPr id="31" name="Content Placeholder 30">
            <a:extLst>
              <a:ext uri="{FF2B5EF4-FFF2-40B4-BE49-F238E27FC236}">
                <a16:creationId xmlns:a16="http://schemas.microsoft.com/office/drawing/2014/main" id="{3F178605-0656-D7F9-DC8E-8487ABBE843A}"/>
              </a:ext>
            </a:extLst>
          </p:cNvPr>
          <p:cNvSpPr>
            <a:spLocks noGrp="1"/>
          </p:cNvSpPr>
          <p:nvPr>
            <p:ph sz="quarter" idx="37"/>
          </p:nvPr>
        </p:nvSpPr>
        <p:spPr>
          <a:xfrm>
            <a:off x="550863" y="4870080"/>
            <a:ext cx="3544887" cy="1427725"/>
          </a:xfrm>
        </p:spPr>
        <p:txBody>
          <a:bodyPr/>
          <a:lstStyle/>
          <a:p>
            <a:pPr lvl="1"/>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2"/>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endParaRPr lang="en-US" dirty="0"/>
          </a:p>
        </p:txBody>
      </p:sp>
      <p:sp>
        <p:nvSpPr>
          <p:cNvPr id="14" name="Content Placeholder 13">
            <a:extLst>
              <a:ext uri="{FF2B5EF4-FFF2-40B4-BE49-F238E27FC236}">
                <a16:creationId xmlns:a16="http://schemas.microsoft.com/office/drawing/2014/main" id="{E8131EA8-B932-42D6-CBD6-D4535003FF96}"/>
              </a:ext>
            </a:extLst>
          </p:cNvPr>
          <p:cNvSpPr>
            <a:spLocks noGrp="1"/>
          </p:cNvSpPr>
          <p:nvPr>
            <p:ph sz="quarter" idx="43"/>
          </p:nvPr>
        </p:nvSpPr>
        <p:spPr>
          <a:xfrm>
            <a:off x="4322763" y="4870080"/>
            <a:ext cx="3544887" cy="1427725"/>
          </a:xfrm>
        </p:spPr>
        <p:txBody>
          <a:bodyPr/>
          <a:lstStyle/>
          <a:p>
            <a:pPr lvl="1"/>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2"/>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endParaRPr lang="en-US" dirty="0"/>
          </a:p>
        </p:txBody>
      </p:sp>
      <p:sp>
        <p:nvSpPr>
          <p:cNvPr id="16" name="Content Placeholder 15">
            <a:extLst>
              <a:ext uri="{FF2B5EF4-FFF2-40B4-BE49-F238E27FC236}">
                <a16:creationId xmlns:a16="http://schemas.microsoft.com/office/drawing/2014/main" id="{FE04CBEF-F42C-2B3A-D19F-E20BC6BBE448}"/>
              </a:ext>
            </a:extLst>
          </p:cNvPr>
          <p:cNvSpPr>
            <a:spLocks noGrp="1"/>
          </p:cNvSpPr>
          <p:nvPr>
            <p:ph sz="quarter" idx="44"/>
          </p:nvPr>
        </p:nvSpPr>
        <p:spPr>
          <a:xfrm>
            <a:off x="8062913" y="4870080"/>
            <a:ext cx="3544887" cy="1427725"/>
          </a:xfrm>
        </p:spPr>
        <p:txBody>
          <a:bodyPr/>
          <a:lstStyle/>
          <a:p>
            <a:pPr lvl="1"/>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2"/>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endParaRPr lang="en-US" dirty="0"/>
          </a:p>
        </p:txBody>
      </p:sp>
      <p:sp>
        <p:nvSpPr>
          <p:cNvPr id="28" name="Date Placeholder 27">
            <a:extLst>
              <a:ext uri="{FF2B5EF4-FFF2-40B4-BE49-F238E27FC236}">
                <a16:creationId xmlns:a16="http://schemas.microsoft.com/office/drawing/2014/main" id="{7B068F88-BA31-177A-C2B5-1585FE35BD48}"/>
              </a:ext>
            </a:extLst>
          </p:cNvPr>
          <p:cNvSpPr>
            <a:spLocks noGrp="1"/>
          </p:cNvSpPr>
          <p:nvPr>
            <p:ph type="dt" sz="half" idx="45"/>
          </p:nvPr>
        </p:nvSpPr>
        <p:spPr>
          <a:xfrm>
            <a:off x="9809927" y="6650661"/>
            <a:ext cx="1831210" cy="123111"/>
          </a:xfrm>
        </p:spPr>
        <p:txBody>
          <a:bodyPr/>
          <a:lstStyle/>
          <a:p>
            <a:r>
              <a:rPr lang="en-US"/>
              <a:t>Company Confidential © Capgemini 2026. All rights reserved.</a:t>
            </a:r>
            <a:endParaRPr lang="en-US" dirty="0"/>
          </a:p>
        </p:txBody>
      </p:sp>
      <p:sp>
        <p:nvSpPr>
          <p:cNvPr id="29" name="Footer Placeholder 28">
            <a:extLst>
              <a:ext uri="{FF2B5EF4-FFF2-40B4-BE49-F238E27FC236}">
                <a16:creationId xmlns:a16="http://schemas.microsoft.com/office/drawing/2014/main" id="{0CAC0EBB-B542-A534-D976-2952B8491909}"/>
              </a:ext>
            </a:extLst>
          </p:cNvPr>
          <p:cNvSpPr>
            <a:spLocks noGrp="1"/>
          </p:cNvSpPr>
          <p:nvPr>
            <p:ph type="ftr" sz="quarter" idx="46"/>
          </p:nvPr>
        </p:nvSpPr>
        <p:spPr>
          <a:xfrm>
            <a:off x="550863" y="6650661"/>
            <a:ext cx="4716524" cy="123111"/>
          </a:xfrm>
        </p:spPr>
        <p:txBody>
          <a:bodyPr/>
          <a:lstStyle/>
          <a:p>
            <a:r>
              <a:rPr lang="en-US" dirty="0"/>
              <a:t>Presentation Title | Author | Date</a:t>
            </a:r>
          </a:p>
        </p:txBody>
      </p:sp>
      <p:sp>
        <p:nvSpPr>
          <p:cNvPr id="30" name="Slide Number Placeholder 29">
            <a:extLst>
              <a:ext uri="{FF2B5EF4-FFF2-40B4-BE49-F238E27FC236}">
                <a16:creationId xmlns:a16="http://schemas.microsoft.com/office/drawing/2014/main" id="{56898325-CF5F-AF54-57A9-F3AA68779192}"/>
              </a:ext>
            </a:extLst>
          </p:cNvPr>
          <p:cNvSpPr>
            <a:spLocks noGrp="1"/>
          </p:cNvSpPr>
          <p:nvPr>
            <p:ph type="sldNum" sz="quarter" idx="47"/>
          </p:nvPr>
        </p:nvSpPr>
        <p:spPr>
          <a:xfrm>
            <a:off x="11778341" y="6650661"/>
            <a:ext cx="232665" cy="123111"/>
          </a:xfrm>
        </p:spPr>
        <p:txBody>
          <a:bodyPr/>
          <a:lstStyle/>
          <a:p>
            <a:fld id="{5D9A5160-6218-4E5A-B9E6-B93E3DAE377C}" type="slidenum">
              <a:rPr lang="en-US" smtClean="0"/>
              <a:pPr/>
              <a:t>14</a:t>
            </a:fld>
            <a:endParaRPr lang="en-US" dirty="0"/>
          </a:p>
        </p:txBody>
      </p:sp>
      <p:sp>
        <p:nvSpPr>
          <p:cNvPr id="9" name="Titre 8">
            <a:extLst>
              <a:ext uri="{FF2B5EF4-FFF2-40B4-BE49-F238E27FC236}">
                <a16:creationId xmlns:a16="http://schemas.microsoft.com/office/drawing/2014/main" id="{DC28DE12-96DA-7BFC-55F6-61F31380949F}"/>
              </a:ext>
            </a:extLst>
          </p:cNvPr>
          <p:cNvSpPr>
            <a:spLocks noGrp="1"/>
          </p:cNvSpPr>
          <p:nvPr>
            <p:ph type="title"/>
          </p:nvPr>
        </p:nvSpPr>
        <p:spPr>
          <a:xfrm>
            <a:off x="551384" y="549274"/>
            <a:ext cx="11090938" cy="930372"/>
          </a:xfrm>
        </p:spPr>
        <p:txBody>
          <a:bodyPr/>
          <a:lstStyle/>
          <a:p>
            <a:r>
              <a:rPr lang="en-US" dirty="0"/>
              <a:t>Data visualization examples 1</a:t>
            </a:r>
            <a:br>
              <a:rPr lang="en-US" dirty="0"/>
            </a:br>
            <a:endParaRPr lang="en-US" dirty="0"/>
          </a:p>
        </p:txBody>
      </p:sp>
      <p:sp>
        <p:nvSpPr>
          <p:cNvPr id="46" name="Oval 1">
            <a:extLst>
              <a:ext uri="{FF2B5EF4-FFF2-40B4-BE49-F238E27FC236}">
                <a16:creationId xmlns:a16="http://schemas.microsoft.com/office/drawing/2014/main" id="{FE4F7632-F894-E071-C9DC-D855A8D94051}"/>
              </a:ext>
            </a:extLst>
          </p:cNvPr>
          <p:cNvSpPr/>
          <p:nvPr/>
        </p:nvSpPr>
        <p:spPr>
          <a:xfrm>
            <a:off x="1670744" y="1984129"/>
            <a:ext cx="1437905" cy="1437905"/>
          </a:xfrm>
          <a:prstGeom prst="ellipse">
            <a:avLst/>
          </a:pr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u="none" strike="noStrike" kern="1200" cap="none" spc="0" normalizeH="0" baseline="0" noProof="0" dirty="0">
                <a:ln>
                  <a:noFill/>
                </a:ln>
                <a:solidFill>
                  <a:srgbClr val="0057AB"/>
                </a:solidFill>
                <a:effectLst/>
                <a:uLnTx/>
                <a:uFillTx/>
                <a:latin typeface="Ubuntu Light" panose="020B0304030602030204" pitchFamily="34" charset="0"/>
              </a:rPr>
              <a:t>60%</a:t>
            </a:r>
          </a:p>
        </p:txBody>
      </p:sp>
      <p:sp>
        <p:nvSpPr>
          <p:cNvPr id="42" name="Oval 1">
            <a:extLst>
              <a:ext uri="{FF2B5EF4-FFF2-40B4-BE49-F238E27FC236}">
                <a16:creationId xmlns:a16="http://schemas.microsoft.com/office/drawing/2014/main" id="{FD9C7430-5378-8CD3-B1A4-6177B1F1948F}"/>
              </a:ext>
            </a:extLst>
          </p:cNvPr>
          <p:cNvSpPr/>
          <p:nvPr/>
        </p:nvSpPr>
        <p:spPr>
          <a:xfrm>
            <a:off x="5363667" y="1984129"/>
            <a:ext cx="1437905" cy="1437905"/>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u="none" strike="noStrike" kern="1200" cap="none" spc="0" normalizeH="0" baseline="0" noProof="0" dirty="0">
                <a:ln>
                  <a:noFill/>
                </a:ln>
                <a:solidFill>
                  <a:srgbClr val="1DB6F3"/>
                </a:solidFill>
                <a:effectLst/>
                <a:uLnTx/>
                <a:uFillTx/>
                <a:latin typeface="Ubuntu Light" panose="020B0304030602030204" pitchFamily="34" charset="0"/>
              </a:rPr>
              <a:t>60%</a:t>
            </a:r>
          </a:p>
        </p:txBody>
      </p:sp>
      <p:sp>
        <p:nvSpPr>
          <p:cNvPr id="52" name="Oval 1">
            <a:extLst>
              <a:ext uri="{FF2B5EF4-FFF2-40B4-BE49-F238E27FC236}">
                <a16:creationId xmlns:a16="http://schemas.microsoft.com/office/drawing/2014/main" id="{4CEA3167-C0F7-F144-91B5-D8F43CF3B1E0}"/>
              </a:ext>
            </a:extLst>
          </p:cNvPr>
          <p:cNvSpPr/>
          <p:nvPr/>
        </p:nvSpPr>
        <p:spPr>
          <a:xfrm>
            <a:off x="9132764" y="1977677"/>
            <a:ext cx="1437905" cy="1437905"/>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u="none" strike="noStrike" kern="1200" cap="none" spc="0" normalizeH="0" baseline="0" noProof="0" dirty="0">
                <a:ln>
                  <a:noFill/>
                </a:ln>
                <a:solidFill>
                  <a:schemeClr val="accent3"/>
                </a:solidFill>
                <a:effectLst/>
                <a:uLnTx/>
                <a:uFillTx/>
                <a:latin typeface="Ubuntu Light" panose="020B0304030602030204" pitchFamily="34" charset="0"/>
              </a:rPr>
              <a:t>60%</a:t>
            </a:r>
          </a:p>
        </p:txBody>
      </p:sp>
      <p:cxnSp>
        <p:nvCxnSpPr>
          <p:cNvPr id="21" name="Straight Connector 4">
            <a:extLst>
              <a:ext uri="{FF2B5EF4-FFF2-40B4-BE49-F238E27FC236}">
                <a16:creationId xmlns:a16="http://schemas.microsoft.com/office/drawing/2014/main" id="{D89AB4AE-C140-A489-83DD-750DDDFD5CB4}"/>
              </a:ext>
              <a:ext uri="{C183D7F6-B498-43B3-948B-1728B52AA6E4}">
                <adec:decorative xmlns:adec="http://schemas.microsoft.com/office/drawing/2017/decorative" val="1"/>
              </a:ext>
            </a:extLst>
          </p:cNvPr>
          <p:cNvCxnSpPr>
            <a:cxnSpLocks/>
          </p:cNvCxnSpPr>
          <p:nvPr/>
        </p:nvCxnSpPr>
        <p:spPr>
          <a:xfrm>
            <a:off x="4309382" y="4623620"/>
            <a:ext cx="3546475"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1" name="Straight Connector 4">
            <a:extLst>
              <a:ext uri="{FF2B5EF4-FFF2-40B4-BE49-F238E27FC236}">
                <a16:creationId xmlns:a16="http://schemas.microsoft.com/office/drawing/2014/main" id="{4BE4ED1E-822E-12A7-1EE3-912E42EA8A1A}"/>
              </a:ext>
              <a:ext uri="{C183D7F6-B498-43B3-948B-1728B52AA6E4}">
                <adec:decorative xmlns:adec="http://schemas.microsoft.com/office/drawing/2017/decorative" val="1"/>
              </a:ext>
            </a:extLst>
          </p:cNvPr>
          <p:cNvCxnSpPr>
            <a:cxnSpLocks/>
          </p:cNvCxnSpPr>
          <p:nvPr/>
        </p:nvCxnSpPr>
        <p:spPr>
          <a:xfrm>
            <a:off x="8081282" y="4623620"/>
            <a:ext cx="3546237"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1" name="Straight Connector 4">
            <a:extLst>
              <a:ext uri="{FF2B5EF4-FFF2-40B4-BE49-F238E27FC236}">
                <a16:creationId xmlns:a16="http://schemas.microsoft.com/office/drawing/2014/main" id="{4CD22705-398D-BC74-5F06-0162F0DFA1DD}"/>
              </a:ext>
              <a:ext uri="{C183D7F6-B498-43B3-948B-1728B52AA6E4}">
                <adec:decorative xmlns:adec="http://schemas.microsoft.com/office/drawing/2017/decorative" val="1"/>
              </a:ext>
            </a:extLst>
          </p:cNvPr>
          <p:cNvCxnSpPr>
            <a:cxnSpLocks/>
          </p:cNvCxnSpPr>
          <p:nvPr/>
        </p:nvCxnSpPr>
        <p:spPr>
          <a:xfrm>
            <a:off x="559639" y="4623620"/>
            <a:ext cx="3546000"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4116205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66B191-780D-2F99-0370-01EDE42956B4}"/>
            </a:ext>
          </a:extLst>
        </p:cNvPr>
        <p:cNvGrpSpPr/>
        <p:nvPr/>
      </p:nvGrpSpPr>
      <p:grpSpPr>
        <a:xfrm>
          <a:off x="0" y="0"/>
          <a:ext cx="0" cy="0"/>
          <a:chOff x="0" y="0"/>
          <a:chExt cx="0" cy="0"/>
        </a:xfrm>
      </p:grpSpPr>
      <p:cxnSp>
        <p:nvCxnSpPr>
          <p:cNvPr id="34" name="Straight Connector 33">
            <a:extLst>
              <a:ext uri="{FF2B5EF4-FFF2-40B4-BE49-F238E27FC236}">
                <a16:creationId xmlns:a16="http://schemas.microsoft.com/office/drawing/2014/main" id="{EAC3CB93-33BD-FA37-A383-C7806C0D4F35}"/>
              </a:ext>
              <a:ext uri="{C183D7F6-B498-43B3-948B-1728B52AA6E4}">
                <adec:decorative xmlns:adec="http://schemas.microsoft.com/office/drawing/2017/decorative" val="1"/>
              </a:ext>
            </a:extLst>
          </p:cNvPr>
          <p:cNvCxnSpPr>
            <a:cxnSpLocks/>
          </p:cNvCxnSpPr>
          <p:nvPr/>
        </p:nvCxnSpPr>
        <p:spPr>
          <a:xfrm>
            <a:off x="1370220" y="3437356"/>
            <a:ext cx="10821780" cy="0"/>
          </a:xfrm>
          <a:prstGeom prst="line">
            <a:avLst/>
          </a:prstGeom>
          <a:ln w="38100">
            <a:solidFill>
              <a:schemeClr val="accent3"/>
            </a:solidFill>
          </a:ln>
          <a:effectLst/>
        </p:spPr>
        <p:style>
          <a:lnRef idx="2">
            <a:schemeClr val="accent1"/>
          </a:lnRef>
          <a:fillRef idx="0">
            <a:schemeClr val="accent1"/>
          </a:fillRef>
          <a:effectRef idx="1">
            <a:schemeClr val="accent1"/>
          </a:effectRef>
          <a:fontRef idx="minor">
            <a:schemeClr val="tx1"/>
          </a:fontRef>
        </p:style>
      </p:cxnSp>
      <p:sp>
        <p:nvSpPr>
          <p:cNvPr id="26" name="Title 25">
            <a:extLst>
              <a:ext uri="{FF2B5EF4-FFF2-40B4-BE49-F238E27FC236}">
                <a16:creationId xmlns:a16="http://schemas.microsoft.com/office/drawing/2014/main" id="{6939D2DC-1001-33B2-F084-878E98D0C575}"/>
              </a:ext>
            </a:extLst>
          </p:cNvPr>
          <p:cNvSpPr>
            <a:spLocks noGrp="1"/>
          </p:cNvSpPr>
          <p:nvPr>
            <p:ph type="title"/>
          </p:nvPr>
        </p:nvSpPr>
        <p:spPr/>
        <p:txBody>
          <a:bodyPr/>
          <a:lstStyle/>
          <a:p>
            <a:r>
              <a:rPr lang="en-US" dirty="0"/>
              <a:t>Timeline 1</a:t>
            </a:r>
            <a:br>
              <a:rPr lang="en-US" dirty="0"/>
            </a:br>
            <a:endParaRPr lang="en-US" dirty="0"/>
          </a:p>
        </p:txBody>
      </p:sp>
      <p:sp>
        <p:nvSpPr>
          <p:cNvPr id="5" name="Rectangle 4">
            <a:extLst>
              <a:ext uri="{FF2B5EF4-FFF2-40B4-BE49-F238E27FC236}">
                <a16:creationId xmlns:a16="http://schemas.microsoft.com/office/drawing/2014/main" id="{5C047052-F8C7-257D-3542-EDE80D432919}"/>
              </a:ext>
              <a:ext uri="{C183D7F6-B498-43B3-948B-1728B52AA6E4}">
                <adec:decorative xmlns:adec="http://schemas.microsoft.com/office/drawing/2017/decorative" val="1"/>
              </a:ext>
            </a:extLst>
          </p:cNvPr>
          <p:cNvSpPr/>
          <p:nvPr/>
        </p:nvSpPr>
        <p:spPr>
          <a:xfrm>
            <a:off x="12381412" y="3458488"/>
            <a:ext cx="2612883" cy="1080000"/>
          </a:xfrm>
          <a:prstGeom prst="rect">
            <a:avLst/>
          </a:prstGeom>
          <a:solidFill>
            <a:srgbClr val="FF816E"/>
          </a:solidFill>
          <a:ln>
            <a:noFill/>
          </a:ln>
        </p:spPr>
        <p:txBody>
          <a:bodyPr wrap="square" tIns="54000" bIns="54000" rtlCol="0">
            <a:noAutofit/>
          </a:bodyPr>
          <a:lstStyle/>
          <a:p>
            <a:pPr marL="0" marR="0" lvl="0" indent="0" algn="l" defTabSz="914400" rtl="0" eaLnBrk="1" fontAlgn="auto" latinLnBrk="0" hangingPunct="1">
              <a:lnSpc>
                <a:spcPct val="100000"/>
              </a:lnSpc>
              <a:spcBef>
                <a:spcPts val="400"/>
              </a:spcBef>
              <a:spcAft>
                <a:spcPts val="0"/>
              </a:spcAft>
              <a:buClr>
                <a:srgbClr val="FFFFFF"/>
              </a:buClr>
              <a:buSzTx/>
              <a:buFontTx/>
              <a:buNone/>
              <a:tabLst>
                <a:tab pos="809625" algn="l"/>
              </a:tabLst>
              <a:defRPr/>
            </a:pPr>
            <a:r>
              <a:rPr kumimoji="0" lang="en-US" sz="1200" b="0" i="0" u="none" strike="noStrike" kern="1200" cap="none" spc="0" normalizeH="0" baseline="0" noProof="0" dirty="0">
                <a:ln>
                  <a:noFill/>
                </a:ln>
                <a:solidFill>
                  <a:srgbClr val="000000"/>
                </a:solidFill>
                <a:effectLst/>
                <a:uLnTx/>
                <a:uFillTx/>
                <a:ea typeface="+mn-ea"/>
                <a:cs typeface="+mn-cs"/>
              </a:rPr>
              <a:t>TIP: Timeline transition will continue for as many slides as needed, remember to remove the line after the final milestone to mark the end of timeline.</a:t>
            </a:r>
          </a:p>
        </p:txBody>
      </p:sp>
      <p:sp>
        <p:nvSpPr>
          <p:cNvPr id="31" name="Oval 30">
            <a:extLst>
              <a:ext uri="{FF2B5EF4-FFF2-40B4-BE49-F238E27FC236}">
                <a16:creationId xmlns:a16="http://schemas.microsoft.com/office/drawing/2014/main" id="{36C1B8CA-A24C-7183-6547-CB7D37BE039C}"/>
              </a:ext>
            </a:extLst>
          </p:cNvPr>
          <p:cNvSpPr/>
          <p:nvPr/>
        </p:nvSpPr>
        <p:spPr>
          <a:xfrm>
            <a:off x="551384" y="3012390"/>
            <a:ext cx="864000" cy="864000"/>
          </a:xfrm>
          <a:prstGeom prst="ellipse">
            <a:avLst/>
          </a:prstGeom>
          <a:solidFill>
            <a:schemeClr val="tx2"/>
          </a:solidFill>
          <a:ln w="12700">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33" b="1" i="0" u="none" strike="noStrike" kern="1200" cap="none" spc="0" normalizeH="0" baseline="0" noProof="0" dirty="0">
                <a:ln>
                  <a:noFill/>
                </a:ln>
                <a:solidFill>
                  <a:schemeClr val="bg2"/>
                </a:solidFill>
                <a:effectLst/>
                <a:uLnTx/>
                <a:uFillTx/>
                <a:latin typeface="Ubuntu"/>
                <a:ea typeface="+mn-ea"/>
                <a:cs typeface="+mn-cs"/>
              </a:rPr>
              <a:t>START</a:t>
            </a:r>
          </a:p>
        </p:txBody>
      </p:sp>
      <p:sp>
        <p:nvSpPr>
          <p:cNvPr id="32" name="TextBox 31">
            <a:extLst>
              <a:ext uri="{FF2B5EF4-FFF2-40B4-BE49-F238E27FC236}">
                <a16:creationId xmlns:a16="http://schemas.microsoft.com/office/drawing/2014/main" id="{D203A3E0-E197-939F-4D4C-B6C44B3C7968}"/>
              </a:ext>
            </a:extLst>
          </p:cNvPr>
          <p:cNvSpPr txBox="1"/>
          <p:nvPr/>
        </p:nvSpPr>
        <p:spPr>
          <a:xfrm>
            <a:off x="2495600" y="1688952"/>
            <a:ext cx="3136446" cy="1217899"/>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15.06.2025</a:t>
            </a:r>
            <a:br>
              <a:rPr kumimoji="0" lang="en-US" sz="1400" b="0" i="0" u="none" strike="noStrike" kern="1200" cap="none" spc="0" normalizeH="0" baseline="0" noProof="0" dirty="0">
                <a:ln>
                  <a:noFill/>
                </a:ln>
                <a:effectLst/>
                <a:uLnTx/>
                <a:uFillTx/>
                <a:ea typeface="+mn-ea"/>
                <a:cs typeface="+mn-cs"/>
              </a:rPr>
            </a:br>
            <a:r>
              <a:rPr kumimoji="0" lang="en-US" sz="1400" b="1" i="0" u="none" strike="noStrike" kern="1200" cap="none" spc="0" normalizeH="0" baseline="0" noProof="0" dirty="0">
                <a:ln>
                  <a:noFill/>
                </a:ln>
                <a:solidFill>
                  <a:schemeClr val="tx2"/>
                </a:solidFill>
                <a:effectLst/>
                <a:uLnTx/>
                <a:uFillTx/>
                <a:ea typeface="+mn-ea"/>
                <a:cs typeface="+mn-cs"/>
              </a:rPr>
              <a:t>Event type</a:t>
            </a:r>
            <a:endParaRPr kumimoji="0" lang="en-US" sz="400" b="0" i="0" u="none" strike="noStrike" kern="1200" cap="none" spc="0" normalizeH="0" baseline="0" noProof="0" dirty="0">
              <a:ln>
                <a:noFill/>
              </a:ln>
              <a:solidFill>
                <a:schemeClr val="tx2"/>
              </a:solidFill>
              <a:effectLst/>
              <a:uLnTx/>
              <a:uFillTx/>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effectLst/>
                <a:uLnTx/>
                <a:uFillTx/>
                <a:ea typeface="+mn-ea"/>
                <a:cs typeface="+mn-cs"/>
              </a:rPr>
              <a:t>Headline or additional event detail</a:t>
            </a:r>
          </a:p>
        </p:txBody>
      </p:sp>
      <p:sp>
        <p:nvSpPr>
          <p:cNvPr id="33" name="TextBox 32">
            <a:extLst>
              <a:ext uri="{FF2B5EF4-FFF2-40B4-BE49-F238E27FC236}">
                <a16:creationId xmlns:a16="http://schemas.microsoft.com/office/drawing/2014/main" id="{25B195B8-3A9D-8E33-1636-610A9CBBCE0E}"/>
              </a:ext>
            </a:extLst>
          </p:cNvPr>
          <p:cNvSpPr txBox="1"/>
          <p:nvPr/>
        </p:nvSpPr>
        <p:spPr>
          <a:xfrm>
            <a:off x="2495600" y="3828379"/>
            <a:ext cx="2475055" cy="1938992"/>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effectLst/>
                <a:uLnTx/>
                <a:uFillTx/>
                <a:ea typeface="Roboto Light" panose="02000000000000000000" pitchFamily="2" charset="0"/>
                <a:cs typeface="+mn-cs"/>
              </a:rPr>
              <a:t>Lorem ipsum dolor sit </a:t>
            </a:r>
            <a:r>
              <a:rPr kumimoji="0" lang="en-US" sz="1200" b="0" i="0" u="none" strike="noStrike" kern="1200" cap="none" spc="0" normalizeH="0" baseline="0" noProof="0" dirty="0" err="1">
                <a:ln>
                  <a:noFill/>
                </a:ln>
                <a:effectLst/>
                <a:uLnTx/>
                <a:uFillTx/>
                <a:ea typeface="Roboto Light" panose="02000000000000000000" pitchFamily="2" charset="0"/>
                <a:cs typeface="+mn-cs"/>
              </a:rPr>
              <a:t>amet</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consectetuer</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adipiscing</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elit</a:t>
            </a:r>
            <a:r>
              <a:rPr kumimoji="0" lang="en-US" sz="1200" b="0" i="0" u="none" strike="noStrike" kern="1200" cap="none" spc="0" normalizeH="0" baseline="0" noProof="0" dirty="0">
                <a:ln>
                  <a:noFill/>
                </a:ln>
                <a:effectLst/>
                <a:uLnTx/>
                <a:uFillTx/>
                <a:ea typeface="Roboto Light" panose="02000000000000000000" pitchFamily="2" charset="0"/>
                <a:cs typeface="+mn-cs"/>
              </a:rPr>
              <a:t>. Aenean </a:t>
            </a:r>
            <a:r>
              <a:rPr kumimoji="0" lang="en-US" sz="1200" b="0" i="0" u="none" strike="noStrike" kern="1200" cap="none" spc="0" normalizeH="0" baseline="0" noProof="0" dirty="0" err="1">
                <a:ln>
                  <a:noFill/>
                </a:ln>
                <a:effectLst/>
                <a:uLnTx/>
                <a:uFillTx/>
                <a:ea typeface="Roboto Light" panose="02000000000000000000" pitchFamily="2" charset="0"/>
                <a:cs typeface="+mn-cs"/>
              </a:rPr>
              <a:t>commodo</a:t>
            </a:r>
            <a:r>
              <a:rPr kumimoji="0" lang="en-US" sz="1200" b="0" i="0" u="none" strike="noStrike" kern="1200" cap="none" spc="0" normalizeH="0" baseline="0" noProof="0" dirty="0">
                <a:ln>
                  <a:noFill/>
                </a:ln>
                <a:effectLst/>
                <a:uLnTx/>
                <a:uFillTx/>
                <a:ea typeface="Roboto Light" panose="02000000000000000000" pitchFamily="2" charset="0"/>
                <a:cs typeface="+mn-cs"/>
              </a:rPr>
              <a:t> ligula </a:t>
            </a:r>
            <a:r>
              <a:rPr kumimoji="0" lang="en-US" sz="1200" b="0" i="0" u="none" strike="noStrike" kern="1200" cap="none" spc="0" normalizeH="0" baseline="0" noProof="0" dirty="0" err="1">
                <a:ln>
                  <a:noFill/>
                </a:ln>
                <a:effectLst/>
                <a:uLnTx/>
                <a:uFillTx/>
                <a:ea typeface="Roboto Light" panose="02000000000000000000" pitchFamily="2" charset="0"/>
                <a:cs typeface="+mn-cs"/>
              </a:rPr>
              <a:t>eget</a:t>
            </a:r>
            <a:r>
              <a:rPr kumimoji="0" lang="en-US" sz="1200" b="0" i="0" u="none" strike="noStrike" kern="1200" cap="none" spc="0" normalizeH="0" baseline="0" noProof="0" dirty="0">
                <a:ln>
                  <a:noFill/>
                </a:ln>
                <a:effectLst/>
                <a:uLnTx/>
                <a:uFillTx/>
                <a:ea typeface="Roboto Light" panose="02000000000000000000" pitchFamily="2" charset="0"/>
                <a:cs typeface="+mn-cs"/>
              </a:rPr>
              <a:t> dolor. Aenean </a:t>
            </a:r>
            <a:r>
              <a:rPr kumimoji="0" lang="en-US" sz="1200" b="0" i="0" u="none" strike="noStrike" kern="1200" cap="none" spc="0" normalizeH="0" baseline="0" noProof="0" dirty="0" err="1">
                <a:ln>
                  <a:noFill/>
                </a:ln>
                <a:effectLst/>
                <a:uLnTx/>
                <a:uFillTx/>
                <a:ea typeface="Roboto Light" panose="02000000000000000000" pitchFamily="2" charset="0"/>
                <a:cs typeface="+mn-cs"/>
              </a:rPr>
              <a:t>massa</a:t>
            </a:r>
            <a:r>
              <a:rPr kumimoji="0" lang="en-US" sz="1200" b="0" i="0" u="none" strike="noStrike" kern="1200" cap="none" spc="0" normalizeH="0" baseline="0" noProof="0" dirty="0">
                <a:ln>
                  <a:noFill/>
                </a:ln>
                <a:effectLst/>
                <a:uLnTx/>
                <a:uFillTx/>
                <a:ea typeface="Roboto Light" panose="02000000000000000000" pitchFamily="2" charset="0"/>
                <a:cs typeface="+mn-cs"/>
              </a:rPr>
              <a:t>. </a:t>
            </a:r>
            <a:br>
              <a:rPr kumimoji="0" lang="en-US" sz="1200" b="0" i="0" u="none" strike="noStrike" kern="1200" cap="none" spc="0" normalizeH="0" baseline="0" noProof="0" dirty="0">
                <a:ln>
                  <a:noFill/>
                </a:ln>
                <a:effectLst/>
                <a:uLnTx/>
                <a:uFillTx/>
                <a:ea typeface="Roboto Light" panose="02000000000000000000" pitchFamily="2" charset="0"/>
                <a:cs typeface="+mn-cs"/>
              </a:rPr>
            </a:br>
            <a:r>
              <a:rPr kumimoji="0" lang="en-US" sz="1200" b="0" i="0" u="none" strike="noStrike" kern="1200" cap="none" spc="0" normalizeH="0" baseline="0" noProof="0" dirty="0">
                <a:ln>
                  <a:noFill/>
                </a:ln>
                <a:effectLst/>
                <a:uLnTx/>
                <a:uFillTx/>
                <a:ea typeface="Roboto Light" panose="02000000000000000000" pitchFamily="2" charset="0"/>
                <a:cs typeface="+mn-cs"/>
              </a:rPr>
              <a:t>Cum sociis </a:t>
            </a:r>
            <a:r>
              <a:rPr kumimoji="0" lang="en-US" sz="1200" b="0" i="0" u="none" strike="noStrike" kern="1200" cap="none" spc="0" normalizeH="0" baseline="0" noProof="0" dirty="0" err="1">
                <a:ln>
                  <a:noFill/>
                </a:ln>
                <a:effectLst/>
                <a:uLnTx/>
                <a:uFillTx/>
                <a:ea typeface="Roboto Light" panose="02000000000000000000" pitchFamily="2" charset="0"/>
                <a:cs typeface="+mn-cs"/>
              </a:rPr>
              <a:t>natoque</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penatibus</a:t>
            </a:r>
            <a:r>
              <a:rPr kumimoji="0" lang="en-US" sz="1200" b="0" i="0" u="none" strike="noStrike" kern="1200" cap="none" spc="0" normalizeH="0" baseline="0" noProof="0" dirty="0">
                <a:ln>
                  <a:noFill/>
                </a:ln>
                <a:effectLst/>
                <a:uLnTx/>
                <a:uFillTx/>
                <a:ea typeface="Roboto Light" panose="02000000000000000000" pitchFamily="2" charset="0"/>
                <a:cs typeface="+mn-cs"/>
              </a:rPr>
              <a:t> et</a:t>
            </a:r>
            <a:br>
              <a:rPr kumimoji="0" lang="en-US" sz="1200" b="0" i="0" u="none" strike="noStrike" kern="1200" cap="none" spc="0" normalizeH="0" baseline="0" noProof="0" dirty="0">
                <a:ln>
                  <a:noFill/>
                </a:ln>
                <a:effectLst/>
                <a:uLnTx/>
                <a:uFillTx/>
                <a:ea typeface="Roboto Light" panose="02000000000000000000" pitchFamily="2" charset="0"/>
                <a:cs typeface="+mn-cs"/>
              </a:rPr>
            </a:br>
            <a:r>
              <a:rPr kumimoji="0" lang="en-US" sz="1200" b="0" i="0" u="none" strike="noStrike" kern="1200" cap="none" spc="0" normalizeH="0" baseline="0" noProof="0" dirty="0" err="1">
                <a:ln>
                  <a:noFill/>
                </a:ln>
                <a:effectLst/>
                <a:uLnTx/>
                <a:uFillTx/>
                <a:ea typeface="Roboto Light" panose="02000000000000000000" pitchFamily="2" charset="0"/>
                <a:cs typeface="+mn-cs"/>
              </a:rPr>
              <a:t>magnis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Curabitur</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ullamcorper</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ultricies</a:t>
            </a:r>
            <a:r>
              <a:rPr kumimoji="0" lang="en-US" sz="1200" b="0" i="0" u="none" strike="noStrike" kern="1200" cap="none" spc="0" normalizeH="0" baseline="0" noProof="0" dirty="0">
                <a:ln>
                  <a:noFill/>
                </a:ln>
                <a:effectLst/>
                <a:uLnTx/>
                <a:uFillTx/>
                <a:ea typeface="Roboto Light" panose="02000000000000000000" pitchFamily="2" charset="0"/>
                <a:cs typeface="+mn-cs"/>
              </a:rPr>
              <a:t> nisi. Nam </a:t>
            </a:r>
            <a:r>
              <a:rPr kumimoji="0" lang="en-US" sz="1200" b="0" i="0" u="none" strike="noStrike" kern="1200" cap="none" spc="0" normalizeH="0" baseline="0" noProof="0" dirty="0" err="1">
                <a:ln>
                  <a:noFill/>
                </a:ln>
                <a:effectLst/>
                <a:uLnTx/>
                <a:uFillTx/>
                <a:ea typeface="Roboto Light" panose="02000000000000000000" pitchFamily="2" charset="0"/>
                <a:cs typeface="+mn-cs"/>
              </a:rPr>
              <a:t>eget</a:t>
            </a:r>
            <a:r>
              <a:rPr kumimoji="0" lang="en-US" sz="1200" b="0" i="0" u="none" strike="noStrike" kern="1200" cap="none" spc="0" normalizeH="0" baseline="0" noProof="0" dirty="0">
                <a:ln>
                  <a:noFill/>
                </a:ln>
                <a:effectLst/>
                <a:uLnTx/>
                <a:uFillTx/>
                <a:ea typeface="Roboto Light" panose="02000000000000000000" pitchFamily="2" charset="0"/>
                <a:cs typeface="+mn-cs"/>
              </a:rPr>
              <a:t> dui. </a:t>
            </a:r>
            <a:r>
              <a:rPr kumimoji="0" lang="en-US" sz="1200" b="0" i="0" u="none" strike="noStrike" kern="1200" cap="none" spc="0" normalizeH="0" baseline="0" noProof="0" dirty="0" err="1">
                <a:ln>
                  <a:noFill/>
                </a:ln>
                <a:effectLst/>
                <a:uLnTx/>
                <a:uFillTx/>
                <a:ea typeface="Roboto Light" panose="02000000000000000000" pitchFamily="2" charset="0"/>
                <a:cs typeface="+mn-cs"/>
              </a:rPr>
              <a:t>Etiam</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rhoncus</a:t>
            </a:r>
            <a:r>
              <a:rPr kumimoji="0" lang="en-US" sz="1200" b="0" i="0" u="none" strike="noStrike" kern="1200" cap="none" spc="0" normalizeH="0" baseline="0" noProof="0" dirty="0">
                <a:ln>
                  <a:noFill/>
                </a:ln>
                <a:effectLst/>
                <a:uLnTx/>
                <a:uFillTx/>
                <a:ea typeface="Roboto Light" panose="02000000000000000000" pitchFamily="2" charset="0"/>
                <a:cs typeface="+mn-cs"/>
              </a:rPr>
              <a:t>. Maecenas tempus, </a:t>
            </a:r>
            <a:r>
              <a:rPr kumimoji="0" lang="en-US" sz="1200" b="0" i="0" u="none" strike="noStrike" kern="1200" cap="none" spc="0" normalizeH="0" baseline="0" noProof="0" dirty="0" err="1">
                <a:ln>
                  <a:noFill/>
                </a:ln>
                <a:effectLst/>
                <a:uLnTx/>
                <a:uFillTx/>
                <a:ea typeface="Roboto Light" panose="02000000000000000000" pitchFamily="2" charset="0"/>
                <a:cs typeface="+mn-cs"/>
              </a:rPr>
              <a:t>tellus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eget</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rhoncus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sem</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quam</a:t>
            </a:r>
            <a:r>
              <a:rPr kumimoji="0" lang="en-US" sz="1200" b="0" i="0" u="none" strike="noStrike" kern="1200" cap="none" spc="0" normalizeH="0" baseline="0" noProof="0" dirty="0">
                <a:ln>
                  <a:noFill/>
                </a:ln>
                <a:effectLst/>
                <a:uLnTx/>
                <a:uFillTx/>
                <a:ea typeface="Roboto Light" panose="02000000000000000000" pitchFamily="2" charset="0"/>
                <a:cs typeface="+mn-cs"/>
              </a:rPr>
              <a:t> semper libero, sit </a:t>
            </a:r>
            <a:r>
              <a:rPr kumimoji="0" lang="en-US" sz="1200" b="0" i="0" u="none" strike="noStrike" kern="1200" cap="none" spc="0" normalizeH="0" baseline="0" noProof="0" dirty="0" err="1">
                <a:ln>
                  <a:noFill/>
                </a:ln>
                <a:effectLst/>
                <a:uLnTx/>
                <a:uFillTx/>
                <a:ea typeface="Roboto Light" panose="02000000000000000000" pitchFamily="2" charset="0"/>
                <a:cs typeface="+mn-cs"/>
              </a:rPr>
              <a:t>amet</a:t>
            </a:r>
            <a:r>
              <a:rPr kumimoji="0" lang="en-US" sz="1200" b="0" i="0" u="none" strike="noStrike" kern="1200" cap="none" spc="0" normalizeH="0" baseline="0" noProof="0" dirty="0">
                <a:ln>
                  <a:noFill/>
                </a:ln>
                <a:effectLst/>
                <a:uLnTx/>
                <a:uFillTx/>
                <a:ea typeface="Roboto Light" panose="02000000000000000000" pitchFamily="2" charset="0"/>
                <a:cs typeface="+mn-cs"/>
              </a:rPr>
              <a:t>.</a:t>
            </a:r>
            <a:endParaRPr kumimoji="0" lang="en-US" sz="1867" b="0" i="0" u="none" strike="noStrike" kern="1200" cap="none" spc="0" normalizeH="0" baseline="0" noProof="0" dirty="0">
              <a:ln>
                <a:noFill/>
              </a:ln>
              <a:effectLst/>
              <a:uLnTx/>
              <a:uFillTx/>
              <a:ea typeface="Roboto Light" panose="02000000000000000000" pitchFamily="2" charset="0"/>
              <a:cs typeface="+mn-cs"/>
            </a:endParaRPr>
          </a:p>
        </p:txBody>
      </p:sp>
      <p:sp>
        <p:nvSpPr>
          <p:cNvPr id="35" name="TextBox 34">
            <a:extLst>
              <a:ext uri="{FF2B5EF4-FFF2-40B4-BE49-F238E27FC236}">
                <a16:creationId xmlns:a16="http://schemas.microsoft.com/office/drawing/2014/main" id="{E2538834-4476-54DB-8D85-4BC116DE8C56}"/>
              </a:ext>
            </a:extLst>
          </p:cNvPr>
          <p:cNvSpPr txBox="1"/>
          <p:nvPr/>
        </p:nvSpPr>
        <p:spPr>
          <a:xfrm>
            <a:off x="5591944" y="3825060"/>
            <a:ext cx="2748733" cy="1215717"/>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25.06.2026</a:t>
            </a:r>
            <a:br>
              <a:rPr kumimoji="0" lang="en-US" sz="1400" b="0" i="0" u="none" strike="noStrike" kern="1200" cap="none" spc="0" normalizeH="0" baseline="0" noProof="0" dirty="0">
                <a:ln>
                  <a:noFill/>
                </a:ln>
                <a:effectLst/>
                <a:uLnTx/>
                <a:uFillTx/>
                <a:ea typeface="+mn-ea"/>
                <a:cs typeface="+mn-cs"/>
              </a:rPr>
            </a:br>
            <a:r>
              <a:rPr kumimoji="0" lang="en-US" sz="1400" b="1" i="0" u="none" strike="noStrike" kern="1200" cap="none" spc="0" normalizeH="0" baseline="0" noProof="0" dirty="0">
                <a:ln>
                  <a:noFill/>
                </a:ln>
                <a:solidFill>
                  <a:schemeClr val="tx2"/>
                </a:solidFill>
                <a:effectLst/>
                <a:uLnTx/>
                <a:uFillTx/>
                <a:ea typeface="+mn-ea"/>
                <a:cs typeface="+mn-cs"/>
              </a:rPr>
              <a:t>Event type</a:t>
            </a:r>
            <a:endParaRPr kumimoji="0" lang="en-US" sz="400" b="0" i="0" u="none" strike="noStrike" kern="1200" cap="none" spc="0" normalizeH="0" baseline="0" noProof="0" dirty="0">
              <a:ln>
                <a:noFill/>
              </a:ln>
              <a:solidFill>
                <a:schemeClr val="tx2"/>
              </a:solidFill>
              <a:effectLst/>
              <a:uLnTx/>
              <a:uFillTx/>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effectLst/>
                <a:uLnTx/>
                <a:uFillTx/>
                <a:ea typeface="+mn-ea"/>
                <a:cs typeface="+mn-cs"/>
              </a:rPr>
              <a:t>Another milestone here</a:t>
            </a:r>
          </a:p>
        </p:txBody>
      </p:sp>
      <p:sp>
        <p:nvSpPr>
          <p:cNvPr id="36" name="TextBox 35">
            <a:extLst>
              <a:ext uri="{FF2B5EF4-FFF2-40B4-BE49-F238E27FC236}">
                <a16:creationId xmlns:a16="http://schemas.microsoft.com/office/drawing/2014/main" id="{4E5B6A0F-FA51-7A3B-5F84-143FA8799014}"/>
              </a:ext>
            </a:extLst>
          </p:cNvPr>
          <p:cNvSpPr txBox="1"/>
          <p:nvPr/>
        </p:nvSpPr>
        <p:spPr>
          <a:xfrm>
            <a:off x="5591944" y="1690182"/>
            <a:ext cx="2475055" cy="1384995"/>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effectLst/>
                <a:uLnTx/>
                <a:uFillTx/>
                <a:ea typeface="Roboto Light" panose="02000000000000000000" pitchFamily="2" charset="0"/>
                <a:cs typeface="+mn-cs"/>
              </a:rPr>
              <a:t>Sem </a:t>
            </a:r>
            <a:r>
              <a:rPr kumimoji="0" lang="en-US" sz="1200" b="0" i="0" u="none" strike="noStrike" kern="1200" cap="none" spc="0" normalizeH="0" baseline="0" noProof="0" dirty="0" err="1">
                <a:ln>
                  <a:noFill/>
                </a:ln>
                <a:effectLst/>
                <a:uLnTx/>
                <a:uFillTx/>
                <a:ea typeface="Roboto Light" panose="02000000000000000000" pitchFamily="2" charset="0"/>
                <a:cs typeface="+mn-cs"/>
              </a:rPr>
              <a:t>neque</a:t>
            </a:r>
            <a:r>
              <a:rPr kumimoji="0" lang="en-US" sz="1200" b="0" i="0" u="none" strike="noStrike" kern="1200" cap="none" spc="0" normalizeH="0" baseline="0" noProof="0" dirty="0">
                <a:ln>
                  <a:noFill/>
                </a:ln>
                <a:effectLst/>
                <a:uLnTx/>
                <a:uFillTx/>
                <a:ea typeface="Roboto Light" panose="02000000000000000000" pitchFamily="2" charset="0"/>
                <a:cs typeface="+mn-cs"/>
              </a:rPr>
              <a:t> sed ipsum. Nam</a:t>
            </a:r>
            <a:br>
              <a:rPr kumimoji="0" lang="en-US" sz="1200" b="0" i="0" u="none" strike="noStrike" kern="1200" cap="none" spc="0" normalizeH="0" baseline="0" noProof="0" dirty="0">
                <a:ln>
                  <a:noFill/>
                </a:ln>
                <a:effectLst/>
                <a:uLnTx/>
                <a:uFillTx/>
                <a:ea typeface="Roboto Light" panose="02000000000000000000" pitchFamily="2" charset="0"/>
                <a:cs typeface="+mn-cs"/>
              </a:rPr>
            </a:br>
            <a:r>
              <a:rPr kumimoji="0" lang="en-US" sz="1200" b="0" i="0" u="none" strike="noStrike" kern="1200" cap="none" spc="0" normalizeH="0" baseline="0" noProof="0" dirty="0" err="1">
                <a:ln>
                  <a:noFill/>
                </a:ln>
                <a:effectLst/>
                <a:uLnTx/>
                <a:uFillTx/>
                <a:ea typeface="Roboto Light" panose="02000000000000000000" pitchFamily="2" charset="0"/>
                <a:cs typeface="+mn-cs"/>
              </a:rPr>
              <a:t>quam</a:t>
            </a:r>
            <a:r>
              <a:rPr kumimoji="0" lang="en-US" sz="1200" b="0" i="0" u="none" strike="noStrike" kern="1200" cap="none" spc="0" normalizeH="0" baseline="0" noProof="0" dirty="0">
                <a:ln>
                  <a:noFill/>
                </a:ln>
                <a:effectLst/>
                <a:uLnTx/>
                <a:uFillTx/>
                <a:ea typeface="Roboto Light" panose="02000000000000000000" pitchFamily="2" charset="0"/>
                <a:cs typeface="+mn-cs"/>
              </a:rPr>
              <a:t> nunc, </a:t>
            </a:r>
            <a:r>
              <a:rPr kumimoji="0" lang="en-US" sz="1200" b="0" i="0" u="none" strike="noStrike" kern="1200" cap="none" spc="0" normalizeH="0" baseline="0" noProof="0" dirty="0" err="1">
                <a:ln>
                  <a:noFill/>
                </a:ln>
                <a:effectLst/>
                <a:uLnTx/>
                <a:uFillTx/>
                <a:ea typeface="Roboto Light" panose="02000000000000000000" pitchFamily="2" charset="0"/>
                <a:cs typeface="+mn-cs"/>
              </a:rPr>
              <a:t>blandit</a:t>
            </a:r>
            <a:r>
              <a:rPr kumimoji="0" lang="en-US" sz="1200" b="0" i="0" u="none" strike="noStrike" kern="1200" cap="none" spc="0" normalizeH="0" baseline="0" noProof="0" dirty="0">
                <a:ln>
                  <a:noFill/>
                </a:ln>
                <a:effectLst/>
                <a:uLnTx/>
                <a:uFillTx/>
                <a:ea typeface="Roboto Light" panose="02000000000000000000" pitchFamily="2" charset="0"/>
                <a:cs typeface="+mn-cs"/>
              </a:rPr>
              <a:t> vel, </a:t>
            </a:r>
            <a:r>
              <a:rPr kumimoji="0" lang="en-US" sz="1200" b="0" i="0" u="none" strike="noStrike" kern="1200" cap="none" spc="0" normalizeH="0" baseline="0" noProof="0" dirty="0" err="1">
                <a:ln>
                  <a:noFill/>
                </a:ln>
                <a:effectLst/>
                <a:uLnTx/>
                <a:uFillTx/>
                <a:ea typeface="Roboto Light" panose="02000000000000000000" pitchFamily="2" charset="0"/>
                <a:cs typeface="+mn-cs"/>
              </a:rPr>
              <a:t>luctus</a:t>
            </a:r>
            <a:r>
              <a:rPr kumimoji="0" lang="en-US" sz="1200" b="0" i="0" u="none" strike="noStrike" kern="1200" cap="none" spc="0" normalizeH="0" baseline="0" noProof="0" dirty="0">
                <a:ln>
                  <a:noFill/>
                </a:ln>
                <a:effectLst/>
                <a:uLnTx/>
                <a:uFillTx/>
                <a:ea typeface="Roboto Light" panose="02000000000000000000" pitchFamily="2" charset="0"/>
                <a:cs typeface="+mn-cs"/>
              </a:rPr>
              <a:t> pulvinar, </a:t>
            </a:r>
            <a:r>
              <a:rPr kumimoji="0" lang="en-US" sz="1200" b="0" i="0" u="none" strike="noStrike" kern="1200" cap="none" spc="0" normalizeH="0" baseline="0" noProof="0" dirty="0" err="1">
                <a:ln>
                  <a:noFill/>
                </a:ln>
                <a:effectLst/>
                <a:uLnTx/>
                <a:uFillTx/>
                <a:ea typeface="Roboto Light" panose="02000000000000000000" pitchFamily="2" charset="0"/>
                <a:cs typeface="+mn-cs"/>
              </a:rPr>
              <a:t>hendrerit</a:t>
            </a:r>
            <a:r>
              <a:rPr kumimoji="0" lang="en-US" sz="1200" b="0" i="0" u="none" strike="noStrike" kern="1200" cap="none" spc="0" normalizeH="0" baseline="0" noProof="0" dirty="0">
                <a:ln>
                  <a:noFill/>
                </a:ln>
                <a:effectLst/>
                <a:uLnTx/>
                <a:uFillTx/>
                <a:ea typeface="Roboto Light" panose="02000000000000000000" pitchFamily="2" charset="0"/>
                <a:cs typeface="+mn-cs"/>
              </a:rPr>
              <a:t> id, lorem. Maecenas nec </a:t>
            </a:r>
            <a:r>
              <a:rPr kumimoji="0" lang="en-US" sz="1200" b="0" i="0" u="none" strike="noStrike" kern="1200" cap="none" spc="0" normalizeH="0" baseline="0" noProof="0" dirty="0" err="1">
                <a:ln>
                  <a:noFill/>
                </a:ln>
                <a:effectLst/>
                <a:uLnTx/>
                <a:uFillTx/>
                <a:ea typeface="Roboto Light" panose="02000000000000000000" pitchFamily="2" charset="0"/>
                <a:cs typeface="+mn-cs"/>
              </a:rPr>
              <a:t>odio</a:t>
            </a:r>
            <a:r>
              <a:rPr kumimoji="0" lang="en-US" sz="1200" b="0" i="0" u="none" strike="noStrike" kern="1200" cap="none" spc="0" normalizeH="0" baseline="0" noProof="0" dirty="0">
                <a:ln>
                  <a:noFill/>
                </a:ln>
                <a:effectLst/>
                <a:uLnTx/>
                <a:uFillTx/>
                <a:ea typeface="Roboto Light" panose="02000000000000000000" pitchFamily="2" charset="0"/>
                <a:cs typeface="+mn-cs"/>
              </a:rPr>
              <a:t> et ante </a:t>
            </a:r>
            <a:r>
              <a:rPr kumimoji="0" lang="en-US" sz="1200" b="0" i="0" u="none" strike="noStrike" kern="1200" cap="none" spc="0" normalizeH="0" baseline="0" noProof="0" dirty="0" err="1">
                <a:ln>
                  <a:noFill/>
                </a:ln>
                <a:effectLst/>
                <a:uLnTx/>
                <a:uFillTx/>
                <a:ea typeface="Roboto Light" panose="02000000000000000000" pitchFamily="2" charset="0"/>
                <a:cs typeface="+mn-cs"/>
              </a:rPr>
              <a:t>tincidunt</a:t>
            </a:r>
            <a:r>
              <a:rPr kumimoji="0" lang="en-US" sz="1200" b="0" i="0" u="none" strike="noStrike" kern="1200" cap="none" spc="0" normalizeH="0" baseline="0" noProof="0" dirty="0">
                <a:ln>
                  <a:noFill/>
                </a:ln>
                <a:effectLst/>
                <a:uLnTx/>
                <a:uFillTx/>
                <a:ea typeface="Roboto Light" panose="02000000000000000000" pitchFamily="2" charset="0"/>
                <a:cs typeface="+mn-cs"/>
              </a:rPr>
              <a:t> tempus. Donec vitae </a:t>
            </a:r>
            <a:r>
              <a:rPr kumimoji="0" lang="en-US" sz="1200" b="0" i="0" u="none" strike="noStrike" kern="1200" cap="none" spc="0" normalizeH="0" baseline="0" noProof="0" dirty="0" err="1">
                <a:ln>
                  <a:noFill/>
                </a:ln>
                <a:effectLst/>
                <a:uLnTx/>
                <a:uFillTx/>
                <a:ea typeface="Roboto Light" panose="02000000000000000000" pitchFamily="2" charset="0"/>
                <a:cs typeface="+mn-cs"/>
              </a:rPr>
              <a:t>sapien</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ut</a:t>
            </a:r>
            <a:r>
              <a:rPr kumimoji="0" lang="en-US" sz="1200" b="0" i="0" u="none" strike="noStrike" kern="1200" cap="none" spc="0" normalizeH="0" baseline="0" noProof="0" dirty="0">
                <a:ln>
                  <a:noFill/>
                </a:ln>
                <a:effectLst/>
                <a:uLnTx/>
                <a:uFillTx/>
                <a:ea typeface="Roboto Light" panose="02000000000000000000" pitchFamily="2" charset="0"/>
                <a:cs typeface="+mn-cs"/>
              </a:rPr>
              <a:t> libero </a:t>
            </a:r>
            <a:r>
              <a:rPr kumimoji="0" lang="en-US" sz="1200" b="0" i="0" u="none" strike="noStrike" kern="1200" cap="none" spc="0" normalizeH="0" baseline="0" noProof="0" dirty="0" err="1">
                <a:ln>
                  <a:noFill/>
                </a:ln>
                <a:effectLst/>
                <a:uLnTx/>
                <a:uFillTx/>
                <a:ea typeface="Roboto Light" panose="02000000000000000000" pitchFamily="2" charset="0"/>
                <a:cs typeface="+mn-cs"/>
              </a:rPr>
              <a:t>venenatis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faucibus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Nullam</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quis</a:t>
            </a:r>
            <a:r>
              <a:rPr kumimoji="0" lang="en-US" sz="1200" b="0" i="0" u="none" strike="noStrike" kern="1200" cap="none" spc="0" normalizeH="0" baseline="0" noProof="0" dirty="0">
                <a:ln>
                  <a:noFill/>
                </a:ln>
                <a:effectLst/>
                <a:uLnTx/>
                <a:uFillTx/>
                <a:ea typeface="Roboto Light" panose="02000000000000000000" pitchFamily="2" charset="0"/>
                <a:cs typeface="+mn-cs"/>
              </a:rPr>
              <a:t> ante. </a:t>
            </a:r>
            <a:endParaRPr kumimoji="0" lang="en-US" sz="1867" b="0" i="0" u="none" strike="noStrike" kern="1200" cap="none" spc="0" normalizeH="0" baseline="0" noProof="0" dirty="0">
              <a:ln>
                <a:noFill/>
              </a:ln>
              <a:effectLst/>
              <a:uLnTx/>
              <a:uFillTx/>
              <a:ea typeface="Roboto Light" panose="02000000000000000000" pitchFamily="2" charset="0"/>
              <a:cs typeface="+mn-cs"/>
            </a:endParaRPr>
          </a:p>
        </p:txBody>
      </p:sp>
      <p:sp>
        <p:nvSpPr>
          <p:cNvPr id="37" name="Oval 36">
            <a:extLst>
              <a:ext uri="{FF2B5EF4-FFF2-40B4-BE49-F238E27FC236}">
                <a16:creationId xmlns:a16="http://schemas.microsoft.com/office/drawing/2014/main" id="{93D9FA4E-66F6-10BA-EF16-7AFEC36FFD63}"/>
              </a:ext>
              <a:ext uri="{C183D7F6-B498-43B3-948B-1728B52AA6E4}">
                <adec:decorative xmlns:adec="http://schemas.microsoft.com/office/drawing/2017/decorative" val="1"/>
              </a:ext>
            </a:extLst>
          </p:cNvPr>
          <p:cNvSpPr/>
          <p:nvPr/>
        </p:nvSpPr>
        <p:spPr>
          <a:xfrm>
            <a:off x="2420843" y="3365349"/>
            <a:ext cx="144014" cy="144014"/>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111937"/>
              </a:solidFill>
              <a:effectLst/>
              <a:uLnTx/>
              <a:uFillTx/>
              <a:latin typeface="Ubuntu"/>
              <a:ea typeface="+mn-ea"/>
              <a:cs typeface="+mn-cs"/>
            </a:endParaRPr>
          </a:p>
        </p:txBody>
      </p:sp>
      <p:sp>
        <p:nvSpPr>
          <p:cNvPr id="38" name="Oval 37">
            <a:extLst>
              <a:ext uri="{FF2B5EF4-FFF2-40B4-BE49-F238E27FC236}">
                <a16:creationId xmlns:a16="http://schemas.microsoft.com/office/drawing/2014/main" id="{94495371-01CC-CD9E-27FB-DD60F62AE51E}"/>
              </a:ext>
              <a:ext uri="{C183D7F6-B498-43B3-948B-1728B52AA6E4}">
                <adec:decorative xmlns:adec="http://schemas.microsoft.com/office/drawing/2017/decorative" val="1"/>
              </a:ext>
            </a:extLst>
          </p:cNvPr>
          <p:cNvSpPr/>
          <p:nvPr/>
        </p:nvSpPr>
        <p:spPr>
          <a:xfrm>
            <a:off x="5519938" y="3365349"/>
            <a:ext cx="144014" cy="144014"/>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111937"/>
              </a:solidFill>
              <a:effectLst/>
              <a:uLnTx/>
              <a:uFillTx/>
              <a:latin typeface="Ubuntu"/>
              <a:ea typeface="+mn-ea"/>
              <a:cs typeface="+mn-cs"/>
            </a:endParaRPr>
          </a:p>
        </p:txBody>
      </p:sp>
      <p:sp>
        <p:nvSpPr>
          <p:cNvPr id="39" name="Oval 38">
            <a:extLst>
              <a:ext uri="{FF2B5EF4-FFF2-40B4-BE49-F238E27FC236}">
                <a16:creationId xmlns:a16="http://schemas.microsoft.com/office/drawing/2014/main" id="{700F66FF-75A2-5515-0A04-5814412DCB87}"/>
              </a:ext>
              <a:ext uri="{C183D7F6-B498-43B3-948B-1728B52AA6E4}">
                <adec:decorative xmlns:adec="http://schemas.microsoft.com/office/drawing/2017/decorative" val="1"/>
              </a:ext>
            </a:extLst>
          </p:cNvPr>
          <p:cNvSpPr/>
          <p:nvPr/>
        </p:nvSpPr>
        <p:spPr>
          <a:xfrm>
            <a:off x="8544272" y="3365349"/>
            <a:ext cx="144014" cy="144014"/>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111937"/>
              </a:solidFill>
              <a:effectLst/>
              <a:uLnTx/>
              <a:uFillTx/>
              <a:latin typeface="Ubuntu"/>
              <a:ea typeface="+mn-ea"/>
              <a:cs typeface="+mn-cs"/>
            </a:endParaRPr>
          </a:p>
        </p:txBody>
      </p:sp>
      <p:sp>
        <p:nvSpPr>
          <p:cNvPr id="40" name="TextBox 39">
            <a:extLst>
              <a:ext uri="{FF2B5EF4-FFF2-40B4-BE49-F238E27FC236}">
                <a16:creationId xmlns:a16="http://schemas.microsoft.com/office/drawing/2014/main" id="{3C38BF72-99B7-FDE7-4E1B-F12CE2AA9A96}"/>
              </a:ext>
            </a:extLst>
          </p:cNvPr>
          <p:cNvSpPr txBox="1"/>
          <p:nvPr/>
        </p:nvSpPr>
        <p:spPr>
          <a:xfrm>
            <a:off x="8616280" y="1688952"/>
            <a:ext cx="2821289" cy="910122"/>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05.07.2026</a:t>
            </a:r>
            <a:br>
              <a:rPr kumimoji="0" lang="en-US" sz="1400" b="0" i="0" u="none" strike="noStrike" kern="1200" cap="none" spc="0" normalizeH="0" baseline="0" noProof="0" dirty="0">
                <a:ln>
                  <a:noFill/>
                </a:ln>
                <a:effectLst/>
                <a:uLnTx/>
                <a:uFillTx/>
                <a:ea typeface="+mn-ea"/>
                <a:cs typeface="+mn-cs"/>
              </a:rPr>
            </a:br>
            <a:r>
              <a:rPr kumimoji="0" lang="en-US" sz="1400" b="1" i="0" u="none" strike="noStrike" kern="1200" cap="none" spc="0" normalizeH="0" baseline="0" noProof="0" dirty="0">
                <a:ln>
                  <a:noFill/>
                </a:ln>
                <a:solidFill>
                  <a:schemeClr val="tx2"/>
                </a:solidFill>
                <a:effectLst/>
                <a:uLnTx/>
                <a:uFillTx/>
                <a:ea typeface="+mn-ea"/>
                <a:cs typeface="+mn-cs"/>
              </a:rPr>
              <a:t>Event type</a:t>
            </a:r>
            <a:endParaRPr kumimoji="0" lang="en-US" sz="400" b="0" i="0" u="none" strike="noStrike" kern="1200" cap="none" spc="0" normalizeH="0" baseline="0" noProof="0" dirty="0">
              <a:ln>
                <a:noFill/>
              </a:ln>
              <a:solidFill>
                <a:schemeClr val="tx2"/>
              </a:solidFill>
              <a:effectLst/>
              <a:uLnTx/>
              <a:uFillTx/>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effectLst/>
                <a:uLnTx/>
                <a:uFillTx/>
                <a:ea typeface="+mn-ea"/>
                <a:cs typeface="+mn-cs"/>
              </a:rPr>
              <a:t>Key milestone</a:t>
            </a:r>
          </a:p>
        </p:txBody>
      </p:sp>
      <p:sp>
        <p:nvSpPr>
          <p:cNvPr id="41" name="TextBox 40">
            <a:extLst>
              <a:ext uri="{FF2B5EF4-FFF2-40B4-BE49-F238E27FC236}">
                <a16:creationId xmlns:a16="http://schemas.microsoft.com/office/drawing/2014/main" id="{B75B1264-9199-72ED-FEC7-40407946989E}"/>
              </a:ext>
            </a:extLst>
          </p:cNvPr>
          <p:cNvSpPr txBox="1"/>
          <p:nvPr/>
        </p:nvSpPr>
        <p:spPr>
          <a:xfrm>
            <a:off x="8616280" y="3828380"/>
            <a:ext cx="2475055" cy="1202510"/>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err="1">
                <a:ln>
                  <a:noFill/>
                </a:ln>
                <a:effectLst/>
                <a:uLnTx/>
                <a:uFillTx/>
                <a:ea typeface="Roboto Light" panose="02000000000000000000" pitchFamily="2" charset="0"/>
                <a:cs typeface="+mn-cs"/>
              </a:rPr>
              <a:t>Etiam</a:t>
            </a:r>
            <a:r>
              <a:rPr kumimoji="0" lang="en-US" sz="1200" b="0" i="0" u="none" strike="noStrike" kern="1200" cap="none" spc="0" normalizeH="0" baseline="0" noProof="0" dirty="0">
                <a:ln>
                  <a:noFill/>
                </a:ln>
                <a:effectLst/>
                <a:uLnTx/>
                <a:uFillTx/>
                <a:ea typeface="Roboto Light" panose="02000000000000000000" pitchFamily="2" charset="0"/>
                <a:cs typeface="+mn-cs"/>
              </a:rPr>
              <a:t> sit </a:t>
            </a:r>
            <a:r>
              <a:rPr kumimoji="0" lang="en-US" sz="1200" b="0" i="0" u="none" strike="noStrike" kern="1200" cap="none" spc="0" normalizeH="0" baseline="0" noProof="0" dirty="0" err="1">
                <a:ln>
                  <a:noFill/>
                </a:ln>
                <a:effectLst/>
                <a:uLnTx/>
                <a:uFillTx/>
                <a:ea typeface="Roboto Light" panose="02000000000000000000" pitchFamily="2" charset="0"/>
                <a:cs typeface="+mn-cs"/>
              </a:rPr>
              <a:t>amet</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orci</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eget</a:t>
            </a:r>
            <a:r>
              <a:rPr kumimoji="0" lang="en-US" sz="1200" b="0" i="0" u="none" strike="noStrike" kern="1200" cap="none" spc="0" normalizeH="0" baseline="0" noProof="0" dirty="0">
                <a:ln>
                  <a:noFill/>
                </a:ln>
                <a:effectLst/>
                <a:uLnTx/>
                <a:uFillTx/>
                <a:ea typeface="Roboto Light" panose="02000000000000000000" pitchFamily="2" charset="0"/>
                <a:cs typeface="+mn-cs"/>
              </a:rPr>
              <a:t> eros </a:t>
            </a:r>
            <a:r>
              <a:rPr kumimoji="0" lang="en-US" sz="1200" b="0" i="0" u="none" strike="noStrike" kern="1200" cap="none" spc="0" normalizeH="0" baseline="0" noProof="0" dirty="0" err="1">
                <a:ln>
                  <a:noFill/>
                </a:ln>
                <a:effectLst/>
                <a:uLnTx/>
                <a:uFillTx/>
                <a:ea typeface="Roboto Light" panose="02000000000000000000" pitchFamily="2" charset="0"/>
                <a:cs typeface="+mn-cs"/>
              </a:rPr>
              <a:t>faucibus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tincidunt</a:t>
            </a:r>
            <a:r>
              <a:rPr kumimoji="0" lang="en-US" sz="1200" b="0" i="0" u="none" strike="noStrike" kern="1200" cap="none" spc="0" normalizeH="0" baseline="0" noProof="0" dirty="0">
                <a:ln>
                  <a:noFill/>
                </a:ln>
                <a:effectLst/>
                <a:uLnTx/>
                <a:uFillTx/>
                <a:ea typeface="Roboto Light" panose="02000000000000000000" pitchFamily="2" charset="0"/>
                <a:cs typeface="+mn-cs"/>
              </a:rPr>
              <a:t>. Duis </a:t>
            </a:r>
            <a:r>
              <a:rPr kumimoji="0" lang="en-US" sz="1200" b="0" i="0" u="none" strike="noStrike" kern="1200" cap="none" spc="0" normalizeH="0" baseline="0" noProof="0" dirty="0" err="1">
                <a:ln>
                  <a:noFill/>
                </a:ln>
                <a:effectLst/>
                <a:uLnTx/>
                <a:uFillTx/>
                <a:ea typeface="Roboto Light" panose="02000000000000000000" pitchFamily="2" charset="0"/>
                <a:cs typeface="+mn-cs"/>
              </a:rPr>
              <a:t>leo</a:t>
            </a:r>
            <a:r>
              <a:rPr kumimoji="0" lang="en-US" sz="1200" b="0" i="0" u="none" strike="noStrike" kern="1200" cap="none" spc="0" normalizeH="0" baseline="0" noProof="0" dirty="0">
                <a:ln>
                  <a:noFill/>
                </a:ln>
                <a:effectLst/>
                <a:uLnTx/>
                <a:uFillTx/>
                <a:ea typeface="Roboto Light" panose="02000000000000000000" pitchFamily="2" charset="0"/>
                <a:cs typeface="+mn-cs"/>
              </a:rPr>
              <a:t>. Sed </a:t>
            </a:r>
            <a:r>
              <a:rPr kumimoji="0" lang="en-US" sz="1200" b="0" i="0" u="none" strike="noStrike" kern="1200" cap="none" spc="0" normalizeH="0" baseline="0" noProof="0" dirty="0" err="1">
                <a:ln>
                  <a:noFill/>
                </a:ln>
                <a:effectLst/>
                <a:uLnTx/>
                <a:uFillTx/>
                <a:ea typeface="Roboto Light" panose="02000000000000000000" pitchFamily="2" charset="0"/>
                <a:cs typeface="+mn-cs"/>
              </a:rPr>
              <a:t>fringilla</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mauris</a:t>
            </a:r>
            <a:r>
              <a:rPr kumimoji="0" lang="en-US" sz="1200" b="0" i="0" u="none" strike="noStrike" kern="1200" cap="none" spc="0" normalizeH="0" baseline="0" noProof="0" dirty="0">
                <a:ln>
                  <a:noFill/>
                </a:ln>
                <a:effectLst/>
                <a:uLnTx/>
                <a:uFillTx/>
                <a:ea typeface="Roboto Light" panose="02000000000000000000" pitchFamily="2" charset="0"/>
                <a:cs typeface="+mn-cs"/>
              </a:rPr>
              <a:t> sit </a:t>
            </a:r>
            <a:r>
              <a:rPr kumimoji="0" lang="en-US" sz="1200" b="0" i="0" u="none" strike="noStrike" kern="1200" cap="none" spc="0" normalizeH="0" baseline="0" noProof="0" dirty="0" err="1">
                <a:ln>
                  <a:noFill/>
                </a:ln>
                <a:effectLst/>
                <a:uLnTx/>
                <a:uFillTx/>
                <a:ea typeface="Roboto Light" panose="02000000000000000000" pitchFamily="2" charset="0"/>
                <a:cs typeface="+mn-cs"/>
              </a:rPr>
              <a:t>amet</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nibh</a:t>
            </a:r>
            <a:r>
              <a:rPr kumimoji="0" lang="en-US" sz="1200" b="0" i="0" u="none" strike="noStrike" kern="1200" cap="none" spc="0" normalizeH="0" baseline="0" noProof="0" dirty="0">
                <a:ln>
                  <a:noFill/>
                </a:ln>
                <a:effectLst/>
                <a:uLnTx/>
                <a:uFillTx/>
                <a:ea typeface="Roboto Light" panose="02000000000000000000" pitchFamily="2" charset="0"/>
                <a:cs typeface="+mn-cs"/>
              </a:rPr>
              <a:t>. Donec </a:t>
            </a:r>
            <a:r>
              <a:rPr kumimoji="0" lang="en-US" sz="1200" b="0" i="0" u="none" strike="noStrike" kern="1200" cap="none" spc="0" normalizeH="0" baseline="0" noProof="0" dirty="0" err="1">
                <a:ln>
                  <a:noFill/>
                </a:ln>
                <a:effectLst/>
                <a:uLnTx/>
                <a:uFillTx/>
                <a:ea typeface="Roboto Light" panose="02000000000000000000" pitchFamily="2" charset="0"/>
                <a:cs typeface="+mn-cs"/>
              </a:rPr>
              <a:t>sodales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sagittis</a:t>
            </a:r>
            <a:r>
              <a:rPr kumimoji="0" lang="en-US" sz="1200" b="0" i="0" u="none" strike="noStrike" kern="1200" cap="none" spc="0" normalizeH="0" baseline="0" noProof="0" dirty="0">
                <a:ln>
                  <a:noFill/>
                </a:ln>
                <a:effectLst/>
                <a:uLnTx/>
                <a:uFillTx/>
                <a:ea typeface="Roboto Light" panose="02000000000000000000" pitchFamily="2" charset="0"/>
                <a:cs typeface="+mn-cs"/>
              </a:rPr>
              <a:t> magna. Sed </a:t>
            </a:r>
            <a:r>
              <a:rPr kumimoji="0" lang="en-US" sz="1200" b="0" i="0" u="none" strike="noStrike" kern="1200" cap="none" spc="0" normalizeH="0" baseline="0" noProof="0" dirty="0" err="1">
                <a:ln>
                  <a:noFill/>
                </a:ln>
                <a:effectLst/>
                <a:uLnTx/>
                <a:uFillTx/>
                <a:ea typeface="Roboto Light" panose="02000000000000000000" pitchFamily="2" charset="0"/>
                <a:cs typeface="+mn-cs"/>
              </a:rPr>
              <a:t>consequat</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leo</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eget</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bibendum</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sodales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augue</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velit</a:t>
            </a:r>
            <a:r>
              <a:rPr kumimoji="0" lang="en-US" sz="1200" b="0" i="0" u="none" strike="noStrike" kern="1200" cap="none" spc="0" normalizeH="0" baseline="0" noProof="0" dirty="0">
                <a:ln>
                  <a:noFill/>
                </a:ln>
                <a:effectLst/>
                <a:uLnTx/>
                <a:uFillTx/>
                <a:ea typeface="Roboto Light" panose="02000000000000000000" pitchFamily="2" charset="0"/>
                <a:cs typeface="+mn-cs"/>
              </a:rPr>
              <a:t> cursus nunc.</a:t>
            </a:r>
            <a:endParaRPr kumimoji="0" lang="en-US" sz="1867" b="0" i="0" u="none" strike="noStrike" kern="1200" cap="none" spc="0" normalizeH="0" baseline="0" noProof="0" dirty="0">
              <a:ln>
                <a:noFill/>
              </a:ln>
              <a:effectLst/>
              <a:uLnTx/>
              <a:uFillTx/>
              <a:ea typeface="Roboto Light" panose="02000000000000000000" pitchFamily="2" charset="0"/>
              <a:cs typeface="+mn-cs"/>
            </a:endParaRPr>
          </a:p>
        </p:txBody>
      </p:sp>
      <p:sp>
        <p:nvSpPr>
          <p:cNvPr id="42" name="TextBox 41">
            <a:extLst>
              <a:ext uri="{FF2B5EF4-FFF2-40B4-BE49-F238E27FC236}">
                <a16:creationId xmlns:a16="http://schemas.microsoft.com/office/drawing/2014/main" id="{9CB67204-EB6C-31E8-A3C1-B8F9B6F4D45E}"/>
              </a:ext>
              <a:ext uri="{C183D7F6-B498-43B3-948B-1728B52AA6E4}">
                <adec:decorative xmlns:adec="http://schemas.microsoft.com/office/drawing/2017/decorative" val="1"/>
              </a:ext>
            </a:extLst>
          </p:cNvPr>
          <p:cNvSpPr txBox="1"/>
          <p:nvPr>
            <p:custDataLst>
              <p:tags r:id="rId1"/>
            </p:custDataLst>
          </p:nvPr>
        </p:nvSpPr>
        <p:spPr>
          <a:xfrm>
            <a:off x="5621" y="6093296"/>
            <a:ext cx="5541819" cy="231750"/>
          </a:xfrm>
          <a:prstGeom prst="rect">
            <a:avLst/>
          </a:prstGeom>
          <a:solidFill>
            <a:srgbClr val="FF816E"/>
          </a:solidFill>
          <a:ln>
            <a:noFill/>
          </a:ln>
        </p:spPr>
        <p:txBody>
          <a:bodyPr wrap="square" tIns="54000" bIns="54000" rtlCol="0">
            <a:noAutofit/>
          </a:bodyPr>
          <a:lstStyle>
            <a:defPPr>
              <a:defRPr lang="de-DE"/>
            </a:defPPr>
            <a:lvl1pPr algn="just">
              <a:spcBef>
                <a:spcPts val="400"/>
              </a:spcBef>
              <a:buClr>
                <a:schemeClr val="tx1"/>
              </a:buClr>
              <a:tabLst>
                <a:tab pos="809625" algn="l"/>
              </a:tabLst>
              <a:defRPr sz="1200">
                <a:latin typeface="Calibri" pitchFamily="34" charset="0"/>
              </a:defRPr>
            </a:lvl1pPr>
          </a:lstStyle>
          <a:p>
            <a:pPr marL="0" marR="0" lvl="1" indent="0" algn="l" defTabSz="914400" rtl="0" eaLnBrk="1" fontAlgn="auto" latinLnBrk="0" hangingPunct="1">
              <a:lnSpc>
                <a:spcPct val="100000"/>
              </a:lnSpc>
              <a:spcBef>
                <a:spcPts val="400"/>
              </a:spcBef>
              <a:spcAft>
                <a:spcPts val="0"/>
              </a:spcAft>
              <a:buClr>
                <a:srgbClr val="0070AD"/>
              </a:buClr>
              <a:buSzPct val="100000"/>
              <a:buFontTx/>
              <a:buNone/>
              <a:tabLst/>
              <a:defRPr/>
            </a:pPr>
            <a:r>
              <a:rPr kumimoji="0" lang="en-US" sz="800" b="1" i="0" u="none" strike="noStrike" kern="1200" cap="none" spc="0" normalizeH="0" baseline="0" noProof="0" dirty="0">
                <a:ln>
                  <a:noFill/>
                </a:ln>
                <a:solidFill>
                  <a:srgbClr val="000000"/>
                </a:solidFill>
                <a:effectLst/>
                <a:uLnTx/>
                <a:uFillTx/>
                <a:ea typeface="+mn-ea"/>
                <a:cs typeface="+mn-cs"/>
                <a:sym typeface="Calibri"/>
              </a:rPr>
              <a:t>TIP: </a:t>
            </a:r>
            <a:r>
              <a:rPr kumimoji="0" lang="en-US" sz="800" u="none" strike="noStrike" kern="1200" cap="none" spc="0" normalizeH="0" baseline="0" noProof="0" dirty="0">
                <a:ln>
                  <a:noFill/>
                </a:ln>
                <a:solidFill>
                  <a:srgbClr val="000000"/>
                </a:solidFill>
                <a:effectLst/>
                <a:uLnTx/>
                <a:uFillTx/>
                <a:ea typeface="+mn-ea"/>
                <a:cs typeface="Calibri" pitchFamily="34" charset="0"/>
              </a:rPr>
              <a:t>This slide features a transition which can be used alongside the next slide to create an animated timeline.</a:t>
            </a:r>
          </a:p>
        </p:txBody>
      </p:sp>
      <p:sp>
        <p:nvSpPr>
          <p:cNvPr id="49" name="Date Placeholder 48">
            <a:extLst>
              <a:ext uri="{FF2B5EF4-FFF2-40B4-BE49-F238E27FC236}">
                <a16:creationId xmlns:a16="http://schemas.microsoft.com/office/drawing/2014/main" id="{D9864459-59F6-BF5B-FEFD-1DD627A4A4A7}"/>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50" name="Footer Placeholder 49">
            <a:extLst>
              <a:ext uri="{FF2B5EF4-FFF2-40B4-BE49-F238E27FC236}">
                <a16:creationId xmlns:a16="http://schemas.microsoft.com/office/drawing/2014/main" id="{F1112D47-021A-2ADC-074B-14E585569734}"/>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51" name="Slide Number Placeholder 50">
            <a:extLst>
              <a:ext uri="{FF2B5EF4-FFF2-40B4-BE49-F238E27FC236}">
                <a16:creationId xmlns:a16="http://schemas.microsoft.com/office/drawing/2014/main" id="{1A60F8AF-1535-AD54-1A22-1C949D49C7A6}"/>
              </a:ext>
            </a:extLst>
          </p:cNvPr>
          <p:cNvSpPr>
            <a:spLocks noGrp="1"/>
          </p:cNvSpPr>
          <p:nvPr>
            <p:ph type="sldNum" sz="quarter" idx="12"/>
          </p:nvPr>
        </p:nvSpPr>
        <p:spPr/>
        <p:txBody>
          <a:bodyPr/>
          <a:lstStyle/>
          <a:p>
            <a:pPr algn="r"/>
            <a:fld id="{5D9A5160-6218-4E5A-B9E6-B93E3DAE377C}" type="slidenum">
              <a:rPr lang="en-US" smtClean="0"/>
              <a:pPr algn="r"/>
              <a:t>15</a:t>
            </a:fld>
            <a:endParaRPr lang="en-US" dirty="0"/>
          </a:p>
        </p:txBody>
      </p:sp>
    </p:spTree>
    <p:extLst>
      <p:ext uri="{BB962C8B-B14F-4D97-AF65-F5344CB8AC3E}">
        <p14:creationId xmlns:p14="http://schemas.microsoft.com/office/powerpoint/2010/main" val="216618823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537473-2050-1FFB-323D-2440D0107D03}"/>
            </a:ext>
          </a:extLst>
        </p:cNvPr>
        <p:cNvGrpSpPr/>
        <p:nvPr/>
      </p:nvGrpSpPr>
      <p:grpSpPr>
        <a:xfrm>
          <a:off x="0" y="0"/>
          <a:ext cx="0" cy="0"/>
          <a:chOff x="0" y="0"/>
          <a:chExt cx="0" cy="0"/>
        </a:xfrm>
      </p:grpSpPr>
      <p:cxnSp>
        <p:nvCxnSpPr>
          <p:cNvPr id="25" name="Straight Connector 24">
            <a:extLst>
              <a:ext uri="{FF2B5EF4-FFF2-40B4-BE49-F238E27FC236}">
                <a16:creationId xmlns:a16="http://schemas.microsoft.com/office/drawing/2014/main" id="{F89DCCD8-DBC8-33B6-F4E3-7012B6E2C832}"/>
              </a:ext>
              <a:ext uri="{C183D7F6-B498-43B3-948B-1728B52AA6E4}">
                <adec:decorative xmlns:adec="http://schemas.microsoft.com/office/drawing/2017/decorative" val="1"/>
              </a:ext>
            </a:extLst>
          </p:cNvPr>
          <p:cNvCxnSpPr>
            <a:cxnSpLocks/>
          </p:cNvCxnSpPr>
          <p:nvPr/>
        </p:nvCxnSpPr>
        <p:spPr>
          <a:xfrm>
            <a:off x="0" y="3440421"/>
            <a:ext cx="12192000" cy="0"/>
          </a:xfrm>
          <a:prstGeom prst="line">
            <a:avLst/>
          </a:prstGeom>
          <a:ln w="38100">
            <a:solidFill>
              <a:schemeClr val="accent3"/>
            </a:solidFill>
          </a:ln>
          <a:effectLst/>
        </p:spPr>
        <p:style>
          <a:lnRef idx="2">
            <a:schemeClr val="accent1"/>
          </a:lnRef>
          <a:fillRef idx="0">
            <a:schemeClr val="accent1"/>
          </a:fillRef>
          <a:effectRef idx="1">
            <a:schemeClr val="accent1"/>
          </a:effectRef>
          <a:fontRef idx="minor">
            <a:schemeClr val="tx1"/>
          </a:fontRef>
        </p:style>
      </p:cxnSp>
      <p:sp>
        <p:nvSpPr>
          <p:cNvPr id="28" name="Title 6">
            <a:extLst>
              <a:ext uri="{FF2B5EF4-FFF2-40B4-BE49-F238E27FC236}">
                <a16:creationId xmlns:a16="http://schemas.microsoft.com/office/drawing/2014/main" id="{2DCDD975-2440-F2E3-965B-8F0A5B9AA965}"/>
              </a:ext>
            </a:extLst>
          </p:cNvPr>
          <p:cNvSpPr txBox="1">
            <a:spLocks noGrp="1"/>
          </p:cNvSpPr>
          <p:nvPr>
            <p:ph type="title" idx="4294967295"/>
          </p:nvPr>
        </p:nvSpPr>
        <p:spPr>
          <a:xfrm>
            <a:off x="1780746" y="1944995"/>
            <a:ext cx="2818489" cy="1215717"/>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lvl1pPr marL="0" marR="0" indent="0" algn="l" defTabSz="914400" rtl="0" eaLnBrk="1" fontAlgn="auto" latinLnBrk="0" hangingPunct="1">
              <a:lnSpc>
                <a:spcPct val="90000"/>
              </a:lnSpc>
              <a:spcBef>
                <a:spcPct val="0"/>
              </a:spcBef>
              <a:spcAft>
                <a:spcPts val="0"/>
              </a:spcAft>
              <a:buClrTx/>
              <a:buSzTx/>
              <a:buFontTx/>
              <a:buNone/>
              <a:tabLst/>
              <a:defRPr kumimoji="0" lang="de-DE" sz="3200" b="0" i="0" u="none" strike="noStrike" kern="1200" cap="none" spc="0" normalizeH="0" baseline="0" noProof="0" dirty="0">
                <a:ln>
                  <a:noFill/>
                </a:ln>
                <a:solidFill>
                  <a:schemeClr val="tx1"/>
                </a:solidFill>
                <a:effectLst/>
                <a:uLnTx/>
                <a:uFillTx/>
                <a:latin typeface="+mj-lt"/>
                <a:ea typeface="+mj-ea"/>
                <a:cs typeface="+mj-cs"/>
              </a:defRPr>
            </a:lvl1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15.07.2026</a:t>
            </a:r>
            <a:br>
              <a:rPr kumimoji="0" lang="en-US" sz="1400" b="0" i="0" u="none" strike="noStrike" kern="1200" cap="none" spc="0" normalizeH="0" baseline="0" noProof="0" dirty="0">
                <a:ln>
                  <a:noFill/>
                </a:ln>
                <a:solidFill>
                  <a:schemeClr val="tx1"/>
                </a:solidFill>
                <a:effectLst/>
                <a:uLnTx/>
                <a:uFillTx/>
                <a:latin typeface="+mn-lt"/>
                <a:ea typeface="+mn-ea"/>
                <a:cs typeface="+mn-cs"/>
              </a:rPr>
            </a:br>
            <a:r>
              <a:rPr kumimoji="0" lang="en-US" sz="1400" b="1" i="0" u="none" strike="noStrike" kern="1200" cap="none" spc="0" normalizeH="0" baseline="0" noProof="0" dirty="0">
                <a:ln>
                  <a:noFill/>
                </a:ln>
                <a:solidFill>
                  <a:schemeClr val="tx2"/>
                </a:solidFill>
                <a:effectLst/>
                <a:uLnTx/>
                <a:uFillTx/>
                <a:latin typeface="+mn-lt"/>
                <a:ea typeface="+mn-ea"/>
                <a:cs typeface="+mn-cs"/>
              </a:rPr>
              <a:t>Event type</a:t>
            </a:r>
            <a:endParaRPr kumimoji="0" lang="en-US" sz="400" b="0" i="0" u="none" strike="noStrike" kern="1200" cap="none" spc="0" normalizeH="0" baseline="0" noProof="0" dirty="0">
              <a:ln>
                <a:noFill/>
              </a:ln>
              <a:solidFill>
                <a:schemeClr val="tx2"/>
              </a:solidFill>
              <a:effectLst/>
              <a:uLnTx/>
              <a:uFillTx/>
              <a:latin typeface="+mn-lt"/>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schemeClr val="tx1"/>
                </a:solidFill>
                <a:effectLst/>
                <a:uLnTx/>
                <a:uFillTx/>
                <a:latin typeface="+mn-lt"/>
                <a:ea typeface="+mn-ea"/>
                <a:cs typeface="+mn-cs"/>
              </a:rPr>
              <a:t>Additional </a:t>
            </a:r>
            <a:br>
              <a:rPr kumimoji="0" lang="en-US" sz="2000" b="1" i="0" u="none" strike="noStrike" kern="1200" cap="none" spc="0" normalizeH="0" baseline="0" noProof="0" dirty="0">
                <a:ln>
                  <a:noFill/>
                </a:ln>
                <a:solidFill>
                  <a:schemeClr val="tx1"/>
                </a:solidFill>
                <a:effectLst/>
                <a:uLnTx/>
                <a:uFillTx/>
                <a:latin typeface="+mn-lt"/>
                <a:ea typeface="+mn-ea"/>
                <a:cs typeface="+mn-cs"/>
              </a:rPr>
            </a:br>
            <a:r>
              <a:rPr kumimoji="0" lang="en-US" sz="2000" b="1" i="0" u="none" strike="noStrike" kern="1200" cap="none" spc="0" normalizeH="0" baseline="0" noProof="0" dirty="0">
                <a:ln>
                  <a:noFill/>
                </a:ln>
                <a:solidFill>
                  <a:schemeClr val="tx1"/>
                </a:solidFill>
                <a:effectLst/>
                <a:uLnTx/>
                <a:uFillTx/>
                <a:latin typeface="+mn-lt"/>
                <a:ea typeface="+mn-ea"/>
                <a:cs typeface="+mn-cs"/>
              </a:rPr>
              <a:t>milestone</a:t>
            </a:r>
          </a:p>
        </p:txBody>
      </p:sp>
      <p:sp>
        <p:nvSpPr>
          <p:cNvPr id="30" name="TextBox 29">
            <a:extLst>
              <a:ext uri="{FF2B5EF4-FFF2-40B4-BE49-F238E27FC236}">
                <a16:creationId xmlns:a16="http://schemas.microsoft.com/office/drawing/2014/main" id="{A1481CAC-364F-B0F9-F9FA-021173A6FFC4}"/>
              </a:ext>
            </a:extLst>
          </p:cNvPr>
          <p:cNvSpPr txBox="1"/>
          <p:nvPr/>
        </p:nvSpPr>
        <p:spPr>
          <a:xfrm>
            <a:off x="1084015" y="3816330"/>
            <a:ext cx="2798481" cy="1754326"/>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effectLst/>
                <a:uLnTx/>
                <a:uFillTx/>
                <a:ea typeface="Roboto Light" panose="02000000000000000000" pitchFamily="2" charset="0"/>
                <a:cs typeface="+mn-cs"/>
              </a:rPr>
              <a:t>Lorem ipsum dolor sit </a:t>
            </a:r>
            <a:r>
              <a:rPr kumimoji="0" lang="en-US" sz="1200" b="0" i="0" u="none" strike="noStrike" kern="1200" cap="none" spc="0" normalizeH="0" baseline="0" noProof="0" dirty="0" err="1">
                <a:ln>
                  <a:noFill/>
                </a:ln>
                <a:effectLst/>
                <a:uLnTx/>
                <a:uFillTx/>
                <a:ea typeface="Roboto Light" panose="02000000000000000000" pitchFamily="2" charset="0"/>
                <a:cs typeface="+mn-cs"/>
              </a:rPr>
              <a:t>amet</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consectetuer</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adipiscing</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elit</a:t>
            </a:r>
            <a:r>
              <a:rPr kumimoji="0" lang="en-US" sz="1200" b="0" i="0" u="none" strike="noStrike" kern="1200" cap="none" spc="0" normalizeH="0" baseline="0" noProof="0" dirty="0">
                <a:ln>
                  <a:noFill/>
                </a:ln>
                <a:effectLst/>
                <a:uLnTx/>
                <a:uFillTx/>
                <a:ea typeface="Roboto Light" panose="02000000000000000000" pitchFamily="2" charset="0"/>
                <a:cs typeface="+mn-cs"/>
              </a:rPr>
              <a:t>. Aenean </a:t>
            </a:r>
            <a:r>
              <a:rPr kumimoji="0" lang="en-US" sz="1200" b="0" i="0" u="none" strike="noStrike" kern="1200" cap="none" spc="0" normalizeH="0" baseline="0" noProof="0" dirty="0" err="1">
                <a:ln>
                  <a:noFill/>
                </a:ln>
                <a:effectLst/>
                <a:uLnTx/>
                <a:uFillTx/>
                <a:ea typeface="Roboto Light" panose="02000000000000000000" pitchFamily="2" charset="0"/>
                <a:cs typeface="+mn-cs"/>
              </a:rPr>
              <a:t>commodo</a:t>
            </a:r>
            <a:r>
              <a:rPr kumimoji="0" lang="en-US" sz="1200" b="0" i="0" u="none" strike="noStrike" kern="1200" cap="none" spc="0" normalizeH="0" baseline="0" noProof="0" dirty="0">
                <a:ln>
                  <a:noFill/>
                </a:ln>
                <a:effectLst/>
                <a:uLnTx/>
                <a:uFillTx/>
                <a:ea typeface="Roboto Light" panose="02000000000000000000" pitchFamily="2" charset="0"/>
                <a:cs typeface="+mn-cs"/>
              </a:rPr>
              <a:t> ligula </a:t>
            </a:r>
            <a:r>
              <a:rPr kumimoji="0" lang="en-US" sz="1200" b="0" i="0" u="none" strike="noStrike" kern="1200" cap="none" spc="0" normalizeH="0" baseline="0" noProof="0" dirty="0" err="1">
                <a:ln>
                  <a:noFill/>
                </a:ln>
                <a:effectLst/>
                <a:uLnTx/>
                <a:uFillTx/>
                <a:ea typeface="Roboto Light" panose="02000000000000000000" pitchFamily="2" charset="0"/>
                <a:cs typeface="+mn-cs"/>
              </a:rPr>
              <a:t>eget</a:t>
            </a:r>
            <a:r>
              <a:rPr kumimoji="0" lang="en-US" sz="1200" b="0" i="0" u="none" strike="noStrike" kern="1200" cap="none" spc="0" normalizeH="0" baseline="0" noProof="0" dirty="0">
                <a:ln>
                  <a:noFill/>
                </a:ln>
                <a:effectLst/>
                <a:uLnTx/>
                <a:uFillTx/>
                <a:ea typeface="Roboto Light" panose="02000000000000000000" pitchFamily="2" charset="0"/>
                <a:cs typeface="+mn-cs"/>
              </a:rPr>
              <a:t> dolor. Aenean </a:t>
            </a:r>
            <a:r>
              <a:rPr kumimoji="0" lang="en-US" sz="1200" b="0" i="0" u="none" strike="noStrike" kern="1200" cap="none" spc="0" normalizeH="0" baseline="0" noProof="0" dirty="0" err="1">
                <a:ln>
                  <a:noFill/>
                </a:ln>
                <a:effectLst/>
                <a:uLnTx/>
                <a:uFillTx/>
                <a:ea typeface="Roboto Light" panose="02000000000000000000" pitchFamily="2" charset="0"/>
                <a:cs typeface="+mn-cs"/>
              </a:rPr>
              <a:t>massa</a:t>
            </a:r>
            <a:r>
              <a:rPr kumimoji="0" lang="en-US" sz="1200" b="0" i="0" u="none" strike="noStrike" kern="1200" cap="none" spc="0" normalizeH="0" baseline="0" noProof="0" dirty="0">
                <a:ln>
                  <a:noFill/>
                </a:ln>
                <a:effectLst/>
                <a:uLnTx/>
                <a:uFillTx/>
                <a:ea typeface="Roboto Light" panose="02000000000000000000" pitchFamily="2" charset="0"/>
                <a:cs typeface="+mn-cs"/>
              </a:rPr>
              <a:t>. Cum sociis </a:t>
            </a:r>
            <a:r>
              <a:rPr kumimoji="0" lang="en-US" sz="1200" b="0" i="0" u="none" strike="noStrike" kern="1200" cap="none" spc="0" normalizeH="0" baseline="0" noProof="0" dirty="0" err="1">
                <a:ln>
                  <a:noFill/>
                </a:ln>
                <a:effectLst/>
                <a:uLnTx/>
                <a:uFillTx/>
                <a:ea typeface="Roboto Light" panose="02000000000000000000" pitchFamily="2" charset="0"/>
                <a:cs typeface="+mn-cs"/>
              </a:rPr>
              <a:t>natoque</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penatibus</a:t>
            </a:r>
            <a:r>
              <a:rPr kumimoji="0" lang="en-US" sz="1200" b="0" i="0" u="none" strike="noStrike" kern="1200" cap="none" spc="0" normalizeH="0" baseline="0" noProof="0" dirty="0">
                <a:ln>
                  <a:noFill/>
                </a:ln>
                <a:effectLst/>
                <a:uLnTx/>
                <a:uFillTx/>
                <a:ea typeface="Roboto Light" panose="02000000000000000000" pitchFamily="2" charset="0"/>
                <a:cs typeface="+mn-cs"/>
              </a:rPr>
              <a:t> et </a:t>
            </a:r>
            <a:r>
              <a:rPr kumimoji="0" lang="en-US" sz="1200" b="0" i="0" u="none" strike="noStrike" kern="1200" cap="none" spc="0" normalizeH="0" baseline="0" noProof="0" dirty="0" err="1">
                <a:ln>
                  <a:noFill/>
                </a:ln>
                <a:effectLst/>
                <a:uLnTx/>
                <a:uFillTx/>
                <a:ea typeface="Roboto Light" panose="02000000000000000000" pitchFamily="2" charset="0"/>
                <a:cs typeface="+mn-cs"/>
              </a:rPr>
              <a:t>magnis</a:t>
            </a:r>
            <a:r>
              <a:rPr kumimoji="0" lang="en-US" sz="1200" b="0" i="0" u="none" strike="noStrike" kern="1200" cap="none" spc="0" normalizeH="0" baseline="0" noProof="0" dirty="0">
                <a:ln>
                  <a:noFill/>
                </a:ln>
                <a:effectLst/>
                <a:uLnTx/>
                <a:uFillTx/>
                <a:ea typeface="Roboto Light" panose="02000000000000000000" pitchFamily="2" charset="0"/>
                <a:cs typeface="+mn-cs"/>
              </a:rPr>
              <a:t> dis parturient </a:t>
            </a:r>
            <a:r>
              <a:rPr kumimoji="0" lang="en-US" sz="1200" b="0" i="0" u="none" strike="noStrike" kern="1200" cap="none" spc="0" normalizeH="0" baseline="0" noProof="0" dirty="0" err="1">
                <a:ln>
                  <a:noFill/>
                </a:ln>
                <a:effectLst/>
                <a:uLnTx/>
                <a:uFillTx/>
                <a:ea typeface="Roboto Light" panose="02000000000000000000" pitchFamily="2" charset="0"/>
                <a:cs typeface="+mn-cs"/>
              </a:rPr>
              <a:t>montes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nascetur</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ridiculus</a:t>
            </a:r>
            <a:r>
              <a:rPr kumimoji="0" lang="en-US" sz="1200" b="0" i="0" u="none" strike="noStrike" kern="1200" cap="none" spc="0" normalizeH="0" baseline="0" noProof="0" dirty="0">
                <a:ln>
                  <a:noFill/>
                </a:ln>
                <a:effectLst/>
                <a:uLnTx/>
                <a:uFillTx/>
                <a:ea typeface="Roboto Light" panose="02000000000000000000" pitchFamily="2" charset="0"/>
                <a:cs typeface="+mn-cs"/>
              </a:rPr>
              <a:t> mus. Donec </a:t>
            </a:r>
            <a:r>
              <a:rPr kumimoji="0" lang="en-US" sz="1200" b="0" i="0" u="none" strike="noStrike" kern="1200" cap="none" spc="0" normalizeH="0" baseline="0" noProof="0" dirty="0" err="1">
                <a:ln>
                  <a:noFill/>
                </a:ln>
                <a:effectLst/>
                <a:uLnTx/>
                <a:uFillTx/>
                <a:ea typeface="Roboto Light" panose="02000000000000000000" pitchFamily="2" charset="0"/>
                <a:cs typeface="+mn-cs"/>
              </a:rPr>
              <a:t>quam</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felis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ultricies</a:t>
            </a:r>
            <a:r>
              <a:rPr kumimoji="0" lang="en-US" sz="1200" b="0" i="0" u="none" strike="noStrike" kern="1200" cap="none" spc="0" normalizeH="0" baseline="0" noProof="0" dirty="0">
                <a:ln>
                  <a:noFill/>
                </a:ln>
                <a:effectLst/>
                <a:uLnTx/>
                <a:uFillTx/>
                <a:ea typeface="Roboto Light" panose="02000000000000000000" pitchFamily="2" charset="0"/>
                <a:cs typeface="+mn-cs"/>
              </a:rPr>
              <a:t> nec, </a:t>
            </a:r>
            <a:r>
              <a:rPr kumimoji="0" lang="en-US" sz="1200" b="0" i="0" u="none" strike="noStrike" kern="1200" cap="none" spc="0" normalizeH="0" baseline="0" noProof="0" dirty="0" err="1">
                <a:ln>
                  <a:noFill/>
                </a:ln>
                <a:effectLst/>
                <a:uLnTx/>
                <a:uFillTx/>
                <a:ea typeface="Roboto Light" panose="02000000000000000000" pitchFamily="2" charset="0"/>
                <a:cs typeface="+mn-cs"/>
              </a:rPr>
              <a:t>pellentesque</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eu</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pretium</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quis</a:t>
            </a:r>
            <a:r>
              <a:rPr kumimoji="0" lang="en-US" sz="1200" b="0" i="0" u="none" strike="noStrike" kern="1200" cap="none" spc="0" normalizeH="0" baseline="0" noProof="0" dirty="0">
                <a:ln>
                  <a:noFill/>
                </a:ln>
                <a:effectLst/>
                <a:uLnTx/>
                <a:uFillTx/>
                <a:ea typeface="Roboto Light" panose="02000000000000000000" pitchFamily="2" charset="0"/>
                <a:cs typeface="+mn-cs"/>
              </a:rPr>
              <a:t>, sem. Nulla </a:t>
            </a:r>
            <a:r>
              <a:rPr kumimoji="0" lang="en-US" sz="1200" b="0" i="0" u="none" strike="noStrike" kern="1200" cap="none" spc="0" normalizeH="0" baseline="0" noProof="0" dirty="0" err="1">
                <a:ln>
                  <a:noFill/>
                </a:ln>
                <a:effectLst/>
                <a:uLnTx/>
                <a:uFillTx/>
                <a:ea typeface="Roboto Light" panose="02000000000000000000" pitchFamily="2" charset="0"/>
                <a:cs typeface="+mn-cs"/>
              </a:rPr>
              <a:t>consequat</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massa</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quis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enim</a:t>
            </a:r>
            <a:r>
              <a:rPr kumimoji="0" lang="en-US" sz="1200" b="0" i="0" u="none" strike="noStrike" kern="1200" cap="none" spc="0" normalizeH="0" baseline="0" noProof="0" dirty="0">
                <a:ln>
                  <a:noFill/>
                </a:ln>
                <a:effectLst/>
                <a:uLnTx/>
                <a:uFillTx/>
                <a:ea typeface="Roboto Light" panose="02000000000000000000" pitchFamily="2" charset="0"/>
                <a:cs typeface="+mn-cs"/>
              </a:rPr>
              <a:t>. </a:t>
            </a:r>
            <a:endParaRPr kumimoji="0" lang="en-US" sz="1867" b="0" i="0" u="none" strike="noStrike" kern="1200" cap="none" spc="0" normalizeH="0" baseline="0" noProof="0" dirty="0">
              <a:ln>
                <a:noFill/>
              </a:ln>
              <a:effectLst/>
              <a:uLnTx/>
              <a:uFillTx/>
              <a:ea typeface="Roboto Light" panose="02000000000000000000" pitchFamily="2" charset="0"/>
              <a:cs typeface="+mn-cs"/>
            </a:endParaRPr>
          </a:p>
        </p:txBody>
      </p:sp>
      <p:sp>
        <p:nvSpPr>
          <p:cNvPr id="31" name="TextBox 30">
            <a:extLst>
              <a:ext uri="{FF2B5EF4-FFF2-40B4-BE49-F238E27FC236}">
                <a16:creationId xmlns:a16="http://schemas.microsoft.com/office/drawing/2014/main" id="{FDE5A68A-28AD-D44D-E4CC-7258D7A0BC4B}"/>
              </a:ext>
            </a:extLst>
          </p:cNvPr>
          <p:cNvSpPr txBox="1"/>
          <p:nvPr/>
        </p:nvSpPr>
        <p:spPr>
          <a:xfrm>
            <a:off x="5560627" y="3840892"/>
            <a:ext cx="2475055" cy="90794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25.07.2026</a:t>
            </a:r>
            <a:br>
              <a:rPr kumimoji="0" lang="en-US" sz="1400" b="0" i="0" u="none" strike="noStrike" kern="1200" cap="none" spc="0" normalizeH="0" baseline="0" noProof="0" dirty="0">
                <a:ln>
                  <a:noFill/>
                </a:ln>
                <a:effectLst/>
                <a:uLnTx/>
                <a:uFillTx/>
                <a:ea typeface="+mn-ea"/>
                <a:cs typeface="+mn-cs"/>
              </a:rPr>
            </a:br>
            <a:r>
              <a:rPr kumimoji="0" lang="en-US" sz="1400" b="1" i="0" u="none" strike="noStrike" kern="1200" cap="none" spc="0" normalizeH="0" baseline="0" noProof="0" dirty="0">
                <a:ln>
                  <a:noFill/>
                </a:ln>
                <a:solidFill>
                  <a:schemeClr val="tx2"/>
                </a:solidFill>
                <a:effectLst/>
                <a:uLnTx/>
                <a:uFillTx/>
                <a:ea typeface="+mn-ea"/>
                <a:cs typeface="+mn-cs"/>
              </a:rPr>
              <a:t>Event type</a:t>
            </a:r>
            <a:endParaRPr kumimoji="0" lang="en-US" sz="400" b="0" i="0" u="none" strike="noStrike" kern="1200" cap="none" spc="0" normalizeH="0" baseline="0" noProof="0" dirty="0">
              <a:ln>
                <a:noFill/>
              </a:ln>
              <a:solidFill>
                <a:schemeClr val="tx2"/>
              </a:solidFill>
              <a:effectLst/>
              <a:uLnTx/>
              <a:uFillTx/>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effectLst/>
                <a:uLnTx/>
                <a:uFillTx/>
                <a:ea typeface="+mn-ea"/>
                <a:cs typeface="+mn-cs"/>
              </a:rPr>
              <a:t>Another milestone</a:t>
            </a:r>
          </a:p>
        </p:txBody>
      </p:sp>
      <p:sp>
        <p:nvSpPr>
          <p:cNvPr id="32" name="TextBox 31">
            <a:extLst>
              <a:ext uri="{FF2B5EF4-FFF2-40B4-BE49-F238E27FC236}">
                <a16:creationId xmlns:a16="http://schemas.microsoft.com/office/drawing/2014/main" id="{302B2597-057A-3A79-3FB4-066E71D44146}"/>
              </a:ext>
            </a:extLst>
          </p:cNvPr>
          <p:cNvSpPr txBox="1"/>
          <p:nvPr/>
        </p:nvSpPr>
        <p:spPr>
          <a:xfrm>
            <a:off x="4799856" y="1676902"/>
            <a:ext cx="2475055" cy="1384995"/>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effectLst/>
                <a:uLnTx/>
                <a:uFillTx/>
                <a:ea typeface="Roboto Light" panose="02000000000000000000" pitchFamily="2" charset="0"/>
                <a:cs typeface="+mn-cs"/>
              </a:rPr>
              <a:t>Lorem ipsum dolor sit </a:t>
            </a:r>
            <a:r>
              <a:rPr kumimoji="0" lang="en-US" sz="1200" b="0" i="0" u="none" strike="noStrike" kern="1200" cap="none" spc="0" normalizeH="0" baseline="0" noProof="0" dirty="0" err="1">
                <a:ln>
                  <a:noFill/>
                </a:ln>
                <a:effectLst/>
                <a:uLnTx/>
                <a:uFillTx/>
                <a:ea typeface="Roboto Light" panose="02000000000000000000" pitchFamily="2" charset="0"/>
                <a:cs typeface="+mn-cs"/>
              </a:rPr>
              <a:t>amet</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consectetuer</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adipiscing</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elit</a:t>
            </a:r>
            <a:r>
              <a:rPr kumimoji="0" lang="en-US" sz="1200" b="0" i="0" u="none" strike="noStrike" kern="1200" cap="none" spc="0" normalizeH="0" baseline="0" noProof="0" dirty="0">
                <a:ln>
                  <a:noFill/>
                </a:ln>
                <a:effectLst/>
                <a:uLnTx/>
                <a:uFillTx/>
                <a:ea typeface="Roboto Light" panose="02000000000000000000" pitchFamily="2" charset="0"/>
                <a:cs typeface="+mn-cs"/>
              </a:rPr>
              <a:t>. Aenean </a:t>
            </a:r>
            <a:r>
              <a:rPr kumimoji="0" lang="en-US" sz="1200" b="0" i="0" u="none" strike="noStrike" kern="1200" cap="none" spc="0" normalizeH="0" baseline="0" noProof="0" dirty="0" err="1">
                <a:ln>
                  <a:noFill/>
                </a:ln>
                <a:effectLst/>
                <a:uLnTx/>
                <a:uFillTx/>
                <a:ea typeface="Roboto Light" panose="02000000000000000000" pitchFamily="2" charset="0"/>
                <a:cs typeface="+mn-cs"/>
              </a:rPr>
              <a:t>commodo</a:t>
            </a:r>
            <a:r>
              <a:rPr kumimoji="0" lang="en-US" sz="1200" b="0" i="0" u="none" strike="noStrike" kern="1200" cap="none" spc="0" normalizeH="0" baseline="0" noProof="0" dirty="0">
                <a:ln>
                  <a:noFill/>
                </a:ln>
                <a:effectLst/>
                <a:uLnTx/>
                <a:uFillTx/>
                <a:ea typeface="Roboto Light" panose="02000000000000000000" pitchFamily="2" charset="0"/>
                <a:cs typeface="+mn-cs"/>
              </a:rPr>
              <a:t> ligula </a:t>
            </a:r>
            <a:r>
              <a:rPr kumimoji="0" lang="en-US" sz="1200" b="0" i="0" u="none" strike="noStrike" kern="1200" cap="none" spc="0" normalizeH="0" baseline="0" noProof="0" dirty="0" err="1">
                <a:ln>
                  <a:noFill/>
                </a:ln>
                <a:effectLst/>
                <a:uLnTx/>
                <a:uFillTx/>
                <a:ea typeface="Roboto Light" panose="02000000000000000000" pitchFamily="2" charset="0"/>
                <a:cs typeface="+mn-cs"/>
              </a:rPr>
              <a:t>eget</a:t>
            </a:r>
            <a:r>
              <a:rPr kumimoji="0" lang="en-US" sz="1200" b="0" i="0" u="none" strike="noStrike" kern="1200" cap="none" spc="0" normalizeH="0" baseline="0" noProof="0" dirty="0">
                <a:ln>
                  <a:noFill/>
                </a:ln>
                <a:effectLst/>
                <a:uLnTx/>
                <a:uFillTx/>
                <a:ea typeface="Roboto Light" panose="02000000000000000000" pitchFamily="2" charset="0"/>
                <a:cs typeface="+mn-cs"/>
              </a:rPr>
              <a:t> dolor. Aenean </a:t>
            </a:r>
            <a:r>
              <a:rPr kumimoji="0" lang="en-US" sz="1200" b="0" i="0" u="none" strike="noStrike" kern="1200" cap="none" spc="0" normalizeH="0" baseline="0" noProof="0" dirty="0" err="1">
                <a:ln>
                  <a:noFill/>
                </a:ln>
                <a:effectLst/>
                <a:uLnTx/>
                <a:uFillTx/>
                <a:ea typeface="Roboto Light" panose="02000000000000000000" pitchFamily="2" charset="0"/>
                <a:cs typeface="+mn-cs"/>
              </a:rPr>
              <a:t>massa</a:t>
            </a:r>
            <a:r>
              <a:rPr kumimoji="0" lang="en-US" sz="1200" b="0" i="0" u="none" strike="noStrike" kern="1200" cap="none" spc="0" normalizeH="0" baseline="0" noProof="0" dirty="0">
                <a:ln>
                  <a:noFill/>
                </a:ln>
                <a:effectLst/>
                <a:uLnTx/>
                <a:uFillTx/>
                <a:ea typeface="Roboto Light" panose="02000000000000000000" pitchFamily="2" charset="0"/>
                <a:cs typeface="+mn-cs"/>
              </a:rPr>
              <a:t>. Cum sociis </a:t>
            </a:r>
            <a:r>
              <a:rPr kumimoji="0" lang="en-US" sz="1200" b="0" i="0" u="none" strike="noStrike" kern="1200" cap="none" spc="0" normalizeH="0" baseline="0" noProof="0" dirty="0" err="1">
                <a:ln>
                  <a:noFill/>
                </a:ln>
                <a:effectLst/>
                <a:uLnTx/>
                <a:uFillTx/>
                <a:ea typeface="Roboto Light" panose="02000000000000000000" pitchFamily="2" charset="0"/>
                <a:cs typeface="+mn-cs"/>
              </a:rPr>
              <a:t>natoque</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penatibus</a:t>
            </a:r>
            <a:r>
              <a:rPr kumimoji="0" lang="en-US" sz="1200" b="0" i="0" u="none" strike="noStrike" kern="1200" cap="none" spc="0" normalizeH="0" baseline="0" noProof="0" dirty="0">
                <a:ln>
                  <a:noFill/>
                </a:ln>
                <a:effectLst/>
                <a:uLnTx/>
                <a:uFillTx/>
                <a:ea typeface="Roboto Light" panose="02000000000000000000" pitchFamily="2" charset="0"/>
                <a:cs typeface="+mn-cs"/>
              </a:rPr>
              <a:t> et </a:t>
            </a:r>
            <a:r>
              <a:rPr kumimoji="0" lang="en-US" sz="1200" b="0" i="0" u="none" strike="noStrike" kern="1200" cap="none" spc="0" normalizeH="0" baseline="0" noProof="0" dirty="0" err="1">
                <a:ln>
                  <a:noFill/>
                </a:ln>
                <a:effectLst/>
                <a:uLnTx/>
                <a:uFillTx/>
                <a:ea typeface="Roboto Light" panose="02000000000000000000" pitchFamily="2" charset="0"/>
                <a:cs typeface="+mn-cs"/>
              </a:rPr>
              <a:t>magnis</a:t>
            </a:r>
            <a:r>
              <a:rPr kumimoji="0" lang="en-US" sz="1200" b="0" i="0" u="none" strike="noStrike" kern="1200" cap="none" spc="0" normalizeH="0" baseline="0" noProof="0" dirty="0">
                <a:ln>
                  <a:noFill/>
                </a:ln>
                <a:effectLst/>
                <a:uLnTx/>
                <a:uFillTx/>
                <a:ea typeface="Roboto Light" panose="02000000000000000000" pitchFamily="2" charset="0"/>
                <a:cs typeface="+mn-cs"/>
              </a:rPr>
              <a:t> dis parturient </a:t>
            </a:r>
            <a:r>
              <a:rPr kumimoji="0" lang="en-US" sz="1200" b="0" i="0" u="none" strike="noStrike" kern="1200" cap="none" spc="0" normalizeH="0" baseline="0" noProof="0" dirty="0" err="1">
                <a:ln>
                  <a:noFill/>
                </a:ln>
                <a:effectLst/>
                <a:uLnTx/>
                <a:uFillTx/>
                <a:ea typeface="Roboto Light" panose="02000000000000000000" pitchFamily="2" charset="0"/>
                <a:cs typeface="+mn-cs"/>
              </a:rPr>
              <a:t>montes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nascetur</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ridiculus</a:t>
            </a:r>
            <a:r>
              <a:rPr kumimoji="0" lang="en-US" sz="1200" b="0" i="0" u="none" strike="noStrike" kern="1200" cap="none" spc="0" normalizeH="0" baseline="0" noProof="0" dirty="0">
                <a:ln>
                  <a:noFill/>
                </a:ln>
                <a:effectLst/>
                <a:uLnTx/>
                <a:uFillTx/>
                <a:ea typeface="Roboto Light" panose="02000000000000000000" pitchFamily="2" charset="0"/>
                <a:cs typeface="+mn-cs"/>
              </a:rPr>
              <a:t> mus. Donec </a:t>
            </a:r>
            <a:r>
              <a:rPr kumimoji="0" lang="en-US" sz="1200" b="0" i="0" u="none" strike="noStrike" kern="1200" cap="none" spc="0" normalizeH="0" baseline="0" noProof="0" dirty="0" err="1">
                <a:ln>
                  <a:noFill/>
                </a:ln>
                <a:effectLst/>
                <a:uLnTx/>
                <a:uFillTx/>
                <a:ea typeface="Roboto Light" panose="02000000000000000000" pitchFamily="2" charset="0"/>
                <a:cs typeface="+mn-cs"/>
              </a:rPr>
              <a:t>quam</a:t>
            </a:r>
            <a:r>
              <a:rPr kumimoji="0" lang="en-US" sz="1200" b="0" i="0" u="none" strike="noStrike" kern="1200" cap="none" spc="0" normalizeH="0" baseline="0" noProof="0" dirty="0">
                <a:ln>
                  <a:noFill/>
                </a:ln>
                <a:effectLst/>
                <a:uLnTx/>
                <a:uFillTx/>
                <a:ea typeface="Roboto Light" panose="02000000000000000000" pitchFamily="2" charset="0"/>
                <a:cs typeface="+mn-cs"/>
              </a:rPr>
              <a:t>.</a:t>
            </a:r>
            <a:endParaRPr kumimoji="0" lang="en-US" sz="1867" b="0" i="0" u="none" strike="noStrike" kern="1200" cap="none" spc="0" normalizeH="0" baseline="0" noProof="0" dirty="0">
              <a:ln>
                <a:noFill/>
              </a:ln>
              <a:effectLst/>
              <a:uLnTx/>
              <a:uFillTx/>
              <a:ea typeface="Roboto Light" panose="02000000000000000000" pitchFamily="2" charset="0"/>
              <a:cs typeface="+mn-cs"/>
            </a:endParaRPr>
          </a:p>
        </p:txBody>
      </p:sp>
      <p:sp>
        <p:nvSpPr>
          <p:cNvPr id="33" name="TextBox 32">
            <a:extLst>
              <a:ext uri="{FF2B5EF4-FFF2-40B4-BE49-F238E27FC236}">
                <a16:creationId xmlns:a16="http://schemas.microsoft.com/office/drawing/2014/main" id="{E0EDAFB8-F50F-E3DB-C78C-5B3AACA2C0E3}"/>
              </a:ext>
            </a:extLst>
          </p:cNvPr>
          <p:cNvSpPr txBox="1"/>
          <p:nvPr/>
        </p:nvSpPr>
        <p:spPr>
          <a:xfrm>
            <a:off x="9028254" y="1944995"/>
            <a:ext cx="2612883" cy="90794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05.08.2026</a:t>
            </a:r>
            <a:br>
              <a:rPr kumimoji="0" lang="en-US" sz="1400" b="0" i="0" u="none" strike="noStrike" kern="1200" cap="none" spc="0" normalizeH="0" baseline="0" noProof="0" dirty="0">
                <a:ln>
                  <a:noFill/>
                </a:ln>
                <a:effectLst/>
                <a:uLnTx/>
                <a:uFillTx/>
                <a:ea typeface="+mn-ea"/>
                <a:cs typeface="+mn-cs"/>
              </a:rPr>
            </a:br>
            <a:r>
              <a:rPr kumimoji="0" lang="en-US" sz="1400" b="1" i="0" u="none" strike="noStrike" kern="1200" cap="none" spc="0" normalizeH="0" baseline="0" noProof="0" dirty="0">
                <a:ln>
                  <a:noFill/>
                </a:ln>
                <a:solidFill>
                  <a:schemeClr val="tx2"/>
                </a:solidFill>
                <a:effectLst/>
                <a:uLnTx/>
                <a:uFillTx/>
                <a:ea typeface="+mn-ea"/>
                <a:cs typeface="+mn-cs"/>
              </a:rPr>
              <a:t>Event type</a:t>
            </a:r>
            <a:endParaRPr kumimoji="0" lang="en-US" sz="400" b="0" i="0" u="none" strike="noStrike" kern="1200" cap="none" spc="0" normalizeH="0" baseline="0" noProof="0" dirty="0">
              <a:ln>
                <a:noFill/>
              </a:ln>
              <a:solidFill>
                <a:schemeClr val="tx2"/>
              </a:solidFill>
              <a:effectLst/>
              <a:uLnTx/>
              <a:uFillTx/>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effectLst/>
                <a:uLnTx/>
                <a:uFillTx/>
                <a:ea typeface="+mn-ea"/>
                <a:cs typeface="+mn-cs"/>
              </a:rPr>
              <a:t>Final milestone</a:t>
            </a:r>
          </a:p>
        </p:txBody>
      </p:sp>
      <p:sp>
        <p:nvSpPr>
          <p:cNvPr id="34" name="TextBox 33">
            <a:extLst>
              <a:ext uri="{FF2B5EF4-FFF2-40B4-BE49-F238E27FC236}">
                <a16:creationId xmlns:a16="http://schemas.microsoft.com/office/drawing/2014/main" id="{B5153D7F-D7A2-4568-64D6-61AA6FEE0817}"/>
              </a:ext>
            </a:extLst>
          </p:cNvPr>
          <p:cNvSpPr txBox="1"/>
          <p:nvPr/>
        </p:nvSpPr>
        <p:spPr>
          <a:xfrm>
            <a:off x="8337772" y="3816330"/>
            <a:ext cx="2664297" cy="2123658"/>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effectLst/>
                <a:uLnTx/>
                <a:uFillTx/>
                <a:ea typeface="Roboto Light" panose="02000000000000000000" pitchFamily="2" charset="0"/>
                <a:cs typeface="+mn-cs"/>
              </a:rPr>
              <a:t>Lorem ipsum dolor sit </a:t>
            </a:r>
            <a:r>
              <a:rPr kumimoji="0" lang="en-US" sz="1200" b="0" i="0" u="none" strike="noStrike" kern="1200" cap="none" spc="0" normalizeH="0" baseline="0" noProof="0" dirty="0" err="1">
                <a:ln>
                  <a:noFill/>
                </a:ln>
                <a:effectLst/>
                <a:uLnTx/>
                <a:uFillTx/>
                <a:ea typeface="Roboto Light" panose="02000000000000000000" pitchFamily="2" charset="0"/>
                <a:cs typeface="+mn-cs"/>
              </a:rPr>
              <a:t>amet</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consectetuer</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adipiscing</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elit</a:t>
            </a:r>
            <a:r>
              <a:rPr kumimoji="0" lang="en-US" sz="1200" b="0" i="0" u="none" strike="noStrike" kern="1200" cap="none" spc="0" normalizeH="0" baseline="0" noProof="0" dirty="0">
                <a:ln>
                  <a:noFill/>
                </a:ln>
                <a:effectLst/>
                <a:uLnTx/>
                <a:uFillTx/>
                <a:ea typeface="Roboto Light" panose="02000000000000000000" pitchFamily="2" charset="0"/>
                <a:cs typeface="+mn-cs"/>
              </a:rPr>
              <a:t>. Aenean </a:t>
            </a:r>
            <a:r>
              <a:rPr kumimoji="0" lang="en-US" sz="1200" b="0" i="0" u="none" strike="noStrike" kern="1200" cap="none" spc="0" normalizeH="0" baseline="0" noProof="0" dirty="0" err="1">
                <a:ln>
                  <a:noFill/>
                </a:ln>
                <a:effectLst/>
                <a:uLnTx/>
                <a:uFillTx/>
                <a:ea typeface="Roboto Light" panose="02000000000000000000" pitchFamily="2" charset="0"/>
                <a:cs typeface="+mn-cs"/>
              </a:rPr>
              <a:t>commodo</a:t>
            </a:r>
            <a:r>
              <a:rPr kumimoji="0" lang="en-US" sz="1200" b="0" i="0" u="none" strike="noStrike" kern="1200" cap="none" spc="0" normalizeH="0" baseline="0" noProof="0" dirty="0">
                <a:ln>
                  <a:noFill/>
                </a:ln>
                <a:effectLst/>
                <a:uLnTx/>
                <a:uFillTx/>
                <a:ea typeface="Roboto Light" panose="02000000000000000000" pitchFamily="2" charset="0"/>
                <a:cs typeface="+mn-cs"/>
              </a:rPr>
              <a:t> ligula </a:t>
            </a:r>
            <a:r>
              <a:rPr kumimoji="0" lang="en-US" sz="1200" b="0" i="0" u="none" strike="noStrike" kern="1200" cap="none" spc="0" normalizeH="0" baseline="0" noProof="0" dirty="0" err="1">
                <a:ln>
                  <a:noFill/>
                </a:ln>
                <a:effectLst/>
                <a:uLnTx/>
                <a:uFillTx/>
                <a:ea typeface="Roboto Light" panose="02000000000000000000" pitchFamily="2" charset="0"/>
                <a:cs typeface="+mn-cs"/>
              </a:rPr>
              <a:t>eget</a:t>
            </a:r>
            <a:r>
              <a:rPr kumimoji="0" lang="en-US" sz="1200" b="0" i="0" u="none" strike="noStrike" kern="1200" cap="none" spc="0" normalizeH="0" baseline="0" noProof="0" dirty="0">
                <a:ln>
                  <a:noFill/>
                </a:ln>
                <a:effectLst/>
                <a:uLnTx/>
                <a:uFillTx/>
                <a:ea typeface="Roboto Light" panose="02000000000000000000" pitchFamily="2" charset="0"/>
                <a:cs typeface="+mn-cs"/>
              </a:rPr>
              <a:t> dolor. Aenean </a:t>
            </a:r>
            <a:r>
              <a:rPr kumimoji="0" lang="en-US" sz="1200" b="0" i="0" u="none" strike="noStrike" kern="1200" cap="none" spc="0" normalizeH="0" baseline="0" noProof="0" dirty="0" err="1">
                <a:ln>
                  <a:noFill/>
                </a:ln>
                <a:effectLst/>
                <a:uLnTx/>
                <a:uFillTx/>
                <a:ea typeface="Roboto Light" panose="02000000000000000000" pitchFamily="2" charset="0"/>
                <a:cs typeface="+mn-cs"/>
              </a:rPr>
              <a:t>massa</a:t>
            </a:r>
            <a:r>
              <a:rPr kumimoji="0" lang="en-US" sz="1200" b="0" i="0" u="none" strike="noStrike" kern="1200" cap="none" spc="0" normalizeH="0" baseline="0" noProof="0" dirty="0">
                <a:ln>
                  <a:noFill/>
                </a:ln>
                <a:effectLst/>
                <a:uLnTx/>
                <a:uFillTx/>
                <a:ea typeface="Roboto Light" panose="02000000000000000000" pitchFamily="2" charset="0"/>
                <a:cs typeface="+mn-cs"/>
              </a:rPr>
              <a:t>. Cum sociis </a:t>
            </a:r>
            <a:r>
              <a:rPr kumimoji="0" lang="en-US" sz="1200" b="0" i="0" u="none" strike="noStrike" kern="1200" cap="none" spc="0" normalizeH="0" baseline="0" noProof="0" dirty="0" err="1">
                <a:ln>
                  <a:noFill/>
                </a:ln>
                <a:effectLst/>
                <a:uLnTx/>
                <a:uFillTx/>
                <a:ea typeface="Roboto Light" panose="02000000000000000000" pitchFamily="2" charset="0"/>
                <a:cs typeface="+mn-cs"/>
              </a:rPr>
              <a:t>natoque</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penatibus</a:t>
            </a:r>
            <a:r>
              <a:rPr kumimoji="0" lang="en-US" sz="1200" b="0" i="0" u="none" strike="noStrike" kern="1200" cap="none" spc="0" normalizeH="0" baseline="0" noProof="0" dirty="0">
                <a:ln>
                  <a:noFill/>
                </a:ln>
                <a:effectLst/>
                <a:uLnTx/>
                <a:uFillTx/>
                <a:ea typeface="Roboto Light" panose="02000000000000000000" pitchFamily="2" charset="0"/>
                <a:cs typeface="+mn-cs"/>
              </a:rPr>
              <a:t> et </a:t>
            </a:r>
            <a:r>
              <a:rPr kumimoji="0" lang="en-US" sz="1200" b="0" i="0" u="none" strike="noStrike" kern="1200" cap="none" spc="0" normalizeH="0" baseline="0" noProof="0" dirty="0" err="1">
                <a:ln>
                  <a:noFill/>
                </a:ln>
                <a:effectLst/>
                <a:uLnTx/>
                <a:uFillTx/>
                <a:ea typeface="Roboto Light" panose="02000000000000000000" pitchFamily="2" charset="0"/>
                <a:cs typeface="+mn-cs"/>
              </a:rPr>
              <a:t>magnis</a:t>
            </a:r>
            <a:r>
              <a:rPr kumimoji="0" lang="en-US" sz="1200" b="0" i="0" u="none" strike="noStrike" kern="1200" cap="none" spc="0" normalizeH="0" baseline="0" noProof="0" dirty="0">
                <a:ln>
                  <a:noFill/>
                </a:ln>
                <a:effectLst/>
                <a:uLnTx/>
                <a:uFillTx/>
                <a:ea typeface="Roboto Light" panose="02000000000000000000" pitchFamily="2" charset="0"/>
                <a:cs typeface="+mn-cs"/>
              </a:rPr>
              <a:t> dis parturient </a:t>
            </a:r>
            <a:r>
              <a:rPr kumimoji="0" lang="en-US" sz="1200" b="0" i="0" u="none" strike="noStrike" kern="1200" cap="none" spc="0" normalizeH="0" baseline="0" noProof="0" dirty="0" err="1">
                <a:ln>
                  <a:noFill/>
                </a:ln>
                <a:effectLst/>
                <a:uLnTx/>
                <a:uFillTx/>
                <a:ea typeface="Roboto Light" panose="02000000000000000000" pitchFamily="2" charset="0"/>
                <a:cs typeface="+mn-cs"/>
              </a:rPr>
              <a:t>montes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nascetur</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ridiculus</a:t>
            </a:r>
            <a:r>
              <a:rPr kumimoji="0" lang="en-US" sz="1200" b="0" i="0" u="none" strike="noStrike" kern="1200" cap="none" spc="0" normalizeH="0" baseline="0" noProof="0" dirty="0">
                <a:ln>
                  <a:noFill/>
                </a:ln>
                <a:effectLst/>
                <a:uLnTx/>
                <a:uFillTx/>
                <a:ea typeface="Roboto Light" panose="02000000000000000000" pitchFamily="2" charset="0"/>
                <a:cs typeface="+mn-cs"/>
              </a:rPr>
              <a:t> mus. Donec </a:t>
            </a:r>
            <a:r>
              <a:rPr kumimoji="0" lang="en-US" sz="1200" b="0" i="0" u="none" strike="noStrike" kern="1200" cap="none" spc="0" normalizeH="0" baseline="0" noProof="0" dirty="0" err="1">
                <a:ln>
                  <a:noFill/>
                </a:ln>
                <a:effectLst/>
                <a:uLnTx/>
                <a:uFillTx/>
                <a:ea typeface="Roboto Light" panose="02000000000000000000" pitchFamily="2" charset="0"/>
                <a:cs typeface="+mn-cs"/>
              </a:rPr>
              <a:t>quam</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felis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ultricies</a:t>
            </a:r>
            <a:r>
              <a:rPr kumimoji="0" lang="en-US" sz="1200" b="0" i="0" u="none" strike="noStrike" kern="1200" cap="none" spc="0" normalizeH="0" baseline="0" noProof="0" dirty="0">
                <a:ln>
                  <a:noFill/>
                </a:ln>
                <a:effectLst/>
                <a:uLnTx/>
                <a:uFillTx/>
                <a:ea typeface="Roboto Light" panose="02000000000000000000" pitchFamily="2" charset="0"/>
                <a:cs typeface="+mn-cs"/>
              </a:rPr>
              <a:t> nec, </a:t>
            </a:r>
            <a:r>
              <a:rPr kumimoji="0" lang="en-US" sz="1200" b="0" i="0" u="none" strike="noStrike" kern="1200" cap="none" spc="0" normalizeH="0" baseline="0" noProof="0" dirty="0" err="1">
                <a:ln>
                  <a:noFill/>
                </a:ln>
                <a:effectLst/>
                <a:uLnTx/>
                <a:uFillTx/>
                <a:ea typeface="Roboto Light" panose="02000000000000000000" pitchFamily="2" charset="0"/>
                <a:cs typeface="+mn-cs"/>
              </a:rPr>
              <a:t>pellentesque</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eu</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pretium</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quis</a:t>
            </a:r>
            <a:r>
              <a:rPr kumimoji="0" lang="en-US" sz="1200" b="0" i="0" u="none" strike="noStrike" kern="1200" cap="none" spc="0" normalizeH="0" baseline="0" noProof="0" dirty="0">
                <a:ln>
                  <a:noFill/>
                </a:ln>
                <a:effectLst/>
                <a:uLnTx/>
                <a:uFillTx/>
                <a:ea typeface="Roboto Light" panose="02000000000000000000" pitchFamily="2" charset="0"/>
                <a:cs typeface="+mn-cs"/>
              </a:rPr>
              <a:t>, sem. Nulla </a:t>
            </a:r>
            <a:r>
              <a:rPr kumimoji="0" lang="en-US" sz="1200" b="0" i="0" u="none" strike="noStrike" kern="1200" cap="none" spc="0" normalizeH="0" baseline="0" noProof="0" dirty="0" err="1">
                <a:ln>
                  <a:noFill/>
                </a:ln>
                <a:effectLst/>
                <a:uLnTx/>
                <a:uFillTx/>
                <a:ea typeface="Roboto Light" panose="02000000000000000000" pitchFamily="2" charset="0"/>
                <a:cs typeface="+mn-cs"/>
              </a:rPr>
              <a:t>consequat</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massa</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quis</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enim</a:t>
            </a:r>
            <a:r>
              <a:rPr kumimoji="0" lang="en-US" sz="1200" b="0" i="0" u="none" strike="noStrike" kern="1200" cap="none" spc="0" normalizeH="0" baseline="0" noProof="0" dirty="0">
                <a:ln>
                  <a:noFill/>
                </a:ln>
                <a:effectLst/>
                <a:uLnTx/>
                <a:uFillTx/>
                <a:ea typeface="Roboto Light" panose="02000000000000000000" pitchFamily="2" charset="0"/>
                <a:cs typeface="+mn-cs"/>
              </a:rPr>
              <a:t>. Donec </a:t>
            </a:r>
            <a:r>
              <a:rPr kumimoji="0" lang="en-US" sz="1200" b="0" i="0" u="none" strike="noStrike" kern="1200" cap="none" spc="0" normalizeH="0" baseline="0" noProof="0" dirty="0" err="1">
                <a:ln>
                  <a:noFill/>
                </a:ln>
                <a:effectLst/>
                <a:uLnTx/>
                <a:uFillTx/>
                <a:ea typeface="Roboto Light" panose="02000000000000000000" pitchFamily="2" charset="0"/>
                <a:cs typeface="+mn-cs"/>
              </a:rPr>
              <a:t>pede</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justo</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fringilla</a:t>
            </a:r>
            <a:r>
              <a:rPr kumimoji="0" lang="en-US" sz="1200" b="0" i="0" u="none" strike="noStrike" kern="1200" cap="none" spc="0" normalizeH="0" baseline="0" noProof="0" dirty="0">
                <a:ln>
                  <a:noFill/>
                </a:ln>
                <a:effectLst/>
                <a:uLnTx/>
                <a:uFillTx/>
                <a:ea typeface="Roboto Light" panose="02000000000000000000" pitchFamily="2" charset="0"/>
                <a:cs typeface="+mn-cs"/>
              </a:rPr>
              <a:t> vel, </a:t>
            </a:r>
            <a:r>
              <a:rPr kumimoji="0" lang="en-US" sz="1200" b="0" i="0" u="none" strike="noStrike" kern="1200" cap="none" spc="0" normalizeH="0" baseline="0" noProof="0" dirty="0" err="1">
                <a:ln>
                  <a:noFill/>
                </a:ln>
                <a:effectLst/>
                <a:uLnTx/>
                <a:uFillTx/>
                <a:ea typeface="Roboto Light" panose="02000000000000000000" pitchFamily="2" charset="0"/>
                <a:cs typeface="+mn-cs"/>
              </a:rPr>
              <a:t>aliquet</a:t>
            </a:r>
            <a:r>
              <a:rPr kumimoji="0" lang="en-US" sz="1200" b="0" i="0" u="none" strike="noStrike" kern="1200" cap="none" spc="0" normalizeH="0" baseline="0" noProof="0" dirty="0">
                <a:ln>
                  <a:noFill/>
                </a:ln>
                <a:effectLst/>
                <a:uLnTx/>
                <a:uFillTx/>
                <a:ea typeface="Roboto Light" panose="02000000000000000000" pitchFamily="2" charset="0"/>
                <a:cs typeface="+mn-cs"/>
              </a:rPr>
              <a:t> nec, </a:t>
            </a:r>
            <a:r>
              <a:rPr kumimoji="0" lang="en-US" sz="1200" b="0" i="0" u="none" strike="noStrike" kern="1200" cap="none" spc="0" normalizeH="0" baseline="0" noProof="0" dirty="0" err="1">
                <a:ln>
                  <a:noFill/>
                </a:ln>
                <a:effectLst/>
                <a:uLnTx/>
                <a:uFillTx/>
                <a:ea typeface="Roboto Light" panose="02000000000000000000" pitchFamily="2" charset="0"/>
                <a:cs typeface="+mn-cs"/>
              </a:rPr>
              <a:t>vulputate</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eget</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arcu</a:t>
            </a:r>
            <a:r>
              <a:rPr kumimoji="0" lang="en-US" sz="1200" b="0" i="0" u="none" strike="noStrike" kern="1200" cap="none" spc="0" normalizeH="0" baseline="0" noProof="0" dirty="0">
                <a:ln>
                  <a:noFill/>
                </a:ln>
                <a:effectLst/>
                <a:uLnTx/>
                <a:uFillTx/>
                <a:ea typeface="Roboto Light" panose="02000000000000000000" pitchFamily="2" charset="0"/>
                <a:cs typeface="+mn-cs"/>
              </a:rPr>
              <a:t>. In </a:t>
            </a:r>
            <a:r>
              <a:rPr kumimoji="0" lang="en-US" sz="1200" b="0" i="0" u="none" strike="noStrike" kern="1200" cap="none" spc="0" normalizeH="0" baseline="0" noProof="0" dirty="0" err="1">
                <a:ln>
                  <a:noFill/>
                </a:ln>
                <a:effectLst/>
                <a:uLnTx/>
                <a:uFillTx/>
                <a:ea typeface="Roboto Light" panose="02000000000000000000" pitchFamily="2" charset="0"/>
                <a:cs typeface="+mn-cs"/>
              </a:rPr>
              <a:t>enim</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justo</a:t>
            </a:r>
            <a:r>
              <a:rPr kumimoji="0" lang="en-US" sz="1200" b="0" i="0" u="none" strike="noStrike" kern="1200" cap="none" spc="0" normalizeH="0" baseline="0" noProof="0" dirty="0">
                <a:ln>
                  <a:noFill/>
                </a:ln>
                <a:effectLst/>
                <a:uLnTx/>
                <a:uFillTx/>
                <a:ea typeface="Roboto Light" panose="02000000000000000000" pitchFamily="2" charset="0"/>
                <a:cs typeface="+mn-cs"/>
              </a:rPr>
              <a:t>, </a:t>
            </a:r>
            <a:r>
              <a:rPr kumimoji="0" lang="en-US" sz="1200" b="0" i="0" u="none" strike="noStrike" kern="1200" cap="none" spc="0" normalizeH="0" baseline="0" noProof="0" dirty="0" err="1">
                <a:ln>
                  <a:noFill/>
                </a:ln>
                <a:effectLst/>
                <a:uLnTx/>
                <a:uFillTx/>
                <a:ea typeface="Roboto Light" panose="02000000000000000000" pitchFamily="2" charset="0"/>
                <a:cs typeface="+mn-cs"/>
              </a:rPr>
              <a:t>rhoncus</a:t>
            </a:r>
            <a:r>
              <a:rPr kumimoji="0" lang="en-US" sz="1200" b="0" i="0" u="none" strike="noStrike" kern="1200" cap="none" spc="0" normalizeH="0" baseline="0" noProof="0" dirty="0">
                <a:ln>
                  <a:noFill/>
                </a:ln>
                <a:effectLst/>
                <a:uLnTx/>
                <a:uFillTx/>
                <a:ea typeface="Roboto Light" panose="02000000000000000000" pitchFamily="2" charset="0"/>
                <a:cs typeface="+mn-cs"/>
              </a:rPr>
              <a:t>.</a:t>
            </a:r>
            <a:endParaRPr kumimoji="0" lang="en-US" sz="1867" b="0" i="0" u="none" strike="noStrike" kern="1200" cap="none" spc="0" normalizeH="0" baseline="0" noProof="0" dirty="0">
              <a:ln>
                <a:noFill/>
              </a:ln>
              <a:effectLst/>
              <a:uLnTx/>
              <a:uFillTx/>
              <a:ea typeface="Roboto Light" panose="02000000000000000000" pitchFamily="2" charset="0"/>
              <a:cs typeface="+mn-cs"/>
            </a:endParaRPr>
          </a:p>
        </p:txBody>
      </p:sp>
      <p:sp>
        <p:nvSpPr>
          <p:cNvPr id="35" name="Oval 34">
            <a:extLst>
              <a:ext uri="{FF2B5EF4-FFF2-40B4-BE49-F238E27FC236}">
                <a16:creationId xmlns:a16="http://schemas.microsoft.com/office/drawing/2014/main" id="{25B58DF5-B2B7-ACEE-7B88-E648ECBA1D40}"/>
              </a:ext>
              <a:ext uri="{C183D7F6-B498-43B3-948B-1728B52AA6E4}">
                <adec:decorative xmlns:adec="http://schemas.microsoft.com/office/drawing/2017/decorative" val="1"/>
              </a:ext>
            </a:extLst>
          </p:cNvPr>
          <p:cNvSpPr/>
          <p:nvPr/>
        </p:nvSpPr>
        <p:spPr>
          <a:xfrm>
            <a:off x="7798891" y="1827918"/>
            <a:ext cx="1080000" cy="108000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ea typeface="+mn-ea"/>
              <a:cs typeface="+mn-cs"/>
            </a:endParaRPr>
          </a:p>
        </p:txBody>
      </p:sp>
      <p:sp>
        <p:nvSpPr>
          <p:cNvPr id="36" name="Oval 35">
            <a:extLst>
              <a:ext uri="{FF2B5EF4-FFF2-40B4-BE49-F238E27FC236}">
                <a16:creationId xmlns:a16="http://schemas.microsoft.com/office/drawing/2014/main" id="{8A8FA0F5-4397-BBA8-B5FC-85EE6FA47912}"/>
              </a:ext>
              <a:ext uri="{C183D7F6-B498-43B3-948B-1728B52AA6E4}">
                <adec:decorative xmlns:adec="http://schemas.microsoft.com/office/drawing/2017/decorative" val="1"/>
              </a:ext>
            </a:extLst>
          </p:cNvPr>
          <p:cNvSpPr/>
          <p:nvPr/>
        </p:nvSpPr>
        <p:spPr>
          <a:xfrm>
            <a:off x="551383" y="1827918"/>
            <a:ext cx="1080000" cy="108000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ea typeface="+mn-ea"/>
              <a:cs typeface="+mn-cs"/>
            </a:endParaRPr>
          </a:p>
        </p:txBody>
      </p:sp>
      <p:sp>
        <p:nvSpPr>
          <p:cNvPr id="37" name="Oval 36">
            <a:extLst>
              <a:ext uri="{FF2B5EF4-FFF2-40B4-BE49-F238E27FC236}">
                <a16:creationId xmlns:a16="http://schemas.microsoft.com/office/drawing/2014/main" id="{FCA59466-B52E-DAFE-21E4-E5D9D429B5EC}"/>
              </a:ext>
              <a:ext uri="{C183D7F6-B498-43B3-948B-1728B52AA6E4}">
                <adec:decorative xmlns:adec="http://schemas.microsoft.com/office/drawing/2017/decorative" val="1"/>
              </a:ext>
            </a:extLst>
          </p:cNvPr>
          <p:cNvSpPr/>
          <p:nvPr/>
        </p:nvSpPr>
        <p:spPr>
          <a:xfrm>
            <a:off x="4277724" y="3911257"/>
            <a:ext cx="1080000" cy="108000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ea typeface="+mn-ea"/>
              <a:cs typeface="+mn-cs"/>
            </a:endParaRPr>
          </a:p>
        </p:txBody>
      </p:sp>
      <p:sp>
        <p:nvSpPr>
          <p:cNvPr id="38" name="Oval 37">
            <a:extLst>
              <a:ext uri="{FF2B5EF4-FFF2-40B4-BE49-F238E27FC236}">
                <a16:creationId xmlns:a16="http://schemas.microsoft.com/office/drawing/2014/main" id="{9A518510-7A38-68D5-CF97-C282B8995588}"/>
              </a:ext>
              <a:ext uri="{C183D7F6-B498-43B3-948B-1728B52AA6E4}">
                <adec:decorative xmlns:adec="http://schemas.microsoft.com/office/drawing/2017/decorative" val="1"/>
              </a:ext>
            </a:extLst>
          </p:cNvPr>
          <p:cNvSpPr/>
          <p:nvPr/>
        </p:nvSpPr>
        <p:spPr>
          <a:xfrm>
            <a:off x="1019376" y="3368414"/>
            <a:ext cx="144014" cy="144014"/>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39" name="Oval 38">
            <a:extLst>
              <a:ext uri="{FF2B5EF4-FFF2-40B4-BE49-F238E27FC236}">
                <a16:creationId xmlns:a16="http://schemas.microsoft.com/office/drawing/2014/main" id="{092486D0-5E3A-DDA0-9B29-823624CDC30C}"/>
              </a:ext>
              <a:ext uri="{C183D7F6-B498-43B3-948B-1728B52AA6E4}">
                <adec:decorative xmlns:adec="http://schemas.microsoft.com/office/drawing/2017/decorative" val="1"/>
              </a:ext>
            </a:extLst>
          </p:cNvPr>
          <p:cNvSpPr/>
          <p:nvPr/>
        </p:nvSpPr>
        <p:spPr>
          <a:xfrm>
            <a:off x="4745717" y="3368414"/>
            <a:ext cx="144014" cy="144014"/>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40" name="Oval 39">
            <a:extLst>
              <a:ext uri="{FF2B5EF4-FFF2-40B4-BE49-F238E27FC236}">
                <a16:creationId xmlns:a16="http://schemas.microsoft.com/office/drawing/2014/main" id="{CAA6A616-10C3-E120-5FFD-BCB95A8881CF}"/>
              </a:ext>
              <a:ext uri="{C183D7F6-B498-43B3-948B-1728B52AA6E4}">
                <adec:decorative xmlns:adec="http://schemas.microsoft.com/office/drawing/2017/decorative" val="1"/>
              </a:ext>
            </a:extLst>
          </p:cNvPr>
          <p:cNvSpPr/>
          <p:nvPr/>
        </p:nvSpPr>
        <p:spPr>
          <a:xfrm>
            <a:off x="8266884" y="3368414"/>
            <a:ext cx="144014" cy="144014"/>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41" name="Graphic 2">
            <a:extLst>
              <a:ext uri="{FF2B5EF4-FFF2-40B4-BE49-F238E27FC236}">
                <a16:creationId xmlns:a16="http://schemas.microsoft.com/office/drawing/2014/main" id="{917BCE16-5154-01DF-4F9E-839FF69D082A}"/>
              </a:ext>
              <a:ext uri="{C183D7F6-B498-43B3-948B-1728B52AA6E4}">
                <adec:decorative xmlns:adec="http://schemas.microsoft.com/office/drawing/2017/decorative" val="1"/>
              </a:ext>
            </a:extLst>
          </p:cNvPr>
          <p:cNvSpPr/>
          <p:nvPr/>
        </p:nvSpPr>
        <p:spPr>
          <a:xfrm>
            <a:off x="869102" y="2210732"/>
            <a:ext cx="444562" cy="333422"/>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2"/>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Graphic 2">
            <a:extLst>
              <a:ext uri="{FF2B5EF4-FFF2-40B4-BE49-F238E27FC236}">
                <a16:creationId xmlns:a16="http://schemas.microsoft.com/office/drawing/2014/main" id="{0F700374-4DD6-0EC2-9523-E2DB1285C6A8}"/>
              </a:ext>
              <a:ext uri="{C183D7F6-B498-43B3-948B-1728B52AA6E4}">
                <adec:decorative xmlns:adec="http://schemas.microsoft.com/office/drawing/2017/decorative" val="1"/>
              </a:ext>
            </a:extLst>
          </p:cNvPr>
          <p:cNvSpPr/>
          <p:nvPr/>
        </p:nvSpPr>
        <p:spPr>
          <a:xfrm>
            <a:off x="4595443" y="4294071"/>
            <a:ext cx="444562" cy="333422"/>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2"/>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Graphic 2">
            <a:extLst>
              <a:ext uri="{FF2B5EF4-FFF2-40B4-BE49-F238E27FC236}">
                <a16:creationId xmlns:a16="http://schemas.microsoft.com/office/drawing/2014/main" id="{CDC1BBD6-0D37-820F-FC6D-D4555ABC0045}"/>
              </a:ext>
              <a:ext uri="{C183D7F6-B498-43B3-948B-1728B52AA6E4}">
                <adec:decorative xmlns:adec="http://schemas.microsoft.com/office/drawing/2017/decorative" val="1"/>
              </a:ext>
            </a:extLst>
          </p:cNvPr>
          <p:cNvSpPr/>
          <p:nvPr/>
        </p:nvSpPr>
        <p:spPr>
          <a:xfrm>
            <a:off x="8116610" y="2210732"/>
            <a:ext cx="444562" cy="333422"/>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2"/>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TextBox 43">
            <a:extLst>
              <a:ext uri="{FF2B5EF4-FFF2-40B4-BE49-F238E27FC236}">
                <a16:creationId xmlns:a16="http://schemas.microsoft.com/office/drawing/2014/main" id="{722F9BA5-E13A-F2BA-8602-A52839A8556C}"/>
              </a:ext>
            </a:extLst>
          </p:cNvPr>
          <p:cNvSpPr txBox="1"/>
          <p:nvPr>
            <p:custDataLst>
              <p:tags r:id="rId1"/>
            </p:custDataLst>
          </p:nvPr>
        </p:nvSpPr>
        <p:spPr>
          <a:xfrm>
            <a:off x="5621" y="6093296"/>
            <a:ext cx="5541819" cy="231750"/>
          </a:xfrm>
          <a:prstGeom prst="rect">
            <a:avLst/>
          </a:prstGeom>
          <a:solidFill>
            <a:srgbClr val="FF816E"/>
          </a:solidFill>
          <a:ln>
            <a:noFill/>
          </a:ln>
        </p:spPr>
        <p:txBody>
          <a:bodyPr wrap="square" tIns="54000" bIns="54000" rtlCol="0">
            <a:noAutofit/>
          </a:bodyPr>
          <a:lstStyle>
            <a:defPPr>
              <a:defRPr lang="de-DE"/>
            </a:defPPr>
            <a:lvl1pPr algn="just">
              <a:spcBef>
                <a:spcPts val="400"/>
              </a:spcBef>
              <a:buClr>
                <a:schemeClr val="tx1"/>
              </a:buClr>
              <a:tabLst>
                <a:tab pos="809625" algn="l"/>
              </a:tabLst>
              <a:defRPr sz="1200">
                <a:latin typeface="Calibri" pitchFamily="34" charset="0"/>
              </a:defRPr>
            </a:lvl1pPr>
          </a:lstStyle>
          <a:p>
            <a:pPr marL="0" marR="0" lvl="1" indent="0" algn="l" defTabSz="914400" rtl="0" eaLnBrk="1" fontAlgn="auto" latinLnBrk="0" hangingPunct="1">
              <a:lnSpc>
                <a:spcPct val="100000"/>
              </a:lnSpc>
              <a:spcBef>
                <a:spcPts val="400"/>
              </a:spcBef>
              <a:spcAft>
                <a:spcPts val="0"/>
              </a:spcAft>
              <a:buClr>
                <a:srgbClr val="0070AD"/>
              </a:buClr>
              <a:buSzPct val="100000"/>
              <a:buFontTx/>
              <a:buNone/>
              <a:tabLst/>
              <a:defRPr/>
            </a:pPr>
            <a:r>
              <a:rPr kumimoji="0" lang="en-US" sz="800" b="1" i="0" u="none" strike="noStrike" kern="1200" cap="none" spc="0" normalizeH="0" baseline="0" noProof="0" dirty="0">
                <a:ln>
                  <a:noFill/>
                </a:ln>
                <a:solidFill>
                  <a:srgbClr val="000000"/>
                </a:solidFill>
                <a:effectLst/>
                <a:uLnTx/>
                <a:uFillTx/>
                <a:ea typeface="+mn-ea"/>
                <a:cs typeface="+mn-cs"/>
                <a:sym typeface="Calibri"/>
              </a:rPr>
              <a:t>TIP: </a:t>
            </a:r>
            <a:r>
              <a:rPr kumimoji="0" lang="en-US" sz="800" u="none" strike="noStrike" kern="1200" cap="none" spc="0" normalizeH="0" baseline="0" noProof="0" dirty="0">
                <a:ln>
                  <a:noFill/>
                </a:ln>
                <a:solidFill>
                  <a:srgbClr val="000000"/>
                </a:solidFill>
                <a:effectLst/>
                <a:uLnTx/>
                <a:uFillTx/>
                <a:ea typeface="+mn-ea"/>
                <a:cs typeface="Calibri" pitchFamily="34" charset="0"/>
              </a:rPr>
              <a:t>This slide features a transition which can be used alongside the previous slide to create an animated timeline.</a:t>
            </a:r>
          </a:p>
        </p:txBody>
      </p:sp>
      <p:sp>
        <p:nvSpPr>
          <p:cNvPr id="45" name="Rectangle 44">
            <a:extLst>
              <a:ext uri="{FF2B5EF4-FFF2-40B4-BE49-F238E27FC236}">
                <a16:creationId xmlns:a16="http://schemas.microsoft.com/office/drawing/2014/main" id="{2E3D89D1-CCAD-A9B2-4285-B5F9F87CE293}"/>
              </a:ext>
              <a:ext uri="{C183D7F6-B498-43B3-948B-1728B52AA6E4}">
                <adec:decorative xmlns:adec="http://schemas.microsoft.com/office/drawing/2017/decorative" val="1"/>
              </a:ext>
            </a:extLst>
          </p:cNvPr>
          <p:cNvSpPr/>
          <p:nvPr/>
        </p:nvSpPr>
        <p:spPr>
          <a:xfrm>
            <a:off x="12381412" y="3458488"/>
            <a:ext cx="2612883" cy="1080000"/>
          </a:xfrm>
          <a:prstGeom prst="rect">
            <a:avLst/>
          </a:prstGeom>
          <a:solidFill>
            <a:srgbClr val="FF816E"/>
          </a:solidFill>
          <a:ln>
            <a:noFill/>
          </a:ln>
        </p:spPr>
        <p:txBody>
          <a:bodyPr wrap="square" tIns="54000" bIns="54000" rtlCol="0">
            <a:noAutofit/>
          </a:bodyPr>
          <a:lstStyle/>
          <a:p>
            <a:pPr marL="0" marR="0" lvl="0" indent="0" algn="l" defTabSz="914400" rtl="0" eaLnBrk="1" fontAlgn="auto" latinLnBrk="0" hangingPunct="1">
              <a:lnSpc>
                <a:spcPct val="100000"/>
              </a:lnSpc>
              <a:spcBef>
                <a:spcPts val="400"/>
              </a:spcBef>
              <a:spcAft>
                <a:spcPts val="0"/>
              </a:spcAft>
              <a:buClr>
                <a:srgbClr val="FFFFFF"/>
              </a:buClr>
              <a:buSzTx/>
              <a:buFontTx/>
              <a:buNone/>
              <a:tabLst>
                <a:tab pos="809625" algn="l"/>
              </a:tabLst>
              <a:defRPr/>
            </a:pPr>
            <a:r>
              <a:rPr kumimoji="0" lang="en-US" sz="1200" b="0" i="0" u="none" strike="noStrike" kern="1200" cap="none" spc="0" normalizeH="0" baseline="0" noProof="0" dirty="0">
                <a:ln>
                  <a:noFill/>
                </a:ln>
                <a:solidFill>
                  <a:srgbClr val="000000"/>
                </a:solidFill>
                <a:effectLst/>
                <a:uLnTx/>
                <a:uFillTx/>
                <a:ea typeface="+mn-ea"/>
                <a:cs typeface="+mn-cs"/>
              </a:rPr>
              <a:t>TIP: Timeline transition will continue for as many slides as needed, remember to remove the line after the final milestone to mark the end of timeline.</a:t>
            </a:r>
          </a:p>
        </p:txBody>
      </p:sp>
      <p:sp>
        <p:nvSpPr>
          <p:cNvPr id="52" name="Date Placeholder 51">
            <a:extLst>
              <a:ext uri="{FF2B5EF4-FFF2-40B4-BE49-F238E27FC236}">
                <a16:creationId xmlns:a16="http://schemas.microsoft.com/office/drawing/2014/main" id="{D19614A2-FA7F-3DB7-B501-413DBB30D5CB}"/>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53" name="Footer Placeholder 52">
            <a:extLst>
              <a:ext uri="{FF2B5EF4-FFF2-40B4-BE49-F238E27FC236}">
                <a16:creationId xmlns:a16="http://schemas.microsoft.com/office/drawing/2014/main" id="{D75A4CB0-BB85-9500-768A-3E9FF2636F94}"/>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54" name="Slide Number Placeholder 53">
            <a:extLst>
              <a:ext uri="{FF2B5EF4-FFF2-40B4-BE49-F238E27FC236}">
                <a16:creationId xmlns:a16="http://schemas.microsoft.com/office/drawing/2014/main" id="{8394C99B-F929-5DB1-674B-543D900515DA}"/>
              </a:ext>
            </a:extLst>
          </p:cNvPr>
          <p:cNvSpPr>
            <a:spLocks noGrp="1"/>
          </p:cNvSpPr>
          <p:nvPr>
            <p:ph type="sldNum" sz="quarter" idx="12"/>
          </p:nvPr>
        </p:nvSpPr>
        <p:spPr/>
        <p:txBody>
          <a:bodyPr/>
          <a:lstStyle/>
          <a:p>
            <a:pPr algn="r"/>
            <a:fld id="{5D9A5160-6218-4E5A-B9E6-B93E3DAE377C}" type="slidenum">
              <a:rPr lang="en-US" smtClean="0"/>
              <a:pPr algn="r"/>
              <a:t>16</a:t>
            </a:fld>
            <a:endParaRPr lang="en-US" dirty="0"/>
          </a:p>
        </p:txBody>
      </p:sp>
    </p:spTree>
    <p:extLst>
      <p:ext uri="{BB962C8B-B14F-4D97-AF65-F5344CB8AC3E}">
        <p14:creationId xmlns:p14="http://schemas.microsoft.com/office/powerpoint/2010/main" val="403345263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B83F796-A9AE-C4B9-CFF1-B8D9316DCFBE}"/>
            </a:ext>
          </a:extLst>
        </p:cNvPr>
        <p:cNvGrpSpPr/>
        <p:nvPr/>
      </p:nvGrpSpPr>
      <p:grpSpPr>
        <a:xfrm>
          <a:off x="0" y="0"/>
          <a:ext cx="0" cy="0"/>
          <a:chOff x="0" y="0"/>
          <a:chExt cx="0" cy="0"/>
        </a:xfrm>
      </p:grpSpPr>
      <p:grpSp>
        <p:nvGrpSpPr>
          <p:cNvPr id="11" name="Group 2" descr="Capgemini logo">
            <a:extLst>
              <a:ext uri="{FF2B5EF4-FFF2-40B4-BE49-F238E27FC236}">
                <a16:creationId xmlns:a16="http://schemas.microsoft.com/office/drawing/2014/main" id="{BCE75D10-3E40-D1CD-F3AE-3E171448B9D8}"/>
              </a:ext>
            </a:extLst>
          </p:cNvPr>
          <p:cNvGrpSpPr>
            <a:grpSpLocks noChangeAspect="1"/>
          </p:cNvGrpSpPr>
          <p:nvPr/>
        </p:nvGrpSpPr>
        <p:grpSpPr>
          <a:xfrm>
            <a:off x="-175885" y="4642089"/>
            <a:ext cx="12564529" cy="2824804"/>
            <a:chOff x="5094083" y="5360390"/>
            <a:chExt cx="3039349" cy="683316"/>
          </a:xfrm>
          <a:solidFill>
            <a:schemeClr val="accent1"/>
          </a:solidFill>
        </p:grpSpPr>
        <p:sp>
          <p:nvSpPr>
            <p:cNvPr id="12" name="Freeform: Shape 4">
              <a:extLst>
                <a:ext uri="{FF2B5EF4-FFF2-40B4-BE49-F238E27FC236}">
                  <a16:creationId xmlns:a16="http://schemas.microsoft.com/office/drawing/2014/main" id="{421F7826-32AD-C312-F51E-B1B74F18540F}"/>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 name="Freeform: Shape 5">
              <a:extLst>
                <a:ext uri="{FF2B5EF4-FFF2-40B4-BE49-F238E27FC236}">
                  <a16:creationId xmlns:a16="http://schemas.microsoft.com/office/drawing/2014/main" id="{F4E16598-039C-CC77-0BB0-8F360A692B98}"/>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 name="Freeform: Shape 6">
              <a:extLst>
                <a:ext uri="{FF2B5EF4-FFF2-40B4-BE49-F238E27FC236}">
                  <a16:creationId xmlns:a16="http://schemas.microsoft.com/office/drawing/2014/main" id="{C50F22E2-B260-5634-8B96-14C47A6B983E}"/>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 name="Freeform: Shape 7">
              <a:extLst>
                <a:ext uri="{FF2B5EF4-FFF2-40B4-BE49-F238E27FC236}">
                  <a16:creationId xmlns:a16="http://schemas.microsoft.com/office/drawing/2014/main" id="{F10CC551-374A-2690-579E-2DC8C7AEBFEB}"/>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4" name="Freeform: Shape 8">
              <a:extLst>
                <a:ext uri="{FF2B5EF4-FFF2-40B4-BE49-F238E27FC236}">
                  <a16:creationId xmlns:a16="http://schemas.microsoft.com/office/drawing/2014/main" id="{6579DAD6-2621-A891-562D-903AEAFB47C6}"/>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5" name="Title 7">
            <a:extLst>
              <a:ext uri="{FF2B5EF4-FFF2-40B4-BE49-F238E27FC236}">
                <a16:creationId xmlns:a16="http://schemas.microsoft.com/office/drawing/2014/main" id="{4907ECBB-8F49-4D92-7928-537D24693EE9}"/>
              </a:ext>
            </a:extLst>
          </p:cNvPr>
          <p:cNvSpPr txBox="1">
            <a:spLocks noGrp="1"/>
          </p:cNvSpPr>
          <p:nvPr>
            <p:ph type="title" idx="4294967295"/>
          </p:nvPr>
        </p:nvSpPr>
        <p:spPr>
          <a:xfrm>
            <a:off x="4632325" y="1047750"/>
            <a:ext cx="7559675" cy="49688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marL="0" marR="0" indent="0" algn="l" defTabSz="914400" rtl="0" eaLnBrk="1" fontAlgn="auto" latinLnBrk="0" hangingPunct="1">
              <a:lnSpc>
                <a:spcPct val="90000"/>
              </a:lnSpc>
              <a:spcBef>
                <a:spcPct val="0"/>
              </a:spcBef>
              <a:spcAft>
                <a:spcPts val="0"/>
              </a:spcAft>
              <a:buClrTx/>
              <a:buSzTx/>
              <a:buFontTx/>
              <a:buNone/>
              <a:tabLst/>
              <a:defRPr kumimoji="0" lang="en-US" sz="3200" b="0" i="0" u="none" strike="noStrike" kern="1200" cap="none" spc="0" normalizeH="0" baseline="0" noProof="0" dirty="0">
                <a:ln>
                  <a:noFill/>
                </a:ln>
                <a:solidFill>
                  <a:schemeClr val="tx1"/>
                </a:solidFill>
                <a:effectLst/>
                <a:uLnTx/>
                <a:uFillTx/>
                <a:latin typeface="+mn-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6000" b="0" i="0" u="none" strike="noStrike" kern="1200" cap="none" spc="0" normalizeH="0" baseline="0" noProof="0" dirty="0">
                <a:ln>
                  <a:noFill/>
                </a:ln>
                <a:solidFill>
                  <a:srgbClr val="FFFFFF"/>
                </a:solidFill>
                <a:effectLst/>
                <a:uLnTx/>
                <a:uFillTx/>
                <a:latin typeface="Ubuntu"/>
                <a:ea typeface="+mj-ea"/>
                <a:cs typeface="+mj-cs"/>
              </a:rPr>
              <a:t>Make</a:t>
            </a:r>
          </a:p>
        </p:txBody>
      </p:sp>
      <p:sp>
        <p:nvSpPr>
          <p:cNvPr id="6" name="Title 7">
            <a:extLst>
              <a:ext uri="{FF2B5EF4-FFF2-40B4-BE49-F238E27FC236}">
                <a16:creationId xmlns:a16="http://schemas.microsoft.com/office/drawing/2014/main" id="{FCFAA103-BFDF-1080-856C-9AAA3E4B287A}"/>
              </a:ext>
            </a:extLst>
          </p:cNvPr>
          <p:cNvSpPr txBox="1">
            <a:spLocks/>
          </p:cNvSpPr>
          <p:nvPr/>
        </p:nvSpPr>
        <p:spPr>
          <a:xfrm>
            <a:off x="5791511" y="3291907"/>
            <a:ext cx="3744938" cy="1008063"/>
          </a:xfrm>
          <a:prstGeom prst="rect">
            <a:avLst/>
          </a:prstGeom>
          <a:noFill/>
        </p:spPr>
        <p:txBody>
          <a:bodyPr vert="horz" wrap="square" lIns="0" tIns="0" rIns="0" bIns="0" rtlCol="0" anchor="ctr" anchorCtr="0">
            <a:noAutofit/>
          </a:bodyPr>
          <a:lstStyle>
            <a:lvl1pPr marL="0" marR="0" indent="0" algn="l" defTabSz="914400" rtl="0" eaLnBrk="1" fontAlgn="auto" latinLnBrk="0" hangingPunct="1">
              <a:lnSpc>
                <a:spcPct val="90000"/>
              </a:lnSpc>
              <a:spcBef>
                <a:spcPct val="0"/>
              </a:spcBef>
              <a:spcAft>
                <a:spcPts val="0"/>
              </a:spcAft>
              <a:buClrTx/>
              <a:buSzTx/>
              <a:buFontTx/>
              <a:buNone/>
              <a:tabLst>
                <a:tab pos="1258888" algn="l"/>
              </a:tabLst>
              <a:defRPr kumimoji="0" lang="en-US" sz="5400" b="0" i="0" u="none" strike="noStrike" kern="1200" cap="none" spc="0" normalizeH="0" baseline="0" noProof="0">
                <a:ln>
                  <a:noFill/>
                </a:ln>
                <a:solidFill>
                  <a:schemeClr val="bg2"/>
                </a:solidFill>
                <a:effectLst/>
                <a:uLnTx/>
                <a:uFillTx/>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tab pos="1258888" algn="l"/>
              </a:tabLst>
              <a:defRPr/>
            </a:pPr>
            <a:r>
              <a:rPr kumimoji="0" lang="en-US" sz="6000" b="0" i="0" u="none" strike="noStrike" kern="1200" cap="none" spc="0" normalizeH="0" baseline="0" noProof="0" dirty="0">
                <a:ln>
                  <a:noFill/>
                </a:ln>
                <a:solidFill>
                  <a:srgbClr val="FFFFFF"/>
                </a:solidFill>
                <a:effectLst/>
                <a:uLnTx/>
                <a:uFillTx/>
                <a:latin typeface="Ubuntu"/>
                <a:ea typeface="+mj-ea"/>
                <a:cs typeface="+mj-cs"/>
              </a:rPr>
              <a:t>real.</a:t>
            </a:r>
            <a:endParaRPr kumimoji="0" lang="en-US" sz="6000" b="0" i="0" u="none" strike="noStrike" kern="1200" cap="none" spc="0" normalizeH="0" baseline="0" noProof="0" dirty="0">
              <a:ln>
                <a:noFill/>
              </a:ln>
              <a:solidFill>
                <a:srgbClr val="FFFFFF"/>
              </a:solidFill>
              <a:effectLst/>
              <a:uLnTx/>
              <a:uFillTx/>
              <a:latin typeface="Ubuntu Light"/>
              <a:ea typeface="+mj-ea"/>
              <a:cs typeface="+mj-cs"/>
            </a:endParaRPr>
          </a:p>
        </p:txBody>
      </p:sp>
      <p:sp>
        <p:nvSpPr>
          <p:cNvPr id="7" name="Title 7">
            <a:extLst>
              <a:ext uri="{FF2B5EF4-FFF2-40B4-BE49-F238E27FC236}">
                <a16:creationId xmlns:a16="http://schemas.microsoft.com/office/drawing/2014/main" id="{01F4E77A-00BE-0092-9545-B6F9E8707B47}"/>
              </a:ext>
            </a:extLst>
          </p:cNvPr>
          <p:cNvSpPr txBox="1">
            <a:spLocks/>
          </p:cNvSpPr>
          <p:nvPr/>
        </p:nvSpPr>
        <p:spPr>
          <a:xfrm>
            <a:off x="5424059" y="2178102"/>
            <a:ext cx="2774126" cy="970557"/>
          </a:xfrm>
          <a:prstGeom prst="rect">
            <a:avLst/>
          </a:prstGeom>
          <a:noFill/>
        </p:spPr>
        <p:txBody>
          <a:bodyPr vert="horz" wrap="square" lIns="0" tIns="0" rIns="0" bIns="0" rtlCol="0" anchor="ctr" anchorCtr="0">
            <a:noAutofit/>
          </a:bodyPr>
          <a:lstStyle>
            <a:lvl1pPr marL="0" marR="0" indent="0" algn="l" defTabSz="914400" rtl="0" eaLnBrk="1" fontAlgn="auto" latinLnBrk="0" hangingPunct="1">
              <a:lnSpc>
                <a:spcPct val="90000"/>
              </a:lnSpc>
              <a:spcBef>
                <a:spcPct val="0"/>
              </a:spcBef>
              <a:spcAft>
                <a:spcPts val="0"/>
              </a:spcAft>
              <a:buClrTx/>
              <a:buSzTx/>
              <a:buFontTx/>
              <a:buNone/>
              <a:tabLst>
                <a:tab pos="1258888" algn="l"/>
              </a:tabLst>
              <a:defRPr kumimoji="0" lang="en-US" sz="5400" b="0" i="0" u="none" strike="noStrike" kern="1200" cap="none" spc="0" normalizeH="0" baseline="0" noProof="0">
                <a:ln>
                  <a:noFill/>
                </a:ln>
                <a:solidFill>
                  <a:schemeClr val="bg2"/>
                </a:solidFill>
                <a:effectLst/>
                <a:uLnTx/>
                <a:uFillTx/>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tab pos="1258888" algn="l"/>
              </a:tabLst>
              <a:defRPr/>
            </a:pPr>
            <a:r>
              <a:rPr kumimoji="0" lang="en-US" sz="6000" b="0" i="0" u="none" strike="noStrike" kern="1200" cap="none" spc="0" normalizeH="0" baseline="0" noProof="0" dirty="0">
                <a:ln>
                  <a:noFill/>
                </a:ln>
                <a:solidFill>
                  <a:srgbClr val="FFFFFF"/>
                </a:solidFill>
                <a:effectLst/>
                <a:uLnTx/>
                <a:uFillTx/>
                <a:latin typeface="Ubuntu"/>
                <a:ea typeface="+mj-ea"/>
                <a:cs typeface="+mj-cs"/>
              </a:rPr>
              <a:t>it</a:t>
            </a:r>
            <a:endParaRPr kumimoji="0" lang="en-US" sz="6000" b="0" i="0" u="none" strike="noStrike" kern="1200" cap="none" spc="0" normalizeH="0" baseline="0" noProof="0" dirty="0">
              <a:ln>
                <a:noFill/>
              </a:ln>
              <a:solidFill>
                <a:srgbClr val="FFFFFF"/>
              </a:solidFill>
              <a:effectLst/>
              <a:uLnTx/>
              <a:uFillTx/>
              <a:latin typeface="Ubuntu Light"/>
              <a:ea typeface="+mj-ea"/>
              <a:cs typeface="+mj-cs"/>
            </a:endParaRPr>
          </a:p>
        </p:txBody>
      </p:sp>
      <p:sp>
        <p:nvSpPr>
          <p:cNvPr id="18" name="Rectangle 17">
            <a:extLst>
              <a:ext uri="{FF2B5EF4-FFF2-40B4-BE49-F238E27FC236}">
                <a16:creationId xmlns:a16="http://schemas.microsoft.com/office/drawing/2014/main" id="{186F2239-DD5F-1A43-B058-C50D72B66877}"/>
              </a:ext>
              <a:ext uri="{C183D7F6-B498-43B3-948B-1728B52AA6E4}">
                <adec:decorative xmlns:adec="http://schemas.microsoft.com/office/drawing/2017/decorative" val="1"/>
              </a:ext>
            </a:extLst>
          </p:cNvPr>
          <p:cNvSpPr/>
          <p:nvPr/>
        </p:nvSpPr>
        <p:spPr>
          <a:xfrm>
            <a:off x="-419485" y="3727339"/>
            <a:ext cx="5951984" cy="326218"/>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0" name="Rectangle 19">
            <a:extLst>
              <a:ext uri="{FF2B5EF4-FFF2-40B4-BE49-F238E27FC236}">
                <a16:creationId xmlns:a16="http://schemas.microsoft.com/office/drawing/2014/main" id="{EB4BF715-42D7-6A5B-3726-BA36A5A7B074}"/>
              </a:ext>
              <a:ext uri="{C183D7F6-B498-43B3-948B-1728B52AA6E4}">
                <adec:decorative xmlns:adec="http://schemas.microsoft.com/office/drawing/2017/decorative" val="1"/>
              </a:ext>
            </a:extLst>
          </p:cNvPr>
          <p:cNvSpPr/>
          <p:nvPr/>
        </p:nvSpPr>
        <p:spPr>
          <a:xfrm>
            <a:off x="8466416" y="3727339"/>
            <a:ext cx="5951984" cy="326218"/>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 name="Rectangle 20">
            <a:extLst>
              <a:ext uri="{FF2B5EF4-FFF2-40B4-BE49-F238E27FC236}">
                <a16:creationId xmlns:a16="http://schemas.microsoft.com/office/drawing/2014/main" id="{E6B30C74-3ABC-C830-745B-F4132DA9E43A}"/>
              </a:ext>
              <a:ext uri="{C183D7F6-B498-43B3-948B-1728B52AA6E4}">
                <adec:decorative xmlns:adec="http://schemas.microsoft.com/office/drawing/2017/decorative" val="1"/>
              </a:ext>
            </a:extLst>
          </p:cNvPr>
          <p:cNvSpPr/>
          <p:nvPr/>
        </p:nvSpPr>
        <p:spPr>
          <a:xfrm>
            <a:off x="6291940" y="2621849"/>
            <a:ext cx="5951984" cy="326218"/>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2" name="Rectangle 21">
            <a:extLst>
              <a:ext uri="{FF2B5EF4-FFF2-40B4-BE49-F238E27FC236}">
                <a16:creationId xmlns:a16="http://schemas.microsoft.com/office/drawing/2014/main" id="{84A07C81-260E-982A-2686-B3B3646C218E}"/>
              </a:ext>
              <a:ext uri="{C183D7F6-B498-43B3-948B-1728B52AA6E4}">
                <adec:decorative xmlns:adec="http://schemas.microsoft.com/office/drawing/2017/decorative" val="1"/>
              </a:ext>
            </a:extLst>
          </p:cNvPr>
          <p:cNvSpPr/>
          <p:nvPr/>
        </p:nvSpPr>
        <p:spPr>
          <a:xfrm>
            <a:off x="-2832992" y="1389953"/>
            <a:ext cx="5951984" cy="326218"/>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99360208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C31C29-1332-2428-E110-F34684CAD94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511FDE8-CD79-153F-84F4-C39D63D99D3E}"/>
              </a:ext>
            </a:extLst>
          </p:cNvPr>
          <p:cNvSpPr>
            <a:spLocks noGrp="1"/>
          </p:cNvSpPr>
          <p:nvPr>
            <p:ph type="title" idx="4294967295"/>
          </p:nvPr>
        </p:nvSpPr>
        <p:spPr>
          <a:xfrm>
            <a:off x="551384" y="-930372"/>
            <a:ext cx="11090938" cy="930372"/>
          </a:xfrm>
        </p:spPr>
        <p:txBody>
          <a:bodyPr vert="horz" lIns="0" tIns="0" rIns="0" bIns="126000" rtlCol="0" anchor="b" anchorCtr="0">
            <a:noAutofit/>
          </a:bodyPr>
          <a:lstStyle/>
          <a:p>
            <a:r>
              <a:rPr lang="en-US" dirty="0"/>
              <a:t>Back cover</a:t>
            </a:r>
          </a:p>
        </p:txBody>
      </p:sp>
    </p:spTree>
    <p:extLst>
      <p:ext uri="{BB962C8B-B14F-4D97-AF65-F5344CB8AC3E}">
        <p14:creationId xmlns:p14="http://schemas.microsoft.com/office/powerpoint/2010/main" val="106142982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6F9AF1-C50F-8D51-928D-AAD9F6268937}"/>
            </a:ext>
          </a:extLst>
        </p:cNvPr>
        <p:cNvGrpSpPr/>
        <p:nvPr/>
      </p:nvGrpSpPr>
      <p:grpSpPr>
        <a:xfrm>
          <a:off x="0" y="0"/>
          <a:ext cx="0" cy="0"/>
          <a:chOff x="0" y="0"/>
          <a:chExt cx="0" cy="0"/>
        </a:xfrm>
      </p:grpSpPr>
      <p:pic>
        <p:nvPicPr>
          <p:cNvPr id="13" name="Picture Placeholder 12" descr="A group of people walking in front of tall buildings">
            <a:extLst>
              <a:ext uri="{FF2B5EF4-FFF2-40B4-BE49-F238E27FC236}">
                <a16:creationId xmlns:a16="http://schemas.microsoft.com/office/drawing/2014/main" id="{25980286-506B-1BEF-2BED-4714A593EC78}"/>
              </a:ext>
            </a:extLst>
          </p:cNvPr>
          <p:cNvPicPr>
            <a:picLocks noGrp="1" noChangeAspect="1"/>
          </p:cNvPicPr>
          <p:nvPr>
            <p:ph type="pic" sz="quarter" idx="13"/>
          </p:nvPr>
        </p:nvPicPr>
        <p:blipFill>
          <a:blip r:embed="rId2" cstate="screen">
            <a:extLst>
              <a:ext uri="{28A0092B-C50C-407E-A947-70E740481C1C}">
                <a14:useLocalDpi xmlns:a14="http://schemas.microsoft.com/office/drawing/2010/main"/>
              </a:ext>
            </a:extLst>
          </a:blip>
          <a:srcRect t="15" b="15"/>
          <a:stretch/>
        </p:blipFill>
        <p:spPr>
          <a:xfrm>
            <a:off x="180001" y="0"/>
            <a:ext cx="12011999" cy="6858000"/>
          </a:xfrm>
        </p:spPr>
      </p:pic>
      <p:sp>
        <p:nvSpPr>
          <p:cNvPr id="20" name="Rectangle 19">
            <a:extLst>
              <a:ext uri="{FF2B5EF4-FFF2-40B4-BE49-F238E27FC236}">
                <a16:creationId xmlns:a16="http://schemas.microsoft.com/office/drawing/2014/main" id="{77098C4E-3A5A-63FA-6684-B46C2B9A9FB8}"/>
              </a:ext>
              <a:ext uri="{C183D7F6-B498-43B3-948B-1728B52AA6E4}">
                <adec:decorative xmlns:adec="http://schemas.microsoft.com/office/drawing/2017/decorative" val="1"/>
              </a:ext>
            </a:extLst>
          </p:cNvPr>
          <p:cNvSpPr/>
          <p:nvPr/>
        </p:nvSpPr>
        <p:spPr>
          <a:xfrm>
            <a:off x="180001" y="0"/>
            <a:ext cx="12011999" cy="6858000"/>
          </a:xfrm>
          <a:prstGeom prst="rect">
            <a:avLst/>
          </a:prstGeom>
          <a:gradFill>
            <a:gsLst>
              <a:gs pos="0">
                <a:schemeClr val="accent3">
                  <a:alpha val="0"/>
                </a:schemeClr>
              </a:gs>
              <a:gs pos="100000">
                <a:schemeClr val="accent3">
                  <a:alpha val="43000"/>
                </a:schemeClr>
              </a:gs>
            </a:gsLst>
            <a:lin ang="5400000" scaled="1"/>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err="1">
              <a:solidFill>
                <a:schemeClr val="tx1"/>
              </a:solidFill>
            </a:endParaRPr>
          </a:p>
        </p:txBody>
      </p:sp>
      <p:sp>
        <p:nvSpPr>
          <p:cNvPr id="16" name="Title 15">
            <a:extLst>
              <a:ext uri="{FF2B5EF4-FFF2-40B4-BE49-F238E27FC236}">
                <a16:creationId xmlns:a16="http://schemas.microsoft.com/office/drawing/2014/main" id="{A27AD62E-AD19-15FC-6F17-9E71C93419D9}"/>
              </a:ext>
            </a:extLst>
          </p:cNvPr>
          <p:cNvSpPr>
            <a:spLocks noGrp="1"/>
          </p:cNvSpPr>
          <p:nvPr>
            <p:ph type="title"/>
          </p:nvPr>
        </p:nvSpPr>
        <p:spPr>
          <a:xfrm>
            <a:off x="1214394" y="1628775"/>
            <a:ext cx="7905942" cy="3335273"/>
          </a:xfrm>
        </p:spPr>
        <p:txBody>
          <a:bodyPr/>
          <a:lstStyle/>
          <a:p>
            <a:pPr lvl="0">
              <a:lnSpc>
                <a:spcPct val="80000"/>
              </a:lnSpc>
            </a:pPr>
            <a:r>
              <a:rPr lang="en-US" sz="8800" dirty="0">
                <a:solidFill>
                  <a:schemeClr val="accent2"/>
                </a:solidFill>
              </a:rPr>
              <a:t>Title</a:t>
            </a:r>
            <a:r>
              <a:rPr lang="en-US" sz="8800" dirty="0">
                <a:solidFill>
                  <a:srgbClr val="F6F6F6"/>
                </a:solidFill>
              </a:rPr>
              <a:t> </a:t>
            </a:r>
            <a:r>
              <a:rPr lang="en-US" sz="8800" dirty="0"/>
              <a:t>of 				presentation to be adapted</a:t>
            </a:r>
          </a:p>
        </p:txBody>
      </p:sp>
      <p:sp>
        <p:nvSpPr>
          <p:cNvPr id="18" name="Text Placeholder 17">
            <a:extLst>
              <a:ext uri="{FF2B5EF4-FFF2-40B4-BE49-F238E27FC236}">
                <a16:creationId xmlns:a16="http://schemas.microsoft.com/office/drawing/2014/main" id="{C2EBEBE2-B41F-C54F-23B8-B0AA36077E43}"/>
              </a:ext>
            </a:extLst>
          </p:cNvPr>
          <p:cNvSpPr>
            <a:spLocks noGrp="1"/>
          </p:cNvSpPr>
          <p:nvPr>
            <p:ph type="body" sz="quarter" idx="14"/>
          </p:nvPr>
        </p:nvSpPr>
        <p:spPr>
          <a:xfrm>
            <a:off x="1212285" y="5251824"/>
            <a:ext cx="6578080" cy="659722"/>
          </a:xfrm>
        </p:spPr>
        <p:txBody>
          <a:bodyPr/>
          <a:lstStyle/>
          <a:p>
            <a:pPr lvl="0"/>
            <a:r>
              <a:rPr lang="en-US" dirty="0"/>
              <a:t>The transformative impact of Gen AI and Agentic AI</a:t>
            </a:r>
          </a:p>
        </p:txBody>
      </p:sp>
      <p:sp>
        <p:nvSpPr>
          <p:cNvPr id="12" name="Text Placeholder 11">
            <a:extLst>
              <a:ext uri="{FF2B5EF4-FFF2-40B4-BE49-F238E27FC236}">
                <a16:creationId xmlns:a16="http://schemas.microsoft.com/office/drawing/2014/main" id="{F57F97BC-534A-DB11-C841-3E612502A3C5}"/>
              </a:ext>
            </a:extLst>
          </p:cNvPr>
          <p:cNvSpPr>
            <a:spLocks noGrp="1"/>
          </p:cNvSpPr>
          <p:nvPr>
            <p:ph type="body" sz="quarter" idx="15"/>
          </p:nvPr>
        </p:nvSpPr>
        <p:spPr>
          <a:xfrm>
            <a:off x="1212285" y="5910502"/>
            <a:ext cx="6578080" cy="659722"/>
          </a:xfrm>
        </p:spPr>
        <p:txBody>
          <a:bodyPr/>
          <a:lstStyle/>
          <a:p>
            <a:br>
              <a:rPr lang="en-US" dirty="0">
                <a:solidFill>
                  <a:schemeClr val="accent2"/>
                </a:solidFill>
              </a:rPr>
            </a:br>
            <a:r>
              <a:rPr lang="en-US" b="1" dirty="0">
                <a:solidFill>
                  <a:schemeClr val="accent2"/>
                </a:solidFill>
              </a:rPr>
              <a:t>Sam Smith,</a:t>
            </a:r>
            <a:r>
              <a:rPr lang="en-US" dirty="0">
                <a:solidFill>
                  <a:schemeClr val="accent2"/>
                </a:solidFill>
              </a:rPr>
              <a:t> September 2025</a:t>
            </a:r>
          </a:p>
          <a:p>
            <a:endParaRPr lang="en-US" dirty="0">
              <a:solidFill>
                <a:schemeClr val="accent1"/>
              </a:solidFill>
            </a:endParaRPr>
          </a:p>
        </p:txBody>
      </p:sp>
      <p:grpSp>
        <p:nvGrpSpPr>
          <p:cNvPr id="2" name="Group 2" descr="Capgemini logo">
            <a:extLst>
              <a:ext uri="{FF2B5EF4-FFF2-40B4-BE49-F238E27FC236}">
                <a16:creationId xmlns:a16="http://schemas.microsoft.com/office/drawing/2014/main" id="{1A3F2820-8D4E-DFA0-1FCA-E969AD5FF4B1}"/>
              </a:ext>
            </a:extLst>
          </p:cNvPr>
          <p:cNvGrpSpPr>
            <a:grpSpLocks noChangeAspect="1"/>
          </p:cNvGrpSpPr>
          <p:nvPr/>
        </p:nvGrpSpPr>
        <p:grpSpPr>
          <a:xfrm>
            <a:off x="9925757" y="6118100"/>
            <a:ext cx="1872000" cy="420870"/>
            <a:chOff x="5094083" y="5360390"/>
            <a:chExt cx="3039349" cy="683316"/>
          </a:xfrm>
        </p:grpSpPr>
        <p:sp>
          <p:nvSpPr>
            <p:cNvPr id="6" name="Freeform: Shape 4">
              <a:extLst>
                <a:ext uri="{FF2B5EF4-FFF2-40B4-BE49-F238E27FC236}">
                  <a16:creationId xmlns:a16="http://schemas.microsoft.com/office/drawing/2014/main" id="{4390925A-057E-6C1C-9008-A866A190B56A}"/>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7" name="Freeform: Shape 5">
              <a:extLst>
                <a:ext uri="{FF2B5EF4-FFF2-40B4-BE49-F238E27FC236}">
                  <a16:creationId xmlns:a16="http://schemas.microsoft.com/office/drawing/2014/main" id="{E8507880-4513-2C00-5446-A13996E96B46}"/>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8" name="Freeform: Shape 6">
              <a:extLst>
                <a:ext uri="{FF2B5EF4-FFF2-40B4-BE49-F238E27FC236}">
                  <a16:creationId xmlns:a16="http://schemas.microsoft.com/office/drawing/2014/main" id="{0A32AF5A-F32D-8AC2-B66A-E7D4BA55E6F3}"/>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9" name="Freeform: Shape 7">
              <a:extLst>
                <a:ext uri="{FF2B5EF4-FFF2-40B4-BE49-F238E27FC236}">
                  <a16:creationId xmlns:a16="http://schemas.microsoft.com/office/drawing/2014/main" id="{9F464EC3-45C3-33C7-4FC5-A4608A8B67C0}"/>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10" name="Freeform: Shape 8">
              <a:extLst>
                <a:ext uri="{FF2B5EF4-FFF2-40B4-BE49-F238E27FC236}">
                  <a16:creationId xmlns:a16="http://schemas.microsoft.com/office/drawing/2014/main" id="{D9498D6F-1659-7180-864F-0055259194C4}"/>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grpSp>
      <p:sp>
        <p:nvSpPr>
          <p:cNvPr id="3" name="Speech Bubble: Rectangle with Corners Rounded 4">
            <a:extLst>
              <a:ext uri="{FF2B5EF4-FFF2-40B4-BE49-F238E27FC236}">
                <a16:creationId xmlns:a16="http://schemas.microsoft.com/office/drawing/2014/main" id="{F12C6810-C2F1-F232-2319-A223A9DCD01B}"/>
              </a:ext>
              <a:ext uri="{C183D7F6-B498-43B3-948B-1728B52AA6E4}">
                <adec:decorative xmlns:adec="http://schemas.microsoft.com/office/drawing/2017/decorative" val="1"/>
              </a:ext>
            </a:extLst>
          </p:cNvPr>
          <p:cNvSpPr/>
          <p:nvPr/>
        </p:nvSpPr>
        <p:spPr>
          <a:xfrm>
            <a:off x="8441268" y="337043"/>
            <a:ext cx="3427824" cy="3856133"/>
          </a:xfrm>
          <a:prstGeom prst="rect">
            <a:avLst/>
          </a:prstGeom>
          <a:solidFill>
            <a:srgbClr val="FFFF00"/>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ea typeface="+mn-ea"/>
                <a:cs typeface="+mn-cs"/>
              </a:rPr>
              <a:t>Cover design</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mn-cs"/>
              </a:rPr>
              <a:t>These slide designs and messages are </a:t>
            </a:r>
            <a:r>
              <a:rPr kumimoji="0" lang="en-US" sz="1000" b="1" i="0" u="none" strike="noStrike" kern="1200" cap="none" spc="0" normalizeH="0" baseline="0" noProof="0" dirty="0">
                <a:ln>
                  <a:noFill/>
                </a:ln>
                <a:solidFill>
                  <a:srgbClr val="000000"/>
                </a:solidFill>
                <a:effectLst/>
                <a:uLnTx/>
                <a:uFillTx/>
                <a:ea typeface="+mn-ea"/>
                <a:cs typeface="+mn-cs"/>
              </a:rPr>
              <a:t>inspirational only</a:t>
            </a:r>
            <a:r>
              <a:rPr kumimoji="0" lang="en-US" sz="1000" b="0" i="0" u="none" strike="noStrike" kern="1200" cap="none" spc="0" normalizeH="0" baseline="0" noProof="0" dirty="0">
                <a:ln>
                  <a:noFill/>
                </a:ln>
                <a:solidFill>
                  <a:srgbClr val="000000"/>
                </a:solidFill>
                <a:effectLst/>
                <a:uLnTx/>
                <a:uFillTx/>
                <a:ea typeface="+mn-ea"/>
                <a:cs typeface="+mn-cs"/>
              </a:rPr>
              <a:t>. Please modify text boxes and positioning as needed based on the message and overall composition. Always consider the legibility and contrast of copy and content for maximum usability.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Any and all photography in these designs is given as an example. While you can use them, it’s better to </a:t>
            </a:r>
            <a:r>
              <a:rPr kumimoji="0" lang="en-US" sz="1000" b="1" i="0" u="none" strike="noStrike" kern="1200" cap="none" spc="0" normalizeH="0" baseline="0" noProof="0" dirty="0">
                <a:ln>
                  <a:noFill/>
                </a:ln>
                <a:solidFill>
                  <a:srgbClr val="000000"/>
                </a:solidFill>
                <a:effectLst/>
                <a:uLnTx/>
                <a:uFillTx/>
                <a:ea typeface="+mn-ea"/>
                <a:cs typeface="+mn-cs"/>
              </a:rPr>
              <a:t>change the photography</a:t>
            </a:r>
            <a:r>
              <a:rPr kumimoji="0" lang="en-US" sz="1000" b="0" i="0" u="none" strike="noStrike" kern="1200" cap="none" spc="0" normalizeH="0" baseline="0" noProof="0" dirty="0">
                <a:ln>
                  <a:noFill/>
                </a:ln>
                <a:solidFill>
                  <a:srgbClr val="000000"/>
                </a:solidFill>
                <a:effectLst/>
                <a:uLnTx/>
                <a:uFillTx/>
                <a:ea typeface="+mn-ea"/>
                <a:cs typeface="+mn-cs"/>
              </a:rPr>
              <a:t> to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To do so, right click on the picture or placeholder to change/insert a photo. </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mn-cs"/>
                <a:hlinkClick r:id="rId3">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rgbClr val="000000"/>
              </a:solidFill>
              <a:effectLst/>
              <a:uLnTx/>
              <a:uFillTx/>
              <a:ea typeface="+mn-ea"/>
              <a:cs typeface="+mn-cs"/>
            </a:endParaRPr>
          </a:p>
          <a:p>
            <a:pPr marL="180975" marR="0" lvl="0"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mn-cs"/>
                <a:hlinkClick r:id="rId4">
                  <a:extLst>
                    <a:ext uri="{A12FA001-AC4F-418D-AE19-62706E023703}">
                      <ahyp:hlinkClr xmlns:ahyp="http://schemas.microsoft.com/office/drawing/2018/hyperlinkcolor" val="tx"/>
                    </a:ext>
                  </a:extLst>
                </a:hlinkClick>
              </a:rPr>
              <a:t>Getty images</a:t>
            </a:r>
            <a:r>
              <a:rPr kumimoji="0" lang="en-US" sz="1000" b="0" i="0" u="none" strike="noStrike" kern="1200" cap="none" spc="0" normalizeH="0" baseline="0" noProof="0" dirty="0">
                <a:ln>
                  <a:noFill/>
                </a:ln>
                <a:solidFill>
                  <a:srgbClr val="000000"/>
                </a:solidFill>
                <a:effectLst/>
                <a:uLnTx/>
                <a:uFillTx/>
                <a:ea typeface="+mn-ea"/>
                <a:cs typeface="+mn-cs"/>
              </a:rPr>
              <a:t> (Recommended), </a:t>
            </a:r>
            <a:r>
              <a:rPr kumimoji="0" lang="en-US" sz="1000" b="0" i="0" u="none" strike="noStrike" kern="1200" cap="none" spc="0" normalizeH="0" baseline="0" noProof="0" dirty="0">
                <a:ln>
                  <a:noFill/>
                </a:ln>
                <a:solidFill>
                  <a:srgbClr val="000000"/>
                </a:solidFill>
                <a:effectLst/>
                <a:uLnTx/>
                <a:uFillTx/>
                <a:ea typeface="+mn-ea"/>
                <a:cs typeface="+mn-cs"/>
                <a:hlinkClick r:id="rId5">
                  <a:extLst>
                    <a:ext uri="{A12FA001-AC4F-418D-AE19-62706E023703}">
                      <ahyp:hlinkClr xmlns:ahyp="http://schemas.microsoft.com/office/drawing/2018/hyperlinkcolor" val="tx"/>
                    </a:ext>
                  </a:extLst>
                </a:hlinkClick>
              </a:rPr>
              <a:t>Shutterstock</a:t>
            </a:r>
            <a:r>
              <a:rPr kumimoji="0" lang="en-US" sz="1000" b="0" i="0" u="none" strike="noStrike" kern="1200" cap="none" spc="0" normalizeH="0" baseline="0" noProof="0" dirty="0">
                <a:ln>
                  <a:noFill/>
                </a:ln>
                <a:solidFill>
                  <a:srgbClr val="000000"/>
                </a:solidFill>
                <a:effectLst/>
                <a:uLnTx/>
                <a:uFillTx/>
                <a:ea typeface="+mn-ea"/>
                <a:cs typeface="+mn-cs"/>
              </a:rPr>
              <a:t>, </a:t>
            </a:r>
            <a:r>
              <a:rPr kumimoji="0" lang="en-US" sz="1000" b="0" i="0" u="none" strike="noStrike" kern="1200" cap="none" spc="0" normalizeH="0" baseline="0" noProof="0" dirty="0">
                <a:ln>
                  <a:noFill/>
                </a:ln>
                <a:solidFill>
                  <a:srgbClr val="000000"/>
                </a:solidFill>
                <a:effectLst/>
                <a:uLnTx/>
                <a:uFillTx/>
                <a:ea typeface="+mn-ea"/>
                <a:cs typeface="+mn-cs"/>
                <a:hlinkClick r:id="rId6">
                  <a:extLst>
                    <a:ext uri="{A12FA001-AC4F-418D-AE19-62706E023703}">
                      <ahyp:hlinkClr xmlns:ahyp="http://schemas.microsoft.com/office/drawing/2018/hyperlinkcolor" val="tx"/>
                    </a:ext>
                  </a:extLst>
                </a:hlinkClick>
              </a:rPr>
              <a:t>Adobe images</a:t>
            </a:r>
            <a:r>
              <a:rPr kumimoji="0" lang="en-US" sz="1000" b="0" i="0" u="none" strike="noStrike" kern="1200" cap="none" spc="0" normalizeH="0" baseline="0" noProof="0" dirty="0">
                <a:ln>
                  <a:noFill/>
                </a:ln>
                <a:solidFill>
                  <a:srgbClr val="000000"/>
                </a:solidFill>
                <a:effectLst/>
                <a:uLnTx/>
                <a:uFillTx/>
                <a:ea typeface="+mn-ea"/>
                <a:cs typeface="+mn-cs"/>
              </a:rPr>
              <a:t> (check with your M&amp;C design team):</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ea typeface="+mn-ea"/>
                <a:cs typeface="+mn-cs"/>
              </a:rPr>
              <a:t>Further cover examples and inspiration </a:t>
            </a:r>
            <a:r>
              <a:rPr kumimoji="0" lang="en-US" sz="1000" b="0" i="0" u="none" strike="noStrike" kern="1200" cap="none" spc="0" normalizeH="0" baseline="0" noProof="0" dirty="0">
                <a:ln>
                  <a:noFill/>
                </a:ln>
                <a:solidFill>
                  <a:srgbClr val="000000"/>
                </a:solidFill>
                <a:effectLst/>
                <a:uLnTx/>
                <a:uFillTx/>
                <a:ea typeface="+mn-ea"/>
                <a:cs typeface="+mn-cs"/>
              </a:rPr>
              <a:t>are available in Extras file in your </a:t>
            </a:r>
            <a:r>
              <a:rPr kumimoji="0" lang="en-US" sz="1000" b="0" i="0" u="none" strike="noStrike" kern="1200" cap="none" spc="0" normalizeH="0" baseline="0" noProof="0" dirty="0" err="1">
                <a:ln>
                  <a:noFill/>
                </a:ln>
                <a:solidFill>
                  <a:srgbClr val="000000"/>
                </a:solidFill>
                <a:effectLst/>
                <a:uLnTx/>
                <a:uFillTx/>
                <a:ea typeface="+mn-ea"/>
                <a:cs typeface="+mn-cs"/>
              </a:rPr>
              <a:t>Powerpoint</a:t>
            </a:r>
            <a:br>
              <a:rPr kumimoji="0" lang="en-US" sz="1000" b="0" i="0" u="none" strike="noStrike" kern="1200" cap="none" spc="0" normalizeH="0" baseline="0" noProof="0" dirty="0">
                <a:ln>
                  <a:noFill/>
                </a:ln>
                <a:solidFill>
                  <a:srgbClr val="000000"/>
                </a:solidFill>
                <a:effectLst/>
                <a:uLnTx/>
                <a:uFillTx/>
                <a:ea typeface="+mn-ea"/>
                <a:cs typeface="+mn-cs"/>
              </a:rPr>
            </a:br>
            <a:r>
              <a:rPr kumimoji="0" lang="en-US" sz="1000" b="0" i="0" u="none" strike="noStrike" kern="1200" cap="none" spc="0" normalizeH="0" baseline="0" noProof="0" dirty="0">
                <a:ln>
                  <a:noFill/>
                </a:ln>
                <a:solidFill>
                  <a:srgbClr val="000000"/>
                </a:solidFill>
                <a:effectLst/>
                <a:uLnTx/>
                <a:uFillTx/>
                <a:ea typeface="+mn-ea"/>
                <a:cs typeface="+mn-cs"/>
              </a:rPr>
              <a:t> -&gt; File -&gt; New from template…</a:t>
            </a:r>
            <a:endParaRPr kumimoji="0" lang="en-US" sz="1400" b="0" i="0" u="none" strike="noStrike" kern="1200" cap="none" spc="0" normalizeH="0" baseline="0" noProof="0" dirty="0">
              <a:ln>
                <a:noFill/>
              </a:ln>
              <a:solidFill>
                <a:srgbClr val="000000"/>
              </a:solidFill>
              <a:effectLst/>
              <a:uLnTx/>
              <a:uFillTx/>
              <a:ea typeface="+mn-ea"/>
              <a:cs typeface="+mn-cs"/>
            </a:endParaRPr>
          </a:p>
        </p:txBody>
      </p:sp>
    </p:spTree>
    <p:extLst>
      <p:ext uri="{BB962C8B-B14F-4D97-AF65-F5344CB8AC3E}">
        <p14:creationId xmlns:p14="http://schemas.microsoft.com/office/powerpoint/2010/main" val="201802998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3BD810-C0B5-2FDB-E284-71B4036A8EC4}"/>
            </a:ext>
          </a:extLst>
        </p:cNvPr>
        <p:cNvGrpSpPr/>
        <p:nvPr/>
      </p:nvGrpSpPr>
      <p:grpSpPr>
        <a:xfrm>
          <a:off x="0" y="0"/>
          <a:ext cx="0" cy="0"/>
          <a:chOff x="0" y="0"/>
          <a:chExt cx="0" cy="0"/>
        </a:xfrm>
      </p:grpSpPr>
      <p:sp>
        <p:nvSpPr>
          <p:cNvPr id="27" name="Text Placeholder 26">
            <a:extLst>
              <a:ext uri="{FF2B5EF4-FFF2-40B4-BE49-F238E27FC236}">
                <a16:creationId xmlns:a16="http://schemas.microsoft.com/office/drawing/2014/main" id="{6AD5BDDF-1D7D-D327-93D7-9D21D4A63E2A}"/>
              </a:ext>
            </a:extLst>
          </p:cNvPr>
          <p:cNvSpPr>
            <a:spLocks noGrp="1"/>
          </p:cNvSpPr>
          <p:nvPr>
            <p:ph type="body" sz="quarter" idx="10"/>
          </p:nvPr>
        </p:nvSpPr>
        <p:spPr/>
        <p:txBody>
          <a:bodyPr>
            <a:normAutofit/>
          </a:body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FFFFFF"/>
                </a:solidFill>
                <a:effectLst/>
                <a:uLnTx/>
                <a:uFillTx/>
                <a:ea typeface="+mn-ea"/>
                <a:cs typeface="+mn-cs"/>
              </a:rPr>
              <a:t>Subtitle</a:t>
            </a:r>
            <a:br>
              <a:rPr kumimoji="0" lang="en-US" sz="2000" b="0" i="0" u="none" strike="noStrike" kern="1200" cap="none" spc="0" normalizeH="0" baseline="0" noProof="0" dirty="0">
                <a:ln>
                  <a:noFill/>
                </a:ln>
                <a:solidFill>
                  <a:srgbClr val="FFFFFF"/>
                </a:solidFill>
                <a:effectLst/>
                <a:uLnTx/>
                <a:uFillTx/>
                <a:ea typeface="+mn-ea"/>
                <a:cs typeface="+mn-cs"/>
              </a:rPr>
            </a:br>
            <a:r>
              <a:rPr kumimoji="0" lang="en-US" sz="2000" b="0" i="0" u="none" strike="noStrike" kern="1200" cap="none" spc="0" normalizeH="0" baseline="0" noProof="0" dirty="0">
                <a:ln>
                  <a:noFill/>
                </a:ln>
                <a:solidFill>
                  <a:srgbClr val="FFFFFF"/>
                </a:solidFill>
                <a:effectLst/>
                <a:uLnTx/>
                <a:uFillTx/>
                <a:ea typeface="+mn-ea"/>
                <a:cs typeface="+mn-cs"/>
              </a:rPr>
              <a:t>goes here.</a:t>
            </a:r>
          </a:p>
        </p:txBody>
      </p:sp>
      <p:sp>
        <p:nvSpPr>
          <p:cNvPr id="2" name="Text Placeholder 1">
            <a:extLst>
              <a:ext uri="{FF2B5EF4-FFF2-40B4-BE49-F238E27FC236}">
                <a16:creationId xmlns:a16="http://schemas.microsoft.com/office/drawing/2014/main" id="{2B041378-D4D2-3B87-6436-7BF0D57C129C}"/>
              </a:ext>
            </a:extLst>
          </p:cNvPr>
          <p:cNvSpPr>
            <a:spLocks noGrp="1"/>
          </p:cNvSpPr>
          <p:nvPr>
            <p:ph type="body" sz="quarter" idx="11"/>
          </p:nvPr>
        </p:nvSpPr>
        <p:spPr/>
        <p:txBody>
          <a:bodyPr/>
          <a:lstStyle/>
          <a:p>
            <a:r>
              <a:rPr lang="en-US" b="1" dirty="0"/>
              <a:t>Author’s name, </a:t>
            </a:r>
            <a:r>
              <a:rPr lang="en-US" dirty="0"/>
              <a:t>Date</a:t>
            </a:r>
          </a:p>
        </p:txBody>
      </p:sp>
      <p:sp>
        <p:nvSpPr>
          <p:cNvPr id="26" name="Title 25">
            <a:extLst>
              <a:ext uri="{FF2B5EF4-FFF2-40B4-BE49-F238E27FC236}">
                <a16:creationId xmlns:a16="http://schemas.microsoft.com/office/drawing/2014/main" id="{6735F313-04C8-972D-E79F-1015F091845A}"/>
              </a:ext>
            </a:extLst>
          </p:cNvPr>
          <p:cNvSpPr>
            <a:spLocks noGrp="1"/>
          </p:cNvSpPr>
          <p:nvPr>
            <p:ph type="title"/>
          </p:nvPr>
        </p:nvSpPr>
        <p:spPr/>
        <p:txBody>
          <a:bodyPr/>
          <a:lstStyle/>
          <a:p>
            <a:pPr>
              <a:lnSpc>
                <a:spcPct val="75000"/>
              </a:lnSpc>
            </a:pPr>
            <a:r>
              <a:rPr lang="en-US" sz="17200" dirty="0">
                <a:latin typeface="Ubuntu Light" panose="020B0304030602030204" pitchFamily="34" charset="0"/>
              </a:rPr>
              <a:t>Make</a:t>
            </a:r>
            <a:br>
              <a:rPr lang="en-US" sz="17200" dirty="0">
                <a:latin typeface="Ubuntu Light" panose="020B0304030602030204" pitchFamily="34" charset="0"/>
              </a:rPr>
            </a:br>
            <a:r>
              <a:rPr lang="en-US" sz="17200" dirty="0">
                <a:latin typeface="Ubuntu Light" panose="020B0304030602030204" pitchFamily="34" charset="0"/>
              </a:rPr>
              <a:t>it</a:t>
            </a:r>
            <a:br>
              <a:rPr lang="en-US" sz="17200" dirty="0">
                <a:latin typeface="Ubuntu Light" panose="020B0304030602030204" pitchFamily="34" charset="0"/>
              </a:rPr>
            </a:br>
            <a:r>
              <a:rPr lang="en-US" sz="17200" dirty="0">
                <a:latin typeface="Ubuntu Light" panose="020B0304030602030204" pitchFamily="34" charset="0"/>
              </a:rPr>
              <a:t>real.</a:t>
            </a:r>
          </a:p>
        </p:txBody>
      </p:sp>
      <p:sp>
        <p:nvSpPr>
          <p:cNvPr id="28" name="Rectangle 27">
            <a:extLst>
              <a:ext uri="{FF2B5EF4-FFF2-40B4-BE49-F238E27FC236}">
                <a16:creationId xmlns:a16="http://schemas.microsoft.com/office/drawing/2014/main" id="{B6547E3C-9410-0B76-AA68-26A078439B3D}"/>
              </a:ext>
              <a:ext uri="{C183D7F6-B498-43B3-948B-1728B52AA6E4}">
                <adec:decorative xmlns:adec="http://schemas.microsoft.com/office/drawing/2017/decorative" val="1"/>
              </a:ext>
            </a:extLst>
          </p:cNvPr>
          <p:cNvSpPr/>
          <p:nvPr/>
        </p:nvSpPr>
        <p:spPr>
          <a:xfrm>
            <a:off x="4124632" y="5155746"/>
            <a:ext cx="8067368" cy="289102"/>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ea typeface="+mn-ea"/>
              <a:cs typeface="+mn-cs"/>
            </a:endParaRPr>
          </a:p>
        </p:txBody>
      </p:sp>
      <p:sp>
        <p:nvSpPr>
          <p:cNvPr id="25" name="Speech Bubble: Rectangle with Corners Rounded 4">
            <a:extLst>
              <a:ext uri="{FF2B5EF4-FFF2-40B4-BE49-F238E27FC236}">
                <a16:creationId xmlns:a16="http://schemas.microsoft.com/office/drawing/2014/main" id="{97CF48C3-664E-720E-BD40-F39BE70BF602}"/>
              </a:ext>
              <a:ext uri="{C183D7F6-B498-43B3-948B-1728B52AA6E4}">
                <adec:decorative xmlns:adec="http://schemas.microsoft.com/office/drawing/2017/decorative" val="1"/>
              </a:ext>
            </a:extLst>
          </p:cNvPr>
          <p:cNvSpPr/>
          <p:nvPr/>
        </p:nvSpPr>
        <p:spPr>
          <a:xfrm>
            <a:off x="8441268" y="337043"/>
            <a:ext cx="3427824" cy="3856133"/>
          </a:xfrm>
          <a:prstGeom prst="rect">
            <a:avLst/>
          </a:prstGeom>
          <a:solidFill>
            <a:srgbClr val="FFFF00"/>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ea typeface="+mn-ea"/>
                <a:cs typeface="+mn-cs"/>
              </a:rPr>
              <a:t>Cover design</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mn-cs"/>
              </a:rPr>
              <a:t>These slide designs and messages are </a:t>
            </a:r>
            <a:r>
              <a:rPr kumimoji="0" lang="en-US" sz="1000" b="1" i="0" u="none" strike="noStrike" kern="1200" cap="none" spc="0" normalizeH="0" baseline="0" noProof="0" dirty="0">
                <a:ln>
                  <a:noFill/>
                </a:ln>
                <a:solidFill>
                  <a:srgbClr val="000000"/>
                </a:solidFill>
                <a:effectLst/>
                <a:uLnTx/>
                <a:uFillTx/>
                <a:ea typeface="+mn-ea"/>
                <a:cs typeface="+mn-cs"/>
              </a:rPr>
              <a:t>inspirational only</a:t>
            </a:r>
            <a:r>
              <a:rPr kumimoji="0" lang="en-US" sz="1000" b="0" i="0" u="none" strike="noStrike" kern="1200" cap="none" spc="0" normalizeH="0" baseline="0" noProof="0" dirty="0">
                <a:ln>
                  <a:noFill/>
                </a:ln>
                <a:solidFill>
                  <a:srgbClr val="000000"/>
                </a:solidFill>
                <a:effectLst/>
                <a:uLnTx/>
                <a:uFillTx/>
                <a:ea typeface="+mn-ea"/>
                <a:cs typeface="+mn-cs"/>
              </a:rPr>
              <a:t>. Please modify text boxes and positioning as needed based on the message and overall composition. Always consider the legibility and contrast of copy and content for maximum usability.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Any and all photography in these designs is given as an example. While you can use them, it’s better to </a:t>
            </a:r>
            <a:r>
              <a:rPr kumimoji="0" lang="en-US" sz="1000" b="1" i="0" u="none" strike="noStrike" kern="1200" cap="none" spc="0" normalizeH="0" baseline="0" noProof="0" dirty="0">
                <a:ln>
                  <a:noFill/>
                </a:ln>
                <a:solidFill>
                  <a:srgbClr val="000000"/>
                </a:solidFill>
                <a:effectLst/>
                <a:uLnTx/>
                <a:uFillTx/>
                <a:ea typeface="+mn-ea"/>
                <a:cs typeface="+mn-cs"/>
              </a:rPr>
              <a:t>change the photography</a:t>
            </a:r>
            <a:r>
              <a:rPr kumimoji="0" lang="en-US" sz="1000" b="0" i="0" u="none" strike="noStrike" kern="1200" cap="none" spc="0" normalizeH="0" baseline="0" noProof="0" dirty="0">
                <a:ln>
                  <a:noFill/>
                </a:ln>
                <a:solidFill>
                  <a:srgbClr val="000000"/>
                </a:solidFill>
                <a:effectLst/>
                <a:uLnTx/>
                <a:uFillTx/>
                <a:ea typeface="+mn-ea"/>
                <a:cs typeface="+mn-cs"/>
              </a:rPr>
              <a:t> to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To do so, right click on the picture or placeholder to change/insert a photo. </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mn-cs"/>
                <a:hlinkClick r:id="rId3">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rgbClr val="000000"/>
              </a:solidFill>
              <a:effectLst/>
              <a:uLnTx/>
              <a:uFillTx/>
              <a:ea typeface="+mn-ea"/>
              <a:cs typeface="+mn-cs"/>
            </a:endParaRPr>
          </a:p>
          <a:p>
            <a:pPr marL="180975" marR="0" lvl="0"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mn-cs"/>
                <a:hlinkClick r:id="rId4">
                  <a:extLst>
                    <a:ext uri="{A12FA001-AC4F-418D-AE19-62706E023703}">
                      <ahyp:hlinkClr xmlns:ahyp="http://schemas.microsoft.com/office/drawing/2018/hyperlinkcolor" val="tx"/>
                    </a:ext>
                  </a:extLst>
                </a:hlinkClick>
              </a:rPr>
              <a:t>Getty images</a:t>
            </a:r>
            <a:r>
              <a:rPr kumimoji="0" lang="en-US" sz="1000" b="0" i="0" u="none" strike="noStrike" kern="1200" cap="none" spc="0" normalizeH="0" baseline="0" noProof="0" dirty="0">
                <a:ln>
                  <a:noFill/>
                </a:ln>
                <a:solidFill>
                  <a:srgbClr val="000000"/>
                </a:solidFill>
                <a:effectLst/>
                <a:uLnTx/>
                <a:uFillTx/>
                <a:ea typeface="+mn-ea"/>
                <a:cs typeface="+mn-cs"/>
              </a:rPr>
              <a:t> (Recommended), </a:t>
            </a:r>
            <a:r>
              <a:rPr kumimoji="0" lang="en-US" sz="1000" b="0" i="0" u="none" strike="noStrike" kern="1200" cap="none" spc="0" normalizeH="0" baseline="0" noProof="0" dirty="0">
                <a:ln>
                  <a:noFill/>
                </a:ln>
                <a:solidFill>
                  <a:srgbClr val="000000"/>
                </a:solidFill>
                <a:effectLst/>
                <a:uLnTx/>
                <a:uFillTx/>
                <a:ea typeface="+mn-ea"/>
                <a:cs typeface="+mn-cs"/>
                <a:hlinkClick r:id="rId5">
                  <a:extLst>
                    <a:ext uri="{A12FA001-AC4F-418D-AE19-62706E023703}">
                      <ahyp:hlinkClr xmlns:ahyp="http://schemas.microsoft.com/office/drawing/2018/hyperlinkcolor" val="tx"/>
                    </a:ext>
                  </a:extLst>
                </a:hlinkClick>
              </a:rPr>
              <a:t>Shutterstock</a:t>
            </a:r>
            <a:r>
              <a:rPr kumimoji="0" lang="en-US" sz="1000" b="0" i="0" u="none" strike="noStrike" kern="1200" cap="none" spc="0" normalizeH="0" baseline="0" noProof="0" dirty="0">
                <a:ln>
                  <a:noFill/>
                </a:ln>
                <a:solidFill>
                  <a:srgbClr val="000000"/>
                </a:solidFill>
                <a:effectLst/>
                <a:uLnTx/>
                <a:uFillTx/>
                <a:ea typeface="+mn-ea"/>
                <a:cs typeface="+mn-cs"/>
              </a:rPr>
              <a:t>, </a:t>
            </a:r>
            <a:r>
              <a:rPr kumimoji="0" lang="en-US" sz="1000" b="0" i="0" u="none" strike="noStrike" kern="1200" cap="none" spc="0" normalizeH="0" baseline="0" noProof="0" dirty="0">
                <a:ln>
                  <a:noFill/>
                </a:ln>
                <a:solidFill>
                  <a:srgbClr val="000000"/>
                </a:solidFill>
                <a:effectLst/>
                <a:uLnTx/>
                <a:uFillTx/>
                <a:ea typeface="+mn-ea"/>
                <a:cs typeface="+mn-cs"/>
                <a:hlinkClick r:id="rId6">
                  <a:extLst>
                    <a:ext uri="{A12FA001-AC4F-418D-AE19-62706E023703}">
                      <ahyp:hlinkClr xmlns:ahyp="http://schemas.microsoft.com/office/drawing/2018/hyperlinkcolor" val="tx"/>
                    </a:ext>
                  </a:extLst>
                </a:hlinkClick>
              </a:rPr>
              <a:t>Adobe images</a:t>
            </a:r>
            <a:r>
              <a:rPr kumimoji="0" lang="en-US" sz="1000" b="0" i="0" u="none" strike="noStrike" kern="1200" cap="none" spc="0" normalizeH="0" baseline="0" noProof="0" dirty="0">
                <a:ln>
                  <a:noFill/>
                </a:ln>
                <a:solidFill>
                  <a:srgbClr val="000000"/>
                </a:solidFill>
                <a:effectLst/>
                <a:uLnTx/>
                <a:uFillTx/>
                <a:ea typeface="+mn-ea"/>
                <a:cs typeface="+mn-cs"/>
              </a:rPr>
              <a:t> (check with your M&amp;C design team):</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ea typeface="+mn-ea"/>
                <a:cs typeface="+mn-cs"/>
              </a:rPr>
              <a:t>Further cover examples and inspiration </a:t>
            </a:r>
            <a:r>
              <a:rPr kumimoji="0" lang="en-US" sz="1000" b="0" i="0" u="none" strike="noStrike" kern="1200" cap="none" spc="0" normalizeH="0" baseline="0" noProof="0" dirty="0">
                <a:ln>
                  <a:noFill/>
                </a:ln>
                <a:solidFill>
                  <a:srgbClr val="000000"/>
                </a:solidFill>
                <a:effectLst/>
                <a:uLnTx/>
                <a:uFillTx/>
                <a:ea typeface="+mn-ea"/>
                <a:cs typeface="+mn-cs"/>
              </a:rPr>
              <a:t>are available in Extras file in your </a:t>
            </a:r>
            <a:r>
              <a:rPr kumimoji="0" lang="en-US" sz="1000" b="0" i="0" u="none" strike="noStrike" kern="1200" cap="none" spc="0" normalizeH="0" baseline="0" noProof="0" dirty="0" err="1">
                <a:ln>
                  <a:noFill/>
                </a:ln>
                <a:solidFill>
                  <a:srgbClr val="000000"/>
                </a:solidFill>
                <a:effectLst/>
                <a:uLnTx/>
                <a:uFillTx/>
                <a:ea typeface="+mn-ea"/>
                <a:cs typeface="+mn-cs"/>
              </a:rPr>
              <a:t>Powerpoint</a:t>
            </a:r>
            <a:br>
              <a:rPr kumimoji="0" lang="en-US" sz="1000" b="0" i="0" u="none" strike="noStrike" kern="1200" cap="none" spc="0" normalizeH="0" baseline="0" noProof="0" dirty="0">
                <a:ln>
                  <a:noFill/>
                </a:ln>
                <a:solidFill>
                  <a:srgbClr val="000000"/>
                </a:solidFill>
                <a:effectLst/>
                <a:uLnTx/>
                <a:uFillTx/>
                <a:ea typeface="+mn-ea"/>
                <a:cs typeface="+mn-cs"/>
              </a:rPr>
            </a:br>
            <a:r>
              <a:rPr kumimoji="0" lang="en-US" sz="1000" b="0" i="0" u="none" strike="noStrike" kern="1200" cap="none" spc="0" normalizeH="0" baseline="0" noProof="0" dirty="0">
                <a:ln>
                  <a:noFill/>
                </a:ln>
                <a:solidFill>
                  <a:srgbClr val="000000"/>
                </a:solidFill>
                <a:effectLst/>
                <a:uLnTx/>
                <a:uFillTx/>
                <a:ea typeface="+mn-ea"/>
                <a:cs typeface="+mn-cs"/>
              </a:rPr>
              <a:t> -&gt; File -&gt; New from template…</a:t>
            </a:r>
            <a:endParaRPr kumimoji="0" lang="en-US" sz="1400" b="0" i="0" u="none" strike="noStrike" kern="1200" cap="none" spc="0" normalizeH="0" baseline="0" noProof="0" dirty="0">
              <a:ln>
                <a:noFill/>
              </a:ln>
              <a:solidFill>
                <a:srgbClr val="000000"/>
              </a:solidFill>
              <a:effectLst/>
              <a:uLnTx/>
              <a:uFillTx/>
              <a:ea typeface="+mn-ea"/>
              <a:cs typeface="+mn-cs"/>
            </a:endParaRPr>
          </a:p>
        </p:txBody>
      </p:sp>
    </p:spTree>
    <p:extLst>
      <p:ext uri="{BB962C8B-B14F-4D97-AF65-F5344CB8AC3E}">
        <p14:creationId xmlns:p14="http://schemas.microsoft.com/office/powerpoint/2010/main" val="297588050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3009A2-DF28-2CB1-B8C9-6EF75E246F84}"/>
              </a:ext>
            </a:extLst>
          </p:cNvPr>
          <p:cNvSpPr>
            <a:spLocks noGrp="1"/>
          </p:cNvSpPr>
          <p:nvPr>
            <p:ph type="title" idx="4294967295"/>
          </p:nvPr>
        </p:nvSpPr>
        <p:spPr>
          <a:xfrm>
            <a:off x="1100138" y="-930275"/>
            <a:ext cx="11091862" cy="930275"/>
          </a:xfrm>
        </p:spPr>
        <p:txBody>
          <a:bodyPr vert="horz" lIns="0" tIns="0" rIns="0" bIns="126000" rtlCol="0" anchor="b" anchorCtr="0">
            <a:noAutofit/>
          </a:bodyPr>
          <a:lstStyle/>
          <a:p>
            <a:r>
              <a:rPr lang="en-US" dirty="0"/>
              <a:t>Back cover Blue</a:t>
            </a:r>
          </a:p>
        </p:txBody>
      </p:sp>
    </p:spTree>
    <p:extLst>
      <p:ext uri="{BB962C8B-B14F-4D97-AF65-F5344CB8AC3E}">
        <p14:creationId xmlns:p14="http://schemas.microsoft.com/office/powerpoint/2010/main" val="391968845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D6804E-E606-E42F-6887-EE6BD4696892}"/>
            </a:ext>
          </a:extLst>
        </p:cNvPr>
        <p:cNvGrpSpPr/>
        <p:nvPr/>
      </p:nvGrpSpPr>
      <p:grpSpPr>
        <a:xfrm>
          <a:off x="0" y="0"/>
          <a:ext cx="0" cy="0"/>
          <a:chOff x="0" y="0"/>
          <a:chExt cx="0" cy="0"/>
        </a:xfrm>
      </p:grpSpPr>
      <p:pic>
        <p:nvPicPr>
          <p:cNvPr id="12" name="Picture Placeholder 11" descr="A person taking a selfie">
            <a:extLst>
              <a:ext uri="{FF2B5EF4-FFF2-40B4-BE49-F238E27FC236}">
                <a16:creationId xmlns:a16="http://schemas.microsoft.com/office/drawing/2014/main" id="{4F74C12D-574E-9BF8-57F2-8BFFD05EF304}"/>
              </a:ext>
              <a:ext uri="{C183D7F6-B498-43B3-948B-1728B52AA6E4}">
                <adec:decorative xmlns:adec="http://schemas.microsoft.com/office/drawing/2017/decorative" val="0"/>
              </a:ext>
            </a:extLst>
          </p:cNvPr>
          <p:cNvPicPr>
            <a:picLocks noGrp="1" noChangeAspect="1"/>
          </p:cNvPicPr>
          <p:nvPr>
            <p:ph type="pic" sz="quarter" idx="13"/>
          </p:nvPr>
        </p:nvPicPr>
        <p:blipFill>
          <a:blip r:embed="rId2" cstate="screen">
            <a:extLst>
              <a:ext uri="{28A0092B-C50C-407E-A947-70E740481C1C}">
                <a14:useLocalDpi xmlns:a14="http://schemas.microsoft.com/office/drawing/2010/main"/>
              </a:ext>
            </a:extLst>
          </a:blip>
          <a:srcRect l="7" r="7"/>
          <a:stretch>
            <a:fillRect/>
          </a:stretch>
        </p:blipFill>
        <p:spPr/>
      </p:pic>
      <p:sp>
        <p:nvSpPr>
          <p:cNvPr id="3" name="Rectangle 2">
            <a:extLst>
              <a:ext uri="{FF2B5EF4-FFF2-40B4-BE49-F238E27FC236}">
                <a16:creationId xmlns:a16="http://schemas.microsoft.com/office/drawing/2014/main" id="{59C04BF6-A1D0-1D0B-3AB0-FB59345F0FD8}"/>
              </a:ext>
              <a:ext uri="{C183D7F6-B498-43B3-948B-1728B52AA6E4}">
                <adec:decorative xmlns:adec="http://schemas.microsoft.com/office/drawing/2017/decorative" val="1"/>
              </a:ext>
            </a:extLst>
          </p:cNvPr>
          <p:cNvSpPr/>
          <p:nvPr/>
        </p:nvSpPr>
        <p:spPr>
          <a:xfrm>
            <a:off x="180001" y="0"/>
            <a:ext cx="12011999" cy="6858000"/>
          </a:xfrm>
          <a:prstGeom prst="rect">
            <a:avLst/>
          </a:prstGeom>
          <a:gradFill>
            <a:gsLst>
              <a:gs pos="0">
                <a:schemeClr val="accent3">
                  <a:alpha val="0"/>
                </a:schemeClr>
              </a:gs>
              <a:gs pos="100000">
                <a:schemeClr val="accent3">
                  <a:alpha val="64000"/>
                </a:schemeClr>
              </a:gs>
            </a:gsLst>
            <a:lin ang="5400000" scaled="1"/>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err="1">
              <a:solidFill>
                <a:schemeClr val="tx1"/>
              </a:solidFill>
            </a:endParaRPr>
          </a:p>
        </p:txBody>
      </p:sp>
      <p:sp>
        <p:nvSpPr>
          <p:cNvPr id="16" name="Title 15">
            <a:extLst>
              <a:ext uri="{FF2B5EF4-FFF2-40B4-BE49-F238E27FC236}">
                <a16:creationId xmlns:a16="http://schemas.microsoft.com/office/drawing/2014/main" id="{FE635955-4009-00B5-68CD-864AED66B2CC}"/>
              </a:ext>
            </a:extLst>
          </p:cNvPr>
          <p:cNvSpPr>
            <a:spLocks noGrp="1"/>
          </p:cNvSpPr>
          <p:nvPr>
            <p:ph type="title"/>
          </p:nvPr>
        </p:nvSpPr>
        <p:spPr>
          <a:xfrm>
            <a:off x="1214438" y="3346450"/>
            <a:ext cx="8774220" cy="1871663"/>
          </a:xfrm>
        </p:spPr>
        <p:txBody>
          <a:bodyPr/>
          <a:lstStyle/>
          <a:p>
            <a:pPr lvl="0"/>
            <a:r>
              <a:rPr lang="en-US" sz="8000" dirty="0">
                <a:solidFill>
                  <a:schemeClr val="accent2"/>
                </a:solidFill>
                <a:latin typeface="Ubuntu Light" panose="020B0304030602030204" pitchFamily="34" charset="0"/>
              </a:rPr>
              <a:t>Title</a:t>
            </a:r>
            <a:r>
              <a:rPr lang="en-US" sz="8000" dirty="0">
                <a:solidFill>
                  <a:srgbClr val="F6F6F6"/>
                </a:solidFill>
                <a:latin typeface="Ubuntu Light" panose="020B0304030602030204" pitchFamily="34" charset="0"/>
              </a:rPr>
              <a:t> of 				presentation is to be adapted</a:t>
            </a:r>
            <a:endParaRPr lang="en-US" dirty="0"/>
          </a:p>
        </p:txBody>
      </p:sp>
      <p:sp>
        <p:nvSpPr>
          <p:cNvPr id="18" name="Text Placeholder 17">
            <a:extLst>
              <a:ext uri="{FF2B5EF4-FFF2-40B4-BE49-F238E27FC236}">
                <a16:creationId xmlns:a16="http://schemas.microsoft.com/office/drawing/2014/main" id="{22DE627D-BCDC-A260-B719-7E2A8F3F496C}"/>
              </a:ext>
            </a:extLst>
          </p:cNvPr>
          <p:cNvSpPr>
            <a:spLocks noGrp="1"/>
          </p:cNvSpPr>
          <p:nvPr>
            <p:ph type="body" sz="quarter" idx="14"/>
          </p:nvPr>
        </p:nvSpPr>
        <p:spPr>
          <a:xfrm>
            <a:off x="2793301" y="5251450"/>
            <a:ext cx="3776999" cy="660400"/>
          </a:xfrm>
        </p:spPr>
        <p:txBody>
          <a:bodyPr/>
          <a:lstStyle/>
          <a:p>
            <a:r>
              <a:rPr lang="en-US" sz="2000" dirty="0"/>
              <a:t>Subtitle goes here.</a:t>
            </a:r>
          </a:p>
        </p:txBody>
      </p:sp>
      <p:sp>
        <p:nvSpPr>
          <p:cNvPr id="13" name="Text Placeholder 12">
            <a:extLst>
              <a:ext uri="{FF2B5EF4-FFF2-40B4-BE49-F238E27FC236}">
                <a16:creationId xmlns:a16="http://schemas.microsoft.com/office/drawing/2014/main" id="{44F3185A-FECD-BE76-0EEE-870B56ECF58A}"/>
              </a:ext>
            </a:extLst>
          </p:cNvPr>
          <p:cNvSpPr>
            <a:spLocks noGrp="1"/>
          </p:cNvSpPr>
          <p:nvPr>
            <p:ph type="body" sz="quarter" idx="15"/>
          </p:nvPr>
        </p:nvSpPr>
        <p:spPr>
          <a:xfrm>
            <a:off x="2792736" y="5910502"/>
            <a:ext cx="6578080" cy="659722"/>
          </a:xfrm>
        </p:spPr>
        <p:txBody>
          <a:bodyPr/>
          <a:lstStyle/>
          <a:p>
            <a:br>
              <a:rPr lang="en-US" b="1" dirty="0">
                <a:latin typeface="Ubuntu" panose="020B0504030602030204" pitchFamily="34" charset="0"/>
              </a:rPr>
            </a:br>
            <a:r>
              <a:rPr lang="en-US" b="1" dirty="0">
                <a:latin typeface="Ubuntu" panose="020B0504030602030204" pitchFamily="34" charset="0"/>
              </a:rPr>
              <a:t>Author’s name, </a:t>
            </a:r>
            <a:r>
              <a:rPr lang="en-US" dirty="0">
                <a:latin typeface="Ubuntu" panose="020B0504030602030204" pitchFamily="34" charset="0"/>
              </a:rPr>
              <a:t>Date</a:t>
            </a:r>
          </a:p>
          <a:p>
            <a:endParaRPr lang="en-US" dirty="0"/>
          </a:p>
        </p:txBody>
      </p:sp>
      <p:grpSp>
        <p:nvGrpSpPr>
          <p:cNvPr id="2" name="Group 2" descr="Capgemini logo">
            <a:extLst>
              <a:ext uri="{FF2B5EF4-FFF2-40B4-BE49-F238E27FC236}">
                <a16:creationId xmlns:a16="http://schemas.microsoft.com/office/drawing/2014/main" id="{4DBBD376-C845-E420-83D6-5F44F88C0F98}"/>
              </a:ext>
              <a:ext uri="{C183D7F6-B498-43B3-948B-1728B52AA6E4}">
                <adec:decorative xmlns:adec="http://schemas.microsoft.com/office/drawing/2017/decorative" val="0"/>
              </a:ext>
            </a:extLst>
          </p:cNvPr>
          <p:cNvGrpSpPr>
            <a:grpSpLocks noChangeAspect="1"/>
          </p:cNvGrpSpPr>
          <p:nvPr/>
        </p:nvGrpSpPr>
        <p:grpSpPr>
          <a:xfrm>
            <a:off x="9925757" y="6118100"/>
            <a:ext cx="1872000" cy="420870"/>
            <a:chOff x="5094083" y="5360390"/>
            <a:chExt cx="3039349" cy="683316"/>
          </a:xfrm>
        </p:grpSpPr>
        <p:sp>
          <p:nvSpPr>
            <p:cNvPr id="6" name="Freeform: Shape 4">
              <a:extLst>
                <a:ext uri="{FF2B5EF4-FFF2-40B4-BE49-F238E27FC236}">
                  <a16:creationId xmlns:a16="http://schemas.microsoft.com/office/drawing/2014/main" id="{D6411917-F4B4-D7BC-FBED-0FB4E9E1589E}"/>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7" name="Freeform: Shape 5">
              <a:extLst>
                <a:ext uri="{FF2B5EF4-FFF2-40B4-BE49-F238E27FC236}">
                  <a16:creationId xmlns:a16="http://schemas.microsoft.com/office/drawing/2014/main" id="{EAA1C565-5B3B-F24A-C96D-4FDA3AE21F7D}"/>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8" name="Freeform: Shape 6">
              <a:extLst>
                <a:ext uri="{FF2B5EF4-FFF2-40B4-BE49-F238E27FC236}">
                  <a16:creationId xmlns:a16="http://schemas.microsoft.com/office/drawing/2014/main" id="{47C4FCB6-0B3E-5221-0914-7FF921413827}"/>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9" name="Freeform: Shape 7">
              <a:extLst>
                <a:ext uri="{FF2B5EF4-FFF2-40B4-BE49-F238E27FC236}">
                  <a16:creationId xmlns:a16="http://schemas.microsoft.com/office/drawing/2014/main" id="{C7EB91FE-C642-5073-F39C-CCD964642A38}"/>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10" name="Freeform: Shape 8">
              <a:extLst>
                <a:ext uri="{FF2B5EF4-FFF2-40B4-BE49-F238E27FC236}">
                  <a16:creationId xmlns:a16="http://schemas.microsoft.com/office/drawing/2014/main" id="{3B9CF21A-0BFC-A438-B5E4-103630184A1E}"/>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grpSp>
      <p:sp>
        <p:nvSpPr>
          <p:cNvPr id="19" name="Speech Bubble: Rectangle with Corners Rounded 4">
            <a:extLst>
              <a:ext uri="{FF2B5EF4-FFF2-40B4-BE49-F238E27FC236}">
                <a16:creationId xmlns:a16="http://schemas.microsoft.com/office/drawing/2014/main" id="{CD527DB6-78F5-3910-1BAC-F611CE881DBC}"/>
              </a:ext>
              <a:ext uri="{C183D7F6-B498-43B3-948B-1728B52AA6E4}">
                <adec:decorative xmlns:adec="http://schemas.microsoft.com/office/drawing/2017/decorative" val="1"/>
              </a:ext>
            </a:extLst>
          </p:cNvPr>
          <p:cNvSpPr/>
          <p:nvPr/>
        </p:nvSpPr>
        <p:spPr>
          <a:xfrm>
            <a:off x="8441268" y="337043"/>
            <a:ext cx="3427824" cy="3856133"/>
          </a:xfrm>
          <a:prstGeom prst="rect">
            <a:avLst/>
          </a:prstGeom>
          <a:solidFill>
            <a:srgbClr val="FFFF00"/>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Ubuntu"/>
                <a:ea typeface="+mn-ea"/>
                <a:cs typeface="+mn-cs"/>
              </a:rPr>
              <a:t>Cover design</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These slide designs and messages are </a:t>
            </a:r>
            <a:r>
              <a:rPr kumimoji="0" lang="en-US" sz="1000" b="1" i="0" u="none" strike="noStrike" kern="1200" cap="none" spc="0" normalizeH="0" baseline="0" noProof="0" dirty="0">
                <a:ln>
                  <a:noFill/>
                </a:ln>
                <a:solidFill>
                  <a:srgbClr val="000000"/>
                </a:solidFill>
                <a:effectLst/>
                <a:uLnTx/>
                <a:uFillTx/>
                <a:latin typeface="Ubuntu"/>
                <a:ea typeface="+mn-ea"/>
                <a:cs typeface="+mn-cs"/>
              </a:rPr>
              <a:t>inspirational only</a:t>
            </a:r>
            <a:r>
              <a:rPr kumimoji="0" lang="en-US" sz="1000" b="0" i="0" u="none" strike="noStrike" kern="1200" cap="none" spc="0" normalizeH="0" baseline="0" noProof="0" dirty="0">
                <a:ln>
                  <a:noFill/>
                </a:ln>
                <a:solidFill>
                  <a:srgbClr val="000000"/>
                </a:solidFill>
                <a:effectLst/>
                <a:uLnTx/>
                <a:uFillTx/>
                <a:latin typeface="Ubuntu"/>
                <a:ea typeface="+mn-ea"/>
                <a:cs typeface="+mn-cs"/>
              </a:rPr>
              <a:t>. Please modify text boxes and positioning as needed based on the message and overall composition. Always consider the legibility and contrast of copy and content for maximum usability.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Any and all photography in these designs is given as an example. While you can use them, it’s better to </a:t>
            </a:r>
            <a:r>
              <a:rPr kumimoji="0" lang="en-US" sz="1000" b="1" i="0" u="none" strike="noStrike" kern="1200" cap="none" spc="0" normalizeH="0" baseline="0" noProof="0" dirty="0">
                <a:ln>
                  <a:noFill/>
                </a:ln>
                <a:solidFill>
                  <a:srgbClr val="000000"/>
                </a:solidFill>
                <a:effectLst/>
                <a:uLnTx/>
                <a:uFillTx/>
                <a:latin typeface="Ubuntu"/>
                <a:ea typeface="+mn-ea"/>
                <a:cs typeface="+mn-cs"/>
              </a:rPr>
              <a:t>change the photography</a:t>
            </a:r>
            <a:r>
              <a:rPr kumimoji="0" lang="en-US" sz="1000" b="0" i="0" u="none" strike="noStrike" kern="1200" cap="none" spc="0" normalizeH="0" baseline="0" noProof="0" dirty="0">
                <a:ln>
                  <a:noFill/>
                </a:ln>
                <a:solidFill>
                  <a:srgbClr val="000000"/>
                </a:solidFill>
                <a:effectLst/>
                <a:uLnTx/>
                <a:uFillTx/>
                <a:latin typeface="Ubuntu"/>
                <a:ea typeface="+mn-ea"/>
                <a:cs typeface="+mn-cs"/>
              </a:rPr>
              <a:t> to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To do so, right click on the picture or placeholder to change/insert a photo. </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hlinkClick r:id="rId3">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a:p>
            <a:pPr marL="180975" marR="0" lvl="0" indent="-180975" algn="l" defTabSz="914400" rtl="0" eaLnBrk="1" fontAlgn="auto" latinLnBrk="0" hangingPunct="1">
              <a:lnSpc>
                <a:spcPct val="100000"/>
              </a:lnSpc>
              <a:spcBef>
                <a:spcPts val="6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hlinkClick r:id="rId4">
                  <a:extLst>
                    <a:ext uri="{A12FA001-AC4F-418D-AE19-62706E023703}">
                      <ahyp:hlinkClr xmlns:ahyp="http://schemas.microsoft.com/office/drawing/2018/hyperlinkcolor" val="tx"/>
                    </a:ext>
                  </a:extLst>
                </a:hlinkClick>
              </a:rPr>
              <a:t>Getty images</a:t>
            </a:r>
            <a:r>
              <a:rPr kumimoji="0" lang="en-US" sz="1000" b="0" i="0" u="none" strike="noStrike" kern="1200" cap="none" spc="0" normalizeH="0" baseline="0" noProof="0" dirty="0">
                <a:ln>
                  <a:noFill/>
                </a:ln>
                <a:solidFill>
                  <a:srgbClr val="000000"/>
                </a:solidFill>
                <a:effectLst/>
                <a:uLnTx/>
                <a:uFillTx/>
                <a:latin typeface="Ubuntu"/>
                <a:ea typeface="+mn-ea"/>
                <a:cs typeface="+mn-cs"/>
              </a:rPr>
              <a:t> (Recommended), </a:t>
            </a:r>
            <a:r>
              <a:rPr kumimoji="0" lang="en-US" sz="1000" b="0" i="0" u="none" strike="noStrike" kern="1200" cap="none" spc="0" normalizeH="0" baseline="0" noProof="0" dirty="0">
                <a:ln>
                  <a:noFill/>
                </a:ln>
                <a:solidFill>
                  <a:srgbClr val="000000"/>
                </a:solidFill>
                <a:effectLst/>
                <a:uLnTx/>
                <a:uFillTx/>
                <a:latin typeface="Ubuntu"/>
                <a:ea typeface="+mn-ea"/>
                <a:cs typeface="+mn-cs"/>
                <a:hlinkClick r:id="rId5">
                  <a:extLst>
                    <a:ext uri="{A12FA001-AC4F-418D-AE19-62706E023703}">
                      <ahyp:hlinkClr xmlns:ahyp="http://schemas.microsoft.com/office/drawing/2018/hyperlinkcolor" val="tx"/>
                    </a:ext>
                  </a:extLst>
                </a:hlinkClick>
              </a:rPr>
              <a:t>Shutterstock</a:t>
            </a:r>
            <a:r>
              <a:rPr kumimoji="0" lang="en-US" sz="1000" b="0" i="0" u="none" strike="noStrike" kern="1200" cap="none" spc="0" normalizeH="0" baseline="0" noProof="0" dirty="0">
                <a:ln>
                  <a:noFill/>
                </a:ln>
                <a:solidFill>
                  <a:srgbClr val="000000"/>
                </a:solidFill>
                <a:effectLst/>
                <a:uLnTx/>
                <a:uFillTx/>
                <a:latin typeface="Ubuntu"/>
                <a:ea typeface="+mn-ea"/>
                <a:cs typeface="+mn-cs"/>
              </a:rPr>
              <a:t>, </a:t>
            </a:r>
            <a:r>
              <a:rPr kumimoji="0" lang="en-US" sz="1000" b="0" i="0" u="none" strike="noStrike" kern="1200" cap="none" spc="0" normalizeH="0" baseline="0" noProof="0" dirty="0">
                <a:ln>
                  <a:noFill/>
                </a:ln>
                <a:solidFill>
                  <a:srgbClr val="000000"/>
                </a:solidFill>
                <a:effectLst/>
                <a:uLnTx/>
                <a:uFillTx/>
                <a:latin typeface="Ubuntu"/>
                <a:ea typeface="+mn-ea"/>
                <a:cs typeface="+mn-cs"/>
                <a:hlinkClick r:id="rId6">
                  <a:extLst>
                    <a:ext uri="{A12FA001-AC4F-418D-AE19-62706E023703}">
                      <ahyp:hlinkClr xmlns:ahyp="http://schemas.microsoft.com/office/drawing/2018/hyperlinkcolor" val="tx"/>
                    </a:ext>
                  </a:extLst>
                </a:hlinkClick>
              </a:rPr>
              <a:t>Adobe images</a:t>
            </a:r>
            <a:r>
              <a:rPr kumimoji="0" lang="en-US" sz="1000" b="0" i="0" u="none" strike="noStrike" kern="1200" cap="none" spc="0" normalizeH="0" baseline="0" noProof="0" dirty="0">
                <a:ln>
                  <a:noFill/>
                </a:ln>
                <a:solidFill>
                  <a:srgbClr val="000000"/>
                </a:solidFill>
                <a:effectLst/>
                <a:uLnTx/>
                <a:uFillTx/>
                <a:latin typeface="Ubuntu"/>
                <a:ea typeface="+mn-ea"/>
                <a:cs typeface="+mn-cs"/>
              </a:rPr>
              <a:t> (check with your M&amp;C design team):</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Further cover examples and inspiration </a:t>
            </a:r>
            <a:r>
              <a:rPr kumimoji="0" lang="en-US" sz="1000" b="0" i="0" u="none" strike="noStrike" kern="1200" cap="none" spc="0" normalizeH="0" baseline="0" noProof="0" dirty="0">
                <a:ln>
                  <a:noFill/>
                </a:ln>
                <a:solidFill>
                  <a:srgbClr val="000000"/>
                </a:solidFill>
                <a:effectLst/>
                <a:uLnTx/>
                <a:uFillTx/>
                <a:latin typeface="Ubuntu"/>
                <a:ea typeface="+mn-ea"/>
                <a:cs typeface="+mn-cs"/>
              </a:rPr>
              <a:t>are available in Extras file in your </a:t>
            </a:r>
            <a:r>
              <a:rPr kumimoji="0" lang="en-US" sz="1000" b="0" i="0" u="none" strike="noStrike" kern="1200" cap="none" spc="0" normalizeH="0" baseline="0" noProof="0" dirty="0" err="1">
                <a:ln>
                  <a:noFill/>
                </a:ln>
                <a:solidFill>
                  <a:srgbClr val="000000"/>
                </a:solidFill>
                <a:effectLst/>
                <a:uLnTx/>
                <a:uFillTx/>
                <a:latin typeface="Ubuntu"/>
                <a:ea typeface="+mn-ea"/>
                <a:cs typeface="+mn-cs"/>
              </a:rPr>
              <a:t>Powerpoint</a:t>
            </a:r>
            <a:br>
              <a:rPr kumimoji="0" lang="en-US" sz="1000" b="0" i="0" u="none" strike="noStrike" kern="1200" cap="none" spc="0" normalizeH="0" baseline="0" noProof="0" dirty="0">
                <a:ln>
                  <a:noFill/>
                </a:ln>
                <a:solidFill>
                  <a:srgbClr val="000000"/>
                </a:solidFill>
                <a:effectLst/>
                <a:uLnTx/>
                <a:uFillTx/>
                <a:latin typeface="Ubuntu"/>
                <a:ea typeface="+mn-ea"/>
                <a:cs typeface="+mn-cs"/>
              </a:rPr>
            </a:br>
            <a:r>
              <a:rPr kumimoji="0" lang="en-US" sz="1000" b="0" i="0" u="none" strike="noStrike" kern="1200" cap="none" spc="0" normalizeH="0" baseline="0" noProof="0" dirty="0">
                <a:ln>
                  <a:noFill/>
                </a:ln>
                <a:solidFill>
                  <a:srgbClr val="000000"/>
                </a:solidFill>
                <a:effectLst/>
                <a:uLnTx/>
                <a:uFillTx/>
                <a:latin typeface="Ubuntu"/>
                <a:ea typeface="+mn-ea"/>
                <a:cs typeface="+mn-cs"/>
              </a:rPr>
              <a:t> -&gt; File -&gt; New from template…</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Tree>
    <p:extLst>
      <p:ext uri="{BB962C8B-B14F-4D97-AF65-F5344CB8AC3E}">
        <p14:creationId xmlns:p14="http://schemas.microsoft.com/office/powerpoint/2010/main" val="269337713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descr="Capgemini office lobby">
            <a:extLst>
              <a:ext uri="{FF2B5EF4-FFF2-40B4-BE49-F238E27FC236}">
                <a16:creationId xmlns:a16="http://schemas.microsoft.com/office/drawing/2014/main" id="{F19A3745-23FD-295F-DABF-F9113FCDB7E3}"/>
              </a:ext>
            </a:extLst>
          </p:cNvPr>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a:xfrm>
            <a:off x="-1629" y="-1"/>
            <a:ext cx="7968208" cy="6858001"/>
          </a:xfrm>
          <a:prstGeom prst="rect">
            <a:avLst/>
          </a:prstGeom>
        </p:spPr>
      </p:pic>
      <p:sp>
        <p:nvSpPr>
          <p:cNvPr id="75" name="Title 74">
            <a:extLst>
              <a:ext uri="{FF2B5EF4-FFF2-40B4-BE49-F238E27FC236}">
                <a16:creationId xmlns:a16="http://schemas.microsoft.com/office/drawing/2014/main" id="{0B5EE6E5-4183-C848-9887-3C11CEF08B6B}"/>
              </a:ext>
            </a:extLst>
          </p:cNvPr>
          <p:cNvSpPr>
            <a:spLocks noGrp="1"/>
          </p:cNvSpPr>
          <p:nvPr>
            <p:ph type="title" idx="4294967295"/>
          </p:nvPr>
        </p:nvSpPr>
        <p:spPr>
          <a:xfrm>
            <a:off x="8904288" y="1916113"/>
            <a:ext cx="2736850" cy="1008062"/>
          </a:xfr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noAutofit/>
          </a:bodyPr>
          <a:lstStyle/>
          <a:p>
            <a:pPr lvl="0"/>
            <a:r>
              <a:rPr lang="en-US" noProof="0" dirty="0"/>
              <a:t>Connect</a:t>
            </a:r>
            <a:br>
              <a:rPr lang="en-US" noProof="0" dirty="0"/>
            </a:br>
            <a:r>
              <a:rPr lang="en-US" noProof="0" dirty="0"/>
              <a:t>with us</a:t>
            </a:r>
          </a:p>
        </p:txBody>
      </p:sp>
      <p:sp>
        <p:nvSpPr>
          <p:cNvPr id="51" name="object 13">
            <a:extLst>
              <a:ext uri="{FF2B5EF4-FFF2-40B4-BE49-F238E27FC236}">
                <a16:creationId xmlns:a16="http://schemas.microsoft.com/office/drawing/2014/main" id="{4B0A93F3-3871-6D43-810A-70EB7A1D7EFA}"/>
              </a:ext>
            </a:extLst>
          </p:cNvPr>
          <p:cNvSpPr txBox="1"/>
          <p:nvPr/>
        </p:nvSpPr>
        <p:spPr>
          <a:xfrm>
            <a:off x="8904288" y="3263023"/>
            <a:ext cx="1800200" cy="206929"/>
          </a:xfrm>
          <a:prstGeom prst="rect">
            <a:avLst/>
          </a:prstGeom>
        </p:spPr>
        <p:txBody>
          <a:bodyPr vert="horz" wrap="square" lIns="0" tIns="7316" rIns="0" bIns="0" rtlCol="0">
            <a:spAutoFit/>
          </a:bodyPr>
          <a:lstStyle/>
          <a:p>
            <a:pPr marL="7316" marR="3081" lvl="0" indent="0" algn="l" defTabSz="554492" rtl="0" eaLnBrk="1" fontAlgn="auto" latinLnBrk="0" hangingPunct="1">
              <a:lnSpc>
                <a:spcPct val="101000"/>
              </a:lnSpc>
              <a:spcBef>
                <a:spcPts val="58"/>
              </a:spcBef>
              <a:spcAft>
                <a:spcPts val="0"/>
              </a:spcAft>
              <a:buClrTx/>
              <a:buSzTx/>
              <a:buFontTx/>
              <a:buNone/>
              <a:tabLst/>
              <a:defRPr/>
            </a:pPr>
            <a:r>
              <a:rPr kumimoji="0" lang="en-US" sz="1400" b="0" i="0" u="none" strike="noStrike" kern="1200" cap="none" spc="-6" normalizeH="0" baseline="0" noProof="0" dirty="0">
                <a:ln>
                  <a:noFill/>
                </a:ln>
                <a:solidFill>
                  <a:srgbClr val="000000"/>
                </a:solidFill>
                <a:effectLst/>
                <a:uLnTx/>
                <a:uFillTx/>
                <a:latin typeface="Ubuntu" panose="020B0504030602030204" pitchFamily="34" charset="0"/>
                <a:ea typeface="+mn-ea"/>
                <a:cs typeface="Ubuntu Light"/>
              </a:rPr>
              <a:t>Visit</a:t>
            </a:r>
            <a:r>
              <a:rPr kumimoji="0" lang="en-US" sz="1400" b="0" i="0" u="none" strike="noStrike" kern="1200" cap="none" spc="-42" normalizeH="0" baseline="0" noProof="0" dirty="0">
                <a:ln>
                  <a:noFill/>
                </a:ln>
                <a:solidFill>
                  <a:srgbClr val="000000"/>
                </a:solidFill>
                <a:effectLst/>
                <a:uLnTx/>
                <a:uFillTx/>
                <a:latin typeface="Ubuntu" panose="020B0504030602030204" pitchFamily="34" charset="0"/>
                <a:ea typeface="+mn-ea"/>
                <a:cs typeface="Ubuntu Light"/>
              </a:rPr>
              <a:t> </a:t>
            </a:r>
            <a:r>
              <a:rPr kumimoji="0" lang="en-US" sz="1400" b="0" i="0" u="none" strike="noStrike" kern="1200" cap="none" spc="-12" normalizeH="0" baseline="0" noProof="0" dirty="0">
                <a:ln>
                  <a:noFill/>
                </a:ln>
                <a:solidFill>
                  <a:srgbClr val="000000"/>
                </a:solidFill>
                <a:effectLst/>
                <a:uLnTx/>
                <a:uFillTx/>
                <a:latin typeface="Ubuntu" panose="020B0504030602030204" pitchFamily="34" charset="0"/>
                <a:ea typeface="+mn-ea"/>
                <a:cs typeface="Ubuntu Light"/>
              </a:rPr>
              <a:t>our </a:t>
            </a:r>
            <a:r>
              <a:rPr kumimoji="0" lang="en-US" sz="1400" b="0" i="0" u="none" strike="noStrike" kern="1200" cap="none" spc="-327" normalizeH="0" baseline="0" noProof="0" dirty="0">
                <a:ln>
                  <a:noFill/>
                </a:ln>
                <a:solidFill>
                  <a:srgbClr val="000000"/>
                </a:solidFill>
                <a:effectLst/>
                <a:uLnTx/>
                <a:uFillTx/>
                <a:latin typeface="Ubuntu" panose="020B0504030602030204" pitchFamily="34" charset="0"/>
                <a:ea typeface="+mn-ea"/>
                <a:cs typeface="Ubuntu Light"/>
              </a:rPr>
              <a:t> </a:t>
            </a:r>
            <a:r>
              <a:rPr kumimoji="0" lang="en-US" sz="1400" b="0" i="0" u="none" strike="noStrike" kern="1200" cap="none" spc="-12" normalizeH="0" baseline="0" noProof="0" dirty="0">
                <a:ln>
                  <a:noFill/>
                </a:ln>
                <a:solidFill>
                  <a:srgbClr val="000000"/>
                </a:solidFill>
                <a:effectLst/>
                <a:uLnTx/>
                <a:uFillTx/>
                <a:latin typeface="Ubuntu" panose="020B0504030602030204" pitchFamily="34" charset="0"/>
                <a:ea typeface="+mn-ea"/>
                <a:cs typeface="Ubuntu Light"/>
              </a:rPr>
              <a:t>w</a:t>
            </a:r>
            <a:r>
              <a:rPr kumimoji="0" lang="en-US" sz="1400" b="0" i="0" u="none" strike="noStrike" kern="1200" cap="none" spc="-18" normalizeH="0" baseline="0" noProof="0" dirty="0">
                <a:ln>
                  <a:noFill/>
                </a:ln>
                <a:solidFill>
                  <a:srgbClr val="000000"/>
                </a:solidFill>
                <a:effectLst/>
                <a:uLnTx/>
                <a:uFillTx/>
                <a:latin typeface="Ubuntu" panose="020B0504030602030204" pitchFamily="34" charset="0"/>
                <a:ea typeface="+mn-ea"/>
                <a:cs typeface="Ubuntu Light"/>
              </a:rPr>
              <a:t>e</a:t>
            </a:r>
            <a:r>
              <a:rPr kumimoji="0" lang="en-US" sz="1400" b="0" i="0" u="none" strike="noStrike" kern="1200" cap="none" spc="-6" normalizeH="0" baseline="0" noProof="0" dirty="0">
                <a:ln>
                  <a:noFill/>
                </a:ln>
                <a:solidFill>
                  <a:srgbClr val="000000"/>
                </a:solidFill>
                <a:effectLst/>
                <a:uLnTx/>
                <a:uFillTx/>
                <a:latin typeface="Ubuntu" panose="020B0504030602030204" pitchFamily="34" charset="0"/>
                <a:ea typeface="+mn-ea"/>
                <a:cs typeface="Ubuntu Light"/>
              </a:rPr>
              <a:t>b</a:t>
            </a:r>
            <a:r>
              <a:rPr kumimoji="0" lang="en-US" sz="1400" b="0" i="0" u="none" strike="noStrike" kern="1200" cap="none" spc="-18" normalizeH="0" baseline="0" noProof="0" dirty="0">
                <a:ln>
                  <a:noFill/>
                </a:ln>
                <a:solidFill>
                  <a:srgbClr val="000000"/>
                </a:solidFill>
                <a:effectLst/>
                <a:uLnTx/>
                <a:uFillTx/>
                <a:latin typeface="Ubuntu" panose="020B0504030602030204" pitchFamily="34" charset="0"/>
                <a:ea typeface="+mn-ea"/>
                <a:cs typeface="Ubuntu Light"/>
              </a:rPr>
              <a:t>si</a:t>
            </a:r>
            <a:r>
              <a:rPr kumimoji="0" lang="en-US" sz="1400" b="0" i="0" u="none" strike="noStrike" kern="1200" cap="none" spc="-15" normalizeH="0" baseline="0" noProof="0" dirty="0">
                <a:ln>
                  <a:noFill/>
                </a:ln>
                <a:solidFill>
                  <a:srgbClr val="000000"/>
                </a:solidFill>
                <a:effectLst/>
                <a:uLnTx/>
                <a:uFillTx/>
                <a:latin typeface="Ubuntu" panose="020B0504030602030204" pitchFamily="34" charset="0"/>
                <a:ea typeface="+mn-ea"/>
                <a:cs typeface="Ubuntu Light"/>
              </a:rPr>
              <a:t>t</a:t>
            </a:r>
            <a:r>
              <a:rPr kumimoji="0" lang="en-US" sz="1400" b="0" i="0" u="none" strike="noStrike" kern="1200" cap="none" spc="6" normalizeH="0" baseline="0" noProof="0" dirty="0">
                <a:ln>
                  <a:noFill/>
                </a:ln>
                <a:solidFill>
                  <a:srgbClr val="000000"/>
                </a:solidFill>
                <a:effectLst/>
                <a:uLnTx/>
                <a:uFillTx/>
                <a:latin typeface="Ubuntu" panose="020B0504030602030204" pitchFamily="34" charset="0"/>
                <a:ea typeface="+mn-ea"/>
                <a:cs typeface="Ubuntu Light"/>
              </a:rPr>
              <a:t>e</a:t>
            </a:r>
            <a:endParaRPr kumimoji="0" lang="en-US" sz="1400" b="0" i="0" u="none" strike="noStrike" kern="1200" cap="none" spc="0" normalizeH="0" baseline="0" noProof="0" dirty="0">
              <a:ln>
                <a:noFill/>
              </a:ln>
              <a:solidFill>
                <a:srgbClr val="000000"/>
              </a:solidFill>
              <a:effectLst/>
              <a:uLnTx/>
              <a:uFillTx/>
              <a:latin typeface="Ubuntu" panose="020B0504030602030204" pitchFamily="34" charset="0"/>
              <a:ea typeface="+mn-ea"/>
              <a:cs typeface="Ubuntu Light"/>
            </a:endParaRPr>
          </a:p>
        </p:txBody>
      </p:sp>
      <p:sp>
        <p:nvSpPr>
          <p:cNvPr id="54" name="object 16">
            <a:extLst>
              <a:ext uri="{FF2B5EF4-FFF2-40B4-BE49-F238E27FC236}">
                <a16:creationId xmlns:a16="http://schemas.microsoft.com/office/drawing/2014/main" id="{24230A6C-7A7A-814E-BD6D-E8A1A6E63980}"/>
              </a:ext>
            </a:extLst>
          </p:cNvPr>
          <p:cNvSpPr txBox="1"/>
          <p:nvPr/>
        </p:nvSpPr>
        <p:spPr>
          <a:xfrm>
            <a:off x="8904288" y="3573016"/>
            <a:ext cx="2232272" cy="317109"/>
          </a:xfrm>
          <a:prstGeom prst="rect">
            <a:avLst/>
          </a:prstGeom>
        </p:spPr>
        <p:txBody>
          <a:bodyPr vert="horz" wrap="square" lIns="0" tIns="9242" rIns="0" bIns="0" rtlCol="0">
            <a:spAutoFit/>
          </a:bodyPr>
          <a:lstStyle/>
          <a:p>
            <a:pPr marL="7701" marR="0" lvl="0" indent="0" algn="l" defTabSz="554492" rtl="0" eaLnBrk="1" fontAlgn="auto" latinLnBrk="0" hangingPunct="1">
              <a:lnSpc>
                <a:spcPct val="100000"/>
              </a:lnSpc>
              <a:spcBef>
                <a:spcPts val="73"/>
              </a:spcBef>
              <a:spcAft>
                <a:spcPts val="0"/>
              </a:spcAft>
              <a:buClrTx/>
              <a:buSzTx/>
              <a:buFontTx/>
              <a:buNone/>
              <a:tabLst/>
              <a:defRPr/>
            </a:pPr>
            <a:r>
              <a:rPr kumimoji="0" lang="en-US" sz="2000" b="0" i="0" u="none" strike="noStrike" kern="1200" cap="none" spc="-12" normalizeH="0" baseline="0" noProof="0" dirty="0">
                <a:ln>
                  <a:noFill/>
                </a:ln>
                <a:solidFill>
                  <a:srgbClr val="272836"/>
                </a:solidFill>
                <a:effectLst/>
                <a:uLnTx/>
                <a:uFillTx/>
                <a:latin typeface="Ubuntu" panose="020B0504030602030204" pitchFamily="34" charset="0"/>
                <a:ea typeface="+mn-ea"/>
                <a:cs typeface="Ubuntu Light"/>
                <a:hlinkClick r:id="rId3"/>
              </a:rPr>
              <a:t>capgemini.com</a:t>
            </a:r>
            <a:endParaRPr kumimoji="0" lang="en-US" sz="2000" b="0" i="0" u="none" strike="noStrike" kern="1200" cap="none" spc="0" normalizeH="0" baseline="0" noProof="0" dirty="0">
              <a:ln>
                <a:noFill/>
              </a:ln>
              <a:solidFill>
                <a:srgbClr val="272836"/>
              </a:solidFill>
              <a:effectLst/>
              <a:uLnTx/>
              <a:uFillTx/>
              <a:latin typeface="Ubuntu" panose="020B0504030602030204" pitchFamily="34" charset="0"/>
              <a:ea typeface="+mn-ea"/>
              <a:cs typeface="Ubuntu Light"/>
            </a:endParaRPr>
          </a:p>
        </p:txBody>
      </p:sp>
      <p:grpSp>
        <p:nvGrpSpPr>
          <p:cNvPr id="3" name="Group 2" descr="Capgemini logo">
            <a:extLst>
              <a:ext uri="{FF2B5EF4-FFF2-40B4-BE49-F238E27FC236}">
                <a16:creationId xmlns:a16="http://schemas.microsoft.com/office/drawing/2014/main" id="{96E847B2-8DD6-0101-F554-8FD4C35B285A}"/>
              </a:ext>
            </a:extLst>
          </p:cNvPr>
          <p:cNvGrpSpPr>
            <a:grpSpLocks noChangeAspect="1"/>
          </p:cNvGrpSpPr>
          <p:nvPr/>
        </p:nvGrpSpPr>
        <p:grpSpPr>
          <a:xfrm>
            <a:off x="8904288" y="404664"/>
            <a:ext cx="1872000" cy="420870"/>
            <a:chOff x="5094083" y="5360390"/>
            <a:chExt cx="3039349" cy="683316"/>
          </a:xfrm>
          <a:solidFill>
            <a:schemeClr val="tx2"/>
          </a:solidFill>
        </p:grpSpPr>
        <p:sp>
          <p:nvSpPr>
            <p:cNvPr id="4" name="Freeform: Shape 4">
              <a:extLst>
                <a:ext uri="{FF2B5EF4-FFF2-40B4-BE49-F238E27FC236}">
                  <a16:creationId xmlns:a16="http://schemas.microsoft.com/office/drawing/2014/main" id="{4F6532DE-F10C-F13F-00CB-FDBF9D452D4B}"/>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5" name="Freeform: Shape 5">
              <a:extLst>
                <a:ext uri="{FF2B5EF4-FFF2-40B4-BE49-F238E27FC236}">
                  <a16:creationId xmlns:a16="http://schemas.microsoft.com/office/drawing/2014/main" id="{219D7B01-E5C1-BD27-C2E4-812FA19A9B54}"/>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6" name="Freeform: Shape 6">
              <a:extLst>
                <a:ext uri="{FF2B5EF4-FFF2-40B4-BE49-F238E27FC236}">
                  <a16:creationId xmlns:a16="http://schemas.microsoft.com/office/drawing/2014/main" id="{22E71A8C-0582-6693-7C31-6C1E577CCCAF}"/>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7" name="Freeform: Shape 7">
              <a:extLst>
                <a:ext uri="{FF2B5EF4-FFF2-40B4-BE49-F238E27FC236}">
                  <a16:creationId xmlns:a16="http://schemas.microsoft.com/office/drawing/2014/main" id="{762BABD1-3C52-D67E-94B0-7C570FB6D25E}"/>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8" name="Freeform: Shape 8">
              <a:extLst>
                <a:ext uri="{FF2B5EF4-FFF2-40B4-BE49-F238E27FC236}">
                  <a16:creationId xmlns:a16="http://schemas.microsoft.com/office/drawing/2014/main" id="{DC523ECB-E7AC-3D66-2B01-859A53C74F45}"/>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grpSp>
      <p:sp>
        <p:nvSpPr>
          <p:cNvPr id="9" name="Rectangle 8">
            <a:extLst>
              <a:ext uri="{FF2B5EF4-FFF2-40B4-BE49-F238E27FC236}">
                <a16:creationId xmlns:a16="http://schemas.microsoft.com/office/drawing/2014/main" id="{822B0BB7-A26F-4401-AF39-F2A17F33077F}"/>
              </a:ext>
              <a:ext uri="{C183D7F6-B498-43B3-948B-1728B52AA6E4}">
                <adec:decorative xmlns:adec="http://schemas.microsoft.com/office/drawing/2017/decorative" val="1"/>
              </a:ext>
            </a:extLst>
          </p:cNvPr>
          <p:cNvSpPr/>
          <p:nvPr/>
        </p:nvSpPr>
        <p:spPr>
          <a:xfrm rot="16200000">
            <a:off x="4627581" y="3339001"/>
            <a:ext cx="6857998" cy="180000"/>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 name="Speech Bubble: Rectangle with Corners Rounded 4">
            <a:extLst>
              <a:ext uri="{FF2B5EF4-FFF2-40B4-BE49-F238E27FC236}">
                <a16:creationId xmlns:a16="http://schemas.microsoft.com/office/drawing/2014/main" id="{C41B7ECD-7754-2D9F-7CFF-114A3E25F131}"/>
              </a:ext>
              <a:ext uri="{C183D7F6-B498-43B3-948B-1728B52AA6E4}">
                <adec:decorative xmlns:adec="http://schemas.microsoft.com/office/drawing/2017/decorative" val="1"/>
              </a:ext>
            </a:extLst>
          </p:cNvPr>
          <p:cNvSpPr/>
          <p:nvPr/>
        </p:nvSpPr>
        <p:spPr>
          <a:xfrm>
            <a:off x="12443988" y="0"/>
            <a:ext cx="4655291" cy="2142067"/>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ea typeface="+mn-ea"/>
                <a:cs typeface="+mn-cs"/>
              </a:rPr>
              <a:t>Photography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ea typeface="+mn-ea"/>
                <a:cs typeface="+mn-cs"/>
              </a:rPr>
              <a:t>Photos inserted in this slide are given as example. Do not forget to </a:t>
            </a:r>
            <a:r>
              <a:rPr kumimoji="0" lang="en-US" sz="1000" b="1" i="0" u="none" strike="noStrike" kern="1200" cap="none" spc="0" normalizeH="0" baseline="0" noProof="0" dirty="0">
                <a:ln>
                  <a:noFill/>
                </a:ln>
                <a:solidFill>
                  <a:schemeClr val="tx1"/>
                </a:solidFill>
                <a:effectLst/>
                <a:uLnTx/>
                <a:uFillTx/>
                <a:ea typeface="+mn-ea"/>
                <a:cs typeface="+mn-cs"/>
              </a:rPr>
              <a:t>change the photography</a:t>
            </a:r>
            <a:r>
              <a:rPr kumimoji="0" lang="en-US" sz="1000" b="0" i="0" u="none" strike="noStrike" kern="1200" cap="none" spc="0" normalizeH="0" baseline="0" noProof="0" dirty="0">
                <a:ln>
                  <a:noFill/>
                </a:ln>
                <a:solidFill>
                  <a:schemeClr val="tx1"/>
                </a:solidFill>
                <a:effectLst/>
                <a:uLnTx/>
                <a:uFillTx/>
                <a:ea typeface="+mn-ea"/>
                <a:cs typeface="+mn-cs"/>
              </a:rPr>
              <a:t> to better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ea typeface="+mn-ea"/>
                <a:cs typeface="+mn-cs"/>
              </a:rPr>
              <a:t>Right click on the picture or picture placeholder to change/insert a photo.</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ea typeface="+mn-ea"/>
                <a:cs typeface="+mn-cs"/>
                <a:hlinkClick r:id="rId4">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chemeClr val="tx1"/>
              </a:solidFill>
              <a:effectLst/>
              <a:uLnTx/>
              <a:uFillTx/>
              <a:ea typeface="+mn-ea"/>
              <a:cs typeface="+mn-cs"/>
            </a:endParaRP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ea typeface="+mn-ea"/>
                <a:cs typeface="+mn-cs"/>
              </a:rPr>
              <a:t>Under Getty images (Recommended), Shutterstock, Adobe images license (check with your M&amp;C or design team)</a:t>
            </a:r>
          </a:p>
        </p:txBody>
      </p:sp>
    </p:spTree>
    <p:extLst>
      <p:ext uri="{BB962C8B-B14F-4D97-AF65-F5344CB8AC3E}">
        <p14:creationId xmlns:p14="http://schemas.microsoft.com/office/powerpoint/2010/main" val="286881312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296B73-C004-808C-624A-BBC805C49F4F}"/>
            </a:ext>
          </a:extLst>
        </p:cNvPr>
        <p:cNvGrpSpPr/>
        <p:nvPr/>
      </p:nvGrpSpPr>
      <p:grpSpPr>
        <a:xfrm>
          <a:off x="0" y="0"/>
          <a:ext cx="0" cy="0"/>
          <a:chOff x="0" y="0"/>
          <a:chExt cx="0" cy="0"/>
        </a:xfrm>
      </p:grpSpPr>
      <p:sp>
        <p:nvSpPr>
          <p:cNvPr id="29" name="Date Placeholder 28">
            <a:extLst>
              <a:ext uri="{FF2B5EF4-FFF2-40B4-BE49-F238E27FC236}">
                <a16:creationId xmlns:a16="http://schemas.microsoft.com/office/drawing/2014/main" id="{A8AA6BF2-96C2-D7A9-9B61-D62743EAEB68}"/>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0" name="Footer Placeholder 29">
            <a:extLst>
              <a:ext uri="{FF2B5EF4-FFF2-40B4-BE49-F238E27FC236}">
                <a16:creationId xmlns:a16="http://schemas.microsoft.com/office/drawing/2014/main" id="{3187E77B-8D78-459D-A5B8-A19AAAA9E546}"/>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31" name="Slide Number Placeholder 30">
            <a:extLst>
              <a:ext uri="{FF2B5EF4-FFF2-40B4-BE49-F238E27FC236}">
                <a16:creationId xmlns:a16="http://schemas.microsoft.com/office/drawing/2014/main" id="{D7254771-83C1-F007-56CB-2796BDF47628}"/>
              </a:ext>
            </a:extLst>
          </p:cNvPr>
          <p:cNvSpPr>
            <a:spLocks noGrp="1"/>
          </p:cNvSpPr>
          <p:nvPr>
            <p:ph type="sldNum" sz="quarter" idx="30"/>
          </p:nvPr>
        </p:nvSpPr>
        <p:spPr/>
        <p:txBody>
          <a:bodyPr/>
          <a:lstStyle/>
          <a:p>
            <a:pPr algn="r"/>
            <a:fld id="{5D9A5160-6218-4E5A-B9E6-B93E3DAE377C}" type="slidenum">
              <a:rPr lang="en-US" smtClean="0"/>
              <a:pPr algn="r"/>
              <a:t>24</a:t>
            </a:fld>
            <a:endParaRPr lang="en-US" dirty="0"/>
          </a:p>
        </p:txBody>
      </p:sp>
      <p:sp>
        <p:nvSpPr>
          <p:cNvPr id="9" name="Text Placeholder 8">
            <a:extLst>
              <a:ext uri="{FF2B5EF4-FFF2-40B4-BE49-F238E27FC236}">
                <a16:creationId xmlns:a16="http://schemas.microsoft.com/office/drawing/2014/main" id="{4DB1BD53-EF9F-023B-084C-BB247D9CECB3}"/>
              </a:ext>
            </a:extLst>
          </p:cNvPr>
          <p:cNvSpPr>
            <a:spLocks noGrp="1"/>
          </p:cNvSpPr>
          <p:nvPr>
            <p:ph type="body" sz="quarter" idx="22"/>
          </p:nvPr>
        </p:nvSpPr>
        <p:spPr/>
        <p:txBody>
          <a:bodyPr/>
          <a:lstStyle/>
          <a:p>
            <a:r>
              <a:rPr lang="en-US" dirty="0">
                <a:solidFill>
                  <a:schemeClr val="accent4"/>
                </a:solidFill>
              </a:rPr>
              <a:t>Chapter</a:t>
            </a:r>
          </a:p>
        </p:txBody>
      </p:sp>
      <p:sp>
        <p:nvSpPr>
          <p:cNvPr id="8" name="Title 7">
            <a:extLst>
              <a:ext uri="{FF2B5EF4-FFF2-40B4-BE49-F238E27FC236}">
                <a16:creationId xmlns:a16="http://schemas.microsoft.com/office/drawing/2014/main" id="{47313539-FF80-737D-484E-F8DD44AFEF4B}"/>
              </a:ext>
            </a:extLst>
          </p:cNvPr>
          <p:cNvSpPr>
            <a:spLocks noGrp="1"/>
          </p:cNvSpPr>
          <p:nvPr>
            <p:ph type="title"/>
          </p:nvPr>
        </p:nvSpPr>
        <p:spPr/>
        <p:txBody>
          <a:bodyPr/>
          <a:lstStyle/>
          <a:p>
            <a:r>
              <a:rPr lang="en-US" dirty="0"/>
              <a:t>Lorem ipsum dolor sit </a:t>
            </a:r>
            <a:r>
              <a:rPr lang="en-US" dirty="0" err="1"/>
              <a:t>amet</a:t>
            </a:r>
            <a:endParaRPr lang="en-US" dirty="0"/>
          </a:p>
        </p:txBody>
      </p:sp>
      <p:sp>
        <p:nvSpPr>
          <p:cNvPr id="10" name="Content Placeholder 9">
            <a:extLst>
              <a:ext uri="{FF2B5EF4-FFF2-40B4-BE49-F238E27FC236}">
                <a16:creationId xmlns:a16="http://schemas.microsoft.com/office/drawing/2014/main" id="{74C900AF-6FFD-E86D-C74C-482F62AEFF91}"/>
              </a:ext>
            </a:extLst>
          </p:cNvPr>
          <p:cNvSpPr>
            <a:spLocks noGrp="1"/>
          </p:cNvSpPr>
          <p:nvPr>
            <p:ph sz="quarter" idx="31"/>
          </p:nvPr>
        </p:nvSpPr>
        <p:spPr/>
        <p:txBody>
          <a:bodyPr/>
          <a:lstStyle/>
          <a:p>
            <a:r>
              <a:rPr lang="en-US" dirty="0"/>
              <a:t>Lorem ipsum dolor. </a:t>
            </a:r>
          </a:p>
          <a:p>
            <a:pPr lvl="1"/>
            <a:r>
              <a:rPr lang="en-US" dirty="0"/>
              <a:t>Aenean </a:t>
            </a:r>
            <a:r>
              <a:rPr lang="en-US" dirty="0" err="1"/>
              <a:t>commodo</a:t>
            </a:r>
            <a:r>
              <a:rPr lang="en-US" dirty="0"/>
              <a:t> ligula </a:t>
            </a:r>
            <a:r>
              <a:rPr lang="en-US" dirty="0" err="1"/>
              <a:t>eget</a:t>
            </a:r>
            <a:r>
              <a:rPr lang="en-US" dirty="0"/>
              <a:t> et </a:t>
            </a:r>
            <a:r>
              <a:rPr lang="en-US" dirty="0" err="1"/>
              <a:t>magnis</a:t>
            </a:r>
            <a:r>
              <a:rPr lang="en-US" dirty="0"/>
              <a:t> dis </a:t>
            </a:r>
            <a:r>
              <a:rPr lang="en-US" dirty="0" err="1"/>
              <a:t>parturientelementum</a:t>
            </a:r>
            <a:r>
              <a:rPr lang="en-US" dirty="0"/>
              <a:t> semper nisi. </a:t>
            </a:r>
          </a:p>
          <a:p>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1"/>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pPr lvl="1"/>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 </a:t>
            </a:r>
            <a:r>
              <a:rPr lang="en-US" dirty="0" err="1"/>
              <a:t>ut</a:t>
            </a:r>
            <a:r>
              <a:rPr lang="en-US" dirty="0"/>
              <a:t> </a:t>
            </a:r>
            <a:r>
              <a:rPr lang="en-US" dirty="0" err="1"/>
              <a:t>aliquip</a:t>
            </a:r>
            <a:r>
              <a:rPr lang="en-US" dirty="0"/>
              <a:t> ex </a:t>
            </a:r>
            <a:r>
              <a:rPr lang="en-US" dirty="0" err="1"/>
              <a:t>ea</a:t>
            </a:r>
            <a:r>
              <a:rPr lang="en-US" dirty="0"/>
              <a:t> </a:t>
            </a:r>
            <a:r>
              <a:rPr lang="en-US" dirty="0" err="1"/>
              <a:t>commodo</a:t>
            </a:r>
            <a:r>
              <a:rPr lang="en-US" dirty="0"/>
              <a:t> </a:t>
            </a:r>
            <a:r>
              <a:rPr lang="en-US" dirty="0" err="1"/>
              <a:t>consequat</a:t>
            </a:r>
            <a:r>
              <a:rPr lang="en-US" dirty="0"/>
              <a:t>. Duis </a:t>
            </a:r>
            <a:r>
              <a:rPr lang="en-US" dirty="0" err="1"/>
              <a:t>aute</a:t>
            </a:r>
            <a:r>
              <a:rPr lang="en-US" dirty="0"/>
              <a:t> </a:t>
            </a:r>
            <a:r>
              <a:rPr lang="en-US" dirty="0" err="1"/>
              <a:t>irure</a:t>
            </a:r>
            <a:r>
              <a:rPr lang="en-US" dirty="0"/>
              <a:t> dolor in </a:t>
            </a:r>
            <a:r>
              <a:rPr lang="en-US" dirty="0" err="1"/>
              <a:t>reprehenderit</a:t>
            </a:r>
            <a:r>
              <a:rPr lang="en-US" dirty="0"/>
              <a:t> in </a:t>
            </a:r>
            <a:r>
              <a:rPr lang="en-US" dirty="0" err="1"/>
              <a:t>voluptate</a:t>
            </a:r>
            <a:r>
              <a:rPr lang="en-US" dirty="0"/>
              <a:t> </a:t>
            </a:r>
            <a:r>
              <a:rPr lang="en-US" dirty="0" err="1"/>
              <a:t>velit</a:t>
            </a:r>
            <a:r>
              <a:rPr lang="en-US" dirty="0"/>
              <a:t> </a:t>
            </a:r>
            <a:r>
              <a:rPr lang="en-US" dirty="0" err="1"/>
              <a:t>esse</a:t>
            </a:r>
            <a:r>
              <a:rPr lang="en-US" dirty="0"/>
              <a:t> </a:t>
            </a:r>
            <a:r>
              <a:rPr lang="en-US" dirty="0" err="1"/>
              <a:t>cillum</a:t>
            </a:r>
            <a:r>
              <a:rPr lang="en-US" dirty="0"/>
              <a:t> dolore </a:t>
            </a:r>
            <a:r>
              <a:rPr lang="en-US" dirty="0" err="1"/>
              <a:t>eu</a:t>
            </a:r>
            <a:r>
              <a:rPr lang="en-US" dirty="0"/>
              <a:t> </a:t>
            </a:r>
            <a:r>
              <a:rPr lang="en-US" dirty="0" err="1"/>
              <a:t>fugiat</a:t>
            </a:r>
            <a:r>
              <a:rPr lang="en-US" dirty="0"/>
              <a:t> </a:t>
            </a:r>
            <a:r>
              <a:rPr lang="en-US" dirty="0" err="1"/>
              <a:t>nulla</a:t>
            </a:r>
            <a:r>
              <a:rPr lang="en-US" dirty="0"/>
              <a:t> </a:t>
            </a:r>
            <a:r>
              <a:rPr lang="en-US" dirty="0" err="1"/>
              <a:t>pariatur</a:t>
            </a:r>
            <a:r>
              <a:rPr lang="en-US" dirty="0"/>
              <a:t>.</a:t>
            </a:r>
          </a:p>
          <a:p>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1"/>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pPr lvl="1"/>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 </a:t>
            </a:r>
            <a:r>
              <a:rPr lang="en-US" dirty="0" err="1"/>
              <a:t>ut</a:t>
            </a:r>
            <a:r>
              <a:rPr lang="en-US" dirty="0"/>
              <a:t> </a:t>
            </a:r>
            <a:r>
              <a:rPr lang="en-US" dirty="0" err="1"/>
              <a:t>aliquip</a:t>
            </a:r>
            <a:r>
              <a:rPr lang="en-US" dirty="0"/>
              <a:t> ex </a:t>
            </a:r>
            <a:r>
              <a:rPr lang="en-US" dirty="0" err="1"/>
              <a:t>ea</a:t>
            </a:r>
            <a:r>
              <a:rPr lang="en-US" dirty="0"/>
              <a:t> </a:t>
            </a:r>
            <a:r>
              <a:rPr lang="en-US" dirty="0" err="1"/>
              <a:t>commodo</a:t>
            </a:r>
            <a:r>
              <a:rPr lang="en-US" dirty="0"/>
              <a:t> </a:t>
            </a:r>
            <a:r>
              <a:rPr lang="en-US" dirty="0" err="1"/>
              <a:t>consequat</a:t>
            </a:r>
            <a:r>
              <a:rPr lang="en-US" dirty="0"/>
              <a:t>. Duis </a:t>
            </a:r>
            <a:r>
              <a:rPr lang="en-US" dirty="0" err="1"/>
              <a:t>aute</a:t>
            </a:r>
            <a:r>
              <a:rPr lang="en-US" dirty="0"/>
              <a:t> </a:t>
            </a:r>
            <a:r>
              <a:rPr lang="en-US" dirty="0" err="1"/>
              <a:t>irure</a:t>
            </a:r>
            <a:r>
              <a:rPr lang="en-US" dirty="0"/>
              <a:t> dolor in </a:t>
            </a:r>
            <a:r>
              <a:rPr lang="en-US" dirty="0" err="1"/>
              <a:t>reprehenderit</a:t>
            </a:r>
            <a:r>
              <a:rPr lang="en-US" dirty="0"/>
              <a:t> in </a:t>
            </a:r>
            <a:r>
              <a:rPr lang="en-US" dirty="0" err="1"/>
              <a:t>voluptate</a:t>
            </a:r>
            <a:r>
              <a:rPr lang="en-US" dirty="0"/>
              <a:t> </a:t>
            </a:r>
            <a:r>
              <a:rPr lang="en-US" dirty="0" err="1"/>
              <a:t>velit</a:t>
            </a:r>
            <a:r>
              <a:rPr lang="en-US" dirty="0"/>
              <a:t> </a:t>
            </a:r>
            <a:r>
              <a:rPr lang="en-US" dirty="0" err="1"/>
              <a:t>esse</a:t>
            </a:r>
            <a:r>
              <a:rPr lang="en-US" dirty="0"/>
              <a:t> </a:t>
            </a:r>
            <a:r>
              <a:rPr lang="en-US" dirty="0" err="1"/>
              <a:t>cillum</a:t>
            </a:r>
            <a:r>
              <a:rPr lang="en-US" dirty="0"/>
              <a:t> dolore </a:t>
            </a:r>
            <a:r>
              <a:rPr lang="en-US" dirty="0" err="1"/>
              <a:t>eu</a:t>
            </a:r>
            <a:r>
              <a:rPr lang="en-US" dirty="0"/>
              <a:t> </a:t>
            </a:r>
            <a:r>
              <a:rPr lang="en-US" dirty="0" err="1"/>
              <a:t>fugiat</a:t>
            </a:r>
            <a:r>
              <a:rPr lang="en-US" dirty="0"/>
              <a:t> </a:t>
            </a:r>
            <a:r>
              <a:rPr lang="en-US" dirty="0" err="1"/>
              <a:t>nulla</a:t>
            </a:r>
            <a:r>
              <a:rPr lang="en-US" dirty="0"/>
              <a:t> </a:t>
            </a:r>
            <a:r>
              <a:rPr lang="en-US" dirty="0" err="1"/>
              <a:t>pariatur</a:t>
            </a:r>
            <a:r>
              <a:rPr lang="en-US" dirty="0"/>
              <a:t>.</a:t>
            </a:r>
          </a:p>
          <a:p>
            <a:endParaRPr lang="en-US" dirty="0"/>
          </a:p>
        </p:txBody>
      </p:sp>
      <p:sp>
        <p:nvSpPr>
          <p:cNvPr id="14" name="Text Placeholder 13">
            <a:extLst>
              <a:ext uri="{FF2B5EF4-FFF2-40B4-BE49-F238E27FC236}">
                <a16:creationId xmlns:a16="http://schemas.microsoft.com/office/drawing/2014/main" id="{43BC7121-EC70-3DB0-CE2B-1CB3C4517538}"/>
              </a:ext>
            </a:extLst>
          </p:cNvPr>
          <p:cNvSpPr>
            <a:spLocks noGrp="1"/>
          </p:cNvSpPr>
          <p:nvPr>
            <p:ph type="body" sz="quarter" idx="13"/>
          </p:nvPr>
        </p:nvSpPr>
        <p:spPr/>
        <p:txBody>
          <a:bodyPr/>
          <a:lstStyle/>
          <a:p>
            <a:r>
              <a:rPr lang="en-US" dirty="0"/>
              <a:t>Lorem ipsum</a:t>
            </a:r>
          </a:p>
          <a:p>
            <a:endParaRPr lang="en-US" dirty="0"/>
          </a:p>
        </p:txBody>
      </p:sp>
    </p:spTree>
    <p:extLst>
      <p:ext uri="{BB962C8B-B14F-4D97-AF65-F5344CB8AC3E}">
        <p14:creationId xmlns:p14="http://schemas.microsoft.com/office/powerpoint/2010/main" val="277299230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2023E8B0-88EC-E3A6-254B-807B082459A3}"/>
              </a:ext>
            </a:extLst>
          </p:cNvPr>
          <p:cNvSpPr>
            <a:spLocks noGrp="1"/>
          </p:cNvSpPr>
          <p:nvPr>
            <p:ph type="body" sz="quarter" idx="22"/>
          </p:nvPr>
        </p:nvSpPr>
        <p:spPr>
          <a:xfrm>
            <a:off x="550200" y="1634286"/>
            <a:ext cx="11090938" cy="307777"/>
          </a:xfrm>
        </p:spPr>
        <p:txBody>
          <a:bodyPr/>
          <a:lstStyle/>
          <a:p>
            <a:r>
              <a:rPr lang="en-US" dirty="0"/>
              <a:t>Lorem ipsum</a:t>
            </a:r>
          </a:p>
        </p:txBody>
      </p:sp>
      <p:sp>
        <p:nvSpPr>
          <p:cNvPr id="8" name="Title 7">
            <a:extLst>
              <a:ext uri="{FF2B5EF4-FFF2-40B4-BE49-F238E27FC236}">
                <a16:creationId xmlns:a16="http://schemas.microsoft.com/office/drawing/2014/main" id="{C60E000D-B876-743E-F1D0-B3CDD1A5BA66}"/>
              </a:ext>
            </a:extLst>
          </p:cNvPr>
          <p:cNvSpPr>
            <a:spLocks noGrp="1"/>
          </p:cNvSpPr>
          <p:nvPr>
            <p:ph type="title"/>
          </p:nvPr>
        </p:nvSpPr>
        <p:spPr>
          <a:xfrm>
            <a:off x="551384" y="549274"/>
            <a:ext cx="11090938" cy="930372"/>
          </a:xfrm>
        </p:spPr>
        <p:txBody>
          <a:bodyPr/>
          <a:lstStyle/>
          <a:p>
            <a:r>
              <a:rPr lang="en-US" dirty="0"/>
              <a:t>For all content slides you have layouts with and without </a:t>
            </a:r>
            <a:r>
              <a:rPr lang="en-US" dirty="0" err="1"/>
              <a:t>Chapterbox</a:t>
            </a:r>
            <a:r>
              <a:rPr lang="en-US" dirty="0"/>
              <a:t> in the top left</a:t>
            </a:r>
          </a:p>
        </p:txBody>
      </p:sp>
      <p:sp>
        <p:nvSpPr>
          <p:cNvPr id="10" name="Content Placeholder 9">
            <a:extLst>
              <a:ext uri="{FF2B5EF4-FFF2-40B4-BE49-F238E27FC236}">
                <a16:creationId xmlns:a16="http://schemas.microsoft.com/office/drawing/2014/main" id="{153C77F6-DBB8-5F6E-6AAD-C7CE86157ADB}"/>
              </a:ext>
            </a:extLst>
          </p:cNvPr>
          <p:cNvSpPr>
            <a:spLocks noGrp="1"/>
          </p:cNvSpPr>
          <p:nvPr>
            <p:ph sz="quarter" idx="31"/>
          </p:nvPr>
        </p:nvSpPr>
        <p:spPr>
          <a:xfrm>
            <a:off x="551384" y="2132856"/>
            <a:ext cx="11090938" cy="4175870"/>
          </a:xfrm>
        </p:spPr>
        <p:txBody>
          <a:bodyPr numCol="3" spcCol="180000"/>
          <a:lstStyle/>
          <a:p>
            <a:r>
              <a:rPr lang="en-US" dirty="0"/>
              <a:t>Text in columns (Text Box Options) </a:t>
            </a:r>
          </a:p>
          <a:p>
            <a:pPr lvl="1"/>
            <a:r>
              <a:rPr lang="en-US" dirty="0"/>
              <a:t>Aenean </a:t>
            </a:r>
            <a:r>
              <a:rPr lang="en-US" dirty="0" err="1"/>
              <a:t>commodo</a:t>
            </a:r>
            <a:r>
              <a:rPr lang="en-US" dirty="0"/>
              <a:t> ligula </a:t>
            </a:r>
            <a:r>
              <a:rPr lang="en-US" dirty="0" err="1"/>
              <a:t>eget</a:t>
            </a:r>
            <a:r>
              <a:rPr lang="en-US" dirty="0"/>
              <a:t> et </a:t>
            </a:r>
            <a:r>
              <a:rPr lang="en-US" dirty="0" err="1"/>
              <a:t>magnis</a:t>
            </a:r>
            <a:r>
              <a:rPr lang="en-US" dirty="0"/>
              <a:t> dis </a:t>
            </a:r>
            <a:r>
              <a:rPr lang="en-US" dirty="0" err="1"/>
              <a:t>parturientelementum</a:t>
            </a:r>
            <a:r>
              <a:rPr lang="en-US" dirty="0"/>
              <a:t> semper nisi. </a:t>
            </a:r>
          </a:p>
          <a:p>
            <a:pPr lvl="1"/>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2"/>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 </a:t>
            </a:r>
            <a:r>
              <a:rPr lang="en-US" dirty="0" err="1"/>
              <a:t>ut</a:t>
            </a:r>
            <a:r>
              <a:rPr lang="en-US" dirty="0"/>
              <a:t> </a:t>
            </a:r>
            <a:r>
              <a:rPr lang="en-US" dirty="0" err="1"/>
              <a:t>aliquip</a:t>
            </a:r>
            <a:r>
              <a:rPr lang="en-US" dirty="0"/>
              <a:t> ex </a:t>
            </a:r>
            <a:r>
              <a:rPr lang="en-US" dirty="0" err="1"/>
              <a:t>ea</a:t>
            </a:r>
            <a:r>
              <a:rPr lang="en-US" dirty="0"/>
              <a:t> </a:t>
            </a:r>
            <a:r>
              <a:rPr lang="en-US" dirty="0" err="1"/>
              <a:t>commodo</a:t>
            </a:r>
            <a:r>
              <a:rPr lang="en-US" dirty="0"/>
              <a:t> </a:t>
            </a:r>
            <a:r>
              <a:rPr lang="en-US" dirty="0" err="1"/>
              <a:t>consequat</a:t>
            </a:r>
            <a:r>
              <a:rPr lang="en-US" dirty="0"/>
              <a:t>. Duis </a:t>
            </a:r>
            <a:r>
              <a:rPr lang="en-US" dirty="0" err="1"/>
              <a:t>aute</a:t>
            </a:r>
            <a:r>
              <a:rPr lang="en-US" dirty="0"/>
              <a:t> </a:t>
            </a:r>
            <a:r>
              <a:rPr lang="en-US" dirty="0" err="1"/>
              <a:t>irure</a:t>
            </a:r>
            <a:r>
              <a:rPr lang="en-US" dirty="0"/>
              <a:t> dolor in </a:t>
            </a:r>
            <a:r>
              <a:rPr lang="en-US" dirty="0" err="1"/>
              <a:t>reprehenderit</a:t>
            </a:r>
            <a:r>
              <a:rPr lang="en-US" dirty="0"/>
              <a:t> in </a:t>
            </a:r>
            <a:r>
              <a:rPr lang="en-US" dirty="0" err="1"/>
              <a:t>voluptate</a:t>
            </a:r>
            <a:r>
              <a:rPr lang="en-US" dirty="0"/>
              <a:t> </a:t>
            </a:r>
            <a:r>
              <a:rPr lang="en-US" dirty="0" err="1"/>
              <a:t>velit</a:t>
            </a:r>
            <a:r>
              <a:rPr lang="en-US" dirty="0"/>
              <a:t> esse </a:t>
            </a:r>
            <a:r>
              <a:rPr lang="en-US" dirty="0" err="1"/>
              <a:t>cillum</a:t>
            </a:r>
            <a:r>
              <a:rPr lang="en-US" dirty="0"/>
              <a:t> dolore </a:t>
            </a:r>
            <a:r>
              <a:rPr lang="en-US" dirty="0" err="1"/>
              <a:t>eu</a:t>
            </a:r>
            <a:r>
              <a:rPr lang="en-US" dirty="0"/>
              <a:t> </a:t>
            </a:r>
            <a:r>
              <a:rPr lang="en-US" dirty="0" err="1"/>
              <a:t>fugiat</a:t>
            </a:r>
            <a:r>
              <a:rPr lang="en-US" dirty="0"/>
              <a:t> </a:t>
            </a:r>
            <a:r>
              <a:rPr lang="en-US" dirty="0" err="1"/>
              <a:t>nulla</a:t>
            </a:r>
            <a:r>
              <a:rPr lang="en-US" dirty="0"/>
              <a:t> </a:t>
            </a:r>
            <a:r>
              <a:rPr lang="en-US" dirty="0" err="1"/>
              <a:t>pariatur</a:t>
            </a:r>
            <a:r>
              <a:rPr lang="en-US" dirty="0"/>
              <a:t>.</a:t>
            </a:r>
          </a:p>
          <a:p>
            <a:r>
              <a:rPr lang="en-US" dirty="0"/>
              <a:t>Lorem ipsum dolor. </a:t>
            </a:r>
          </a:p>
          <a:p>
            <a:pPr lvl="1"/>
            <a:r>
              <a:rPr lang="en-US" dirty="0"/>
              <a:t>Aenean </a:t>
            </a:r>
            <a:r>
              <a:rPr lang="en-US" dirty="0" err="1"/>
              <a:t>commodo</a:t>
            </a:r>
            <a:r>
              <a:rPr lang="en-US" dirty="0"/>
              <a:t> ligula </a:t>
            </a:r>
            <a:r>
              <a:rPr lang="en-US" dirty="0" err="1"/>
              <a:t>eget</a:t>
            </a:r>
            <a:r>
              <a:rPr lang="en-US" dirty="0"/>
              <a:t> et </a:t>
            </a:r>
            <a:r>
              <a:rPr lang="en-US" dirty="0" err="1"/>
              <a:t>magnis</a:t>
            </a:r>
            <a:r>
              <a:rPr lang="en-US" dirty="0"/>
              <a:t> dis </a:t>
            </a:r>
            <a:r>
              <a:rPr lang="en-US" dirty="0" err="1"/>
              <a:t>parturientelementum</a:t>
            </a:r>
            <a:r>
              <a:rPr lang="en-US" dirty="0"/>
              <a:t> semper nisi. </a:t>
            </a:r>
          </a:p>
          <a:p>
            <a:pPr lvl="1"/>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2"/>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 </a:t>
            </a:r>
            <a:r>
              <a:rPr lang="en-US" dirty="0" err="1"/>
              <a:t>ut</a:t>
            </a:r>
            <a:r>
              <a:rPr lang="en-US" dirty="0"/>
              <a:t> </a:t>
            </a:r>
            <a:r>
              <a:rPr lang="en-US" dirty="0" err="1"/>
              <a:t>aliquip</a:t>
            </a:r>
            <a:r>
              <a:rPr lang="en-US" dirty="0"/>
              <a:t> ex </a:t>
            </a:r>
            <a:r>
              <a:rPr lang="en-US" dirty="0" err="1"/>
              <a:t>ea</a:t>
            </a:r>
            <a:r>
              <a:rPr lang="en-US" dirty="0"/>
              <a:t> </a:t>
            </a:r>
            <a:r>
              <a:rPr lang="en-US" dirty="0" err="1"/>
              <a:t>commodo</a:t>
            </a:r>
            <a:r>
              <a:rPr lang="en-US" dirty="0"/>
              <a:t> </a:t>
            </a:r>
            <a:r>
              <a:rPr lang="en-US" dirty="0" err="1"/>
              <a:t>consequat</a:t>
            </a:r>
            <a:r>
              <a:rPr lang="en-US" dirty="0"/>
              <a:t>. Duis </a:t>
            </a:r>
            <a:r>
              <a:rPr lang="en-US" dirty="0" err="1"/>
              <a:t>aute</a:t>
            </a:r>
            <a:r>
              <a:rPr lang="en-US" dirty="0"/>
              <a:t> </a:t>
            </a:r>
            <a:r>
              <a:rPr lang="en-US" dirty="0" err="1"/>
              <a:t>irure</a:t>
            </a:r>
            <a:r>
              <a:rPr lang="en-US" dirty="0"/>
              <a:t> dolor in </a:t>
            </a:r>
            <a:r>
              <a:rPr lang="en-US" dirty="0" err="1"/>
              <a:t>reprehenderit</a:t>
            </a:r>
            <a:r>
              <a:rPr lang="en-US" dirty="0"/>
              <a:t> in </a:t>
            </a:r>
            <a:r>
              <a:rPr lang="en-US" dirty="0" err="1"/>
              <a:t>voluptate</a:t>
            </a:r>
            <a:r>
              <a:rPr lang="en-US" dirty="0"/>
              <a:t> </a:t>
            </a:r>
            <a:r>
              <a:rPr lang="en-US" dirty="0" err="1"/>
              <a:t>velit</a:t>
            </a:r>
            <a:r>
              <a:rPr lang="en-US" dirty="0"/>
              <a:t> esse </a:t>
            </a:r>
            <a:r>
              <a:rPr lang="en-US" dirty="0" err="1"/>
              <a:t>cillum</a:t>
            </a:r>
            <a:r>
              <a:rPr lang="en-US" dirty="0"/>
              <a:t> dolore </a:t>
            </a:r>
            <a:r>
              <a:rPr lang="en-US" dirty="0" err="1"/>
              <a:t>eu</a:t>
            </a:r>
            <a:r>
              <a:rPr lang="en-US" dirty="0"/>
              <a:t> </a:t>
            </a:r>
            <a:r>
              <a:rPr lang="en-US" dirty="0" err="1"/>
              <a:t>fugiat</a:t>
            </a:r>
            <a:r>
              <a:rPr lang="en-US" dirty="0"/>
              <a:t> </a:t>
            </a:r>
            <a:r>
              <a:rPr lang="en-US" dirty="0" err="1"/>
              <a:t>nulla</a:t>
            </a:r>
            <a:r>
              <a:rPr lang="en-US" dirty="0"/>
              <a:t> </a:t>
            </a:r>
            <a:r>
              <a:rPr lang="en-US" dirty="0" err="1"/>
              <a:t>pariatur</a:t>
            </a:r>
            <a:r>
              <a:rPr lang="en-US" dirty="0"/>
              <a:t>.</a:t>
            </a:r>
          </a:p>
          <a:p>
            <a:r>
              <a:rPr lang="en-US" dirty="0"/>
              <a:t>Lorem ipsum dolor. </a:t>
            </a:r>
          </a:p>
          <a:p>
            <a:pPr lvl="1"/>
            <a:r>
              <a:rPr lang="en-US" dirty="0"/>
              <a:t>Aenean </a:t>
            </a:r>
            <a:r>
              <a:rPr lang="en-US" dirty="0" err="1"/>
              <a:t>commodo</a:t>
            </a:r>
            <a:r>
              <a:rPr lang="en-US" dirty="0"/>
              <a:t> ligula </a:t>
            </a:r>
            <a:r>
              <a:rPr lang="en-US" dirty="0" err="1"/>
              <a:t>eget</a:t>
            </a:r>
            <a:r>
              <a:rPr lang="en-US" dirty="0"/>
              <a:t> et </a:t>
            </a:r>
            <a:r>
              <a:rPr lang="en-US" dirty="0" err="1"/>
              <a:t>magnis</a:t>
            </a:r>
            <a:r>
              <a:rPr lang="en-US" dirty="0"/>
              <a:t> dis </a:t>
            </a:r>
            <a:r>
              <a:rPr lang="en-US" dirty="0" err="1"/>
              <a:t>parturientelementum</a:t>
            </a:r>
            <a:r>
              <a:rPr lang="en-US" dirty="0"/>
              <a:t> semper nisi. </a:t>
            </a:r>
          </a:p>
          <a:p>
            <a:pPr lvl="1"/>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2"/>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p:txBody>
      </p:sp>
      <p:sp>
        <p:nvSpPr>
          <p:cNvPr id="14" name="Text Placeholder 13">
            <a:extLst>
              <a:ext uri="{FF2B5EF4-FFF2-40B4-BE49-F238E27FC236}">
                <a16:creationId xmlns:a16="http://schemas.microsoft.com/office/drawing/2014/main" id="{E9C5D074-EFDC-17DC-98AF-4FABDD0858B9}"/>
              </a:ext>
            </a:extLst>
          </p:cNvPr>
          <p:cNvSpPr>
            <a:spLocks noGrp="1"/>
          </p:cNvSpPr>
          <p:nvPr>
            <p:ph type="body" sz="quarter" idx="13"/>
          </p:nvPr>
        </p:nvSpPr>
        <p:spPr>
          <a:xfrm>
            <a:off x="550863" y="266218"/>
            <a:ext cx="11089753" cy="161001"/>
          </a:xfrm>
        </p:spPr>
        <p:txBody>
          <a:bodyPr/>
          <a:lstStyle/>
          <a:p>
            <a:r>
              <a:rPr lang="en-US" dirty="0"/>
              <a:t>Chapter</a:t>
            </a:r>
          </a:p>
        </p:txBody>
      </p:sp>
      <p:pic>
        <p:nvPicPr>
          <p:cNvPr id="25" name="Picture 24">
            <a:extLst>
              <a:ext uri="{FF2B5EF4-FFF2-40B4-BE49-F238E27FC236}">
                <a16:creationId xmlns:a16="http://schemas.microsoft.com/office/drawing/2014/main" id="{C1DDBFCD-2D0D-34A3-7EC0-5FC87F2CBC2D}"/>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8184232" y="3708710"/>
            <a:ext cx="3456906" cy="2590829"/>
          </a:xfrm>
          <a:prstGeom prst="rect">
            <a:avLst/>
          </a:prstGeom>
        </p:spPr>
      </p:pic>
      <p:sp>
        <p:nvSpPr>
          <p:cNvPr id="47" name="Date Placeholder 46">
            <a:extLst>
              <a:ext uri="{FF2B5EF4-FFF2-40B4-BE49-F238E27FC236}">
                <a16:creationId xmlns:a16="http://schemas.microsoft.com/office/drawing/2014/main" id="{5F53895E-E781-47FA-D297-CEEE03FCC23C}"/>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48" name="Footer Placeholder 47">
            <a:extLst>
              <a:ext uri="{FF2B5EF4-FFF2-40B4-BE49-F238E27FC236}">
                <a16:creationId xmlns:a16="http://schemas.microsoft.com/office/drawing/2014/main" id="{6B6E8211-0A7D-8653-B1AC-8C0E4CF05FF9}"/>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49" name="Slide Number Placeholder 48">
            <a:extLst>
              <a:ext uri="{FF2B5EF4-FFF2-40B4-BE49-F238E27FC236}">
                <a16:creationId xmlns:a16="http://schemas.microsoft.com/office/drawing/2014/main" id="{7DE1A4F8-EDB1-5452-5533-5B16053D7E11}"/>
              </a:ext>
            </a:extLst>
          </p:cNvPr>
          <p:cNvSpPr>
            <a:spLocks noGrp="1"/>
          </p:cNvSpPr>
          <p:nvPr>
            <p:ph type="sldNum" sz="quarter" idx="30"/>
          </p:nvPr>
        </p:nvSpPr>
        <p:spPr/>
        <p:txBody>
          <a:bodyPr/>
          <a:lstStyle/>
          <a:p>
            <a:pPr algn="r"/>
            <a:fld id="{5D9A5160-6218-4E5A-B9E6-B93E3DAE377C}" type="slidenum">
              <a:rPr lang="en-US" smtClean="0"/>
              <a:pPr algn="r"/>
              <a:t>25</a:t>
            </a:fld>
            <a:endParaRPr lang="en-US" dirty="0"/>
          </a:p>
        </p:txBody>
      </p:sp>
    </p:spTree>
    <p:extLst>
      <p:ext uri="{BB962C8B-B14F-4D97-AF65-F5344CB8AC3E}">
        <p14:creationId xmlns:p14="http://schemas.microsoft.com/office/powerpoint/2010/main" val="212569049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A8890F-3871-B661-F40E-424C2E1E7512}"/>
            </a:ext>
          </a:extLst>
        </p:cNvPr>
        <p:cNvGrpSpPr/>
        <p:nvPr/>
      </p:nvGrpSpPr>
      <p:grpSpPr>
        <a:xfrm>
          <a:off x="0" y="0"/>
          <a:ext cx="0" cy="0"/>
          <a:chOff x="0" y="0"/>
          <a:chExt cx="0" cy="0"/>
        </a:xfrm>
      </p:grpSpPr>
      <p:pic>
        <p:nvPicPr>
          <p:cNvPr id="4" name="Picture Placeholder 3" descr="A blurry blue and green background&#10;">
            <a:extLst>
              <a:ext uri="{FF2B5EF4-FFF2-40B4-BE49-F238E27FC236}">
                <a16:creationId xmlns:a16="http://schemas.microsoft.com/office/drawing/2014/main" id="{E0C5674C-56B1-5201-5F9F-4417DF4C2695}"/>
              </a:ext>
            </a:extLst>
          </p:cNvPr>
          <p:cNvPicPr>
            <a:picLocks noGrp="1" noChangeAspect="1"/>
          </p:cNvPicPr>
          <p:nvPr>
            <p:ph type="pic" sz="quarter" idx="18"/>
          </p:nvPr>
        </p:nvPicPr>
        <p:blipFill>
          <a:blip r:embed="rId2"/>
          <a:srcRect/>
          <a:stretch/>
        </p:blipFill>
        <p:spPr>
          <a:xfrm>
            <a:off x="6095937" y="1"/>
            <a:ext cx="6096064" cy="6858000"/>
          </a:xfrm>
        </p:spPr>
      </p:pic>
      <p:sp>
        <p:nvSpPr>
          <p:cNvPr id="24" name="Date Placeholder 23">
            <a:extLst>
              <a:ext uri="{FF2B5EF4-FFF2-40B4-BE49-F238E27FC236}">
                <a16:creationId xmlns:a16="http://schemas.microsoft.com/office/drawing/2014/main" id="{762E348A-53A9-12F9-9888-91D54953C8A4}"/>
              </a:ext>
            </a:extLst>
          </p:cNvPr>
          <p:cNvSpPr>
            <a:spLocks noGrp="1"/>
          </p:cNvSpPr>
          <p:nvPr>
            <p:ph type="dt" sz="half" idx="24"/>
          </p:nvPr>
        </p:nvSpPr>
        <p:spPr>
          <a:xfrm>
            <a:off x="9809927" y="6650661"/>
            <a:ext cx="1831210" cy="123111"/>
          </a:xfrm>
        </p:spPr>
        <p:txBody>
          <a:bodyPr/>
          <a:lstStyle/>
          <a:p>
            <a:r>
              <a:rPr lang="en-US"/>
              <a:t>Company Confidential © Capgemini 2026. All rights reserved.</a:t>
            </a:r>
            <a:endParaRPr lang="en-US" dirty="0"/>
          </a:p>
        </p:txBody>
      </p:sp>
      <p:sp>
        <p:nvSpPr>
          <p:cNvPr id="25" name="Footer Placeholder 24">
            <a:extLst>
              <a:ext uri="{FF2B5EF4-FFF2-40B4-BE49-F238E27FC236}">
                <a16:creationId xmlns:a16="http://schemas.microsoft.com/office/drawing/2014/main" id="{3F3134D3-1427-8F4D-90AB-12EE801CB1C1}"/>
              </a:ext>
            </a:extLst>
          </p:cNvPr>
          <p:cNvSpPr>
            <a:spLocks noGrp="1"/>
          </p:cNvSpPr>
          <p:nvPr>
            <p:ph type="ftr" sz="quarter" idx="25"/>
          </p:nvPr>
        </p:nvSpPr>
        <p:spPr>
          <a:xfrm>
            <a:off x="550863" y="6650661"/>
            <a:ext cx="4716524" cy="123111"/>
          </a:xfrm>
        </p:spPr>
        <p:txBody>
          <a:bodyPr/>
          <a:lstStyle/>
          <a:p>
            <a:r>
              <a:rPr lang="en-US" dirty="0"/>
              <a:t>Presentation Title | Author | Date</a:t>
            </a:r>
          </a:p>
        </p:txBody>
      </p:sp>
      <p:sp>
        <p:nvSpPr>
          <p:cNvPr id="26" name="Slide Number Placeholder 25">
            <a:extLst>
              <a:ext uri="{FF2B5EF4-FFF2-40B4-BE49-F238E27FC236}">
                <a16:creationId xmlns:a16="http://schemas.microsoft.com/office/drawing/2014/main" id="{9AFD3928-2E5D-758D-B006-5F7323FCEEE2}"/>
              </a:ext>
            </a:extLst>
          </p:cNvPr>
          <p:cNvSpPr>
            <a:spLocks noGrp="1"/>
          </p:cNvSpPr>
          <p:nvPr>
            <p:ph type="sldNum" sz="quarter" idx="26"/>
          </p:nvPr>
        </p:nvSpPr>
        <p:spPr>
          <a:xfrm>
            <a:off x="11778341" y="6650661"/>
            <a:ext cx="232665" cy="123111"/>
          </a:xfrm>
        </p:spPr>
        <p:txBody>
          <a:bodyPr/>
          <a:lstStyle/>
          <a:p>
            <a:fld id="{5D9A5160-6218-4E5A-B9E6-B93E3DAE377C}" type="slidenum">
              <a:rPr lang="en-US" smtClean="0"/>
              <a:pPr/>
              <a:t>26</a:t>
            </a:fld>
            <a:endParaRPr lang="en-US" dirty="0"/>
          </a:p>
        </p:txBody>
      </p:sp>
      <p:sp>
        <p:nvSpPr>
          <p:cNvPr id="14" name="Text Placeholder 13">
            <a:extLst>
              <a:ext uri="{FF2B5EF4-FFF2-40B4-BE49-F238E27FC236}">
                <a16:creationId xmlns:a16="http://schemas.microsoft.com/office/drawing/2014/main" id="{800469B8-520B-692A-1BE7-2AF4112AF083}"/>
              </a:ext>
            </a:extLst>
          </p:cNvPr>
          <p:cNvSpPr>
            <a:spLocks noGrp="1"/>
          </p:cNvSpPr>
          <p:nvPr>
            <p:ph type="body" sz="quarter" idx="22"/>
          </p:nvPr>
        </p:nvSpPr>
        <p:spPr>
          <a:xfrm>
            <a:off x="550200" y="1634286"/>
            <a:ext cx="5112568" cy="307777"/>
          </a:xfrm>
        </p:spPr>
        <p:txBody>
          <a:bodyPr/>
          <a:lstStyle/>
          <a:p>
            <a:r>
              <a:rPr lang="en-US" dirty="0"/>
              <a:t>Lorem ipsum dolor sit </a:t>
            </a:r>
            <a:r>
              <a:rPr lang="en-US" dirty="0" err="1"/>
              <a:t>amet</a:t>
            </a:r>
            <a:endParaRPr lang="en-US" dirty="0"/>
          </a:p>
        </p:txBody>
      </p:sp>
      <p:sp>
        <p:nvSpPr>
          <p:cNvPr id="8" name="Title 7">
            <a:extLst>
              <a:ext uri="{FF2B5EF4-FFF2-40B4-BE49-F238E27FC236}">
                <a16:creationId xmlns:a16="http://schemas.microsoft.com/office/drawing/2014/main" id="{EF2084BD-9EE7-A47C-5258-6F04C78465EA}"/>
              </a:ext>
            </a:extLst>
          </p:cNvPr>
          <p:cNvSpPr>
            <a:spLocks noGrp="1"/>
          </p:cNvSpPr>
          <p:nvPr>
            <p:ph type="title"/>
          </p:nvPr>
        </p:nvSpPr>
        <p:spPr>
          <a:xfrm>
            <a:off x="551384" y="549274"/>
            <a:ext cx="5112568" cy="930372"/>
          </a:xfrm>
        </p:spPr>
        <p:txBody>
          <a:bodyPr/>
          <a:lstStyle/>
          <a:p>
            <a:r>
              <a:rPr lang="en-US" dirty="0"/>
              <a:t>Lorem ipsum dolor sit </a:t>
            </a:r>
            <a:r>
              <a:rPr lang="en-US" dirty="0" err="1"/>
              <a:t>amete</a:t>
            </a:r>
            <a:endParaRPr lang="en-US" dirty="0"/>
          </a:p>
        </p:txBody>
      </p:sp>
      <p:sp>
        <p:nvSpPr>
          <p:cNvPr id="10" name="Content Placeholder 9">
            <a:extLst>
              <a:ext uri="{FF2B5EF4-FFF2-40B4-BE49-F238E27FC236}">
                <a16:creationId xmlns:a16="http://schemas.microsoft.com/office/drawing/2014/main" id="{185257F4-9101-F470-8275-227FF2B8DFE6}"/>
              </a:ext>
            </a:extLst>
          </p:cNvPr>
          <p:cNvSpPr>
            <a:spLocks noGrp="1"/>
          </p:cNvSpPr>
          <p:nvPr>
            <p:ph sz="quarter" idx="31"/>
          </p:nvPr>
        </p:nvSpPr>
        <p:spPr>
          <a:xfrm>
            <a:off x="551384" y="2132856"/>
            <a:ext cx="5112568" cy="4175870"/>
          </a:xfrm>
        </p:spPr>
        <p:txBody>
          <a:bodyPr numCol="1" spcCol="180000"/>
          <a:lstStyle/>
          <a:p>
            <a:r>
              <a:rPr lang="en-US" dirty="0"/>
              <a:t>Lorem ipsum dolor. </a:t>
            </a:r>
          </a:p>
          <a:p>
            <a:r>
              <a:rPr lang="en-US" dirty="0"/>
              <a:t>Lorem ipsum dolor. </a:t>
            </a:r>
          </a:p>
          <a:p>
            <a:pPr lvl="1"/>
            <a:r>
              <a:rPr lang="en-US" dirty="0"/>
              <a:t>Aenean </a:t>
            </a:r>
            <a:r>
              <a:rPr lang="en-US" dirty="0" err="1"/>
              <a:t>commodo</a:t>
            </a:r>
            <a:r>
              <a:rPr lang="en-US" dirty="0"/>
              <a:t> ligula </a:t>
            </a:r>
            <a:r>
              <a:rPr lang="en-US" dirty="0" err="1"/>
              <a:t>eget</a:t>
            </a:r>
            <a:r>
              <a:rPr lang="en-US" dirty="0"/>
              <a:t> et </a:t>
            </a:r>
            <a:r>
              <a:rPr lang="en-US" dirty="0" err="1"/>
              <a:t>magnis</a:t>
            </a:r>
            <a:r>
              <a:rPr lang="en-US" dirty="0"/>
              <a:t> dis </a:t>
            </a:r>
            <a:r>
              <a:rPr lang="en-US" dirty="0" err="1"/>
              <a:t>parturientelementum</a:t>
            </a:r>
            <a:r>
              <a:rPr lang="en-US" dirty="0"/>
              <a:t> semper nisi. </a:t>
            </a:r>
          </a:p>
          <a:p>
            <a:pPr lvl="1"/>
            <a:endParaRPr lang="en-US" dirty="0"/>
          </a:p>
          <a:p>
            <a:pPr lvl="1"/>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2"/>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 </a:t>
            </a:r>
            <a:r>
              <a:rPr lang="en-US" dirty="0" err="1"/>
              <a:t>ut</a:t>
            </a:r>
            <a:r>
              <a:rPr lang="en-US" dirty="0"/>
              <a:t> </a:t>
            </a:r>
            <a:r>
              <a:rPr lang="en-US" dirty="0" err="1"/>
              <a:t>aliquip</a:t>
            </a:r>
            <a:r>
              <a:rPr lang="en-US" dirty="0"/>
              <a:t> ex </a:t>
            </a:r>
            <a:r>
              <a:rPr lang="en-US" dirty="0" err="1"/>
              <a:t>ea</a:t>
            </a:r>
            <a:r>
              <a:rPr lang="en-US" dirty="0"/>
              <a:t> </a:t>
            </a:r>
            <a:r>
              <a:rPr lang="en-US" dirty="0" err="1"/>
              <a:t>commodo</a:t>
            </a:r>
            <a:r>
              <a:rPr lang="en-US" dirty="0"/>
              <a:t> </a:t>
            </a:r>
            <a:r>
              <a:rPr lang="en-US" dirty="0" err="1"/>
              <a:t>consequat</a:t>
            </a:r>
            <a:r>
              <a:rPr lang="en-US" dirty="0"/>
              <a:t>.</a:t>
            </a:r>
          </a:p>
          <a:p>
            <a:endParaRPr lang="en-US" dirty="0"/>
          </a:p>
        </p:txBody>
      </p:sp>
      <p:sp>
        <p:nvSpPr>
          <p:cNvPr id="12" name="Text Placeholder 11">
            <a:extLst>
              <a:ext uri="{FF2B5EF4-FFF2-40B4-BE49-F238E27FC236}">
                <a16:creationId xmlns:a16="http://schemas.microsoft.com/office/drawing/2014/main" id="{C3302708-83A4-3CCD-F077-04CCB232E116}"/>
              </a:ext>
            </a:extLst>
          </p:cNvPr>
          <p:cNvSpPr>
            <a:spLocks noGrp="1"/>
          </p:cNvSpPr>
          <p:nvPr>
            <p:ph type="body" sz="quarter" idx="40"/>
          </p:nvPr>
        </p:nvSpPr>
        <p:spPr/>
        <p:txBody>
          <a:bodyPr/>
          <a:lstStyle/>
          <a:p>
            <a:endParaRPr lang="en-US"/>
          </a:p>
        </p:txBody>
      </p:sp>
      <p:sp>
        <p:nvSpPr>
          <p:cNvPr id="52" name="Text Placeholder 8">
            <a:extLst>
              <a:ext uri="{FF2B5EF4-FFF2-40B4-BE49-F238E27FC236}">
                <a16:creationId xmlns:a16="http://schemas.microsoft.com/office/drawing/2014/main" id="{98443A88-AF38-FEB3-1D99-F006E47C7917}"/>
              </a:ext>
            </a:extLst>
          </p:cNvPr>
          <p:cNvSpPr txBox="1">
            <a:spLocks/>
          </p:cNvSpPr>
          <p:nvPr/>
        </p:nvSpPr>
        <p:spPr>
          <a:xfrm>
            <a:off x="6499480" y="1632103"/>
            <a:ext cx="5303837" cy="492125"/>
          </a:xfrm>
          <a:prstGeom prst="rect">
            <a:avLst/>
          </a:prstGeom>
        </p:spPr>
        <p:txBody>
          <a:bodyPr vert="horz" lIns="0" tIns="0" rIns="0" bIns="0" rtlCol="0">
            <a:noAutofit/>
          </a:bodyPr>
          <a:lstStyle>
            <a:lvl1pPr marL="0" marR="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2"/>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2"/>
              </a:buClr>
              <a:buFont typeface="System Font Regular"/>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accent1"/>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accent2"/>
              </a:buClr>
              <a:buFont typeface="System Font Regular"/>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b="1" dirty="0">
                <a:solidFill>
                  <a:schemeClr val="bg1"/>
                </a:solidFill>
              </a:rPr>
              <a:t>Lorem ipsum dolor sit </a:t>
            </a:r>
            <a:r>
              <a:rPr lang="en-US" sz="2000" b="1" dirty="0" err="1">
                <a:solidFill>
                  <a:schemeClr val="bg1"/>
                </a:solidFill>
              </a:rPr>
              <a:t>amet</a:t>
            </a:r>
            <a:endParaRPr lang="en-US" sz="2000" b="1" dirty="0">
              <a:solidFill>
                <a:schemeClr val="bg1"/>
              </a:solidFill>
            </a:endParaRPr>
          </a:p>
        </p:txBody>
      </p:sp>
      <p:sp>
        <p:nvSpPr>
          <p:cNvPr id="53" name="Content Placeholder 10">
            <a:extLst>
              <a:ext uri="{FF2B5EF4-FFF2-40B4-BE49-F238E27FC236}">
                <a16:creationId xmlns:a16="http://schemas.microsoft.com/office/drawing/2014/main" id="{5EE7FEEB-EEC4-558A-7F1B-E8073F640A4E}"/>
              </a:ext>
            </a:extLst>
          </p:cNvPr>
          <p:cNvSpPr txBox="1">
            <a:spLocks/>
          </p:cNvSpPr>
          <p:nvPr/>
        </p:nvSpPr>
        <p:spPr>
          <a:xfrm>
            <a:off x="6499480" y="1943100"/>
            <a:ext cx="5303837" cy="4397375"/>
          </a:xfrm>
          <a:prstGeom prst="rect">
            <a:avLst/>
          </a:prstGeom>
        </p:spPr>
        <p:txBody>
          <a:bodyPr vert="horz" lIns="0" tIns="0" rIns="0" bIns="0" rtlCol="0">
            <a:noAutofit/>
          </a:bodyPr>
          <a:lstStyle>
            <a:lvl1pPr marL="0" marR="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2"/>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2"/>
              </a:buClr>
              <a:buFont typeface="System Font Regular"/>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accent1"/>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accent2"/>
              </a:buClr>
              <a:buFont typeface="System Font Regular"/>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6600" dirty="0">
                <a:solidFill>
                  <a:schemeClr val="bg1"/>
                </a:solidFill>
                <a:latin typeface="Ubuntu Light" panose="020B0304030602030204" pitchFamily="34" charset="0"/>
              </a:rPr>
              <a:t>10%</a:t>
            </a:r>
          </a:p>
          <a:p>
            <a:r>
              <a:rPr lang="en-US" dirty="0">
                <a:solidFill>
                  <a:schemeClr val="bg1"/>
                </a:solidFill>
              </a:rPr>
              <a:t>Lorem ipsum dolor sit </a:t>
            </a:r>
            <a:r>
              <a:rPr lang="en-US" dirty="0" err="1">
                <a:solidFill>
                  <a:schemeClr val="bg1"/>
                </a:solidFill>
              </a:rPr>
              <a:t>amet</a:t>
            </a:r>
            <a:r>
              <a:rPr lang="en-US" dirty="0">
                <a:solidFill>
                  <a:schemeClr val="bg1"/>
                </a:solidFill>
              </a:rPr>
              <a:t>, </a:t>
            </a:r>
            <a:r>
              <a:rPr lang="en-US" dirty="0" err="1">
                <a:solidFill>
                  <a:schemeClr val="bg1"/>
                </a:solidFill>
              </a:rPr>
              <a:t>consectetur</a:t>
            </a:r>
            <a:r>
              <a:rPr lang="en-US" dirty="0">
                <a:solidFill>
                  <a:schemeClr val="bg1"/>
                </a:solidFill>
              </a:rPr>
              <a:t> </a:t>
            </a:r>
            <a:r>
              <a:rPr lang="en-US" dirty="0" err="1">
                <a:solidFill>
                  <a:schemeClr val="bg1"/>
                </a:solidFill>
              </a:rPr>
              <a:t>adipiscing</a:t>
            </a:r>
            <a:r>
              <a:rPr lang="en-US" dirty="0">
                <a:solidFill>
                  <a:schemeClr val="bg1"/>
                </a:solidFill>
              </a:rPr>
              <a:t> </a:t>
            </a:r>
            <a:r>
              <a:rPr lang="en-US" dirty="0" err="1">
                <a:solidFill>
                  <a:schemeClr val="bg1"/>
                </a:solidFill>
              </a:rPr>
              <a:t>elit</a:t>
            </a:r>
            <a:r>
              <a:rPr lang="en-US" dirty="0">
                <a:solidFill>
                  <a:schemeClr val="bg1"/>
                </a:solidFill>
              </a:rPr>
              <a:t>, sed do </a:t>
            </a:r>
            <a:r>
              <a:rPr lang="en-US" dirty="0" err="1">
                <a:solidFill>
                  <a:schemeClr val="bg1"/>
                </a:solidFill>
              </a:rPr>
              <a:t>eiusmod</a:t>
            </a:r>
            <a:r>
              <a:rPr lang="en-US" dirty="0">
                <a:solidFill>
                  <a:schemeClr val="bg1"/>
                </a:solidFill>
              </a:rPr>
              <a:t> </a:t>
            </a:r>
            <a:r>
              <a:rPr lang="en-US" dirty="0" err="1">
                <a:solidFill>
                  <a:schemeClr val="bg1"/>
                </a:solidFill>
              </a:rPr>
              <a:t>tempor</a:t>
            </a:r>
            <a:r>
              <a:rPr lang="en-US" dirty="0">
                <a:solidFill>
                  <a:schemeClr val="bg1"/>
                </a:solidFill>
              </a:rPr>
              <a:t> </a:t>
            </a:r>
            <a:r>
              <a:rPr lang="en-US" dirty="0" err="1">
                <a:solidFill>
                  <a:schemeClr val="bg1"/>
                </a:solidFill>
              </a:rPr>
              <a:t>incididunt</a:t>
            </a:r>
            <a:r>
              <a:rPr lang="en-US" dirty="0">
                <a:solidFill>
                  <a:schemeClr val="bg1"/>
                </a:solidFill>
              </a:rPr>
              <a:t> </a:t>
            </a:r>
            <a:r>
              <a:rPr lang="en-US" dirty="0" err="1">
                <a:solidFill>
                  <a:schemeClr val="bg1"/>
                </a:solidFill>
              </a:rPr>
              <a:t>ut</a:t>
            </a:r>
            <a:r>
              <a:rPr lang="en-US" dirty="0">
                <a:solidFill>
                  <a:schemeClr val="bg1"/>
                </a:solidFill>
              </a:rPr>
              <a:t> labore et dolore magna </a:t>
            </a:r>
            <a:r>
              <a:rPr lang="en-US" dirty="0" err="1">
                <a:solidFill>
                  <a:schemeClr val="bg1"/>
                </a:solidFill>
              </a:rPr>
              <a:t>aliqua</a:t>
            </a:r>
            <a:r>
              <a:rPr lang="en-US" dirty="0">
                <a:solidFill>
                  <a:schemeClr val="bg1"/>
                </a:solidFill>
              </a:rPr>
              <a:t>. Ut </a:t>
            </a:r>
            <a:r>
              <a:rPr lang="en-US" dirty="0" err="1">
                <a:solidFill>
                  <a:schemeClr val="bg1"/>
                </a:solidFill>
              </a:rPr>
              <a:t>enim</a:t>
            </a:r>
            <a:r>
              <a:rPr lang="en-US" dirty="0">
                <a:solidFill>
                  <a:schemeClr val="bg1"/>
                </a:solidFill>
              </a:rPr>
              <a:t> ad minim </a:t>
            </a:r>
            <a:r>
              <a:rPr lang="en-US" dirty="0" err="1">
                <a:solidFill>
                  <a:schemeClr val="bg1"/>
                </a:solidFill>
              </a:rPr>
              <a:t>veniam</a:t>
            </a:r>
            <a:r>
              <a:rPr lang="en-US" dirty="0">
                <a:solidFill>
                  <a:schemeClr val="bg1"/>
                </a:solidFill>
              </a:rPr>
              <a:t>, </a:t>
            </a:r>
            <a:r>
              <a:rPr lang="en-US" dirty="0" err="1">
                <a:solidFill>
                  <a:schemeClr val="bg1"/>
                </a:solidFill>
              </a:rPr>
              <a:t>quis</a:t>
            </a:r>
            <a:r>
              <a:rPr lang="en-US" dirty="0">
                <a:solidFill>
                  <a:schemeClr val="bg1"/>
                </a:solidFill>
              </a:rPr>
              <a:t> </a:t>
            </a:r>
            <a:r>
              <a:rPr lang="en-US" dirty="0" err="1">
                <a:solidFill>
                  <a:schemeClr val="bg1"/>
                </a:solidFill>
              </a:rPr>
              <a:t>nostrud</a:t>
            </a:r>
            <a:r>
              <a:rPr lang="en-US" dirty="0">
                <a:solidFill>
                  <a:schemeClr val="bg1"/>
                </a:solidFill>
              </a:rPr>
              <a:t> exercitation </a:t>
            </a:r>
            <a:r>
              <a:rPr lang="en-US" dirty="0" err="1">
                <a:solidFill>
                  <a:schemeClr val="bg1"/>
                </a:solidFill>
              </a:rPr>
              <a:t>ullamco</a:t>
            </a:r>
            <a:r>
              <a:rPr lang="en-US" dirty="0">
                <a:solidFill>
                  <a:schemeClr val="bg1"/>
                </a:solidFill>
              </a:rPr>
              <a:t> </a:t>
            </a:r>
            <a:r>
              <a:rPr lang="en-US" dirty="0" err="1">
                <a:solidFill>
                  <a:schemeClr val="bg1"/>
                </a:solidFill>
              </a:rPr>
              <a:t>laboris</a:t>
            </a:r>
            <a:r>
              <a:rPr lang="en-US" dirty="0">
                <a:solidFill>
                  <a:schemeClr val="bg1"/>
                </a:solidFill>
              </a:rPr>
              <a:t> nisi </a:t>
            </a:r>
            <a:r>
              <a:rPr lang="en-US" dirty="0" err="1">
                <a:solidFill>
                  <a:schemeClr val="bg1"/>
                </a:solidFill>
              </a:rPr>
              <a:t>ut</a:t>
            </a:r>
            <a:r>
              <a:rPr lang="en-US" dirty="0">
                <a:solidFill>
                  <a:schemeClr val="bg1"/>
                </a:solidFill>
              </a:rPr>
              <a:t> </a:t>
            </a:r>
            <a:r>
              <a:rPr lang="en-US" dirty="0" err="1">
                <a:solidFill>
                  <a:schemeClr val="bg1"/>
                </a:solidFill>
              </a:rPr>
              <a:t>aliquip</a:t>
            </a:r>
            <a:r>
              <a:rPr lang="en-US" dirty="0">
                <a:solidFill>
                  <a:schemeClr val="bg1"/>
                </a:solidFill>
              </a:rPr>
              <a:t> ex </a:t>
            </a:r>
            <a:r>
              <a:rPr lang="en-US" dirty="0" err="1">
                <a:solidFill>
                  <a:schemeClr val="bg1"/>
                </a:solidFill>
              </a:rPr>
              <a:t>ea</a:t>
            </a:r>
            <a:r>
              <a:rPr lang="en-US" dirty="0">
                <a:solidFill>
                  <a:schemeClr val="bg1"/>
                </a:solidFill>
              </a:rPr>
              <a:t> </a:t>
            </a:r>
            <a:r>
              <a:rPr lang="en-US" dirty="0" err="1">
                <a:solidFill>
                  <a:schemeClr val="bg1"/>
                </a:solidFill>
              </a:rPr>
              <a:t>commodo</a:t>
            </a:r>
            <a:r>
              <a:rPr lang="en-US" dirty="0">
                <a:solidFill>
                  <a:schemeClr val="bg1"/>
                </a:solidFill>
              </a:rPr>
              <a:t> </a:t>
            </a:r>
            <a:r>
              <a:rPr lang="en-US" dirty="0" err="1">
                <a:solidFill>
                  <a:schemeClr val="bg1"/>
                </a:solidFill>
              </a:rPr>
              <a:t>consequat</a:t>
            </a:r>
            <a:r>
              <a:rPr lang="en-US" dirty="0">
                <a:solidFill>
                  <a:schemeClr val="bg1"/>
                </a:solidFill>
              </a:rPr>
              <a:t>.</a:t>
            </a:r>
          </a:p>
          <a:p>
            <a:endParaRPr lang="en-US" dirty="0"/>
          </a:p>
        </p:txBody>
      </p:sp>
      <p:sp>
        <p:nvSpPr>
          <p:cNvPr id="17" name="Speech Bubble: Rectangle with Corners Rounded 4">
            <a:extLst>
              <a:ext uri="{FF2B5EF4-FFF2-40B4-BE49-F238E27FC236}">
                <a16:creationId xmlns:a16="http://schemas.microsoft.com/office/drawing/2014/main" id="{98E3E8A6-A64D-AFC8-5EBB-262CFA513E15}"/>
              </a:ext>
              <a:ext uri="{C183D7F6-B498-43B3-948B-1728B52AA6E4}">
                <adec:decorative xmlns:adec="http://schemas.microsoft.com/office/drawing/2017/decorative" val="1"/>
              </a:ext>
            </a:extLst>
          </p:cNvPr>
          <p:cNvSpPr/>
          <p:nvPr/>
        </p:nvSpPr>
        <p:spPr>
          <a:xfrm>
            <a:off x="12443988" y="0"/>
            <a:ext cx="4655291" cy="2142067"/>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Ubuntu"/>
                <a:ea typeface="+mn-ea"/>
                <a:cs typeface="+mn-cs"/>
              </a:rPr>
              <a:t>Photography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Photos inserted in this slide are given as example. Do not forget to </a:t>
            </a:r>
            <a:r>
              <a:rPr kumimoji="0" lang="en-US" sz="1000" b="1" i="0" u="none" strike="noStrike" kern="1200" cap="none" spc="0" normalizeH="0" baseline="0" noProof="0" dirty="0">
                <a:ln>
                  <a:noFill/>
                </a:ln>
                <a:solidFill>
                  <a:schemeClr val="tx1"/>
                </a:solidFill>
                <a:effectLst/>
                <a:uLnTx/>
                <a:uFillTx/>
                <a:latin typeface="Ubuntu"/>
                <a:ea typeface="+mn-ea"/>
                <a:cs typeface="+mn-cs"/>
              </a:rPr>
              <a:t>change the photography</a:t>
            </a:r>
            <a:r>
              <a:rPr kumimoji="0" lang="en-US" sz="1000" b="0" i="0" u="none" strike="noStrike" kern="1200" cap="none" spc="0" normalizeH="0" baseline="0" noProof="0" dirty="0">
                <a:ln>
                  <a:noFill/>
                </a:ln>
                <a:solidFill>
                  <a:schemeClr val="tx1"/>
                </a:solidFill>
                <a:effectLst/>
                <a:uLnTx/>
                <a:uFillTx/>
                <a:latin typeface="Ubuntu"/>
                <a:ea typeface="+mn-ea"/>
                <a:cs typeface="+mn-cs"/>
              </a:rPr>
              <a:t> to better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Right click on the picture or picture placeholder to change/insert a photo.</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3">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chemeClr val="tx1"/>
              </a:solidFill>
              <a:effectLst/>
              <a:uLnTx/>
              <a:uFillTx/>
              <a:latin typeface="Ubuntu"/>
              <a:ea typeface="+mn-ea"/>
              <a:cs typeface="+mn-cs"/>
            </a:endParaRP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Under Getty images (Recommended), Shutterstock, Adobe images license (check with your M&amp;C or design team)</a:t>
            </a:r>
          </a:p>
        </p:txBody>
      </p:sp>
    </p:spTree>
    <p:extLst>
      <p:ext uri="{BB962C8B-B14F-4D97-AF65-F5344CB8AC3E}">
        <p14:creationId xmlns:p14="http://schemas.microsoft.com/office/powerpoint/2010/main" val="194775491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66B3E0-BA1D-4D50-FF90-57E8B1F3E41E}"/>
            </a:ext>
          </a:extLst>
        </p:cNvPr>
        <p:cNvGrpSpPr/>
        <p:nvPr/>
      </p:nvGrpSpPr>
      <p:grpSpPr>
        <a:xfrm>
          <a:off x="0" y="0"/>
          <a:ext cx="0" cy="0"/>
          <a:chOff x="0" y="0"/>
          <a:chExt cx="0" cy="0"/>
        </a:xfrm>
      </p:grpSpPr>
      <p:sp>
        <p:nvSpPr>
          <p:cNvPr id="38" name="Date Placeholder 37">
            <a:extLst>
              <a:ext uri="{FF2B5EF4-FFF2-40B4-BE49-F238E27FC236}">
                <a16:creationId xmlns:a16="http://schemas.microsoft.com/office/drawing/2014/main" id="{EC5A546E-35B6-0657-8D06-CFCA561D82F2}"/>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9" name="Footer Placeholder 38">
            <a:extLst>
              <a:ext uri="{FF2B5EF4-FFF2-40B4-BE49-F238E27FC236}">
                <a16:creationId xmlns:a16="http://schemas.microsoft.com/office/drawing/2014/main" id="{501FF3B2-358A-536E-D672-387B80AE4873}"/>
              </a:ext>
            </a:extLst>
          </p:cNvPr>
          <p:cNvSpPr>
            <a:spLocks noGrp="1"/>
          </p:cNvSpPr>
          <p:nvPr>
            <p:ph type="ftr" sz="quarter" idx="25"/>
          </p:nvPr>
        </p:nvSpPr>
        <p:spPr/>
        <p:txBody>
          <a:bodyPr/>
          <a:lstStyle/>
          <a:p>
            <a:pPr>
              <a:spcBef>
                <a:spcPts val="1000"/>
              </a:spcBef>
              <a:buFont typeface="Arial" panose="020B0604020202020204" pitchFamily="34" charset="0"/>
              <a:buNone/>
            </a:pPr>
            <a:r>
              <a:rPr lang="en-US" dirty="0"/>
              <a:t>Presentation Title | Author | Date</a:t>
            </a:r>
          </a:p>
        </p:txBody>
      </p:sp>
      <p:sp>
        <p:nvSpPr>
          <p:cNvPr id="40" name="Slide Number Placeholder 39">
            <a:extLst>
              <a:ext uri="{FF2B5EF4-FFF2-40B4-BE49-F238E27FC236}">
                <a16:creationId xmlns:a16="http://schemas.microsoft.com/office/drawing/2014/main" id="{989698A6-07D5-FF4D-C163-E17B4FEC49EB}"/>
              </a:ext>
            </a:extLst>
          </p:cNvPr>
          <p:cNvSpPr>
            <a:spLocks noGrp="1"/>
          </p:cNvSpPr>
          <p:nvPr>
            <p:ph type="sldNum" sz="quarter" idx="26"/>
          </p:nvPr>
        </p:nvSpPr>
        <p:spPr/>
        <p:txBody>
          <a:bodyPr/>
          <a:lstStyle/>
          <a:p>
            <a:pPr algn="r"/>
            <a:fld id="{5D9A5160-6218-4E5A-B9E6-B93E3DAE377C}" type="slidenum">
              <a:rPr lang="en-US" smtClean="0"/>
              <a:pPr algn="r"/>
              <a:t>27</a:t>
            </a:fld>
            <a:endParaRPr lang="en-US" dirty="0"/>
          </a:p>
        </p:txBody>
      </p:sp>
      <p:sp>
        <p:nvSpPr>
          <p:cNvPr id="11" name="Text Placeholder 10">
            <a:extLst>
              <a:ext uri="{FF2B5EF4-FFF2-40B4-BE49-F238E27FC236}">
                <a16:creationId xmlns:a16="http://schemas.microsoft.com/office/drawing/2014/main" id="{48843B62-4DE4-0F0B-0D02-47BF44159583}"/>
              </a:ext>
            </a:extLst>
          </p:cNvPr>
          <p:cNvSpPr>
            <a:spLocks noGrp="1"/>
          </p:cNvSpPr>
          <p:nvPr>
            <p:ph type="body" sz="quarter" idx="22"/>
          </p:nvPr>
        </p:nvSpPr>
        <p:spPr/>
        <p:txBody>
          <a:bodyPr/>
          <a:lstStyle/>
          <a:p>
            <a:r>
              <a:rPr lang="en-US" dirty="0"/>
              <a:t>Lorem ipsum dolor sit</a:t>
            </a:r>
          </a:p>
        </p:txBody>
      </p:sp>
      <p:sp>
        <p:nvSpPr>
          <p:cNvPr id="10" name="Title 9">
            <a:extLst>
              <a:ext uri="{FF2B5EF4-FFF2-40B4-BE49-F238E27FC236}">
                <a16:creationId xmlns:a16="http://schemas.microsoft.com/office/drawing/2014/main" id="{126F5634-8610-48FF-C254-99EAABF6EF7E}"/>
              </a:ext>
            </a:extLst>
          </p:cNvPr>
          <p:cNvSpPr>
            <a:spLocks noGrp="1"/>
          </p:cNvSpPr>
          <p:nvPr>
            <p:ph type="title"/>
          </p:nvPr>
        </p:nvSpPr>
        <p:spPr/>
        <p:txBody>
          <a:bodyPr/>
          <a:lstStyle/>
          <a:p>
            <a:r>
              <a:rPr lang="en-US" dirty="0"/>
              <a:t>Lorem ipsum dolor sit</a:t>
            </a:r>
          </a:p>
        </p:txBody>
      </p:sp>
      <p:sp>
        <p:nvSpPr>
          <p:cNvPr id="3" name="Content Placeholder 2">
            <a:extLst>
              <a:ext uri="{FF2B5EF4-FFF2-40B4-BE49-F238E27FC236}">
                <a16:creationId xmlns:a16="http://schemas.microsoft.com/office/drawing/2014/main" id="{B851614D-7C84-91A3-65FC-88C081047042}"/>
              </a:ext>
            </a:extLst>
          </p:cNvPr>
          <p:cNvSpPr>
            <a:spLocks noGrp="1"/>
          </p:cNvSpPr>
          <p:nvPr>
            <p:ph sz="quarter" idx="31"/>
          </p:nvPr>
        </p:nvSpPr>
        <p:spPr/>
        <p:txBody>
          <a:bodyPr/>
          <a:lstStyle/>
          <a:p>
            <a:r>
              <a:rPr lang="en-US" dirty="0"/>
              <a:t>Lorem ipsum dolor. </a:t>
            </a:r>
          </a:p>
          <a:p>
            <a:pPr lvl="1"/>
            <a:r>
              <a:rPr lang="en-US" dirty="0"/>
              <a:t>Aenean </a:t>
            </a:r>
            <a:r>
              <a:rPr lang="en-US" dirty="0" err="1"/>
              <a:t>commodo</a:t>
            </a:r>
            <a:r>
              <a:rPr lang="en-US" dirty="0"/>
              <a:t> ligula </a:t>
            </a:r>
            <a:r>
              <a:rPr lang="en-US" dirty="0" err="1"/>
              <a:t>eget</a:t>
            </a:r>
            <a:r>
              <a:rPr lang="en-US" dirty="0"/>
              <a:t> et </a:t>
            </a:r>
            <a:r>
              <a:rPr lang="en-US" dirty="0" err="1"/>
              <a:t>magnis</a:t>
            </a:r>
            <a:r>
              <a:rPr lang="en-US" dirty="0"/>
              <a:t> dis </a:t>
            </a:r>
            <a:r>
              <a:rPr lang="en-US" dirty="0" err="1"/>
              <a:t>parturientelementum</a:t>
            </a:r>
            <a:r>
              <a:rPr lang="en-US" dirty="0"/>
              <a:t> semper nisi. </a:t>
            </a:r>
          </a:p>
          <a:p>
            <a:pPr lvl="1"/>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2"/>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 </a:t>
            </a:r>
            <a:r>
              <a:rPr lang="en-US" dirty="0" err="1"/>
              <a:t>ut</a:t>
            </a:r>
            <a:r>
              <a:rPr lang="en-US" dirty="0"/>
              <a:t> </a:t>
            </a:r>
            <a:r>
              <a:rPr lang="en-US" dirty="0" err="1"/>
              <a:t>aliquip</a:t>
            </a:r>
            <a:r>
              <a:rPr lang="en-US" dirty="0"/>
              <a:t> ex </a:t>
            </a:r>
            <a:r>
              <a:rPr lang="en-US" dirty="0" err="1"/>
              <a:t>ea</a:t>
            </a:r>
            <a:r>
              <a:rPr lang="en-US" dirty="0"/>
              <a:t> </a:t>
            </a:r>
            <a:r>
              <a:rPr lang="en-US" dirty="0" err="1"/>
              <a:t>commodo</a:t>
            </a:r>
            <a:r>
              <a:rPr lang="en-US" dirty="0"/>
              <a:t> </a:t>
            </a:r>
            <a:r>
              <a:rPr lang="en-US" dirty="0" err="1"/>
              <a:t>consequat</a:t>
            </a:r>
            <a:r>
              <a:rPr lang="en-US" dirty="0"/>
              <a:t>.</a:t>
            </a:r>
          </a:p>
          <a:p>
            <a:endParaRPr lang="en-US" dirty="0"/>
          </a:p>
        </p:txBody>
      </p:sp>
      <p:sp>
        <p:nvSpPr>
          <p:cNvPr id="12" name="Text Placeholder 11">
            <a:extLst>
              <a:ext uri="{FF2B5EF4-FFF2-40B4-BE49-F238E27FC236}">
                <a16:creationId xmlns:a16="http://schemas.microsoft.com/office/drawing/2014/main" id="{DEAF456A-9C25-0818-8030-7C89DD03B0FF}"/>
              </a:ext>
            </a:extLst>
          </p:cNvPr>
          <p:cNvSpPr>
            <a:spLocks noGrp="1"/>
          </p:cNvSpPr>
          <p:nvPr>
            <p:ph type="body" sz="quarter" idx="27"/>
          </p:nvPr>
        </p:nvSpPr>
        <p:spPr/>
        <p:txBody>
          <a:bodyPr/>
          <a:lstStyle/>
          <a:p>
            <a:r>
              <a:rPr lang="en-US" dirty="0"/>
              <a:t>The contents on this side can be placed free and creative</a:t>
            </a:r>
          </a:p>
        </p:txBody>
      </p:sp>
      <p:sp>
        <p:nvSpPr>
          <p:cNvPr id="13" name="Content Placeholder 12">
            <a:extLst>
              <a:ext uri="{FF2B5EF4-FFF2-40B4-BE49-F238E27FC236}">
                <a16:creationId xmlns:a16="http://schemas.microsoft.com/office/drawing/2014/main" id="{A18BDDFE-28E9-E90F-AF4E-7442260911C7}"/>
              </a:ext>
            </a:extLst>
          </p:cNvPr>
          <p:cNvSpPr>
            <a:spLocks noGrp="1"/>
          </p:cNvSpPr>
          <p:nvPr>
            <p:ph sz="quarter" idx="28"/>
          </p:nvPr>
        </p:nvSpPr>
        <p:spPr>
          <a:xfrm>
            <a:off x="6205026" y="2585098"/>
            <a:ext cx="5436111" cy="1140842"/>
          </a:xfrm>
        </p:spPr>
        <p:txBody>
          <a:bodyPr/>
          <a:lstStyle/>
          <a:p>
            <a:pPr lvl="0"/>
            <a:r>
              <a:rPr lang="en-US" dirty="0"/>
              <a:t>Lorem ipsum dolor. </a:t>
            </a:r>
          </a:p>
          <a:p>
            <a:pPr lvl="1"/>
            <a:r>
              <a:rPr lang="en-US" dirty="0"/>
              <a:t>Aenean </a:t>
            </a:r>
            <a:r>
              <a:rPr lang="en-US" dirty="0" err="1"/>
              <a:t>commodo</a:t>
            </a:r>
            <a:r>
              <a:rPr lang="en-US" dirty="0"/>
              <a:t> ligula </a:t>
            </a:r>
            <a:r>
              <a:rPr lang="en-US" dirty="0" err="1"/>
              <a:t>eget</a:t>
            </a:r>
            <a:r>
              <a:rPr lang="en-US" dirty="0"/>
              <a:t> et </a:t>
            </a:r>
            <a:r>
              <a:rPr lang="en-US" dirty="0" err="1"/>
              <a:t>magnis</a:t>
            </a:r>
            <a:r>
              <a:rPr lang="en-US" dirty="0"/>
              <a:t> dis </a:t>
            </a:r>
            <a:r>
              <a:rPr lang="en-US" dirty="0" err="1"/>
              <a:t>parturientelementum</a:t>
            </a:r>
            <a:r>
              <a:rPr lang="en-US" dirty="0"/>
              <a:t> semper nisi. </a:t>
            </a:r>
          </a:p>
        </p:txBody>
      </p:sp>
      <p:sp>
        <p:nvSpPr>
          <p:cNvPr id="14" name="Oval 1">
            <a:extLst>
              <a:ext uri="{FF2B5EF4-FFF2-40B4-BE49-F238E27FC236}">
                <a16:creationId xmlns:a16="http://schemas.microsoft.com/office/drawing/2014/main" id="{A8786921-A8A2-E6B1-340C-0AF4634F8866}"/>
              </a:ext>
            </a:extLst>
          </p:cNvPr>
          <p:cNvSpPr/>
          <p:nvPr/>
        </p:nvSpPr>
        <p:spPr>
          <a:xfrm>
            <a:off x="4722307" y="2379984"/>
            <a:ext cx="1264668" cy="1264668"/>
          </a:xfrm>
          <a:prstGeom prst="ellipse">
            <a:avLst/>
          </a:prstGeom>
          <a:solidFill>
            <a:srgbClr val="1DB6F3"/>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chemeClr val="tx2"/>
                </a:solidFill>
                <a:effectLst/>
                <a:uLnTx/>
                <a:uFillTx/>
                <a:latin typeface="Ubuntu"/>
                <a:ea typeface="+mn-ea"/>
                <a:cs typeface="+mn-cs"/>
              </a:rPr>
              <a:t>XX%</a:t>
            </a:r>
          </a:p>
        </p:txBody>
      </p:sp>
      <p:sp>
        <p:nvSpPr>
          <p:cNvPr id="15" name="Oval 1">
            <a:extLst>
              <a:ext uri="{FF2B5EF4-FFF2-40B4-BE49-F238E27FC236}">
                <a16:creationId xmlns:a16="http://schemas.microsoft.com/office/drawing/2014/main" id="{98467BED-3485-3797-FD8F-99C41603AB73}"/>
              </a:ext>
            </a:extLst>
          </p:cNvPr>
          <p:cNvSpPr/>
          <p:nvPr/>
        </p:nvSpPr>
        <p:spPr>
          <a:xfrm>
            <a:off x="4722307" y="4100914"/>
            <a:ext cx="1264668" cy="1264668"/>
          </a:xfrm>
          <a:prstGeom prst="ellipse">
            <a:avLst/>
          </a:prstGeom>
          <a:solidFill>
            <a:srgbClr val="FEB100"/>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Ubuntu"/>
                <a:ea typeface="+mn-ea"/>
                <a:cs typeface="+mn-cs"/>
              </a:rPr>
              <a:t>XX%</a:t>
            </a:r>
          </a:p>
        </p:txBody>
      </p:sp>
      <p:sp>
        <p:nvSpPr>
          <p:cNvPr id="16" name="Content Placeholder 12">
            <a:extLst>
              <a:ext uri="{FF2B5EF4-FFF2-40B4-BE49-F238E27FC236}">
                <a16:creationId xmlns:a16="http://schemas.microsoft.com/office/drawing/2014/main" id="{D1DA130E-2BDD-9F3B-6476-C7F22AE1E7F5}"/>
              </a:ext>
            </a:extLst>
          </p:cNvPr>
          <p:cNvSpPr txBox="1">
            <a:spLocks/>
          </p:cNvSpPr>
          <p:nvPr/>
        </p:nvSpPr>
        <p:spPr>
          <a:xfrm>
            <a:off x="6205027" y="4315737"/>
            <a:ext cx="5436110" cy="1264668"/>
          </a:xfrm>
          <a:prstGeom prst="rect">
            <a:avLst/>
          </a:prstGeom>
        </p:spPr>
        <p:txBody>
          <a:bodyPr vert="horz" lIns="0" tIns="0" rIns="0" bIns="0" rtlCol="0">
            <a:noAutofit/>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sz="1400" kern="1200">
                <a:solidFill>
                  <a:schemeClr val="bg1"/>
                </a:solidFill>
                <a:latin typeface="+mn-lt"/>
                <a:ea typeface="+mn-ea"/>
                <a:cs typeface="+mn-cs"/>
              </a:defRPr>
            </a:lvl1pPr>
            <a:lvl2pPr marL="180975" indent="-180975" algn="l" defTabSz="914400" rtl="0" eaLnBrk="1" latinLnBrk="0" hangingPunct="1">
              <a:lnSpc>
                <a:spcPct val="100000"/>
              </a:lnSpc>
              <a:spcBef>
                <a:spcPts val="600"/>
              </a:spcBef>
              <a:buClr>
                <a:schemeClr val="bg2"/>
              </a:buClr>
              <a:buFont typeface="Arial" panose="020B0604020202020204" pitchFamily="34" charset="0"/>
              <a:buChar char="•"/>
              <a:defRPr sz="1400" kern="1200">
                <a:solidFill>
                  <a:schemeClr val="bg1"/>
                </a:solidFill>
                <a:latin typeface="+mn-lt"/>
                <a:ea typeface="+mn-ea"/>
                <a:cs typeface="+mn-cs"/>
              </a:defRPr>
            </a:lvl2pPr>
            <a:lvl3pPr marL="360000" indent="-180000" algn="l" defTabSz="914400" rtl="0" eaLnBrk="1" latinLnBrk="0" hangingPunct="1">
              <a:lnSpc>
                <a:spcPct val="100000"/>
              </a:lnSpc>
              <a:spcBef>
                <a:spcPts val="600"/>
              </a:spcBef>
              <a:buClr>
                <a:schemeClr val="bg2"/>
              </a:buClr>
              <a:buFont typeface="System Font Regular"/>
              <a:buChar char="-"/>
              <a:defRPr sz="1400" kern="1200">
                <a:solidFill>
                  <a:schemeClr val="bg1"/>
                </a:solidFill>
                <a:latin typeface="+mn-lt"/>
                <a:ea typeface="+mn-ea"/>
                <a:cs typeface="+mn-cs"/>
              </a:defRPr>
            </a:lvl3pPr>
            <a:lvl4pPr marL="539750" indent="-180000" algn="l" defTabSz="914400" rtl="0" eaLnBrk="1" latinLnBrk="0" hangingPunct="1">
              <a:lnSpc>
                <a:spcPct val="100000"/>
              </a:lnSpc>
              <a:spcBef>
                <a:spcPts val="600"/>
              </a:spcBef>
              <a:buClr>
                <a:schemeClr val="accent1"/>
              </a:buClr>
              <a:buFont typeface="Arial" panose="020B0604020202020204" pitchFamily="34" charset="0"/>
              <a:buChar char="•"/>
              <a:tabLst/>
              <a:defRPr sz="1200" kern="1200">
                <a:solidFill>
                  <a:schemeClr val="bg1"/>
                </a:solidFill>
                <a:latin typeface="+mn-lt"/>
                <a:ea typeface="+mn-ea"/>
                <a:cs typeface="+mn-cs"/>
              </a:defRPr>
            </a:lvl4pPr>
            <a:lvl5pPr marL="719138" indent="-180975" algn="l" defTabSz="914400" rtl="0" eaLnBrk="1" latinLnBrk="0" hangingPunct="1">
              <a:lnSpc>
                <a:spcPct val="100000"/>
              </a:lnSpc>
              <a:spcBef>
                <a:spcPts val="600"/>
              </a:spcBef>
              <a:buClr>
                <a:schemeClr val="bg2"/>
              </a:buClr>
              <a:buFont typeface="System Font Regular"/>
              <a:buChar char="-"/>
              <a:defRPr sz="1200" kern="1200">
                <a:solidFill>
                  <a:schemeClr val="bg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1200"/>
              </a:spcBef>
              <a:defRPr/>
            </a:pPr>
            <a:r>
              <a:rPr lang="en-US" dirty="0">
                <a:solidFill>
                  <a:srgbClr val="FFFFFF"/>
                </a:solidFill>
              </a:rPr>
              <a:t>Lorem ipsum dolor. </a:t>
            </a:r>
          </a:p>
          <a:p>
            <a:pPr lvl="1">
              <a:spcBef>
                <a:spcPts val="1200"/>
              </a:spcBef>
              <a:buClrTx/>
              <a:defRPr/>
            </a:pPr>
            <a:r>
              <a:rPr lang="en-US" dirty="0">
                <a:solidFill>
                  <a:srgbClr val="FFFFFF"/>
                </a:solidFill>
              </a:rPr>
              <a:t>Aenean </a:t>
            </a:r>
            <a:r>
              <a:rPr lang="en-US" dirty="0" err="1">
                <a:solidFill>
                  <a:srgbClr val="FFFFFF"/>
                </a:solidFill>
              </a:rPr>
              <a:t>commodo</a:t>
            </a:r>
            <a:r>
              <a:rPr lang="en-US" dirty="0">
                <a:solidFill>
                  <a:srgbClr val="FFFFFF"/>
                </a:solidFill>
              </a:rPr>
              <a:t> ligula </a:t>
            </a:r>
            <a:r>
              <a:rPr lang="en-US" dirty="0" err="1">
                <a:solidFill>
                  <a:srgbClr val="FFFFFF"/>
                </a:solidFill>
              </a:rPr>
              <a:t>eget</a:t>
            </a:r>
            <a:r>
              <a:rPr lang="en-US" dirty="0">
                <a:solidFill>
                  <a:srgbClr val="FFFFFF"/>
                </a:solidFill>
              </a:rPr>
              <a:t> et </a:t>
            </a:r>
            <a:r>
              <a:rPr lang="en-US" dirty="0" err="1">
                <a:solidFill>
                  <a:srgbClr val="FFFFFF"/>
                </a:solidFill>
              </a:rPr>
              <a:t>magnis</a:t>
            </a:r>
            <a:r>
              <a:rPr lang="en-US" dirty="0">
                <a:solidFill>
                  <a:srgbClr val="FFFFFF"/>
                </a:solidFill>
              </a:rPr>
              <a:t> dis </a:t>
            </a:r>
            <a:r>
              <a:rPr lang="en-US" dirty="0" err="1">
                <a:solidFill>
                  <a:srgbClr val="FFFFFF"/>
                </a:solidFill>
              </a:rPr>
              <a:t>parturientelementum</a:t>
            </a:r>
            <a:r>
              <a:rPr lang="en-US" dirty="0">
                <a:solidFill>
                  <a:srgbClr val="FFFFFF"/>
                </a:solidFill>
              </a:rPr>
              <a:t> semper nisi. </a:t>
            </a:r>
          </a:p>
        </p:txBody>
      </p:sp>
    </p:spTree>
    <p:extLst>
      <p:ext uri="{BB962C8B-B14F-4D97-AF65-F5344CB8AC3E}">
        <p14:creationId xmlns:p14="http://schemas.microsoft.com/office/powerpoint/2010/main" val="141790101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960D4B-AAEB-76BC-C178-6E10863FB8F6}"/>
            </a:ext>
          </a:extLst>
        </p:cNvPr>
        <p:cNvGrpSpPr/>
        <p:nvPr/>
      </p:nvGrpSpPr>
      <p:grpSpPr>
        <a:xfrm>
          <a:off x="0" y="0"/>
          <a:ext cx="0" cy="0"/>
          <a:chOff x="0" y="0"/>
          <a:chExt cx="0" cy="0"/>
        </a:xfrm>
      </p:grpSpPr>
      <p:sp>
        <p:nvSpPr>
          <p:cNvPr id="35" name="Date Placeholder 34">
            <a:extLst>
              <a:ext uri="{FF2B5EF4-FFF2-40B4-BE49-F238E27FC236}">
                <a16:creationId xmlns:a16="http://schemas.microsoft.com/office/drawing/2014/main" id="{943CB3BC-6175-8865-1181-8462FF056A2E}"/>
              </a:ext>
            </a:extLst>
          </p:cNvPr>
          <p:cNvSpPr>
            <a:spLocks noGrp="1"/>
          </p:cNvSpPr>
          <p:nvPr>
            <p:ph type="dt" sz="half" idx="45"/>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6" name="Footer Placeholder 35">
            <a:extLst>
              <a:ext uri="{FF2B5EF4-FFF2-40B4-BE49-F238E27FC236}">
                <a16:creationId xmlns:a16="http://schemas.microsoft.com/office/drawing/2014/main" id="{24C2BA1E-020F-61DD-7B10-C808C5A9BC47}"/>
              </a:ext>
            </a:extLst>
          </p:cNvPr>
          <p:cNvSpPr>
            <a:spLocks noGrp="1"/>
          </p:cNvSpPr>
          <p:nvPr>
            <p:ph type="ftr" sz="quarter" idx="46"/>
          </p:nvPr>
        </p:nvSpPr>
        <p:spPr/>
        <p:txBody>
          <a:bodyPr/>
          <a:lstStyle/>
          <a:p>
            <a:pPr>
              <a:spcBef>
                <a:spcPts val="1000"/>
              </a:spcBef>
              <a:buFont typeface="Arial" panose="020B0604020202020204" pitchFamily="34" charset="0"/>
              <a:buNone/>
            </a:pPr>
            <a:r>
              <a:rPr lang="en-US" dirty="0"/>
              <a:t>Presentation Title | Author | Date</a:t>
            </a:r>
          </a:p>
        </p:txBody>
      </p:sp>
      <p:sp>
        <p:nvSpPr>
          <p:cNvPr id="37" name="Slide Number Placeholder 36">
            <a:extLst>
              <a:ext uri="{FF2B5EF4-FFF2-40B4-BE49-F238E27FC236}">
                <a16:creationId xmlns:a16="http://schemas.microsoft.com/office/drawing/2014/main" id="{CA08F0A0-8662-9132-1F1E-07AB59F18665}"/>
              </a:ext>
            </a:extLst>
          </p:cNvPr>
          <p:cNvSpPr>
            <a:spLocks noGrp="1"/>
          </p:cNvSpPr>
          <p:nvPr>
            <p:ph type="sldNum" sz="quarter" idx="47"/>
          </p:nvPr>
        </p:nvSpPr>
        <p:spPr/>
        <p:txBody>
          <a:bodyPr/>
          <a:lstStyle/>
          <a:p>
            <a:pPr algn="r"/>
            <a:fld id="{5D9A5160-6218-4E5A-B9E6-B93E3DAE377C}" type="slidenum">
              <a:rPr lang="en-US" smtClean="0"/>
              <a:pPr algn="r"/>
              <a:t>28</a:t>
            </a:fld>
            <a:endParaRPr lang="en-US" dirty="0"/>
          </a:p>
        </p:txBody>
      </p:sp>
      <p:sp>
        <p:nvSpPr>
          <p:cNvPr id="40" name="Text Placeholder 14">
            <a:extLst>
              <a:ext uri="{FF2B5EF4-FFF2-40B4-BE49-F238E27FC236}">
                <a16:creationId xmlns:a16="http://schemas.microsoft.com/office/drawing/2014/main" id="{60198DE7-A3FC-44B5-4A74-2ED44741DDC0}"/>
              </a:ext>
            </a:extLst>
          </p:cNvPr>
          <p:cNvSpPr>
            <a:spLocks noGrp="1"/>
          </p:cNvSpPr>
          <p:nvPr>
            <p:ph type="body" sz="quarter" idx="22"/>
          </p:nvPr>
        </p:nvSpPr>
        <p:spPr>
          <a:xfrm>
            <a:off x="550863" y="2225997"/>
            <a:ext cx="3546475" cy="307777"/>
          </a:xfrm>
        </p:spPr>
        <p:txBody>
          <a:bodyPr lIns="0" tIns="0" rIns="0" bIns="0"/>
          <a:lstStyle/>
          <a:p>
            <a:r>
              <a:rPr lang="en-US" dirty="0">
                <a:solidFill>
                  <a:schemeClr val="accent4"/>
                </a:solidFill>
              </a:rPr>
              <a:t>PROBLEM STATEMENT</a:t>
            </a:r>
          </a:p>
        </p:txBody>
      </p:sp>
      <p:sp>
        <p:nvSpPr>
          <p:cNvPr id="43" name="Text Placeholder 60">
            <a:extLst>
              <a:ext uri="{FF2B5EF4-FFF2-40B4-BE49-F238E27FC236}">
                <a16:creationId xmlns:a16="http://schemas.microsoft.com/office/drawing/2014/main" id="{14A1404F-17B8-D97D-9917-4FC3415938D9}"/>
              </a:ext>
            </a:extLst>
          </p:cNvPr>
          <p:cNvSpPr>
            <a:spLocks noGrp="1"/>
          </p:cNvSpPr>
          <p:nvPr>
            <p:ph type="body" sz="quarter" idx="35"/>
          </p:nvPr>
        </p:nvSpPr>
        <p:spPr>
          <a:xfrm>
            <a:off x="4324350" y="2225998"/>
            <a:ext cx="3546475" cy="437932"/>
          </a:xfrm>
        </p:spPr>
        <p:txBody>
          <a:bodyPr lIns="0" tIns="0" rIns="0" bIns="0"/>
          <a:lstStyle/>
          <a:p>
            <a:r>
              <a:rPr lang="en-US" dirty="0">
                <a:solidFill>
                  <a:schemeClr val="accent5"/>
                </a:solidFill>
              </a:rPr>
              <a:t>WHY IT MATTERS</a:t>
            </a:r>
          </a:p>
          <a:p>
            <a:endParaRPr lang="en-US" dirty="0">
              <a:solidFill>
                <a:schemeClr val="accent5"/>
              </a:solidFill>
            </a:endParaRPr>
          </a:p>
          <a:p>
            <a:endParaRPr lang="en-US" dirty="0">
              <a:solidFill>
                <a:schemeClr val="accent5"/>
              </a:solidFill>
            </a:endParaRPr>
          </a:p>
        </p:txBody>
      </p:sp>
      <p:sp>
        <p:nvSpPr>
          <p:cNvPr id="45" name="Text Placeholder 62">
            <a:extLst>
              <a:ext uri="{FF2B5EF4-FFF2-40B4-BE49-F238E27FC236}">
                <a16:creationId xmlns:a16="http://schemas.microsoft.com/office/drawing/2014/main" id="{B3FF0420-D7CD-1186-1D1D-75154008D26C}"/>
              </a:ext>
            </a:extLst>
          </p:cNvPr>
          <p:cNvSpPr>
            <a:spLocks noGrp="1"/>
          </p:cNvSpPr>
          <p:nvPr>
            <p:ph type="body" sz="quarter" idx="36"/>
          </p:nvPr>
        </p:nvSpPr>
        <p:spPr>
          <a:xfrm>
            <a:off x="8097838" y="2225997"/>
            <a:ext cx="3509962" cy="1154162"/>
          </a:xfrm>
        </p:spPr>
        <p:txBody>
          <a:bodyPr lIns="0" tIns="0" rIns="0" bIns="0"/>
          <a:lstStyle/>
          <a:p>
            <a:r>
              <a:rPr lang="en-US" dirty="0">
                <a:solidFill>
                  <a:schemeClr val="accent6"/>
                </a:solidFill>
              </a:rPr>
              <a:t>SOLUTION: SENTIMENT ANALYZER</a:t>
            </a:r>
          </a:p>
          <a:p>
            <a:endParaRPr lang="en-US" dirty="0">
              <a:solidFill>
                <a:schemeClr val="accent6"/>
              </a:solidFill>
            </a:endParaRPr>
          </a:p>
        </p:txBody>
      </p:sp>
      <p:sp>
        <p:nvSpPr>
          <p:cNvPr id="42" name="Content Placeholder 15">
            <a:extLst>
              <a:ext uri="{FF2B5EF4-FFF2-40B4-BE49-F238E27FC236}">
                <a16:creationId xmlns:a16="http://schemas.microsoft.com/office/drawing/2014/main" id="{447CEF95-BC9B-5BF8-82CD-90F5709D1CF6}"/>
              </a:ext>
            </a:extLst>
          </p:cNvPr>
          <p:cNvSpPr>
            <a:spLocks noGrp="1"/>
          </p:cNvSpPr>
          <p:nvPr>
            <p:ph sz="quarter" idx="37"/>
          </p:nvPr>
        </p:nvSpPr>
        <p:spPr>
          <a:xfrm>
            <a:off x="550863" y="3068961"/>
            <a:ext cx="3544887" cy="2538518"/>
          </a:xfrm>
        </p:spPr>
        <p:txBody>
          <a:bodyPr lIns="0" tIns="0" rIns="0" bIns="0"/>
          <a:lstStyle/>
          <a:p>
            <a:r>
              <a:rPr lang="en-US" dirty="0"/>
              <a:t>Organizations are losing revenue due to unanalyzed feedback</a:t>
            </a:r>
          </a:p>
          <a:p>
            <a:pPr marL="285750" indent="-285750">
              <a:buFont typeface="Arial" panose="020B0604020202020204" pitchFamily="34" charset="0"/>
              <a:buChar char="•"/>
            </a:pPr>
            <a:r>
              <a:rPr lang="en-US" dirty="0"/>
              <a:t>95% of consumers read reviews               before buying</a:t>
            </a:r>
          </a:p>
          <a:p>
            <a:pPr marL="285750" indent="-285750">
              <a:buFont typeface="Arial" panose="020B0604020202020204" pitchFamily="34" charset="0"/>
              <a:buChar char="•"/>
            </a:pPr>
            <a:r>
              <a:rPr lang="en-US" dirty="0"/>
              <a:t>86% customers will pay more for better experience</a:t>
            </a:r>
          </a:p>
          <a:p>
            <a:pPr marL="285750" indent="-285750">
              <a:buFont typeface="Arial" panose="020B0604020202020204" pitchFamily="34" charset="0"/>
              <a:buChar char="•"/>
            </a:pPr>
            <a:r>
              <a:rPr lang="en-US" dirty="0"/>
              <a:t>$136.8B lost annually due to customer switching , often driven by unresolved  negative feedback</a:t>
            </a:r>
          </a:p>
          <a:p>
            <a:pPr marL="285750" indent="-285750">
              <a:buFont typeface="Arial" panose="020B0604020202020204" pitchFamily="34" charset="0"/>
              <a:buChar char="•"/>
            </a:pPr>
            <a:endParaRPr lang="en-IN" dirty="0"/>
          </a:p>
          <a:p>
            <a:endParaRPr lang="en-US" dirty="0"/>
          </a:p>
          <a:p>
            <a:endParaRPr lang="en-US" dirty="0"/>
          </a:p>
          <a:p>
            <a:endParaRPr lang="en-US" dirty="0"/>
          </a:p>
        </p:txBody>
      </p:sp>
      <p:sp>
        <p:nvSpPr>
          <p:cNvPr id="46" name="Content Placeholder 63">
            <a:extLst>
              <a:ext uri="{FF2B5EF4-FFF2-40B4-BE49-F238E27FC236}">
                <a16:creationId xmlns:a16="http://schemas.microsoft.com/office/drawing/2014/main" id="{258FCAF8-1AE3-B392-2C0A-99B0E759BD52}"/>
              </a:ext>
            </a:extLst>
          </p:cNvPr>
          <p:cNvSpPr>
            <a:spLocks noGrp="1"/>
          </p:cNvSpPr>
          <p:nvPr>
            <p:ph sz="quarter" idx="44"/>
          </p:nvPr>
        </p:nvSpPr>
        <p:spPr>
          <a:xfrm>
            <a:off x="8062913" y="3068961"/>
            <a:ext cx="3544887" cy="3239764"/>
          </a:xfrm>
        </p:spPr>
        <p:txBody>
          <a:bodyPr lIns="0" tIns="0" rIns="0" bIns="0"/>
          <a:lstStyle/>
          <a:p>
            <a:r>
              <a:rPr lang="en-US" dirty="0"/>
              <a:t>Sentiment Analyzer converts feedback  into actionable insights </a:t>
            </a:r>
          </a:p>
          <a:p>
            <a:pPr marL="285750" indent="-285750">
              <a:buFont typeface="Arial" panose="020B0604020202020204" pitchFamily="34" charset="0"/>
              <a:buChar char="•"/>
            </a:pPr>
            <a:r>
              <a:rPr lang="en-US" dirty="0"/>
              <a:t>Identifies positive/negative/neutral sentiment at scale in real time</a:t>
            </a:r>
          </a:p>
          <a:p>
            <a:pPr marL="285750" indent="-285750">
              <a:buFont typeface="Arial" panose="020B0604020202020204" pitchFamily="34" charset="0"/>
              <a:buChar char="•"/>
            </a:pPr>
            <a:r>
              <a:rPr lang="en-US" dirty="0"/>
              <a:t>Helps businesses detect issues early , identify key themes which customers are talking about and improve CX decisions faster</a:t>
            </a:r>
          </a:p>
          <a:p>
            <a:pPr marL="285750" indent="-285750">
              <a:buFont typeface="Arial" panose="020B0604020202020204" pitchFamily="34" charset="0"/>
              <a:buChar char="•"/>
            </a:pPr>
            <a:r>
              <a:rPr lang="en-US" dirty="0"/>
              <a:t>Provides Leadership recommendations based on the output obtained. </a:t>
            </a:r>
          </a:p>
          <a:p>
            <a:endParaRPr lang="en-US" dirty="0"/>
          </a:p>
          <a:p>
            <a:endParaRPr lang="en-US" dirty="0"/>
          </a:p>
          <a:p>
            <a:endParaRPr lang="en-US" dirty="0"/>
          </a:p>
        </p:txBody>
      </p:sp>
      <p:sp>
        <p:nvSpPr>
          <p:cNvPr id="27" name="Title 26">
            <a:extLst>
              <a:ext uri="{FF2B5EF4-FFF2-40B4-BE49-F238E27FC236}">
                <a16:creationId xmlns:a16="http://schemas.microsoft.com/office/drawing/2014/main" id="{4EB21FC3-5B0A-A45A-0CB7-58A460AF77CE}"/>
              </a:ext>
            </a:extLst>
          </p:cNvPr>
          <p:cNvSpPr>
            <a:spLocks noGrp="1"/>
          </p:cNvSpPr>
          <p:nvPr>
            <p:ph type="title"/>
          </p:nvPr>
        </p:nvSpPr>
        <p:spPr/>
        <p:txBody>
          <a:bodyPr/>
          <a:lstStyle/>
          <a:p>
            <a:r>
              <a:rPr lang="en-US" dirty="0"/>
              <a:t>Business Need for Sentiment Analysis</a:t>
            </a:r>
            <a:br>
              <a:rPr lang="en-US" dirty="0"/>
            </a:br>
            <a:endParaRPr lang="en-US" dirty="0"/>
          </a:p>
        </p:txBody>
      </p:sp>
      <p:cxnSp>
        <p:nvCxnSpPr>
          <p:cNvPr id="5" name="Straight Connector 4">
            <a:extLst>
              <a:ext uri="{FF2B5EF4-FFF2-40B4-BE49-F238E27FC236}">
                <a16:creationId xmlns:a16="http://schemas.microsoft.com/office/drawing/2014/main" id="{770FA212-63A1-55A8-0872-735AFDCFF83B}"/>
              </a:ext>
              <a:ext uri="{C183D7F6-B498-43B3-948B-1728B52AA6E4}">
                <adec:decorative xmlns:adec="http://schemas.microsoft.com/office/drawing/2017/decorative" val="1"/>
              </a:ext>
            </a:extLst>
          </p:cNvPr>
          <p:cNvCxnSpPr>
            <a:cxnSpLocks/>
          </p:cNvCxnSpPr>
          <p:nvPr/>
        </p:nvCxnSpPr>
        <p:spPr>
          <a:xfrm>
            <a:off x="550863" y="2029200"/>
            <a:ext cx="3546475" cy="0"/>
          </a:xfrm>
          <a:prstGeom prst="line">
            <a:avLst/>
          </a:prstGeom>
          <a:ln w="76200">
            <a:solidFill>
              <a:srgbClr val="00D5D0"/>
            </a:solidFill>
          </a:ln>
        </p:spPr>
        <p:style>
          <a:lnRef idx="1">
            <a:schemeClr val="accent1"/>
          </a:lnRef>
          <a:fillRef idx="0">
            <a:schemeClr val="accent1"/>
          </a:fillRef>
          <a:effectRef idx="0">
            <a:schemeClr val="accent1"/>
          </a:effectRef>
          <a:fontRef idx="minor">
            <a:schemeClr val="tx1"/>
          </a:fontRef>
        </p:style>
      </p:cxnSp>
      <p:cxnSp>
        <p:nvCxnSpPr>
          <p:cNvPr id="6" name="Straight Connector 4">
            <a:extLst>
              <a:ext uri="{FF2B5EF4-FFF2-40B4-BE49-F238E27FC236}">
                <a16:creationId xmlns:a16="http://schemas.microsoft.com/office/drawing/2014/main" id="{C33CE34D-2B18-D977-DF2D-B934727AC9ED}"/>
              </a:ext>
              <a:ext uri="{C183D7F6-B498-43B3-948B-1728B52AA6E4}">
                <adec:decorative xmlns:adec="http://schemas.microsoft.com/office/drawing/2017/decorative" val="1"/>
              </a:ext>
            </a:extLst>
          </p:cNvPr>
          <p:cNvCxnSpPr>
            <a:cxnSpLocks/>
          </p:cNvCxnSpPr>
          <p:nvPr/>
        </p:nvCxnSpPr>
        <p:spPr>
          <a:xfrm>
            <a:off x="4322763" y="2029200"/>
            <a:ext cx="3546237" cy="0"/>
          </a:xfrm>
          <a:prstGeom prst="line">
            <a:avLst/>
          </a:prstGeom>
          <a:ln w="76200">
            <a:solidFill>
              <a:srgbClr val="FEB100"/>
            </a:solidFill>
          </a:ln>
        </p:spPr>
        <p:style>
          <a:lnRef idx="1">
            <a:schemeClr val="accent1"/>
          </a:lnRef>
          <a:fillRef idx="0">
            <a:schemeClr val="accent1"/>
          </a:fillRef>
          <a:effectRef idx="0">
            <a:schemeClr val="accent1"/>
          </a:effectRef>
          <a:fontRef idx="minor">
            <a:schemeClr val="tx1"/>
          </a:fontRef>
        </p:style>
      </p:cxnSp>
      <p:cxnSp>
        <p:nvCxnSpPr>
          <p:cNvPr id="7" name="Straight Connector 4">
            <a:extLst>
              <a:ext uri="{FF2B5EF4-FFF2-40B4-BE49-F238E27FC236}">
                <a16:creationId xmlns:a16="http://schemas.microsoft.com/office/drawing/2014/main" id="{DF8277BE-2B9E-47E0-6004-A09F363EE338}"/>
              </a:ext>
              <a:ext uri="{C183D7F6-B498-43B3-948B-1728B52AA6E4}">
                <adec:decorative xmlns:adec="http://schemas.microsoft.com/office/drawing/2017/decorative" val="1"/>
              </a:ext>
            </a:extLst>
          </p:cNvPr>
          <p:cNvCxnSpPr>
            <a:cxnSpLocks/>
          </p:cNvCxnSpPr>
          <p:nvPr/>
        </p:nvCxnSpPr>
        <p:spPr>
          <a:xfrm>
            <a:off x="8081757" y="2029200"/>
            <a:ext cx="3546000" cy="0"/>
          </a:xfrm>
          <a:prstGeom prst="line">
            <a:avLst/>
          </a:prstGeom>
          <a:ln w="76200">
            <a:solidFill>
              <a:srgbClr val="FF816E"/>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0EDAFA10-E7A0-33B5-9DE7-FCCBE57FC5F8}"/>
              </a:ext>
            </a:extLst>
          </p:cNvPr>
          <p:cNvSpPr txBox="1"/>
          <p:nvPr/>
        </p:nvSpPr>
        <p:spPr>
          <a:xfrm>
            <a:off x="4223792" y="3000012"/>
            <a:ext cx="3546475" cy="2679837"/>
          </a:xfrm>
          <a:prstGeom prst="rect">
            <a:avLst/>
          </a:prstGeom>
          <a:noFill/>
        </p:spPr>
        <p:txBody>
          <a:bodyPr vert="horz" wrap="square" lIns="90000" tIns="46800" rIns="90000" bIns="46800" rtlCol="0" anchor="ctr">
            <a:spAutoFit/>
          </a:bodyPr>
          <a:lstStyle/>
          <a:p>
            <a:pPr algn="l">
              <a:spcBef>
                <a:spcPct val="0"/>
              </a:spcBef>
            </a:pPr>
            <a:r>
              <a:rPr lang="en-US" sz="1400" dirty="0">
                <a:solidFill>
                  <a:schemeClr val="bg1"/>
                </a:solidFill>
              </a:rPr>
              <a:t>Feedback is everywhere , but not     effectively used </a:t>
            </a:r>
          </a:p>
          <a:p>
            <a:pPr algn="l">
              <a:spcBef>
                <a:spcPct val="0"/>
              </a:spcBef>
            </a:pPr>
            <a:endParaRPr lang="en-US" sz="1400" dirty="0">
              <a:solidFill>
                <a:schemeClr val="bg1"/>
              </a:solidFill>
            </a:endParaRPr>
          </a:p>
          <a:p>
            <a:pPr marL="285750" indent="-285750" algn="l">
              <a:spcBef>
                <a:spcPct val="0"/>
              </a:spcBef>
              <a:buFont typeface="Arial" panose="020B0604020202020204" pitchFamily="34" charset="0"/>
              <a:buChar char="•"/>
            </a:pPr>
            <a:r>
              <a:rPr lang="en-US" sz="1400" dirty="0">
                <a:solidFill>
                  <a:schemeClr val="bg1"/>
                </a:solidFill>
              </a:rPr>
              <a:t>72% of companies collect customer feedback but struggle to act on it</a:t>
            </a:r>
          </a:p>
          <a:p>
            <a:pPr algn="l">
              <a:spcBef>
                <a:spcPct val="0"/>
              </a:spcBef>
            </a:pPr>
            <a:endParaRPr lang="en-US" sz="1400" dirty="0">
              <a:solidFill>
                <a:schemeClr val="bg1"/>
              </a:solidFill>
            </a:endParaRPr>
          </a:p>
          <a:p>
            <a:pPr marL="285750" indent="-285750" algn="l">
              <a:spcBef>
                <a:spcPct val="0"/>
              </a:spcBef>
              <a:buFont typeface="Arial" panose="020B0604020202020204" pitchFamily="34" charset="0"/>
              <a:buChar char="•"/>
            </a:pPr>
            <a:r>
              <a:rPr lang="en-US" sz="1400" dirty="0">
                <a:solidFill>
                  <a:schemeClr val="bg1"/>
                </a:solidFill>
              </a:rPr>
              <a:t>Massive volume from surveys, social media and support channels</a:t>
            </a:r>
          </a:p>
          <a:p>
            <a:pPr marL="285750" indent="-285750" algn="l">
              <a:spcBef>
                <a:spcPct val="0"/>
              </a:spcBef>
              <a:buFont typeface="Arial" panose="020B0604020202020204" pitchFamily="34" charset="0"/>
              <a:buChar char="•"/>
            </a:pPr>
            <a:endParaRPr lang="en-US" sz="1400" dirty="0">
              <a:solidFill>
                <a:schemeClr val="bg1"/>
              </a:solidFill>
            </a:endParaRPr>
          </a:p>
          <a:p>
            <a:pPr marL="285750" indent="-285750" algn="l">
              <a:spcBef>
                <a:spcPct val="0"/>
              </a:spcBef>
              <a:buFont typeface="Arial" panose="020B0604020202020204" pitchFamily="34" charset="0"/>
              <a:buChar char="•"/>
            </a:pPr>
            <a:r>
              <a:rPr lang="en-US" sz="1400" dirty="0">
                <a:solidFill>
                  <a:schemeClr val="bg1"/>
                </a:solidFill>
              </a:rPr>
              <a:t>76% of customers switch to competitors after negative experiences and dissatisfaction </a:t>
            </a:r>
          </a:p>
        </p:txBody>
      </p:sp>
    </p:spTree>
    <p:extLst>
      <p:ext uri="{BB962C8B-B14F-4D97-AF65-F5344CB8AC3E}">
        <p14:creationId xmlns:p14="http://schemas.microsoft.com/office/powerpoint/2010/main" val="261512325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F7729E-110E-A1EF-2CAE-47BD9F3329E5}"/>
            </a:ext>
          </a:extLst>
        </p:cNvPr>
        <p:cNvGrpSpPr/>
        <p:nvPr/>
      </p:nvGrpSpPr>
      <p:grpSpPr>
        <a:xfrm>
          <a:off x="0" y="0"/>
          <a:ext cx="0" cy="0"/>
          <a:chOff x="0" y="0"/>
          <a:chExt cx="0" cy="0"/>
        </a:xfrm>
      </p:grpSpPr>
      <p:sp>
        <p:nvSpPr>
          <p:cNvPr id="30" name="Date Placeholder 29">
            <a:extLst>
              <a:ext uri="{FF2B5EF4-FFF2-40B4-BE49-F238E27FC236}">
                <a16:creationId xmlns:a16="http://schemas.microsoft.com/office/drawing/2014/main" id="{FA4D9A17-2C2F-F538-FA93-3F2D29FDAB35}"/>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1" name="Footer Placeholder 30">
            <a:extLst>
              <a:ext uri="{FF2B5EF4-FFF2-40B4-BE49-F238E27FC236}">
                <a16:creationId xmlns:a16="http://schemas.microsoft.com/office/drawing/2014/main" id="{25714E5C-D654-12DC-29FA-D5EBCF83BDB5}"/>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32" name="Slide Number Placeholder 31">
            <a:extLst>
              <a:ext uri="{FF2B5EF4-FFF2-40B4-BE49-F238E27FC236}">
                <a16:creationId xmlns:a16="http://schemas.microsoft.com/office/drawing/2014/main" id="{78D2AF0C-2CDA-73BB-A859-3CD57BD13D76}"/>
              </a:ext>
            </a:extLst>
          </p:cNvPr>
          <p:cNvSpPr>
            <a:spLocks noGrp="1"/>
          </p:cNvSpPr>
          <p:nvPr>
            <p:ph type="sldNum" sz="quarter" idx="30"/>
          </p:nvPr>
        </p:nvSpPr>
        <p:spPr/>
        <p:txBody>
          <a:bodyPr/>
          <a:lstStyle/>
          <a:p>
            <a:pPr algn="r"/>
            <a:fld id="{5D9A5160-6218-4E5A-B9E6-B93E3DAE377C}" type="slidenum">
              <a:rPr lang="en-US" smtClean="0"/>
              <a:pPr algn="r"/>
              <a:t>29</a:t>
            </a:fld>
            <a:endParaRPr lang="en-US" dirty="0"/>
          </a:p>
        </p:txBody>
      </p:sp>
      <p:sp>
        <p:nvSpPr>
          <p:cNvPr id="3" name="Text Placeholder 2">
            <a:extLst>
              <a:ext uri="{FF2B5EF4-FFF2-40B4-BE49-F238E27FC236}">
                <a16:creationId xmlns:a16="http://schemas.microsoft.com/office/drawing/2014/main" id="{62895339-999D-75EE-3605-F014F0E416A2}"/>
              </a:ext>
            </a:extLst>
          </p:cNvPr>
          <p:cNvSpPr>
            <a:spLocks noGrp="1"/>
          </p:cNvSpPr>
          <p:nvPr>
            <p:ph type="body" sz="quarter" idx="22"/>
          </p:nvPr>
        </p:nvSpPr>
        <p:spPr/>
        <p:txBody>
          <a:bodyPr/>
          <a:lstStyle/>
          <a:p>
            <a:r>
              <a:rPr lang="en-US" dirty="0"/>
              <a:t>Use primary palette, with additional accents as needed.</a:t>
            </a:r>
          </a:p>
        </p:txBody>
      </p:sp>
      <p:sp>
        <p:nvSpPr>
          <p:cNvPr id="2" name="Titre 1">
            <a:extLst>
              <a:ext uri="{FF2B5EF4-FFF2-40B4-BE49-F238E27FC236}">
                <a16:creationId xmlns:a16="http://schemas.microsoft.com/office/drawing/2014/main" id="{E8095328-4B02-C2A5-45E7-AAAF85BE0A32}"/>
              </a:ext>
            </a:extLst>
          </p:cNvPr>
          <p:cNvSpPr>
            <a:spLocks noGrp="1"/>
          </p:cNvSpPr>
          <p:nvPr>
            <p:ph type="title"/>
          </p:nvPr>
        </p:nvSpPr>
        <p:spPr/>
        <p:txBody>
          <a:bodyPr/>
          <a:lstStyle/>
          <a:p>
            <a:r>
              <a:rPr lang="en-US" dirty="0"/>
              <a:t>Pie charts 1</a:t>
            </a:r>
            <a:br>
              <a:rPr lang="en-US" dirty="0"/>
            </a:br>
            <a:endParaRPr lang="en-US" dirty="0"/>
          </a:p>
        </p:txBody>
      </p:sp>
      <p:graphicFrame>
        <p:nvGraphicFramePr>
          <p:cNvPr id="4" name="Content Placeholder 14" descr="Chart">
            <a:extLst>
              <a:ext uri="{FF2B5EF4-FFF2-40B4-BE49-F238E27FC236}">
                <a16:creationId xmlns:a16="http://schemas.microsoft.com/office/drawing/2014/main" id="{C49CD58C-217E-1C48-CC60-C1B09B0E83EE}"/>
              </a:ext>
            </a:extLst>
          </p:cNvPr>
          <p:cNvGraphicFramePr>
            <a:graphicFrameLocks/>
          </p:cNvGraphicFramePr>
          <p:nvPr/>
        </p:nvGraphicFramePr>
        <p:xfrm>
          <a:off x="4630687" y="2932792"/>
          <a:ext cx="2930995" cy="308916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ontent Placeholder 14" descr="Chart">
            <a:extLst>
              <a:ext uri="{FF2B5EF4-FFF2-40B4-BE49-F238E27FC236}">
                <a16:creationId xmlns:a16="http://schemas.microsoft.com/office/drawing/2014/main" id="{90CBD2C3-1058-C871-8A87-326FC6300E97}"/>
              </a:ext>
            </a:extLst>
          </p:cNvPr>
          <p:cNvGraphicFramePr>
            <a:graphicFrameLocks/>
          </p:cNvGraphicFramePr>
          <p:nvPr>
            <p:extLst>
              <p:ext uri="{D42A27DB-BD31-4B8C-83A1-F6EECF244321}">
                <p14:modId xmlns:p14="http://schemas.microsoft.com/office/powerpoint/2010/main" val="717456384"/>
              </p:ext>
            </p:extLst>
          </p:nvPr>
        </p:nvGraphicFramePr>
        <p:xfrm>
          <a:off x="716788" y="2932792"/>
          <a:ext cx="2930995" cy="3089166"/>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7">
            <a:extLst>
              <a:ext uri="{FF2B5EF4-FFF2-40B4-BE49-F238E27FC236}">
                <a16:creationId xmlns:a16="http://schemas.microsoft.com/office/drawing/2014/main" id="{09DF63F8-D386-9B2B-FD4E-2D7DE7768DB9}"/>
              </a:ext>
            </a:extLst>
          </p:cNvPr>
          <p:cNvSpPr txBox="1"/>
          <p:nvPr/>
        </p:nvSpPr>
        <p:spPr>
          <a:xfrm>
            <a:off x="1355572" y="4174414"/>
            <a:ext cx="1539875"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FFFF"/>
                </a:solidFill>
                <a:effectLst/>
                <a:uLnTx/>
                <a:uFillTx/>
                <a:latin typeface="Ubuntu"/>
                <a:ea typeface="+mn-ea"/>
                <a:cs typeface="+mn-cs"/>
              </a:rPr>
              <a:t>3.6</a:t>
            </a:r>
            <a:r>
              <a:rPr kumimoji="0" lang="en-US" sz="3200" b="0" i="0" u="none" strike="noStrike" kern="1200" cap="none" spc="0" normalizeH="0" baseline="30000" noProof="0" dirty="0">
                <a:ln>
                  <a:noFill/>
                </a:ln>
                <a:solidFill>
                  <a:srgbClr val="FFFFFF"/>
                </a:solidFill>
                <a:effectLst/>
                <a:uLnTx/>
                <a:uFillTx/>
                <a:latin typeface="Ubuntu"/>
                <a:ea typeface="+mn-ea"/>
                <a:cs typeface="+mn-cs"/>
              </a:rPr>
              <a:t>bn</a:t>
            </a:r>
            <a:endParaRPr kumimoji="0" lang="en-US" sz="500" b="0" i="0" u="none" strike="noStrike" kern="1200" cap="none" spc="0" normalizeH="0" baseline="30000" noProof="0" dirty="0">
              <a:ln>
                <a:noFill/>
              </a:ln>
              <a:solidFill>
                <a:srgbClr val="FFFFFF"/>
              </a:solidFill>
              <a:effectLst/>
              <a:uLnTx/>
              <a:uFillTx/>
              <a:latin typeface="Ubuntu"/>
              <a:ea typeface="+mn-ea"/>
              <a:cs typeface="+mn-cs"/>
            </a:endParaRPr>
          </a:p>
        </p:txBody>
      </p:sp>
      <p:sp>
        <p:nvSpPr>
          <p:cNvPr id="15" name="TextBox 17">
            <a:extLst>
              <a:ext uri="{FF2B5EF4-FFF2-40B4-BE49-F238E27FC236}">
                <a16:creationId xmlns:a16="http://schemas.microsoft.com/office/drawing/2014/main" id="{E393CCE8-3E8A-4C9C-A141-6C7CB462DDF5}"/>
              </a:ext>
            </a:extLst>
          </p:cNvPr>
          <p:cNvSpPr txBox="1"/>
          <p:nvPr/>
        </p:nvSpPr>
        <p:spPr>
          <a:xfrm>
            <a:off x="5272395" y="4174414"/>
            <a:ext cx="1539875"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FFFF"/>
                </a:solidFill>
                <a:effectLst/>
                <a:uLnTx/>
                <a:uFillTx/>
                <a:latin typeface="Ubuntu"/>
                <a:ea typeface="+mn-ea"/>
                <a:cs typeface="+mn-cs"/>
              </a:rPr>
              <a:t>3.6</a:t>
            </a:r>
            <a:r>
              <a:rPr kumimoji="0" lang="en-US" sz="3200" b="0" i="0" u="none" strike="noStrike" kern="1200" cap="none" spc="0" normalizeH="0" baseline="30000" noProof="0" dirty="0">
                <a:ln>
                  <a:noFill/>
                </a:ln>
                <a:solidFill>
                  <a:srgbClr val="FFFFFF"/>
                </a:solidFill>
                <a:effectLst/>
                <a:uLnTx/>
                <a:uFillTx/>
                <a:latin typeface="Ubuntu"/>
                <a:ea typeface="+mn-ea"/>
                <a:cs typeface="+mn-cs"/>
              </a:rPr>
              <a:t>bn</a:t>
            </a:r>
            <a:endParaRPr kumimoji="0" lang="en-US" sz="500" b="0" i="0" u="none" strike="noStrike" kern="1200" cap="none" spc="0" normalizeH="0" baseline="30000" noProof="0" dirty="0">
              <a:ln>
                <a:noFill/>
              </a:ln>
              <a:solidFill>
                <a:srgbClr val="FFFFFF"/>
              </a:solidFill>
              <a:effectLst/>
              <a:uLnTx/>
              <a:uFillTx/>
              <a:latin typeface="Ubuntu"/>
              <a:ea typeface="+mn-ea"/>
              <a:cs typeface="+mn-cs"/>
            </a:endParaRPr>
          </a:p>
        </p:txBody>
      </p:sp>
      <p:graphicFrame>
        <p:nvGraphicFramePr>
          <p:cNvPr id="16" name="Content Placeholder 14" descr="Chart">
            <a:extLst>
              <a:ext uri="{FF2B5EF4-FFF2-40B4-BE49-F238E27FC236}">
                <a16:creationId xmlns:a16="http://schemas.microsoft.com/office/drawing/2014/main" id="{415E6640-769B-90D2-9490-67D65F6FB518}"/>
              </a:ext>
            </a:extLst>
          </p:cNvPr>
          <p:cNvGraphicFramePr>
            <a:graphicFrameLocks/>
          </p:cNvGraphicFramePr>
          <p:nvPr/>
        </p:nvGraphicFramePr>
        <p:xfrm>
          <a:off x="8542734" y="2932792"/>
          <a:ext cx="2930995" cy="3089166"/>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17">
            <a:extLst>
              <a:ext uri="{FF2B5EF4-FFF2-40B4-BE49-F238E27FC236}">
                <a16:creationId xmlns:a16="http://schemas.microsoft.com/office/drawing/2014/main" id="{C1EF331C-EC9F-FEC2-9BC5-E0E9A0BB44F0}"/>
              </a:ext>
            </a:extLst>
          </p:cNvPr>
          <p:cNvSpPr txBox="1"/>
          <p:nvPr/>
        </p:nvSpPr>
        <p:spPr>
          <a:xfrm>
            <a:off x="9403848" y="4174414"/>
            <a:ext cx="1539875"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FFFF"/>
                </a:solidFill>
                <a:effectLst/>
                <a:uLnTx/>
                <a:uFillTx/>
                <a:latin typeface="Ubuntu"/>
                <a:ea typeface="+mn-ea"/>
                <a:cs typeface="+mn-cs"/>
              </a:rPr>
              <a:t>3.6</a:t>
            </a:r>
            <a:r>
              <a:rPr kumimoji="0" lang="en-US" sz="3200" b="0" i="0" u="none" strike="noStrike" kern="1200" cap="none" spc="0" normalizeH="0" baseline="30000" noProof="0" dirty="0">
                <a:ln>
                  <a:noFill/>
                </a:ln>
                <a:solidFill>
                  <a:srgbClr val="FFFFFF"/>
                </a:solidFill>
                <a:effectLst/>
                <a:uLnTx/>
                <a:uFillTx/>
                <a:latin typeface="Ubuntu"/>
                <a:ea typeface="+mn-ea"/>
                <a:cs typeface="+mn-cs"/>
              </a:rPr>
              <a:t>bn</a:t>
            </a:r>
            <a:endParaRPr kumimoji="0" lang="en-US" sz="500" b="0" i="0" u="none" strike="noStrike" kern="1200" cap="none" spc="0" normalizeH="0" baseline="30000" noProof="0" dirty="0">
              <a:ln>
                <a:noFill/>
              </a:ln>
              <a:solidFill>
                <a:srgbClr val="FFFFFF"/>
              </a:solidFill>
              <a:effectLst/>
              <a:uLnTx/>
              <a:uFillTx/>
              <a:latin typeface="Ubuntu"/>
              <a:ea typeface="+mn-ea"/>
              <a:cs typeface="+mn-cs"/>
            </a:endParaRPr>
          </a:p>
        </p:txBody>
      </p:sp>
      <p:sp>
        <p:nvSpPr>
          <p:cNvPr id="9" name="Text Placeholder 4">
            <a:extLst>
              <a:ext uri="{FF2B5EF4-FFF2-40B4-BE49-F238E27FC236}">
                <a16:creationId xmlns:a16="http://schemas.microsoft.com/office/drawing/2014/main" id="{57F57574-74E7-D4FD-4CF7-80DA05930543}"/>
              </a:ext>
            </a:extLst>
          </p:cNvPr>
          <p:cNvSpPr txBox="1">
            <a:spLocks/>
          </p:cNvSpPr>
          <p:nvPr/>
        </p:nvSpPr>
        <p:spPr>
          <a:xfrm>
            <a:off x="550864" y="2301342"/>
            <a:ext cx="3262842" cy="307776"/>
          </a:xfrm>
          <a:prstGeom prst="rect">
            <a:avLst/>
          </a:prstGeom>
        </p:spPr>
        <p:txBody>
          <a:bodyPr vert="horz" lIns="0" tIns="0" rIns="0" bIns="0" rtlCol="0">
            <a:noAutofit/>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rgbClr val="00D5D0"/>
              </a:buClr>
              <a:buFont typeface="Arial" panose="020B060402020202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2"/>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FFFFFF"/>
                </a:solidFill>
                <a:effectLst/>
                <a:uLnTx/>
                <a:uFillTx/>
                <a:latin typeface="+mj-lt"/>
                <a:ea typeface="+mn-ea"/>
                <a:cs typeface="+mn-cs"/>
              </a:rPr>
              <a:t>Question one</a:t>
            </a:r>
          </a:p>
        </p:txBody>
      </p:sp>
      <p:sp>
        <p:nvSpPr>
          <p:cNvPr id="10" name="Text Placeholder 4">
            <a:extLst>
              <a:ext uri="{FF2B5EF4-FFF2-40B4-BE49-F238E27FC236}">
                <a16:creationId xmlns:a16="http://schemas.microsoft.com/office/drawing/2014/main" id="{29F7EFEB-3C28-CED4-40BD-12D2177B9AB8}"/>
              </a:ext>
            </a:extLst>
          </p:cNvPr>
          <p:cNvSpPr txBox="1">
            <a:spLocks/>
          </p:cNvSpPr>
          <p:nvPr/>
        </p:nvSpPr>
        <p:spPr>
          <a:xfrm>
            <a:off x="8376810" y="2301341"/>
            <a:ext cx="3262842" cy="307777"/>
          </a:xfrm>
          <a:prstGeom prst="rect">
            <a:avLst/>
          </a:prstGeom>
        </p:spPr>
        <p:txBody>
          <a:bodyPr vert="horz" wrap="square" lIns="0" tIns="0" rIns="0" bIns="0" rtlCol="0" anchor="t">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FFFFFF"/>
                </a:solidFill>
                <a:effectLst/>
                <a:uLnTx/>
                <a:uFillTx/>
                <a:latin typeface="+mj-lt"/>
                <a:ea typeface="+mn-ea"/>
                <a:cs typeface="+mn-cs"/>
              </a:rPr>
              <a:t>Question three</a:t>
            </a:r>
          </a:p>
        </p:txBody>
      </p:sp>
      <p:sp>
        <p:nvSpPr>
          <p:cNvPr id="11" name="Text Placeholder 4">
            <a:extLst>
              <a:ext uri="{FF2B5EF4-FFF2-40B4-BE49-F238E27FC236}">
                <a16:creationId xmlns:a16="http://schemas.microsoft.com/office/drawing/2014/main" id="{E4CE3F46-34A2-C110-64E9-9C831FC335CD}"/>
              </a:ext>
            </a:extLst>
          </p:cNvPr>
          <p:cNvSpPr txBox="1">
            <a:spLocks/>
          </p:cNvSpPr>
          <p:nvPr/>
        </p:nvSpPr>
        <p:spPr>
          <a:xfrm>
            <a:off x="4464763" y="2301341"/>
            <a:ext cx="3262842" cy="307777"/>
          </a:xfrm>
          <a:prstGeom prst="rect">
            <a:avLst/>
          </a:prstGeom>
        </p:spPr>
        <p:txBody>
          <a:bodyPr vert="horz" wrap="square" lIns="0" tIns="0" rIns="0" bIns="0" rtlCol="0" anchor="t">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FFFFFF"/>
                </a:solidFill>
                <a:effectLst/>
                <a:uLnTx/>
                <a:uFillTx/>
                <a:latin typeface="+mj-lt"/>
                <a:ea typeface="+mn-ea"/>
                <a:cs typeface="+mn-cs"/>
              </a:rPr>
              <a:t>Question two</a:t>
            </a:r>
          </a:p>
        </p:txBody>
      </p:sp>
    </p:spTree>
    <p:extLst>
      <p:ext uri="{BB962C8B-B14F-4D97-AF65-F5344CB8AC3E}">
        <p14:creationId xmlns:p14="http://schemas.microsoft.com/office/powerpoint/2010/main" val="354268027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8C39CA-6AFC-EDC3-5F62-23EE91C9C1FD}"/>
            </a:ext>
          </a:extLst>
        </p:cNvPr>
        <p:cNvGrpSpPr/>
        <p:nvPr/>
      </p:nvGrpSpPr>
      <p:grpSpPr>
        <a:xfrm>
          <a:off x="0" y="0"/>
          <a:ext cx="0" cy="0"/>
          <a:chOff x="0" y="0"/>
          <a:chExt cx="0" cy="0"/>
        </a:xfrm>
      </p:grpSpPr>
      <p:sp>
        <p:nvSpPr>
          <p:cNvPr id="22" name="Date Placeholder 21">
            <a:extLst>
              <a:ext uri="{FF2B5EF4-FFF2-40B4-BE49-F238E27FC236}">
                <a16:creationId xmlns:a16="http://schemas.microsoft.com/office/drawing/2014/main" id="{8F2BD5EB-D391-B0AF-F490-879A190ACF00}"/>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3" name="Footer Placeholder 22">
            <a:extLst>
              <a:ext uri="{FF2B5EF4-FFF2-40B4-BE49-F238E27FC236}">
                <a16:creationId xmlns:a16="http://schemas.microsoft.com/office/drawing/2014/main" id="{2F898925-799D-26D8-EB7A-4CBE4D1BD9A0}"/>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4" name="Slide Number Placeholder 23">
            <a:extLst>
              <a:ext uri="{FF2B5EF4-FFF2-40B4-BE49-F238E27FC236}">
                <a16:creationId xmlns:a16="http://schemas.microsoft.com/office/drawing/2014/main" id="{F8332F6C-76DA-79C8-DE2E-1634AA3D0EFF}"/>
              </a:ext>
            </a:extLst>
          </p:cNvPr>
          <p:cNvSpPr>
            <a:spLocks noGrp="1"/>
          </p:cNvSpPr>
          <p:nvPr>
            <p:ph type="sldNum" sz="quarter" idx="12"/>
          </p:nvPr>
        </p:nvSpPr>
        <p:spPr/>
        <p:txBody>
          <a:bodyPr/>
          <a:lstStyle/>
          <a:p>
            <a:pPr algn="r"/>
            <a:fld id="{5D9A5160-6218-4E5A-B9E6-B93E3DAE377C}" type="slidenum">
              <a:rPr lang="en-US" smtClean="0"/>
              <a:pPr algn="r"/>
              <a:t>30</a:t>
            </a:fld>
            <a:endParaRPr lang="en-US" dirty="0"/>
          </a:p>
        </p:txBody>
      </p:sp>
      <p:sp>
        <p:nvSpPr>
          <p:cNvPr id="2" name="Titre 1">
            <a:extLst>
              <a:ext uri="{FF2B5EF4-FFF2-40B4-BE49-F238E27FC236}">
                <a16:creationId xmlns:a16="http://schemas.microsoft.com/office/drawing/2014/main" id="{479080E8-ED41-EA9D-A425-3F681C714423}"/>
              </a:ext>
            </a:extLst>
          </p:cNvPr>
          <p:cNvSpPr>
            <a:spLocks noGrp="1"/>
          </p:cNvSpPr>
          <p:nvPr>
            <p:ph type="title"/>
          </p:nvPr>
        </p:nvSpPr>
        <p:spPr/>
        <p:txBody>
          <a:bodyPr/>
          <a:lstStyle/>
          <a:p>
            <a:r>
              <a:rPr lang="en-US" dirty="0"/>
              <a:t>Concentric pie charts 1</a:t>
            </a:r>
            <a:br>
              <a:rPr lang="en-US" dirty="0"/>
            </a:br>
            <a:endParaRPr lang="en-US" dirty="0"/>
          </a:p>
        </p:txBody>
      </p:sp>
      <p:grpSp>
        <p:nvGrpSpPr>
          <p:cNvPr id="5" name="Group 4" descr="Data chart">
            <a:extLst>
              <a:ext uri="{FF2B5EF4-FFF2-40B4-BE49-F238E27FC236}">
                <a16:creationId xmlns:a16="http://schemas.microsoft.com/office/drawing/2014/main" id="{000ED4B5-E774-043A-008D-8BE4226A7830}"/>
              </a:ext>
            </a:extLst>
          </p:cNvPr>
          <p:cNvGrpSpPr/>
          <p:nvPr/>
        </p:nvGrpSpPr>
        <p:grpSpPr>
          <a:xfrm>
            <a:off x="550863" y="1792391"/>
            <a:ext cx="3457477" cy="4485375"/>
            <a:chOff x="550863" y="1792391"/>
            <a:chExt cx="3457477" cy="4485375"/>
          </a:xfrm>
        </p:grpSpPr>
        <p:sp>
          <p:nvSpPr>
            <p:cNvPr id="60" name="Rectangle 9">
              <a:extLst>
                <a:ext uri="{FF2B5EF4-FFF2-40B4-BE49-F238E27FC236}">
                  <a16:creationId xmlns:a16="http://schemas.microsoft.com/office/drawing/2014/main" id="{F8154285-5161-BC90-90E3-E494500A62BA}"/>
                </a:ext>
              </a:extLst>
            </p:cNvPr>
            <p:cNvSpPr>
              <a:spLocks noChangeArrowheads="1"/>
            </p:cNvSpPr>
            <p:nvPr/>
          </p:nvSpPr>
          <p:spPr bwMode="auto">
            <a:xfrm>
              <a:off x="550863" y="5323147"/>
              <a:ext cx="180000" cy="180000"/>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6F6F6"/>
                </a:solidFill>
                <a:effectLst/>
                <a:uLnTx/>
                <a:uFillTx/>
                <a:latin typeface="Ubuntu"/>
                <a:ea typeface="+mn-ea"/>
                <a:cs typeface="+mn-cs"/>
              </a:endParaRPr>
            </a:p>
          </p:txBody>
        </p:sp>
        <p:sp>
          <p:nvSpPr>
            <p:cNvPr id="61" name="Rectangle 10">
              <a:extLst>
                <a:ext uri="{FF2B5EF4-FFF2-40B4-BE49-F238E27FC236}">
                  <a16:creationId xmlns:a16="http://schemas.microsoft.com/office/drawing/2014/main" id="{CC21B068-A42F-CFF0-A901-402E85C174A6}"/>
                </a:ext>
              </a:extLst>
            </p:cNvPr>
            <p:cNvSpPr>
              <a:spLocks noChangeArrowheads="1"/>
            </p:cNvSpPr>
            <p:nvPr/>
          </p:nvSpPr>
          <p:spPr bwMode="auto">
            <a:xfrm>
              <a:off x="802610" y="5302517"/>
              <a:ext cx="726161"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Germany</a:t>
              </a:r>
            </a:p>
          </p:txBody>
        </p:sp>
        <p:sp>
          <p:nvSpPr>
            <p:cNvPr id="62" name="Rectangle 11">
              <a:extLst>
                <a:ext uri="{FF2B5EF4-FFF2-40B4-BE49-F238E27FC236}">
                  <a16:creationId xmlns:a16="http://schemas.microsoft.com/office/drawing/2014/main" id="{4A2065A2-B4D3-881A-AED9-1E6BDF0200D7}"/>
                </a:ext>
              </a:extLst>
            </p:cNvPr>
            <p:cNvSpPr>
              <a:spLocks noChangeArrowheads="1"/>
            </p:cNvSpPr>
            <p:nvPr/>
          </p:nvSpPr>
          <p:spPr bwMode="auto">
            <a:xfrm>
              <a:off x="550863" y="5580538"/>
              <a:ext cx="180000" cy="180000"/>
            </a:xfrm>
            <a:prstGeom prst="rect">
              <a:avLst/>
            </a:prstGeom>
            <a:solidFill>
              <a:schemeClr val="accent1">
                <a:lumMod val="60000"/>
                <a:lumOff val="40000"/>
              </a:schemeClr>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6F6F6"/>
                </a:solidFill>
                <a:effectLst/>
                <a:uLnTx/>
                <a:uFillTx/>
                <a:latin typeface="Ubuntu"/>
                <a:ea typeface="+mn-ea"/>
                <a:cs typeface="+mn-cs"/>
              </a:endParaRPr>
            </a:p>
          </p:txBody>
        </p:sp>
        <p:sp>
          <p:nvSpPr>
            <p:cNvPr id="63" name="Rectangle 12">
              <a:extLst>
                <a:ext uri="{FF2B5EF4-FFF2-40B4-BE49-F238E27FC236}">
                  <a16:creationId xmlns:a16="http://schemas.microsoft.com/office/drawing/2014/main" id="{6B5AC941-5EF4-6F72-649B-C9D47B789D4F}"/>
                </a:ext>
              </a:extLst>
            </p:cNvPr>
            <p:cNvSpPr>
              <a:spLocks noChangeArrowheads="1"/>
            </p:cNvSpPr>
            <p:nvPr/>
          </p:nvSpPr>
          <p:spPr bwMode="auto">
            <a:xfrm>
              <a:off x="802610" y="5564671"/>
              <a:ext cx="235642"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UK</a:t>
              </a:r>
            </a:p>
          </p:txBody>
        </p:sp>
        <p:sp>
          <p:nvSpPr>
            <p:cNvPr id="64" name="Rectangle 13">
              <a:extLst>
                <a:ext uri="{FF2B5EF4-FFF2-40B4-BE49-F238E27FC236}">
                  <a16:creationId xmlns:a16="http://schemas.microsoft.com/office/drawing/2014/main" id="{3F664A4B-F60C-7527-8038-502A49D3D24F}"/>
                </a:ext>
              </a:extLst>
            </p:cNvPr>
            <p:cNvSpPr>
              <a:spLocks noChangeArrowheads="1"/>
            </p:cNvSpPr>
            <p:nvPr/>
          </p:nvSpPr>
          <p:spPr bwMode="auto">
            <a:xfrm>
              <a:off x="550863" y="5830203"/>
              <a:ext cx="180000" cy="1800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6F6F6"/>
                </a:solidFill>
                <a:effectLst/>
                <a:uLnTx/>
                <a:uFillTx/>
                <a:latin typeface="Ubuntu"/>
                <a:ea typeface="+mn-ea"/>
                <a:cs typeface="+mn-cs"/>
              </a:endParaRPr>
            </a:p>
          </p:txBody>
        </p:sp>
        <p:sp>
          <p:nvSpPr>
            <p:cNvPr id="65" name="Rectangle 14">
              <a:extLst>
                <a:ext uri="{FF2B5EF4-FFF2-40B4-BE49-F238E27FC236}">
                  <a16:creationId xmlns:a16="http://schemas.microsoft.com/office/drawing/2014/main" id="{BF859266-FFD4-8B0A-0AE7-4E2E034AFE16}"/>
                </a:ext>
              </a:extLst>
            </p:cNvPr>
            <p:cNvSpPr>
              <a:spLocks noChangeArrowheads="1"/>
            </p:cNvSpPr>
            <p:nvPr/>
          </p:nvSpPr>
          <p:spPr bwMode="auto">
            <a:xfrm>
              <a:off x="802610" y="5818626"/>
              <a:ext cx="540020"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France</a:t>
              </a:r>
            </a:p>
          </p:txBody>
        </p:sp>
        <p:graphicFrame>
          <p:nvGraphicFramePr>
            <p:cNvPr id="66" name="Chart 65">
              <a:extLst>
                <a:ext uri="{FF2B5EF4-FFF2-40B4-BE49-F238E27FC236}">
                  <a16:creationId xmlns:a16="http://schemas.microsoft.com/office/drawing/2014/main" id="{7F40C2EF-7DD7-75E2-CEA4-B0B4CE46E7BD}"/>
                </a:ext>
              </a:extLst>
            </p:cNvPr>
            <p:cNvGraphicFramePr/>
            <p:nvPr>
              <p:extLst>
                <p:ext uri="{D42A27DB-BD31-4B8C-83A1-F6EECF244321}">
                  <p14:modId xmlns:p14="http://schemas.microsoft.com/office/powerpoint/2010/main" val="3276429707"/>
                </p:ext>
              </p:extLst>
            </p:nvPr>
          </p:nvGraphicFramePr>
          <p:xfrm>
            <a:off x="695972" y="1792391"/>
            <a:ext cx="3312368" cy="3600494"/>
          </p:xfrm>
          <a:graphic>
            <a:graphicData uri="http://schemas.openxmlformats.org/drawingml/2006/chart">
              <c:chart xmlns:c="http://schemas.openxmlformats.org/drawingml/2006/chart" xmlns:r="http://schemas.openxmlformats.org/officeDocument/2006/relationships" r:id="rId2"/>
            </a:graphicData>
          </a:graphic>
        </p:graphicFrame>
        <p:sp>
          <p:nvSpPr>
            <p:cNvPr id="67" name="Rectangle 13">
              <a:extLst>
                <a:ext uri="{FF2B5EF4-FFF2-40B4-BE49-F238E27FC236}">
                  <a16:creationId xmlns:a16="http://schemas.microsoft.com/office/drawing/2014/main" id="{74F3017E-FFEB-5109-1C1E-F0905B4A45B5}"/>
                </a:ext>
              </a:extLst>
            </p:cNvPr>
            <p:cNvSpPr>
              <a:spLocks noChangeArrowheads="1"/>
            </p:cNvSpPr>
            <p:nvPr/>
          </p:nvSpPr>
          <p:spPr bwMode="auto">
            <a:xfrm>
              <a:off x="550863" y="6073899"/>
              <a:ext cx="180000" cy="180000"/>
            </a:xfrm>
            <a:prstGeom prst="rect">
              <a:avLst/>
            </a:prstGeom>
            <a:solidFill>
              <a:schemeClr val="accent1">
                <a:lumMod val="20000"/>
                <a:lumOff val="80000"/>
              </a:schemeClr>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6F6F6"/>
                </a:solidFill>
                <a:effectLst/>
                <a:uLnTx/>
                <a:uFillTx/>
                <a:latin typeface="Ubuntu"/>
                <a:ea typeface="+mn-ea"/>
                <a:cs typeface="+mn-cs"/>
              </a:endParaRPr>
            </a:p>
          </p:txBody>
        </p:sp>
        <p:sp>
          <p:nvSpPr>
            <p:cNvPr id="68" name="Rectangle 14">
              <a:extLst>
                <a:ext uri="{FF2B5EF4-FFF2-40B4-BE49-F238E27FC236}">
                  <a16:creationId xmlns:a16="http://schemas.microsoft.com/office/drawing/2014/main" id="{4A6008A7-63C6-CD16-5EB8-3B3CE4C87C18}"/>
                </a:ext>
              </a:extLst>
            </p:cNvPr>
            <p:cNvSpPr>
              <a:spLocks noChangeArrowheads="1"/>
            </p:cNvSpPr>
            <p:nvPr/>
          </p:nvSpPr>
          <p:spPr bwMode="auto">
            <a:xfrm>
              <a:off x="802610" y="6062322"/>
              <a:ext cx="219612"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US</a:t>
              </a:r>
            </a:p>
          </p:txBody>
        </p:sp>
        <p:sp>
          <p:nvSpPr>
            <p:cNvPr id="69" name="Rectangle 10">
              <a:extLst>
                <a:ext uri="{FF2B5EF4-FFF2-40B4-BE49-F238E27FC236}">
                  <a16:creationId xmlns:a16="http://schemas.microsoft.com/office/drawing/2014/main" id="{54DDC5D6-D8F0-4ACF-F717-C10C308031AC}"/>
                </a:ext>
              </a:extLst>
            </p:cNvPr>
            <p:cNvSpPr>
              <a:spLocks noChangeArrowheads="1"/>
            </p:cNvSpPr>
            <p:nvPr/>
          </p:nvSpPr>
          <p:spPr bwMode="auto">
            <a:xfrm>
              <a:off x="2397004" y="2003576"/>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- 42%</a:t>
              </a:r>
            </a:p>
          </p:txBody>
        </p:sp>
        <p:sp>
          <p:nvSpPr>
            <p:cNvPr id="70" name="Rectangle 10">
              <a:extLst>
                <a:ext uri="{FF2B5EF4-FFF2-40B4-BE49-F238E27FC236}">
                  <a16:creationId xmlns:a16="http://schemas.microsoft.com/office/drawing/2014/main" id="{9A9B55D6-B905-478F-1F34-45E371AF6FBD}"/>
                </a:ext>
              </a:extLst>
            </p:cNvPr>
            <p:cNvSpPr>
              <a:spLocks noChangeArrowheads="1"/>
            </p:cNvSpPr>
            <p:nvPr/>
          </p:nvSpPr>
          <p:spPr bwMode="auto">
            <a:xfrm>
              <a:off x="2397004" y="2186406"/>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- 38%</a:t>
              </a:r>
            </a:p>
          </p:txBody>
        </p:sp>
        <p:sp>
          <p:nvSpPr>
            <p:cNvPr id="71" name="Rectangle 10">
              <a:extLst>
                <a:ext uri="{FF2B5EF4-FFF2-40B4-BE49-F238E27FC236}">
                  <a16:creationId xmlns:a16="http://schemas.microsoft.com/office/drawing/2014/main" id="{3E185ED5-E373-10D4-1B24-0D325932A0B1}"/>
                </a:ext>
              </a:extLst>
            </p:cNvPr>
            <p:cNvSpPr>
              <a:spLocks noChangeArrowheads="1"/>
            </p:cNvSpPr>
            <p:nvPr/>
          </p:nvSpPr>
          <p:spPr bwMode="auto">
            <a:xfrm>
              <a:off x="2397004" y="2369235"/>
              <a:ext cx="460062"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- 58%</a:t>
              </a:r>
            </a:p>
          </p:txBody>
        </p:sp>
        <p:sp>
          <p:nvSpPr>
            <p:cNvPr id="72" name="Rectangle 10">
              <a:extLst>
                <a:ext uri="{FF2B5EF4-FFF2-40B4-BE49-F238E27FC236}">
                  <a16:creationId xmlns:a16="http://schemas.microsoft.com/office/drawing/2014/main" id="{252026B8-3275-45ED-4DFC-C088BD28B5E1}"/>
                </a:ext>
              </a:extLst>
            </p:cNvPr>
            <p:cNvSpPr>
              <a:spLocks noChangeArrowheads="1"/>
            </p:cNvSpPr>
            <p:nvPr/>
          </p:nvSpPr>
          <p:spPr bwMode="auto">
            <a:xfrm>
              <a:off x="2397004" y="2552065"/>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- 25%</a:t>
              </a:r>
            </a:p>
          </p:txBody>
        </p:sp>
      </p:grpSp>
      <p:grpSp>
        <p:nvGrpSpPr>
          <p:cNvPr id="4" name="Group 3" descr="Data chart">
            <a:extLst>
              <a:ext uri="{FF2B5EF4-FFF2-40B4-BE49-F238E27FC236}">
                <a16:creationId xmlns:a16="http://schemas.microsoft.com/office/drawing/2014/main" id="{EE19F138-A814-896A-929D-55D4F06AF1B0}"/>
              </a:ext>
            </a:extLst>
          </p:cNvPr>
          <p:cNvGrpSpPr/>
          <p:nvPr/>
        </p:nvGrpSpPr>
        <p:grpSpPr>
          <a:xfrm>
            <a:off x="4388119" y="1632312"/>
            <a:ext cx="4165489" cy="4645454"/>
            <a:chOff x="4388119" y="1632312"/>
            <a:chExt cx="4165489" cy="4645454"/>
          </a:xfrm>
        </p:grpSpPr>
        <p:sp>
          <p:nvSpPr>
            <p:cNvPr id="59" name="Oval 58">
              <a:extLst>
                <a:ext uri="{FF2B5EF4-FFF2-40B4-BE49-F238E27FC236}">
                  <a16:creationId xmlns:a16="http://schemas.microsoft.com/office/drawing/2014/main" id="{EB9B6C2A-62E2-2D2C-2BEE-E4D3FF9BCBFE}"/>
                </a:ext>
              </a:extLst>
            </p:cNvPr>
            <p:cNvSpPr/>
            <p:nvPr/>
          </p:nvSpPr>
          <p:spPr>
            <a:xfrm>
              <a:off x="4388119" y="1808769"/>
              <a:ext cx="3508705" cy="3508705"/>
            </a:xfrm>
            <a:prstGeom prst="ellipse">
              <a:avLst/>
            </a:prstGeom>
            <a:solidFill>
              <a:schemeClr val="accent1"/>
            </a:soli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6F6F6"/>
                </a:solidFill>
                <a:effectLst/>
                <a:uLnTx/>
                <a:uFillTx/>
                <a:latin typeface="Ubuntu"/>
                <a:ea typeface="+mn-ea"/>
                <a:cs typeface="+mn-cs"/>
              </a:endParaRPr>
            </a:p>
          </p:txBody>
        </p:sp>
        <p:sp>
          <p:nvSpPr>
            <p:cNvPr id="73" name="Rectangle 10">
              <a:extLst>
                <a:ext uri="{FF2B5EF4-FFF2-40B4-BE49-F238E27FC236}">
                  <a16:creationId xmlns:a16="http://schemas.microsoft.com/office/drawing/2014/main" id="{FED5CC5F-78BC-0B55-A2CF-F2565D832E93}"/>
                </a:ext>
              </a:extLst>
            </p:cNvPr>
            <p:cNvSpPr>
              <a:spLocks noChangeArrowheads="1"/>
            </p:cNvSpPr>
            <p:nvPr/>
          </p:nvSpPr>
          <p:spPr bwMode="auto">
            <a:xfrm>
              <a:off x="6193683" y="2053680"/>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- 56%</a:t>
              </a:r>
            </a:p>
          </p:txBody>
        </p:sp>
        <p:sp>
          <p:nvSpPr>
            <p:cNvPr id="74" name="Rectangle 10">
              <a:extLst>
                <a:ext uri="{FF2B5EF4-FFF2-40B4-BE49-F238E27FC236}">
                  <a16:creationId xmlns:a16="http://schemas.microsoft.com/office/drawing/2014/main" id="{7BE34107-46DF-D541-26F7-005F6520C666}"/>
                </a:ext>
              </a:extLst>
            </p:cNvPr>
            <p:cNvSpPr>
              <a:spLocks noChangeArrowheads="1"/>
            </p:cNvSpPr>
            <p:nvPr/>
          </p:nvSpPr>
          <p:spPr bwMode="auto">
            <a:xfrm>
              <a:off x="6193683" y="2236510"/>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- 51%</a:t>
              </a:r>
            </a:p>
          </p:txBody>
        </p:sp>
        <p:sp>
          <p:nvSpPr>
            <p:cNvPr id="75" name="Rectangle 10">
              <a:extLst>
                <a:ext uri="{FF2B5EF4-FFF2-40B4-BE49-F238E27FC236}">
                  <a16:creationId xmlns:a16="http://schemas.microsoft.com/office/drawing/2014/main" id="{1FE9A79A-CAA0-DAA2-9036-32FC8AC9DDD6}"/>
                </a:ext>
              </a:extLst>
            </p:cNvPr>
            <p:cNvSpPr>
              <a:spLocks noChangeArrowheads="1"/>
            </p:cNvSpPr>
            <p:nvPr/>
          </p:nvSpPr>
          <p:spPr bwMode="auto">
            <a:xfrm>
              <a:off x="6193683" y="2419339"/>
              <a:ext cx="460062"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- 76%</a:t>
              </a:r>
            </a:p>
          </p:txBody>
        </p:sp>
        <p:sp>
          <p:nvSpPr>
            <p:cNvPr id="76" name="Rectangle 10">
              <a:extLst>
                <a:ext uri="{FF2B5EF4-FFF2-40B4-BE49-F238E27FC236}">
                  <a16:creationId xmlns:a16="http://schemas.microsoft.com/office/drawing/2014/main" id="{F69DAF79-D8CB-B298-448C-F50D915633F3}"/>
                </a:ext>
              </a:extLst>
            </p:cNvPr>
            <p:cNvSpPr>
              <a:spLocks noChangeArrowheads="1"/>
            </p:cNvSpPr>
            <p:nvPr/>
          </p:nvSpPr>
          <p:spPr bwMode="auto">
            <a:xfrm>
              <a:off x="6193683" y="2602169"/>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- 60%</a:t>
              </a:r>
            </a:p>
          </p:txBody>
        </p:sp>
        <p:graphicFrame>
          <p:nvGraphicFramePr>
            <p:cNvPr id="81" name="Chart 80">
              <a:extLst>
                <a:ext uri="{FF2B5EF4-FFF2-40B4-BE49-F238E27FC236}">
                  <a16:creationId xmlns:a16="http://schemas.microsoft.com/office/drawing/2014/main" id="{6C680184-FB6C-D5FE-06A3-BEEBCCA07BA8}"/>
                </a:ext>
              </a:extLst>
            </p:cNvPr>
            <p:cNvGraphicFramePr/>
            <p:nvPr>
              <p:extLst>
                <p:ext uri="{D42A27DB-BD31-4B8C-83A1-F6EECF244321}">
                  <p14:modId xmlns:p14="http://schemas.microsoft.com/office/powerpoint/2010/main" val="947845331"/>
                </p:ext>
              </p:extLst>
            </p:nvPr>
          </p:nvGraphicFramePr>
          <p:xfrm>
            <a:off x="4436183" y="1632312"/>
            <a:ext cx="3312368" cy="3600494"/>
          </p:xfrm>
          <a:graphic>
            <a:graphicData uri="http://schemas.openxmlformats.org/drawingml/2006/chart">
              <c:chart xmlns:c="http://schemas.openxmlformats.org/drawingml/2006/chart" xmlns:r="http://schemas.openxmlformats.org/officeDocument/2006/relationships" r:id="rId3"/>
            </a:graphicData>
          </a:graphic>
        </p:graphicFrame>
        <p:sp>
          <p:nvSpPr>
            <p:cNvPr id="86" name="Rectangle 9">
              <a:extLst>
                <a:ext uri="{FF2B5EF4-FFF2-40B4-BE49-F238E27FC236}">
                  <a16:creationId xmlns:a16="http://schemas.microsoft.com/office/drawing/2014/main" id="{64F5E289-CB0F-CCDB-6553-902F188CC069}"/>
                </a:ext>
              </a:extLst>
            </p:cNvPr>
            <p:cNvSpPr>
              <a:spLocks noChangeArrowheads="1"/>
            </p:cNvSpPr>
            <p:nvPr/>
          </p:nvSpPr>
          <p:spPr bwMode="auto">
            <a:xfrm>
              <a:off x="4472869" y="5323147"/>
              <a:ext cx="180000" cy="180000"/>
            </a:xfrm>
            <a:prstGeom prst="rect">
              <a:avLst/>
            </a:prstGeom>
            <a:solidFill>
              <a:srgbClr val="FEB100"/>
            </a:solidFill>
            <a:ln w="76200">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6F6F6"/>
                </a:solidFill>
                <a:effectLst/>
                <a:uLnTx/>
                <a:uFillTx/>
                <a:latin typeface="Ubuntu"/>
                <a:ea typeface="+mn-ea"/>
                <a:cs typeface="+mn-cs"/>
              </a:endParaRPr>
            </a:p>
          </p:txBody>
        </p:sp>
        <p:sp>
          <p:nvSpPr>
            <p:cNvPr id="87" name="Rectangle 10">
              <a:extLst>
                <a:ext uri="{FF2B5EF4-FFF2-40B4-BE49-F238E27FC236}">
                  <a16:creationId xmlns:a16="http://schemas.microsoft.com/office/drawing/2014/main" id="{8634DB59-75C0-DC22-99F4-6689252F095E}"/>
                </a:ext>
              </a:extLst>
            </p:cNvPr>
            <p:cNvSpPr>
              <a:spLocks noChangeArrowheads="1"/>
            </p:cNvSpPr>
            <p:nvPr/>
          </p:nvSpPr>
          <p:spPr bwMode="auto">
            <a:xfrm>
              <a:off x="4758991" y="5302517"/>
              <a:ext cx="726161"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Germany</a:t>
              </a:r>
            </a:p>
          </p:txBody>
        </p:sp>
        <p:sp>
          <p:nvSpPr>
            <p:cNvPr id="88" name="Rectangle 11">
              <a:extLst>
                <a:ext uri="{FF2B5EF4-FFF2-40B4-BE49-F238E27FC236}">
                  <a16:creationId xmlns:a16="http://schemas.microsoft.com/office/drawing/2014/main" id="{3EAD651F-871A-BC48-769E-A21FF4725742}"/>
                </a:ext>
              </a:extLst>
            </p:cNvPr>
            <p:cNvSpPr>
              <a:spLocks noChangeArrowheads="1"/>
            </p:cNvSpPr>
            <p:nvPr/>
          </p:nvSpPr>
          <p:spPr bwMode="auto">
            <a:xfrm>
              <a:off x="4472869" y="5580538"/>
              <a:ext cx="180000" cy="180000"/>
            </a:xfrm>
            <a:prstGeom prst="rect">
              <a:avLst/>
            </a:prstGeom>
            <a:solidFill>
              <a:srgbClr val="FF816E"/>
            </a:solidFill>
            <a:ln w="76200">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6F6F6"/>
                </a:solidFill>
                <a:effectLst/>
                <a:uLnTx/>
                <a:uFillTx/>
                <a:latin typeface="Ubuntu"/>
                <a:ea typeface="+mn-ea"/>
                <a:cs typeface="+mn-cs"/>
              </a:endParaRPr>
            </a:p>
          </p:txBody>
        </p:sp>
        <p:sp>
          <p:nvSpPr>
            <p:cNvPr id="89" name="Rectangle 12">
              <a:extLst>
                <a:ext uri="{FF2B5EF4-FFF2-40B4-BE49-F238E27FC236}">
                  <a16:creationId xmlns:a16="http://schemas.microsoft.com/office/drawing/2014/main" id="{9A4ABF08-C9DD-8388-CA41-AFC3E3D22BC0}"/>
                </a:ext>
              </a:extLst>
            </p:cNvPr>
            <p:cNvSpPr>
              <a:spLocks noChangeArrowheads="1"/>
            </p:cNvSpPr>
            <p:nvPr/>
          </p:nvSpPr>
          <p:spPr bwMode="auto">
            <a:xfrm>
              <a:off x="4758991" y="5564671"/>
              <a:ext cx="235642"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UK</a:t>
              </a:r>
            </a:p>
          </p:txBody>
        </p:sp>
        <p:sp>
          <p:nvSpPr>
            <p:cNvPr id="90" name="Rectangle 13">
              <a:extLst>
                <a:ext uri="{FF2B5EF4-FFF2-40B4-BE49-F238E27FC236}">
                  <a16:creationId xmlns:a16="http://schemas.microsoft.com/office/drawing/2014/main" id="{41668FB6-A108-018A-02A6-1D7A5294D26A}"/>
                </a:ext>
              </a:extLst>
            </p:cNvPr>
            <p:cNvSpPr>
              <a:spLocks noChangeArrowheads="1"/>
            </p:cNvSpPr>
            <p:nvPr/>
          </p:nvSpPr>
          <p:spPr bwMode="auto">
            <a:xfrm>
              <a:off x="4472869" y="5830203"/>
              <a:ext cx="180000" cy="180000"/>
            </a:xfrm>
            <a:prstGeom prst="rect">
              <a:avLst/>
            </a:prstGeom>
            <a:solidFill>
              <a:schemeClr val="accent6"/>
            </a:solidFill>
            <a:ln w="76200">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6F6F6"/>
                </a:solidFill>
                <a:effectLst/>
                <a:uLnTx/>
                <a:uFillTx/>
                <a:latin typeface="Ubuntu"/>
                <a:ea typeface="+mn-ea"/>
                <a:cs typeface="+mn-cs"/>
              </a:endParaRPr>
            </a:p>
          </p:txBody>
        </p:sp>
        <p:sp>
          <p:nvSpPr>
            <p:cNvPr id="91" name="Rectangle 14">
              <a:extLst>
                <a:ext uri="{FF2B5EF4-FFF2-40B4-BE49-F238E27FC236}">
                  <a16:creationId xmlns:a16="http://schemas.microsoft.com/office/drawing/2014/main" id="{6BB914C3-446F-52C0-964D-7621B47A9FF7}"/>
                </a:ext>
              </a:extLst>
            </p:cNvPr>
            <p:cNvSpPr>
              <a:spLocks noChangeArrowheads="1"/>
            </p:cNvSpPr>
            <p:nvPr/>
          </p:nvSpPr>
          <p:spPr bwMode="auto">
            <a:xfrm>
              <a:off x="4758991" y="5818626"/>
              <a:ext cx="540020"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France</a:t>
              </a:r>
            </a:p>
          </p:txBody>
        </p:sp>
        <p:sp>
          <p:nvSpPr>
            <p:cNvPr id="92" name="Rectangle 13">
              <a:extLst>
                <a:ext uri="{FF2B5EF4-FFF2-40B4-BE49-F238E27FC236}">
                  <a16:creationId xmlns:a16="http://schemas.microsoft.com/office/drawing/2014/main" id="{9262C8D2-2672-FAAA-75C1-8B76B1C23554}"/>
                </a:ext>
              </a:extLst>
            </p:cNvPr>
            <p:cNvSpPr>
              <a:spLocks noChangeArrowheads="1"/>
            </p:cNvSpPr>
            <p:nvPr/>
          </p:nvSpPr>
          <p:spPr bwMode="auto">
            <a:xfrm>
              <a:off x="4472869" y="6073899"/>
              <a:ext cx="180000" cy="180000"/>
            </a:xfrm>
            <a:prstGeom prst="rect">
              <a:avLst/>
            </a:prstGeom>
            <a:solidFill>
              <a:schemeClr val="accent1"/>
            </a:solidFill>
            <a:ln w="76200">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6F6F6"/>
                </a:solidFill>
                <a:effectLst/>
                <a:uLnTx/>
                <a:uFillTx/>
                <a:latin typeface="Ubuntu"/>
                <a:ea typeface="+mn-ea"/>
                <a:cs typeface="+mn-cs"/>
              </a:endParaRPr>
            </a:p>
          </p:txBody>
        </p:sp>
        <p:sp>
          <p:nvSpPr>
            <p:cNvPr id="93" name="Rectangle 14">
              <a:extLst>
                <a:ext uri="{FF2B5EF4-FFF2-40B4-BE49-F238E27FC236}">
                  <a16:creationId xmlns:a16="http://schemas.microsoft.com/office/drawing/2014/main" id="{862D7C1C-E7AD-EB1F-5401-2578430E3FA9}"/>
                </a:ext>
              </a:extLst>
            </p:cNvPr>
            <p:cNvSpPr>
              <a:spLocks noChangeArrowheads="1"/>
            </p:cNvSpPr>
            <p:nvPr/>
          </p:nvSpPr>
          <p:spPr bwMode="auto">
            <a:xfrm>
              <a:off x="4758991" y="6062322"/>
              <a:ext cx="219612"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US</a:t>
              </a:r>
            </a:p>
          </p:txBody>
        </p:sp>
        <p:sp>
          <p:nvSpPr>
            <p:cNvPr id="94" name="Rectangle 9">
              <a:extLst>
                <a:ext uri="{FF2B5EF4-FFF2-40B4-BE49-F238E27FC236}">
                  <a16:creationId xmlns:a16="http://schemas.microsoft.com/office/drawing/2014/main" id="{F3535740-7AEC-F9DD-0A43-DC29F11287EF}"/>
                </a:ext>
              </a:extLst>
            </p:cNvPr>
            <p:cNvSpPr>
              <a:spLocks noChangeArrowheads="1"/>
            </p:cNvSpPr>
            <p:nvPr/>
          </p:nvSpPr>
          <p:spPr bwMode="auto">
            <a:xfrm>
              <a:off x="8373608" y="5323147"/>
              <a:ext cx="180000" cy="180000"/>
            </a:xfrm>
            <a:prstGeom prst="rect">
              <a:avLst/>
            </a:prstGeom>
            <a:solidFill>
              <a:schemeClr val="tx2"/>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6F6F6"/>
                </a:solidFill>
                <a:effectLst/>
                <a:uLnTx/>
                <a:uFillTx/>
                <a:latin typeface="Ubuntu"/>
                <a:ea typeface="+mn-ea"/>
                <a:cs typeface="+mn-cs"/>
              </a:endParaRPr>
            </a:p>
          </p:txBody>
        </p:sp>
        <p:sp>
          <p:nvSpPr>
            <p:cNvPr id="96" name="Rectangle 11">
              <a:extLst>
                <a:ext uri="{FF2B5EF4-FFF2-40B4-BE49-F238E27FC236}">
                  <a16:creationId xmlns:a16="http://schemas.microsoft.com/office/drawing/2014/main" id="{CDAE3D3B-5EA5-04D8-8DA0-58B58FDAF5ED}"/>
                </a:ext>
              </a:extLst>
            </p:cNvPr>
            <p:cNvSpPr>
              <a:spLocks noChangeArrowheads="1"/>
            </p:cNvSpPr>
            <p:nvPr/>
          </p:nvSpPr>
          <p:spPr bwMode="auto">
            <a:xfrm>
              <a:off x="8373608" y="5580538"/>
              <a:ext cx="180000" cy="180000"/>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6F6F6"/>
                </a:solidFill>
                <a:effectLst/>
                <a:uLnTx/>
                <a:uFillTx/>
                <a:latin typeface="Ubuntu"/>
                <a:ea typeface="+mn-ea"/>
                <a:cs typeface="+mn-cs"/>
              </a:endParaRPr>
            </a:p>
          </p:txBody>
        </p:sp>
        <p:sp>
          <p:nvSpPr>
            <p:cNvPr id="98" name="Rectangle 13">
              <a:extLst>
                <a:ext uri="{FF2B5EF4-FFF2-40B4-BE49-F238E27FC236}">
                  <a16:creationId xmlns:a16="http://schemas.microsoft.com/office/drawing/2014/main" id="{8668C07D-456D-FF30-338D-A1015019D718}"/>
                </a:ext>
              </a:extLst>
            </p:cNvPr>
            <p:cNvSpPr>
              <a:spLocks noChangeArrowheads="1"/>
            </p:cNvSpPr>
            <p:nvPr/>
          </p:nvSpPr>
          <p:spPr bwMode="auto">
            <a:xfrm>
              <a:off x="8373608" y="5830203"/>
              <a:ext cx="180000" cy="180000"/>
            </a:xfrm>
            <a:prstGeom prst="rect">
              <a:avLst/>
            </a:prstGeom>
            <a:solidFill>
              <a:srgbClr val="FEB10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6F6F6"/>
                </a:solidFill>
                <a:effectLst/>
                <a:uLnTx/>
                <a:uFillTx/>
                <a:latin typeface="Ubuntu"/>
                <a:ea typeface="+mn-ea"/>
                <a:cs typeface="+mn-cs"/>
              </a:endParaRPr>
            </a:p>
          </p:txBody>
        </p:sp>
        <p:sp>
          <p:nvSpPr>
            <p:cNvPr id="100" name="Rectangle 13">
              <a:extLst>
                <a:ext uri="{FF2B5EF4-FFF2-40B4-BE49-F238E27FC236}">
                  <a16:creationId xmlns:a16="http://schemas.microsoft.com/office/drawing/2014/main" id="{AA28DD75-771A-FCEB-5365-FE602ED40987}"/>
                </a:ext>
              </a:extLst>
            </p:cNvPr>
            <p:cNvSpPr>
              <a:spLocks noChangeArrowheads="1"/>
            </p:cNvSpPr>
            <p:nvPr/>
          </p:nvSpPr>
          <p:spPr bwMode="auto">
            <a:xfrm>
              <a:off x="8373608" y="6073899"/>
              <a:ext cx="180000" cy="180000"/>
            </a:xfrm>
            <a:prstGeom prst="rect">
              <a:avLst/>
            </a:prstGeom>
            <a:solidFill>
              <a:srgbClr val="FF816E"/>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6F6F6"/>
                </a:solidFill>
                <a:effectLst/>
                <a:uLnTx/>
                <a:uFillTx/>
                <a:latin typeface="Ubuntu"/>
                <a:ea typeface="+mn-ea"/>
                <a:cs typeface="+mn-cs"/>
              </a:endParaRPr>
            </a:p>
          </p:txBody>
        </p:sp>
      </p:grpSp>
      <p:grpSp>
        <p:nvGrpSpPr>
          <p:cNvPr id="6" name="Group 5" descr="Data chart">
            <a:extLst>
              <a:ext uri="{FF2B5EF4-FFF2-40B4-BE49-F238E27FC236}">
                <a16:creationId xmlns:a16="http://schemas.microsoft.com/office/drawing/2014/main" id="{48267B20-3D59-FD0D-3236-AE6BD04C8730}"/>
              </a:ext>
            </a:extLst>
          </p:cNvPr>
          <p:cNvGrpSpPr/>
          <p:nvPr/>
        </p:nvGrpSpPr>
        <p:grpSpPr>
          <a:xfrm>
            <a:off x="8612116" y="1792391"/>
            <a:ext cx="3312368" cy="4485375"/>
            <a:chOff x="8612116" y="1792391"/>
            <a:chExt cx="3312368" cy="4485375"/>
          </a:xfrm>
        </p:grpSpPr>
        <p:sp>
          <p:nvSpPr>
            <p:cNvPr id="77" name="Rectangle 10">
              <a:extLst>
                <a:ext uri="{FF2B5EF4-FFF2-40B4-BE49-F238E27FC236}">
                  <a16:creationId xmlns:a16="http://schemas.microsoft.com/office/drawing/2014/main" id="{50FC22C2-35F5-0819-2CAB-2B79A2F90614}"/>
                </a:ext>
              </a:extLst>
            </p:cNvPr>
            <p:cNvSpPr>
              <a:spLocks noChangeArrowheads="1"/>
            </p:cNvSpPr>
            <p:nvPr/>
          </p:nvSpPr>
          <p:spPr bwMode="auto">
            <a:xfrm>
              <a:off x="10312295" y="2003576"/>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- 67%</a:t>
              </a:r>
            </a:p>
          </p:txBody>
        </p:sp>
        <p:sp>
          <p:nvSpPr>
            <p:cNvPr id="78" name="Rectangle 10">
              <a:extLst>
                <a:ext uri="{FF2B5EF4-FFF2-40B4-BE49-F238E27FC236}">
                  <a16:creationId xmlns:a16="http://schemas.microsoft.com/office/drawing/2014/main" id="{71F04FD1-9742-D507-87F2-8E2FC3B5FDF0}"/>
                </a:ext>
              </a:extLst>
            </p:cNvPr>
            <p:cNvSpPr>
              <a:spLocks noChangeArrowheads="1"/>
            </p:cNvSpPr>
            <p:nvPr/>
          </p:nvSpPr>
          <p:spPr bwMode="auto">
            <a:xfrm>
              <a:off x="10312295" y="2186406"/>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- 41%</a:t>
              </a:r>
            </a:p>
          </p:txBody>
        </p:sp>
        <p:sp>
          <p:nvSpPr>
            <p:cNvPr id="79" name="Rectangle 10">
              <a:extLst>
                <a:ext uri="{FF2B5EF4-FFF2-40B4-BE49-F238E27FC236}">
                  <a16:creationId xmlns:a16="http://schemas.microsoft.com/office/drawing/2014/main" id="{68ACA5B2-78B8-3A05-DA01-9A3023C06658}"/>
                </a:ext>
              </a:extLst>
            </p:cNvPr>
            <p:cNvSpPr>
              <a:spLocks noChangeArrowheads="1"/>
            </p:cNvSpPr>
            <p:nvPr/>
          </p:nvSpPr>
          <p:spPr bwMode="auto">
            <a:xfrm>
              <a:off x="10312295" y="2369235"/>
              <a:ext cx="460062"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- 66%</a:t>
              </a:r>
            </a:p>
          </p:txBody>
        </p:sp>
        <p:sp>
          <p:nvSpPr>
            <p:cNvPr id="80" name="Rectangle 10">
              <a:extLst>
                <a:ext uri="{FF2B5EF4-FFF2-40B4-BE49-F238E27FC236}">
                  <a16:creationId xmlns:a16="http://schemas.microsoft.com/office/drawing/2014/main" id="{49EAB964-F326-A9AD-B9EB-7A6E0C8B8C97}"/>
                </a:ext>
              </a:extLst>
            </p:cNvPr>
            <p:cNvSpPr>
              <a:spLocks noChangeArrowheads="1"/>
            </p:cNvSpPr>
            <p:nvPr/>
          </p:nvSpPr>
          <p:spPr bwMode="auto">
            <a:xfrm>
              <a:off x="10312295" y="2552065"/>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- 59%</a:t>
              </a:r>
            </a:p>
          </p:txBody>
        </p:sp>
        <p:graphicFrame>
          <p:nvGraphicFramePr>
            <p:cNvPr id="82" name="Chart 81">
              <a:extLst>
                <a:ext uri="{FF2B5EF4-FFF2-40B4-BE49-F238E27FC236}">
                  <a16:creationId xmlns:a16="http://schemas.microsoft.com/office/drawing/2014/main" id="{72FEA4FA-EB91-279A-39DC-902CBFD9E04A}"/>
                </a:ext>
              </a:extLst>
            </p:cNvPr>
            <p:cNvGraphicFramePr/>
            <p:nvPr>
              <p:extLst>
                <p:ext uri="{D42A27DB-BD31-4B8C-83A1-F6EECF244321}">
                  <p14:modId xmlns:p14="http://schemas.microsoft.com/office/powerpoint/2010/main" val="1008705926"/>
                </p:ext>
              </p:extLst>
            </p:nvPr>
          </p:nvGraphicFramePr>
          <p:xfrm>
            <a:off x="8612116" y="1792391"/>
            <a:ext cx="3312368" cy="3600494"/>
          </p:xfrm>
          <a:graphic>
            <a:graphicData uri="http://schemas.openxmlformats.org/drawingml/2006/chart">
              <c:chart xmlns:c="http://schemas.openxmlformats.org/drawingml/2006/chart" xmlns:r="http://schemas.openxmlformats.org/officeDocument/2006/relationships" r:id="rId4"/>
            </a:graphicData>
          </a:graphic>
        </p:graphicFrame>
        <p:sp>
          <p:nvSpPr>
            <p:cNvPr id="95" name="Rectangle 10">
              <a:extLst>
                <a:ext uri="{FF2B5EF4-FFF2-40B4-BE49-F238E27FC236}">
                  <a16:creationId xmlns:a16="http://schemas.microsoft.com/office/drawing/2014/main" id="{D27C75D7-679A-2E50-25C6-CCBF462F5191}"/>
                </a:ext>
              </a:extLst>
            </p:cNvPr>
            <p:cNvSpPr>
              <a:spLocks noChangeArrowheads="1"/>
            </p:cNvSpPr>
            <p:nvPr/>
          </p:nvSpPr>
          <p:spPr bwMode="auto">
            <a:xfrm>
              <a:off x="8625355" y="5302517"/>
              <a:ext cx="726161"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Germany</a:t>
              </a:r>
            </a:p>
          </p:txBody>
        </p:sp>
        <p:sp>
          <p:nvSpPr>
            <p:cNvPr id="97" name="Rectangle 12">
              <a:extLst>
                <a:ext uri="{FF2B5EF4-FFF2-40B4-BE49-F238E27FC236}">
                  <a16:creationId xmlns:a16="http://schemas.microsoft.com/office/drawing/2014/main" id="{596CAA16-C6A0-A21A-53CC-BB548F13C66C}"/>
                </a:ext>
              </a:extLst>
            </p:cNvPr>
            <p:cNvSpPr>
              <a:spLocks noChangeArrowheads="1"/>
            </p:cNvSpPr>
            <p:nvPr/>
          </p:nvSpPr>
          <p:spPr bwMode="auto">
            <a:xfrm>
              <a:off x="8625355" y="5564671"/>
              <a:ext cx="235642"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UK</a:t>
              </a:r>
            </a:p>
          </p:txBody>
        </p:sp>
        <p:sp>
          <p:nvSpPr>
            <p:cNvPr id="99" name="Rectangle 14">
              <a:extLst>
                <a:ext uri="{FF2B5EF4-FFF2-40B4-BE49-F238E27FC236}">
                  <a16:creationId xmlns:a16="http://schemas.microsoft.com/office/drawing/2014/main" id="{AEEEEBC5-1B66-5C19-ECA9-5F5B5369481E}"/>
                </a:ext>
              </a:extLst>
            </p:cNvPr>
            <p:cNvSpPr>
              <a:spLocks noChangeArrowheads="1"/>
            </p:cNvSpPr>
            <p:nvPr/>
          </p:nvSpPr>
          <p:spPr bwMode="auto">
            <a:xfrm>
              <a:off x="8625355" y="5818626"/>
              <a:ext cx="540020"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France</a:t>
              </a:r>
            </a:p>
          </p:txBody>
        </p:sp>
        <p:sp>
          <p:nvSpPr>
            <p:cNvPr id="101" name="Rectangle 14">
              <a:extLst>
                <a:ext uri="{FF2B5EF4-FFF2-40B4-BE49-F238E27FC236}">
                  <a16:creationId xmlns:a16="http://schemas.microsoft.com/office/drawing/2014/main" id="{BD8EF3E4-0755-93BF-D876-F76CB6DBD35F}"/>
                </a:ext>
              </a:extLst>
            </p:cNvPr>
            <p:cNvSpPr>
              <a:spLocks noChangeArrowheads="1"/>
            </p:cNvSpPr>
            <p:nvPr/>
          </p:nvSpPr>
          <p:spPr bwMode="auto">
            <a:xfrm>
              <a:off x="8625355" y="6062322"/>
              <a:ext cx="219612"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US</a:t>
              </a:r>
            </a:p>
          </p:txBody>
        </p:sp>
      </p:grpSp>
      <p:sp>
        <p:nvSpPr>
          <p:cNvPr id="13" name="Text Placeholder 4">
            <a:extLst>
              <a:ext uri="{FF2B5EF4-FFF2-40B4-BE49-F238E27FC236}">
                <a16:creationId xmlns:a16="http://schemas.microsoft.com/office/drawing/2014/main" id="{08CA2898-5D53-2245-F734-220B4050273A}"/>
              </a:ext>
            </a:extLst>
          </p:cNvPr>
          <p:cNvSpPr txBox="1">
            <a:spLocks/>
          </p:cNvSpPr>
          <p:nvPr/>
        </p:nvSpPr>
        <p:spPr>
          <a:xfrm>
            <a:off x="550864" y="1259418"/>
            <a:ext cx="3262842" cy="307776"/>
          </a:xfrm>
          <a:prstGeom prst="rect">
            <a:avLst/>
          </a:prstGeom>
        </p:spPr>
        <p:txBody>
          <a:bodyPr vert="horz" lIns="0" tIns="0" rIns="0" bIns="0" rtlCol="0">
            <a:noAutofit/>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rgbClr val="00D5D0"/>
              </a:buClr>
              <a:buFont typeface="Arial" panose="020B060402020202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2"/>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chemeClr val="accent2"/>
                </a:solidFill>
                <a:effectLst/>
                <a:uLnTx/>
                <a:uFillTx/>
                <a:latin typeface="+mj-lt"/>
                <a:ea typeface="+mn-ea"/>
                <a:cs typeface="+mn-cs"/>
              </a:rPr>
              <a:t>Question one</a:t>
            </a:r>
          </a:p>
        </p:txBody>
      </p:sp>
      <p:sp>
        <p:nvSpPr>
          <p:cNvPr id="14" name="Text Placeholder 4">
            <a:extLst>
              <a:ext uri="{FF2B5EF4-FFF2-40B4-BE49-F238E27FC236}">
                <a16:creationId xmlns:a16="http://schemas.microsoft.com/office/drawing/2014/main" id="{A686EDDE-D5E9-D24D-C47B-3429893A9299}"/>
              </a:ext>
            </a:extLst>
          </p:cNvPr>
          <p:cNvSpPr txBox="1">
            <a:spLocks/>
          </p:cNvSpPr>
          <p:nvPr/>
        </p:nvSpPr>
        <p:spPr>
          <a:xfrm>
            <a:off x="8376810" y="1259417"/>
            <a:ext cx="3262842" cy="307777"/>
          </a:xfrm>
          <a:prstGeom prst="rect">
            <a:avLst/>
          </a:prstGeom>
        </p:spPr>
        <p:txBody>
          <a:bodyPr vert="horz" wrap="square" lIns="0" tIns="0" rIns="0" bIns="0" rtlCol="0" anchor="t">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chemeClr val="accent2"/>
                </a:solidFill>
                <a:effectLst/>
                <a:uLnTx/>
                <a:uFillTx/>
                <a:latin typeface="+mj-lt"/>
                <a:ea typeface="+mn-ea"/>
                <a:cs typeface="+mn-cs"/>
              </a:rPr>
              <a:t>Question three</a:t>
            </a:r>
          </a:p>
        </p:txBody>
      </p:sp>
      <p:sp>
        <p:nvSpPr>
          <p:cNvPr id="15" name="Text Placeholder 4">
            <a:extLst>
              <a:ext uri="{FF2B5EF4-FFF2-40B4-BE49-F238E27FC236}">
                <a16:creationId xmlns:a16="http://schemas.microsoft.com/office/drawing/2014/main" id="{FDAEEB07-C972-CB5E-7CCD-918B5056DE5A}"/>
              </a:ext>
            </a:extLst>
          </p:cNvPr>
          <p:cNvSpPr txBox="1">
            <a:spLocks/>
          </p:cNvSpPr>
          <p:nvPr/>
        </p:nvSpPr>
        <p:spPr>
          <a:xfrm>
            <a:off x="4464763" y="1259417"/>
            <a:ext cx="3262842" cy="307777"/>
          </a:xfrm>
          <a:prstGeom prst="rect">
            <a:avLst/>
          </a:prstGeom>
        </p:spPr>
        <p:txBody>
          <a:bodyPr vert="horz" wrap="square" lIns="0" tIns="0" rIns="0" bIns="0" rtlCol="0" anchor="t">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chemeClr val="accent2"/>
                </a:solidFill>
                <a:effectLst/>
                <a:uLnTx/>
                <a:uFillTx/>
                <a:latin typeface="+mj-lt"/>
                <a:ea typeface="+mn-ea"/>
                <a:cs typeface="+mn-cs"/>
              </a:rPr>
              <a:t>Question two</a:t>
            </a:r>
          </a:p>
        </p:txBody>
      </p:sp>
    </p:spTree>
    <p:extLst>
      <p:ext uri="{BB962C8B-B14F-4D97-AF65-F5344CB8AC3E}">
        <p14:creationId xmlns:p14="http://schemas.microsoft.com/office/powerpoint/2010/main" val="122204643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C0DFA9-2E18-BA8D-D177-A515B610A100}"/>
            </a:ext>
          </a:extLst>
        </p:cNvPr>
        <p:cNvGrpSpPr/>
        <p:nvPr/>
      </p:nvGrpSpPr>
      <p:grpSpPr>
        <a:xfrm>
          <a:off x="0" y="0"/>
          <a:ext cx="0" cy="0"/>
          <a:chOff x="0" y="0"/>
          <a:chExt cx="0" cy="0"/>
        </a:xfrm>
      </p:grpSpPr>
      <p:cxnSp>
        <p:nvCxnSpPr>
          <p:cNvPr id="42" name="Gerader Verbinder 66">
            <a:extLst>
              <a:ext uri="{FF2B5EF4-FFF2-40B4-BE49-F238E27FC236}">
                <a16:creationId xmlns:a16="http://schemas.microsoft.com/office/drawing/2014/main" id="{CD192587-4887-43D6-3C75-FC4085F647B8}"/>
              </a:ext>
              <a:ext uri="{C183D7F6-B498-43B3-948B-1728B52AA6E4}">
                <adec:decorative xmlns:adec="http://schemas.microsoft.com/office/drawing/2017/decorative" val="1"/>
              </a:ext>
            </a:extLst>
          </p:cNvPr>
          <p:cNvCxnSpPr/>
          <p:nvPr/>
        </p:nvCxnSpPr>
        <p:spPr bwMode="gray">
          <a:xfrm flipH="1">
            <a:off x="2893512" y="3960944"/>
            <a:ext cx="0" cy="590265"/>
          </a:xfrm>
          <a:prstGeom prst="line">
            <a:avLst/>
          </a:prstGeom>
          <a:noFill/>
          <a:ln w="12700" cap="flat" cmpd="sng" algn="ctr">
            <a:solidFill>
              <a:schemeClr val="accent2"/>
            </a:solidFill>
            <a:prstDash val="solid"/>
            <a:miter lim="800000"/>
            <a:headEnd type="none" w="med" len="med"/>
            <a:tailEnd type="none" w="med" len="med"/>
          </a:ln>
          <a:effectLst/>
        </p:spPr>
      </p:cxnSp>
      <p:cxnSp>
        <p:nvCxnSpPr>
          <p:cNvPr id="47" name="Gerader Verbinder 82">
            <a:extLst>
              <a:ext uri="{FF2B5EF4-FFF2-40B4-BE49-F238E27FC236}">
                <a16:creationId xmlns:a16="http://schemas.microsoft.com/office/drawing/2014/main" id="{4B8BAFF9-B9CB-F3A0-A6F7-CBD823706CF5}"/>
              </a:ext>
              <a:ext uri="{C183D7F6-B498-43B3-948B-1728B52AA6E4}">
                <adec:decorative xmlns:adec="http://schemas.microsoft.com/office/drawing/2017/decorative" val="1"/>
              </a:ext>
            </a:extLst>
          </p:cNvPr>
          <p:cNvCxnSpPr/>
          <p:nvPr/>
        </p:nvCxnSpPr>
        <p:spPr bwMode="gray">
          <a:xfrm flipH="1">
            <a:off x="5807901" y="3960944"/>
            <a:ext cx="0" cy="590265"/>
          </a:xfrm>
          <a:prstGeom prst="line">
            <a:avLst/>
          </a:prstGeom>
          <a:solidFill>
            <a:srgbClr val="F2F2F2">
              <a:alpha val="75000"/>
            </a:srgbClr>
          </a:solidFill>
          <a:ln w="12700" cap="flat" cmpd="sng" algn="ctr">
            <a:solidFill>
              <a:schemeClr val="accent2"/>
            </a:solidFill>
            <a:prstDash val="solid"/>
            <a:miter lim="800000"/>
            <a:headEnd type="none" w="med" len="med"/>
            <a:tailEnd type="none" w="med" len="med"/>
          </a:ln>
          <a:effectLst/>
        </p:spPr>
      </p:cxnSp>
      <p:cxnSp>
        <p:nvCxnSpPr>
          <p:cNvPr id="40" name="Gerader Verbinder 62">
            <a:extLst>
              <a:ext uri="{FF2B5EF4-FFF2-40B4-BE49-F238E27FC236}">
                <a16:creationId xmlns:a16="http://schemas.microsoft.com/office/drawing/2014/main" id="{3919E651-E035-8417-71D2-27AB4B1E9E56}"/>
              </a:ext>
              <a:ext uri="{C183D7F6-B498-43B3-948B-1728B52AA6E4}">
                <adec:decorative xmlns:adec="http://schemas.microsoft.com/office/drawing/2017/decorative" val="1"/>
              </a:ext>
            </a:extLst>
          </p:cNvPr>
          <p:cNvCxnSpPr/>
          <p:nvPr/>
        </p:nvCxnSpPr>
        <p:spPr bwMode="gray">
          <a:xfrm flipV="1">
            <a:off x="1814039" y="3289593"/>
            <a:ext cx="0" cy="590348"/>
          </a:xfrm>
          <a:prstGeom prst="line">
            <a:avLst/>
          </a:prstGeom>
          <a:noFill/>
          <a:ln w="12700" cap="flat" cmpd="sng" algn="ctr">
            <a:solidFill>
              <a:schemeClr val="accent2"/>
            </a:solidFill>
            <a:prstDash val="solid"/>
            <a:miter lim="800000"/>
            <a:headEnd type="none" w="med" len="med"/>
            <a:tailEnd type="none" w="med" len="med"/>
          </a:ln>
          <a:effectLst/>
        </p:spPr>
      </p:cxnSp>
      <p:cxnSp>
        <p:nvCxnSpPr>
          <p:cNvPr id="45" name="Gerader Verbinder 70">
            <a:extLst>
              <a:ext uri="{FF2B5EF4-FFF2-40B4-BE49-F238E27FC236}">
                <a16:creationId xmlns:a16="http://schemas.microsoft.com/office/drawing/2014/main" id="{BD969B4B-5A79-4D1E-49CD-F3BF1030DADB}"/>
              </a:ext>
              <a:ext uri="{C183D7F6-B498-43B3-948B-1728B52AA6E4}">
                <adec:decorative xmlns:adec="http://schemas.microsoft.com/office/drawing/2017/decorative" val="1"/>
              </a:ext>
            </a:extLst>
          </p:cNvPr>
          <p:cNvCxnSpPr/>
          <p:nvPr/>
        </p:nvCxnSpPr>
        <p:spPr bwMode="gray">
          <a:xfrm flipV="1">
            <a:off x="4650433" y="3289593"/>
            <a:ext cx="0" cy="590348"/>
          </a:xfrm>
          <a:prstGeom prst="line">
            <a:avLst/>
          </a:prstGeom>
          <a:noFill/>
          <a:ln w="12700" cap="flat" cmpd="sng" algn="ctr">
            <a:solidFill>
              <a:schemeClr val="accent2"/>
            </a:solidFill>
            <a:prstDash val="solid"/>
            <a:miter lim="800000"/>
            <a:headEnd type="none" w="med" len="med"/>
            <a:tailEnd type="none" w="med" len="med"/>
          </a:ln>
          <a:effectLst/>
        </p:spPr>
      </p:cxnSp>
      <p:cxnSp>
        <p:nvCxnSpPr>
          <p:cNvPr id="50" name="Gerader Verbinder 78">
            <a:extLst>
              <a:ext uri="{FF2B5EF4-FFF2-40B4-BE49-F238E27FC236}">
                <a16:creationId xmlns:a16="http://schemas.microsoft.com/office/drawing/2014/main" id="{A21841CC-0F20-2E6A-E2C5-6733ABD5014B}"/>
              </a:ext>
              <a:ext uri="{C183D7F6-B498-43B3-948B-1728B52AA6E4}">
                <adec:decorative xmlns:adec="http://schemas.microsoft.com/office/drawing/2017/decorative" val="1"/>
              </a:ext>
            </a:extLst>
          </p:cNvPr>
          <p:cNvCxnSpPr/>
          <p:nvPr/>
        </p:nvCxnSpPr>
        <p:spPr bwMode="gray">
          <a:xfrm flipV="1">
            <a:off x="7642817" y="3289593"/>
            <a:ext cx="0" cy="590348"/>
          </a:xfrm>
          <a:prstGeom prst="line">
            <a:avLst/>
          </a:prstGeom>
          <a:noFill/>
          <a:ln w="12700" cap="flat" cmpd="sng" algn="ctr">
            <a:solidFill>
              <a:schemeClr val="accent2"/>
            </a:solidFill>
            <a:prstDash val="solid"/>
            <a:miter lim="800000"/>
            <a:headEnd type="none" w="med" len="med"/>
            <a:tailEnd type="none" w="med" len="med"/>
          </a:ln>
          <a:effectLst/>
        </p:spPr>
      </p:cxnSp>
      <p:cxnSp>
        <p:nvCxnSpPr>
          <p:cNvPr id="54" name="Gerader Verbinder 74">
            <a:extLst>
              <a:ext uri="{FF2B5EF4-FFF2-40B4-BE49-F238E27FC236}">
                <a16:creationId xmlns:a16="http://schemas.microsoft.com/office/drawing/2014/main" id="{65EA5755-C2DA-C437-99A8-7FEC07A8477E}"/>
              </a:ext>
              <a:ext uri="{C183D7F6-B498-43B3-948B-1728B52AA6E4}">
                <adec:decorative xmlns:adec="http://schemas.microsoft.com/office/drawing/2017/decorative" val="1"/>
              </a:ext>
            </a:extLst>
          </p:cNvPr>
          <p:cNvCxnSpPr/>
          <p:nvPr/>
        </p:nvCxnSpPr>
        <p:spPr bwMode="gray">
          <a:xfrm flipV="1">
            <a:off x="9803977" y="3960944"/>
            <a:ext cx="0" cy="590348"/>
          </a:xfrm>
          <a:prstGeom prst="line">
            <a:avLst/>
          </a:prstGeom>
          <a:noFill/>
          <a:ln w="12700" cap="flat" cmpd="sng" algn="ctr">
            <a:solidFill>
              <a:schemeClr val="accent2"/>
            </a:solidFill>
            <a:prstDash val="solid"/>
            <a:miter lim="800000"/>
            <a:headEnd type="none" w="med" len="med"/>
            <a:tailEnd type="none" w="med" len="med"/>
          </a:ln>
          <a:effectLst/>
        </p:spPr>
      </p:cxnSp>
      <p:sp>
        <p:nvSpPr>
          <p:cNvPr id="51" name="Title 50">
            <a:extLst>
              <a:ext uri="{FF2B5EF4-FFF2-40B4-BE49-F238E27FC236}">
                <a16:creationId xmlns:a16="http://schemas.microsoft.com/office/drawing/2014/main" id="{A194F311-0527-0CC3-4441-87D1D3875EDA}"/>
              </a:ext>
            </a:extLst>
          </p:cNvPr>
          <p:cNvSpPr>
            <a:spLocks noGrp="1"/>
          </p:cNvSpPr>
          <p:nvPr>
            <p:ph type="title"/>
          </p:nvPr>
        </p:nvSpPr>
        <p:spPr>
          <a:xfrm>
            <a:off x="551384" y="549274"/>
            <a:ext cx="11090938" cy="930372"/>
          </a:xfrm>
        </p:spPr>
        <p:txBody>
          <a:bodyPr/>
          <a:lstStyle/>
          <a:p>
            <a:r>
              <a:rPr lang="en-US" dirty="0"/>
              <a:t>Timeline 2</a:t>
            </a:r>
            <a:br>
              <a:rPr lang="en-US" dirty="0"/>
            </a:br>
            <a:endParaRPr lang="en-US" dirty="0"/>
          </a:p>
        </p:txBody>
      </p:sp>
      <p:sp>
        <p:nvSpPr>
          <p:cNvPr id="39" name="Richtungspfeil 10">
            <a:extLst>
              <a:ext uri="{FF2B5EF4-FFF2-40B4-BE49-F238E27FC236}">
                <a16:creationId xmlns:a16="http://schemas.microsoft.com/office/drawing/2014/main" id="{4071AC43-9CD7-41E3-6DB1-169830B80D0A}"/>
              </a:ext>
            </a:extLst>
          </p:cNvPr>
          <p:cNvSpPr/>
          <p:nvPr/>
        </p:nvSpPr>
        <p:spPr bwMode="gray">
          <a:xfrm>
            <a:off x="0" y="3765878"/>
            <a:ext cx="4163970" cy="321435"/>
          </a:xfrm>
          <a:prstGeom prst="homePlate">
            <a:avLst>
              <a:gd name="adj" fmla="val 34124"/>
            </a:avLst>
          </a:prstGeom>
          <a:solidFill>
            <a:schemeClr val="tx2"/>
          </a:solidFill>
          <a:ln w="38100">
            <a:noFill/>
            <a:round/>
            <a:headEnd/>
            <a:tailEnd/>
          </a:ln>
          <a:effectLst/>
        </p:spPr>
        <p:txBody>
          <a:bodyPr lIns="108000" tIns="72000" rIns="108000" bIns="7200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Phase 1</a:t>
            </a:r>
          </a:p>
        </p:txBody>
      </p:sp>
      <p:sp>
        <p:nvSpPr>
          <p:cNvPr id="44" name="Eingekerbter Richtungspfeil 9">
            <a:extLst>
              <a:ext uri="{FF2B5EF4-FFF2-40B4-BE49-F238E27FC236}">
                <a16:creationId xmlns:a16="http://schemas.microsoft.com/office/drawing/2014/main" id="{E7F12049-35E7-944A-33CF-17374A9A4482}"/>
              </a:ext>
            </a:extLst>
          </p:cNvPr>
          <p:cNvSpPr/>
          <p:nvPr/>
        </p:nvSpPr>
        <p:spPr bwMode="gray">
          <a:xfrm>
            <a:off x="3909095" y="3765878"/>
            <a:ext cx="2718933" cy="321435"/>
          </a:xfrm>
          <a:prstGeom prst="chevron">
            <a:avLst>
              <a:gd name="adj" fmla="val 33002"/>
            </a:avLst>
          </a:prstGeom>
          <a:solidFill>
            <a:schemeClr val="accent2"/>
          </a:solidFill>
          <a:ln w="38100">
            <a:noFill/>
            <a:round/>
            <a:headEnd/>
            <a:tailEnd/>
          </a:ln>
          <a:effectLst/>
        </p:spPr>
        <p:txBody>
          <a:bodyPr lIns="108000" tIns="72000" rIns="108000" bIns="7200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accent3"/>
                </a:solidFill>
                <a:effectLst/>
                <a:uLnTx/>
                <a:uFillTx/>
                <a:latin typeface="Ubuntu"/>
                <a:ea typeface="+mn-ea"/>
                <a:cs typeface="+mn-cs"/>
              </a:rPr>
              <a:t>Phase 2</a:t>
            </a:r>
          </a:p>
        </p:txBody>
      </p:sp>
      <p:sp>
        <p:nvSpPr>
          <p:cNvPr id="49" name="Eingekerbter Richtungspfeil 8">
            <a:extLst>
              <a:ext uri="{FF2B5EF4-FFF2-40B4-BE49-F238E27FC236}">
                <a16:creationId xmlns:a16="http://schemas.microsoft.com/office/drawing/2014/main" id="{C61BDBE3-95FC-CFE5-CBA3-3C5FA2B12EE1}"/>
              </a:ext>
            </a:extLst>
          </p:cNvPr>
          <p:cNvSpPr/>
          <p:nvPr/>
        </p:nvSpPr>
        <p:spPr bwMode="gray">
          <a:xfrm>
            <a:off x="6373152" y="3765878"/>
            <a:ext cx="3309001" cy="321435"/>
          </a:xfrm>
          <a:prstGeom prst="chevron">
            <a:avLst>
              <a:gd name="adj" fmla="val 33002"/>
            </a:avLst>
          </a:prstGeom>
          <a:solidFill>
            <a:schemeClr val="accent3"/>
          </a:solidFill>
          <a:ln w="38100">
            <a:noFill/>
            <a:round/>
            <a:headEnd/>
            <a:tailEnd/>
          </a:ln>
          <a:effectLst/>
        </p:spPr>
        <p:txBody>
          <a:bodyPr lIns="108000" tIns="72000" rIns="108000" bIns="7200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Phase 3</a:t>
            </a:r>
          </a:p>
        </p:txBody>
      </p:sp>
      <p:sp>
        <p:nvSpPr>
          <p:cNvPr id="53" name="Eingekerbter Richtungspfeil 7">
            <a:extLst>
              <a:ext uri="{FF2B5EF4-FFF2-40B4-BE49-F238E27FC236}">
                <a16:creationId xmlns:a16="http://schemas.microsoft.com/office/drawing/2014/main" id="{03CDD7CA-0217-ED0B-C514-DC2201E794DA}"/>
              </a:ext>
            </a:extLst>
          </p:cNvPr>
          <p:cNvSpPr/>
          <p:nvPr/>
        </p:nvSpPr>
        <p:spPr bwMode="gray">
          <a:xfrm>
            <a:off x="9427279" y="3765878"/>
            <a:ext cx="2213327" cy="321435"/>
          </a:xfrm>
          <a:prstGeom prst="chevron">
            <a:avLst>
              <a:gd name="adj" fmla="val 33002"/>
            </a:avLst>
          </a:prstGeom>
          <a:solidFill>
            <a:srgbClr val="FF816E"/>
          </a:solidFill>
          <a:ln w="38100">
            <a:noFill/>
            <a:round/>
            <a:headEnd/>
            <a:tailEnd/>
          </a:ln>
          <a:effectLst/>
        </p:spPr>
        <p:txBody>
          <a:bodyPr lIns="108000" tIns="72000" rIns="108000" bIns="7200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Ubuntu"/>
                <a:ea typeface="+mn-ea"/>
                <a:cs typeface="+mn-cs"/>
              </a:rPr>
              <a:t>Phase 4</a:t>
            </a:r>
          </a:p>
        </p:txBody>
      </p:sp>
      <p:sp>
        <p:nvSpPr>
          <p:cNvPr id="4" name="Espace réservé du texte 3">
            <a:extLst>
              <a:ext uri="{FF2B5EF4-FFF2-40B4-BE49-F238E27FC236}">
                <a16:creationId xmlns:a16="http://schemas.microsoft.com/office/drawing/2014/main" id="{D0D46AE9-F9D4-F7B5-1545-3133D27A482A}"/>
              </a:ext>
            </a:extLst>
          </p:cNvPr>
          <p:cNvSpPr txBox="1">
            <a:spLocks/>
          </p:cNvSpPr>
          <p:nvPr/>
        </p:nvSpPr>
        <p:spPr>
          <a:xfrm>
            <a:off x="1814039" y="1520644"/>
            <a:ext cx="2321196" cy="1512888"/>
          </a:xfrm>
          <a:prstGeom prst="rect">
            <a:avLst/>
          </a:prstGeom>
        </p:spPr>
        <p:txBody>
          <a:bodyPr vert="horz" lIns="0" tIns="0" rIns="0" bIns="0" numCol="1" rtlCol="0">
            <a:noAutofit/>
          </a:bodyPr>
          <a:lstStyle>
            <a:defPPr>
              <a:defRPr lang="pt-PT"/>
            </a:defPPr>
            <a:lvl1pPr marR="0" indent="0" fontAlgn="auto">
              <a:lnSpc>
                <a:spcPct val="100000"/>
              </a:lnSpc>
              <a:spcBef>
                <a:spcPts val="1200"/>
              </a:spcBef>
              <a:spcAft>
                <a:spcPts val="0"/>
              </a:spcAft>
              <a:buClrTx/>
              <a:buSzTx/>
              <a:buFont typeface="Arial" panose="020B0604020202020204" pitchFamily="34" charset="0"/>
              <a:buNone/>
              <a:tabLst/>
              <a:defRPr sz="1400"/>
            </a:lvl1pPr>
            <a:lvl2pPr marL="180975" indent="-180975">
              <a:lnSpc>
                <a:spcPct val="100000"/>
              </a:lnSpc>
              <a:spcBef>
                <a:spcPts val="1200"/>
              </a:spcBef>
              <a:buClr>
                <a:schemeClr val="accent1"/>
              </a:buClr>
              <a:buFont typeface="Arial" panose="020B0604020202020204" pitchFamily="34" charset="0"/>
              <a:buChar char="•"/>
              <a:defRPr sz="1400"/>
            </a:lvl2pPr>
            <a:lvl3pPr marL="360000" indent="-180000">
              <a:lnSpc>
                <a:spcPct val="100000"/>
              </a:lnSpc>
              <a:spcBef>
                <a:spcPts val="1200"/>
              </a:spcBef>
              <a:buClr>
                <a:schemeClr val="accent2"/>
              </a:buClr>
              <a:buFont typeface="Arial" panose="020B0604020202020204" pitchFamily="34" charset="0"/>
              <a:buChar char="•"/>
              <a:defRPr sz="1400"/>
            </a:lvl3pPr>
            <a:lvl4pPr marL="539750" indent="-180000">
              <a:lnSpc>
                <a:spcPct val="100000"/>
              </a:lnSpc>
              <a:spcBef>
                <a:spcPts val="1200"/>
              </a:spcBef>
              <a:buClr>
                <a:srgbClr val="FEB100"/>
              </a:buClr>
              <a:buFont typeface="Arial" panose="020B0604020202020204" pitchFamily="34" charset="0"/>
              <a:buChar char="•"/>
              <a:tabLst/>
              <a:defRPr sz="1200"/>
            </a:lvl4pPr>
            <a:lvl5pPr marL="719138" indent="-180975">
              <a:lnSpc>
                <a:spcPct val="100000"/>
              </a:lnSpc>
              <a:spcBef>
                <a:spcPts val="1200"/>
              </a:spcBef>
              <a:buClr>
                <a:schemeClr val="tx2"/>
              </a:buClr>
              <a:buFont typeface="Arial" panose="020B0604020202020204" pitchFamily="34" charset="0"/>
              <a:buChar char="•"/>
              <a:defRPr sz="105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1800" b="0" i="0" u="none" strike="noStrike" kern="1200" cap="none" spc="0" normalizeH="0" baseline="0" noProof="0" dirty="0">
                <a:ln>
                  <a:noFill/>
                </a:ln>
                <a:solidFill>
                  <a:srgbClr val="000000"/>
                </a:solidFill>
                <a:effectLst/>
                <a:uLnTx/>
                <a:uFillTx/>
                <a:latin typeface="Ubuntu Medium"/>
                <a:ea typeface="+mn-ea"/>
                <a:cs typeface="+mn-cs"/>
              </a:rPr>
              <a:t>Lorem ipsum dolor.</a:t>
            </a:r>
            <a:r>
              <a:rPr kumimoji="0" lang="en-US" sz="1800" b="1" i="0" u="none" strike="noStrike" kern="1200" cap="none" spc="0" normalizeH="0" baseline="0" noProof="0" dirty="0">
                <a:ln>
                  <a:noFill/>
                </a:ln>
                <a:solidFill>
                  <a:srgbClr val="000000"/>
                </a:solidFill>
                <a:effectLst/>
                <a:uLnTx/>
                <a:uFillTx/>
                <a:latin typeface="Ubuntu Light"/>
                <a:ea typeface="+mn-ea"/>
                <a:cs typeface="+mn-cs"/>
              </a:rPr>
              <a:t> </a:t>
            </a:r>
          </a:p>
          <a:p>
            <a:pPr marL="0" marR="0" lvl="1" indent="0" algn="l" defTabSz="914400" rtl="0" eaLnBrk="1" fontAlgn="auto" latinLnBrk="0" hangingPunct="1">
              <a:lnSpc>
                <a:spcPct val="100000"/>
              </a:lnSpc>
              <a:spcBef>
                <a:spcPts val="1200"/>
              </a:spcBef>
              <a:spcAft>
                <a:spcPts val="0"/>
              </a:spcAft>
              <a:buClr>
                <a:srgbClr val="1DB6F3"/>
              </a:buClr>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amet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consectetur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adipiscing</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elit</a:t>
            </a:r>
            <a:r>
              <a:rPr kumimoji="0" lang="en-US" sz="1400" b="0" i="0" u="none" strike="noStrike" kern="1200" cap="none" spc="0" normalizeH="0" baseline="0" noProof="0" dirty="0">
                <a:ln>
                  <a:noFill/>
                </a:ln>
                <a:solidFill>
                  <a:srgbClr val="000000"/>
                </a:solidFill>
                <a:effectLst/>
                <a:uLnTx/>
                <a:uFillTx/>
                <a:latin typeface="Ubuntu"/>
                <a:ea typeface="+mn-ea"/>
                <a:cs typeface="+mn-cs"/>
              </a:rPr>
              <a:t>, sed do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eiusmod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tempor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incididunt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aliqua</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p:txBody>
      </p:sp>
      <p:sp>
        <p:nvSpPr>
          <p:cNvPr id="6" name="Espace réservé du texte 3">
            <a:extLst>
              <a:ext uri="{FF2B5EF4-FFF2-40B4-BE49-F238E27FC236}">
                <a16:creationId xmlns:a16="http://schemas.microsoft.com/office/drawing/2014/main" id="{5407A5C2-9F06-27C5-BB6F-17F405290E75}"/>
              </a:ext>
            </a:extLst>
          </p:cNvPr>
          <p:cNvSpPr txBox="1">
            <a:spLocks/>
          </p:cNvSpPr>
          <p:nvPr/>
        </p:nvSpPr>
        <p:spPr>
          <a:xfrm>
            <a:off x="4647303" y="1520644"/>
            <a:ext cx="2321196" cy="1512888"/>
          </a:xfrm>
          <a:prstGeom prst="rect">
            <a:avLst/>
          </a:prstGeom>
        </p:spPr>
        <p:txBody>
          <a:bodyPr vert="horz" lIns="0" tIns="0" rIns="0" bIns="0" numCol="1" rtlCol="0">
            <a:noAutofit/>
          </a:bodyPr>
          <a:lstStyle>
            <a:defPPr>
              <a:defRPr lang="pt-PT"/>
            </a:defPPr>
            <a:lvl1pPr marR="0" indent="0" fontAlgn="auto">
              <a:lnSpc>
                <a:spcPct val="100000"/>
              </a:lnSpc>
              <a:spcBef>
                <a:spcPts val="1200"/>
              </a:spcBef>
              <a:spcAft>
                <a:spcPts val="0"/>
              </a:spcAft>
              <a:buClrTx/>
              <a:buSzTx/>
              <a:buFont typeface="Arial" panose="020B0604020202020204" pitchFamily="34" charset="0"/>
              <a:buNone/>
              <a:tabLst/>
              <a:defRPr sz="1400"/>
            </a:lvl1pPr>
            <a:lvl2pPr marL="180975" indent="-180975">
              <a:lnSpc>
                <a:spcPct val="100000"/>
              </a:lnSpc>
              <a:spcBef>
                <a:spcPts val="1200"/>
              </a:spcBef>
              <a:buClr>
                <a:schemeClr val="accent1"/>
              </a:buClr>
              <a:buFont typeface="Arial" panose="020B0604020202020204" pitchFamily="34" charset="0"/>
              <a:buChar char="•"/>
              <a:defRPr sz="1400"/>
            </a:lvl2pPr>
            <a:lvl3pPr marL="360000" indent="-180000">
              <a:lnSpc>
                <a:spcPct val="100000"/>
              </a:lnSpc>
              <a:spcBef>
                <a:spcPts val="1200"/>
              </a:spcBef>
              <a:buClr>
                <a:schemeClr val="accent2"/>
              </a:buClr>
              <a:buFont typeface="Arial" panose="020B0604020202020204" pitchFamily="34" charset="0"/>
              <a:buChar char="•"/>
              <a:defRPr sz="1400"/>
            </a:lvl3pPr>
            <a:lvl4pPr marL="539750" indent="-180000">
              <a:lnSpc>
                <a:spcPct val="100000"/>
              </a:lnSpc>
              <a:spcBef>
                <a:spcPts val="1200"/>
              </a:spcBef>
              <a:buClr>
                <a:srgbClr val="FEB100"/>
              </a:buClr>
              <a:buFont typeface="Arial" panose="020B0604020202020204" pitchFamily="34" charset="0"/>
              <a:buChar char="•"/>
              <a:tabLst/>
              <a:defRPr sz="1200"/>
            </a:lvl4pPr>
            <a:lvl5pPr marL="719138" indent="-180975">
              <a:lnSpc>
                <a:spcPct val="100000"/>
              </a:lnSpc>
              <a:spcBef>
                <a:spcPts val="1200"/>
              </a:spcBef>
              <a:buClr>
                <a:schemeClr val="tx2"/>
              </a:buClr>
              <a:buFont typeface="Arial" panose="020B0604020202020204" pitchFamily="34" charset="0"/>
              <a:buChar char="•"/>
              <a:defRPr sz="105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1800" b="0" i="0" u="none" strike="noStrike" kern="1200" cap="none" spc="0" normalizeH="0" baseline="0" noProof="0" dirty="0">
                <a:ln>
                  <a:noFill/>
                </a:ln>
                <a:solidFill>
                  <a:srgbClr val="000000"/>
                </a:solidFill>
                <a:effectLst/>
                <a:uLnTx/>
                <a:uFillTx/>
                <a:latin typeface="Ubuntu Medium"/>
                <a:ea typeface="+mn-ea"/>
                <a:cs typeface="+mn-cs"/>
              </a:rPr>
              <a:t>Lorem ipsum dolor. </a:t>
            </a:r>
          </a:p>
          <a:p>
            <a:pPr marL="0" marR="0" lvl="1" indent="0" algn="l" defTabSz="914400" rtl="0" eaLnBrk="1" fontAlgn="auto" latinLnBrk="0" hangingPunct="1">
              <a:lnSpc>
                <a:spcPct val="100000"/>
              </a:lnSpc>
              <a:spcBef>
                <a:spcPts val="1200"/>
              </a:spcBef>
              <a:spcAft>
                <a:spcPts val="0"/>
              </a:spcAft>
              <a:buClr>
                <a:srgbClr val="1DB6F3"/>
              </a:buClr>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amet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consectetur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adipiscing</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elit</a:t>
            </a:r>
            <a:r>
              <a:rPr kumimoji="0" lang="en-US" sz="1400" b="0" i="0" u="none" strike="noStrike" kern="1200" cap="none" spc="0" normalizeH="0" baseline="0" noProof="0" dirty="0">
                <a:ln>
                  <a:noFill/>
                </a:ln>
                <a:solidFill>
                  <a:srgbClr val="000000"/>
                </a:solidFill>
                <a:effectLst/>
                <a:uLnTx/>
                <a:uFillTx/>
                <a:latin typeface="Ubuntu"/>
                <a:ea typeface="+mn-ea"/>
                <a:cs typeface="+mn-cs"/>
              </a:rPr>
              <a:t>, sed do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eiusmod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tempor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incididunt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aliqua</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p:txBody>
      </p:sp>
      <p:sp>
        <p:nvSpPr>
          <p:cNvPr id="7" name="Espace réservé du texte 3">
            <a:extLst>
              <a:ext uri="{FF2B5EF4-FFF2-40B4-BE49-F238E27FC236}">
                <a16:creationId xmlns:a16="http://schemas.microsoft.com/office/drawing/2014/main" id="{B08C2C6D-88E7-2D5D-5601-B7ED9F9D7059}"/>
              </a:ext>
            </a:extLst>
          </p:cNvPr>
          <p:cNvSpPr txBox="1">
            <a:spLocks/>
          </p:cNvSpPr>
          <p:nvPr/>
        </p:nvSpPr>
        <p:spPr>
          <a:xfrm>
            <a:off x="7642817" y="1520644"/>
            <a:ext cx="2321196" cy="1512888"/>
          </a:xfrm>
          <a:prstGeom prst="rect">
            <a:avLst/>
          </a:prstGeom>
        </p:spPr>
        <p:txBody>
          <a:bodyPr vert="horz" lIns="0" tIns="0" rIns="0" bIns="0" numCol="1" rtlCol="0">
            <a:noAutofit/>
          </a:bodyPr>
          <a:lstStyle>
            <a:defPPr>
              <a:defRPr lang="pt-PT"/>
            </a:defPPr>
            <a:lvl1pPr marR="0" indent="0" fontAlgn="auto">
              <a:lnSpc>
                <a:spcPct val="100000"/>
              </a:lnSpc>
              <a:spcBef>
                <a:spcPts val="1200"/>
              </a:spcBef>
              <a:spcAft>
                <a:spcPts val="0"/>
              </a:spcAft>
              <a:buClrTx/>
              <a:buSzTx/>
              <a:buFont typeface="Arial" panose="020B0604020202020204" pitchFamily="34" charset="0"/>
              <a:buNone/>
              <a:tabLst/>
              <a:defRPr sz="1400"/>
            </a:lvl1pPr>
            <a:lvl2pPr marL="180975" indent="-180975">
              <a:lnSpc>
                <a:spcPct val="100000"/>
              </a:lnSpc>
              <a:spcBef>
                <a:spcPts val="1200"/>
              </a:spcBef>
              <a:buClr>
                <a:schemeClr val="accent1"/>
              </a:buClr>
              <a:buFont typeface="Arial" panose="020B0604020202020204" pitchFamily="34" charset="0"/>
              <a:buChar char="•"/>
              <a:defRPr sz="1400"/>
            </a:lvl2pPr>
            <a:lvl3pPr marL="360000" indent="-180000">
              <a:lnSpc>
                <a:spcPct val="100000"/>
              </a:lnSpc>
              <a:spcBef>
                <a:spcPts val="1200"/>
              </a:spcBef>
              <a:buClr>
                <a:schemeClr val="accent2"/>
              </a:buClr>
              <a:buFont typeface="Arial" panose="020B0604020202020204" pitchFamily="34" charset="0"/>
              <a:buChar char="•"/>
              <a:defRPr sz="1400"/>
            </a:lvl3pPr>
            <a:lvl4pPr marL="539750" indent="-180000">
              <a:lnSpc>
                <a:spcPct val="100000"/>
              </a:lnSpc>
              <a:spcBef>
                <a:spcPts val="1200"/>
              </a:spcBef>
              <a:buClr>
                <a:srgbClr val="FEB100"/>
              </a:buClr>
              <a:buFont typeface="Arial" panose="020B0604020202020204" pitchFamily="34" charset="0"/>
              <a:buChar char="•"/>
              <a:tabLst/>
              <a:defRPr sz="1200"/>
            </a:lvl4pPr>
            <a:lvl5pPr marL="719138" indent="-180975">
              <a:lnSpc>
                <a:spcPct val="100000"/>
              </a:lnSpc>
              <a:spcBef>
                <a:spcPts val="1200"/>
              </a:spcBef>
              <a:buClr>
                <a:schemeClr val="tx2"/>
              </a:buClr>
              <a:buFont typeface="Arial" panose="020B0604020202020204" pitchFamily="34" charset="0"/>
              <a:buChar char="•"/>
              <a:defRPr sz="105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1800" b="0" i="0" u="none" strike="noStrike" kern="1200" cap="none" spc="0" normalizeH="0" baseline="0" noProof="0" dirty="0">
                <a:ln>
                  <a:noFill/>
                </a:ln>
                <a:solidFill>
                  <a:srgbClr val="000000"/>
                </a:solidFill>
                <a:effectLst/>
                <a:uLnTx/>
                <a:uFillTx/>
                <a:latin typeface="Ubuntu Medium"/>
                <a:ea typeface="+mn-ea"/>
                <a:cs typeface="+mn-cs"/>
              </a:rPr>
              <a:t>Lorem ipsum dolor. </a:t>
            </a:r>
          </a:p>
          <a:p>
            <a:pPr marL="0" marR="0" lvl="1" indent="0" algn="l" defTabSz="914400" rtl="0" eaLnBrk="1" fontAlgn="auto" latinLnBrk="0" hangingPunct="1">
              <a:lnSpc>
                <a:spcPct val="100000"/>
              </a:lnSpc>
              <a:spcBef>
                <a:spcPts val="1200"/>
              </a:spcBef>
              <a:spcAft>
                <a:spcPts val="0"/>
              </a:spcAft>
              <a:buClr>
                <a:srgbClr val="1DB6F3"/>
              </a:buClr>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amet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consectetur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adipiscing</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elit</a:t>
            </a:r>
            <a:r>
              <a:rPr kumimoji="0" lang="en-US" sz="1400" b="0" i="0" u="none" strike="noStrike" kern="1200" cap="none" spc="0" normalizeH="0" baseline="0" noProof="0" dirty="0">
                <a:ln>
                  <a:noFill/>
                </a:ln>
                <a:solidFill>
                  <a:srgbClr val="000000"/>
                </a:solidFill>
                <a:effectLst/>
                <a:uLnTx/>
                <a:uFillTx/>
                <a:latin typeface="Ubuntu"/>
                <a:ea typeface="+mn-ea"/>
                <a:cs typeface="+mn-cs"/>
              </a:rPr>
              <a:t>, sed do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eiusmod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tempor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incididunt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aliqua</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p:txBody>
      </p:sp>
      <p:sp>
        <p:nvSpPr>
          <p:cNvPr id="8" name="Espace réservé du texte 3">
            <a:extLst>
              <a:ext uri="{FF2B5EF4-FFF2-40B4-BE49-F238E27FC236}">
                <a16:creationId xmlns:a16="http://schemas.microsoft.com/office/drawing/2014/main" id="{14066E22-02D9-1FE7-06F7-78FB5D2BCB64}"/>
              </a:ext>
            </a:extLst>
          </p:cNvPr>
          <p:cNvSpPr txBox="1">
            <a:spLocks/>
          </p:cNvSpPr>
          <p:nvPr/>
        </p:nvSpPr>
        <p:spPr>
          <a:xfrm>
            <a:off x="7642817" y="4795838"/>
            <a:ext cx="2321196" cy="1512888"/>
          </a:xfrm>
          <a:prstGeom prst="rect">
            <a:avLst/>
          </a:prstGeom>
        </p:spPr>
        <p:txBody>
          <a:bodyPr vert="horz" lIns="0" tIns="0" rIns="0" bIns="0" numCol="1" rtlCol="0">
            <a:noAutofit/>
          </a:bodyPr>
          <a:lstStyle>
            <a:defPPr>
              <a:defRPr lang="pt-PT"/>
            </a:defPPr>
            <a:lvl1pPr marR="0" indent="0" fontAlgn="auto">
              <a:lnSpc>
                <a:spcPct val="100000"/>
              </a:lnSpc>
              <a:spcBef>
                <a:spcPts val="1200"/>
              </a:spcBef>
              <a:spcAft>
                <a:spcPts val="0"/>
              </a:spcAft>
              <a:buClrTx/>
              <a:buSzTx/>
              <a:buFont typeface="Arial" panose="020B0604020202020204" pitchFamily="34" charset="0"/>
              <a:buNone/>
              <a:tabLst/>
              <a:defRPr sz="1400"/>
            </a:lvl1pPr>
            <a:lvl2pPr marL="180975" indent="-180975">
              <a:lnSpc>
                <a:spcPct val="100000"/>
              </a:lnSpc>
              <a:spcBef>
                <a:spcPts val="1200"/>
              </a:spcBef>
              <a:buClr>
                <a:schemeClr val="accent1"/>
              </a:buClr>
              <a:buFont typeface="Arial" panose="020B0604020202020204" pitchFamily="34" charset="0"/>
              <a:buChar char="•"/>
              <a:defRPr sz="1400"/>
            </a:lvl2pPr>
            <a:lvl3pPr marL="360000" indent="-180000">
              <a:lnSpc>
                <a:spcPct val="100000"/>
              </a:lnSpc>
              <a:spcBef>
                <a:spcPts val="1200"/>
              </a:spcBef>
              <a:buClr>
                <a:schemeClr val="accent2"/>
              </a:buClr>
              <a:buFont typeface="Arial" panose="020B0604020202020204" pitchFamily="34" charset="0"/>
              <a:buChar char="•"/>
              <a:defRPr sz="1400"/>
            </a:lvl3pPr>
            <a:lvl4pPr marL="539750" indent="-180000">
              <a:lnSpc>
                <a:spcPct val="100000"/>
              </a:lnSpc>
              <a:spcBef>
                <a:spcPts val="1200"/>
              </a:spcBef>
              <a:buClr>
                <a:srgbClr val="FEB100"/>
              </a:buClr>
              <a:buFont typeface="Arial" panose="020B0604020202020204" pitchFamily="34" charset="0"/>
              <a:buChar char="•"/>
              <a:tabLst/>
              <a:defRPr sz="1200"/>
            </a:lvl4pPr>
            <a:lvl5pPr marL="719138" indent="-180975">
              <a:lnSpc>
                <a:spcPct val="100000"/>
              </a:lnSpc>
              <a:spcBef>
                <a:spcPts val="1200"/>
              </a:spcBef>
              <a:buClr>
                <a:schemeClr val="tx2"/>
              </a:buClr>
              <a:buFont typeface="Arial" panose="020B0604020202020204" pitchFamily="34" charset="0"/>
              <a:buChar char="•"/>
              <a:defRPr sz="105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1800" b="0" i="0" u="none" strike="noStrike" kern="1200" cap="none" spc="0" normalizeH="0" baseline="0" noProof="0" dirty="0">
                <a:ln>
                  <a:noFill/>
                </a:ln>
                <a:solidFill>
                  <a:srgbClr val="000000"/>
                </a:solidFill>
                <a:effectLst/>
                <a:uLnTx/>
                <a:uFillTx/>
                <a:latin typeface="Ubuntu Medium"/>
                <a:ea typeface="+mn-ea"/>
                <a:cs typeface="+mn-cs"/>
              </a:rPr>
              <a:t>Lorem ipsum dolor. </a:t>
            </a:r>
          </a:p>
          <a:p>
            <a:pPr marL="0" marR="0" lvl="1" indent="0" algn="l" defTabSz="914400" rtl="0" eaLnBrk="1" fontAlgn="auto" latinLnBrk="0" hangingPunct="1">
              <a:lnSpc>
                <a:spcPct val="100000"/>
              </a:lnSpc>
              <a:spcBef>
                <a:spcPts val="1200"/>
              </a:spcBef>
              <a:spcAft>
                <a:spcPts val="0"/>
              </a:spcAft>
              <a:buClr>
                <a:srgbClr val="1DB6F3"/>
              </a:buClr>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amet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consectetur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adipiscing</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elit</a:t>
            </a:r>
            <a:r>
              <a:rPr kumimoji="0" lang="en-US" sz="1400" b="0" i="0" u="none" strike="noStrike" kern="1200" cap="none" spc="0" normalizeH="0" baseline="0" noProof="0" dirty="0">
                <a:ln>
                  <a:noFill/>
                </a:ln>
                <a:solidFill>
                  <a:srgbClr val="000000"/>
                </a:solidFill>
                <a:effectLst/>
                <a:uLnTx/>
                <a:uFillTx/>
                <a:latin typeface="Ubuntu"/>
                <a:ea typeface="+mn-ea"/>
                <a:cs typeface="+mn-cs"/>
              </a:rPr>
              <a:t>, sed do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eiusmod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tempor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incididunt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aliqua</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p:txBody>
      </p:sp>
      <p:sp>
        <p:nvSpPr>
          <p:cNvPr id="9" name="Espace réservé du texte 3">
            <a:extLst>
              <a:ext uri="{FF2B5EF4-FFF2-40B4-BE49-F238E27FC236}">
                <a16:creationId xmlns:a16="http://schemas.microsoft.com/office/drawing/2014/main" id="{855AFD76-8018-5719-6CC2-E546E5169EB3}"/>
              </a:ext>
            </a:extLst>
          </p:cNvPr>
          <p:cNvSpPr txBox="1">
            <a:spLocks/>
          </p:cNvSpPr>
          <p:nvPr/>
        </p:nvSpPr>
        <p:spPr>
          <a:xfrm>
            <a:off x="1814039" y="4795838"/>
            <a:ext cx="2321196" cy="1512888"/>
          </a:xfrm>
          <a:prstGeom prst="rect">
            <a:avLst/>
          </a:prstGeom>
        </p:spPr>
        <p:txBody>
          <a:bodyPr vert="horz" lIns="0" tIns="0" rIns="0" bIns="0" numCol="1" rtlCol="0">
            <a:noAutofit/>
          </a:bodyPr>
          <a:lstStyle>
            <a:defPPr>
              <a:defRPr lang="pt-PT"/>
            </a:defPPr>
            <a:lvl1pPr marR="0" indent="0" fontAlgn="auto">
              <a:lnSpc>
                <a:spcPct val="100000"/>
              </a:lnSpc>
              <a:spcBef>
                <a:spcPts val="1200"/>
              </a:spcBef>
              <a:spcAft>
                <a:spcPts val="0"/>
              </a:spcAft>
              <a:buClrTx/>
              <a:buSzTx/>
              <a:buFont typeface="Arial" panose="020B0604020202020204" pitchFamily="34" charset="0"/>
              <a:buNone/>
              <a:tabLst/>
              <a:defRPr sz="1400"/>
            </a:lvl1pPr>
            <a:lvl2pPr marL="180975" indent="-180975">
              <a:lnSpc>
                <a:spcPct val="100000"/>
              </a:lnSpc>
              <a:spcBef>
                <a:spcPts val="1200"/>
              </a:spcBef>
              <a:buClr>
                <a:schemeClr val="accent1"/>
              </a:buClr>
              <a:buFont typeface="Arial" panose="020B0604020202020204" pitchFamily="34" charset="0"/>
              <a:buChar char="•"/>
              <a:defRPr sz="1400"/>
            </a:lvl2pPr>
            <a:lvl3pPr marL="360000" indent="-180000">
              <a:lnSpc>
                <a:spcPct val="100000"/>
              </a:lnSpc>
              <a:spcBef>
                <a:spcPts val="1200"/>
              </a:spcBef>
              <a:buClr>
                <a:schemeClr val="accent2"/>
              </a:buClr>
              <a:buFont typeface="Arial" panose="020B0604020202020204" pitchFamily="34" charset="0"/>
              <a:buChar char="•"/>
              <a:defRPr sz="1400"/>
            </a:lvl3pPr>
            <a:lvl4pPr marL="539750" indent="-180000">
              <a:lnSpc>
                <a:spcPct val="100000"/>
              </a:lnSpc>
              <a:spcBef>
                <a:spcPts val="1200"/>
              </a:spcBef>
              <a:buClr>
                <a:srgbClr val="FEB100"/>
              </a:buClr>
              <a:buFont typeface="Arial" panose="020B0604020202020204" pitchFamily="34" charset="0"/>
              <a:buChar char="•"/>
              <a:tabLst/>
              <a:defRPr sz="1200"/>
            </a:lvl4pPr>
            <a:lvl5pPr marL="719138" indent="-180975">
              <a:lnSpc>
                <a:spcPct val="100000"/>
              </a:lnSpc>
              <a:spcBef>
                <a:spcPts val="1200"/>
              </a:spcBef>
              <a:buClr>
                <a:schemeClr val="tx2"/>
              </a:buClr>
              <a:buFont typeface="Arial" panose="020B0604020202020204" pitchFamily="34" charset="0"/>
              <a:buChar char="•"/>
              <a:defRPr sz="105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1800" b="0" i="0" u="none" strike="noStrike" kern="1200" cap="none" spc="0" normalizeH="0" baseline="0" noProof="0" dirty="0">
                <a:ln>
                  <a:noFill/>
                </a:ln>
                <a:solidFill>
                  <a:srgbClr val="000000"/>
                </a:solidFill>
                <a:effectLst/>
                <a:uLnTx/>
                <a:uFillTx/>
                <a:latin typeface="Ubuntu Medium"/>
                <a:ea typeface="+mn-ea"/>
                <a:cs typeface="+mn-cs"/>
              </a:rPr>
              <a:t>Lorem ipsum dolor. </a:t>
            </a:r>
          </a:p>
          <a:p>
            <a:pPr marL="0" marR="0" lvl="1" indent="0" algn="l" defTabSz="914400" rtl="0" eaLnBrk="1" fontAlgn="auto" latinLnBrk="0" hangingPunct="1">
              <a:lnSpc>
                <a:spcPct val="100000"/>
              </a:lnSpc>
              <a:spcBef>
                <a:spcPts val="1200"/>
              </a:spcBef>
              <a:spcAft>
                <a:spcPts val="0"/>
              </a:spcAft>
              <a:buClr>
                <a:srgbClr val="1DB6F3"/>
              </a:buClr>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amet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consectetur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adipiscing</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elit</a:t>
            </a:r>
            <a:r>
              <a:rPr kumimoji="0" lang="en-US" sz="1400" b="0" i="0" u="none" strike="noStrike" kern="1200" cap="none" spc="0" normalizeH="0" baseline="0" noProof="0" dirty="0">
                <a:ln>
                  <a:noFill/>
                </a:ln>
                <a:solidFill>
                  <a:srgbClr val="000000"/>
                </a:solidFill>
                <a:effectLst/>
                <a:uLnTx/>
                <a:uFillTx/>
                <a:latin typeface="Ubuntu"/>
                <a:ea typeface="+mn-ea"/>
                <a:cs typeface="+mn-cs"/>
              </a:rPr>
              <a:t>, sed do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eiusmod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tempor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incididunt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aliqua</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p:txBody>
      </p:sp>
      <p:sp>
        <p:nvSpPr>
          <p:cNvPr id="11" name="Espace réservé du texte 3">
            <a:extLst>
              <a:ext uri="{FF2B5EF4-FFF2-40B4-BE49-F238E27FC236}">
                <a16:creationId xmlns:a16="http://schemas.microsoft.com/office/drawing/2014/main" id="{720274E9-B502-C1F3-BCEF-C8DD119E7BDB}"/>
              </a:ext>
            </a:extLst>
          </p:cNvPr>
          <p:cNvSpPr txBox="1">
            <a:spLocks/>
          </p:cNvSpPr>
          <p:nvPr/>
        </p:nvSpPr>
        <p:spPr>
          <a:xfrm>
            <a:off x="4728428" y="4795838"/>
            <a:ext cx="2321196" cy="1512888"/>
          </a:xfrm>
          <a:prstGeom prst="rect">
            <a:avLst/>
          </a:prstGeom>
        </p:spPr>
        <p:txBody>
          <a:bodyPr vert="horz" lIns="0" tIns="0" rIns="0" bIns="0" numCol="1" rtlCol="0">
            <a:noAutofit/>
          </a:bodyPr>
          <a:lstStyle>
            <a:defPPr>
              <a:defRPr lang="pt-PT"/>
            </a:defPPr>
            <a:lvl1pPr marR="0" indent="0" fontAlgn="auto">
              <a:lnSpc>
                <a:spcPct val="100000"/>
              </a:lnSpc>
              <a:spcBef>
                <a:spcPts val="1200"/>
              </a:spcBef>
              <a:spcAft>
                <a:spcPts val="0"/>
              </a:spcAft>
              <a:buClrTx/>
              <a:buSzTx/>
              <a:buFont typeface="Arial" panose="020B0604020202020204" pitchFamily="34" charset="0"/>
              <a:buNone/>
              <a:tabLst/>
              <a:defRPr sz="1400"/>
            </a:lvl1pPr>
            <a:lvl2pPr marL="180975" indent="-180975">
              <a:lnSpc>
                <a:spcPct val="100000"/>
              </a:lnSpc>
              <a:spcBef>
                <a:spcPts val="1200"/>
              </a:spcBef>
              <a:buClr>
                <a:schemeClr val="accent1"/>
              </a:buClr>
              <a:buFont typeface="Arial" panose="020B0604020202020204" pitchFamily="34" charset="0"/>
              <a:buChar char="•"/>
              <a:defRPr sz="1400"/>
            </a:lvl2pPr>
            <a:lvl3pPr marL="360000" indent="-180000">
              <a:lnSpc>
                <a:spcPct val="100000"/>
              </a:lnSpc>
              <a:spcBef>
                <a:spcPts val="1200"/>
              </a:spcBef>
              <a:buClr>
                <a:schemeClr val="accent2"/>
              </a:buClr>
              <a:buFont typeface="Arial" panose="020B0604020202020204" pitchFamily="34" charset="0"/>
              <a:buChar char="•"/>
              <a:defRPr sz="1400"/>
            </a:lvl3pPr>
            <a:lvl4pPr marL="539750" indent="-180000">
              <a:lnSpc>
                <a:spcPct val="100000"/>
              </a:lnSpc>
              <a:spcBef>
                <a:spcPts val="1200"/>
              </a:spcBef>
              <a:buClr>
                <a:srgbClr val="FEB100"/>
              </a:buClr>
              <a:buFont typeface="Arial" panose="020B0604020202020204" pitchFamily="34" charset="0"/>
              <a:buChar char="•"/>
              <a:tabLst/>
              <a:defRPr sz="1200"/>
            </a:lvl4pPr>
            <a:lvl5pPr marL="719138" indent="-180975">
              <a:lnSpc>
                <a:spcPct val="100000"/>
              </a:lnSpc>
              <a:spcBef>
                <a:spcPts val="1200"/>
              </a:spcBef>
              <a:buClr>
                <a:schemeClr val="tx2"/>
              </a:buClr>
              <a:buFont typeface="Arial" panose="020B0604020202020204" pitchFamily="34" charset="0"/>
              <a:buChar char="•"/>
              <a:defRPr sz="105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1800" b="0" i="0" u="none" strike="noStrike" kern="1200" cap="none" spc="0" normalizeH="0" baseline="0" noProof="0" dirty="0">
                <a:ln>
                  <a:noFill/>
                </a:ln>
                <a:solidFill>
                  <a:srgbClr val="000000"/>
                </a:solidFill>
                <a:effectLst/>
                <a:uLnTx/>
                <a:uFillTx/>
                <a:latin typeface="Ubuntu Medium"/>
                <a:ea typeface="+mn-ea"/>
                <a:cs typeface="+mn-cs"/>
              </a:rPr>
              <a:t>Lorem ipsum dolor. </a:t>
            </a:r>
          </a:p>
          <a:p>
            <a:pPr marL="0" marR="0" lvl="1" indent="0" algn="l" defTabSz="914400" rtl="0" eaLnBrk="1" fontAlgn="auto" latinLnBrk="0" hangingPunct="1">
              <a:lnSpc>
                <a:spcPct val="100000"/>
              </a:lnSpc>
              <a:spcBef>
                <a:spcPts val="1200"/>
              </a:spcBef>
              <a:spcAft>
                <a:spcPts val="0"/>
              </a:spcAft>
              <a:buClr>
                <a:srgbClr val="1DB6F3"/>
              </a:buClr>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amet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consectetur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adipiscing</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elit</a:t>
            </a:r>
            <a:r>
              <a:rPr kumimoji="0" lang="en-US" sz="1400" b="0" i="0" u="none" strike="noStrike" kern="1200" cap="none" spc="0" normalizeH="0" baseline="0" noProof="0" dirty="0">
                <a:ln>
                  <a:noFill/>
                </a:ln>
                <a:solidFill>
                  <a:srgbClr val="000000"/>
                </a:solidFill>
                <a:effectLst/>
                <a:uLnTx/>
                <a:uFillTx/>
                <a:latin typeface="Ubuntu"/>
                <a:ea typeface="+mn-ea"/>
                <a:cs typeface="+mn-cs"/>
              </a:rPr>
              <a:t>, sed do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eiusmod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tempor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incididunt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aliqua</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p:txBody>
      </p:sp>
      <p:sp>
        <p:nvSpPr>
          <p:cNvPr id="21" name="Date Placeholder 20">
            <a:extLst>
              <a:ext uri="{FF2B5EF4-FFF2-40B4-BE49-F238E27FC236}">
                <a16:creationId xmlns:a16="http://schemas.microsoft.com/office/drawing/2014/main" id="{61CBAC93-5DA1-B62E-D84E-8C651CA2F35C}"/>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2" name="Footer Placeholder 21">
            <a:extLst>
              <a:ext uri="{FF2B5EF4-FFF2-40B4-BE49-F238E27FC236}">
                <a16:creationId xmlns:a16="http://schemas.microsoft.com/office/drawing/2014/main" id="{30E95B8B-2042-997C-71E9-8E908B07341D}"/>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3" name="Slide Number Placeholder 22">
            <a:extLst>
              <a:ext uri="{FF2B5EF4-FFF2-40B4-BE49-F238E27FC236}">
                <a16:creationId xmlns:a16="http://schemas.microsoft.com/office/drawing/2014/main" id="{A566E391-FA03-5DDD-DB5F-4A4FEC0028B1}"/>
              </a:ext>
            </a:extLst>
          </p:cNvPr>
          <p:cNvSpPr>
            <a:spLocks noGrp="1"/>
          </p:cNvSpPr>
          <p:nvPr>
            <p:ph type="sldNum" sz="quarter" idx="12"/>
          </p:nvPr>
        </p:nvSpPr>
        <p:spPr/>
        <p:txBody>
          <a:bodyPr/>
          <a:lstStyle/>
          <a:p>
            <a:pPr algn="r"/>
            <a:fld id="{5D9A5160-6218-4E5A-B9E6-B93E3DAE377C}" type="slidenum">
              <a:rPr lang="en-US" smtClean="0"/>
              <a:pPr algn="r"/>
              <a:t>31</a:t>
            </a:fld>
            <a:endParaRPr lang="en-US" dirty="0"/>
          </a:p>
        </p:txBody>
      </p:sp>
    </p:spTree>
    <p:extLst>
      <p:ext uri="{BB962C8B-B14F-4D97-AF65-F5344CB8AC3E}">
        <p14:creationId xmlns:p14="http://schemas.microsoft.com/office/powerpoint/2010/main" val="213170047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0757EB-A0BA-C707-8A73-02A0E21CC76D}"/>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7FE14E8F-723A-8BA9-D2C7-17441E5F63B5}"/>
              </a:ext>
            </a:extLst>
          </p:cNvPr>
          <p:cNvSpPr>
            <a:spLocks noGrp="1"/>
          </p:cNvSpPr>
          <p:nvPr>
            <p:ph type="title"/>
          </p:nvPr>
        </p:nvSpPr>
        <p:spPr>
          <a:xfrm>
            <a:off x="551384" y="549274"/>
            <a:ext cx="11090938" cy="930372"/>
          </a:xfrm>
        </p:spPr>
        <p:txBody>
          <a:bodyPr/>
          <a:lstStyle/>
          <a:p>
            <a:r>
              <a:rPr lang="en-US" dirty="0"/>
              <a:t>Categories 1</a:t>
            </a:r>
            <a:br>
              <a:rPr lang="en-US" dirty="0"/>
            </a:br>
            <a:endParaRPr lang="en-US" dirty="0"/>
          </a:p>
        </p:txBody>
      </p:sp>
      <p:sp>
        <p:nvSpPr>
          <p:cNvPr id="24" name="Text Placeholder 3">
            <a:extLst>
              <a:ext uri="{FF2B5EF4-FFF2-40B4-BE49-F238E27FC236}">
                <a16:creationId xmlns:a16="http://schemas.microsoft.com/office/drawing/2014/main" id="{D8AE20FB-1E35-AB1F-94A8-5198C2F23475}"/>
              </a:ext>
            </a:extLst>
          </p:cNvPr>
          <p:cNvSpPr txBox="1">
            <a:spLocks/>
          </p:cNvSpPr>
          <p:nvPr/>
        </p:nvSpPr>
        <p:spPr>
          <a:xfrm>
            <a:off x="550863" y="2204864"/>
            <a:ext cx="5108869" cy="307777"/>
          </a:xfrm>
          <a:prstGeom prst="rect">
            <a:avLst/>
          </a:prstGeom>
        </p:spPr>
        <p:txBody>
          <a:bodyPr vert="horz" wrap="square" lIns="0" tIns="0" rIns="0" bIns="0" rtlCol="0" anchor="t">
            <a:spAutoFit/>
          </a:bodyPr>
          <a:lstStyle>
            <a:defPPr>
              <a:defRPr lang="pt-PT"/>
            </a:defPPr>
            <a:lvl1pPr marR="0" indent="0" fontAlgn="auto">
              <a:lnSpc>
                <a:spcPct val="100000"/>
              </a:lnSpc>
              <a:spcBef>
                <a:spcPts val="1200"/>
              </a:spcBef>
              <a:spcAft>
                <a:spcPts val="0"/>
              </a:spcAft>
              <a:buClrTx/>
              <a:buSzTx/>
              <a:buFont typeface="Arial" panose="020B0604020202020204" pitchFamily="34" charset="0"/>
              <a:buNone/>
              <a:tabLst/>
              <a:defRPr sz="2000" b="0">
                <a:solidFill>
                  <a:schemeClr val="accent2"/>
                </a:solidFill>
              </a:defRPr>
            </a:lvl1pPr>
            <a:lvl2pPr marL="180975" indent="-180975">
              <a:lnSpc>
                <a:spcPct val="100000"/>
              </a:lnSpc>
              <a:spcBef>
                <a:spcPts val="1200"/>
              </a:spcBef>
              <a:buClr>
                <a:schemeClr val="accent1"/>
              </a:buClr>
              <a:buFont typeface="Arial" panose="020B0604020202020204" pitchFamily="34" charset="0"/>
              <a:buChar char="•"/>
              <a:defRPr sz="1400"/>
            </a:lvl2pPr>
            <a:lvl3pPr marL="360000" indent="-180000">
              <a:lnSpc>
                <a:spcPct val="100000"/>
              </a:lnSpc>
              <a:spcBef>
                <a:spcPts val="1200"/>
              </a:spcBef>
              <a:buClr>
                <a:srgbClr val="FEB100"/>
              </a:buClr>
              <a:buFont typeface="Arial" panose="020B0604020202020204" pitchFamily="34" charset="0"/>
              <a:buChar char="•"/>
              <a:defRPr sz="1400"/>
            </a:lvl3pPr>
            <a:lvl4pPr marL="539750" indent="-180000">
              <a:lnSpc>
                <a:spcPct val="100000"/>
              </a:lnSpc>
              <a:spcBef>
                <a:spcPts val="1200"/>
              </a:spcBef>
              <a:buClr>
                <a:srgbClr val="00D5D0"/>
              </a:buClr>
              <a:buFont typeface="Arial" panose="020B0604020202020204" pitchFamily="34" charset="0"/>
              <a:buChar char="•"/>
              <a:tabLst/>
              <a:defRPr sz="1200"/>
            </a:lvl4pPr>
            <a:lvl5pPr marL="719138" indent="-180975">
              <a:lnSpc>
                <a:spcPct val="100000"/>
              </a:lnSpc>
              <a:spcBef>
                <a:spcPts val="1200"/>
              </a:spcBef>
              <a:buClr>
                <a:schemeClr val="tx2"/>
              </a:buClr>
              <a:buFont typeface="Arial" panose="020B0604020202020204" pitchFamily="34" charset="0"/>
              <a:buChar char="•"/>
              <a:defRPr sz="105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latin typeface="Ubuntu Medium"/>
                <a:ea typeface="+mn-ea"/>
                <a:cs typeface="+mn-cs"/>
              </a:rPr>
              <a:t>Heading Text</a:t>
            </a:r>
          </a:p>
        </p:txBody>
      </p:sp>
      <p:sp>
        <p:nvSpPr>
          <p:cNvPr id="26" name="Text Placeholder 3">
            <a:extLst>
              <a:ext uri="{FF2B5EF4-FFF2-40B4-BE49-F238E27FC236}">
                <a16:creationId xmlns:a16="http://schemas.microsoft.com/office/drawing/2014/main" id="{836A9D6C-4624-7245-8EF1-BD01E919C83A}"/>
              </a:ext>
            </a:extLst>
          </p:cNvPr>
          <p:cNvSpPr txBox="1">
            <a:spLocks/>
          </p:cNvSpPr>
          <p:nvPr/>
        </p:nvSpPr>
        <p:spPr>
          <a:xfrm>
            <a:off x="6095425" y="4111125"/>
            <a:ext cx="5108869" cy="307777"/>
          </a:xfrm>
          <a:prstGeom prst="rect">
            <a:avLst/>
          </a:prstGeom>
        </p:spPr>
        <p:txBody>
          <a:bodyPr vert="horz" wrap="square" lIns="0" tIns="0" rIns="0" bIns="0" rtlCol="0" anchor="t">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chemeClr val="accent3"/>
                </a:solidFill>
                <a:effectLst/>
                <a:uLnTx/>
                <a:uFillTx/>
                <a:latin typeface="Ubuntu Medium"/>
                <a:ea typeface="+mn-ea"/>
                <a:cs typeface="+mn-cs"/>
              </a:rPr>
              <a:t>Heading Text</a:t>
            </a:r>
          </a:p>
        </p:txBody>
      </p:sp>
      <p:sp>
        <p:nvSpPr>
          <p:cNvPr id="27" name="Content Placeholder 5">
            <a:extLst>
              <a:ext uri="{FF2B5EF4-FFF2-40B4-BE49-F238E27FC236}">
                <a16:creationId xmlns:a16="http://schemas.microsoft.com/office/drawing/2014/main" id="{3187B3A8-02CA-6ACA-D097-F7AD5A1EDC36}"/>
              </a:ext>
            </a:extLst>
          </p:cNvPr>
          <p:cNvSpPr txBox="1">
            <a:spLocks/>
          </p:cNvSpPr>
          <p:nvPr/>
        </p:nvSpPr>
        <p:spPr>
          <a:xfrm>
            <a:off x="6095425" y="4749835"/>
            <a:ext cx="5108294" cy="987914"/>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vulputate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eleifend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tellus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metus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varius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laoreet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Quisque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rutrum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imperdiet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Etiam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ultricies</a:t>
            </a:r>
            <a:r>
              <a:rPr kumimoji="0" lang="en-US" sz="1400" b="0" i="0" u="none" strike="noStrike" kern="1200" cap="none" spc="0" normalizeH="0" baseline="0" noProof="0" dirty="0">
                <a:ln>
                  <a:noFill/>
                </a:ln>
                <a:solidFill>
                  <a:srgbClr val="000000"/>
                </a:solidFill>
                <a:effectLst/>
                <a:uLnTx/>
                <a:uFillTx/>
                <a:latin typeface="Ubuntu"/>
                <a:ea typeface="+mn-ea"/>
                <a:cs typeface="+mn-cs"/>
              </a:rPr>
              <a:t> nisi vel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augue</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 name="Text Placeholder 6">
            <a:extLst>
              <a:ext uri="{FF2B5EF4-FFF2-40B4-BE49-F238E27FC236}">
                <a16:creationId xmlns:a16="http://schemas.microsoft.com/office/drawing/2014/main" id="{B7BEC12B-2CA9-7C8D-B6C0-02EDF0C172D6}"/>
              </a:ext>
            </a:extLst>
          </p:cNvPr>
          <p:cNvSpPr txBox="1">
            <a:spLocks/>
          </p:cNvSpPr>
          <p:nvPr/>
        </p:nvSpPr>
        <p:spPr>
          <a:xfrm>
            <a:off x="550863" y="4111125"/>
            <a:ext cx="5108869" cy="307777"/>
          </a:xfrm>
          <a:prstGeom prst="rect">
            <a:avLst/>
          </a:prstGeom>
        </p:spPr>
        <p:txBody>
          <a:bodyPr vert="horz" wrap="square" lIns="0" tIns="0" rIns="0" bIns="0" rtlCol="0" anchor="t">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chemeClr val="accent2"/>
                </a:solidFill>
                <a:effectLst/>
                <a:uLnTx/>
                <a:uFillTx/>
                <a:latin typeface="Ubuntu Medium"/>
                <a:ea typeface="+mn-ea"/>
                <a:cs typeface="+mn-cs"/>
              </a:rPr>
              <a:t>Heading Text</a:t>
            </a:r>
          </a:p>
        </p:txBody>
      </p:sp>
      <p:sp>
        <p:nvSpPr>
          <p:cNvPr id="29" name="Content Placeholder 7">
            <a:extLst>
              <a:ext uri="{FF2B5EF4-FFF2-40B4-BE49-F238E27FC236}">
                <a16:creationId xmlns:a16="http://schemas.microsoft.com/office/drawing/2014/main" id="{8DC0F4A4-3A58-0291-92D2-EEF6209F3CAB}"/>
              </a:ext>
            </a:extLst>
          </p:cNvPr>
          <p:cNvSpPr txBox="1">
            <a:spLocks/>
          </p:cNvSpPr>
          <p:nvPr/>
        </p:nvSpPr>
        <p:spPr>
          <a:xfrm>
            <a:off x="550863" y="4749834"/>
            <a:ext cx="5108294" cy="987908"/>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vulputate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eleifend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tellus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metus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varius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laoreet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Quisque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rutrum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imperdiet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Etiam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ultricies</a:t>
            </a:r>
            <a:r>
              <a:rPr kumimoji="0" lang="en-US" sz="1400" b="0" i="0" u="none" strike="noStrike" kern="1200" cap="none" spc="0" normalizeH="0" baseline="0" noProof="0" dirty="0">
                <a:ln>
                  <a:noFill/>
                </a:ln>
                <a:solidFill>
                  <a:srgbClr val="000000"/>
                </a:solidFill>
                <a:effectLst/>
                <a:uLnTx/>
                <a:uFillTx/>
                <a:latin typeface="Ubuntu"/>
                <a:ea typeface="+mn-ea"/>
                <a:cs typeface="+mn-cs"/>
              </a:rPr>
              <a:t> nisi vel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augue</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cxnSp>
        <p:nvCxnSpPr>
          <p:cNvPr id="30" name="Straight Connector 29">
            <a:extLst>
              <a:ext uri="{FF2B5EF4-FFF2-40B4-BE49-F238E27FC236}">
                <a16:creationId xmlns:a16="http://schemas.microsoft.com/office/drawing/2014/main" id="{074399D6-9C38-0CD8-03D4-2B20B5F89092}"/>
              </a:ext>
              <a:ext uri="{C183D7F6-B498-43B3-948B-1728B52AA6E4}">
                <adec:decorative xmlns:adec="http://schemas.microsoft.com/office/drawing/2017/decorative" val="1"/>
              </a:ext>
            </a:extLst>
          </p:cNvPr>
          <p:cNvCxnSpPr>
            <a:cxnSpLocks/>
          </p:cNvCxnSpPr>
          <p:nvPr/>
        </p:nvCxnSpPr>
        <p:spPr>
          <a:xfrm>
            <a:off x="6095426" y="4575429"/>
            <a:ext cx="5545189"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C291015D-B46A-C46F-5B9B-19B422FF8F38}"/>
              </a:ext>
              <a:ext uri="{C183D7F6-B498-43B3-948B-1728B52AA6E4}">
                <adec:decorative xmlns:adec="http://schemas.microsoft.com/office/drawing/2017/decorative" val="1"/>
              </a:ext>
            </a:extLst>
          </p:cNvPr>
          <p:cNvCxnSpPr>
            <a:cxnSpLocks/>
          </p:cNvCxnSpPr>
          <p:nvPr/>
        </p:nvCxnSpPr>
        <p:spPr>
          <a:xfrm>
            <a:off x="550863" y="4575429"/>
            <a:ext cx="5108294"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5FFCDDC-C732-9F71-A98B-CA941288D7CF}"/>
              </a:ext>
              <a:ext uri="{C183D7F6-B498-43B3-948B-1728B52AA6E4}">
                <adec:decorative xmlns:adec="http://schemas.microsoft.com/office/drawing/2017/decorative" val="1"/>
              </a:ext>
            </a:extLst>
          </p:cNvPr>
          <p:cNvCxnSpPr>
            <a:cxnSpLocks/>
          </p:cNvCxnSpPr>
          <p:nvPr/>
        </p:nvCxnSpPr>
        <p:spPr>
          <a:xfrm>
            <a:off x="550864" y="2669168"/>
            <a:ext cx="11089752"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39" name="Content Placeholder 5">
            <a:extLst>
              <a:ext uri="{FF2B5EF4-FFF2-40B4-BE49-F238E27FC236}">
                <a16:creationId xmlns:a16="http://schemas.microsoft.com/office/drawing/2014/main" id="{C8AE335E-1670-EC59-B643-8019F3463467}"/>
              </a:ext>
            </a:extLst>
          </p:cNvPr>
          <p:cNvSpPr txBox="1">
            <a:spLocks/>
          </p:cNvSpPr>
          <p:nvPr/>
        </p:nvSpPr>
        <p:spPr>
          <a:xfrm>
            <a:off x="550863" y="2824782"/>
            <a:ext cx="5108294" cy="987914"/>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vulputate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eleifend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tellus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metus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varius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laoreet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Quisque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rutrum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imperdiet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Etiam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ultricies</a:t>
            </a:r>
            <a:r>
              <a:rPr kumimoji="0" lang="en-US" sz="1400" b="0" i="0" u="none" strike="noStrike" kern="1200" cap="none" spc="0" normalizeH="0" baseline="0" noProof="0" dirty="0">
                <a:ln>
                  <a:noFill/>
                </a:ln>
                <a:solidFill>
                  <a:srgbClr val="000000"/>
                </a:solidFill>
                <a:effectLst/>
                <a:uLnTx/>
                <a:uFillTx/>
                <a:latin typeface="Ubuntu"/>
                <a:ea typeface="+mn-ea"/>
                <a:cs typeface="+mn-cs"/>
              </a:rPr>
              <a:t> nisi vel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augue</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40" name="Content Placeholder 7">
            <a:extLst>
              <a:ext uri="{FF2B5EF4-FFF2-40B4-BE49-F238E27FC236}">
                <a16:creationId xmlns:a16="http://schemas.microsoft.com/office/drawing/2014/main" id="{9C31D869-E0A6-E2B8-E974-BFA60F03ED92}"/>
              </a:ext>
            </a:extLst>
          </p:cNvPr>
          <p:cNvSpPr txBox="1">
            <a:spLocks/>
          </p:cNvSpPr>
          <p:nvPr/>
        </p:nvSpPr>
        <p:spPr>
          <a:xfrm>
            <a:off x="6096000" y="2824781"/>
            <a:ext cx="5108294" cy="987908"/>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vulputate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eleifend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tellus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metus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varius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laoreet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Quisque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rutrum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imperdiet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Etiam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ultricies</a:t>
            </a:r>
            <a:r>
              <a:rPr kumimoji="0" lang="en-US" sz="1400" b="0" i="0" u="none" strike="noStrike" kern="1200" cap="none" spc="0" normalizeH="0" baseline="0" noProof="0" dirty="0">
                <a:ln>
                  <a:noFill/>
                </a:ln>
                <a:solidFill>
                  <a:srgbClr val="000000"/>
                </a:solidFill>
                <a:effectLst/>
                <a:uLnTx/>
                <a:uFillTx/>
                <a:latin typeface="Ubuntu"/>
                <a:ea typeface="+mn-ea"/>
                <a:cs typeface="+mn-cs"/>
              </a:rPr>
              <a:t> nisi vel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augue</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 name="Date Placeholder 15">
            <a:extLst>
              <a:ext uri="{FF2B5EF4-FFF2-40B4-BE49-F238E27FC236}">
                <a16:creationId xmlns:a16="http://schemas.microsoft.com/office/drawing/2014/main" id="{67A28CF1-965F-42B6-5B0F-16BAB9D9B9FD}"/>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7" name="Footer Placeholder 16">
            <a:extLst>
              <a:ext uri="{FF2B5EF4-FFF2-40B4-BE49-F238E27FC236}">
                <a16:creationId xmlns:a16="http://schemas.microsoft.com/office/drawing/2014/main" id="{C423B88A-4E1E-F739-C0BA-6A0EF2A3DA8C}"/>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18" name="Slide Number Placeholder 17">
            <a:extLst>
              <a:ext uri="{FF2B5EF4-FFF2-40B4-BE49-F238E27FC236}">
                <a16:creationId xmlns:a16="http://schemas.microsoft.com/office/drawing/2014/main" id="{B3FBDBD2-47CE-CA2A-AECE-4E083C793270}"/>
              </a:ext>
            </a:extLst>
          </p:cNvPr>
          <p:cNvSpPr>
            <a:spLocks noGrp="1"/>
          </p:cNvSpPr>
          <p:nvPr>
            <p:ph type="sldNum" sz="quarter" idx="12"/>
          </p:nvPr>
        </p:nvSpPr>
        <p:spPr/>
        <p:txBody>
          <a:bodyPr/>
          <a:lstStyle/>
          <a:p>
            <a:pPr algn="r"/>
            <a:fld id="{5D9A5160-6218-4E5A-B9E6-B93E3DAE377C}" type="slidenum">
              <a:rPr lang="en-US" smtClean="0"/>
              <a:pPr algn="r"/>
              <a:t>32</a:t>
            </a:fld>
            <a:endParaRPr lang="en-US" dirty="0"/>
          </a:p>
        </p:txBody>
      </p:sp>
    </p:spTree>
    <p:extLst>
      <p:ext uri="{BB962C8B-B14F-4D97-AF65-F5344CB8AC3E}">
        <p14:creationId xmlns:p14="http://schemas.microsoft.com/office/powerpoint/2010/main" val="62138714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98CAFC3-C12B-7A74-7E59-0CB9559F1F55}"/>
              </a:ext>
            </a:extLst>
          </p:cNvPr>
          <p:cNvSpPr>
            <a:spLocks noGrp="1"/>
          </p:cNvSpPr>
          <p:nvPr>
            <p:ph type="title"/>
          </p:nvPr>
        </p:nvSpPr>
        <p:spPr>
          <a:xfrm>
            <a:off x="551384" y="549274"/>
            <a:ext cx="11090938" cy="930372"/>
          </a:xfrm>
        </p:spPr>
        <p:txBody>
          <a:bodyPr/>
          <a:lstStyle/>
          <a:p>
            <a:r>
              <a:rPr lang="en-US" dirty="0"/>
              <a:t>Table 1</a:t>
            </a:r>
            <a:br>
              <a:rPr lang="en-US" dirty="0"/>
            </a:br>
            <a:endParaRPr lang="en-US" dirty="0"/>
          </a:p>
        </p:txBody>
      </p:sp>
      <p:graphicFrame>
        <p:nvGraphicFramePr>
          <p:cNvPr id="8" name="Table Placeholder 4">
            <a:extLst>
              <a:ext uri="{FF2B5EF4-FFF2-40B4-BE49-F238E27FC236}">
                <a16:creationId xmlns:a16="http://schemas.microsoft.com/office/drawing/2014/main" id="{F5ED10EF-361F-237F-F4DF-FD40A0FDCEC1}"/>
              </a:ext>
            </a:extLst>
          </p:cNvPr>
          <p:cNvGraphicFramePr>
            <a:graphicFrameLocks/>
          </p:cNvGraphicFramePr>
          <p:nvPr>
            <p:extLst>
              <p:ext uri="{D42A27DB-BD31-4B8C-83A1-F6EECF244321}">
                <p14:modId xmlns:p14="http://schemas.microsoft.com/office/powerpoint/2010/main" val="4179687343"/>
              </p:ext>
            </p:extLst>
          </p:nvPr>
        </p:nvGraphicFramePr>
        <p:xfrm>
          <a:off x="550864" y="2204864"/>
          <a:ext cx="11089753" cy="3529013"/>
        </p:xfrm>
        <a:graphic>
          <a:graphicData uri="http://schemas.openxmlformats.org/drawingml/2006/table">
            <a:tbl>
              <a:tblPr firstRow="1" bandRow="1">
                <a:tableStyleId>{5C22544A-7EE6-4342-B048-85BDC9FD1C3A}</a:tableStyleId>
              </a:tblPr>
              <a:tblGrid>
                <a:gridCol w="1066379">
                  <a:extLst>
                    <a:ext uri="{9D8B030D-6E8A-4147-A177-3AD203B41FA5}">
                      <a16:colId xmlns:a16="http://schemas.microsoft.com/office/drawing/2014/main" val="2607851620"/>
                    </a:ext>
                  </a:extLst>
                </a:gridCol>
                <a:gridCol w="1436036">
                  <a:extLst>
                    <a:ext uri="{9D8B030D-6E8A-4147-A177-3AD203B41FA5}">
                      <a16:colId xmlns:a16="http://schemas.microsoft.com/office/drawing/2014/main" val="1243403413"/>
                    </a:ext>
                  </a:extLst>
                </a:gridCol>
                <a:gridCol w="1431223">
                  <a:extLst>
                    <a:ext uri="{9D8B030D-6E8A-4147-A177-3AD203B41FA5}">
                      <a16:colId xmlns:a16="http://schemas.microsoft.com/office/drawing/2014/main" val="1389503925"/>
                    </a:ext>
                  </a:extLst>
                </a:gridCol>
                <a:gridCol w="1431223">
                  <a:extLst>
                    <a:ext uri="{9D8B030D-6E8A-4147-A177-3AD203B41FA5}">
                      <a16:colId xmlns:a16="http://schemas.microsoft.com/office/drawing/2014/main" val="3631262642"/>
                    </a:ext>
                  </a:extLst>
                </a:gridCol>
                <a:gridCol w="1431223">
                  <a:extLst>
                    <a:ext uri="{9D8B030D-6E8A-4147-A177-3AD203B41FA5}">
                      <a16:colId xmlns:a16="http://schemas.microsoft.com/office/drawing/2014/main" val="2121792064"/>
                    </a:ext>
                  </a:extLst>
                </a:gridCol>
                <a:gridCol w="1431223">
                  <a:extLst>
                    <a:ext uri="{9D8B030D-6E8A-4147-A177-3AD203B41FA5}">
                      <a16:colId xmlns:a16="http://schemas.microsoft.com/office/drawing/2014/main" val="2163038458"/>
                    </a:ext>
                  </a:extLst>
                </a:gridCol>
                <a:gridCol w="1431223">
                  <a:extLst>
                    <a:ext uri="{9D8B030D-6E8A-4147-A177-3AD203B41FA5}">
                      <a16:colId xmlns:a16="http://schemas.microsoft.com/office/drawing/2014/main" val="2134234959"/>
                    </a:ext>
                  </a:extLst>
                </a:gridCol>
                <a:gridCol w="1431223">
                  <a:extLst>
                    <a:ext uri="{9D8B030D-6E8A-4147-A177-3AD203B41FA5}">
                      <a16:colId xmlns:a16="http://schemas.microsoft.com/office/drawing/2014/main" val="1865152723"/>
                    </a:ext>
                  </a:extLst>
                </a:gridCol>
              </a:tblGrid>
              <a:tr h="483621">
                <a:tc>
                  <a:txBody>
                    <a:bodyPr/>
                    <a:lstStyle/>
                    <a:p>
                      <a:pPr algn="ctr"/>
                      <a:endParaRPr lang="en-US" sz="1600" b="0" noProof="0" dirty="0">
                        <a:solidFill>
                          <a:schemeClr val="tx2"/>
                        </a:solidFill>
                        <a:latin typeface="+mn-lt"/>
                      </a:endParaRPr>
                    </a:p>
                  </a:txBody>
                  <a:tcPr marL="110322" marR="110322" marT="0" marB="0" anchor="ctr">
                    <a:lnL w="12700" cmpd="sng">
                      <a:noFill/>
                    </a:lnL>
                    <a:lnR w="12700" cap="flat" cmpd="sng" algn="ctr">
                      <a:solidFill>
                        <a:schemeClr val="tx1"/>
                      </a:solid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400"/>
                        </a:lnSpc>
                      </a:pPr>
                      <a:r>
                        <a:rPr lang="en-US" sz="1600" b="1" noProof="0" dirty="0">
                          <a:solidFill>
                            <a:schemeClr val="tx2"/>
                          </a:solidFill>
                          <a:latin typeface="+mn-lt"/>
                        </a:rPr>
                        <a:t>Text</a:t>
                      </a: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400"/>
                        </a:lnSpc>
                      </a:pPr>
                      <a:r>
                        <a:rPr lang="en-US" sz="1600" b="1" noProof="0" dirty="0">
                          <a:solidFill>
                            <a:schemeClr val="tx2"/>
                          </a:solidFill>
                          <a:latin typeface="+mn-lt"/>
                        </a:rPr>
                        <a:t>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400"/>
                        </a:lnSpc>
                      </a:pPr>
                      <a:r>
                        <a:rPr lang="en-US" sz="1600" b="1" noProof="0" dirty="0">
                          <a:solidFill>
                            <a:schemeClr val="tx2"/>
                          </a:solidFill>
                          <a:latin typeface="+mn-lt"/>
                        </a:rPr>
                        <a:t>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400"/>
                        </a:lnSpc>
                      </a:pPr>
                      <a:r>
                        <a:rPr lang="en-US" sz="1600" b="1" noProof="0" dirty="0">
                          <a:solidFill>
                            <a:schemeClr val="tx2"/>
                          </a:solidFill>
                          <a:latin typeface="+mn-lt"/>
                        </a:rPr>
                        <a:t>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600" b="1" noProof="0" dirty="0">
                          <a:solidFill>
                            <a:schemeClr val="tx2"/>
                          </a:solidFill>
                          <a:latin typeface="+mn-lt"/>
                        </a:rPr>
                        <a:t>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600" b="1" noProof="0" dirty="0">
                          <a:solidFill>
                            <a:schemeClr val="tx2"/>
                          </a:solidFill>
                          <a:latin typeface="+mn-lt"/>
                        </a:rPr>
                        <a:t>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600" b="1" noProof="0" dirty="0">
                          <a:solidFill>
                            <a:schemeClr val="tx2"/>
                          </a:solidFill>
                          <a:latin typeface="+mn-lt"/>
                        </a:rPr>
                        <a:t>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81481475"/>
                  </a:ext>
                </a:extLst>
              </a:tr>
              <a:tr h="769527">
                <a:tc>
                  <a:txBody>
                    <a:bodyPr/>
                    <a:lstStyle/>
                    <a:p>
                      <a:pPr algn="l">
                        <a:lnSpc>
                          <a:spcPts val="1400"/>
                        </a:lnSpc>
                      </a:pPr>
                      <a:r>
                        <a:rPr lang="en-US" sz="1400" b="0" noProof="0" dirty="0">
                          <a:solidFill>
                            <a:schemeClr val="tx2"/>
                          </a:solidFill>
                          <a:latin typeface="+mn-lt"/>
                        </a:rPr>
                        <a:t>Text</a:t>
                      </a:r>
                    </a:p>
                  </a:txBody>
                  <a:tcPr marL="183941" marR="110365" marT="0" marB="0" anchor="ctr">
                    <a:lnL w="12700" cmpd="sng">
                      <a:noFill/>
                    </a:lnL>
                    <a:lnR w="12700" cap="flat" cmpd="sng" algn="ctr">
                      <a:solidFill>
                        <a:schemeClr val="tx1"/>
                      </a:solidFill>
                      <a:prstDash val="solid"/>
                      <a:round/>
                      <a:headEnd type="none" w="med" len="med"/>
                      <a:tailEnd type="none" w="med" len="med"/>
                    </a:lnR>
                    <a:lnT w="38100" cap="flat" cmpd="sng" algn="ctr">
                      <a:solidFill>
                        <a:schemeClr val="tx2"/>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l">
                        <a:lnSpc>
                          <a:spcPts val="1400"/>
                        </a:lnSpc>
                      </a:pPr>
                      <a:r>
                        <a:rPr lang="en-US" sz="1400" noProof="0" dirty="0">
                          <a:solidFill>
                            <a:schemeClr val="tx1"/>
                          </a:solidFill>
                          <a:latin typeface="+mn-lt"/>
                        </a:rPr>
                        <a:t>Example text</a:t>
                      </a: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0348787"/>
                  </a:ext>
                </a:extLst>
              </a:tr>
              <a:tr h="769527">
                <a:tc>
                  <a:txBody>
                    <a:bodyPr/>
                    <a:lstStyle/>
                    <a:p>
                      <a:pPr algn="l">
                        <a:lnSpc>
                          <a:spcPts val="1400"/>
                        </a:lnSpc>
                      </a:pPr>
                      <a:r>
                        <a:rPr lang="en-US" sz="1400" b="0" noProof="0" dirty="0">
                          <a:solidFill>
                            <a:schemeClr val="tx2"/>
                          </a:solidFill>
                          <a:latin typeface="+mn-lt"/>
                        </a:rPr>
                        <a:t>Text</a:t>
                      </a: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2">
                        <a:lumMod val="95000"/>
                      </a:schemeClr>
                    </a:solid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extLst>
                  <a:ext uri="{0D108BD9-81ED-4DB2-BD59-A6C34878D82A}">
                    <a16:rowId xmlns:a16="http://schemas.microsoft.com/office/drawing/2014/main" val="874772154"/>
                  </a:ext>
                </a:extLst>
              </a:tr>
              <a:tr h="736811">
                <a:tc>
                  <a:txBody>
                    <a:bodyPr/>
                    <a:lstStyle/>
                    <a:p>
                      <a:pPr algn="l">
                        <a:lnSpc>
                          <a:spcPts val="1400"/>
                        </a:lnSpc>
                      </a:pPr>
                      <a:r>
                        <a:rPr lang="en-US" sz="1400" b="0" noProof="0" dirty="0">
                          <a:solidFill>
                            <a:schemeClr val="tx2"/>
                          </a:solidFill>
                          <a:latin typeface="+mn-lt"/>
                        </a:rPr>
                        <a:t>Text</a:t>
                      </a: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7503373"/>
                  </a:ext>
                </a:extLst>
              </a:tr>
              <a:tr h="769527">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endParaRPr lang="en-US" sz="1400" b="1" i="1" noProof="0" dirty="0">
                        <a:solidFill>
                          <a:schemeClr val="tx2"/>
                        </a:solidFill>
                        <a:latin typeface="+mn-lt"/>
                      </a:endParaRPr>
                    </a:p>
                  </a:txBody>
                  <a:tcPr marL="183941" marR="110365" marT="0" marB="0"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l">
                        <a:lnSpc>
                          <a:spcPts val="1400"/>
                        </a:lnSpc>
                      </a:pPr>
                      <a:r>
                        <a:rPr lang="en-US" sz="1400" b="0" i="1" noProof="0" dirty="0">
                          <a:solidFill>
                            <a:schemeClr val="tx1"/>
                          </a:solidFill>
                          <a:latin typeface="+mn-lt"/>
                        </a:rPr>
                        <a:t>Example text</a:t>
                      </a: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l">
                        <a:lnSpc>
                          <a:spcPts val="1400"/>
                        </a:lnSpc>
                      </a:pPr>
                      <a:r>
                        <a:rPr lang="en-US" sz="1400" b="0" i="1" noProof="0" dirty="0">
                          <a:solidFill>
                            <a:schemeClr val="tx1"/>
                          </a:solidFill>
                          <a:latin typeface="+mn-lt"/>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1"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1"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1"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1"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1" u="none" strike="noStrike" kern="1200" cap="none" spc="0" normalizeH="0" baseline="0" noProof="0" dirty="0">
                          <a:ln>
                            <a:noFill/>
                          </a:ln>
                          <a:solidFill>
                            <a:schemeClr val="tx1"/>
                          </a:solidFill>
                          <a:effectLst/>
                          <a:uLnTx/>
                          <a:uFillTx/>
                          <a:latin typeface="+mn-lt"/>
                          <a:ea typeface="+mn-ea"/>
                          <a:cs typeface="+mn-cs"/>
                        </a:rPr>
                        <a:t>Example text</a:t>
                      </a:r>
                    </a:p>
                  </a:txBody>
                  <a:tcPr marL="110322" marR="11032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42550040"/>
                  </a:ext>
                </a:extLst>
              </a:tr>
            </a:tbl>
          </a:graphicData>
        </a:graphic>
      </p:graphicFrame>
      <p:sp>
        <p:nvSpPr>
          <p:cNvPr id="17" name="Date Placeholder 16">
            <a:extLst>
              <a:ext uri="{FF2B5EF4-FFF2-40B4-BE49-F238E27FC236}">
                <a16:creationId xmlns:a16="http://schemas.microsoft.com/office/drawing/2014/main" id="{C5A0E100-8473-61CB-880F-F723AEEDBA9A}"/>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8" name="Footer Placeholder 17">
            <a:extLst>
              <a:ext uri="{FF2B5EF4-FFF2-40B4-BE49-F238E27FC236}">
                <a16:creationId xmlns:a16="http://schemas.microsoft.com/office/drawing/2014/main" id="{4D5AF11F-162B-A9BF-2C87-15BDD02A796F}"/>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19" name="Slide Number Placeholder 18">
            <a:extLst>
              <a:ext uri="{FF2B5EF4-FFF2-40B4-BE49-F238E27FC236}">
                <a16:creationId xmlns:a16="http://schemas.microsoft.com/office/drawing/2014/main" id="{5F11CD64-D0ED-DE93-E801-C22B1B583965}"/>
              </a:ext>
            </a:extLst>
          </p:cNvPr>
          <p:cNvSpPr>
            <a:spLocks noGrp="1"/>
          </p:cNvSpPr>
          <p:nvPr>
            <p:ph type="sldNum" sz="quarter" idx="12"/>
          </p:nvPr>
        </p:nvSpPr>
        <p:spPr/>
        <p:txBody>
          <a:bodyPr/>
          <a:lstStyle/>
          <a:p>
            <a:pPr algn="r"/>
            <a:fld id="{5D9A5160-6218-4E5A-B9E6-B93E3DAE377C}" type="slidenum">
              <a:rPr lang="en-US" smtClean="0"/>
              <a:pPr algn="r"/>
              <a:t>33</a:t>
            </a:fld>
            <a:endParaRPr lang="en-US" dirty="0"/>
          </a:p>
        </p:txBody>
      </p:sp>
    </p:spTree>
    <p:extLst>
      <p:ext uri="{BB962C8B-B14F-4D97-AF65-F5344CB8AC3E}">
        <p14:creationId xmlns:p14="http://schemas.microsoft.com/office/powerpoint/2010/main" val="247457780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B59E4E22-E5DD-29AD-F490-E8B9D65A90C2}"/>
              </a:ext>
            </a:extLst>
          </p:cNvPr>
          <p:cNvSpPr>
            <a:spLocks noGrp="1"/>
          </p:cNvSpPr>
          <p:nvPr>
            <p:ph type="title"/>
          </p:nvPr>
        </p:nvSpPr>
        <p:spPr>
          <a:xfrm>
            <a:off x="551384" y="549274"/>
            <a:ext cx="11090938" cy="930372"/>
          </a:xfrm>
        </p:spPr>
        <p:txBody>
          <a:bodyPr/>
          <a:lstStyle/>
          <a:p>
            <a:r>
              <a:rPr lang="en-US" dirty="0"/>
              <a:t>Project timeline 1</a:t>
            </a:r>
            <a:br>
              <a:rPr lang="en-US" dirty="0"/>
            </a:br>
            <a:endParaRPr lang="en-US" dirty="0"/>
          </a:p>
        </p:txBody>
      </p:sp>
      <p:sp>
        <p:nvSpPr>
          <p:cNvPr id="5" name="Text Placeholder 4">
            <a:extLst>
              <a:ext uri="{FF2B5EF4-FFF2-40B4-BE49-F238E27FC236}">
                <a16:creationId xmlns:a16="http://schemas.microsoft.com/office/drawing/2014/main" id="{52EF4AB9-D990-4EE3-39AD-C2C846136AFF}"/>
              </a:ext>
            </a:extLst>
          </p:cNvPr>
          <p:cNvSpPr>
            <a:spLocks noGrp="1"/>
          </p:cNvSpPr>
          <p:nvPr>
            <p:ph type="body" sz="quarter" idx="22"/>
          </p:nvPr>
        </p:nvSpPr>
        <p:spPr>
          <a:xfrm>
            <a:off x="550863" y="1633538"/>
            <a:ext cx="11090275" cy="307975"/>
          </a:xfrm>
        </p:spPr>
        <p:txBody>
          <a:bodyPr/>
          <a:lstStyle/>
          <a:p>
            <a:r>
              <a:rPr lang="en-US" dirty="0"/>
              <a:t>Transition timeline</a:t>
            </a:r>
          </a:p>
        </p:txBody>
      </p:sp>
      <p:grpSp>
        <p:nvGrpSpPr>
          <p:cNvPr id="8" name="Group 7" descr="Chart">
            <a:extLst>
              <a:ext uri="{FF2B5EF4-FFF2-40B4-BE49-F238E27FC236}">
                <a16:creationId xmlns:a16="http://schemas.microsoft.com/office/drawing/2014/main" id="{47F2AFDA-7282-49EA-D315-2FCFA766BF64}"/>
              </a:ext>
            </a:extLst>
          </p:cNvPr>
          <p:cNvGrpSpPr/>
          <p:nvPr/>
        </p:nvGrpSpPr>
        <p:grpSpPr>
          <a:xfrm>
            <a:off x="479376" y="2334736"/>
            <a:ext cx="11223916" cy="3634917"/>
            <a:chOff x="551384" y="2334736"/>
            <a:chExt cx="11151908" cy="3501749"/>
          </a:xfrm>
        </p:grpSpPr>
        <p:graphicFrame>
          <p:nvGraphicFramePr>
            <p:cNvPr id="9" name="Table Placeholder 16">
              <a:extLst>
                <a:ext uri="{FF2B5EF4-FFF2-40B4-BE49-F238E27FC236}">
                  <a16:creationId xmlns:a16="http://schemas.microsoft.com/office/drawing/2014/main" id="{B6DA6E7D-C314-28A5-1CC8-B21391971FE6}"/>
                </a:ext>
                <a:ext uri="{C183D7F6-B498-43B3-948B-1728B52AA6E4}">
                  <adec:decorative xmlns:adec="http://schemas.microsoft.com/office/drawing/2017/decorative" val="0"/>
                </a:ext>
              </a:extLst>
            </p:cNvPr>
            <p:cNvGraphicFramePr>
              <a:graphicFrameLocks/>
            </p:cNvGraphicFramePr>
            <p:nvPr>
              <p:extLst>
                <p:ext uri="{D42A27DB-BD31-4B8C-83A1-F6EECF244321}">
                  <p14:modId xmlns:p14="http://schemas.microsoft.com/office/powerpoint/2010/main" val="2130187600"/>
                </p:ext>
              </p:extLst>
            </p:nvPr>
          </p:nvGraphicFramePr>
          <p:xfrm>
            <a:off x="551384" y="2724086"/>
            <a:ext cx="11018608" cy="3112399"/>
          </p:xfrm>
          <a:graphic>
            <a:graphicData uri="http://schemas.openxmlformats.org/drawingml/2006/table">
              <a:tbl>
                <a:tblPr firstRow="1" bandRow="1">
                  <a:tableStyleId>{5C22544A-7EE6-4342-B048-85BDC9FD1C3A}</a:tableStyleId>
                </a:tblPr>
                <a:tblGrid>
                  <a:gridCol w="1800063">
                    <a:extLst>
                      <a:ext uri="{9D8B030D-6E8A-4147-A177-3AD203B41FA5}">
                        <a16:colId xmlns:a16="http://schemas.microsoft.com/office/drawing/2014/main" val="3926787875"/>
                      </a:ext>
                    </a:extLst>
                  </a:gridCol>
                  <a:gridCol w="774141">
                    <a:extLst>
                      <a:ext uri="{9D8B030D-6E8A-4147-A177-3AD203B41FA5}">
                        <a16:colId xmlns:a16="http://schemas.microsoft.com/office/drawing/2014/main" val="1347465143"/>
                      </a:ext>
                    </a:extLst>
                  </a:gridCol>
                  <a:gridCol w="774141">
                    <a:extLst>
                      <a:ext uri="{9D8B030D-6E8A-4147-A177-3AD203B41FA5}">
                        <a16:colId xmlns:a16="http://schemas.microsoft.com/office/drawing/2014/main" val="802954316"/>
                      </a:ext>
                    </a:extLst>
                  </a:gridCol>
                  <a:gridCol w="774141">
                    <a:extLst>
                      <a:ext uri="{9D8B030D-6E8A-4147-A177-3AD203B41FA5}">
                        <a16:colId xmlns:a16="http://schemas.microsoft.com/office/drawing/2014/main" val="237998491"/>
                      </a:ext>
                    </a:extLst>
                  </a:gridCol>
                  <a:gridCol w="774141">
                    <a:extLst>
                      <a:ext uri="{9D8B030D-6E8A-4147-A177-3AD203B41FA5}">
                        <a16:colId xmlns:a16="http://schemas.microsoft.com/office/drawing/2014/main" val="559338291"/>
                      </a:ext>
                    </a:extLst>
                  </a:gridCol>
                  <a:gridCol w="774141">
                    <a:extLst>
                      <a:ext uri="{9D8B030D-6E8A-4147-A177-3AD203B41FA5}">
                        <a16:colId xmlns:a16="http://schemas.microsoft.com/office/drawing/2014/main" val="2662145481"/>
                      </a:ext>
                    </a:extLst>
                  </a:gridCol>
                  <a:gridCol w="774141">
                    <a:extLst>
                      <a:ext uri="{9D8B030D-6E8A-4147-A177-3AD203B41FA5}">
                        <a16:colId xmlns:a16="http://schemas.microsoft.com/office/drawing/2014/main" val="842013454"/>
                      </a:ext>
                    </a:extLst>
                  </a:gridCol>
                  <a:gridCol w="774141">
                    <a:extLst>
                      <a:ext uri="{9D8B030D-6E8A-4147-A177-3AD203B41FA5}">
                        <a16:colId xmlns:a16="http://schemas.microsoft.com/office/drawing/2014/main" val="1726885786"/>
                      </a:ext>
                    </a:extLst>
                  </a:gridCol>
                  <a:gridCol w="774141">
                    <a:extLst>
                      <a:ext uri="{9D8B030D-6E8A-4147-A177-3AD203B41FA5}">
                        <a16:colId xmlns:a16="http://schemas.microsoft.com/office/drawing/2014/main" val="3535952006"/>
                      </a:ext>
                    </a:extLst>
                  </a:gridCol>
                  <a:gridCol w="774141">
                    <a:extLst>
                      <a:ext uri="{9D8B030D-6E8A-4147-A177-3AD203B41FA5}">
                        <a16:colId xmlns:a16="http://schemas.microsoft.com/office/drawing/2014/main" val="2591906777"/>
                      </a:ext>
                    </a:extLst>
                  </a:gridCol>
                  <a:gridCol w="774141">
                    <a:extLst>
                      <a:ext uri="{9D8B030D-6E8A-4147-A177-3AD203B41FA5}">
                        <a16:colId xmlns:a16="http://schemas.microsoft.com/office/drawing/2014/main" val="4149502341"/>
                      </a:ext>
                    </a:extLst>
                  </a:gridCol>
                  <a:gridCol w="774141">
                    <a:extLst>
                      <a:ext uri="{9D8B030D-6E8A-4147-A177-3AD203B41FA5}">
                        <a16:colId xmlns:a16="http://schemas.microsoft.com/office/drawing/2014/main" val="3973496842"/>
                      </a:ext>
                    </a:extLst>
                  </a:gridCol>
                  <a:gridCol w="774141">
                    <a:extLst>
                      <a:ext uri="{9D8B030D-6E8A-4147-A177-3AD203B41FA5}">
                        <a16:colId xmlns:a16="http://schemas.microsoft.com/office/drawing/2014/main" val="1214891969"/>
                      </a:ext>
                    </a:extLst>
                  </a:gridCol>
                </a:tblGrid>
                <a:tr h="40384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tx1"/>
                            </a:solidFill>
                            <a:latin typeface="+mn-lt"/>
                          </a:rPr>
                          <a:t>Text sample</a:t>
                        </a:r>
                      </a:p>
                    </a:txBody>
                    <a:tcPr marL="89354" marR="89354" anchor="ctr">
                      <a:lnL w="12700" cmpd="sng">
                        <a:noFill/>
                      </a:lnL>
                      <a:lnR w="12700" cmpd="sng">
                        <a:noFill/>
                      </a:lnR>
                      <a:lnT w="12700" cmpd="sng">
                        <a:noFill/>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dirty="0"/>
                      </a:p>
                    </a:txBody>
                    <a:tcPr marL="89354" marR="89354">
                      <a:lnL w="12700" cmpd="sng">
                        <a:noFill/>
                      </a:lnL>
                      <a:lnR w="12700" cap="flat" cmpd="sng" algn="ctr">
                        <a:solidFill>
                          <a:schemeClr val="bg1">
                            <a:lumMod val="85000"/>
                          </a:schemeClr>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25710404"/>
                    </a:ext>
                  </a:extLst>
                </a:tr>
                <a:tr h="40384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Text sample</a:t>
                        </a:r>
                      </a:p>
                    </a:txBody>
                    <a:tcPr marL="89354" marR="89354" anchor="ctr">
                      <a:lnL w="12700" cmpd="sng">
                        <a:noFill/>
                      </a:lnL>
                      <a:lnR w="12700" cmpd="sng">
                        <a:noFill/>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dirty="0"/>
                      </a:p>
                    </a:txBody>
                    <a:tcPr marL="89354" marR="89354">
                      <a:lnL w="12700" cmpd="sng">
                        <a:noFill/>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69837876"/>
                    </a:ext>
                  </a:extLst>
                </a:tr>
                <a:tr h="40384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Text sample</a:t>
                        </a:r>
                      </a:p>
                    </a:txBody>
                    <a:tcPr marL="89354" marR="89354" anchor="ctr">
                      <a:lnL w="12700" cmpd="sng">
                        <a:noFill/>
                      </a:lnL>
                      <a:lnR w="12700" cmpd="sng">
                        <a:noFill/>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dirty="0"/>
                      </a:p>
                    </a:txBody>
                    <a:tcPr marL="89354" marR="89354">
                      <a:lnL w="12700" cmpd="sng">
                        <a:noFill/>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20944819"/>
                    </a:ext>
                  </a:extLst>
                </a:tr>
                <a:tr h="40384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Text sample</a:t>
                        </a:r>
                      </a:p>
                    </a:txBody>
                    <a:tcPr marL="89354" marR="89354" anchor="ctr">
                      <a:lnL w="12700" cmpd="sng">
                        <a:noFill/>
                      </a:lnL>
                      <a:lnR w="12700" cmpd="sng">
                        <a:noFill/>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dirty="0"/>
                      </a:p>
                    </a:txBody>
                    <a:tcPr marL="89354" marR="89354">
                      <a:lnL w="12700" cmpd="sng">
                        <a:noFill/>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95842970"/>
                    </a:ext>
                  </a:extLst>
                </a:tr>
                <a:tr h="40384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Text sample</a:t>
                        </a:r>
                      </a:p>
                    </a:txBody>
                    <a:tcPr marL="89354" marR="89354" anchor="ctr">
                      <a:lnL w="12700" cmpd="sng">
                        <a:noFill/>
                      </a:lnL>
                      <a:lnR w="12700" cmpd="sng">
                        <a:noFill/>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dirty="0"/>
                      </a:p>
                    </a:txBody>
                    <a:tcPr marL="89354" marR="89354">
                      <a:lnL w="12700" cmpd="sng">
                        <a:noFill/>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44607630"/>
                    </a:ext>
                  </a:extLst>
                </a:tr>
                <a:tr h="40384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Text sample</a:t>
                        </a:r>
                      </a:p>
                    </a:txBody>
                    <a:tcPr marL="89354" marR="89354" anchor="ctr">
                      <a:lnL w="12700" cmpd="sng">
                        <a:noFill/>
                      </a:lnL>
                      <a:lnR w="12700" cmpd="sng">
                        <a:noFill/>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dirty="0"/>
                      </a:p>
                    </a:txBody>
                    <a:tcPr marL="89354" marR="89354">
                      <a:lnL w="12700" cmpd="sng">
                        <a:noFill/>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2164272"/>
                    </a:ext>
                  </a:extLst>
                </a:tr>
                <a:tr h="40384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Text sample</a:t>
                        </a:r>
                      </a:p>
                    </a:txBody>
                    <a:tcPr marL="89354" marR="89354" anchor="ctr">
                      <a:lnL w="12700" cmpd="sng">
                        <a:noFill/>
                      </a:lnL>
                      <a:lnR w="12700" cmpd="sng">
                        <a:noFill/>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dirty="0"/>
                      </a:p>
                    </a:txBody>
                    <a:tcPr marL="89354" marR="89354">
                      <a:lnL w="12700" cmpd="sng">
                        <a:noFill/>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2541989"/>
                    </a:ext>
                  </a:extLst>
                </a:tr>
                <a:tr h="40384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Text sample</a:t>
                        </a:r>
                      </a:p>
                    </a:txBody>
                    <a:tcPr marL="89354" marR="89354" anchor="ctr">
                      <a:lnL w="12700" cmpd="sng">
                        <a:noFill/>
                      </a:lnL>
                      <a:lnR w="12700" cmpd="sng">
                        <a:noFill/>
                      </a:lnR>
                      <a:lnT w="381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endParaRPr lang="en-US" dirty="0"/>
                      </a:p>
                    </a:txBody>
                    <a:tcPr marL="89354" marR="89354">
                      <a:lnL w="12700" cmpd="sng">
                        <a:noFill/>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endParaRPr lang="en-US" dirty="0"/>
                      </a:p>
                    </a:txBody>
                    <a:tcPr marL="89354" marR="89354">
                      <a:lnL w="12700" cap="flat" cmpd="sng" algn="ctr">
                        <a:solidFill>
                          <a:schemeClr val="bg1">
                            <a:lumMod val="85000"/>
                          </a:schemeClr>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32545109"/>
                    </a:ext>
                  </a:extLst>
                </a:tr>
              </a:tbl>
            </a:graphicData>
          </a:graphic>
        </p:graphicFrame>
        <p:grpSp>
          <p:nvGrpSpPr>
            <p:cNvPr id="10" name="Group 9">
              <a:extLst>
                <a:ext uri="{FF2B5EF4-FFF2-40B4-BE49-F238E27FC236}">
                  <a16:creationId xmlns:a16="http://schemas.microsoft.com/office/drawing/2014/main" id="{15DFB16B-837C-AEC3-5216-235D0BF0B675}"/>
                </a:ext>
              </a:extLst>
            </p:cNvPr>
            <p:cNvGrpSpPr/>
            <p:nvPr/>
          </p:nvGrpSpPr>
          <p:grpSpPr>
            <a:xfrm>
              <a:off x="2369161" y="2334736"/>
              <a:ext cx="9291755" cy="264275"/>
              <a:chOff x="2354274" y="2473186"/>
              <a:chExt cx="9426273" cy="264275"/>
            </a:xfrm>
            <a:solidFill>
              <a:schemeClr val="accent1"/>
            </a:solidFill>
          </p:grpSpPr>
          <p:sp>
            <p:nvSpPr>
              <p:cNvPr id="21" name="Freeform: Shape 4">
                <a:extLst>
                  <a:ext uri="{FF2B5EF4-FFF2-40B4-BE49-F238E27FC236}">
                    <a16:creationId xmlns:a16="http://schemas.microsoft.com/office/drawing/2014/main" id="{2C417850-F800-513B-6035-7AEA25703368}"/>
                  </a:ext>
                </a:extLst>
              </p:cNvPr>
              <p:cNvSpPr/>
              <p:nvPr/>
            </p:nvSpPr>
            <p:spPr>
              <a:xfrm>
                <a:off x="2354274" y="2473186"/>
                <a:ext cx="864795" cy="264274"/>
              </a:xfrm>
              <a:custGeom>
                <a:avLst/>
                <a:gdLst>
                  <a:gd name="connsiteX0" fmla="*/ 0 w 845405"/>
                  <a:gd name="connsiteY0" fmla="*/ 0 h 338162"/>
                  <a:gd name="connsiteX1" fmla="*/ 676324 w 845405"/>
                  <a:gd name="connsiteY1" fmla="*/ 0 h 338162"/>
                  <a:gd name="connsiteX2" fmla="*/ 845405 w 845405"/>
                  <a:gd name="connsiteY2" fmla="*/ 169081 h 338162"/>
                  <a:gd name="connsiteX3" fmla="*/ 676324 w 845405"/>
                  <a:gd name="connsiteY3" fmla="*/ 338162 h 338162"/>
                  <a:gd name="connsiteX4" fmla="*/ 0 w 845405"/>
                  <a:gd name="connsiteY4" fmla="*/ 338162 h 338162"/>
                  <a:gd name="connsiteX5" fmla="*/ 169081 w 845405"/>
                  <a:gd name="connsiteY5" fmla="*/ 169081 h 338162"/>
                  <a:gd name="connsiteX6" fmla="*/ 0 w 845405"/>
                  <a:gd name="connsiteY6" fmla="*/ 0 h 33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5405" h="338162">
                    <a:moveTo>
                      <a:pt x="0" y="0"/>
                    </a:moveTo>
                    <a:lnTo>
                      <a:pt x="676324" y="0"/>
                    </a:lnTo>
                    <a:lnTo>
                      <a:pt x="845405" y="169081"/>
                    </a:lnTo>
                    <a:lnTo>
                      <a:pt x="676324" y="338162"/>
                    </a:lnTo>
                    <a:lnTo>
                      <a:pt x="0" y="338162"/>
                    </a:lnTo>
                    <a:lnTo>
                      <a:pt x="169081" y="169081"/>
                    </a:lnTo>
                    <a:lnTo>
                      <a:pt x="0" y="0"/>
                    </a:lnTo>
                    <a:close/>
                  </a:path>
                </a:pathLst>
              </a:custGeom>
              <a:solidFill>
                <a:schemeClr val="tx2"/>
              </a:solidFill>
              <a:ln>
                <a:no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17087" tIns="16002" rIns="185083" bIns="16002" numCol="1" spcCol="1270" anchor="ctr" anchorCtr="0">
                <a:noAutofit/>
              </a:bodyPr>
              <a:lstStyle/>
              <a:p>
                <a:pPr marL="0" marR="0" lvl="0" indent="0" algn="ctr" defTabSz="5334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Ubuntu"/>
                    <a:ea typeface="+mn-ea"/>
                    <a:cs typeface="+mn-cs"/>
                  </a:rPr>
                  <a:t>1</a:t>
                </a:r>
              </a:p>
            </p:txBody>
          </p:sp>
          <p:sp>
            <p:nvSpPr>
              <p:cNvPr id="22" name="Freeform: Shape 5">
                <a:extLst>
                  <a:ext uri="{FF2B5EF4-FFF2-40B4-BE49-F238E27FC236}">
                    <a16:creationId xmlns:a16="http://schemas.microsoft.com/office/drawing/2014/main" id="{2BB190A5-EA97-966B-EE3A-61C3A8FE8602}"/>
                  </a:ext>
                </a:extLst>
              </p:cNvPr>
              <p:cNvSpPr/>
              <p:nvPr/>
            </p:nvSpPr>
            <p:spPr>
              <a:xfrm>
                <a:off x="3132590" y="2473187"/>
                <a:ext cx="864795" cy="264274"/>
              </a:xfrm>
              <a:custGeom>
                <a:avLst/>
                <a:gdLst>
                  <a:gd name="connsiteX0" fmla="*/ 0 w 845405"/>
                  <a:gd name="connsiteY0" fmla="*/ 0 h 338162"/>
                  <a:gd name="connsiteX1" fmla="*/ 676324 w 845405"/>
                  <a:gd name="connsiteY1" fmla="*/ 0 h 338162"/>
                  <a:gd name="connsiteX2" fmla="*/ 845405 w 845405"/>
                  <a:gd name="connsiteY2" fmla="*/ 169081 h 338162"/>
                  <a:gd name="connsiteX3" fmla="*/ 676324 w 845405"/>
                  <a:gd name="connsiteY3" fmla="*/ 338162 h 338162"/>
                  <a:gd name="connsiteX4" fmla="*/ 0 w 845405"/>
                  <a:gd name="connsiteY4" fmla="*/ 338162 h 338162"/>
                  <a:gd name="connsiteX5" fmla="*/ 169081 w 845405"/>
                  <a:gd name="connsiteY5" fmla="*/ 169081 h 338162"/>
                  <a:gd name="connsiteX6" fmla="*/ 0 w 845405"/>
                  <a:gd name="connsiteY6" fmla="*/ 0 h 33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5405" h="338162">
                    <a:moveTo>
                      <a:pt x="0" y="0"/>
                    </a:moveTo>
                    <a:lnTo>
                      <a:pt x="676324" y="0"/>
                    </a:lnTo>
                    <a:lnTo>
                      <a:pt x="845405" y="169081"/>
                    </a:lnTo>
                    <a:lnTo>
                      <a:pt x="676324" y="338162"/>
                    </a:lnTo>
                    <a:lnTo>
                      <a:pt x="0" y="338162"/>
                    </a:lnTo>
                    <a:lnTo>
                      <a:pt x="169081" y="169081"/>
                    </a:lnTo>
                    <a:lnTo>
                      <a:pt x="0" y="0"/>
                    </a:lnTo>
                    <a:close/>
                  </a:path>
                </a:pathLst>
              </a:custGeom>
              <a:solidFill>
                <a:schemeClr val="tx2"/>
              </a:solidFill>
              <a:ln>
                <a:no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17087" tIns="16002" rIns="185083" bIns="16002" numCol="1" spcCol="1270" anchor="ctr" anchorCtr="0">
                <a:noAutofit/>
              </a:bodyPr>
              <a:lstStyle/>
              <a:p>
                <a:pPr marL="0" marR="0" lvl="0" indent="0" algn="ctr" defTabSz="5334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Ubuntu"/>
                    <a:ea typeface="+mn-ea"/>
                    <a:cs typeface="+mn-cs"/>
                  </a:rPr>
                  <a:t>2</a:t>
                </a:r>
              </a:p>
            </p:txBody>
          </p:sp>
          <p:sp>
            <p:nvSpPr>
              <p:cNvPr id="23" name="Freeform: Shape 6">
                <a:extLst>
                  <a:ext uri="{FF2B5EF4-FFF2-40B4-BE49-F238E27FC236}">
                    <a16:creationId xmlns:a16="http://schemas.microsoft.com/office/drawing/2014/main" id="{BC404BE8-A5FE-696F-CEBE-D4C4CAE93BDD}"/>
                  </a:ext>
                </a:extLst>
              </p:cNvPr>
              <p:cNvSpPr/>
              <p:nvPr/>
            </p:nvSpPr>
            <p:spPr>
              <a:xfrm>
                <a:off x="3910907" y="2473187"/>
                <a:ext cx="864795" cy="264274"/>
              </a:xfrm>
              <a:custGeom>
                <a:avLst/>
                <a:gdLst>
                  <a:gd name="connsiteX0" fmla="*/ 0 w 845405"/>
                  <a:gd name="connsiteY0" fmla="*/ 0 h 338162"/>
                  <a:gd name="connsiteX1" fmla="*/ 676324 w 845405"/>
                  <a:gd name="connsiteY1" fmla="*/ 0 h 338162"/>
                  <a:gd name="connsiteX2" fmla="*/ 845405 w 845405"/>
                  <a:gd name="connsiteY2" fmla="*/ 169081 h 338162"/>
                  <a:gd name="connsiteX3" fmla="*/ 676324 w 845405"/>
                  <a:gd name="connsiteY3" fmla="*/ 338162 h 338162"/>
                  <a:gd name="connsiteX4" fmla="*/ 0 w 845405"/>
                  <a:gd name="connsiteY4" fmla="*/ 338162 h 338162"/>
                  <a:gd name="connsiteX5" fmla="*/ 169081 w 845405"/>
                  <a:gd name="connsiteY5" fmla="*/ 169081 h 338162"/>
                  <a:gd name="connsiteX6" fmla="*/ 0 w 845405"/>
                  <a:gd name="connsiteY6" fmla="*/ 0 h 33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5405" h="338162">
                    <a:moveTo>
                      <a:pt x="0" y="0"/>
                    </a:moveTo>
                    <a:lnTo>
                      <a:pt x="676324" y="0"/>
                    </a:lnTo>
                    <a:lnTo>
                      <a:pt x="845405" y="169081"/>
                    </a:lnTo>
                    <a:lnTo>
                      <a:pt x="676324" y="338162"/>
                    </a:lnTo>
                    <a:lnTo>
                      <a:pt x="0" y="338162"/>
                    </a:lnTo>
                    <a:lnTo>
                      <a:pt x="169081" y="169081"/>
                    </a:lnTo>
                    <a:lnTo>
                      <a:pt x="0" y="0"/>
                    </a:lnTo>
                    <a:close/>
                  </a:path>
                </a:pathLst>
              </a:custGeom>
              <a:solidFill>
                <a:schemeClr val="tx2"/>
              </a:solidFill>
              <a:ln>
                <a:no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17087" tIns="16002" rIns="185083" bIns="16002" numCol="1" spcCol="1270" anchor="ctr" anchorCtr="0">
                <a:noAutofit/>
              </a:bodyPr>
              <a:lstStyle/>
              <a:p>
                <a:pPr marL="0" marR="0" lvl="0" indent="0" algn="ctr" defTabSz="5334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Ubuntu"/>
                    <a:ea typeface="+mn-ea"/>
                    <a:cs typeface="+mn-cs"/>
                  </a:rPr>
                  <a:t>3</a:t>
                </a:r>
              </a:p>
            </p:txBody>
          </p:sp>
          <p:sp>
            <p:nvSpPr>
              <p:cNvPr id="24" name="Freeform: Shape 8">
                <a:extLst>
                  <a:ext uri="{FF2B5EF4-FFF2-40B4-BE49-F238E27FC236}">
                    <a16:creationId xmlns:a16="http://schemas.microsoft.com/office/drawing/2014/main" id="{4BAD3191-4FE9-770B-AF3C-9E975EBAA3A0}"/>
                  </a:ext>
                </a:extLst>
              </p:cNvPr>
              <p:cNvSpPr/>
              <p:nvPr/>
            </p:nvSpPr>
            <p:spPr>
              <a:xfrm>
                <a:off x="4689222" y="2473187"/>
                <a:ext cx="864795" cy="264274"/>
              </a:xfrm>
              <a:custGeom>
                <a:avLst/>
                <a:gdLst>
                  <a:gd name="connsiteX0" fmla="*/ 0 w 845405"/>
                  <a:gd name="connsiteY0" fmla="*/ 0 h 338162"/>
                  <a:gd name="connsiteX1" fmla="*/ 676324 w 845405"/>
                  <a:gd name="connsiteY1" fmla="*/ 0 h 338162"/>
                  <a:gd name="connsiteX2" fmla="*/ 845405 w 845405"/>
                  <a:gd name="connsiteY2" fmla="*/ 169081 h 338162"/>
                  <a:gd name="connsiteX3" fmla="*/ 676324 w 845405"/>
                  <a:gd name="connsiteY3" fmla="*/ 338162 h 338162"/>
                  <a:gd name="connsiteX4" fmla="*/ 0 w 845405"/>
                  <a:gd name="connsiteY4" fmla="*/ 338162 h 338162"/>
                  <a:gd name="connsiteX5" fmla="*/ 169081 w 845405"/>
                  <a:gd name="connsiteY5" fmla="*/ 169081 h 338162"/>
                  <a:gd name="connsiteX6" fmla="*/ 0 w 845405"/>
                  <a:gd name="connsiteY6" fmla="*/ 0 h 33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5405" h="338162">
                    <a:moveTo>
                      <a:pt x="0" y="0"/>
                    </a:moveTo>
                    <a:lnTo>
                      <a:pt x="676324" y="0"/>
                    </a:lnTo>
                    <a:lnTo>
                      <a:pt x="845405" y="169081"/>
                    </a:lnTo>
                    <a:lnTo>
                      <a:pt x="676324" y="338162"/>
                    </a:lnTo>
                    <a:lnTo>
                      <a:pt x="0" y="338162"/>
                    </a:lnTo>
                    <a:lnTo>
                      <a:pt x="169081" y="169081"/>
                    </a:lnTo>
                    <a:lnTo>
                      <a:pt x="0" y="0"/>
                    </a:lnTo>
                    <a:close/>
                  </a:path>
                </a:pathLst>
              </a:custGeom>
              <a:solidFill>
                <a:schemeClr val="tx2"/>
              </a:solidFill>
              <a:ln>
                <a:no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17087" tIns="16002" rIns="185083" bIns="16002" numCol="1" spcCol="1270" anchor="ctr" anchorCtr="0">
                <a:noAutofit/>
              </a:bodyPr>
              <a:lstStyle/>
              <a:p>
                <a:pPr marL="0" marR="0" lvl="0" indent="0" algn="ctr" defTabSz="5334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Ubuntu"/>
                    <a:ea typeface="+mn-ea"/>
                    <a:cs typeface="+mn-cs"/>
                  </a:rPr>
                  <a:t>4</a:t>
                </a:r>
              </a:p>
            </p:txBody>
          </p:sp>
          <p:sp>
            <p:nvSpPr>
              <p:cNvPr id="25" name="Freeform: Shape 9">
                <a:extLst>
                  <a:ext uri="{FF2B5EF4-FFF2-40B4-BE49-F238E27FC236}">
                    <a16:creationId xmlns:a16="http://schemas.microsoft.com/office/drawing/2014/main" id="{63A29EC6-F875-B900-79B2-7DF21C1E53A1}"/>
                  </a:ext>
                </a:extLst>
              </p:cNvPr>
              <p:cNvSpPr/>
              <p:nvPr/>
            </p:nvSpPr>
            <p:spPr>
              <a:xfrm>
                <a:off x="5467539" y="2473187"/>
                <a:ext cx="864795" cy="264274"/>
              </a:xfrm>
              <a:custGeom>
                <a:avLst/>
                <a:gdLst>
                  <a:gd name="connsiteX0" fmla="*/ 0 w 845405"/>
                  <a:gd name="connsiteY0" fmla="*/ 0 h 338162"/>
                  <a:gd name="connsiteX1" fmla="*/ 676324 w 845405"/>
                  <a:gd name="connsiteY1" fmla="*/ 0 h 338162"/>
                  <a:gd name="connsiteX2" fmla="*/ 845405 w 845405"/>
                  <a:gd name="connsiteY2" fmla="*/ 169081 h 338162"/>
                  <a:gd name="connsiteX3" fmla="*/ 676324 w 845405"/>
                  <a:gd name="connsiteY3" fmla="*/ 338162 h 338162"/>
                  <a:gd name="connsiteX4" fmla="*/ 0 w 845405"/>
                  <a:gd name="connsiteY4" fmla="*/ 338162 h 338162"/>
                  <a:gd name="connsiteX5" fmla="*/ 169081 w 845405"/>
                  <a:gd name="connsiteY5" fmla="*/ 169081 h 338162"/>
                  <a:gd name="connsiteX6" fmla="*/ 0 w 845405"/>
                  <a:gd name="connsiteY6" fmla="*/ 0 h 33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5405" h="338162">
                    <a:moveTo>
                      <a:pt x="0" y="0"/>
                    </a:moveTo>
                    <a:lnTo>
                      <a:pt x="676324" y="0"/>
                    </a:lnTo>
                    <a:lnTo>
                      <a:pt x="845405" y="169081"/>
                    </a:lnTo>
                    <a:lnTo>
                      <a:pt x="676324" y="338162"/>
                    </a:lnTo>
                    <a:lnTo>
                      <a:pt x="0" y="338162"/>
                    </a:lnTo>
                    <a:lnTo>
                      <a:pt x="169081" y="169081"/>
                    </a:lnTo>
                    <a:lnTo>
                      <a:pt x="0" y="0"/>
                    </a:lnTo>
                    <a:close/>
                  </a:path>
                </a:pathLst>
              </a:custGeom>
              <a:solidFill>
                <a:schemeClr val="tx2"/>
              </a:solidFill>
              <a:ln>
                <a:no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17087" tIns="16002" rIns="185083" bIns="16002" numCol="1" spcCol="1270" anchor="ctr" anchorCtr="0">
                <a:noAutofit/>
              </a:bodyPr>
              <a:lstStyle/>
              <a:p>
                <a:pPr marL="0" marR="0" lvl="0" indent="0" algn="ctr" defTabSz="5334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Ubuntu"/>
                    <a:ea typeface="+mn-ea"/>
                    <a:cs typeface="+mn-cs"/>
                  </a:rPr>
                  <a:t>5</a:t>
                </a:r>
              </a:p>
            </p:txBody>
          </p:sp>
          <p:sp>
            <p:nvSpPr>
              <p:cNvPr id="26" name="Freeform: Shape 10">
                <a:extLst>
                  <a:ext uri="{FF2B5EF4-FFF2-40B4-BE49-F238E27FC236}">
                    <a16:creationId xmlns:a16="http://schemas.microsoft.com/office/drawing/2014/main" id="{4559405B-18F1-2CB3-7CBC-05EF2EB7C24C}"/>
                  </a:ext>
                </a:extLst>
              </p:cNvPr>
              <p:cNvSpPr/>
              <p:nvPr/>
            </p:nvSpPr>
            <p:spPr>
              <a:xfrm>
                <a:off x="6245854" y="2473187"/>
                <a:ext cx="864795" cy="264274"/>
              </a:xfrm>
              <a:custGeom>
                <a:avLst/>
                <a:gdLst>
                  <a:gd name="connsiteX0" fmla="*/ 0 w 845405"/>
                  <a:gd name="connsiteY0" fmla="*/ 0 h 338162"/>
                  <a:gd name="connsiteX1" fmla="*/ 676324 w 845405"/>
                  <a:gd name="connsiteY1" fmla="*/ 0 h 338162"/>
                  <a:gd name="connsiteX2" fmla="*/ 845405 w 845405"/>
                  <a:gd name="connsiteY2" fmla="*/ 169081 h 338162"/>
                  <a:gd name="connsiteX3" fmla="*/ 676324 w 845405"/>
                  <a:gd name="connsiteY3" fmla="*/ 338162 h 338162"/>
                  <a:gd name="connsiteX4" fmla="*/ 0 w 845405"/>
                  <a:gd name="connsiteY4" fmla="*/ 338162 h 338162"/>
                  <a:gd name="connsiteX5" fmla="*/ 169081 w 845405"/>
                  <a:gd name="connsiteY5" fmla="*/ 169081 h 338162"/>
                  <a:gd name="connsiteX6" fmla="*/ 0 w 845405"/>
                  <a:gd name="connsiteY6" fmla="*/ 0 h 33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5405" h="338162">
                    <a:moveTo>
                      <a:pt x="0" y="0"/>
                    </a:moveTo>
                    <a:lnTo>
                      <a:pt x="676324" y="0"/>
                    </a:lnTo>
                    <a:lnTo>
                      <a:pt x="845405" y="169081"/>
                    </a:lnTo>
                    <a:lnTo>
                      <a:pt x="676324" y="338162"/>
                    </a:lnTo>
                    <a:lnTo>
                      <a:pt x="0" y="338162"/>
                    </a:lnTo>
                    <a:lnTo>
                      <a:pt x="169081" y="169081"/>
                    </a:lnTo>
                    <a:lnTo>
                      <a:pt x="0" y="0"/>
                    </a:lnTo>
                    <a:close/>
                  </a:path>
                </a:pathLst>
              </a:custGeom>
              <a:solidFill>
                <a:schemeClr val="tx2"/>
              </a:solidFill>
              <a:ln>
                <a:no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17087" tIns="16002" rIns="185083" bIns="16002" numCol="1" spcCol="1270" anchor="ctr" anchorCtr="0">
                <a:noAutofit/>
              </a:bodyPr>
              <a:lstStyle/>
              <a:p>
                <a:pPr marL="0" marR="0" lvl="0" indent="0" algn="ctr" defTabSz="5334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Ubuntu"/>
                    <a:ea typeface="+mn-ea"/>
                    <a:cs typeface="+mn-cs"/>
                  </a:rPr>
                  <a:t>6</a:t>
                </a:r>
              </a:p>
            </p:txBody>
          </p:sp>
          <p:sp>
            <p:nvSpPr>
              <p:cNvPr id="27" name="Freeform: Shape 11">
                <a:extLst>
                  <a:ext uri="{FF2B5EF4-FFF2-40B4-BE49-F238E27FC236}">
                    <a16:creationId xmlns:a16="http://schemas.microsoft.com/office/drawing/2014/main" id="{CC805910-BA84-8E67-7B7A-73F294AD41A0}"/>
                  </a:ext>
                </a:extLst>
              </p:cNvPr>
              <p:cNvSpPr/>
              <p:nvPr/>
            </p:nvSpPr>
            <p:spPr>
              <a:xfrm>
                <a:off x="7024171" y="2473187"/>
                <a:ext cx="864795" cy="264274"/>
              </a:xfrm>
              <a:custGeom>
                <a:avLst/>
                <a:gdLst>
                  <a:gd name="connsiteX0" fmla="*/ 0 w 845405"/>
                  <a:gd name="connsiteY0" fmla="*/ 0 h 338162"/>
                  <a:gd name="connsiteX1" fmla="*/ 676324 w 845405"/>
                  <a:gd name="connsiteY1" fmla="*/ 0 h 338162"/>
                  <a:gd name="connsiteX2" fmla="*/ 845405 w 845405"/>
                  <a:gd name="connsiteY2" fmla="*/ 169081 h 338162"/>
                  <a:gd name="connsiteX3" fmla="*/ 676324 w 845405"/>
                  <a:gd name="connsiteY3" fmla="*/ 338162 h 338162"/>
                  <a:gd name="connsiteX4" fmla="*/ 0 w 845405"/>
                  <a:gd name="connsiteY4" fmla="*/ 338162 h 338162"/>
                  <a:gd name="connsiteX5" fmla="*/ 169081 w 845405"/>
                  <a:gd name="connsiteY5" fmla="*/ 169081 h 338162"/>
                  <a:gd name="connsiteX6" fmla="*/ 0 w 845405"/>
                  <a:gd name="connsiteY6" fmla="*/ 0 h 33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5405" h="338162">
                    <a:moveTo>
                      <a:pt x="0" y="0"/>
                    </a:moveTo>
                    <a:lnTo>
                      <a:pt x="676324" y="0"/>
                    </a:lnTo>
                    <a:lnTo>
                      <a:pt x="845405" y="169081"/>
                    </a:lnTo>
                    <a:lnTo>
                      <a:pt x="676324" y="338162"/>
                    </a:lnTo>
                    <a:lnTo>
                      <a:pt x="0" y="338162"/>
                    </a:lnTo>
                    <a:lnTo>
                      <a:pt x="169081" y="169081"/>
                    </a:lnTo>
                    <a:lnTo>
                      <a:pt x="0" y="0"/>
                    </a:lnTo>
                    <a:close/>
                  </a:path>
                </a:pathLst>
              </a:custGeom>
              <a:solidFill>
                <a:schemeClr val="tx2"/>
              </a:solidFill>
              <a:ln>
                <a:no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17087" tIns="16002" rIns="185083" bIns="16002" numCol="1" spcCol="1270" anchor="ctr" anchorCtr="0">
                <a:noAutofit/>
              </a:bodyPr>
              <a:lstStyle/>
              <a:p>
                <a:pPr marL="0" marR="0" lvl="0" indent="0" algn="ctr" defTabSz="5334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Ubuntu"/>
                    <a:ea typeface="+mn-ea"/>
                    <a:cs typeface="+mn-cs"/>
                  </a:rPr>
                  <a:t>7</a:t>
                </a:r>
              </a:p>
            </p:txBody>
          </p:sp>
          <p:sp>
            <p:nvSpPr>
              <p:cNvPr id="28" name="Freeform: Shape 12">
                <a:extLst>
                  <a:ext uri="{FF2B5EF4-FFF2-40B4-BE49-F238E27FC236}">
                    <a16:creationId xmlns:a16="http://schemas.microsoft.com/office/drawing/2014/main" id="{718D341E-090F-761A-1F17-E7C002AE2622}"/>
                  </a:ext>
                </a:extLst>
              </p:cNvPr>
              <p:cNvSpPr/>
              <p:nvPr/>
            </p:nvSpPr>
            <p:spPr>
              <a:xfrm>
                <a:off x="7802487" y="2473187"/>
                <a:ext cx="864795" cy="264274"/>
              </a:xfrm>
              <a:custGeom>
                <a:avLst/>
                <a:gdLst>
                  <a:gd name="connsiteX0" fmla="*/ 0 w 845405"/>
                  <a:gd name="connsiteY0" fmla="*/ 0 h 338162"/>
                  <a:gd name="connsiteX1" fmla="*/ 676324 w 845405"/>
                  <a:gd name="connsiteY1" fmla="*/ 0 h 338162"/>
                  <a:gd name="connsiteX2" fmla="*/ 845405 w 845405"/>
                  <a:gd name="connsiteY2" fmla="*/ 169081 h 338162"/>
                  <a:gd name="connsiteX3" fmla="*/ 676324 w 845405"/>
                  <a:gd name="connsiteY3" fmla="*/ 338162 h 338162"/>
                  <a:gd name="connsiteX4" fmla="*/ 0 w 845405"/>
                  <a:gd name="connsiteY4" fmla="*/ 338162 h 338162"/>
                  <a:gd name="connsiteX5" fmla="*/ 169081 w 845405"/>
                  <a:gd name="connsiteY5" fmla="*/ 169081 h 338162"/>
                  <a:gd name="connsiteX6" fmla="*/ 0 w 845405"/>
                  <a:gd name="connsiteY6" fmla="*/ 0 h 33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5405" h="338162">
                    <a:moveTo>
                      <a:pt x="0" y="0"/>
                    </a:moveTo>
                    <a:lnTo>
                      <a:pt x="676324" y="0"/>
                    </a:lnTo>
                    <a:lnTo>
                      <a:pt x="845405" y="169081"/>
                    </a:lnTo>
                    <a:lnTo>
                      <a:pt x="676324" y="338162"/>
                    </a:lnTo>
                    <a:lnTo>
                      <a:pt x="0" y="338162"/>
                    </a:lnTo>
                    <a:lnTo>
                      <a:pt x="169081" y="169081"/>
                    </a:lnTo>
                    <a:lnTo>
                      <a:pt x="0" y="0"/>
                    </a:lnTo>
                    <a:close/>
                  </a:path>
                </a:pathLst>
              </a:custGeom>
              <a:solidFill>
                <a:schemeClr val="tx2"/>
              </a:solidFill>
              <a:ln>
                <a:no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17087" tIns="16002" rIns="185083" bIns="16002" numCol="1" spcCol="1270" anchor="ctr" anchorCtr="0">
                <a:noAutofit/>
              </a:bodyPr>
              <a:lstStyle/>
              <a:p>
                <a:pPr marL="0" marR="0" lvl="0" indent="0" algn="ctr" defTabSz="5334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Ubuntu"/>
                    <a:ea typeface="+mn-ea"/>
                    <a:cs typeface="+mn-cs"/>
                  </a:rPr>
                  <a:t>8</a:t>
                </a:r>
              </a:p>
            </p:txBody>
          </p:sp>
          <p:sp>
            <p:nvSpPr>
              <p:cNvPr id="31" name="Freeform: Shape 13">
                <a:extLst>
                  <a:ext uri="{FF2B5EF4-FFF2-40B4-BE49-F238E27FC236}">
                    <a16:creationId xmlns:a16="http://schemas.microsoft.com/office/drawing/2014/main" id="{3A97CA30-D115-B54F-11D6-CA456CCB5E21}"/>
                  </a:ext>
                </a:extLst>
              </p:cNvPr>
              <p:cNvSpPr/>
              <p:nvPr/>
            </p:nvSpPr>
            <p:spPr>
              <a:xfrm>
                <a:off x="8580804" y="2473187"/>
                <a:ext cx="864795" cy="264274"/>
              </a:xfrm>
              <a:custGeom>
                <a:avLst/>
                <a:gdLst>
                  <a:gd name="connsiteX0" fmla="*/ 0 w 845405"/>
                  <a:gd name="connsiteY0" fmla="*/ 0 h 338162"/>
                  <a:gd name="connsiteX1" fmla="*/ 676324 w 845405"/>
                  <a:gd name="connsiteY1" fmla="*/ 0 h 338162"/>
                  <a:gd name="connsiteX2" fmla="*/ 845405 w 845405"/>
                  <a:gd name="connsiteY2" fmla="*/ 169081 h 338162"/>
                  <a:gd name="connsiteX3" fmla="*/ 676324 w 845405"/>
                  <a:gd name="connsiteY3" fmla="*/ 338162 h 338162"/>
                  <a:gd name="connsiteX4" fmla="*/ 0 w 845405"/>
                  <a:gd name="connsiteY4" fmla="*/ 338162 h 338162"/>
                  <a:gd name="connsiteX5" fmla="*/ 169081 w 845405"/>
                  <a:gd name="connsiteY5" fmla="*/ 169081 h 338162"/>
                  <a:gd name="connsiteX6" fmla="*/ 0 w 845405"/>
                  <a:gd name="connsiteY6" fmla="*/ 0 h 33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5405" h="338162">
                    <a:moveTo>
                      <a:pt x="0" y="0"/>
                    </a:moveTo>
                    <a:lnTo>
                      <a:pt x="676324" y="0"/>
                    </a:lnTo>
                    <a:lnTo>
                      <a:pt x="845405" y="169081"/>
                    </a:lnTo>
                    <a:lnTo>
                      <a:pt x="676324" y="338162"/>
                    </a:lnTo>
                    <a:lnTo>
                      <a:pt x="0" y="338162"/>
                    </a:lnTo>
                    <a:lnTo>
                      <a:pt x="169081" y="169081"/>
                    </a:lnTo>
                    <a:lnTo>
                      <a:pt x="0" y="0"/>
                    </a:lnTo>
                    <a:close/>
                  </a:path>
                </a:pathLst>
              </a:custGeom>
              <a:solidFill>
                <a:schemeClr val="tx2"/>
              </a:solidFill>
              <a:ln>
                <a:no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17087" tIns="16002" rIns="185083" bIns="16002" numCol="1" spcCol="1270" anchor="ctr" anchorCtr="0">
                <a:noAutofit/>
              </a:bodyPr>
              <a:lstStyle/>
              <a:p>
                <a:pPr marL="0" marR="0" lvl="0" indent="0" algn="ctr" defTabSz="5334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Ubuntu"/>
                    <a:ea typeface="+mn-ea"/>
                    <a:cs typeface="+mn-cs"/>
                  </a:rPr>
                  <a:t>9</a:t>
                </a:r>
              </a:p>
            </p:txBody>
          </p:sp>
          <p:sp>
            <p:nvSpPr>
              <p:cNvPr id="32" name="Freeform: Shape 14">
                <a:extLst>
                  <a:ext uri="{FF2B5EF4-FFF2-40B4-BE49-F238E27FC236}">
                    <a16:creationId xmlns:a16="http://schemas.microsoft.com/office/drawing/2014/main" id="{229FCFCA-4815-32A5-A788-F79B27CD7508}"/>
                  </a:ext>
                </a:extLst>
              </p:cNvPr>
              <p:cNvSpPr/>
              <p:nvPr/>
            </p:nvSpPr>
            <p:spPr>
              <a:xfrm>
                <a:off x="9359120" y="2473187"/>
                <a:ext cx="864795" cy="264274"/>
              </a:xfrm>
              <a:custGeom>
                <a:avLst/>
                <a:gdLst>
                  <a:gd name="connsiteX0" fmla="*/ 0 w 845405"/>
                  <a:gd name="connsiteY0" fmla="*/ 0 h 338162"/>
                  <a:gd name="connsiteX1" fmla="*/ 676324 w 845405"/>
                  <a:gd name="connsiteY1" fmla="*/ 0 h 338162"/>
                  <a:gd name="connsiteX2" fmla="*/ 845405 w 845405"/>
                  <a:gd name="connsiteY2" fmla="*/ 169081 h 338162"/>
                  <a:gd name="connsiteX3" fmla="*/ 676324 w 845405"/>
                  <a:gd name="connsiteY3" fmla="*/ 338162 h 338162"/>
                  <a:gd name="connsiteX4" fmla="*/ 0 w 845405"/>
                  <a:gd name="connsiteY4" fmla="*/ 338162 h 338162"/>
                  <a:gd name="connsiteX5" fmla="*/ 169081 w 845405"/>
                  <a:gd name="connsiteY5" fmla="*/ 169081 h 338162"/>
                  <a:gd name="connsiteX6" fmla="*/ 0 w 845405"/>
                  <a:gd name="connsiteY6" fmla="*/ 0 h 33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5405" h="338162">
                    <a:moveTo>
                      <a:pt x="0" y="0"/>
                    </a:moveTo>
                    <a:lnTo>
                      <a:pt x="676324" y="0"/>
                    </a:lnTo>
                    <a:lnTo>
                      <a:pt x="845405" y="169081"/>
                    </a:lnTo>
                    <a:lnTo>
                      <a:pt x="676324" y="338162"/>
                    </a:lnTo>
                    <a:lnTo>
                      <a:pt x="0" y="338162"/>
                    </a:lnTo>
                    <a:lnTo>
                      <a:pt x="169081" y="169081"/>
                    </a:lnTo>
                    <a:lnTo>
                      <a:pt x="0" y="0"/>
                    </a:lnTo>
                    <a:close/>
                  </a:path>
                </a:pathLst>
              </a:custGeom>
              <a:solidFill>
                <a:schemeClr val="tx2"/>
              </a:solidFill>
              <a:ln>
                <a:no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17087" tIns="16002" rIns="185083" bIns="16002" numCol="1" spcCol="1270" anchor="ctr" anchorCtr="0">
                <a:noAutofit/>
              </a:bodyPr>
              <a:lstStyle/>
              <a:p>
                <a:pPr marL="0" marR="0" lvl="0" indent="0" algn="ctr" defTabSz="5334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Ubuntu"/>
                    <a:ea typeface="+mn-ea"/>
                    <a:cs typeface="+mn-cs"/>
                  </a:rPr>
                  <a:t>10</a:t>
                </a:r>
              </a:p>
            </p:txBody>
          </p:sp>
          <p:sp>
            <p:nvSpPr>
              <p:cNvPr id="34" name="Freeform: Shape 15">
                <a:extLst>
                  <a:ext uri="{FF2B5EF4-FFF2-40B4-BE49-F238E27FC236}">
                    <a16:creationId xmlns:a16="http://schemas.microsoft.com/office/drawing/2014/main" id="{08B9934A-0E68-3F6C-8F89-55F4101EB85C}"/>
                  </a:ext>
                </a:extLst>
              </p:cNvPr>
              <p:cNvSpPr/>
              <p:nvPr/>
            </p:nvSpPr>
            <p:spPr>
              <a:xfrm>
                <a:off x="10137435" y="2473187"/>
                <a:ext cx="864795" cy="264274"/>
              </a:xfrm>
              <a:custGeom>
                <a:avLst/>
                <a:gdLst>
                  <a:gd name="connsiteX0" fmla="*/ 0 w 845405"/>
                  <a:gd name="connsiteY0" fmla="*/ 0 h 338162"/>
                  <a:gd name="connsiteX1" fmla="*/ 676324 w 845405"/>
                  <a:gd name="connsiteY1" fmla="*/ 0 h 338162"/>
                  <a:gd name="connsiteX2" fmla="*/ 845405 w 845405"/>
                  <a:gd name="connsiteY2" fmla="*/ 169081 h 338162"/>
                  <a:gd name="connsiteX3" fmla="*/ 676324 w 845405"/>
                  <a:gd name="connsiteY3" fmla="*/ 338162 h 338162"/>
                  <a:gd name="connsiteX4" fmla="*/ 0 w 845405"/>
                  <a:gd name="connsiteY4" fmla="*/ 338162 h 338162"/>
                  <a:gd name="connsiteX5" fmla="*/ 169081 w 845405"/>
                  <a:gd name="connsiteY5" fmla="*/ 169081 h 338162"/>
                  <a:gd name="connsiteX6" fmla="*/ 0 w 845405"/>
                  <a:gd name="connsiteY6" fmla="*/ 0 h 33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5405" h="338162">
                    <a:moveTo>
                      <a:pt x="0" y="0"/>
                    </a:moveTo>
                    <a:lnTo>
                      <a:pt x="676324" y="0"/>
                    </a:lnTo>
                    <a:lnTo>
                      <a:pt x="845405" y="169081"/>
                    </a:lnTo>
                    <a:lnTo>
                      <a:pt x="676324" y="338162"/>
                    </a:lnTo>
                    <a:lnTo>
                      <a:pt x="0" y="338162"/>
                    </a:lnTo>
                    <a:lnTo>
                      <a:pt x="169081" y="169081"/>
                    </a:lnTo>
                    <a:lnTo>
                      <a:pt x="0" y="0"/>
                    </a:lnTo>
                    <a:close/>
                  </a:path>
                </a:pathLst>
              </a:custGeom>
              <a:solidFill>
                <a:schemeClr val="tx2"/>
              </a:solidFill>
              <a:ln>
                <a:no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17087" tIns="16002" rIns="185083" bIns="16002" numCol="1" spcCol="1270" anchor="ctr" anchorCtr="0">
                <a:noAutofit/>
              </a:bodyPr>
              <a:lstStyle/>
              <a:p>
                <a:pPr marL="0" marR="0" lvl="0" indent="0" algn="ctr" defTabSz="5334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Ubuntu"/>
                    <a:ea typeface="+mn-ea"/>
                    <a:cs typeface="+mn-cs"/>
                  </a:rPr>
                  <a:t>11</a:t>
                </a:r>
              </a:p>
            </p:txBody>
          </p:sp>
          <p:sp>
            <p:nvSpPr>
              <p:cNvPr id="58" name="Freeform: Shape 16">
                <a:extLst>
                  <a:ext uri="{FF2B5EF4-FFF2-40B4-BE49-F238E27FC236}">
                    <a16:creationId xmlns:a16="http://schemas.microsoft.com/office/drawing/2014/main" id="{567DA45B-0D56-98C5-8A1C-BA01369C239A}"/>
                  </a:ext>
                </a:extLst>
              </p:cNvPr>
              <p:cNvSpPr/>
              <p:nvPr/>
            </p:nvSpPr>
            <p:spPr>
              <a:xfrm>
                <a:off x="10915752" y="2473187"/>
                <a:ext cx="864795" cy="264274"/>
              </a:xfrm>
              <a:custGeom>
                <a:avLst/>
                <a:gdLst>
                  <a:gd name="connsiteX0" fmla="*/ 0 w 845405"/>
                  <a:gd name="connsiteY0" fmla="*/ 0 h 338162"/>
                  <a:gd name="connsiteX1" fmla="*/ 676324 w 845405"/>
                  <a:gd name="connsiteY1" fmla="*/ 0 h 338162"/>
                  <a:gd name="connsiteX2" fmla="*/ 845405 w 845405"/>
                  <a:gd name="connsiteY2" fmla="*/ 169081 h 338162"/>
                  <a:gd name="connsiteX3" fmla="*/ 676324 w 845405"/>
                  <a:gd name="connsiteY3" fmla="*/ 338162 h 338162"/>
                  <a:gd name="connsiteX4" fmla="*/ 0 w 845405"/>
                  <a:gd name="connsiteY4" fmla="*/ 338162 h 338162"/>
                  <a:gd name="connsiteX5" fmla="*/ 169081 w 845405"/>
                  <a:gd name="connsiteY5" fmla="*/ 169081 h 338162"/>
                  <a:gd name="connsiteX6" fmla="*/ 0 w 845405"/>
                  <a:gd name="connsiteY6" fmla="*/ 0 h 33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5405" h="338162">
                    <a:moveTo>
                      <a:pt x="0" y="0"/>
                    </a:moveTo>
                    <a:lnTo>
                      <a:pt x="676324" y="0"/>
                    </a:lnTo>
                    <a:lnTo>
                      <a:pt x="845405" y="169081"/>
                    </a:lnTo>
                    <a:lnTo>
                      <a:pt x="676324" y="338162"/>
                    </a:lnTo>
                    <a:lnTo>
                      <a:pt x="0" y="338162"/>
                    </a:lnTo>
                    <a:lnTo>
                      <a:pt x="169081" y="169081"/>
                    </a:lnTo>
                    <a:lnTo>
                      <a:pt x="0" y="0"/>
                    </a:lnTo>
                    <a:close/>
                  </a:path>
                </a:pathLst>
              </a:custGeom>
              <a:solidFill>
                <a:schemeClr val="tx2"/>
              </a:solidFill>
              <a:ln>
                <a:no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17087" tIns="16002" rIns="185083" bIns="16002" numCol="1" spcCol="1270" anchor="ctr" anchorCtr="0">
                <a:noAutofit/>
              </a:bodyPr>
              <a:lstStyle/>
              <a:p>
                <a:pPr marL="0" marR="0" lvl="0" indent="0" algn="ctr" defTabSz="5334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Ubuntu"/>
                    <a:ea typeface="+mn-ea"/>
                    <a:cs typeface="+mn-cs"/>
                  </a:rPr>
                  <a:t>12</a:t>
                </a:r>
              </a:p>
            </p:txBody>
          </p:sp>
        </p:grpSp>
        <p:sp>
          <p:nvSpPr>
            <p:cNvPr id="11" name="Retângulo 40">
              <a:extLst>
                <a:ext uri="{FF2B5EF4-FFF2-40B4-BE49-F238E27FC236}">
                  <a16:creationId xmlns:a16="http://schemas.microsoft.com/office/drawing/2014/main" id="{FE39B1E2-E234-3016-A7DB-7C1C1B3B0C79}"/>
                </a:ext>
                <a:ext uri="{C183D7F6-B498-43B3-948B-1728B52AA6E4}">
                  <adec:decorative xmlns:adec="http://schemas.microsoft.com/office/drawing/2017/decorative" val="1"/>
                </a:ext>
              </a:extLst>
            </p:cNvPr>
            <p:cNvSpPr/>
            <p:nvPr/>
          </p:nvSpPr>
          <p:spPr>
            <a:xfrm>
              <a:off x="2647346" y="2887057"/>
              <a:ext cx="1836241" cy="10234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12" name="Retângulo 40">
              <a:extLst>
                <a:ext uri="{FF2B5EF4-FFF2-40B4-BE49-F238E27FC236}">
                  <a16:creationId xmlns:a16="http://schemas.microsoft.com/office/drawing/2014/main" id="{51FFC33C-2E17-A73D-820A-729E94E80852}"/>
                </a:ext>
                <a:ext uri="{C183D7F6-B498-43B3-948B-1728B52AA6E4}">
                  <adec:decorative xmlns:adec="http://schemas.microsoft.com/office/drawing/2017/decorative" val="1"/>
                </a:ext>
              </a:extLst>
            </p:cNvPr>
            <p:cNvSpPr/>
            <p:nvPr/>
          </p:nvSpPr>
          <p:spPr>
            <a:xfrm>
              <a:off x="3228186" y="3276530"/>
              <a:ext cx="1836241" cy="10234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13" name="Rectangle 1">
              <a:extLst>
                <a:ext uri="{FF2B5EF4-FFF2-40B4-BE49-F238E27FC236}">
                  <a16:creationId xmlns:a16="http://schemas.microsoft.com/office/drawing/2014/main" id="{ED50232D-0377-88D5-05B8-B946ED166059}"/>
                </a:ext>
                <a:ext uri="{C183D7F6-B498-43B3-948B-1728B52AA6E4}">
                  <adec:decorative xmlns:adec="http://schemas.microsoft.com/office/drawing/2017/decorative" val="1"/>
                </a:ext>
              </a:extLst>
            </p:cNvPr>
            <p:cNvSpPr>
              <a:spLocks noChangeAspect="1"/>
            </p:cNvSpPr>
            <p:nvPr/>
          </p:nvSpPr>
          <p:spPr>
            <a:xfrm>
              <a:off x="4591825" y="3647605"/>
              <a:ext cx="143748" cy="139781"/>
            </a:xfrm>
            <a:prstGeom prst="ellipse">
              <a:avLst/>
            </a:prstGeom>
            <a:solidFill>
              <a:srgbClr val="FEB1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 name="Retângulo 40">
              <a:extLst>
                <a:ext uri="{FF2B5EF4-FFF2-40B4-BE49-F238E27FC236}">
                  <a16:creationId xmlns:a16="http://schemas.microsoft.com/office/drawing/2014/main" id="{12AD2F09-57BC-50E2-EBB1-293744BABA20}"/>
                </a:ext>
                <a:ext uri="{C183D7F6-B498-43B3-948B-1728B52AA6E4}">
                  <adec:decorative xmlns:adec="http://schemas.microsoft.com/office/drawing/2017/decorative" val="1"/>
                </a:ext>
              </a:extLst>
            </p:cNvPr>
            <p:cNvSpPr/>
            <p:nvPr/>
          </p:nvSpPr>
          <p:spPr>
            <a:xfrm>
              <a:off x="4864520" y="3672174"/>
              <a:ext cx="1836241" cy="10234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16" name="Retângulo 40">
              <a:extLst>
                <a:ext uri="{FF2B5EF4-FFF2-40B4-BE49-F238E27FC236}">
                  <a16:creationId xmlns:a16="http://schemas.microsoft.com/office/drawing/2014/main" id="{AC720B2D-72B2-59D0-CB01-68013CE866FD}"/>
                </a:ext>
                <a:ext uri="{C183D7F6-B498-43B3-948B-1728B52AA6E4}">
                  <adec:decorative xmlns:adec="http://schemas.microsoft.com/office/drawing/2017/decorative" val="1"/>
                </a:ext>
              </a:extLst>
            </p:cNvPr>
            <p:cNvSpPr/>
            <p:nvPr/>
          </p:nvSpPr>
          <p:spPr>
            <a:xfrm>
              <a:off x="7011056" y="4503164"/>
              <a:ext cx="1533871" cy="10234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17" name="Retângulo 40">
              <a:extLst>
                <a:ext uri="{FF2B5EF4-FFF2-40B4-BE49-F238E27FC236}">
                  <a16:creationId xmlns:a16="http://schemas.microsoft.com/office/drawing/2014/main" id="{390A7B08-1AA8-EBA1-DF4E-5DCC74E1768F}"/>
                </a:ext>
                <a:ext uri="{C183D7F6-B498-43B3-948B-1728B52AA6E4}">
                  <adec:decorative xmlns:adec="http://schemas.microsoft.com/office/drawing/2017/decorative" val="1"/>
                </a:ext>
              </a:extLst>
            </p:cNvPr>
            <p:cNvSpPr/>
            <p:nvPr/>
          </p:nvSpPr>
          <p:spPr>
            <a:xfrm>
              <a:off x="7011056" y="4888883"/>
              <a:ext cx="1533871" cy="10234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18" name="Rectangle 18">
              <a:extLst>
                <a:ext uri="{FF2B5EF4-FFF2-40B4-BE49-F238E27FC236}">
                  <a16:creationId xmlns:a16="http://schemas.microsoft.com/office/drawing/2014/main" id="{7DC52B38-2D15-58D4-7EBE-37C0BD308216}"/>
                </a:ext>
                <a:ext uri="{C183D7F6-B498-43B3-948B-1728B52AA6E4}">
                  <adec:decorative xmlns:adec="http://schemas.microsoft.com/office/drawing/2017/decorative" val="1"/>
                </a:ext>
              </a:extLst>
            </p:cNvPr>
            <p:cNvSpPr>
              <a:spLocks noChangeAspect="1"/>
            </p:cNvSpPr>
            <p:nvPr/>
          </p:nvSpPr>
          <p:spPr>
            <a:xfrm>
              <a:off x="8698557" y="4866267"/>
              <a:ext cx="143748" cy="139781"/>
            </a:xfrm>
            <a:prstGeom prst="ellipse">
              <a:avLst/>
            </a:prstGeom>
            <a:solidFill>
              <a:srgbClr val="FEB1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 name="Retângulo 40">
              <a:extLst>
                <a:ext uri="{FF2B5EF4-FFF2-40B4-BE49-F238E27FC236}">
                  <a16:creationId xmlns:a16="http://schemas.microsoft.com/office/drawing/2014/main" id="{04EE57D5-66D4-DF81-BE33-644B9CB4C281}"/>
                </a:ext>
                <a:ext uri="{C183D7F6-B498-43B3-948B-1728B52AA6E4}">
                  <adec:decorative xmlns:adec="http://schemas.microsoft.com/office/drawing/2017/decorative" val="1"/>
                </a:ext>
              </a:extLst>
            </p:cNvPr>
            <p:cNvSpPr/>
            <p:nvPr/>
          </p:nvSpPr>
          <p:spPr>
            <a:xfrm>
              <a:off x="8559395" y="5300712"/>
              <a:ext cx="1551918" cy="10234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20" name="Retângulo 40">
              <a:extLst>
                <a:ext uri="{FF2B5EF4-FFF2-40B4-BE49-F238E27FC236}">
                  <a16:creationId xmlns:a16="http://schemas.microsoft.com/office/drawing/2014/main" id="{6C662A97-585A-907A-6966-E15E13CB29B7}"/>
                </a:ext>
                <a:ext uri="{C183D7F6-B498-43B3-948B-1728B52AA6E4}">
                  <adec:decorative xmlns:adec="http://schemas.microsoft.com/office/drawing/2017/decorative" val="1"/>
                </a:ext>
              </a:extLst>
            </p:cNvPr>
            <p:cNvSpPr/>
            <p:nvPr/>
          </p:nvSpPr>
          <p:spPr>
            <a:xfrm>
              <a:off x="10151374" y="5719872"/>
              <a:ext cx="1551918" cy="10234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grpSp>
      <p:sp>
        <p:nvSpPr>
          <p:cNvPr id="6" name="Rectangle 5">
            <a:extLst>
              <a:ext uri="{FF2B5EF4-FFF2-40B4-BE49-F238E27FC236}">
                <a16:creationId xmlns:a16="http://schemas.microsoft.com/office/drawing/2014/main" id="{82FC8B1C-0DE4-B534-ECAB-B391494C57D8}"/>
              </a:ext>
              <a:ext uri="{C183D7F6-B498-43B3-948B-1728B52AA6E4}">
                <adec:decorative xmlns:adec="http://schemas.microsoft.com/office/drawing/2017/decorative" val="1"/>
              </a:ext>
            </a:extLst>
          </p:cNvPr>
          <p:cNvSpPr/>
          <p:nvPr/>
        </p:nvSpPr>
        <p:spPr>
          <a:xfrm>
            <a:off x="5811074" y="4133726"/>
            <a:ext cx="1836242" cy="106240"/>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Ubuntu"/>
              <a:ea typeface="+mn-ea"/>
              <a:cs typeface="+mn-cs"/>
            </a:endParaRPr>
          </a:p>
        </p:txBody>
      </p:sp>
      <p:sp>
        <p:nvSpPr>
          <p:cNvPr id="42" name="Date Placeholder 41">
            <a:extLst>
              <a:ext uri="{FF2B5EF4-FFF2-40B4-BE49-F238E27FC236}">
                <a16:creationId xmlns:a16="http://schemas.microsoft.com/office/drawing/2014/main" id="{139D0780-EEEF-DC5E-82AE-3A46DBE81690}"/>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43" name="Footer Placeholder 42">
            <a:extLst>
              <a:ext uri="{FF2B5EF4-FFF2-40B4-BE49-F238E27FC236}">
                <a16:creationId xmlns:a16="http://schemas.microsoft.com/office/drawing/2014/main" id="{50B788FC-4D8A-B620-CDB6-318A4FAF0283}"/>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44" name="Slide Number Placeholder 43">
            <a:extLst>
              <a:ext uri="{FF2B5EF4-FFF2-40B4-BE49-F238E27FC236}">
                <a16:creationId xmlns:a16="http://schemas.microsoft.com/office/drawing/2014/main" id="{3BA069DC-5372-F213-E92E-8B3F2E6D7C27}"/>
              </a:ext>
            </a:extLst>
          </p:cNvPr>
          <p:cNvSpPr>
            <a:spLocks noGrp="1"/>
          </p:cNvSpPr>
          <p:nvPr>
            <p:ph type="sldNum" sz="quarter" idx="30"/>
          </p:nvPr>
        </p:nvSpPr>
        <p:spPr/>
        <p:txBody>
          <a:bodyPr/>
          <a:lstStyle/>
          <a:p>
            <a:pPr algn="r"/>
            <a:fld id="{5D9A5160-6218-4E5A-B9E6-B93E3DAE377C}" type="slidenum">
              <a:rPr lang="en-US" smtClean="0"/>
              <a:pPr algn="r"/>
              <a:t>34</a:t>
            </a:fld>
            <a:endParaRPr lang="en-US" dirty="0"/>
          </a:p>
        </p:txBody>
      </p:sp>
    </p:spTree>
    <p:extLst>
      <p:ext uri="{BB962C8B-B14F-4D97-AF65-F5344CB8AC3E}">
        <p14:creationId xmlns:p14="http://schemas.microsoft.com/office/powerpoint/2010/main" val="45100168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42F319-C53C-DD2B-AE45-D662582B94C6}"/>
            </a:ext>
          </a:extLst>
        </p:cNvPr>
        <p:cNvGrpSpPr/>
        <p:nvPr/>
      </p:nvGrpSpPr>
      <p:grpSpPr>
        <a:xfrm>
          <a:off x="0" y="0"/>
          <a:ext cx="0" cy="0"/>
          <a:chOff x="0" y="0"/>
          <a:chExt cx="0" cy="0"/>
        </a:xfrm>
      </p:grpSpPr>
      <p:sp>
        <p:nvSpPr>
          <p:cNvPr id="22" name="Date Placeholder 21">
            <a:extLst>
              <a:ext uri="{FF2B5EF4-FFF2-40B4-BE49-F238E27FC236}">
                <a16:creationId xmlns:a16="http://schemas.microsoft.com/office/drawing/2014/main" id="{E5E9F3F6-3FAE-E82E-DFC6-35A904F21583}"/>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3" name="Footer Placeholder 22">
            <a:extLst>
              <a:ext uri="{FF2B5EF4-FFF2-40B4-BE49-F238E27FC236}">
                <a16:creationId xmlns:a16="http://schemas.microsoft.com/office/drawing/2014/main" id="{089A6C5A-8734-D2CA-BC40-581BC006F810}"/>
              </a:ext>
            </a:extLst>
          </p:cNvPr>
          <p:cNvSpPr>
            <a:spLocks noGrp="1"/>
          </p:cNvSpPr>
          <p:nvPr>
            <p:ph type="ftr" sz="quarter" idx="25"/>
          </p:nvPr>
        </p:nvSpPr>
        <p:spPr/>
        <p:txBody>
          <a:bodyPr/>
          <a:lstStyle/>
          <a:p>
            <a:pPr>
              <a:spcBef>
                <a:spcPts val="1000"/>
              </a:spcBef>
              <a:buFont typeface="Arial" panose="020B0604020202020204" pitchFamily="34" charset="0"/>
              <a:buNone/>
            </a:pPr>
            <a:r>
              <a:rPr lang="en-US" dirty="0"/>
              <a:t>Presentation Title | Author | Date</a:t>
            </a:r>
          </a:p>
        </p:txBody>
      </p:sp>
      <p:sp>
        <p:nvSpPr>
          <p:cNvPr id="24" name="Slide Number Placeholder 23">
            <a:extLst>
              <a:ext uri="{FF2B5EF4-FFF2-40B4-BE49-F238E27FC236}">
                <a16:creationId xmlns:a16="http://schemas.microsoft.com/office/drawing/2014/main" id="{7E7E9A6F-BFBE-B97C-B3E9-F41A0B50049C}"/>
              </a:ext>
            </a:extLst>
          </p:cNvPr>
          <p:cNvSpPr>
            <a:spLocks noGrp="1"/>
          </p:cNvSpPr>
          <p:nvPr>
            <p:ph type="sldNum" sz="quarter" idx="26"/>
          </p:nvPr>
        </p:nvSpPr>
        <p:spPr/>
        <p:txBody>
          <a:bodyPr/>
          <a:lstStyle/>
          <a:p>
            <a:pPr algn="r"/>
            <a:fld id="{5D9A5160-6218-4E5A-B9E6-B93E3DAE377C}" type="slidenum">
              <a:rPr lang="en-US" smtClean="0"/>
              <a:pPr algn="r"/>
              <a:t>35</a:t>
            </a:fld>
            <a:endParaRPr lang="en-US" dirty="0"/>
          </a:p>
        </p:txBody>
      </p:sp>
      <p:sp>
        <p:nvSpPr>
          <p:cNvPr id="14" name="Text Placeholder 3">
            <a:extLst>
              <a:ext uri="{FF2B5EF4-FFF2-40B4-BE49-F238E27FC236}">
                <a16:creationId xmlns:a16="http://schemas.microsoft.com/office/drawing/2014/main" id="{9877814A-A25D-5923-AA05-C5407F506ADA}"/>
              </a:ext>
            </a:extLst>
          </p:cNvPr>
          <p:cNvSpPr>
            <a:spLocks noGrp="1"/>
          </p:cNvSpPr>
          <p:nvPr>
            <p:ph type="body" sz="quarter" idx="22"/>
          </p:nvPr>
        </p:nvSpPr>
        <p:spPr/>
        <p:txBody>
          <a:bodyPr lIns="0" tIns="0" rIns="0" bIns="0"/>
          <a:lstStyle/>
          <a:p>
            <a:r>
              <a:rPr lang="en-US" dirty="0"/>
              <a:t>Subtitle</a:t>
            </a:r>
          </a:p>
        </p:txBody>
      </p:sp>
      <p:sp>
        <p:nvSpPr>
          <p:cNvPr id="16" name="Titre 1">
            <a:extLst>
              <a:ext uri="{FF2B5EF4-FFF2-40B4-BE49-F238E27FC236}">
                <a16:creationId xmlns:a16="http://schemas.microsoft.com/office/drawing/2014/main" id="{EAC86EFE-9FF9-47E1-9228-1DCF8AAA5770}"/>
              </a:ext>
            </a:extLst>
          </p:cNvPr>
          <p:cNvSpPr>
            <a:spLocks noGrp="1"/>
          </p:cNvSpPr>
          <p:nvPr>
            <p:ph type="title"/>
          </p:nvPr>
        </p:nvSpPr>
        <p:spPr/>
        <p:txBody>
          <a:bodyPr/>
          <a:lstStyle/>
          <a:p>
            <a:r>
              <a:rPr lang="en-US" dirty="0"/>
              <a:t>Ubuntu Medium 32pt; Hierarchy/relationships</a:t>
            </a:r>
          </a:p>
        </p:txBody>
      </p:sp>
      <p:sp>
        <p:nvSpPr>
          <p:cNvPr id="12" name="Content Placeholder 11">
            <a:extLst>
              <a:ext uri="{FF2B5EF4-FFF2-40B4-BE49-F238E27FC236}">
                <a16:creationId xmlns:a16="http://schemas.microsoft.com/office/drawing/2014/main" id="{85290422-0EE9-4DB6-131B-1E7BC5E70BA9}"/>
              </a:ext>
            </a:extLst>
          </p:cNvPr>
          <p:cNvSpPr>
            <a:spLocks noGrp="1"/>
          </p:cNvSpPr>
          <p:nvPr>
            <p:ph sz="quarter" idx="28"/>
          </p:nvPr>
        </p:nvSpPr>
        <p:spPr/>
        <p:txBody>
          <a:bodyPr/>
          <a:lstStyle/>
          <a:p>
            <a:pPr defTabSz="886968">
              <a:spcBef>
                <a:spcPts val="582"/>
              </a:spcBef>
              <a:defRPr/>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pPr defTabSz="886968">
              <a:spcBef>
                <a:spcPts val="582"/>
              </a:spcBef>
              <a:defRPr/>
            </a:pPr>
            <a:r>
              <a:rPr lang="en-US" sz="3200" dirty="0"/>
              <a:t>XX%</a:t>
            </a:r>
            <a:endParaRPr lang="en-US" sz="1600" dirty="0"/>
          </a:p>
          <a:p>
            <a:pPr defTabSz="886968">
              <a:spcBef>
                <a:spcPts val="582"/>
              </a:spcBef>
              <a:defRPr/>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a:t>
            </a:r>
          </a:p>
          <a:p>
            <a:pPr>
              <a:defRPr/>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pPr>
              <a:defRPr/>
            </a:pPr>
            <a:endParaRPr lang="en-US" dirty="0"/>
          </a:p>
          <a:p>
            <a:pPr defTabSz="886968">
              <a:spcBef>
                <a:spcPts val="582"/>
              </a:spcBef>
              <a:defRPr/>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a:t>
            </a:r>
          </a:p>
          <a:p>
            <a:pPr>
              <a:defRPr/>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pPr>
              <a:defRPr/>
            </a:pPr>
            <a:endParaRPr lang="en-US" dirty="0"/>
          </a:p>
          <a:p>
            <a:endParaRPr lang="en-US" dirty="0"/>
          </a:p>
        </p:txBody>
      </p:sp>
      <p:sp>
        <p:nvSpPr>
          <p:cNvPr id="35" name="Rectangle 10">
            <a:extLst>
              <a:ext uri="{FF2B5EF4-FFF2-40B4-BE49-F238E27FC236}">
                <a16:creationId xmlns:a16="http://schemas.microsoft.com/office/drawing/2014/main" id="{3BAFDF03-2153-1654-E688-7E8A94F3D5D3}"/>
              </a:ext>
            </a:extLst>
          </p:cNvPr>
          <p:cNvSpPr>
            <a:spLocks noChangeArrowheads="1"/>
          </p:cNvSpPr>
          <p:nvPr/>
        </p:nvSpPr>
        <p:spPr bwMode="gray">
          <a:xfrm>
            <a:off x="9853759" y="609837"/>
            <a:ext cx="1786858" cy="867930"/>
          </a:xfrm>
          <a:prstGeom prst="rect">
            <a:avLst/>
          </a:prstGeom>
          <a:noFill/>
          <a:ln w="9525" algn="ctr">
            <a:noFill/>
            <a:miter lim="800000"/>
            <a:headEnd/>
            <a:tailEnd/>
          </a:ln>
          <a:effectLst/>
        </p:spPr>
        <p:txBody>
          <a:bodyPr wrap="square" anchor="ctr">
            <a:spAutoFit/>
          </a:bodyPr>
          <a:lstStyle/>
          <a:p>
            <a:pPr marL="285750" marR="0" lvl="0" indent="-285750" algn="l" defTabSz="914400" rtl="0" eaLnBrk="1" fontAlgn="auto" latinLnBrk="0" hangingPunct="1">
              <a:lnSpc>
                <a:spcPct val="100000"/>
              </a:lnSpc>
              <a:spcBef>
                <a:spcPct val="300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Calibri" pitchFamily="34" charset="0"/>
              </a:rPr>
              <a:t>Text</a:t>
            </a:r>
          </a:p>
          <a:p>
            <a:pPr marL="285750" marR="0" lvl="0" indent="-285750" algn="l" defTabSz="914400" rtl="0" eaLnBrk="1" fontAlgn="auto" latinLnBrk="0" hangingPunct="1">
              <a:lnSpc>
                <a:spcPct val="100000"/>
              </a:lnSpc>
              <a:spcBef>
                <a:spcPct val="300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Calibri" pitchFamily="34" charset="0"/>
              </a:rPr>
              <a:t>Text</a:t>
            </a:r>
          </a:p>
          <a:p>
            <a:pPr marL="285750" marR="0" lvl="0" indent="-285750" algn="l" defTabSz="914400" rtl="0" eaLnBrk="1" fontAlgn="auto" latinLnBrk="0" hangingPunct="1">
              <a:lnSpc>
                <a:spcPct val="100000"/>
              </a:lnSpc>
              <a:spcBef>
                <a:spcPct val="300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Calibri" pitchFamily="34" charset="0"/>
              </a:rPr>
              <a:t>Text</a:t>
            </a:r>
          </a:p>
        </p:txBody>
      </p:sp>
      <p:sp>
        <p:nvSpPr>
          <p:cNvPr id="36" name="Rectangle 8">
            <a:extLst>
              <a:ext uri="{FF2B5EF4-FFF2-40B4-BE49-F238E27FC236}">
                <a16:creationId xmlns:a16="http://schemas.microsoft.com/office/drawing/2014/main" id="{D3A18F0D-C119-B84E-92D3-10870C394252}"/>
              </a:ext>
            </a:extLst>
          </p:cNvPr>
          <p:cNvSpPr>
            <a:spLocks noChangeArrowheads="1"/>
          </p:cNvSpPr>
          <p:nvPr/>
        </p:nvSpPr>
        <p:spPr bwMode="gray">
          <a:xfrm>
            <a:off x="9853759" y="2217225"/>
            <a:ext cx="1786858" cy="867930"/>
          </a:xfrm>
          <a:prstGeom prst="rect">
            <a:avLst/>
          </a:prstGeom>
          <a:noFill/>
          <a:ln w="9525" algn="ctr">
            <a:noFill/>
            <a:miter lim="800000"/>
            <a:headEnd/>
            <a:tailEnd/>
          </a:ln>
          <a:effectLst/>
        </p:spPr>
        <p:txBody>
          <a:bodyPr wrap="square" anchor="ctr">
            <a:spAutoFit/>
          </a:bodyPr>
          <a:lstStyle/>
          <a:p>
            <a:pPr marL="285750" marR="0" lvl="0" indent="-285750" algn="l" defTabSz="914400" rtl="0" eaLnBrk="1" fontAlgn="auto" latinLnBrk="0" hangingPunct="1">
              <a:lnSpc>
                <a:spcPct val="100000"/>
              </a:lnSpc>
              <a:spcBef>
                <a:spcPct val="300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Calibri" pitchFamily="34" charset="0"/>
              </a:rPr>
              <a:t>Text</a:t>
            </a:r>
          </a:p>
          <a:p>
            <a:pPr marL="285750" marR="0" lvl="0" indent="-285750" algn="l" defTabSz="914400" rtl="0" eaLnBrk="1" fontAlgn="auto" latinLnBrk="0" hangingPunct="1">
              <a:lnSpc>
                <a:spcPct val="100000"/>
              </a:lnSpc>
              <a:spcBef>
                <a:spcPct val="300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Calibri" pitchFamily="34" charset="0"/>
              </a:rPr>
              <a:t>Text</a:t>
            </a:r>
          </a:p>
          <a:p>
            <a:pPr marL="285750" marR="0" lvl="0" indent="-285750" algn="l" defTabSz="914400" rtl="0" eaLnBrk="1" fontAlgn="auto" latinLnBrk="0" hangingPunct="1">
              <a:lnSpc>
                <a:spcPct val="100000"/>
              </a:lnSpc>
              <a:spcBef>
                <a:spcPct val="300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Calibri" pitchFamily="34" charset="0"/>
              </a:rPr>
              <a:t>Text</a:t>
            </a:r>
          </a:p>
        </p:txBody>
      </p:sp>
      <p:sp>
        <p:nvSpPr>
          <p:cNvPr id="37" name="Rectangle 5">
            <a:extLst>
              <a:ext uri="{FF2B5EF4-FFF2-40B4-BE49-F238E27FC236}">
                <a16:creationId xmlns:a16="http://schemas.microsoft.com/office/drawing/2014/main" id="{79EC794F-77D1-C85B-5543-4530717A4672}"/>
              </a:ext>
            </a:extLst>
          </p:cNvPr>
          <p:cNvSpPr>
            <a:spLocks noChangeArrowheads="1"/>
          </p:cNvSpPr>
          <p:nvPr/>
        </p:nvSpPr>
        <p:spPr bwMode="gray">
          <a:xfrm>
            <a:off x="9853759" y="3853662"/>
            <a:ext cx="1786858" cy="867930"/>
          </a:xfrm>
          <a:prstGeom prst="rect">
            <a:avLst/>
          </a:prstGeom>
          <a:noFill/>
          <a:ln w="9525" algn="ctr">
            <a:noFill/>
            <a:miter lim="800000"/>
            <a:headEnd/>
            <a:tailEnd/>
          </a:ln>
          <a:effectLst/>
        </p:spPr>
        <p:txBody>
          <a:bodyPr wrap="square" anchor="ctr">
            <a:spAutoFit/>
          </a:bodyPr>
          <a:lstStyle/>
          <a:p>
            <a:pPr marL="285750" marR="0" lvl="0" indent="-285750" algn="l" defTabSz="914400" rtl="0" eaLnBrk="1" fontAlgn="auto" latinLnBrk="0" hangingPunct="1">
              <a:lnSpc>
                <a:spcPct val="100000"/>
              </a:lnSpc>
              <a:spcBef>
                <a:spcPct val="300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Calibri" pitchFamily="34" charset="0"/>
              </a:rPr>
              <a:t>Text</a:t>
            </a:r>
          </a:p>
          <a:p>
            <a:pPr marL="285750" marR="0" lvl="0" indent="-285750" algn="l" defTabSz="914400" rtl="0" eaLnBrk="1" fontAlgn="auto" latinLnBrk="0" hangingPunct="1">
              <a:lnSpc>
                <a:spcPct val="100000"/>
              </a:lnSpc>
              <a:spcBef>
                <a:spcPct val="300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Calibri" pitchFamily="34" charset="0"/>
              </a:rPr>
              <a:t>Text</a:t>
            </a:r>
          </a:p>
          <a:p>
            <a:pPr marL="285750" marR="0" lvl="0" indent="-285750" algn="l" defTabSz="914400" rtl="0" eaLnBrk="1" fontAlgn="auto" latinLnBrk="0" hangingPunct="1">
              <a:lnSpc>
                <a:spcPct val="100000"/>
              </a:lnSpc>
              <a:spcBef>
                <a:spcPct val="300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Calibri" pitchFamily="34" charset="0"/>
              </a:rPr>
              <a:t>Text</a:t>
            </a:r>
          </a:p>
        </p:txBody>
      </p:sp>
      <p:sp>
        <p:nvSpPr>
          <p:cNvPr id="38" name="Rectangle 5">
            <a:extLst>
              <a:ext uri="{FF2B5EF4-FFF2-40B4-BE49-F238E27FC236}">
                <a16:creationId xmlns:a16="http://schemas.microsoft.com/office/drawing/2014/main" id="{79541BFA-672F-DF45-5ABA-EB961CF72973}"/>
              </a:ext>
            </a:extLst>
          </p:cNvPr>
          <p:cNvSpPr>
            <a:spLocks noChangeArrowheads="1"/>
          </p:cNvSpPr>
          <p:nvPr/>
        </p:nvSpPr>
        <p:spPr bwMode="gray">
          <a:xfrm>
            <a:off x="9853759" y="5391902"/>
            <a:ext cx="1786858" cy="867930"/>
          </a:xfrm>
          <a:prstGeom prst="rect">
            <a:avLst/>
          </a:prstGeom>
          <a:noFill/>
          <a:ln w="9525" algn="ctr">
            <a:noFill/>
            <a:miter lim="800000"/>
            <a:headEnd/>
            <a:tailEnd/>
          </a:ln>
          <a:effectLst/>
        </p:spPr>
        <p:txBody>
          <a:bodyPr wrap="square" anchor="ctr">
            <a:spAutoFit/>
          </a:bodyPr>
          <a:lstStyle/>
          <a:p>
            <a:pPr marL="285750" marR="0" lvl="0" indent="-285750" algn="l" defTabSz="914400" rtl="0" eaLnBrk="1" fontAlgn="auto" latinLnBrk="0" hangingPunct="1">
              <a:lnSpc>
                <a:spcPct val="100000"/>
              </a:lnSpc>
              <a:spcBef>
                <a:spcPct val="300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Calibri" pitchFamily="34" charset="0"/>
              </a:rPr>
              <a:t>Text</a:t>
            </a:r>
          </a:p>
          <a:p>
            <a:pPr marL="285750" marR="0" lvl="0" indent="-285750" algn="l" defTabSz="914400" rtl="0" eaLnBrk="1" fontAlgn="auto" latinLnBrk="0" hangingPunct="1">
              <a:lnSpc>
                <a:spcPct val="100000"/>
              </a:lnSpc>
              <a:spcBef>
                <a:spcPct val="300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Calibri" pitchFamily="34" charset="0"/>
              </a:rPr>
              <a:t>Text</a:t>
            </a:r>
          </a:p>
          <a:p>
            <a:pPr marL="285750" marR="0" lvl="0" indent="-285750" algn="l" defTabSz="914400" rtl="0" eaLnBrk="1" fontAlgn="auto" latinLnBrk="0" hangingPunct="1">
              <a:lnSpc>
                <a:spcPct val="100000"/>
              </a:lnSpc>
              <a:spcBef>
                <a:spcPct val="300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FFFFFF"/>
                </a:solidFill>
                <a:effectLst/>
                <a:uLnTx/>
                <a:uFillTx/>
                <a:latin typeface="Ubuntu"/>
                <a:ea typeface="+mn-ea"/>
                <a:cs typeface="Calibri" pitchFamily="34" charset="0"/>
              </a:rPr>
              <a:t>Text</a:t>
            </a:r>
          </a:p>
        </p:txBody>
      </p:sp>
      <p:grpSp>
        <p:nvGrpSpPr>
          <p:cNvPr id="39" name="Groupe 11">
            <a:extLst>
              <a:ext uri="{FF2B5EF4-FFF2-40B4-BE49-F238E27FC236}">
                <a16:creationId xmlns:a16="http://schemas.microsoft.com/office/drawing/2014/main" id="{0AB2DD5A-D313-1378-69E9-44BBD564A7EF}"/>
              </a:ext>
              <a:ext uri="{C183D7F6-B498-43B3-948B-1728B52AA6E4}">
                <adec:decorative xmlns:adec="http://schemas.microsoft.com/office/drawing/2017/decorative" val="1"/>
              </a:ext>
            </a:extLst>
          </p:cNvPr>
          <p:cNvGrpSpPr/>
          <p:nvPr/>
        </p:nvGrpSpPr>
        <p:grpSpPr>
          <a:xfrm>
            <a:off x="7641896" y="2651190"/>
            <a:ext cx="1105931" cy="1627865"/>
            <a:chOff x="4085642" y="2884870"/>
            <a:chExt cx="1105931" cy="1627865"/>
          </a:xfrm>
        </p:grpSpPr>
        <p:cxnSp>
          <p:nvCxnSpPr>
            <p:cNvPr id="40" name="AutoShape 14">
              <a:extLst>
                <a:ext uri="{FF2B5EF4-FFF2-40B4-BE49-F238E27FC236}">
                  <a16:creationId xmlns:a16="http://schemas.microsoft.com/office/drawing/2014/main" id="{77836434-BD35-56BD-F018-A284BDCEB5EC}"/>
                </a:ext>
                <a:ext uri="{C183D7F6-B498-43B3-948B-1728B52AA6E4}">
                  <adec:decorative xmlns:adec="http://schemas.microsoft.com/office/drawing/2017/decorative" val="1"/>
                </a:ext>
              </a:extLst>
            </p:cNvPr>
            <p:cNvCxnSpPr>
              <a:cxnSpLocks noChangeShapeType="1"/>
              <a:endCxn id="46" idx="2"/>
            </p:cNvCxnSpPr>
            <p:nvPr/>
          </p:nvCxnSpPr>
          <p:spPr bwMode="gray">
            <a:xfrm flipV="1">
              <a:off x="4085642" y="2884870"/>
              <a:ext cx="1105931" cy="785044"/>
            </a:xfrm>
            <a:prstGeom prst="bentConnector3">
              <a:avLst>
                <a:gd name="adj1" fmla="val 50000"/>
              </a:avLst>
            </a:prstGeom>
            <a:noFill/>
            <a:ln w="38100">
              <a:solidFill>
                <a:schemeClr val="tx2"/>
              </a:solidFill>
              <a:miter lim="800000"/>
              <a:headEnd/>
              <a:tailEnd/>
            </a:ln>
            <a:effectLst/>
          </p:spPr>
        </p:cxnSp>
        <p:cxnSp>
          <p:nvCxnSpPr>
            <p:cNvPr id="41" name="AutoShape 13">
              <a:extLst>
                <a:ext uri="{FF2B5EF4-FFF2-40B4-BE49-F238E27FC236}">
                  <a16:creationId xmlns:a16="http://schemas.microsoft.com/office/drawing/2014/main" id="{DA08C46B-70D0-E43C-1E3D-67D19A425C5A}"/>
                </a:ext>
                <a:ext uri="{C183D7F6-B498-43B3-948B-1728B52AA6E4}">
                  <adec:decorative xmlns:adec="http://schemas.microsoft.com/office/drawing/2017/decorative" val="1"/>
                </a:ext>
              </a:extLst>
            </p:cNvPr>
            <p:cNvCxnSpPr>
              <a:cxnSpLocks noChangeShapeType="1"/>
              <a:endCxn id="47" idx="2"/>
            </p:cNvCxnSpPr>
            <p:nvPr/>
          </p:nvCxnSpPr>
          <p:spPr bwMode="gray">
            <a:xfrm>
              <a:off x="4085642" y="3669914"/>
              <a:ext cx="1105931" cy="842821"/>
            </a:xfrm>
            <a:prstGeom prst="bentConnector3">
              <a:avLst>
                <a:gd name="adj1" fmla="val 50000"/>
              </a:avLst>
            </a:prstGeom>
            <a:noFill/>
            <a:ln w="38100">
              <a:solidFill>
                <a:schemeClr val="tx2"/>
              </a:solidFill>
              <a:miter lim="800000"/>
              <a:headEnd/>
              <a:tailEnd/>
            </a:ln>
            <a:effectLst/>
          </p:spPr>
        </p:cxnSp>
      </p:grpSp>
      <p:cxnSp>
        <p:nvCxnSpPr>
          <p:cNvPr id="42" name="AutoShape 15">
            <a:extLst>
              <a:ext uri="{FF2B5EF4-FFF2-40B4-BE49-F238E27FC236}">
                <a16:creationId xmlns:a16="http://schemas.microsoft.com/office/drawing/2014/main" id="{16BC1890-459E-3F5A-495C-5669B393DFAF}"/>
              </a:ext>
              <a:ext uri="{C183D7F6-B498-43B3-948B-1728B52AA6E4}">
                <adec:decorative xmlns:adec="http://schemas.microsoft.com/office/drawing/2017/decorative" val="1"/>
              </a:ext>
            </a:extLst>
          </p:cNvPr>
          <p:cNvCxnSpPr>
            <a:cxnSpLocks noChangeShapeType="1"/>
          </p:cNvCxnSpPr>
          <p:nvPr/>
        </p:nvCxnSpPr>
        <p:spPr bwMode="gray">
          <a:xfrm rot="5400000" flipH="1" flipV="1">
            <a:off x="7276905" y="1965312"/>
            <a:ext cx="2382976" cy="558867"/>
          </a:xfrm>
          <a:prstGeom prst="bentConnector2">
            <a:avLst/>
          </a:prstGeom>
          <a:noFill/>
          <a:ln w="38100">
            <a:solidFill>
              <a:schemeClr val="tx2"/>
            </a:solidFill>
            <a:miter lim="800000"/>
            <a:headEnd/>
            <a:tailEnd/>
          </a:ln>
          <a:effectLst/>
        </p:spPr>
      </p:cxnSp>
      <p:cxnSp>
        <p:nvCxnSpPr>
          <p:cNvPr id="43" name="AutoShape 6">
            <a:extLst>
              <a:ext uri="{FF2B5EF4-FFF2-40B4-BE49-F238E27FC236}">
                <a16:creationId xmlns:a16="http://schemas.microsoft.com/office/drawing/2014/main" id="{783E02E4-D5C1-1337-D726-E99837B844D9}"/>
              </a:ext>
              <a:ext uri="{C183D7F6-B498-43B3-948B-1728B52AA6E4}">
                <adec:decorative xmlns:adec="http://schemas.microsoft.com/office/drawing/2017/decorative" val="1"/>
              </a:ext>
            </a:extLst>
          </p:cNvPr>
          <p:cNvCxnSpPr>
            <a:cxnSpLocks noChangeShapeType="1"/>
          </p:cNvCxnSpPr>
          <p:nvPr/>
        </p:nvCxnSpPr>
        <p:spPr bwMode="gray">
          <a:xfrm rot="16200000" flipH="1">
            <a:off x="7282590" y="4342604"/>
            <a:ext cx="2371606" cy="558867"/>
          </a:xfrm>
          <a:prstGeom prst="bentConnector2">
            <a:avLst/>
          </a:prstGeom>
          <a:noFill/>
          <a:ln w="38100">
            <a:solidFill>
              <a:schemeClr val="tx2"/>
            </a:solidFill>
            <a:miter lim="800000"/>
            <a:headEnd/>
            <a:tailEnd/>
          </a:ln>
          <a:effectLst/>
        </p:spPr>
      </p:cxnSp>
      <p:sp>
        <p:nvSpPr>
          <p:cNvPr id="44" name="Rectangle 3">
            <a:extLst>
              <a:ext uri="{FF2B5EF4-FFF2-40B4-BE49-F238E27FC236}">
                <a16:creationId xmlns:a16="http://schemas.microsoft.com/office/drawing/2014/main" id="{6870F27C-F7C8-232C-CBF0-4C509B9492E1}"/>
              </a:ext>
            </a:extLst>
          </p:cNvPr>
          <p:cNvSpPr>
            <a:spLocks noChangeAspect="1" noChangeArrowheads="1"/>
          </p:cNvSpPr>
          <p:nvPr/>
        </p:nvSpPr>
        <p:spPr bwMode="gray">
          <a:xfrm>
            <a:off x="6633896" y="2933172"/>
            <a:ext cx="1008000" cy="1008000"/>
          </a:xfrm>
          <a:prstGeom prst="ellipse">
            <a:avLst/>
          </a:prstGeom>
          <a:noFill/>
          <a:ln w="38100" algn="ctr">
            <a:solidFill>
              <a:schemeClr val="bg2"/>
            </a:solidFill>
            <a:miter lim="800000"/>
            <a:headEnd/>
            <a:tailEnd/>
          </a:ln>
          <a:effectLst/>
        </p:spPr>
        <p:txBody>
          <a:bodyPr lIns="0" tIns="0" rIns="0" bIns="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6F6F6"/>
                </a:solidFill>
                <a:effectLst/>
                <a:uLnTx/>
                <a:uFillTx/>
                <a:latin typeface="Ubuntu"/>
                <a:ea typeface="+mn-ea"/>
                <a:cs typeface="Calibri" pitchFamily="34" charset="0"/>
              </a:rPr>
              <a:t>Text</a:t>
            </a:r>
          </a:p>
        </p:txBody>
      </p:sp>
      <p:sp>
        <p:nvSpPr>
          <p:cNvPr id="45" name="Oval 44">
            <a:extLst>
              <a:ext uri="{FF2B5EF4-FFF2-40B4-BE49-F238E27FC236}">
                <a16:creationId xmlns:a16="http://schemas.microsoft.com/office/drawing/2014/main" id="{5DEC60F0-570F-DBF9-9764-F3B39D9B938E}"/>
              </a:ext>
            </a:extLst>
          </p:cNvPr>
          <p:cNvSpPr>
            <a:spLocks noChangeAspect="1" noChangeArrowheads="1"/>
          </p:cNvSpPr>
          <p:nvPr/>
        </p:nvSpPr>
        <p:spPr bwMode="gray">
          <a:xfrm>
            <a:off x="8747827" y="549259"/>
            <a:ext cx="1008000" cy="1008000"/>
          </a:xfrm>
          <a:prstGeom prst="ellipse">
            <a:avLst/>
          </a:prstGeom>
          <a:noFill/>
          <a:ln w="38100" algn="ctr">
            <a:solidFill>
              <a:schemeClr val="bg2"/>
            </a:solidFill>
            <a:miter lim="800000"/>
            <a:headEnd/>
            <a:tailEnd/>
          </a:ln>
          <a:effectLst/>
        </p:spPr>
        <p:txBody>
          <a:bodyPr lIns="0" tIns="0" rIns="0" bIns="0" anchor="ctr" anchorCtr="1"/>
          <a:lstStyle/>
          <a:p>
            <a:pPr marL="0" marR="0" lvl="0" indent="0" algn="l" defTabSz="914400" rtl="0" eaLnBrk="1" fontAlgn="auto" latinLnBrk="0" hangingPunct="1">
              <a:lnSpc>
                <a:spcPct val="100000"/>
              </a:lnSpc>
              <a:spcBef>
                <a:spcPct val="30000"/>
              </a:spcBef>
              <a:spcAft>
                <a:spcPts val="0"/>
              </a:spcAft>
              <a:buClrTx/>
              <a:buSzTx/>
              <a:buFontTx/>
              <a:buNone/>
              <a:tabLst/>
              <a:defRPr/>
            </a:pPr>
            <a:r>
              <a:rPr kumimoji="0" lang="en-US" sz="1600" b="0" i="0" u="none" strike="noStrike" kern="1200" cap="none" spc="0" normalizeH="0" baseline="0" noProof="0" dirty="0">
                <a:ln>
                  <a:noFill/>
                </a:ln>
                <a:solidFill>
                  <a:srgbClr val="F6F6F6"/>
                </a:solidFill>
                <a:effectLst/>
                <a:uLnTx/>
                <a:uFillTx/>
                <a:latin typeface="Ubuntu"/>
                <a:ea typeface="+mn-ea"/>
                <a:cs typeface="Calibri" pitchFamily="34" charset="0"/>
              </a:rPr>
              <a:t>Text</a:t>
            </a:r>
          </a:p>
        </p:txBody>
      </p:sp>
      <p:sp>
        <p:nvSpPr>
          <p:cNvPr id="46" name="Rectangle 9">
            <a:extLst>
              <a:ext uri="{FF2B5EF4-FFF2-40B4-BE49-F238E27FC236}">
                <a16:creationId xmlns:a16="http://schemas.microsoft.com/office/drawing/2014/main" id="{4E1DEEB3-8926-7780-021B-B1F133D7EA49}"/>
              </a:ext>
            </a:extLst>
          </p:cNvPr>
          <p:cNvSpPr>
            <a:spLocks noChangeAspect="1" noChangeArrowheads="1"/>
          </p:cNvSpPr>
          <p:nvPr/>
        </p:nvSpPr>
        <p:spPr bwMode="gray">
          <a:xfrm>
            <a:off x="8747827" y="2147190"/>
            <a:ext cx="1008000" cy="1008000"/>
          </a:xfrm>
          <a:prstGeom prst="ellipse">
            <a:avLst/>
          </a:prstGeom>
          <a:solidFill>
            <a:schemeClr val="bg2"/>
          </a:solidFill>
          <a:ln w="38100" algn="ctr">
            <a:noFill/>
            <a:miter lim="800000"/>
            <a:headEnd/>
            <a:tailEnd/>
          </a:ln>
          <a:effectLst/>
        </p:spPr>
        <p:txBody>
          <a:bodyPr lIns="0" tIns="0" rIns="0" bIns="0" anchor="ctr" anchorCtr="1"/>
          <a:lstStyle/>
          <a:p>
            <a:pPr marL="0" marR="0" lvl="0" indent="0" algn="l" defTabSz="914400" rtl="0" eaLnBrk="1" fontAlgn="auto" latinLnBrk="0" hangingPunct="1">
              <a:lnSpc>
                <a:spcPct val="100000"/>
              </a:lnSpc>
              <a:spcBef>
                <a:spcPct val="3000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Ubuntu"/>
                <a:ea typeface="+mn-ea"/>
                <a:cs typeface="Calibri" pitchFamily="34" charset="0"/>
              </a:rPr>
              <a:t>Text</a:t>
            </a:r>
          </a:p>
        </p:txBody>
      </p:sp>
      <p:sp>
        <p:nvSpPr>
          <p:cNvPr id="47" name="Rectangle 9">
            <a:extLst>
              <a:ext uri="{FF2B5EF4-FFF2-40B4-BE49-F238E27FC236}">
                <a16:creationId xmlns:a16="http://schemas.microsoft.com/office/drawing/2014/main" id="{F44978CC-3E5B-7AAF-94A9-89B6BF2899E6}"/>
              </a:ext>
            </a:extLst>
          </p:cNvPr>
          <p:cNvSpPr>
            <a:spLocks noChangeAspect="1" noChangeArrowheads="1"/>
          </p:cNvSpPr>
          <p:nvPr/>
        </p:nvSpPr>
        <p:spPr bwMode="gray">
          <a:xfrm>
            <a:off x="8747827" y="3775055"/>
            <a:ext cx="1008000" cy="1008000"/>
          </a:xfrm>
          <a:prstGeom prst="ellipse">
            <a:avLst/>
          </a:prstGeom>
          <a:noFill/>
          <a:ln w="38100" algn="ctr">
            <a:solidFill>
              <a:schemeClr val="bg2"/>
            </a:solidFill>
            <a:miter lim="800000"/>
            <a:headEnd/>
            <a:tailEnd/>
          </a:ln>
          <a:effectLst/>
        </p:spPr>
        <p:txBody>
          <a:bodyPr lIns="0" tIns="0" rIns="0" bIns="0" anchor="ctr" anchorCtr="1"/>
          <a:lstStyle/>
          <a:p>
            <a:pPr marL="0" marR="0" lvl="0" indent="0" algn="l" defTabSz="914400" rtl="0" eaLnBrk="1" fontAlgn="auto" latinLnBrk="0" hangingPunct="1">
              <a:lnSpc>
                <a:spcPct val="100000"/>
              </a:lnSpc>
              <a:spcBef>
                <a:spcPct val="30000"/>
              </a:spcBef>
              <a:spcAft>
                <a:spcPts val="0"/>
              </a:spcAft>
              <a:buClrTx/>
              <a:buSzTx/>
              <a:buFontTx/>
              <a:buNone/>
              <a:tabLst/>
              <a:defRPr/>
            </a:pPr>
            <a:r>
              <a:rPr kumimoji="0" lang="en-US" sz="1600" b="0" i="0" u="none" strike="noStrike" kern="1200" cap="none" spc="0" normalizeH="0" baseline="0" noProof="0" dirty="0">
                <a:ln>
                  <a:noFill/>
                </a:ln>
                <a:solidFill>
                  <a:srgbClr val="F6F6F6"/>
                </a:solidFill>
                <a:effectLst/>
                <a:uLnTx/>
                <a:uFillTx/>
                <a:latin typeface="Ubuntu"/>
                <a:ea typeface="+mn-ea"/>
                <a:cs typeface="Calibri" pitchFamily="34" charset="0"/>
              </a:rPr>
              <a:t>Text</a:t>
            </a:r>
          </a:p>
        </p:txBody>
      </p:sp>
      <p:sp>
        <p:nvSpPr>
          <p:cNvPr id="48" name="Oval 47">
            <a:extLst>
              <a:ext uri="{FF2B5EF4-FFF2-40B4-BE49-F238E27FC236}">
                <a16:creationId xmlns:a16="http://schemas.microsoft.com/office/drawing/2014/main" id="{ED4EF836-D8E8-7D72-C955-2B945779EF2E}"/>
              </a:ext>
            </a:extLst>
          </p:cNvPr>
          <p:cNvSpPr>
            <a:spLocks noChangeAspect="1" noChangeArrowheads="1"/>
          </p:cNvSpPr>
          <p:nvPr/>
        </p:nvSpPr>
        <p:spPr bwMode="gray">
          <a:xfrm>
            <a:off x="8747827" y="5303840"/>
            <a:ext cx="1008000" cy="1008000"/>
          </a:xfrm>
          <a:prstGeom prst="ellipse">
            <a:avLst/>
          </a:prstGeom>
          <a:noFill/>
          <a:ln w="38100" algn="ctr">
            <a:solidFill>
              <a:schemeClr val="bg2"/>
            </a:solidFill>
            <a:miter lim="800000"/>
            <a:headEnd/>
            <a:tailEnd/>
          </a:ln>
          <a:effectLst/>
        </p:spPr>
        <p:txBody>
          <a:bodyPr lIns="0" tIns="0" rIns="0" bIns="0" anchor="ctr" anchorCtr="1"/>
          <a:lstStyle/>
          <a:p>
            <a:pPr marL="0" marR="0" lvl="0" indent="0" algn="l" defTabSz="914400" rtl="0" eaLnBrk="1" fontAlgn="auto" latinLnBrk="0" hangingPunct="1">
              <a:lnSpc>
                <a:spcPct val="100000"/>
              </a:lnSpc>
              <a:spcBef>
                <a:spcPct val="30000"/>
              </a:spcBef>
              <a:spcAft>
                <a:spcPts val="0"/>
              </a:spcAft>
              <a:buClrTx/>
              <a:buSzTx/>
              <a:buFontTx/>
              <a:buNone/>
              <a:tabLst/>
              <a:defRPr/>
            </a:pPr>
            <a:r>
              <a:rPr kumimoji="0" lang="en-US" sz="1600" b="0" i="0" u="none" strike="noStrike" kern="1200" cap="none" spc="0" normalizeH="0" baseline="0" noProof="0" dirty="0">
                <a:ln>
                  <a:noFill/>
                </a:ln>
                <a:solidFill>
                  <a:srgbClr val="F6F6F6"/>
                </a:solidFill>
                <a:effectLst/>
                <a:uLnTx/>
                <a:uFillTx/>
                <a:latin typeface="Ubuntu"/>
                <a:ea typeface="+mn-ea"/>
                <a:cs typeface="Calibri" pitchFamily="34" charset="0"/>
              </a:rPr>
              <a:t>Text</a:t>
            </a:r>
          </a:p>
        </p:txBody>
      </p:sp>
    </p:spTree>
    <p:extLst>
      <p:ext uri="{BB962C8B-B14F-4D97-AF65-F5344CB8AC3E}">
        <p14:creationId xmlns:p14="http://schemas.microsoft.com/office/powerpoint/2010/main" val="259111855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F6BE1E-98ED-8EF6-03D1-343248332507}"/>
            </a:ext>
          </a:extLst>
        </p:cNvPr>
        <p:cNvGrpSpPr/>
        <p:nvPr/>
      </p:nvGrpSpPr>
      <p:grpSpPr>
        <a:xfrm>
          <a:off x="0" y="0"/>
          <a:ext cx="0" cy="0"/>
          <a:chOff x="0" y="0"/>
          <a:chExt cx="0" cy="0"/>
        </a:xfrm>
      </p:grpSpPr>
      <p:sp>
        <p:nvSpPr>
          <p:cNvPr id="9" name="Text Placeholder 5">
            <a:extLst>
              <a:ext uri="{FF2B5EF4-FFF2-40B4-BE49-F238E27FC236}">
                <a16:creationId xmlns:a16="http://schemas.microsoft.com/office/drawing/2014/main" id="{C58D6672-2A27-463D-1497-123F3CE24F7D}"/>
              </a:ext>
            </a:extLst>
          </p:cNvPr>
          <p:cNvSpPr>
            <a:spLocks noGrp="1"/>
          </p:cNvSpPr>
          <p:nvPr>
            <p:ph type="body" sz="quarter" idx="22"/>
          </p:nvPr>
        </p:nvSpPr>
        <p:spPr>
          <a:xfrm>
            <a:off x="550200" y="1634286"/>
            <a:ext cx="11090938" cy="307777"/>
          </a:xfrm>
        </p:spPr>
        <p:txBody>
          <a:bodyPr/>
          <a:lstStyle/>
          <a:p>
            <a:r>
              <a:rPr lang="en-US" dirty="0"/>
              <a:t>Heading</a:t>
            </a:r>
          </a:p>
        </p:txBody>
      </p:sp>
      <p:sp>
        <p:nvSpPr>
          <p:cNvPr id="10" name="Title 27">
            <a:extLst>
              <a:ext uri="{FF2B5EF4-FFF2-40B4-BE49-F238E27FC236}">
                <a16:creationId xmlns:a16="http://schemas.microsoft.com/office/drawing/2014/main" id="{CD3CFF70-DC4D-AF88-3A5A-B3A32BF6268B}"/>
              </a:ext>
            </a:extLst>
          </p:cNvPr>
          <p:cNvSpPr>
            <a:spLocks noGrp="1"/>
          </p:cNvSpPr>
          <p:nvPr>
            <p:ph type="title"/>
          </p:nvPr>
        </p:nvSpPr>
        <p:spPr>
          <a:xfrm>
            <a:off x="551384" y="549274"/>
            <a:ext cx="11090938" cy="930372"/>
          </a:xfrm>
        </p:spPr>
        <p:txBody>
          <a:bodyPr/>
          <a:lstStyle/>
          <a:p>
            <a:r>
              <a:rPr lang="en-US" dirty="0"/>
              <a:t>Chart design example</a:t>
            </a:r>
            <a:br>
              <a:rPr lang="en-US" dirty="0"/>
            </a:br>
            <a:r>
              <a:rPr lang="en-US" dirty="0"/>
              <a:t>Stacked bars 1</a:t>
            </a:r>
          </a:p>
        </p:txBody>
      </p:sp>
      <p:sp>
        <p:nvSpPr>
          <p:cNvPr id="13" name="Content Placeholder 12">
            <a:extLst>
              <a:ext uri="{FF2B5EF4-FFF2-40B4-BE49-F238E27FC236}">
                <a16:creationId xmlns:a16="http://schemas.microsoft.com/office/drawing/2014/main" id="{5C865B30-EDBD-A41B-624F-7004CFC69235}"/>
              </a:ext>
            </a:extLst>
          </p:cNvPr>
          <p:cNvSpPr>
            <a:spLocks noGrp="1"/>
          </p:cNvSpPr>
          <p:nvPr>
            <p:ph sz="quarter" idx="31"/>
          </p:nvPr>
        </p:nvSpPr>
        <p:spPr>
          <a:xfrm>
            <a:off x="551384" y="2132856"/>
            <a:ext cx="4608512" cy="4175870"/>
          </a:xfrm>
        </p:spPr>
        <p:txBody>
          <a:bodyPr/>
          <a:lstStyle/>
          <a:p>
            <a:pPr defTabSz="886968">
              <a:spcBef>
                <a:spcPts val="582"/>
              </a:spcBef>
              <a:defRPr/>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pPr defTabSz="886968">
              <a:spcBef>
                <a:spcPts val="582"/>
              </a:spcBef>
              <a:defRPr/>
            </a:pPr>
            <a:r>
              <a:rPr lang="en-US" sz="3200" dirty="0"/>
              <a:t>XX%</a:t>
            </a:r>
            <a:endParaRPr lang="en-US" sz="1600" dirty="0"/>
          </a:p>
          <a:p>
            <a:pPr defTabSz="886968">
              <a:spcBef>
                <a:spcPts val="582"/>
              </a:spcBef>
              <a:defRPr/>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a:t>
            </a:r>
          </a:p>
          <a:p>
            <a:pPr>
              <a:defRPr/>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pPr>
              <a:defRPr/>
            </a:pPr>
            <a:endParaRPr lang="en-US" dirty="0"/>
          </a:p>
          <a:p>
            <a:pPr>
              <a:defRPr/>
            </a:pPr>
            <a:endParaRPr lang="en-US" sz="1600" dirty="0">
              <a:solidFill>
                <a:schemeClr val="bg1"/>
              </a:solidFill>
            </a:endParaRPr>
          </a:p>
          <a:p>
            <a:endParaRPr lang="en-US" dirty="0"/>
          </a:p>
          <a:p>
            <a:endParaRPr lang="en-US" dirty="0"/>
          </a:p>
          <a:p>
            <a:endParaRPr lang="en-US" dirty="0"/>
          </a:p>
        </p:txBody>
      </p:sp>
      <p:graphicFrame>
        <p:nvGraphicFramePr>
          <p:cNvPr id="29" name="Chart Placeholder 12" descr="Chart">
            <a:extLst>
              <a:ext uri="{FF2B5EF4-FFF2-40B4-BE49-F238E27FC236}">
                <a16:creationId xmlns:a16="http://schemas.microsoft.com/office/drawing/2014/main" id="{55A18470-B38A-6765-F96A-920598569E48}"/>
              </a:ext>
            </a:extLst>
          </p:cNvPr>
          <p:cNvGraphicFramePr>
            <a:graphicFrameLocks/>
          </p:cNvGraphicFramePr>
          <p:nvPr>
            <p:extLst>
              <p:ext uri="{D42A27DB-BD31-4B8C-83A1-F6EECF244321}">
                <p14:modId xmlns:p14="http://schemas.microsoft.com/office/powerpoint/2010/main" val="3356044686"/>
              </p:ext>
            </p:extLst>
          </p:nvPr>
        </p:nvGraphicFramePr>
        <p:xfrm>
          <a:off x="6096000" y="1493474"/>
          <a:ext cx="5688013" cy="4766090"/>
        </p:xfrm>
        <a:graphic>
          <a:graphicData uri="http://schemas.openxmlformats.org/drawingml/2006/chart">
            <c:chart xmlns:c="http://schemas.openxmlformats.org/drawingml/2006/chart" xmlns:r="http://schemas.openxmlformats.org/officeDocument/2006/relationships" r:id="rId4"/>
          </a:graphicData>
        </a:graphic>
      </p:graphicFrame>
      <p:sp>
        <p:nvSpPr>
          <p:cNvPr id="20" name="Date Placeholder 19">
            <a:extLst>
              <a:ext uri="{FF2B5EF4-FFF2-40B4-BE49-F238E27FC236}">
                <a16:creationId xmlns:a16="http://schemas.microsoft.com/office/drawing/2014/main" id="{C0688711-22AB-2CAF-26B6-E3892DF332F8}"/>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1" name="Footer Placeholder 20">
            <a:extLst>
              <a:ext uri="{FF2B5EF4-FFF2-40B4-BE49-F238E27FC236}">
                <a16:creationId xmlns:a16="http://schemas.microsoft.com/office/drawing/2014/main" id="{E1443B78-02D0-5D3D-EF2A-8BF0DC84C63B}"/>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22" name="Slide Number Placeholder 21">
            <a:extLst>
              <a:ext uri="{FF2B5EF4-FFF2-40B4-BE49-F238E27FC236}">
                <a16:creationId xmlns:a16="http://schemas.microsoft.com/office/drawing/2014/main" id="{6BEDF42D-E37C-504F-ED73-624171663161}"/>
              </a:ext>
            </a:extLst>
          </p:cNvPr>
          <p:cNvSpPr>
            <a:spLocks noGrp="1"/>
          </p:cNvSpPr>
          <p:nvPr>
            <p:ph type="sldNum" sz="quarter" idx="30"/>
          </p:nvPr>
        </p:nvSpPr>
        <p:spPr/>
        <p:txBody>
          <a:bodyPr/>
          <a:lstStyle/>
          <a:p>
            <a:pPr algn="r"/>
            <a:fld id="{5D9A5160-6218-4E5A-B9E6-B93E3DAE377C}" type="slidenum">
              <a:rPr lang="en-US" smtClean="0"/>
              <a:pPr algn="r"/>
              <a:t>36</a:t>
            </a:fld>
            <a:endParaRPr lang="en-US" dirty="0"/>
          </a:p>
        </p:txBody>
      </p:sp>
    </p:spTree>
    <p:custDataLst>
      <p:tags r:id="rId1"/>
    </p:custDataLst>
    <p:extLst>
      <p:ext uri="{BB962C8B-B14F-4D97-AF65-F5344CB8AC3E}">
        <p14:creationId xmlns:p14="http://schemas.microsoft.com/office/powerpoint/2010/main" val="149817807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016438-8FF3-31C4-821C-817B2D90D6DD}"/>
            </a:ext>
          </a:extLst>
        </p:cNvPr>
        <p:cNvGrpSpPr/>
        <p:nvPr/>
      </p:nvGrpSpPr>
      <p:grpSpPr>
        <a:xfrm>
          <a:off x="0" y="0"/>
          <a:ext cx="0" cy="0"/>
          <a:chOff x="0" y="0"/>
          <a:chExt cx="0" cy="0"/>
        </a:xfrm>
      </p:grpSpPr>
      <p:pic>
        <p:nvPicPr>
          <p:cNvPr id="15" name="Picture 14" descr="A close-up of a blue wall">
            <a:extLst>
              <a:ext uri="{FF2B5EF4-FFF2-40B4-BE49-F238E27FC236}">
                <a16:creationId xmlns:a16="http://schemas.microsoft.com/office/drawing/2014/main" id="{0604AA59-36BA-3756-1006-F718886DEB1A}"/>
              </a:ext>
            </a:extLst>
          </p:cNvPr>
          <p:cNvPicPr>
            <a:picLocks noChangeAspect="1"/>
          </p:cNvPicPr>
          <p:nvPr/>
        </p:nvPicPr>
        <p:blipFill>
          <a:blip r:embed="rId3" cstate="screen">
            <a:extLst>
              <a:ext uri="{28A0092B-C50C-407E-A947-70E740481C1C}">
                <a14:useLocalDpi xmlns:a14="http://schemas.microsoft.com/office/drawing/2010/main"/>
              </a:ext>
            </a:extLst>
          </a:blip>
          <a:srcRect t="1630" b="1"/>
          <a:stretch>
            <a:fillRect/>
          </a:stretch>
        </p:blipFill>
        <p:spPr>
          <a:xfrm>
            <a:off x="6096001" y="3923993"/>
            <a:ext cx="2733696" cy="2934799"/>
          </a:xfrm>
          <a:prstGeom prst="rect">
            <a:avLst/>
          </a:prstGeom>
        </p:spPr>
      </p:pic>
      <p:sp>
        <p:nvSpPr>
          <p:cNvPr id="17" name="Rectangle 16">
            <a:extLst>
              <a:ext uri="{FF2B5EF4-FFF2-40B4-BE49-F238E27FC236}">
                <a16:creationId xmlns:a16="http://schemas.microsoft.com/office/drawing/2014/main" id="{9C91EBAB-9FDC-A650-D972-833EA18BDF7D}"/>
              </a:ext>
            </a:extLst>
          </p:cNvPr>
          <p:cNvSpPr/>
          <p:nvPr/>
        </p:nvSpPr>
        <p:spPr>
          <a:xfrm>
            <a:off x="3360818" y="3929855"/>
            <a:ext cx="2735182" cy="2928146"/>
          </a:xfrm>
          <a:prstGeom prst="rect">
            <a:avLst/>
          </a:prstGeom>
          <a:solidFill>
            <a:schemeClr val="accent2"/>
          </a:solidFill>
          <a:ln w="9525" cap="flat" cmpd="sng" algn="ctr">
            <a:noFill/>
            <a:prstDash val="solid"/>
            <a:miter lim="800000"/>
          </a:ln>
          <a:effectLst/>
        </p:spPr>
        <p:txBody>
          <a:bodyPr rot="0" spcFirstLastPara="0" vertOverflow="overflow" horzOverflow="overflow" vert="horz" wrap="square" lIns="396000" tIns="324000" rIns="91440" bIns="45720" numCol="1" spcCol="0" rtlCol="0" fromWordArt="0" anchor="t" anchorCtr="0" forceAA="0" compatLnSpc="1">
            <a:prstTxWarp prst="textNoShape">
              <a:avLst/>
            </a:prstTxWarp>
            <a:noAutofit/>
          </a:bodyPr>
          <a:lstStyle/>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srgbClr val="010101"/>
                </a:solidFill>
                <a:effectLst/>
                <a:uLnTx/>
                <a:uFillTx/>
                <a:latin typeface="Ubuntu"/>
                <a:ea typeface="+mn-ea"/>
                <a:cs typeface="+mn-cs"/>
              </a:rPr>
              <a:t>Description</a:t>
            </a:r>
            <a:endParaRPr kumimoji="0" lang="en-US" sz="1200" b="0" i="0" u="none" strike="noStrike" kern="1200" cap="none" spc="0" normalizeH="0" baseline="0" noProof="0" dirty="0">
              <a:ln>
                <a:noFill/>
              </a:ln>
              <a:solidFill>
                <a:srgbClr val="010101"/>
              </a:solidFill>
              <a:effectLst/>
              <a:uLnTx/>
              <a:uFillTx/>
              <a:latin typeface="Ubuntu"/>
              <a:ea typeface="+mn-ea"/>
              <a:cs typeface="+mn-cs"/>
            </a:endParaRPr>
          </a:p>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srgbClr val="010101"/>
                </a:solidFill>
                <a:effectLst/>
                <a:uLnTx/>
                <a:uFillTx/>
                <a:latin typeface="Ubuntu"/>
                <a:ea typeface="+mn-ea"/>
                <a:cs typeface="+mn-cs"/>
              </a:rPr>
              <a:t>This is a placeholder text. </a:t>
            </a:r>
            <a:br>
              <a:rPr kumimoji="0" lang="en-US" sz="1400" b="0" i="0" u="none" strike="noStrike" kern="1200" cap="none" spc="0" normalizeH="0" baseline="0" noProof="0" dirty="0">
                <a:ln>
                  <a:noFill/>
                </a:ln>
                <a:solidFill>
                  <a:srgbClr val="010101"/>
                </a:solidFill>
                <a:effectLst/>
                <a:uLnTx/>
                <a:uFillTx/>
                <a:latin typeface="Ubuntu"/>
                <a:ea typeface="+mn-ea"/>
                <a:cs typeface="+mn-cs"/>
              </a:rPr>
            </a:br>
            <a:r>
              <a:rPr kumimoji="0" lang="en-US" sz="1400" b="0" i="0" u="none" strike="noStrike" kern="1200" cap="none" spc="0" normalizeH="0" baseline="0" noProof="0" dirty="0">
                <a:ln>
                  <a:noFill/>
                </a:ln>
                <a:solidFill>
                  <a:srgbClr val="010101"/>
                </a:solidFill>
                <a:effectLst/>
                <a:uLnTx/>
                <a:uFillTx/>
                <a:latin typeface="Ubuntu"/>
                <a:ea typeface="+mn-ea"/>
                <a:cs typeface="+mn-cs"/>
              </a:rPr>
              <a:t>This can be replaced </a:t>
            </a:r>
            <a:br>
              <a:rPr kumimoji="0" lang="en-US" sz="1400" b="0" i="0" u="none" strike="noStrike" kern="1200" cap="none" spc="0" normalizeH="0" baseline="0" noProof="0" dirty="0">
                <a:ln>
                  <a:noFill/>
                </a:ln>
                <a:solidFill>
                  <a:srgbClr val="010101"/>
                </a:solidFill>
                <a:effectLst/>
                <a:uLnTx/>
                <a:uFillTx/>
                <a:latin typeface="Ubuntu"/>
                <a:ea typeface="+mn-ea"/>
                <a:cs typeface="+mn-cs"/>
              </a:rPr>
            </a:br>
            <a:r>
              <a:rPr kumimoji="0" lang="en-US" sz="1400" b="0" i="0" u="none" strike="noStrike" kern="1200" cap="none" spc="0" normalizeH="0" baseline="0" noProof="0" dirty="0">
                <a:ln>
                  <a:noFill/>
                </a:ln>
                <a:solidFill>
                  <a:srgbClr val="010101"/>
                </a:solidFill>
                <a:effectLst/>
                <a:uLnTx/>
                <a:uFillTx/>
                <a:latin typeface="Ubuntu"/>
                <a:ea typeface="+mn-ea"/>
                <a:cs typeface="+mn-cs"/>
              </a:rPr>
              <a:t>with your own text.</a:t>
            </a:r>
          </a:p>
          <a:p>
            <a:pPr marL="0" marR="0" lvl="0" indent="0" algn="l" defTabSz="801688" rtl="0" eaLnBrk="1" fontAlgn="auto" latinLnBrk="0" hangingPunct="1">
              <a:lnSpc>
                <a:spcPct val="100000"/>
              </a:lnSpc>
              <a:spcBef>
                <a:spcPts val="600"/>
              </a:spcBef>
              <a:spcAft>
                <a:spcPts val="0"/>
              </a:spcAft>
              <a:buClrTx/>
              <a:buSzTx/>
              <a:buFontTx/>
              <a:buNone/>
              <a:tabLst/>
              <a:defRPr/>
            </a:pPr>
            <a:endParaRPr kumimoji="0" lang="en-US" sz="1400" b="0" i="0" u="none" strike="noStrike" kern="1200" cap="none" spc="0" normalizeH="0" baseline="0" noProof="0" dirty="0">
              <a:ln>
                <a:noFill/>
              </a:ln>
              <a:solidFill>
                <a:srgbClr val="010101"/>
              </a:solidFill>
              <a:effectLst/>
              <a:uLnTx/>
              <a:uFillTx/>
              <a:latin typeface="Ubuntu"/>
              <a:ea typeface="+mn-ea"/>
              <a:cs typeface="+mn-cs"/>
            </a:endParaRPr>
          </a:p>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srgbClr val="010101"/>
                </a:solidFill>
                <a:effectLst/>
                <a:uLnTx/>
                <a:uFillTx/>
                <a:latin typeface="Ubuntu"/>
                <a:ea typeface="+mn-ea"/>
                <a:cs typeface="+mn-cs"/>
              </a:rPr>
              <a:t>Read more </a:t>
            </a:r>
          </a:p>
        </p:txBody>
      </p:sp>
      <p:pic>
        <p:nvPicPr>
          <p:cNvPr id="21" name="Picture 20" descr="A close-up of a blue and green liquid">
            <a:extLst>
              <a:ext uri="{FF2B5EF4-FFF2-40B4-BE49-F238E27FC236}">
                <a16:creationId xmlns:a16="http://schemas.microsoft.com/office/drawing/2014/main" id="{CF44E927-5D33-AF8D-CF23-91E795130B0D}"/>
              </a:ext>
            </a:extLst>
          </p:cNvPr>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0" y="3933824"/>
            <a:ext cx="3180817" cy="2924968"/>
          </a:xfrm>
          <a:prstGeom prst="rect">
            <a:avLst/>
          </a:prstGeom>
        </p:spPr>
      </p:pic>
      <p:sp>
        <p:nvSpPr>
          <p:cNvPr id="7" name="Rectangle 6">
            <a:extLst>
              <a:ext uri="{FF2B5EF4-FFF2-40B4-BE49-F238E27FC236}">
                <a16:creationId xmlns:a16="http://schemas.microsoft.com/office/drawing/2014/main" id="{37593279-D7DE-BE75-86B5-5AD3B7ED2884}"/>
              </a:ext>
            </a:extLst>
          </p:cNvPr>
          <p:cNvSpPr/>
          <p:nvPr/>
        </p:nvSpPr>
        <p:spPr>
          <a:xfrm>
            <a:off x="8828208" y="3929855"/>
            <a:ext cx="3361613" cy="2928146"/>
          </a:xfrm>
          <a:prstGeom prst="rect">
            <a:avLst/>
          </a:prstGeom>
          <a:solidFill>
            <a:schemeClr val="accent3"/>
          </a:solidFill>
          <a:ln w="9525" cap="flat" cmpd="sng" algn="ctr">
            <a:noFill/>
            <a:prstDash val="solid"/>
            <a:miter lim="800000"/>
          </a:ln>
          <a:effectLst/>
        </p:spPr>
        <p:txBody>
          <a:bodyPr rot="0" spcFirstLastPara="0" vertOverflow="overflow" horzOverflow="overflow" vert="horz" wrap="square" lIns="396000" tIns="324000" rIns="91440" bIns="45720" numCol="1" spcCol="0" rtlCol="0" fromWordArt="0" anchor="t" anchorCtr="0" forceAA="0" compatLnSpc="1">
            <a:prstTxWarp prst="textNoShape">
              <a:avLst/>
            </a:prstTxWarp>
            <a:noAutofit/>
          </a:bodyPr>
          <a:lstStyle/>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latin typeface="Ubuntu"/>
                <a:ea typeface="+mn-ea"/>
                <a:cs typeface="+mn-cs"/>
              </a:rPr>
              <a:t>Description</a:t>
            </a:r>
            <a:endParaRPr kumimoji="0" lang="en-US" sz="1200" b="0" i="0" u="none" strike="noStrike" kern="1200" cap="none" spc="0" normalizeH="0" baseline="0" noProof="0" dirty="0">
              <a:ln>
                <a:noFill/>
              </a:ln>
              <a:solidFill>
                <a:srgbClr val="FFFFFF"/>
              </a:solidFill>
              <a:effectLst/>
              <a:uLnTx/>
              <a:uFillTx/>
              <a:latin typeface="Ubuntu"/>
              <a:ea typeface="+mn-ea"/>
              <a:cs typeface="+mn-cs"/>
            </a:endParaRPr>
          </a:p>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This is a placeholder text. </a:t>
            </a:r>
            <a:br>
              <a:rPr kumimoji="0" lang="en-US" sz="1400" b="0" i="0" u="none" strike="noStrike" kern="1200" cap="none" spc="0" normalizeH="0" baseline="0" noProof="0" dirty="0">
                <a:ln>
                  <a:noFill/>
                </a:ln>
                <a:solidFill>
                  <a:srgbClr val="FFFFFF"/>
                </a:solidFill>
                <a:effectLst/>
                <a:uLnTx/>
                <a:uFillTx/>
                <a:latin typeface="Ubuntu"/>
                <a:ea typeface="+mn-ea"/>
                <a:cs typeface="+mn-cs"/>
              </a:rPr>
            </a:br>
            <a:r>
              <a:rPr kumimoji="0" lang="en-US" sz="1400" b="0" i="0" u="none" strike="noStrike" kern="1200" cap="none" spc="0" normalizeH="0" baseline="0" noProof="0" dirty="0">
                <a:ln>
                  <a:noFill/>
                </a:ln>
                <a:solidFill>
                  <a:srgbClr val="FFFFFF"/>
                </a:solidFill>
                <a:effectLst/>
                <a:uLnTx/>
                <a:uFillTx/>
                <a:latin typeface="Ubuntu"/>
                <a:ea typeface="+mn-ea"/>
                <a:cs typeface="+mn-cs"/>
              </a:rPr>
              <a:t>This can be replaced </a:t>
            </a:r>
            <a:br>
              <a:rPr kumimoji="0" lang="en-US" sz="1400" b="0" i="0" u="none" strike="noStrike" kern="1200" cap="none" spc="0" normalizeH="0" baseline="0" noProof="0" dirty="0">
                <a:ln>
                  <a:noFill/>
                </a:ln>
                <a:solidFill>
                  <a:srgbClr val="FFFFFF"/>
                </a:solidFill>
                <a:effectLst/>
                <a:uLnTx/>
                <a:uFillTx/>
                <a:latin typeface="Ubuntu"/>
                <a:ea typeface="+mn-ea"/>
                <a:cs typeface="+mn-cs"/>
              </a:rPr>
            </a:br>
            <a:r>
              <a:rPr kumimoji="0" lang="en-US" sz="1400" b="0" i="0" u="none" strike="noStrike" kern="1200" cap="none" spc="0" normalizeH="0" baseline="0" noProof="0" dirty="0">
                <a:ln>
                  <a:noFill/>
                </a:ln>
                <a:solidFill>
                  <a:srgbClr val="FFFFFF"/>
                </a:solidFill>
                <a:effectLst/>
                <a:uLnTx/>
                <a:uFillTx/>
                <a:latin typeface="Ubuntu"/>
                <a:ea typeface="+mn-ea"/>
                <a:cs typeface="+mn-cs"/>
              </a:rPr>
              <a:t>with your own text. </a:t>
            </a:r>
          </a:p>
          <a:p>
            <a:pPr marL="0" marR="0" lvl="0" indent="0" algn="l" defTabSz="801688" rtl="0" eaLnBrk="1" fontAlgn="auto" latinLnBrk="0" hangingPunct="1">
              <a:lnSpc>
                <a:spcPct val="100000"/>
              </a:lnSpc>
              <a:spcBef>
                <a:spcPts val="60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Ubuntu"/>
              <a:ea typeface="+mn-ea"/>
              <a:cs typeface="+mn-cs"/>
            </a:endParaRPr>
          </a:p>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Read more </a:t>
            </a:r>
          </a:p>
        </p:txBody>
      </p:sp>
      <p:pic>
        <p:nvPicPr>
          <p:cNvPr id="22" name="Picture 21" descr="A close up of a feather">
            <a:extLst>
              <a:ext uri="{FF2B5EF4-FFF2-40B4-BE49-F238E27FC236}">
                <a16:creationId xmlns:a16="http://schemas.microsoft.com/office/drawing/2014/main" id="{6AE22525-01E7-706A-61AF-1C2991382561}"/>
              </a:ext>
            </a:extLst>
          </p:cNvPr>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3360819" y="0"/>
            <a:ext cx="8831181" cy="3929854"/>
          </a:xfrm>
          <a:prstGeom prst="rect">
            <a:avLst/>
          </a:prstGeom>
        </p:spPr>
      </p:pic>
      <p:sp>
        <p:nvSpPr>
          <p:cNvPr id="6" name="Title 5">
            <a:extLst>
              <a:ext uri="{FF2B5EF4-FFF2-40B4-BE49-F238E27FC236}">
                <a16:creationId xmlns:a16="http://schemas.microsoft.com/office/drawing/2014/main" id="{8F1D3A6C-74CF-08F2-07BA-E5370A341C9D}"/>
              </a:ext>
            </a:extLst>
          </p:cNvPr>
          <p:cNvSpPr>
            <a:spLocks noGrp="1"/>
          </p:cNvSpPr>
          <p:nvPr>
            <p:ph type="title"/>
          </p:nvPr>
        </p:nvSpPr>
        <p:spPr/>
        <p:txBody>
          <a:bodyPr/>
          <a:lstStyle/>
          <a:p>
            <a:r>
              <a:rPr lang="en-US" dirty="0"/>
              <a:t>Title</a:t>
            </a:r>
            <a:br>
              <a:rPr lang="en-US" dirty="0"/>
            </a:br>
            <a:r>
              <a:rPr lang="en-US" dirty="0"/>
              <a:t>placeholder</a:t>
            </a:r>
          </a:p>
        </p:txBody>
      </p:sp>
      <p:grpSp>
        <p:nvGrpSpPr>
          <p:cNvPr id="36" name="Group 37" descr="Capgemini spade">
            <a:extLst>
              <a:ext uri="{FF2B5EF4-FFF2-40B4-BE49-F238E27FC236}">
                <a16:creationId xmlns:a16="http://schemas.microsoft.com/office/drawing/2014/main" id="{A678D1E9-73A6-176A-6143-1731E4FFD3D1}"/>
              </a:ext>
            </a:extLst>
          </p:cNvPr>
          <p:cNvGrpSpPr/>
          <p:nvPr/>
        </p:nvGrpSpPr>
        <p:grpSpPr>
          <a:xfrm>
            <a:off x="11784013" y="189369"/>
            <a:ext cx="232847" cy="215444"/>
            <a:chOff x="5481638" y="2859088"/>
            <a:chExt cx="1231900" cy="1139825"/>
          </a:xfrm>
          <a:solidFill>
            <a:schemeClr val="bg2"/>
          </a:solidFill>
        </p:grpSpPr>
        <p:sp>
          <p:nvSpPr>
            <p:cNvPr id="37" name="Freeform 320">
              <a:extLst>
                <a:ext uri="{FF2B5EF4-FFF2-40B4-BE49-F238E27FC236}">
                  <a16:creationId xmlns:a16="http://schemas.microsoft.com/office/drawing/2014/main" id="{ECFBEF95-7CFC-AD5A-42E8-50100A09E578}"/>
                </a:ext>
              </a:extLst>
            </p:cNvPr>
            <p:cNvSpPr>
              <a:spLocks/>
            </p:cNvSpPr>
            <p:nvPr/>
          </p:nvSpPr>
          <p:spPr bwMode="auto">
            <a:xfrm>
              <a:off x="5481638" y="2859088"/>
              <a:ext cx="1203325" cy="1041400"/>
            </a:xfrm>
            <a:custGeom>
              <a:avLst/>
              <a:gdLst>
                <a:gd name="T0" fmla="*/ 229 w 281"/>
                <a:gd name="T1" fmla="*/ 105 h 243"/>
                <a:gd name="T2" fmla="*/ 186 w 281"/>
                <a:gd name="T3" fmla="*/ 141 h 243"/>
                <a:gd name="T4" fmla="*/ 154 w 281"/>
                <a:gd name="T5" fmla="*/ 194 h 243"/>
                <a:gd name="T6" fmla="*/ 112 w 281"/>
                <a:gd name="T7" fmla="*/ 233 h 243"/>
                <a:gd name="T8" fmla="*/ 53 w 281"/>
                <a:gd name="T9" fmla="*/ 236 h 243"/>
                <a:gd name="T10" fmla="*/ 0 w 281"/>
                <a:gd name="T11" fmla="*/ 159 h 243"/>
                <a:gd name="T12" fmla="*/ 153 w 281"/>
                <a:gd name="T13" fmla="*/ 0 h 243"/>
                <a:gd name="T14" fmla="*/ 153 w 281"/>
                <a:gd name="T15" fmla="*/ 0 h 243"/>
                <a:gd name="T16" fmla="*/ 160 w 281"/>
                <a:gd name="T17" fmla="*/ 3 h 243"/>
                <a:gd name="T18" fmla="*/ 237 w 281"/>
                <a:gd name="T19" fmla="*/ 51 h 243"/>
                <a:gd name="T20" fmla="*/ 281 w 281"/>
                <a:gd name="T21" fmla="*/ 118 h 243"/>
                <a:gd name="T22" fmla="*/ 229 w 281"/>
                <a:gd name="T23" fmla="*/ 10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243">
                  <a:moveTo>
                    <a:pt x="229" y="105"/>
                  </a:moveTo>
                  <a:cubicBezTo>
                    <a:pt x="210" y="109"/>
                    <a:pt x="196" y="125"/>
                    <a:pt x="186" y="141"/>
                  </a:cubicBezTo>
                  <a:cubicBezTo>
                    <a:pt x="175" y="159"/>
                    <a:pt x="166" y="177"/>
                    <a:pt x="154" y="194"/>
                  </a:cubicBezTo>
                  <a:cubicBezTo>
                    <a:pt x="143" y="211"/>
                    <a:pt x="130" y="225"/>
                    <a:pt x="112" y="233"/>
                  </a:cubicBezTo>
                  <a:cubicBezTo>
                    <a:pt x="93" y="242"/>
                    <a:pt x="72" y="243"/>
                    <a:pt x="53" y="236"/>
                  </a:cubicBezTo>
                  <a:cubicBezTo>
                    <a:pt x="21" y="224"/>
                    <a:pt x="0" y="192"/>
                    <a:pt x="0" y="159"/>
                  </a:cubicBezTo>
                  <a:cubicBezTo>
                    <a:pt x="0" y="72"/>
                    <a:pt x="119" y="42"/>
                    <a:pt x="153" y="0"/>
                  </a:cubicBezTo>
                  <a:cubicBezTo>
                    <a:pt x="153" y="0"/>
                    <a:pt x="153" y="0"/>
                    <a:pt x="153" y="0"/>
                  </a:cubicBezTo>
                  <a:cubicBezTo>
                    <a:pt x="155" y="1"/>
                    <a:pt x="158" y="2"/>
                    <a:pt x="160" y="3"/>
                  </a:cubicBezTo>
                  <a:cubicBezTo>
                    <a:pt x="188" y="15"/>
                    <a:pt x="214" y="30"/>
                    <a:pt x="237" y="51"/>
                  </a:cubicBezTo>
                  <a:cubicBezTo>
                    <a:pt x="258" y="70"/>
                    <a:pt x="273" y="92"/>
                    <a:pt x="281" y="118"/>
                  </a:cubicBezTo>
                  <a:cubicBezTo>
                    <a:pt x="268" y="105"/>
                    <a:pt x="247" y="100"/>
                    <a:pt x="229" y="105"/>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57AB"/>
                </a:solidFill>
                <a:effectLst/>
                <a:uLnTx/>
                <a:uFillTx/>
                <a:latin typeface="Ubuntu"/>
                <a:ea typeface="+mn-ea"/>
                <a:cs typeface="+mn-cs"/>
              </a:endParaRPr>
            </a:p>
          </p:txBody>
        </p:sp>
        <p:sp>
          <p:nvSpPr>
            <p:cNvPr id="38" name="Freeform 321">
              <a:extLst>
                <a:ext uri="{FF2B5EF4-FFF2-40B4-BE49-F238E27FC236}">
                  <a16:creationId xmlns:a16="http://schemas.microsoft.com/office/drawing/2014/main" id="{CCAB3BD0-FDEF-10B8-F87D-CB9D6835D1EA}"/>
                </a:ext>
              </a:extLst>
            </p:cNvPr>
            <p:cNvSpPr>
              <a:spLocks/>
            </p:cNvSpPr>
            <p:nvPr/>
          </p:nvSpPr>
          <p:spPr bwMode="auto">
            <a:xfrm>
              <a:off x="5910263" y="3343275"/>
              <a:ext cx="803275" cy="655638"/>
            </a:xfrm>
            <a:custGeom>
              <a:avLst/>
              <a:gdLst>
                <a:gd name="T0" fmla="*/ 183 w 188"/>
                <a:gd name="T1" fmla="*/ 61 h 153"/>
                <a:gd name="T2" fmla="*/ 140 w 188"/>
                <a:gd name="T3" fmla="*/ 103 h 153"/>
                <a:gd name="T4" fmla="*/ 79 w 188"/>
                <a:gd name="T5" fmla="*/ 84 h 153"/>
                <a:gd name="T6" fmla="*/ 123 w 188"/>
                <a:gd name="T7" fmla="*/ 124 h 153"/>
                <a:gd name="T8" fmla="*/ 65 w 188"/>
                <a:gd name="T9" fmla="*/ 149 h 153"/>
                <a:gd name="T10" fmla="*/ 31 w 188"/>
                <a:gd name="T11" fmla="*/ 152 h 153"/>
                <a:gd name="T12" fmla="*/ 0 w 188"/>
                <a:gd name="T13" fmla="*/ 144 h 153"/>
                <a:gd name="T14" fmla="*/ 48 w 188"/>
                <a:gd name="T15" fmla="*/ 114 h 153"/>
                <a:gd name="T16" fmla="*/ 77 w 188"/>
                <a:gd name="T17" fmla="*/ 72 h 153"/>
                <a:gd name="T18" fmla="*/ 103 w 188"/>
                <a:gd name="T19" fmla="*/ 25 h 153"/>
                <a:gd name="T20" fmla="*/ 140 w 188"/>
                <a:gd name="T21" fmla="*/ 1 h 153"/>
                <a:gd name="T22" fmla="*/ 182 w 188"/>
                <a:gd name="T23" fmla="*/ 22 h 153"/>
                <a:gd name="T24" fmla="*/ 183 w 188"/>
                <a:gd name="T25" fmla="*/ 6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53">
                  <a:moveTo>
                    <a:pt x="183" y="61"/>
                  </a:moveTo>
                  <a:cubicBezTo>
                    <a:pt x="177" y="81"/>
                    <a:pt x="160" y="97"/>
                    <a:pt x="140" y="103"/>
                  </a:cubicBezTo>
                  <a:cubicBezTo>
                    <a:pt x="117" y="109"/>
                    <a:pt x="94" y="102"/>
                    <a:pt x="79" y="84"/>
                  </a:cubicBezTo>
                  <a:cubicBezTo>
                    <a:pt x="80" y="108"/>
                    <a:pt x="99" y="124"/>
                    <a:pt x="123" y="124"/>
                  </a:cubicBezTo>
                  <a:cubicBezTo>
                    <a:pt x="108" y="139"/>
                    <a:pt x="86" y="146"/>
                    <a:pt x="65" y="149"/>
                  </a:cubicBezTo>
                  <a:cubicBezTo>
                    <a:pt x="54" y="151"/>
                    <a:pt x="42" y="153"/>
                    <a:pt x="31" y="152"/>
                  </a:cubicBezTo>
                  <a:cubicBezTo>
                    <a:pt x="21" y="152"/>
                    <a:pt x="9" y="150"/>
                    <a:pt x="0" y="144"/>
                  </a:cubicBezTo>
                  <a:cubicBezTo>
                    <a:pt x="19" y="139"/>
                    <a:pt x="35" y="128"/>
                    <a:pt x="48" y="114"/>
                  </a:cubicBezTo>
                  <a:cubicBezTo>
                    <a:pt x="60" y="101"/>
                    <a:pt x="69" y="87"/>
                    <a:pt x="77" y="72"/>
                  </a:cubicBezTo>
                  <a:cubicBezTo>
                    <a:pt x="85" y="56"/>
                    <a:pt x="92" y="39"/>
                    <a:pt x="103" y="25"/>
                  </a:cubicBezTo>
                  <a:cubicBezTo>
                    <a:pt x="112" y="12"/>
                    <a:pt x="124" y="2"/>
                    <a:pt x="140" y="1"/>
                  </a:cubicBezTo>
                  <a:cubicBezTo>
                    <a:pt x="157" y="0"/>
                    <a:pt x="174" y="7"/>
                    <a:pt x="182" y="22"/>
                  </a:cubicBezTo>
                  <a:cubicBezTo>
                    <a:pt x="188" y="35"/>
                    <a:pt x="187" y="48"/>
                    <a:pt x="183" y="6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57AB"/>
                </a:solidFill>
                <a:effectLst/>
                <a:uLnTx/>
                <a:uFillTx/>
                <a:latin typeface="Ubuntu"/>
                <a:ea typeface="+mn-ea"/>
                <a:cs typeface="+mn-cs"/>
              </a:endParaRPr>
            </a:p>
          </p:txBody>
        </p:sp>
      </p:grpSp>
      <p:sp>
        <p:nvSpPr>
          <p:cNvPr id="16" name="Rectangle 15">
            <a:extLst>
              <a:ext uri="{FF2B5EF4-FFF2-40B4-BE49-F238E27FC236}">
                <a16:creationId xmlns:a16="http://schemas.microsoft.com/office/drawing/2014/main" id="{0629D6BB-06E7-5DBD-A055-6199C95D2694}"/>
              </a:ext>
            </a:extLst>
          </p:cNvPr>
          <p:cNvSpPr/>
          <p:nvPr/>
        </p:nvSpPr>
        <p:spPr>
          <a:xfrm>
            <a:off x="0" y="1410493"/>
            <a:ext cx="3180817" cy="2519361"/>
          </a:xfrm>
          <a:prstGeom prst="rect">
            <a:avLst/>
          </a:prstGeom>
          <a:solidFill>
            <a:schemeClr val="bg1"/>
          </a:solidFill>
          <a:ln w="9525" cap="flat" cmpd="sng" algn="ctr">
            <a:noFill/>
            <a:prstDash val="solid"/>
            <a:miter lim="800000"/>
          </a:ln>
          <a:effectLst/>
        </p:spPr>
        <p:txBody>
          <a:bodyPr rot="0" spcFirstLastPara="0" vertOverflow="overflow" horzOverflow="overflow" vert="horz" wrap="square" lIns="576000" tIns="324000" rIns="91440" bIns="45720" numCol="1" spcCol="0" rtlCol="0" fromWordArt="0" anchor="t" anchorCtr="0" forceAA="0" compatLnSpc="1">
            <a:prstTxWarp prst="textNoShape">
              <a:avLst/>
            </a:prstTxWarp>
            <a:noAutofit/>
          </a:bodyPr>
          <a:lstStyle/>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Ubuntu"/>
                <a:ea typeface="+mn-ea"/>
                <a:cs typeface="+mn-cs"/>
              </a:rPr>
              <a:t>Description</a:t>
            </a:r>
            <a:endParaRPr kumimoji="0" lang="en-US" sz="1200" b="0" i="0" u="none" strike="noStrike" kern="1200" cap="none" spc="0" normalizeH="0" baseline="0" noProof="0" dirty="0">
              <a:ln>
                <a:noFill/>
              </a:ln>
              <a:solidFill>
                <a:prstClr val="black"/>
              </a:solidFill>
              <a:effectLst/>
              <a:uLnTx/>
              <a:uFillTx/>
              <a:latin typeface="Ubuntu"/>
              <a:ea typeface="+mn-ea"/>
              <a:cs typeface="+mn-cs"/>
            </a:endParaRPr>
          </a:p>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This is a placeholder text. </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This can be replaced </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with your own text. </a:t>
            </a:r>
          </a:p>
        </p:txBody>
      </p:sp>
      <p:sp>
        <p:nvSpPr>
          <p:cNvPr id="4" name="TextBox 3">
            <a:extLst>
              <a:ext uri="{FF2B5EF4-FFF2-40B4-BE49-F238E27FC236}">
                <a16:creationId xmlns:a16="http://schemas.microsoft.com/office/drawing/2014/main" id="{3B1FBFD2-998D-8233-DB06-3C3C4E6F2BCD}"/>
              </a:ext>
            </a:extLst>
          </p:cNvPr>
          <p:cNvSpPr txBox="1"/>
          <p:nvPr/>
        </p:nvSpPr>
        <p:spPr>
          <a:xfrm>
            <a:off x="553077" y="3085185"/>
            <a:ext cx="1460154" cy="432792"/>
          </a:xfrm>
          <a:prstGeom prst="roundRect">
            <a:avLst>
              <a:gd name="adj" fmla="val 50000"/>
            </a:avLst>
          </a:prstGeom>
          <a:solidFill>
            <a:srgbClr val="00D5D0"/>
          </a:solidFill>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Call to action</a:t>
            </a: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 name="TextBox 13">
            <a:extLst>
              <a:ext uri="{FF2B5EF4-FFF2-40B4-BE49-F238E27FC236}">
                <a16:creationId xmlns:a16="http://schemas.microsoft.com/office/drawing/2014/main" id="{BA6F04BF-9295-EA6F-5A34-17D1D5CAA32F}"/>
              </a:ext>
            </a:extLst>
          </p:cNvPr>
          <p:cNvSpPr txBox="1"/>
          <p:nvPr/>
        </p:nvSpPr>
        <p:spPr>
          <a:xfrm>
            <a:off x="3701721" y="386209"/>
            <a:ext cx="3552519" cy="1877437"/>
          </a:xfrm>
          <a:prstGeom prst="rect">
            <a:avLst/>
          </a:prstGeom>
          <a:noFill/>
        </p:spPr>
        <p:txBody>
          <a:bodyPr wrap="square">
            <a:spAutoFit/>
          </a:bodyPr>
          <a:lstStyle/>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3200" b="0" i="0" u="none" strike="noStrike" kern="1200" cap="none" spc="0" normalizeH="0" baseline="0" noProof="0" dirty="0">
                <a:ln>
                  <a:noFill/>
                </a:ln>
                <a:solidFill>
                  <a:srgbClr val="FFFFFF"/>
                </a:solidFill>
                <a:effectLst/>
                <a:uLnTx/>
                <a:uFillTx/>
                <a:latin typeface="Ubuntu"/>
                <a:ea typeface="+mn-ea"/>
                <a:cs typeface="+mn-cs"/>
              </a:rPr>
              <a:t>Placeholder text</a:t>
            </a:r>
          </a:p>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This is a placeholder text. This can be replaced with your own text. A single paragraph introduction or a description of the content shown.</a:t>
            </a:r>
          </a:p>
          <a:p>
            <a:pPr marL="0" marR="0" lvl="0" indent="0" algn="l" defTabSz="801688" rtl="0" eaLnBrk="1" fontAlgn="auto" latinLnBrk="0" hangingPunct="1">
              <a:lnSpc>
                <a:spcPct val="100000"/>
              </a:lnSpc>
              <a:spcBef>
                <a:spcPts val="60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19" name="Rectangle 18">
            <a:extLst>
              <a:ext uri="{FF2B5EF4-FFF2-40B4-BE49-F238E27FC236}">
                <a16:creationId xmlns:a16="http://schemas.microsoft.com/office/drawing/2014/main" id="{4328DAE8-8280-EC5A-EEE7-A72319D32939}"/>
              </a:ext>
            </a:extLst>
          </p:cNvPr>
          <p:cNvSpPr/>
          <p:nvPr/>
        </p:nvSpPr>
        <p:spPr>
          <a:xfrm>
            <a:off x="6095206" y="3929855"/>
            <a:ext cx="2735976" cy="2928146"/>
          </a:xfrm>
          <a:prstGeom prst="rect">
            <a:avLst/>
          </a:prstGeom>
          <a:noFill/>
          <a:ln w="9525" cap="flat" cmpd="sng" algn="ctr">
            <a:noFill/>
            <a:prstDash val="solid"/>
            <a:miter lim="800000"/>
          </a:ln>
          <a:effectLst/>
        </p:spPr>
        <p:txBody>
          <a:bodyPr rot="0" spcFirstLastPara="0" vertOverflow="overflow" horzOverflow="overflow" vert="horz" wrap="square" lIns="396000" tIns="324000" rIns="91440" bIns="45720" numCol="1" spcCol="0" rtlCol="0" fromWordArt="0" anchor="t" anchorCtr="0" forceAA="0" compatLnSpc="1">
            <a:prstTxWarp prst="textNoShape">
              <a:avLst/>
            </a:prstTxWarp>
            <a:noAutofit/>
          </a:bodyPr>
          <a:lstStyle/>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latin typeface="Ubuntu"/>
                <a:ea typeface="+mn-ea"/>
                <a:cs typeface="+mn-cs"/>
              </a:rPr>
              <a:t>Description</a:t>
            </a:r>
            <a:endParaRPr kumimoji="0" lang="en-US" sz="1200" b="0" i="0" u="none" strike="noStrike" kern="1200" cap="none" spc="0" normalizeH="0" baseline="0" noProof="0" dirty="0">
              <a:ln>
                <a:noFill/>
              </a:ln>
              <a:solidFill>
                <a:srgbClr val="FFFFFF"/>
              </a:solidFill>
              <a:effectLst/>
              <a:uLnTx/>
              <a:uFillTx/>
              <a:latin typeface="Ubuntu"/>
              <a:ea typeface="+mn-ea"/>
              <a:cs typeface="+mn-cs"/>
            </a:endParaRPr>
          </a:p>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This is a placeholder text. </a:t>
            </a:r>
            <a:br>
              <a:rPr kumimoji="0" lang="en-US" sz="1400" b="0" i="0" u="none" strike="noStrike" kern="1200" cap="none" spc="0" normalizeH="0" baseline="0" noProof="0" dirty="0">
                <a:ln>
                  <a:noFill/>
                </a:ln>
                <a:solidFill>
                  <a:srgbClr val="FFFFFF"/>
                </a:solidFill>
                <a:effectLst/>
                <a:uLnTx/>
                <a:uFillTx/>
                <a:latin typeface="Ubuntu"/>
                <a:ea typeface="+mn-ea"/>
                <a:cs typeface="+mn-cs"/>
              </a:rPr>
            </a:br>
            <a:r>
              <a:rPr kumimoji="0" lang="en-US" sz="1400" b="0" i="0" u="none" strike="noStrike" kern="1200" cap="none" spc="0" normalizeH="0" baseline="0" noProof="0" dirty="0">
                <a:ln>
                  <a:noFill/>
                </a:ln>
                <a:solidFill>
                  <a:srgbClr val="FFFFFF"/>
                </a:solidFill>
                <a:effectLst/>
                <a:uLnTx/>
                <a:uFillTx/>
                <a:latin typeface="Ubuntu"/>
                <a:ea typeface="+mn-ea"/>
                <a:cs typeface="+mn-cs"/>
              </a:rPr>
              <a:t>This can be replaced </a:t>
            </a:r>
            <a:br>
              <a:rPr kumimoji="0" lang="en-US" sz="1400" b="0" i="0" u="none" strike="noStrike" kern="1200" cap="none" spc="0" normalizeH="0" baseline="0" noProof="0" dirty="0">
                <a:ln>
                  <a:noFill/>
                </a:ln>
                <a:solidFill>
                  <a:srgbClr val="FFFFFF"/>
                </a:solidFill>
                <a:effectLst/>
                <a:uLnTx/>
                <a:uFillTx/>
                <a:latin typeface="Ubuntu"/>
                <a:ea typeface="+mn-ea"/>
                <a:cs typeface="+mn-cs"/>
              </a:rPr>
            </a:br>
            <a:r>
              <a:rPr kumimoji="0" lang="en-US" sz="1400" b="0" i="0" u="none" strike="noStrike" kern="1200" cap="none" spc="0" normalizeH="0" baseline="0" noProof="0" dirty="0">
                <a:ln>
                  <a:noFill/>
                </a:ln>
                <a:solidFill>
                  <a:srgbClr val="FFFFFF"/>
                </a:solidFill>
                <a:effectLst/>
                <a:uLnTx/>
                <a:uFillTx/>
                <a:latin typeface="Ubuntu"/>
                <a:ea typeface="+mn-ea"/>
                <a:cs typeface="+mn-cs"/>
              </a:rPr>
              <a:t>with your own text.</a:t>
            </a:r>
          </a:p>
          <a:p>
            <a:pPr marL="0" marR="0" lvl="0" indent="0" algn="l" defTabSz="801688" rtl="0" eaLnBrk="1" fontAlgn="auto" latinLnBrk="0" hangingPunct="1">
              <a:lnSpc>
                <a:spcPct val="100000"/>
              </a:lnSpc>
              <a:spcBef>
                <a:spcPts val="60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Ubuntu"/>
              <a:ea typeface="+mn-ea"/>
              <a:cs typeface="+mn-cs"/>
            </a:endParaRPr>
          </a:p>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Ubuntu"/>
                <a:ea typeface="+mn-ea"/>
                <a:cs typeface="+mn-cs"/>
              </a:rPr>
              <a:t>Read more </a:t>
            </a:r>
          </a:p>
        </p:txBody>
      </p:sp>
      <p:sp>
        <p:nvSpPr>
          <p:cNvPr id="20" name="TextBox 19">
            <a:extLst>
              <a:ext uri="{FF2B5EF4-FFF2-40B4-BE49-F238E27FC236}">
                <a16:creationId xmlns:a16="http://schemas.microsoft.com/office/drawing/2014/main" id="{E4A970C9-5847-5727-040D-B1A0A0BD0EE4}"/>
              </a:ext>
            </a:extLst>
          </p:cNvPr>
          <p:cNvSpPr txBox="1"/>
          <p:nvPr/>
        </p:nvSpPr>
        <p:spPr>
          <a:xfrm>
            <a:off x="3814437" y="3085185"/>
            <a:ext cx="1460154" cy="432792"/>
          </a:xfrm>
          <a:prstGeom prst="roundRect">
            <a:avLst>
              <a:gd name="adj" fmla="val 50000"/>
            </a:avLst>
          </a:prstGeom>
          <a:solidFill>
            <a:srgbClr val="00D5D0"/>
          </a:solidFill>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Call to action</a:t>
            </a: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 name="Rectangle 4">
            <a:extLst>
              <a:ext uri="{FF2B5EF4-FFF2-40B4-BE49-F238E27FC236}">
                <a16:creationId xmlns:a16="http://schemas.microsoft.com/office/drawing/2014/main" id="{95FFC15E-34C7-782C-C816-C54822B461AA}"/>
              </a:ext>
              <a:ext uri="{C183D7F6-B498-43B3-948B-1728B52AA6E4}">
                <adec:decorative xmlns:adec="http://schemas.microsoft.com/office/drawing/2017/decorative" val="1"/>
              </a:ext>
            </a:extLst>
          </p:cNvPr>
          <p:cNvSpPr/>
          <p:nvPr/>
        </p:nvSpPr>
        <p:spPr>
          <a:xfrm rot="16200000">
            <a:off x="-158182" y="3339000"/>
            <a:ext cx="6858000" cy="180000"/>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Ubuntu"/>
              <a:ea typeface="+mn-ea"/>
              <a:cs typeface="+mn-cs"/>
            </a:endParaRPr>
          </a:p>
        </p:txBody>
      </p:sp>
      <p:sp>
        <p:nvSpPr>
          <p:cNvPr id="24" name="Rectangle 23">
            <a:extLst>
              <a:ext uri="{FF2B5EF4-FFF2-40B4-BE49-F238E27FC236}">
                <a16:creationId xmlns:a16="http://schemas.microsoft.com/office/drawing/2014/main" id="{58E7702A-18B9-5E9A-FEDE-8DBF7F4FB4DE}"/>
              </a:ext>
              <a:ext uri="{C183D7F6-B498-43B3-948B-1728B52AA6E4}">
                <adec:decorative xmlns:adec="http://schemas.microsoft.com/office/drawing/2017/decorative" val="1"/>
              </a:ext>
            </a:extLst>
          </p:cNvPr>
          <p:cNvSpPr/>
          <p:nvPr/>
        </p:nvSpPr>
        <p:spPr>
          <a:xfrm>
            <a:off x="12443989" y="5198532"/>
            <a:ext cx="4655290" cy="1659467"/>
          </a:xfrm>
          <a:prstGeom prst="rect">
            <a:avLst/>
          </a:prstGeom>
          <a:solidFill>
            <a:srgbClr val="FF816E"/>
          </a:solidFill>
          <a:ln>
            <a:noFill/>
          </a:ln>
        </p:spPr>
        <p:txBody>
          <a:bodyPr wrap="square" tIns="54000" bIns="54000" rtlCol="0">
            <a:noAutofit/>
          </a:bodyPr>
          <a:lstStyle/>
          <a:p>
            <a:pPr marL="0" marR="0" lvl="0" indent="0" algn="l" defTabSz="914400" rtl="0" eaLnBrk="1" fontAlgn="auto" latinLnBrk="0" hangingPunct="1">
              <a:lnSpc>
                <a:spcPct val="100000"/>
              </a:lnSpc>
              <a:spcBef>
                <a:spcPts val="400"/>
              </a:spcBef>
              <a:spcAft>
                <a:spcPts val="0"/>
              </a:spcAft>
              <a:buClr>
                <a:srgbClr val="FFFFFF"/>
              </a:buClr>
              <a:buSzTx/>
              <a:buFontTx/>
              <a:buNone/>
              <a:tabLst>
                <a:tab pos="809625" algn="l"/>
              </a:tabLst>
              <a:defRPr/>
            </a:pPr>
            <a:r>
              <a:rPr kumimoji="0" lang="en-US" sz="1200" b="0" i="0" u="none" strike="noStrike" kern="1200" cap="none" spc="0" normalizeH="0" baseline="0" noProof="0" dirty="0">
                <a:ln>
                  <a:noFill/>
                </a:ln>
                <a:effectLst/>
                <a:uLnTx/>
                <a:uFillTx/>
                <a:ea typeface="+mn-ea"/>
                <a:cs typeface="+mn-cs"/>
              </a:rPr>
              <a:t>TIP: This slide can be used for a number of purposes: Data visualization, content summaries, to provide links to additional external content, or even as a navigation tool with your presentation. </a:t>
            </a:r>
          </a:p>
          <a:p>
            <a:pPr marL="0" marR="0" lvl="0" indent="0" algn="l" defTabSz="914400" rtl="0" eaLnBrk="1" fontAlgn="auto" latinLnBrk="0" hangingPunct="1">
              <a:lnSpc>
                <a:spcPct val="100000"/>
              </a:lnSpc>
              <a:spcBef>
                <a:spcPts val="400"/>
              </a:spcBef>
              <a:spcAft>
                <a:spcPts val="0"/>
              </a:spcAft>
              <a:buClr>
                <a:srgbClr val="FFFFFF"/>
              </a:buClr>
              <a:buSzTx/>
              <a:buFontTx/>
              <a:buNone/>
              <a:tabLst>
                <a:tab pos="809625" algn="l"/>
              </a:tabLst>
              <a:defRPr/>
            </a:pPr>
            <a:r>
              <a:rPr kumimoji="0" lang="en-US" sz="1200" b="0" i="0" u="none" strike="noStrike" kern="1200" cap="none" spc="0" normalizeH="0" baseline="0" noProof="0" dirty="0">
                <a:ln>
                  <a:noFill/>
                </a:ln>
                <a:effectLst/>
                <a:uLnTx/>
                <a:uFillTx/>
                <a:ea typeface="+mn-ea"/>
                <a:cs typeface="+mn-cs"/>
              </a:rPr>
              <a:t>To use this slide to link to content within or outside the presentation, create hyperlinks for the ‘read more’ text and link to the relevant content or slide.</a:t>
            </a:r>
          </a:p>
        </p:txBody>
      </p:sp>
      <p:sp>
        <p:nvSpPr>
          <p:cNvPr id="25" name="Speech Bubble: Rectangle with Corners Rounded 4">
            <a:extLst>
              <a:ext uri="{FF2B5EF4-FFF2-40B4-BE49-F238E27FC236}">
                <a16:creationId xmlns:a16="http://schemas.microsoft.com/office/drawing/2014/main" id="{0F5B0AFE-A70A-1B17-FB36-CE7018EAE222}"/>
              </a:ext>
              <a:ext uri="{C183D7F6-B498-43B3-948B-1728B52AA6E4}">
                <adec:decorative xmlns:adec="http://schemas.microsoft.com/office/drawing/2017/decorative" val="1"/>
              </a:ext>
            </a:extLst>
          </p:cNvPr>
          <p:cNvSpPr/>
          <p:nvPr/>
        </p:nvSpPr>
        <p:spPr>
          <a:xfrm>
            <a:off x="12443988" y="0"/>
            <a:ext cx="4655291" cy="2142067"/>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ea typeface="+mn-ea"/>
                <a:cs typeface="+mn-cs"/>
              </a:rPr>
              <a:t>Photography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ea typeface="+mn-ea"/>
                <a:cs typeface="+mn-cs"/>
              </a:rPr>
              <a:t>Photos inserted in this slide are given as example. Do not forget to </a:t>
            </a:r>
            <a:r>
              <a:rPr kumimoji="0" lang="en-US" sz="1000" b="1" i="0" u="none" strike="noStrike" kern="1200" cap="none" spc="0" normalizeH="0" baseline="0" noProof="0" dirty="0">
                <a:ln>
                  <a:noFill/>
                </a:ln>
                <a:solidFill>
                  <a:schemeClr val="tx1"/>
                </a:solidFill>
                <a:effectLst/>
                <a:uLnTx/>
                <a:uFillTx/>
                <a:ea typeface="+mn-ea"/>
                <a:cs typeface="+mn-cs"/>
              </a:rPr>
              <a:t>change the photography</a:t>
            </a:r>
            <a:r>
              <a:rPr kumimoji="0" lang="en-US" sz="1000" b="0" i="0" u="none" strike="noStrike" kern="1200" cap="none" spc="0" normalizeH="0" baseline="0" noProof="0" dirty="0">
                <a:ln>
                  <a:noFill/>
                </a:ln>
                <a:solidFill>
                  <a:schemeClr val="tx1"/>
                </a:solidFill>
                <a:effectLst/>
                <a:uLnTx/>
                <a:uFillTx/>
                <a:ea typeface="+mn-ea"/>
                <a:cs typeface="+mn-cs"/>
              </a:rPr>
              <a:t> to better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ea typeface="+mn-ea"/>
                <a:cs typeface="+mn-cs"/>
              </a:rPr>
              <a:t>Right click on the picture or picture placeholder to change/insert a photo.</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ea typeface="+mn-ea"/>
                <a:cs typeface="+mn-cs"/>
                <a:hlinkClick r:id="rId6">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chemeClr val="tx1"/>
              </a:solidFill>
              <a:effectLst/>
              <a:uLnTx/>
              <a:uFillTx/>
              <a:ea typeface="+mn-ea"/>
              <a:cs typeface="+mn-cs"/>
            </a:endParaRP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ea typeface="+mn-ea"/>
                <a:cs typeface="+mn-cs"/>
              </a:rPr>
              <a:t>Under Getty images (Recommended), Shutterstock, Adobe images license (check with your M&amp;C or design team)</a:t>
            </a:r>
          </a:p>
        </p:txBody>
      </p:sp>
      <p:sp>
        <p:nvSpPr>
          <p:cNvPr id="32" name="Date Placeholder 31">
            <a:extLst>
              <a:ext uri="{FF2B5EF4-FFF2-40B4-BE49-F238E27FC236}">
                <a16:creationId xmlns:a16="http://schemas.microsoft.com/office/drawing/2014/main" id="{DD9B78CD-21F8-5E7C-543F-70426A365721}"/>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3" name="Footer Placeholder 32">
            <a:extLst>
              <a:ext uri="{FF2B5EF4-FFF2-40B4-BE49-F238E27FC236}">
                <a16:creationId xmlns:a16="http://schemas.microsoft.com/office/drawing/2014/main" id="{2A3CECA0-B8FF-58A6-B8B9-7A151FF12BC2}"/>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34" name="Slide Number Placeholder 33">
            <a:extLst>
              <a:ext uri="{FF2B5EF4-FFF2-40B4-BE49-F238E27FC236}">
                <a16:creationId xmlns:a16="http://schemas.microsoft.com/office/drawing/2014/main" id="{75AA066F-2B16-D3D1-8FB5-7D5E17C0DA67}"/>
              </a:ext>
            </a:extLst>
          </p:cNvPr>
          <p:cNvSpPr>
            <a:spLocks noGrp="1"/>
          </p:cNvSpPr>
          <p:nvPr>
            <p:ph type="sldNum" sz="quarter" idx="12"/>
          </p:nvPr>
        </p:nvSpPr>
        <p:spPr/>
        <p:txBody>
          <a:bodyPr/>
          <a:lstStyle/>
          <a:p>
            <a:pPr algn="r"/>
            <a:fld id="{5D9A5160-6218-4E5A-B9E6-B93E3DAE377C}" type="slidenum">
              <a:rPr lang="en-US" smtClean="0"/>
              <a:pPr algn="r"/>
              <a:t>37</a:t>
            </a:fld>
            <a:endParaRPr lang="en-US" dirty="0"/>
          </a:p>
        </p:txBody>
      </p:sp>
    </p:spTree>
    <p:extLst>
      <p:ext uri="{BB962C8B-B14F-4D97-AF65-F5344CB8AC3E}">
        <p14:creationId xmlns:p14="http://schemas.microsoft.com/office/powerpoint/2010/main" val="346011090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E3E85F6-E64D-C3F7-47CA-9551FB1BDD7E}"/>
              </a:ext>
            </a:extLst>
          </p:cNvPr>
          <p:cNvSpPr>
            <a:spLocks noGrp="1"/>
          </p:cNvSpPr>
          <p:nvPr>
            <p:ph type="title"/>
          </p:nvPr>
        </p:nvSpPr>
        <p:spPr>
          <a:xfrm>
            <a:off x="551384" y="549274"/>
            <a:ext cx="11090938" cy="930372"/>
          </a:xfrm>
        </p:spPr>
        <p:txBody>
          <a:bodyPr/>
          <a:lstStyle/>
          <a:p>
            <a:r>
              <a:rPr lang="en-US" dirty="0"/>
              <a:t>Profile</a:t>
            </a:r>
            <a:br>
              <a:rPr lang="en-US" dirty="0"/>
            </a:br>
            <a:endParaRPr lang="en-US" dirty="0"/>
          </a:p>
        </p:txBody>
      </p:sp>
      <p:sp>
        <p:nvSpPr>
          <p:cNvPr id="4" name="TextBox 21">
            <a:extLst>
              <a:ext uri="{FF2B5EF4-FFF2-40B4-BE49-F238E27FC236}">
                <a16:creationId xmlns:a16="http://schemas.microsoft.com/office/drawing/2014/main" id="{316E7B45-CAFF-FCD6-A06B-70380CE2B35E}"/>
              </a:ext>
            </a:extLst>
          </p:cNvPr>
          <p:cNvSpPr txBox="1"/>
          <p:nvPr/>
        </p:nvSpPr>
        <p:spPr>
          <a:xfrm>
            <a:off x="1520330" y="3799815"/>
            <a:ext cx="1980000" cy="2221473"/>
          </a:xfrm>
          <a:prstGeom prst="rect">
            <a:avLst/>
          </a:prstGeom>
          <a:noFill/>
        </p:spPr>
        <p:txBody>
          <a:bodyPr wrap="square" lIns="0" tIns="108000" rIns="144000" bIns="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Calibri" pitchFamily="34" charset="0"/>
              </a:rPr>
              <a:t>Name Surname</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57AB"/>
                </a:solidFill>
                <a:effectLst/>
                <a:uLnTx/>
                <a:uFillTx/>
                <a:latin typeface="Ubuntu"/>
                <a:ea typeface="+mn-ea"/>
                <a:cs typeface="Calibri" pitchFamily="34" charset="0"/>
              </a:rPr>
              <a:t>Job Title</a:t>
            </a:r>
          </a:p>
          <a:p>
            <a:pPr marL="0" marR="0" lvl="0" indent="0" algn="l" defTabSz="914400" rtl="0" eaLnBrk="1" fontAlgn="auto" latinLnBrk="0" hangingPunct="1">
              <a:lnSpc>
                <a:spcPct val="100000"/>
              </a:lnSpc>
              <a:spcBef>
                <a:spcPts val="400"/>
              </a:spcBef>
              <a:spcAft>
                <a:spcPts val="0"/>
              </a:spcAft>
              <a:buClrTx/>
              <a:buSzTx/>
              <a:buFontTx/>
              <a:buNone/>
              <a:tabLst/>
              <a:defRPr/>
            </a:pPr>
            <a:br>
              <a:rPr kumimoji="0" lang="en-US" sz="1200" b="0" i="0" u="none" strike="noStrike" kern="1200" cap="none" spc="0" normalizeH="0" baseline="0" noProof="0" dirty="0">
                <a:ln>
                  <a:noFill/>
                </a:ln>
                <a:solidFill>
                  <a:srgbClr val="000000"/>
                </a:solidFill>
                <a:effectLst/>
                <a:uLnTx/>
                <a:uFillTx/>
                <a:latin typeface="Ubuntu"/>
                <a:ea typeface="+mn-ea"/>
                <a:cs typeface="Calibri" pitchFamily="34" charset="0"/>
              </a:rPr>
            </a:b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Outline profile, and any relevant experience or professional qualifications. </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Consider</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Bullet</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Points.</a:t>
            </a:r>
            <a:endParaRPr kumimoji="0" lang="en-US" sz="1200" b="0" i="0" u="none" strike="noStrike" kern="1200" cap="none" spc="0" normalizeH="0" baseline="0" noProof="0" dirty="0">
              <a:ln>
                <a:noFill/>
              </a:ln>
              <a:solidFill>
                <a:srgbClr val="000000"/>
              </a:solidFill>
              <a:effectLst/>
              <a:uLnTx/>
              <a:uFillTx/>
              <a:latin typeface="Ubuntu"/>
              <a:ea typeface="+mn-ea"/>
              <a:cs typeface="Calibri" pitchFamily="34" charset="0"/>
            </a:endParaRPr>
          </a:p>
        </p:txBody>
      </p:sp>
      <p:sp>
        <p:nvSpPr>
          <p:cNvPr id="18" name="TextBox 21">
            <a:extLst>
              <a:ext uri="{FF2B5EF4-FFF2-40B4-BE49-F238E27FC236}">
                <a16:creationId xmlns:a16="http://schemas.microsoft.com/office/drawing/2014/main" id="{BDA3199D-7C98-9847-0ECA-8EFA761A9D00}"/>
              </a:ext>
            </a:extLst>
          </p:cNvPr>
          <p:cNvSpPr txBox="1"/>
          <p:nvPr/>
        </p:nvSpPr>
        <p:spPr>
          <a:xfrm>
            <a:off x="3851638" y="3799815"/>
            <a:ext cx="1980000" cy="2221473"/>
          </a:xfrm>
          <a:prstGeom prst="rect">
            <a:avLst/>
          </a:prstGeom>
          <a:noFill/>
        </p:spPr>
        <p:txBody>
          <a:bodyPr wrap="square" lIns="0" tIns="108000" rIns="144000" bIns="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Calibri" pitchFamily="34" charset="0"/>
              </a:rPr>
              <a:t>Name Surname</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57AB"/>
                </a:solidFill>
                <a:effectLst/>
                <a:uLnTx/>
                <a:uFillTx/>
                <a:latin typeface="Ubuntu"/>
                <a:ea typeface="+mn-ea"/>
                <a:cs typeface="Calibri" pitchFamily="34" charset="0"/>
              </a:rPr>
              <a:t>Job Title</a:t>
            </a:r>
          </a:p>
          <a:p>
            <a:pPr marL="0" marR="0" lvl="0" indent="0" algn="l" defTabSz="914400" rtl="0" eaLnBrk="1" fontAlgn="auto" latinLnBrk="0" hangingPunct="1">
              <a:lnSpc>
                <a:spcPct val="100000"/>
              </a:lnSpc>
              <a:spcBef>
                <a:spcPts val="400"/>
              </a:spcBef>
              <a:spcAft>
                <a:spcPts val="0"/>
              </a:spcAft>
              <a:buClrTx/>
              <a:buSzTx/>
              <a:buFontTx/>
              <a:buNone/>
              <a:tabLst/>
              <a:defRPr/>
            </a:pPr>
            <a:br>
              <a:rPr kumimoji="0" lang="en-US" sz="1200" b="0" i="0" u="none" strike="noStrike" kern="1200" cap="none" spc="0" normalizeH="0" baseline="0" noProof="0" dirty="0">
                <a:ln>
                  <a:noFill/>
                </a:ln>
                <a:solidFill>
                  <a:srgbClr val="000000"/>
                </a:solidFill>
                <a:effectLst/>
                <a:uLnTx/>
                <a:uFillTx/>
                <a:latin typeface="Ubuntu"/>
                <a:ea typeface="+mn-ea"/>
                <a:cs typeface="Calibri" pitchFamily="34" charset="0"/>
              </a:rPr>
            </a:b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Outline profile, and any relevant experience or professional qualifications. </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Consider</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Bullet</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Points.</a:t>
            </a:r>
            <a:endParaRPr kumimoji="0" lang="en-US" sz="1200" b="0" i="0" u="none" strike="noStrike" kern="1200" cap="none" spc="0" normalizeH="0" baseline="0" noProof="0" dirty="0">
              <a:ln>
                <a:noFill/>
              </a:ln>
              <a:solidFill>
                <a:srgbClr val="000000"/>
              </a:solidFill>
              <a:effectLst/>
              <a:uLnTx/>
              <a:uFillTx/>
              <a:latin typeface="Ubuntu"/>
              <a:ea typeface="+mn-ea"/>
              <a:cs typeface="Calibri" pitchFamily="34" charset="0"/>
            </a:endParaRPr>
          </a:p>
        </p:txBody>
      </p:sp>
      <p:sp>
        <p:nvSpPr>
          <p:cNvPr id="19" name="TextBox 21">
            <a:extLst>
              <a:ext uri="{FF2B5EF4-FFF2-40B4-BE49-F238E27FC236}">
                <a16:creationId xmlns:a16="http://schemas.microsoft.com/office/drawing/2014/main" id="{67B2C8A5-0052-269B-A0E6-35F8D16211E2}"/>
              </a:ext>
            </a:extLst>
          </p:cNvPr>
          <p:cNvSpPr txBox="1"/>
          <p:nvPr/>
        </p:nvSpPr>
        <p:spPr>
          <a:xfrm>
            <a:off x="6195240" y="3799815"/>
            <a:ext cx="1980000" cy="2221473"/>
          </a:xfrm>
          <a:prstGeom prst="rect">
            <a:avLst/>
          </a:prstGeom>
          <a:noFill/>
        </p:spPr>
        <p:txBody>
          <a:bodyPr wrap="square" lIns="0" tIns="108000" rIns="144000" bIns="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Calibri" pitchFamily="34" charset="0"/>
              </a:rPr>
              <a:t>Name Surname</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57AB"/>
                </a:solidFill>
                <a:effectLst/>
                <a:uLnTx/>
                <a:uFillTx/>
                <a:latin typeface="Ubuntu"/>
                <a:ea typeface="+mn-ea"/>
                <a:cs typeface="Calibri" pitchFamily="34" charset="0"/>
              </a:rPr>
              <a:t>Job Title</a:t>
            </a:r>
          </a:p>
          <a:p>
            <a:pPr marL="0" marR="0" lvl="0" indent="0" algn="l" defTabSz="914400" rtl="0" eaLnBrk="1" fontAlgn="auto" latinLnBrk="0" hangingPunct="1">
              <a:lnSpc>
                <a:spcPct val="100000"/>
              </a:lnSpc>
              <a:spcBef>
                <a:spcPts val="400"/>
              </a:spcBef>
              <a:spcAft>
                <a:spcPts val="0"/>
              </a:spcAft>
              <a:buClrTx/>
              <a:buSzTx/>
              <a:buFontTx/>
              <a:buNone/>
              <a:tabLst/>
              <a:defRPr/>
            </a:pPr>
            <a:br>
              <a:rPr kumimoji="0" lang="en-US" sz="1200" b="0" i="0" u="none" strike="noStrike" kern="1200" cap="none" spc="0" normalizeH="0" baseline="0" noProof="0" dirty="0">
                <a:ln>
                  <a:noFill/>
                </a:ln>
                <a:solidFill>
                  <a:srgbClr val="000000"/>
                </a:solidFill>
                <a:effectLst/>
                <a:uLnTx/>
                <a:uFillTx/>
                <a:latin typeface="Ubuntu"/>
                <a:ea typeface="+mn-ea"/>
                <a:cs typeface="Calibri" pitchFamily="34" charset="0"/>
              </a:rPr>
            </a:b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Outline profile, and any relevant experience or professional qualifications. </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Consider</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Bullet</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Points.</a:t>
            </a:r>
            <a:endParaRPr kumimoji="0" lang="en-US" sz="1200" b="0" i="0" u="none" strike="noStrike" kern="1200" cap="none" spc="0" normalizeH="0" baseline="0" noProof="0" dirty="0">
              <a:ln>
                <a:noFill/>
              </a:ln>
              <a:solidFill>
                <a:srgbClr val="000000"/>
              </a:solidFill>
              <a:effectLst/>
              <a:uLnTx/>
              <a:uFillTx/>
              <a:latin typeface="Ubuntu"/>
              <a:ea typeface="+mn-ea"/>
              <a:cs typeface="Calibri" pitchFamily="34" charset="0"/>
            </a:endParaRPr>
          </a:p>
        </p:txBody>
      </p:sp>
      <p:sp>
        <p:nvSpPr>
          <p:cNvPr id="20" name="TextBox 21">
            <a:extLst>
              <a:ext uri="{FF2B5EF4-FFF2-40B4-BE49-F238E27FC236}">
                <a16:creationId xmlns:a16="http://schemas.microsoft.com/office/drawing/2014/main" id="{2856D280-D7F6-E553-66A6-B9CE506F743F}"/>
              </a:ext>
            </a:extLst>
          </p:cNvPr>
          <p:cNvSpPr txBox="1"/>
          <p:nvPr/>
        </p:nvSpPr>
        <p:spPr>
          <a:xfrm>
            <a:off x="8559500" y="3799815"/>
            <a:ext cx="1980000" cy="2221473"/>
          </a:xfrm>
          <a:prstGeom prst="rect">
            <a:avLst/>
          </a:prstGeom>
          <a:noFill/>
        </p:spPr>
        <p:txBody>
          <a:bodyPr wrap="square" lIns="0" tIns="108000" rIns="144000" bIns="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Calibri" pitchFamily="34" charset="0"/>
              </a:rPr>
              <a:t>Name Surname</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57AB"/>
                </a:solidFill>
                <a:effectLst/>
                <a:uLnTx/>
                <a:uFillTx/>
                <a:latin typeface="Ubuntu"/>
                <a:ea typeface="+mn-ea"/>
                <a:cs typeface="Calibri" pitchFamily="34" charset="0"/>
              </a:rPr>
              <a:t>Job Title</a:t>
            </a:r>
          </a:p>
          <a:p>
            <a:pPr marL="0" marR="0" lvl="0" indent="0" algn="l" defTabSz="914400" rtl="0" eaLnBrk="1" fontAlgn="auto" latinLnBrk="0" hangingPunct="1">
              <a:lnSpc>
                <a:spcPct val="100000"/>
              </a:lnSpc>
              <a:spcBef>
                <a:spcPts val="400"/>
              </a:spcBef>
              <a:spcAft>
                <a:spcPts val="0"/>
              </a:spcAft>
              <a:buClrTx/>
              <a:buSzTx/>
              <a:buFontTx/>
              <a:buNone/>
              <a:tabLst/>
              <a:defRPr/>
            </a:pPr>
            <a:br>
              <a:rPr kumimoji="0" lang="en-US" sz="1200" b="0" i="0" u="none" strike="noStrike" kern="1200" cap="none" spc="0" normalizeH="0" baseline="0" noProof="0" dirty="0">
                <a:ln>
                  <a:noFill/>
                </a:ln>
                <a:solidFill>
                  <a:srgbClr val="000000"/>
                </a:solidFill>
                <a:effectLst/>
                <a:uLnTx/>
                <a:uFillTx/>
                <a:latin typeface="Ubuntu"/>
                <a:ea typeface="+mn-ea"/>
                <a:cs typeface="Calibri" pitchFamily="34" charset="0"/>
              </a:rPr>
            </a:b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Outline profile, and any relevant experience or professional qualifications. </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Consider</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Bullet</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Ubuntu"/>
                <a:ea typeface="+mn-ea"/>
                <a:cs typeface="Calibri" pitchFamily="34" charset="0"/>
              </a:rPr>
              <a:t>Points.</a:t>
            </a:r>
            <a:endParaRPr kumimoji="0" lang="en-US" sz="1200" b="0" i="0" u="none" strike="noStrike" kern="1200" cap="none" spc="0" normalizeH="0" baseline="0" noProof="0" dirty="0">
              <a:ln>
                <a:noFill/>
              </a:ln>
              <a:solidFill>
                <a:srgbClr val="000000"/>
              </a:solidFill>
              <a:effectLst/>
              <a:uLnTx/>
              <a:uFillTx/>
              <a:latin typeface="Ubuntu"/>
              <a:ea typeface="+mn-ea"/>
              <a:cs typeface="Calibri" pitchFamily="34" charset="0"/>
            </a:endParaRPr>
          </a:p>
        </p:txBody>
      </p:sp>
      <p:sp>
        <p:nvSpPr>
          <p:cNvPr id="23" name="Speech Bubble: Rectangle with Corners Rounded 4">
            <a:extLst>
              <a:ext uri="{FF2B5EF4-FFF2-40B4-BE49-F238E27FC236}">
                <a16:creationId xmlns:a16="http://schemas.microsoft.com/office/drawing/2014/main" id="{27433B10-2AEC-C69F-C1A4-DBF87F064B57}"/>
              </a:ext>
              <a:ext uri="{C183D7F6-B498-43B3-948B-1728B52AA6E4}">
                <adec:decorative xmlns:adec="http://schemas.microsoft.com/office/drawing/2017/decorative" val="1"/>
              </a:ext>
            </a:extLst>
          </p:cNvPr>
          <p:cNvSpPr/>
          <p:nvPr/>
        </p:nvSpPr>
        <p:spPr>
          <a:xfrm>
            <a:off x="12443989" y="-1"/>
            <a:ext cx="2857923" cy="2314575"/>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Ubuntu"/>
                <a:ea typeface="+mn-ea"/>
                <a:cs typeface="+mn-cs"/>
              </a:rPr>
              <a:t>Profile photos and headshots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These images should be changed to represent the relevant team members or other people being referenced. </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Portraits and headshots should be professional and should be as consistent </a:t>
            </a:r>
            <a:br>
              <a:rPr kumimoji="0" lang="en-US" sz="1000" b="0" i="0" u="none" strike="noStrike" kern="1200" cap="none" spc="0" normalizeH="0" baseline="0" noProof="0" dirty="0">
                <a:ln>
                  <a:noFill/>
                </a:ln>
                <a:solidFill>
                  <a:srgbClr val="000000"/>
                </a:solidFill>
                <a:effectLst/>
                <a:uLnTx/>
                <a:uFillTx/>
                <a:latin typeface="Ubuntu"/>
                <a:ea typeface="+mn-ea"/>
                <a:cs typeface="+mn-cs"/>
              </a:rPr>
            </a:br>
            <a:r>
              <a:rPr kumimoji="0" lang="en-US" sz="1000" b="0" i="0" u="none" strike="noStrike" kern="1200" cap="none" spc="0" normalizeH="0" baseline="0" noProof="0" dirty="0">
                <a:ln>
                  <a:noFill/>
                </a:ln>
                <a:solidFill>
                  <a:srgbClr val="000000"/>
                </a:solidFill>
                <a:effectLst/>
                <a:uLnTx/>
                <a:uFillTx/>
                <a:latin typeface="Ubuntu"/>
                <a:ea typeface="+mn-ea"/>
                <a:cs typeface="+mn-cs"/>
              </a:rPr>
              <a:t>as possible across all team members.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Use approved corporate headshots where they exist and remove and change backgrounds to be neutral and matching where other photos are provided. </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 name="Date Placeholder 29">
            <a:extLst>
              <a:ext uri="{FF2B5EF4-FFF2-40B4-BE49-F238E27FC236}">
                <a16:creationId xmlns:a16="http://schemas.microsoft.com/office/drawing/2014/main" id="{DB19D84F-AC3E-12CD-7F37-CE0FA41901CC}"/>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1" name="Footer Placeholder 30">
            <a:extLst>
              <a:ext uri="{FF2B5EF4-FFF2-40B4-BE49-F238E27FC236}">
                <a16:creationId xmlns:a16="http://schemas.microsoft.com/office/drawing/2014/main" id="{0E3E56A8-3E2F-0AC5-441B-3DF059A39BF3}"/>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32" name="Slide Number Placeholder 31">
            <a:extLst>
              <a:ext uri="{FF2B5EF4-FFF2-40B4-BE49-F238E27FC236}">
                <a16:creationId xmlns:a16="http://schemas.microsoft.com/office/drawing/2014/main" id="{86171973-40BE-B4DE-CFFE-DCC8064735FA}"/>
              </a:ext>
            </a:extLst>
          </p:cNvPr>
          <p:cNvSpPr>
            <a:spLocks noGrp="1"/>
          </p:cNvSpPr>
          <p:nvPr>
            <p:ph type="sldNum" sz="quarter" idx="12"/>
          </p:nvPr>
        </p:nvSpPr>
        <p:spPr/>
        <p:txBody>
          <a:bodyPr/>
          <a:lstStyle/>
          <a:p>
            <a:pPr algn="r"/>
            <a:fld id="{5D9A5160-6218-4E5A-B9E6-B93E3DAE377C}" type="slidenum">
              <a:rPr lang="en-US" smtClean="0"/>
              <a:pPr algn="r"/>
              <a:t>38</a:t>
            </a:fld>
            <a:endParaRPr lang="en-US" dirty="0"/>
          </a:p>
        </p:txBody>
      </p:sp>
      <p:pic>
        <p:nvPicPr>
          <p:cNvPr id="15" name="Picture 57">
            <a:extLst>
              <a:ext uri="{FF2B5EF4-FFF2-40B4-BE49-F238E27FC236}">
                <a16:creationId xmlns:a16="http://schemas.microsoft.com/office/drawing/2014/main" id="{E41CAE7F-7017-34A0-9E17-FC07689D0E11}"/>
              </a:ext>
              <a:ext uri="{C183D7F6-B498-43B3-948B-1728B52AA6E4}">
                <adec:decorative xmlns:adec="http://schemas.microsoft.com/office/drawing/2017/decorative" val="1"/>
              </a:ext>
            </a:extLst>
          </p:cNvPr>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a:xfrm>
            <a:off x="1416049" y="1696853"/>
            <a:ext cx="2020824" cy="2020824"/>
          </a:xfrm>
          <a:prstGeom prst="ellipse">
            <a:avLst/>
          </a:prstGeom>
        </p:spPr>
      </p:pic>
      <p:pic>
        <p:nvPicPr>
          <p:cNvPr id="17" name="Picture 57">
            <a:extLst>
              <a:ext uri="{FF2B5EF4-FFF2-40B4-BE49-F238E27FC236}">
                <a16:creationId xmlns:a16="http://schemas.microsoft.com/office/drawing/2014/main" id="{1ABD6861-0135-44B7-DAE3-48FB565C8D6C}"/>
              </a:ext>
              <a:ext uri="{C183D7F6-B498-43B3-948B-1728B52AA6E4}">
                <adec:decorative xmlns:adec="http://schemas.microsoft.com/office/drawing/2017/decorative" val="1"/>
              </a:ext>
            </a:extLst>
          </p:cNvPr>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a:xfrm>
            <a:off x="3747357" y="1696853"/>
            <a:ext cx="2020824" cy="2020824"/>
          </a:xfrm>
          <a:prstGeom prst="ellipse">
            <a:avLst/>
          </a:prstGeom>
        </p:spPr>
      </p:pic>
      <p:pic>
        <p:nvPicPr>
          <p:cNvPr id="21" name="Picture 57">
            <a:extLst>
              <a:ext uri="{FF2B5EF4-FFF2-40B4-BE49-F238E27FC236}">
                <a16:creationId xmlns:a16="http://schemas.microsoft.com/office/drawing/2014/main" id="{2F8CE60D-DA31-F859-7A36-D00D795F887F}"/>
              </a:ext>
              <a:ext uri="{C183D7F6-B498-43B3-948B-1728B52AA6E4}">
                <adec:decorative xmlns:adec="http://schemas.microsoft.com/office/drawing/2017/decorative" val="1"/>
              </a:ext>
            </a:extLst>
          </p:cNvPr>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a:xfrm>
            <a:off x="6077140" y="1696853"/>
            <a:ext cx="2020824" cy="2020824"/>
          </a:xfrm>
          <a:prstGeom prst="ellipse">
            <a:avLst/>
          </a:prstGeom>
        </p:spPr>
      </p:pic>
      <p:pic>
        <p:nvPicPr>
          <p:cNvPr id="22" name="Picture 57">
            <a:extLst>
              <a:ext uri="{FF2B5EF4-FFF2-40B4-BE49-F238E27FC236}">
                <a16:creationId xmlns:a16="http://schemas.microsoft.com/office/drawing/2014/main" id="{21BBE881-E8DC-3BC6-4641-643AD27D7357}"/>
              </a:ext>
              <a:ext uri="{C183D7F6-B498-43B3-948B-1728B52AA6E4}">
                <adec:decorative xmlns:adec="http://schemas.microsoft.com/office/drawing/2017/decorative" val="1"/>
              </a:ext>
            </a:extLst>
          </p:cNvPr>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a:xfrm>
            <a:off x="8428582" y="1696853"/>
            <a:ext cx="2020824" cy="2020824"/>
          </a:xfrm>
          <a:prstGeom prst="ellipse">
            <a:avLst/>
          </a:prstGeom>
        </p:spPr>
      </p:pic>
    </p:spTree>
    <p:extLst>
      <p:ext uri="{BB962C8B-B14F-4D97-AF65-F5344CB8AC3E}">
        <p14:creationId xmlns:p14="http://schemas.microsoft.com/office/powerpoint/2010/main" val="50782596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04ADE0-F352-1EFD-EAFE-2A72E8A998D2}"/>
            </a:ext>
          </a:extLst>
        </p:cNvPr>
        <p:cNvGrpSpPr/>
        <p:nvPr/>
      </p:nvGrpSpPr>
      <p:grpSpPr>
        <a:xfrm>
          <a:off x="0" y="0"/>
          <a:ext cx="0" cy="0"/>
          <a:chOff x="0" y="0"/>
          <a:chExt cx="0" cy="0"/>
        </a:xfrm>
      </p:grpSpPr>
      <p:sp>
        <p:nvSpPr>
          <p:cNvPr id="19" name="Date Placeholder 18">
            <a:extLst>
              <a:ext uri="{FF2B5EF4-FFF2-40B4-BE49-F238E27FC236}">
                <a16:creationId xmlns:a16="http://schemas.microsoft.com/office/drawing/2014/main" id="{8D2A1DEF-A509-F99E-D7BA-A2147BB59122}"/>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0" name="Footer Placeholder 19">
            <a:extLst>
              <a:ext uri="{FF2B5EF4-FFF2-40B4-BE49-F238E27FC236}">
                <a16:creationId xmlns:a16="http://schemas.microsoft.com/office/drawing/2014/main" id="{79547677-15D9-D856-C367-139F0A713D5A}"/>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1" name="Slide Number Placeholder 20">
            <a:extLst>
              <a:ext uri="{FF2B5EF4-FFF2-40B4-BE49-F238E27FC236}">
                <a16:creationId xmlns:a16="http://schemas.microsoft.com/office/drawing/2014/main" id="{1B02432B-3CCE-160A-338F-BBCABC542257}"/>
              </a:ext>
            </a:extLst>
          </p:cNvPr>
          <p:cNvSpPr>
            <a:spLocks noGrp="1"/>
          </p:cNvSpPr>
          <p:nvPr>
            <p:ph type="sldNum" sz="quarter" idx="12"/>
          </p:nvPr>
        </p:nvSpPr>
        <p:spPr/>
        <p:txBody>
          <a:bodyPr/>
          <a:lstStyle/>
          <a:p>
            <a:pPr algn="r"/>
            <a:fld id="{5D9A5160-6218-4E5A-B9E6-B93E3DAE377C}" type="slidenum">
              <a:rPr lang="en-US" smtClean="0"/>
              <a:pPr algn="r"/>
              <a:t>39</a:t>
            </a:fld>
            <a:endParaRPr lang="en-US" dirty="0"/>
          </a:p>
        </p:txBody>
      </p:sp>
      <p:sp>
        <p:nvSpPr>
          <p:cNvPr id="5" name="Title 4">
            <a:extLst>
              <a:ext uri="{FF2B5EF4-FFF2-40B4-BE49-F238E27FC236}">
                <a16:creationId xmlns:a16="http://schemas.microsoft.com/office/drawing/2014/main" id="{25D155B4-9707-9B7F-1F38-DC9C1930CD5A}"/>
              </a:ext>
            </a:extLst>
          </p:cNvPr>
          <p:cNvSpPr>
            <a:spLocks noGrp="1"/>
          </p:cNvSpPr>
          <p:nvPr>
            <p:ph type="title"/>
          </p:nvPr>
        </p:nvSpPr>
        <p:spPr/>
        <p:txBody>
          <a:bodyPr/>
          <a:lstStyle/>
          <a:p>
            <a:r>
              <a:rPr lang="en-US" dirty="0"/>
              <a:t>Agenda (Version with table)</a:t>
            </a:r>
          </a:p>
        </p:txBody>
      </p:sp>
      <p:graphicFrame>
        <p:nvGraphicFramePr>
          <p:cNvPr id="12" name="Table Placeholder 4">
            <a:extLst>
              <a:ext uri="{FF2B5EF4-FFF2-40B4-BE49-F238E27FC236}">
                <a16:creationId xmlns:a16="http://schemas.microsoft.com/office/drawing/2014/main" id="{B5C09CAD-32E7-5E2A-F2CF-BE13C626AB9B}"/>
              </a:ext>
            </a:extLst>
          </p:cNvPr>
          <p:cNvGraphicFramePr>
            <a:graphicFrameLocks/>
          </p:cNvGraphicFramePr>
          <p:nvPr>
            <p:extLst>
              <p:ext uri="{D42A27DB-BD31-4B8C-83A1-F6EECF244321}">
                <p14:modId xmlns:p14="http://schemas.microsoft.com/office/powerpoint/2010/main" val="1035480690"/>
              </p:ext>
            </p:extLst>
          </p:nvPr>
        </p:nvGraphicFramePr>
        <p:xfrm>
          <a:off x="550863" y="2757323"/>
          <a:ext cx="11089754" cy="3131998"/>
        </p:xfrm>
        <a:graphic>
          <a:graphicData uri="http://schemas.openxmlformats.org/drawingml/2006/table">
            <a:tbl>
              <a:tblPr firstRow="1">
                <a:tableStyleId>{5C22544A-7EE6-4342-B048-85BDC9FD1C3A}</a:tableStyleId>
              </a:tblPr>
              <a:tblGrid>
                <a:gridCol w="1006550">
                  <a:extLst>
                    <a:ext uri="{9D8B030D-6E8A-4147-A177-3AD203B41FA5}">
                      <a16:colId xmlns:a16="http://schemas.microsoft.com/office/drawing/2014/main" val="2607851620"/>
                    </a:ext>
                  </a:extLst>
                </a:gridCol>
                <a:gridCol w="10083204">
                  <a:extLst>
                    <a:ext uri="{9D8B030D-6E8A-4147-A177-3AD203B41FA5}">
                      <a16:colId xmlns:a16="http://schemas.microsoft.com/office/drawing/2014/main" val="1243403413"/>
                    </a:ext>
                  </a:extLst>
                </a:gridCol>
              </a:tblGrid>
              <a:tr h="661414">
                <a:tc>
                  <a:txBody>
                    <a:bodyPr/>
                    <a:lstStyle/>
                    <a:p>
                      <a:pPr algn="r"/>
                      <a:r>
                        <a:rPr lang="en-US" sz="1400" b="0" i="0" noProof="0" dirty="0">
                          <a:solidFill>
                            <a:schemeClr val="bg2"/>
                          </a:solidFill>
                          <a:latin typeface="+mn-lt"/>
                        </a:rPr>
                        <a:t>01</a:t>
                      </a:r>
                    </a:p>
                  </a:txBody>
                  <a:tcPr marL="45720" marR="360000" marT="108000" marB="180000">
                    <a:lnL w="12700" cmpd="sng">
                      <a:noFill/>
                    </a:lnL>
                    <a:lnR w="12700" cap="flat" cmpd="sng" algn="ctr">
                      <a:noFill/>
                      <a:prstDash val="solid"/>
                      <a:round/>
                      <a:headEnd type="none" w="med" len="med"/>
                      <a:tailEnd type="none" w="med" len="med"/>
                    </a:lnR>
                    <a:lnT w="38100" cap="flat" cmpd="sng" algn="ctr">
                      <a:solidFill>
                        <a:srgbClr val="FEB100"/>
                      </a:solidFill>
                      <a:prstDash val="solid"/>
                      <a:round/>
                      <a:headEnd type="none" w="med" len="med"/>
                      <a:tailEnd type="none" w="med" len="med"/>
                    </a:lnT>
                    <a:lnB w="38100" cap="flat" cmpd="sng" algn="ctr">
                      <a:solidFill>
                        <a:srgbClr val="FF816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400"/>
                        </a:lnSpc>
                      </a:pPr>
                      <a:r>
                        <a:rPr lang="en-US" sz="1400" b="0" i="0" noProof="0" dirty="0">
                          <a:solidFill>
                            <a:schemeClr val="bg2"/>
                          </a:solidFill>
                          <a:latin typeface="+mn-lt"/>
                        </a:rPr>
                        <a:t>Text</a:t>
                      </a:r>
                    </a:p>
                  </a:txBody>
                  <a:tcPr marL="360000" marR="45720" marT="144000" marB="180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rgbClr val="FEB100"/>
                      </a:solidFill>
                      <a:prstDash val="solid"/>
                      <a:round/>
                      <a:headEnd type="none" w="med" len="med"/>
                      <a:tailEnd type="none" w="med" len="med"/>
                    </a:lnT>
                    <a:lnB w="38100" cap="flat" cmpd="sng" algn="ctr">
                      <a:solidFill>
                        <a:srgbClr val="FF816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81481475"/>
                  </a:ext>
                </a:extLst>
              </a:tr>
              <a:tr h="617646">
                <a:tc>
                  <a:txBody>
                    <a:bodyPr/>
                    <a:lstStyle/>
                    <a:p>
                      <a:pPr algn="r">
                        <a:lnSpc>
                          <a:spcPts val="1400"/>
                        </a:lnSpc>
                      </a:pPr>
                      <a:r>
                        <a:rPr lang="en-US" sz="1400" b="0" i="0" noProof="0" dirty="0">
                          <a:solidFill>
                            <a:schemeClr val="bg2"/>
                          </a:solidFill>
                          <a:latin typeface="+mn-lt"/>
                        </a:rPr>
                        <a:t>02</a:t>
                      </a:r>
                    </a:p>
                  </a:txBody>
                  <a:tcPr marL="45720" marR="360000" marT="144000" marB="180000">
                    <a:lnL w="12700" cmpd="sng">
                      <a:noFill/>
                    </a:lnL>
                    <a:lnR w="12700" cap="flat" cmpd="sng" algn="ctr">
                      <a:noFill/>
                      <a:prstDash val="solid"/>
                      <a:round/>
                      <a:headEnd type="none" w="med" len="med"/>
                      <a:tailEnd type="none" w="med" len="med"/>
                    </a:lnR>
                    <a:lnT w="38100" cap="flat" cmpd="sng" algn="ctr">
                      <a:solidFill>
                        <a:srgbClr val="FF816E"/>
                      </a:solidFill>
                      <a:prstDash val="solid"/>
                      <a:round/>
                      <a:headEnd type="none" w="med" len="med"/>
                      <a:tailEnd type="none" w="med" len="med"/>
                    </a:lnT>
                    <a:lnB w="38100" cap="flat" cmpd="sng" algn="ctr">
                      <a:solidFill>
                        <a:srgbClr val="00D5D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400"/>
                        </a:lnSpc>
                      </a:pPr>
                      <a:r>
                        <a:rPr lang="en-US" sz="1400" b="0" i="0" noProof="0" dirty="0">
                          <a:solidFill>
                            <a:schemeClr val="bg2"/>
                          </a:solidFill>
                          <a:latin typeface="+mn-lt"/>
                        </a:rPr>
                        <a:t>Example text</a:t>
                      </a:r>
                    </a:p>
                  </a:txBody>
                  <a:tcPr marL="360000" marR="45720" marT="144000" marB="180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rgbClr val="FF816E"/>
                      </a:solidFill>
                      <a:prstDash val="solid"/>
                      <a:round/>
                      <a:headEnd type="none" w="med" len="med"/>
                      <a:tailEnd type="none" w="med" len="med"/>
                    </a:lnT>
                    <a:lnB w="38100" cap="flat" cmpd="sng" algn="ctr">
                      <a:solidFill>
                        <a:srgbClr val="00D5D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0348787"/>
                  </a:ext>
                </a:extLst>
              </a:tr>
              <a:tr h="617646">
                <a:tc>
                  <a:txBody>
                    <a:bodyPr/>
                    <a:lstStyle/>
                    <a:p>
                      <a:pPr algn="r">
                        <a:lnSpc>
                          <a:spcPts val="1400"/>
                        </a:lnSpc>
                      </a:pPr>
                      <a:r>
                        <a:rPr lang="en-US" sz="1400" b="0" i="0" noProof="0" dirty="0">
                          <a:solidFill>
                            <a:schemeClr val="bg2"/>
                          </a:solidFill>
                          <a:latin typeface="+mn-lt"/>
                        </a:rPr>
                        <a:t>03</a:t>
                      </a:r>
                    </a:p>
                  </a:txBody>
                  <a:tcPr marL="45720" marR="360000" marT="144000" marB="180000">
                    <a:lnL w="12700" cmpd="sng">
                      <a:noFill/>
                    </a:lnL>
                    <a:lnR w="12700" cap="flat" cmpd="sng" algn="ctr">
                      <a:noFill/>
                      <a:prstDash val="solid"/>
                      <a:round/>
                      <a:headEnd type="none" w="med" len="med"/>
                      <a:tailEnd type="none" w="med" len="med"/>
                    </a:lnR>
                    <a:lnT w="38100" cap="flat" cmpd="sng" algn="ctr">
                      <a:solidFill>
                        <a:srgbClr val="00D5D0"/>
                      </a:solidFill>
                      <a:prstDash val="solid"/>
                      <a:round/>
                      <a:headEnd type="none" w="med" len="med"/>
                      <a:tailEnd type="none" w="med" len="med"/>
                    </a:lnT>
                    <a:lnB w="38100" cap="flat" cmpd="sng" algn="ctr">
                      <a:solidFill>
                        <a:srgbClr val="D4D5F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2"/>
                          </a:solidFill>
                          <a:effectLst/>
                          <a:uLnTx/>
                          <a:uFillTx/>
                          <a:latin typeface="+mn-lt"/>
                          <a:ea typeface="+mn-ea"/>
                          <a:cs typeface="+mn-cs"/>
                        </a:rPr>
                        <a:t>Example text</a:t>
                      </a:r>
                    </a:p>
                  </a:txBody>
                  <a:tcPr marL="360000" marR="45720" marT="144000" marB="180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rgbClr val="00D5D0"/>
                      </a:solidFill>
                      <a:prstDash val="solid"/>
                      <a:round/>
                      <a:headEnd type="none" w="med" len="med"/>
                      <a:tailEnd type="none" w="med" len="med"/>
                    </a:lnT>
                    <a:lnB w="38100" cap="flat" cmpd="sng" algn="ctr">
                      <a:solidFill>
                        <a:srgbClr val="D4D5F2"/>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4772154"/>
                  </a:ext>
                </a:extLst>
              </a:tr>
              <a:tr h="617646">
                <a:tc>
                  <a:txBody>
                    <a:bodyPr/>
                    <a:lstStyle/>
                    <a:p>
                      <a:pPr algn="r">
                        <a:lnSpc>
                          <a:spcPts val="1400"/>
                        </a:lnSpc>
                      </a:pPr>
                      <a:r>
                        <a:rPr lang="en-US" sz="1400" b="0" i="0" noProof="0" dirty="0">
                          <a:solidFill>
                            <a:schemeClr val="bg2"/>
                          </a:solidFill>
                          <a:latin typeface="+mn-lt"/>
                        </a:rPr>
                        <a:t>04</a:t>
                      </a:r>
                    </a:p>
                  </a:txBody>
                  <a:tcPr marL="45720" marR="360000" marT="144000" marB="180000">
                    <a:lnL w="12700" cmpd="sng">
                      <a:noFill/>
                    </a:lnL>
                    <a:lnR w="12700" cap="flat" cmpd="sng" algn="ctr">
                      <a:noFill/>
                      <a:prstDash val="solid"/>
                      <a:round/>
                      <a:headEnd type="none" w="med" len="med"/>
                      <a:tailEnd type="none" w="med" len="med"/>
                    </a:lnR>
                    <a:lnT w="38100" cap="flat" cmpd="sng" algn="ctr">
                      <a:solidFill>
                        <a:srgbClr val="D4D5F2"/>
                      </a:solidFill>
                      <a:prstDash val="solid"/>
                      <a:round/>
                      <a:headEnd type="none" w="med" len="med"/>
                      <a:tailEnd type="none" w="med" len="med"/>
                    </a:lnT>
                    <a:lnB w="381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2"/>
                          </a:solidFill>
                          <a:effectLst/>
                          <a:uLnTx/>
                          <a:uFillTx/>
                          <a:latin typeface="+mn-lt"/>
                          <a:ea typeface="+mn-ea"/>
                          <a:cs typeface="+mn-cs"/>
                        </a:rPr>
                        <a:t>Example text</a:t>
                      </a:r>
                    </a:p>
                  </a:txBody>
                  <a:tcPr marL="360000" marR="45720" marT="144000" marB="180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rgbClr val="D4D5F2"/>
                      </a:solidFill>
                      <a:prstDash val="solid"/>
                      <a:round/>
                      <a:headEnd type="none" w="med" len="med"/>
                      <a:tailEnd type="none" w="med" len="med"/>
                    </a:lnT>
                    <a:lnB w="381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7503373"/>
                  </a:ext>
                </a:extLst>
              </a:tr>
              <a:tr h="617646">
                <a:tc>
                  <a:txBody>
                    <a:bodyPr/>
                    <a:lstStyle/>
                    <a:p>
                      <a:pPr marL="0" marR="0" lvl="0" indent="0" algn="r" defTabSz="914400" rtl="0" eaLnBrk="1" fontAlgn="auto" latinLnBrk="0" hangingPunct="1">
                        <a:lnSpc>
                          <a:spcPts val="1400"/>
                        </a:lnSpc>
                        <a:spcBef>
                          <a:spcPts val="0"/>
                        </a:spcBef>
                        <a:spcAft>
                          <a:spcPts val="0"/>
                        </a:spcAft>
                        <a:buClrTx/>
                        <a:buSzTx/>
                        <a:buFontTx/>
                        <a:buNone/>
                        <a:tabLst/>
                        <a:defRPr/>
                      </a:pPr>
                      <a:r>
                        <a:rPr lang="en-US" sz="1400" b="0" i="0" noProof="0" dirty="0">
                          <a:solidFill>
                            <a:schemeClr val="bg2"/>
                          </a:solidFill>
                          <a:latin typeface="+mn-lt"/>
                        </a:rPr>
                        <a:t>05</a:t>
                      </a:r>
                    </a:p>
                  </a:txBody>
                  <a:tcPr marL="45720" marR="360000" marT="144000" marB="180000">
                    <a:lnL w="12700" cmpd="sng">
                      <a:noFill/>
                    </a:lnL>
                    <a:lnR w="12700" cap="flat" cmpd="sng" algn="ctr">
                      <a:noFill/>
                      <a:prstDash val="solid"/>
                      <a:round/>
                      <a:headEnd type="none" w="med" len="med"/>
                      <a:tailEnd type="none" w="med" len="med"/>
                    </a:lnR>
                    <a:lnT w="38100" cap="flat" cmpd="sng" algn="ctr">
                      <a:solidFill>
                        <a:schemeClr val="accent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l">
                        <a:lnSpc>
                          <a:spcPts val="1400"/>
                        </a:lnSpc>
                      </a:pPr>
                      <a:r>
                        <a:rPr lang="en-US" sz="1400" b="0" i="0" noProof="0" dirty="0">
                          <a:solidFill>
                            <a:schemeClr val="bg2"/>
                          </a:solidFill>
                          <a:latin typeface="+mn-lt"/>
                        </a:rPr>
                        <a:t>Example text</a:t>
                      </a:r>
                    </a:p>
                  </a:txBody>
                  <a:tcPr marL="360000" marR="45720" marT="144000" marB="180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42550040"/>
                  </a:ext>
                </a:extLst>
              </a:tr>
            </a:tbl>
          </a:graphicData>
        </a:graphic>
      </p:graphicFrame>
    </p:spTree>
    <p:extLst>
      <p:ext uri="{BB962C8B-B14F-4D97-AF65-F5344CB8AC3E}">
        <p14:creationId xmlns:p14="http://schemas.microsoft.com/office/powerpoint/2010/main" val="213059481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95E6050C-1273-297B-38EF-224E7C523DE2}"/>
              </a:ext>
            </a:extLst>
          </p:cNvPr>
          <p:cNvSpPr>
            <a:spLocks noGrp="1"/>
          </p:cNvSpPr>
          <p:nvPr>
            <p:ph type="title"/>
          </p:nvPr>
        </p:nvSpPr>
        <p:spPr>
          <a:xfrm>
            <a:off x="551384" y="549274"/>
            <a:ext cx="11090938" cy="930372"/>
          </a:xfrm>
        </p:spPr>
        <p:txBody>
          <a:bodyPr/>
          <a:lstStyle/>
          <a:p>
            <a:r>
              <a:rPr lang="en-US" dirty="0"/>
              <a:t>Agenda (Version with table)</a:t>
            </a:r>
            <a:br>
              <a:rPr lang="en-US" dirty="0"/>
            </a:br>
            <a:endParaRPr lang="en-US" dirty="0"/>
          </a:p>
        </p:txBody>
      </p:sp>
      <p:graphicFrame>
        <p:nvGraphicFramePr>
          <p:cNvPr id="7" name="Table Placeholder 4">
            <a:extLst>
              <a:ext uri="{FF2B5EF4-FFF2-40B4-BE49-F238E27FC236}">
                <a16:creationId xmlns:a16="http://schemas.microsoft.com/office/drawing/2014/main" id="{26D6DDAB-1D60-0CD3-0246-547FDC61DA3F}"/>
              </a:ext>
            </a:extLst>
          </p:cNvPr>
          <p:cNvGraphicFramePr>
            <a:graphicFrameLocks/>
          </p:cNvGraphicFramePr>
          <p:nvPr>
            <p:extLst>
              <p:ext uri="{D42A27DB-BD31-4B8C-83A1-F6EECF244321}">
                <p14:modId xmlns:p14="http://schemas.microsoft.com/office/powerpoint/2010/main" val="1719027168"/>
              </p:ext>
            </p:extLst>
          </p:nvPr>
        </p:nvGraphicFramePr>
        <p:xfrm>
          <a:off x="550862" y="2492896"/>
          <a:ext cx="11089753" cy="3132000"/>
        </p:xfrm>
        <a:graphic>
          <a:graphicData uri="http://schemas.openxmlformats.org/drawingml/2006/table">
            <a:tbl>
              <a:tblPr firstRow="1">
                <a:tableStyleId>{5C22544A-7EE6-4342-B048-85BDC9FD1C3A}</a:tableStyleId>
              </a:tblPr>
              <a:tblGrid>
                <a:gridCol w="1006550">
                  <a:extLst>
                    <a:ext uri="{9D8B030D-6E8A-4147-A177-3AD203B41FA5}">
                      <a16:colId xmlns:a16="http://schemas.microsoft.com/office/drawing/2014/main" val="2607851620"/>
                    </a:ext>
                  </a:extLst>
                </a:gridCol>
                <a:gridCol w="10083203">
                  <a:extLst>
                    <a:ext uri="{9D8B030D-6E8A-4147-A177-3AD203B41FA5}">
                      <a16:colId xmlns:a16="http://schemas.microsoft.com/office/drawing/2014/main" val="1243403413"/>
                    </a:ext>
                  </a:extLst>
                </a:gridCol>
              </a:tblGrid>
              <a:tr h="626400">
                <a:tc>
                  <a:txBody>
                    <a:bodyPr/>
                    <a:lstStyle/>
                    <a:p>
                      <a:pPr algn="r"/>
                      <a:r>
                        <a:rPr lang="en-US" sz="1400" b="0" i="0" noProof="0" dirty="0">
                          <a:solidFill>
                            <a:schemeClr val="tx1"/>
                          </a:solidFill>
                          <a:latin typeface="+mn-lt"/>
                        </a:rPr>
                        <a:t>01</a:t>
                      </a:r>
                    </a:p>
                  </a:txBody>
                  <a:tcPr marL="45720" marR="360000" marT="144000" marB="180000">
                    <a:lnL w="12700" cmpd="sng">
                      <a:noFill/>
                    </a:lnL>
                    <a:lnR w="12700" cap="flat" cmpd="sng" algn="ctr">
                      <a:noFill/>
                      <a:prstDash val="solid"/>
                      <a:round/>
                      <a:headEnd type="none" w="med" len="med"/>
                      <a:tailEnd type="none" w="med" len="med"/>
                    </a:lnR>
                    <a:lnT w="38100" cap="flat" cmpd="sng" algn="ctr">
                      <a:solidFill>
                        <a:schemeClr val="tx2"/>
                      </a:solidFill>
                      <a:prstDash val="solid"/>
                      <a:round/>
                      <a:headEnd type="none" w="med" len="med"/>
                      <a:tailEnd type="none" w="med" len="med"/>
                    </a:lnT>
                    <a:lnB w="381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400"/>
                        </a:lnSpc>
                      </a:pPr>
                      <a:r>
                        <a:rPr lang="en-US" sz="1400" b="0" i="0" noProof="0" dirty="0">
                          <a:solidFill>
                            <a:schemeClr val="tx1"/>
                          </a:solidFill>
                          <a:latin typeface="+mn-lt"/>
                        </a:rPr>
                        <a:t>Text</a:t>
                      </a:r>
                    </a:p>
                  </a:txBody>
                  <a:tcPr marL="360000" marR="45720" marT="144000" marB="180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tx2"/>
                      </a:solidFill>
                      <a:prstDash val="solid"/>
                      <a:round/>
                      <a:headEnd type="none" w="med" len="med"/>
                      <a:tailEnd type="none" w="med" len="med"/>
                    </a:lnT>
                    <a:lnB w="381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81481475"/>
                  </a:ext>
                </a:extLst>
              </a:tr>
              <a:tr h="626400">
                <a:tc>
                  <a:txBody>
                    <a:bodyPr/>
                    <a:lstStyle/>
                    <a:p>
                      <a:pPr algn="r">
                        <a:lnSpc>
                          <a:spcPts val="1400"/>
                        </a:lnSpc>
                      </a:pPr>
                      <a:r>
                        <a:rPr lang="en-US" sz="1400" b="0" i="0" noProof="0" dirty="0">
                          <a:solidFill>
                            <a:schemeClr val="tx1"/>
                          </a:solidFill>
                          <a:latin typeface="+mn-lt"/>
                        </a:rPr>
                        <a:t>02</a:t>
                      </a:r>
                    </a:p>
                  </a:txBody>
                  <a:tcPr marL="45720" marR="360000" marT="144000" marB="180000">
                    <a:lnL w="12700" cmpd="sng">
                      <a:noFill/>
                    </a:lnL>
                    <a:lnR w="12700" cap="flat" cmpd="sng" algn="ctr">
                      <a:noFill/>
                      <a:prstDash val="solid"/>
                      <a:round/>
                      <a:headEnd type="none" w="med" len="med"/>
                      <a:tailEnd type="none" w="med" len="med"/>
                    </a:lnR>
                    <a:lnT w="38100" cap="flat" cmpd="sng" algn="ctr">
                      <a:solidFill>
                        <a:schemeClr val="accent1"/>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400"/>
                        </a:lnSpc>
                      </a:pPr>
                      <a:r>
                        <a:rPr lang="en-US" sz="1400" b="0" i="0" noProof="0" dirty="0">
                          <a:solidFill>
                            <a:schemeClr val="tx1"/>
                          </a:solidFill>
                          <a:latin typeface="+mn-lt"/>
                        </a:rPr>
                        <a:t>Example text</a:t>
                      </a:r>
                    </a:p>
                  </a:txBody>
                  <a:tcPr marL="360000" marR="45720" marT="144000" marB="180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1"/>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0348787"/>
                  </a:ext>
                </a:extLst>
              </a:tr>
              <a:tr h="626400">
                <a:tc>
                  <a:txBody>
                    <a:bodyPr/>
                    <a:lstStyle/>
                    <a:p>
                      <a:pPr algn="r">
                        <a:lnSpc>
                          <a:spcPts val="1400"/>
                        </a:lnSpc>
                      </a:pPr>
                      <a:r>
                        <a:rPr lang="en-US" sz="1400" b="0" i="0" noProof="0" dirty="0">
                          <a:solidFill>
                            <a:schemeClr val="tx1"/>
                          </a:solidFill>
                          <a:latin typeface="+mn-lt"/>
                        </a:rPr>
                        <a:t>03</a:t>
                      </a:r>
                    </a:p>
                  </a:txBody>
                  <a:tcPr marL="45720" marR="360000" marT="144000" marB="180000">
                    <a:lnL w="12700" cmpd="sng">
                      <a:noFill/>
                    </a:lnL>
                    <a:lnR w="127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360000" marR="45720" marT="144000" marB="180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4772154"/>
                  </a:ext>
                </a:extLst>
              </a:tr>
              <a:tr h="626400">
                <a:tc>
                  <a:txBody>
                    <a:bodyPr/>
                    <a:lstStyle/>
                    <a:p>
                      <a:pPr algn="r">
                        <a:lnSpc>
                          <a:spcPts val="1400"/>
                        </a:lnSpc>
                      </a:pPr>
                      <a:r>
                        <a:rPr lang="en-US" sz="1400" b="0" i="0" noProof="0" dirty="0">
                          <a:solidFill>
                            <a:schemeClr val="tx1"/>
                          </a:solidFill>
                          <a:latin typeface="+mn-lt"/>
                        </a:rPr>
                        <a:t>04</a:t>
                      </a:r>
                    </a:p>
                  </a:txBody>
                  <a:tcPr marL="45720" marR="360000" marT="144000" marB="180000">
                    <a:lnL w="12700" cmpd="sng">
                      <a:noFill/>
                    </a:lnL>
                    <a:lnR w="12700" cap="flat" cmpd="sng" algn="ctr">
                      <a:noFill/>
                      <a:prstDash val="solid"/>
                      <a:round/>
                      <a:headEnd type="none" w="med" len="med"/>
                      <a:tailEnd type="none" w="med" len="med"/>
                    </a:lnR>
                    <a:lnT w="38100" cap="flat" cmpd="sng" algn="ctr">
                      <a:solidFill>
                        <a:schemeClr val="accent3"/>
                      </a:solidFill>
                      <a:prstDash val="solid"/>
                      <a:round/>
                      <a:headEnd type="none" w="med" len="med"/>
                      <a:tailEnd type="none" w="med" len="med"/>
                    </a:lnT>
                    <a:lnB w="3810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Example text</a:t>
                      </a:r>
                    </a:p>
                  </a:txBody>
                  <a:tcPr marL="360000" marR="45720" marT="144000" marB="180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3"/>
                      </a:solidFill>
                      <a:prstDash val="solid"/>
                      <a:round/>
                      <a:headEnd type="none" w="med" len="med"/>
                      <a:tailEnd type="none" w="med" len="med"/>
                    </a:lnT>
                    <a:lnB w="38100" cap="flat" cmpd="sng" algn="ctr">
                      <a:solidFill>
                        <a:schemeClr val="accent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7503373"/>
                  </a:ext>
                </a:extLst>
              </a:tr>
              <a:tr h="626400">
                <a:tc>
                  <a:txBody>
                    <a:bodyPr/>
                    <a:lstStyle/>
                    <a:p>
                      <a:pPr marL="0" marR="0" lvl="0" indent="0" algn="r" defTabSz="914400" rtl="0" eaLnBrk="1" fontAlgn="auto" latinLnBrk="0" hangingPunct="1">
                        <a:lnSpc>
                          <a:spcPts val="1400"/>
                        </a:lnSpc>
                        <a:spcBef>
                          <a:spcPts val="0"/>
                        </a:spcBef>
                        <a:spcAft>
                          <a:spcPts val="0"/>
                        </a:spcAft>
                        <a:buClrTx/>
                        <a:buSzTx/>
                        <a:buFontTx/>
                        <a:buNone/>
                        <a:tabLst/>
                        <a:defRPr/>
                      </a:pPr>
                      <a:r>
                        <a:rPr lang="en-US" sz="1400" b="0" i="0" noProof="0" dirty="0">
                          <a:solidFill>
                            <a:schemeClr val="tx1"/>
                          </a:solidFill>
                          <a:latin typeface="+mn-lt"/>
                        </a:rPr>
                        <a:t>05</a:t>
                      </a:r>
                    </a:p>
                  </a:txBody>
                  <a:tcPr marL="45720" marR="360000" marT="144000" marB="180000">
                    <a:lnL w="12700" cmpd="sng">
                      <a:noFill/>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l">
                        <a:lnSpc>
                          <a:spcPts val="1400"/>
                        </a:lnSpc>
                      </a:pPr>
                      <a:r>
                        <a:rPr lang="en-US" sz="1400" b="0" i="0" noProof="0" dirty="0">
                          <a:solidFill>
                            <a:schemeClr val="tx1"/>
                          </a:solidFill>
                          <a:latin typeface="+mn-lt"/>
                        </a:rPr>
                        <a:t>Example text</a:t>
                      </a:r>
                    </a:p>
                  </a:txBody>
                  <a:tcPr marL="360000" marR="45720" marT="144000" marB="180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42550040"/>
                  </a:ext>
                </a:extLst>
              </a:tr>
            </a:tbl>
          </a:graphicData>
        </a:graphic>
      </p:graphicFrame>
      <p:sp>
        <p:nvSpPr>
          <p:cNvPr id="17" name="Date Placeholder 16">
            <a:extLst>
              <a:ext uri="{FF2B5EF4-FFF2-40B4-BE49-F238E27FC236}">
                <a16:creationId xmlns:a16="http://schemas.microsoft.com/office/drawing/2014/main" id="{1D311B34-D034-DC2F-7119-FAB492422E15}"/>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8" name="Footer Placeholder 17">
            <a:extLst>
              <a:ext uri="{FF2B5EF4-FFF2-40B4-BE49-F238E27FC236}">
                <a16:creationId xmlns:a16="http://schemas.microsoft.com/office/drawing/2014/main" id="{0BABCD95-B461-3D9E-DD42-3BC811F03F08}"/>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19" name="Slide Number Placeholder 18">
            <a:extLst>
              <a:ext uri="{FF2B5EF4-FFF2-40B4-BE49-F238E27FC236}">
                <a16:creationId xmlns:a16="http://schemas.microsoft.com/office/drawing/2014/main" id="{4C0968B9-C9E2-0AF0-1359-9EB1ADC4F378}"/>
              </a:ext>
            </a:extLst>
          </p:cNvPr>
          <p:cNvSpPr>
            <a:spLocks noGrp="1"/>
          </p:cNvSpPr>
          <p:nvPr>
            <p:ph type="sldNum" sz="quarter" idx="12"/>
          </p:nvPr>
        </p:nvSpPr>
        <p:spPr/>
        <p:txBody>
          <a:bodyPr/>
          <a:lstStyle/>
          <a:p>
            <a:pPr algn="r"/>
            <a:fld id="{5D9A5160-6218-4E5A-B9E6-B93E3DAE377C}" type="slidenum">
              <a:rPr lang="en-US" smtClean="0"/>
              <a:pPr algn="r"/>
              <a:t>40</a:t>
            </a:fld>
            <a:endParaRPr lang="en-US" dirty="0"/>
          </a:p>
        </p:txBody>
      </p:sp>
    </p:spTree>
    <p:extLst>
      <p:ext uri="{BB962C8B-B14F-4D97-AF65-F5344CB8AC3E}">
        <p14:creationId xmlns:p14="http://schemas.microsoft.com/office/powerpoint/2010/main" val="108552582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B5897D-AFD6-2C06-CE5D-A41E1EFE471A}"/>
            </a:ext>
          </a:extLst>
        </p:cNvPr>
        <p:cNvGrpSpPr/>
        <p:nvPr/>
      </p:nvGrpSpPr>
      <p:grpSpPr>
        <a:xfrm>
          <a:off x="0" y="0"/>
          <a:ext cx="0" cy="0"/>
          <a:chOff x="0" y="0"/>
          <a:chExt cx="0" cy="0"/>
        </a:xfrm>
      </p:grpSpPr>
      <p:sp>
        <p:nvSpPr>
          <p:cNvPr id="48" name="Text Placeholder 47">
            <a:extLst>
              <a:ext uri="{FF2B5EF4-FFF2-40B4-BE49-F238E27FC236}">
                <a16:creationId xmlns:a16="http://schemas.microsoft.com/office/drawing/2014/main" id="{C573F1D7-9393-501F-8519-6507E6888BD7}"/>
              </a:ext>
            </a:extLst>
          </p:cNvPr>
          <p:cNvSpPr>
            <a:spLocks noGrp="1"/>
          </p:cNvSpPr>
          <p:nvPr>
            <p:ph type="body" sz="quarter" idx="24"/>
          </p:nvPr>
        </p:nvSpPr>
        <p:spPr>
          <a:xfrm>
            <a:off x="2207567" y="1628775"/>
            <a:ext cx="9433569" cy="369332"/>
          </a:xfrm>
        </p:spPr>
        <p:txBody>
          <a:bodyPr/>
          <a:lstStyle/>
          <a:p>
            <a:r>
              <a:rPr lang="en-US" dirty="0"/>
              <a:t>Subject 1</a:t>
            </a:r>
          </a:p>
        </p:txBody>
      </p:sp>
      <p:sp>
        <p:nvSpPr>
          <p:cNvPr id="49" name="Text Placeholder 48">
            <a:extLst>
              <a:ext uri="{FF2B5EF4-FFF2-40B4-BE49-F238E27FC236}">
                <a16:creationId xmlns:a16="http://schemas.microsoft.com/office/drawing/2014/main" id="{DB9FD33C-4D25-8770-7067-186D2B8A2FF3}"/>
              </a:ext>
            </a:extLst>
          </p:cNvPr>
          <p:cNvSpPr>
            <a:spLocks noGrp="1"/>
          </p:cNvSpPr>
          <p:nvPr>
            <p:ph type="body" sz="quarter" idx="25"/>
          </p:nvPr>
        </p:nvSpPr>
        <p:spPr>
          <a:xfrm>
            <a:off x="2207567" y="2221388"/>
            <a:ext cx="9433569" cy="369332"/>
          </a:xfrm>
        </p:spPr>
        <p:txBody>
          <a:bodyPr/>
          <a:lstStyle/>
          <a:p>
            <a:r>
              <a:rPr lang="en-US" dirty="0"/>
              <a:t>Subject 2</a:t>
            </a:r>
          </a:p>
        </p:txBody>
      </p:sp>
      <p:sp>
        <p:nvSpPr>
          <p:cNvPr id="58" name="Text Placeholder 57">
            <a:extLst>
              <a:ext uri="{FF2B5EF4-FFF2-40B4-BE49-F238E27FC236}">
                <a16:creationId xmlns:a16="http://schemas.microsoft.com/office/drawing/2014/main" id="{AEAB5F47-8309-E174-1FC4-F3C97E622232}"/>
              </a:ext>
            </a:extLst>
          </p:cNvPr>
          <p:cNvSpPr>
            <a:spLocks noGrp="1"/>
          </p:cNvSpPr>
          <p:nvPr>
            <p:ph type="body" sz="quarter" idx="26"/>
          </p:nvPr>
        </p:nvSpPr>
        <p:spPr/>
        <p:txBody>
          <a:bodyPr/>
          <a:lstStyle/>
          <a:p>
            <a:endParaRPr lang="en-US" dirty="0"/>
          </a:p>
        </p:txBody>
      </p:sp>
      <p:sp>
        <p:nvSpPr>
          <p:cNvPr id="51" name="Text Placeholder 50">
            <a:extLst>
              <a:ext uri="{FF2B5EF4-FFF2-40B4-BE49-F238E27FC236}">
                <a16:creationId xmlns:a16="http://schemas.microsoft.com/office/drawing/2014/main" id="{4981724A-2C8F-40C4-5DE2-2D6628E2AAF1}"/>
              </a:ext>
            </a:extLst>
          </p:cNvPr>
          <p:cNvSpPr>
            <a:spLocks noGrp="1"/>
          </p:cNvSpPr>
          <p:nvPr>
            <p:ph type="body" sz="quarter" idx="27"/>
          </p:nvPr>
        </p:nvSpPr>
        <p:spPr>
          <a:xfrm>
            <a:off x="1492499" y="1628775"/>
            <a:ext cx="335980" cy="369888"/>
          </a:xfrm>
        </p:spPr>
        <p:txBody>
          <a:bodyPr/>
          <a:lstStyle/>
          <a:p>
            <a:r>
              <a:rPr lang="en-US" dirty="0"/>
              <a:t>01</a:t>
            </a:r>
          </a:p>
        </p:txBody>
      </p:sp>
      <p:sp>
        <p:nvSpPr>
          <p:cNvPr id="52" name="Text Placeholder 51">
            <a:extLst>
              <a:ext uri="{FF2B5EF4-FFF2-40B4-BE49-F238E27FC236}">
                <a16:creationId xmlns:a16="http://schemas.microsoft.com/office/drawing/2014/main" id="{D5656CAF-6EE2-DEC8-7FF7-F5DA062A85D8}"/>
              </a:ext>
            </a:extLst>
          </p:cNvPr>
          <p:cNvSpPr>
            <a:spLocks noGrp="1"/>
          </p:cNvSpPr>
          <p:nvPr>
            <p:ph type="body" sz="quarter" idx="28"/>
          </p:nvPr>
        </p:nvSpPr>
        <p:spPr>
          <a:xfrm>
            <a:off x="1492499" y="2221388"/>
            <a:ext cx="335980" cy="369888"/>
          </a:xfrm>
        </p:spPr>
        <p:txBody>
          <a:bodyPr/>
          <a:lstStyle/>
          <a:p>
            <a:r>
              <a:rPr lang="en-US" dirty="0"/>
              <a:t>02</a:t>
            </a:r>
          </a:p>
        </p:txBody>
      </p:sp>
      <p:sp>
        <p:nvSpPr>
          <p:cNvPr id="59" name="Text Placeholder 58">
            <a:extLst>
              <a:ext uri="{FF2B5EF4-FFF2-40B4-BE49-F238E27FC236}">
                <a16:creationId xmlns:a16="http://schemas.microsoft.com/office/drawing/2014/main" id="{4CC0317B-3D3B-5B6A-9A20-5972FDE79735}"/>
              </a:ext>
            </a:extLst>
          </p:cNvPr>
          <p:cNvSpPr>
            <a:spLocks noGrp="1"/>
          </p:cNvSpPr>
          <p:nvPr>
            <p:ph type="body" sz="quarter" idx="29"/>
          </p:nvPr>
        </p:nvSpPr>
        <p:spPr/>
        <p:txBody>
          <a:bodyPr/>
          <a:lstStyle/>
          <a:p>
            <a:endParaRPr lang="en-US" dirty="0"/>
          </a:p>
        </p:txBody>
      </p:sp>
      <p:sp>
        <p:nvSpPr>
          <p:cNvPr id="60" name="Text Placeholder 59">
            <a:extLst>
              <a:ext uri="{FF2B5EF4-FFF2-40B4-BE49-F238E27FC236}">
                <a16:creationId xmlns:a16="http://schemas.microsoft.com/office/drawing/2014/main" id="{B3D3FE45-F132-05C4-4CD3-6A1E75E33F31}"/>
              </a:ext>
            </a:extLst>
          </p:cNvPr>
          <p:cNvSpPr>
            <a:spLocks noGrp="1"/>
          </p:cNvSpPr>
          <p:nvPr>
            <p:ph type="body" sz="quarter" idx="30"/>
          </p:nvPr>
        </p:nvSpPr>
        <p:spPr/>
        <p:txBody>
          <a:bodyPr/>
          <a:lstStyle/>
          <a:p>
            <a:endParaRPr lang="en-US" dirty="0"/>
          </a:p>
        </p:txBody>
      </p:sp>
      <p:sp>
        <p:nvSpPr>
          <p:cNvPr id="61" name="Text Placeholder 60">
            <a:extLst>
              <a:ext uri="{FF2B5EF4-FFF2-40B4-BE49-F238E27FC236}">
                <a16:creationId xmlns:a16="http://schemas.microsoft.com/office/drawing/2014/main" id="{4D577929-D66E-9C32-320F-4EEB3AD37F8E}"/>
              </a:ext>
            </a:extLst>
          </p:cNvPr>
          <p:cNvSpPr>
            <a:spLocks noGrp="1"/>
          </p:cNvSpPr>
          <p:nvPr>
            <p:ph type="body" sz="quarter" idx="31"/>
          </p:nvPr>
        </p:nvSpPr>
        <p:spPr/>
        <p:txBody>
          <a:bodyPr/>
          <a:lstStyle/>
          <a:p>
            <a:endParaRPr lang="en-US" dirty="0"/>
          </a:p>
        </p:txBody>
      </p:sp>
      <p:sp>
        <p:nvSpPr>
          <p:cNvPr id="62" name="Text Placeholder 61">
            <a:extLst>
              <a:ext uri="{FF2B5EF4-FFF2-40B4-BE49-F238E27FC236}">
                <a16:creationId xmlns:a16="http://schemas.microsoft.com/office/drawing/2014/main" id="{2BA334FA-6098-0AE0-D34B-60AB83315808}"/>
              </a:ext>
            </a:extLst>
          </p:cNvPr>
          <p:cNvSpPr>
            <a:spLocks noGrp="1"/>
          </p:cNvSpPr>
          <p:nvPr>
            <p:ph type="body" sz="quarter" idx="32"/>
          </p:nvPr>
        </p:nvSpPr>
        <p:spPr/>
        <p:txBody>
          <a:bodyPr/>
          <a:lstStyle/>
          <a:p>
            <a:endParaRPr lang="en-US" dirty="0"/>
          </a:p>
        </p:txBody>
      </p:sp>
      <p:sp>
        <p:nvSpPr>
          <p:cNvPr id="63" name="Text Placeholder 62">
            <a:extLst>
              <a:ext uri="{FF2B5EF4-FFF2-40B4-BE49-F238E27FC236}">
                <a16:creationId xmlns:a16="http://schemas.microsoft.com/office/drawing/2014/main" id="{B0DE50EF-156A-70B4-D769-D383934A01E3}"/>
              </a:ext>
            </a:extLst>
          </p:cNvPr>
          <p:cNvSpPr>
            <a:spLocks noGrp="1"/>
          </p:cNvSpPr>
          <p:nvPr>
            <p:ph type="body" sz="quarter" idx="33"/>
          </p:nvPr>
        </p:nvSpPr>
        <p:spPr/>
        <p:txBody>
          <a:bodyPr/>
          <a:lstStyle/>
          <a:p>
            <a:endParaRPr lang="en-US" dirty="0"/>
          </a:p>
        </p:txBody>
      </p:sp>
      <p:sp>
        <p:nvSpPr>
          <p:cNvPr id="64" name="Text Placeholder 63">
            <a:extLst>
              <a:ext uri="{FF2B5EF4-FFF2-40B4-BE49-F238E27FC236}">
                <a16:creationId xmlns:a16="http://schemas.microsoft.com/office/drawing/2014/main" id="{BDCD786A-7101-FB75-8C1C-E5299F7F2B17}"/>
              </a:ext>
            </a:extLst>
          </p:cNvPr>
          <p:cNvSpPr>
            <a:spLocks noGrp="1"/>
          </p:cNvSpPr>
          <p:nvPr>
            <p:ph type="body" sz="quarter" idx="34"/>
          </p:nvPr>
        </p:nvSpPr>
        <p:spPr/>
        <p:txBody>
          <a:bodyPr/>
          <a:lstStyle/>
          <a:p>
            <a:endParaRPr lang="en-US" dirty="0"/>
          </a:p>
        </p:txBody>
      </p:sp>
      <p:sp>
        <p:nvSpPr>
          <p:cNvPr id="65" name="Text Placeholder 64">
            <a:extLst>
              <a:ext uri="{FF2B5EF4-FFF2-40B4-BE49-F238E27FC236}">
                <a16:creationId xmlns:a16="http://schemas.microsoft.com/office/drawing/2014/main" id="{9F75A081-5B7E-7FA2-0424-323B9FD688F0}"/>
              </a:ext>
            </a:extLst>
          </p:cNvPr>
          <p:cNvSpPr>
            <a:spLocks noGrp="1"/>
          </p:cNvSpPr>
          <p:nvPr>
            <p:ph type="body" sz="quarter" idx="35"/>
          </p:nvPr>
        </p:nvSpPr>
        <p:spPr/>
        <p:txBody>
          <a:bodyPr/>
          <a:lstStyle/>
          <a:p>
            <a:endParaRPr lang="en-US" dirty="0"/>
          </a:p>
        </p:txBody>
      </p:sp>
      <p:sp>
        <p:nvSpPr>
          <p:cNvPr id="2" name="Title 1">
            <a:extLst>
              <a:ext uri="{FF2B5EF4-FFF2-40B4-BE49-F238E27FC236}">
                <a16:creationId xmlns:a16="http://schemas.microsoft.com/office/drawing/2014/main" id="{D93612E1-9025-0327-ACBD-6CD06C707612}"/>
              </a:ext>
            </a:extLst>
          </p:cNvPr>
          <p:cNvSpPr>
            <a:spLocks noGrp="1"/>
          </p:cNvSpPr>
          <p:nvPr>
            <p:ph type="title"/>
          </p:nvPr>
        </p:nvSpPr>
        <p:spPr>
          <a:xfrm>
            <a:off x="1492498" y="549274"/>
            <a:ext cx="10148637" cy="930372"/>
          </a:xfrm>
        </p:spPr>
        <p:txBody>
          <a:bodyPr/>
          <a:lstStyle/>
          <a:p>
            <a:r>
              <a:rPr lang="en-US" dirty="0"/>
              <a:t>Agenda EE 1</a:t>
            </a:r>
            <a:br>
              <a:rPr lang="en-US" dirty="0"/>
            </a:br>
            <a:endParaRPr lang="en-US" dirty="0"/>
          </a:p>
        </p:txBody>
      </p:sp>
      <p:sp>
        <p:nvSpPr>
          <p:cNvPr id="72" name="Date Placeholder 71">
            <a:extLst>
              <a:ext uri="{FF2B5EF4-FFF2-40B4-BE49-F238E27FC236}">
                <a16:creationId xmlns:a16="http://schemas.microsoft.com/office/drawing/2014/main" id="{64E89204-D702-8255-86FE-A2C52655F98E}"/>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73" name="Footer Placeholder 72">
            <a:extLst>
              <a:ext uri="{FF2B5EF4-FFF2-40B4-BE49-F238E27FC236}">
                <a16:creationId xmlns:a16="http://schemas.microsoft.com/office/drawing/2014/main" id="{327A9B70-5B56-6FFF-1856-3F0206276810}"/>
              </a:ext>
            </a:extLst>
          </p:cNvPr>
          <p:cNvSpPr>
            <a:spLocks noGrp="1"/>
          </p:cNvSpPr>
          <p:nvPr>
            <p:ph type="ftr" sz="quarter" idx="37"/>
          </p:nvPr>
        </p:nvSpPr>
        <p:spPr/>
        <p:txBody>
          <a:bodyPr/>
          <a:lstStyle/>
          <a:p>
            <a:pPr>
              <a:spcBef>
                <a:spcPts val="1000"/>
              </a:spcBef>
              <a:buFont typeface="Arial" panose="020B0604020202020204" pitchFamily="34" charset="0"/>
              <a:buNone/>
            </a:pPr>
            <a:r>
              <a:rPr lang="en-US" dirty="0"/>
              <a:t>Presentation Title | Author | Date</a:t>
            </a:r>
          </a:p>
        </p:txBody>
      </p:sp>
      <p:sp>
        <p:nvSpPr>
          <p:cNvPr id="74" name="Slide Number Placeholder 73">
            <a:extLst>
              <a:ext uri="{FF2B5EF4-FFF2-40B4-BE49-F238E27FC236}">
                <a16:creationId xmlns:a16="http://schemas.microsoft.com/office/drawing/2014/main" id="{7F991E3E-E12C-207A-F90A-E3CAF5D276F5}"/>
              </a:ext>
            </a:extLst>
          </p:cNvPr>
          <p:cNvSpPr>
            <a:spLocks noGrp="1"/>
          </p:cNvSpPr>
          <p:nvPr>
            <p:ph type="sldNum" sz="quarter" idx="38"/>
          </p:nvPr>
        </p:nvSpPr>
        <p:spPr/>
        <p:txBody>
          <a:bodyPr/>
          <a:lstStyle/>
          <a:p>
            <a:pPr algn="r"/>
            <a:fld id="{5D9A5160-6218-4E5A-B9E6-B93E3DAE377C}" type="slidenum">
              <a:rPr lang="en-US" smtClean="0"/>
              <a:pPr algn="r"/>
              <a:t>41</a:t>
            </a:fld>
            <a:endParaRPr lang="en-US" dirty="0"/>
          </a:p>
        </p:txBody>
      </p:sp>
    </p:spTree>
    <p:extLst>
      <p:ext uri="{BB962C8B-B14F-4D97-AF65-F5344CB8AC3E}">
        <p14:creationId xmlns:p14="http://schemas.microsoft.com/office/powerpoint/2010/main" val="418384744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0ECBE7-F910-8CF0-1787-071239013C1D}"/>
            </a:ext>
          </a:extLst>
        </p:cNvPr>
        <p:cNvGrpSpPr/>
        <p:nvPr/>
      </p:nvGrpSpPr>
      <p:grpSpPr>
        <a:xfrm>
          <a:off x="0" y="0"/>
          <a:ext cx="0" cy="0"/>
          <a:chOff x="0" y="0"/>
          <a:chExt cx="0" cy="0"/>
        </a:xfrm>
      </p:grpSpPr>
      <p:sp>
        <p:nvSpPr>
          <p:cNvPr id="48" name="Text Placeholder 47">
            <a:extLst>
              <a:ext uri="{FF2B5EF4-FFF2-40B4-BE49-F238E27FC236}">
                <a16:creationId xmlns:a16="http://schemas.microsoft.com/office/drawing/2014/main" id="{8F1B003D-7C2F-760A-B028-A1B14510A22F}"/>
              </a:ext>
            </a:extLst>
          </p:cNvPr>
          <p:cNvSpPr>
            <a:spLocks noGrp="1"/>
          </p:cNvSpPr>
          <p:nvPr>
            <p:ph type="body" sz="quarter" idx="24"/>
          </p:nvPr>
        </p:nvSpPr>
        <p:spPr>
          <a:xfrm>
            <a:off x="1286644" y="1628775"/>
            <a:ext cx="10024942" cy="369332"/>
          </a:xfrm>
        </p:spPr>
        <p:txBody>
          <a:bodyPr/>
          <a:lstStyle/>
          <a:p>
            <a:r>
              <a:rPr lang="en-US" dirty="0"/>
              <a:t>Subject 1</a:t>
            </a:r>
          </a:p>
        </p:txBody>
      </p:sp>
      <p:sp>
        <p:nvSpPr>
          <p:cNvPr id="49" name="Text Placeholder 48">
            <a:extLst>
              <a:ext uri="{FF2B5EF4-FFF2-40B4-BE49-F238E27FC236}">
                <a16:creationId xmlns:a16="http://schemas.microsoft.com/office/drawing/2014/main" id="{6501C3E8-B99C-BEDA-3459-CC0A07F74DA3}"/>
              </a:ext>
            </a:extLst>
          </p:cNvPr>
          <p:cNvSpPr>
            <a:spLocks noGrp="1"/>
          </p:cNvSpPr>
          <p:nvPr>
            <p:ph type="body" sz="quarter" idx="25"/>
          </p:nvPr>
        </p:nvSpPr>
        <p:spPr>
          <a:xfrm>
            <a:off x="1286644" y="2221388"/>
            <a:ext cx="10024942" cy="369332"/>
          </a:xfrm>
        </p:spPr>
        <p:txBody>
          <a:bodyPr/>
          <a:lstStyle/>
          <a:p>
            <a:r>
              <a:rPr lang="en-US" dirty="0"/>
              <a:t>Subject 2</a:t>
            </a:r>
          </a:p>
        </p:txBody>
      </p:sp>
      <p:sp>
        <p:nvSpPr>
          <p:cNvPr id="38" name="Text Placeholder 37">
            <a:extLst>
              <a:ext uri="{FF2B5EF4-FFF2-40B4-BE49-F238E27FC236}">
                <a16:creationId xmlns:a16="http://schemas.microsoft.com/office/drawing/2014/main" id="{2AA66873-6B9B-7B58-0A47-C5B0597A7D53}"/>
              </a:ext>
            </a:extLst>
          </p:cNvPr>
          <p:cNvSpPr>
            <a:spLocks noGrp="1"/>
          </p:cNvSpPr>
          <p:nvPr>
            <p:ph type="body" sz="quarter" idx="26"/>
          </p:nvPr>
        </p:nvSpPr>
        <p:spPr/>
        <p:txBody>
          <a:bodyPr/>
          <a:lstStyle/>
          <a:p>
            <a:endParaRPr lang="en-US" dirty="0"/>
          </a:p>
        </p:txBody>
      </p:sp>
      <p:sp>
        <p:nvSpPr>
          <p:cNvPr id="51" name="Text Placeholder 50">
            <a:extLst>
              <a:ext uri="{FF2B5EF4-FFF2-40B4-BE49-F238E27FC236}">
                <a16:creationId xmlns:a16="http://schemas.microsoft.com/office/drawing/2014/main" id="{EE381B9D-E9C6-8C9C-BC02-E2ACF3395DC6}"/>
              </a:ext>
            </a:extLst>
          </p:cNvPr>
          <p:cNvSpPr>
            <a:spLocks noGrp="1"/>
          </p:cNvSpPr>
          <p:nvPr>
            <p:ph type="body" sz="quarter" idx="27"/>
          </p:nvPr>
        </p:nvSpPr>
        <p:spPr>
          <a:xfrm>
            <a:off x="571574" y="1628775"/>
            <a:ext cx="335980" cy="369888"/>
          </a:xfrm>
        </p:spPr>
        <p:txBody>
          <a:bodyPr/>
          <a:lstStyle/>
          <a:p>
            <a:r>
              <a:rPr lang="en-US" dirty="0"/>
              <a:t>01</a:t>
            </a:r>
          </a:p>
        </p:txBody>
      </p:sp>
      <p:sp>
        <p:nvSpPr>
          <p:cNvPr id="52" name="Text Placeholder 51">
            <a:extLst>
              <a:ext uri="{FF2B5EF4-FFF2-40B4-BE49-F238E27FC236}">
                <a16:creationId xmlns:a16="http://schemas.microsoft.com/office/drawing/2014/main" id="{641AAEB4-1DFC-AFF9-B4FD-CC282E09F480}"/>
              </a:ext>
            </a:extLst>
          </p:cNvPr>
          <p:cNvSpPr>
            <a:spLocks noGrp="1"/>
          </p:cNvSpPr>
          <p:nvPr>
            <p:ph type="body" sz="quarter" idx="28"/>
          </p:nvPr>
        </p:nvSpPr>
        <p:spPr>
          <a:xfrm>
            <a:off x="571574" y="2221388"/>
            <a:ext cx="335980" cy="369888"/>
          </a:xfrm>
        </p:spPr>
        <p:txBody>
          <a:bodyPr/>
          <a:lstStyle/>
          <a:p>
            <a:r>
              <a:rPr lang="en-US" dirty="0"/>
              <a:t>02</a:t>
            </a:r>
          </a:p>
        </p:txBody>
      </p:sp>
      <p:sp>
        <p:nvSpPr>
          <p:cNvPr id="39" name="Text Placeholder 38">
            <a:extLst>
              <a:ext uri="{FF2B5EF4-FFF2-40B4-BE49-F238E27FC236}">
                <a16:creationId xmlns:a16="http://schemas.microsoft.com/office/drawing/2014/main" id="{5C815DCA-ECA4-D744-DCBB-225D2B4A46A0}"/>
              </a:ext>
            </a:extLst>
          </p:cNvPr>
          <p:cNvSpPr>
            <a:spLocks noGrp="1"/>
          </p:cNvSpPr>
          <p:nvPr>
            <p:ph type="body" sz="quarter" idx="29"/>
          </p:nvPr>
        </p:nvSpPr>
        <p:spPr/>
        <p:txBody>
          <a:bodyPr/>
          <a:lstStyle/>
          <a:p>
            <a:endParaRPr lang="en-US" dirty="0"/>
          </a:p>
        </p:txBody>
      </p:sp>
      <p:sp>
        <p:nvSpPr>
          <p:cNvPr id="40" name="Text Placeholder 39">
            <a:extLst>
              <a:ext uri="{FF2B5EF4-FFF2-40B4-BE49-F238E27FC236}">
                <a16:creationId xmlns:a16="http://schemas.microsoft.com/office/drawing/2014/main" id="{4742A4C5-0B6E-9CBC-0E06-37202152EF7F}"/>
              </a:ext>
            </a:extLst>
          </p:cNvPr>
          <p:cNvSpPr>
            <a:spLocks noGrp="1"/>
          </p:cNvSpPr>
          <p:nvPr>
            <p:ph type="body" sz="quarter" idx="30"/>
          </p:nvPr>
        </p:nvSpPr>
        <p:spPr/>
        <p:txBody>
          <a:bodyPr/>
          <a:lstStyle/>
          <a:p>
            <a:endParaRPr lang="en-US" dirty="0"/>
          </a:p>
        </p:txBody>
      </p:sp>
      <p:sp>
        <p:nvSpPr>
          <p:cNvPr id="41" name="Text Placeholder 40">
            <a:extLst>
              <a:ext uri="{FF2B5EF4-FFF2-40B4-BE49-F238E27FC236}">
                <a16:creationId xmlns:a16="http://schemas.microsoft.com/office/drawing/2014/main" id="{8BCE035C-FDA7-70A3-13F9-41D21BE74853}"/>
              </a:ext>
            </a:extLst>
          </p:cNvPr>
          <p:cNvSpPr>
            <a:spLocks noGrp="1"/>
          </p:cNvSpPr>
          <p:nvPr>
            <p:ph type="body" sz="quarter" idx="31"/>
          </p:nvPr>
        </p:nvSpPr>
        <p:spPr/>
        <p:txBody>
          <a:bodyPr/>
          <a:lstStyle/>
          <a:p>
            <a:endParaRPr lang="en-US" dirty="0"/>
          </a:p>
        </p:txBody>
      </p:sp>
      <p:sp>
        <p:nvSpPr>
          <p:cNvPr id="42" name="Text Placeholder 41">
            <a:extLst>
              <a:ext uri="{FF2B5EF4-FFF2-40B4-BE49-F238E27FC236}">
                <a16:creationId xmlns:a16="http://schemas.microsoft.com/office/drawing/2014/main" id="{0F8A456D-1763-0E4D-C1CF-32939DE6CE7A}"/>
              </a:ext>
            </a:extLst>
          </p:cNvPr>
          <p:cNvSpPr>
            <a:spLocks noGrp="1"/>
          </p:cNvSpPr>
          <p:nvPr>
            <p:ph type="body" sz="quarter" idx="32"/>
          </p:nvPr>
        </p:nvSpPr>
        <p:spPr/>
        <p:txBody>
          <a:bodyPr/>
          <a:lstStyle/>
          <a:p>
            <a:endParaRPr lang="en-US" dirty="0"/>
          </a:p>
        </p:txBody>
      </p:sp>
      <p:sp>
        <p:nvSpPr>
          <p:cNvPr id="43" name="Text Placeholder 42">
            <a:extLst>
              <a:ext uri="{FF2B5EF4-FFF2-40B4-BE49-F238E27FC236}">
                <a16:creationId xmlns:a16="http://schemas.microsoft.com/office/drawing/2014/main" id="{D28F5AEF-D928-8523-94AA-6B5929180411}"/>
              </a:ext>
            </a:extLst>
          </p:cNvPr>
          <p:cNvSpPr>
            <a:spLocks noGrp="1"/>
          </p:cNvSpPr>
          <p:nvPr>
            <p:ph type="body" sz="quarter" idx="33"/>
          </p:nvPr>
        </p:nvSpPr>
        <p:spPr/>
        <p:txBody>
          <a:bodyPr/>
          <a:lstStyle/>
          <a:p>
            <a:endParaRPr lang="en-US" dirty="0"/>
          </a:p>
        </p:txBody>
      </p:sp>
      <p:sp>
        <p:nvSpPr>
          <p:cNvPr id="44" name="Text Placeholder 43">
            <a:extLst>
              <a:ext uri="{FF2B5EF4-FFF2-40B4-BE49-F238E27FC236}">
                <a16:creationId xmlns:a16="http://schemas.microsoft.com/office/drawing/2014/main" id="{FC8A851C-188A-A4ED-C8F7-76CC213CECA3}"/>
              </a:ext>
            </a:extLst>
          </p:cNvPr>
          <p:cNvSpPr>
            <a:spLocks noGrp="1"/>
          </p:cNvSpPr>
          <p:nvPr>
            <p:ph type="body" sz="quarter" idx="34"/>
          </p:nvPr>
        </p:nvSpPr>
        <p:spPr/>
        <p:txBody>
          <a:bodyPr/>
          <a:lstStyle/>
          <a:p>
            <a:endParaRPr lang="en-US" dirty="0"/>
          </a:p>
        </p:txBody>
      </p:sp>
      <p:sp>
        <p:nvSpPr>
          <p:cNvPr id="45" name="Text Placeholder 44">
            <a:extLst>
              <a:ext uri="{FF2B5EF4-FFF2-40B4-BE49-F238E27FC236}">
                <a16:creationId xmlns:a16="http://schemas.microsoft.com/office/drawing/2014/main" id="{94F5421F-17FC-814D-A1FC-9E22D462B12F}"/>
              </a:ext>
            </a:extLst>
          </p:cNvPr>
          <p:cNvSpPr>
            <a:spLocks noGrp="1"/>
          </p:cNvSpPr>
          <p:nvPr>
            <p:ph type="body" sz="quarter" idx="35"/>
          </p:nvPr>
        </p:nvSpPr>
        <p:spPr/>
        <p:txBody>
          <a:bodyPr/>
          <a:lstStyle/>
          <a:p>
            <a:endParaRPr lang="en-US" dirty="0"/>
          </a:p>
        </p:txBody>
      </p:sp>
      <p:sp>
        <p:nvSpPr>
          <p:cNvPr id="12" name="Title 11">
            <a:extLst>
              <a:ext uri="{FF2B5EF4-FFF2-40B4-BE49-F238E27FC236}">
                <a16:creationId xmlns:a16="http://schemas.microsoft.com/office/drawing/2014/main" id="{95ED75AE-F20A-A85C-7F52-FEB437A2938C}"/>
              </a:ext>
            </a:extLst>
          </p:cNvPr>
          <p:cNvSpPr>
            <a:spLocks noGrp="1"/>
          </p:cNvSpPr>
          <p:nvPr>
            <p:ph type="title"/>
          </p:nvPr>
        </p:nvSpPr>
        <p:spPr>
          <a:xfrm>
            <a:off x="551384" y="549274"/>
            <a:ext cx="11090938" cy="930372"/>
          </a:xfrm>
        </p:spPr>
        <p:txBody>
          <a:bodyPr/>
          <a:lstStyle/>
          <a:p>
            <a:r>
              <a:rPr lang="en-US" dirty="0"/>
              <a:t>Agenda EE 2</a:t>
            </a:r>
            <a:br>
              <a:rPr lang="en-US" dirty="0"/>
            </a:br>
            <a:endParaRPr lang="en-US" dirty="0"/>
          </a:p>
        </p:txBody>
      </p:sp>
      <p:sp>
        <p:nvSpPr>
          <p:cNvPr id="53" name="Rectangle 52">
            <a:extLst>
              <a:ext uri="{FF2B5EF4-FFF2-40B4-BE49-F238E27FC236}">
                <a16:creationId xmlns:a16="http://schemas.microsoft.com/office/drawing/2014/main" id="{6865B8FE-D63C-45CF-06D1-9D4597CE5F5E}"/>
              </a:ext>
              <a:ext uri="{C183D7F6-B498-43B3-948B-1728B52AA6E4}">
                <adec:decorative xmlns:adec="http://schemas.microsoft.com/office/drawing/2017/decorative" val="1"/>
              </a:ext>
            </a:extLst>
          </p:cNvPr>
          <p:cNvSpPr/>
          <p:nvPr/>
        </p:nvSpPr>
        <p:spPr>
          <a:xfrm>
            <a:off x="3311628" y="605053"/>
            <a:ext cx="8880372" cy="216529"/>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chemeClr val="tx1"/>
              </a:solidFill>
            </a:endParaRPr>
          </a:p>
        </p:txBody>
      </p:sp>
      <p:sp>
        <p:nvSpPr>
          <p:cNvPr id="57" name="Date Placeholder 56">
            <a:extLst>
              <a:ext uri="{FF2B5EF4-FFF2-40B4-BE49-F238E27FC236}">
                <a16:creationId xmlns:a16="http://schemas.microsoft.com/office/drawing/2014/main" id="{5C3EA66B-D188-487A-B332-1CD4E7A8CAD7}"/>
              </a:ext>
            </a:extLst>
          </p:cNvPr>
          <p:cNvSpPr>
            <a:spLocks noGrp="1"/>
          </p:cNvSpPr>
          <p:nvPr>
            <p:ph type="dt" sz="half" idx="36"/>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58" name="Footer Placeholder 57">
            <a:extLst>
              <a:ext uri="{FF2B5EF4-FFF2-40B4-BE49-F238E27FC236}">
                <a16:creationId xmlns:a16="http://schemas.microsoft.com/office/drawing/2014/main" id="{5C07BF9F-2344-19B7-DEA5-D2E584D8BF32}"/>
              </a:ext>
            </a:extLst>
          </p:cNvPr>
          <p:cNvSpPr>
            <a:spLocks noGrp="1"/>
          </p:cNvSpPr>
          <p:nvPr>
            <p:ph type="ftr" sz="quarter" idx="37"/>
          </p:nvPr>
        </p:nvSpPr>
        <p:spPr/>
        <p:txBody>
          <a:bodyPr/>
          <a:lstStyle/>
          <a:p>
            <a:pPr>
              <a:spcBef>
                <a:spcPts val="1000"/>
              </a:spcBef>
              <a:buFont typeface="Arial" panose="020B0604020202020204" pitchFamily="34" charset="0"/>
              <a:buNone/>
            </a:pPr>
            <a:r>
              <a:rPr lang="en-US" dirty="0"/>
              <a:t>Presentation Title | Author | Date</a:t>
            </a:r>
          </a:p>
        </p:txBody>
      </p:sp>
      <p:sp>
        <p:nvSpPr>
          <p:cNvPr id="59" name="Slide Number Placeholder 58">
            <a:extLst>
              <a:ext uri="{FF2B5EF4-FFF2-40B4-BE49-F238E27FC236}">
                <a16:creationId xmlns:a16="http://schemas.microsoft.com/office/drawing/2014/main" id="{1B1DBD32-01CE-481B-33F2-B0F17F5046DF}"/>
              </a:ext>
            </a:extLst>
          </p:cNvPr>
          <p:cNvSpPr>
            <a:spLocks noGrp="1"/>
          </p:cNvSpPr>
          <p:nvPr>
            <p:ph type="sldNum" sz="quarter" idx="38"/>
          </p:nvPr>
        </p:nvSpPr>
        <p:spPr/>
        <p:txBody>
          <a:bodyPr/>
          <a:lstStyle/>
          <a:p>
            <a:pPr algn="r"/>
            <a:fld id="{5D9A5160-6218-4E5A-B9E6-B93E3DAE377C}" type="slidenum">
              <a:rPr lang="en-US" smtClean="0"/>
              <a:pPr algn="r"/>
              <a:t>42</a:t>
            </a:fld>
            <a:endParaRPr lang="en-US" dirty="0"/>
          </a:p>
        </p:txBody>
      </p:sp>
    </p:spTree>
    <p:extLst>
      <p:ext uri="{BB962C8B-B14F-4D97-AF65-F5344CB8AC3E}">
        <p14:creationId xmlns:p14="http://schemas.microsoft.com/office/powerpoint/2010/main" val="1688569628"/>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8969C4-AF46-046C-0697-183B87177495}"/>
            </a:ext>
          </a:extLst>
        </p:cNvPr>
        <p:cNvGrpSpPr/>
        <p:nvPr/>
      </p:nvGrpSpPr>
      <p:grpSpPr>
        <a:xfrm>
          <a:off x="0" y="0"/>
          <a:ext cx="0" cy="0"/>
          <a:chOff x="0" y="0"/>
          <a:chExt cx="0" cy="0"/>
        </a:xfrm>
      </p:grpSpPr>
      <p:sp>
        <p:nvSpPr>
          <p:cNvPr id="32" name="Date Placeholder 31">
            <a:extLst>
              <a:ext uri="{FF2B5EF4-FFF2-40B4-BE49-F238E27FC236}">
                <a16:creationId xmlns:a16="http://schemas.microsoft.com/office/drawing/2014/main" id="{E6D9375C-815E-B29E-F4B7-B6EA0789C6E0}"/>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3" name="Footer Placeholder 32">
            <a:extLst>
              <a:ext uri="{FF2B5EF4-FFF2-40B4-BE49-F238E27FC236}">
                <a16:creationId xmlns:a16="http://schemas.microsoft.com/office/drawing/2014/main" id="{5144BD0A-A17F-2414-3718-B7D26654AA3D}"/>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34" name="Slide Number Placeholder 33">
            <a:extLst>
              <a:ext uri="{FF2B5EF4-FFF2-40B4-BE49-F238E27FC236}">
                <a16:creationId xmlns:a16="http://schemas.microsoft.com/office/drawing/2014/main" id="{18CF4E3F-3DD1-FB4D-D1C0-B22BC04A497E}"/>
              </a:ext>
            </a:extLst>
          </p:cNvPr>
          <p:cNvSpPr>
            <a:spLocks noGrp="1"/>
          </p:cNvSpPr>
          <p:nvPr>
            <p:ph type="sldNum" sz="quarter" idx="30"/>
          </p:nvPr>
        </p:nvSpPr>
        <p:spPr/>
        <p:txBody>
          <a:bodyPr/>
          <a:lstStyle/>
          <a:p>
            <a:pPr algn="r"/>
            <a:fld id="{5D9A5160-6218-4E5A-B9E6-B93E3DAE377C}" type="slidenum">
              <a:rPr lang="en-US" smtClean="0"/>
              <a:pPr algn="r"/>
              <a:t>43</a:t>
            </a:fld>
            <a:endParaRPr lang="en-US" dirty="0"/>
          </a:p>
        </p:txBody>
      </p:sp>
      <p:sp>
        <p:nvSpPr>
          <p:cNvPr id="14" name="Text Placeholder 13">
            <a:extLst>
              <a:ext uri="{FF2B5EF4-FFF2-40B4-BE49-F238E27FC236}">
                <a16:creationId xmlns:a16="http://schemas.microsoft.com/office/drawing/2014/main" id="{C9E0CC6B-2D90-69A5-ABA1-0F6186727582}"/>
              </a:ext>
            </a:extLst>
          </p:cNvPr>
          <p:cNvSpPr>
            <a:spLocks noGrp="1"/>
          </p:cNvSpPr>
          <p:nvPr>
            <p:ph type="body" sz="quarter" idx="22"/>
          </p:nvPr>
        </p:nvSpPr>
        <p:spPr/>
        <p:txBody>
          <a:bodyPr/>
          <a:lstStyle/>
          <a:p>
            <a:r>
              <a:rPr lang="en-US" dirty="0"/>
              <a:t>In daily work chapter boxes are not often used</a:t>
            </a:r>
          </a:p>
        </p:txBody>
      </p:sp>
      <p:sp>
        <p:nvSpPr>
          <p:cNvPr id="8" name="Title 7">
            <a:extLst>
              <a:ext uri="{FF2B5EF4-FFF2-40B4-BE49-F238E27FC236}">
                <a16:creationId xmlns:a16="http://schemas.microsoft.com/office/drawing/2014/main" id="{E6966199-958A-D0E5-ADCA-B7027DECBA9F}"/>
              </a:ext>
            </a:extLst>
          </p:cNvPr>
          <p:cNvSpPr>
            <a:spLocks noGrp="1"/>
          </p:cNvSpPr>
          <p:nvPr>
            <p:ph type="title"/>
          </p:nvPr>
        </p:nvSpPr>
        <p:spPr/>
        <p:txBody>
          <a:bodyPr/>
          <a:lstStyle/>
          <a:p>
            <a:r>
              <a:rPr lang="en-US" dirty="0"/>
              <a:t>Ubuntu Medium 32pt; Slide title </a:t>
            </a:r>
            <a:br>
              <a:rPr lang="en-US" dirty="0"/>
            </a:br>
            <a:r>
              <a:rPr lang="en-US" dirty="0"/>
              <a:t>Lorem ipsum dolor sit </a:t>
            </a:r>
            <a:r>
              <a:rPr lang="en-US" dirty="0" err="1"/>
              <a:t>amets</a:t>
            </a:r>
            <a:endParaRPr lang="en-US" dirty="0"/>
          </a:p>
        </p:txBody>
      </p:sp>
      <p:sp>
        <p:nvSpPr>
          <p:cNvPr id="10" name="Content Placeholder 9">
            <a:extLst>
              <a:ext uri="{FF2B5EF4-FFF2-40B4-BE49-F238E27FC236}">
                <a16:creationId xmlns:a16="http://schemas.microsoft.com/office/drawing/2014/main" id="{F3B1326F-6765-B70E-9C6B-C2E216FA9097}"/>
              </a:ext>
            </a:extLst>
          </p:cNvPr>
          <p:cNvSpPr>
            <a:spLocks noGrp="1"/>
          </p:cNvSpPr>
          <p:nvPr>
            <p:ph sz="quarter" idx="31"/>
          </p:nvPr>
        </p:nvSpPr>
        <p:spPr/>
        <p:txBody>
          <a:bodyPr numCol="3" spcCol="180000"/>
          <a:lstStyle/>
          <a:p>
            <a:r>
              <a:rPr lang="en-US" dirty="0"/>
              <a:t>Text in columns (Text Box Options) </a:t>
            </a:r>
          </a:p>
          <a:p>
            <a:pPr lvl="1"/>
            <a:r>
              <a:rPr lang="en-US" dirty="0"/>
              <a:t>Aenean </a:t>
            </a:r>
            <a:r>
              <a:rPr lang="en-US" dirty="0" err="1"/>
              <a:t>commodo</a:t>
            </a:r>
            <a:r>
              <a:rPr lang="en-US" dirty="0"/>
              <a:t> ligula </a:t>
            </a:r>
            <a:r>
              <a:rPr lang="en-US" dirty="0" err="1"/>
              <a:t>eget</a:t>
            </a:r>
            <a:r>
              <a:rPr lang="en-US" dirty="0"/>
              <a:t> et </a:t>
            </a:r>
            <a:r>
              <a:rPr lang="en-US" dirty="0" err="1"/>
              <a:t>magnis</a:t>
            </a:r>
            <a:r>
              <a:rPr lang="en-US" dirty="0"/>
              <a:t> dis </a:t>
            </a:r>
            <a:r>
              <a:rPr lang="en-US" dirty="0" err="1"/>
              <a:t>parturientelementum</a:t>
            </a:r>
            <a:r>
              <a:rPr lang="en-US" dirty="0"/>
              <a:t> semper nisi. </a:t>
            </a:r>
          </a:p>
          <a:p>
            <a:pPr lvl="1"/>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2"/>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 </a:t>
            </a:r>
            <a:r>
              <a:rPr lang="en-US" dirty="0" err="1"/>
              <a:t>ut</a:t>
            </a:r>
            <a:r>
              <a:rPr lang="en-US" dirty="0"/>
              <a:t> </a:t>
            </a:r>
            <a:r>
              <a:rPr lang="en-US" dirty="0" err="1"/>
              <a:t>aliquip</a:t>
            </a:r>
            <a:r>
              <a:rPr lang="en-US" dirty="0"/>
              <a:t> ex </a:t>
            </a:r>
            <a:r>
              <a:rPr lang="en-US" dirty="0" err="1"/>
              <a:t>ea</a:t>
            </a:r>
            <a:r>
              <a:rPr lang="en-US" dirty="0"/>
              <a:t> </a:t>
            </a:r>
            <a:r>
              <a:rPr lang="en-US" dirty="0" err="1"/>
              <a:t>commodo</a:t>
            </a:r>
            <a:r>
              <a:rPr lang="en-US" dirty="0"/>
              <a:t> </a:t>
            </a:r>
            <a:r>
              <a:rPr lang="en-US" dirty="0" err="1"/>
              <a:t>consequat</a:t>
            </a:r>
            <a:r>
              <a:rPr lang="en-US" dirty="0"/>
              <a:t>. Duis </a:t>
            </a:r>
            <a:r>
              <a:rPr lang="en-US" dirty="0" err="1"/>
              <a:t>aute</a:t>
            </a:r>
            <a:r>
              <a:rPr lang="en-US" dirty="0"/>
              <a:t> </a:t>
            </a:r>
            <a:r>
              <a:rPr lang="en-US" dirty="0" err="1"/>
              <a:t>irure</a:t>
            </a:r>
            <a:r>
              <a:rPr lang="en-US" dirty="0"/>
              <a:t> dolor in </a:t>
            </a:r>
            <a:r>
              <a:rPr lang="en-US" dirty="0" err="1"/>
              <a:t>reprehenderit</a:t>
            </a:r>
            <a:r>
              <a:rPr lang="en-US" dirty="0"/>
              <a:t> in </a:t>
            </a:r>
            <a:r>
              <a:rPr lang="en-US" dirty="0" err="1"/>
              <a:t>voluptate</a:t>
            </a:r>
            <a:r>
              <a:rPr lang="en-US" dirty="0"/>
              <a:t> </a:t>
            </a:r>
            <a:r>
              <a:rPr lang="en-US" dirty="0" err="1"/>
              <a:t>velit</a:t>
            </a:r>
            <a:r>
              <a:rPr lang="en-US" dirty="0"/>
              <a:t> esse </a:t>
            </a:r>
            <a:r>
              <a:rPr lang="en-US" dirty="0" err="1"/>
              <a:t>cillum</a:t>
            </a:r>
            <a:r>
              <a:rPr lang="en-US" dirty="0"/>
              <a:t> dolore </a:t>
            </a:r>
            <a:r>
              <a:rPr lang="en-US" dirty="0" err="1"/>
              <a:t>eu</a:t>
            </a:r>
            <a:r>
              <a:rPr lang="en-US" dirty="0"/>
              <a:t> </a:t>
            </a:r>
            <a:r>
              <a:rPr lang="en-US" dirty="0" err="1"/>
              <a:t>fugiat</a:t>
            </a:r>
            <a:r>
              <a:rPr lang="en-US" dirty="0"/>
              <a:t> </a:t>
            </a:r>
            <a:r>
              <a:rPr lang="en-US" dirty="0" err="1"/>
              <a:t>nulla</a:t>
            </a:r>
            <a:r>
              <a:rPr lang="en-US" dirty="0"/>
              <a:t> </a:t>
            </a:r>
            <a:r>
              <a:rPr lang="en-US" dirty="0" err="1"/>
              <a:t>pariatur</a:t>
            </a:r>
            <a:r>
              <a:rPr lang="en-US" dirty="0"/>
              <a:t>.</a:t>
            </a:r>
          </a:p>
          <a:p>
            <a:r>
              <a:rPr lang="en-US" dirty="0"/>
              <a:t>Lorem ipsum dolor. </a:t>
            </a:r>
          </a:p>
          <a:p>
            <a:pPr lvl="1"/>
            <a:r>
              <a:rPr lang="en-US" dirty="0"/>
              <a:t>Aenean </a:t>
            </a:r>
            <a:r>
              <a:rPr lang="en-US" dirty="0" err="1"/>
              <a:t>commodo</a:t>
            </a:r>
            <a:r>
              <a:rPr lang="en-US" dirty="0"/>
              <a:t> ligula </a:t>
            </a:r>
            <a:r>
              <a:rPr lang="en-US" dirty="0" err="1"/>
              <a:t>eget</a:t>
            </a:r>
            <a:r>
              <a:rPr lang="en-US" dirty="0"/>
              <a:t> et </a:t>
            </a:r>
            <a:r>
              <a:rPr lang="en-US" dirty="0" err="1"/>
              <a:t>magnis</a:t>
            </a:r>
            <a:r>
              <a:rPr lang="en-US" dirty="0"/>
              <a:t> dis </a:t>
            </a:r>
            <a:r>
              <a:rPr lang="en-US" dirty="0" err="1"/>
              <a:t>parturientelementum</a:t>
            </a:r>
            <a:r>
              <a:rPr lang="en-US" dirty="0"/>
              <a:t> semper nisi. </a:t>
            </a:r>
          </a:p>
          <a:p>
            <a:pPr lvl="1"/>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2"/>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 </a:t>
            </a:r>
            <a:r>
              <a:rPr lang="en-US" dirty="0" err="1"/>
              <a:t>ut</a:t>
            </a:r>
            <a:r>
              <a:rPr lang="en-US" dirty="0"/>
              <a:t> </a:t>
            </a:r>
            <a:r>
              <a:rPr lang="en-US" dirty="0" err="1"/>
              <a:t>aliquip</a:t>
            </a:r>
            <a:r>
              <a:rPr lang="en-US" dirty="0"/>
              <a:t> ex </a:t>
            </a:r>
            <a:r>
              <a:rPr lang="en-US" dirty="0" err="1"/>
              <a:t>ea</a:t>
            </a:r>
            <a:r>
              <a:rPr lang="en-US" dirty="0"/>
              <a:t> </a:t>
            </a:r>
            <a:r>
              <a:rPr lang="en-US" dirty="0" err="1"/>
              <a:t>commodo</a:t>
            </a:r>
            <a:r>
              <a:rPr lang="en-US" dirty="0"/>
              <a:t> </a:t>
            </a:r>
            <a:r>
              <a:rPr lang="en-US" dirty="0" err="1"/>
              <a:t>consequat</a:t>
            </a:r>
            <a:r>
              <a:rPr lang="en-US" dirty="0"/>
              <a:t>. Duis </a:t>
            </a:r>
            <a:r>
              <a:rPr lang="en-US" dirty="0" err="1"/>
              <a:t>aute</a:t>
            </a:r>
            <a:r>
              <a:rPr lang="en-US" dirty="0"/>
              <a:t> </a:t>
            </a:r>
            <a:r>
              <a:rPr lang="en-US" dirty="0" err="1"/>
              <a:t>irure</a:t>
            </a:r>
            <a:r>
              <a:rPr lang="en-US" dirty="0"/>
              <a:t> dolor in </a:t>
            </a:r>
            <a:r>
              <a:rPr lang="en-US" dirty="0" err="1"/>
              <a:t>reprehenderit</a:t>
            </a:r>
            <a:r>
              <a:rPr lang="en-US" dirty="0"/>
              <a:t> in </a:t>
            </a:r>
            <a:r>
              <a:rPr lang="en-US" dirty="0" err="1"/>
              <a:t>voluptate</a:t>
            </a:r>
            <a:r>
              <a:rPr lang="en-US" dirty="0"/>
              <a:t> </a:t>
            </a:r>
            <a:r>
              <a:rPr lang="en-US" dirty="0" err="1"/>
              <a:t>velit</a:t>
            </a:r>
            <a:r>
              <a:rPr lang="en-US" dirty="0"/>
              <a:t> esse </a:t>
            </a:r>
            <a:r>
              <a:rPr lang="en-US" dirty="0" err="1"/>
              <a:t>cillum</a:t>
            </a:r>
            <a:r>
              <a:rPr lang="en-US" dirty="0"/>
              <a:t> dolore </a:t>
            </a:r>
            <a:r>
              <a:rPr lang="en-US" dirty="0" err="1"/>
              <a:t>eu</a:t>
            </a:r>
            <a:r>
              <a:rPr lang="en-US" dirty="0"/>
              <a:t> </a:t>
            </a:r>
            <a:r>
              <a:rPr lang="en-US" dirty="0" err="1"/>
              <a:t>fugiat</a:t>
            </a:r>
            <a:r>
              <a:rPr lang="en-US" dirty="0"/>
              <a:t> </a:t>
            </a:r>
            <a:r>
              <a:rPr lang="en-US" dirty="0" err="1"/>
              <a:t>nulla</a:t>
            </a:r>
            <a:r>
              <a:rPr lang="en-US" dirty="0"/>
              <a:t> </a:t>
            </a:r>
            <a:r>
              <a:rPr lang="en-US" dirty="0" err="1"/>
              <a:t>pariatur</a:t>
            </a:r>
            <a:r>
              <a:rPr lang="en-US" dirty="0"/>
              <a:t>.</a:t>
            </a:r>
          </a:p>
          <a:p>
            <a:r>
              <a:rPr lang="en-US" dirty="0"/>
              <a:t>Lorem ipsum dolor. </a:t>
            </a:r>
          </a:p>
          <a:p>
            <a:pPr lvl="1"/>
            <a:r>
              <a:rPr lang="en-US" dirty="0"/>
              <a:t>Aenean </a:t>
            </a:r>
            <a:r>
              <a:rPr lang="en-US" dirty="0" err="1"/>
              <a:t>commodo</a:t>
            </a:r>
            <a:r>
              <a:rPr lang="en-US" dirty="0"/>
              <a:t> ligula </a:t>
            </a:r>
            <a:r>
              <a:rPr lang="en-US" dirty="0" err="1"/>
              <a:t>eget</a:t>
            </a:r>
            <a:r>
              <a:rPr lang="en-US" dirty="0"/>
              <a:t> et </a:t>
            </a:r>
            <a:r>
              <a:rPr lang="en-US" dirty="0" err="1"/>
              <a:t>magnis</a:t>
            </a:r>
            <a:r>
              <a:rPr lang="en-US" dirty="0"/>
              <a:t> dis </a:t>
            </a:r>
            <a:r>
              <a:rPr lang="en-US" dirty="0" err="1"/>
              <a:t>parturientelementum</a:t>
            </a:r>
            <a:r>
              <a:rPr lang="en-US" dirty="0"/>
              <a:t> semper nisi. </a:t>
            </a:r>
          </a:p>
          <a:p>
            <a:pPr lvl="1"/>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2"/>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 </a:t>
            </a:r>
            <a:r>
              <a:rPr lang="en-US" dirty="0" err="1"/>
              <a:t>ut</a:t>
            </a:r>
            <a:r>
              <a:rPr lang="en-US" dirty="0"/>
              <a:t> </a:t>
            </a:r>
            <a:r>
              <a:rPr lang="en-US" dirty="0" err="1"/>
              <a:t>aliquip</a:t>
            </a:r>
            <a:r>
              <a:rPr lang="en-US" dirty="0"/>
              <a:t> ex </a:t>
            </a:r>
            <a:r>
              <a:rPr lang="en-US" dirty="0" err="1"/>
              <a:t>ea</a:t>
            </a:r>
            <a:r>
              <a:rPr lang="en-US" dirty="0"/>
              <a:t> </a:t>
            </a:r>
            <a:r>
              <a:rPr lang="en-US" dirty="0" err="1"/>
              <a:t>commodo</a:t>
            </a:r>
            <a:r>
              <a:rPr lang="en-US" dirty="0"/>
              <a:t> </a:t>
            </a:r>
            <a:r>
              <a:rPr lang="en-US" dirty="0" err="1"/>
              <a:t>consequat</a:t>
            </a:r>
            <a:r>
              <a:rPr lang="en-US" dirty="0"/>
              <a:t>. Duis </a:t>
            </a:r>
            <a:r>
              <a:rPr lang="en-US" dirty="0" err="1"/>
              <a:t>aute</a:t>
            </a:r>
            <a:r>
              <a:rPr lang="en-US" dirty="0"/>
              <a:t> </a:t>
            </a:r>
            <a:r>
              <a:rPr lang="en-US" dirty="0" err="1"/>
              <a:t>irure</a:t>
            </a:r>
            <a:r>
              <a:rPr lang="en-US" dirty="0"/>
              <a:t> dolor in </a:t>
            </a:r>
            <a:r>
              <a:rPr lang="en-US" dirty="0" err="1"/>
              <a:t>reprehenderit</a:t>
            </a:r>
            <a:r>
              <a:rPr lang="en-US" dirty="0"/>
              <a:t> in </a:t>
            </a:r>
            <a:r>
              <a:rPr lang="en-US" dirty="0" err="1"/>
              <a:t>voluptate</a:t>
            </a:r>
            <a:r>
              <a:rPr lang="en-US" dirty="0"/>
              <a:t> </a:t>
            </a:r>
            <a:r>
              <a:rPr lang="en-US" dirty="0" err="1"/>
              <a:t>velit</a:t>
            </a:r>
            <a:r>
              <a:rPr lang="en-US" dirty="0"/>
              <a:t> esse </a:t>
            </a:r>
            <a:r>
              <a:rPr lang="en-US" dirty="0" err="1"/>
              <a:t>cillum</a:t>
            </a:r>
            <a:r>
              <a:rPr lang="en-US" dirty="0"/>
              <a:t> dolore </a:t>
            </a:r>
            <a:r>
              <a:rPr lang="en-US" dirty="0" err="1"/>
              <a:t>eu</a:t>
            </a:r>
            <a:r>
              <a:rPr lang="en-US" dirty="0"/>
              <a:t> </a:t>
            </a:r>
            <a:r>
              <a:rPr lang="en-US" dirty="0" err="1"/>
              <a:t>fugiat</a:t>
            </a:r>
            <a:r>
              <a:rPr lang="en-US" dirty="0"/>
              <a:t> </a:t>
            </a:r>
            <a:r>
              <a:rPr lang="en-US" dirty="0" err="1"/>
              <a:t>nulla</a:t>
            </a:r>
            <a:r>
              <a:rPr lang="en-US" dirty="0"/>
              <a:t> </a:t>
            </a:r>
            <a:r>
              <a:rPr lang="en-US" dirty="0" err="1"/>
              <a:t>pariatur</a:t>
            </a:r>
            <a:r>
              <a:rPr lang="en-US" dirty="0"/>
              <a:t>.</a:t>
            </a:r>
          </a:p>
        </p:txBody>
      </p:sp>
    </p:spTree>
    <p:extLst>
      <p:ext uri="{BB962C8B-B14F-4D97-AF65-F5344CB8AC3E}">
        <p14:creationId xmlns:p14="http://schemas.microsoft.com/office/powerpoint/2010/main" val="408828538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Date Placeholder 44">
            <a:extLst>
              <a:ext uri="{FF2B5EF4-FFF2-40B4-BE49-F238E27FC236}">
                <a16:creationId xmlns:a16="http://schemas.microsoft.com/office/drawing/2014/main" id="{5273522F-E869-860E-C670-41BE15FCE904}"/>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46" name="Footer Placeholder 45">
            <a:extLst>
              <a:ext uri="{FF2B5EF4-FFF2-40B4-BE49-F238E27FC236}">
                <a16:creationId xmlns:a16="http://schemas.microsoft.com/office/drawing/2014/main" id="{4829C776-132F-6450-8B92-1616BEB2AF1B}"/>
              </a:ext>
            </a:extLst>
          </p:cNvPr>
          <p:cNvSpPr>
            <a:spLocks noGrp="1"/>
          </p:cNvSpPr>
          <p:nvPr>
            <p:ph type="ftr" sz="quarter" idx="25"/>
          </p:nvPr>
        </p:nvSpPr>
        <p:spPr/>
        <p:txBody>
          <a:bodyPr/>
          <a:lstStyle/>
          <a:p>
            <a:pPr>
              <a:spcBef>
                <a:spcPts val="1000"/>
              </a:spcBef>
              <a:buFont typeface="Arial" panose="020B0604020202020204" pitchFamily="34" charset="0"/>
              <a:buNone/>
            </a:pPr>
            <a:r>
              <a:rPr lang="en-US" dirty="0"/>
              <a:t>Presentation Title | Author | Date</a:t>
            </a:r>
          </a:p>
        </p:txBody>
      </p:sp>
      <p:sp>
        <p:nvSpPr>
          <p:cNvPr id="47" name="Slide Number Placeholder 46">
            <a:extLst>
              <a:ext uri="{FF2B5EF4-FFF2-40B4-BE49-F238E27FC236}">
                <a16:creationId xmlns:a16="http://schemas.microsoft.com/office/drawing/2014/main" id="{99DF4717-5820-1ABA-7A2F-7BE4837E0C96}"/>
              </a:ext>
            </a:extLst>
          </p:cNvPr>
          <p:cNvSpPr>
            <a:spLocks noGrp="1"/>
          </p:cNvSpPr>
          <p:nvPr>
            <p:ph type="sldNum" sz="quarter" idx="26"/>
          </p:nvPr>
        </p:nvSpPr>
        <p:spPr/>
        <p:txBody>
          <a:bodyPr/>
          <a:lstStyle/>
          <a:p>
            <a:pPr algn="r"/>
            <a:fld id="{5D9A5160-6218-4E5A-B9E6-B93E3DAE377C}" type="slidenum">
              <a:rPr lang="en-US" smtClean="0"/>
              <a:pPr algn="r"/>
              <a:t>44</a:t>
            </a:fld>
            <a:endParaRPr lang="en-US" dirty="0"/>
          </a:p>
        </p:txBody>
      </p:sp>
      <p:sp>
        <p:nvSpPr>
          <p:cNvPr id="11" name="Text Placeholder 10">
            <a:extLst>
              <a:ext uri="{FF2B5EF4-FFF2-40B4-BE49-F238E27FC236}">
                <a16:creationId xmlns:a16="http://schemas.microsoft.com/office/drawing/2014/main" id="{2CCFE796-9312-212B-5BAE-6DDFDFE3FE78}"/>
              </a:ext>
            </a:extLst>
          </p:cNvPr>
          <p:cNvSpPr>
            <a:spLocks noGrp="1"/>
          </p:cNvSpPr>
          <p:nvPr>
            <p:ph type="body" sz="quarter" idx="22"/>
          </p:nvPr>
        </p:nvSpPr>
        <p:spPr/>
        <p:txBody>
          <a:bodyPr/>
          <a:lstStyle/>
          <a:p>
            <a:r>
              <a:rPr lang="en-US" dirty="0"/>
              <a:t>Lorem ipsum dolor sit</a:t>
            </a:r>
          </a:p>
        </p:txBody>
      </p:sp>
      <p:sp>
        <p:nvSpPr>
          <p:cNvPr id="10" name="Title 9">
            <a:extLst>
              <a:ext uri="{FF2B5EF4-FFF2-40B4-BE49-F238E27FC236}">
                <a16:creationId xmlns:a16="http://schemas.microsoft.com/office/drawing/2014/main" id="{D4A49852-00C2-7242-CE83-EE654F645F49}"/>
              </a:ext>
            </a:extLst>
          </p:cNvPr>
          <p:cNvSpPr>
            <a:spLocks noGrp="1"/>
          </p:cNvSpPr>
          <p:nvPr>
            <p:ph type="title"/>
          </p:nvPr>
        </p:nvSpPr>
        <p:spPr/>
        <p:txBody>
          <a:bodyPr/>
          <a:lstStyle/>
          <a:p>
            <a:r>
              <a:rPr lang="en-US" dirty="0"/>
              <a:t>Lorem ipsum dolor site</a:t>
            </a:r>
          </a:p>
        </p:txBody>
      </p:sp>
      <p:sp>
        <p:nvSpPr>
          <p:cNvPr id="3" name="Content Placeholder 2">
            <a:extLst>
              <a:ext uri="{FF2B5EF4-FFF2-40B4-BE49-F238E27FC236}">
                <a16:creationId xmlns:a16="http://schemas.microsoft.com/office/drawing/2014/main" id="{AA40B76A-4C22-EF7A-94EF-66EA5243A0F5}"/>
              </a:ext>
            </a:extLst>
          </p:cNvPr>
          <p:cNvSpPr>
            <a:spLocks noGrp="1"/>
          </p:cNvSpPr>
          <p:nvPr>
            <p:ph sz="quarter" idx="31"/>
          </p:nvPr>
        </p:nvSpPr>
        <p:spPr/>
        <p:txBody>
          <a:bodyPr/>
          <a:lstStyle/>
          <a:p>
            <a:r>
              <a:rPr lang="en-US" dirty="0"/>
              <a:t>Lorem ipsum dolor. </a:t>
            </a:r>
          </a:p>
          <a:p>
            <a:pPr lvl="1"/>
            <a:r>
              <a:rPr lang="en-US" dirty="0"/>
              <a:t>Aenean </a:t>
            </a:r>
            <a:r>
              <a:rPr lang="en-US" dirty="0" err="1"/>
              <a:t>commodo</a:t>
            </a:r>
            <a:r>
              <a:rPr lang="en-US" dirty="0"/>
              <a:t> ligula </a:t>
            </a:r>
            <a:r>
              <a:rPr lang="en-US" dirty="0" err="1"/>
              <a:t>eget</a:t>
            </a:r>
            <a:r>
              <a:rPr lang="en-US" dirty="0"/>
              <a:t> et </a:t>
            </a:r>
            <a:r>
              <a:rPr lang="en-US" dirty="0" err="1"/>
              <a:t>magnis</a:t>
            </a:r>
            <a:r>
              <a:rPr lang="en-US" dirty="0"/>
              <a:t> dis </a:t>
            </a:r>
            <a:r>
              <a:rPr lang="en-US" dirty="0" err="1"/>
              <a:t>parturientelementum</a:t>
            </a:r>
            <a:r>
              <a:rPr lang="en-US" dirty="0"/>
              <a:t> semper nisi. </a:t>
            </a:r>
          </a:p>
          <a:p>
            <a:pPr lvl="1"/>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2"/>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 </a:t>
            </a:r>
            <a:r>
              <a:rPr lang="en-US" dirty="0" err="1"/>
              <a:t>ut</a:t>
            </a:r>
            <a:r>
              <a:rPr lang="en-US" dirty="0"/>
              <a:t> </a:t>
            </a:r>
            <a:r>
              <a:rPr lang="en-US" dirty="0" err="1"/>
              <a:t>aliquip</a:t>
            </a:r>
            <a:r>
              <a:rPr lang="en-US" dirty="0"/>
              <a:t> ex </a:t>
            </a:r>
            <a:r>
              <a:rPr lang="en-US" dirty="0" err="1"/>
              <a:t>ea</a:t>
            </a:r>
            <a:r>
              <a:rPr lang="en-US" dirty="0"/>
              <a:t> </a:t>
            </a:r>
            <a:r>
              <a:rPr lang="en-US" dirty="0" err="1"/>
              <a:t>commodo</a:t>
            </a:r>
            <a:r>
              <a:rPr lang="en-US" dirty="0"/>
              <a:t> </a:t>
            </a:r>
            <a:r>
              <a:rPr lang="en-US" dirty="0" err="1"/>
              <a:t>consequat</a:t>
            </a:r>
            <a:r>
              <a:rPr lang="en-US" dirty="0"/>
              <a:t>.</a:t>
            </a:r>
          </a:p>
          <a:p>
            <a:endParaRPr lang="en-US" dirty="0"/>
          </a:p>
        </p:txBody>
      </p:sp>
      <p:sp>
        <p:nvSpPr>
          <p:cNvPr id="12" name="Text Placeholder 11">
            <a:extLst>
              <a:ext uri="{FF2B5EF4-FFF2-40B4-BE49-F238E27FC236}">
                <a16:creationId xmlns:a16="http://schemas.microsoft.com/office/drawing/2014/main" id="{D4045F98-5BFB-C294-E400-8734BDF499C5}"/>
              </a:ext>
            </a:extLst>
          </p:cNvPr>
          <p:cNvSpPr>
            <a:spLocks noGrp="1"/>
          </p:cNvSpPr>
          <p:nvPr>
            <p:ph type="body" sz="quarter" idx="27"/>
          </p:nvPr>
        </p:nvSpPr>
        <p:spPr/>
        <p:txBody>
          <a:bodyPr/>
          <a:lstStyle/>
          <a:p>
            <a:r>
              <a:rPr lang="en-US" dirty="0"/>
              <a:t>The contents on this side can be placed free and creative</a:t>
            </a:r>
          </a:p>
        </p:txBody>
      </p:sp>
      <p:sp>
        <p:nvSpPr>
          <p:cNvPr id="13" name="Content Placeholder 12">
            <a:extLst>
              <a:ext uri="{FF2B5EF4-FFF2-40B4-BE49-F238E27FC236}">
                <a16:creationId xmlns:a16="http://schemas.microsoft.com/office/drawing/2014/main" id="{0C13E479-FB69-933A-E7A2-5E32F328C9AC}"/>
              </a:ext>
            </a:extLst>
          </p:cNvPr>
          <p:cNvSpPr>
            <a:spLocks noGrp="1"/>
          </p:cNvSpPr>
          <p:nvPr>
            <p:ph sz="quarter" idx="28"/>
          </p:nvPr>
        </p:nvSpPr>
        <p:spPr>
          <a:xfrm>
            <a:off x="6205027" y="2573685"/>
            <a:ext cx="5436112" cy="1090642"/>
          </a:xfrm>
        </p:spPr>
        <p:txBody>
          <a:body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Lorem ipsum dolor. </a:t>
            </a:r>
          </a:p>
          <a:p>
            <a:pPr marL="180975" marR="0" lvl="1"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commodo</a:t>
            </a:r>
            <a:r>
              <a:rPr kumimoji="0" lang="en-US" sz="1400" b="0" i="0" u="none" strike="noStrike" kern="1200" cap="none" spc="0" normalizeH="0" baseline="0" noProof="0" dirty="0">
                <a:ln>
                  <a:noFill/>
                </a:ln>
                <a:solidFill>
                  <a:srgbClr val="000000"/>
                </a:solidFill>
                <a:effectLst/>
                <a:uLnTx/>
                <a:uFillTx/>
                <a:latin typeface="Ubuntu"/>
                <a:ea typeface="+mn-ea"/>
                <a:cs typeface="+mn-cs"/>
              </a:rPr>
              <a:t> ligula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eget</a:t>
            </a:r>
            <a:r>
              <a:rPr kumimoji="0" lang="en-US" sz="1400" b="0" i="0" u="none" strike="noStrike" kern="1200" cap="none" spc="0" normalizeH="0" baseline="0" noProof="0" dirty="0">
                <a:ln>
                  <a:noFill/>
                </a:ln>
                <a:solidFill>
                  <a:srgbClr val="000000"/>
                </a:solidFill>
                <a:effectLst/>
                <a:uLnTx/>
                <a:uFillTx/>
                <a:latin typeface="Ubuntu"/>
                <a:ea typeface="+mn-ea"/>
                <a:cs typeface="+mn-cs"/>
              </a:rPr>
              <a:t> et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magnis</a:t>
            </a:r>
            <a:r>
              <a:rPr kumimoji="0" lang="en-US" sz="1400" b="0" i="0" u="none" strike="noStrike" kern="1200" cap="none" spc="0" normalizeH="0" baseline="0" noProof="0" dirty="0">
                <a:ln>
                  <a:noFill/>
                </a:ln>
                <a:solidFill>
                  <a:srgbClr val="000000"/>
                </a:solidFill>
                <a:effectLst/>
                <a:uLnTx/>
                <a:uFillTx/>
                <a:latin typeface="Ubuntu"/>
                <a:ea typeface="+mn-ea"/>
                <a:cs typeface="+mn-cs"/>
              </a:rPr>
              <a:t> dis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parturientelementum</a:t>
            </a:r>
            <a:r>
              <a:rPr kumimoji="0" lang="en-US" sz="1400" b="0" i="0" u="none" strike="noStrike" kern="1200" cap="none" spc="0" normalizeH="0" baseline="0" noProof="0" dirty="0">
                <a:ln>
                  <a:noFill/>
                </a:ln>
                <a:solidFill>
                  <a:srgbClr val="000000"/>
                </a:solidFill>
                <a:effectLst/>
                <a:uLnTx/>
                <a:uFillTx/>
                <a:latin typeface="Ubuntu"/>
                <a:ea typeface="+mn-ea"/>
                <a:cs typeface="+mn-cs"/>
              </a:rPr>
              <a:t> semper nisi. </a:t>
            </a:r>
          </a:p>
        </p:txBody>
      </p:sp>
      <p:sp>
        <p:nvSpPr>
          <p:cNvPr id="14" name="Oval 1">
            <a:extLst>
              <a:ext uri="{FF2B5EF4-FFF2-40B4-BE49-F238E27FC236}">
                <a16:creationId xmlns:a16="http://schemas.microsoft.com/office/drawing/2014/main" id="{4482B1B0-4712-D97E-C8BA-AA8593F2EC08}"/>
              </a:ext>
            </a:extLst>
          </p:cNvPr>
          <p:cNvSpPr/>
          <p:nvPr/>
        </p:nvSpPr>
        <p:spPr>
          <a:xfrm>
            <a:off x="4722307" y="2354991"/>
            <a:ext cx="1264668" cy="1264668"/>
          </a:xfrm>
          <a:prstGeom prst="ellipse">
            <a:avLst/>
          </a:prstGeom>
          <a:solidFill>
            <a:srgbClr val="1DB6F3"/>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effectLst/>
                <a:uLnTx/>
                <a:uFillTx/>
                <a:latin typeface="Ubuntu"/>
                <a:ea typeface="+mn-ea"/>
                <a:cs typeface="+mn-cs"/>
              </a:rPr>
              <a:t>XX%</a:t>
            </a:r>
          </a:p>
        </p:txBody>
      </p:sp>
      <p:sp>
        <p:nvSpPr>
          <p:cNvPr id="15" name="Oval 1">
            <a:extLst>
              <a:ext uri="{FF2B5EF4-FFF2-40B4-BE49-F238E27FC236}">
                <a16:creationId xmlns:a16="http://schemas.microsoft.com/office/drawing/2014/main" id="{EEE250CF-0BFB-664B-EC7E-C1751536AA77}"/>
              </a:ext>
            </a:extLst>
          </p:cNvPr>
          <p:cNvSpPr/>
          <p:nvPr/>
        </p:nvSpPr>
        <p:spPr>
          <a:xfrm>
            <a:off x="4722307" y="4100914"/>
            <a:ext cx="1264668" cy="1264668"/>
          </a:xfrm>
          <a:prstGeom prst="ellipse">
            <a:avLst/>
          </a:prstGeom>
          <a:solidFill>
            <a:srgbClr val="FEB100"/>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Ubuntu"/>
                <a:ea typeface="+mn-ea"/>
                <a:cs typeface="+mn-cs"/>
              </a:rPr>
              <a:t>XX%</a:t>
            </a:r>
          </a:p>
        </p:txBody>
      </p:sp>
      <p:sp>
        <p:nvSpPr>
          <p:cNvPr id="16" name="Content Placeholder 12">
            <a:extLst>
              <a:ext uri="{FF2B5EF4-FFF2-40B4-BE49-F238E27FC236}">
                <a16:creationId xmlns:a16="http://schemas.microsoft.com/office/drawing/2014/main" id="{612D8F7D-E44F-AFE5-B97C-49F863980FF8}"/>
              </a:ext>
            </a:extLst>
          </p:cNvPr>
          <p:cNvSpPr txBox="1">
            <a:spLocks/>
          </p:cNvSpPr>
          <p:nvPr/>
        </p:nvSpPr>
        <p:spPr>
          <a:xfrm>
            <a:off x="6205027" y="4319608"/>
            <a:ext cx="5436110" cy="1192660"/>
          </a:xfrm>
          <a:prstGeom prst="rect">
            <a:avLst/>
          </a:prstGeom>
        </p:spPr>
        <p:txBody>
          <a:bodyPr vert="horz" lIns="0" tIns="0" rIns="0" bIns="0" rtlCol="0">
            <a:noAutofit/>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sz="1400" kern="1200">
                <a:solidFill>
                  <a:schemeClr val="bg1"/>
                </a:solidFill>
                <a:latin typeface="+mn-lt"/>
                <a:ea typeface="+mn-ea"/>
                <a:cs typeface="+mn-cs"/>
              </a:defRPr>
            </a:lvl1pPr>
            <a:lvl2pPr marL="180975" indent="-180975" algn="l" defTabSz="914400" rtl="0" eaLnBrk="1" latinLnBrk="0" hangingPunct="1">
              <a:lnSpc>
                <a:spcPct val="100000"/>
              </a:lnSpc>
              <a:spcBef>
                <a:spcPts val="600"/>
              </a:spcBef>
              <a:buClr>
                <a:schemeClr val="bg2"/>
              </a:buClr>
              <a:buFont typeface="Arial" panose="020B0604020202020204" pitchFamily="34" charset="0"/>
              <a:buChar char="•"/>
              <a:defRPr sz="1400" kern="1200">
                <a:solidFill>
                  <a:schemeClr val="bg1"/>
                </a:solidFill>
                <a:latin typeface="+mn-lt"/>
                <a:ea typeface="+mn-ea"/>
                <a:cs typeface="+mn-cs"/>
              </a:defRPr>
            </a:lvl2pPr>
            <a:lvl3pPr marL="360000" indent="-180000" algn="l" defTabSz="914400" rtl="0" eaLnBrk="1" latinLnBrk="0" hangingPunct="1">
              <a:lnSpc>
                <a:spcPct val="100000"/>
              </a:lnSpc>
              <a:spcBef>
                <a:spcPts val="600"/>
              </a:spcBef>
              <a:buClr>
                <a:schemeClr val="bg2"/>
              </a:buClr>
              <a:buFont typeface="System Font Regular"/>
              <a:buChar char="-"/>
              <a:defRPr sz="1400" kern="1200">
                <a:solidFill>
                  <a:schemeClr val="bg1"/>
                </a:solidFill>
                <a:latin typeface="+mn-lt"/>
                <a:ea typeface="+mn-ea"/>
                <a:cs typeface="+mn-cs"/>
              </a:defRPr>
            </a:lvl3pPr>
            <a:lvl4pPr marL="539750" indent="-180000" algn="l" defTabSz="914400" rtl="0" eaLnBrk="1" latinLnBrk="0" hangingPunct="1">
              <a:lnSpc>
                <a:spcPct val="100000"/>
              </a:lnSpc>
              <a:spcBef>
                <a:spcPts val="600"/>
              </a:spcBef>
              <a:buClr>
                <a:schemeClr val="accent1"/>
              </a:buClr>
              <a:buFont typeface="Arial" panose="020B0604020202020204" pitchFamily="34" charset="0"/>
              <a:buChar char="•"/>
              <a:tabLst/>
              <a:defRPr sz="1200" kern="1200">
                <a:solidFill>
                  <a:schemeClr val="bg1"/>
                </a:solidFill>
                <a:latin typeface="+mn-lt"/>
                <a:ea typeface="+mn-ea"/>
                <a:cs typeface="+mn-cs"/>
              </a:defRPr>
            </a:lvl4pPr>
            <a:lvl5pPr marL="719138" indent="-180975" algn="l" defTabSz="914400" rtl="0" eaLnBrk="1" latinLnBrk="0" hangingPunct="1">
              <a:lnSpc>
                <a:spcPct val="100000"/>
              </a:lnSpc>
              <a:spcBef>
                <a:spcPts val="600"/>
              </a:spcBef>
              <a:buClr>
                <a:schemeClr val="bg2"/>
              </a:buClr>
              <a:buFont typeface="System Font Regular"/>
              <a:buChar char="-"/>
              <a:defRPr sz="1200" kern="1200">
                <a:solidFill>
                  <a:schemeClr val="bg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spcBef>
                <a:spcPts val="1800"/>
              </a:spcBef>
              <a:defRPr/>
            </a:pPr>
            <a:r>
              <a:rPr lang="en-US" dirty="0">
                <a:solidFill>
                  <a:srgbClr val="000000"/>
                </a:solidFill>
              </a:rPr>
              <a:t>Lorem ipsum dolor. </a:t>
            </a:r>
          </a:p>
          <a:p>
            <a:pPr lvl="1">
              <a:buClrTx/>
              <a:defRPr/>
            </a:pPr>
            <a:r>
              <a:rPr lang="en-US" dirty="0">
                <a:solidFill>
                  <a:srgbClr val="000000"/>
                </a:solidFill>
              </a:rPr>
              <a:t>Aenean </a:t>
            </a:r>
            <a:r>
              <a:rPr lang="en-US" dirty="0" err="1">
                <a:solidFill>
                  <a:srgbClr val="000000"/>
                </a:solidFill>
              </a:rPr>
              <a:t>commodo</a:t>
            </a:r>
            <a:r>
              <a:rPr lang="en-US" dirty="0">
                <a:solidFill>
                  <a:srgbClr val="000000"/>
                </a:solidFill>
              </a:rPr>
              <a:t> ligula </a:t>
            </a:r>
            <a:r>
              <a:rPr lang="en-US" dirty="0" err="1">
                <a:solidFill>
                  <a:srgbClr val="000000"/>
                </a:solidFill>
              </a:rPr>
              <a:t>eget</a:t>
            </a:r>
            <a:r>
              <a:rPr lang="en-US" dirty="0">
                <a:solidFill>
                  <a:srgbClr val="000000"/>
                </a:solidFill>
              </a:rPr>
              <a:t> et </a:t>
            </a:r>
            <a:r>
              <a:rPr lang="en-US" dirty="0" err="1">
                <a:solidFill>
                  <a:srgbClr val="000000"/>
                </a:solidFill>
              </a:rPr>
              <a:t>magnis</a:t>
            </a:r>
            <a:r>
              <a:rPr lang="en-US" dirty="0">
                <a:solidFill>
                  <a:srgbClr val="000000"/>
                </a:solidFill>
              </a:rPr>
              <a:t> dis </a:t>
            </a:r>
            <a:r>
              <a:rPr lang="en-US" dirty="0" err="1">
                <a:solidFill>
                  <a:srgbClr val="000000"/>
                </a:solidFill>
              </a:rPr>
              <a:t>parturientelementum</a:t>
            </a:r>
            <a:r>
              <a:rPr lang="en-US" dirty="0">
                <a:solidFill>
                  <a:srgbClr val="000000"/>
                </a:solidFill>
              </a:rPr>
              <a:t> semper nisi. </a:t>
            </a:r>
          </a:p>
        </p:txBody>
      </p:sp>
    </p:spTree>
    <p:extLst>
      <p:ext uri="{BB962C8B-B14F-4D97-AF65-F5344CB8AC3E}">
        <p14:creationId xmlns:p14="http://schemas.microsoft.com/office/powerpoint/2010/main" val="3011699381"/>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DAE87C-F0F3-F934-EAE4-E3F15EF80407}"/>
            </a:ext>
          </a:extLst>
        </p:cNvPr>
        <p:cNvGrpSpPr/>
        <p:nvPr/>
      </p:nvGrpSpPr>
      <p:grpSpPr>
        <a:xfrm>
          <a:off x="0" y="0"/>
          <a:ext cx="0" cy="0"/>
          <a:chOff x="0" y="0"/>
          <a:chExt cx="0" cy="0"/>
        </a:xfrm>
      </p:grpSpPr>
      <p:sp>
        <p:nvSpPr>
          <p:cNvPr id="10" name="Title 9">
            <a:extLst>
              <a:ext uri="{FF2B5EF4-FFF2-40B4-BE49-F238E27FC236}">
                <a16:creationId xmlns:a16="http://schemas.microsoft.com/office/drawing/2014/main" id="{4FB73AC6-F673-8598-438C-A51E79CA452A}"/>
              </a:ext>
            </a:extLst>
          </p:cNvPr>
          <p:cNvSpPr>
            <a:spLocks noGrp="1"/>
          </p:cNvSpPr>
          <p:nvPr>
            <p:ph type="title"/>
          </p:nvPr>
        </p:nvSpPr>
        <p:spPr>
          <a:xfrm>
            <a:off x="551384" y="549274"/>
            <a:ext cx="3312368" cy="930372"/>
          </a:xfrm>
        </p:spPr>
        <p:txBody>
          <a:bodyPr/>
          <a:lstStyle/>
          <a:p>
            <a:r>
              <a:rPr lang="en-US" dirty="0"/>
              <a:t>Lorem ipsum dolor sit </a:t>
            </a:r>
            <a:r>
              <a:rPr lang="en-US" dirty="0" err="1"/>
              <a:t>amets</a:t>
            </a:r>
            <a:endParaRPr lang="en-US" dirty="0"/>
          </a:p>
        </p:txBody>
      </p:sp>
      <p:sp>
        <p:nvSpPr>
          <p:cNvPr id="11" name="Text Placeholder 10">
            <a:extLst>
              <a:ext uri="{FF2B5EF4-FFF2-40B4-BE49-F238E27FC236}">
                <a16:creationId xmlns:a16="http://schemas.microsoft.com/office/drawing/2014/main" id="{7EDF32ED-5F64-1AB5-679E-0F95486B7B17}"/>
              </a:ext>
            </a:extLst>
          </p:cNvPr>
          <p:cNvSpPr>
            <a:spLocks noGrp="1"/>
          </p:cNvSpPr>
          <p:nvPr>
            <p:ph type="body" sz="quarter" idx="22"/>
          </p:nvPr>
        </p:nvSpPr>
        <p:spPr>
          <a:xfrm>
            <a:off x="550200" y="1634286"/>
            <a:ext cx="3312368" cy="307777"/>
          </a:xfrm>
        </p:spPr>
        <p:txBody>
          <a:bodyPr/>
          <a:lstStyle/>
          <a:p>
            <a:r>
              <a:rPr lang="en-US" dirty="0"/>
              <a:t>Lorem ipsum dolor sit</a:t>
            </a:r>
          </a:p>
        </p:txBody>
      </p:sp>
      <p:sp>
        <p:nvSpPr>
          <p:cNvPr id="3" name="Content Placeholder 2">
            <a:extLst>
              <a:ext uri="{FF2B5EF4-FFF2-40B4-BE49-F238E27FC236}">
                <a16:creationId xmlns:a16="http://schemas.microsoft.com/office/drawing/2014/main" id="{BAEC8384-0573-2FC0-23D0-8D86AD812AAB}"/>
              </a:ext>
            </a:extLst>
          </p:cNvPr>
          <p:cNvSpPr>
            <a:spLocks noGrp="1"/>
          </p:cNvSpPr>
          <p:nvPr>
            <p:ph sz="quarter" idx="31"/>
          </p:nvPr>
        </p:nvSpPr>
        <p:spPr>
          <a:xfrm>
            <a:off x="551384" y="2132856"/>
            <a:ext cx="3312368" cy="4175870"/>
          </a:xfrm>
        </p:spPr>
        <p:txBody>
          <a:bodyPr/>
          <a:lstStyle/>
          <a:p>
            <a:r>
              <a:rPr lang="en-US" dirty="0"/>
              <a:t>Lorem ipsum dolor. </a:t>
            </a:r>
          </a:p>
          <a:p>
            <a:pPr lvl="1"/>
            <a:r>
              <a:rPr lang="en-US" dirty="0"/>
              <a:t>Aenean </a:t>
            </a:r>
            <a:r>
              <a:rPr lang="en-US" dirty="0" err="1"/>
              <a:t>commodo</a:t>
            </a:r>
            <a:r>
              <a:rPr lang="en-US" dirty="0"/>
              <a:t> ligula </a:t>
            </a:r>
            <a:r>
              <a:rPr lang="en-US" dirty="0" err="1"/>
              <a:t>eget</a:t>
            </a:r>
            <a:r>
              <a:rPr lang="en-US" dirty="0"/>
              <a:t> et </a:t>
            </a:r>
            <a:r>
              <a:rPr lang="en-US" dirty="0" err="1"/>
              <a:t>magnis</a:t>
            </a:r>
            <a:r>
              <a:rPr lang="en-US" dirty="0"/>
              <a:t> dis </a:t>
            </a:r>
            <a:r>
              <a:rPr lang="en-US" dirty="0" err="1"/>
              <a:t>parturientelementum</a:t>
            </a:r>
            <a:r>
              <a:rPr lang="en-US" dirty="0"/>
              <a:t> semper nisi. </a:t>
            </a:r>
          </a:p>
          <a:p>
            <a:pPr lvl="1"/>
            <a:r>
              <a:rPr lang="en-US" dirty="0"/>
              <a:t>Aenean </a:t>
            </a:r>
            <a:r>
              <a:rPr lang="en-US" dirty="0" err="1"/>
              <a:t>vulputate</a:t>
            </a:r>
            <a:r>
              <a:rPr lang="en-US" dirty="0"/>
              <a:t> </a:t>
            </a:r>
            <a:r>
              <a:rPr lang="en-US" dirty="0" err="1"/>
              <a:t>eleifend</a:t>
            </a:r>
            <a:r>
              <a:rPr lang="en-US" dirty="0"/>
              <a:t> </a:t>
            </a:r>
            <a:r>
              <a:rPr lang="en-US" dirty="0" err="1"/>
              <a:t>tellus</a:t>
            </a:r>
            <a:r>
              <a:rPr lang="en-US" dirty="0"/>
              <a:t> </a:t>
            </a:r>
            <a:r>
              <a:rPr lang="en-US" dirty="0" err="1"/>
              <a:t>ut</a:t>
            </a:r>
            <a:r>
              <a:rPr lang="en-US" dirty="0"/>
              <a:t> </a:t>
            </a:r>
            <a:r>
              <a:rPr lang="en-US" dirty="0" err="1"/>
              <a:t>metus</a:t>
            </a:r>
            <a:r>
              <a:rPr lang="en-US" dirty="0"/>
              <a:t> </a:t>
            </a:r>
            <a:r>
              <a:rPr lang="en-US" dirty="0" err="1"/>
              <a:t>varius</a:t>
            </a:r>
            <a:r>
              <a:rPr lang="en-US" dirty="0"/>
              <a:t> </a:t>
            </a:r>
            <a:r>
              <a:rPr lang="en-US" dirty="0" err="1"/>
              <a:t>laoreet</a:t>
            </a:r>
            <a:r>
              <a:rPr lang="en-US" dirty="0"/>
              <a:t>. </a:t>
            </a:r>
            <a:r>
              <a:rPr lang="en-US" dirty="0" err="1"/>
              <a:t>Quisque</a:t>
            </a:r>
            <a:r>
              <a:rPr lang="en-US" dirty="0"/>
              <a:t> </a:t>
            </a:r>
            <a:r>
              <a:rPr lang="en-US" dirty="0" err="1"/>
              <a:t>rutrum</a:t>
            </a:r>
            <a:r>
              <a:rPr lang="en-US" dirty="0"/>
              <a:t>. </a:t>
            </a:r>
          </a:p>
          <a:p>
            <a:pPr lvl="2"/>
            <a:r>
              <a:rPr lang="en-US" dirty="0"/>
              <a:t>Aenean </a:t>
            </a:r>
            <a:r>
              <a:rPr lang="en-US" dirty="0" err="1"/>
              <a:t>imperdiet</a:t>
            </a:r>
            <a:r>
              <a:rPr lang="en-US" dirty="0"/>
              <a:t>. </a:t>
            </a:r>
            <a:r>
              <a:rPr lang="en-US" dirty="0" err="1"/>
              <a:t>Etiam</a:t>
            </a:r>
            <a:r>
              <a:rPr lang="en-US" dirty="0"/>
              <a:t> </a:t>
            </a:r>
            <a:r>
              <a:rPr lang="en-US" dirty="0" err="1"/>
              <a:t>ultricies</a:t>
            </a:r>
            <a:r>
              <a:rPr lang="en-US" dirty="0"/>
              <a:t> nisi vel </a:t>
            </a:r>
            <a:r>
              <a:rPr lang="en-US" dirty="0" err="1"/>
              <a:t>augue</a:t>
            </a:r>
            <a:r>
              <a:rPr lang="en-US" dirty="0"/>
              <a:t>.</a:t>
            </a:r>
          </a:p>
          <a:p>
            <a:pPr lvl="2"/>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Ut </a:t>
            </a:r>
            <a:r>
              <a:rPr lang="en-US" dirty="0" err="1"/>
              <a:t>enim</a:t>
            </a:r>
            <a:r>
              <a:rPr lang="en-US" dirty="0"/>
              <a:t> ad minim </a:t>
            </a:r>
            <a:r>
              <a:rPr lang="en-US" dirty="0" err="1"/>
              <a:t>veniam</a:t>
            </a:r>
            <a:r>
              <a:rPr lang="en-US" dirty="0"/>
              <a:t>, </a:t>
            </a:r>
            <a:r>
              <a:rPr lang="en-US" dirty="0" err="1"/>
              <a:t>quis</a:t>
            </a:r>
            <a:r>
              <a:rPr lang="en-US" dirty="0"/>
              <a:t> </a:t>
            </a:r>
            <a:r>
              <a:rPr lang="en-US" dirty="0" err="1"/>
              <a:t>nostrud</a:t>
            </a:r>
            <a:r>
              <a:rPr lang="en-US" dirty="0"/>
              <a:t> exercitation </a:t>
            </a:r>
            <a:r>
              <a:rPr lang="en-US" dirty="0" err="1"/>
              <a:t>ullamco</a:t>
            </a:r>
            <a:r>
              <a:rPr lang="en-US" dirty="0"/>
              <a:t> </a:t>
            </a:r>
            <a:r>
              <a:rPr lang="en-US" dirty="0" err="1"/>
              <a:t>laboris</a:t>
            </a:r>
            <a:r>
              <a:rPr lang="en-US" dirty="0"/>
              <a:t> nisi </a:t>
            </a:r>
            <a:r>
              <a:rPr lang="en-US" dirty="0" err="1"/>
              <a:t>ut</a:t>
            </a:r>
            <a:r>
              <a:rPr lang="en-US" dirty="0"/>
              <a:t> </a:t>
            </a:r>
            <a:r>
              <a:rPr lang="en-US" dirty="0" err="1"/>
              <a:t>aliquip</a:t>
            </a:r>
            <a:r>
              <a:rPr lang="en-US" dirty="0"/>
              <a:t> ex </a:t>
            </a:r>
            <a:r>
              <a:rPr lang="en-US" dirty="0" err="1"/>
              <a:t>ea</a:t>
            </a:r>
            <a:r>
              <a:rPr lang="en-US" dirty="0"/>
              <a:t> </a:t>
            </a:r>
            <a:r>
              <a:rPr lang="en-US" dirty="0" err="1"/>
              <a:t>commodo</a:t>
            </a:r>
            <a:r>
              <a:rPr lang="en-US" dirty="0"/>
              <a:t> </a:t>
            </a:r>
            <a:r>
              <a:rPr lang="en-US" dirty="0" err="1"/>
              <a:t>consequat</a:t>
            </a:r>
            <a:r>
              <a:rPr lang="en-US" dirty="0"/>
              <a:t>.</a:t>
            </a:r>
          </a:p>
          <a:p>
            <a:endParaRPr lang="en-US" dirty="0"/>
          </a:p>
        </p:txBody>
      </p:sp>
      <p:sp>
        <p:nvSpPr>
          <p:cNvPr id="14" name="Oval 1">
            <a:extLst>
              <a:ext uri="{FF2B5EF4-FFF2-40B4-BE49-F238E27FC236}">
                <a16:creationId xmlns:a16="http://schemas.microsoft.com/office/drawing/2014/main" id="{9F50FD53-5651-051E-3F7F-C3661E5A3A4D}"/>
              </a:ext>
            </a:extLst>
          </p:cNvPr>
          <p:cNvSpPr/>
          <p:nvPr/>
        </p:nvSpPr>
        <p:spPr>
          <a:xfrm>
            <a:off x="4722307" y="2312842"/>
            <a:ext cx="1264668" cy="1264668"/>
          </a:xfrm>
          <a:prstGeom prst="ellipse">
            <a:avLst/>
          </a:prstGeom>
          <a:solidFill>
            <a:srgbClr val="1DB6F3"/>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chemeClr val="accent3"/>
                </a:solidFill>
                <a:effectLst/>
                <a:uLnTx/>
                <a:uFillTx/>
                <a:latin typeface="Ubuntu"/>
                <a:ea typeface="+mn-ea"/>
                <a:cs typeface="+mn-cs"/>
              </a:rPr>
              <a:t>XX%</a:t>
            </a:r>
          </a:p>
        </p:txBody>
      </p:sp>
      <p:sp>
        <p:nvSpPr>
          <p:cNvPr id="12" name="Text Placeholder 11">
            <a:extLst>
              <a:ext uri="{FF2B5EF4-FFF2-40B4-BE49-F238E27FC236}">
                <a16:creationId xmlns:a16="http://schemas.microsoft.com/office/drawing/2014/main" id="{6F5A6E03-D788-4552-B3A0-9DDE1DC5649D}"/>
              </a:ext>
            </a:extLst>
          </p:cNvPr>
          <p:cNvSpPr>
            <a:spLocks noGrp="1"/>
          </p:cNvSpPr>
          <p:nvPr>
            <p:ph type="body" sz="quarter" idx="27"/>
          </p:nvPr>
        </p:nvSpPr>
        <p:spPr>
          <a:xfrm>
            <a:off x="4655841" y="1634285"/>
            <a:ext cx="6985298" cy="307777"/>
          </a:xfrm>
        </p:spPr>
        <p:txBody>
          <a:bodyPr/>
          <a:lstStyle/>
          <a:p>
            <a:r>
              <a:rPr lang="en-US" dirty="0"/>
              <a:t>The contents on this side can be placed free and creative</a:t>
            </a:r>
          </a:p>
        </p:txBody>
      </p:sp>
      <p:sp>
        <p:nvSpPr>
          <p:cNvPr id="13" name="Content Placeholder 12">
            <a:extLst>
              <a:ext uri="{FF2B5EF4-FFF2-40B4-BE49-F238E27FC236}">
                <a16:creationId xmlns:a16="http://schemas.microsoft.com/office/drawing/2014/main" id="{4C60649B-0D30-BC7E-6442-C2FB370AD1B4}"/>
              </a:ext>
            </a:extLst>
          </p:cNvPr>
          <p:cNvSpPr>
            <a:spLocks noGrp="1"/>
          </p:cNvSpPr>
          <p:nvPr>
            <p:ph sz="quarter" idx="28"/>
          </p:nvPr>
        </p:nvSpPr>
        <p:spPr>
          <a:xfrm>
            <a:off x="6205026" y="2564904"/>
            <a:ext cx="5436111" cy="1247651"/>
          </a:xfrm>
        </p:spPr>
        <p:txBody>
          <a:bodyPr/>
          <a:lstStyle/>
          <a:p>
            <a:pPr lvl="0"/>
            <a:r>
              <a:rPr lang="en-US" dirty="0"/>
              <a:t>Lorem ipsum dolor. </a:t>
            </a:r>
          </a:p>
          <a:p>
            <a:pPr lvl="1">
              <a:spcBef>
                <a:spcPts val="1200"/>
              </a:spcBef>
              <a:buClrTx/>
              <a:defRPr/>
            </a:pPr>
            <a:r>
              <a:rPr lang="en-US" dirty="0">
                <a:solidFill>
                  <a:srgbClr val="FFFFFF"/>
                </a:solidFill>
              </a:rPr>
              <a:t>Aenean </a:t>
            </a:r>
            <a:r>
              <a:rPr lang="en-US" dirty="0" err="1">
                <a:solidFill>
                  <a:srgbClr val="FFFFFF"/>
                </a:solidFill>
              </a:rPr>
              <a:t>commodo</a:t>
            </a:r>
            <a:r>
              <a:rPr lang="en-US" dirty="0">
                <a:solidFill>
                  <a:srgbClr val="FFFFFF"/>
                </a:solidFill>
              </a:rPr>
              <a:t> ligula </a:t>
            </a:r>
            <a:r>
              <a:rPr lang="en-US" dirty="0" err="1">
                <a:solidFill>
                  <a:srgbClr val="FFFFFF"/>
                </a:solidFill>
              </a:rPr>
              <a:t>eget</a:t>
            </a:r>
            <a:r>
              <a:rPr lang="en-US" dirty="0">
                <a:solidFill>
                  <a:srgbClr val="FFFFFF"/>
                </a:solidFill>
              </a:rPr>
              <a:t> et </a:t>
            </a:r>
            <a:r>
              <a:rPr lang="en-US" dirty="0" err="1">
                <a:solidFill>
                  <a:srgbClr val="FFFFFF"/>
                </a:solidFill>
              </a:rPr>
              <a:t>magnis</a:t>
            </a:r>
            <a:r>
              <a:rPr lang="en-US" dirty="0">
                <a:solidFill>
                  <a:srgbClr val="FFFFFF"/>
                </a:solidFill>
              </a:rPr>
              <a:t> dis </a:t>
            </a:r>
            <a:r>
              <a:rPr lang="en-US" dirty="0" err="1">
                <a:solidFill>
                  <a:srgbClr val="FFFFFF"/>
                </a:solidFill>
              </a:rPr>
              <a:t>parturientelementum</a:t>
            </a:r>
            <a:r>
              <a:rPr lang="en-US" dirty="0">
                <a:solidFill>
                  <a:srgbClr val="FFFFFF"/>
                </a:solidFill>
              </a:rPr>
              <a:t> semper nisi. </a:t>
            </a:r>
          </a:p>
        </p:txBody>
      </p:sp>
      <p:sp>
        <p:nvSpPr>
          <p:cNvPr id="15" name="Oval 1">
            <a:extLst>
              <a:ext uri="{FF2B5EF4-FFF2-40B4-BE49-F238E27FC236}">
                <a16:creationId xmlns:a16="http://schemas.microsoft.com/office/drawing/2014/main" id="{2B2BCBCA-6166-8C4D-FE8F-E44086EE0F85}"/>
              </a:ext>
            </a:extLst>
          </p:cNvPr>
          <p:cNvSpPr/>
          <p:nvPr/>
        </p:nvSpPr>
        <p:spPr>
          <a:xfrm>
            <a:off x="4722307" y="4100914"/>
            <a:ext cx="1264668" cy="1264668"/>
          </a:xfrm>
          <a:prstGeom prst="ellipse">
            <a:avLst/>
          </a:prstGeom>
          <a:solidFill>
            <a:srgbClr val="FEB100"/>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Ubuntu"/>
                <a:ea typeface="+mn-ea"/>
                <a:cs typeface="+mn-cs"/>
              </a:rPr>
              <a:t>XX%</a:t>
            </a:r>
          </a:p>
        </p:txBody>
      </p:sp>
      <p:sp>
        <p:nvSpPr>
          <p:cNvPr id="16" name="Content Placeholder 12">
            <a:extLst>
              <a:ext uri="{FF2B5EF4-FFF2-40B4-BE49-F238E27FC236}">
                <a16:creationId xmlns:a16="http://schemas.microsoft.com/office/drawing/2014/main" id="{9779913A-48E4-2982-B870-F786DD6D1A39}"/>
              </a:ext>
            </a:extLst>
          </p:cNvPr>
          <p:cNvSpPr txBox="1">
            <a:spLocks/>
          </p:cNvSpPr>
          <p:nvPr/>
        </p:nvSpPr>
        <p:spPr>
          <a:xfrm>
            <a:off x="6205027" y="4352976"/>
            <a:ext cx="5436110" cy="1264668"/>
          </a:xfrm>
          <a:prstGeom prst="rect">
            <a:avLst/>
          </a:prstGeom>
        </p:spPr>
        <p:txBody>
          <a:bodyPr vert="horz" lIns="0" tIns="0" rIns="0" bIns="0" rtlCol="0">
            <a:noAutofit/>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sz="1400" kern="1200">
                <a:solidFill>
                  <a:schemeClr val="bg1"/>
                </a:solidFill>
                <a:latin typeface="+mn-lt"/>
                <a:ea typeface="+mn-ea"/>
                <a:cs typeface="+mn-cs"/>
              </a:defRPr>
            </a:lvl1pPr>
            <a:lvl2pPr marL="180975" indent="-180975" algn="l" defTabSz="914400" rtl="0" eaLnBrk="1" latinLnBrk="0" hangingPunct="1">
              <a:lnSpc>
                <a:spcPct val="100000"/>
              </a:lnSpc>
              <a:spcBef>
                <a:spcPts val="600"/>
              </a:spcBef>
              <a:buClr>
                <a:schemeClr val="bg2"/>
              </a:buClr>
              <a:buFont typeface="Arial" panose="020B0604020202020204" pitchFamily="34" charset="0"/>
              <a:buChar char="•"/>
              <a:defRPr sz="1400" kern="1200">
                <a:solidFill>
                  <a:schemeClr val="bg1"/>
                </a:solidFill>
                <a:latin typeface="+mn-lt"/>
                <a:ea typeface="+mn-ea"/>
                <a:cs typeface="+mn-cs"/>
              </a:defRPr>
            </a:lvl2pPr>
            <a:lvl3pPr marL="360000" indent="-180000" algn="l" defTabSz="914400" rtl="0" eaLnBrk="1" latinLnBrk="0" hangingPunct="1">
              <a:lnSpc>
                <a:spcPct val="100000"/>
              </a:lnSpc>
              <a:spcBef>
                <a:spcPts val="600"/>
              </a:spcBef>
              <a:buClr>
                <a:schemeClr val="bg2"/>
              </a:buClr>
              <a:buFont typeface="System Font Regular"/>
              <a:buChar char="-"/>
              <a:defRPr sz="1400" kern="1200">
                <a:solidFill>
                  <a:schemeClr val="bg1"/>
                </a:solidFill>
                <a:latin typeface="+mn-lt"/>
                <a:ea typeface="+mn-ea"/>
                <a:cs typeface="+mn-cs"/>
              </a:defRPr>
            </a:lvl3pPr>
            <a:lvl4pPr marL="539750" indent="-180000" algn="l" defTabSz="914400" rtl="0" eaLnBrk="1" latinLnBrk="0" hangingPunct="1">
              <a:lnSpc>
                <a:spcPct val="100000"/>
              </a:lnSpc>
              <a:spcBef>
                <a:spcPts val="600"/>
              </a:spcBef>
              <a:buClr>
                <a:schemeClr val="accent1"/>
              </a:buClr>
              <a:buFont typeface="Arial" panose="020B0604020202020204" pitchFamily="34" charset="0"/>
              <a:buChar char="•"/>
              <a:tabLst/>
              <a:defRPr sz="1200" kern="1200">
                <a:solidFill>
                  <a:schemeClr val="bg1"/>
                </a:solidFill>
                <a:latin typeface="+mn-lt"/>
                <a:ea typeface="+mn-ea"/>
                <a:cs typeface="+mn-cs"/>
              </a:defRPr>
            </a:lvl4pPr>
            <a:lvl5pPr marL="719138" indent="-180975" algn="l" defTabSz="914400" rtl="0" eaLnBrk="1" latinLnBrk="0" hangingPunct="1">
              <a:lnSpc>
                <a:spcPct val="100000"/>
              </a:lnSpc>
              <a:spcBef>
                <a:spcPts val="600"/>
              </a:spcBef>
              <a:buClr>
                <a:schemeClr val="bg2"/>
              </a:buClr>
              <a:buFont typeface="System Font Regular"/>
              <a:buChar char="-"/>
              <a:defRPr sz="1200" kern="1200">
                <a:solidFill>
                  <a:schemeClr val="bg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1200"/>
              </a:spcBef>
              <a:defRPr/>
            </a:pPr>
            <a:r>
              <a:rPr lang="en-US" dirty="0">
                <a:solidFill>
                  <a:srgbClr val="FFFFFF"/>
                </a:solidFill>
              </a:rPr>
              <a:t>Lorem ipsum dolor. </a:t>
            </a:r>
          </a:p>
          <a:p>
            <a:pPr lvl="1">
              <a:spcBef>
                <a:spcPts val="1200"/>
              </a:spcBef>
              <a:buClrTx/>
              <a:defRPr/>
            </a:pPr>
            <a:r>
              <a:rPr lang="en-US" dirty="0">
                <a:solidFill>
                  <a:srgbClr val="FFFFFF"/>
                </a:solidFill>
              </a:rPr>
              <a:t>Aenean </a:t>
            </a:r>
            <a:r>
              <a:rPr lang="en-US" dirty="0" err="1">
                <a:solidFill>
                  <a:srgbClr val="FFFFFF"/>
                </a:solidFill>
              </a:rPr>
              <a:t>commodo</a:t>
            </a:r>
            <a:r>
              <a:rPr lang="en-US" dirty="0">
                <a:solidFill>
                  <a:srgbClr val="FFFFFF"/>
                </a:solidFill>
              </a:rPr>
              <a:t> ligula </a:t>
            </a:r>
            <a:r>
              <a:rPr lang="en-US" dirty="0" err="1">
                <a:solidFill>
                  <a:srgbClr val="FFFFFF"/>
                </a:solidFill>
              </a:rPr>
              <a:t>eget</a:t>
            </a:r>
            <a:r>
              <a:rPr lang="en-US" dirty="0">
                <a:solidFill>
                  <a:srgbClr val="FFFFFF"/>
                </a:solidFill>
              </a:rPr>
              <a:t> et </a:t>
            </a:r>
            <a:r>
              <a:rPr lang="en-US" dirty="0" err="1">
                <a:solidFill>
                  <a:srgbClr val="FFFFFF"/>
                </a:solidFill>
              </a:rPr>
              <a:t>magnis</a:t>
            </a:r>
            <a:r>
              <a:rPr lang="en-US" dirty="0">
                <a:solidFill>
                  <a:srgbClr val="FFFFFF"/>
                </a:solidFill>
              </a:rPr>
              <a:t> dis </a:t>
            </a:r>
            <a:r>
              <a:rPr lang="en-US" dirty="0" err="1">
                <a:solidFill>
                  <a:srgbClr val="FFFFFF"/>
                </a:solidFill>
              </a:rPr>
              <a:t>parturientelementum</a:t>
            </a:r>
            <a:r>
              <a:rPr lang="en-US" dirty="0">
                <a:solidFill>
                  <a:srgbClr val="FFFFFF"/>
                </a:solidFill>
              </a:rPr>
              <a:t> semper nisi. </a:t>
            </a:r>
          </a:p>
        </p:txBody>
      </p:sp>
      <p:sp>
        <p:nvSpPr>
          <p:cNvPr id="27" name="Date Placeholder 26">
            <a:extLst>
              <a:ext uri="{FF2B5EF4-FFF2-40B4-BE49-F238E27FC236}">
                <a16:creationId xmlns:a16="http://schemas.microsoft.com/office/drawing/2014/main" id="{56B7A82A-5386-293B-1BDA-2DD249865EAB}"/>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8" name="Footer Placeholder 27">
            <a:extLst>
              <a:ext uri="{FF2B5EF4-FFF2-40B4-BE49-F238E27FC236}">
                <a16:creationId xmlns:a16="http://schemas.microsoft.com/office/drawing/2014/main" id="{FAF9DA02-790D-9027-9E1C-A687797543B9}"/>
              </a:ext>
            </a:extLst>
          </p:cNvPr>
          <p:cNvSpPr>
            <a:spLocks noGrp="1"/>
          </p:cNvSpPr>
          <p:nvPr>
            <p:ph type="ftr" sz="quarter" idx="25"/>
          </p:nvPr>
        </p:nvSpPr>
        <p:spPr/>
        <p:txBody>
          <a:bodyPr/>
          <a:lstStyle/>
          <a:p>
            <a:pPr>
              <a:spcBef>
                <a:spcPts val="1000"/>
              </a:spcBef>
              <a:buFont typeface="Arial" panose="020B0604020202020204" pitchFamily="34" charset="0"/>
              <a:buNone/>
            </a:pPr>
            <a:r>
              <a:rPr lang="en-US" dirty="0"/>
              <a:t>Presentation Title | Author | Date</a:t>
            </a:r>
          </a:p>
        </p:txBody>
      </p:sp>
      <p:sp>
        <p:nvSpPr>
          <p:cNvPr id="29" name="Slide Number Placeholder 28">
            <a:extLst>
              <a:ext uri="{FF2B5EF4-FFF2-40B4-BE49-F238E27FC236}">
                <a16:creationId xmlns:a16="http://schemas.microsoft.com/office/drawing/2014/main" id="{208C0D5E-182C-776A-6DE3-9D942D87F55D}"/>
              </a:ext>
            </a:extLst>
          </p:cNvPr>
          <p:cNvSpPr>
            <a:spLocks noGrp="1"/>
          </p:cNvSpPr>
          <p:nvPr>
            <p:ph type="sldNum" sz="quarter" idx="26"/>
          </p:nvPr>
        </p:nvSpPr>
        <p:spPr/>
        <p:txBody>
          <a:bodyPr/>
          <a:lstStyle/>
          <a:p>
            <a:pPr algn="r"/>
            <a:fld id="{5D9A5160-6218-4E5A-B9E6-B93E3DAE377C}" type="slidenum">
              <a:rPr lang="en-US" smtClean="0"/>
              <a:pPr algn="r"/>
              <a:t>45</a:t>
            </a:fld>
            <a:endParaRPr lang="en-US" dirty="0"/>
          </a:p>
        </p:txBody>
      </p:sp>
    </p:spTree>
    <p:extLst>
      <p:ext uri="{BB962C8B-B14F-4D97-AF65-F5344CB8AC3E}">
        <p14:creationId xmlns:p14="http://schemas.microsoft.com/office/powerpoint/2010/main" val="132829352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520684-32B3-E4A9-BC39-261C772B47CF}"/>
            </a:ext>
          </a:extLst>
        </p:cNvPr>
        <p:cNvGrpSpPr/>
        <p:nvPr/>
      </p:nvGrpSpPr>
      <p:grpSpPr>
        <a:xfrm>
          <a:off x="0" y="0"/>
          <a:ext cx="0" cy="0"/>
          <a:chOff x="0" y="0"/>
          <a:chExt cx="0" cy="0"/>
        </a:xfrm>
      </p:grpSpPr>
      <p:pic>
        <p:nvPicPr>
          <p:cNvPr id="14" name="Picture Placeholder 13" descr="A blue and white background with leaves&#10;">
            <a:extLst>
              <a:ext uri="{FF2B5EF4-FFF2-40B4-BE49-F238E27FC236}">
                <a16:creationId xmlns:a16="http://schemas.microsoft.com/office/drawing/2014/main" id="{20298BD4-19B6-2331-4484-1F41F7AD377E}"/>
              </a:ext>
            </a:extLst>
          </p:cNvPr>
          <p:cNvPicPr>
            <a:picLocks noGrp="1" noChangeAspect="1"/>
          </p:cNvPicPr>
          <p:nvPr>
            <p:ph type="pic" sz="quarter" idx="13"/>
          </p:nvPr>
        </p:nvPicPr>
        <p:blipFill>
          <a:blip r:embed="rId2" cstate="screen">
            <a:extLst>
              <a:ext uri="{28A0092B-C50C-407E-A947-70E740481C1C}">
                <a14:useLocalDpi xmlns:a14="http://schemas.microsoft.com/office/drawing/2010/main"/>
              </a:ext>
            </a:extLst>
          </a:blip>
          <a:srcRect/>
          <a:stretch/>
        </p:blipFill>
        <p:spPr>
          <a:xfrm>
            <a:off x="-1" y="0"/>
            <a:ext cx="12192001" cy="6858000"/>
          </a:xfrm>
        </p:spPr>
      </p:pic>
      <p:sp>
        <p:nvSpPr>
          <p:cNvPr id="10" name="Text Placeholder 9">
            <a:extLst>
              <a:ext uri="{FF2B5EF4-FFF2-40B4-BE49-F238E27FC236}">
                <a16:creationId xmlns:a16="http://schemas.microsoft.com/office/drawing/2014/main" id="{EAC98348-F9A5-56CA-2C44-EEEAF5912E07}"/>
              </a:ext>
            </a:extLst>
          </p:cNvPr>
          <p:cNvSpPr>
            <a:spLocks noGrp="1"/>
          </p:cNvSpPr>
          <p:nvPr>
            <p:ph type="body" sz="quarter" idx="19"/>
          </p:nvPr>
        </p:nvSpPr>
        <p:spPr>
          <a:xfrm>
            <a:off x="0" y="0"/>
            <a:ext cx="4657725" cy="6858000"/>
          </a:xfrm>
        </p:spPr>
        <p:txBody>
          <a:bodyPr/>
          <a:lstStyle/>
          <a:p>
            <a:r>
              <a:rPr lang="en-US" dirty="0"/>
              <a:t>1</a:t>
            </a:r>
          </a:p>
        </p:txBody>
      </p:sp>
      <p:sp>
        <p:nvSpPr>
          <p:cNvPr id="22" name="Title 21">
            <a:extLst>
              <a:ext uri="{FF2B5EF4-FFF2-40B4-BE49-F238E27FC236}">
                <a16:creationId xmlns:a16="http://schemas.microsoft.com/office/drawing/2014/main" id="{4CD3B2AC-8FF0-F7BA-451A-D69BFEDF1D33}"/>
              </a:ext>
            </a:extLst>
          </p:cNvPr>
          <p:cNvSpPr>
            <a:spLocks noGrp="1"/>
          </p:cNvSpPr>
          <p:nvPr>
            <p:ph type="title"/>
          </p:nvPr>
        </p:nvSpPr>
        <p:spPr>
          <a:xfrm>
            <a:off x="5159374" y="4658810"/>
            <a:ext cx="6487665" cy="1672542"/>
          </a:xfrm>
        </p:spPr>
        <p:txBody>
          <a:bodyPr/>
          <a:lstStyle/>
          <a:p>
            <a:r>
              <a:rPr lang="en-US" dirty="0"/>
              <a:t>Placeholder for</a:t>
            </a:r>
            <a:br>
              <a:rPr lang="en-US" dirty="0"/>
            </a:br>
            <a:r>
              <a:rPr lang="en-US" dirty="0"/>
              <a:t>section break</a:t>
            </a:r>
          </a:p>
        </p:txBody>
      </p:sp>
      <p:sp>
        <p:nvSpPr>
          <p:cNvPr id="11" name="Text Placeholder 8">
            <a:extLst>
              <a:ext uri="{FF2B5EF4-FFF2-40B4-BE49-F238E27FC236}">
                <a16:creationId xmlns:a16="http://schemas.microsoft.com/office/drawing/2014/main" id="{0CFEFEF0-9B17-905C-D37F-42743F4C360C}"/>
              </a:ext>
            </a:extLst>
          </p:cNvPr>
          <p:cNvSpPr>
            <a:spLocks noGrp="1"/>
          </p:cNvSpPr>
          <p:nvPr>
            <p:ph type="body" sz="quarter" idx="28"/>
          </p:nvPr>
        </p:nvSpPr>
        <p:spPr>
          <a:xfrm>
            <a:off x="5159374" y="4257063"/>
            <a:ext cx="7032625" cy="180000"/>
          </a:xfrm>
        </p:spPr>
        <p:txBody>
          <a:bodyPr/>
          <a:lstStyle/>
          <a:p>
            <a:r>
              <a:rPr lang="en-US" dirty="0"/>
              <a:t>1</a:t>
            </a:r>
          </a:p>
        </p:txBody>
      </p:sp>
      <p:sp>
        <p:nvSpPr>
          <p:cNvPr id="48" name="Text Placeholder 47">
            <a:extLst>
              <a:ext uri="{FF2B5EF4-FFF2-40B4-BE49-F238E27FC236}">
                <a16:creationId xmlns:a16="http://schemas.microsoft.com/office/drawing/2014/main" id="{7F8A5421-3349-54DC-43CB-7657CD5856E7}"/>
              </a:ext>
            </a:extLst>
          </p:cNvPr>
          <p:cNvSpPr>
            <a:spLocks noGrp="1"/>
          </p:cNvSpPr>
          <p:nvPr>
            <p:ph type="body" sz="quarter" idx="40"/>
          </p:nvPr>
        </p:nvSpPr>
        <p:spPr/>
        <p:txBody>
          <a:bodyPr/>
          <a:lstStyle/>
          <a:p>
            <a:endParaRPr lang="en-US" dirty="0"/>
          </a:p>
        </p:txBody>
      </p:sp>
      <p:sp>
        <p:nvSpPr>
          <p:cNvPr id="30" name="Rectangle 29">
            <a:extLst>
              <a:ext uri="{FF2B5EF4-FFF2-40B4-BE49-F238E27FC236}">
                <a16:creationId xmlns:a16="http://schemas.microsoft.com/office/drawing/2014/main" id="{66129C67-2F56-CAC3-C114-337B25187D26}"/>
              </a:ext>
              <a:ext uri="{C183D7F6-B498-43B3-948B-1728B52AA6E4}">
                <adec:decorative xmlns:adec="http://schemas.microsoft.com/office/drawing/2017/decorative" val="1"/>
              </a:ext>
            </a:extLst>
          </p:cNvPr>
          <p:cNvSpPr/>
          <p:nvPr/>
        </p:nvSpPr>
        <p:spPr>
          <a:xfrm>
            <a:off x="5159374" y="4107976"/>
            <a:ext cx="7032625" cy="180000"/>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FFFFF"/>
              </a:solidFill>
              <a:effectLst/>
              <a:uLnTx/>
              <a:uFillTx/>
              <a:latin typeface="Ubuntu"/>
              <a:ea typeface="+mn-ea"/>
              <a:cs typeface="+mn-cs"/>
            </a:endParaRPr>
          </a:p>
        </p:txBody>
      </p:sp>
      <p:sp>
        <p:nvSpPr>
          <p:cNvPr id="17" name="Speech Bubble: Rectangle with Corners Rounded 4">
            <a:extLst>
              <a:ext uri="{FF2B5EF4-FFF2-40B4-BE49-F238E27FC236}">
                <a16:creationId xmlns:a16="http://schemas.microsoft.com/office/drawing/2014/main" id="{2DCDBCD9-DE64-BF69-C87D-8D05E644D649}"/>
              </a:ext>
              <a:ext uri="{C183D7F6-B498-43B3-948B-1728B52AA6E4}">
                <adec:decorative xmlns:adec="http://schemas.microsoft.com/office/drawing/2017/decorative" val="1"/>
              </a:ext>
            </a:extLst>
          </p:cNvPr>
          <p:cNvSpPr/>
          <p:nvPr/>
        </p:nvSpPr>
        <p:spPr>
          <a:xfrm>
            <a:off x="12443989" y="0"/>
            <a:ext cx="4655291" cy="3429000"/>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Ubuntu"/>
                <a:ea typeface="+mn-ea"/>
                <a:cs typeface="+mn-cs"/>
              </a:rPr>
              <a:t>Impact slides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These slide designs and messages are </a:t>
            </a:r>
            <a:r>
              <a:rPr kumimoji="0" lang="en-US" sz="1000" b="1" i="0" u="none" strike="noStrike" kern="1200" cap="none" spc="0" normalizeH="0" baseline="0" noProof="0" dirty="0">
                <a:ln>
                  <a:noFill/>
                </a:ln>
                <a:solidFill>
                  <a:schemeClr val="tx1"/>
                </a:solidFill>
                <a:effectLst/>
                <a:uLnTx/>
                <a:uFillTx/>
                <a:latin typeface="Ubuntu"/>
                <a:ea typeface="+mn-ea"/>
                <a:cs typeface="+mn-cs"/>
              </a:rPr>
              <a:t>inspirational only</a:t>
            </a:r>
            <a:r>
              <a:rPr kumimoji="0" lang="en-US" sz="1000" b="0" i="0" u="none" strike="noStrike" kern="1200" cap="none" spc="0" normalizeH="0" baseline="0" noProof="0" dirty="0">
                <a:ln>
                  <a:noFill/>
                </a:ln>
                <a:solidFill>
                  <a:schemeClr val="tx1"/>
                </a:solidFill>
                <a:effectLst/>
                <a:uLnTx/>
                <a:uFillTx/>
                <a:latin typeface="Ubuntu"/>
                <a:ea typeface="+mn-ea"/>
                <a:cs typeface="+mn-cs"/>
              </a:rPr>
              <a:t>. Please modify text boxes and positioning as needed based on the message and overall composition. Always consider the legibility and contrast of copy and content for maximum usability.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Any and all photography in these designs is given as an example. While you can use them, it’s better to </a:t>
            </a:r>
            <a:r>
              <a:rPr kumimoji="0" lang="en-US" sz="1000" b="1" i="0" u="none" strike="noStrike" kern="1200" cap="none" spc="0" normalizeH="0" baseline="0" noProof="0" dirty="0">
                <a:ln>
                  <a:noFill/>
                </a:ln>
                <a:solidFill>
                  <a:schemeClr val="tx1"/>
                </a:solidFill>
                <a:effectLst/>
                <a:uLnTx/>
                <a:uFillTx/>
                <a:latin typeface="Ubuntu"/>
                <a:ea typeface="+mn-ea"/>
                <a:cs typeface="+mn-cs"/>
              </a:rPr>
              <a:t>change the photography</a:t>
            </a:r>
            <a:r>
              <a:rPr kumimoji="0" lang="en-US" sz="1000" b="0" i="0" u="none" strike="noStrike" kern="1200" cap="none" spc="0" normalizeH="0" baseline="0" noProof="0" dirty="0">
                <a:ln>
                  <a:noFill/>
                </a:ln>
                <a:solidFill>
                  <a:schemeClr val="tx1"/>
                </a:solidFill>
                <a:effectLst/>
                <a:uLnTx/>
                <a:uFillTx/>
                <a:latin typeface="Ubuntu"/>
                <a:ea typeface="+mn-ea"/>
                <a:cs typeface="+mn-cs"/>
              </a:rPr>
              <a:t> to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To do so, right click on the picture or placeholder to change/insert a photo. </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3">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chemeClr val="tx1"/>
              </a:solidFill>
              <a:effectLst/>
              <a:uLnTx/>
              <a:uFillTx/>
              <a:latin typeface="Ubuntu"/>
              <a:ea typeface="+mn-ea"/>
              <a:cs typeface="+mn-cs"/>
            </a:endParaRP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4">
                  <a:extLst>
                    <a:ext uri="{A12FA001-AC4F-418D-AE19-62706E023703}">
                      <ahyp:hlinkClr xmlns:ahyp="http://schemas.microsoft.com/office/drawing/2018/hyperlinkcolor" val="tx"/>
                    </a:ext>
                  </a:extLst>
                </a:hlinkClick>
              </a:rPr>
              <a:t>Getty images</a:t>
            </a:r>
            <a:r>
              <a:rPr kumimoji="0" lang="en-US" sz="1000" b="0" i="0" u="none" strike="noStrike" kern="1200" cap="none" spc="0" normalizeH="0" baseline="0" noProof="0" dirty="0">
                <a:ln>
                  <a:noFill/>
                </a:ln>
                <a:solidFill>
                  <a:schemeClr val="tx1"/>
                </a:solidFill>
                <a:effectLst/>
                <a:uLnTx/>
                <a:uFillTx/>
                <a:latin typeface="Ubuntu"/>
                <a:ea typeface="+mn-ea"/>
                <a:cs typeface="+mn-cs"/>
              </a:rPr>
              <a:t> (Recommended), </a:t>
            </a: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5">
                  <a:extLst>
                    <a:ext uri="{A12FA001-AC4F-418D-AE19-62706E023703}">
                      <ahyp:hlinkClr xmlns:ahyp="http://schemas.microsoft.com/office/drawing/2018/hyperlinkcolor" val="tx"/>
                    </a:ext>
                  </a:extLst>
                </a:hlinkClick>
              </a:rPr>
              <a:t>Shutterstock</a:t>
            </a:r>
            <a:r>
              <a:rPr kumimoji="0" lang="en-US" sz="1000" b="0" i="0" u="none" strike="noStrike" kern="1200" cap="none" spc="0" normalizeH="0" baseline="0" noProof="0" dirty="0">
                <a:ln>
                  <a:noFill/>
                </a:ln>
                <a:solidFill>
                  <a:schemeClr val="tx1"/>
                </a:solidFill>
                <a:effectLst/>
                <a:uLnTx/>
                <a:uFillTx/>
                <a:latin typeface="Ubuntu"/>
                <a:ea typeface="+mn-ea"/>
                <a:cs typeface="+mn-cs"/>
              </a:rPr>
              <a:t>, </a:t>
            </a: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6">
                  <a:extLst>
                    <a:ext uri="{A12FA001-AC4F-418D-AE19-62706E023703}">
                      <ahyp:hlinkClr xmlns:ahyp="http://schemas.microsoft.com/office/drawing/2018/hyperlinkcolor" val="tx"/>
                    </a:ext>
                  </a:extLst>
                </a:hlinkClick>
              </a:rPr>
              <a:t>Adobe images</a:t>
            </a:r>
            <a:r>
              <a:rPr kumimoji="0" lang="en-US" sz="1000" b="0" i="0" u="none" strike="noStrike" kern="1200" cap="none" spc="0" normalizeH="0" baseline="0" noProof="0" dirty="0">
                <a:ln>
                  <a:noFill/>
                </a:ln>
                <a:solidFill>
                  <a:schemeClr val="tx1"/>
                </a:solidFill>
                <a:effectLst/>
                <a:uLnTx/>
                <a:uFillTx/>
                <a:latin typeface="Ubuntu"/>
                <a:ea typeface="+mn-ea"/>
                <a:cs typeface="+mn-cs"/>
              </a:rPr>
              <a:t> (check with your M&amp;C design team):</a:t>
            </a:r>
          </a:p>
          <a:p>
            <a:pPr lvl="0">
              <a:spcBef>
                <a:spcPts val="600"/>
              </a:spcBef>
              <a:defRPr/>
            </a:pPr>
            <a:r>
              <a:rPr lang="en-US" sz="1000" b="1" dirty="0">
                <a:solidFill>
                  <a:srgbClr val="000000"/>
                </a:solidFill>
              </a:rPr>
              <a:t>Further examples and inspiration </a:t>
            </a:r>
            <a:r>
              <a:rPr lang="en-US" sz="1000" dirty="0">
                <a:solidFill>
                  <a:srgbClr val="000000"/>
                </a:solidFill>
              </a:rPr>
              <a:t>are available in Extras file in your </a:t>
            </a:r>
            <a:r>
              <a:rPr lang="en-US" sz="1000" dirty="0" err="1">
                <a:solidFill>
                  <a:srgbClr val="000000"/>
                </a:solidFill>
              </a:rPr>
              <a:t>Powerpoint</a:t>
            </a:r>
            <a:br>
              <a:rPr lang="en-US" sz="1000" dirty="0">
                <a:solidFill>
                  <a:srgbClr val="000000"/>
                </a:solidFill>
              </a:rPr>
            </a:br>
            <a:r>
              <a:rPr lang="en-US" sz="1000" dirty="0">
                <a:solidFill>
                  <a:srgbClr val="000000"/>
                </a:solidFill>
              </a:rPr>
              <a:t> -&gt; File -&gt; New from template…</a:t>
            </a:r>
            <a:endParaRPr lang="en-US" sz="1400" dirty="0">
              <a:solidFill>
                <a:srgbClr val="000000"/>
              </a:solidFill>
            </a:endParaRPr>
          </a:p>
        </p:txBody>
      </p:sp>
    </p:spTree>
    <p:extLst>
      <p:ext uri="{BB962C8B-B14F-4D97-AF65-F5344CB8AC3E}">
        <p14:creationId xmlns:p14="http://schemas.microsoft.com/office/powerpoint/2010/main" val="128028617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95195F-DDD9-4A0C-9A9A-9DBAFA1DDCA6}"/>
            </a:ext>
          </a:extLst>
        </p:cNvPr>
        <p:cNvGrpSpPr/>
        <p:nvPr/>
      </p:nvGrpSpPr>
      <p:grpSpPr>
        <a:xfrm>
          <a:off x="0" y="0"/>
          <a:ext cx="0" cy="0"/>
          <a:chOff x="0" y="0"/>
          <a:chExt cx="0" cy="0"/>
        </a:xfrm>
      </p:grpSpPr>
      <p:sp>
        <p:nvSpPr>
          <p:cNvPr id="17" name="Title 16">
            <a:extLst>
              <a:ext uri="{FF2B5EF4-FFF2-40B4-BE49-F238E27FC236}">
                <a16:creationId xmlns:a16="http://schemas.microsoft.com/office/drawing/2014/main" id="{69DF53CE-5126-B2A7-6F55-8D8D0DCEA882}"/>
              </a:ext>
            </a:extLst>
          </p:cNvPr>
          <p:cNvSpPr>
            <a:spLocks noGrp="1"/>
          </p:cNvSpPr>
          <p:nvPr>
            <p:ph type="title"/>
          </p:nvPr>
        </p:nvSpPr>
        <p:spPr/>
        <p:txBody>
          <a:bodyPr/>
          <a:lstStyle/>
          <a:p>
            <a:pPr lvl="0"/>
            <a:r>
              <a:rPr lang="en-US" dirty="0"/>
              <a:t>Quote of up to three lines of text in Ubuntu Regular</a:t>
            </a:r>
          </a:p>
        </p:txBody>
      </p:sp>
      <p:sp>
        <p:nvSpPr>
          <p:cNvPr id="18" name="Text Placeholder 17">
            <a:extLst>
              <a:ext uri="{FF2B5EF4-FFF2-40B4-BE49-F238E27FC236}">
                <a16:creationId xmlns:a16="http://schemas.microsoft.com/office/drawing/2014/main" id="{F046D434-9E6C-B4DD-848E-CC27A1A62955}"/>
              </a:ext>
            </a:extLst>
          </p:cNvPr>
          <p:cNvSpPr>
            <a:spLocks noGrp="1"/>
          </p:cNvSpPr>
          <p:nvPr>
            <p:ph type="body" sz="quarter" idx="13"/>
          </p:nvPr>
        </p:nvSpPr>
        <p:spPr/>
        <p:txBody>
          <a:bodyPr vert="horz" wrap="square" lIns="0" tIns="0" rIns="0" bIns="0" rtlCol="0" anchor="t">
            <a:noAutofit/>
          </a:bodyPr>
          <a:lstStyle/>
          <a:p>
            <a:r>
              <a:rPr lang="en-US" dirty="0"/>
              <a:t>Author Name </a:t>
            </a:r>
          </a:p>
          <a:p>
            <a:endParaRPr lang="en-US" dirty="0"/>
          </a:p>
        </p:txBody>
      </p:sp>
      <p:sp>
        <p:nvSpPr>
          <p:cNvPr id="22" name="Date Placeholder 21">
            <a:extLst>
              <a:ext uri="{FF2B5EF4-FFF2-40B4-BE49-F238E27FC236}">
                <a16:creationId xmlns:a16="http://schemas.microsoft.com/office/drawing/2014/main" id="{E3B7CD28-8B77-C967-2DAB-D4DF3E1C8545}"/>
              </a:ext>
            </a:extLst>
          </p:cNvPr>
          <p:cNvSpPr>
            <a:spLocks noGrp="1"/>
          </p:cNvSpPr>
          <p:nvPr>
            <p:ph type="dt" sz="half" idx="1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3" name="Footer Placeholder 22">
            <a:extLst>
              <a:ext uri="{FF2B5EF4-FFF2-40B4-BE49-F238E27FC236}">
                <a16:creationId xmlns:a16="http://schemas.microsoft.com/office/drawing/2014/main" id="{D308B894-DE36-1DAD-CF04-3E1A481B4C86}"/>
              </a:ext>
            </a:extLst>
          </p:cNvPr>
          <p:cNvSpPr>
            <a:spLocks noGrp="1"/>
          </p:cNvSpPr>
          <p:nvPr>
            <p:ph type="ftr" sz="quarter" idx="15"/>
          </p:nvPr>
        </p:nvSpPr>
        <p:spPr/>
        <p:txBody>
          <a:bodyPr/>
          <a:lstStyle/>
          <a:p>
            <a:pPr>
              <a:spcBef>
                <a:spcPts val="1000"/>
              </a:spcBef>
              <a:buFont typeface="Arial" panose="020B0604020202020204" pitchFamily="34" charset="0"/>
              <a:buNone/>
            </a:pPr>
            <a:r>
              <a:rPr lang="en-US" dirty="0"/>
              <a:t>Presentation Title | Author | Date</a:t>
            </a:r>
          </a:p>
        </p:txBody>
      </p:sp>
      <p:sp>
        <p:nvSpPr>
          <p:cNvPr id="25" name="Slide Number Placeholder 24">
            <a:extLst>
              <a:ext uri="{FF2B5EF4-FFF2-40B4-BE49-F238E27FC236}">
                <a16:creationId xmlns:a16="http://schemas.microsoft.com/office/drawing/2014/main" id="{A1CC25A5-5395-44E3-539D-F0DB22F2F853}"/>
              </a:ext>
            </a:extLst>
          </p:cNvPr>
          <p:cNvSpPr>
            <a:spLocks noGrp="1"/>
          </p:cNvSpPr>
          <p:nvPr>
            <p:ph type="sldNum" sz="quarter" idx="16"/>
          </p:nvPr>
        </p:nvSpPr>
        <p:spPr/>
        <p:txBody>
          <a:bodyPr/>
          <a:lstStyle/>
          <a:p>
            <a:pPr algn="r"/>
            <a:fld id="{5D9A5160-6218-4E5A-B9E6-B93E3DAE377C}" type="slidenum">
              <a:rPr lang="en-US" smtClean="0"/>
              <a:pPr algn="r"/>
              <a:t>47</a:t>
            </a:fld>
            <a:endParaRPr lang="en-US" dirty="0"/>
          </a:p>
        </p:txBody>
      </p:sp>
      <p:sp>
        <p:nvSpPr>
          <p:cNvPr id="24" name="Rectangle 23">
            <a:extLst>
              <a:ext uri="{FF2B5EF4-FFF2-40B4-BE49-F238E27FC236}">
                <a16:creationId xmlns:a16="http://schemas.microsoft.com/office/drawing/2014/main" id="{B1210898-F975-E8A6-A75D-8238ACD32415}"/>
              </a:ext>
              <a:ext uri="{C183D7F6-B498-43B3-948B-1728B52AA6E4}">
                <adec:decorative xmlns:adec="http://schemas.microsoft.com/office/drawing/2017/decorative" val="1"/>
              </a:ext>
            </a:extLst>
          </p:cNvPr>
          <p:cNvSpPr/>
          <p:nvPr/>
        </p:nvSpPr>
        <p:spPr>
          <a:xfrm>
            <a:off x="-5339698" y="4485461"/>
            <a:ext cx="12192000" cy="210684"/>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Ubuntu"/>
              <a:ea typeface="+mn-ea"/>
              <a:cs typeface="+mn-cs"/>
            </a:endParaRPr>
          </a:p>
        </p:txBody>
      </p:sp>
      <p:sp>
        <p:nvSpPr>
          <p:cNvPr id="3" name="Text Placeholder 10">
            <a:extLst>
              <a:ext uri="{FF2B5EF4-FFF2-40B4-BE49-F238E27FC236}">
                <a16:creationId xmlns:a16="http://schemas.microsoft.com/office/drawing/2014/main" id="{D32DAF4D-305D-EED8-95F0-663351A7861A}"/>
              </a:ext>
            </a:extLst>
          </p:cNvPr>
          <p:cNvSpPr txBox="1">
            <a:spLocks/>
          </p:cNvSpPr>
          <p:nvPr/>
        </p:nvSpPr>
        <p:spPr>
          <a:xfrm>
            <a:off x="1678791" y="1916111"/>
            <a:ext cx="723212" cy="758849"/>
          </a:xfrm>
          <a:prstGeom prst="rect">
            <a:avLst/>
          </a:prstGeom>
        </p:spPr>
        <p:txBody>
          <a:bodyPr vert="horz" lIns="0" tIns="0" rIns="0" bIns="0" rtlCol="0">
            <a:noAutofit/>
          </a:bodyPr>
          <a:lstStyle>
            <a:lvl1pPr marL="0" indent="0" algn="l" defTabSz="914400" rtl="0" eaLnBrk="1" latinLnBrk="0" hangingPunct="1">
              <a:lnSpc>
                <a:spcPct val="100000"/>
              </a:lnSpc>
              <a:spcBef>
                <a:spcPts val="600"/>
              </a:spcBef>
              <a:buFont typeface="Arial" panose="020B0604020202020204" pitchFamily="34" charset="0"/>
              <a:buNone/>
              <a:defRPr sz="4800" kern="1200">
                <a:solidFill>
                  <a:schemeClr val="bg2"/>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3200" kern="1200">
                <a:solidFill>
                  <a:schemeClr val="bg1"/>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3200" kern="1200">
                <a:solidFill>
                  <a:schemeClr val="bg1"/>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3200" kern="1200">
                <a:solidFill>
                  <a:schemeClr val="bg1"/>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3200" kern="1200">
                <a:solidFill>
                  <a:schemeClr val="bg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8000" b="0" i="0" u="none" strike="noStrike" kern="1200" cap="none" spc="0" normalizeH="0" baseline="0" noProof="0" dirty="0">
                <a:ln>
                  <a:noFill/>
                </a:ln>
                <a:solidFill>
                  <a:srgbClr val="FFFFFF"/>
                </a:solidFill>
                <a:effectLst>
                  <a:outerShdw blurRad="1016000" dir="5400000" algn="ctr" rotWithShape="0">
                    <a:srgbClr val="121A38"/>
                  </a:outerShdw>
                </a:effectLst>
                <a:uLnTx/>
                <a:uFillTx/>
                <a:latin typeface="Ubuntu"/>
                <a:ea typeface="+mn-ea"/>
                <a:cs typeface="+mn-cs"/>
              </a:rPr>
              <a:t>“</a:t>
            </a:r>
          </a:p>
        </p:txBody>
      </p:sp>
      <p:sp>
        <p:nvSpPr>
          <p:cNvPr id="4" name="Text Placeholder 10">
            <a:extLst>
              <a:ext uri="{FF2B5EF4-FFF2-40B4-BE49-F238E27FC236}">
                <a16:creationId xmlns:a16="http://schemas.microsoft.com/office/drawing/2014/main" id="{AB2FA488-A1E4-AE62-8934-14C7E82A799A}"/>
              </a:ext>
            </a:extLst>
          </p:cNvPr>
          <p:cNvSpPr txBox="1">
            <a:spLocks/>
          </p:cNvSpPr>
          <p:nvPr/>
        </p:nvSpPr>
        <p:spPr>
          <a:xfrm>
            <a:off x="9789996" y="2674960"/>
            <a:ext cx="723212" cy="754037"/>
          </a:xfrm>
          <a:prstGeom prst="rect">
            <a:avLst/>
          </a:prstGeom>
        </p:spPr>
        <p:txBody>
          <a:bodyPr vert="horz" lIns="0" tIns="0" rIns="0" bIns="0" rtlCol="0">
            <a:noAutofit/>
          </a:bodyPr>
          <a:lstStyle>
            <a:lvl1pPr marL="0" indent="0" algn="l" defTabSz="914400" rtl="0" eaLnBrk="1" latinLnBrk="0" hangingPunct="1">
              <a:lnSpc>
                <a:spcPct val="100000"/>
              </a:lnSpc>
              <a:spcBef>
                <a:spcPts val="600"/>
              </a:spcBef>
              <a:buFont typeface="Arial" panose="020B0604020202020204" pitchFamily="34" charset="0"/>
              <a:buNone/>
              <a:defRPr sz="4800" kern="1200">
                <a:solidFill>
                  <a:schemeClr val="bg2"/>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3200" kern="1200">
                <a:solidFill>
                  <a:schemeClr val="bg1"/>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3200" kern="1200">
                <a:solidFill>
                  <a:schemeClr val="bg1"/>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3200" kern="1200">
                <a:solidFill>
                  <a:schemeClr val="bg1"/>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3200" kern="1200">
                <a:solidFill>
                  <a:schemeClr val="bg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8000" b="0" i="0" u="none" strike="noStrike" kern="1200" cap="none" spc="0" normalizeH="0" baseline="0" noProof="0" dirty="0">
                <a:ln>
                  <a:noFill/>
                </a:ln>
                <a:solidFill>
                  <a:srgbClr val="FFFFFF"/>
                </a:solidFill>
                <a:effectLst>
                  <a:outerShdw blurRad="1016000" dir="5400000" algn="ctr" rotWithShape="0">
                    <a:srgbClr val="121A38"/>
                  </a:outerShdw>
                </a:effectLst>
                <a:uLnTx/>
                <a:uFillTx/>
                <a:latin typeface="Ubuntu"/>
                <a:ea typeface="+mn-ea"/>
                <a:cs typeface="+mn-cs"/>
              </a:rPr>
              <a:t>”</a:t>
            </a:r>
          </a:p>
        </p:txBody>
      </p:sp>
      <p:sp>
        <p:nvSpPr>
          <p:cNvPr id="2" name="TextBox 1">
            <a:extLst>
              <a:ext uri="{FF2B5EF4-FFF2-40B4-BE49-F238E27FC236}">
                <a16:creationId xmlns:a16="http://schemas.microsoft.com/office/drawing/2014/main" id="{F32C9443-D723-60CB-7BE3-C840925E51B7}"/>
              </a:ext>
            </a:extLst>
          </p:cNvPr>
          <p:cNvSpPr txBox="1"/>
          <p:nvPr>
            <p:custDataLst>
              <p:tags r:id="rId1"/>
            </p:custDataLst>
          </p:nvPr>
        </p:nvSpPr>
        <p:spPr>
          <a:xfrm>
            <a:off x="5621" y="6093296"/>
            <a:ext cx="5541819" cy="231750"/>
          </a:xfrm>
          <a:prstGeom prst="rect">
            <a:avLst/>
          </a:prstGeom>
          <a:solidFill>
            <a:srgbClr val="FF816E"/>
          </a:solidFill>
          <a:ln>
            <a:noFill/>
          </a:ln>
        </p:spPr>
        <p:txBody>
          <a:bodyPr wrap="square" tIns="54000" bIns="54000" rtlCol="0">
            <a:noAutofit/>
          </a:bodyPr>
          <a:lstStyle>
            <a:defPPr>
              <a:defRPr lang="de-DE"/>
            </a:defPPr>
            <a:lvl1pPr algn="just">
              <a:spcBef>
                <a:spcPts val="400"/>
              </a:spcBef>
              <a:buClr>
                <a:schemeClr val="tx1"/>
              </a:buClr>
              <a:tabLst>
                <a:tab pos="809625" algn="l"/>
              </a:tabLst>
              <a:defRPr sz="1200">
                <a:latin typeface="Calibri" pitchFamily="34" charset="0"/>
              </a:defRPr>
            </a:lvl1pPr>
          </a:lstStyle>
          <a:p>
            <a:pPr marL="0" marR="0" lvl="1" indent="0" algn="l" defTabSz="914400" rtl="0" eaLnBrk="1" fontAlgn="auto" latinLnBrk="0" hangingPunct="1">
              <a:lnSpc>
                <a:spcPct val="100000"/>
              </a:lnSpc>
              <a:spcBef>
                <a:spcPts val="400"/>
              </a:spcBef>
              <a:spcAft>
                <a:spcPts val="0"/>
              </a:spcAft>
              <a:buClr>
                <a:srgbClr val="0070AD"/>
              </a:buClr>
              <a:buSzPct val="100000"/>
              <a:buFontTx/>
              <a:buNone/>
              <a:tabLst/>
              <a:defRPr/>
            </a:pPr>
            <a:r>
              <a:rPr kumimoji="0" lang="en-US" sz="800" b="1" i="0" u="none" strike="noStrike" kern="1200" cap="none" spc="0" normalizeH="0" baseline="0" noProof="0" dirty="0">
                <a:ln>
                  <a:noFill/>
                </a:ln>
                <a:solidFill>
                  <a:srgbClr val="000000"/>
                </a:solidFill>
                <a:effectLst/>
                <a:uLnTx/>
                <a:uFillTx/>
                <a:latin typeface="Ubuntu" panose="020B0504030602030204" pitchFamily="34" charset="0"/>
                <a:ea typeface="+mn-ea"/>
                <a:cs typeface="+mn-cs"/>
                <a:sym typeface="Calibri"/>
              </a:rPr>
              <a:t>TIP: </a:t>
            </a:r>
            <a:r>
              <a:rPr kumimoji="0" lang="en-US" sz="800" b="0" i="0" u="none" strike="noStrike" kern="1200" cap="none" spc="0" normalizeH="0" baseline="0" noProof="0" dirty="0">
                <a:ln>
                  <a:noFill/>
                </a:ln>
                <a:solidFill>
                  <a:srgbClr val="000000"/>
                </a:solidFill>
                <a:effectLst/>
                <a:uLnTx/>
                <a:uFillTx/>
                <a:latin typeface="Ubuntu" panose="020B0504030602030204" pitchFamily="34" charset="0"/>
                <a:ea typeface="+mn-ea"/>
                <a:cs typeface="Calibri" pitchFamily="34" charset="0"/>
                <a:sym typeface="Calibri"/>
              </a:rPr>
              <a:t>Re-align the progress bar to the last letter on the right hand side of the quoted person’s name.</a:t>
            </a:r>
            <a:endParaRPr kumimoji="0" lang="en-US" sz="800" b="0" i="0" u="none" strike="noStrike" kern="1200" cap="none" spc="0" normalizeH="0" baseline="0" noProof="0" dirty="0">
              <a:ln>
                <a:noFill/>
              </a:ln>
              <a:solidFill>
                <a:srgbClr val="000000"/>
              </a:solidFill>
              <a:effectLst/>
              <a:uLnTx/>
              <a:uFillTx/>
              <a:latin typeface="Ubuntu" panose="020B0504030602030204" pitchFamily="34" charset="0"/>
              <a:ea typeface="+mn-ea"/>
              <a:cs typeface="Calibri" pitchFamily="34" charset="0"/>
            </a:endParaRPr>
          </a:p>
        </p:txBody>
      </p:sp>
    </p:spTree>
    <p:extLst>
      <p:ext uri="{BB962C8B-B14F-4D97-AF65-F5344CB8AC3E}">
        <p14:creationId xmlns:p14="http://schemas.microsoft.com/office/powerpoint/2010/main" val="289251534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FE4B3C-98C4-6F4B-DD11-65E607CA8D1A}"/>
            </a:ext>
          </a:extLst>
        </p:cNvPr>
        <p:cNvGrpSpPr/>
        <p:nvPr/>
      </p:nvGrpSpPr>
      <p:grpSpPr>
        <a:xfrm>
          <a:off x="0" y="0"/>
          <a:ext cx="0" cy="0"/>
          <a:chOff x="0" y="0"/>
          <a:chExt cx="0" cy="0"/>
        </a:xfrm>
      </p:grpSpPr>
      <p:pic>
        <p:nvPicPr>
          <p:cNvPr id="25" name="Picture 24" descr="Blurred abstract liquid">
            <a:extLst>
              <a:ext uri="{FF2B5EF4-FFF2-40B4-BE49-F238E27FC236}">
                <a16:creationId xmlns:a16="http://schemas.microsoft.com/office/drawing/2014/main" id="{3DBAD0BD-8508-0164-47A2-6FB81CA19594}"/>
              </a:ext>
            </a:extLst>
          </p:cNvPr>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a:xfrm>
            <a:off x="-1" y="10"/>
            <a:ext cx="12192001" cy="6857990"/>
          </a:xfrm>
          <a:prstGeom prst="rect">
            <a:avLst/>
          </a:prstGeom>
          <a:noFill/>
        </p:spPr>
      </p:pic>
      <p:sp>
        <p:nvSpPr>
          <p:cNvPr id="17" name="Title 1">
            <a:extLst>
              <a:ext uri="{FF2B5EF4-FFF2-40B4-BE49-F238E27FC236}">
                <a16:creationId xmlns:a16="http://schemas.microsoft.com/office/drawing/2014/main" id="{4327D45C-2E8D-AFA6-A95B-8716086175EC}"/>
              </a:ext>
            </a:extLst>
          </p:cNvPr>
          <p:cNvSpPr>
            <a:spLocks noGrp="1"/>
          </p:cNvSpPr>
          <p:nvPr>
            <p:ph type="title"/>
          </p:nvPr>
        </p:nvSpPr>
        <p:spPr>
          <a:xfrm>
            <a:off x="1907588" y="1517904"/>
            <a:ext cx="7901818" cy="3185499"/>
          </a:xfrm>
        </p:spPr>
        <p:txBody>
          <a:bodyPr vert="horz" lIns="0" tIns="0" rIns="0" bIns="126000" rtlCol="0" anchor="t" anchorCtr="0">
            <a:normAutofit/>
          </a:bodyPr>
          <a:lstStyle/>
          <a:p>
            <a:r>
              <a:rPr kumimoji="0" lang="en-US" sz="4400" b="0" i="0" u="none" strike="noStrike" kern="1200" cap="none" spc="0" normalizeH="0" baseline="0" noProof="0" dirty="0">
                <a:ln>
                  <a:noFill/>
                </a:ln>
                <a:effectLst/>
                <a:uLnTx/>
                <a:uFillTx/>
                <a:latin typeface="+mn-lt"/>
                <a:ea typeface="+mj-ea"/>
                <a:cs typeface="+mj-cs"/>
              </a:rPr>
              <a:t>Section title with up to five lines of text in Ubuntu Regular with </a:t>
            </a:r>
            <a:r>
              <a:rPr kumimoji="0" lang="en-US" sz="4400" b="1" i="0" u="none" strike="noStrike" kern="1200" cap="none" spc="0" normalizeH="0" baseline="0" noProof="0" dirty="0">
                <a:ln>
                  <a:noFill/>
                </a:ln>
                <a:effectLst/>
                <a:uLnTx/>
                <a:uFillTx/>
                <a:latin typeface="+mn-lt"/>
                <a:ea typeface="+mj-ea"/>
                <a:cs typeface="+mj-cs"/>
              </a:rPr>
              <a:t>Bold accents </a:t>
            </a:r>
            <a:r>
              <a:rPr kumimoji="0" lang="en-US" sz="4400" b="0" i="0" u="none" strike="noStrike" kern="1200" cap="none" spc="0" normalizeH="0" baseline="0" noProof="0" dirty="0">
                <a:ln>
                  <a:noFill/>
                </a:ln>
                <a:effectLst/>
                <a:uLnTx/>
                <a:uFillTx/>
                <a:latin typeface="+mn-lt"/>
                <a:ea typeface="+mj-ea"/>
                <a:cs typeface="+mj-cs"/>
              </a:rPr>
              <a:t>to highlight specific content.</a:t>
            </a:r>
            <a:br>
              <a:rPr kumimoji="0" lang="en-US" sz="4400" b="0" i="0" u="none" strike="noStrike" kern="1200" cap="none" spc="0" normalizeH="0" baseline="0" noProof="0" dirty="0">
                <a:ln>
                  <a:noFill/>
                </a:ln>
                <a:effectLst/>
                <a:uLnTx/>
                <a:uFillTx/>
                <a:latin typeface="+mn-lt"/>
                <a:ea typeface="+mj-ea"/>
                <a:cs typeface="+mj-cs"/>
              </a:rPr>
            </a:br>
            <a:endParaRPr kumimoji="0" lang="en-US" sz="4400" b="0" i="0" u="none" strike="noStrike" kern="1200" cap="none" spc="0" normalizeH="0" baseline="0" noProof="0" dirty="0">
              <a:ln>
                <a:noFill/>
              </a:ln>
              <a:effectLst/>
              <a:uLnTx/>
              <a:uFillTx/>
              <a:latin typeface="+mn-lt"/>
              <a:ea typeface="+mj-ea"/>
              <a:cs typeface="+mj-cs"/>
            </a:endParaRPr>
          </a:p>
        </p:txBody>
      </p:sp>
      <p:sp>
        <p:nvSpPr>
          <p:cNvPr id="18" name="Content Placeholder 2">
            <a:extLst>
              <a:ext uri="{FF2B5EF4-FFF2-40B4-BE49-F238E27FC236}">
                <a16:creationId xmlns:a16="http://schemas.microsoft.com/office/drawing/2014/main" id="{61C203A0-5F7D-DAC7-3744-F6874468F1A9}"/>
              </a:ext>
            </a:extLst>
          </p:cNvPr>
          <p:cNvSpPr>
            <a:spLocks noGrp="1"/>
          </p:cNvSpPr>
          <p:nvPr>
            <p:ph sz="quarter" idx="17"/>
          </p:nvPr>
        </p:nvSpPr>
        <p:spPr/>
        <p:txBody>
          <a:bodyPr vert="horz" lIns="0" tIns="0" rIns="0" bIns="0" rtlCol="0">
            <a:normAutofit/>
          </a:bodyPr>
          <a:lstStyle/>
          <a:p>
            <a:r>
              <a:rPr lang="en-US" kern="1200" dirty="0">
                <a:latin typeface="+mn-lt"/>
                <a:ea typeface="+mn-ea"/>
                <a:cs typeface="+mn-cs"/>
              </a:rPr>
              <a:t>Call to action</a:t>
            </a:r>
          </a:p>
          <a:p>
            <a:endParaRPr lang="en-US" kern="1200" dirty="0">
              <a:latin typeface="+mn-lt"/>
              <a:ea typeface="+mn-ea"/>
              <a:cs typeface="+mn-cs"/>
            </a:endParaRPr>
          </a:p>
          <a:p>
            <a:endParaRPr lang="en-US" kern="1200" dirty="0">
              <a:latin typeface="+mn-lt"/>
              <a:ea typeface="+mn-ea"/>
              <a:cs typeface="+mn-cs"/>
            </a:endParaRPr>
          </a:p>
        </p:txBody>
      </p:sp>
      <p:sp>
        <p:nvSpPr>
          <p:cNvPr id="20" name="Date Placeholder 19">
            <a:extLst>
              <a:ext uri="{FF2B5EF4-FFF2-40B4-BE49-F238E27FC236}">
                <a16:creationId xmlns:a16="http://schemas.microsoft.com/office/drawing/2014/main" id="{2BE11605-24A7-B329-FC3C-E253EE8C2310}"/>
              </a:ext>
            </a:extLst>
          </p:cNvPr>
          <p:cNvSpPr>
            <a:spLocks noGrp="1"/>
          </p:cNvSpPr>
          <p:nvPr>
            <p:ph type="dt" sz="half" idx="18"/>
          </p:nvPr>
        </p:nvSpPr>
        <p:spPr/>
        <p:txBody>
          <a:bodyPr wrap="none" lIns="0" tIns="0" rIns="0" bIns="0" anchor="ctr" anchorCtr="0">
            <a:normAutofit/>
          </a:bodyPr>
          <a:lstStyle/>
          <a:p>
            <a:pPr>
              <a:spcBef>
                <a:spcPts val="1000"/>
              </a:spcBef>
            </a:pPr>
            <a:r>
              <a:rPr lang="en-US"/>
              <a:t>Company Confidential © Capgemini 2026. All rights reserved.</a:t>
            </a:r>
            <a:endParaRPr lang="en-US" dirty="0"/>
          </a:p>
        </p:txBody>
      </p:sp>
      <p:sp>
        <p:nvSpPr>
          <p:cNvPr id="21" name="Footer Placeholder 20">
            <a:extLst>
              <a:ext uri="{FF2B5EF4-FFF2-40B4-BE49-F238E27FC236}">
                <a16:creationId xmlns:a16="http://schemas.microsoft.com/office/drawing/2014/main" id="{D34F043F-DC43-448C-1C28-E430ADB9DB09}"/>
              </a:ext>
            </a:extLst>
          </p:cNvPr>
          <p:cNvSpPr>
            <a:spLocks noGrp="1"/>
          </p:cNvSpPr>
          <p:nvPr>
            <p:ph type="ftr" sz="quarter" idx="19"/>
          </p:nvPr>
        </p:nvSpPr>
        <p:spPr/>
        <p:txBody>
          <a:bodyPr wrap="none" lIns="0" tIns="0" rIns="0" bIns="0" anchor="ctr" anchorCtr="0">
            <a:normAutofit/>
          </a:bodyPr>
          <a:lstStyle/>
          <a:p>
            <a:pPr>
              <a:spcBef>
                <a:spcPts val="1000"/>
              </a:spcBef>
            </a:pPr>
            <a:r>
              <a:rPr lang="en-US" kern="1200" dirty="0">
                <a:latin typeface="+mn-lt"/>
                <a:ea typeface="+mn-ea"/>
                <a:cs typeface="+mn-cs"/>
              </a:rPr>
              <a:t>Presentation Title | Author | Date</a:t>
            </a:r>
          </a:p>
        </p:txBody>
      </p:sp>
      <p:sp>
        <p:nvSpPr>
          <p:cNvPr id="22" name="Slide Number Placeholder 21">
            <a:extLst>
              <a:ext uri="{FF2B5EF4-FFF2-40B4-BE49-F238E27FC236}">
                <a16:creationId xmlns:a16="http://schemas.microsoft.com/office/drawing/2014/main" id="{CD532A00-B84F-44CB-D637-EEDD933A8813}"/>
              </a:ext>
            </a:extLst>
          </p:cNvPr>
          <p:cNvSpPr>
            <a:spLocks noGrp="1"/>
          </p:cNvSpPr>
          <p:nvPr>
            <p:ph type="sldNum" sz="quarter" idx="20"/>
          </p:nvPr>
        </p:nvSpPr>
        <p:spPr/>
        <p:txBody>
          <a:bodyPr wrap="square" lIns="0" tIns="0" rIns="0" bIns="0" anchor="ctr" anchorCtr="0">
            <a:normAutofit/>
          </a:bodyPr>
          <a:lstStyle/>
          <a:p>
            <a:pPr algn="r">
              <a:spcAft>
                <a:spcPts val="600"/>
              </a:spcAft>
            </a:pPr>
            <a:fld id="{5D9A5160-6218-4E5A-B9E6-B93E3DAE377C}" type="slidenum">
              <a:rPr lang="en-US" smtClean="0"/>
              <a:pPr algn="r">
                <a:spcAft>
                  <a:spcPts val="600"/>
                </a:spcAft>
              </a:pPr>
              <a:t>48</a:t>
            </a:fld>
            <a:endParaRPr lang="en-US" dirty="0"/>
          </a:p>
        </p:txBody>
      </p:sp>
      <p:sp>
        <p:nvSpPr>
          <p:cNvPr id="2" name="Rectangle 1" descr="Capgemini spade">
            <a:extLst>
              <a:ext uri="{FF2B5EF4-FFF2-40B4-BE49-F238E27FC236}">
                <a16:creationId xmlns:a16="http://schemas.microsoft.com/office/drawing/2014/main" id="{AEBAB028-DE2D-D9E2-CFF7-D637AB451EA8}"/>
              </a:ext>
            </a:extLst>
          </p:cNvPr>
          <p:cNvSpPr/>
          <p:nvPr/>
        </p:nvSpPr>
        <p:spPr>
          <a:xfrm>
            <a:off x="11765626" y="128961"/>
            <a:ext cx="269046" cy="335806"/>
          </a:xfrm>
          <a:prstGeom prst="rect">
            <a:avLst/>
          </a:prstGeom>
          <a:blipFill>
            <a:blip r:embed="rId3"/>
            <a:srcRect/>
            <a:stretch>
              <a:fillRect t="12891" b="13600"/>
            </a:stretch>
          </a:blipFill>
        </p:spPr>
        <p:txBody>
          <a:bodyPr vert="horz" lIns="0" tIns="0" rIns="0" bIns="0" rtlCol="0" anchorCtr="0">
            <a:normAutofit/>
          </a:bodyPr>
          <a:lstStyle/>
          <a:p>
            <a:pPr>
              <a:spcBef>
                <a:spcPts val="1800"/>
              </a:spcBef>
              <a:defRPr/>
            </a:pPr>
            <a:endParaRPr kumimoji="0" lang="en-US" sz="200" b="0" i="0" u="none" strike="noStrike" kern="1200" cap="none" spc="0" normalizeH="0" baseline="0" noProof="0" dirty="0">
              <a:ln>
                <a:noFill/>
              </a:ln>
              <a:solidFill>
                <a:schemeClr val="bg1">
                  <a:lumMod val="85000"/>
                </a:schemeClr>
              </a:solidFill>
              <a:effectLst/>
              <a:uLnTx/>
              <a:uFillTx/>
              <a:latin typeface="+mn-lt"/>
              <a:ea typeface="+mn-ea"/>
              <a:cs typeface="+mn-cs"/>
            </a:endParaRPr>
          </a:p>
        </p:txBody>
      </p:sp>
      <p:sp>
        <p:nvSpPr>
          <p:cNvPr id="11" name="Speech Bubble: Rectangle with Corners Rounded 4">
            <a:extLst>
              <a:ext uri="{FF2B5EF4-FFF2-40B4-BE49-F238E27FC236}">
                <a16:creationId xmlns:a16="http://schemas.microsoft.com/office/drawing/2014/main" id="{44637D81-C0E7-D579-F266-3D9F2B1E7B0B}"/>
              </a:ext>
              <a:ext uri="{C183D7F6-B498-43B3-948B-1728B52AA6E4}">
                <adec:decorative xmlns:adec="http://schemas.microsoft.com/office/drawing/2017/decorative" val="1"/>
              </a:ext>
            </a:extLst>
          </p:cNvPr>
          <p:cNvSpPr/>
          <p:nvPr/>
        </p:nvSpPr>
        <p:spPr>
          <a:xfrm>
            <a:off x="12443989" y="0"/>
            <a:ext cx="4655291" cy="3429000"/>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Ubuntu"/>
                <a:ea typeface="+mn-ea"/>
                <a:cs typeface="+mn-cs"/>
              </a:rPr>
              <a:t>Impact slides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These slide designs and messages are </a:t>
            </a:r>
            <a:r>
              <a:rPr kumimoji="0" lang="en-US" sz="1000" b="1" i="0" u="none" strike="noStrike" kern="1200" cap="none" spc="0" normalizeH="0" baseline="0" noProof="0" dirty="0">
                <a:ln>
                  <a:noFill/>
                </a:ln>
                <a:solidFill>
                  <a:schemeClr val="tx1"/>
                </a:solidFill>
                <a:effectLst/>
                <a:uLnTx/>
                <a:uFillTx/>
                <a:latin typeface="Ubuntu"/>
                <a:ea typeface="+mn-ea"/>
                <a:cs typeface="+mn-cs"/>
              </a:rPr>
              <a:t>inspirational only</a:t>
            </a:r>
            <a:r>
              <a:rPr kumimoji="0" lang="en-US" sz="1000" b="0" i="0" u="none" strike="noStrike" kern="1200" cap="none" spc="0" normalizeH="0" baseline="0" noProof="0" dirty="0">
                <a:ln>
                  <a:noFill/>
                </a:ln>
                <a:solidFill>
                  <a:schemeClr val="tx1"/>
                </a:solidFill>
                <a:effectLst/>
                <a:uLnTx/>
                <a:uFillTx/>
                <a:latin typeface="Ubuntu"/>
                <a:ea typeface="+mn-ea"/>
                <a:cs typeface="+mn-cs"/>
              </a:rPr>
              <a:t>. Please modify text boxes and positioning as needed based on the message and overall composition. Always consider the legibility and contrast of copy and content for maximum usability.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Any and all photography in these designs is given as an example. While you can use them, it’s better to </a:t>
            </a:r>
            <a:r>
              <a:rPr kumimoji="0" lang="en-US" sz="1000" b="1" i="0" u="none" strike="noStrike" kern="1200" cap="none" spc="0" normalizeH="0" baseline="0" noProof="0" dirty="0">
                <a:ln>
                  <a:noFill/>
                </a:ln>
                <a:solidFill>
                  <a:schemeClr val="tx1"/>
                </a:solidFill>
                <a:effectLst/>
                <a:uLnTx/>
                <a:uFillTx/>
                <a:latin typeface="Ubuntu"/>
                <a:ea typeface="+mn-ea"/>
                <a:cs typeface="+mn-cs"/>
              </a:rPr>
              <a:t>change the photography</a:t>
            </a:r>
            <a:r>
              <a:rPr kumimoji="0" lang="en-US" sz="1000" b="0" i="0" u="none" strike="noStrike" kern="1200" cap="none" spc="0" normalizeH="0" baseline="0" noProof="0" dirty="0">
                <a:ln>
                  <a:noFill/>
                </a:ln>
                <a:solidFill>
                  <a:schemeClr val="tx1"/>
                </a:solidFill>
                <a:effectLst/>
                <a:uLnTx/>
                <a:uFillTx/>
                <a:latin typeface="Ubuntu"/>
                <a:ea typeface="+mn-ea"/>
                <a:cs typeface="+mn-cs"/>
              </a:rPr>
              <a:t> to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To do so, right click on the picture or placeholder to change/insert a photo. </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4">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chemeClr val="tx1"/>
              </a:solidFill>
              <a:effectLst/>
              <a:uLnTx/>
              <a:uFillTx/>
              <a:latin typeface="Ubuntu"/>
              <a:ea typeface="+mn-ea"/>
              <a:cs typeface="+mn-cs"/>
            </a:endParaRP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5">
                  <a:extLst>
                    <a:ext uri="{A12FA001-AC4F-418D-AE19-62706E023703}">
                      <ahyp:hlinkClr xmlns:ahyp="http://schemas.microsoft.com/office/drawing/2018/hyperlinkcolor" val="tx"/>
                    </a:ext>
                  </a:extLst>
                </a:hlinkClick>
              </a:rPr>
              <a:t>Getty images</a:t>
            </a:r>
            <a:r>
              <a:rPr kumimoji="0" lang="en-US" sz="1000" b="0" i="0" u="none" strike="noStrike" kern="1200" cap="none" spc="0" normalizeH="0" baseline="0" noProof="0" dirty="0">
                <a:ln>
                  <a:noFill/>
                </a:ln>
                <a:solidFill>
                  <a:schemeClr val="tx1"/>
                </a:solidFill>
                <a:effectLst/>
                <a:uLnTx/>
                <a:uFillTx/>
                <a:latin typeface="Ubuntu"/>
                <a:ea typeface="+mn-ea"/>
                <a:cs typeface="+mn-cs"/>
              </a:rPr>
              <a:t> (Recommended), </a:t>
            </a: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6">
                  <a:extLst>
                    <a:ext uri="{A12FA001-AC4F-418D-AE19-62706E023703}">
                      <ahyp:hlinkClr xmlns:ahyp="http://schemas.microsoft.com/office/drawing/2018/hyperlinkcolor" val="tx"/>
                    </a:ext>
                  </a:extLst>
                </a:hlinkClick>
              </a:rPr>
              <a:t>Shutterstock</a:t>
            </a:r>
            <a:r>
              <a:rPr kumimoji="0" lang="en-US" sz="1000" b="0" i="0" u="none" strike="noStrike" kern="1200" cap="none" spc="0" normalizeH="0" baseline="0" noProof="0" dirty="0">
                <a:ln>
                  <a:noFill/>
                </a:ln>
                <a:solidFill>
                  <a:schemeClr val="tx1"/>
                </a:solidFill>
                <a:effectLst/>
                <a:uLnTx/>
                <a:uFillTx/>
                <a:latin typeface="Ubuntu"/>
                <a:ea typeface="+mn-ea"/>
                <a:cs typeface="+mn-cs"/>
              </a:rPr>
              <a:t>, </a:t>
            </a: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7">
                  <a:extLst>
                    <a:ext uri="{A12FA001-AC4F-418D-AE19-62706E023703}">
                      <ahyp:hlinkClr xmlns:ahyp="http://schemas.microsoft.com/office/drawing/2018/hyperlinkcolor" val="tx"/>
                    </a:ext>
                  </a:extLst>
                </a:hlinkClick>
              </a:rPr>
              <a:t>Adobe images</a:t>
            </a:r>
            <a:r>
              <a:rPr kumimoji="0" lang="en-US" sz="1000" b="0" i="0" u="none" strike="noStrike" kern="1200" cap="none" spc="0" normalizeH="0" baseline="0" noProof="0" dirty="0">
                <a:ln>
                  <a:noFill/>
                </a:ln>
                <a:solidFill>
                  <a:schemeClr val="tx1"/>
                </a:solidFill>
                <a:effectLst/>
                <a:uLnTx/>
                <a:uFillTx/>
                <a:latin typeface="Ubuntu"/>
                <a:ea typeface="+mn-ea"/>
                <a:cs typeface="+mn-cs"/>
              </a:rPr>
              <a:t> (check with your M&amp;C design team):</a:t>
            </a:r>
          </a:p>
          <a:p>
            <a:pPr lvl="0">
              <a:spcBef>
                <a:spcPts val="600"/>
              </a:spcBef>
              <a:defRPr/>
            </a:pPr>
            <a:r>
              <a:rPr lang="en-US" sz="1000" b="1" dirty="0">
                <a:solidFill>
                  <a:srgbClr val="000000"/>
                </a:solidFill>
              </a:rPr>
              <a:t>Further examples and inspiration </a:t>
            </a:r>
            <a:r>
              <a:rPr lang="en-US" sz="1000" dirty="0">
                <a:solidFill>
                  <a:srgbClr val="000000"/>
                </a:solidFill>
              </a:rPr>
              <a:t>are available in Extras file in your </a:t>
            </a:r>
            <a:r>
              <a:rPr lang="en-US" sz="1000" dirty="0" err="1">
                <a:solidFill>
                  <a:srgbClr val="000000"/>
                </a:solidFill>
              </a:rPr>
              <a:t>Powerpoint</a:t>
            </a:r>
            <a:br>
              <a:rPr lang="en-US" sz="1000" dirty="0">
                <a:solidFill>
                  <a:srgbClr val="000000"/>
                </a:solidFill>
              </a:rPr>
            </a:br>
            <a:r>
              <a:rPr lang="en-US" sz="1000" dirty="0">
                <a:solidFill>
                  <a:srgbClr val="000000"/>
                </a:solidFill>
              </a:rPr>
              <a:t> -&gt; File -&gt; New from template…</a:t>
            </a:r>
            <a:endParaRPr lang="en-US" sz="1400" dirty="0">
              <a:solidFill>
                <a:srgbClr val="000000"/>
              </a:solidFill>
            </a:endParaRPr>
          </a:p>
        </p:txBody>
      </p:sp>
    </p:spTree>
    <p:extLst>
      <p:ext uri="{BB962C8B-B14F-4D97-AF65-F5344CB8AC3E}">
        <p14:creationId xmlns:p14="http://schemas.microsoft.com/office/powerpoint/2010/main" val="48715466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C9808D-C88D-B03B-32CF-D2C42857AA53}"/>
            </a:ext>
          </a:extLst>
        </p:cNvPr>
        <p:cNvGrpSpPr/>
        <p:nvPr/>
      </p:nvGrpSpPr>
      <p:grpSpPr>
        <a:xfrm>
          <a:off x="0" y="0"/>
          <a:ext cx="0" cy="0"/>
          <a:chOff x="0" y="0"/>
          <a:chExt cx="0" cy="0"/>
        </a:xfrm>
      </p:grpSpPr>
      <p:sp>
        <p:nvSpPr>
          <p:cNvPr id="19" name="Text Placeholder 18">
            <a:extLst>
              <a:ext uri="{FF2B5EF4-FFF2-40B4-BE49-F238E27FC236}">
                <a16:creationId xmlns:a16="http://schemas.microsoft.com/office/drawing/2014/main" id="{F6AFBBEE-8DB6-6D09-023A-2981295E7068}"/>
              </a:ext>
            </a:extLst>
          </p:cNvPr>
          <p:cNvSpPr>
            <a:spLocks noGrp="1"/>
          </p:cNvSpPr>
          <p:nvPr>
            <p:ph type="body" sz="quarter" idx="22"/>
          </p:nvPr>
        </p:nvSpPr>
        <p:spPr>
          <a:xfrm>
            <a:off x="550863" y="2442021"/>
            <a:ext cx="3546475" cy="615950"/>
          </a:xfrm>
        </p:spPr>
        <p:txBody>
          <a:bodyPr anchor="t" anchorCtr="0"/>
          <a:lstStyle/>
          <a:p>
            <a:r>
              <a:rPr lang="en-US" dirty="0"/>
              <a:t>Click to insert text</a:t>
            </a:r>
          </a:p>
        </p:txBody>
      </p:sp>
      <p:sp>
        <p:nvSpPr>
          <p:cNvPr id="18" name="Text Placeholder 46">
            <a:extLst>
              <a:ext uri="{FF2B5EF4-FFF2-40B4-BE49-F238E27FC236}">
                <a16:creationId xmlns:a16="http://schemas.microsoft.com/office/drawing/2014/main" id="{417BBCC4-2BF2-99A7-F627-18F473C55D08}"/>
              </a:ext>
            </a:extLst>
          </p:cNvPr>
          <p:cNvSpPr>
            <a:spLocks noGrp="1"/>
          </p:cNvSpPr>
          <p:nvPr>
            <p:ph type="body" sz="quarter" idx="35"/>
          </p:nvPr>
        </p:nvSpPr>
        <p:spPr>
          <a:xfrm>
            <a:off x="4324350" y="2442021"/>
            <a:ext cx="3546475" cy="307777"/>
          </a:xfrm>
        </p:spPr>
        <p:txBody>
          <a:bodyPr anchor="t" anchorCtr="0"/>
          <a:lstStyle/>
          <a:p>
            <a:r>
              <a:rPr lang="en-US" dirty="0">
                <a:solidFill>
                  <a:schemeClr val="accent2"/>
                </a:solidFill>
              </a:rPr>
              <a:t>Click to insert text</a:t>
            </a:r>
          </a:p>
        </p:txBody>
      </p:sp>
      <p:sp>
        <p:nvSpPr>
          <p:cNvPr id="28" name="Text Placeholder 27">
            <a:extLst>
              <a:ext uri="{FF2B5EF4-FFF2-40B4-BE49-F238E27FC236}">
                <a16:creationId xmlns:a16="http://schemas.microsoft.com/office/drawing/2014/main" id="{A1DB0A6B-F46C-CA4B-76D7-2F4F7F686B5B}"/>
              </a:ext>
            </a:extLst>
          </p:cNvPr>
          <p:cNvSpPr>
            <a:spLocks noGrp="1"/>
          </p:cNvSpPr>
          <p:nvPr>
            <p:ph type="body" sz="quarter" idx="36"/>
          </p:nvPr>
        </p:nvSpPr>
        <p:spPr>
          <a:xfrm>
            <a:off x="8097838" y="2442021"/>
            <a:ext cx="3509962" cy="307777"/>
          </a:xfrm>
        </p:spPr>
        <p:txBody>
          <a:bodyPr anchor="t" anchorCtr="0"/>
          <a:lstStyle/>
          <a:p>
            <a:r>
              <a:rPr lang="en-US" dirty="0">
                <a:solidFill>
                  <a:schemeClr val="accent3"/>
                </a:solidFill>
              </a:rPr>
              <a:t>Click to insert text</a:t>
            </a:r>
          </a:p>
        </p:txBody>
      </p:sp>
      <p:sp>
        <p:nvSpPr>
          <p:cNvPr id="38" name="Content Placeholder 37">
            <a:extLst>
              <a:ext uri="{FF2B5EF4-FFF2-40B4-BE49-F238E27FC236}">
                <a16:creationId xmlns:a16="http://schemas.microsoft.com/office/drawing/2014/main" id="{290C9C75-3574-8AA5-B2B1-56A3DB80272C}"/>
              </a:ext>
            </a:extLst>
          </p:cNvPr>
          <p:cNvSpPr>
            <a:spLocks noGrp="1"/>
          </p:cNvSpPr>
          <p:nvPr>
            <p:ph sz="quarter" idx="37"/>
          </p:nvPr>
        </p:nvSpPr>
        <p:spPr>
          <a:xfrm>
            <a:off x="550863" y="3552109"/>
            <a:ext cx="3544887" cy="2756615"/>
          </a:xfrm>
        </p:spPr>
        <p:txBody>
          <a:bodyPr anchor="ct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US" sz="9600" b="0" i="0" u="none" strike="noStrike" kern="1200" cap="none" spc="0" normalizeH="0" baseline="0" noProof="0" dirty="0">
                <a:ln>
                  <a:noFill/>
                </a:ln>
                <a:solidFill>
                  <a:srgbClr val="0057AB"/>
                </a:solidFill>
                <a:effectLst/>
                <a:uLnTx/>
                <a:uFillTx/>
                <a:latin typeface="Ubuntu"/>
                <a:ea typeface="+mn-ea"/>
                <a:cs typeface="+mn-cs"/>
              </a:rPr>
              <a:t>60%</a:t>
            </a:r>
          </a:p>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endParaRPr kumimoji="0" lang="en-US" sz="96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 name="Content Placeholder 26">
            <a:extLst>
              <a:ext uri="{FF2B5EF4-FFF2-40B4-BE49-F238E27FC236}">
                <a16:creationId xmlns:a16="http://schemas.microsoft.com/office/drawing/2014/main" id="{01A2B807-6F61-8224-89F4-A18D3C1EFDA4}"/>
              </a:ext>
            </a:extLst>
          </p:cNvPr>
          <p:cNvSpPr>
            <a:spLocks noGrp="1"/>
          </p:cNvSpPr>
          <p:nvPr>
            <p:ph sz="quarter" idx="43"/>
          </p:nvPr>
        </p:nvSpPr>
        <p:spPr>
          <a:xfrm>
            <a:off x="4322763" y="3552109"/>
            <a:ext cx="3544887" cy="2756615"/>
          </a:xfrm>
        </p:spPr>
        <p:txBody>
          <a:bodyPr vert="horz" lIns="0" tIns="0" rIns="0" bIns="0" rtlCol="0" anchor="ctr">
            <a:noAutofit/>
          </a:body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US" sz="9600" b="0" i="0" u="none" strike="noStrike" kern="1200" cap="none" spc="0" normalizeH="0" baseline="0" noProof="0" dirty="0">
                <a:ln>
                  <a:noFill/>
                </a:ln>
                <a:solidFill>
                  <a:schemeClr val="accent2"/>
                </a:solidFill>
                <a:effectLst/>
                <a:uLnTx/>
                <a:uFillTx/>
                <a:latin typeface="Ubuntu"/>
                <a:ea typeface="+mn-ea"/>
                <a:cs typeface="+mn-cs"/>
              </a:rPr>
              <a:t>60%</a:t>
            </a:r>
          </a:p>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endParaRPr kumimoji="0" lang="en-US" sz="9600" b="0" i="0" u="none" strike="noStrike" kern="1200" cap="none" spc="0" normalizeH="0" baseline="0" noProof="0" dirty="0">
              <a:ln>
                <a:noFill/>
              </a:ln>
              <a:solidFill>
                <a:schemeClr val="accent1"/>
              </a:solidFill>
              <a:effectLst/>
              <a:uLnTx/>
              <a:uFillTx/>
              <a:latin typeface="Ubuntu"/>
              <a:ea typeface="+mn-ea"/>
              <a:cs typeface="+mn-cs"/>
            </a:endParaRPr>
          </a:p>
        </p:txBody>
      </p:sp>
      <p:sp>
        <p:nvSpPr>
          <p:cNvPr id="29" name="Content Placeholder 28">
            <a:extLst>
              <a:ext uri="{FF2B5EF4-FFF2-40B4-BE49-F238E27FC236}">
                <a16:creationId xmlns:a16="http://schemas.microsoft.com/office/drawing/2014/main" id="{CB672BBA-E063-8F3F-2B67-08BD4B0E382A}"/>
              </a:ext>
            </a:extLst>
          </p:cNvPr>
          <p:cNvSpPr>
            <a:spLocks noGrp="1"/>
          </p:cNvSpPr>
          <p:nvPr>
            <p:ph sz="quarter" idx="44"/>
          </p:nvPr>
        </p:nvSpPr>
        <p:spPr>
          <a:xfrm>
            <a:off x="8062913" y="3552109"/>
            <a:ext cx="3544887" cy="2756615"/>
          </a:xfrm>
        </p:spPr>
        <p:txBody>
          <a:bodyPr vert="horz" lIns="0" tIns="0" rIns="0" bIns="0" rtlCol="0" anchor="ctr">
            <a:noAutofit/>
          </a:bodyPr>
          <a:lstStyle/>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r>
              <a:rPr kumimoji="0" lang="en-US" sz="9600" b="0" i="0" u="none" strike="noStrike" kern="1200" cap="none" spc="0" normalizeH="0" baseline="0" noProof="0" dirty="0">
                <a:ln>
                  <a:noFill/>
                </a:ln>
                <a:solidFill>
                  <a:schemeClr val="accent3"/>
                </a:solidFill>
                <a:effectLst/>
                <a:uLnTx/>
                <a:uFillTx/>
                <a:latin typeface="Ubuntu"/>
                <a:ea typeface="+mn-ea"/>
                <a:cs typeface="+mn-cs"/>
              </a:rPr>
              <a:t>60%</a:t>
            </a:r>
          </a:p>
          <a:p>
            <a:pPr marL="0" marR="0" lvl="0" indent="0" algn="l" defTabSz="914400" rtl="0" eaLnBrk="1" fontAlgn="auto" latinLnBrk="0" hangingPunct="1">
              <a:lnSpc>
                <a:spcPct val="100000"/>
              </a:lnSpc>
              <a:spcBef>
                <a:spcPts val="1800"/>
              </a:spcBef>
              <a:spcAft>
                <a:spcPts val="0"/>
              </a:spcAft>
              <a:buClrTx/>
              <a:buSzTx/>
              <a:buFont typeface="Arial" panose="020B0604020202020204" pitchFamily="34" charset="0"/>
              <a:buNone/>
              <a:tabLst/>
              <a:defRPr/>
            </a:pPr>
            <a:endParaRPr kumimoji="0" lang="en-US" sz="9600" b="0" i="0" u="none" strike="noStrike" kern="1200" cap="none" spc="0" normalizeH="0" baseline="0" noProof="0" dirty="0">
              <a:ln>
                <a:noFill/>
              </a:ln>
              <a:solidFill>
                <a:schemeClr val="accent2"/>
              </a:solidFill>
              <a:effectLst/>
              <a:uLnTx/>
              <a:uFillTx/>
              <a:latin typeface="Ubuntu"/>
              <a:ea typeface="+mn-ea"/>
              <a:cs typeface="+mn-cs"/>
            </a:endParaRPr>
          </a:p>
        </p:txBody>
      </p:sp>
      <p:sp>
        <p:nvSpPr>
          <p:cNvPr id="9" name="Titre 8">
            <a:extLst>
              <a:ext uri="{FF2B5EF4-FFF2-40B4-BE49-F238E27FC236}">
                <a16:creationId xmlns:a16="http://schemas.microsoft.com/office/drawing/2014/main" id="{DC28DE12-96DA-7BFC-55F6-61F31380949F}"/>
              </a:ext>
            </a:extLst>
          </p:cNvPr>
          <p:cNvSpPr>
            <a:spLocks noGrp="1"/>
          </p:cNvSpPr>
          <p:nvPr>
            <p:ph type="title"/>
          </p:nvPr>
        </p:nvSpPr>
        <p:spPr>
          <a:xfrm>
            <a:off x="551384" y="549274"/>
            <a:ext cx="11090938" cy="930372"/>
          </a:xfrm>
        </p:spPr>
        <p:txBody>
          <a:bodyPr/>
          <a:lstStyle/>
          <a:p>
            <a:r>
              <a:rPr lang="en-US" dirty="0"/>
              <a:t>Data visualization 1</a:t>
            </a:r>
            <a:br>
              <a:rPr lang="en-US" dirty="0"/>
            </a:br>
            <a:endParaRPr lang="en-US" dirty="0"/>
          </a:p>
        </p:txBody>
      </p:sp>
      <p:cxnSp>
        <p:nvCxnSpPr>
          <p:cNvPr id="52" name="Straight Connector 4">
            <a:extLst>
              <a:ext uri="{FF2B5EF4-FFF2-40B4-BE49-F238E27FC236}">
                <a16:creationId xmlns:a16="http://schemas.microsoft.com/office/drawing/2014/main" id="{C34AB4D5-F1B0-CF38-DA75-567FEE4FCDD5}"/>
              </a:ext>
              <a:ext uri="{C183D7F6-B498-43B3-948B-1728B52AA6E4}">
                <adec:decorative xmlns:adec="http://schemas.microsoft.com/office/drawing/2017/decorative" val="1"/>
              </a:ext>
            </a:extLst>
          </p:cNvPr>
          <p:cNvCxnSpPr>
            <a:cxnSpLocks/>
          </p:cNvCxnSpPr>
          <p:nvPr/>
        </p:nvCxnSpPr>
        <p:spPr>
          <a:xfrm>
            <a:off x="550862" y="3284984"/>
            <a:ext cx="3546475"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3" name="Straight Connector 4">
            <a:extLst>
              <a:ext uri="{FF2B5EF4-FFF2-40B4-BE49-F238E27FC236}">
                <a16:creationId xmlns:a16="http://schemas.microsoft.com/office/drawing/2014/main" id="{079A4D6B-DA88-D155-9EAF-4C5E2949DEBB}"/>
              </a:ext>
              <a:ext uri="{C183D7F6-B498-43B3-948B-1728B52AA6E4}">
                <adec:decorative xmlns:adec="http://schemas.microsoft.com/office/drawing/2017/decorative" val="1"/>
              </a:ext>
            </a:extLst>
          </p:cNvPr>
          <p:cNvCxnSpPr>
            <a:cxnSpLocks/>
          </p:cNvCxnSpPr>
          <p:nvPr/>
        </p:nvCxnSpPr>
        <p:spPr>
          <a:xfrm>
            <a:off x="4322762" y="3284984"/>
            <a:ext cx="3546237"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4" name="Straight Connector 4">
            <a:extLst>
              <a:ext uri="{FF2B5EF4-FFF2-40B4-BE49-F238E27FC236}">
                <a16:creationId xmlns:a16="http://schemas.microsoft.com/office/drawing/2014/main" id="{0D745300-1955-D8C9-71C8-B1CAF17997D3}"/>
              </a:ext>
              <a:ext uri="{C183D7F6-B498-43B3-948B-1728B52AA6E4}">
                <adec:decorative xmlns:adec="http://schemas.microsoft.com/office/drawing/2017/decorative" val="1"/>
              </a:ext>
            </a:extLst>
          </p:cNvPr>
          <p:cNvCxnSpPr>
            <a:cxnSpLocks/>
          </p:cNvCxnSpPr>
          <p:nvPr/>
        </p:nvCxnSpPr>
        <p:spPr>
          <a:xfrm>
            <a:off x="8081756" y="3284984"/>
            <a:ext cx="3546000"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sp>
        <p:nvSpPr>
          <p:cNvPr id="57" name="Date Placeholder 56">
            <a:extLst>
              <a:ext uri="{FF2B5EF4-FFF2-40B4-BE49-F238E27FC236}">
                <a16:creationId xmlns:a16="http://schemas.microsoft.com/office/drawing/2014/main" id="{E7EFFB4D-CBE1-6A7D-835D-7F042987F205}"/>
              </a:ext>
            </a:extLst>
          </p:cNvPr>
          <p:cNvSpPr>
            <a:spLocks noGrp="1"/>
          </p:cNvSpPr>
          <p:nvPr>
            <p:ph type="dt" sz="half" idx="45"/>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58" name="Footer Placeholder 57">
            <a:extLst>
              <a:ext uri="{FF2B5EF4-FFF2-40B4-BE49-F238E27FC236}">
                <a16:creationId xmlns:a16="http://schemas.microsoft.com/office/drawing/2014/main" id="{8652DACB-D14E-78B1-E401-EDA4FC744684}"/>
              </a:ext>
            </a:extLst>
          </p:cNvPr>
          <p:cNvSpPr>
            <a:spLocks noGrp="1"/>
          </p:cNvSpPr>
          <p:nvPr>
            <p:ph type="ftr" sz="quarter" idx="46"/>
          </p:nvPr>
        </p:nvSpPr>
        <p:spPr/>
        <p:txBody>
          <a:bodyPr/>
          <a:lstStyle/>
          <a:p>
            <a:pPr>
              <a:spcBef>
                <a:spcPts val="1000"/>
              </a:spcBef>
              <a:buFont typeface="Arial" panose="020B0604020202020204" pitchFamily="34" charset="0"/>
              <a:buNone/>
            </a:pPr>
            <a:r>
              <a:rPr lang="en-US" dirty="0"/>
              <a:t>Presentation Title | Author | Date</a:t>
            </a:r>
          </a:p>
        </p:txBody>
      </p:sp>
      <p:sp>
        <p:nvSpPr>
          <p:cNvPr id="59" name="Slide Number Placeholder 58">
            <a:extLst>
              <a:ext uri="{FF2B5EF4-FFF2-40B4-BE49-F238E27FC236}">
                <a16:creationId xmlns:a16="http://schemas.microsoft.com/office/drawing/2014/main" id="{73D7B1F8-EA92-69F5-E4A8-6261BD726BBB}"/>
              </a:ext>
            </a:extLst>
          </p:cNvPr>
          <p:cNvSpPr>
            <a:spLocks noGrp="1"/>
          </p:cNvSpPr>
          <p:nvPr>
            <p:ph type="sldNum" sz="quarter" idx="47"/>
          </p:nvPr>
        </p:nvSpPr>
        <p:spPr/>
        <p:txBody>
          <a:bodyPr/>
          <a:lstStyle/>
          <a:p>
            <a:pPr algn="r"/>
            <a:fld id="{5D9A5160-6218-4E5A-B9E6-B93E3DAE377C}" type="slidenum">
              <a:rPr lang="en-US" smtClean="0"/>
              <a:pPr algn="r"/>
              <a:t>49</a:t>
            </a:fld>
            <a:endParaRPr lang="en-US" dirty="0"/>
          </a:p>
        </p:txBody>
      </p:sp>
    </p:spTree>
    <p:extLst>
      <p:ext uri="{BB962C8B-B14F-4D97-AF65-F5344CB8AC3E}">
        <p14:creationId xmlns:p14="http://schemas.microsoft.com/office/powerpoint/2010/main" val="213218510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291580AB-8495-DA1E-FC53-CB542173826E}"/>
              </a:ext>
            </a:extLst>
          </p:cNvPr>
          <p:cNvSpPr>
            <a:spLocks noGrp="1"/>
          </p:cNvSpPr>
          <p:nvPr>
            <p:ph type="title"/>
          </p:nvPr>
        </p:nvSpPr>
        <p:spPr>
          <a:xfrm>
            <a:off x="551384" y="549274"/>
            <a:ext cx="11090938" cy="930372"/>
          </a:xfrm>
        </p:spPr>
        <p:txBody>
          <a:bodyPr/>
          <a:lstStyle/>
          <a:p>
            <a:r>
              <a:rPr lang="en-US" dirty="0"/>
              <a:t>Bar charts 2</a:t>
            </a:r>
            <a:br>
              <a:rPr lang="en-US" dirty="0"/>
            </a:br>
            <a:endParaRPr lang="en-US" dirty="0"/>
          </a:p>
        </p:txBody>
      </p:sp>
      <p:sp>
        <p:nvSpPr>
          <p:cNvPr id="11" name="Text Placeholder 10">
            <a:extLst>
              <a:ext uri="{FF2B5EF4-FFF2-40B4-BE49-F238E27FC236}">
                <a16:creationId xmlns:a16="http://schemas.microsoft.com/office/drawing/2014/main" id="{A0EF63CA-557B-E541-FB7E-CB5F77F50F1C}"/>
              </a:ext>
            </a:extLst>
          </p:cNvPr>
          <p:cNvSpPr>
            <a:spLocks noGrp="1"/>
          </p:cNvSpPr>
          <p:nvPr>
            <p:ph type="body" sz="quarter" idx="22"/>
          </p:nvPr>
        </p:nvSpPr>
        <p:spPr>
          <a:xfrm>
            <a:off x="550863" y="1633538"/>
            <a:ext cx="11090275" cy="307975"/>
          </a:xfrm>
        </p:spPr>
        <p:txBody>
          <a:bodyPr/>
          <a:lstStyle/>
          <a:p>
            <a:r>
              <a:rPr lang="en-US" dirty="0"/>
              <a:t>Use primary palette, eventually with accents</a:t>
            </a:r>
          </a:p>
        </p:txBody>
      </p:sp>
      <p:graphicFrame>
        <p:nvGraphicFramePr>
          <p:cNvPr id="15" name="Content Placeholder 14" descr="Chart">
            <a:extLst>
              <a:ext uri="{FF2B5EF4-FFF2-40B4-BE49-F238E27FC236}">
                <a16:creationId xmlns:a16="http://schemas.microsoft.com/office/drawing/2014/main" id="{BA3EC464-D2F3-1F23-3877-3AF89A40D965}"/>
              </a:ext>
            </a:extLst>
          </p:cNvPr>
          <p:cNvGraphicFramePr>
            <a:graphicFrameLocks/>
          </p:cNvGraphicFramePr>
          <p:nvPr>
            <p:extLst>
              <p:ext uri="{D42A27DB-BD31-4B8C-83A1-F6EECF244321}">
                <p14:modId xmlns:p14="http://schemas.microsoft.com/office/powerpoint/2010/main" val="2051575118"/>
              </p:ext>
            </p:extLst>
          </p:nvPr>
        </p:nvGraphicFramePr>
        <p:xfrm>
          <a:off x="1169230" y="2940050"/>
          <a:ext cx="2025740" cy="338613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2" name="Content Placeholder 14" descr="Chart">
            <a:extLst>
              <a:ext uri="{FF2B5EF4-FFF2-40B4-BE49-F238E27FC236}">
                <a16:creationId xmlns:a16="http://schemas.microsoft.com/office/drawing/2014/main" id="{4860336F-5A42-7439-69F2-CC9B5CB91276}"/>
              </a:ext>
            </a:extLst>
          </p:cNvPr>
          <p:cNvGraphicFramePr>
            <a:graphicFrameLocks/>
          </p:cNvGraphicFramePr>
          <p:nvPr>
            <p:extLst>
              <p:ext uri="{D42A27DB-BD31-4B8C-83A1-F6EECF244321}">
                <p14:modId xmlns:p14="http://schemas.microsoft.com/office/powerpoint/2010/main" val="1724207608"/>
              </p:ext>
            </p:extLst>
          </p:nvPr>
        </p:nvGraphicFramePr>
        <p:xfrm>
          <a:off x="8995176" y="2940050"/>
          <a:ext cx="2025740" cy="33861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4" name="Content Placeholder 14" descr="Chart">
            <a:extLst>
              <a:ext uri="{FF2B5EF4-FFF2-40B4-BE49-F238E27FC236}">
                <a16:creationId xmlns:a16="http://schemas.microsoft.com/office/drawing/2014/main" id="{7C5528D8-DAD4-7C11-ECA5-9C5CC69FEF37}"/>
              </a:ext>
            </a:extLst>
          </p:cNvPr>
          <p:cNvGraphicFramePr>
            <a:graphicFrameLocks/>
          </p:cNvGraphicFramePr>
          <p:nvPr>
            <p:extLst>
              <p:ext uri="{D42A27DB-BD31-4B8C-83A1-F6EECF244321}">
                <p14:modId xmlns:p14="http://schemas.microsoft.com/office/powerpoint/2010/main" val="2047812626"/>
              </p:ext>
            </p:extLst>
          </p:nvPr>
        </p:nvGraphicFramePr>
        <p:xfrm>
          <a:off x="5083129" y="2940050"/>
          <a:ext cx="2025740" cy="3386138"/>
        </p:xfrm>
        <a:graphic>
          <a:graphicData uri="http://schemas.openxmlformats.org/drawingml/2006/chart">
            <c:chart xmlns:c="http://schemas.openxmlformats.org/drawingml/2006/chart" xmlns:r="http://schemas.openxmlformats.org/officeDocument/2006/relationships" r:id="rId4"/>
          </a:graphicData>
        </a:graphic>
      </p:graphicFrame>
      <p:sp>
        <p:nvSpPr>
          <p:cNvPr id="37" name="Text Placeholder 4">
            <a:extLst>
              <a:ext uri="{FF2B5EF4-FFF2-40B4-BE49-F238E27FC236}">
                <a16:creationId xmlns:a16="http://schemas.microsoft.com/office/drawing/2014/main" id="{F2990710-CF7A-6437-66C0-476723B1C76C}"/>
              </a:ext>
            </a:extLst>
          </p:cNvPr>
          <p:cNvSpPr txBox="1">
            <a:spLocks/>
          </p:cNvSpPr>
          <p:nvPr/>
        </p:nvSpPr>
        <p:spPr>
          <a:xfrm>
            <a:off x="550864" y="2301342"/>
            <a:ext cx="3262842" cy="307776"/>
          </a:xfrm>
          <a:prstGeom prst="rect">
            <a:avLst/>
          </a:prstGeom>
        </p:spPr>
        <p:txBody>
          <a:bodyPr vert="horz" lIns="0" tIns="0" rIns="0" bIns="0" rtlCol="0">
            <a:noAutofit/>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rgbClr val="00D5D0"/>
              </a:buClr>
              <a:buFont typeface="Arial" panose="020B060402020202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2"/>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0000"/>
                </a:solidFill>
                <a:effectLst/>
                <a:uLnTx/>
                <a:uFillTx/>
                <a:latin typeface="+mj-lt"/>
                <a:ea typeface="+mn-ea"/>
                <a:cs typeface="+mn-cs"/>
              </a:rPr>
              <a:t>Question one</a:t>
            </a:r>
          </a:p>
        </p:txBody>
      </p:sp>
      <p:sp>
        <p:nvSpPr>
          <p:cNvPr id="39" name="Text Placeholder 4">
            <a:extLst>
              <a:ext uri="{FF2B5EF4-FFF2-40B4-BE49-F238E27FC236}">
                <a16:creationId xmlns:a16="http://schemas.microsoft.com/office/drawing/2014/main" id="{D42241FE-27CB-8075-504A-1D0839F285D6}"/>
              </a:ext>
            </a:extLst>
          </p:cNvPr>
          <p:cNvSpPr txBox="1">
            <a:spLocks/>
          </p:cNvSpPr>
          <p:nvPr/>
        </p:nvSpPr>
        <p:spPr>
          <a:xfrm>
            <a:off x="8376810" y="2301341"/>
            <a:ext cx="3262842" cy="307777"/>
          </a:xfrm>
          <a:prstGeom prst="rect">
            <a:avLst/>
          </a:prstGeom>
        </p:spPr>
        <p:txBody>
          <a:bodyPr vert="horz" wrap="square" lIns="0" tIns="0" rIns="0" bIns="0" rtlCol="0" anchor="t">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0000"/>
                </a:solidFill>
                <a:effectLst/>
                <a:uLnTx/>
                <a:uFillTx/>
                <a:latin typeface="+mj-lt"/>
                <a:ea typeface="+mn-ea"/>
                <a:cs typeface="+mn-cs"/>
              </a:rPr>
              <a:t>Question three</a:t>
            </a:r>
          </a:p>
        </p:txBody>
      </p:sp>
      <p:sp>
        <p:nvSpPr>
          <p:cNvPr id="40" name="Text Placeholder 4">
            <a:extLst>
              <a:ext uri="{FF2B5EF4-FFF2-40B4-BE49-F238E27FC236}">
                <a16:creationId xmlns:a16="http://schemas.microsoft.com/office/drawing/2014/main" id="{6AD54FF2-AA34-2D0E-47CF-89CF907B9440}"/>
              </a:ext>
            </a:extLst>
          </p:cNvPr>
          <p:cNvSpPr txBox="1">
            <a:spLocks/>
          </p:cNvSpPr>
          <p:nvPr/>
        </p:nvSpPr>
        <p:spPr>
          <a:xfrm>
            <a:off x="4464763" y="2301341"/>
            <a:ext cx="3262842" cy="307777"/>
          </a:xfrm>
          <a:prstGeom prst="rect">
            <a:avLst/>
          </a:prstGeom>
        </p:spPr>
        <p:txBody>
          <a:bodyPr vert="horz" wrap="square" lIns="0" tIns="0" rIns="0" bIns="0" rtlCol="0" anchor="t">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0000"/>
                </a:solidFill>
                <a:effectLst/>
                <a:uLnTx/>
                <a:uFillTx/>
                <a:latin typeface="+mj-lt"/>
                <a:ea typeface="+mn-ea"/>
                <a:cs typeface="+mn-cs"/>
              </a:rPr>
              <a:t>Question two</a:t>
            </a:r>
          </a:p>
        </p:txBody>
      </p:sp>
      <p:sp>
        <p:nvSpPr>
          <p:cNvPr id="19" name="Date Placeholder 18">
            <a:extLst>
              <a:ext uri="{FF2B5EF4-FFF2-40B4-BE49-F238E27FC236}">
                <a16:creationId xmlns:a16="http://schemas.microsoft.com/office/drawing/2014/main" id="{A0900E4C-A59F-CAC0-2217-DAAB9BE75A3C}"/>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0" name="Footer Placeholder 19">
            <a:extLst>
              <a:ext uri="{FF2B5EF4-FFF2-40B4-BE49-F238E27FC236}">
                <a16:creationId xmlns:a16="http://schemas.microsoft.com/office/drawing/2014/main" id="{19B2F63B-E9B1-261A-7746-F7FDBB110A33}"/>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21" name="Slide Number Placeholder 20">
            <a:extLst>
              <a:ext uri="{FF2B5EF4-FFF2-40B4-BE49-F238E27FC236}">
                <a16:creationId xmlns:a16="http://schemas.microsoft.com/office/drawing/2014/main" id="{743A4D1A-DC1D-D515-8B08-2C33CCCB01B6}"/>
              </a:ext>
            </a:extLst>
          </p:cNvPr>
          <p:cNvSpPr>
            <a:spLocks noGrp="1"/>
          </p:cNvSpPr>
          <p:nvPr>
            <p:ph type="sldNum" sz="quarter" idx="30"/>
          </p:nvPr>
        </p:nvSpPr>
        <p:spPr/>
        <p:txBody>
          <a:bodyPr/>
          <a:lstStyle/>
          <a:p>
            <a:pPr algn="r"/>
            <a:fld id="{5D9A5160-6218-4E5A-B9E6-B93E3DAE377C}" type="slidenum">
              <a:rPr lang="en-US" smtClean="0"/>
              <a:pPr algn="r"/>
              <a:t>50</a:t>
            </a:fld>
            <a:endParaRPr lang="en-US" dirty="0"/>
          </a:p>
        </p:txBody>
      </p:sp>
    </p:spTree>
    <p:extLst>
      <p:ext uri="{BB962C8B-B14F-4D97-AF65-F5344CB8AC3E}">
        <p14:creationId xmlns:p14="http://schemas.microsoft.com/office/powerpoint/2010/main" val="289219167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F3CE10-070A-062E-9E53-5B50CA46FBF8}"/>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0C7766DD-05F3-6F6D-C534-FBB751778696}"/>
              </a:ext>
            </a:extLst>
          </p:cNvPr>
          <p:cNvSpPr>
            <a:spLocks noGrp="1"/>
          </p:cNvSpPr>
          <p:nvPr>
            <p:ph type="title"/>
          </p:nvPr>
        </p:nvSpPr>
        <p:spPr>
          <a:xfrm>
            <a:off x="551384" y="549274"/>
            <a:ext cx="11090938" cy="930372"/>
          </a:xfrm>
        </p:spPr>
        <p:txBody>
          <a:bodyPr/>
          <a:lstStyle/>
          <a:p>
            <a:r>
              <a:rPr lang="en-US" dirty="0"/>
              <a:t>Pie charts 2</a:t>
            </a:r>
            <a:br>
              <a:rPr lang="en-US" dirty="0"/>
            </a:br>
            <a:endParaRPr lang="en-US" dirty="0"/>
          </a:p>
        </p:txBody>
      </p:sp>
      <p:sp>
        <p:nvSpPr>
          <p:cNvPr id="21" name="Text Placeholder 20">
            <a:extLst>
              <a:ext uri="{FF2B5EF4-FFF2-40B4-BE49-F238E27FC236}">
                <a16:creationId xmlns:a16="http://schemas.microsoft.com/office/drawing/2014/main" id="{AA7D079B-C2DB-D82B-FF84-DA602A4DD8E9}"/>
              </a:ext>
            </a:extLst>
          </p:cNvPr>
          <p:cNvSpPr>
            <a:spLocks noGrp="1"/>
          </p:cNvSpPr>
          <p:nvPr>
            <p:ph type="body" sz="quarter" idx="22"/>
          </p:nvPr>
        </p:nvSpPr>
        <p:spPr>
          <a:xfrm>
            <a:off x="550863" y="1633538"/>
            <a:ext cx="11090275" cy="307975"/>
          </a:xfrm>
        </p:spPr>
        <p:txBody>
          <a:bodyPr/>
          <a:lstStyle/>
          <a:p>
            <a:r>
              <a:rPr lang="en-US" dirty="0"/>
              <a:t>Use primary palette, eventually with accents</a:t>
            </a:r>
          </a:p>
        </p:txBody>
      </p:sp>
      <p:sp>
        <p:nvSpPr>
          <p:cNvPr id="14" name="Text Placeholder 4">
            <a:extLst>
              <a:ext uri="{FF2B5EF4-FFF2-40B4-BE49-F238E27FC236}">
                <a16:creationId xmlns:a16="http://schemas.microsoft.com/office/drawing/2014/main" id="{3E07335F-8437-05F9-3464-98BD2FC4A202}"/>
              </a:ext>
            </a:extLst>
          </p:cNvPr>
          <p:cNvSpPr txBox="1">
            <a:spLocks/>
          </p:cNvSpPr>
          <p:nvPr/>
        </p:nvSpPr>
        <p:spPr>
          <a:xfrm>
            <a:off x="550864" y="2301342"/>
            <a:ext cx="3262842" cy="307776"/>
          </a:xfrm>
          <a:prstGeom prst="rect">
            <a:avLst/>
          </a:prstGeom>
        </p:spPr>
        <p:txBody>
          <a:bodyPr vert="horz" lIns="0" tIns="0" rIns="0" bIns="0" rtlCol="0">
            <a:noAutofit/>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rgbClr val="00D5D0"/>
              </a:buClr>
              <a:buFont typeface="Arial" panose="020B060402020202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2"/>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0000"/>
                </a:solidFill>
                <a:effectLst/>
                <a:uLnTx/>
                <a:uFillTx/>
                <a:latin typeface="+mj-lt"/>
                <a:ea typeface="+mn-ea"/>
                <a:cs typeface="+mn-cs"/>
              </a:rPr>
              <a:t>Question one</a:t>
            </a:r>
          </a:p>
        </p:txBody>
      </p:sp>
      <p:graphicFrame>
        <p:nvGraphicFramePr>
          <p:cNvPr id="8" name="Content Placeholder 14" descr="Chart">
            <a:extLst>
              <a:ext uri="{FF2B5EF4-FFF2-40B4-BE49-F238E27FC236}">
                <a16:creationId xmlns:a16="http://schemas.microsoft.com/office/drawing/2014/main" id="{D9BBFF64-3026-4193-C791-1B35BDFB8336}"/>
              </a:ext>
            </a:extLst>
          </p:cNvPr>
          <p:cNvGraphicFramePr>
            <a:graphicFrameLocks/>
          </p:cNvGraphicFramePr>
          <p:nvPr>
            <p:extLst>
              <p:ext uri="{D42A27DB-BD31-4B8C-83A1-F6EECF244321}">
                <p14:modId xmlns:p14="http://schemas.microsoft.com/office/powerpoint/2010/main" val="197519478"/>
              </p:ext>
            </p:extLst>
          </p:nvPr>
        </p:nvGraphicFramePr>
        <p:xfrm>
          <a:off x="664606" y="2932792"/>
          <a:ext cx="2930995" cy="3089166"/>
        </p:xfrm>
        <a:graphic>
          <a:graphicData uri="http://schemas.openxmlformats.org/drawingml/2006/chart">
            <c:chart xmlns:c="http://schemas.openxmlformats.org/drawingml/2006/chart" xmlns:r="http://schemas.openxmlformats.org/officeDocument/2006/relationships" r:id="rId2"/>
          </a:graphicData>
        </a:graphic>
      </p:graphicFrame>
      <p:sp>
        <p:nvSpPr>
          <p:cNvPr id="9" name="TextBox 17">
            <a:extLst>
              <a:ext uri="{FF2B5EF4-FFF2-40B4-BE49-F238E27FC236}">
                <a16:creationId xmlns:a16="http://schemas.microsoft.com/office/drawing/2014/main" id="{E526F8AB-0CFF-FDB7-6AAA-FAC8CCECCAC1}"/>
              </a:ext>
            </a:extLst>
          </p:cNvPr>
          <p:cNvSpPr txBox="1"/>
          <p:nvPr/>
        </p:nvSpPr>
        <p:spPr>
          <a:xfrm>
            <a:off x="1355572" y="4174414"/>
            <a:ext cx="1539875"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57AB"/>
                </a:solidFill>
                <a:effectLst/>
                <a:uLnTx/>
                <a:uFillTx/>
                <a:latin typeface="Ubuntu"/>
                <a:ea typeface="+mn-ea"/>
                <a:cs typeface="+mn-cs"/>
              </a:rPr>
              <a:t>3.6</a:t>
            </a:r>
            <a:r>
              <a:rPr kumimoji="0" lang="en-US" sz="3200" b="0" i="0" u="none" strike="noStrike" kern="1200" cap="none" spc="0" normalizeH="0" baseline="30000" noProof="0" dirty="0">
                <a:ln>
                  <a:noFill/>
                </a:ln>
                <a:solidFill>
                  <a:srgbClr val="0057AB"/>
                </a:solidFill>
                <a:effectLst/>
                <a:uLnTx/>
                <a:uFillTx/>
                <a:latin typeface="Ubuntu"/>
                <a:ea typeface="+mn-ea"/>
                <a:cs typeface="+mn-cs"/>
              </a:rPr>
              <a:t>bn</a:t>
            </a:r>
            <a:endParaRPr kumimoji="0" lang="en-US" sz="500" b="0" i="0" u="none" strike="noStrike" kern="1200" cap="none" spc="0" normalizeH="0" baseline="30000" noProof="0" dirty="0">
              <a:ln>
                <a:noFill/>
              </a:ln>
              <a:solidFill>
                <a:srgbClr val="0057AB"/>
              </a:solidFill>
              <a:effectLst/>
              <a:uLnTx/>
              <a:uFillTx/>
              <a:latin typeface="Ubuntu"/>
              <a:ea typeface="+mn-ea"/>
              <a:cs typeface="+mn-cs"/>
            </a:endParaRPr>
          </a:p>
        </p:txBody>
      </p:sp>
      <p:sp>
        <p:nvSpPr>
          <p:cNvPr id="17" name="Text Placeholder 4">
            <a:extLst>
              <a:ext uri="{FF2B5EF4-FFF2-40B4-BE49-F238E27FC236}">
                <a16:creationId xmlns:a16="http://schemas.microsoft.com/office/drawing/2014/main" id="{1DE06D13-D4BA-AA16-897E-5D4BA5B1B652}"/>
              </a:ext>
            </a:extLst>
          </p:cNvPr>
          <p:cNvSpPr txBox="1">
            <a:spLocks/>
          </p:cNvSpPr>
          <p:nvPr/>
        </p:nvSpPr>
        <p:spPr>
          <a:xfrm>
            <a:off x="4464763" y="2301341"/>
            <a:ext cx="3262842" cy="307777"/>
          </a:xfrm>
          <a:prstGeom prst="rect">
            <a:avLst/>
          </a:prstGeom>
        </p:spPr>
        <p:txBody>
          <a:bodyPr vert="horz" wrap="square" lIns="0" tIns="0" rIns="0" bIns="0" rtlCol="0" anchor="t">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0000"/>
                </a:solidFill>
                <a:effectLst/>
                <a:uLnTx/>
                <a:uFillTx/>
                <a:latin typeface="+mj-lt"/>
                <a:ea typeface="+mn-ea"/>
                <a:cs typeface="+mn-cs"/>
              </a:rPr>
              <a:t>Question two</a:t>
            </a:r>
          </a:p>
        </p:txBody>
      </p:sp>
      <p:graphicFrame>
        <p:nvGraphicFramePr>
          <p:cNvPr id="6" name="Content Placeholder 14" descr="Chart">
            <a:extLst>
              <a:ext uri="{FF2B5EF4-FFF2-40B4-BE49-F238E27FC236}">
                <a16:creationId xmlns:a16="http://schemas.microsoft.com/office/drawing/2014/main" id="{9A4A4169-2094-7434-B79B-BC556A2A23D0}"/>
              </a:ext>
            </a:extLst>
          </p:cNvPr>
          <p:cNvGraphicFramePr>
            <a:graphicFrameLocks/>
          </p:cNvGraphicFramePr>
          <p:nvPr/>
        </p:nvGraphicFramePr>
        <p:xfrm>
          <a:off x="4581429" y="2932792"/>
          <a:ext cx="2930995" cy="3089166"/>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7">
            <a:extLst>
              <a:ext uri="{FF2B5EF4-FFF2-40B4-BE49-F238E27FC236}">
                <a16:creationId xmlns:a16="http://schemas.microsoft.com/office/drawing/2014/main" id="{0809F775-C02B-6A2E-C49A-F10C4B7DA6A5}"/>
              </a:ext>
            </a:extLst>
          </p:cNvPr>
          <p:cNvSpPr txBox="1"/>
          <p:nvPr/>
        </p:nvSpPr>
        <p:spPr>
          <a:xfrm>
            <a:off x="5272395" y="4174414"/>
            <a:ext cx="1539875"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57AB"/>
                </a:solidFill>
                <a:effectLst/>
                <a:uLnTx/>
                <a:uFillTx/>
                <a:latin typeface="Ubuntu"/>
                <a:ea typeface="+mn-ea"/>
                <a:cs typeface="+mn-cs"/>
              </a:rPr>
              <a:t>3.6</a:t>
            </a:r>
            <a:r>
              <a:rPr kumimoji="0" lang="en-US" sz="3200" b="0" i="0" u="none" strike="noStrike" kern="1200" cap="none" spc="0" normalizeH="0" baseline="30000" noProof="0" dirty="0">
                <a:ln>
                  <a:noFill/>
                </a:ln>
                <a:solidFill>
                  <a:srgbClr val="0057AB"/>
                </a:solidFill>
                <a:effectLst/>
                <a:uLnTx/>
                <a:uFillTx/>
                <a:latin typeface="Ubuntu"/>
                <a:ea typeface="+mn-ea"/>
                <a:cs typeface="+mn-cs"/>
              </a:rPr>
              <a:t>bn</a:t>
            </a:r>
            <a:endParaRPr kumimoji="0" lang="en-US" sz="500" b="0" i="0" u="none" strike="noStrike" kern="1200" cap="none" spc="0" normalizeH="0" baseline="30000" noProof="0" dirty="0">
              <a:ln>
                <a:noFill/>
              </a:ln>
              <a:solidFill>
                <a:srgbClr val="0057AB"/>
              </a:solidFill>
              <a:effectLst/>
              <a:uLnTx/>
              <a:uFillTx/>
              <a:latin typeface="Ubuntu"/>
              <a:ea typeface="+mn-ea"/>
              <a:cs typeface="+mn-cs"/>
            </a:endParaRPr>
          </a:p>
        </p:txBody>
      </p:sp>
      <p:sp>
        <p:nvSpPr>
          <p:cNvPr id="16" name="Text Placeholder 4">
            <a:extLst>
              <a:ext uri="{FF2B5EF4-FFF2-40B4-BE49-F238E27FC236}">
                <a16:creationId xmlns:a16="http://schemas.microsoft.com/office/drawing/2014/main" id="{52E11DC1-7532-4E30-B14D-1A3DDD029987}"/>
              </a:ext>
            </a:extLst>
          </p:cNvPr>
          <p:cNvSpPr txBox="1">
            <a:spLocks/>
          </p:cNvSpPr>
          <p:nvPr/>
        </p:nvSpPr>
        <p:spPr>
          <a:xfrm>
            <a:off x="8376810" y="2301341"/>
            <a:ext cx="3262842" cy="307777"/>
          </a:xfrm>
          <a:prstGeom prst="rect">
            <a:avLst/>
          </a:prstGeom>
        </p:spPr>
        <p:txBody>
          <a:bodyPr vert="horz" wrap="square" lIns="0" tIns="0" rIns="0" bIns="0" rtlCol="0" anchor="t">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0000"/>
                </a:solidFill>
                <a:effectLst/>
                <a:uLnTx/>
                <a:uFillTx/>
                <a:latin typeface="+mj-lt"/>
                <a:ea typeface="+mn-ea"/>
                <a:cs typeface="+mn-cs"/>
              </a:rPr>
              <a:t>Question three</a:t>
            </a:r>
          </a:p>
        </p:txBody>
      </p:sp>
      <p:graphicFrame>
        <p:nvGraphicFramePr>
          <p:cNvPr id="12" name="Content Placeholder 14" descr="Chart">
            <a:extLst>
              <a:ext uri="{FF2B5EF4-FFF2-40B4-BE49-F238E27FC236}">
                <a16:creationId xmlns:a16="http://schemas.microsoft.com/office/drawing/2014/main" id="{720F6A43-3E5B-89B4-2BCC-760A98B292D4}"/>
              </a:ext>
            </a:extLst>
          </p:cNvPr>
          <p:cNvGraphicFramePr>
            <a:graphicFrameLocks/>
          </p:cNvGraphicFramePr>
          <p:nvPr/>
        </p:nvGraphicFramePr>
        <p:xfrm>
          <a:off x="8708289" y="2932792"/>
          <a:ext cx="2930995" cy="3089166"/>
        </p:xfrm>
        <a:graphic>
          <a:graphicData uri="http://schemas.openxmlformats.org/drawingml/2006/chart">
            <c:chart xmlns:c="http://schemas.openxmlformats.org/drawingml/2006/chart" xmlns:r="http://schemas.openxmlformats.org/officeDocument/2006/relationships" r:id="rId4"/>
          </a:graphicData>
        </a:graphic>
      </p:graphicFrame>
      <p:sp>
        <p:nvSpPr>
          <p:cNvPr id="13" name="TextBox 17">
            <a:extLst>
              <a:ext uri="{FF2B5EF4-FFF2-40B4-BE49-F238E27FC236}">
                <a16:creationId xmlns:a16="http://schemas.microsoft.com/office/drawing/2014/main" id="{16EEF680-B084-EE00-98F6-16302DCB6C96}"/>
              </a:ext>
            </a:extLst>
          </p:cNvPr>
          <p:cNvSpPr txBox="1"/>
          <p:nvPr/>
        </p:nvSpPr>
        <p:spPr>
          <a:xfrm>
            <a:off x="9403848" y="4174414"/>
            <a:ext cx="1539875"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57AB"/>
                </a:solidFill>
                <a:effectLst/>
                <a:uLnTx/>
                <a:uFillTx/>
                <a:latin typeface="Ubuntu"/>
                <a:ea typeface="+mn-ea"/>
                <a:cs typeface="+mn-cs"/>
              </a:rPr>
              <a:t>3.6</a:t>
            </a:r>
            <a:r>
              <a:rPr kumimoji="0" lang="en-US" sz="3200" b="0" i="0" u="none" strike="noStrike" kern="1200" cap="none" spc="0" normalizeH="0" baseline="30000" noProof="0" dirty="0">
                <a:ln>
                  <a:noFill/>
                </a:ln>
                <a:solidFill>
                  <a:srgbClr val="0057AB"/>
                </a:solidFill>
                <a:effectLst/>
                <a:uLnTx/>
                <a:uFillTx/>
                <a:latin typeface="Ubuntu"/>
                <a:ea typeface="+mn-ea"/>
                <a:cs typeface="+mn-cs"/>
              </a:rPr>
              <a:t>bn</a:t>
            </a:r>
            <a:endParaRPr kumimoji="0" lang="en-US" sz="500" b="0" i="0" u="none" strike="noStrike" kern="1200" cap="none" spc="0" normalizeH="0" baseline="30000" noProof="0" dirty="0">
              <a:ln>
                <a:noFill/>
              </a:ln>
              <a:solidFill>
                <a:srgbClr val="0057AB"/>
              </a:solidFill>
              <a:effectLst/>
              <a:uLnTx/>
              <a:uFillTx/>
              <a:latin typeface="Ubuntu"/>
              <a:ea typeface="+mn-ea"/>
              <a:cs typeface="+mn-cs"/>
            </a:endParaRPr>
          </a:p>
        </p:txBody>
      </p:sp>
      <p:sp>
        <p:nvSpPr>
          <p:cNvPr id="27" name="Date Placeholder 26">
            <a:extLst>
              <a:ext uri="{FF2B5EF4-FFF2-40B4-BE49-F238E27FC236}">
                <a16:creationId xmlns:a16="http://schemas.microsoft.com/office/drawing/2014/main" id="{E29F1697-0709-D613-7374-E93ED2A2C167}"/>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8" name="Footer Placeholder 27">
            <a:extLst>
              <a:ext uri="{FF2B5EF4-FFF2-40B4-BE49-F238E27FC236}">
                <a16:creationId xmlns:a16="http://schemas.microsoft.com/office/drawing/2014/main" id="{53136AA8-7FA5-ACAD-DD9E-CB035D2B99B5}"/>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29" name="Slide Number Placeholder 28">
            <a:extLst>
              <a:ext uri="{FF2B5EF4-FFF2-40B4-BE49-F238E27FC236}">
                <a16:creationId xmlns:a16="http://schemas.microsoft.com/office/drawing/2014/main" id="{14989814-AC33-B71B-F3E1-CD8AC531ABEF}"/>
              </a:ext>
            </a:extLst>
          </p:cNvPr>
          <p:cNvSpPr>
            <a:spLocks noGrp="1"/>
          </p:cNvSpPr>
          <p:nvPr>
            <p:ph type="sldNum" sz="quarter" idx="30"/>
          </p:nvPr>
        </p:nvSpPr>
        <p:spPr/>
        <p:txBody>
          <a:bodyPr/>
          <a:lstStyle/>
          <a:p>
            <a:pPr algn="r"/>
            <a:fld id="{5D9A5160-6218-4E5A-B9E6-B93E3DAE377C}" type="slidenum">
              <a:rPr lang="en-US" smtClean="0"/>
              <a:pPr algn="r"/>
              <a:t>51</a:t>
            </a:fld>
            <a:endParaRPr lang="en-US" dirty="0"/>
          </a:p>
        </p:txBody>
      </p:sp>
    </p:spTree>
    <p:extLst>
      <p:ext uri="{BB962C8B-B14F-4D97-AF65-F5344CB8AC3E}">
        <p14:creationId xmlns:p14="http://schemas.microsoft.com/office/powerpoint/2010/main" val="268908192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A1DAC1-3C0C-8AF6-B84F-B8118F91CA6E}"/>
            </a:ext>
          </a:extLst>
        </p:cNvPr>
        <p:cNvGrpSpPr/>
        <p:nvPr/>
      </p:nvGrpSpPr>
      <p:grpSpPr>
        <a:xfrm>
          <a:off x="0" y="0"/>
          <a:ext cx="0" cy="0"/>
          <a:chOff x="0" y="0"/>
          <a:chExt cx="0" cy="0"/>
        </a:xfrm>
      </p:grpSpPr>
      <p:sp>
        <p:nvSpPr>
          <p:cNvPr id="27" name="Date Placeholder 26">
            <a:extLst>
              <a:ext uri="{FF2B5EF4-FFF2-40B4-BE49-F238E27FC236}">
                <a16:creationId xmlns:a16="http://schemas.microsoft.com/office/drawing/2014/main" id="{755E66F7-F961-C00D-9142-CE2EBF6C506D}"/>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8" name="Footer Placeholder 27">
            <a:extLst>
              <a:ext uri="{FF2B5EF4-FFF2-40B4-BE49-F238E27FC236}">
                <a16:creationId xmlns:a16="http://schemas.microsoft.com/office/drawing/2014/main" id="{D78E3BC5-DE36-202E-B7CF-4E1FF0ADF78A}"/>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29" name="Slide Number Placeholder 28">
            <a:extLst>
              <a:ext uri="{FF2B5EF4-FFF2-40B4-BE49-F238E27FC236}">
                <a16:creationId xmlns:a16="http://schemas.microsoft.com/office/drawing/2014/main" id="{D729CAEB-59B2-97AB-C4BB-9B0A6B809E1C}"/>
              </a:ext>
            </a:extLst>
          </p:cNvPr>
          <p:cNvSpPr>
            <a:spLocks noGrp="1"/>
          </p:cNvSpPr>
          <p:nvPr>
            <p:ph type="sldNum" sz="quarter" idx="30"/>
          </p:nvPr>
        </p:nvSpPr>
        <p:spPr/>
        <p:txBody>
          <a:bodyPr/>
          <a:lstStyle/>
          <a:p>
            <a:pPr algn="r"/>
            <a:fld id="{5D9A5160-6218-4E5A-B9E6-B93E3DAE377C}" type="slidenum">
              <a:rPr lang="en-US" smtClean="0"/>
              <a:pPr algn="r"/>
              <a:t>52</a:t>
            </a:fld>
            <a:endParaRPr lang="en-US" dirty="0"/>
          </a:p>
        </p:txBody>
      </p:sp>
      <p:sp>
        <p:nvSpPr>
          <p:cNvPr id="13" name="Text Placeholder 12">
            <a:extLst>
              <a:ext uri="{FF2B5EF4-FFF2-40B4-BE49-F238E27FC236}">
                <a16:creationId xmlns:a16="http://schemas.microsoft.com/office/drawing/2014/main" id="{6DAE8336-7C8E-3F27-A941-D267EA08B6A4}"/>
              </a:ext>
            </a:extLst>
          </p:cNvPr>
          <p:cNvSpPr>
            <a:spLocks noGrp="1"/>
          </p:cNvSpPr>
          <p:nvPr>
            <p:ph type="body" sz="quarter" idx="22"/>
          </p:nvPr>
        </p:nvSpPr>
        <p:spPr/>
        <p:txBody>
          <a:bodyPr/>
          <a:lstStyle/>
          <a:p>
            <a:r>
              <a:rPr lang="en-US" dirty="0"/>
              <a:t>Use primary palette, eventually with accents</a:t>
            </a:r>
          </a:p>
        </p:txBody>
      </p:sp>
      <p:sp>
        <p:nvSpPr>
          <p:cNvPr id="2" name="Titre 1">
            <a:extLst>
              <a:ext uri="{FF2B5EF4-FFF2-40B4-BE49-F238E27FC236}">
                <a16:creationId xmlns:a16="http://schemas.microsoft.com/office/drawing/2014/main" id="{D659C4B8-332F-4BCF-7DC7-B394013B7968}"/>
              </a:ext>
            </a:extLst>
          </p:cNvPr>
          <p:cNvSpPr>
            <a:spLocks noGrp="1"/>
          </p:cNvSpPr>
          <p:nvPr>
            <p:ph type="title"/>
          </p:nvPr>
        </p:nvSpPr>
        <p:spPr/>
        <p:txBody>
          <a:bodyPr/>
          <a:lstStyle/>
          <a:p>
            <a:r>
              <a:rPr lang="en-US" dirty="0"/>
              <a:t>Pie charts 3</a:t>
            </a:r>
            <a:br>
              <a:rPr lang="en-US" dirty="0"/>
            </a:br>
            <a:endParaRPr lang="en-US" dirty="0"/>
          </a:p>
        </p:txBody>
      </p:sp>
      <p:graphicFrame>
        <p:nvGraphicFramePr>
          <p:cNvPr id="4" name="Content Placeholder 14" descr="Chart">
            <a:extLst>
              <a:ext uri="{FF2B5EF4-FFF2-40B4-BE49-F238E27FC236}">
                <a16:creationId xmlns:a16="http://schemas.microsoft.com/office/drawing/2014/main" id="{24F55DB9-CAF1-E3B1-F16D-B4B0E73BF563}"/>
              </a:ext>
            </a:extLst>
          </p:cNvPr>
          <p:cNvGraphicFramePr>
            <a:graphicFrameLocks/>
          </p:cNvGraphicFramePr>
          <p:nvPr>
            <p:extLst>
              <p:ext uri="{D42A27DB-BD31-4B8C-83A1-F6EECF244321}">
                <p14:modId xmlns:p14="http://schemas.microsoft.com/office/powerpoint/2010/main" val="1083345724"/>
              </p:ext>
            </p:extLst>
          </p:nvPr>
        </p:nvGraphicFramePr>
        <p:xfrm>
          <a:off x="4581429" y="2932792"/>
          <a:ext cx="2930995" cy="308916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ontent Placeholder 14" descr="Chart">
            <a:extLst>
              <a:ext uri="{FF2B5EF4-FFF2-40B4-BE49-F238E27FC236}">
                <a16:creationId xmlns:a16="http://schemas.microsoft.com/office/drawing/2014/main" id="{05C88B5A-2CF0-D463-8AC9-F09AC27A91B6}"/>
              </a:ext>
            </a:extLst>
          </p:cNvPr>
          <p:cNvGraphicFramePr>
            <a:graphicFrameLocks/>
          </p:cNvGraphicFramePr>
          <p:nvPr>
            <p:extLst>
              <p:ext uri="{D42A27DB-BD31-4B8C-83A1-F6EECF244321}">
                <p14:modId xmlns:p14="http://schemas.microsoft.com/office/powerpoint/2010/main" val="1156941735"/>
              </p:ext>
            </p:extLst>
          </p:nvPr>
        </p:nvGraphicFramePr>
        <p:xfrm>
          <a:off x="664606" y="2932792"/>
          <a:ext cx="2930995" cy="3089166"/>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7">
            <a:extLst>
              <a:ext uri="{FF2B5EF4-FFF2-40B4-BE49-F238E27FC236}">
                <a16:creationId xmlns:a16="http://schemas.microsoft.com/office/drawing/2014/main" id="{3FE7559E-65F9-0761-7108-927B8C88F076}"/>
              </a:ext>
            </a:extLst>
          </p:cNvPr>
          <p:cNvSpPr txBox="1"/>
          <p:nvPr/>
        </p:nvSpPr>
        <p:spPr>
          <a:xfrm>
            <a:off x="1355572" y="4174414"/>
            <a:ext cx="1539875"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FFFF"/>
                </a:solidFill>
                <a:effectLst/>
                <a:uLnTx/>
                <a:uFillTx/>
                <a:latin typeface="Ubuntu"/>
                <a:ea typeface="+mn-ea"/>
                <a:cs typeface="+mn-cs"/>
              </a:rPr>
              <a:t>3.6</a:t>
            </a:r>
            <a:r>
              <a:rPr kumimoji="0" lang="en-US" sz="3200" b="0" i="0" u="none" strike="noStrike" kern="1200" cap="none" spc="0" normalizeH="0" baseline="30000" noProof="0" dirty="0">
                <a:ln>
                  <a:noFill/>
                </a:ln>
                <a:solidFill>
                  <a:srgbClr val="FFFFFF"/>
                </a:solidFill>
                <a:effectLst/>
                <a:uLnTx/>
                <a:uFillTx/>
                <a:latin typeface="Ubuntu"/>
                <a:ea typeface="+mn-ea"/>
                <a:cs typeface="+mn-cs"/>
              </a:rPr>
              <a:t>bn</a:t>
            </a:r>
            <a:endParaRPr kumimoji="0" lang="en-US" sz="500" b="0" i="0" u="none" strike="noStrike" kern="1200" cap="none" spc="0" normalizeH="0" baseline="30000" noProof="0" dirty="0">
              <a:ln>
                <a:noFill/>
              </a:ln>
              <a:solidFill>
                <a:srgbClr val="FFFFFF"/>
              </a:solidFill>
              <a:effectLst/>
              <a:uLnTx/>
              <a:uFillTx/>
              <a:latin typeface="Ubuntu"/>
              <a:ea typeface="+mn-ea"/>
              <a:cs typeface="+mn-cs"/>
            </a:endParaRPr>
          </a:p>
        </p:txBody>
      </p:sp>
      <p:sp>
        <p:nvSpPr>
          <p:cNvPr id="15" name="TextBox 17">
            <a:extLst>
              <a:ext uri="{FF2B5EF4-FFF2-40B4-BE49-F238E27FC236}">
                <a16:creationId xmlns:a16="http://schemas.microsoft.com/office/drawing/2014/main" id="{CC281829-A687-4C0B-6A45-51C49C822D01}"/>
              </a:ext>
            </a:extLst>
          </p:cNvPr>
          <p:cNvSpPr txBox="1"/>
          <p:nvPr/>
        </p:nvSpPr>
        <p:spPr>
          <a:xfrm>
            <a:off x="5272395" y="4174414"/>
            <a:ext cx="1539875"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FFFF"/>
                </a:solidFill>
                <a:effectLst/>
                <a:uLnTx/>
                <a:uFillTx/>
                <a:latin typeface="Ubuntu"/>
                <a:ea typeface="+mn-ea"/>
                <a:cs typeface="+mn-cs"/>
              </a:rPr>
              <a:t>3.6</a:t>
            </a:r>
            <a:r>
              <a:rPr kumimoji="0" lang="en-US" sz="3200" b="0" i="0" u="none" strike="noStrike" kern="1200" cap="none" spc="0" normalizeH="0" baseline="30000" noProof="0" dirty="0">
                <a:ln>
                  <a:noFill/>
                </a:ln>
                <a:solidFill>
                  <a:srgbClr val="FFFFFF"/>
                </a:solidFill>
                <a:effectLst/>
                <a:uLnTx/>
                <a:uFillTx/>
                <a:latin typeface="Ubuntu"/>
                <a:ea typeface="+mn-ea"/>
                <a:cs typeface="+mn-cs"/>
              </a:rPr>
              <a:t>bn</a:t>
            </a:r>
            <a:endParaRPr kumimoji="0" lang="en-US" sz="500" b="0" i="0" u="none" strike="noStrike" kern="1200" cap="none" spc="0" normalizeH="0" baseline="30000" noProof="0" dirty="0">
              <a:ln>
                <a:noFill/>
              </a:ln>
              <a:solidFill>
                <a:srgbClr val="FFFFFF"/>
              </a:solidFill>
              <a:effectLst/>
              <a:uLnTx/>
              <a:uFillTx/>
              <a:latin typeface="Ubuntu"/>
              <a:ea typeface="+mn-ea"/>
              <a:cs typeface="+mn-cs"/>
            </a:endParaRPr>
          </a:p>
        </p:txBody>
      </p:sp>
      <p:graphicFrame>
        <p:nvGraphicFramePr>
          <p:cNvPr id="16" name="Content Placeholder 14" descr="Chart">
            <a:extLst>
              <a:ext uri="{FF2B5EF4-FFF2-40B4-BE49-F238E27FC236}">
                <a16:creationId xmlns:a16="http://schemas.microsoft.com/office/drawing/2014/main" id="{722DE52B-CE5F-23A2-6793-531396AED08E}"/>
              </a:ext>
            </a:extLst>
          </p:cNvPr>
          <p:cNvGraphicFramePr>
            <a:graphicFrameLocks/>
          </p:cNvGraphicFramePr>
          <p:nvPr/>
        </p:nvGraphicFramePr>
        <p:xfrm>
          <a:off x="8708289" y="2932792"/>
          <a:ext cx="2930995" cy="3089166"/>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17">
            <a:extLst>
              <a:ext uri="{FF2B5EF4-FFF2-40B4-BE49-F238E27FC236}">
                <a16:creationId xmlns:a16="http://schemas.microsoft.com/office/drawing/2014/main" id="{59F1B352-C1B1-02BF-AEEC-476623CC8E39}"/>
              </a:ext>
            </a:extLst>
          </p:cNvPr>
          <p:cNvSpPr txBox="1"/>
          <p:nvPr/>
        </p:nvSpPr>
        <p:spPr>
          <a:xfrm>
            <a:off x="9403848" y="4174414"/>
            <a:ext cx="1539875"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FFFF"/>
                </a:solidFill>
                <a:effectLst/>
                <a:uLnTx/>
                <a:uFillTx/>
                <a:latin typeface="Ubuntu"/>
                <a:ea typeface="+mn-ea"/>
                <a:cs typeface="+mn-cs"/>
              </a:rPr>
              <a:t>3.6</a:t>
            </a:r>
            <a:r>
              <a:rPr kumimoji="0" lang="en-US" sz="3200" b="0" i="0" u="none" strike="noStrike" kern="1200" cap="none" spc="0" normalizeH="0" baseline="30000" noProof="0" dirty="0">
                <a:ln>
                  <a:noFill/>
                </a:ln>
                <a:solidFill>
                  <a:srgbClr val="FFFFFF"/>
                </a:solidFill>
                <a:effectLst/>
                <a:uLnTx/>
                <a:uFillTx/>
                <a:latin typeface="Ubuntu"/>
                <a:ea typeface="+mn-ea"/>
                <a:cs typeface="+mn-cs"/>
              </a:rPr>
              <a:t>bn</a:t>
            </a:r>
            <a:endParaRPr kumimoji="0" lang="en-US" sz="500" b="0" i="0" u="none" strike="noStrike" kern="1200" cap="none" spc="0" normalizeH="0" baseline="30000" noProof="0" dirty="0">
              <a:ln>
                <a:noFill/>
              </a:ln>
              <a:solidFill>
                <a:srgbClr val="FFFFFF"/>
              </a:solidFill>
              <a:effectLst/>
              <a:uLnTx/>
              <a:uFillTx/>
              <a:latin typeface="Ubuntu"/>
              <a:ea typeface="+mn-ea"/>
              <a:cs typeface="+mn-cs"/>
            </a:endParaRPr>
          </a:p>
        </p:txBody>
      </p:sp>
      <p:sp>
        <p:nvSpPr>
          <p:cNvPr id="18" name="Text Placeholder 4">
            <a:extLst>
              <a:ext uri="{FF2B5EF4-FFF2-40B4-BE49-F238E27FC236}">
                <a16:creationId xmlns:a16="http://schemas.microsoft.com/office/drawing/2014/main" id="{B841EB2B-6A88-3F09-A0C0-4131ABEBBE90}"/>
              </a:ext>
            </a:extLst>
          </p:cNvPr>
          <p:cNvSpPr txBox="1">
            <a:spLocks/>
          </p:cNvSpPr>
          <p:nvPr/>
        </p:nvSpPr>
        <p:spPr>
          <a:xfrm>
            <a:off x="550864" y="2301342"/>
            <a:ext cx="3262842" cy="307776"/>
          </a:xfrm>
          <a:prstGeom prst="rect">
            <a:avLst/>
          </a:prstGeom>
        </p:spPr>
        <p:txBody>
          <a:bodyPr vert="horz" lIns="0" tIns="0" rIns="0" bIns="0" rtlCol="0">
            <a:noAutofit/>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rgbClr val="00D5D0"/>
              </a:buClr>
              <a:buFont typeface="Arial" panose="020B060402020202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2"/>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FFFFFF"/>
                </a:solidFill>
                <a:effectLst/>
                <a:uLnTx/>
                <a:uFillTx/>
                <a:latin typeface="+mj-lt"/>
                <a:ea typeface="+mn-ea"/>
                <a:cs typeface="+mn-cs"/>
              </a:rPr>
              <a:t>Question one</a:t>
            </a:r>
          </a:p>
        </p:txBody>
      </p:sp>
      <p:sp>
        <p:nvSpPr>
          <p:cNvPr id="19" name="Text Placeholder 4">
            <a:extLst>
              <a:ext uri="{FF2B5EF4-FFF2-40B4-BE49-F238E27FC236}">
                <a16:creationId xmlns:a16="http://schemas.microsoft.com/office/drawing/2014/main" id="{C0F01D74-15C1-3802-C818-B8F4730F7ADB}"/>
              </a:ext>
            </a:extLst>
          </p:cNvPr>
          <p:cNvSpPr txBox="1">
            <a:spLocks/>
          </p:cNvSpPr>
          <p:nvPr/>
        </p:nvSpPr>
        <p:spPr>
          <a:xfrm>
            <a:off x="8376810" y="2301341"/>
            <a:ext cx="3262842" cy="307777"/>
          </a:xfrm>
          <a:prstGeom prst="rect">
            <a:avLst/>
          </a:prstGeom>
        </p:spPr>
        <p:txBody>
          <a:bodyPr vert="horz" wrap="square" lIns="0" tIns="0" rIns="0" bIns="0" rtlCol="0" anchor="t">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FFFFFF"/>
                </a:solidFill>
                <a:effectLst/>
                <a:uLnTx/>
                <a:uFillTx/>
                <a:latin typeface="+mj-lt"/>
                <a:ea typeface="+mn-ea"/>
                <a:cs typeface="+mn-cs"/>
              </a:rPr>
              <a:t>Question three</a:t>
            </a:r>
          </a:p>
        </p:txBody>
      </p:sp>
      <p:sp>
        <p:nvSpPr>
          <p:cNvPr id="20" name="Text Placeholder 4">
            <a:extLst>
              <a:ext uri="{FF2B5EF4-FFF2-40B4-BE49-F238E27FC236}">
                <a16:creationId xmlns:a16="http://schemas.microsoft.com/office/drawing/2014/main" id="{8A7F2257-5BFF-E42C-F583-3D9DAD5F4797}"/>
              </a:ext>
            </a:extLst>
          </p:cNvPr>
          <p:cNvSpPr txBox="1">
            <a:spLocks/>
          </p:cNvSpPr>
          <p:nvPr/>
        </p:nvSpPr>
        <p:spPr>
          <a:xfrm>
            <a:off x="4464763" y="2301341"/>
            <a:ext cx="3262842" cy="307777"/>
          </a:xfrm>
          <a:prstGeom prst="rect">
            <a:avLst/>
          </a:prstGeom>
        </p:spPr>
        <p:txBody>
          <a:bodyPr vert="horz" wrap="square" lIns="0" tIns="0" rIns="0" bIns="0" rtlCol="0" anchor="t">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FFFFFF"/>
                </a:solidFill>
                <a:effectLst/>
                <a:uLnTx/>
                <a:uFillTx/>
                <a:latin typeface="+mj-lt"/>
                <a:ea typeface="+mn-ea"/>
                <a:cs typeface="+mn-cs"/>
              </a:rPr>
              <a:t>Question two</a:t>
            </a:r>
          </a:p>
        </p:txBody>
      </p:sp>
    </p:spTree>
    <p:extLst>
      <p:ext uri="{BB962C8B-B14F-4D97-AF65-F5344CB8AC3E}">
        <p14:creationId xmlns:p14="http://schemas.microsoft.com/office/powerpoint/2010/main" val="161615902"/>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200741-DA0C-E1AC-BF2D-A93865A1CC63}"/>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732D03C4-5AD6-AA4B-BF9B-C4A6A0A70DC5}"/>
              </a:ext>
            </a:extLst>
          </p:cNvPr>
          <p:cNvSpPr>
            <a:spLocks noGrp="1"/>
          </p:cNvSpPr>
          <p:nvPr>
            <p:ph type="title"/>
          </p:nvPr>
        </p:nvSpPr>
        <p:spPr>
          <a:xfrm>
            <a:off x="551384" y="549274"/>
            <a:ext cx="11090938" cy="930372"/>
          </a:xfrm>
        </p:spPr>
        <p:txBody>
          <a:bodyPr/>
          <a:lstStyle/>
          <a:p>
            <a:r>
              <a:rPr lang="en-US" dirty="0"/>
              <a:t>Concentric pie charts 2</a:t>
            </a:r>
            <a:br>
              <a:rPr lang="en-US" dirty="0"/>
            </a:br>
            <a:endParaRPr lang="en-US" dirty="0"/>
          </a:p>
        </p:txBody>
      </p:sp>
      <p:sp>
        <p:nvSpPr>
          <p:cNvPr id="4" name="Text Placeholder 4">
            <a:extLst>
              <a:ext uri="{FF2B5EF4-FFF2-40B4-BE49-F238E27FC236}">
                <a16:creationId xmlns:a16="http://schemas.microsoft.com/office/drawing/2014/main" id="{85373C58-834C-0E98-8DC5-E9B24A9C3D16}"/>
              </a:ext>
            </a:extLst>
          </p:cNvPr>
          <p:cNvSpPr txBox="1">
            <a:spLocks/>
          </p:cNvSpPr>
          <p:nvPr/>
        </p:nvSpPr>
        <p:spPr>
          <a:xfrm>
            <a:off x="550864" y="1259418"/>
            <a:ext cx="3262842" cy="307776"/>
          </a:xfrm>
          <a:prstGeom prst="rect">
            <a:avLst/>
          </a:prstGeom>
        </p:spPr>
        <p:txBody>
          <a:bodyPr vert="horz" lIns="0" tIns="0" rIns="0" bIns="0" rtlCol="0">
            <a:noAutofit/>
          </a:bodyPr>
          <a:lstStyle>
            <a:lvl1pPr marL="0" marR="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rgbClr val="00D5D0"/>
              </a:buClr>
              <a:buFont typeface="Arial" panose="020B060402020202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2"/>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latin typeface="+mj-lt"/>
                <a:ea typeface="+mn-ea"/>
                <a:cs typeface="+mn-cs"/>
              </a:rPr>
              <a:t>Question one</a:t>
            </a:r>
          </a:p>
        </p:txBody>
      </p:sp>
      <p:grpSp>
        <p:nvGrpSpPr>
          <p:cNvPr id="17" name="Group 16" descr="Data chart">
            <a:extLst>
              <a:ext uri="{FF2B5EF4-FFF2-40B4-BE49-F238E27FC236}">
                <a16:creationId xmlns:a16="http://schemas.microsoft.com/office/drawing/2014/main" id="{4147DEC1-971E-5629-2559-43E30EDA9FC0}"/>
              </a:ext>
            </a:extLst>
          </p:cNvPr>
          <p:cNvGrpSpPr/>
          <p:nvPr/>
        </p:nvGrpSpPr>
        <p:grpSpPr>
          <a:xfrm>
            <a:off x="550863" y="1792391"/>
            <a:ext cx="3457477" cy="4485375"/>
            <a:chOff x="550863" y="1792391"/>
            <a:chExt cx="3457477" cy="4485375"/>
          </a:xfrm>
        </p:grpSpPr>
        <p:graphicFrame>
          <p:nvGraphicFramePr>
            <p:cNvPr id="66" name="Chart 65">
              <a:extLst>
                <a:ext uri="{FF2B5EF4-FFF2-40B4-BE49-F238E27FC236}">
                  <a16:creationId xmlns:a16="http://schemas.microsoft.com/office/drawing/2014/main" id="{616FC099-9BD2-09B9-FEA5-D3469BA46615}"/>
                </a:ext>
              </a:extLst>
            </p:cNvPr>
            <p:cNvGraphicFramePr/>
            <p:nvPr>
              <p:extLst>
                <p:ext uri="{D42A27DB-BD31-4B8C-83A1-F6EECF244321}">
                  <p14:modId xmlns:p14="http://schemas.microsoft.com/office/powerpoint/2010/main" val="1541705354"/>
                </p:ext>
              </p:extLst>
            </p:nvPr>
          </p:nvGraphicFramePr>
          <p:xfrm>
            <a:off x="695972" y="1792391"/>
            <a:ext cx="3312368" cy="3600494"/>
          </p:xfrm>
          <a:graphic>
            <a:graphicData uri="http://schemas.openxmlformats.org/drawingml/2006/chart">
              <c:chart xmlns:c="http://schemas.openxmlformats.org/drawingml/2006/chart" xmlns:r="http://schemas.openxmlformats.org/officeDocument/2006/relationships" r:id="rId2"/>
            </a:graphicData>
          </a:graphic>
        </p:graphicFrame>
        <p:grpSp>
          <p:nvGrpSpPr>
            <p:cNvPr id="16" name="Group 15">
              <a:extLst>
                <a:ext uri="{FF2B5EF4-FFF2-40B4-BE49-F238E27FC236}">
                  <a16:creationId xmlns:a16="http://schemas.microsoft.com/office/drawing/2014/main" id="{80E4AE02-34C9-70E3-C2C1-A21B6E8CEECB}"/>
                </a:ext>
              </a:extLst>
            </p:cNvPr>
            <p:cNvGrpSpPr/>
            <p:nvPr/>
          </p:nvGrpSpPr>
          <p:grpSpPr>
            <a:xfrm>
              <a:off x="550863" y="2053680"/>
              <a:ext cx="2306203" cy="4224086"/>
              <a:chOff x="550863" y="2053680"/>
              <a:chExt cx="2306203" cy="4224086"/>
            </a:xfrm>
          </p:grpSpPr>
          <p:grpSp>
            <p:nvGrpSpPr>
              <p:cNvPr id="15" name="Group 14">
                <a:extLst>
                  <a:ext uri="{FF2B5EF4-FFF2-40B4-BE49-F238E27FC236}">
                    <a16:creationId xmlns:a16="http://schemas.microsoft.com/office/drawing/2014/main" id="{99EF0E05-76AA-E689-A6F7-0336227B1CB2}"/>
                  </a:ext>
                </a:extLst>
              </p:cNvPr>
              <p:cNvGrpSpPr/>
              <p:nvPr/>
            </p:nvGrpSpPr>
            <p:grpSpPr>
              <a:xfrm>
                <a:off x="550863" y="5302517"/>
                <a:ext cx="977908" cy="975249"/>
                <a:chOff x="550863" y="5302517"/>
                <a:chExt cx="977908" cy="975249"/>
              </a:xfrm>
            </p:grpSpPr>
            <p:sp>
              <p:nvSpPr>
                <p:cNvPr id="60" name="Rectangle 9">
                  <a:extLst>
                    <a:ext uri="{FF2B5EF4-FFF2-40B4-BE49-F238E27FC236}">
                      <a16:creationId xmlns:a16="http://schemas.microsoft.com/office/drawing/2014/main" id="{CBE60033-B3EF-3BC0-D42A-05E8DC4DBD9A}"/>
                    </a:ext>
                  </a:extLst>
                </p:cNvPr>
                <p:cNvSpPr>
                  <a:spLocks noChangeArrowheads="1"/>
                </p:cNvSpPr>
                <p:nvPr/>
              </p:nvSpPr>
              <p:spPr bwMode="auto">
                <a:xfrm>
                  <a:off x="550863" y="5323147"/>
                  <a:ext cx="180000" cy="180000"/>
                </a:xfrm>
                <a:prstGeom prst="rect">
                  <a:avLst/>
                </a:prstGeom>
                <a:solidFill>
                  <a:srgbClr val="0058AB"/>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121A38"/>
                    </a:solidFill>
                    <a:effectLst/>
                    <a:uLnTx/>
                    <a:uFillTx/>
                    <a:latin typeface="Ubuntu"/>
                    <a:ea typeface="+mn-ea"/>
                    <a:cs typeface="+mn-cs"/>
                  </a:endParaRPr>
                </a:p>
              </p:txBody>
            </p:sp>
            <p:sp>
              <p:nvSpPr>
                <p:cNvPr id="61" name="Rectangle 10">
                  <a:extLst>
                    <a:ext uri="{FF2B5EF4-FFF2-40B4-BE49-F238E27FC236}">
                      <a16:creationId xmlns:a16="http://schemas.microsoft.com/office/drawing/2014/main" id="{590D2787-6E33-40CD-BFF5-C833F0613C7B}"/>
                    </a:ext>
                  </a:extLst>
                </p:cNvPr>
                <p:cNvSpPr>
                  <a:spLocks noChangeArrowheads="1"/>
                </p:cNvSpPr>
                <p:nvPr/>
              </p:nvSpPr>
              <p:spPr bwMode="auto">
                <a:xfrm>
                  <a:off x="802610" y="5302517"/>
                  <a:ext cx="726161"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Germany</a:t>
                  </a:r>
                </a:p>
              </p:txBody>
            </p:sp>
            <p:sp>
              <p:nvSpPr>
                <p:cNvPr id="62" name="Rectangle 11">
                  <a:extLst>
                    <a:ext uri="{FF2B5EF4-FFF2-40B4-BE49-F238E27FC236}">
                      <a16:creationId xmlns:a16="http://schemas.microsoft.com/office/drawing/2014/main" id="{DD502268-53B8-0806-C4F2-BFFB7D96A5B0}"/>
                    </a:ext>
                  </a:extLst>
                </p:cNvPr>
                <p:cNvSpPr>
                  <a:spLocks noChangeArrowheads="1"/>
                </p:cNvSpPr>
                <p:nvPr/>
              </p:nvSpPr>
              <p:spPr bwMode="auto">
                <a:xfrm>
                  <a:off x="550863" y="5580538"/>
                  <a:ext cx="180000" cy="180000"/>
                </a:xfrm>
                <a:prstGeom prst="rect">
                  <a:avLst/>
                </a:prstGeom>
                <a:solidFill>
                  <a:srgbClr val="1DB7F3"/>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121A38"/>
                    </a:solidFill>
                    <a:effectLst/>
                    <a:uLnTx/>
                    <a:uFillTx/>
                    <a:latin typeface="Ubuntu"/>
                    <a:ea typeface="+mn-ea"/>
                    <a:cs typeface="+mn-cs"/>
                  </a:endParaRPr>
                </a:p>
              </p:txBody>
            </p:sp>
            <p:sp>
              <p:nvSpPr>
                <p:cNvPr id="63" name="Rectangle 12">
                  <a:extLst>
                    <a:ext uri="{FF2B5EF4-FFF2-40B4-BE49-F238E27FC236}">
                      <a16:creationId xmlns:a16="http://schemas.microsoft.com/office/drawing/2014/main" id="{78691C3A-74C8-B7A9-DE95-835462623535}"/>
                    </a:ext>
                  </a:extLst>
                </p:cNvPr>
                <p:cNvSpPr>
                  <a:spLocks noChangeArrowheads="1"/>
                </p:cNvSpPr>
                <p:nvPr/>
              </p:nvSpPr>
              <p:spPr bwMode="auto">
                <a:xfrm>
                  <a:off x="802610" y="5564671"/>
                  <a:ext cx="235642"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UK</a:t>
                  </a:r>
                </a:p>
              </p:txBody>
            </p:sp>
            <p:sp>
              <p:nvSpPr>
                <p:cNvPr id="64" name="Rectangle 13">
                  <a:extLst>
                    <a:ext uri="{FF2B5EF4-FFF2-40B4-BE49-F238E27FC236}">
                      <a16:creationId xmlns:a16="http://schemas.microsoft.com/office/drawing/2014/main" id="{83DE6D5B-3DAE-FD85-8231-83F927C6AFF0}"/>
                    </a:ext>
                  </a:extLst>
                </p:cNvPr>
                <p:cNvSpPr>
                  <a:spLocks noChangeArrowheads="1"/>
                </p:cNvSpPr>
                <p:nvPr/>
              </p:nvSpPr>
              <p:spPr bwMode="auto">
                <a:xfrm>
                  <a:off x="550863" y="5830203"/>
                  <a:ext cx="180000" cy="180000"/>
                </a:xfrm>
                <a:prstGeom prst="rect">
                  <a:avLst/>
                </a:prstGeom>
                <a:solidFill>
                  <a:schemeClr val="accent1">
                    <a:alpha val="40000"/>
                  </a:schemeClr>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121A38"/>
                    </a:solidFill>
                    <a:effectLst/>
                    <a:uLnTx/>
                    <a:uFillTx/>
                    <a:latin typeface="Ubuntu"/>
                    <a:ea typeface="+mn-ea"/>
                    <a:cs typeface="+mn-cs"/>
                  </a:endParaRPr>
                </a:p>
              </p:txBody>
            </p:sp>
            <p:sp>
              <p:nvSpPr>
                <p:cNvPr id="65" name="Rectangle 14">
                  <a:extLst>
                    <a:ext uri="{FF2B5EF4-FFF2-40B4-BE49-F238E27FC236}">
                      <a16:creationId xmlns:a16="http://schemas.microsoft.com/office/drawing/2014/main" id="{75160C1D-C230-AF64-2868-2D20933D15BB}"/>
                    </a:ext>
                  </a:extLst>
                </p:cNvPr>
                <p:cNvSpPr>
                  <a:spLocks noChangeArrowheads="1"/>
                </p:cNvSpPr>
                <p:nvPr/>
              </p:nvSpPr>
              <p:spPr bwMode="auto">
                <a:xfrm>
                  <a:off x="802610" y="5818626"/>
                  <a:ext cx="540020"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France</a:t>
                  </a:r>
                </a:p>
              </p:txBody>
            </p:sp>
            <p:sp>
              <p:nvSpPr>
                <p:cNvPr id="67" name="Rectangle 13">
                  <a:extLst>
                    <a:ext uri="{FF2B5EF4-FFF2-40B4-BE49-F238E27FC236}">
                      <a16:creationId xmlns:a16="http://schemas.microsoft.com/office/drawing/2014/main" id="{D029DF40-A523-1DDB-70CE-E625DFA6A225}"/>
                    </a:ext>
                  </a:extLst>
                </p:cNvPr>
                <p:cNvSpPr>
                  <a:spLocks noChangeArrowheads="1"/>
                </p:cNvSpPr>
                <p:nvPr/>
              </p:nvSpPr>
              <p:spPr bwMode="auto">
                <a:xfrm>
                  <a:off x="550863" y="6073899"/>
                  <a:ext cx="180000" cy="180000"/>
                </a:xfrm>
                <a:prstGeom prst="rect">
                  <a:avLst/>
                </a:prstGeom>
                <a:solidFill>
                  <a:srgbClr val="121A38"/>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121A38"/>
                    </a:solidFill>
                    <a:effectLst/>
                    <a:uLnTx/>
                    <a:uFillTx/>
                    <a:latin typeface="Ubuntu"/>
                    <a:ea typeface="+mn-ea"/>
                    <a:cs typeface="+mn-cs"/>
                  </a:endParaRPr>
                </a:p>
              </p:txBody>
            </p:sp>
            <p:sp>
              <p:nvSpPr>
                <p:cNvPr id="68" name="Rectangle 14">
                  <a:extLst>
                    <a:ext uri="{FF2B5EF4-FFF2-40B4-BE49-F238E27FC236}">
                      <a16:creationId xmlns:a16="http://schemas.microsoft.com/office/drawing/2014/main" id="{D7A3F752-1463-7C83-51F8-5907743E1ED3}"/>
                    </a:ext>
                  </a:extLst>
                </p:cNvPr>
                <p:cNvSpPr>
                  <a:spLocks noChangeArrowheads="1"/>
                </p:cNvSpPr>
                <p:nvPr/>
              </p:nvSpPr>
              <p:spPr bwMode="auto">
                <a:xfrm>
                  <a:off x="802610" y="6062322"/>
                  <a:ext cx="219612"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US</a:t>
                  </a:r>
                </a:p>
              </p:txBody>
            </p:sp>
          </p:grpSp>
          <p:sp>
            <p:nvSpPr>
              <p:cNvPr id="69" name="Rectangle 10">
                <a:extLst>
                  <a:ext uri="{FF2B5EF4-FFF2-40B4-BE49-F238E27FC236}">
                    <a16:creationId xmlns:a16="http://schemas.microsoft.com/office/drawing/2014/main" id="{0CE3D02E-607D-BC56-E847-6AFA4228B256}"/>
                  </a:ext>
                </a:extLst>
              </p:cNvPr>
              <p:cNvSpPr>
                <a:spLocks noChangeArrowheads="1"/>
              </p:cNvSpPr>
              <p:nvPr/>
            </p:nvSpPr>
            <p:spPr bwMode="auto">
              <a:xfrm>
                <a:off x="2397004" y="2053680"/>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- 42%</a:t>
                </a:r>
              </a:p>
            </p:txBody>
          </p:sp>
          <p:sp>
            <p:nvSpPr>
              <p:cNvPr id="70" name="Rectangle 10">
                <a:extLst>
                  <a:ext uri="{FF2B5EF4-FFF2-40B4-BE49-F238E27FC236}">
                    <a16:creationId xmlns:a16="http://schemas.microsoft.com/office/drawing/2014/main" id="{4752829A-1514-BC10-7644-968D207E88EC}"/>
                  </a:ext>
                </a:extLst>
              </p:cNvPr>
              <p:cNvSpPr>
                <a:spLocks noChangeArrowheads="1"/>
              </p:cNvSpPr>
              <p:nvPr/>
            </p:nvSpPr>
            <p:spPr bwMode="auto">
              <a:xfrm>
                <a:off x="2397004" y="2236510"/>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- 38%</a:t>
                </a:r>
              </a:p>
            </p:txBody>
          </p:sp>
          <p:sp>
            <p:nvSpPr>
              <p:cNvPr id="71" name="Rectangle 10">
                <a:extLst>
                  <a:ext uri="{FF2B5EF4-FFF2-40B4-BE49-F238E27FC236}">
                    <a16:creationId xmlns:a16="http://schemas.microsoft.com/office/drawing/2014/main" id="{A8459A5F-0CEB-804D-420B-3A5A69ABCDF1}"/>
                  </a:ext>
                </a:extLst>
              </p:cNvPr>
              <p:cNvSpPr>
                <a:spLocks noChangeArrowheads="1"/>
              </p:cNvSpPr>
              <p:nvPr/>
            </p:nvSpPr>
            <p:spPr bwMode="auto">
              <a:xfrm>
                <a:off x="2397004" y="2419339"/>
                <a:ext cx="460062"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- 58%</a:t>
                </a:r>
              </a:p>
            </p:txBody>
          </p:sp>
          <p:sp>
            <p:nvSpPr>
              <p:cNvPr id="72" name="Rectangle 10">
                <a:extLst>
                  <a:ext uri="{FF2B5EF4-FFF2-40B4-BE49-F238E27FC236}">
                    <a16:creationId xmlns:a16="http://schemas.microsoft.com/office/drawing/2014/main" id="{8646D652-718C-14A4-89C8-3C0690CA41A8}"/>
                  </a:ext>
                </a:extLst>
              </p:cNvPr>
              <p:cNvSpPr>
                <a:spLocks noChangeArrowheads="1"/>
              </p:cNvSpPr>
              <p:nvPr/>
            </p:nvSpPr>
            <p:spPr bwMode="auto">
              <a:xfrm>
                <a:off x="2397004" y="2602169"/>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- 25%</a:t>
                </a:r>
              </a:p>
            </p:txBody>
          </p:sp>
        </p:grpSp>
      </p:grpSp>
      <p:sp>
        <p:nvSpPr>
          <p:cNvPr id="9" name="Text Placeholder 4">
            <a:extLst>
              <a:ext uri="{FF2B5EF4-FFF2-40B4-BE49-F238E27FC236}">
                <a16:creationId xmlns:a16="http://schemas.microsoft.com/office/drawing/2014/main" id="{9C901F9E-A855-8C72-703D-7151FDEED98E}"/>
              </a:ext>
            </a:extLst>
          </p:cNvPr>
          <p:cNvSpPr txBox="1">
            <a:spLocks/>
          </p:cNvSpPr>
          <p:nvPr/>
        </p:nvSpPr>
        <p:spPr>
          <a:xfrm>
            <a:off x="4464763" y="1259417"/>
            <a:ext cx="3262842" cy="307777"/>
          </a:xfrm>
          <a:prstGeom prst="rect">
            <a:avLst/>
          </a:prstGeom>
        </p:spPr>
        <p:txBody>
          <a:bodyPr vert="horz" wrap="square" lIns="0" tIns="0" rIns="0" bIns="0" rtlCol="0" anchor="t">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latin typeface="+mj-lt"/>
                <a:ea typeface="+mn-ea"/>
                <a:cs typeface="+mn-cs"/>
              </a:rPr>
              <a:t>Question two</a:t>
            </a:r>
          </a:p>
        </p:txBody>
      </p:sp>
      <p:grpSp>
        <p:nvGrpSpPr>
          <p:cNvPr id="18" name="Group 17" descr="Data chart">
            <a:extLst>
              <a:ext uri="{FF2B5EF4-FFF2-40B4-BE49-F238E27FC236}">
                <a16:creationId xmlns:a16="http://schemas.microsoft.com/office/drawing/2014/main" id="{874B3D8C-794A-EA8C-F42F-231FFB80E75F}"/>
              </a:ext>
            </a:extLst>
          </p:cNvPr>
          <p:cNvGrpSpPr/>
          <p:nvPr/>
        </p:nvGrpSpPr>
        <p:grpSpPr>
          <a:xfrm>
            <a:off x="4388119" y="1632312"/>
            <a:ext cx="3508705" cy="4645454"/>
            <a:chOff x="4388119" y="1632312"/>
            <a:chExt cx="3508705" cy="4645454"/>
          </a:xfrm>
        </p:grpSpPr>
        <p:sp>
          <p:nvSpPr>
            <p:cNvPr id="59" name="Oval 58">
              <a:extLst>
                <a:ext uri="{FF2B5EF4-FFF2-40B4-BE49-F238E27FC236}">
                  <a16:creationId xmlns:a16="http://schemas.microsoft.com/office/drawing/2014/main" id="{E67CF49F-93BF-78AE-C5EE-5D68ABFB29E9}"/>
                </a:ext>
              </a:extLst>
            </p:cNvPr>
            <p:cNvSpPr/>
            <p:nvPr/>
          </p:nvSpPr>
          <p:spPr>
            <a:xfrm>
              <a:off x="4388119" y="1808769"/>
              <a:ext cx="3508705" cy="3508705"/>
            </a:xfrm>
            <a:prstGeom prst="ellipse">
              <a:avLst/>
            </a:prstGeom>
            <a:solidFill>
              <a:srgbClr val="121A38"/>
            </a:soli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Ubuntu"/>
                <a:ea typeface="+mn-ea"/>
                <a:cs typeface="+mn-cs"/>
              </a:endParaRPr>
            </a:p>
          </p:txBody>
        </p:sp>
        <p:sp>
          <p:nvSpPr>
            <p:cNvPr id="73" name="Rectangle 10">
              <a:extLst>
                <a:ext uri="{FF2B5EF4-FFF2-40B4-BE49-F238E27FC236}">
                  <a16:creationId xmlns:a16="http://schemas.microsoft.com/office/drawing/2014/main" id="{AD284A24-A03F-32CD-873C-9E1382704BC0}"/>
                </a:ext>
              </a:extLst>
            </p:cNvPr>
            <p:cNvSpPr>
              <a:spLocks noChangeArrowheads="1"/>
            </p:cNvSpPr>
            <p:nvPr/>
          </p:nvSpPr>
          <p:spPr bwMode="auto">
            <a:xfrm>
              <a:off x="6193683" y="2053680"/>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- 56%</a:t>
              </a:r>
            </a:p>
          </p:txBody>
        </p:sp>
        <p:sp>
          <p:nvSpPr>
            <p:cNvPr id="74" name="Rectangle 10">
              <a:extLst>
                <a:ext uri="{FF2B5EF4-FFF2-40B4-BE49-F238E27FC236}">
                  <a16:creationId xmlns:a16="http://schemas.microsoft.com/office/drawing/2014/main" id="{94B62AC6-5C60-DCEC-4A6D-12B2E89DBEF0}"/>
                </a:ext>
              </a:extLst>
            </p:cNvPr>
            <p:cNvSpPr>
              <a:spLocks noChangeArrowheads="1"/>
            </p:cNvSpPr>
            <p:nvPr/>
          </p:nvSpPr>
          <p:spPr bwMode="auto">
            <a:xfrm>
              <a:off x="6193683" y="2236510"/>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- 51%</a:t>
              </a:r>
            </a:p>
          </p:txBody>
        </p:sp>
        <p:sp>
          <p:nvSpPr>
            <p:cNvPr id="75" name="Rectangle 10">
              <a:extLst>
                <a:ext uri="{FF2B5EF4-FFF2-40B4-BE49-F238E27FC236}">
                  <a16:creationId xmlns:a16="http://schemas.microsoft.com/office/drawing/2014/main" id="{581077CD-8D30-DF74-0C65-429C7441E6E8}"/>
                </a:ext>
              </a:extLst>
            </p:cNvPr>
            <p:cNvSpPr>
              <a:spLocks noChangeArrowheads="1"/>
            </p:cNvSpPr>
            <p:nvPr/>
          </p:nvSpPr>
          <p:spPr bwMode="auto">
            <a:xfrm>
              <a:off x="6193683" y="2419339"/>
              <a:ext cx="460062"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- 76%</a:t>
              </a:r>
            </a:p>
          </p:txBody>
        </p:sp>
        <p:sp>
          <p:nvSpPr>
            <p:cNvPr id="76" name="Rectangle 10">
              <a:extLst>
                <a:ext uri="{FF2B5EF4-FFF2-40B4-BE49-F238E27FC236}">
                  <a16:creationId xmlns:a16="http://schemas.microsoft.com/office/drawing/2014/main" id="{A7A26C8E-978B-01B4-195B-27B2523C847E}"/>
                </a:ext>
              </a:extLst>
            </p:cNvPr>
            <p:cNvSpPr>
              <a:spLocks noChangeArrowheads="1"/>
            </p:cNvSpPr>
            <p:nvPr/>
          </p:nvSpPr>
          <p:spPr bwMode="auto">
            <a:xfrm>
              <a:off x="6193683" y="2602169"/>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Ubuntu"/>
                  <a:ea typeface="+mn-ea"/>
                  <a:cs typeface="+mn-cs"/>
                </a:rPr>
                <a:t>- 60%</a:t>
              </a:r>
            </a:p>
          </p:txBody>
        </p:sp>
        <p:graphicFrame>
          <p:nvGraphicFramePr>
            <p:cNvPr id="81" name="Chart 80">
              <a:extLst>
                <a:ext uri="{FF2B5EF4-FFF2-40B4-BE49-F238E27FC236}">
                  <a16:creationId xmlns:a16="http://schemas.microsoft.com/office/drawing/2014/main" id="{CE6F9CB4-F0B3-B2B5-40AC-00AF8F519B1E}"/>
                </a:ext>
              </a:extLst>
            </p:cNvPr>
            <p:cNvGraphicFramePr/>
            <p:nvPr>
              <p:extLst>
                <p:ext uri="{D42A27DB-BD31-4B8C-83A1-F6EECF244321}">
                  <p14:modId xmlns:p14="http://schemas.microsoft.com/office/powerpoint/2010/main" val="1637369234"/>
                </p:ext>
              </p:extLst>
            </p:nvPr>
          </p:nvGraphicFramePr>
          <p:xfrm>
            <a:off x="4436183" y="1632312"/>
            <a:ext cx="3312368" cy="3600494"/>
          </p:xfrm>
          <a:graphic>
            <a:graphicData uri="http://schemas.openxmlformats.org/drawingml/2006/chart">
              <c:chart xmlns:c="http://schemas.openxmlformats.org/drawingml/2006/chart" xmlns:r="http://schemas.openxmlformats.org/officeDocument/2006/relationships" r:id="rId3"/>
            </a:graphicData>
          </a:graphic>
        </p:graphicFrame>
        <p:grpSp>
          <p:nvGrpSpPr>
            <p:cNvPr id="14" name="Group 13">
              <a:extLst>
                <a:ext uri="{FF2B5EF4-FFF2-40B4-BE49-F238E27FC236}">
                  <a16:creationId xmlns:a16="http://schemas.microsoft.com/office/drawing/2014/main" id="{6401D0EC-4690-4885-FD01-AA5C6D84BE6E}"/>
                </a:ext>
              </a:extLst>
            </p:cNvPr>
            <p:cNvGrpSpPr/>
            <p:nvPr/>
          </p:nvGrpSpPr>
          <p:grpSpPr>
            <a:xfrm>
              <a:off x="4472869" y="5302517"/>
              <a:ext cx="1012283" cy="975249"/>
              <a:chOff x="4472869" y="5302517"/>
              <a:chExt cx="1012283" cy="975249"/>
            </a:xfrm>
          </p:grpSpPr>
          <p:sp>
            <p:nvSpPr>
              <p:cNvPr id="86" name="Rectangle 9">
                <a:extLst>
                  <a:ext uri="{FF2B5EF4-FFF2-40B4-BE49-F238E27FC236}">
                    <a16:creationId xmlns:a16="http://schemas.microsoft.com/office/drawing/2014/main" id="{3CDD0893-DAE5-8A7D-530D-760D62A656F4}"/>
                  </a:ext>
                </a:extLst>
              </p:cNvPr>
              <p:cNvSpPr>
                <a:spLocks noChangeArrowheads="1"/>
              </p:cNvSpPr>
              <p:nvPr/>
            </p:nvSpPr>
            <p:spPr bwMode="auto">
              <a:xfrm>
                <a:off x="4472869" y="5323147"/>
                <a:ext cx="180000" cy="180000"/>
              </a:xfrm>
              <a:prstGeom prst="rect">
                <a:avLst/>
              </a:prstGeom>
              <a:solidFill>
                <a:srgbClr val="FEB100"/>
              </a:solidFill>
              <a:ln w="76200">
                <a:solidFill>
                  <a:srgbClr val="121A38"/>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121A38"/>
                  </a:solidFill>
                  <a:effectLst/>
                  <a:uLnTx/>
                  <a:uFillTx/>
                  <a:latin typeface="Ubuntu"/>
                  <a:ea typeface="+mn-ea"/>
                  <a:cs typeface="+mn-cs"/>
                </a:endParaRPr>
              </a:p>
            </p:txBody>
          </p:sp>
          <p:sp>
            <p:nvSpPr>
              <p:cNvPr id="87" name="Rectangle 10">
                <a:extLst>
                  <a:ext uri="{FF2B5EF4-FFF2-40B4-BE49-F238E27FC236}">
                    <a16:creationId xmlns:a16="http://schemas.microsoft.com/office/drawing/2014/main" id="{FCD00158-4066-5D55-0541-A0647C5A2209}"/>
                  </a:ext>
                </a:extLst>
              </p:cNvPr>
              <p:cNvSpPr>
                <a:spLocks noChangeArrowheads="1"/>
              </p:cNvSpPr>
              <p:nvPr/>
            </p:nvSpPr>
            <p:spPr bwMode="auto">
              <a:xfrm>
                <a:off x="4758991" y="5302517"/>
                <a:ext cx="726161"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Germany</a:t>
                </a:r>
              </a:p>
            </p:txBody>
          </p:sp>
          <p:sp>
            <p:nvSpPr>
              <p:cNvPr id="88" name="Rectangle 11">
                <a:extLst>
                  <a:ext uri="{FF2B5EF4-FFF2-40B4-BE49-F238E27FC236}">
                    <a16:creationId xmlns:a16="http://schemas.microsoft.com/office/drawing/2014/main" id="{B957915B-F66D-85CD-C6F4-753A37DD86A6}"/>
                  </a:ext>
                </a:extLst>
              </p:cNvPr>
              <p:cNvSpPr>
                <a:spLocks noChangeArrowheads="1"/>
              </p:cNvSpPr>
              <p:nvPr/>
            </p:nvSpPr>
            <p:spPr bwMode="auto">
              <a:xfrm>
                <a:off x="4472869" y="5580538"/>
                <a:ext cx="180000" cy="180000"/>
              </a:xfrm>
              <a:prstGeom prst="rect">
                <a:avLst/>
              </a:prstGeom>
              <a:solidFill>
                <a:srgbClr val="FF816E"/>
              </a:solidFill>
              <a:ln w="76200">
                <a:solidFill>
                  <a:srgbClr val="121A38"/>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121A38"/>
                  </a:solidFill>
                  <a:effectLst/>
                  <a:uLnTx/>
                  <a:uFillTx/>
                  <a:latin typeface="Ubuntu"/>
                  <a:ea typeface="+mn-ea"/>
                  <a:cs typeface="+mn-cs"/>
                </a:endParaRPr>
              </a:p>
            </p:txBody>
          </p:sp>
          <p:sp>
            <p:nvSpPr>
              <p:cNvPr id="89" name="Rectangle 12">
                <a:extLst>
                  <a:ext uri="{FF2B5EF4-FFF2-40B4-BE49-F238E27FC236}">
                    <a16:creationId xmlns:a16="http://schemas.microsoft.com/office/drawing/2014/main" id="{C714115C-DDB7-94AF-803E-865A3706EC93}"/>
                  </a:ext>
                </a:extLst>
              </p:cNvPr>
              <p:cNvSpPr>
                <a:spLocks noChangeArrowheads="1"/>
              </p:cNvSpPr>
              <p:nvPr/>
            </p:nvSpPr>
            <p:spPr bwMode="auto">
              <a:xfrm>
                <a:off x="4758991" y="5564671"/>
                <a:ext cx="235642"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UK</a:t>
                </a:r>
              </a:p>
            </p:txBody>
          </p:sp>
          <p:sp>
            <p:nvSpPr>
              <p:cNvPr id="90" name="Rectangle 13">
                <a:extLst>
                  <a:ext uri="{FF2B5EF4-FFF2-40B4-BE49-F238E27FC236}">
                    <a16:creationId xmlns:a16="http://schemas.microsoft.com/office/drawing/2014/main" id="{58A28CE8-D7ED-FD10-357F-95928133FD02}"/>
                  </a:ext>
                </a:extLst>
              </p:cNvPr>
              <p:cNvSpPr>
                <a:spLocks noChangeArrowheads="1"/>
              </p:cNvSpPr>
              <p:nvPr/>
            </p:nvSpPr>
            <p:spPr bwMode="auto">
              <a:xfrm>
                <a:off x="4472869" y="5830203"/>
                <a:ext cx="180000" cy="180000"/>
              </a:xfrm>
              <a:prstGeom prst="rect">
                <a:avLst/>
              </a:prstGeom>
              <a:solidFill>
                <a:srgbClr val="D4D5F2"/>
              </a:solidFill>
              <a:ln w="76200">
                <a:solidFill>
                  <a:srgbClr val="121A38"/>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121A38"/>
                  </a:solidFill>
                  <a:effectLst/>
                  <a:uLnTx/>
                  <a:uFillTx/>
                  <a:latin typeface="Ubuntu"/>
                  <a:ea typeface="+mn-ea"/>
                  <a:cs typeface="+mn-cs"/>
                </a:endParaRPr>
              </a:p>
            </p:txBody>
          </p:sp>
          <p:sp>
            <p:nvSpPr>
              <p:cNvPr id="91" name="Rectangle 14">
                <a:extLst>
                  <a:ext uri="{FF2B5EF4-FFF2-40B4-BE49-F238E27FC236}">
                    <a16:creationId xmlns:a16="http://schemas.microsoft.com/office/drawing/2014/main" id="{726776C5-23EC-1B13-27F4-26E0C2AC0CFA}"/>
                  </a:ext>
                </a:extLst>
              </p:cNvPr>
              <p:cNvSpPr>
                <a:spLocks noChangeArrowheads="1"/>
              </p:cNvSpPr>
              <p:nvPr/>
            </p:nvSpPr>
            <p:spPr bwMode="auto">
              <a:xfrm>
                <a:off x="4758991" y="5818626"/>
                <a:ext cx="540020"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France</a:t>
                </a:r>
              </a:p>
            </p:txBody>
          </p:sp>
          <p:sp>
            <p:nvSpPr>
              <p:cNvPr id="92" name="Rectangle 13">
                <a:extLst>
                  <a:ext uri="{FF2B5EF4-FFF2-40B4-BE49-F238E27FC236}">
                    <a16:creationId xmlns:a16="http://schemas.microsoft.com/office/drawing/2014/main" id="{7E42479B-4298-31FF-B80E-48D986BA843B}"/>
                  </a:ext>
                </a:extLst>
              </p:cNvPr>
              <p:cNvSpPr>
                <a:spLocks noChangeArrowheads="1"/>
              </p:cNvSpPr>
              <p:nvPr/>
            </p:nvSpPr>
            <p:spPr bwMode="auto">
              <a:xfrm>
                <a:off x="4472869" y="6073899"/>
                <a:ext cx="180000" cy="180000"/>
              </a:xfrm>
              <a:prstGeom prst="rect">
                <a:avLst/>
              </a:prstGeom>
              <a:solidFill>
                <a:schemeClr val="accent1"/>
              </a:solidFill>
              <a:ln w="76200">
                <a:solidFill>
                  <a:srgbClr val="121A38"/>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121A38"/>
                  </a:solidFill>
                  <a:effectLst/>
                  <a:uLnTx/>
                  <a:uFillTx/>
                  <a:latin typeface="Ubuntu"/>
                  <a:ea typeface="+mn-ea"/>
                  <a:cs typeface="+mn-cs"/>
                </a:endParaRPr>
              </a:p>
            </p:txBody>
          </p:sp>
          <p:sp>
            <p:nvSpPr>
              <p:cNvPr id="93" name="Rectangle 14">
                <a:extLst>
                  <a:ext uri="{FF2B5EF4-FFF2-40B4-BE49-F238E27FC236}">
                    <a16:creationId xmlns:a16="http://schemas.microsoft.com/office/drawing/2014/main" id="{C1CFF42B-0ABE-91B2-CDC4-416B6A6DF657}"/>
                  </a:ext>
                </a:extLst>
              </p:cNvPr>
              <p:cNvSpPr>
                <a:spLocks noChangeArrowheads="1"/>
              </p:cNvSpPr>
              <p:nvPr/>
            </p:nvSpPr>
            <p:spPr bwMode="auto">
              <a:xfrm>
                <a:off x="4758991" y="6062322"/>
                <a:ext cx="219612"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US</a:t>
                </a:r>
              </a:p>
            </p:txBody>
          </p:sp>
        </p:grpSp>
      </p:grpSp>
      <p:sp>
        <p:nvSpPr>
          <p:cNvPr id="8" name="Text Placeholder 4">
            <a:extLst>
              <a:ext uri="{FF2B5EF4-FFF2-40B4-BE49-F238E27FC236}">
                <a16:creationId xmlns:a16="http://schemas.microsoft.com/office/drawing/2014/main" id="{3CAB882F-F5D4-4E06-DF5B-7B570683E8F8}"/>
              </a:ext>
            </a:extLst>
          </p:cNvPr>
          <p:cNvSpPr txBox="1">
            <a:spLocks/>
          </p:cNvSpPr>
          <p:nvPr/>
        </p:nvSpPr>
        <p:spPr>
          <a:xfrm>
            <a:off x="8376810" y="1259417"/>
            <a:ext cx="3262842" cy="307777"/>
          </a:xfrm>
          <a:prstGeom prst="rect">
            <a:avLst/>
          </a:prstGeom>
        </p:spPr>
        <p:txBody>
          <a:bodyPr vert="horz" wrap="square" lIns="0" tIns="0" rIns="0" bIns="0" rtlCol="0" anchor="t">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latin typeface="+mj-lt"/>
                <a:ea typeface="+mn-ea"/>
                <a:cs typeface="+mn-cs"/>
              </a:rPr>
              <a:t>Question three</a:t>
            </a:r>
          </a:p>
        </p:txBody>
      </p:sp>
      <p:grpSp>
        <p:nvGrpSpPr>
          <p:cNvPr id="19" name="Group 18" descr="Data chart">
            <a:extLst>
              <a:ext uri="{FF2B5EF4-FFF2-40B4-BE49-F238E27FC236}">
                <a16:creationId xmlns:a16="http://schemas.microsoft.com/office/drawing/2014/main" id="{3D3449DC-903D-D0F4-DAAD-4130BC940C4B}"/>
              </a:ext>
            </a:extLst>
          </p:cNvPr>
          <p:cNvGrpSpPr/>
          <p:nvPr/>
        </p:nvGrpSpPr>
        <p:grpSpPr>
          <a:xfrm>
            <a:off x="8373608" y="1792391"/>
            <a:ext cx="3550876" cy="4485375"/>
            <a:chOff x="8373608" y="1792391"/>
            <a:chExt cx="3550876" cy="4485375"/>
          </a:xfrm>
        </p:grpSpPr>
        <p:sp>
          <p:nvSpPr>
            <p:cNvPr id="77" name="Rectangle 10">
              <a:extLst>
                <a:ext uri="{FF2B5EF4-FFF2-40B4-BE49-F238E27FC236}">
                  <a16:creationId xmlns:a16="http://schemas.microsoft.com/office/drawing/2014/main" id="{8D8C3F6E-6A19-9145-B687-F8958400EF77}"/>
                </a:ext>
              </a:extLst>
            </p:cNvPr>
            <p:cNvSpPr>
              <a:spLocks noChangeArrowheads="1"/>
            </p:cNvSpPr>
            <p:nvPr/>
          </p:nvSpPr>
          <p:spPr bwMode="auto">
            <a:xfrm>
              <a:off x="10312295" y="2053680"/>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- 67%</a:t>
              </a:r>
            </a:p>
          </p:txBody>
        </p:sp>
        <p:sp>
          <p:nvSpPr>
            <p:cNvPr id="78" name="Rectangle 10">
              <a:extLst>
                <a:ext uri="{FF2B5EF4-FFF2-40B4-BE49-F238E27FC236}">
                  <a16:creationId xmlns:a16="http://schemas.microsoft.com/office/drawing/2014/main" id="{AA7D2015-8B2D-6B31-56C5-4400D6C1AE04}"/>
                </a:ext>
              </a:extLst>
            </p:cNvPr>
            <p:cNvSpPr>
              <a:spLocks noChangeArrowheads="1"/>
            </p:cNvSpPr>
            <p:nvPr/>
          </p:nvSpPr>
          <p:spPr bwMode="auto">
            <a:xfrm>
              <a:off x="10312295" y="2236510"/>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- 41%</a:t>
              </a:r>
            </a:p>
          </p:txBody>
        </p:sp>
        <p:sp>
          <p:nvSpPr>
            <p:cNvPr id="79" name="Rectangle 10">
              <a:extLst>
                <a:ext uri="{FF2B5EF4-FFF2-40B4-BE49-F238E27FC236}">
                  <a16:creationId xmlns:a16="http://schemas.microsoft.com/office/drawing/2014/main" id="{B100D26E-6CCB-1C78-AFBC-E1929119D6E8}"/>
                </a:ext>
              </a:extLst>
            </p:cNvPr>
            <p:cNvSpPr>
              <a:spLocks noChangeArrowheads="1"/>
            </p:cNvSpPr>
            <p:nvPr/>
          </p:nvSpPr>
          <p:spPr bwMode="auto">
            <a:xfrm>
              <a:off x="10312295" y="2419339"/>
              <a:ext cx="460062"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- 66%</a:t>
              </a:r>
            </a:p>
          </p:txBody>
        </p:sp>
        <p:sp>
          <p:nvSpPr>
            <p:cNvPr id="80" name="Rectangle 10">
              <a:extLst>
                <a:ext uri="{FF2B5EF4-FFF2-40B4-BE49-F238E27FC236}">
                  <a16:creationId xmlns:a16="http://schemas.microsoft.com/office/drawing/2014/main" id="{1AAB4D16-6AC4-D2C3-73C8-7DD3067DBE1E}"/>
                </a:ext>
              </a:extLst>
            </p:cNvPr>
            <p:cNvSpPr>
              <a:spLocks noChangeArrowheads="1"/>
            </p:cNvSpPr>
            <p:nvPr/>
          </p:nvSpPr>
          <p:spPr bwMode="auto">
            <a:xfrm>
              <a:off x="10312295" y="2602169"/>
              <a:ext cx="450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- 59%</a:t>
              </a:r>
            </a:p>
          </p:txBody>
        </p:sp>
        <p:graphicFrame>
          <p:nvGraphicFramePr>
            <p:cNvPr id="82" name="Chart 81">
              <a:extLst>
                <a:ext uri="{FF2B5EF4-FFF2-40B4-BE49-F238E27FC236}">
                  <a16:creationId xmlns:a16="http://schemas.microsoft.com/office/drawing/2014/main" id="{8E13DE21-FB34-DD9A-6281-F8FA1AD7D2EF}"/>
                </a:ext>
              </a:extLst>
            </p:cNvPr>
            <p:cNvGraphicFramePr/>
            <p:nvPr>
              <p:extLst>
                <p:ext uri="{D42A27DB-BD31-4B8C-83A1-F6EECF244321}">
                  <p14:modId xmlns:p14="http://schemas.microsoft.com/office/powerpoint/2010/main" val="1760771011"/>
                </p:ext>
              </p:extLst>
            </p:nvPr>
          </p:nvGraphicFramePr>
          <p:xfrm>
            <a:off x="8612116" y="1792391"/>
            <a:ext cx="3312368" cy="3600494"/>
          </p:xfrm>
          <a:graphic>
            <a:graphicData uri="http://schemas.openxmlformats.org/drawingml/2006/chart">
              <c:chart xmlns:c="http://schemas.openxmlformats.org/drawingml/2006/chart" xmlns:r="http://schemas.openxmlformats.org/officeDocument/2006/relationships" r:id="rId4"/>
            </a:graphicData>
          </a:graphic>
        </p:graphicFrame>
        <p:grpSp>
          <p:nvGrpSpPr>
            <p:cNvPr id="13" name="Group 12">
              <a:extLst>
                <a:ext uri="{FF2B5EF4-FFF2-40B4-BE49-F238E27FC236}">
                  <a16:creationId xmlns:a16="http://schemas.microsoft.com/office/drawing/2014/main" id="{FD0DC64C-F0F3-DC91-821D-5CBF5FD92CE4}"/>
                </a:ext>
              </a:extLst>
            </p:cNvPr>
            <p:cNvGrpSpPr/>
            <p:nvPr/>
          </p:nvGrpSpPr>
          <p:grpSpPr>
            <a:xfrm>
              <a:off x="8373608" y="5302517"/>
              <a:ext cx="977908" cy="975249"/>
              <a:chOff x="8373608" y="5302517"/>
              <a:chExt cx="977908" cy="975249"/>
            </a:xfrm>
          </p:grpSpPr>
          <p:sp>
            <p:nvSpPr>
              <p:cNvPr id="94" name="Rectangle 9">
                <a:extLst>
                  <a:ext uri="{FF2B5EF4-FFF2-40B4-BE49-F238E27FC236}">
                    <a16:creationId xmlns:a16="http://schemas.microsoft.com/office/drawing/2014/main" id="{5A7BDEB1-0055-D3DA-8A97-EDE8387745A2}"/>
                  </a:ext>
                </a:extLst>
              </p:cNvPr>
              <p:cNvSpPr>
                <a:spLocks noChangeArrowheads="1"/>
              </p:cNvSpPr>
              <p:nvPr/>
            </p:nvSpPr>
            <p:spPr bwMode="auto">
              <a:xfrm>
                <a:off x="8373608" y="5323147"/>
                <a:ext cx="180000" cy="180000"/>
              </a:xfrm>
              <a:prstGeom prst="rect">
                <a:avLst/>
              </a:prstGeom>
              <a:solidFill>
                <a:srgbClr val="1DB7F3"/>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121A38"/>
                  </a:solidFill>
                  <a:effectLst/>
                  <a:uLnTx/>
                  <a:uFillTx/>
                  <a:latin typeface="Ubuntu"/>
                  <a:ea typeface="+mn-ea"/>
                  <a:cs typeface="+mn-cs"/>
                </a:endParaRPr>
              </a:p>
            </p:txBody>
          </p:sp>
          <p:sp>
            <p:nvSpPr>
              <p:cNvPr id="95" name="Rectangle 10">
                <a:extLst>
                  <a:ext uri="{FF2B5EF4-FFF2-40B4-BE49-F238E27FC236}">
                    <a16:creationId xmlns:a16="http://schemas.microsoft.com/office/drawing/2014/main" id="{4C00BCF2-805D-A246-243E-B6C0C8F9AAE9}"/>
                  </a:ext>
                </a:extLst>
              </p:cNvPr>
              <p:cNvSpPr>
                <a:spLocks noChangeArrowheads="1"/>
              </p:cNvSpPr>
              <p:nvPr/>
            </p:nvSpPr>
            <p:spPr bwMode="auto">
              <a:xfrm>
                <a:off x="8625355" y="5302517"/>
                <a:ext cx="726161"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Germany</a:t>
                </a:r>
              </a:p>
            </p:txBody>
          </p:sp>
          <p:sp>
            <p:nvSpPr>
              <p:cNvPr id="96" name="Rectangle 11">
                <a:extLst>
                  <a:ext uri="{FF2B5EF4-FFF2-40B4-BE49-F238E27FC236}">
                    <a16:creationId xmlns:a16="http://schemas.microsoft.com/office/drawing/2014/main" id="{221AAC5C-A608-0C3B-6A57-1862539F024A}"/>
                  </a:ext>
                </a:extLst>
              </p:cNvPr>
              <p:cNvSpPr>
                <a:spLocks noChangeArrowheads="1"/>
              </p:cNvSpPr>
              <p:nvPr/>
            </p:nvSpPr>
            <p:spPr bwMode="auto">
              <a:xfrm>
                <a:off x="8373608" y="5580538"/>
                <a:ext cx="180000" cy="180000"/>
              </a:xfrm>
              <a:prstGeom prst="rect">
                <a:avLst/>
              </a:prstGeom>
              <a:solidFill>
                <a:srgbClr val="0058AB"/>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121A38"/>
                  </a:solidFill>
                  <a:effectLst/>
                  <a:uLnTx/>
                  <a:uFillTx/>
                  <a:latin typeface="Ubuntu"/>
                  <a:ea typeface="+mn-ea"/>
                  <a:cs typeface="+mn-cs"/>
                </a:endParaRPr>
              </a:p>
            </p:txBody>
          </p:sp>
          <p:sp>
            <p:nvSpPr>
              <p:cNvPr id="97" name="Rectangle 12">
                <a:extLst>
                  <a:ext uri="{FF2B5EF4-FFF2-40B4-BE49-F238E27FC236}">
                    <a16:creationId xmlns:a16="http://schemas.microsoft.com/office/drawing/2014/main" id="{745846F4-7B91-878D-EF47-046CEF002F35}"/>
                  </a:ext>
                </a:extLst>
              </p:cNvPr>
              <p:cNvSpPr>
                <a:spLocks noChangeArrowheads="1"/>
              </p:cNvSpPr>
              <p:nvPr/>
            </p:nvSpPr>
            <p:spPr bwMode="auto">
              <a:xfrm>
                <a:off x="8625355" y="5564671"/>
                <a:ext cx="235642"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UK</a:t>
                </a:r>
              </a:p>
            </p:txBody>
          </p:sp>
          <p:sp>
            <p:nvSpPr>
              <p:cNvPr id="98" name="Rectangle 13">
                <a:extLst>
                  <a:ext uri="{FF2B5EF4-FFF2-40B4-BE49-F238E27FC236}">
                    <a16:creationId xmlns:a16="http://schemas.microsoft.com/office/drawing/2014/main" id="{74A970A5-C72F-645B-5094-8AF0A438A27D}"/>
                  </a:ext>
                </a:extLst>
              </p:cNvPr>
              <p:cNvSpPr>
                <a:spLocks noChangeArrowheads="1"/>
              </p:cNvSpPr>
              <p:nvPr/>
            </p:nvSpPr>
            <p:spPr bwMode="auto">
              <a:xfrm>
                <a:off x="8373608" y="5830203"/>
                <a:ext cx="180000" cy="180000"/>
              </a:xfrm>
              <a:prstGeom prst="rect">
                <a:avLst/>
              </a:prstGeom>
              <a:solidFill>
                <a:srgbClr val="00D5D0"/>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121A38"/>
                  </a:solidFill>
                  <a:effectLst/>
                  <a:uLnTx/>
                  <a:uFillTx/>
                  <a:latin typeface="Ubuntu"/>
                  <a:ea typeface="+mn-ea"/>
                  <a:cs typeface="+mn-cs"/>
                </a:endParaRPr>
              </a:p>
            </p:txBody>
          </p:sp>
          <p:sp>
            <p:nvSpPr>
              <p:cNvPr id="99" name="Rectangle 14">
                <a:extLst>
                  <a:ext uri="{FF2B5EF4-FFF2-40B4-BE49-F238E27FC236}">
                    <a16:creationId xmlns:a16="http://schemas.microsoft.com/office/drawing/2014/main" id="{B278E97A-A16C-64A6-646C-37DF01E6DC9C}"/>
                  </a:ext>
                </a:extLst>
              </p:cNvPr>
              <p:cNvSpPr>
                <a:spLocks noChangeArrowheads="1"/>
              </p:cNvSpPr>
              <p:nvPr/>
            </p:nvSpPr>
            <p:spPr bwMode="auto">
              <a:xfrm>
                <a:off x="8625355" y="5818626"/>
                <a:ext cx="540020"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France</a:t>
                </a:r>
              </a:p>
            </p:txBody>
          </p:sp>
          <p:sp>
            <p:nvSpPr>
              <p:cNvPr id="100" name="Rectangle 13">
                <a:extLst>
                  <a:ext uri="{FF2B5EF4-FFF2-40B4-BE49-F238E27FC236}">
                    <a16:creationId xmlns:a16="http://schemas.microsoft.com/office/drawing/2014/main" id="{92A48465-B5AE-D7C1-F53C-1D759ED3E982}"/>
                  </a:ext>
                </a:extLst>
              </p:cNvPr>
              <p:cNvSpPr>
                <a:spLocks noChangeArrowheads="1"/>
              </p:cNvSpPr>
              <p:nvPr/>
            </p:nvSpPr>
            <p:spPr bwMode="auto">
              <a:xfrm>
                <a:off x="8373608" y="6073899"/>
                <a:ext cx="180000" cy="180000"/>
              </a:xfrm>
              <a:prstGeom prst="rect">
                <a:avLst/>
              </a:prstGeom>
              <a:solidFill>
                <a:srgbClr val="121A38"/>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121A38"/>
                  </a:solidFill>
                  <a:effectLst/>
                  <a:uLnTx/>
                  <a:uFillTx/>
                  <a:latin typeface="Ubuntu"/>
                  <a:ea typeface="+mn-ea"/>
                  <a:cs typeface="+mn-cs"/>
                </a:endParaRPr>
              </a:p>
            </p:txBody>
          </p:sp>
          <p:sp>
            <p:nvSpPr>
              <p:cNvPr id="101" name="Rectangle 14">
                <a:extLst>
                  <a:ext uri="{FF2B5EF4-FFF2-40B4-BE49-F238E27FC236}">
                    <a16:creationId xmlns:a16="http://schemas.microsoft.com/office/drawing/2014/main" id="{5DC6567D-B097-D826-B5FF-3EA6CF75086A}"/>
                  </a:ext>
                </a:extLst>
              </p:cNvPr>
              <p:cNvSpPr>
                <a:spLocks noChangeArrowheads="1"/>
              </p:cNvSpPr>
              <p:nvPr/>
            </p:nvSpPr>
            <p:spPr bwMode="auto">
              <a:xfrm>
                <a:off x="8625355" y="6062322"/>
                <a:ext cx="219612"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121A38"/>
                    </a:solidFill>
                    <a:effectLst/>
                    <a:uLnTx/>
                    <a:uFillTx/>
                    <a:latin typeface="Ubuntu"/>
                    <a:ea typeface="+mn-ea"/>
                    <a:cs typeface="+mn-cs"/>
                  </a:rPr>
                  <a:t>US</a:t>
                </a:r>
              </a:p>
            </p:txBody>
          </p:sp>
        </p:grpSp>
      </p:grpSp>
      <p:sp>
        <p:nvSpPr>
          <p:cNvPr id="26" name="Date Placeholder 25">
            <a:extLst>
              <a:ext uri="{FF2B5EF4-FFF2-40B4-BE49-F238E27FC236}">
                <a16:creationId xmlns:a16="http://schemas.microsoft.com/office/drawing/2014/main" id="{3FA6E59E-BE34-5A72-822C-D825101DD211}"/>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7" name="Footer Placeholder 26">
            <a:extLst>
              <a:ext uri="{FF2B5EF4-FFF2-40B4-BE49-F238E27FC236}">
                <a16:creationId xmlns:a16="http://schemas.microsoft.com/office/drawing/2014/main" id="{3D585C88-F589-67C9-2847-DA05A390B426}"/>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8" name="Slide Number Placeholder 27">
            <a:extLst>
              <a:ext uri="{FF2B5EF4-FFF2-40B4-BE49-F238E27FC236}">
                <a16:creationId xmlns:a16="http://schemas.microsoft.com/office/drawing/2014/main" id="{B0FD74A5-48A2-A60F-D341-E420F2620C90}"/>
              </a:ext>
            </a:extLst>
          </p:cNvPr>
          <p:cNvSpPr>
            <a:spLocks noGrp="1"/>
          </p:cNvSpPr>
          <p:nvPr>
            <p:ph type="sldNum" sz="quarter" idx="12"/>
          </p:nvPr>
        </p:nvSpPr>
        <p:spPr/>
        <p:txBody>
          <a:bodyPr/>
          <a:lstStyle/>
          <a:p>
            <a:pPr algn="r"/>
            <a:fld id="{5D9A5160-6218-4E5A-B9E6-B93E3DAE377C}" type="slidenum">
              <a:rPr lang="en-US" smtClean="0"/>
              <a:pPr algn="r"/>
              <a:t>53</a:t>
            </a:fld>
            <a:endParaRPr lang="en-US" dirty="0"/>
          </a:p>
        </p:txBody>
      </p:sp>
    </p:spTree>
    <p:extLst>
      <p:ext uri="{BB962C8B-B14F-4D97-AF65-F5344CB8AC3E}">
        <p14:creationId xmlns:p14="http://schemas.microsoft.com/office/powerpoint/2010/main" val="4078705392"/>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43EAAF-080D-FEE0-4353-DD504CBA7D92}"/>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C0C09597-925D-153F-1174-627F68095C48}"/>
              </a:ext>
            </a:extLst>
          </p:cNvPr>
          <p:cNvSpPr>
            <a:spLocks noGrp="1"/>
          </p:cNvSpPr>
          <p:nvPr>
            <p:ph type="title"/>
          </p:nvPr>
        </p:nvSpPr>
        <p:spPr>
          <a:xfrm>
            <a:off x="551384" y="549274"/>
            <a:ext cx="11090938" cy="930372"/>
          </a:xfrm>
        </p:spPr>
        <p:txBody>
          <a:bodyPr/>
          <a:lstStyle/>
          <a:p>
            <a:r>
              <a:rPr lang="en-US" dirty="0"/>
              <a:t>Data visualization 2</a:t>
            </a:r>
            <a:br>
              <a:rPr lang="en-US" dirty="0"/>
            </a:br>
            <a:endParaRPr lang="en-US" dirty="0"/>
          </a:p>
        </p:txBody>
      </p:sp>
      <p:grpSp>
        <p:nvGrpSpPr>
          <p:cNvPr id="24" name="Group 23" descr="Data chart">
            <a:extLst>
              <a:ext uri="{FF2B5EF4-FFF2-40B4-BE49-F238E27FC236}">
                <a16:creationId xmlns:a16="http://schemas.microsoft.com/office/drawing/2014/main" id="{7D63CB7A-61AE-B337-DD55-A2A0D7FB60CE}"/>
              </a:ext>
            </a:extLst>
          </p:cNvPr>
          <p:cNvGrpSpPr/>
          <p:nvPr/>
        </p:nvGrpSpPr>
        <p:grpSpPr>
          <a:xfrm>
            <a:off x="550863" y="1682762"/>
            <a:ext cx="11027123" cy="4658628"/>
            <a:chOff x="550863" y="1682762"/>
            <a:chExt cx="11027123" cy="4658628"/>
          </a:xfrm>
        </p:grpSpPr>
        <p:sp>
          <p:nvSpPr>
            <p:cNvPr id="42" name="Rectangle 41">
              <a:extLst>
                <a:ext uri="{FF2B5EF4-FFF2-40B4-BE49-F238E27FC236}">
                  <a16:creationId xmlns:a16="http://schemas.microsoft.com/office/drawing/2014/main" id="{91A787D1-1725-3C53-7915-B2DA676A84E2}"/>
                </a:ext>
              </a:extLst>
            </p:cNvPr>
            <p:cNvSpPr/>
            <p:nvPr/>
          </p:nvSpPr>
          <p:spPr>
            <a:xfrm>
              <a:off x="2398757" y="2218901"/>
              <a:ext cx="5196792" cy="123111"/>
            </a:xfrm>
            <a:prstGeom prst="rect">
              <a:avLst/>
            </a:prstGeom>
            <a:solidFill>
              <a:schemeClr val="tx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mj-lt"/>
                <a:ea typeface="+mn-ea"/>
                <a:cs typeface="+mn-cs"/>
              </a:endParaRPr>
            </a:p>
          </p:txBody>
        </p:sp>
        <p:sp>
          <p:nvSpPr>
            <p:cNvPr id="10" name="Text Placeholder 5">
              <a:extLst>
                <a:ext uri="{FF2B5EF4-FFF2-40B4-BE49-F238E27FC236}">
                  <a16:creationId xmlns:a16="http://schemas.microsoft.com/office/drawing/2014/main" id="{DC09CE7A-9D02-436C-526B-875A4414244F}"/>
                </a:ext>
              </a:extLst>
            </p:cNvPr>
            <p:cNvSpPr txBox="1">
              <a:spLocks/>
            </p:cNvSpPr>
            <p:nvPr/>
          </p:nvSpPr>
          <p:spPr>
            <a:xfrm>
              <a:off x="2398756" y="2650951"/>
              <a:ext cx="9179230"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latin typeface="+mj-lt"/>
                  <a:ea typeface="+mn-ea"/>
                  <a:cs typeface="+mn-cs"/>
                </a:rPr>
                <a:t>Sector name</a:t>
              </a:r>
            </a:p>
          </p:txBody>
        </p:sp>
        <p:sp>
          <p:nvSpPr>
            <p:cNvPr id="11" name="Content Placeholder 6">
              <a:extLst>
                <a:ext uri="{FF2B5EF4-FFF2-40B4-BE49-F238E27FC236}">
                  <a16:creationId xmlns:a16="http://schemas.microsoft.com/office/drawing/2014/main" id="{D3B68DB2-16FD-24C0-4710-4337C3025213}"/>
                </a:ext>
              </a:extLst>
            </p:cNvPr>
            <p:cNvSpPr txBox="1">
              <a:spLocks/>
            </p:cNvSpPr>
            <p:nvPr/>
          </p:nvSpPr>
          <p:spPr>
            <a:xfrm>
              <a:off x="550863" y="2958728"/>
              <a:ext cx="1559773" cy="501676"/>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endParaRPr kumimoji="0" lang="en-US" sz="1400" b="0" i="0" u="none" strike="noStrike" kern="1200" cap="none" spc="0" normalizeH="0" baseline="0" noProof="0" dirty="0">
                <a:ln>
                  <a:noFill/>
                </a:ln>
                <a:solidFill>
                  <a:srgbClr val="000000"/>
                </a:solidFill>
                <a:effectLst/>
                <a:uLnTx/>
                <a:uFillTx/>
                <a:ea typeface="+mn-ea"/>
                <a:cs typeface="+mn-cs"/>
              </a:endParaRPr>
            </a:p>
          </p:txBody>
        </p:sp>
        <p:sp>
          <p:nvSpPr>
            <p:cNvPr id="13" name="Text Placeholder 5">
              <a:extLst>
                <a:ext uri="{FF2B5EF4-FFF2-40B4-BE49-F238E27FC236}">
                  <a16:creationId xmlns:a16="http://schemas.microsoft.com/office/drawing/2014/main" id="{6CC7584F-E307-643C-6E41-C73D2F6FD239}"/>
                </a:ext>
              </a:extLst>
            </p:cNvPr>
            <p:cNvSpPr txBox="1">
              <a:spLocks/>
            </p:cNvSpPr>
            <p:nvPr/>
          </p:nvSpPr>
          <p:spPr>
            <a:xfrm>
              <a:off x="2398756" y="3609192"/>
              <a:ext cx="9179230"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latin typeface="+mj-lt"/>
                  <a:ea typeface="+mn-ea"/>
                  <a:cs typeface="+mn-cs"/>
                </a:rPr>
                <a:t>Sector name</a:t>
              </a:r>
            </a:p>
          </p:txBody>
        </p:sp>
        <p:sp>
          <p:nvSpPr>
            <p:cNvPr id="14" name="Content Placeholder 6">
              <a:extLst>
                <a:ext uri="{FF2B5EF4-FFF2-40B4-BE49-F238E27FC236}">
                  <a16:creationId xmlns:a16="http://schemas.microsoft.com/office/drawing/2014/main" id="{D13A0507-02C4-D82F-B4F1-536EF9CE800F}"/>
                </a:ext>
              </a:extLst>
            </p:cNvPr>
            <p:cNvSpPr txBox="1">
              <a:spLocks/>
            </p:cNvSpPr>
            <p:nvPr/>
          </p:nvSpPr>
          <p:spPr>
            <a:xfrm>
              <a:off x="550863" y="3916969"/>
              <a:ext cx="1559773" cy="501676"/>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endParaRPr kumimoji="0" lang="en-US" sz="1400" b="0" i="0" u="none" strike="noStrike" kern="1200" cap="none" spc="0" normalizeH="0" baseline="0" noProof="0" dirty="0">
                <a:ln>
                  <a:noFill/>
                </a:ln>
                <a:solidFill>
                  <a:srgbClr val="000000"/>
                </a:solidFill>
                <a:effectLst/>
                <a:uLnTx/>
                <a:uFillTx/>
                <a:ea typeface="+mn-ea"/>
                <a:cs typeface="+mn-cs"/>
              </a:endParaRPr>
            </a:p>
          </p:txBody>
        </p:sp>
        <p:sp>
          <p:nvSpPr>
            <p:cNvPr id="16" name="Text Placeholder 5">
              <a:extLst>
                <a:ext uri="{FF2B5EF4-FFF2-40B4-BE49-F238E27FC236}">
                  <a16:creationId xmlns:a16="http://schemas.microsoft.com/office/drawing/2014/main" id="{B5644E50-E61A-2C55-B07A-39CC201654E5}"/>
                </a:ext>
              </a:extLst>
            </p:cNvPr>
            <p:cNvSpPr txBox="1">
              <a:spLocks/>
            </p:cNvSpPr>
            <p:nvPr/>
          </p:nvSpPr>
          <p:spPr>
            <a:xfrm>
              <a:off x="2398756" y="4573696"/>
              <a:ext cx="9179230"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latin typeface="+mj-lt"/>
                  <a:ea typeface="+mn-ea"/>
                  <a:cs typeface="+mn-cs"/>
                </a:rPr>
                <a:t>Sector name</a:t>
              </a:r>
            </a:p>
          </p:txBody>
        </p:sp>
        <p:sp>
          <p:nvSpPr>
            <p:cNvPr id="17" name="Content Placeholder 6">
              <a:extLst>
                <a:ext uri="{FF2B5EF4-FFF2-40B4-BE49-F238E27FC236}">
                  <a16:creationId xmlns:a16="http://schemas.microsoft.com/office/drawing/2014/main" id="{6E0CCF3F-341F-0A71-E3E7-4B99DC54EC59}"/>
                </a:ext>
              </a:extLst>
            </p:cNvPr>
            <p:cNvSpPr txBox="1">
              <a:spLocks/>
            </p:cNvSpPr>
            <p:nvPr/>
          </p:nvSpPr>
          <p:spPr>
            <a:xfrm>
              <a:off x="550863" y="4881473"/>
              <a:ext cx="1559773" cy="501676"/>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endParaRPr kumimoji="0" lang="en-US" sz="1400" b="0" i="0" u="none" strike="noStrike" kern="1200" cap="none" spc="0" normalizeH="0" baseline="0" noProof="0" dirty="0">
                <a:ln>
                  <a:noFill/>
                </a:ln>
                <a:solidFill>
                  <a:srgbClr val="000000"/>
                </a:solidFill>
                <a:effectLst/>
                <a:uLnTx/>
                <a:uFillTx/>
                <a:ea typeface="+mn-ea"/>
                <a:cs typeface="+mn-cs"/>
              </a:endParaRPr>
            </a:p>
          </p:txBody>
        </p:sp>
        <p:sp>
          <p:nvSpPr>
            <p:cNvPr id="12" name="Rectangle 11">
              <a:extLst>
                <a:ext uri="{FF2B5EF4-FFF2-40B4-BE49-F238E27FC236}">
                  <a16:creationId xmlns:a16="http://schemas.microsoft.com/office/drawing/2014/main" id="{2913A078-3085-729C-3923-71143FCC5B03}"/>
                </a:ext>
              </a:extLst>
            </p:cNvPr>
            <p:cNvSpPr/>
            <p:nvPr/>
          </p:nvSpPr>
          <p:spPr>
            <a:xfrm>
              <a:off x="2398756" y="3183405"/>
              <a:ext cx="6905781" cy="123111"/>
            </a:xfrm>
            <a:prstGeom prst="rect">
              <a:avLst/>
            </a:prstGeom>
            <a:solidFill>
              <a:schemeClr val="accent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mj-lt"/>
                <a:ea typeface="+mn-ea"/>
                <a:cs typeface="+mn-cs"/>
              </a:endParaRPr>
            </a:p>
          </p:txBody>
        </p:sp>
        <p:sp>
          <p:nvSpPr>
            <p:cNvPr id="18" name="Rectangle 17">
              <a:extLst>
                <a:ext uri="{FF2B5EF4-FFF2-40B4-BE49-F238E27FC236}">
                  <a16:creationId xmlns:a16="http://schemas.microsoft.com/office/drawing/2014/main" id="{9C8E263C-AE8C-B4CD-AFB5-7EE824FCDEF0}"/>
                </a:ext>
              </a:extLst>
            </p:cNvPr>
            <p:cNvSpPr/>
            <p:nvPr/>
          </p:nvSpPr>
          <p:spPr>
            <a:xfrm>
              <a:off x="2398756" y="5106150"/>
              <a:ext cx="9179230" cy="123111"/>
            </a:xfrm>
            <a:prstGeom prst="rect">
              <a:avLst/>
            </a:prstGeom>
            <a:solidFill>
              <a:srgbClr val="FEB100"/>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mj-lt"/>
                <a:ea typeface="+mn-ea"/>
                <a:cs typeface="+mn-cs"/>
              </a:endParaRPr>
            </a:p>
          </p:txBody>
        </p:sp>
        <p:sp>
          <p:nvSpPr>
            <p:cNvPr id="19" name="Text Placeholder 5">
              <a:extLst>
                <a:ext uri="{FF2B5EF4-FFF2-40B4-BE49-F238E27FC236}">
                  <a16:creationId xmlns:a16="http://schemas.microsoft.com/office/drawing/2014/main" id="{E524DEE4-6D18-E194-B55E-D1E1F34D0433}"/>
                </a:ext>
              </a:extLst>
            </p:cNvPr>
            <p:cNvSpPr txBox="1">
              <a:spLocks/>
            </p:cNvSpPr>
            <p:nvPr/>
          </p:nvSpPr>
          <p:spPr>
            <a:xfrm>
              <a:off x="2398756" y="5531937"/>
              <a:ext cx="9179230"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latin typeface="+mj-lt"/>
                  <a:ea typeface="+mn-ea"/>
                  <a:cs typeface="+mn-cs"/>
                </a:rPr>
                <a:t>Sector name</a:t>
              </a:r>
            </a:p>
          </p:txBody>
        </p:sp>
        <p:sp>
          <p:nvSpPr>
            <p:cNvPr id="20" name="Content Placeholder 6">
              <a:extLst>
                <a:ext uri="{FF2B5EF4-FFF2-40B4-BE49-F238E27FC236}">
                  <a16:creationId xmlns:a16="http://schemas.microsoft.com/office/drawing/2014/main" id="{F5E0530D-A7F5-5B51-B967-402452D6C1CF}"/>
                </a:ext>
              </a:extLst>
            </p:cNvPr>
            <p:cNvSpPr txBox="1">
              <a:spLocks/>
            </p:cNvSpPr>
            <p:nvPr/>
          </p:nvSpPr>
          <p:spPr>
            <a:xfrm>
              <a:off x="550863" y="5839714"/>
              <a:ext cx="1559773" cy="501676"/>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endParaRPr kumimoji="0" lang="en-US" sz="1400" b="0" i="0" u="none" strike="noStrike" kern="1200" cap="none" spc="0" normalizeH="0" baseline="0" noProof="0" dirty="0">
                <a:ln>
                  <a:noFill/>
                </a:ln>
                <a:solidFill>
                  <a:srgbClr val="000000"/>
                </a:solidFill>
                <a:effectLst/>
                <a:uLnTx/>
                <a:uFillTx/>
                <a:ea typeface="+mn-ea"/>
                <a:cs typeface="+mn-cs"/>
              </a:endParaRPr>
            </a:p>
          </p:txBody>
        </p:sp>
        <p:sp>
          <p:nvSpPr>
            <p:cNvPr id="15" name="Rectangle 14">
              <a:extLst>
                <a:ext uri="{FF2B5EF4-FFF2-40B4-BE49-F238E27FC236}">
                  <a16:creationId xmlns:a16="http://schemas.microsoft.com/office/drawing/2014/main" id="{EE11C01F-AE27-06F1-1374-9EC027360B37}"/>
                </a:ext>
              </a:extLst>
            </p:cNvPr>
            <p:cNvSpPr/>
            <p:nvPr/>
          </p:nvSpPr>
          <p:spPr>
            <a:xfrm>
              <a:off x="2398757" y="4141646"/>
              <a:ext cx="5899736" cy="123111"/>
            </a:xfrm>
            <a:prstGeom prst="rect">
              <a:avLst/>
            </a:prstGeom>
            <a:solidFill>
              <a:schemeClr val="accent3"/>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mj-lt"/>
                <a:ea typeface="+mn-ea"/>
                <a:cs typeface="+mn-cs"/>
              </a:endParaRPr>
            </a:p>
          </p:txBody>
        </p:sp>
        <p:sp>
          <p:nvSpPr>
            <p:cNvPr id="21" name="Rectangle 20">
              <a:extLst>
                <a:ext uri="{FF2B5EF4-FFF2-40B4-BE49-F238E27FC236}">
                  <a16:creationId xmlns:a16="http://schemas.microsoft.com/office/drawing/2014/main" id="{CD5B11F1-6965-E044-3440-CCF8209BFB6D}"/>
                </a:ext>
              </a:extLst>
            </p:cNvPr>
            <p:cNvSpPr/>
            <p:nvPr/>
          </p:nvSpPr>
          <p:spPr>
            <a:xfrm>
              <a:off x="2398757" y="6064391"/>
              <a:ext cx="4438529" cy="123111"/>
            </a:xfrm>
            <a:prstGeom prst="rect">
              <a:avLst/>
            </a:prstGeom>
            <a:solidFill>
              <a:srgbClr val="FF816E"/>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mj-lt"/>
                <a:ea typeface="+mn-ea"/>
                <a:cs typeface="+mn-cs"/>
              </a:endParaRPr>
            </a:p>
          </p:txBody>
        </p:sp>
        <p:sp>
          <p:nvSpPr>
            <p:cNvPr id="8" name="Text Placeholder 5">
              <a:extLst>
                <a:ext uri="{FF2B5EF4-FFF2-40B4-BE49-F238E27FC236}">
                  <a16:creationId xmlns:a16="http://schemas.microsoft.com/office/drawing/2014/main" id="{EF039480-53A2-E67E-E842-4BDF5DE73591}"/>
                </a:ext>
              </a:extLst>
            </p:cNvPr>
            <p:cNvSpPr txBox="1">
              <a:spLocks/>
            </p:cNvSpPr>
            <p:nvPr/>
          </p:nvSpPr>
          <p:spPr>
            <a:xfrm>
              <a:off x="2398756" y="1682762"/>
              <a:ext cx="9179230"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latin typeface="+mj-lt"/>
                  <a:ea typeface="+mn-ea"/>
                  <a:cs typeface="+mn-cs"/>
                </a:rPr>
                <a:t>Sector name</a:t>
              </a:r>
            </a:p>
          </p:txBody>
        </p:sp>
        <p:sp>
          <p:nvSpPr>
            <p:cNvPr id="9" name="Content Placeholder 6">
              <a:extLst>
                <a:ext uri="{FF2B5EF4-FFF2-40B4-BE49-F238E27FC236}">
                  <a16:creationId xmlns:a16="http://schemas.microsoft.com/office/drawing/2014/main" id="{19A9F53D-FB92-DC2A-A705-11A628812E9D}"/>
                </a:ext>
              </a:extLst>
            </p:cNvPr>
            <p:cNvSpPr txBox="1">
              <a:spLocks/>
            </p:cNvSpPr>
            <p:nvPr/>
          </p:nvSpPr>
          <p:spPr>
            <a:xfrm>
              <a:off x="550863" y="1990539"/>
              <a:ext cx="1559773" cy="501676"/>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endParaRPr kumimoji="0" lang="en-US" sz="1400" b="0" i="0" u="none" strike="noStrike" kern="1200" cap="none" spc="0" normalizeH="0" baseline="0" noProof="0" dirty="0">
                <a:ln>
                  <a:noFill/>
                </a:ln>
                <a:solidFill>
                  <a:srgbClr val="000000"/>
                </a:solidFill>
                <a:effectLst/>
                <a:uLnTx/>
                <a:uFillTx/>
                <a:ea typeface="+mn-ea"/>
                <a:cs typeface="+mn-cs"/>
              </a:endParaRPr>
            </a:p>
          </p:txBody>
        </p:sp>
      </p:grpSp>
      <p:sp>
        <p:nvSpPr>
          <p:cNvPr id="31" name="Date Placeholder 30">
            <a:extLst>
              <a:ext uri="{FF2B5EF4-FFF2-40B4-BE49-F238E27FC236}">
                <a16:creationId xmlns:a16="http://schemas.microsoft.com/office/drawing/2014/main" id="{C43268C3-7A6D-7753-E091-D0213D00C923}"/>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2" name="Footer Placeholder 31">
            <a:extLst>
              <a:ext uri="{FF2B5EF4-FFF2-40B4-BE49-F238E27FC236}">
                <a16:creationId xmlns:a16="http://schemas.microsoft.com/office/drawing/2014/main" id="{FC4917CD-E169-5B9E-0FD9-CE050FD07E87}"/>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33" name="Slide Number Placeholder 32">
            <a:extLst>
              <a:ext uri="{FF2B5EF4-FFF2-40B4-BE49-F238E27FC236}">
                <a16:creationId xmlns:a16="http://schemas.microsoft.com/office/drawing/2014/main" id="{55CB6864-B3AE-886D-7292-5CD429C1DB17}"/>
              </a:ext>
            </a:extLst>
          </p:cNvPr>
          <p:cNvSpPr>
            <a:spLocks noGrp="1"/>
          </p:cNvSpPr>
          <p:nvPr>
            <p:ph type="sldNum" sz="quarter" idx="12"/>
          </p:nvPr>
        </p:nvSpPr>
        <p:spPr/>
        <p:txBody>
          <a:bodyPr/>
          <a:lstStyle/>
          <a:p>
            <a:pPr algn="r"/>
            <a:fld id="{5D9A5160-6218-4E5A-B9E6-B93E3DAE377C}" type="slidenum">
              <a:rPr lang="en-US" smtClean="0"/>
              <a:pPr algn="r"/>
              <a:t>54</a:t>
            </a:fld>
            <a:endParaRPr lang="en-US" dirty="0"/>
          </a:p>
        </p:txBody>
      </p:sp>
    </p:spTree>
    <p:extLst>
      <p:ext uri="{BB962C8B-B14F-4D97-AF65-F5344CB8AC3E}">
        <p14:creationId xmlns:p14="http://schemas.microsoft.com/office/powerpoint/2010/main" val="942965178"/>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Title 50">
            <a:extLst>
              <a:ext uri="{FF2B5EF4-FFF2-40B4-BE49-F238E27FC236}">
                <a16:creationId xmlns:a16="http://schemas.microsoft.com/office/drawing/2014/main" id="{6B24E04C-05EC-B4F6-A3DE-13196A02935F}"/>
              </a:ext>
            </a:extLst>
          </p:cNvPr>
          <p:cNvSpPr>
            <a:spLocks noGrp="1"/>
          </p:cNvSpPr>
          <p:nvPr>
            <p:ph type="title"/>
          </p:nvPr>
        </p:nvSpPr>
        <p:spPr>
          <a:xfrm>
            <a:off x="551384" y="549274"/>
            <a:ext cx="11090938" cy="930372"/>
          </a:xfrm>
        </p:spPr>
        <p:txBody>
          <a:bodyPr/>
          <a:lstStyle/>
          <a:p>
            <a:r>
              <a:rPr lang="en-US" dirty="0"/>
              <a:t>Chart design example </a:t>
            </a:r>
            <a:br>
              <a:rPr lang="en-US" dirty="0"/>
            </a:br>
            <a:r>
              <a:rPr lang="en-US" dirty="0"/>
              <a:t>Timeline</a:t>
            </a:r>
          </a:p>
        </p:txBody>
      </p:sp>
      <p:sp>
        <p:nvSpPr>
          <p:cNvPr id="13" name="Text Placeholder 12">
            <a:extLst>
              <a:ext uri="{FF2B5EF4-FFF2-40B4-BE49-F238E27FC236}">
                <a16:creationId xmlns:a16="http://schemas.microsoft.com/office/drawing/2014/main" id="{3697B94E-EF3F-4E78-D627-5D68D2C692A7}"/>
              </a:ext>
            </a:extLst>
          </p:cNvPr>
          <p:cNvSpPr>
            <a:spLocks noGrp="1"/>
          </p:cNvSpPr>
          <p:nvPr>
            <p:ph type="body" sz="quarter" idx="22"/>
          </p:nvPr>
        </p:nvSpPr>
        <p:spPr>
          <a:xfrm>
            <a:off x="550863" y="1633538"/>
            <a:ext cx="11090275" cy="307975"/>
          </a:xfrm>
        </p:spPr>
        <p:txBody>
          <a:bodyPr/>
          <a:lstStyle/>
          <a:p>
            <a:r>
              <a:rPr lang="en-US" dirty="0"/>
              <a:t>Subtitle</a:t>
            </a:r>
          </a:p>
        </p:txBody>
      </p:sp>
      <p:sp>
        <p:nvSpPr>
          <p:cNvPr id="19" name="Rectangle 18">
            <a:extLst>
              <a:ext uri="{FF2B5EF4-FFF2-40B4-BE49-F238E27FC236}">
                <a16:creationId xmlns:a16="http://schemas.microsoft.com/office/drawing/2014/main" id="{18F4B400-A275-9096-57DE-9D6922A1FB08}"/>
              </a:ext>
              <a:ext uri="{C183D7F6-B498-43B3-948B-1728B52AA6E4}">
                <adec:decorative xmlns:adec="http://schemas.microsoft.com/office/drawing/2017/decorative" val="1"/>
              </a:ext>
            </a:extLst>
          </p:cNvPr>
          <p:cNvSpPr/>
          <p:nvPr/>
        </p:nvSpPr>
        <p:spPr>
          <a:xfrm>
            <a:off x="0" y="5139531"/>
            <a:ext cx="12192000" cy="220662"/>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Ubuntu"/>
              <a:ea typeface="+mn-ea"/>
              <a:cs typeface="+mn-cs"/>
            </a:endParaRPr>
          </a:p>
        </p:txBody>
      </p:sp>
      <p:sp>
        <p:nvSpPr>
          <p:cNvPr id="20" name="Espace réservé du texte 3">
            <a:extLst>
              <a:ext uri="{FF2B5EF4-FFF2-40B4-BE49-F238E27FC236}">
                <a16:creationId xmlns:a16="http://schemas.microsoft.com/office/drawing/2014/main" id="{A27EA589-9492-9170-6CA5-14492225D5E7}"/>
              </a:ext>
            </a:extLst>
          </p:cNvPr>
          <p:cNvSpPr txBox="1">
            <a:spLocks/>
          </p:cNvSpPr>
          <p:nvPr/>
        </p:nvSpPr>
        <p:spPr>
          <a:xfrm>
            <a:off x="1027386" y="3123406"/>
            <a:ext cx="2591703" cy="1512888"/>
          </a:xfrm>
          <a:prstGeom prst="rect">
            <a:avLst/>
          </a:prstGeom>
        </p:spPr>
        <p:txBody>
          <a:bodyPr lIns="180000"/>
          <a:lstStyle>
            <a:lvl1pPr marL="0" indent="0" algn="l" defTabSz="914400" rtl="0" eaLnBrk="1" latinLnBrk="0" hangingPunct="1">
              <a:lnSpc>
                <a:spcPct val="100000"/>
              </a:lnSpc>
              <a:spcBef>
                <a:spcPts val="600"/>
              </a:spcBef>
              <a:buFont typeface="Arial" panose="020B0604020202020204" pitchFamily="34" charset="0"/>
              <a:buNone/>
              <a:defRPr sz="20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chemeClr val="accent3"/>
                </a:solidFill>
                <a:effectLst/>
                <a:uLnTx/>
                <a:uFillTx/>
                <a:latin typeface="+mj-lt"/>
                <a:ea typeface="+mn-ea"/>
                <a:cs typeface="+mn-cs"/>
              </a:rPr>
              <a:t>Lorem ipsum dolor. </a:t>
            </a:r>
          </a:p>
          <a:p>
            <a:pPr marL="975" marR="0" lvl="1" indent="0" algn="l" defTabSz="914400" rtl="0" eaLnBrk="1" fontAlgn="auto" latinLnBrk="0" hangingPunct="1">
              <a:lnSpc>
                <a:spcPct val="100000"/>
              </a:lnSpc>
              <a:spcBef>
                <a:spcPts val="600"/>
              </a:spcBef>
              <a:spcAft>
                <a:spcPts val="0"/>
              </a:spcAft>
              <a:buClr>
                <a:srgbClr val="121A38"/>
              </a:buClr>
              <a:buSzTx/>
              <a:buFont typeface="Wingdings" panose="05000000000000000000" pitchFamily="2" charset="2"/>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a:t>
            </a:r>
          </a:p>
        </p:txBody>
      </p:sp>
      <p:cxnSp>
        <p:nvCxnSpPr>
          <p:cNvPr id="29" name="Straight Connector 28">
            <a:extLst>
              <a:ext uri="{FF2B5EF4-FFF2-40B4-BE49-F238E27FC236}">
                <a16:creationId xmlns:a16="http://schemas.microsoft.com/office/drawing/2014/main" id="{CA6C453F-CE1E-94DB-C366-C27EB657A32C}"/>
              </a:ext>
              <a:ext uri="{C183D7F6-B498-43B3-948B-1728B52AA6E4}">
                <adec:decorative xmlns:adec="http://schemas.microsoft.com/office/drawing/2017/decorative" val="1"/>
              </a:ext>
            </a:extLst>
          </p:cNvPr>
          <p:cNvCxnSpPr/>
          <p:nvPr/>
        </p:nvCxnSpPr>
        <p:spPr>
          <a:xfrm flipV="1">
            <a:off x="1027386" y="3123405"/>
            <a:ext cx="0" cy="2016125"/>
          </a:xfrm>
          <a:prstGeom prst="line">
            <a:avLst/>
          </a:prstGeom>
          <a:noFill/>
          <a:ln w="38100" cap="flat" cmpd="sng" algn="ctr">
            <a:solidFill>
              <a:schemeClr val="accent3"/>
            </a:solidFill>
            <a:prstDash val="solid"/>
            <a:miter lim="800000"/>
          </a:ln>
          <a:effectLst/>
        </p:spPr>
      </p:cxnSp>
      <p:sp>
        <p:nvSpPr>
          <p:cNvPr id="30" name="Espace réservé du texte 3">
            <a:extLst>
              <a:ext uri="{FF2B5EF4-FFF2-40B4-BE49-F238E27FC236}">
                <a16:creationId xmlns:a16="http://schemas.microsoft.com/office/drawing/2014/main" id="{147B763F-6E70-1BA5-9042-237C624C61B4}"/>
              </a:ext>
            </a:extLst>
          </p:cNvPr>
          <p:cNvSpPr txBox="1">
            <a:spLocks/>
          </p:cNvSpPr>
          <p:nvPr/>
        </p:nvSpPr>
        <p:spPr>
          <a:xfrm>
            <a:off x="550862" y="3123406"/>
            <a:ext cx="476525" cy="413080"/>
          </a:xfrm>
          <a:prstGeom prst="rect">
            <a:avLst/>
          </a:prstGeom>
        </p:spPr>
        <p:txBody>
          <a:bodyPr rIns="180000" anchor="ctr"/>
          <a:lstStyle>
            <a:lvl1pPr marL="0" indent="0" algn="l" defTabSz="914400" rtl="0" eaLnBrk="1" latinLnBrk="0" hangingPunct="1">
              <a:lnSpc>
                <a:spcPct val="100000"/>
              </a:lnSpc>
              <a:spcBef>
                <a:spcPts val="600"/>
              </a:spcBef>
              <a:buFont typeface="Arial" panose="020B0604020202020204" pitchFamily="34" charset="0"/>
              <a:buNone/>
              <a:defRPr sz="20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i="0" u="none" strike="noStrike" kern="1200" cap="none" spc="0" normalizeH="0" baseline="0" noProof="0" dirty="0">
                <a:ln>
                  <a:noFill/>
                </a:ln>
                <a:solidFill>
                  <a:schemeClr val="accent3"/>
                </a:solidFill>
                <a:effectLst/>
                <a:uLnTx/>
                <a:uFillTx/>
                <a:latin typeface="+mj-lt"/>
                <a:ea typeface="+mn-ea"/>
                <a:cs typeface="+mn-cs"/>
              </a:rPr>
              <a:t>1</a:t>
            </a:r>
          </a:p>
        </p:txBody>
      </p:sp>
      <p:sp>
        <p:nvSpPr>
          <p:cNvPr id="31" name="Espace réservé du texte 3">
            <a:extLst>
              <a:ext uri="{FF2B5EF4-FFF2-40B4-BE49-F238E27FC236}">
                <a16:creationId xmlns:a16="http://schemas.microsoft.com/office/drawing/2014/main" id="{6196837E-3CA8-70CF-6FEE-425680FD9C33}"/>
              </a:ext>
            </a:extLst>
          </p:cNvPr>
          <p:cNvSpPr txBox="1">
            <a:spLocks/>
          </p:cNvSpPr>
          <p:nvPr/>
        </p:nvSpPr>
        <p:spPr>
          <a:xfrm>
            <a:off x="4941100" y="3123406"/>
            <a:ext cx="2591703" cy="1512888"/>
          </a:xfrm>
          <a:prstGeom prst="rect">
            <a:avLst/>
          </a:prstGeom>
        </p:spPr>
        <p:txBody>
          <a:bodyPr lIns="180000"/>
          <a:lstStyle>
            <a:lvl1pPr marL="0" indent="0" algn="l" defTabSz="914400" rtl="0" eaLnBrk="1" latinLnBrk="0" hangingPunct="1">
              <a:lnSpc>
                <a:spcPct val="100000"/>
              </a:lnSpc>
              <a:spcBef>
                <a:spcPts val="600"/>
              </a:spcBef>
              <a:buFont typeface="Arial" panose="020B0604020202020204" pitchFamily="34" charset="0"/>
              <a:buNone/>
              <a:defRPr sz="20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chemeClr val="tx2"/>
                </a:solidFill>
                <a:effectLst/>
                <a:uLnTx/>
                <a:uFillTx/>
                <a:latin typeface="+mj-lt"/>
                <a:ea typeface="+mn-ea"/>
                <a:cs typeface="+mn-cs"/>
              </a:rPr>
              <a:t>Lorem ipsum dolor. </a:t>
            </a:r>
          </a:p>
          <a:p>
            <a:pPr marL="975" marR="0" lvl="1" indent="0" algn="l" defTabSz="914400" rtl="0" eaLnBrk="1" fontAlgn="auto" latinLnBrk="0" hangingPunct="1">
              <a:lnSpc>
                <a:spcPct val="100000"/>
              </a:lnSpc>
              <a:spcBef>
                <a:spcPts val="600"/>
              </a:spcBef>
              <a:spcAft>
                <a:spcPts val="0"/>
              </a:spcAft>
              <a:buClr>
                <a:srgbClr val="121A38"/>
              </a:buClr>
              <a:buSzTx/>
              <a:buFont typeface="Wingdings" panose="05000000000000000000" pitchFamily="2" charset="2"/>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a:t>
            </a:r>
          </a:p>
        </p:txBody>
      </p:sp>
      <p:cxnSp>
        <p:nvCxnSpPr>
          <p:cNvPr id="32" name="Straight Connector 31">
            <a:extLst>
              <a:ext uri="{FF2B5EF4-FFF2-40B4-BE49-F238E27FC236}">
                <a16:creationId xmlns:a16="http://schemas.microsoft.com/office/drawing/2014/main" id="{70A72BB6-40AB-52CB-1EDB-751E8587CFA3}"/>
              </a:ext>
              <a:ext uri="{C183D7F6-B498-43B3-948B-1728B52AA6E4}">
                <adec:decorative xmlns:adec="http://schemas.microsoft.com/office/drawing/2017/decorative" val="1"/>
              </a:ext>
            </a:extLst>
          </p:cNvPr>
          <p:cNvCxnSpPr/>
          <p:nvPr/>
        </p:nvCxnSpPr>
        <p:spPr>
          <a:xfrm flipV="1">
            <a:off x="4941101" y="3123406"/>
            <a:ext cx="0" cy="2016125"/>
          </a:xfrm>
          <a:prstGeom prst="line">
            <a:avLst/>
          </a:prstGeom>
          <a:noFill/>
          <a:ln w="38100" cap="flat" cmpd="sng" algn="ctr">
            <a:solidFill>
              <a:schemeClr val="tx2"/>
            </a:solidFill>
            <a:prstDash val="solid"/>
            <a:miter lim="800000"/>
          </a:ln>
          <a:effectLst/>
        </p:spPr>
      </p:cxnSp>
      <p:sp>
        <p:nvSpPr>
          <p:cNvPr id="33" name="Espace réservé du texte 3">
            <a:extLst>
              <a:ext uri="{FF2B5EF4-FFF2-40B4-BE49-F238E27FC236}">
                <a16:creationId xmlns:a16="http://schemas.microsoft.com/office/drawing/2014/main" id="{E9656A75-6B1C-FBE5-D0D4-3075EF573E06}"/>
              </a:ext>
            </a:extLst>
          </p:cNvPr>
          <p:cNvSpPr txBox="1">
            <a:spLocks/>
          </p:cNvSpPr>
          <p:nvPr/>
        </p:nvSpPr>
        <p:spPr>
          <a:xfrm>
            <a:off x="4464576" y="3123406"/>
            <a:ext cx="476525" cy="413080"/>
          </a:xfrm>
          <a:prstGeom prst="rect">
            <a:avLst/>
          </a:prstGeom>
        </p:spPr>
        <p:txBody>
          <a:bodyPr rIns="180000" anchor="ctr"/>
          <a:lstStyle>
            <a:lvl1pPr marL="0" indent="0" algn="l" defTabSz="914400" rtl="0" eaLnBrk="1" latinLnBrk="0" hangingPunct="1">
              <a:lnSpc>
                <a:spcPct val="100000"/>
              </a:lnSpc>
              <a:spcBef>
                <a:spcPts val="600"/>
              </a:spcBef>
              <a:buFont typeface="Arial" panose="020B0604020202020204" pitchFamily="34" charset="0"/>
              <a:buNone/>
              <a:defRPr sz="20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chemeClr val="tx2"/>
                </a:solidFill>
                <a:effectLst/>
                <a:uLnTx/>
                <a:uFillTx/>
                <a:latin typeface="+mj-lt"/>
                <a:ea typeface="+mn-ea"/>
                <a:cs typeface="+mn-cs"/>
              </a:rPr>
              <a:t>2</a:t>
            </a:r>
          </a:p>
        </p:txBody>
      </p:sp>
      <p:sp>
        <p:nvSpPr>
          <p:cNvPr id="34" name="Espace réservé du texte 3">
            <a:extLst>
              <a:ext uri="{FF2B5EF4-FFF2-40B4-BE49-F238E27FC236}">
                <a16:creationId xmlns:a16="http://schemas.microsoft.com/office/drawing/2014/main" id="{591E027A-755A-2EB8-7BD8-A65ADD6FD42E}"/>
              </a:ext>
            </a:extLst>
          </p:cNvPr>
          <p:cNvSpPr txBox="1">
            <a:spLocks/>
          </p:cNvSpPr>
          <p:nvPr/>
        </p:nvSpPr>
        <p:spPr>
          <a:xfrm>
            <a:off x="8872150" y="3123406"/>
            <a:ext cx="2591703" cy="1512888"/>
          </a:xfrm>
          <a:prstGeom prst="rect">
            <a:avLst/>
          </a:prstGeom>
        </p:spPr>
        <p:txBody>
          <a:bodyPr lIns="180000"/>
          <a:lstStyle>
            <a:lvl1pPr marL="0" indent="0" algn="l" defTabSz="914400" rtl="0" eaLnBrk="1" latinLnBrk="0" hangingPunct="1">
              <a:lnSpc>
                <a:spcPct val="100000"/>
              </a:lnSpc>
              <a:spcBef>
                <a:spcPts val="600"/>
              </a:spcBef>
              <a:buFont typeface="Arial" panose="020B0604020202020204" pitchFamily="34" charset="0"/>
              <a:buNone/>
              <a:defRPr sz="20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1ABAEF"/>
                </a:solidFill>
                <a:effectLst/>
                <a:uLnTx/>
                <a:uFillTx/>
                <a:latin typeface="+mj-lt"/>
                <a:ea typeface="+mn-ea"/>
                <a:cs typeface="+mn-cs"/>
              </a:rPr>
              <a:t>Lorem ipsum dolor. </a:t>
            </a:r>
          </a:p>
          <a:p>
            <a:pPr marL="975" marR="0" lvl="1" indent="0" algn="l" defTabSz="914400" rtl="0" eaLnBrk="1" fontAlgn="auto" latinLnBrk="0" hangingPunct="1">
              <a:lnSpc>
                <a:spcPct val="100000"/>
              </a:lnSpc>
              <a:spcBef>
                <a:spcPts val="600"/>
              </a:spcBef>
              <a:spcAft>
                <a:spcPts val="0"/>
              </a:spcAft>
              <a:buClr>
                <a:srgbClr val="121A38"/>
              </a:buClr>
              <a:buSzTx/>
              <a:buFont typeface="Wingdings" panose="05000000000000000000" pitchFamily="2" charset="2"/>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a:t>
            </a:r>
          </a:p>
        </p:txBody>
      </p:sp>
      <p:cxnSp>
        <p:nvCxnSpPr>
          <p:cNvPr id="35" name="Straight Connector 34">
            <a:extLst>
              <a:ext uri="{FF2B5EF4-FFF2-40B4-BE49-F238E27FC236}">
                <a16:creationId xmlns:a16="http://schemas.microsoft.com/office/drawing/2014/main" id="{0A3C7C12-2CD9-E0C1-7AF9-7605D04A3233}"/>
              </a:ext>
              <a:ext uri="{C183D7F6-B498-43B3-948B-1728B52AA6E4}">
                <adec:decorative xmlns:adec="http://schemas.microsoft.com/office/drawing/2017/decorative" val="1"/>
              </a:ext>
            </a:extLst>
          </p:cNvPr>
          <p:cNvCxnSpPr/>
          <p:nvPr/>
        </p:nvCxnSpPr>
        <p:spPr>
          <a:xfrm flipV="1">
            <a:off x="8872151" y="3123406"/>
            <a:ext cx="0" cy="2016125"/>
          </a:xfrm>
          <a:prstGeom prst="line">
            <a:avLst/>
          </a:prstGeom>
          <a:noFill/>
          <a:ln w="38100" cap="flat" cmpd="sng" algn="ctr">
            <a:solidFill>
              <a:srgbClr val="1ABAEF"/>
            </a:solidFill>
            <a:prstDash val="solid"/>
            <a:miter lim="800000"/>
          </a:ln>
          <a:effectLst/>
        </p:spPr>
      </p:cxnSp>
      <p:sp>
        <p:nvSpPr>
          <p:cNvPr id="36" name="Espace réservé du texte 3">
            <a:extLst>
              <a:ext uri="{FF2B5EF4-FFF2-40B4-BE49-F238E27FC236}">
                <a16:creationId xmlns:a16="http://schemas.microsoft.com/office/drawing/2014/main" id="{E23EE2D2-CFE9-A6ED-F93E-5BE01DAE8954}"/>
              </a:ext>
            </a:extLst>
          </p:cNvPr>
          <p:cNvSpPr txBox="1">
            <a:spLocks/>
          </p:cNvSpPr>
          <p:nvPr/>
        </p:nvSpPr>
        <p:spPr>
          <a:xfrm>
            <a:off x="8395626" y="3123406"/>
            <a:ext cx="476525" cy="413080"/>
          </a:xfrm>
          <a:prstGeom prst="rect">
            <a:avLst/>
          </a:prstGeom>
        </p:spPr>
        <p:txBody>
          <a:bodyPr rIns="180000" anchor="ctr"/>
          <a:lstStyle>
            <a:lvl1pPr marL="0" indent="0" algn="l" defTabSz="914400" rtl="0" eaLnBrk="1" latinLnBrk="0" hangingPunct="1">
              <a:lnSpc>
                <a:spcPct val="100000"/>
              </a:lnSpc>
              <a:spcBef>
                <a:spcPts val="600"/>
              </a:spcBef>
              <a:buFont typeface="Arial" panose="020B0604020202020204" pitchFamily="34" charset="0"/>
              <a:buNone/>
              <a:defRPr sz="20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1ABAEF"/>
                </a:solidFill>
                <a:effectLst/>
                <a:uLnTx/>
                <a:uFillTx/>
                <a:latin typeface="+mj-lt"/>
                <a:ea typeface="+mn-ea"/>
                <a:cs typeface="+mn-cs"/>
              </a:rPr>
              <a:t>3</a:t>
            </a:r>
          </a:p>
        </p:txBody>
      </p:sp>
      <p:sp>
        <p:nvSpPr>
          <p:cNvPr id="17" name="Date Placeholder 16">
            <a:extLst>
              <a:ext uri="{FF2B5EF4-FFF2-40B4-BE49-F238E27FC236}">
                <a16:creationId xmlns:a16="http://schemas.microsoft.com/office/drawing/2014/main" id="{83147CF6-4564-A38D-6A26-499E5FE2BFCE}"/>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8" name="Footer Placeholder 17">
            <a:extLst>
              <a:ext uri="{FF2B5EF4-FFF2-40B4-BE49-F238E27FC236}">
                <a16:creationId xmlns:a16="http://schemas.microsoft.com/office/drawing/2014/main" id="{43720DE0-BCB3-F9F1-110F-D08ACC24FDA8}"/>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21" name="Slide Number Placeholder 20">
            <a:extLst>
              <a:ext uri="{FF2B5EF4-FFF2-40B4-BE49-F238E27FC236}">
                <a16:creationId xmlns:a16="http://schemas.microsoft.com/office/drawing/2014/main" id="{7FCD2856-27DE-74BB-1DB7-BC0094D7F34E}"/>
              </a:ext>
            </a:extLst>
          </p:cNvPr>
          <p:cNvSpPr>
            <a:spLocks noGrp="1"/>
          </p:cNvSpPr>
          <p:nvPr>
            <p:ph type="sldNum" sz="quarter" idx="30"/>
          </p:nvPr>
        </p:nvSpPr>
        <p:spPr/>
        <p:txBody>
          <a:bodyPr/>
          <a:lstStyle/>
          <a:p>
            <a:pPr algn="r"/>
            <a:fld id="{5D9A5160-6218-4E5A-B9E6-B93E3DAE377C}" type="slidenum">
              <a:rPr lang="en-US" smtClean="0"/>
              <a:pPr algn="r"/>
              <a:t>55</a:t>
            </a:fld>
            <a:endParaRPr lang="en-US" dirty="0"/>
          </a:p>
        </p:txBody>
      </p:sp>
    </p:spTree>
    <p:extLst>
      <p:ext uri="{BB962C8B-B14F-4D97-AF65-F5344CB8AC3E}">
        <p14:creationId xmlns:p14="http://schemas.microsoft.com/office/powerpoint/2010/main" val="188853903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ichtungspfeil 10">
            <a:extLst>
              <a:ext uri="{FF2B5EF4-FFF2-40B4-BE49-F238E27FC236}">
                <a16:creationId xmlns:a16="http://schemas.microsoft.com/office/drawing/2014/main" id="{ADB5A01D-A86D-CF0C-C61F-A252FA076A78}"/>
              </a:ext>
              <a:ext uri="{C183D7F6-B498-43B3-948B-1728B52AA6E4}">
                <adec:decorative xmlns:adec="http://schemas.microsoft.com/office/drawing/2017/decorative" val="1"/>
              </a:ext>
            </a:extLst>
          </p:cNvPr>
          <p:cNvSpPr/>
          <p:nvPr/>
        </p:nvSpPr>
        <p:spPr bwMode="gray">
          <a:xfrm>
            <a:off x="-1" y="0"/>
            <a:ext cx="8389452" cy="6858000"/>
          </a:xfrm>
          <a:prstGeom prst="homePlate">
            <a:avLst>
              <a:gd name="adj" fmla="val 14854"/>
            </a:avLst>
          </a:prstGeom>
          <a:solidFill>
            <a:schemeClr val="tx2"/>
          </a:solidFill>
          <a:ln w="38100">
            <a:noFill/>
            <a:round/>
            <a:headEnd/>
            <a:tailEnd/>
          </a:ln>
          <a:effectLst/>
        </p:spPr>
        <p:txBody>
          <a:bodyPr lIns="108000" tIns="72000" rIns="108000" bIns="7200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solidFill>
                <a:srgbClr val="FFFFFF"/>
              </a:solidFill>
              <a:effectLst/>
              <a:uLnTx/>
              <a:uFillTx/>
              <a:latin typeface="Ubuntu"/>
              <a:ea typeface="+mn-ea"/>
              <a:cs typeface="+mn-cs"/>
            </a:endParaRPr>
          </a:p>
        </p:txBody>
      </p:sp>
      <p:sp>
        <p:nvSpPr>
          <p:cNvPr id="2" name="Titre 1">
            <a:extLst>
              <a:ext uri="{FF2B5EF4-FFF2-40B4-BE49-F238E27FC236}">
                <a16:creationId xmlns:a16="http://schemas.microsoft.com/office/drawing/2014/main" id="{E2962E48-32D1-B1FC-3682-6BE02EFE9BD2}"/>
              </a:ext>
            </a:extLst>
          </p:cNvPr>
          <p:cNvSpPr>
            <a:spLocks noGrp="1"/>
          </p:cNvSpPr>
          <p:nvPr>
            <p:ph type="title"/>
          </p:nvPr>
        </p:nvSpPr>
        <p:spPr>
          <a:xfrm>
            <a:off x="551384" y="549274"/>
            <a:ext cx="11090938" cy="930372"/>
          </a:xfrm>
        </p:spPr>
        <p:txBody>
          <a:bodyPr/>
          <a:lstStyle/>
          <a:p>
            <a:r>
              <a:rPr lang="en-US" dirty="0">
                <a:solidFill>
                  <a:schemeClr val="bg1"/>
                </a:solidFill>
              </a:rPr>
              <a:t>Timeline 3</a:t>
            </a:r>
            <a:br>
              <a:rPr lang="en-US" dirty="0">
                <a:solidFill>
                  <a:schemeClr val="bg1"/>
                </a:solidFill>
              </a:rPr>
            </a:br>
            <a:endParaRPr lang="en-US" dirty="0">
              <a:solidFill>
                <a:schemeClr val="bg1"/>
              </a:solidFill>
            </a:endParaRPr>
          </a:p>
        </p:txBody>
      </p:sp>
      <p:cxnSp>
        <p:nvCxnSpPr>
          <p:cNvPr id="24" name="Straight Connector 21">
            <a:extLst>
              <a:ext uri="{FF2B5EF4-FFF2-40B4-BE49-F238E27FC236}">
                <a16:creationId xmlns:a16="http://schemas.microsoft.com/office/drawing/2014/main" id="{EC0B21E9-183F-D5B8-8845-4B4BC86453A7}"/>
              </a:ext>
              <a:ext uri="{C183D7F6-B498-43B3-948B-1728B52AA6E4}">
                <adec:decorative xmlns:adec="http://schemas.microsoft.com/office/drawing/2017/decorative" val="1"/>
              </a:ext>
            </a:extLst>
          </p:cNvPr>
          <p:cNvCxnSpPr>
            <a:cxnSpLocks/>
            <a:stCxn id="27" idx="6"/>
          </p:cNvCxnSpPr>
          <p:nvPr/>
        </p:nvCxnSpPr>
        <p:spPr>
          <a:xfrm>
            <a:off x="1396189" y="3429000"/>
            <a:ext cx="10795811" cy="0"/>
          </a:xfrm>
          <a:prstGeom prst="line">
            <a:avLst/>
          </a:prstGeom>
          <a:ln w="28575">
            <a:solidFill>
              <a:schemeClr val="accent2"/>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Oval 37">
            <a:extLst>
              <a:ext uri="{FF2B5EF4-FFF2-40B4-BE49-F238E27FC236}">
                <a16:creationId xmlns:a16="http://schemas.microsoft.com/office/drawing/2014/main" id="{DE124A82-5769-FFA0-80DD-1CBF4EEE8C6E}"/>
              </a:ext>
            </a:extLst>
          </p:cNvPr>
          <p:cNvSpPr/>
          <p:nvPr/>
        </p:nvSpPr>
        <p:spPr>
          <a:xfrm>
            <a:off x="550863" y="3015041"/>
            <a:ext cx="845326" cy="827918"/>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6F6F6"/>
                </a:solidFill>
                <a:effectLst/>
                <a:uLnTx/>
                <a:uFillTx/>
                <a:ea typeface="+mn-ea"/>
                <a:cs typeface="+mn-cs"/>
              </a:rPr>
              <a:t>1</a:t>
            </a:r>
          </a:p>
        </p:txBody>
      </p:sp>
      <p:sp>
        <p:nvSpPr>
          <p:cNvPr id="6" name="TextBox 5">
            <a:extLst>
              <a:ext uri="{FF2B5EF4-FFF2-40B4-BE49-F238E27FC236}">
                <a16:creationId xmlns:a16="http://schemas.microsoft.com/office/drawing/2014/main" id="{856E0E10-442B-0096-13B4-8A0A4ED65237}"/>
              </a:ext>
            </a:extLst>
          </p:cNvPr>
          <p:cNvSpPr txBox="1"/>
          <p:nvPr/>
        </p:nvSpPr>
        <p:spPr>
          <a:xfrm>
            <a:off x="550862" y="1688952"/>
            <a:ext cx="2475055" cy="910122"/>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ea typeface="+mn-ea"/>
                <a:cs typeface="+mn-cs"/>
              </a:rPr>
              <a:t>15.06.2019</a:t>
            </a:r>
            <a:br>
              <a:rPr kumimoji="0" lang="en-US" sz="1400" b="0" i="0" u="none" strike="noStrike" kern="1200" cap="none" spc="0" normalizeH="0" baseline="0" noProof="0" dirty="0">
                <a:ln>
                  <a:noFill/>
                </a:ln>
                <a:solidFill>
                  <a:srgbClr val="FFFFFF"/>
                </a:solidFill>
                <a:effectLst/>
                <a:uLnTx/>
                <a:uFillTx/>
                <a:ea typeface="+mn-ea"/>
                <a:cs typeface="+mn-cs"/>
              </a:rPr>
            </a:br>
            <a:r>
              <a:rPr kumimoji="0" lang="en-US" sz="1400" b="1" i="0" u="none" strike="noStrike" kern="1200" cap="none" spc="0" normalizeH="0" baseline="0" noProof="0" dirty="0">
                <a:ln>
                  <a:noFill/>
                </a:ln>
                <a:solidFill>
                  <a:srgbClr val="1DB6F3"/>
                </a:solidFill>
                <a:effectLst/>
                <a:uLnTx/>
                <a:uFillTx/>
                <a:ea typeface="+mn-ea"/>
                <a:cs typeface="+mn-cs"/>
              </a:rPr>
              <a:t>Event type</a:t>
            </a:r>
            <a:endParaRPr kumimoji="0" lang="en-US" sz="400" b="0" i="0" u="none" strike="noStrike" kern="1200" cap="none" spc="0" normalizeH="0" baseline="0" noProof="0" dirty="0">
              <a:ln>
                <a:noFill/>
              </a:ln>
              <a:solidFill>
                <a:srgbClr val="1DB6F3"/>
              </a:solidFill>
              <a:effectLst/>
              <a:uLnTx/>
              <a:uFillTx/>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First milestone</a:t>
            </a:r>
          </a:p>
        </p:txBody>
      </p:sp>
      <p:sp>
        <p:nvSpPr>
          <p:cNvPr id="7" name="TextBox 6">
            <a:extLst>
              <a:ext uri="{FF2B5EF4-FFF2-40B4-BE49-F238E27FC236}">
                <a16:creationId xmlns:a16="http://schemas.microsoft.com/office/drawing/2014/main" id="{3A31A6E0-3591-7E63-BFD7-CE9DC400E4BD}"/>
              </a:ext>
            </a:extLst>
          </p:cNvPr>
          <p:cNvSpPr txBox="1"/>
          <p:nvPr/>
        </p:nvSpPr>
        <p:spPr>
          <a:xfrm>
            <a:off x="550862" y="4085530"/>
            <a:ext cx="2475055" cy="1938992"/>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Lorem ipsum dolor sit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amet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consectetuer</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adipiscing</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elit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Aenean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commodo</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ligula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eget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dolor. Aenean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massa</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b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b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Cum sociis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natoque</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penatibus</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et</a:t>
            </a:r>
            <a:b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b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magnis</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Curabitur</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ullamcorper</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ultricies</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nisi. Nam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eget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dui.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Etiam</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rhoncus</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Maecenas tempus,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tellus</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eget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rhoncus</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sem</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quam</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semper libero, sit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amet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a:t>
            </a:r>
            <a:endParaRPr kumimoji="0" lang="en-US" sz="1867" b="0" i="0" u="none" strike="noStrike" kern="1200" cap="none" spc="0" normalizeH="0" baseline="0" noProof="0" dirty="0">
              <a:ln>
                <a:noFill/>
              </a:ln>
              <a:solidFill>
                <a:srgbClr val="FFFFFF"/>
              </a:solidFill>
              <a:effectLst/>
              <a:uLnTx/>
              <a:uFillTx/>
              <a:ea typeface="Roboto Light" panose="02000000000000000000" pitchFamily="2" charset="0"/>
              <a:cs typeface="+mn-cs"/>
            </a:endParaRPr>
          </a:p>
        </p:txBody>
      </p:sp>
      <p:sp>
        <p:nvSpPr>
          <p:cNvPr id="14" name="Oval 37">
            <a:extLst>
              <a:ext uri="{FF2B5EF4-FFF2-40B4-BE49-F238E27FC236}">
                <a16:creationId xmlns:a16="http://schemas.microsoft.com/office/drawing/2014/main" id="{FA85C9D2-3EF1-A8C3-9C87-8B33BEFC1D55}"/>
              </a:ext>
            </a:extLst>
          </p:cNvPr>
          <p:cNvSpPr/>
          <p:nvPr/>
        </p:nvSpPr>
        <p:spPr>
          <a:xfrm>
            <a:off x="3165909" y="3015041"/>
            <a:ext cx="845326" cy="827918"/>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6F6F6"/>
                </a:solidFill>
                <a:effectLst/>
                <a:uLnTx/>
                <a:uFillTx/>
                <a:ea typeface="+mn-ea"/>
                <a:cs typeface="+mn-cs"/>
              </a:rPr>
              <a:t>2</a:t>
            </a:r>
          </a:p>
        </p:txBody>
      </p:sp>
      <p:sp>
        <p:nvSpPr>
          <p:cNvPr id="15" name="TextBox 14">
            <a:extLst>
              <a:ext uri="{FF2B5EF4-FFF2-40B4-BE49-F238E27FC236}">
                <a16:creationId xmlns:a16="http://schemas.microsoft.com/office/drawing/2014/main" id="{D3D2ED09-A5D6-7AE2-6926-E5CC13363172}"/>
              </a:ext>
            </a:extLst>
          </p:cNvPr>
          <p:cNvSpPr txBox="1"/>
          <p:nvPr/>
        </p:nvSpPr>
        <p:spPr>
          <a:xfrm>
            <a:off x="3165908" y="1688952"/>
            <a:ext cx="2475055" cy="910122"/>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ea typeface="+mn-ea"/>
                <a:cs typeface="+mn-cs"/>
              </a:rPr>
              <a:t>15.06.2020</a:t>
            </a:r>
            <a:br>
              <a:rPr kumimoji="0" lang="en-US" sz="1400" b="0" i="0" u="none" strike="noStrike" kern="1200" cap="none" spc="0" normalizeH="0" baseline="0" noProof="0" dirty="0">
                <a:ln>
                  <a:noFill/>
                </a:ln>
                <a:solidFill>
                  <a:srgbClr val="FFFFFF"/>
                </a:solidFill>
                <a:effectLst/>
                <a:uLnTx/>
                <a:uFillTx/>
                <a:ea typeface="+mn-ea"/>
                <a:cs typeface="+mn-cs"/>
              </a:rPr>
            </a:br>
            <a:r>
              <a:rPr kumimoji="0" lang="en-US" sz="1400" b="1" i="0" u="none" strike="noStrike" kern="1200" cap="none" spc="0" normalizeH="0" baseline="0" noProof="0" dirty="0">
                <a:ln>
                  <a:noFill/>
                </a:ln>
                <a:solidFill>
                  <a:srgbClr val="1DB6F3"/>
                </a:solidFill>
                <a:effectLst/>
                <a:uLnTx/>
                <a:uFillTx/>
                <a:ea typeface="+mn-ea"/>
                <a:cs typeface="+mn-cs"/>
              </a:rPr>
              <a:t>Event type</a:t>
            </a:r>
            <a:endParaRPr kumimoji="0" lang="en-US" sz="400" b="0" i="0" u="none" strike="noStrike" kern="1200" cap="none" spc="0" normalizeH="0" baseline="0" noProof="0" dirty="0">
              <a:ln>
                <a:noFill/>
              </a:ln>
              <a:solidFill>
                <a:srgbClr val="1DB6F3"/>
              </a:solidFill>
              <a:effectLst/>
              <a:uLnTx/>
              <a:uFillTx/>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Second milestone</a:t>
            </a:r>
          </a:p>
        </p:txBody>
      </p:sp>
      <p:sp>
        <p:nvSpPr>
          <p:cNvPr id="16" name="TextBox 15">
            <a:extLst>
              <a:ext uri="{FF2B5EF4-FFF2-40B4-BE49-F238E27FC236}">
                <a16:creationId xmlns:a16="http://schemas.microsoft.com/office/drawing/2014/main" id="{3EE48E5B-59E1-A701-CA8E-63A82754B16F}"/>
              </a:ext>
            </a:extLst>
          </p:cNvPr>
          <p:cNvSpPr txBox="1"/>
          <p:nvPr/>
        </p:nvSpPr>
        <p:spPr>
          <a:xfrm>
            <a:off x="3165909" y="4085530"/>
            <a:ext cx="2475054" cy="1941173"/>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Lorem ipsum dolor sit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amet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consectetuer</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adipiscing</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elit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Aenean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commodo</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ligula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eget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dolor. Aenean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massa</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b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b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Cum sociis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natoque</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penatibus</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et</a:t>
            </a:r>
            <a:b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b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magnis</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Curabitur</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ullamcorper</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ultricies</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nisi. Nam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eget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dui.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Etiam</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rhoncus</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Maecenas tempus,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tellus</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eget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rhoncus</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sem</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quam</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semper libero, sit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amet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a:t>
            </a:r>
            <a:endParaRPr kumimoji="0" lang="en-US" sz="1867" b="0" i="0" u="none" strike="noStrike" kern="1200" cap="none" spc="0" normalizeH="0" baseline="0" noProof="0" dirty="0">
              <a:ln>
                <a:noFill/>
              </a:ln>
              <a:solidFill>
                <a:srgbClr val="FFFFFF"/>
              </a:solidFill>
              <a:effectLst/>
              <a:uLnTx/>
              <a:uFillTx/>
              <a:ea typeface="Roboto Light" panose="02000000000000000000" pitchFamily="2" charset="0"/>
              <a:cs typeface="+mn-cs"/>
            </a:endParaRPr>
          </a:p>
        </p:txBody>
      </p:sp>
      <p:sp>
        <p:nvSpPr>
          <p:cNvPr id="17" name="Oval 37">
            <a:extLst>
              <a:ext uri="{FF2B5EF4-FFF2-40B4-BE49-F238E27FC236}">
                <a16:creationId xmlns:a16="http://schemas.microsoft.com/office/drawing/2014/main" id="{5F307551-B18E-3E45-AB2B-523646C32E04}"/>
              </a:ext>
            </a:extLst>
          </p:cNvPr>
          <p:cNvSpPr/>
          <p:nvPr/>
        </p:nvSpPr>
        <p:spPr>
          <a:xfrm>
            <a:off x="5779686" y="3015041"/>
            <a:ext cx="845326" cy="827918"/>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6F6F6"/>
                </a:solidFill>
                <a:effectLst/>
                <a:uLnTx/>
                <a:uFillTx/>
                <a:ea typeface="+mn-ea"/>
                <a:cs typeface="+mn-cs"/>
              </a:rPr>
              <a:t>3</a:t>
            </a:r>
          </a:p>
        </p:txBody>
      </p:sp>
      <p:sp>
        <p:nvSpPr>
          <p:cNvPr id="18" name="TextBox 17">
            <a:extLst>
              <a:ext uri="{FF2B5EF4-FFF2-40B4-BE49-F238E27FC236}">
                <a16:creationId xmlns:a16="http://schemas.microsoft.com/office/drawing/2014/main" id="{072D2EB7-5895-C47E-F420-68093468359C}"/>
              </a:ext>
            </a:extLst>
          </p:cNvPr>
          <p:cNvSpPr txBox="1"/>
          <p:nvPr/>
        </p:nvSpPr>
        <p:spPr>
          <a:xfrm>
            <a:off x="5779685" y="1688952"/>
            <a:ext cx="2609766" cy="910122"/>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ea typeface="+mn-ea"/>
                <a:cs typeface="+mn-cs"/>
              </a:rPr>
              <a:t>15.06.2021</a:t>
            </a:r>
            <a:br>
              <a:rPr kumimoji="0" lang="en-US" sz="1400" b="0" i="0" u="none" strike="noStrike" kern="1200" cap="none" spc="0" normalizeH="0" baseline="0" noProof="0" dirty="0">
                <a:ln>
                  <a:noFill/>
                </a:ln>
                <a:solidFill>
                  <a:srgbClr val="FFFFFF"/>
                </a:solidFill>
                <a:effectLst/>
                <a:uLnTx/>
                <a:uFillTx/>
                <a:ea typeface="+mn-ea"/>
                <a:cs typeface="+mn-cs"/>
              </a:rPr>
            </a:br>
            <a:r>
              <a:rPr kumimoji="0" lang="en-US" sz="1400" b="1" i="0" u="none" strike="noStrike" kern="1200" cap="none" spc="0" normalizeH="0" baseline="0" noProof="0" dirty="0">
                <a:ln>
                  <a:noFill/>
                </a:ln>
                <a:solidFill>
                  <a:srgbClr val="1DB6F3"/>
                </a:solidFill>
                <a:effectLst/>
                <a:uLnTx/>
                <a:uFillTx/>
                <a:ea typeface="+mn-ea"/>
                <a:cs typeface="+mn-cs"/>
              </a:rPr>
              <a:t>Event type</a:t>
            </a:r>
            <a:endParaRPr kumimoji="0" lang="en-US" sz="400" b="0" i="0" u="none" strike="noStrike" kern="1200" cap="none" spc="0" normalizeH="0" baseline="0" noProof="0" dirty="0">
              <a:ln>
                <a:noFill/>
              </a:ln>
              <a:solidFill>
                <a:srgbClr val="1DB6F3"/>
              </a:solidFill>
              <a:effectLst/>
              <a:uLnTx/>
              <a:uFillTx/>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Third milestone</a:t>
            </a:r>
          </a:p>
        </p:txBody>
      </p:sp>
      <p:sp>
        <p:nvSpPr>
          <p:cNvPr id="19" name="TextBox 18">
            <a:extLst>
              <a:ext uri="{FF2B5EF4-FFF2-40B4-BE49-F238E27FC236}">
                <a16:creationId xmlns:a16="http://schemas.microsoft.com/office/drawing/2014/main" id="{AF19BE5A-6879-5E97-65BD-75496794EFEE}"/>
              </a:ext>
            </a:extLst>
          </p:cNvPr>
          <p:cNvSpPr txBox="1"/>
          <p:nvPr/>
        </p:nvSpPr>
        <p:spPr>
          <a:xfrm>
            <a:off x="5779686" y="4085530"/>
            <a:ext cx="1808968" cy="1017844"/>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Lorem ipsum dolor sit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amet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consectetuer</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adipiscing</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elit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Aenean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commodo</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ligula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eget</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dolor. Aenean </a:t>
            </a:r>
            <a:r>
              <a:rPr kumimoji="0" lang="en-US" sz="1200" b="0" i="0" u="none" strike="noStrike" kern="1200" cap="none" spc="0" normalizeH="0" baseline="0" noProof="0" dirty="0" err="1">
                <a:ln>
                  <a:noFill/>
                </a:ln>
                <a:solidFill>
                  <a:srgbClr val="FFFFFF"/>
                </a:solidFill>
                <a:effectLst/>
                <a:uLnTx/>
                <a:uFillTx/>
                <a:ea typeface="Roboto Light" panose="02000000000000000000" pitchFamily="2" charset="0"/>
                <a:cs typeface="+mn-cs"/>
              </a:rPr>
              <a:t>massa</a:t>
            </a:r>
            <a:r>
              <a:rPr kumimoji="0" lang="en-US" sz="1200" b="0" i="0" u="none" strike="noStrike" kern="1200" cap="none" spc="0" normalizeH="0" baseline="0" noProof="0" dirty="0">
                <a:ln>
                  <a:noFill/>
                </a:ln>
                <a:solidFill>
                  <a:srgbClr val="FFFFFF"/>
                </a:solidFill>
                <a:effectLst/>
                <a:uLnTx/>
                <a:uFillTx/>
                <a:ea typeface="Roboto Light" panose="02000000000000000000" pitchFamily="2" charset="0"/>
                <a:cs typeface="+mn-cs"/>
              </a:rPr>
              <a:t>. </a:t>
            </a:r>
            <a:endParaRPr kumimoji="0" lang="en-US" sz="1867" b="0" i="0" u="none" strike="noStrike" kern="1200" cap="none" spc="0" normalizeH="0" baseline="0" noProof="0" dirty="0">
              <a:ln>
                <a:noFill/>
              </a:ln>
              <a:solidFill>
                <a:srgbClr val="FFFFFF"/>
              </a:solidFill>
              <a:effectLst/>
              <a:uLnTx/>
              <a:uFillTx/>
              <a:ea typeface="Roboto Light" panose="02000000000000000000" pitchFamily="2" charset="0"/>
              <a:cs typeface="+mn-cs"/>
            </a:endParaRPr>
          </a:p>
        </p:txBody>
      </p:sp>
      <p:sp>
        <p:nvSpPr>
          <p:cNvPr id="41" name="Oval 37">
            <a:extLst>
              <a:ext uri="{FF2B5EF4-FFF2-40B4-BE49-F238E27FC236}">
                <a16:creationId xmlns:a16="http://schemas.microsoft.com/office/drawing/2014/main" id="{91C927B5-E462-A8A0-5B53-E50D049BF9AE}"/>
              </a:ext>
            </a:extLst>
          </p:cNvPr>
          <p:cNvSpPr/>
          <p:nvPr/>
        </p:nvSpPr>
        <p:spPr>
          <a:xfrm>
            <a:off x="8600055" y="3015041"/>
            <a:ext cx="845326" cy="827918"/>
          </a:xfrm>
          <a:prstGeom prst="ellipse">
            <a:avLst/>
          </a:prstGeom>
          <a:solidFill>
            <a:schemeClr val="bg1"/>
          </a:solidFill>
          <a:ln w="349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ea typeface="+mn-ea"/>
                <a:cs typeface="+mn-cs"/>
              </a:rPr>
              <a:t>4</a:t>
            </a:r>
          </a:p>
        </p:txBody>
      </p:sp>
      <p:sp>
        <p:nvSpPr>
          <p:cNvPr id="42" name="TextBox 41">
            <a:extLst>
              <a:ext uri="{FF2B5EF4-FFF2-40B4-BE49-F238E27FC236}">
                <a16:creationId xmlns:a16="http://schemas.microsoft.com/office/drawing/2014/main" id="{F85DEB2F-17FF-B9A7-223C-1CA3926F85B4}"/>
              </a:ext>
            </a:extLst>
          </p:cNvPr>
          <p:cNvSpPr txBox="1"/>
          <p:nvPr/>
        </p:nvSpPr>
        <p:spPr>
          <a:xfrm>
            <a:off x="8600054" y="1688952"/>
            <a:ext cx="2759946" cy="1217899"/>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mn-cs"/>
              </a:rPr>
              <a:t>15.06.2026</a:t>
            </a:r>
            <a:br>
              <a:rPr kumimoji="0" lang="en-US" sz="1400" b="0" i="0" u="none" strike="noStrike" kern="1200" cap="none" spc="0" normalizeH="0" baseline="0" noProof="0" dirty="0">
                <a:ln>
                  <a:noFill/>
                </a:ln>
                <a:solidFill>
                  <a:srgbClr val="000000"/>
                </a:solidFill>
                <a:effectLst/>
                <a:uLnTx/>
                <a:uFillTx/>
                <a:ea typeface="+mn-ea"/>
                <a:cs typeface="+mn-cs"/>
              </a:rPr>
            </a:br>
            <a:r>
              <a:rPr kumimoji="0" lang="en-US" sz="1400" b="1" i="0" u="none" strike="noStrike" kern="1200" cap="none" spc="0" normalizeH="0" baseline="0" noProof="0" dirty="0">
                <a:ln>
                  <a:noFill/>
                </a:ln>
                <a:solidFill>
                  <a:srgbClr val="1DB6F3"/>
                </a:solidFill>
                <a:effectLst/>
                <a:uLnTx/>
                <a:uFillTx/>
                <a:ea typeface="+mn-ea"/>
                <a:cs typeface="+mn-cs"/>
              </a:rPr>
              <a:t>Event type</a:t>
            </a:r>
            <a:endParaRPr kumimoji="0" lang="en-US" sz="400" b="0" i="0" u="none" strike="noStrike" kern="1200" cap="none" spc="0" normalizeH="0" baseline="0" noProof="0" dirty="0">
              <a:ln>
                <a:noFill/>
              </a:ln>
              <a:solidFill>
                <a:srgbClr val="1DB6F3"/>
              </a:solidFill>
              <a:effectLst/>
              <a:uLnTx/>
              <a:uFillTx/>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ea typeface="+mn-ea"/>
                <a:cs typeface="+mn-cs"/>
              </a:rPr>
              <a:t>Future or featured  milestone</a:t>
            </a:r>
          </a:p>
        </p:txBody>
      </p:sp>
      <p:sp>
        <p:nvSpPr>
          <p:cNvPr id="43" name="TextBox 42">
            <a:extLst>
              <a:ext uri="{FF2B5EF4-FFF2-40B4-BE49-F238E27FC236}">
                <a16:creationId xmlns:a16="http://schemas.microsoft.com/office/drawing/2014/main" id="{F243B687-D868-2CB2-20BD-5848E19B9086}"/>
              </a:ext>
            </a:extLst>
          </p:cNvPr>
          <p:cNvSpPr txBox="1"/>
          <p:nvPr/>
        </p:nvSpPr>
        <p:spPr>
          <a:xfrm>
            <a:off x="8600054" y="4085530"/>
            <a:ext cx="2759946" cy="2177135"/>
          </a:xfrm>
          <a:prstGeom prst="rect">
            <a:avLst/>
          </a:prstGeom>
          <a:noFill/>
        </p:spPr>
        <p:txBody>
          <a:bodyPr wrap="square" lIns="0" tIns="46800" rIns="90000" bIns="46800" rtlCol="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Lorem ipsum dolor sit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amet</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consectetuer</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adipiscing</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elit</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Aenean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commodo</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ligula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eget</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dolor. Aenean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penatibus</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et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massa</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b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br>
            <a:endPar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endParaRP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Cum sociis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natoque</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penatibus</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et</a:t>
            </a:r>
            <a:b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b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magnis</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Curabitur</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ullamcorper</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ultricies</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nisi. Nam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eget</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dui.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Etiam</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rhoncus</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Maecenas tempus,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tellus</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eget</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rhoncus</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sem</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quam</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semper libero, sit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amet</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tellus</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srgbClr val="000000"/>
                </a:solidFill>
                <a:effectLst/>
                <a:uLnTx/>
                <a:uFillTx/>
                <a:ea typeface="Roboto Light" panose="02000000000000000000" pitchFamily="2" charset="0"/>
                <a:cs typeface="+mn-cs"/>
              </a:rPr>
              <a:t>eget</a:t>
            </a:r>
            <a:r>
              <a:rPr kumimoji="0" lang="en-US" sz="1200" b="0" i="0" u="none" strike="noStrike" kern="1200" cap="none" spc="0" normalizeH="0" baseline="0" noProof="0" dirty="0">
                <a:ln>
                  <a:noFill/>
                </a:ln>
                <a:solidFill>
                  <a:srgbClr val="000000"/>
                </a:solidFill>
                <a:effectLst/>
                <a:uLnTx/>
                <a:uFillTx/>
                <a:ea typeface="Roboto Light" panose="02000000000000000000" pitchFamily="2" charset="0"/>
                <a:cs typeface="+mn-cs"/>
              </a:rPr>
              <a:t>.</a:t>
            </a:r>
            <a:endParaRPr kumimoji="0" lang="en-US" sz="1867" b="0" i="0" u="none" strike="noStrike" kern="1200" cap="none" spc="0" normalizeH="0" baseline="0" noProof="0" dirty="0">
              <a:ln>
                <a:noFill/>
              </a:ln>
              <a:solidFill>
                <a:srgbClr val="000000"/>
              </a:solidFill>
              <a:effectLst/>
              <a:uLnTx/>
              <a:uFillTx/>
              <a:ea typeface="Roboto Light" panose="02000000000000000000" pitchFamily="2" charset="0"/>
              <a:cs typeface="+mn-cs"/>
            </a:endParaRPr>
          </a:p>
        </p:txBody>
      </p:sp>
      <p:sp>
        <p:nvSpPr>
          <p:cNvPr id="26" name="Date Placeholder 25">
            <a:extLst>
              <a:ext uri="{FF2B5EF4-FFF2-40B4-BE49-F238E27FC236}">
                <a16:creationId xmlns:a16="http://schemas.microsoft.com/office/drawing/2014/main" id="{1B1F4506-537A-CC70-8781-66FF096C4DED}"/>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8" name="Footer Placeholder 27">
            <a:extLst>
              <a:ext uri="{FF2B5EF4-FFF2-40B4-BE49-F238E27FC236}">
                <a16:creationId xmlns:a16="http://schemas.microsoft.com/office/drawing/2014/main" id="{57FEBBFA-C4A3-B23C-E45B-284EA9FC24CB}"/>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9" name="Slide Number Placeholder 28">
            <a:extLst>
              <a:ext uri="{FF2B5EF4-FFF2-40B4-BE49-F238E27FC236}">
                <a16:creationId xmlns:a16="http://schemas.microsoft.com/office/drawing/2014/main" id="{2F0DE183-A766-708B-57F7-E4A1E983A8BA}"/>
              </a:ext>
            </a:extLst>
          </p:cNvPr>
          <p:cNvSpPr>
            <a:spLocks noGrp="1"/>
          </p:cNvSpPr>
          <p:nvPr>
            <p:ph type="sldNum" sz="quarter" idx="12"/>
          </p:nvPr>
        </p:nvSpPr>
        <p:spPr/>
        <p:txBody>
          <a:bodyPr/>
          <a:lstStyle/>
          <a:p>
            <a:pPr algn="r"/>
            <a:fld id="{5D9A5160-6218-4E5A-B9E6-B93E3DAE377C}" type="slidenum">
              <a:rPr lang="en-US" smtClean="0"/>
              <a:pPr algn="r"/>
              <a:t>56</a:t>
            </a:fld>
            <a:endParaRPr lang="en-US" dirty="0"/>
          </a:p>
        </p:txBody>
      </p:sp>
    </p:spTree>
    <p:extLst>
      <p:ext uri="{BB962C8B-B14F-4D97-AF65-F5344CB8AC3E}">
        <p14:creationId xmlns:p14="http://schemas.microsoft.com/office/powerpoint/2010/main" val="239400013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6E59DE-E6C2-D856-B5C3-6AA53109BF3F}"/>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52E5FFAA-C3B5-8382-E072-769727844A36}"/>
              </a:ext>
            </a:extLst>
          </p:cNvPr>
          <p:cNvSpPr>
            <a:spLocks noGrp="1"/>
          </p:cNvSpPr>
          <p:nvPr>
            <p:ph type="title"/>
          </p:nvPr>
        </p:nvSpPr>
        <p:spPr>
          <a:xfrm>
            <a:off x="551384" y="549274"/>
            <a:ext cx="11090938" cy="930372"/>
          </a:xfrm>
        </p:spPr>
        <p:txBody>
          <a:bodyPr/>
          <a:lstStyle/>
          <a:p>
            <a:r>
              <a:rPr lang="en-US" dirty="0"/>
              <a:t>Categories 2</a:t>
            </a:r>
            <a:br>
              <a:rPr lang="en-US" dirty="0"/>
            </a:br>
            <a:endParaRPr lang="en-US" dirty="0"/>
          </a:p>
        </p:txBody>
      </p:sp>
      <p:cxnSp>
        <p:nvCxnSpPr>
          <p:cNvPr id="36" name="Straight Connector 35">
            <a:extLst>
              <a:ext uri="{FF2B5EF4-FFF2-40B4-BE49-F238E27FC236}">
                <a16:creationId xmlns:a16="http://schemas.microsoft.com/office/drawing/2014/main" id="{2A6BC357-4EC5-6CDE-A72D-EDDFD626B601}"/>
              </a:ext>
              <a:ext uri="{C183D7F6-B498-43B3-948B-1728B52AA6E4}">
                <adec:decorative xmlns:adec="http://schemas.microsoft.com/office/drawing/2017/decorative" val="1"/>
              </a:ext>
            </a:extLst>
          </p:cNvPr>
          <p:cNvCxnSpPr>
            <a:cxnSpLocks/>
          </p:cNvCxnSpPr>
          <p:nvPr/>
        </p:nvCxnSpPr>
        <p:spPr>
          <a:xfrm>
            <a:off x="550864" y="4681620"/>
            <a:ext cx="5108293"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7" name="Text Placeholder 3">
            <a:extLst>
              <a:ext uri="{FF2B5EF4-FFF2-40B4-BE49-F238E27FC236}">
                <a16:creationId xmlns:a16="http://schemas.microsoft.com/office/drawing/2014/main" id="{073094F2-1FC0-CA39-3FA9-F4A2C18DE55A}"/>
              </a:ext>
            </a:extLst>
          </p:cNvPr>
          <p:cNvSpPr txBox="1">
            <a:spLocks/>
          </p:cNvSpPr>
          <p:nvPr/>
        </p:nvSpPr>
        <p:spPr>
          <a:xfrm>
            <a:off x="550863" y="2301341"/>
            <a:ext cx="5108869" cy="307777"/>
          </a:xfrm>
          <a:prstGeom prst="rect">
            <a:avLst/>
          </a:prstGeom>
        </p:spPr>
        <p:txBody>
          <a:bodyPr vert="horz" wrap="square" lIns="0" tIns="0" rIns="0" bIns="0" rtlCol="0" anchor="t">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latin typeface="+mj-lt"/>
                <a:ea typeface="+mn-ea"/>
                <a:cs typeface="+mn-cs"/>
              </a:rPr>
              <a:t>Heading Text</a:t>
            </a:r>
          </a:p>
        </p:txBody>
      </p:sp>
      <p:sp>
        <p:nvSpPr>
          <p:cNvPr id="38" name="Content Placeholder 5">
            <a:extLst>
              <a:ext uri="{FF2B5EF4-FFF2-40B4-BE49-F238E27FC236}">
                <a16:creationId xmlns:a16="http://schemas.microsoft.com/office/drawing/2014/main" id="{B96FD70D-E722-EA7C-9B98-92D8D62B6E35}"/>
              </a:ext>
            </a:extLst>
          </p:cNvPr>
          <p:cNvSpPr txBox="1">
            <a:spLocks/>
          </p:cNvSpPr>
          <p:nvPr/>
        </p:nvSpPr>
        <p:spPr>
          <a:xfrm>
            <a:off x="550863" y="2940051"/>
            <a:ext cx="5108294" cy="987914"/>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mn-cs"/>
              </a:rPr>
              <a:t>Aenean </a:t>
            </a:r>
            <a:r>
              <a:rPr kumimoji="0" lang="en-US" sz="1400" b="0" i="0" u="none" strike="noStrike" kern="1200" cap="none" spc="0" normalizeH="0" baseline="0" noProof="0" dirty="0" err="1">
                <a:ln>
                  <a:noFill/>
                </a:ln>
                <a:solidFill>
                  <a:srgbClr val="000000"/>
                </a:solidFill>
                <a:effectLst/>
                <a:uLnTx/>
                <a:uFillTx/>
                <a:ea typeface="+mn-ea"/>
                <a:cs typeface="+mn-cs"/>
              </a:rPr>
              <a:t>vulputate</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eleifend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tellus</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metus</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varius</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laoreet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Quisque</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rutrum</a:t>
            </a:r>
            <a:r>
              <a:rPr kumimoji="0" lang="en-US" sz="1400" b="0" i="0" u="none" strike="noStrike" kern="1200" cap="none" spc="0" normalizeH="0" baseline="0" noProof="0" dirty="0">
                <a:ln>
                  <a:noFill/>
                </a:ln>
                <a:solidFill>
                  <a:srgbClr val="000000"/>
                </a:solidFill>
                <a:effectLst/>
                <a:uLnTx/>
                <a:uFillTx/>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ea typeface="+mn-ea"/>
                <a:cs typeface="+mn-cs"/>
              </a:rPr>
              <a:t>Aenean </a:t>
            </a:r>
            <a:r>
              <a:rPr kumimoji="0" lang="en-US" sz="1400" b="0" i="0" u="none" strike="noStrike" kern="1200" cap="none" spc="0" normalizeH="0" baseline="0" noProof="0" dirty="0" err="1">
                <a:ln>
                  <a:noFill/>
                </a:ln>
                <a:solidFill>
                  <a:srgbClr val="000000"/>
                </a:solidFill>
                <a:effectLst/>
                <a:uLnTx/>
                <a:uFillTx/>
                <a:ea typeface="+mn-ea"/>
                <a:cs typeface="+mn-cs"/>
              </a:rPr>
              <a:t>imperdiet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Etiam</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ultricies</a:t>
            </a:r>
            <a:r>
              <a:rPr kumimoji="0" lang="en-US" sz="1400" b="0" i="0" u="none" strike="noStrike" kern="1200" cap="none" spc="0" normalizeH="0" baseline="0" noProof="0" dirty="0">
                <a:ln>
                  <a:noFill/>
                </a:ln>
                <a:solidFill>
                  <a:srgbClr val="000000"/>
                </a:solidFill>
                <a:effectLst/>
                <a:uLnTx/>
                <a:uFillTx/>
                <a:ea typeface="+mn-ea"/>
                <a:cs typeface="+mn-cs"/>
              </a:rPr>
              <a:t> nisi vel </a:t>
            </a:r>
            <a:r>
              <a:rPr kumimoji="0" lang="en-US" sz="1400" b="0" i="0" u="none" strike="noStrike" kern="1200" cap="none" spc="0" normalizeH="0" baseline="0" noProof="0" dirty="0" err="1">
                <a:ln>
                  <a:noFill/>
                </a:ln>
                <a:solidFill>
                  <a:srgbClr val="000000"/>
                </a:solidFill>
                <a:effectLst/>
                <a:uLnTx/>
                <a:uFillTx/>
                <a:ea typeface="+mn-ea"/>
                <a:cs typeface="+mn-cs"/>
              </a:rPr>
              <a:t>augue</a:t>
            </a:r>
            <a:r>
              <a:rPr kumimoji="0" lang="en-US" sz="1400" b="0" i="0" u="none" strike="noStrike" kern="1200" cap="none" spc="0" normalizeH="0" baseline="0" noProof="0" dirty="0">
                <a:ln>
                  <a:noFill/>
                </a:ln>
                <a:solidFill>
                  <a:srgbClr val="000000"/>
                </a:solidFill>
                <a:effectLst/>
                <a:uLnTx/>
                <a:uFillTx/>
                <a:ea typeface="+mn-ea"/>
                <a:cs typeface="+mn-cs"/>
              </a:rPr>
              <a:t>.</a:t>
            </a:r>
          </a:p>
        </p:txBody>
      </p:sp>
      <p:cxnSp>
        <p:nvCxnSpPr>
          <p:cNvPr id="41" name="Straight Connector 40">
            <a:extLst>
              <a:ext uri="{FF2B5EF4-FFF2-40B4-BE49-F238E27FC236}">
                <a16:creationId xmlns:a16="http://schemas.microsoft.com/office/drawing/2014/main" id="{2BCC62A5-6F39-C51F-E204-74AD3A0FACF2}"/>
              </a:ext>
              <a:ext uri="{C183D7F6-B498-43B3-948B-1728B52AA6E4}">
                <adec:decorative xmlns:adec="http://schemas.microsoft.com/office/drawing/2017/decorative" val="1"/>
              </a:ext>
            </a:extLst>
          </p:cNvPr>
          <p:cNvCxnSpPr>
            <a:cxnSpLocks/>
          </p:cNvCxnSpPr>
          <p:nvPr/>
        </p:nvCxnSpPr>
        <p:spPr>
          <a:xfrm>
            <a:off x="550864" y="2765645"/>
            <a:ext cx="5108293"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1411EE2-5BE0-B3A0-1149-5558FEEEEC70}"/>
              </a:ext>
              <a:ext uri="{C183D7F6-B498-43B3-948B-1728B52AA6E4}">
                <adec:decorative xmlns:adec="http://schemas.microsoft.com/office/drawing/2017/decorative" val="1"/>
              </a:ext>
            </a:extLst>
          </p:cNvPr>
          <p:cNvCxnSpPr>
            <a:cxnSpLocks/>
          </p:cNvCxnSpPr>
          <p:nvPr/>
        </p:nvCxnSpPr>
        <p:spPr>
          <a:xfrm>
            <a:off x="6096000" y="2765645"/>
            <a:ext cx="5544616"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2A3FE5E0-F0AC-8CB8-99AD-9B1A884A67CF}"/>
              </a:ext>
              <a:ext uri="{C183D7F6-B498-43B3-948B-1728B52AA6E4}">
                <adec:decorative xmlns:adec="http://schemas.microsoft.com/office/drawing/2017/decorative" val="1"/>
              </a:ext>
            </a:extLst>
          </p:cNvPr>
          <p:cNvCxnSpPr>
            <a:cxnSpLocks/>
          </p:cNvCxnSpPr>
          <p:nvPr/>
        </p:nvCxnSpPr>
        <p:spPr>
          <a:xfrm>
            <a:off x="6096000" y="4671906"/>
            <a:ext cx="5544616"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46" name="Content Placeholder 7">
            <a:extLst>
              <a:ext uri="{FF2B5EF4-FFF2-40B4-BE49-F238E27FC236}">
                <a16:creationId xmlns:a16="http://schemas.microsoft.com/office/drawing/2014/main" id="{51749355-41D2-2928-9A82-7829EAA04659}"/>
              </a:ext>
            </a:extLst>
          </p:cNvPr>
          <p:cNvSpPr txBox="1">
            <a:spLocks/>
          </p:cNvSpPr>
          <p:nvPr/>
        </p:nvSpPr>
        <p:spPr>
          <a:xfrm>
            <a:off x="6096000" y="2921258"/>
            <a:ext cx="5108294" cy="987908"/>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mn-cs"/>
              </a:rPr>
              <a:t>Aenean </a:t>
            </a:r>
            <a:r>
              <a:rPr kumimoji="0" lang="en-US" sz="1400" b="0" i="0" u="none" strike="noStrike" kern="1200" cap="none" spc="0" normalizeH="0" baseline="0" noProof="0" dirty="0" err="1">
                <a:ln>
                  <a:noFill/>
                </a:ln>
                <a:solidFill>
                  <a:srgbClr val="000000"/>
                </a:solidFill>
                <a:effectLst/>
                <a:uLnTx/>
                <a:uFillTx/>
                <a:ea typeface="+mn-ea"/>
                <a:cs typeface="+mn-cs"/>
              </a:rPr>
              <a:t>vulputate</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eleifend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tellus</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metus</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varius</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laoreet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Quisque</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rutrum</a:t>
            </a:r>
            <a:r>
              <a:rPr kumimoji="0" lang="en-US" sz="1400" b="0" i="0" u="none" strike="noStrike" kern="1200" cap="none" spc="0" normalizeH="0" baseline="0" noProof="0" dirty="0">
                <a:ln>
                  <a:noFill/>
                </a:ln>
                <a:solidFill>
                  <a:srgbClr val="000000"/>
                </a:solidFill>
                <a:effectLst/>
                <a:uLnTx/>
                <a:uFillTx/>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ea typeface="+mn-ea"/>
                <a:cs typeface="+mn-cs"/>
              </a:rPr>
              <a:t>Aenean </a:t>
            </a:r>
            <a:r>
              <a:rPr kumimoji="0" lang="en-US" sz="1400" b="0" i="0" u="none" strike="noStrike" kern="1200" cap="none" spc="0" normalizeH="0" baseline="0" noProof="0" dirty="0" err="1">
                <a:ln>
                  <a:noFill/>
                </a:ln>
                <a:solidFill>
                  <a:srgbClr val="000000"/>
                </a:solidFill>
                <a:effectLst/>
                <a:uLnTx/>
                <a:uFillTx/>
                <a:ea typeface="+mn-ea"/>
                <a:cs typeface="+mn-cs"/>
              </a:rPr>
              <a:t>imperdiet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Etiam</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ultricies</a:t>
            </a:r>
            <a:r>
              <a:rPr kumimoji="0" lang="en-US" sz="1400" b="0" i="0" u="none" strike="noStrike" kern="1200" cap="none" spc="0" normalizeH="0" baseline="0" noProof="0" dirty="0">
                <a:ln>
                  <a:noFill/>
                </a:ln>
                <a:solidFill>
                  <a:srgbClr val="000000"/>
                </a:solidFill>
                <a:effectLst/>
                <a:uLnTx/>
                <a:uFillTx/>
                <a:ea typeface="+mn-ea"/>
                <a:cs typeface="+mn-cs"/>
              </a:rPr>
              <a:t> nisi vel </a:t>
            </a:r>
            <a:r>
              <a:rPr kumimoji="0" lang="en-US" sz="1400" b="0" i="0" u="none" strike="noStrike" kern="1200" cap="none" spc="0" normalizeH="0" baseline="0" noProof="0" dirty="0" err="1">
                <a:ln>
                  <a:noFill/>
                </a:ln>
                <a:solidFill>
                  <a:srgbClr val="000000"/>
                </a:solidFill>
                <a:effectLst/>
                <a:uLnTx/>
                <a:uFillTx/>
                <a:ea typeface="+mn-ea"/>
                <a:cs typeface="+mn-cs"/>
              </a:rPr>
              <a:t>augue</a:t>
            </a:r>
            <a:r>
              <a:rPr kumimoji="0" lang="en-US" sz="1400" b="0" i="0" u="none" strike="noStrike" kern="1200" cap="none" spc="0" normalizeH="0" baseline="0" noProof="0" dirty="0">
                <a:ln>
                  <a:noFill/>
                </a:ln>
                <a:solidFill>
                  <a:srgbClr val="000000"/>
                </a:solidFill>
                <a:effectLst/>
                <a:uLnTx/>
                <a:uFillTx/>
                <a:ea typeface="+mn-ea"/>
                <a:cs typeface="+mn-cs"/>
              </a:rPr>
              <a:t>.</a:t>
            </a: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000000"/>
              </a:solidFill>
              <a:effectLst/>
              <a:uLnTx/>
              <a:uFillTx/>
              <a:ea typeface="+mn-ea"/>
              <a:cs typeface="+mn-cs"/>
            </a:endParaRPr>
          </a:p>
        </p:txBody>
      </p:sp>
      <p:sp>
        <p:nvSpPr>
          <p:cNvPr id="49" name="Text Placeholder 3">
            <a:extLst>
              <a:ext uri="{FF2B5EF4-FFF2-40B4-BE49-F238E27FC236}">
                <a16:creationId xmlns:a16="http://schemas.microsoft.com/office/drawing/2014/main" id="{55F57271-3277-7A44-9A0F-572C3E94E2D2}"/>
              </a:ext>
            </a:extLst>
          </p:cNvPr>
          <p:cNvSpPr txBox="1">
            <a:spLocks/>
          </p:cNvSpPr>
          <p:nvPr/>
        </p:nvSpPr>
        <p:spPr>
          <a:xfrm>
            <a:off x="6117474" y="2301341"/>
            <a:ext cx="5108869" cy="307777"/>
          </a:xfrm>
          <a:prstGeom prst="rect">
            <a:avLst/>
          </a:prstGeom>
        </p:spPr>
        <p:txBody>
          <a:bodyPr vert="horz" wrap="square" lIns="0" tIns="0" rIns="0" bIns="0" rtlCol="0" anchor="t">
            <a:spAutoFit/>
          </a:bodyPr>
          <a:lstStyle>
            <a:defPPr>
              <a:defRPr lang="pt-PT"/>
            </a:defPPr>
            <a:lvl1pPr marR="0" indent="0" fontAlgn="auto">
              <a:lnSpc>
                <a:spcPct val="100000"/>
              </a:lnSpc>
              <a:spcBef>
                <a:spcPts val="1200"/>
              </a:spcBef>
              <a:spcAft>
                <a:spcPts val="0"/>
              </a:spcAft>
              <a:buClrTx/>
              <a:buSzTx/>
              <a:buFont typeface="Arial" panose="020B0604020202020204" pitchFamily="34" charset="0"/>
              <a:buNone/>
              <a:tabLst/>
              <a:defRPr sz="2000" b="0">
                <a:solidFill>
                  <a:schemeClr val="accent2"/>
                </a:solidFill>
              </a:defRPr>
            </a:lvl1pPr>
            <a:lvl2pPr marL="180975" indent="-180975">
              <a:lnSpc>
                <a:spcPct val="100000"/>
              </a:lnSpc>
              <a:spcBef>
                <a:spcPts val="1200"/>
              </a:spcBef>
              <a:buClr>
                <a:schemeClr val="accent1"/>
              </a:buClr>
              <a:buFont typeface="Arial" panose="020B0604020202020204" pitchFamily="34" charset="0"/>
              <a:buChar char="•"/>
              <a:defRPr sz="1400"/>
            </a:lvl2pPr>
            <a:lvl3pPr marL="360000" indent="-180000">
              <a:lnSpc>
                <a:spcPct val="100000"/>
              </a:lnSpc>
              <a:spcBef>
                <a:spcPts val="1200"/>
              </a:spcBef>
              <a:buClr>
                <a:srgbClr val="FEB100"/>
              </a:buClr>
              <a:buFont typeface="Arial" panose="020B0604020202020204" pitchFamily="34" charset="0"/>
              <a:buChar char="•"/>
              <a:defRPr sz="1400"/>
            </a:lvl3pPr>
            <a:lvl4pPr marL="539750" indent="-180000">
              <a:lnSpc>
                <a:spcPct val="100000"/>
              </a:lnSpc>
              <a:spcBef>
                <a:spcPts val="1200"/>
              </a:spcBef>
              <a:buClr>
                <a:srgbClr val="00D5D0"/>
              </a:buClr>
              <a:buFont typeface="Arial" panose="020B0604020202020204" pitchFamily="34" charset="0"/>
              <a:buChar char="•"/>
              <a:tabLst/>
              <a:defRPr sz="1200"/>
            </a:lvl4pPr>
            <a:lvl5pPr marL="719138" indent="-180975">
              <a:lnSpc>
                <a:spcPct val="100000"/>
              </a:lnSpc>
              <a:spcBef>
                <a:spcPts val="1200"/>
              </a:spcBef>
              <a:buClr>
                <a:schemeClr val="tx2"/>
              </a:buClr>
              <a:buFont typeface="Arial" panose="020B0604020202020204" pitchFamily="34" charset="0"/>
              <a:buChar char="•"/>
              <a:defRPr sz="105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chemeClr val="accent3"/>
                </a:solidFill>
                <a:effectLst/>
                <a:uLnTx/>
                <a:uFillTx/>
                <a:latin typeface="+mj-lt"/>
                <a:ea typeface="+mn-ea"/>
                <a:cs typeface="+mn-cs"/>
              </a:rPr>
              <a:t>Heading Text</a:t>
            </a:r>
          </a:p>
        </p:txBody>
      </p:sp>
      <p:sp>
        <p:nvSpPr>
          <p:cNvPr id="45" name="Content Placeholder 5">
            <a:extLst>
              <a:ext uri="{FF2B5EF4-FFF2-40B4-BE49-F238E27FC236}">
                <a16:creationId xmlns:a16="http://schemas.microsoft.com/office/drawing/2014/main" id="{9FA30C3B-AE7C-C711-520F-1E0D6F3B72DF}"/>
              </a:ext>
            </a:extLst>
          </p:cNvPr>
          <p:cNvSpPr txBox="1">
            <a:spLocks/>
          </p:cNvSpPr>
          <p:nvPr/>
        </p:nvSpPr>
        <p:spPr>
          <a:xfrm>
            <a:off x="550863" y="4837234"/>
            <a:ext cx="5108294" cy="987914"/>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mn-cs"/>
              </a:rPr>
              <a:t>Aenean </a:t>
            </a:r>
            <a:r>
              <a:rPr kumimoji="0" lang="en-US" sz="1400" b="0" i="0" u="none" strike="noStrike" kern="1200" cap="none" spc="0" normalizeH="0" baseline="0" noProof="0" dirty="0" err="1">
                <a:ln>
                  <a:noFill/>
                </a:ln>
                <a:solidFill>
                  <a:srgbClr val="000000"/>
                </a:solidFill>
                <a:effectLst/>
                <a:uLnTx/>
                <a:uFillTx/>
                <a:ea typeface="+mn-ea"/>
                <a:cs typeface="+mn-cs"/>
              </a:rPr>
              <a:t>vulputate</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eleifend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tellus</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metus</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varius</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laoreet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Quisque</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rutrum</a:t>
            </a:r>
            <a:r>
              <a:rPr kumimoji="0" lang="en-US" sz="1400" b="0" i="0" u="none" strike="noStrike" kern="1200" cap="none" spc="0" normalizeH="0" baseline="0" noProof="0" dirty="0">
                <a:ln>
                  <a:noFill/>
                </a:ln>
                <a:solidFill>
                  <a:srgbClr val="000000"/>
                </a:solidFill>
                <a:effectLst/>
                <a:uLnTx/>
                <a:uFillTx/>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ea typeface="+mn-ea"/>
                <a:cs typeface="+mn-cs"/>
              </a:rPr>
              <a:t>Aenean </a:t>
            </a:r>
            <a:r>
              <a:rPr kumimoji="0" lang="en-US" sz="1400" b="0" i="0" u="none" strike="noStrike" kern="1200" cap="none" spc="0" normalizeH="0" baseline="0" noProof="0" dirty="0" err="1">
                <a:ln>
                  <a:noFill/>
                </a:ln>
                <a:solidFill>
                  <a:srgbClr val="000000"/>
                </a:solidFill>
                <a:effectLst/>
                <a:uLnTx/>
                <a:uFillTx/>
                <a:ea typeface="+mn-ea"/>
                <a:cs typeface="+mn-cs"/>
              </a:rPr>
              <a:t>imperdiet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Etiam</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ultricies</a:t>
            </a:r>
            <a:r>
              <a:rPr kumimoji="0" lang="en-US" sz="1400" b="0" i="0" u="none" strike="noStrike" kern="1200" cap="none" spc="0" normalizeH="0" baseline="0" noProof="0" dirty="0">
                <a:ln>
                  <a:noFill/>
                </a:ln>
                <a:solidFill>
                  <a:srgbClr val="000000"/>
                </a:solidFill>
                <a:effectLst/>
                <a:uLnTx/>
                <a:uFillTx/>
                <a:ea typeface="+mn-ea"/>
                <a:cs typeface="+mn-cs"/>
              </a:rPr>
              <a:t> nisi vel </a:t>
            </a:r>
            <a:r>
              <a:rPr kumimoji="0" lang="en-US" sz="1400" b="0" i="0" u="none" strike="noStrike" kern="1200" cap="none" spc="0" normalizeH="0" baseline="0" noProof="0" dirty="0" err="1">
                <a:ln>
                  <a:noFill/>
                </a:ln>
                <a:solidFill>
                  <a:srgbClr val="000000"/>
                </a:solidFill>
                <a:effectLst/>
                <a:uLnTx/>
                <a:uFillTx/>
                <a:ea typeface="+mn-ea"/>
                <a:cs typeface="+mn-cs"/>
              </a:rPr>
              <a:t>augue</a:t>
            </a:r>
            <a:r>
              <a:rPr kumimoji="0" lang="en-US" sz="1400" b="0" i="0" u="none" strike="noStrike" kern="1200" cap="none" spc="0" normalizeH="0" baseline="0" noProof="0" dirty="0">
                <a:ln>
                  <a:noFill/>
                </a:ln>
                <a:solidFill>
                  <a:srgbClr val="000000"/>
                </a:solidFill>
                <a:effectLst/>
                <a:uLnTx/>
                <a:uFillTx/>
                <a:ea typeface="+mn-ea"/>
                <a:cs typeface="+mn-cs"/>
              </a:rPr>
              <a:t>.</a:t>
            </a: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000000"/>
              </a:solidFill>
              <a:effectLst/>
              <a:uLnTx/>
              <a:uFillTx/>
              <a:ea typeface="+mn-ea"/>
              <a:cs typeface="+mn-cs"/>
            </a:endParaRPr>
          </a:p>
        </p:txBody>
      </p:sp>
      <p:sp>
        <p:nvSpPr>
          <p:cNvPr id="48" name="Text Placeholder 3">
            <a:extLst>
              <a:ext uri="{FF2B5EF4-FFF2-40B4-BE49-F238E27FC236}">
                <a16:creationId xmlns:a16="http://schemas.microsoft.com/office/drawing/2014/main" id="{8EBB27D0-DDAC-67F7-9BD4-4660A2209945}"/>
              </a:ext>
            </a:extLst>
          </p:cNvPr>
          <p:cNvSpPr txBox="1">
            <a:spLocks/>
          </p:cNvSpPr>
          <p:nvPr/>
        </p:nvSpPr>
        <p:spPr>
          <a:xfrm>
            <a:off x="550863" y="4217316"/>
            <a:ext cx="5108869" cy="307777"/>
          </a:xfrm>
          <a:prstGeom prst="rect">
            <a:avLst/>
          </a:prstGeom>
        </p:spPr>
        <p:txBody>
          <a:bodyPr vert="horz" wrap="square" lIns="0" tIns="0" rIns="0" bIns="0" rtlCol="0" anchor="t">
            <a:spAutoFit/>
          </a:bodyPr>
          <a:lstStyle>
            <a:defPPr>
              <a:defRPr lang="pt-PT"/>
            </a:defPPr>
            <a:lvl1pPr marR="0" indent="0" fontAlgn="auto">
              <a:lnSpc>
                <a:spcPct val="100000"/>
              </a:lnSpc>
              <a:spcBef>
                <a:spcPts val="1200"/>
              </a:spcBef>
              <a:spcAft>
                <a:spcPts val="0"/>
              </a:spcAft>
              <a:buClrTx/>
              <a:buSzTx/>
              <a:buFont typeface="Arial" panose="020B0604020202020204" pitchFamily="34" charset="0"/>
              <a:buNone/>
              <a:tabLst/>
              <a:defRPr sz="2000" b="0">
                <a:solidFill>
                  <a:schemeClr val="accent2"/>
                </a:solidFill>
              </a:defRPr>
            </a:lvl1pPr>
            <a:lvl2pPr marL="180975" indent="-180975">
              <a:lnSpc>
                <a:spcPct val="100000"/>
              </a:lnSpc>
              <a:spcBef>
                <a:spcPts val="1200"/>
              </a:spcBef>
              <a:buClr>
                <a:schemeClr val="accent1"/>
              </a:buClr>
              <a:buFont typeface="Arial" panose="020B0604020202020204" pitchFamily="34" charset="0"/>
              <a:buChar char="•"/>
              <a:defRPr sz="1400"/>
            </a:lvl2pPr>
            <a:lvl3pPr marL="360000" indent="-180000">
              <a:lnSpc>
                <a:spcPct val="100000"/>
              </a:lnSpc>
              <a:spcBef>
                <a:spcPts val="1200"/>
              </a:spcBef>
              <a:buClr>
                <a:srgbClr val="FEB100"/>
              </a:buClr>
              <a:buFont typeface="Arial" panose="020B0604020202020204" pitchFamily="34" charset="0"/>
              <a:buChar char="•"/>
              <a:defRPr sz="1400"/>
            </a:lvl3pPr>
            <a:lvl4pPr marL="539750" indent="-180000">
              <a:lnSpc>
                <a:spcPct val="100000"/>
              </a:lnSpc>
              <a:spcBef>
                <a:spcPts val="1200"/>
              </a:spcBef>
              <a:buClr>
                <a:srgbClr val="00D5D0"/>
              </a:buClr>
              <a:buFont typeface="Arial" panose="020B0604020202020204" pitchFamily="34" charset="0"/>
              <a:buChar char="•"/>
              <a:tabLst/>
              <a:defRPr sz="1200"/>
            </a:lvl4pPr>
            <a:lvl5pPr marL="719138" indent="-180975">
              <a:lnSpc>
                <a:spcPct val="100000"/>
              </a:lnSpc>
              <a:spcBef>
                <a:spcPts val="1200"/>
              </a:spcBef>
              <a:buClr>
                <a:schemeClr val="tx2"/>
              </a:buClr>
              <a:buFont typeface="Arial" panose="020B0604020202020204" pitchFamily="34" charset="0"/>
              <a:buChar char="•"/>
              <a:defRPr sz="105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effectLst/>
                <a:uLnTx/>
                <a:uFillTx/>
                <a:latin typeface="+mj-lt"/>
                <a:ea typeface="+mn-ea"/>
                <a:cs typeface="+mn-cs"/>
              </a:rPr>
              <a:t>Heading Text</a:t>
            </a:r>
          </a:p>
        </p:txBody>
      </p:sp>
      <p:sp>
        <p:nvSpPr>
          <p:cNvPr id="39" name="Text Placeholder 6">
            <a:extLst>
              <a:ext uri="{FF2B5EF4-FFF2-40B4-BE49-F238E27FC236}">
                <a16:creationId xmlns:a16="http://schemas.microsoft.com/office/drawing/2014/main" id="{C4AEE8C9-CB6D-AD34-3854-5EE55D2FABC8}"/>
              </a:ext>
            </a:extLst>
          </p:cNvPr>
          <p:cNvSpPr txBox="1">
            <a:spLocks/>
          </p:cNvSpPr>
          <p:nvPr/>
        </p:nvSpPr>
        <p:spPr>
          <a:xfrm>
            <a:off x="6096000" y="4207602"/>
            <a:ext cx="5108869" cy="307777"/>
          </a:xfrm>
          <a:prstGeom prst="rect">
            <a:avLst/>
          </a:prstGeom>
        </p:spPr>
        <p:txBody>
          <a:bodyPr vert="horz" wrap="square" lIns="0" tIns="0" rIns="0" bIns="0" rtlCol="0" anchor="t">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828E"/>
                </a:solidFill>
                <a:effectLst/>
                <a:uLnTx/>
                <a:uFillTx/>
                <a:latin typeface="+mj-lt"/>
                <a:ea typeface="+mn-ea"/>
                <a:cs typeface="+mn-cs"/>
              </a:rPr>
              <a:t>Heading Text</a:t>
            </a:r>
          </a:p>
        </p:txBody>
      </p:sp>
      <p:sp>
        <p:nvSpPr>
          <p:cNvPr id="40" name="Content Placeholder 7">
            <a:extLst>
              <a:ext uri="{FF2B5EF4-FFF2-40B4-BE49-F238E27FC236}">
                <a16:creationId xmlns:a16="http://schemas.microsoft.com/office/drawing/2014/main" id="{DA8205B5-C779-20D8-F1B1-6F762EB4793E}"/>
              </a:ext>
            </a:extLst>
          </p:cNvPr>
          <p:cNvSpPr txBox="1">
            <a:spLocks/>
          </p:cNvSpPr>
          <p:nvPr/>
        </p:nvSpPr>
        <p:spPr>
          <a:xfrm>
            <a:off x="6096000" y="4846311"/>
            <a:ext cx="5108294" cy="987908"/>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mn-cs"/>
              </a:rPr>
              <a:t>Aenean </a:t>
            </a:r>
            <a:r>
              <a:rPr kumimoji="0" lang="en-US" sz="1400" b="0" i="0" u="none" strike="noStrike" kern="1200" cap="none" spc="0" normalizeH="0" baseline="0" noProof="0" dirty="0" err="1">
                <a:ln>
                  <a:noFill/>
                </a:ln>
                <a:solidFill>
                  <a:srgbClr val="000000"/>
                </a:solidFill>
                <a:effectLst/>
                <a:uLnTx/>
                <a:uFillTx/>
                <a:ea typeface="+mn-ea"/>
                <a:cs typeface="+mn-cs"/>
              </a:rPr>
              <a:t>vulputate</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eleifend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tellus</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metus</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varius</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laoreet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Quisque</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rutrum</a:t>
            </a:r>
            <a:r>
              <a:rPr kumimoji="0" lang="en-US" sz="1400" b="0" i="0" u="none" strike="noStrike" kern="1200" cap="none" spc="0" normalizeH="0" baseline="0" noProof="0" dirty="0">
                <a:ln>
                  <a:noFill/>
                </a:ln>
                <a:solidFill>
                  <a:srgbClr val="000000"/>
                </a:solidFill>
                <a:effectLst/>
                <a:uLnTx/>
                <a:uFillTx/>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ea typeface="+mn-ea"/>
                <a:cs typeface="+mn-cs"/>
              </a:rPr>
              <a:t>Aenean </a:t>
            </a:r>
            <a:r>
              <a:rPr kumimoji="0" lang="en-US" sz="1400" b="0" i="0" u="none" strike="noStrike" kern="1200" cap="none" spc="0" normalizeH="0" baseline="0" noProof="0" dirty="0" err="1">
                <a:ln>
                  <a:noFill/>
                </a:ln>
                <a:solidFill>
                  <a:srgbClr val="000000"/>
                </a:solidFill>
                <a:effectLst/>
                <a:uLnTx/>
                <a:uFillTx/>
                <a:ea typeface="+mn-ea"/>
                <a:cs typeface="+mn-cs"/>
              </a:rPr>
              <a:t>imperdiet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Etiam</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ultricies</a:t>
            </a:r>
            <a:r>
              <a:rPr kumimoji="0" lang="en-US" sz="1400" b="0" i="0" u="none" strike="noStrike" kern="1200" cap="none" spc="0" normalizeH="0" baseline="0" noProof="0" dirty="0">
                <a:ln>
                  <a:noFill/>
                </a:ln>
                <a:solidFill>
                  <a:srgbClr val="000000"/>
                </a:solidFill>
                <a:effectLst/>
                <a:uLnTx/>
                <a:uFillTx/>
                <a:ea typeface="+mn-ea"/>
                <a:cs typeface="+mn-cs"/>
              </a:rPr>
              <a:t> nisi vel </a:t>
            </a:r>
            <a:r>
              <a:rPr kumimoji="0" lang="en-US" sz="1400" b="0" i="0" u="none" strike="noStrike" kern="1200" cap="none" spc="0" normalizeH="0" baseline="0" noProof="0" dirty="0" err="1">
                <a:ln>
                  <a:noFill/>
                </a:ln>
                <a:solidFill>
                  <a:srgbClr val="000000"/>
                </a:solidFill>
                <a:effectLst/>
                <a:uLnTx/>
                <a:uFillTx/>
                <a:ea typeface="+mn-ea"/>
                <a:cs typeface="+mn-cs"/>
              </a:rPr>
              <a:t>augue</a:t>
            </a:r>
            <a:r>
              <a:rPr kumimoji="0" lang="en-US" sz="1400" b="0" i="0" u="none" strike="noStrike" kern="1200" cap="none" spc="0" normalizeH="0" baseline="0" noProof="0" dirty="0">
                <a:ln>
                  <a:noFill/>
                </a:ln>
                <a:solidFill>
                  <a:srgbClr val="000000"/>
                </a:solidFill>
                <a:effectLst/>
                <a:uLnTx/>
                <a:uFillTx/>
                <a:ea typeface="+mn-ea"/>
                <a:cs typeface="+mn-cs"/>
              </a:rPr>
              <a:t>.</a:t>
            </a: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000000"/>
              </a:solidFill>
              <a:effectLst/>
              <a:uLnTx/>
              <a:uFillTx/>
              <a:ea typeface="+mn-ea"/>
              <a:cs typeface="+mn-cs"/>
            </a:endParaRPr>
          </a:p>
        </p:txBody>
      </p:sp>
      <p:sp>
        <p:nvSpPr>
          <p:cNvPr id="16" name="Date Placeholder 15">
            <a:extLst>
              <a:ext uri="{FF2B5EF4-FFF2-40B4-BE49-F238E27FC236}">
                <a16:creationId xmlns:a16="http://schemas.microsoft.com/office/drawing/2014/main" id="{9FE54D6D-9BA5-2252-C1BB-A432A06E5B7D}"/>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7" name="Footer Placeholder 16">
            <a:extLst>
              <a:ext uri="{FF2B5EF4-FFF2-40B4-BE49-F238E27FC236}">
                <a16:creationId xmlns:a16="http://schemas.microsoft.com/office/drawing/2014/main" id="{424FE044-78B7-FC67-A359-0E9AD22A4564}"/>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18" name="Slide Number Placeholder 17">
            <a:extLst>
              <a:ext uri="{FF2B5EF4-FFF2-40B4-BE49-F238E27FC236}">
                <a16:creationId xmlns:a16="http://schemas.microsoft.com/office/drawing/2014/main" id="{9CF7C9D9-B53D-CCAB-2573-AC34DC3FA554}"/>
              </a:ext>
            </a:extLst>
          </p:cNvPr>
          <p:cNvSpPr>
            <a:spLocks noGrp="1"/>
          </p:cNvSpPr>
          <p:nvPr>
            <p:ph type="sldNum" sz="quarter" idx="12"/>
          </p:nvPr>
        </p:nvSpPr>
        <p:spPr/>
        <p:txBody>
          <a:bodyPr/>
          <a:lstStyle/>
          <a:p>
            <a:pPr algn="r"/>
            <a:fld id="{5D9A5160-6218-4E5A-B9E6-B93E3DAE377C}" type="slidenum">
              <a:rPr lang="en-US" smtClean="0"/>
              <a:pPr algn="r"/>
              <a:t>57</a:t>
            </a:fld>
            <a:endParaRPr lang="en-US" dirty="0"/>
          </a:p>
        </p:txBody>
      </p:sp>
    </p:spTree>
    <p:extLst>
      <p:ext uri="{BB962C8B-B14F-4D97-AF65-F5344CB8AC3E}">
        <p14:creationId xmlns:p14="http://schemas.microsoft.com/office/powerpoint/2010/main" val="358569207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11430D-16A1-0AC2-F096-AB467A3EF5D2}"/>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4BA58B86-B5EC-CB7E-92D8-E53B3793EBFC}"/>
              </a:ext>
            </a:extLst>
          </p:cNvPr>
          <p:cNvSpPr>
            <a:spLocks noGrp="1"/>
          </p:cNvSpPr>
          <p:nvPr>
            <p:ph type="title"/>
          </p:nvPr>
        </p:nvSpPr>
        <p:spPr>
          <a:xfrm>
            <a:off x="551384" y="549274"/>
            <a:ext cx="11090938" cy="930372"/>
          </a:xfrm>
        </p:spPr>
        <p:txBody>
          <a:bodyPr/>
          <a:lstStyle/>
          <a:p>
            <a:r>
              <a:rPr lang="en-US" dirty="0"/>
              <a:t>Categories 3</a:t>
            </a:r>
            <a:br>
              <a:rPr lang="en-US" dirty="0"/>
            </a:br>
            <a:endParaRPr lang="en-US" dirty="0"/>
          </a:p>
        </p:txBody>
      </p:sp>
      <p:sp>
        <p:nvSpPr>
          <p:cNvPr id="17" name="Rectangle 16">
            <a:extLst>
              <a:ext uri="{FF2B5EF4-FFF2-40B4-BE49-F238E27FC236}">
                <a16:creationId xmlns:a16="http://schemas.microsoft.com/office/drawing/2014/main" id="{38882210-2069-EAE1-DDBA-2B73FEF66BD4}"/>
              </a:ext>
            </a:extLst>
          </p:cNvPr>
          <p:cNvSpPr/>
          <p:nvPr/>
        </p:nvSpPr>
        <p:spPr>
          <a:xfrm>
            <a:off x="2715851" y="2277024"/>
            <a:ext cx="2665881" cy="307777"/>
          </a:xfrm>
          <a:prstGeom prst="rect">
            <a:avLst/>
          </a:prstGeom>
        </p:spPr>
        <p:txBody>
          <a:bodyPr vert="horz" wrap="square" lIns="0" tIns="0" rIns="0" bIns="0" rtlCol="0" anchor="t">
            <a:spAutoFit/>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Medium"/>
                <a:ea typeface="+mn-ea"/>
                <a:cs typeface="+mn-cs"/>
              </a:rPr>
              <a:t>Heading Text</a:t>
            </a:r>
          </a:p>
        </p:txBody>
      </p:sp>
      <p:sp>
        <p:nvSpPr>
          <p:cNvPr id="20" name="Rectangle 19">
            <a:extLst>
              <a:ext uri="{FF2B5EF4-FFF2-40B4-BE49-F238E27FC236}">
                <a16:creationId xmlns:a16="http://schemas.microsoft.com/office/drawing/2014/main" id="{E443638A-A17B-4C1A-E04A-1F1FF9FDC0A6}"/>
              </a:ext>
            </a:extLst>
          </p:cNvPr>
          <p:cNvSpPr/>
          <p:nvPr/>
        </p:nvSpPr>
        <p:spPr>
          <a:xfrm>
            <a:off x="2724257" y="2725489"/>
            <a:ext cx="2658773" cy="1379178"/>
          </a:xfrm>
          <a:prstGeom prst="rect">
            <a:avLst/>
          </a:prstGeom>
        </p:spPr>
        <p:txBody>
          <a:bodyPr vert="horz" lIns="0" tIns="0" rIns="0" bIns="0" numCol="1" rtlCol="0">
            <a:noAutofit/>
          </a:body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vulputate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eleifend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tellus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metus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varius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laoreet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Quisque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rutrum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imperdiet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Etiam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ultricies</a:t>
            </a:r>
            <a:r>
              <a:rPr kumimoji="0" lang="en-US" sz="1400" b="0" i="0" u="none" strike="noStrike" kern="1200" cap="none" spc="0" normalizeH="0" baseline="0" noProof="0" dirty="0">
                <a:ln>
                  <a:noFill/>
                </a:ln>
                <a:solidFill>
                  <a:srgbClr val="000000"/>
                </a:solidFill>
                <a:effectLst/>
                <a:uLnTx/>
                <a:uFillTx/>
                <a:latin typeface="Ubuntu"/>
                <a:ea typeface="+mn-ea"/>
                <a:cs typeface="+mn-cs"/>
              </a:rPr>
              <a:t> nisi vel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augue</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a:p>
            <a:pPr marL="0" marR="0" lvl="0" indent="0" algn="l" defTabSz="914400" rtl="0" eaLnBrk="1" fontAlgn="auto" latinLnBrk="0" hangingPunct="1">
              <a:lnSpc>
                <a:spcPct val="100000"/>
              </a:lnSpc>
              <a:spcBef>
                <a:spcPts val="120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cxnSp>
        <p:nvCxnSpPr>
          <p:cNvPr id="23" name="Straight Connector 22">
            <a:extLst>
              <a:ext uri="{FF2B5EF4-FFF2-40B4-BE49-F238E27FC236}">
                <a16:creationId xmlns:a16="http://schemas.microsoft.com/office/drawing/2014/main" id="{C4A05574-B550-AC0F-9B1F-C1343A81EBB1}"/>
              </a:ext>
              <a:ext uri="{C183D7F6-B498-43B3-948B-1728B52AA6E4}">
                <adec:decorative xmlns:adec="http://schemas.microsoft.com/office/drawing/2017/decorative" val="1"/>
              </a:ext>
            </a:extLst>
          </p:cNvPr>
          <p:cNvCxnSpPr>
            <a:cxnSpLocks/>
          </p:cNvCxnSpPr>
          <p:nvPr/>
        </p:nvCxnSpPr>
        <p:spPr>
          <a:xfrm>
            <a:off x="550863" y="2010455"/>
            <a:ext cx="1743158"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F0A2580-9129-EE06-41A4-BE8CE967EE10}"/>
              </a:ext>
              <a:ext uri="{C183D7F6-B498-43B3-948B-1728B52AA6E4}">
                <adec:decorative xmlns:adec="http://schemas.microsoft.com/office/drawing/2017/decorative" val="1"/>
              </a:ext>
            </a:extLst>
          </p:cNvPr>
          <p:cNvCxnSpPr>
            <a:cxnSpLocks/>
          </p:cNvCxnSpPr>
          <p:nvPr/>
        </p:nvCxnSpPr>
        <p:spPr>
          <a:xfrm>
            <a:off x="2586497" y="2010455"/>
            <a:ext cx="2845774"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05EBC720-45E7-61B3-B398-8EE46FA3A1A8}"/>
              </a:ext>
            </a:extLst>
          </p:cNvPr>
          <p:cNvSpPr/>
          <p:nvPr/>
        </p:nvSpPr>
        <p:spPr>
          <a:xfrm>
            <a:off x="550169" y="2277024"/>
            <a:ext cx="1856148" cy="307777"/>
          </a:xfrm>
          <a:prstGeom prst="rect">
            <a:avLst/>
          </a:prstGeom>
        </p:spPr>
        <p:txBody>
          <a:bodyPr vert="horz" wrap="square" lIns="0" tIns="0" rIns="0" bIns="0" rtlCol="0" anchor="t">
            <a:spAutoFit/>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Medium"/>
                <a:ea typeface="+mn-ea"/>
                <a:cs typeface="+mn-cs"/>
              </a:rPr>
              <a:t>Heading Text</a:t>
            </a:r>
          </a:p>
        </p:txBody>
      </p:sp>
      <p:sp>
        <p:nvSpPr>
          <p:cNvPr id="12" name="Rectangle 11">
            <a:extLst>
              <a:ext uri="{FF2B5EF4-FFF2-40B4-BE49-F238E27FC236}">
                <a16:creationId xmlns:a16="http://schemas.microsoft.com/office/drawing/2014/main" id="{FFDB8AB8-D389-709B-4AE7-22D3FDE5F515}"/>
              </a:ext>
            </a:extLst>
          </p:cNvPr>
          <p:cNvSpPr/>
          <p:nvPr/>
        </p:nvSpPr>
        <p:spPr>
          <a:xfrm>
            <a:off x="5828020" y="2277024"/>
            <a:ext cx="2665881" cy="307777"/>
          </a:xfrm>
          <a:prstGeom prst="rect">
            <a:avLst/>
          </a:prstGeom>
        </p:spPr>
        <p:txBody>
          <a:bodyPr vert="horz" wrap="square" lIns="0" tIns="0" rIns="0" bIns="0" rtlCol="0" anchor="t">
            <a:spAutoFit/>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Medium"/>
                <a:ea typeface="+mn-ea"/>
                <a:cs typeface="+mn-cs"/>
              </a:rPr>
              <a:t>Heading Text</a:t>
            </a:r>
          </a:p>
        </p:txBody>
      </p:sp>
      <p:sp>
        <p:nvSpPr>
          <p:cNvPr id="13" name="Rectangle 12">
            <a:extLst>
              <a:ext uri="{FF2B5EF4-FFF2-40B4-BE49-F238E27FC236}">
                <a16:creationId xmlns:a16="http://schemas.microsoft.com/office/drawing/2014/main" id="{D4019BFA-A9A7-06EB-D2A1-D457E5D55BB2}"/>
              </a:ext>
            </a:extLst>
          </p:cNvPr>
          <p:cNvSpPr/>
          <p:nvPr/>
        </p:nvSpPr>
        <p:spPr>
          <a:xfrm>
            <a:off x="5836426" y="2725489"/>
            <a:ext cx="2658773" cy="1379178"/>
          </a:xfrm>
          <a:prstGeom prst="rect">
            <a:avLst/>
          </a:prstGeom>
        </p:spPr>
        <p:txBody>
          <a:bodyPr vert="horz" lIns="0" tIns="0" rIns="0" bIns="0" numCol="1" rtlCol="0">
            <a:noAutofit/>
          </a:body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vulputate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eleifend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tellus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metus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varius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laoreet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Quisque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rutrum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imperdiet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Etiam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ultricies</a:t>
            </a:r>
            <a:r>
              <a:rPr kumimoji="0" lang="en-US" sz="1400" b="0" i="0" u="none" strike="noStrike" kern="1200" cap="none" spc="0" normalizeH="0" baseline="0" noProof="0" dirty="0">
                <a:ln>
                  <a:noFill/>
                </a:ln>
                <a:solidFill>
                  <a:srgbClr val="000000"/>
                </a:solidFill>
                <a:effectLst/>
                <a:uLnTx/>
                <a:uFillTx/>
                <a:latin typeface="Ubuntu"/>
                <a:ea typeface="+mn-ea"/>
                <a:cs typeface="+mn-cs"/>
              </a:rPr>
              <a:t> nisi vel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augue</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a:p>
            <a:pPr marL="0" marR="0" lvl="0" indent="0" algn="l" defTabSz="914400" rtl="0" eaLnBrk="1" fontAlgn="auto" latinLnBrk="0" hangingPunct="1">
              <a:lnSpc>
                <a:spcPct val="100000"/>
              </a:lnSpc>
              <a:spcBef>
                <a:spcPts val="120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cxnSp>
        <p:nvCxnSpPr>
          <p:cNvPr id="14" name="Straight Connector 13">
            <a:extLst>
              <a:ext uri="{FF2B5EF4-FFF2-40B4-BE49-F238E27FC236}">
                <a16:creationId xmlns:a16="http://schemas.microsoft.com/office/drawing/2014/main" id="{021D6011-9212-BE7D-089A-C26EDAA6FF79}"/>
              </a:ext>
              <a:ext uri="{C183D7F6-B498-43B3-948B-1728B52AA6E4}">
                <adec:decorative xmlns:adec="http://schemas.microsoft.com/office/drawing/2017/decorative" val="1"/>
              </a:ext>
            </a:extLst>
          </p:cNvPr>
          <p:cNvCxnSpPr>
            <a:cxnSpLocks/>
          </p:cNvCxnSpPr>
          <p:nvPr/>
        </p:nvCxnSpPr>
        <p:spPr>
          <a:xfrm>
            <a:off x="5698666" y="2010455"/>
            <a:ext cx="2845774"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E9CE6016-384D-88AF-5EBF-76CBBE741368}"/>
              </a:ext>
            </a:extLst>
          </p:cNvPr>
          <p:cNvSpPr/>
          <p:nvPr/>
        </p:nvSpPr>
        <p:spPr>
          <a:xfrm>
            <a:off x="8940188" y="2277024"/>
            <a:ext cx="2665881" cy="307777"/>
          </a:xfrm>
          <a:prstGeom prst="rect">
            <a:avLst/>
          </a:prstGeom>
        </p:spPr>
        <p:txBody>
          <a:bodyPr vert="horz" wrap="square" lIns="0" tIns="0" rIns="0" bIns="0" rtlCol="0" anchor="t">
            <a:spAutoFit/>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Medium"/>
                <a:ea typeface="+mn-ea"/>
                <a:cs typeface="+mn-cs"/>
              </a:rPr>
              <a:t>Heading Text</a:t>
            </a:r>
          </a:p>
        </p:txBody>
      </p:sp>
      <p:sp>
        <p:nvSpPr>
          <p:cNvPr id="16" name="Rectangle 15">
            <a:extLst>
              <a:ext uri="{FF2B5EF4-FFF2-40B4-BE49-F238E27FC236}">
                <a16:creationId xmlns:a16="http://schemas.microsoft.com/office/drawing/2014/main" id="{5CED425B-2987-B9BE-FA0D-8B6B5152059B}"/>
              </a:ext>
            </a:extLst>
          </p:cNvPr>
          <p:cNvSpPr/>
          <p:nvPr/>
        </p:nvSpPr>
        <p:spPr>
          <a:xfrm>
            <a:off x="8948594" y="2725489"/>
            <a:ext cx="2658773" cy="1379178"/>
          </a:xfrm>
          <a:prstGeom prst="rect">
            <a:avLst/>
          </a:prstGeom>
        </p:spPr>
        <p:txBody>
          <a:bodyPr vert="horz" lIns="0" tIns="0" rIns="0" bIns="0" numCol="1" rtlCol="0">
            <a:noAutofit/>
          </a:body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vulputate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eleifend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tellus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metus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varius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laoreet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Quisque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rutrum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imperdiet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Etiam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ultricies</a:t>
            </a:r>
            <a:r>
              <a:rPr kumimoji="0" lang="en-US" sz="1400" b="0" i="0" u="none" strike="noStrike" kern="1200" cap="none" spc="0" normalizeH="0" baseline="0" noProof="0" dirty="0">
                <a:ln>
                  <a:noFill/>
                </a:ln>
                <a:solidFill>
                  <a:srgbClr val="000000"/>
                </a:solidFill>
                <a:effectLst/>
                <a:uLnTx/>
                <a:uFillTx/>
                <a:latin typeface="Ubuntu"/>
                <a:ea typeface="+mn-ea"/>
                <a:cs typeface="+mn-cs"/>
              </a:rPr>
              <a:t> nisi vel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augue</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a:p>
            <a:pPr marL="0" marR="0" lvl="0" indent="0" algn="l" defTabSz="914400" rtl="0" eaLnBrk="1" fontAlgn="auto" latinLnBrk="0" hangingPunct="1">
              <a:lnSpc>
                <a:spcPct val="100000"/>
              </a:lnSpc>
              <a:spcBef>
                <a:spcPts val="120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cxnSp>
        <p:nvCxnSpPr>
          <p:cNvPr id="18" name="Straight Connector 17">
            <a:extLst>
              <a:ext uri="{FF2B5EF4-FFF2-40B4-BE49-F238E27FC236}">
                <a16:creationId xmlns:a16="http://schemas.microsoft.com/office/drawing/2014/main" id="{A1CB3752-ABDE-26BD-7387-AB868155FBFD}"/>
              </a:ext>
              <a:ext uri="{C183D7F6-B498-43B3-948B-1728B52AA6E4}">
                <adec:decorative xmlns:adec="http://schemas.microsoft.com/office/drawing/2017/decorative" val="1"/>
              </a:ext>
            </a:extLst>
          </p:cNvPr>
          <p:cNvCxnSpPr>
            <a:cxnSpLocks/>
          </p:cNvCxnSpPr>
          <p:nvPr/>
        </p:nvCxnSpPr>
        <p:spPr>
          <a:xfrm>
            <a:off x="8810834" y="2010455"/>
            <a:ext cx="2845774"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F4C2B84E-E0ED-6CF3-684F-E8CA90C7408E}"/>
              </a:ext>
            </a:extLst>
          </p:cNvPr>
          <p:cNvSpPr/>
          <p:nvPr/>
        </p:nvSpPr>
        <p:spPr>
          <a:xfrm>
            <a:off x="2715851" y="4506876"/>
            <a:ext cx="2665881" cy="307777"/>
          </a:xfrm>
          <a:prstGeom prst="rect">
            <a:avLst/>
          </a:prstGeom>
        </p:spPr>
        <p:txBody>
          <a:bodyPr vert="horz" wrap="square" lIns="0" tIns="0" rIns="0" bIns="0" rtlCol="0" anchor="t">
            <a:spAutoFit/>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Medium"/>
                <a:ea typeface="+mn-ea"/>
                <a:cs typeface="+mn-cs"/>
              </a:rPr>
              <a:t>Heading Text</a:t>
            </a:r>
          </a:p>
        </p:txBody>
      </p:sp>
      <p:sp>
        <p:nvSpPr>
          <p:cNvPr id="25" name="Rectangle 24">
            <a:extLst>
              <a:ext uri="{FF2B5EF4-FFF2-40B4-BE49-F238E27FC236}">
                <a16:creationId xmlns:a16="http://schemas.microsoft.com/office/drawing/2014/main" id="{BBAA85FE-AC63-803A-42B4-ADAEE38CAF8A}"/>
              </a:ext>
            </a:extLst>
          </p:cNvPr>
          <p:cNvSpPr/>
          <p:nvPr/>
        </p:nvSpPr>
        <p:spPr>
          <a:xfrm>
            <a:off x="2724257" y="4955341"/>
            <a:ext cx="2658773" cy="1379178"/>
          </a:xfrm>
          <a:prstGeom prst="rect">
            <a:avLst/>
          </a:prstGeom>
        </p:spPr>
        <p:txBody>
          <a:bodyPr vert="horz" lIns="0" tIns="0" rIns="0" bIns="0" numCol="1" rtlCol="0">
            <a:noAutofit/>
          </a:body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vulputate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eleifend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tellus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metus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varius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laoreet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Quisque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rutrum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imperdiet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Etiam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ultricies</a:t>
            </a:r>
            <a:r>
              <a:rPr kumimoji="0" lang="en-US" sz="1400" b="0" i="0" u="none" strike="noStrike" kern="1200" cap="none" spc="0" normalizeH="0" baseline="0" noProof="0" dirty="0">
                <a:ln>
                  <a:noFill/>
                </a:ln>
                <a:solidFill>
                  <a:srgbClr val="000000"/>
                </a:solidFill>
                <a:effectLst/>
                <a:uLnTx/>
                <a:uFillTx/>
                <a:latin typeface="Ubuntu"/>
                <a:ea typeface="+mn-ea"/>
                <a:cs typeface="+mn-cs"/>
              </a:rPr>
              <a:t> nisi vel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augue</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a:p>
            <a:pPr marL="0" marR="0" lvl="0" indent="0" algn="l" defTabSz="914400" rtl="0" eaLnBrk="1" fontAlgn="auto" latinLnBrk="0" hangingPunct="1">
              <a:lnSpc>
                <a:spcPct val="100000"/>
              </a:lnSpc>
              <a:spcBef>
                <a:spcPts val="120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cxnSp>
        <p:nvCxnSpPr>
          <p:cNvPr id="26" name="Straight Connector 25">
            <a:extLst>
              <a:ext uri="{FF2B5EF4-FFF2-40B4-BE49-F238E27FC236}">
                <a16:creationId xmlns:a16="http://schemas.microsoft.com/office/drawing/2014/main" id="{2EDFA6D7-3FB0-8707-6B06-3DB249B76F7E}"/>
              </a:ext>
              <a:ext uri="{C183D7F6-B498-43B3-948B-1728B52AA6E4}">
                <adec:decorative xmlns:adec="http://schemas.microsoft.com/office/drawing/2017/decorative" val="1"/>
              </a:ext>
            </a:extLst>
          </p:cNvPr>
          <p:cNvCxnSpPr>
            <a:cxnSpLocks/>
          </p:cNvCxnSpPr>
          <p:nvPr/>
        </p:nvCxnSpPr>
        <p:spPr>
          <a:xfrm>
            <a:off x="550863" y="4240307"/>
            <a:ext cx="1743158"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2B383CD7-8410-D6DF-FAB2-2C3F1C3B94E0}"/>
              </a:ext>
              <a:ext uri="{C183D7F6-B498-43B3-948B-1728B52AA6E4}">
                <adec:decorative xmlns:adec="http://schemas.microsoft.com/office/drawing/2017/decorative" val="1"/>
              </a:ext>
            </a:extLst>
          </p:cNvPr>
          <p:cNvCxnSpPr>
            <a:cxnSpLocks/>
          </p:cNvCxnSpPr>
          <p:nvPr/>
        </p:nvCxnSpPr>
        <p:spPr>
          <a:xfrm>
            <a:off x="2586497" y="4240307"/>
            <a:ext cx="2845774"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26A88502-8852-C4FD-B5DE-C2E495698B0D}"/>
              </a:ext>
            </a:extLst>
          </p:cNvPr>
          <p:cNvSpPr/>
          <p:nvPr/>
        </p:nvSpPr>
        <p:spPr>
          <a:xfrm>
            <a:off x="550169" y="4506876"/>
            <a:ext cx="1856148" cy="307777"/>
          </a:xfrm>
          <a:prstGeom prst="rect">
            <a:avLst/>
          </a:prstGeom>
        </p:spPr>
        <p:txBody>
          <a:bodyPr vert="horz" wrap="square" lIns="0" tIns="0" rIns="0" bIns="0" rtlCol="0" anchor="t">
            <a:spAutoFit/>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Medium"/>
                <a:ea typeface="+mn-ea"/>
                <a:cs typeface="+mn-cs"/>
              </a:rPr>
              <a:t>Heading Text</a:t>
            </a:r>
          </a:p>
        </p:txBody>
      </p:sp>
      <p:sp>
        <p:nvSpPr>
          <p:cNvPr id="29" name="Rectangle 28">
            <a:extLst>
              <a:ext uri="{FF2B5EF4-FFF2-40B4-BE49-F238E27FC236}">
                <a16:creationId xmlns:a16="http://schemas.microsoft.com/office/drawing/2014/main" id="{23D87D5D-98AE-38B3-A34E-71460133A17C}"/>
              </a:ext>
            </a:extLst>
          </p:cNvPr>
          <p:cNvSpPr/>
          <p:nvPr/>
        </p:nvSpPr>
        <p:spPr>
          <a:xfrm>
            <a:off x="5828020" y="4506876"/>
            <a:ext cx="2665881" cy="307777"/>
          </a:xfrm>
          <a:prstGeom prst="rect">
            <a:avLst/>
          </a:prstGeom>
        </p:spPr>
        <p:txBody>
          <a:bodyPr vert="horz" wrap="square" lIns="0" tIns="0" rIns="0" bIns="0" rtlCol="0" anchor="t">
            <a:spAutoFit/>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Medium"/>
                <a:ea typeface="+mn-ea"/>
                <a:cs typeface="+mn-cs"/>
              </a:rPr>
              <a:t>Heading Text</a:t>
            </a:r>
          </a:p>
        </p:txBody>
      </p:sp>
      <p:sp>
        <p:nvSpPr>
          <p:cNvPr id="33" name="Rectangle 32">
            <a:extLst>
              <a:ext uri="{FF2B5EF4-FFF2-40B4-BE49-F238E27FC236}">
                <a16:creationId xmlns:a16="http://schemas.microsoft.com/office/drawing/2014/main" id="{90CBEFB6-7645-0FE7-98F6-F502748CC4DA}"/>
              </a:ext>
            </a:extLst>
          </p:cNvPr>
          <p:cNvSpPr/>
          <p:nvPr/>
        </p:nvSpPr>
        <p:spPr>
          <a:xfrm>
            <a:off x="5836426" y="4955341"/>
            <a:ext cx="2658773" cy="1379178"/>
          </a:xfrm>
          <a:prstGeom prst="rect">
            <a:avLst/>
          </a:prstGeom>
        </p:spPr>
        <p:txBody>
          <a:bodyPr vert="horz" lIns="0" tIns="0" rIns="0" bIns="0" numCol="1" rtlCol="0">
            <a:noAutofit/>
          </a:body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vulputate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eleifend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tellus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metus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varius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laoreet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Quisque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rutrum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imperdiet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Etiam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ultricies</a:t>
            </a:r>
            <a:r>
              <a:rPr kumimoji="0" lang="en-US" sz="1400" b="0" i="0" u="none" strike="noStrike" kern="1200" cap="none" spc="0" normalizeH="0" baseline="0" noProof="0" dirty="0">
                <a:ln>
                  <a:noFill/>
                </a:ln>
                <a:solidFill>
                  <a:srgbClr val="000000"/>
                </a:solidFill>
                <a:effectLst/>
                <a:uLnTx/>
                <a:uFillTx/>
                <a:latin typeface="Ubuntu"/>
                <a:ea typeface="+mn-ea"/>
                <a:cs typeface="+mn-cs"/>
              </a:rPr>
              <a:t> nisi vel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augue</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a:p>
            <a:pPr marL="0" marR="0" lvl="0" indent="0" algn="l" defTabSz="914400" rtl="0" eaLnBrk="1" fontAlgn="auto" latinLnBrk="0" hangingPunct="1">
              <a:lnSpc>
                <a:spcPct val="100000"/>
              </a:lnSpc>
              <a:spcBef>
                <a:spcPts val="120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cxnSp>
        <p:nvCxnSpPr>
          <p:cNvPr id="34" name="Straight Connector 33">
            <a:extLst>
              <a:ext uri="{FF2B5EF4-FFF2-40B4-BE49-F238E27FC236}">
                <a16:creationId xmlns:a16="http://schemas.microsoft.com/office/drawing/2014/main" id="{811A1355-EDAA-20CF-8DFF-30A5CCCA4F77}"/>
              </a:ext>
              <a:ext uri="{C183D7F6-B498-43B3-948B-1728B52AA6E4}">
                <adec:decorative xmlns:adec="http://schemas.microsoft.com/office/drawing/2017/decorative" val="1"/>
              </a:ext>
            </a:extLst>
          </p:cNvPr>
          <p:cNvCxnSpPr>
            <a:cxnSpLocks/>
          </p:cNvCxnSpPr>
          <p:nvPr/>
        </p:nvCxnSpPr>
        <p:spPr>
          <a:xfrm>
            <a:off x="5698666" y="4240307"/>
            <a:ext cx="2845774"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2FA476B1-4467-2EE7-68CB-33672028AC38}"/>
              </a:ext>
            </a:extLst>
          </p:cNvPr>
          <p:cNvSpPr/>
          <p:nvPr/>
        </p:nvSpPr>
        <p:spPr>
          <a:xfrm>
            <a:off x="8940188" y="4506876"/>
            <a:ext cx="2665881" cy="307777"/>
          </a:xfrm>
          <a:prstGeom prst="rect">
            <a:avLst/>
          </a:prstGeom>
        </p:spPr>
        <p:txBody>
          <a:bodyPr vert="horz" wrap="square" lIns="0" tIns="0" rIns="0" bIns="0" rtlCol="0" anchor="t">
            <a:spAutoFit/>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Medium"/>
                <a:ea typeface="+mn-ea"/>
                <a:cs typeface="+mn-cs"/>
              </a:rPr>
              <a:t>Heading Text</a:t>
            </a:r>
          </a:p>
        </p:txBody>
      </p:sp>
      <p:sp>
        <p:nvSpPr>
          <p:cNvPr id="38" name="Rectangle 37">
            <a:extLst>
              <a:ext uri="{FF2B5EF4-FFF2-40B4-BE49-F238E27FC236}">
                <a16:creationId xmlns:a16="http://schemas.microsoft.com/office/drawing/2014/main" id="{A3D9EAD5-F84A-BF77-BA4E-061D878D24DF}"/>
              </a:ext>
            </a:extLst>
          </p:cNvPr>
          <p:cNvSpPr/>
          <p:nvPr/>
        </p:nvSpPr>
        <p:spPr>
          <a:xfrm>
            <a:off x="8948594" y="4955341"/>
            <a:ext cx="2658773" cy="1379178"/>
          </a:xfrm>
          <a:prstGeom prst="rect">
            <a:avLst/>
          </a:prstGeom>
        </p:spPr>
        <p:txBody>
          <a:bodyPr vert="horz" lIns="0" tIns="0" rIns="0" bIns="0" numCol="1" rtlCol="0">
            <a:noAutofit/>
          </a:bodyPr>
          <a:lstStyle/>
          <a:p>
            <a:pPr marL="180975" marR="0" lvl="1" indent="-180975"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vulputate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eleifend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tellus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metus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varius</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laoreet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Quisque</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rutrum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p>
          <a:p>
            <a:pPr marL="360000" marR="0" lvl="2" indent="-180000" algn="l" defTabSz="914400" rtl="0" eaLnBrk="1" fontAlgn="auto" latinLnBrk="0" hangingPunct="1">
              <a:lnSpc>
                <a:spcPct val="100000"/>
              </a:lnSpc>
              <a:spcBef>
                <a:spcPts val="1200"/>
              </a:spcBef>
              <a:spcAft>
                <a:spcPts val="0"/>
              </a:spcAft>
              <a:buClr>
                <a:srgbClr val="1DB6F3"/>
              </a:buClr>
              <a:buSzTx/>
              <a:buFont typeface="System Font Regular"/>
              <a:buChar char="-"/>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Aenean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imperdiet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Etiam</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ultricies</a:t>
            </a:r>
            <a:r>
              <a:rPr kumimoji="0" lang="en-US" sz="1400" b="0" i="0" u="none" strike="noStrike" kern="1200" cap="none" spc="0" normalizeH="0" baseline="0" noProof="0" dirty="0">
                <a:ln>
                  <a:noFill/>
                </a:ln>
                <a:solidFill>
                  <a:srgbClr val="000000"/>
                </a:solidFill>
                <a:effectLst/>
                <a:uLnTx/>
                <a:uFillTx/>
                <a:latin typeface="Ubuntu"/>
                <a:ea typeface="+mn-ea"/>
                <a:cs typeface="+mn-cs"/>
              </a:rPr>
              <a:t> nisi vel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augue</a:t>
            </a:r>
            <a:r>
              <a:rPr kumimoji="0" lang="en-US" sz="1400" b="0" i="0" u="none" strike="noStrike" kern="1200" cap="none" spc="0" normalizeH="0" baseline="0" noProof="0" dirty="0">
                <a:ln>
                  <a:noFill/>
                </a:ln>
                <a:solidFill>
                  <a:srgbClr val="000000"/>
                </a:solidFill>
                <a:effectLst/>
                <a:uLnTx/>
                <a:uFillTx/>
                <a:latin typeface="Ubuntu"/>
                <a:ea typeface="+mn-ea"/>
                <a:cs typeface="+mn-cs"/>
              </a:rPr>
              <a:t>.</a:t>
            </a:r>
          </a:p>
          <a:p>
            <a:pPr marL="0" marR="0" lvl="0" indent="0" algn="l" defTabSz="914400" rtl="0" eaLnBrk="1" fontAlgn="auto" latinLnBrk="0" hangingPunct="1">
              <a:lnSpc>
                <a:spcPct val="100000"/>
              </a:lnSpc>
              <a:spcBef>
                <a:spcPts val="120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cxnSp>
        <p:nvCxnSpPr>
          <p:cNvPr id="39" name="Straight Connector 38">
            <a:extLst>
              <a:ext uri="{FF2B5EF4-FFF2-40B4-BE49-F238E27FC236}">
                <a16:creationId xmlns:a16="http://schemas.microsoft.com/office/drawing/2014/main" id="{20C29B24-DE98-B866-2F66-C04A4196AD5E}"/>
              </a:ext>
              <a:ext uri="{C183D7F6-B498-43B3-948B-1728B52AA6E4}">
                <adec:decorative xmlns:adec="http://schemas.microsoft.com/office/drawing/2017/decorative" val="1"/>
              </a:ext>
            </a:extLst>
          </p:cNvPr>
          <p:cNvCxnSpPr>
            <a:cxnSpLocks/>
          </p:cNvCxnSpPr>
          <p:nvPr/>
        </p:nvCxnSpPr>
        <p:spPr>
          <a:xfrm>
            <a:off x="8810834" y="4240307"/>
            <a:ext cx="2845774"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35" name="Date Placeholder 34">
            <a:extLst>
              <a:ext uri="{FF2B5EF4-FFF2-40B4-BE49-F238E27FC236}">
                <a16:creationId xmlns:a16="http://schemas.microsoft.com/office/drawing/2014/main" id="{A7FA5E92-F7B8-15B5-D820-CE448F23A8A2}"/>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7" name="Footer Placeholder 36">
            <a:extLst>
              <a:ext uri="{FF2B5EF4-FFF2-40B4-BE49-F238E27FC236}">
                <a16:creationId xmlns:a16="http://schemas.microsoft.com/office/drawing/2014/main" id="{B4E214BE-C60F-781B-8E64-5E2D0DD417EB}"/>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40" name="Slide Number Placeholder 39">
            <a:extLst>
              <a:ext uri="{FF2B5EF4-FFF2-40B4-BE49-F238E27FC236}">
                <a16:creationId xmlns:a16="http://schemas.microsoft.com/office/drawing/2014/main" id="{2C9ED929-5AF7-1F14-9A0A-FB37E8809C5A}"/>
              </a:ext>
            </a:extLst>
          </p:cNvPr>
          <p:cNvSpPr>
            <a:spLocks noGrp="1"/>
          </p:cNvSpPr>
          <p:nvPr>
            <p:ph type="sldNum" sz="quarter" idx="12"/>
          </p:nvPr>
        </p:nvSpPr>
        <p:spPr/>
        <p:txBody>
          <a:bodyPr/>
          <a:lstStyle/>
          <a:p>
            <a:pPr algn="r"/>
            <a:fld id="{5D9A5160-6218-4E5A-B9E6-B93E3DAE377C}" type="slidenum">
              <a:rPr lang="en-US" smtClean="0"/>
              <a:pPr algn="r"/>
              <a:t>58</a:t>
            </a:fld>
            <a:endParaRPr lang="en-US" dirty="0"/>
          </a:p>
        </p:txBody>
      </p:sp>
    </p:spTree>
    <p:extLst>
      <p:ext uri="{BB962C8B-B14F-4D97-AF65-F5344CB8AC3E}">
        <p14:creationId xmlns:p14="http://schemas.microsoft.com/office/powerpoint/2010/main" val="1744537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ED4CA1-7CA4-066F-8C66-21DA93C0EA96}"/>
            </a:ext>
          </a:extLst>
        </p:cNvPr>
        <p:cNvGrpSpPr/>
        <p:nvPr/>
      </p:nvGrpSpPr>
      <p:grpSpPr>
        <a:xfrm>
          <a:off x="0" y="0"/>
          <a:ext cx="0" cy="0"/>
          <a:chOff x="0" y="0"/>
          <a:chExt cx="0" cy="0"/>
        </a:xfrm>
      </p:grpSpPr>
      <p:sp>
        <p:nvSpPr>
          <p:cNvPr id="33" name="Date Placeholder 32">
            <a:extLst>
              <a:ext uri="{FF2B5EF4-FFF2-40B4-BE49-F238E27FC236}">
                <a16:creationId xmlns:a16="http://schemas.microsoft.com/office/drawing/2014/main" id="{5C3B8C8A-06DA-6B24-36D0-2F4884760FE1}"/>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4" name="Footer Placeholder 33">
            <a:extLst>
              <a:ext uri="{FF2B5EF4-FFF2-40B4-BE49-F238E27FC236}">
                <a16:creationId xmlns:a16="http://schemas.microsoft.com/office/drawing/2014/main" id="{8FE738A1-17E7-B4EB-EF42-6097C0330A45}"/>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35" name="Slide Number Placeholder 34">
            <a:extLst>
              <a:ext uri="{FF2B5EF4-FFF2-40B4-BE49-F238E27FC236}">
                <a16:creationId xmlns:a16="http://schemas.microsoft.com/office/drawing/2014/main" id="{4D5AF13C-9CED-BE0E-33BC-4FAD51EF0048}"/>
              </a:ext>
            </a:extLst>
          </p:cNvPr>
          <p:cNvSpPr>
            <a:spLocks noGrp="1"/>
          </p:cNvSpPr>
          <p:nvPr>
            <p:ph type="sldNum" sz="quarter" idx="12"/>
          </p:nvPr>
        </p:nvSpPr>
        <p:spPr/>
        <p:txBody>
          <a:bodyPr/>
          <a:lstStyle/>
          <a:p>
            <a:pPr algn="r"/>
            <a:fld id="{5D9A5160-6218-4E5A-B9E6-B93E3DAE377C}" type="slidenum">
              <a:rPr lang="en-US" smtClean="0"/>
              <a:pPr algn="r"/>
              <a:t>59</a:t>
            </a:fld>
            <a:endParaRPr lang="en-US" dirty="0"/>
          </a:p>
        </p:txBody>
      </p:sp>
      <p:sp>
        <p:nvSpPr>
          <p:cNvPr id="2" name="Titre 1">
            <a:extLst>
              <a:ext uri="{FF2B5EF4-FFF2-40B4-BE49-F238E27FC236}">
                <a16:creationId xmlns:a16="http://schemas.microsoft.com/office/drawing/2014/main" id="{D3147749-C9AB-829A-83F7-AA8DA6701A8A}"/>
              </a:ext>
            </a:extLst>
          </p:cNvPr>
          <p:cNvSpPr>
            <a:spLocks noGrp="1"/>
          </p:cNvSpPr>
          <p:nvPr>
            <p:ph type="title"/>
          </p:nvPr>
        </p:nvSpPr>
        <p:spPr/>
        <p:txBody>
          <a:bodyPr/>
          <a:lstStyle/>
          <a:p>
            <a:r>
              <a:rPr lang="en-US" dirty="0"/>
              <a:t>Process overview or </a:t>
            </a:r>
            <a:br>
              <a:rPr lang="en-US" dirty="0"/>
            </a:br>
            <a:r>
              <a:rPr lang="en-US" dirty="0"/>
              <a:t>simple timeline 1</a:t>
            </a:r>
          </a:p>
        </p:txBody>
      </p:sp>
      <p:cxnSp>
        <p:nvCxnSpPr>
          <p:cNvPr id="15" name="Straight Connector 21">
            <a:extLst>
              <a:ext uri="{FF2B5EF4-FFF2-40B4-BE49-F238E27FC236}">
                <a16:creationId xmlns:a16="http://schemas.microsoft.com/office/drawing/2014/main" id="{64CE282E-3042-27ED-BD46-40AE8AC33373}"/>
              </a:ext>
              <a:ext uri="{C183D7F6-B498-43B3-948B-1728B52AA6E4}">
                <adec:decorative xmlns:adec="http://schemas.microsoft.com/office/drawing/2017/decorative" val="1"/>
              </a:ext>
            </a:extLst>
          </p:cNvPr>
          <p:cNvCxnSpPr>
            <a:cxnSpLocks/>
          </p:cNvCxnSpPr>
          <p:nvPr/>
        </p:nvCxnSpPr>
        <p:spPr>
          <a:xfrm>
            <a:off x="1416050" y="2420938"/>
            <a:ext cx="10775950" cy="0"/>
          </a:xfrm>
          <a:prstGeom prst="line">
            <a:avLst/>
          </a:prstGeom>
          <a:ln w="38100">
            <a:solidFill>
              <a:schemeClr val="bg1"/>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Oval 24">
            <a:extLst>
              <a:ext uri="{FF2B5EF4-FFF2-40B4-BE49-F238E27FC236}">
                <a16:creationId xmlns:a16="http://schemas.microsoft.com/office/drawing/2014/main" id="{069A5382-5C50-7495-AFC2-60085F510C1D}"/>
              </a:ext>
            </a:extLst>
          </p:cNvPr>
          <p:cNvSpPr/>
          <p:nvPr/>
        </p:nvSpPr>
        <p:spPr>
          <a:xfrm>
            <a:off x="1420515" y="2162249"/>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1</a:t>
            </a:r>
          </a:p>
        </p:txBody>
      </p:sp>
      <p:sp>
        <p:nvSpPr>
          <p:cNvPr id="17" name="Rectangle 16">
            <a:extLst>
              <a:ext uri="{FF2B5EF4-FFF2-40B4-BE49-F238E27FC236}">
                <a16:creationId xmlns:a16="http://schemas.microsoft.com/office/drawing/2014/main" id="{92513E95-5EC3-A9EF-AA58-BD9F3EB7BE47}"/>
              </a:ext>
            </a:extLst>
          </p:cNvPr>
          <p:cNvSpPr/>
          <p:nvPr/>
        </p:nvSpPr>
        <p:spPr>
          <a:xfrm>
            <a:off x="1420515" y="2924175"/>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1" indent="0" algn="l" defTabSz="914400" rtl="0" eaLnBrk="1" fontAlgn="auto" latinLnBrk="0" hangingPunct="1">
              <a:lnSpc>
                <a:spcPct val="100000"/>
              </a:lnSpc>
              <a:spcBef>
                <a:spcPts val="300"/>
              </a:spcBef>
              <a:spcAft>
                <a:spcPts val="0"/>
              </a:spcAft>
              <a:buClrTx/>
              <a:buSzTx/>
              <a:buFontTx/>
              <a:buNone/>
              <a:tabLst>
                <a:tab pos="180975" algn="l"/>
              </a:tabLst>
              <a:defRPr/>
            </a:pPr>
            <a:r>
              <a:rPr kumimoji="0" lang="en-US" sz="2000" b="1" i="0" u="none" strike="noStrike" kern="1200" cap="none" spc="0" normalizeH="0" baseline="0" noProof="0" dirty="0">
                <a:ln>
                  <a:noFill/>
                </a:ln>
                <a:solidFill>
                  <a:srgbClr val="FFFFFF"/>
                </a:solidFill>
                <a:effectLst/>
                <a:uLnTx/>
                <a:uFillTx/>
                <a:ea typeface="+mn-ea"/>
                <a:cs typeface="+mn-cs"/>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sp>
        <p:nvSpPr>
          <p:cNvPr id="20" name="Oval 27">
            <a:extLst>
              <a:ext uri="{FF2B5EF4-FFF2-40B4-BE49-F238E27FC236}">
                <a16:creationId xmlns:a16="http://schemas.microsoft.com/office/drawing/2014/main" id="{3ED5E9F9-803B-67FA-9203-A489088963FD}"/>
              </a:ext>
            </a:extLst>
          </p:cNvPr>
          <p:cNvSpPr/>
          <p:nvPr/>
        </p:nvSpPr>
        <p:spPr>
          <a:xfrm>
            <a:off x="7064770" y="2162249"/>
            <a:ext cx="577368" cy="565479"/>
          </a:xfrm>
          <a:prstGeom prst="ellipse">
            <a:avLst/>
          </a:prstGeom>
          <a:solidFill>
            <a:schemeClr val="bg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chemeClr val="tx2"/>
                </a:solidFill>
                <a:effectLst/>
                <a:uLnTx/>
                <a:uFillTx/>
                <a:latin typeface="Ubuntu"/>
                <a:ea typeface="+mn-ea"/>
                <a:cs typeface="+mn-cs"/>
              </a:rPr>
              <a:t>3</a:t>
            </a:r>
          </a:p>
        </p:txBody>
      </p:sp>
      <p:cxnSp>
        <p:nvCxnSpPr>
          <p:cNvPr id="46" name="Straight Connector 21">
            <a:extLst>
              <a:ext uri="{FF2B5EF4-FFF2-40B4-BE49-F238E27FC236}">
                <a16:creationId xmlns:a16="http://schemas.microsoft.com/office/drawing/2014/main" id="{02B302E0-EA84-E641-4D3A-7399E85EA53F}"/>
              </a:ext>
              <a:ext uri="{C183D7F6-B498-43B3-948B-1728B52AA6E4}">
                <adec:decorative xmlns:adec="http://schemas.microsoft.com/office/drawing/2017/decorative" val="1"/>
              </a:ext>
            </a:extLst>
          </p:cNvPr>
          <p:cNvCxnSpPr>
            <a:cxnSpLocks/>
          </p:cNvCxnSpPr>
          <p:nvPr/>
        </p:nvCxnSpPr>
        <p:spPr>
          <a:xfrm flipV="1">
            <a:off x="0" y="4422732"/>
            <a:ext cx="9973488" cy="14331"/>
          </a:xfrm>
          <a:prstGeom prst="line">
            <a:avLst/>
          </a:prstGeom>
          <a:ln w="38100">
            <a:solidFill>
              <a:schemeClr val="bg2"/>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3" name="Oval 24">
            <a:extLst>
              <a:ext uri="{FF2B5EF4-FFF2-40B4-BE49-F238E27FC236}">
                <a16:creationId xmlns:a16="http://schemas.microsoft.com/office/drawing/2014/main" id="{24555E13-3E34-5C79-8AF4-6DFD5CD86EC4}"/>
              </a:ext>
            </a:extLst>
          </p:cNvPr>
          <p:cNvSpPr/>
          <p:nvPr/>
        </p:nvSpPr>
        <p:spPr>
          <a:xfrm>
            <a:off x="4243925" y="2162249"/>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2</a:t>
            </a:r>
          </a:p>
        </p:txBody>
      </p:sp>
      <p:sp>
        <p:nvSpPr>
          <p:cNvPr id="4" name="Rectangle 3">
            <a:extLst>
              <a:ext uri="{FF2B5EF4-FFF2-40B4-BE49-F238E27FC236}">
                <a16:creationId xmlns:a16="http://schemas.microsoft.com/office/drawing/2014/main" id="{B790D680-1576-0E99-7C29-3D0BF70BECC9}"/>
              </a:ext>
            </a:extLst>
          </p:cNvPr>
          <p:cNvSpPr/>
          <p:nvPr/>
        </p:nvSpPr>
        <p:spPr>
          <a:xfrm>
            <a:off x="4243925" y="2924175"/>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sp>
        <p:nvSpPr>
          <p:cNvPr id="5" name="Rectangle 4">
            <a:extLst>
              <a:ext uri="{FF2B5EF4-FFF2-40B4-BE49-F238E27FC236}">
                <a16:creationId xmlns:a16="http://schemas.microsoft.com/office/drawing/2014/main" id="{C0FCDA53-8CC8-F01C-04F1-E8719F838D8E}"/>
              </a:ext>
            </a:extLst>
          </p:cNvPr>
          <p:cNvSpPr/>
          <p:nvPr/>
        </p:nvSpPr>
        <p:spPr>
          <a:xfrm>
            <a:off x="7067335" y="2924175"/>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Highlight</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To focus on key milestones </a:t>
            </a:r>
          </a:p>
        </p:txBody>
      </p:sp>
      <p:sp>
        <p:nvSpPr>
          <p:cNvPr id="6" name="Oval 24">
            <a:extLst>
              <a:ext uri="{FF2B5EF4-FFF2-40B4-BE49-F238E27FC236}">
                <a16:creationId xmlns:a16="http://schemas.microsoft.com/office/drawing/2014/main" id="{4F7FCD75-5B5E-C476-5C11-D29D18678DCA}"/>
              </a:ext>
            </a:extLst>
          </p:cNvPr>
          <p:cNvSpPr/>
          <p:nvPr/>
        </p:nvSpPr>
        <p:spPr>
          <a:xfrm>
            <a:off x="1420515" y="4167512"/>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5</a:t>
            </a:r>
          </a:p>
        </p:txBody>
      </p:sp>
      <p:sp>
        <p:nvSpPr>
          <p:cNvPr id="8" name="Rectangle 7">
            <a:extLst>
              <a:ext uri="{FF2B5EF4-FFF2-40B4-BE49-F238E27FC236}">
                <a16:creationId xmlns:a16="http://schemas.microsoft.com/office/drawing/2014/main" id="{D1F5B56F-47DB-0962-5087-5D10AF46C51C}"/>
              </a:ext>
            </a:extLst>
          </p:cNvPr>
          <p:cNvSpPr/>
          <p:nvPr/>
        </p:nvSpPr>
        <p:spPr>
          <a:xfrm>
            <a:off x="1420515" y="4929438"/>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sp>
        <p:nvSpPr>
          <p:cNvPr id="9" name="Oval 24">
            <a:extLst>
              <a:ext uri="{FF2B5EF4-FFF2-40B4-BE49-F238E27FC236}">
                <a16:creationId xmlns:a16="http://schemas.microsoft.com/office/drawing/2014/main" id="{B97118E5-0997-B8E5-D083-B0300C6E7594}"/>
              </a:ext>
            </a:extLst>
          </p:cNvPr>
          <p:cNvSpPr/>
          <p:nvPr/>
        </p:nvSpPr>
        <p:spPr>
          <a:xfrm>
            <a:off x="4243925" y="4167512"/>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6</a:t>
            </a:r>
          </a:p>
        </p:txBody>
      </p:sp>
      <p:sp>
        <p:nvSpPr>
          <p:cNvPr id="10" name="Rectangle 9">
            <a:extLst>
              <a:ext uri="{FF2B5EF4-FFF2-40B4-BE49-F238E27FC236}">
                <a16:creationId xmlns:a16="http://schemas.microsoft.com/office/drawing/2014/main" id="{AC55926E-AD08-6BB9-6780-40D9239D4872}"/>
              </a:ext>
            </a:extLst>
          </p:cNvPr>
          <p:cNvSpPr/>
          <p:nvPr/>
        </p:nvSpPr>
        <p:spPr>
          <a:xfrm>
            <a:off x="4243925" y="4929438"/>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sp>
        <p:nvSpPr>
          <p:cNvPr id="25" name="Oval 24">
            <a:extLst>
              <a:ext uri="{FF2B5EF4-FFF2-40B4-BE49-F238E27FC236}">
                <a16:creationId xmlns:a16="http://schemas.microsoft.com/office/drawing/2014/main" id="{9C7DBAD7-7939-E8AA-D898-702608CAB6A0}"/>
              </a:ext>
            </a:extLst>
          </p:cNvPr>
          <p:cNvSpPr/>
          <p:nvPr/>
        </p:nvSpPr>
        <p:spPr>
          <a:xfrm>
            <a:off x="7067336" y="4167512"/>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7</a:t>
            </a:r>
          </a:p>
        </p:txBody>
      </p:sp>
      <p:sp>
        <p:nvSpPr>
          <p:cNvPr id="26" name="Rectangle 25">
            <a:extLst>
              <a:ext uri="{FF2B5EF4-FFF2-40B4-BE49-F238E27FC236}">
                <a16:creationId xmlns:a16="http://schemas.microsoft.com/office/drawing/2014/main" id="{714A696D-5F7A-A57B-1353-CE05895DC126}"/>
              </a:ext>
            </a:extLst>
          </p:cNvPr>
          <p:cNvSpPr/>
          <p:nvPr/>
        </p:nvSpPr>
        <p:spPr>
          <a:xfrm>
            <a:off x="7067336" y="4929438"/>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sp>
        <p:nvSpPr>
          <p:cNvPr id="27" name="Oval 24">
            <a:extLst>
              <a:ext uri="{FF2B5EF4-FFF2-40B4-BE49-F238E27FC236}">
                <a16:creationId xmlns:a16="http://schemas.microsoft.com/office/drawing/2014/main" id="{0F84FCC6-F75D-D0F4-B6D7-7632EBD04676}"/>
              </a:ext>
            </a:extLst>
          </p:cNvPr>
          <p:cNvSpPr/>
          <p:nvPr/>
        </p:nvSpPr>
        <p:spPr>
          <a:xfrm>
            <a:off x="9890746" y="4167512"/>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8</a:t>
            </a:r>
          </a:p>
        </p:txBody>
      </p:sp>
      <p:sp>
        <p:nvSpPr>
          <p:cNvPr id="28" name="Rectangle 27">
            <a:extLst>
              <a:ext uri="{FF2B5EF4-FFF2-40B4-BE49-F238E27FC236}">
                <a16:creationId xmlns:a16="http://schemas.microsoft.com/office/drawing/2014/main" id="{945BE953-9E46-E090-62CD-54CF09EB97B4}"/>
              </a:ext>
            </a:extLst>
          </p:cNvPr>
          <p:cNvSpPr/>
          <p:nvPr/>
        </p:nvSpPr>
        <p:spPr>
          <a:xfrm>
            <a:off x="9890746" y="4929438"/>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sp>
        <p:nvSpPr>
          <p:cNvPr id="29" name="Oval 24">
            <a:extLst>
              <a:ext uri="{FF2B5EF4-FFF2-40B4-BE49-F238E27FC236}">
                <a16:creationId xmlns:a16="http://schemas.microsoft.com/office/drawing/2014/main" id="{26F1D75C-B342-7527-0897-E6C82D10E78F}"/>
              </a:ext>
            </a:extLst>
          </p:cNvPr>
          <p:cNvSpPr/>
          <p:nvPr/>
        </p:nvSpPr>
        <p:spPr>
          <a:xfrm>
            <a:off x="9890746" y="2162249"/>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4</a:t>
            </a:r>
          </a:p>
        </p:txBody>
      </p:sp>
      <p:sp>
        <p:nvSpPr>
          <p:cNvPr id="32" name="Rectangle 31">
            <a:extLst>
              <a:ext uri="{FF2B5EF4-FFF2-40B4-BE49-F238E27FC236}">
                <a16:creationId xmlns:a16="http://schemas.microsoft.com/office/drawing/2014/main" id="{E94795E1-9220-A3C2-3B78-7D20991E72B9}"/>
              </a:ext>
            </a:extLst>
          </p:cNvPr>
          <p:cNvSpPr/>
          <p:nvPr/>
        </p:nvSpPr>
        <p:spPr>
          <a:xfrm>
            <a:off x="9890746" y="2924175"/>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spTree>
    <p:extLst>
      <p:ext uri="{BB962C8B-B14F-4D97-AF65-F5344CB8AC3E}">
        <p14:creationId xmlns:p14="http://schemas.microsoft.com/office/powerpoint/2010/main" val="276168980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235189-CA58-4DE3-32F3-68C03D5B2BEB}"/>
            </a:ext>
          </a:extLst>
        </p:cNvPr>
        <p:cNvGrpSpPr/>
        <p:nvPr/>
      </p:nvGrpSpPr>
      <p:grpSpPr>
        <a:xfrm>
          <a:off x="0" y="0"/>
          <a:ext cx="0" cy="0"/>
          <a:chOff x="0" y="0"/>
          <a:chExt cx="0" cy="0"/>
        </a:xfrm>
      </p:grpSpPr>
      <p:sp>
        <p:nvSpPr>
          <p:cNvPr id="33" name="Date Placeholder 32">
            <a:extLst>
              <a:ext uri="{FF2B5EF4-FFF2-40B4-BE49-F238E27FC236}">
                <a16:creationId xmlns:a16="http://schemas.microsoft.com/office/drawing/2014/main" id="{8CB8C6A0-E9F1-C7CC-BB2A-A6F69B0AC8BA}"/>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4" name="Footer Placeholder 33">
            <a:extLst>
              <a:ext uri="{FF2B5EF4-FFF2-40B4-BE49-F238E27FC236}">
                <a16:creationId xmlns:a16="http://schemas.microsoft.com/office/drawing/2014/main" id="{30432A2C-B163-97E6-3A3E-B25671F01F3C}"/>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35" name="Slide Number Placeholder 34">
            <a:extLst>
              <a:ext uri="{FF2B5EF4-FFF2-40B4-BE49-F238E27FC236}">
                <a16:creationId xmlns:a16="http://schemas.microsoft.com/office/drawing/2014/main" id="{6B86B8EA-40FC-BE28-C4DD-7BF7BB074818}"/>
              </a:ext>
            </a:extLst>
          </p:cNvPr>
          <p:cNvSpPr>
            <a:spLocks noGrp="1"/>
          </p:cNvSpPr>
          <p:nvPr>
            <p:ph type="sldNum" sz="quarter" idx="12"/>
          </p:nvPr>
        </p:nvSpPr>
        <p:spPr/>
        <p:txBody>
          <a:bodyPr/>
          <a:lstStyle/>
          <a:p>
            <a:pPr algn="r"/>
            <a:fld id="{5D9A5160-6218-4E5A-B9E6-B93E3DAE377C}" type="slidenum">
              <a:rPr lang="en-US" smtClean="0"/>
              <a:pPr algn="r"/>
              <a:t>60</a:t>
            </a:fld>
            <a:endParaRPr lang="en-US" dirty="0"/>
          </a:p>
        </p:txBody>
      </p:sp>
      <p:sp>
        <p:nvSpPr>
          <p:cNvPr id="2" name="Titre 1">
            <a:extLst>
              <a:ext uri="{FF2B5EF4-FFF2-40B4-BE49-F238E27FC236}">
                <a16:creationId xmlns:a16="http://schemas.microsoft.com/office/drawing/2014/main" id="{C90D2F7A-51A0-4280-3CF8-A676FFBF0284}"/>
              </a:ext>
            </a:extLst>
          </p:cNvPr>
          <p:cNvSpPr>
            <a:spLocks noGrp="1"/>
          </p:cNvSpPr>
          <p:nvPr>
            <p:ph type="title"/>
          </p:nvPr>
        </p:nvSpPr>
        <p:spPr/>
        <p:txBody>
          <a:bodyPr/>
          <a:lstStyle/>
          <a:p>
            <a:r>
              <a:rPr lang="en-US" dirty="0"/>
              <a:t>Process overview or </a:t>
            </a:r>
            <a:br>
              <a:rPr lang="en-US" dirty="0"/>
            </a:br>
            <a:r>
              <a:rPr lang="en-US" dirty="0"/>
              <a:t>simple timeline 2</a:t>
            </a:r>
          </a:p>
        </p:txBody>
      </p:sp>
      <p:cxnSp>
        <p:nvCxnSpPr>
          <p:cNvPr id="15" name="Straight Connector 21">
            <a:extLst>
              <a:ext uri="{FF2B5EF4-FFF2-40B4-BE49-F238E27FC236}">
                <a16:creationId xmlns:a16="http://schemas.microsoft.com/office/drawing/2014/main" id="{A43160B2-CD83-47B9-2078-F3480C2FB483}"/>
              </a:ext>
              <a:ext uri="{C183D7F6-B498-43B3-948B-1728B52AA6E4}">
                <adec:decorative xmlns:adec="http://schemas.microsoft.com/office/drawing/2017/decorative" val="1"/>
              </a:ext>
            </a:extLst>
          </p:cNvPr>
          <p:cNvCxnSpPr>
            <a:cxnSpLocks/>
          </p:cNvCxnSpPr>
          <p:nvPr/>
        </p:nvCxnSpPr>
        <p:spPr>
          <a:xfrm>
            <a:off x="1416050" y="2420938"/>
            <a:ext cx="10775950" cy="0"/>
          </a:xfrm>
          <a:prstGeom prst="line">
            <a:avLst/>
          </a:prstGeom>
          <a:ln w="38100">
            <a:solidFill>
              <a:schemeClr val="bg1"/>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Oval 24">
            <a:extLst>
              <a:ext uri="{FF2B5EF4-FFF2-40B4-BE49-F238E27FC236}">
                <a16:creationId xmlns:a16="http://schemas.microsoft.com/office/drawing/2014/main" id="{39300B2B-4010-5D81-4798-F67E52B16B34}"/>
              </a:ext>
              <a:ext uri="{C183D7F6-B498-43B3-948B-1728B52AA6E4}">
                <adec:decorative xmlns:adec="http://schemas.microsoft.com/office/drawing/2017/decorative" val="0"/>
              </a:ext>
            </a:extLst>
          </p:cNvPr>
          <p:cNvSpPr/>
          <p:nvPr/>
        </p:nvSpPr>
        <p:spPr>
          <a:xfrm>
            <a:off x="1420515" y="2162249"/>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1</a:t>
            </a:r>
          </a:p>
        </p:txBody>
      </p:sp>
      <p:sp>
        <p:nvSpPr>
          <p:cNvPr id="17" name="Rectangle 16">
            <a:extLst>
              <a:ext uri="{FF2B5EF4-FFF2-40B4-BE49-F238E27FC236}">
                <a16:creationId xmlns:a16="http://schemas.microsoft.com/office/drawing/2014/main" id="{04E0A844-B3EE-682F-50DF-A28297BCE0F5}"/>
              </a:ext>
            </a:extLst>
          </p:cNvPr>
          <p:cNvSpPr/>
          <p:nvPr/>
        </p:nvSpPr>
        <p:spPr>
          <a:xfrm>
            <a:off x="1420515" y="2924175"/>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1" indent="0" algn="l" defTabSz="914400" rtl="0" eaLnBrk="1" fontAlgn="auto" latinLnBrk="0" hangingPunct="1">
              <a:lnSpc>
                <a:spcPct val="100000"/>
              </a:lnSpc>
              <a:spcBef>
                <a:spcPts val="300"/>
              </a:spcBef>
              <a:spcAft>
                <a:spcPts val="0"/>
              </a:spcAft>
              <a:buClrTx/>
              <a:buSzTx/>
              <a:buFontTx/>
              <a:buNone/>
              <a:tabLst>
                <a:tab pos="180975" algn="l"/>
              </a:tabLst>
              <a:defRPr/>
            </a:pPr>
            <a:r>
              <a:rPr kumimoji="0" lang="en-US" sz="2000" b="1" i="0" u="none" strike="noStrike" kern="1200" cap="none" spc="0" normalizeH="0" baseline="0" noProof="0" dirty="0">
                <a:ln>
                  <a:noFill/>
                </a:ln>
                <a:solidFill>
                  <a:srgbClr val="FFFFFF"/>
                </a:solidFill>
                <a:effectLst/>
                <a:uLnTx/>
                <a:uFillTx/>
                <a:ea typeface="+mn-ea"/>
                <a:cs typeface="+mn-cs"/>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cxnSp>
        <p:nvCxnSpPr>
          <p:cNvPr id="46" name="Straight Connector 21">
            <a:extLst>
              <a:ext uri="{FF2B5EF4-FFF2-40B4-BE49-F238E27FC236}">
                <a16:creationId xmlns:a16="http://schemas.microsoft.com/office/drawing/2014/main" id="{A90408DC-F711-FD16-574C-79B72282D60F}"/>
              </a:ext>
              <a:ext uri="{C183D7F6-B498-43B3-948B-1728B52AA6E4}">
                <adec:decorative xmlns:adec="http://schemas.microsoft.com/office/drawing/2017/decorative" val="1"/>
              </a:ext>
            </a:extLst>
          </p:cNvPr>
          <p:cNvCxnSpPr>
            <a:cxnSpLocks/>
          </p:cNvCxnSpPr>
          <p:nvPr/>
        </p:nvCxnSpPr>
        <p:spPr>
          <a:xfrm flipV="1">
            <a:off x="0" y="4422732"/>
            <a:ext cx="9973488" cy="14331"/>
          </a:xfrm>
          <a:prstGeom prst="line">
            <a:avLst/>
          </a:prstGeom>
          <a:ln w="38100">
            <a:solidFill>
              <a:schemeClr val="bg2"/>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3" name="Oval 24">
            <a:extLst>
              <a:ext uri="{FF2B5EF4-FFF2-40B4-BE49-F238E27FC236}">
                <a16:creationId xmlns:a16="http://schemas.microsoft.com/office/drawing/2014/main" id="{997AD9A9-C804-AD1C-6B68-B2C35DCC026F}"/>
              </a:ext>
            </a:extLst>
          </p:cNvPr>
          <p:cNvSpPr/>
          <p:nvPr/>
        </p:nvSpPr>
        <p:spPr>
          <a:xfrm>
            <a:off x="4243925" y="2162249"/>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2</a:t>
            </a:r>
          </a:p>
        </p:txBody>
      </p:sp>
      <p:sp>
        <p:nvSpPr>
          <p:cNvPr id="4" name="Rectangle 3">
            <a:extLst>
              <a:ext uri="{FF2B5EF4-FFF2-40B4-BE49-F238E27FC236}">
                <a16:creationId xmlns:a16="http://schemas.microsoft.com/office/drawing/2014/main" id="{4AD183B0-7AF4-0475-4DA0-2769CD384536}"/>
              </a:ext>
            </a:extLst>
          </p:cNvPr>
          <p:cNvSpPr/>
          <p:nvPr/>
        </p:nvSpPr>
        <p:spPr>
          <a:xfrm>
            <a:off x="4243925" y="2924175"/>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sp>
        <p:nvSpPr>
          <p:cNvPr id="20" name="Oval 27">
            <a:extLst>
              <a:ext uri="{FF2B5EF4-FFF2-40B4-BE49-F238E27FC236}">
                <a16:creationId xmlns:a16="http://schemas.microsoft.com/office/drawing/2014/main" id="{6519DE98-35FE-A042-ECA9-C3F1AC374F7C}"/>
              </a:ext>
            </a:extLst>
          </p:cNvPr>
          <p:cNvSpPr/>
          <p:nvPr/>
        </p:nvSpPr>
        <p:spPr>
          <a:xfrm>
            <a:off x="7064770" y="2162249"/>
            <a:ext cx="577368" cy="565479"/>
          </a:xfrm>
          <a:prstGeom prst="ellipse">
            <a:avLst/>
          </a:prstGeom>
          <a:solidFill>
            <a:schemeClr val="bg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chemeClr val="tx2"/>
                </a:solidFill>
                <a:effectLst/>
                <a:uLnTx/>
                <a:uFillTx/>
                <a:latin typeface="Ubuntu"/>
                <a:ea typeface="+mn-ea"/>
                <a:cs typeface="+mn-cs"/>
              </a:rPr>
              <a:t>3</a:t>
            </a:r>
          </a:p>
        </p:txBody>
      </p:sp>
      <p:sp>
        <p:nvSpPr>
          <p:cNvPr id="5" name="Rectangle 4">
            <a:extLst>
              <a:ext uri="{FF2B5EF4-FFF2-40B4-BE49-F238E27FC236}">
                <a16:creationId xmlns:a16="http://schemas.microsoft.com/office/drawing/2014/main" id="{6CFF1F96-051F-62AE-A9E9-67376C2BB8D8}"/>
              </a:ext>
            </a:extLst>
          </p:cNvPr>
          <p:cNvSpPr/>
          <p:nvPr/>
        </p:nvSpPr>
        <p:spPr>
          <a:xfrm>
            <a:off x="7067335" y="2924175"/>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Highlight</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To focus on key milestones </a:t>
            </a:r>
          </a:p>
        </p:txBody>
      </p:sp>
      <p:sp>
        <p:nvSpPr>
          <p:cNvPr id="29" name="Oval 24">
            <a:extLst>
              <a:ext uri="{FF2B5EF4-FFF2-40B4-BE49-F238E27FC236}">
                <a16:creationId xmlns:a16="http://schemas.microsoft.com/office/drawing/2014/main" id="{17402F16-9A8A-4C10-244C-32E50B498080}"/>
              </a:ext>
            </a:extLst>
          </p:cNvPr>
          <p:cNvSpPr/>
          <p:nvPr/>
        </p:nvSpPr>
        <p:spPr>
          <a:xfrm>
            <a:off x="9890746" y="2162249"/>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4</a:t>
            </a:r>
          </a:p>
        </p:txBody>
      </p:sp>
      <p:sp>
        <p:nvSpPr>
          <p:cNvPr id="32" name="Rectangle 31">
            <a:extLst>
              <a:ext uri="{FF2B5EF4-FFF2-40B4-BE49-F238E27FC236}">
                <a16:creationId xmlns:a16="http://schemas.microsoft.com/office/drawing/2014/main" id="{82D23C81-5DB4-0134-FBC0-182CFE740620}"/>
              </a:ext>
            </a:extLst>
          </p:cNvPr>
          <p:cNvSpPr/>
          <p:nvPr/>
        </p:nvSpPr>
        <p:spPr>
          <a:xfrm>
            <a:off x="9890746" y="2924175"/>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sp>
        <p:nvSpPr>
          <p:cNvPr id="6" name="Oval 24">
            <a:extLst>
              <a:ext uri="{FF2B5EF4-FFF2-40B4-BE49-F238E27FC236}">
                <a16:creationId xmlns:a16="http://schemas.microsoft.com/office/drawing/2014/main" id="{2D0E4659-1F95-EBCF-514E-68F68EC056E6}"/>
              </a:ext>
            </a:extLst>
          </p:cNvPr>
          <p:cNvSpPr/>
          <p:nvPr/>
        </p:nvSpPr>
        <p:spPr>
          <a:xfrm>
            <a:off x="1420515" y="4167512"/>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5</a:t>
            </a:r>
          </a:p>
        </p:txBody>
      </p:sp>
      <p:sp>
        <p:nvSpPr>
          <p:cNvPr id="8" name="Rectangle 7">
            <a:extLst>
              <a:ext uri="{FF2B5EF4-FFF2-40B4-BE49-F238E27FC236}">
                <a16:creationId xmlns:a16="http://schemas.microsoft.com/office/drawing/2014/main" id="{C2431A9C-4D4D-A1F8-040C-72D86EA485B0}"/>
              </a:ext>
            </a:extLst>
          </p:cNvPr>
          <p:cNvSpPr/>
          <p:nvPr/>
        </p:nvSpPr>
        <p:spPr>
          <a:xfrm>
            <a:off x="1420515" y="4929438"/>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sp>
        <p:nvSpPr>
          <p:cNvPr id="9" name="Oval 24">
            <a:extLst>
              <a:ext uri="{FF2B5EF4-FFF2-40B4-BE49-F238E27FC236}">
                <a16:creationId xmlns:a16="http://schemas.microsoft.com/office/drawing/2014/main" id="{71BE892B-97EB-E2C0-4090-7365DDFA31A2}"/>
              </a:ext>
            </a:extLst>
          </p:cNvPr>
          <p:cNvSpPr/>
          <p:nvPr/>
        </p:nvSpPr>
        <p:spPr>
          <a:xfrm>
            <a:off x="4243925" y="4167512"/>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6</a:t>
            </a:r>
          </a:p>
        </p:txBody>
      </p:sp>
      <p:sp>
        <p:nvSpPr>
          <p:cNvPr id="10" name="Rectangle 9">
            <a:extLst>
              <a:ext uri="{FF2B5EF4-FFF2-40B4-BE49-F238E27FC236}">
                <a16:creationId xmlns:a16="http://schemas.microsoft.com/office/drawing/2014/main" id="{3713C2E1-99D4-1E24-D428-B7B9C8178651}"/>
              </a:ext>
            </a:extLst>
          </p:cNvPr>
          <p:cNvSpPr/>
          <p:nvPr/>
        </p:nvSpPr>
        <p:spPr>
          <a:xfrm>
            <a:off x="4243925" y="4929438"/>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sp>
        <p:nvSpPr>
          <p:cNvPr id="25" name="Oval 24">
            <a:extLst>
              <a:ext uri="{FF2B5EF4-FFF2-40B4-BE49-F238E27FC236}">
                <a16:creationId xmlns:a16="http://schemas.microsoft.com/office/drawing/2014/main" id="{35CF4F10-92F0-1A14-7ACB-5A833BEC6847}"/>
              </a:ext>
            </a:extLst>
          </p:cNvPr>
          <p:cNvSpPr/>
          <p:nvPr/>
        </p:nvSpPr>
        <p:spPr>
          <a:xfrm>
            <a:off x="7067336" y="4167512"/>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7</a:t>
            </a:r>
          </a:p>
        </p:txBody>
      </p:sp>
      <p:sp>
        <p:nvSpPr>
          <p:cNvPr id="26" name="Rectangle 25">
            <a:extLst>
              <a:ext uri="{FF2B5EF4-FFF2-40B4-BE49-F238E27FC236}">
                <a16:creationId xmlns:a16="http://schemas.microsoft.com/office/drawing/2014/main" id="{30339BD7-BB17-A30A-7DE4-961E751BB783}"/>
              </a:ext>
            </a:extLst>
          </p:cNvPr>
          <p:cNvSpPr/>
          <p:nvPr/>
        </p:nvSpPr>
        <p:spPr>
          <a:xfrm>
            <a:off x="7067336" y="4929438"/>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sp>
        <p:nvSpPr>
          <p:cNvPr id="27" name="Oval 24">
            <a:extLst>
              <a:ext uri="{FF2B5EF4-FFF2-40B4-BE49-F238E27FC236}">
                <a16:creationId xmlns:a16="http://schemas.microsoft.com/office/drawing/2014/main" id="{20CDBD63-98C2-457B-5393-EBA3030DA523}"/>
              </a:ext>
            </a:extLst>
          </p:cNvPr>
          <p:cNvSpPr/>
          <p:nvPr/>
        </p:nvSpPr>
        <p:spPr>
          <a:xfrm>
            <a:off x="9890746" y="4167512"/>
            <a:ext cx="577368" cy="565479"/>
          </a:xfrm>
          <a:prstGeom prst="ellipse">
            <a:avLst/>
          </a:prstGeom>
          <a:solidFill>
            <a:schemeClr val="tx2"/>
          </a:solidFill>
          <a:ln w="34925">
            <a:solidFill>
              <a:schemeClr val="bg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latin typeface="Ubuntu"/>
                <a:ea typeface="+mn-ea"/>
                <a:cs typeface="+mn-cs"/>
              </a:rPr>
              <a:t>8</a:t>
            </a:r>
          </a:p>
        </p:txBody>
      </p:sp>
      <p:sp>
        <p:nvSpPr>
          <p:cNvPr id="28" name="Rectangle 27">
            <a:extLst>
              <a:ext uri="{FF2B5EF4-FFF2-40B4-BE49-F238E27FC236}">
                <a16:creationId xmlns:a16="http://schemas.microsoft.com/office/drawing/2014/main" id="{64ED4E24-C55E-7B38-93EE-8486533CE2B5}"/>
              </a:ext>
            </a:extLst>
          </p:cNvPr>
          <p:cNvSpPr/>
          <p:nvPr/>
        </p:nvSpPr>
        <p:spPr>
          <a:xfrm>
            <a:off x="9890746" y="4929438"/>
            <a:ext cx="1749870" cy="1009650"/>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tabLst>
                <a:tab pos="180975" algn="l"/>
              </a:tabLst>
              <a:defRPr/>
            </a:pPr>
            <a:r>
              <a:rPr lang="en-US" sz="2000" b="1" dirty="0">
                <a:solidFill>
                  <a:srgbClr val="FFFFFF"/>
                </a:solidFill>
              </a:rPr>
              <a:t>Heading</a:t>
            </a:r>
          </a:p>
          <a:p>
            <a:pPr marL="171450" marR="0" lvl="1"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FFFFFF"/>
                </a:solidFill>
                <a:effectLst/>
                <a:uLnTx/>
                <a:uFillTx/>
                <a:ea typeface="+mn-ea"/>
                <a:cs typeface="+mn-cs"/>
              </a:rPr>
              <a:t>Insert bullet point</a:t>
            </a:r>
          </a:p>
        </p:txBody>
      </p:sp>
    </p:spTree>
    <p:extLst>
      <p:ext uri="{BB962C8B-B14F-4D97-AF65-F5344CB8AC3E}">
        <p14:creationId xmlns:p14="http://schemas.microsoft.com/office/powerpoint/2010/main" val="261264324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71BDE1-7BB0-15A9-E328-10CD45FCFC77}"/>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0D9BD8BD-F487-7773-12B9-DD5A008BEAF6}"/>
              </a:ext>
            </a:extLst>
          </p:cNvPr>
          <p:cNvSpPr>
            <a:spLocks noGrp="1"/>
          </p:cNvSpPr>
          <p:nvPr>
            <p:ph type="title"/>
          </p:nvPr>
        </p:nvSpPr>
        <p:spPr>
          <a:xfrm>
            <a:off x="551384" y="549274"/>
            <a:ext cx="11090938" cy="930372"/>
          </a:xfrm>
        </p:spPr>
        <p:txBody>
          <a:bodyPr/>
          <a:lstStyle/>
          <a:p>
            <a:r>
              <a:rPr lang="en-US" dirty="0"/>
              <a:t>Process overview </a:t>
            </a:r>
            <a:br>
              <a:rPr lang="en-US" dirty="0"/>
            </a:br>
            <a:r>
              <a:rPr lang="en-US" dirty="0"/>
              <a:t>or timeline</a:t>
            </a:r>
          </a:p>
        </p:txBody>
      </p:sp>
      <p:cxnSp>
        <p:nvCxnSpPr>
          <p:cNvPr id="10" name="Straight Connector 21">
            <a:extLst>
              <a:ext uri="{FF2B5EF4-FFF2-40B4-BE49-F238E27FC236}">
                <a16:creationId xmlns:a16="http://schemas.microsoft.com/office/drawing/2014/main" id="{83789458-EB1D-3B3B-1396-9AF9BD1466C7}"/>
              </a:ext>
              <a:ext uri="{C183D7F6-B498-43B3-948B-1728B52AA6E4}">
                <adec:decorative xmlns:adec="http://schemas.microsoft.com/office/drawing/2017/decorative" val="1"/>
              </a:ext>
            </a:extLst>
          </p:cNvPr>
          <p:cNvCxnSpPr>
            <a:cxnSpLocks/>
            <a:stCxn id="14" idx="4"/>
          </p:cNvCxnSpPr>
          <p:nvPr/>
        </p:nvCxnSpPr>
        <p:spPr>
          <a:xfrm>
            <a:off x="2343688" y="2727728"/>
            <a:ext cx="0" cy="4130272"/>
          </a:xfrm>
          <a:prstGeom prst="line">
            <a:avLst/>
          </a:prstGeom>
          <a:ln w="38100">
            <a:solidFill>
              <a:schemeClr val="tx2"/>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8C834A1-5563-DC29-01D9-BEE800C2EF4E}"/>
              </a:ext>
              <a:ext uri="{C183D7F6-B498-43B3-948B-1728B52AA6E4}">
                <adec:decorative xmlns:adec="http://schemas.microsoft.com/office/drawing/2017/decorative" val="1"/>
              </a:ext>
            </a:extLst>
          </p:cNvPr>
          <p:cNvCxnSpPr>
            <a:cxnSpLocks/>
          </p:cNvCxnSpPr>
          <p:nvPr/>
        </p:nvCxnSpPr>
        <p:spPr>
          <a:xfrm>
            <a:off x="6560660" y="0"/>
            <a:ext cx="0" cy="5229200"/>
          </a:xfrm>
          <a:prstGeom prst="line">
            <a:avLst/>
          </a:prstGeom>
          <a:ln w="38100">
            <a:solidFill>
              <a:schemeClr val="tx2"/>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4" name="Oval 24">
            <a:extLst>
              <a:ext uri="{FF2B5EF4-FFF2-40B4-BE49-F238E27FC236}">
                <a16:creationId xmlns:a16="http://schemas.microsoft.com/office/drawing/2014/main" id="{B727E9E2-DDFE-8607-FA3D-76FA37D95C07}"/>
              </a:ext>
            </a:extLst>
          </p:cNvPr>
          <p:cNvSpPr/>
          <p:nvPr/>
        </p:nvSpPr>
        <p:spPr>
          <a:xfrm>
            <a:off x="2055004" y="2162249"/>
            <a:ext cx="577368" cy="565479"/>
          </a:xfrm>
          <a:prstGeom prst="ellipse">
            <a:avLst/>
          </a:prstGeom>
          <a:solidFill>
            <a:schemeClr val="tx2"/>
          </a:solidFill>
          <a:ln w="34925">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6F6F6"/>
                </a:solidFill>
                <a:effectLst/>
                <a:uLnTx/>
                <a:uFillTx/>
                <a:ea typeface="+mn-ea"/>
                <a:cs typeface="+mn-cs"/>
              </a:rPr>
              <a:t>1</a:t>
            </a:r>
          </a:p>
        </p:txBody>
      </p:sp>
      <p:sp>
        <p:nvSpPr>
          <p:cNvPr id="20" name="Rectangle 19">
            <a:extLst>
              <a:ext uri="{FF2B5EF4-FFF2-40B4-BE49-F238E27FC236}">
                <a16:creationId xmlns:a16="http://schemas.microsoft.com/office/drawing/2014/main" id="{3F796B40-4A14-0D65-4CC5-28BFDA30E0C6}"/>
              </a:ext>
            </a:extLst>
          </p:cNvPr>
          <p:cNvSpPr/>
          <p:nvPr/>
        </p:nvSpPr>
        <p:spPr>
          <a:xfrm>
            <a:off x="2815653" y="2162249"/>
            <a:ext cx="3280347" cy="761926"/>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1" indent="0" algn="l" defTabSz="914400" rtl="0" eaLnBrk="1" fontAlgn="auto" latinLnBrk="0" hangingPunct="1">
              <a:lnSpc>
                <a:spcPct val="100000"/>
              </a:lnSpc>
              <a:spcBef>
                <a:spcPts val="300"/>
              </a:spcBef>
              <a:spcAft>
                <a:spcPts val="0"/>
              </a:spcAft>
              <a:buClr>
                <a:srgbClr val="0070AD"/>
              </a:buClr>
              <a:buSzTx/>
              <a:buFontTx/>
              <a:buNone/>
              <a:tabLst>
                <a:tab pos="180975" algn="l"/>
              </a:tabLst>
              <a:defRPr/>
            </a:pPr>
            <a:r>
              <a:rPr kumimoji="0" lang="en-US" sz="2000" b="1" i="0" u="none" strike="noStrike" kern="1200" cap="none" spc="0" normalizeH="0" baseline="0" noProof="0" dirty="0">
                <a:ln>
                  <a:noFill/>
                </a:ln>
                <a:solidFill>
                  <a:srgbClr val="000000"/>
                </a:solidFill>
                <a:effectLst/>
                <a:uLnTx/>
                <a:uFillTx/>
                <a:ea typeface="+mn-ea"/>
                <a:cs typeface="+mn-cs"/>
              </a:rPr>
              <a:t>Highlight</a:t>
            </a:r>
          </a:p>
          <a:p>
            <a:pPr marL="171450" marR="0" lvl="1" indent="-171450" algn="l" defTabSz="914400" rtl="0" eaLnBrk="1" fontAlgn="auto" latinLnBrk="0" hangingPunct="1">
              <a:lnSpc>
                <a:spcPct val="100000"/>
              </a:lnSpc>
              <a:spcBef>
                <a:spcPts val="300"/>
              </a:spcBef>
              <a:spcAft>
                <a:spcPts val="0"/>
              </a:spcAft>
              <a:buClr>
                <a:srgbClr val="0070AD"/>
              </a:buClr>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000000"/>
                </a:solidFill>
                <a:effectLst/>
                <a:uLnTx/>
                <a:uFillTx/>
                <a:ea typeface="+mn-ea"/>
                <a:cs typeface="+mn-cs"/>
              </a:rPr>
              <a:t>To focus on key milestones</a:t>
            </a:r>
          </a:p>
        </p:txBody>
      </p:sp>
      <p:sp>
        <p:nvSpPr>
          <p:cNvPr id="25" name="Oval 37">
            <a:extLst>
              <a:ext uri="{FF2B5EF4-FFF2-40B4-BE49-F238E27FC236}">
                <a16:creationId xmlns:a16="http://schemas.microsoft.com/office/drawing/2014/main" id="{139AFCF7-0BAE-32EC-6DE2-B45F3E3AAA90}"/>
              </a:ext>
            </a:extLst>
          </p:cNvPr>
          <p:cNvSpPr/>
          <p:nvPr/>
        </p:nvSpPr>
        <p:spPr>
          <a:xfrm>
            <a:off x="2062404" y="3146260"/>
            <a:ext cx="577368" cy="565479"/>
          </a:xfrm>
          <a:prstGeom prst="ellipse">
            <a:avLst/>
          </a:prstGeom>
          <a:solidFill>
            <a:schemeClr val="bg1"/>
          </a:solidFill>
          <a:ln w="34925">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57AB"/>
                </a:solidFill>
                <a:effectLst/>
                <a:uLnTx/>
                <a:uFillTx/>
                <a:ea typeface="+mn-ea"/>
                <a:cs typeface="+mn-cs"/>
              </a:rPr>
              <a:t>2</a:t>
            </a:r>
          </a:p>
        </p:txBody>
      </p:sp>
      <p:sp>
        <p:nvSpPr>
          <p:cNvPr id="26" name="Rectangle 25">
            <a:extLst>
              <a:ext uri="{FF2B5EF4-FFF2-40B4-BE49-F238E27FC236}">
                <a16:creationId xmlns:a16="http://schemas.microsoft.com/office/drawing/2014/main" id="{FE3E15CF-1239-D371-8ED1-2C1ACB678013}"/>
              </a:ext>
            </a:extLst>
          </p:cNvPr>
          <p:cNvSpPr/>
          <p:nvPr/>
        </p:nvSpPr>
        <p:spPr>
          <a:xfrm>
            <a:off x="2815653" y="3150790"/>
            <a:ext cx="3280347" cy="761926"/>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buClr>
                <a:srgbClr val="0070AD"/>
              </a:buClr>
              <a:tabLst>
                <a:tab pos="180975" algn="l"/>
              </a:tabLst>
              <a:defRPr/>
            </a:pPr>
            <a:r>
              <a:rPr lang="en-US" sz="2000" b="1" dirty="0">
                <a:solidFill>
                  <a:srgbClr val="000000"/>
                </a:solidFill>
              </a:rPr>
              <a:t>Heading</a:t>
            </a:r>
          </a:p>
          <a:p>
            <a:pPr marL="171450" marR="0" lvl="1" indent="-171450" algn="l" defTabSz="914400" rtl="0" eaLnBrk="1" fontAlgn="auto" latinLnBrk="0" hangingPunct="1">
              <a:lnSpc>
                <a:spcPct val="100000"/>
              </a:lnSpc>
              <a:spcBef>
                <a:spcPts val="300"/>
              </a:spcBef>
              <a:spcAft>
                <a:spcPts val="0"/>
              </a:spcAft>
              <a:buClr>
                <a:srgbClr val="0070AD"/>
              </a:buClr>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000000"/>
                </a:solidFill>
                <a:effectLst/>
                <a:uLnTx/>
                <a:uFillTx/>
                <a:ea typeface="+mn-ea"/>
                <a:cs typeface="+mn-cs"/>
              </a:rPr>
              <a:t>Insert bullet point</a:t>
            </a:r>
          </a:p>
        </p:txBody>
      </p:sp>
      <p:sp>
        <p:nvSpPr>
          <p:cNvPr id="27" name="Oval 37">
            <a:extLst>
              <a:ext uri="{FF2B5EF4-FFF2-40B4-BE49-F238E27FC236}">
                <a16:creationId xmlns:a16="http://schemas.microsoft.com/office/drawing/2014/main" id="{48D01AB3-3261-20EF-23F2-55B2FA177EED}"/>
              </a:ext>
            </a:extLst>
          </p:cNvPr>
          <p:cNvSpPr/>
          <p:nvPr/>
        </p:nvSpPr>
        <p:spPr>
          <a:xfrm>
            <a:off x="2062404" y="4126563"/>
            <a:ext cx="577368" cy="565479"/>
          </a:xfrm>
          <a:prstGeom prst="ellipse">
            <a:avLst/>
          </a:prstGeom>
          <a:solidFill>
            <a:schemeClr val="bg1"/>
          </a:solidFill>
          <a:ln w="34925">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57AB"/>
                </a:solidFill>
                <a:effectLst/>
                <a:uLnTx/>
                <a:uFillTx/>
                <a:ea typeface="+mn-ea"/>
                <a:cs typeface="+mn-cs"/>
              </a:rPr>
              <a:t>3</a:t>
            </a:r>
          </a:p>
        </p:txBody>
      </p:sp>
      <p:sp>
        <p:nvSpPr>
          <p:cNvPr id="28" name="Rectangle 27">
            <a:extLst>
              <a:ext uri="{FF2B5EF4-FFF2-40B4-BE49-F238E27FC236}">
                <a16:creationId xmlns:a16="http://schemas.microsoft.com/office/drawing/2014/main" id="{F08CD6C6-1F6B-C679-AAB4-00CBAD98E948}"/>
              </a:ext>
            </a:extLst>
          </p:cNvPr>
          <p:cNvSpPr/>
          <p:nvPr/>
        </p:nvSpPr>
        <p:spPr>
          <a:xfrm>
            <a:off x="2815653" y="4131093"/>
            <a:ext cx="3280347" cy="761926"/>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buClr>
                <a:srgbClr val="0070AD"/>
              </a:buClr>
              <a:tabLst>
                <a:tab pos="180975" algn="l"/>
              </a:tabLst>
              <a:defRPr/>
            </a:pPr>
            <a:r>
              <a:rPr lang="en-US" sz="2000" b="1" dirty="0">
                <a:solidFill>
                  <a:srgbClr val="000000"/>
                </a:solidFill>
              </a:rPr>
              <a:t>Heading</a:t>
            </a:r>
          </a:p>
          <a:p>
            <a:pPr marL="171450" marR="0" lvl="1" indent="-171450" algn="l" defTabSz="914400" rtl="0" eaLnBrk="1" fontAlgn="auto" latinLnBrk="0" hangingPunct="1">
              <a:lnSpc>
                <a:spcPct val="100000"/>
              </a:lnSpc>
              <a:spcBef>
                <a:spcPts val="300"/>
              </a:spcBef>
              <a:spcAft>
                <a:spcPts val="0"/>
              </a:spcAft>
              <a:buClr>
                <a:srgbClr val="0070AD"/>
              </a:buClr>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000000"/>
                </a:solidFill>
                <a:effectLst/>
                <a:uLnTx/>
                <a:uFillTx/>
                <a:ea typeface="+mn-ea"/>
                <a:cs typeface="+mn-cs"/>
              </a:rPr>
              <a:t>Insert bullet point</a:t>
            </a:r>
          </a:p>
        </p:txBody>
      </p:sp>
      <p:sp>
        <p:nvSpPr>
          <p:cNvPr id="29" name="Oval 37">
            <a:extLst>
              <a:ext uri="{FF2B5EF4-FFF2-40B4-BE49-F238E27FC236}">
                <a16:creationId xmlns:a16="http://schemas.microsoft.com/office/drawing/2014/main" id="{A2DAFCAA-1CEC-688B-4B97-263517C08123}"/>
              </a:ext>
            </a:extLst>
          </p:cNvPr>
          <p:cNvSpPr/>
          <p:nvPr/>
        </p:nvSpPr>
        <p:spPr>
          <a:xfrm>
            <a:off x="2062404" y="5115104"/>
            <a:ext cx="577368" cy="565479"/>
          </a:xfrm>
          <a:prstGeom prst="ellipse">
            <a:avLst/>
          </a:prstGeom>
          <a:solidFill>
            <a:schemeClr val="bg1"/>
          </a:solidFill>
          <a:ln w="34925">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57AB"/>
                </a:solidFill>
                <a:effectLst/>
                <a:uLnTx/>
                <a:uFillTx/>
                <a:ea typeface="+mn-ea"/>
                <a:cs typeface="+mn-cs"/>
              </a:rPr>
              <a:t>4</a:t>
            </a:r>
          </a:p>
        </p:txBody>
      </p:sp>
      <p:sp>
        <p:nvSpPr>
          <p:cNvPr id="33" name="Rectangle 32">
            <a:extLst>
              <a:ext uri="{FF2B5EF4-FFF2-40B4-BE49-F238E27FC236}">
                <a16:creationId xmlns:a16="http://schemas.microsoft.com/office/drawing/2014/main" id="{EE16FFE0-A755-B70F-D4D9-DAE2ED05AA40}"/>
              </a:ext>
            </a:extLst>
          </p:cNvPr>
          <p:cNvSpPr/>
          <p:nvPr/>
        </p:nvSpPr>
        <p:spPr>
          <a:xfrm>
            <a:off x="2815653" y="5119634"/>
            <a:ext cx="3280347" cy="761926"/>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buClr>
                <a:srgbClr val="0070AD"/>
              </a:buClr>
              <a:tabLst>
                <a:tab pos="180975" algn="l"/>
              </a:tabLst>
              <a:defRPr/>
            </a:pPr>
            <a:r>
              <a:rPr lang="en-US" sz="2000" b="1" dirty="0">
                <a:solidFill>
                  <a:srgbClr val="000000"/>
                </a:solidFill>
              </a:rPr>
              <a:t>Heading</a:t>
            </a:r>
          </a:p>
          <a:p>
            <a:pPr marL="171450" marR="0" lvl="1" indent="-171450" algn="l" defTabSz="914400" rtl="0" eaLnBrk="1" fontAlgn="auto" latinLnBrk="0" hangingPunct="1">
              <a:lnSpc>
                <a:spcPct val="100000"/>
              </a:lnSpc>
              <a:spcBef>
                <a:spcPts val="300"/>
              </a:spcBef>
              <a:spcAft>
                <a:spcPts val="0"/>
              </a:spcAft>
              <a:buClr>
                <a:srgbClr val="0070AD"/>
              </a:buClr>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000000"/>
                </a:solidFill>
                <a:effectLst/>
                <a:uLnTx/>
                <a:uFillTx/>
                <a:ea typeface="+mn-ea"/>
                <a:cs typeface="+mn-cs"/>
              </a:rPr>
              <a:t>Insert bullet point</a:t>
            </a:r>
          </a:p>
        </p:txBody>
      </p:sp>
      <p:sp>
        <p:nvSpPr>
          <p:cNvPr id="34" name="Oval 24">
            <a:extLst>
              <a:ext uri="{FF2B5EF4-FFF2-40B4-BE49-F238E27FC236}">
                <a16:creationId xmlns:a16="http://schemas.microsoft.com/office/drawing/2014/main" id="{0FE8B180-9DF9-9D5A-E8A4-DE2F6FE52DC7}"/>
              </a:ext>
            </a:extLst>
          </p:cNvPr>
          <p:cNvSpPr/>
          <p:nvPr/>
        </p:nvSpPr>
        <p:spPr>
          <a:xfrm>
            <a:off x="6271976" y="2162249"/>
            <a:ext cx="577368" cy="565479"/>
          </a:xfrm>
          <a:prstGeom prst="ellipse">
            <a:avLst/>
          </a:prstGeom>
          <a:solidFill>
            <a:schemeClr val="bg1"/>
          </a:solidFill>
          <a:ln w="34925">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57AB"/>
                </a:solidFill>
                <a:effectLst/>
                <a:uLnTx/>
                <a:uFillTx/>
                <a:ea typeface="+mn-ea"/>
                <a:cs typeface="+mn-cs"/>
              </a:rPr>
              <a:t>5</a:t>
            </a:r>
          </a:p>
        </p:txBody>
      </p:sp>
      <p:sp>
        <p:nvSpPr>
          <p:cNvPr id="35" name="Rectangle 34">
            <a:extLst>
              <a:ext uri="{FF2B5EF4-FFF2-40B4-BE49-F238E27FC236}">
                <a16:creationId xmlns:a16="http://schemas.microsoft.com/office/drawing/2014/main" id="{1AEE7240-01D3-0250-2B19-923B0F78430D}"/>
              </a:ext>
            </a:extLst>
          </p:cNvPr>
          <p:cNvSpPr/>
          <p:nvPr/>
        </p:nvSpPr>
        <p:spPr>
          <a:xfrm>
            <a:off x="7032625" y="2162249"/>
            <a:ext cx="3914836" cy="761926"/>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buClr>
                <a:srgbClr val="0070AD"/>
              </a:buClr>
              <a:tabLst>
                <a:tab pos="180975" algn="l"/>
              </a:tabLst>
              <a:defRPr/>
            </a:pPr>
            <a:r>
              <a:rPr lang="en-US" sz="2000" b="1" dirty="0">
                <a:solidFill>
                  <a:srgbClr val="000000"/>
                </a:solidFill>
              </a:rPr>
              <a:t>Heading</a:t>
            </a:r>
          </a:p>
          <a:p>
            <a:pPr marL="171450" marR="0" lvl="1" indent="-171450" algn="l" defTabSz="914400" rtl="0" eaLnBrk="1" fontAlgn="auto" latinLnBrk="0" hangingPunct="1">
              <a:lnSpc>
                <a:spcPct val="100000"/>
              </a:lnSpc>
              <a:spcBef>
                <a:spcPts val="300"/>
              </a:spcBef>
              <a:spcAft>
                <a:spcPts val="0"/>
              </a:spcAft>
              <a:buClr>
                <a:srgbClr val="0070AD"/>
              </a:buClr>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000000"/>
                </a:solidFill>
                <a:effectLst/>
                <a:uLnTx/>
                <a:uFillTx/>
                <a:ea typeface="+mn-ea"/>
                <a:cs typeface="+mn-cs"/>
              </a:rPr>
              <a:t>Insert bullet point</a:t>
            </a:r>
          </a:p>
        </p:txBody>
      </p:sp>
      <p:sp>
        <p:nvSpPr>
          <p:cNvPr id="36" name="Oval 37">
            <a:extLst>
              <a:ext uri="{FF2B5EF4-FFF2-40B4-BE49-F238E27FC236}">
                <a16:creationId xmlns:a16="http://schemas.microsoft.com/office/drawing/2014/main" id="{B41C7425-8E41-DDBB-E936-A3FCEAAA8E49}"/>
              </a:ext>
            </a:extLst>
          </p:cNvPr>
          <p:cNvSpPr/>
          <p:nvPr/>
        </p:nvSpPr>
        <p:spPr>
          <a:xfrm>
            <a:off x="6279376" y="3146260"/>
            <a:ext cx="577368" cy="565479"/>
          </a:xfrm>
          <a:prstGeom prst="ellipse">
            <a:avLst/>
          </a:prstGeom>
          <a:solidFill>
            <a:schemeClr val="bg1"/>
          </a:solidFill>
          <a:ln w="34925">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57AB"/>
                </a:solidFill>
                <a:effectLst/>
                <a:uLnTx/>
                <a:uFillTx/>
                <a:ea typeface="+mn-ea"/>
                <a:cs typeface="+mn-cs"/>
              </a:rPr>
              <a:t>6</a:t>
            </a:r>
          </a:p>
        </p:txBody>
      </p:sp>
      <p:sp>
        <p:nvSpPr>
          <p:cNvPr id="37" name="Rectangle 36">
            <a:extLst>
              <a:ext uri="{FF2B5EF4-FFF2-40B4-BE49-F238E27FC236}">
                <a16:creationId xmlns:a16="http://schemas.microsoft.com/office/drawing/2014/main" id="{31EBBC9B-534A-502B-50DC-C10AA5A3E1F3}"/>
              </a:ext>
            </a:extLst>
          </p:cNvPr>
          <p:cNvSpPr/>
          <p:nvPr/>
        </p:nvSpPr>
        <p:spPr>
          <a:xfrm>
            <a:off x="7032625" y="3150790"/>
            <a:ext cx="3914836" cy="761926"/>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buClr>
                <a:srgbClr val="0070AD"/>
              </a:buClr>
              <a:tabLst>
                <a:tab pos="180975" algn="l"/>
              </a:tabLst>
              <a:defRPr/>
            </a:pPr>
            <a:r>
              <a:rPr lang="en-US" sz="2000" b="1" dirty="0">
                <a:solidFill>
                  <a:srgbClr val="000000"/>
                </a:solidFill>
              </a:rPr>
              <a:t>Heading</a:t>
            </a:r>
          </a:p>
          <a:p>
            <a:pPr marL="171450" marR="0" lvl="1" indent="-171450" algn="l" defTabSz="914400" rtl="0" eaLnBrk="1" fontAlgn="auto" latinLnBrk="0" hangingPunct="1">
              <a:lnSpc>
                <a:spcPct val="100000"/>
              </a:lnSpc>
              <a:spcBef>
                <a:spcPts val="300"/>
              </a:spcBef>
              <a:spcAft>
                <a:spcPts val="0"/>
              </a:spcAft>
              <a:buClr>
                <a:srgbClr val="0070AD"/>
              </a:buClr>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000000"/>
                </a:solidFill>
                <a:effectLst/>
                <a:uLnTx/>
                <a:uFillTx/>
                <a:ea typeface="+mn-ea"/>
                <a:cs typeface="+mn-cs"/>
              </a:rPr>
              <a:t>Insert bullet point</a:t>
            </a:r>
          </a:p>
        </p:txBody>
      </p:sp>
      <p:sp>
        <p:nvSpPr>
          <p:cNvPr id="38" name="Oval 37">
            <a:extLst>
              <a:ext uri="{FF2B5EF4-FFF2-40B4-BE49-F238E27FC236}">
                <a16:creationId xmlns:a16="http://schemas.microsoft.com/office/drawing/2014/main" id="{9EDCEFBC-22D8-DC9B-A75C-A5564555DE17}"/>
              </a:ext>
            </a:extLst>
          </p:cNvPr>
          <p:cNvSpPr/>
          <p:nvPr/>
        </p:nvSpPr>
        <p:spPr>
          <a:xfrm>
            <a:off x="6279376" y="4126563"/>
            <a:ext cx="577368" cy="565479"/>
          </a:xfrm>
          <a:prstGeom prst="ellipse">
            <a:avLst/>
          </a:prstGeom>
          <a:solidFill>
            <a:schemeClr val="bg1"/>
          </a:solidFill>
          <a:ln w="34925">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57AB"/>
                </a:solidFill>
                <a:effectLst/>
                <a:uLnTx/>
                <a:uFillTx/>
                <a:ea typeface="+mn-ea"/>
                <a:cs typeface="+mn-cs"/>
              </a:rPr>
              <a:t>7</a:t>
            </a:r>
          </a:p>
        </p:txBody>
      </p:sp>
      <p:sp>
        <p:nvSpPr>
          <p:cNvPr id="39" name="Rectangle 38">
            <a:extLst>
              <a:ext uri="{FF2B5EF4-FFF2-40B4-BE49-F238E27FC236}">
                <a16:creationId xmlns:a16="http://schemas.microsoft.com/office/drawing/2014/main" id="{D1A8A1B3-2988-8B2D-C028-7AEA386DBA91}"/>
              </a:ext>
            </a:extLst>
          </p:cNvPr>
          <p:cNvSpPr/>
          <p:nvPr/>
        </p:nvSpPr>
        <p:spPr>
          <a:xfrm>
            <a:off x="7032625" y="4131093"/>
            <a:ext cx="3914836" cy="761926"/>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buClr>
                <a:srgbClr val="0070AD"/>
              </a:buClr>
              <a:tabLst>
                <a:tab pos="180975" algn="l"/>
              </a:tabLst>
              <a:defRPr/>
            </a:pPr>
            <a:r>
              <a:rPr lang="en-US" sz="2000" b="1" dirty="0">
                <a:solidFill>
                  <a:srgbClr val="000000"/>
                </a:solidFill>
              </a:rPr>
              <a:t>Heading</a:t>
            </a:r>
          </a:p>
          <a:p>
            <a:pPr marL="171450" marR="0" lvl="1" indent="-171450" algn="l" defTabSz="914400" rtl="0" eaLnBrk="1" fontAlgn="auto" latinLnBrk="0" hangingPunct="1">
              <a:lnSpc>
                <a:spcPct val="100000"/>
              </a:lnSpc>
              <a:spcBef>
                <a:spcPts val="300"/>
              </a:spcBef>
              <a:spcAft>
                <a:spcPts val="0"/>
              </a:spcAft>
              <a:buClr>
                <a:srgbClr val="0070AD"/>
              </a:buClr>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000000"/>
                </a:solidFill>
                <a:effectLst/>
                <a:uLnTx/>
                <a:uFillTx/>
                <a:ea typeface="+mn-ea"/>
                <a:cs typeface="+mn-cs"/>
              </a:rPr>
              <a:t>Insert bullet point</a:t>
            </a:r>
          </a:p>
        </p:txBody>
      </p:sp>
      <p:sp>
        <p:nvSpPr>
          <p:cNvPr id="40" name="Oval 37">
            <a:extLst>
              <a:ext uri="{FF2B5EF4-FFF2-40B4-BE49-F238E27FC236}">
                <a16:creationId xmlns:a16="http://schemas.microsoft.com/office/drawing/2014/main" id="{BC932ED3-04D9-CD44-AAD6-EF603F3B7A6B}"/>
              </a:ext>
            </a:extLst>
          </p:cNvPr>
          <p:cNvSpPr/>
          <p:nvPr/>
        </p:nvSpPr>
        <p:spPr>
          <a:xfrm>
            <a:off x="6279376" y="5115104"/>
            <a:ext cx="577368" cy="565479"/>
          </a:xfrm>
          <a:prstGeom prst="ellipse">
            <a:avLst/>
          </a:prstGeom>
          <a:solidFill>
            <a:schemeClr val="bg1"/>
          </a:solidFill>
          <a:ln w="34925">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77906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57AB"/>
                </a:solidFill>
                <a:effectLst/>
                <a:uLnTx/>
                <a:uFillTx/>
                <a:ea typeface="+mn-ea"/>
                <a:cs typeface="+mn-cs"/>
              </a:rPr>
              <a:t>8</a:t>
            </a:r>
          </a:p>
        </p:txBody>
      </p:sp>
      <p:sp>
        <p:nvSpPr>
          <p:cNvPr id="41" name="Rectangle 40">
            <a:extLst>
              <a:ext uri="{FF2B5EF4-FFF2-40B4-BE49-F238E27FC236}">
                <a16:creationId xmlns:a16="http://schemas.microsoft.com/office/drawing/2014/main" id="{7AD38856-51FF-6572-5BC1-552099CC5081}"/>
              </a:ext>
            </a:extLst>
          </p:cNvPr>
          <p:cNvSpPr/>
          <p:nvPr/>
        </p:nvSpPr>
        <p:spPr>
          <a:xfrm>
            <a:off x="7032625" y="5119634"/>
            <a:ext cx="3914836" cy="761926"/>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lvl="1">
              <a:spcBef>
                <a:spcPts val="300"/>
              </a:spcBef>
              <a:buClr>
                <a:srgbClr val="0070AD"/>
              </a:buClr>
              <a:tabLst>
                <a:tab pos="180975" algn="l"/>
              </a:tabLst>
              <a:defRPr/>
            </a:pPr>
            <a:r>
              <a:rPr lang="en-US" sz="2000" b="1" dirty="0">
                <a:solidFill>
                  <a:srgbClr val="000000"/>
                </a:solidFill>
              </a:rPr>
              <a:t>Heading</a:t>
            </a:r>
          </a:p>
          <a:p>
            <a:pPr marL="171450" marR="0" lvl="1" indent="-171450" algn="l" defTabSz="914400" rtl="0" eaLnBrk="1" fontAlgn="auto" latinLnBrk="0" hangingPunct="1">
              <a:lnSpc>
                <a:spcPct val="100000"/>
              </a:lnSpc>
              <a:spcBef>
                <a:spcPts val="300"/>
              </a:spcBef>
              <a:spcAft>
                <a:spcPts val="0"/>
              </a:spcAft>
              <a:buClr>
                <a:srgbClr val="0070AD"/>
              </a:buClr>
              <a:buSzTx/>
              <a:buFont typeface="Arial" panose="020B0604020202020204" pitchFamily="34" charset="0"/>
              <a:buChar char="•"/>
              <a:tabLst>
                <a:tab pos="180975" algn="l"/>
              </a:tabLst>
              <a:defRPr/>
            </a:pPr>
            <a:r>
              <a:rPr kumimoji="0" lang="en-US" sz="1400" b="0" i="0" u="none" strike="noStrike" kern="1200" cap="none" spc="0" normalizeH="0" baseline="0" noProof="0" dirty="0">
                <a:ln>
                  <a:noFill/>
                </a:ln>
                <a:solidFill>
                  <a:srgbClr val="000000"/>
                </a:solidFill>
                <a:effectLst/>
                <a:uLnTx/>
                <a:uFillTx/>
                <a:ea typeface="+mn-ea"/>
                <a:cs typeface="+mn-cs"/>
              </a:rPr>
              <a:t>Insert bullet point</a:t>
            </a:r>
          </a:p>
        </p:txBody>
      </p:sp>
      <p:sp>
        <p:nvSpPr>
          <p:cNvPr id="19" name="Date Placeholder 18">
            <a:extLst>
              <a:ext uri="{FF2B5EF4-FFF2-40B4-BE49-F238E27FC236}">
                <a16:creationId xmlns:a16="http://schemas.microsoft.com/office/drawing/2014/main" id="{664ABF44-7DF5-BB99-7D9A-DC9D6B96BF66}"/>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1" name="Footer Placeholder 20">
            <a:extLst>
              <a:ext uri="{FF2B5EF4-FFF2-40B4-BE49-F238E27FC236}">
                <a16:creationId xmlns:a16="http://schemas.microsoft.com/office/drawing/2014/main" id="{DEFB796D-4156-FD1A-1203-C40E052A0A99}"/>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2" name="Slide Number Placeholder 21">
            <a:extLst>
              <a:ext uri="{FF2B5EF4-FFF2-40B4-BE49-F238E27FC236}">
                <a16:creationId xmlns:a16="http://schemas.microsoft.com/office/drawing/2014/main" id="{08B08F12-B177-A7C1-776A-73A1E306A1FA}"/>
              </a:ext>
            </a:extLst>
          </p:cNvPr>
          <p:cNvSpPr>
            <a:spLocks noGrp="1"/>
          </p:cNvSpPr>
          <p:nvPr>
            <p:ph type="sldNum" sz="quarter" idx="12"/>
          </p:nvPr>
        </p:nvSpPr>
        <p:spPr/>
        <p:txBody>
          <a:bodyPr/>
          <a:lstStyle/>
          <a:p>
            <a:pPr algn="r"/>
            <a:fld id="{5D9A5160-6218-4E5A-B9E6-B93E3DAE377C}" type="slidenum">
              <a:rPr lang="en-US" smtClean="0"/>
              <a:pPr algn="r"/>
              <a:t>61</a:t>
            </a:fld>
            <a:endParaRPr lang="en-US" dirty="0"/>
          </a:p>
        </p:txBody>
      </p:sp>
    </p:spTree>
    <p:extLst>
      <p:ext uri="{BB962C8B-B14F-4D97-AF65-F5344CB8AC3E}">
        <p14:creationId xmlns:p14="http://schemas.microsoft.com/office/powerpoint/2010/main" val="202320096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034B6BE-F6CD-9941-D2A3-D444FE0F463D}"/>
              </a:ext>
            </a:extLst>
          </p:cNvPr>
          <p:cNvSpPr>
            <a:spLocks noGrp="1"/>
          </p:cNvSpPr>
          <p:nvPr>
            <p:ph type="title"/>
          </p:nvPr>
        </p:nvSpPr>
        <p:spPr>
          <a:xfrm>
            <a:off x="551384" y="549274"/>
            <a:ext cx="11090938" cy="930372"/>
          </a:xfrm>
        </p:spPr>
        <p:txBody>
          <a:bodyPr/>
          <a:lstStyle/>
          <a:p>
            <a:r>
              <a:rPr lang="en-US" dirty="0"/>
              <a:t>Project timeline table 1</a:t>
            </a:r>
            <a:br>
              <a:rPr lang="en-US" dirty="0"/>
            </a:br>
            <a:endParaRPr lang="en-US" dirty="0"/>
          </a:p>
        </p:txBody>
      </p:sp>
      <p:graphicFrame>
        <p:nvGraphicFramePr>
          <p:cNvPr id="3" name="Table Placeholder 4">
            <a:extLst>
              <a:ext uri="{FF2B5EF4-FFF2-40B4-BE49-F238E27FC236}">
                <a16:creationId xmlns:a16="http://schemas.microsoft.com/office/drawing/2014/main" id="{63AF8F67-AF5A-3D35-61B0-543ACF86E88D}"/>
              </a:ext>
            </a:extLst>
          </p:cNvPr>
          <p:cNvGraphicFramePr>
            <a:graphicFrameLocks/>
          </p:cNvGraphicFramePr>
          <p:nvPr>
            <p:extLst>
              <p:ext uri="{D42A27DB-BD31-4B8C-83A1-F6EECF244321}">
                <p14:modId xmlns:p14="http://schemas.microsoft.com/office/powerpoint/2010/main" val="2773478062"/>
              </p:ext>
            </p:extLst>
          </p:nvPr>
        </p:nvGraphicFramePr>
        <p:xfrm>
          <a:off x="550864" y="1341764"/>
          <a:ext cx="11089757" cy="4988872"/>
        </p:xfrm>
        <a:graphic>
          <a:graphicData uri="http://schemas.openxmlformats.org/drawingml/2006/table">
            <a:tbl>
              <a:tblPr firstRow="1" bandRow="1">
                <a:tableStyleId>{5C22544A-7EE6-4342-B048-85BDC9FD1C3A}</a:tableStyleId>
              </a:tblPr>
              <a:tblGrid>
                <a:gridCol w="723300">
                  <a:extLst>
                    <a:ext uri="{9D8B030D-6E8A-4147-A177-3AD203B41FA5}">
                      <a16:colId xmlns:a16="http://schemas.microsoft.com/office/drawing/2014/main" val="2607851620"/>
                    </a:ext>
                  </a:extLst>
                </a:gridCol>
                <a:gridCol w="797656">
                  <a:extLst>
                    <a:ext uri="{9D8B030D-6E8A-4147-A177-3AD203B41FA5}">
                      <a16:colId xmlns:a16="http://schemas.microsoft.com/office/drawing/2014/main" val="1243403413"/>
                    </a:ext>
                  </a:extLst>
                </a:gridCol>
                <a:gridCol w="869891">
                  <a:extLst>
                    <a:ext uri="{9D8B030D-6E8A-4147-A177-3AD203B41FA5}">
                      <a16:colId xmlns:a16="http://schemas.microsoft.com/office/drawing/2014/main" val="1389503925"/>
                    </a:ext>
                  </a:extLst>
                </a:gridCol>
                <a:gridCol w="869891">
                  <a:extLst>
                    <a:ext uri="{9D8B030D-6E8A-4147-A177-3AD203B41FA5}">
                      <a16:colId xmlns:a16="http://schemas.microsoft.com/office/drawing/2014/main" val="3631262642"/>
                    </a:ext>
                  </a:extLst>
                </a:gridCol>
                <a:gridCol w="869891">
                  <a:extLst>
                    <a:ext uri="{9D8B030D-6E8A-4147-A177-3AD203B41FA5}">
                      <a16:colId xmlns:a16="http://schemas.microsoft.com/office/drawing/2014/main" val="2121792064"/>
                    </a:ext>
                  </a:extLst>
                </a:gridCol>
                <a:gridCol w="869891">
                  <a:extLst>
                    <a:ext uri="{9D8B030D-6E8A-4147-A177-3AD203B41FA5}">
                      <a16:colId xmlns:a16="http://schemas.microsoft.com/office/drawing/2014/main" val="2163038458"/>
                    </a:ext>
                  </a:extLst>
                </a:gridCol>
                <a:gridCol w="869891">
                  <a:extLst>
                    <a:ext uri="{9D8B030D-6E8A-4147-A177-3AD203B41FA5}">
                      <a16:colId xmlns:a16="http://schemas.microsoft.com/office/drawing/2014/main" val="2134234959"/>
                    </a:ext>
                  </a:extLst>
                </a:gridCol>
                <a:gridCol w="869891">
                  <a:extLst>
                    <a:ext uri="{9D8B030D-6E8A-4147-A177-3AD203B41FA5}">
                      <a16:colId xmlns:a16="http://schemas.microsoft.com/office/drawing/2014/main" val="1865152723"/>
                    </a:ext>
                  </a:extLst>
                </a:gridCol>
                <a:gridCol w="869891">
                  <a:extLst>
                    <a:ext uri="{9D8B030D-6E8A-4147-A177-3AD203B41FA5}">
                      <a16:colId xmlns:a16="http://schemas.microsoft.com/office/drawing/2014/main" val="3114424842"/>
                    </a:ext>
                  </a:extLst>
                </a:gridCol>
                <a:gridCol w="869891">
                  <a:extLst>
                    <a:ext uri="{9D8B030D-6E8A-4147-A177-3AD203B41FA5}">
                      <a16:colId xmlns:a16="http://schemas.microsoft.com/office/drawing/2014/main" val="3268571085"/>
                    </a:ext>
                  </a:extLst>
                </a:gridCol>
                <a:gridCol w="869891">
                  <a:extLst>
                    <a:ext uri="{9D8B030D-6E8A-4147-A177-3AD203B41FA5}">
                      <a16:colId xmlns:a16="http://schemas.microsoft.com/office/drawing/2014/main" val="2477360"/>
                    </a:ext>
                  </a:extLst>
                </a:gridCol>
                <a:gridCol w="869891">
                  <a:extLst>
                    <a:ext uri="{9D8B030D-6E8A-4147-A177-3AD203B41FA5}">
                      <a16:colId xmlns:a16="http://schemas.microsoft.com/office/drawing/2014/main" val="3620269445"/>
                    </a:ext>
                  </a:extLst>
                </a:gridCol>
                <a:gridCol w="869891">
                  <a:extLst>
                    <a:ext uri="{9D8B030D-6E8A-4147-A177-3AD203B41FA5}">
                      <a16:colId xmlns:a16="http://schemas.microsoft.com/office/drawing/2014/main" val="443878917"/>
                    </a:ext>
                  </a:extLst>
                </a:gridCol>
              </a:tblGrid>
              <a:tr h="412229">
                <a:tc>
                  <a:txBody>
                    <a:bodyPr/>
                    <a:lstStyle/>
                    <a:p>
                      <a:pPr algn="l">
                        <a:lnSpc>
                          <a:spcPts val="1400"/>
                        </a:lnSpc>
                      </a:pPr>
                      <a:r>
                        <a:rPr lang="en-US" sz="1400" b="1" noProof="0" dirty="0">
                          <a:solidFill>
                            <a:schemeClr val="tx2"/>
                          </a:solidFill>
                          <a:latin typeface="+mn-lt"/>
                        </a:rPr>
                        <a:t>YEAR</a:t>
                      </a:r>
                    </a:p>
                  </a:txBody>
                  <a:tcPr marL="110322" marR="110322" marT="0" marB="0" anchor="ctr">
                    <a:lnL w="12700" cmpd="sng">
                      <a:noFill/>
                    </a:lnL>
                    <a:lnR w="12700" cap="flat" cmpd="sng" algn="ctr">
                      <a:solidFill>
                        <a:schemeClr val="tx1"/>
                      </a:solid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400"/>
                        </a:lnSpc>
                      </a:pPr>
                      <a:r>
                        <a:rPr lang="en-US" sz="1400" b="1" noProof="0" dirty="0">
                          <a:solidFill>
                            <a:schemeClr val="tx2"/>
                          </a:solidFill>
                          <a:latin typeface="+mn-lt"/>
                        </a:rPr>
                        <a:t>Jan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400"/>
                        </a:lnSpc>
                      </a:pPr>
                      <a:r>
                        <a:rPr lang="en-US" sz="1400" b="1" noProof="0" dirty="0">
                          <a:solidFill>
                            <a:schemeClr val="tx2"/>
                          </a:solidFill>
                          <a:latin typeface="+mn-lt"/>
                        </a:rPr>
                        <a:t>Feb</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400"/>
                        </a:lnSpc>
                      </a:pPr>
                      <a:r>
                        <a:rPr lang="en-US" sz="1400" b="1" noProof="0" dirty="0">
                          <a:solidFill>
                            <a:schemeClr val="tx2"/>
                          </a:solidFill>
                          <a:latin typeface="+mn-lt"/>
                        </a:rPr>
                        <a:t>Mar</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400"/>
                        </a:lnSpc>
                      </a:pPr>
                      <a:r>
                        <a:rPr lang="en-US" sz="1400" b="1" noProof="0" dirty="0">
                          <a:solidFill>
                            <a:schemeClr val="tx2"/>
                          </a:solidFill>
                          <a:latin typeface="+mn-lt"/>
                        </a:rPr>
                        <a:t>Apr</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400" b="1" noProof="0" dirty="0">
                          <a:solidFill>
                            <a:schemeClr val="tx2"/>
                          </a:solidFill>
                          <a:latin typeface="+mn-lt"/>
                        </a:rPr>
                        <a:t>May</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400" b="1" noProof="0" dirty="0">
                          <a:solidFill>
                            <a:schemeClr val="tx2"/>
                          </a:solidFill>
                          <a:latin typeface="+mn-lt"/>
                        </a:rPr>
                        <a:t>Jun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400" b="1" noProof="0" dirty="0">
                          <a:solidFill>
                            <a:schemeClr val="tx2"/>
                          </a:solidFill>
                          <a:latin typeface="+mn-lt"/>
                        </a:rPr>
                        <a:t>Jul</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400" b="1" noProof="0" dirty="0">
                          <a:solidFill>
                            <a:schemeClr val="tx2"/>
                          </a:solidFill>
                          <a:latin typeface="+mn-lt"/>
                        </a:rPr>
                        <a:t>Aug</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400" b="1" noProof="0" dirty="0">
                          <a:solidFill>
                            <a:schemeClr val="tx2"/>
                          </a:solidFill>
                          <a:latin typeface="+mn-lt"/>
                        </a:rPr>
                        <a:t>Sep</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400" b="1" noProof="0" dirty="0">
                          <a:solidFill>
                            <a:schemeClr val="tx2"/>
                          </a:solidFill>
                          <a:latin typeface="+mn-lt"/>
                        </a:rPr>
                        <a:t>Oct</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400" b="1" noProof="0" dirty="0">
                          <a:solidFill>
                            <a:schemeClr val="tx2"/>
                          </a:solidFill>
                          <a:latin typeface="+mn-lt"/>
                        </a:rPr>
                        <a:t>Nov</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400" b="1" noProof="0" dirty="0">
                          <a:solidFill>
                            <a:schemeClr val="tx2"/>
                          </a:solidFill>
                          <a:latin typeface="+mn-lt"/>
                        </a:rPr>
                        <a:t>Dec</a:t>
                      </a: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mpd="sng">
                      <a:noFill/>
                    </a:lnT>
                    <a:lnB w="381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81481475"/>
                  </a:ext>
                </a:extLst>
              </a:tr>
              <a:tr h="306849">
                <a:tc rowSpan="2">
                  <a:txBody>
                    <a:bodyPr/>
                    <a:lstStyle/>
                    <a:p>
                      <a:pPr algn="l">
                        <a:lnSpc>
                          <a:spcPts val="1400"/>
                        </a:lnSpc>
                      </a:pPr>
                      <a:r>
                        <a:rPr lang="en-US" sz="1000" b="0" noProof="0" dirty="0">
                          <a:solidFill>
                            <a:schemeClr val="tx2"/>
                          </a:solidFill>
                          <a:latin typeface="+mn-lt"/>
                        </a:rPr>
                        <a:t>Stream</a:t>
                      </a:r>
                    </a:p>
                  </a:txBody>
                  <a:tcPr marL="183941" marR="110365" marT="0" marB="0" anchor="ctr">
                    <a:lnL w="12700" cmpd="sng">
                      <a:noFill/>
                    </a:lnL>
                    <a:lnR w="12700" cap="flat" cmpd="sng" algn="ctr">
                      <a:solidFill>
                        <a:schemeClr val="tx1"/>
                      </a:solidFill>
                      <a:prstDash val="solid"/>
                      <a:round/>
                      <a:headEnd type="none" w="med" len="med"/>
                      <a:tailEnd type="none" w="med" len="med"/>
                    </a:lnR>
                    <a:lnT w="38100" cap="flat" cmpd="sng" algn="ctr">
                      <a:solidFill>
                        <a:schemeClr val="tx2"/>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0348787"/>
                  </a:ext>
                </a:extLst>
              </a:tr>
              <a:tr h="306849">
                <a:tc vMerge="1">
                  <a:txBody>
                    <a:bodyPr/>
                    <a:lstStyle/>
                    <a:p>
                      <a:endParaRPr/>
                    </a:p>
                  </a:txBody>
                  <a:tcPr marL="183941" marR="110365" marT="0" marB="0" anchor="ctr">
                    <a:lnL w="12700" cmpd="sng">
                      <a:noFill/>
                    </a:lnL>
                    <a:lnR w="12700" cap="flat" cmpd="sng" algn="ctr">
                      <a:solidFill>
                        <a:schemeClr val="tx1"/>
                      </a:solidFill>
                      <a:prstDash val="solid"/>
                      <a:round/>
                      <a:headEnd type="none" w="med" len="med"/>
                      <a:tailEnd type="none" w="med" len="med"/>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5247783"/>
                  </a:ext>
                </a:extLst>
              </a:tr>
              <a:tr h="306849">
                <a:tc rowSpan="2">
                  <a:txBody>
                    <a:bodyPr/>
                    <a:lstStyle/>
                    <a:p>
                      <a:pPr algn="l">
                        <a:lnSpc>
                          <a:spcPts val="1400"/>
                        </a:lnSpc>
                      </a:pPr>
                      <a:r>
                        <a:rPr lang="en-US" sz="1000" b="0" noProof="0" dirty="0">
                          <a:solidFill>
                            <a:schemeClr val="tx2"/>
                          </a:solidFill>
                          <a:latin typeface="+mn-lt"/>
                        </a:rPr>
                        <a:t>Stream</a:t>
                      </a: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extLst>
                  <a:ext uri="{0D108BD9-81ED-4DB2-BD59-A6C34878D82A}">
                    <a16:rowId xmlns:a16="http://schemas.microsoft.com/office/drawing/2014/main" val="1613382492"/>
                  </a:ext>
                </a:extLst>
              </a:tr>
              <a:tr h="306849">
                <a:tc vMerge="1">
                  <a:txBody>
                    <a:bodyPr/>
                    <a:lstStyle/>
                    <a:p>
                      <a:endParaRP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extLst>
                  <a:ext uri="{0D108BD9-81ED-4DB2-BD59-A6C34878D82A}">
                    <a16:rowId xmlns:a16="http://schemas.microsoft.com/office/drawing/2014/main" val="874772154"/>
                  </a:ext>
                </a:extLst>
              </a:tr>
              <a:tr h="306849">
                <a:tc rowSpan="2">
                  <a:txBody>
                    <a:bodyPr/>
                    <a:lstStyle/>
                    <a:p>
                      <a:pPr algn="l">
                        <a:lnSpc>
                          <a:spcPts val="1400"/>
                        </a:lnSpc>
                      </a:pPr>
                      <a:r>
                        <a:rPr lang="en-US" sz="1000" b="0" noProof="0" dirty="0">
                          <a:solidFill>
                            <a:schemeClr val="tx2"/>
                          </a:solidFill>
                          <a:latin typeface="+mn-lt"/>
                        </a:rPr>
                        <a:t>Stream</a:t>
                      </a: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6539443"/>
                  </a:ext>
                </a:extLst>
              </a:tr>
              <a:tr h="306849">
                <a:tc vMerge="1">
                  <a:txBody>
                    <a:bodyPr/>
                    <a:lstStyle/>
                    <a:p>
                      <a:endParaRP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8438997"/>
                  </a:ext>
                </a:extLst>
              </a:tr>
              <a:tr h="306849">
                <a:tc rowSpan="2">
                  <a:txBody>
                    <a:bodyPr/>
                    <a:lstStyle/>
                    <a:p>
                      <a:pPr algn="l">
                        <a:lnSpc>
                          <a:spcPts val="1400"/>
                        </a:lnSpc>
                      </a:pPr>
                      <a:r>
                        <a:rPr lang="en-US" sz="1000" b="0" noProof="0" dirty="0">
                          <a:solidFill>
                            <a:schemeClr val="tx2"/>
                          </a:solidFill>
                          <a:latin typeface="+mn-lt"/>
                        </a:rPr>
                        <a:t>Stream</a:t>
                      </a: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extLst>
                  <a:ext uri="{0D108BD9-81ED-4DB2-BD59-A6C34878D82A}">
                    <a16:rowId xmlns:a16="http://schemas.microsoft.com/office/drawing/2014/main" val="324320779"/>
                  </a:ext>
                </a:extLst>
              </a:tr>
              <a:tr h="306849">
                <a:tc vMerge="1">
                  <a:txBody>
                    <a:bodyPr/>
                    <a:lstStyle/>
                    <a:p>
                      <a:endParaRP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extLst>
                  <a:ext uri="{0D108BD9-81ED-4DB2-BD59-A6C34878D82A}">
                    <a16:rowId xmlns:a16="http://schemas.microsoft.com/office/drawing/2014/main" val="2104946591"/>
                  </a:ext>
                </a:extLst>
              </a:tr>
              <a:tr h="306849">
                <a:tc rowSpan="2">
                  <a:txBody>
                    <a:bodyPr/>
                    <a:lstStyle/>
                    <a:p>
                      <a:pPr algn="l">
                        <a:lnSpc>
                          <a:spcPts val="1400"/>
                        </a:lnSpc>
                      </a:pPr>
                      <a:r>
                        <a:rPr lang="en-US" sz="1000" b="0" noProof="0" dirty="0">
                          <a:solidFill>
                            <a:schemeClr val="tx2"/>
                          </a:solidFill>
                          <a:latin typeface="+mn-lt"/>
                        </a:rPr>
                        <a:t>Stream</a:t>
                      </a: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65538797"/>
                  </a:ext>
                </a:extLst>
              </a:tr>
              <a:tr h="306849">
                <a:tc vMerge="1">
                  <a:txBody>
                    <a:bodyPr/>
                    <a:lstStyle/>
                    <a:p>
                      <a:endParaRP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96342264"/>
                  </a:ext>
                </a:extLst>
              </a:tr>
              <a:tr h="306849">
                <a:tc rowSpan="2">
                  <a:txBody>
                    <a:bodyPr/>
                    <a:lstStyle/>
                    <a:p>
                      <a:pPr algn="l">
                        <a:lnSpc>
                          <a:spcPts val="1400"/>
                        </a:lnSpc>
                      </a:pPr>
                      <a:r>
                        <a:rPr lang="en-US" sz="1000" b="0" noProof="0" dirty="0">
                          <a:solidFill>
                            <a:schemeClr val="tx2"/>
                          </a:solidFill>
                          <a:latin typeface="+mn-lt"/>
                        </a:rPr>
                        <a:t>Stream</a:t>
                      </a: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extLst>
                  <a:ext uri="{0D108BD9-81ED-4DB2-BD59-A6C34878D82A}">
                    <a16:rowId xmlns:a16="http://schemas.microsoft.com/office/drawing/2014/main" val="3098659606"/>
                  </a:ext>
                </a:extLst>
              </a:tr>
              <a:tr h="306849">
                <a:tc vMerge="1">
                  <a:txBody>
                    <a:bodyPr/>
                    <a:lstStyle/>
                    <a:p>
                      <a:endParaRP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95000"/>
                      </a:schemeClr>
                    </a:solidFill>
                  </a:tcPr>
                </a:tc>
                <a:extLst>
                  <a:ext uri="{0D108BD9-81ED-4DB2-BD59-A6C34878D82A}">
                    <a16:rowId xmlns:a16="http://schemas.microsoft.com/office/drawing/2014/main" val="153823507"/>
                  </a:ext>
                </a:extLst>
              </a:tr>
              <a:tr h="293803">
                <a:tc rowSpan="2">
                  <a:txBody>
                    <a:bodyPr/>
                    <a:lstStyle/>
                    <a:p>
                      <a:pPr algn="l">
                        <a:lnSpc>
                          <a:spcPts val="1400"/>
                        </a:lnSpc>
                      </a:pPr>
                      <a:r>
                        <a:rPr lang="en-US" sz="1000" b="0" noProof="0" dirty="0">
                          <a:solidFill>
                            <a:schemeClr val="tx2"/>
                          </a:solidFill>
                          <a:latin typeface="+mn-lt"/>
                        </a:rPr>
                        <a:t>Stream</a:t>
                      </a: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000" noProof="0" dirty="0">
                        <a:solidFill>
                          <a:schemeClr val="tx1"/>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98193453"/>
                  </a:ext>
                </a:extLst>
              </a:tr>
              <a:tr h="293803">
                <a:tc vMerge="1">
                  <a:txBody>
                    <a:bodyPr/>
                    <a:lstStyle/>
                    <a:p>
                      <a:endParaRPr/>
                    </a:p>
                  </a:txBody>
                  <a:tcPr marL="183941" marR="110365" marT="0" marB="0"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000" noProof="0" dirty="0">
                          <a:solidFill>
                            <a:schemeClr val="tx1"/>
                          </a:solidFill>
                          <a:latin typeface="+mn-lt"/>
                        </a:rPr>
                        <a:t>Action</a:t>
                      </a: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7503373"/>
                  </a:ext>
                </a:extLst>
              </a:tr>
              <a:tr h="306849">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endParaRPr lang="en-US" sz="1000" b="1" i="1" noProof="0" dirty="0">
                        <a:solidFill>
                          <a:schemeClr val="tx2"/>
                        </a:solidFill>
                        <a:latin typeface="+mn-lt"/>
                      </a:endParaRPr>
                    </a:p>
                  </a:txBody>
                  <a:tcPr marL="183941" marR="110365" marT="0" marB="0"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ts val="1400"/>
                        </a:lnSpc>
                      </a:pPr>
                      <a:endParaRPr lang="en-US" sz="1000" b="0" i="1"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ts val="1400"/>
                        </a:lnSpc>
                      </a:pPr>
                      <a:endParaRPr lang="en-US" sz="1000" b="0" i="1" noProof="0" dirty="0">
                        <a:solidFill>
                          <a:schemeClr val="tx2"/>
                        </a:solidFill>
                        <a:latin typeface="+mn-lt"/>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1000" b="0" i="1" u="none" strike="noStrike" kern="1200" cap="none" spc="0" normalizeH="0" baseline="0" noProof="0" dirty="0">
                        <a:ln>
                          <a:noFill/>
                        </a:ln>
                        <a:solidFill>
                          <a:schemeClr val="tx2"/>
                        </a:solidFill>
                        <a:effectLst/>
                        <a:uLnTx/>
                        <a:uFillTx/>
                        <a:latin typeface="+mn-lt"/>
                        <a:ea typeface="+mn-ea"/>
                        <a:cs typeface="+mn-cs"/>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1000" b="0" i="1" u="none" strike="noStrike" kern="1200" cap="none" spc="0" normalizeH="0" baseline="0" noProof="0" dirty="0">
                        <a:ln>
                          <a:noFill/>
                        </a:ln>
                        <a:solidFill>
                          <a:schemeClr val="tx2"/>
                        </a:solidFill>
                        <a:effectLst/>
                        <a:uLnTx/>
                        <a:uFillTx/>
                        <a:latin typeface="+mn-lt"/>
                        <a:ea typeface="+mn-ea"/>
                        <a:cs typeface="+mn-cs"/>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1000" b="0" i="1" u="none" strike="noStrike" kern="1200" cap="none" spc="0" normalizeH="0" baseline="0" noProof="0" dirty="0">
                        <a:ln>
                          <a:noFill/>
                        </a:ln>
                        <a:solidFill>
                          <a:schemeClr val="tx2"/>
                        </a:solidFill>
                        <a:effectLst/>
                        <a:uLnTx/>
                        <a:uFillTx/>
                        <a:latin typeface="+mn-lt"/>
                        <a:ea typeface="+mn-ea"/>
                        <a:cs typeface="+mn-cs"/>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1000" b="0" i="1" u="none" strike="noStrike" kern="1200" cap="none" spc="0" normalizeH="0" baseline="0" noProof="0" dirty="0">
                        <a:ln>
                          <a:noFill/>
                        </a:ln>
                        <a:solidFill>
                          <a:schemeClr val="tx2"/>
                        </a:solidFill>
                        <a:effectLst/>
                        <a:uLnTx/>
                        <a:uFillTx/>
                        <a:latin typeface="+mn-lt"/>
                        <a:ea typeface="+mn-ea"/>
                        <a:cs typeface="+mn-cs"/>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1000" b="0" i="1" u="none" strike="noStrike" kern="1200" cap="none" spc="0" normalizeH="0" baseline="0" noProof="0" dirty="0">
                        <a:ln>
                          <a:noFill/>
                        </a:ln>
                        <a:solidFill>
                          <a:schemeClr val="tx2"/>
                        </a:solidFill>
                        <a:effectLst/>
                        <a:uLnTx/>
                        <a:uFillTx/>
                        <a:latin typeface="+mn-lt"/>
                        <a:ea typeface="+mn-ea"/>
                        <a:cs typeface="+mn-cs"/>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1000" b="0" i="1" u="none" strike="noStrike" kern="1200" cap="none" spc="0" normalizeH="0" baseline="0" noProof="0" dirty="0">
                        <a:ln>
                          <a:noFill/>
                        </a:ln>
                        <a:solidFill>
                          <a:schemeClr val="tx2"/>
                        </a:solidFill>
                        <a:effectLst/>
                        <a:uLnTx/>
                        <a:uFillTx/>
                        <a:latin typeface="+mn-lt"/>
                        <a:ea typeface="+mn-ea"/>
                        <a:cs typeface="+mn-cs"/>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1000" b="0" i="1" u="none" strike="noStrike" kern="1200" cap="none" spc="0" normalizeH="0" baseline="0" noProof="0" dirty="0">
                        <a:ln>
                          <a:noFill/>
                        </a:ln>
                        <a:solidFill>
                          <a:schemeClr val="tx2"/>
                        </a:solidFill>
                        <a:effectLst/>
                        <a:uLnTx/>
                        <a:uFillTx/>
                        <a:latin typeface="+mn-lt"/>
                        <a:ea typeface="+mn-ea"/>
                        <a:cs typeface="+mn-cs"/>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1000" b="0" i="1" u="none" strike="noStrike" kern="1200" cap="none" spc="0" normalizeH="0" baseline="0" noProof="0" dirty="0">
                        <a:ln>
                          <a:noFill/>
                        </a:ln>
                        <a:solidFill>
                          <a:schemeClr val="tx2"/>
                        </a:solidFill>
                        <a:effectLst/>
                        <a:uLnTx/>
                        <a:uFillTx/>
                        <a:latin typeface="+mn-lt"/>
                        <a:ea typeface="+mn-ea"/>
                        <a:cs typeface="+mn-cs"/>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1000" b="0" i="1" u="none" strike="noStrike" kern="1200" cap="none" spc="0" normalizeH="0" baseline="0" noProof="0" dirty="0">
                        <a:ln>
                          <a:noFill/>
                        </a:ln>
                        <a:solidFill>
                          <a:schemeClr val="tx2"/>
                        </a:solidFill>
                        <a:effectLst/>
                        <a:uLnTx/>
                        <a:uFillTx/>
                        <a:latin typeface="+mn-lt"/>
                        <a:ea typeface="+mn-ea"/>
                        <a:cs typeface="+mn-cs"/>
                      </a:endParaRPr>
                    </a:p>
                  </a:txBody>
                  <a:tcPr marL="110322" marR="1103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1000" b="0" i="1" u="none" strike="noStrike" kern="1200" cap="none" spc="0" normalizeH="0" baseline="0" noProof="0" dirty="0">
                        <a:ln>
                          <a:noFill/>
                        </a:ln>
                        <a:solidFill>
                          <a:schemeClr val="tx2"/>
                        </a:solidFill>
                        <a:effectLst/>
                        <a:uLnTx/>
                        <a:uFillTx/>
                        <a:latin typeface="+mn-lt"/>
                        <a:ea typeface="+mn-ea"/>
                        <a:cs typeface="+mn-cs"/>
                      </a:endParaRPr>
                    </a:p>
                  </a:txBody>
                  <a:tcPr marL="110322" marR="11032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42550040"/>
                  </a:ext>
                </a:extLst>
              </a:tr>
            </a:tbl>
          </a:graphicData>
        </a:graphic>
      </p:graphicFrame>
      <p:grpSp>
        <p:nvGrpSpPr>
          <p:cNvPr id="34" name="Group 33" descr="Chart">
            <a:extLst>
              <a:ext uri="{FF2B5EF4-FFF2-40B4-BE49-F238E27FC236}">
                <a16:creationId xmlns:a16="http://schemas.microsoft.com/office/drawing/2014/main" id="{7637938C-D827-6832-ECAB-8B704E748C4D}"/>
              </a:ext>
            </a:extLst>
          </p:cNvPr>
          <p:cNvGrpSpPr/>
          <p:nvPr/>
        </p:nvGrpSpPr>
        <p:grpSpPr>
          <a:xfrm>
            <a:off x="1590965" y="1916732"/>
            <a:ext cx="9678667" cy="138605"/>
            <a:chOff x="1590965" y="1916732"/>
            <a:chExt cx="9678667" cy="138605"/>
          </a:xfrm>
        </p:grpSpPr>
        <p:sp>
          <p:nvSpPr>
            <p:cNvPr id="22" name="Ellipse 152">
              <a:extLst>
                <a:ext uri="{FF2B5EF4-FFF2-40B4-BE49-F238E27FC236}">
                  <a16:creationId xmlns:a16="http://schemas.microsoft.com/office/drawing/2014/main" id="{EA842939-C684-0056-F6E2-778800844761}"/>
                </a:ext>
              </a:extLst>
            </p:cNvPr>
            <p:cNvSpPr/>
            <p:nvPr/>
          </p:nvSpPr>
          <p:spPr bwMode="gray">
            <a:xfrm>
              <a:off x="1590965" y="1916732"/>
              <a:ext cx="137429" cy="138605"/>
            </a:xfrm>
            <a:prstGeom prst="ellipse">
              <a:avLst/>
            </a:prstGeom>
            <a:noFill/>
            <a:ln w="381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3" name="Ellipse 152">
              <a:extLst>
                <a:ext uri="{FF2B5EF4-FFF2-40B4-BE49-F238E27FC236}">
                  <a16:creationId xmlns:a16="http://schemas.microsoft.com/office/drawing/2014/main" id="{CEC00463-5789-D2B2-6489-B2D2181348F2}"/>
                </a:ext>
              </a:extLst>
            </p:cNvPr>
            <p:cNvSpPr/>
            <p:nvPr/>
          </p:nvSpPr>
          <p:spPr bwMode="gray">
            <a:xfrm>
              <a:off x="2458350" y="1916732"/>
              <a:ext cx="137429" cy="138605"/>
            </a:xfrm>
            <a:prstGeom prst="ellipse">
              <a:avLst/>
            </a:prstGeom>
            <a:noFill/>
            <a:ln w="381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4" name="Ellipse 152">
              <a:extLst>
                <a:ext uri="{FF2B5EF4-FFF2-40B4-BE49-F238E27FC236}">
                  <a16:creationId xmlns:a16="http://schemas.microsoft.com/office/drawing/2014/main" id="{D0201D3E-1CB4-039C-02EE-B3953F6494C2}"/>
                </a:ext>
              </a:extLst>
            </p:cNvPr>
            <p:cNvSpPr/>
            <p:nvPr/>
          </p:nvSpPr>
          <p:spPr bwMode="gray">
            <a:xfrm>
              <a:off x="3325735" y="1916732"/>
              <a:ext cx="137429" cy="138605"/>
            </a:xfrm>
            <a:prstGeom prst="ellipse">
              <a:avLst/>
            </a:prstGeom>
            <a:noFill/>
            <a:ln w="381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5" name="Ellipse 152">
              <a:extLst>
                <a:ext uri="{FF2B5EF4-FFF2-40B4-BE49-F238E27FC236}">
                  <a16:creationId xmlns:a16="http://schemas.microsoft.com/office/drawing/2014/main" id="{CC647361-0A64-A3D5-B353-19654CAD6E27}"/>
                </a:ext>
              </a:extLst>
            </p:cNvPr>
            <p:cNvSpPr/>
            <p:nvPr/>
          </p:nvSpPr>
          <p:spPr bwMode="gray">
            <a:xfrm>
              <a:off x="4193120" y="1916732"/>
              <a:ext cx="137429" cy="138605"/>
            </a:xfrm>
            <a:prstGeom prst="ellipse">
              <a:avLst/>
            </a:prstGeom>
            <a:noFill/>
            <a:ln w="381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6" name="Ellipse 152">
              <a:extLst>
                <a:ext uri="{FF2B5EF4-FFF2-40B4-BE49-F238E27FC236}">
                  <a16:creationId xmlns:a16="http://schemas.microsoft.com/office/drawing/2014/main" id="{43BC799D-6262-25E0-6B85-085F60FC0FE8}"/>
                </a:ext>
              </a:extLst>
            </p:cNvPr>
            <p:cNvSpPr/>
            <p:nvPr/>
          </p:nvSpPr>
          <p:spPr bwMode="gray">
            <a:xfrm>
              <a:off x="5060505" y="1916732"/>
              <a:ext cx="137429" cy="138605"/>
            </a:xfrm>
            <a:prstGeom prst="ellipse">
              <a:avLst/>
            </a:prstGeom>
            <a:noFill/>
            <a:ln w="381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 name="Ellipse 152">
              <a:extLst>
                <a:ext uri="{FF2B5EF4-FFF2-40B4-BE49-F238E27FC236}">
                  <a16:creationId xmlns:a16="http://schemas.microsoft.com/office/drawing/2014/main" id="{273FE589-A061-BC7A-C0DC-EE19CAE0525C}"/>
                </a:ext>
              </a:extLst>
            </p:cNvPr>
            <p:cNvSpPr/>
            <p:nvPr/>
          </p:nvSpPr>
          <p:spPr bwMode="gray">
            <a:xfrm>
              <a:off x="5927890" y="1916732"/>
              <a:ext cx="137429" cy="138605"/>
            </a:xfrm>
            <a:prstGeom prst="ellipse">
              <a:avLst/>
            </a:prstGeom>
            <a:noFill/>
            <a:ln w="381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 name="Ellipse 152">
              <a:extLst>
                <a:ext uri="{FF2B5EF4-FFF2-40B4-BE49-F238E27FC236}">
                  <a16:creationId xmlns:a16="http://schemas.microsoft.com/office/drawing/2014/main" id="{5C00AF5F-1DE0-FB57-F3B7-69CA53BC7049}"/>
                </a:ext>
              </a:extLst>
            </p:cNvPr>
            <p:cNvSpPr/>
            <p:nvPr/>
          </p:nvSpPr>
          <p:spPr bwMode="gray">
            <a:xfrm>
              <a:off x="6795275" y="1916732"/>
              <a:ext cx="137429" cy="138605"/>
            </a:xfrm>
            <a:prstGeom prst="ellipse">
              <a:avLst/>
            </a:prstGeom>
            <a:noFill/>
            <a:ln w="381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9" name="Ellipse 152">
              <a:extLst>
                <a:ext uri="{FF2B5EF4-FFF2-40B4-BE49-F238E27FC236}">
                  <a16:creationId xmlns:a16="http://schemas.microsoft.com/office/drawing/2014/main" id="{AF91BB28-B725-7E0E-C1C3-3CB12BAB63D0}"/>
                </a:ext>
              </a:extLst>
            </p:cNvPr>
            <p:cNvSpPr/>
            <p:nvPr/>
          </p:nvSpPr>
          <p:spPr bwMode="gray">
            <a:xfrm>
              <a:off x="7662660" y="1916732"/>
              <a:ext cx="137429" cy="138605"/>
            </a:xfrm>
            <a:prstGeom prst="ellipse">
              <a:avLst/>
            </a:prstGeom>
            <a:noFill/>
            <a:ln w="381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 name="Ellipse 152">
              <a:extLst>
                <a:ext uri="{FF2B5EF4-FFF2-40B4-BE49-F238E27FC236}">
                  <a16:creationId xmlns:a16="http://schemas.microsoft.com/office/drawing/2014/main" id="{7ECA5C23-A1E7-05C8-4064-227EE4FB26AB}"/>
                </a:ext>
              </a:extLst>
            </p:cNvPr>
            <p:cNvSpPr/>
            <p:nvPr/>
          </p:nvSpPr>
          <p:spPr bwMode="gray">
            <a:xfrm>
              <a:off x="8530045" y="1916732"/>
              <a:ext cx="137429" cy="138605"/>
            </a:xfrm>
            <a:prstGeom prst="ellipse">
              <a:avLst/>
            </a:prstGeom>
            <a:noFill/>
            <a:ln w="381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31" name="Ellipse 152">
              <a:extLst>
                <a:ext uri="{FF2B5EF4-FFF2-40B4-BE49-F238E27FC236}">
                  <a16:creationId xmlns:a16="http://schemas.microsoft.com/office/drawing/2014/main" id="{1158BA47-C164-6443-EEE3-0EBD5F15375E}"/>
                </a:ext>
              </a:extLst>
            </p:cNvPr>
            <p:cNvSpPr/>
            <p:nvPr/>
          </p:nvSpPr>
          <p:spPr bwMode="gray">
            <a:xfrm>
              <a:off x="9397430" y="1916732"/>
              <a:ext cx="137429" cy="138605"/>
            </a:xfrm>
            <a:prstGeom prst="ellipse">
              <a:avLst/>
            </a:prstGeom>
            <a:noFill/>
            <a:ln w="381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32" name="Ellipse 152">
              <a:extLst>
                <a:ext uri="{FF2B5EF4-FFF2-40B4-BE49-F238E27FC236}">
                  <a16:creationId xmlns:a16="http://schemas.microsoft.com/office/drawing/2014/main" id="{EDBC5159-6574-9747-82AB-20477388E055}"/>
                </a:ext>
              </a:extLst>
            </p:cNvPr>
            <p:cNvSpPr/>
            <p:nvPr/>
          </p:nvSpPr>
          <p:spPr bwMode="gray">
            <a:xfrm>
              <a:off x="10264815" y="1916732"/>
              <a:ext cx="137429" cy="138605"/>
            </a:xfrm>
            <a:prstGeom prst="ellipse">
              <a:avLst/>
            </a:prstGeom>
            <a:noFill/>
            <a:ln w="381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33" name="Ellipse 152">
              <a:extLst>
                <a:ext uri="{FF2B5EF4-FFF2-40B4-BE49-F238E27FC236}">
                  <a16:creationId xmlns:a16="http://schemas.microsoft.com/office/drawing/2014/main" id="{639540CD-77CD-C05A-D91A-7F6E360BA44B}"/>
                </a:ext>
              </a:extLst>
            </p:cNvPr>
            <p:cNvSpPr/>
            <p:nvPr/>
          </p:nvSpPr>
          <p:spPr bwMode="gray">
            <a:xfrm>
              <a:off x="11132203" y="1916732"/>
              <a:ext cx="137429" cy="138605"/>
            </a:xfrm>
            <a:prstGeom prst="ellipse">
              <a:avLst/>
            </a:prstGeom>
            <a:noFill/>
            <a:ln w="381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6" name="Group 35" descr="Chart">
            <a:extLst>
              <a:ext uri="{FF2B5EF4-FFF2-40B4-BE49-F238E27FC236}">
                <a16:creationId xmlns:a16="http://schemas.microsoft.com/office/drawing/2014/main" id="{9F0BC5AA-03BF-BDDB-C60C-0ADEE38A6DCF}"/>
              </a:ext>
            </a:extLst>
          </p:cNvPr>
          <p:cNvGrpSpPr/>
          <p:nvPr/>
        </p:nvGrpSpPr>
        <p:grpSpPr>
          <a:xfrm>
            <a:off x="1590965" y="2525083"/>
            <a:ext cx="9678667" cy="138605"/>
            <a:chOff x="1590965" y="1916732"/>
            <a:chExt cx="9678667" cy="138605"/>
          </a:xfrm>
        </p:grpSpPr>
        <p:sp>
          <p:nvSpPr>
            <p:cNvPr id="37" name="Ellipse 152">
              <a:extLst>
                <a:ext uri="{FF2B5EF4-FFF2-40B4-BE49-F238E27FC236}">
                  <a16:creationId xmlns:a16="http://schemas.microsoft.com/office/drawing/2014/main" id="{AA42FFE0-B9AD-F0E7-F645-59E7320AF312}"/>
                </a:ext>
              </a:extLst>
            </p:cNvPr>
            <p:cNvSpPr/>
            <p:nvPr/>
          </p:nvSpPr>
          <p:spPr bwMode="gray">
            <a:xfrm>
              <a:off x="1590965"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38" name="Ellipse 152">
              <a:extLst>
                <a:ext uri="{FF2B5EF4-FFF2-40B4-BE49-F238E27FC236}">
                  <a16:creationId xmlns:a16="http://schemas.microsoft.com/office/drawing/2014/main" id="{5D6519B5-8EC6-0834-F7EB-29584D4A8069}"/>
                </a:ext>
              </a:extLst>
            </p:cNvPr>
            <p:cNvSpPr/>
            <p:nvPr/>
          </p:nvSpPr>
          <p:spPr bwMode="gray">
            <a:xfrm>
              <a:off x="2458350"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39" name="Ellipse 152">
              <a:extLst>
                <a:ext uri="{FF2B5EF4-FFF2-40B4-BE49-F238E27FC236}">
                  <a16:creationId xmlns:a16="http://schemas.microsoft.com/office/drawing/2014/main" id="{A13A953C-D2A0-D7DF-EDB8-A34FD1D4748C}"/>
                </a:ext>
              </a:extLst>
            </p:cNvPr>
            <p:cNvSpPr/>
            <p:nvPr/>
          </p:nvSpPr>
          <p:spPr bwMode="gray">
            <a:xfrm>
              <a:off x="3325735"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0" name="Ellipse 152">
              <a:extLst>
                <a:ext uri="{FF2B5EF4-FFF2-40B4-BE49-F238E27FC236}">
                  <a16:creationId xmlns:a16="http://schemas.microsoft.com/office/drawing/2014/main" id="{6E10048A-DB8D-752E-144E-8D6932D2E109}"/>
                </a:ext>
              </a:extLst>
            </p:cNvPr>
            <p:cNvSpPr/>
            <p:nvPr/>
          </p:nvSpPr>
          <p:spPr bwMode="gray">
            <a:xfrm>
              <a:off x="4193120"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1" name="Ellipse 152">
              <a:extLst>
                <a:ext uri="{FF2B5EF4-FFF2-40B4-BE49-F238E27FC236}">
                  <a16:creationId xmlns:a16="http://schemas.microsoft.com/office/drawing/2014/main" id="{B6D9EB75-179B-13BC-1C7B-D249B043E0A6}"/>
                </a:ext>
              </a:extLst>
            </p:cNvPr>
            <p:cNvSpPr/>
            <p:nvPr/>
          </p:nvSpPr>
          <p:spPr bwMode="gray">
            <a:xfrm>
              <a:off x="5060505"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 name="Ellipse 152">
              <a:extLst>
                <a:ext uri="{FF2B5EF4-FFF2-40B4-BE49-F238E27FC236}">
                  <a16:creationId xmlns:a16="http://schemas.microsoft.com/office/drawing/2014/main" id="{4181A084-44B8-DF37-507A-917F15C511EC}"/>
                </a:ext>
              </a:extLst>
            </p:cNvPr>
            <p:cNvSpPr/>
            <p:nvPr/>
          </p:nvSpPr>
          <p:spPr bwMode="gray">
            <a:xfrm>
              <a:off x="5927890"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 name="Ellipse 152">
              <a:extLst>
                <a:ext uri="{FF2B5EF4-FFF2-40B4-BE49-F238E27FC236}">
                  <a16:creationId xmlns:a16="http://schemas.microsoft.com/office/drawing/2014/main" id="{5DD67E2F-9211-B096-FE7B-16F766BF01C3}"/>
                </a:ext>
              </a:extLst>
            </p:cNvPr>
            <p:cNvSpPr/>
            <p:nvPr/>
          </p:nvSpPr>
          <p:spPr bwMode="gray">
            <a:xfrm>
              <a:off x="6795275"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 name="Ellipse 152">
              <a:extLst>
                <a:ext uri="{FF2B5EF4-FFF2-40B4-BE49-F238E27FC236}">
                  <a16:creationId xmlns:a16="http://schemas.microsoft.com/office/drawing/2014/main" id="{35D68D5A-2EF0-292B-FCD6-DD16F2A091BF}"/>
                </a:ext>
              </a:extLst>
            </p:cNvPr>
            <p:cNvSpPr/>
            <p:nvPr/>
          </p:nvSpPr>
          <p:spPr bwMode="gray">
            <a:xfrm>
              <a:off x="7662660"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5" name="Ellipse 152">
              <a:extLst>
                <a:ext uri="{FF2B5EF4-FFF2-40B4-BE49-F238E27FC236}">
                  <a16:creationId xmlns:a16="http://schemas.microsoft.com/office/drawing/2014/main" id="{AF0FB6A3-3AFD-7635-EEC3-79CBB0C340D0}"/>
                </a:ext>
              </a:extLst>
            </p:cNvPr>
            <p:cNvSpPr/>
            <p:nvPr/>
          </p:nvSpPr>
          <p:spPr bwMode="gray">
            <a:xfrm>
              <a:off x="8530045"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6" name="Ellipse 152">
              <a:extLst>
                <a:ext uri="{FF2B5EF4-FFF2-40B4-BE49-F238E27FC236}">
                  <a16:creationId xmlns:a16="http://schemas.microsoft.com/office/drawing/2014/main" id="{B309695D-F1EC-4104-1AE6-AF5BA563219B}"/>
                </a:ext>
              </a:extLst>
            </p:cNvPr>
            <p:cNvSpPr/>
            <p:nvPr/>
          </p:nvSpPr>
          <p:spPr bwMode="gray">
            <a:xfrm>
              <a:off x="9397430"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7" name="Ellipse 152">
              <a:extLst>
                <a:ext uri="{FF2B5EF4-FFF2-40B4-BE49-F238E27FC236}">
                  <a16:creationId xmlns:a16="http://schemas.microsoft.com/office/drawing/2014/main" id="{586E6E96-18E9-4E49-EDDE-5A6F316DF5B8}"/>
                </a:ext>
              </a:extLst>
            </p:cNvPr>
            <p:cNvSpPr/>
            <p:nvPr/>
          </p:nvSpPr>
          <p:spPr bwMode="gray">
            <a:xfrm>
              <a:off x="10264815"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8" name="Ellipse 152">
              <a:extLst>
                <a:ext uri="{FF2B5EF4-FFF2-40B4-BE49-F238E27FC236}">
                  <a16:creationId xmlns:a16="http://schemas.microsoft.com/office/drawing/2014/main" id="{5CD382E8-9FBE-EA72-39AF-A103AA1AC8CC}"/>
                </a:ext>
              </a:extLst>
            </p:cNvPr>
            <p:cNvSpPr/>
            <p:nvPr/>
          </p:nvSpPr>
          <p:spPr bwMode="gray">
            <a:xfrm>
              <a:off x="11132203"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52" name="Group 51" descr="Chart">
            <a:extLst>
              <a:ext uri="{FF2B5EF4-FFF2-40B4-BE49-F238E27FC236}">
                <a16:creationId xmlns:a16="http://schemas.microsoft.com/office/drawing/2014/main" id="{D3EEDA2C-DAC9-242F-B36D-6D0773EF9489}"/>
              </a:ext>
            </a:extLst>
          </p:cNvPr>
          <p:cNvGrpSpPr/>
          <p:nvPr/>
        </p:nvGrpSpPr>
        <p:grpSpPr>
          <a:xfrm>
            <a:off x="1590965" y="3133434"/>
            <a:ext cx="9678667" cy="138605"/>
            <a:chOff x="1590965" y="1916732"/>
            <a:chExt cx="9678667" cy="138605"/>
          </a:xfrm>
        </p:grpSpPr>
        <p:sp>
          <p:nvSpPr>
            <p:cNvPr id="53" name="Ellipse 152">
              <a:extLst>
                <a:ext uri="{FF2B5EF4-FFF2-40B4-BE49-F238E27FC236}">
                  <a16:creationId xmlns:a16="http://schemas.microsoft.com/office/drawing/2014/main" id="{1E0FF9E0-ED8D-A382-3527-2407CBECFDE3}"/>
                </a:ext>
              </a:extLst>
            </p:cNvPr>
            <p:cNvSpPr/>
            <p:nvPr/>
          </p:nvSpPr>
          <p:spPr bwMode="gray">
            <a:xfrm>
              <a:off x="1590965"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54" name="Ellipse 152">
              <a:extLst>
                <a:ext uri="{FF2B5EF4-FFF2-40B4-BE49-F238E27FC236}">
                  <a16:creationId xmlns:a16="http://schemas.microsoft.com/office/drawing/2014/main" id="{BAA3ECAC-0AE1-9315-9AFE-B14FB6D192DC}"/>
                </a:ext>
              </a:extLst>
            </p:cNvPr>
            <p:cNvSpPr/>
            <p:nvPr/>
          </p:nvSpPr>
          <p:spPr bwMode="gray">
            <a:xfrm>
              <a:off x="2458350"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55" name="Ellipse 152">
              <a:extLst>
                <a:ext uri="{FF2B5EF4-FFF2-40B4-BE49-F238E27FC236}">
                  <a16:creationId xmlns:a16="http://schemas.microsoft.com/office/drawing/2014/main" id="{AC8D4625-4C5F-244E-686D-1372F4A9246E}"/>
                </a:ext>
              </a:extLst>
            </p:cNvPr>
            <p:cNvSpPr/>
            <p:nvPr/>
          </p:nvSpPr>
          <p:spPr bwMode="gray">
            <a:xfrm>
              <a:off x="3325735"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56" name="Ellipse 152">
              <a:extLst>
                <a:ext uri="{FF2B5EF4-FFF2-40B4-BE49-F238E27FC236}">
                  <a16:creationId xmlns:a16="http://schemas.microsoft.com/office/drawing/2014/main" id="{38A445F5-0D33-6131-BFD1-C559641700A0}"/>
                </a:ext>
              </a:extLst>
            </p:cNvPr>
            <p:cNvSpPr/>
            <p:nvPr/>
          </p:nvSpPr>
          <p:spPr bwMode="gray">
            <a:xfrm>
              <a:off x="4193120"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57" name="Ellipse 152">
              <a:extLst>
                <a:ext uri="{FF2B5EF4-FFF2-40B4-BE49-F238E27FC236}">
                  <a16:creationId xmlns:a16="http://schemas.microsoft.com/office/drawing/2014/main" id="{3873D3DB-2833-31AD-2B00-E93703E1550E}"/>
                </a:ext>
              </a:extLst>
            </p:cNvPr>
            <p:cNvSpPr/>
            <p:nvPr/>
          </p:nvSpPr>
          <p:spPr bwMode="gray">
            <a:xfrm>
              <a:off x="5060505"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58" name="Ellipse 152">
              <a:extLst>
                <a:ext uri="{FF2B5EF4-FFF2-40B4-BE49-F238E27FC236}">
                  <a16:creationId xmlns:a16="http://schemas.microsoft.com/office/drawing/2014/main" id="{F1AB78A6-91AF-0100-28BA-3D1F045790FC}"/>
                </a:ext>
              </a:extLst>
            </p:cNvPr>
            <p:cNvSpPr/>
            <p:nvPr/>
          </p:nvSpPr>
          <p:spPr bwMode="gray">
            <a:xfrm>
              <a:off x="5927890"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59" name="Ellipse 152">
              <a:extLst>
                <a:ext uri="{FF2B5EF4-FFF2-40B4-BE49-F238E27FC236}">
                  <a16:creationId xmlns:a16="http://schemas.microsoft.com/office/drawing/2014/main" id="{36F831CB-16EE-9B37-ECFF-EAC133C410F1}"/>
                </a:ext>
              </a:extLst>
            </p:cNvPr>
            <p:cNvSpPr/>
            <p:nvPr/>
          </p:nvSpPr>
          <p:spPr bwMode="gray">
            <a:xfrm>
              <a:off x="6795275"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60" name="Ellipse 152">
              <a:extLst>
                <a:ext uri="{FF2B5EF4-FFF2-40B4-BE49-F238E27FC236}">
                  <a16:creationId xmlns:a16="http://schemas.microsoft.com/office/drawing/2014/main" id="{6F37FC6F-309E-AFA6-8FE4-039F2A4BEEA1}"/>
                </a:ext>
              </a:extLst>
            </p:cNvPr>
            <p:cNvSpPr/>
            <p:nvPr/>
          </p:nvSpPr>
          <p:spPr bwMode="gray">
            <a:xfrm>
              <a:off x="7662660"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61" name="Ellipse 152">
              <a:extLst>
                <a:ext uri="{FF2B5EF4-FFF2-40B4-BE49-F238E27FC236}">
                  <a16:creationId xmlns:a16="http://schemas.microsoft.com/office/drawing/2014/main" id="{C2D8CE77-FC86-04EE-C0F8-8BE359B7F214}"/>
                </a:ext>
              </a:extLst>
            </p:cNvPr>
            <p:cNvSpPr/>
            <p:nvPr/>
          </p:nvSpPr>
          <p:spPr bwMode="gray">
            <a:xfrm>
              <a:off x="8530045"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62" name="Ellipse 152">
              <a:extLst>
                <a:ext uri="{FF2B5EF4-FFF2-40B4-BE49-F238E27FC236}">
                  <a16:creationId xmlns:a16="http://schemas.microsoft.com/office/drawing/2014/main" id="{19BA5DBE-D7F6-DE62-ABA3-ADE7354FD925}"/>
                </a:ext>
              </a:extLst>
            </p:cNvPr>
            <p:cNvSpPr/>
            <p:nvPr/>
          </p:nvSpPr>
          <p:spPr bwMode="gray">
            <a:xfrm>
              <a:off x="9397430"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63" name="Ellipse 152">
              <a:extLst>
                <a:ext uri="{FF2B5EF4-FFF2-40B4-BE49-F238E27FC236}">
                  <a16:creationId xmlns:a16="http://schemas.microsoft.com/office/drawing/2014/main" id="{03B6C455-1979-385C-891F-E99F7DA41A66}"/>
                </a:ext>
              </a:extLst>
            </p:cNvPr>
            <p:cNvSpPr/>
            <p:nvPr/>
          </p:nvSpPr>
          <p:spPr bwMode="gray">
            <a:xfrm>
              <a:off x="10264815"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2" name="Ellipse 152">
              <a:extLst>
                <a:ext uri="{FF2B5EF4-FFF2-40B4-BE49-F238E27FC236}">
                  <a16:creationId xmlns:a16="http://schemas.microsoft.com/office/drawing/2014/main" id="{C7AE7198-519E-55C8-9283-6FF53479E8DE}"/>
                </a:ext>
              </a:extLst>
            </p:cNvPr>
            <p:cNvSpPr/>
            <p:nvPr/>
          </p:nvSpPr>
          <p:spPr bwMode="gray">
            <a:xfrm>
              <a:off x="11132203"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93" name="Group 192" descr="Chart">
            <a:extLst>
              <a:ext uri="{FF2B5EF4-FFF2-40B4-BE49-F238E27FC236}">
                <a16:creationId xmlns:a16="http://schemas.microsoft.com/office/drawing/2014/main" id="{9D0590F9-B2EE-BC6B-684B-D793545B41D6}"/>
              </a:ext>
            </a:extLst>
          </p:cNvPr>
          <p:cNvGrpSpPr/>
          <p:nvPr/>
        </p:nvGrpSpPr>
        <p:grpSpPr>
          <a:xfrm>
            <a:off x="1590965" y="3741785"/>
            <a:ext cx="9678667" cy="138605"/>
            <a:chOff x="1590965" y="1916732"/>
            <a:chExt cx="9678667" cy="138605"/>
          </a:xfrm>
        </p:grpSpPr>
        <p:sp>
          <p:nvSpPr>
            <p:cNvPr id="194" name="Ellipse 152">
              <a:extLst>
                <a:ext uri="{FF2B5EF4-FFF2-40B4-BE49-F238E27FC236}">
                  <a16:creationId xmlns:a16="http://schemas.microsoft.com/office/drawing/2014/main" id="{C31835E3-C934-F641-42C7-C21445A6FC3F}"/>
                </a:ext>
              </a:extLst>
            </p:cNvPr>
            <p:cNvSpPr/>
            <p:nvPr/>
          </p:nvSpPr>
          <p:spPr bwMode="gray">
            <a:xfrm>
              <a:off x="1590965" y="1916732"/>
              <a:ext cx="137429" cy="138605"/>
            </a:xfrm>
            <a:prstGeom prst="ellipse">
              <a:avLst/>
            </a:prstGeom>
            <a:noFill/>
            <a:ln w="38100">
              <a:solidFill>
                <a:schemeClr val="accent3"/>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5" name="Ellipse 152">
              <a:extLst>
                <a:ext uri="{FF2B5EF4-FFF2-40B4-BE49-F238E27FC236}">
                  <a16:creationId xmlns:a16="http://schemas.microsoft.com/office/drawing/2014/main" id="{E945907E-DE71-8794-B2EF-88EED173275C}"/>
                </a:ext>
              </a:extLst>
            </p:cNvPr>
            <p:cNvSpPr/>
            <p:nvPr/>
          </p:nvSpPr>
          <p:spPr bwMode="gray">
            <a:xfrm>
              <a:off x="2458350" y="1916732"/>
              <a:ext cx="137429" cy="138605"/>
            </a:xfrm>
            <a:prstGeom prst="ellipse">
              <a:avLst/>
            </a:prstGeom>
            <a:noFill/>
            <a:ln w="38100">
              <a:solidFill>
                <a:schemeClr val="accent3"/>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6" name="Ellipse 152">
              <a:extLst>
                <a:ext uri="{FF2B5EF4-FFF2-40B4-BE49-F238E27FC236}">
                  <a16:creationId xmlns:a16="http://schemas.microsoft.com/office/drawing/2014/main" id="{10B90565-EF1A-F242-4B95-6456301DC729}"/>
                </a:ext>
              </a:extLst>
            </p:cNvPr>
            <p:cNvSpPr/>
            <p:nvPr/>
          </p:nvSpPr>
          <p:spPr bwMode="gray">
            <a:xfrm>
              <a:off x="3325735" y="1916732"/>
              <a:ext cx="137429" cy="138605"/>
            </a:xfrm>
            <a:prstGeom prst="ellipse">
              <a:avLst/>
            </a:prstGeom>
            <a:noFill/>
            <a:ln w="38100">
              <a:solidFill>
                <a:schemeClr val="accent3"/>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7" name="Ellipse 152">
              <a:extLst>
                <a:ext uri="{FF2B5EF4-FFF2-40B4-BE49-F238E27FC236}">
                  <a16:creationId xmlns:a16="http://schemas.microsoft.com/office/drawing/2014/main" id="{B6DD9612-BF10-991F-E2A2-B2EBFD468E69}"/>
                </a:ext>
              </a:extLst>
            </p:cNvPr>
            <p:cNvSpPr/>
            <p:nvPr/>
          </p:nvSpPr>
          <p:spPr bwMode="gray">
            <a:xfrm>
              <a:off x="4193120" y="1916732"/>
              <a:ext cx="137429" cy="138605"/>
            </a:xfrm>
            <a:prstGeom prst="ellipse">
              <a:avLst/>
            </a:prstGeom>
            <a:noFill/>
            <a:ln w="38100">
              <a:solidFill>
                <a:schemeClr val="accent3"/>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8" name="Ellipse 152">
              <a:extLst>
                <a:ext uri="{FF2B5EF4-FFF2-40B4-BE49-F238E27FC236}">
                  <a16:creationId xmlns:a16="http://schemas.microsoft.com/office/drawing/2014/main" id="{4B5856AF-E0F8-0680-126E-1002311B7762}"/>
                </a:ext>
              </a:extLst>
            </p:cNvPr>
            <p:cNvSpPr/>
            <p:nvPr/>
          </p:nvSpPr>
          <p:spPr bwMode="gray">
            <a:xfrm>
              <a:off x="5060505" y="1916732"/>
              <a:ext cx="137429" cy="138605"/>
            </a:xfrm>
            <a:prstGeom prst="ellipse">
              <a:avLst/>
            </a:prstGeom>
            <a:noFill/>
            <a:ln w="38100">
              <a:solidFill>
                <a:schemeClr val="accent3"/>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9" name="Ellipse 152">
              <a:extLst>
                <a:ext uri="{FF2B5EF4-FFF2-40B4-BE49-F238E27FC236}">
                  <a16:creationId xmlns:a16="http://schemas.microsoft.com/office/drawing/2014/main" id="{5BD84E4E-FF55-CDA1-CC2A-B352B471427D}"/>
                </a:ext>
              </a:extLst>
            </p:cNvPr>
            <p:cNvSpPr/>
            <p:nvPr/>
          </p:nvSpPr>
          <p:spPr bwMode="gray">
            <a:xfrm>
              <a:off x="5927890" y="1916732"/>
              <a:ext cx="137429" cy="138605"/>
            </a:xfrm>
            <a:prstGeom prst="ellipse">
              <a:avLst/>
            </a:prstGeom>
            <a:noFill/>
            <a:ln w="38100">
              <a:solidFill>
                <a:schemeClr val="accent3"/>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00" name="Ellipse 152">
              <a:extLst>
                <a:ext uri="{FF2B5EF4-FFF2-40B4-BE49-F238E27FC236}">
                  <a16:creationId xmlns:a16="http://schemas.microsoft.com/office/drawing/2014/main" id="{A80FA5AB-FDBC-47F0-7A52-2A3D57699B7B}"/>
                </a:ext>
              </a:extLst>
            </p:cNvPr>
            <p:cNvSpPr/>
            <p:nvPr/>
          </p:nvSpPr>
          <p:spPr bwMode="gray">
            <a:xfrm>
              <a:off x="6795275" y="1916732"/>
              <a:ext cx="137429" cy="138605"/>
            </a:xfrm>
            <a:prstGeom prst="ellipse">
              <a:avLst/>
            </a:prstGeom>
            <a:noFill/>
            <a:ln w="38100">
              <a:solidFill>
                <a:schemeClr val="accent3"/>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01" name="Ellipse 152">
              <a:extLst>
                <a:ext uri="{FF2B5EF4-FFF2-40B4-BE49-F238E27FC236}">
                  <a16:creationId xmlns:a16="http://schemas.microsoft.com/office/drawing/2014/main" id="{1D3A66FE-2F41-856D-3761-F22ECF5DDB48}"/>
                </a:ext>
              </a:extLst>
            </p:cNvPr>
            <p:cNvSpPr/>
            <p:nvPr/>
          </p:nvSpPr>
          <p:spPr bwMode="gray">
            <a:xfrm>
              <a:off x="7662660" y="1916732"/>
              <a:ext cx="137429" cy="138605"/>
            </a:xfrm>
            <a:prstGeom prst="ellipse">
              <a:avLst/>
            </a:prstGeom>
            <a:noFill/>
            <a:ln w="38100">
              <a:solidFill>
                <a:schemeClr val="accent3"/>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02" name="Ellipse 152">
              <a:extLst>
                <a:ext uri="{FF2B5EF4-FFF2-40B4-BE49-F238E27FC236}">
                  <a16:creationId xmlns:a16="http://schemas.microsoft.com/office/drawing/2014/main" id="{DDB7D5BC-9CFE-1B27-244C-0DACD5462337}"/>
                </a:ext>
              </a:extLst>
            </p:cNvPr>
            <p:cNvSpPr/>
            <p:nvPr/>
          </p:nvSpPr>
          <p:spPr bwMode="gray">
            <a:xfrm>
              <a:off x="8530045" y="1916732"/>
              <a:ext cx="137429" cy="138605"/>
            </a:xfrm>
            <a:prstGeom prst="ellipse">
              <a:avLst/>
            </a:prstGeom>
            <a:noFill/>
            <a:ln w="38100">
              <a:solidFill>
                <a:schemeClr val="accent3"/>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03" name="Ellipse 152">
              <a:extLst>
                <a:ext uri="{FF2B5EF4-FFF2-40B4-BE49-F238E27FC236}">
                  <a16:creationId xmlns:a16="http://schemas.microsoft.com/office/drawing/2014/main" id="{DDA49F1F-55EA-89CF-6D14-D24CA1FCC526}"/>
                </a:ext>
              </a:extLst>
            </p:cNvPr>
            <p:cNvSpPr/>
            <p:nvPr/>
          </p:nvSpPr>
          <p:spPr bwMode="gray">
            <a:xfrm>
              <a:off x="9397430" y="1916732"/>
              <a:ext cx="137429" cy="138605"/>
            </a:xfrm>
            <a:prstGeom prst="ellipse">
              <a:avLst/>
            </a:prstGeom>
            <a:noFill/>
            <a:ln w="38100">
              <a:solidFill>
                <a:schemeClr val="accent3"/>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04" name="Ellipse 152">
              <a:extLst>
                <a:ext uri="{FF2B5EF4-FFF2-40B4-BE49-F238E27FC236}">
                  <a16:creationId xmlns:a16="http://schemas.microsoft.com/office/drawing/2014/main" id="{6E5BAD85-AFD1-C88E-A571-0C8AD59BB28E}"/>
                </a:ext>
              </a:extLst>
            </p:cNvPr>
            <p:cNvSpPr/>
            <p:nvPr/>
          </p:nvSpPr>
          <p:spPr bwMode="gray">
            <a:xfrm>
              <a:off x="10264815" y="1916732"/>
              <a:ext cx="137429" cy="138605"/>
            </a:xfrm>
            <a:prstGeom prst="ellipse">
              <a:avLst/>
            </a:prstGeom>
            <a:noFill/>
            <a:ln w="38100">
              <a:solidFill>
                <a:schemeClr val="accent3"/>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06" name="Ellipse 152">
              <a:extLst>
                <a:ext uri="{FF2B5EF4-FFF2-40B4-BE49-F238E27FC236}">
                  <a16:creationId xmlns:a16="http://schemas.microsoft.com/office/drawing/2014/main" id="{52C1A388-2944-F241-8EB0-AB463F3E8AC1}"/>
                </a:ext>
              </a:extLst>
            </p:cNvPr>
            <p:cNvSpPr/>
            <p:nvPr/>
          </p:nvSpPr>
          <p:spPr bwMode="gray">
            <a:xfrm>
              <a:off x="11132203" y="1916732"/>
              <a:ext cx="137429" cy="138605"/>
            </a:xfrm>
            <a:prstGeom prst="ellipse">
              <a:avLst/>
            </a:prstGeom>
            <a:noFill/>
            <a:ln w="38100">
              <a:solidFill>
                <a:schemeClr val="accent3"/>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07" name="Group 206" descr="Chart">
            <a:extLst>
              <a:ext uri="{FF2B5EF4-FFF2-40B4-BE49-F238E27FC236}">
                <a16:creationId xmlns:a16="http://schemas.microsoft.com/office/drawing/2014/main" id="{026E9012-7AD0-1893-5982-C32A404C2E40}"/>
              </a:ext>
            </a:extLst>
          </p:cNvPr>
          <p:cNvGrpSpPr/>
          <p:nvPr/>
        </p:nvGrpSpPr>
        <p:grpSpPr>
          <a:xfrm>
            <a:off x="1590965" y="4350136"/>
            <a:ext cx="9678667" cy="138605"/>
            <a:chOff x="1590965" y="1916732"/>
            <a:chExt cx="9678667" cy="138605"/>
          </a:xfrm>
        </p:grpSpPr>
        <p:sp>
          <p:nvSpPr>
            <p:cNvPr id="208" name="Ellipse 152">
              <a:extLst>
                <a:ext uri="{FF2B5EF4-FFF2-40B4-BE49-F238E27FC236}">
                  <a16:creationId xmlns:a16="http://schemas.microsoft.com/office/drawing/2014/main" id="{DC65E255-98C1-F9C5-849B-3E89A4303C70}"/>
                </a:ext>
              </a:extLst>
            </p:cNvPr>
            <p:cNvSpPr/>
            <p:nvPr/>
          </p:nvSpPr>
          <p:spPr bwMode="gray">
            <a:xfrm>
              <a:off x="1590965" y="1916732"/>
              <a:ext cx="137429" cy="138605"/>
            </a:xfrm>
            <a:prstGeom prst="ellipse">
              <a:avLst/>
            </a:prstGeom>
            <a:noFill/>
            <a:ln w="38100">
              <a:solidFill>
                <a:srgbClr val="00D5D0"/>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1" name="Ellipse 152">
              <a:extLst>
                <a:ext uri="{FF2B5EF4-FFF2-40B4-BE49-F238E27FC236}">
                  <a16:creationId xmlns:a16="http://schemas.microsoft.com/office/drawing/2014/main" id="{A6D21776-874F-F6CC-5FDD-8FFE9465294C}"/>
                </a:ext>
              </a:extLst>
            </p:cNvPr>
            <p:cNvSpPr/>
            <p:nvPr/>
          </p:nvSpPr>
          <p:spPr bwMode="gray">
            <a:xfrm>
              <a:off x="2458350" y="1916732"/>
              <a:ext cx="137429" cy="138605"/>
            </a:xfrm>
            <a:prstGeom prst="ellipse">
              <a:avLst/>
            </a:prstGeom>
            <a:noFill/>
            <a:ln w="38100">
              <a:solidFill>
                <a:srgbClr val="00D5D0"/>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12" name="Ellipse 152">
              <a:extLst>
                <a:ext uri="{FF2B5EF4-FFF2-40B4-BE49-F238E27FC236}">
                  <a16:creationId xmlns:a16="http://schemas.microsoft.com/office/drawing/2014/main" id="{5A6D3321-C0FD-5C72-07C3-151A6E4E8C7B}"/>
                </a:ext>
              </a:extLst>
            </p:cNvPr>
            <p:cNvSpPr/>
            <p:nvPr/>
          </p:nvSpPr>
          <p:spPr bwMode="gray">
            <a:xfrm>
              <a:off x="3325735" y="1916732"/>
              <a:ext cx="137429" cy="138605"/>
            </a:xfrm>
            <a:prstGeom prst="ellipse">
              <a:avLst/>
            </a:prstGeom>
            <a:noFill/>
            <a:ln w="38100">
              <a:solidFill>
                <a:srgbClr val="00D5D0"/>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15" name="Ellipse 152">
              <a:extLst>
                <a:ext uri="{FF2B5EF4-FFF2-40B4-BE49-F238E27FC236}">
                  <a16:creationId xmlns:a16="http://schemas.microsoft.com/office/drawing/2014/main" id="{4D553E61-8669-2739-3C2D-C0885405C1D4}"/>
                </a:ext>
              </a:extLst>
            </p:cNvPr>
            <p:cNvSpPr/>
            <p:nvPr/>
          </p:nvSpPr>
          <p:spPr bwMode="gray">
            <a:xfrm>
              <a:off x="4193120" y="1916732"/>
              <a:ext cx="137429" cy="138605"/>
            </a:xfrm>
            <a:prstGeom prst="ellipse">
              <a:avLst/>
            </a:prstGeom>
            <a:noFill/>
            <a:ln w="38100">
              <a:solidFill>
                <a:srgbClr val="00D5D0"/>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16" name="Ellipse 152">
              <a:extLst>
                <a:ext uri="{FF2B5EF4-FFF2-40B4-BE49-F238E27FC236}">
                  <a16:creationId xmlns:a16="http://schemas.microsoft.com/office/drawing/2014/main" id="{950BC7AF-C7D5-A498-942E-6D35EED82345}"/>
                </a:ext>
              </a:extLst>
            </p:cNvPr>
            <p:cNvSpPr/>
            <p:nvPr/>
          </p:nvSpPr>
          <p:spPr bwMode="gray">
            <a:xfrm>
              <a:off x="5060505" y="1916732"/>
              <a:ext cx="137429" cy="138605"/>
            </a:xfrm>
            <a:prstGeom prst="ellipse">
              <a:avLst/>
            </a:prstGeom>
            <a:noFill/>
            <a:ln w="38100">
              <a:solidFill>
                <a:srgbClr val="00D5D0"/>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17" name="Ellipse 152">
              <a:extLst>
                <a:ext uri="{FF2B5EF4-FFF2-40B4-BE49-F238E27FC236}">
                  <a16:creationId xmlns:a16="http://schemas.microsoft.com/office/drawing/2014/main" id="{5ED1FD5D-1484-DE97-189E-5A9108C1A891}"/>
                </a:ext>
              </a:extLst>
            </p:cNvPr>
            <p:cNvSpPr/>
            <p:nvPr/>
          </p:nvSpPr>
          <p:spPr bwMode="gray">
            <a:xfrm>
              <a:off x="5927890" y="1916732"/>
              <a:ext cx="137429" cy="138605"/>
            </a:xfrm>
            <a:prstGeom prst="ellipse">
              <a:avLst/>
            </a:prstGeom>
            <a:noFill/>
            <a:ln w="38100">
              <a:solidFill>
                <a:srgbClr val="00D5D0"/>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18" name="Ellipse 152">
              <a:extLst>
                <a:ext uri="{FF2B5EF4-FFF2-40B4-BE49-F238E27FC236}">
                  <a16:creationId xmlns:a16="http://schemas.microsoft.com/office/drawing/2014/main" id="{C105C5EE-0152-42F8-02CC-1D14907C8C28}"/>
                </a:ext>
              </a:extLst>
            </p:cNvPr>
            <p:cNvSpPr/>
            <p:nvPr/>
          </p:nvSpPr>
          <p:spPr bwMode="gray">
            <a:xfrm>
              <a:off x="6795275" y="1916732"/>
              <a:ext cx="137429" cy="138605"/>
            </a:xfrm>
            <a:prstGeom prst="ellipse">
              <a:avLst/>
            </a:prstGeom>
            <a:noFill/>
            <a:ln w="38100">
              <a:solidFill>
                <a:srgbClr val="00D5D0"/>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19" name="Ellipse 152">
              <a:extLst>
                <a:ext uri="{FF2B5EF4-FFF2-40B4-BE49-F238E27FC236}">
                  <a16:creationId xmlns:a16="http://schemas.microsoft.com/office/drawing/2014/main" id="{B5068C91-31F4-4A56-79CF-7DAD4D1E9B0D}"/>
                </a:ext>
              </a:extLst>
            </p:cNvPr>
            <p:cNvSpPr/>
            <p:nvPr/>
          </p:nvSpPr>
          <p:spPr bwMode="gray">
            <a:xfrm>
              <a:off x="7662660" y="1916732"/>
              <a:ext cx="137429" cy="138605"/>
            </a:xfrm>
            <a:prstGeom prst="ellipse">
              <a:avLst/>
            </a:prstGeom>
            <a:noFill/>
            <a:ln w="38100">
              <a:solidFill>
                <a:srgbClr val="00D5D0"/>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0" name="Ellipse 152">
              <a:extLst>
                <a:ext uri="{FF2B5EF4-FFF2-40B4-BE49-F238E27FC236}">
                  <a16:creationId xmlns:a16="http://schemas.microsoft.com/office/drawing/2014/main" id="{08C995F9-F5EB-80E2-A6F0-E781200E4AC6}"/>
                </a:ext>
              </a:extLst>
            </p:cNvPr>
            <p:cNvSpPr/>
            <p:nvPr/>
          </p:nvSpPr>
          <p:spPr bwMode="gray">
            <a:xfrm>
              <a:off x="8530045" y="1916732"/>
              <a:ext cx="137429" cy="138605"/>
            </a:xfrm>
            <a:prstGeom prst="ellipse">
              <a:avLst/>
            </a:prstGeom>
            <a:noFill/>
            <a:ln w="38100">
              <a:solidFill>
                <a:srgbClr val="00D5D0"/>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1" name="Ellipse 152">
              <a:extLst>
                <a:ext uri="{FF2B5EF4-FFF2-40B4-BE49-F238E27FC236}">
                  <a16:creationId xmlns:a16="http://schemas.microsoft.com/office/drawing/2014/main" id="{16A09785-4E86-E144-B89F-43B1DFC57E9A}"/>
                </a:ext>
              </a:extLst>
            </p:cNvPr>
            <p:cNvSpPr/>
            <p:nvPr/>
          </p:nvSpPr>
          <p:spPr bwMode="gray">
            <a:xfrm>
              <a:off x="9397430" y="1916732"/>
              <a:ext cx="137429" cy="138605"/>
            </a:xfrm>
            <a:prstGeom prst="ellipse">
              <a:avLst/>
            </a:prstGeom>
            <a:noFill/>
            <a:ln w="38100">
              <a:solidFill>
                <a:srgbClr val="00D5D0"/>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2" name="Ellipse 152">
              <a:extLst>
                <a:ext uri="{FF2B5EF4-FFF2-40B4-BE49-F238E27FC236}">
                  <a16:creationId xmlns:a16="http://schemas.microsoft.com/office/drawing/2014/main" id="{0E131AEA-1A41-CC5F-B97B-86937CB319A3}"/>
                </a:ext>
              </a:extLst>
            </p:cNvPr>
            <p:cNvSpPr/>
            <p:nvPr/>
          </p:nvSpPr>
          <p:spPr bwMode="gray">
            <a:xfrm>
              <a:off x="10264815" y="1916732"/>
              <a:ext cx="137429" cy="138605"/>
            </a:xfrm>
            <a:prstGeom prst="ellipse">
              <a:avLst/>
            </a:prstGeom>
            <a:noFill/>
            <a:ln w="38100">
              <a:solidFill>
                <a:srgbClr val="00D5D0"/>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3" name="Ellipse 152">
              <a:extLst>
                <a:ext uri="{FF2B5EF4-FFF2-40B4-BE49-F238E27FC236}">
                  <a16:creationId xmlns:a16="http://schemas.microsoft.com/office/drawing/2014/main" id="{85FCEEEB-64A0-4BDD-CABF-9DA218A2DF04}"/>
                </a:ext>
              </a:extLst>
            </p:cNvPr>
            <p:cNvSpPr/>
            <p:nvPr/>
          </p:nvSpPr>
          <p:spPr bwMode="gray">
            <a:xfrm>
              <a:off x="11132203" y="1916732"/>
              <a:ext cx="137429" cy="138605"/>
            </a:xfrm>
            <a:prstGeom prst="ellipse">
              <a:avLst/>
            </a:prstGeom>
            <a:noFill/>
            <a:ln w="38100">
              <a:solidFill>
                <a:srgbClr val="00D5D0"/>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424" name="Group 423" descr="Chart">
            <a:extLst>
              <a:ext uri="{FF2B5EF4-FFF2-40B4-BE49-F238E27FC236}">
                <a16:creationId xmlns:a16="http://schemas.microsoft.com/office/drawing/2014/main" id="{38097AA4-9274-EDDB-6563-BBC77A7725D3}"/>
              </a:ext>
            </a:extLst>
          </p:cNvPr>
          <p:cNvGrpSpPr/>
          <p:nvPr/>
        </p:nvGrpSpPr>
        <p:grpSpPr>
          <a:xfrm>
            <a:off x="1590965" y="4958487"/>
            <a:ext cx="9678667" cy="138605"/>
            <a:chOff x="1590965" y="1916732"/>
            <a:chExt cx="9678667" cy="138605"/>
          </a:xfrm>
        </p:grpSpPr>
        <p:sp>
          <p:nvSpPr>
            <p:cNvPr id="425" name="Ellipse 152">
              <a:extLst>
                <a:ext uri="{FF2B5EF4-FFF2-40B4-BE49-F238E27FC236}">
                  <a16:creationId xmlns:a16="http://schemas.microsoft.com/office/drawing/2014/main" id="{01C6ED2A-CB51-2BEF-A8E3-06CEB22C39FD}"/>
                </a:ext>
              </a:extLst>
            </p:cNvPr>
            <p:cNvSpPr/>
            <p:nvPr/>
          </p:nvSpPr>
          <p:spPr bwMode="gray">
            <a:xfrm>
              <a:off x="1590965"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6" name="Ellipse 152">
              <a:extLst>
                <a:ext uri="{FF2B5EF4-FFF2-40B4-BE49-F238E27FC236}">
                  <a16:creationId xmlns:a16="http://schemas.microsoft.com/office/drawing/2014/main" id="{F70CCD1A-D524-6643-8FFD-F8FCCA8BC73C}"/>
                </a:ext>
              </a:extLst>
            </p:cNvPr>
            <p:cNvSpPr/>
            <p:nvPr/>
          </p:nvSpPr>
          <p:spPr bwMode="gray">
            <a:xfrm>
              <a:off x="2458350"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7" name="Ellipse 152">
              <a:extLst>
                <a:ext uri="{FF2B5EF4-FFF2-40B4-BE49-F238E27FC236}">
                  <a16:creationId xmlns:a16="http://schemas.microsoft.com/office/drawing/2014/main" id="{96785B69-1362-DD58-7C11-615A64BA051B}"/>
                </a:ext>
              </a:extLst>
            </p:cNvPr>
            <p:cNvSpPr/>
            <p:nvPr/>
          </p:nvSpPr>
          <p:spPr bwMode="gray">
            <a:xfrm>
              <a:off x="3325735"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8" name="Ellipse 152">
              <a:extLst>
                <a:ext uri="{FF2B5EF4-FFF2-40B4-BE49-F238E27FC236}">
                  <a16:creationId xmlns:a16="http://schemas.microsoft.com/office/drawing/2014/main" id="{FFD99E9B-C6CA-4426-E6B0-37B94B7C96E9}"/>
                </a:ext>
              </a:extLst>
            </p:cNvPr>
            <p:cNvSpPr/>
            <p:nvPr/>
          </p:nvSpPr>
          <p:spPr bwMode="gray">
            <a:xfrm>
              <a:off x="4193120"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9" name="Ellipse 152">
              <a:extLst>
                <a:ext uri="{FF2B5EF4-FFF2-40B4-BE49-F238E27FC236}">
                  <a16:creationId xmlns:a16="http://schemas.microsoft.com/office/drawing/2014/main" id="{93983650-5C69-6839-80C6-74A73EEB3566}"/>
                </a:ext>
              </a:extLst>
            </p:cNvPr>
            <p:cNvSpPr/>
            <p:nvPr/>
          </p:nvSpPr>
          <p:spPr bwMode="gray">
            <a:xfrm>
              <a:off x="5060505"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0" name="Ellipse 152">
              <a:extLst>
                <a:ext uri="{FF2B5EF4-FFF2-40B4-BE49-F238E27FC236}">
                  <a16:creationId xmlns:a16="http://schemas.microsoft.com/office/drawing/2014/main" id="{49B13A03-7810-88A2-AD98-D1EACE36FE3E}"/>
                </a:ext>
              </a:extLst>
            </p:cNvPr>
            <p:cNvSpPr/>
            <p:nvPr/>
          </p:nvSpPr>
          <p:spPr bwMode="gray">
            <a:xfrm>
              <a:off x="5927890"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1" name="Ellipse 152">
              <a:extLst>
                <a:ext uri="{FF2B5EF4-FFF2-40B4-BE49-F238E27FC236}">
                  <a16:creationId xmlns:a16="http://schemas.microsoft.com/office/drawing/2014/main" id="{30250A20-0BF6-F158-4D76-DF9714AF86C7}"/>
                </a:ext>
              </a:extLst>
            </p:cNvPr>
            <p:cNvSpPr/>
            <p:nvPr/>
          </p:nvSpPr>
          <p:spPr bwMode="gray">
            <a:xfrm>
              <a:off x="6795275"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2" name="Ellipse 152">
              <a:extLst>
                <a:ext uri="{FF2B5EF4-FFF2-40B4-BE49-F238E27FC236}">
                  <a16:creationId xmlns:a16="http://schemas.microsoft.com/office/drawing/2014/main" id="{7C5C95AA-1220-47D0-4453-4B0DBA419AFB}"/>
                </a:ext>
              </a:extLst>
            </p:cNvPr>
            <p:cNvSpPr/>
            <p:nvPr/>
          </p:nvSpPr>
          <p:spPr bwMode="gray">
            <a:xfrm>
              <a:off x="7662660"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3" name="Ellipse 152">
              <a:extLst>
                <a:ext uri="{FF2B5EF4-FFF2-40B4-BE49-F238E27FC236}">
                  <a16:creationId xmlns:a16="http://schemas.microsoft.com/office/drawing/2014/main" id="{8FF12CA1-7DFE-9351-E37E-0B412606F604}"/>
                </a:ext>
              </a:extLst>
            </p:cNvPr>
            <p:cNvSpPr/>
            <p:nvPr/>
          </p:nvSpPr>
          <p:spPr bwMode="gray">
            <a:xfrm>
              <a:off x="8530045"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4" name="Ellipse 152">
              <a:extLst>
                <a:ext uri="{FF2B5EF4-FFF2-40B4-BE49-F238E27FC236}">
                  <a16:creationId xmlns:a16="http://schemas.microsoft.com/office/drawing/2014/main" id="{FC5C0347-9811-ABE9-B8AE-C274F3B5D10C}"/>
                </a:ext>
              </a:extLst>
            </p:cNvPr>
            <p:cNvSpPr/>
            <p:nvPr/>
          </p:nvSpPr>
          <p:spPr bwMode="gray">
            <a:xfrm>
              <a:off x="9397430"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5" name="Ellipse 152">
              <a:extLst>
                <a:ext uri="{FF2B5EF4-FFF2-40B4-BE49-F238E27FC236}">
                  <a16:creationId xmlns:a16="http://schemas.microsoft.com/office/drawing/2014/main" id="{1BC78349-7779-8423-B283-BF7C76E4C8E6}"/>
                </a:ext>
              </a:extLst>
            </p:cNvPr>
            <p:cNvSpPr/>
            <p:nvPr/>
          </p:nvSpPr>
          <p:spPr bwMode="gray">
            <a:xfrm>
              <a:off x="10264815"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6" name="Ellipse 152">
              <a:extLst>
                <a:ext uri="{FF2B5EF4-FFF2-40B4-BE49-F238E27FC236}">
                  <a16:creationId xmlns:a16="http://schemas.microsoft.com/office/drawing/2014/main" id="{B866CD7A-D7AC-50AE-A781-FBB6DB0A5A96}"/>
                </a:ext>
              </a:extLst>
            </p:cNvPr>
            <p:cNvSpPr/>
            <p:nvPr/>
          </p:nvSpPr>
          <p:spPr bwMode="gray">
            <a:xfrm>
              <a:off x="11132203" y="1916732"/>
              <a:ext cx="137429" cy="138605"/>
            </a:xfrm>
            <a:prstGeom prst="ellipse">
              <a:avLst/>
            </a:prstGeom>
            <a:noFill/>
            <a:ln w="38100">
              <a:solidFill>
                <a:schemeClr val="tx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438" name="Group 437" descr="Chart">
            <a:extLst>
              <a:ext uri="{FF2B5EF4-FFF2-40B4-BE49-F238E27FC236}">
                <a16:creationId xmlns:a16="http://schemas.microsoft.com/office/drawing/2014/main" id="{0ABED92F-768F-370B-5A01-E141A9C0A5F8}"/>
              </a:ext>
            </a:extLst>
          </p:cNvPr>
          <p:cNvGrpSpPr/>
          <p:nvPr/>
        </p:nvGrpSpPr>
        <p:grpSpPr>
          <a:xfrm>
            <a:off x="1590965" y="5566837"/>
            <a:ext cx="9678667" cy="138605"/>
            <a:chOff x="1590965" y="1916732"/>
            <a:chExt cx="9678667" cy="138605"/>
          </a:xfrm>
        </p:grpSpPr>
        <p:sp>
          <p:nvSpPr>
            <p:cNvPr id="439" name="Ellipse 152">
              <a:extLst>
                <a:ext uri="{FF2B5EF4-FFF2-40B4-BE49-F238E27FC236}">
                  <a16:creationId xmlns:a16="http://schemas.microsoft.com/office/drawing/2014/main" id="{D007E770-D333-9815-9927-55358F5B2C8F}"/>
                </a:ext>
              </a:extLst>
            </p:cNvPr>
            <p:cNvSpPr/>
            <p:nvPr/>
          </p:nvSpPr>
          <p:spPr bwMode="gray">
            <a:xfrm>
              <a:off x="1590965"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0" name="Ellipse 152">
              <a:extLst>
                <a:ext uri="{FF2B5EF4-FFF2-40B4-BE49-F238E27FC236}">
                  <a16:creationId xmlns:a16="http://schemas.microsoft.com/office/drawing/2014/main" id="{1FA1C92F-CDC9-0340-85E0-834D295BE5A2}"/>
                </a:ext>
              </a:extLst>
            </p:cNvPr>
            <p:cNvSpPr/>
            <p:nvPr/>
          </p:nvSpPr>
          <p:spPr bwMode="gray">
            <a:xfrm>
              <a:off x="2458350"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1" name="Ellipse 152">
              <a:extLst>
                <a:ext uri="{FF2B5EF4-FFF2-40B4-BE49-F238E27FC236}">
                  <a16:creationId xmlns:a16="http://schemas.microsoft.com/office/drawing/2014/main" id="{4CD5E0A5-D01A-C934-F844-1E77F19CB2D5}"/>
                </a:ext>
              </a:extLst>
            </p:cNvPr>
            <p:cNvSpPr/>
            <p:nvPr/>
          </p:nvSpPr>
          <p:spPr bwMode="gray">
            <a:xfrm>
              <a:off x="3325735"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2" name="Ellipse 152">
              <a:extLst>
                <a:ext uri="{FF2B5EF4-FFF2-40B4-BE49-F238E27FC236}">
                  <a16:creationId xmlns:a16="http://schemas.microsoft.com/office/drawing/2014/main" id="{82B986F5-CC52-446C-195D-18F325C45963}"/>
                </a:ext>
              </a:extLst>
            </p:cNvPr>
            <p:cNvSpPr/>
            <p:nvPr/>
          </p:nvSpPr>
          <p:spPr bwMode="gray">
            <a:xfrm>
              <a:off x="4193120"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3" name="Ellipse 152">
              <a:extLst>
                <a:ext uri="{FF2B5EF4-FFF2-40B4-BE49-F238E27FC236}">
                  <a16:creationId xmlns:a16="http://schemas.microsoft.com/office/drawing/2014/main" id="{2A609CF8-C0AD-3350-ABCF-096759095ED7}"/>
                </a:ext>
              </a:extLst>
            </p:cNvPr>
            <p:cNvSpPr/>
            <p:nvPr/>
          </p:nvSpPr>
          <p:spPr bwMode="gray">
            <a:xfrm>
              <a:off x="5060505"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4" name="Ellipse 152">
              <a:extLst>
                <a:ext uri="{FF2B5EF4-FFF2-40B4-BE49-F238E27FC236}">
                  <a16:creationId xmlns:a16="http://schemas.microsoft.com/office/drawing/2014/main" id="{3AC35A61-7ADF-5B31-A263-FF34D2CFC29A}"/>
                </a:ext>
              </a:extLst>
            </p:cNvPr>
            <p:cNvSpPr/>
            <p:nvPr/>
          </p:nvSpPr>
          <p:spPr bwMode="gray">
            <a:xfrm>
              <a:off x="5927890"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5" name="Ellipse 152">
              <a:extLst>
                <a:ext uri="{FF2B5EF4-FFF2-40B4-BE49-F238E27FC236}">
                  <a16:creationId xmlns:a16="http://schemas.microsoft.com/office/drawing/2014/main" id="{2AE34F69-C9FC-329C-BDA0-68C31A9475C4}"/>
                </a:ext>
              </a:extLst>
            </p:cNvPr>
            <p:cNvSpPr/>
            <p:nvPr/>
          </p:nvSpPr>
          <p:spPr bwMode="gray">
            <a:xfrm>
              <a:off x="6795275"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6" name="Ellipse 152">
              <a:extLst>
                <a:ext uri="{FF2B5EF4-FFF2-40B4-BE49-F238E27FC236}">
                  <a16:creationId xmlns:a16="http://schemas.microsoft.com/office/drawing/2014/main" id="{F155C740-DBAB-FFCC-84D9-3DE5D0883C2C}"/>
                </a:ext>
              </a:extLst>
            </p:cNvPr>
            <p:cNvSpPr/>
            <p:nvPr/>
          </p:nvSpPr>
          <p:spPr bwMode="gray">
            <a:xfrm>
              <a:off x="7662660"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7" name="Ellipse 152">
              <a:extLst>
                <a:ext uri="{FF2B5EF4-FFF2-40B4-BE49-F238E27FC236}">
                  <a16:creationId xmlns:a16="http://schemas.microsoft.com/office/drawing/2014/main" id="{7C936E02-C800-71E3-C47A-8DFF5737EC03}"/>
                </a:ext>
              </a:extLst>
            </p:cNvPr>
            <p:cNvSpPr/>
            <p:nvPr/>
          </p:nvSpPr>
          <p:spPr bwMode="gray">
            <a:xfrm>
              <a:off x="8530045"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8" name="Ellipse 152">
              <a:extLst>
                <a:ext uri="{FF2B5EF4-FFF2-40B4-BE49-F238E27FC236}">
                  <a16:creationId xmlns:a16="http://schemas.microsoft.com/office/drawing/2014/main" id="{2A642AD6-1900-57DC-A5A7-D43968FCBB10}"/>
                </a:ext>
              </a:extLst>
            </p:cNvPr>
            <p:cNvSpPr/>
            <p:nvPr/>
          </p:nvSpPr>
          <p:spPr bwMode="gray">
            <a:xfrm>
              <a:off x="9397430"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9" name="Ellipse 152">
              <a:extLst>
                <a:ext uri="{FF2B5EF4-FFF2-40B4-BE49-F238E27FC236}">
                  <a16:creationId xmlns:a16="http://schemas.microsoft.com/office/drawing/2014/main" id="{7FD1F570-AAB4-56B9-0E89-7493066AEE84}"/>
                </a:ext>
              </a:extLst>
            </p:cNvPr>
            <p:cNvSpPr/>
            <p:nvPr/>
          </p:nvSpPr>
          <p:spPr bwMode="gray">
            <a:xfrm>
              <a:off x="10264815"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50" name="Ellipse 152">
              <a:extLst>
                <a:ext uri="{FF2B5EF4-FFF2-40B4-BE49-F238E27FC236}">
                  <a16:creationId xmlns:a16="http://schemas.microsoft.com/office/drawing/2014/main" id="{AAC2761D-F642-4DC1-74D3-8D9FBD2DFEC3}"/>
                </a:ext>
              </a:extLst>
            </p:cNvPr>
            <p:cNvSpPr/>
            <p:nvPr/>
          </p:nvSpPr>
          <p:spPr bwMode="gray">
            <a:xfrm>
              <a:off x="11132203" y="1916732"/>
              <a:ext cx="137429" cy="138605"/>
            </a:xfrm>
            <a:prstGeom prst="ellipse">
              <a:avLst/>
            </a:prstGeom>
            <a:noFill/>
            <a:ln w="38100">
              <a:solidFill>
                <a:schemeClr val="accent1"/>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7" name="Date Placeholder 16">
            <a:extLst>
              <a:ext uri="{FF2B5EF4-FFF2-40B4-BE49-F238E27FC236}">
                <a16:creationId xmlns:a16="http://schemas.microsoft.com/office/drawing/2014/main" id="{20BF2347-24B5-082A-02C5-C69465316913}"/>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8" name="Footer Placeholder 17">
            <a:extLst>
              <a:ext uri="{FF2B5EF4-FFF2-40B4-BE49-F238E27FC236}">
                <a16:creationId xmlns:a16="http://schemas.microsoft.com/office/drawing/2014/main" id="{EFA4AB80-1BFF-BA7D-5B77-7F2143A899C7}"/>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19" name="Slide Number Placeholder 18">
            <a:extLst>
              <a:ext uri="{FF2B5EF4-FFF2-40B4-BE49-F238E27FC236}">
                <a16:creationId xmlns:a16="http://schemas.microsoft.com/office/drawing/2014/main" id="{0CFB377C-9256-5006-E9B1-847E833BCA1F}"/>
              </a:ext>
            </a:extLst>
          </p:cNvPr>
          <p:cNvSpPr>
            <a:spLocks noGrp="1"/>
          </p:cNvSpPr>
          <p:nvPr>
            <p:ph type="sldNum" sz="quarter" idx="12"/>
          </p:nvPr>
        </p:nvSpPr>
        <p:spPr/>
        <p:txBody>
          <a:bodyPr/>
          <a:lstStyle/>
          <a:p>
            <a:pPr algn="r"/>
            <a:fld id="{5D9A5160-6218-4E5A-B9E6-B93E3DAE377C}" type="slidenum">
              <a:rPr lang="en-US" smtClean="0"/>
              <a:pPr algn="r"/>
              <a:t>62</a:t>
            </a:fld>
            <a:endParaRPr lang="en-US" dirty="0"/>
          </a:p>
        </p:txBody>
      </p:sp>
    </p:spTree>
    <p:extLst>
      <p:ext uri="{BB962C8B-B14F-4D97-AF65-F5344CB8AC3E}">
        <p14:creationId xmlns:p14="http://schemas.microsoft.com/office/powerpoint/2010/main" val="156752252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917592-3F21-4EE1-E501-1BF8759AB288}"/>
            </a:ext>
          </a:extLst>
        </p:cNvPr>
        <p:cNvGrpSpPr/>
        <p:nvPr/>
      </p:nvGrpSpPr>
      <p:grpSpPr>
        <a:xfrm>
          <a:off x="0" y="0"/>
          <a:ext cx="0" cy="0"/>
          <a:chOff x="0" y="0"/>
          <a:chExt cx="0" cy="0"/>
        </a:xfrm>
      </p:grpSpPr>
      <p:sp>
        <p:nvSpPr>
          <p:cNvPr id="44" name="Date Placeholder 43">
            <a:extLst>
              <a:ext uri="{FF2B5EF4-FFF2-40B4-BE49-F238E27FC236}">
                <a16:creationId xmlns:a16="http://schemas.microsoft.com/office/drawing/2014/main" id="{B5C458F1-6372-AD7A-F5AF-FF293E6A43A7}"/>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45" name="Footer Placeholder 44">
            <a:extLst>
              <a:ext uri="{FF2B5EF4-FFF2-40B4-BE49-F238E27FC236}">
                <a16:creationId xmlns:a16="http://schemas.microsoft.com/office/drawing/2014/main" id="{31270CB6-9FC2-13E5-E6F8-1618D5CAD039}"/>
              </a:ext>
            </a:extLst>
          </p:cNvPr>
          <p:cNvSpPr>
            <a:spLocks noGrp="1"/>
          </p:cNvSpPr>
          <p:nvPr>
            <p:ph type="ftr" sz="quarter" idx="25"/>
          </p:nvPr>
        </p:nvSpPr>
        <p:spPr/>
        <p:txBody>
          <a:bodyPr/>
          <a:lstStyle/>
          <a:p>
            <a:pPr>
              <a:spcBef>
                <a:spcPts val="1000"/>
              </a:spcBef>
              <a:buFont typeface="Arial" panose="020B0604020202020204" pitchFamily="34" charset="0"/>
              <a:buNone/>
            </a:pPr>
            <a:r>
              <a:rPr lang="en-US" dirty="0"/>
              <a:t>Presentation Title | Author | Date</a:t>
            </a:r>
          </a:p>
        </p:txBody>
      </p:sp>
      <p:sp>
        <p:nvSpPr>
          <p:cNvPr id="46" name="Slide Number Placeholder 45">
            <a:extLst>
              <a:ext uri="{FF2B5EF4-FFF2-40B4-BE49-F238E27FC236}">
                <a16:creationId xmlns:a16="http://schemas.microsoft.com/office/drawing/2014/main" id="{BAE72F52-ABB4-BD02-D118-CE0F5D169AFC}"/>
              </a:ext>
            </a:extLst>
          </p:cNvPr>
          <p:cNvSpPr>
            <a:spLocks noGrp="1"/>
          </p:cNvSpPr>
          <p:nvPr>
            <p:ph type="sldNum" sz="quarter" idx="26"/>
          </p:nvPr>
        </p:nvSpPr>
        <p:spPr/>
        <p:txBody>
          <a:bodyPr/>
          <a:lstStyle/>
          <a:p>
            <a:pPr algn="r"/>
            <a:fld id="{5D9A5160-6218-4E5A-B9E6-B93E3DAE377C}" type="slidenum">
              <a:rPr lang="en-US" smtClean="0"/>
              <a:pPr algn="r"/>
              <a:t>63</a:t>
            </a:fld>
            <a:endParaRPr lang="en-US" dirty="0"/>
          </a:p>
        </p:txBody>
      </p:sp>
      <p:sp>
        <p:nvSpPr>
          <p:cNvPr id="14" name="Text Placeholder 3">
            <a:extLst>
              <a:ext uri="{FF2B5EF4-FFF2-40B4-BE49-F238E27FC236}">
                <a16:creationId xmlns:a16="http://schemas.microsoft.com/office/drawing/2014/main" id="{D4E6C4F3-FE25-1F24-ACE9-5233FCBE9086}"/>
              </a:ext>
            </a:extLst>
          </p:cNvPr>
          <p:cNvSpPr>
            <a:spLocks noGrp="1"/>
          </p:cNvSpPr>
          <p:nvPr>
            <p:ph type="body" sz="quarter" idx="22"/>
          </p:nvPr>
        </p:nvSpPr>
        <p:spPr/>
        <p:txBody>
          <a:bodyPr lIns="0" tIns="0" rIns="0" bIns="0"/>
          <a:lstStyle/>
          <a:p>
            <a:r>
              <a:rPr lang="en-US" dirty="0"/>
              <a:t>Subtitle</a:t>
            </a:r>
          </a:p>
        </p:txBody>
      </p:sp>
      <p:sp>
        <p:nvSpPr>
          <p:cNvPr id="16" name="Titre 1">
            <a:extLst>
              <a:ext uri="{FF2B5EF4-FFF2-40B4-BE49-F238E27FC236}">
                <a16:creationId xmlns:a16="http://schemas.microsoft.com/office/drawing/2014/main" id="{F052AD3B-7575-8835-1FCF-39DDC7F6694F}"/>
              </a:ext>
            </a:extLst>
          </p:cNvPr>
          <p:cNvSpPr>
            <a:spLocks noGrp="1"/>
          </p:cNvSpPr>
          <p:nvPr>
            <p:ph type="title"/>
          </p:nvPr>
        </p:nvSpPr>
        <p:spPr/>
        <p:txBody>
          <a:bodyPr/>
          <a:lstStyle/>
          <a:p>
            <a:r>
              <a:rPr lang="en-US" dirty="0"/>
              <a:t>Hierarchy/relationship</a:t>
            </a:r>
            <a:br>
              <a:rPr lang="en-US" dirty="0"/>
            </a:br>
            <a:endParaRPr lang="en-US" dirty="0"/>
          </a:p>
        </p:txBody>
      </p:sp>
      <p:sp>
        <p:nvSpPr>
          <p:cNvPr id="37" name="Content Placeholder 36">
            <a:extLst>
              <a:ext uri="{FF2B5EF4-FFF2-40B4-BE49-F238E27FC236}">
                <a16:creationId xmlns:a16="http://schemas.microsoft.com/office/drawing/2014/main" id="{249AFDDE-7967-305A-2B52-B2997F1AFD9E}"/>
              </a:ext>
            </a:extLst>
          </p:cNvPr>
          <p:cNvSpPr>
            <a:spLocks noGrp="1"/>
          </p:cNvSpPr>
          <p:nvPr>
            <p:ph sz="quarter" idx="28"/>
          </p:nvPr>
        </p:nvSpPr>
        <p:spPr>
          <a:xfrm>
            <a:off x="550200" y="2244747"/>
            <a:ext cx="5185099" cy="4207618"/>
          </a:xfrm>
        </p:spPr>
        <p:txBody>
          <a:bodyPr/>
          <a:lstStyle/>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r>
              <a:rPr lang="en-US" dirty="0"/>
              <a:t>XX%</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endParaRPr lang="en-US" dirty="0"/>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endParaRPr lang="en-US" dirty="0"/>
          </a:p>
          <a:p>
            <a:endParaRPr lang="en-US" dirty="0"/>
          </a:p>
        </p:txBody>
      </p:sp>
      <p:sp>
        <p:nvSpPr>
          <p:cNvPr id="18" name="Rectangle 10">
            <a:extLst>
              <a:ext uri="{FF2B5EF4-FFF2-40B4-BE49-F238E27FC236}">
                <a16:creationId xmlns:a16="http://schemas.microsoft.com/office/drawing/2014/main" id="{92E6EE8C-80E5-9EC4-1ECC-DDC3B514D909}"/>
              </a:ext>
            </a:extLst>
          </p:cNvPr>
          <p:cNvSpPr>
            <a:spLocks noChangeArrowheads="1"/>
          </p:cNvSpPr>
          <p:nvPr/>
        </p:nvSpPr>
        <p:spPr bwMode="gray">
          <a:xfrm>
            <a:off x="9853759" y="608950"/>
            <a:ext cx="1786858" cy="867930"/>
          </a:xfrm>
          <a:prstGeom prst="rect">
            <a:avLst/>
          </a:prstGeom>
          <a:noFill/>
          <a:ln w="9525" algn="ctr">
            <a:noFill/>
            <a:miter lim="800000"/>
            <a:headEnd/>
            <a:tailEnd/>
          </a:ln>
          <a:effectLst/>
        </p:spPr>
        <p:txBody>
          <a:bodyPr wrap="square" anchor="ctr">
            <a:spAutoFit/>
          </a:bodyPr>
          <a:lstStyle/>
          <a:p>
            <a:pPr marL="180000" marR="0" lvl="0" indent="-18000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Text</a:t>
            </a:r>
          </a:p>
          <a:p>
            <a:pPr marL="180000" marR="0" lvl="0" indent="-18000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Text</a:t>
            </a:r>
          </a:p>
          <a:p>
            <a:pPr marL="180000" marR="0" lvl="0" indent="-18000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Text</a:t>
            </a:r>
          </a:p>
        </p:txBody>
      </p:sp>
      <p:sp>
        <p:nvSpPr>
          <p:cNvPr id="19" name="Rectangle 8">
            <a:extLst>
              <a:ext uri="{FF2B5EF4-FFF2-40B4-BE49-F238E27FC236}">
                <a16:creationId xmlns:a16="http://schemas.microsoft.com/office/drawing/2014/main" id="{89F0DF45-8F64-7C7A-5FE0-BF03743E8394}"/>
              </a:ext>
            </a:extLst>
          </p:cNvPr>
          <p:cNvSpPr>
            <a:spLocks noChangeArrowheads="1"/>
          </p:cNvSpPr>
          <p:nvPr/>
        </p:nvSpPr>
        <p:spPr bwMode="gray">
          <a:xfrm>
            <a:off x="9853759" y="2216338"/>
            <a:ext cx="1786858" cy="867930"/>
          </a:xfrm>
          <a:prstGeom prst="rect">
            <a:avLst/>
          </a:prstGeom>
          <a:noFill/>
          <a:ln w="9525" algn="ctr">
            <a:noFill/>
            <a:miter lim="800000"/>
            <a:headEnd/>
            <a:tailEnd/>
          </a:ln>
          <a:effectLst/>
        </p:spPr>
        <p:txBody>
          <a:bodyPr wrap="square" anchor="ctr">
            <a:spAutoFit/>
          </a:bodyPr>
          <a:lstStyle/>
          <a:p>
            <a:pPr marL="180000" marR="0" lvl="0" indent="-18000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Text</a:t>
            </a:r>
          </a:p>
          <a:p>
            <a:pPr marL="180000" marR="0" lvl="0" indent="-18000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Text</a:t>
            </a:r>
          </a:p>
          <a:p>
            <a:pPr marL="180000" marR="0" lvl="0" indent="-18000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Text</a:t>
            </a:r>
          </a:p>
        </p:txBody>
      </p:sp>
      <p:sp>
        <p:nvSpPr>
          <p:cNvPr id="20" name="Rectangle 5">
            <a:extLst>
              <a:ext uri="{FF2B5EF4-FFF2-40B4-BE49-F238E27FC236}">
                <a16:creationId xmlns:a16="http://schemas.microsoft.com/office/drawing/2014/main" id="{549CA2D2-FE09-501B-C426-5724F0EA2E1D}"/>
              </a:ext>
            </a:extLst>
          </p:cNvPr>
          <p:cNvSpPr>
            <a:spLocks noChangeArrowheads="1"/>
          </p:cNvSpPr>
          <p:nvPr/>
        </p:nvSpPr>
        <p:spPr bwMode="gray">
          <a:xfrm>
            <a:off x="9853759" y="3853662"/>
            <a:ext cx="1786858" cy="867930"/>
          </a:xfrm>
          <a:prstGeom prst="rect">
            <a:avLst/>
          </a:prstGeom>
          <a:noFill/>
          <a:ln w="9525" algn="ctr">
            <a:noFill/>
            <a:miter lim="800000"/>
            <a:headEnd/>
            <a:tailEnd/>
          </a:ln>
          <a:effectLst/>
        </p:spPr>
        <p:txBody>
          <a:bodyPr wrap="square" anchor="ctr">
            <a:spAutoFit/>
          </a:bodyPr>
          <a:lstStyle/>
          <a:p>
            <a:pPr marL="180000" marR="0" lvl="0" indent="-18000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Text</a:t>
            </a:r>
          </a:p>
          <a:p>
            <a:pPr marL="180000" marR="0" lvl="0" indent="-18000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Text</a:t>
            </a:r>
          </a:p>
          <a:p>
            <a:pPr marL="180000" marR="0" lvl="0" indent="-18000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Text</a:t>
            </a:r>
          </a:p>
        </p:txBody>
      </p:sp>
      <p:sp>
        <p:nvSpPr>
          <p:cNvPr id="21" name="Rectangle 5">
            <a:extLst>
              <a:ext uri="{FF2B5EF4-FFF2-40B4-BE49-F238E27FC236}">
                <a16:creationId xmlns:a16="http://schemas.microsoft.com/office/drawing/2014/main" id="{13EEF82D-8CC9-65A2-7185-7DFE0A062B4F}"/>
              </a:ext>
            </a:extLst>
          </p:cNvPr>
          <p:cNvSpPr>
            <a:spLocks noChangeArrowheads="1"/>
          </p:cNvSpPr>
          <p:nvPr/>
        </p:nvSpPr>
        <p:spPr bwMode="gray">
          <a:xfrm>
            <a:off x="9853759" y="5391902"/>
            <a:ext cx="1786858" cy="867930"/>
          </a:xfrm>
          <a:prstGeom prst="rect">
            <a:avLst/>
          </a:prstGeom>
          <a:noFill/>
          <a:ln w="9525" algn="ctr">
            <a:noFill/>
            <a:miter lim="800000"/>
            <a:headEnd/>
            <a:tailEnd/>
          </a:ln>
          <a:effectLst/>
        </p:spPr>
        <p:txBody>
          <a:bodyPr wrap="square" anchor="ctr">
            <a:spAutoFit/>
          </a:bodyPr>
          <a:lstStyle/>
          <a:p>
            <a:pPr marL="180000" marR="0" lvl="0" indent="-18000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Text</a:t>
            </a:r>
          </a:p>
          <a:p>
            <a:pPr marL="180000" marR="0" lvl="0" indent="-18000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Text</a:t>
            </a:r>
          </a:p>
          <a:p>
            <a:pPr marL="180000" marR="0" lvl="0" indent="-18000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Text</a:t>
            </a:r>
          </a:p>
        </p:txBody>
      </p:sp>
      <p:grpSp>
        <p:nvGrpSpPr>
          <p:cNvPr id="22" name="Groupe 11">
            <a:extLst>
              <a:ext uri="{FF2B5EF4-FFF2-40B4-BE49-F238E27FC236}">
                <a16:creationId xmlns:a16="http://schemas.microsoft.com/office/drawing/2014/main" id="{E830872B-1E00-5FD5-1143-BE6F577062BB}"/>
              </a:ext>
              <a:ext uri="{C183D7F6-B498-43B3-948B-1728B52AA6E4}">
                <adec:decorative xmlns:adec="http://schemas.microsoft.com/office/drawing/2017/decorative" val="1"/>
              </a:ext>
            </a:extLst>
          </p:cNvPr>
          <p:cNvGrpSpPr/>
          <p:nvPr/>
        </p:nvGrpSpPr>
        <p:grpSpPr>
          <a:xfrm>
            <a:off x="7641896" y="2651190"/>
            <a:ext cx="1105931" cy="1627865"/>
            <a:chOff x="4085642" y="2884870"/>
            <a:chExt cx="1105931" cy="1627865"/>
          </a:xfrm>
        </p:grpSpPr>
        <p:cxnSp>
          <p:nvCxnSpPr>
            <p:cNvPr id="23" name="AutoShape 14">
              <a:extLst>
                <a:ext uri="{FF2B5EF4-FFF2-40B4-BE49-F238E27FC236}">
                  <a16:creationId xmlns:a16="http://schemas.microsoft.com/office/drawing/2014/main" id="{E66EA5FB-11AB-D048-8871-DAB670B07638}"/>
                </a:ext>
                <a:ext uri="{C183D7F6-B498-43B3-948B-1728B52AA6E4}">
                  <adec:decorative xmlns:adec="http://schemas.microsoft.com/office/drawing/2017/decorative" val="1"/>
                </a:ext>
              </a:extLst>
            </p:cNvPr>
            <p:cNvCxnSpPr>
              <a:cxnSpLocks noChangeShapeType="1"/>
              <a:endCxn id="29" idx="2"/>
            </p:cNvCxnSpPr>
            <p:nvPr/>
          </p:nvCxnSpPr>
          <p:spPr bwMode="gray">
            <a:xfrm flipV="1">
              <a:off x="4085642" y="2884870"/>
              <a:ext cx="1105931" cy="785044"/>
            </a:xfrm>
            <a:prstGeom prst="bentConnector3">
              <a:avLst>
                <a:gd name="adj1" fmla="val 50000"/>
              </a:avLst>
            </a:prstGeom>
            <a:noFill/>
            <a:ln w="38100">
              <a:solidFill>
                <a:schemeClr val="tx2"/>
              </a:solidFill>
              <a:miter lim="800000"/>
              <a:headEnd/>
              <a:tailEnd/>
            </a:ln>
            <a:effectLst/>
          </p:spPr>
        </p:cxnSp>
        <p:cxnSp>
          <p:nvCxnSpPr>
            <p:cNvPr id="24" name="AutoShape 13">
              <a:extLst>
                <a:ext uri="{FF2B5EF4-FFF2-40B4-BE49-F238E27FC236}">
                  <a16:creationId xmlns:a16="http://schemas.microsoft.com/office/drawing/2014/main" id="{9D989835-474A-A591-2348-07FB11C9D290}"/>
                </a:ext>
                <a:ext uri="{C183D7F6-B498-43B3-948B-1728B52AA6E4}">
                  <adec:decorative xmlns:adec="http://schemas.microsoft.com/office/drawing/2017/decorative" val="1"/>
                </a:ext>
              </a:extLst>
            </p:cNvPr>
            <p:cNvCxnSpPr>
              <a:cxnSpLocks noChangeShapeType="1"/>
              <a:endCxn id="30" idx="2"/>
            </p:cNvCxnSpPr>
            <p:nvPr/>
          </p:nvCxnSpPr>
          <p:spPr bwMode="gray">
            <a:xfrm>
              <a:off x="4085642" y="3669914"/>
              <a:ext cx="1105931" cy="842821"/>
            </a:xfrm>
            <a:prstGeom prst="bentConnector3">
              <a:avLst>
                <a:gd name="adj1" fmla="val 50000"/>
              </a:avLst>
            </a:prstGeom>
            <a:noFill/>
            <a:ln w="38100">
              <a:solidFill>
                <a:schemeClr val="tx2"/>
              </a:solidFill>
              <a:miter lim="800000"/>
              <a:headEnd/>
              <a:tailEnd/>
            </a:ln>
            <a:effectLst/>
          </p:spPr>
        </p:cxnSp>
      </p:grpSp>
      <p:cxnSp>
        <p:nvCxnSpPr>
          <p:cNvPr id="25" name="AutoShape 15">
            <a:extLst>
              <a:ext uri="{FF2B5EF4-FFF2-40B4-BE49-F238E27FC236}">
                <a16:creationId xmlns:a16="http://schemas.microsoft.com/office/drawing/2014/main" id="{A8C59E22-49AE-3BA0-DD45-7AC8210ADF2B}"/>
              </a:ext>
              <a:ext uri="{C183D7F6-B498-43B3-948B-1728B52AA6E4}">
                <adec:decorative xmlns:adec="http://schemas.microsoft.com/office/drawing/2017/decorative" val="1"/>
              </a:ext>
            </a:extLst>
          </p:cNvPr>
          <p:cNvCxnSpPr>
            <a:cxnSpLocks noChangeShapeType="1"/>
          </p:cNvCxnSpPr>
          <p:nvPr/>
        </p:nvCxnSpPr>
        <p:spPr bwMode="gray">
          <a:xfrm rot="5400000" flipH="1" flipV="1">
            <a:off x="7276905" y="1965314"/>
            <a:ext cx="2382976" cy="558867"/>
          </a:xfrm>
          <a:prstGeom prst="bentConnector2">
            <a:avLst/>
          </a:prstGeom>
          <a:noFill/>
          <a:ln w="38100">
            <a:solidFill>
              <a:schemeClr val="tx2"/>
            </a:solidFill>
            <a:miter lim="800000"/>
            <a:headEnd/>
            <a:tailEnd/>
          </a:ln>
          <a:effectLst/>
        </p:spPr>
      </p:cxnSp>
      <p:cxnSp>
        <p:nvCxnSpPr>
          <p:cNvPr id="26" name="AutoShape 6">
            <a:extLst>
              <a:ext uri="{FF2B5EF4-FFF2-40B4-BE49-F238E27FC236}">
                <a16:creationId xmlns:a16="http://schemas.microsoft.com/office/drawing/2014/main" id="{8812991C-AAEF-92A4-81BC-2575C870D8B2}"/>
              </a:ext>
              <a:ext uri="{C183D7F6-B498-43B3-948B-1728B52AA6E4}">
                <adec:decorative xmlns:adec="http://schemas.microsoft.com/office/drawing/2017/decorative" val="1"/>
              </a:ext>
            </a:extLst>
          </p:cNvPr>
          <p:cNvCxnSpPr>
            <a:cxnSpLocks noChangeShapeType="1"/>
          </p:cNvCxnSpPr>
          <p:nvPr/>
        </p:nvCxnSpPr>
        <p:spPr bwMode="gray">
          <a:xfrm rot="16200000" flipH="1">
            <a:off x="7282590" y="4342604"/>
            <a:ext cx="2371606" cy="558867"/>
          </a:xfrm>
          <a:prstGeom prst="bentConnector2">
            <a:avLst/>
          </a:prstGeom>
          <a:noFill/>
          <a:ln w="38100">
            <a:solidFill>
              <a:schemeClr val="tx2"/>
            </a:solidFill>
            <a:miter lim="800000"/>
            <a:headEnd/>
            <a:tailEnd/>
          </a:ln>
          <a:effectLst/>
        </p:spPr>
      </p:cxnSp>
      <p:sp>
        <p:nvSpPr>
          <p:cNvPr id="27" name="Rectangle 3">
            <a:extLst>
              <a:ext uri="{FF2B5EF4-FFF2-40B4-BE49-F238E27FC236}">
                <a16:creationId xmlns:a16="http://schemas.microsoft.com/office/drawing/2014/main" id="{F3B6F192-039E-F05D-E511-89E92C4C667B}"/>
              </a:ext>
            </a:extLst>
          </p:cNvPr>
          <p:cNvSpPr>
            <a:spLocks noChangeAspect="1" noChangeArrowheads="1"/>
          </p:cNvSpPr>
          <p:nvPr/>
        </p:nvSpPr>
        <p:spPr bwMode="gray">
          <a:xfrm>
            <a:off x="6633896" y="2933172"/>
            <a:ext cx="1008000" cy="1008000"/>
          </a:xfrm>
          <a:prstGeom prst="ellipse">
            <a:avLst/>
          </a:prstGeom>
          <a:noFill/>
          <a:ln w="38100" algn="ctr">
            <a:solidFill>
              <a:schemeClr val="tx2"/>
            </a:solidFill>
            <a:miter lim="800000"/>
            <a:headEnd/>
            <a:tailEnd/>
          </a:ln>
          <a:effectLst/>
        </p:spPr>
        <p:txBody>
          <a:bodyPr lIns="0" tIns="0" rIns="0" bIns="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ea typeface="+mn-ea"/>
                <a:cs typeface="Calibri" pitchFamily="34" charset="0"/>
              </a:rPr>
              <a:t>Text</a:t>
            </a:r>
          </a:p>
        </p:txBody>
      </p:sp>
      <p:sp>
        <p:nvSpPr>
          <p:cNvPr id="28" name="Oval 27">
            <a:extLst>
              <a:ext uri="{FF2B5EF4-FFF2-40B4-BE49-F238E27FC236}">
                <a16:creationId xmlns:a16="http://schemas.microsoft.com/office/drawing/2014/main" id="{1B023C26-BF7F-CFA4-EF58-E38720209E97}"/>
              </a:ext>
            </a:extLst>
          </p:cNvPr>
          <p:cNvSpPr>
            <a:spLocks noChangeAspect="1" noChangeArrowheads="1"/>
          </p:cNvSpPr>
          <p:nvPr/>
        </p:nvSpPr>
        <p:spPr bwMode="gray">
          <a:xfrm>
            <a:off x="8747827" y="549259"/>
            <a:ext cx="1008000" cy="1008000"/>
          </a:xfrm>
          <a:prstGeom prst="ellipse">
            <a:avLst/>
          </a:prstGeom>
          <a:noFill/>
          <a:ln w="38100" algn="ctr">
            <a:solidFill>
              <a:schemeClr val="tx2"/>
            </a:solidFill>
            <a:miter lim="800000"/>
            <a:headEnd/>
            <a:tailEnd/>
          </a:ln>
          <a:effectLst/>
        </p:spPr>
        <p:txBody>
          <a:bodyPr lIns="0" tIns="0" rIns="0" bIns="0" anchor="ctr" anchorCtr="1"/>
          <a:lstStyle/>
          <a:p>
            <a:pPr marL="0" marR="0" lvl="0" indent="0" algn="l" defTabSz="914400" rtl="0" eaLnBrk="1" fontAlgn="auto" latinLnBrk="0" hangingPunct="1">
              <a:lnSpc>
                <a:spcPct val="100000"/>
              </a:lnSpc>
              <a:spcBef>
                <a:spcPct val="3000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ea typeface="+mn-ea"/>
                <a:cs typeface="Calibri" pitchFamily="34" charset="0"/>
              </a:rPr>
              <a:t>Text</a:t>
            </a:r>
          </a:p>
        </p:txBody>
      </p:sp>
      <p:sp>
        <p:nvSpPr>
          <p:cNvPr id="29" name="Rectangle 9">
            <a:extLst>
              <a:ext uri="{FF2B5EF4-FFF2-40B4-BE49-F238E27FC236}">
                <a16:creationId xmlns:a16="http://schemas.microsoft.com/office/drawing/2014/main" id="{5F80BA7B-7E3C-8764-8A2F-BF9542620BEF}"/>
              </a:ext>
            </a:extLst>
          </p:cNvPr>
          <p:cNvSpPr>
            <a:spLocks noChangeAspect="1" noChangeArrowheads="1"/>
          </p:cNvSpPr>
          <p:nvPr/>
        </p:nvSpPr>
        <p:spPr bwMode="gray">
          <a:xfrm>
            <a:off x="8747827" y="2147190"/>
            <a:ext cx="1008000" cy="1008000"/>
          </a:xfrm>
          <a:prstGeom prst="ellipse">
            <a:avLst/>
          </a:prstGeom>
          <a:solidFill>
            <a:schemeClr val="tx2"/>
          </a:solidFill>
          <a:ln w="38100" algn="ctr">
            <a:noFill/>
            <a:miter lim="800000"/>
            <a:headEnd/>
            <a:tailEnd/>
          </a:ln>
          <a:effectLst/>
        </p:spPr>
        <p:txBody>
          <a:bodyPr lIns="0" tIns="0" rIns="0" bIns="0" anchor="ctr" anchorCtr="1"/>
          <a:lstStyle/>
          <a:p>
            <a:pPr marL="0" marR="0" lvl="0" indent="0" algn="l" defTabSz="914400" rtl="0" eaLnBrk="1" fontAlgn="auto" latinLnBrk="0" hangingPunct="1">
              <a:lnSpc>
                <a:spcPct val="100000"/>
              </a:lnSpc>
              <a:spcBef>
                <a:spcPct val="3000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ea typeface="+mn-ea"/>
                <a:cs typeface="Calibri" pitchFamily="34" charset="0"/>
              </a:rPr>
              <a:t>Text</a:t>
            </a:r>
          </a:p>
        </p:txBody>
      </p:sp>
      <p:sp>
        <p:nvSpPr>
          <p:cNvPr id="30" name="Rectangle 9">
            <a:extLst>
              <a:ext uri="{FF2B5EF4-FFF2-40B4-BE49-F238E27FC236}">
                <a16:creationId xmlns:a16="http://schemas.microsoft.com/office/drawing/2014/main" id="{4BE910B1-2DB1-48D1-88CC-00391697187A}"/>
              </a:ext>
            </a:extLst>
          </p:cNvPr>
          <p:cNvSpPr>
            <a:spLocks noChangeAspect="1" noChangeArrowheads="1"/>
          </p:cNvSpPr>
          <p:nvPr/>
        </p:nvSpPr>
        <p:spPr bwMode="gray">
          <a:xfrm>
            <a:off x="8747827" y="3775055"/>
            <a:ext cx="1008000" cy="1008000"/>
          </a:xfrm>
          <a:prstGeom prst="ellipse">
            <a:avLst/>
          </a:prstGeom>
          <a:noFill/>
          <a:ln w="38100" algn="ctr">
            <a:solidFill>
              <a:schemeClr val="tx2"/>
            </a:solidFill>
            <a:miter lim="800000"/>
            <a:headEnd/>
            <a:tailEnd/>
          </a:ln>
          <a:effectLst/>
        </p:spPr>
        <p:txBody>
          <a:bodyPr lIns="0" tIns="0" rIns="0" bIns="0" anchor="ctr" anchorCtr="1"/>
          <a:lstStyle/>
          <a:p>
            <a:pPr marL="0" marR="0" lvl="0" indent="0" algn="l" defTabSz="914400" rtl="0" eaLnBrk="1" fontAlgn="auto" latinLnBrk="0" hangingPunct="1">
              <a:lnSpc>
                <a:spcPct val="100000"/>
              </a:lnSpc>
              <a:spcBef>
                <a:spcPct val="3000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ea typeface="+mn-ea"/>
                <a:cs typeface="Calibri" pitchFamily="34" charset="0"/>
              </a:rPr>
              <a:t>Text</a:t>
            </a:r>
          </a:p>
        </p:txBody>
      </p:sp>
      <p:sp>
        <p:nvSpPr>
          <p:cNvPr id="31" name="Oval 30">
            <a:extLst>
              <a:ext uri="{FF2B5EF4-FFF2-40B4-BE49-F238E27FC236}">
                <a16:creationId xmlns:a16="http://schemas.microsoft.com/office/drawing/2014/main" id="{E3C57F81-ADA4-F78C-F8B4-CB6C85042838}"/>
              </a:ext>
            </a:extLst>
          </p:cNvPr>
          <p:cNvSpPr>
            <a:spLocks noChangeAspect="1" noChangeArrowheads="1"/>
          </p:cNvSpPr>
          <p:nvPr/>
        </p:nvSpPr>
        <p:spPr bwMode="gray">
          <a:xfrm>
            <a:off x="8747827" y="5303840"/>
            <a:ext cx="1008000" cy="1008000"/>
          </a:xfrm>
          <a:prstGeom prst="ellipse">
            <a:avLst/>
          </a:prstGeom>
          <a:noFill/>
          <a:ln w="38100" algn="ctr">
            <a:solidFill>
              <a:schemeClr val="tx2"/>
            </a:solidFill>
            <a:miter lim="800000"/>
            <a:headEnd/>
            <a:tailEnd/>
          </a:ln>
          <a:effectLst/>
        </p:spPr>
        <p:txBody>
          <a:bodyPr lIns="0" tIns="0" rIns="0" bIns="0" anchor="ctr" anchorCtr="1"/>
          <a:lstStyle/>
          <a:p>
            <a:pPr marL="0" marR="0" lvl="0" indent="0" algn="l" defTabSz="914400" rtl="0" eaLnBrk="1" fontAlgn="auto" latinLnBrk="0" hangingPunct="1">
              <a:lnSpc>
                <a:spcPct val="100000"/>
              </a:lnSpc>
              <a:spcBef>
                <a:spcPct val="3000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ea typeface="+mn-ea"/>
                <a:cs typeface="Calibri" pitchFamily="34" charset="0"/>
              </a:rPr>
              <a:t>Text</a:t>
            </a:r>
          </a:p>
        </p:txBody>
      </p:sp>
    </p:spTree>
    <p:extLst>
      <p:ext uri="{BB962C8B-B14F-4D97-AF65-F5344CB8AC3E}">
        <p14:creationId xmlns:p14="http://schemas.microsoft.com/office/powerpoint/2010/main" val="65695245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4" name="Straight Connector 38">
            <a:extLst>
              <a:ext uri="{FF2B5EF4-FFF2-40B4-BE49-F238E27FC236}">
                <a16:creationId xmlns:a16="http://schemas.microsoft.com/office/drawing/2014/main" id="{ED7893E0-3444-B827-6028-B568DBE36EC2}"/>
              </a:ext>
              <a:ext uri="{C183D7F6-B498-43B3-948B-1728B52AA6E4}">
                <adec:decorative xmlns:adec="http://schemas.microsoft.com/office/drawing/2017/decorative" val="1"/>
              </a:ext>
            </a:extLst>
          </p:cNvPr>
          <p:cNvCxnSpPr>
            <a:cxnSpLocks/>
          </p:cNvCxnSpPr>
          <p:nvPr/>
        </p:nvCxnSpPr>
        <p:spPr>
          <a:xfrm>
            <a:off x="5479631" y="3735273"/>
            <a:ext cx="1168016" cy="0"/>
          </a:xfrm>
          <a:prstGeom prst="line">
            <a:avLst/>
          </a:prstGeom>
          <a:noFill/>
          <a:ln w="38100" cap="flat" cmpd="sng" algn="ctr">
            <a:solidFill>
              <a:schemeClr val="accent3"/>
            </a:solidFill>
            <a:prstDash val="solid"/>
            <a:miter lim="800000"/>
          </a:ln>
          <a:effectLst/>
        </p:spPr>
      </p:cxnSp>
      <p:grpSp>
        <p:nvGrpSpPr>
          <p:cNvPr id="3" name="Group 2">
            <a:extLst>
              <a:ext uri="{FF2B5EF4-FFF2-40B4-BE49-F238E27FC236}">
                <a16:creationId xmlns:a16="http://schemas.microsoft.com/office/drawing/2014/main" id="{780D39AF-24E9-0185-5312-127E8EACF675}"/>
              </a:ext>
              <a:ext uri="{C183D7F6-B498-43B3-948B-1728B52AA6E4}">
                <adec:decorative xmlns:adec="http://schemas.microsoft.com/office/drawing/2017/decorative" val="1"/>
              </a:ext>
            </a:extLst>
          </p:cNvPr>
          <p:cNvGrpSpPr/>
          <p:nvPr/>
        </p:nvGrpSpPr>
        <p:grpSpPr>
          <a:xfrm>
            <a:off x="4368953" y="2423791"/>
            <a:ext cx="2736304" cy="1055385"/>
            <a:chOff x="4368953" y="2877842"/>
            <a:chExt cx="2736304" cy="229103"/>
          </a:xfrm>
        </p:grpSpPr>
        <p:cxnSp>
          <p:nvCxnSpPr>
            <p:cNvPr id="89" name="Straight Connector 36">
              <a:extLst>
                <a:ext uri="{FF2B5EF4-FFF2-40B4-BE49-F238E27FC236}">
                  <a16:creationId xmlns:a16="http://schemas.microsoft.com/office/drawing/2014/main" id="{A90CCA09-1856-57EF-8986-C8E6A286403A}"/>
                </a:ext>
                <a:ext uri="{C183D7F6-B498-43B3-948B-1728B52AA6E4}">
                  <adec:decorative xmlns:adec="http://schemas.microsoft.com/office/drawing/2017/decorative" val="1"/>
                </a:ext>
              </a:extLst>
            </p:cNvPr>
            <p:cNvCxnSpPr>
              <a:cxnSpLocks/>
            </p:cNvCxnSpPr>
            <p:nvPr/>
          </p:nvCxnSpPr>
          <p:spPr>
            <a:xfrm>
              <a:off x="4368953" y="2890921"/>
              <a:ext cx="0" cy="216024"/>
            </a:xfrm>
            <a:prstGeom prst="line">
              <a:avLst/>
            </a:prstGeom>
            <a:noFill/>
            <a:ln w="38100" cap="flat" cmpd="sng" algn="ctr">
              <a:solidFill>
                <a:schemeClr val="accent3"/>
              </a:solidFill>
              <a:prstDash val="solid"/>
              <a:miter lim="800000"/>
            </a:ln>
            <a:effectLst/>
          </p:spPr>
        </p:cxnSp>
        <p:cxnSp>
          <p:nvCxnSpPr>
            <p:cNvPr id="90" name="Straight Connector 37">
              <a:extLst>
                <a:ext uri="{FF2B5EF4-FFF2-40B4-BE49-F238E27FC236}">
                  <a16:creationId xmlns:a16="http://schemas.microsoft.com/office/drawing/2014/main" id="{4E72C4F3-3782-E58A-87FF-E778A9F9A247}"/>
                </a:ext>
                <a:ext uri="{C183D7F6-B498-43B3-948B-1728B52AA6E4}">
                  <adec:decorative xmlns:adec="http://schemas.microsoft.com/office/drawing/2017/decorative" val="1"/>
                </a:ext>
              </a:extLst>
            </p:cNvPr>
            <p:cNvCxnSpPr>
              <a:cxnSpLocks/>
            </p:cNvCxnSpPr>
            <p:nvPr/>
          </p:nvCxnSpPr>
          <p:spPr>
            <a:xfrm>
              <a:off x="7105257" y="2877842"/>
              <a:ext cx="0" cy="229103"/>
            </a:xfrm>
            <a:prstGeom prst="line">
              <a:avLst/>
            </a:prstGeom>
            <a:noFill/>
            <a:ln w="38100" cap="flat" cmpd="sng" algn="ctr">
              <a:solidFill>
                <a:schemeClr val="accent3"/>
              </a:solidFill>
              <a:prstDash val="solid"/>
              <a:miter lim="800000"/>
            </a:ln>
            <a:effectLst/>
          </p:spPr>
        </p:cxnSp>
      </p:grpSp>
      <p:sp>
        <p:nvSpPr>
          <p:cNvPr id="88" name="Text Placeholder 7">
            <a:extLst>
              <a:ext uri="{FF2B5EF4-FFF2-40B4-BE49-F238E27FC236}">
                <a16:creationId xmlns:a16="http://schemas.microsoft.com/office/drawing/2014/main" id="{8AE05C7D-D810-25CB-3347-0736B727C5FA}"/>
              </a:ext>
            </a:extLst>
          </p:cNvPr>
          <p:cNvSpPr txBox="1">
            <a:spLocks/>
          </p:cNvSpPr>
          <p:nvPr/>
        </p:nvSpPr>
        <p:spPr>
          <a:xfrm>
            <a:off x="4331357" y="1824424"/>
            <a:ext cx="4132553" cy="880224"/>
          </a:xfrm>
          <a:prstGeom prst="rect">
            <a:avLst/>
          </a:prstGeom>
          <a:solidFill>
            <a:schemeClr val="tx2"/>
          </a:solidFill>
        </p:spPr>
        <p:txBody>
          <a:bodyPr lIns="720000" anchor="ctr">
            <a:noAutofit/>
          </a:bodyPr>
          <a:lstStyle>
            <a:lvl1pPr>
              <a:lnSpc>
                <a:spcPct val="85000"/>
              </a:lnSpc>
              <a:spcBef>
                <a:spcPts val="600"/>
              </a:spcBef>
              <a:defRPr sz="1200"/>
            </a:lvl1pPr>
            <a:lvl2pPr>
              <a:lnSpc>
                <a:spcPct val="100000"/>
              </a:lnSpc>
              <a:defRPr sz="1400"/>
            </a:lvl2pPr>
            <a:lvl3pPr>
              <a:lnSpc>
                <a:spcPct val="100000"/>
              </a:lnSpc>
              <a:defRPr sz="1400"/>
            </a:lvl3pPr>
            <a:lvl4pPr>
              <a:lnSpc>
                <a:spcPct val="100000"/>
              </a:lnSpc>
              <a:defRPr sz="1400"/>
            </a:lvl4pPr>
            <a:lvl5pPr>
              <a:lnSpc>
                <a:spcPct val="100000"/>
              </a:lnSpc>
              <a:defRPr sz="1200"/>
            </a:lvl5pPr>
          </a:lstStyle>
          <a:p>
            <a:pPr marL="173038" marR="0" lvl="0" indent="-173038"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1000" b="0" i="0" u="none" strike="noStrike" kern="0" cap="none" spc="0" normalizeH="0" baseline="0" noProof="0" dirty="0">
                <a:ln>
                  <a:noFill/>
                </a:ln>
                <a:solidFill>
                  <a:srgbClr val="FFFFFF"/>
                </a:solidFill>
                <a:effectLst/>
                <a:uLnTx/>
                <a:uFillTx/>
                <a:ea typeface="+mn-ea"/>
                <a:cs typeface="+mn-cs"/>
              </a:rPr>
              <a:t>Click to insert bullet point</a:t>
            </a:r>
          </a:p>
          <a:p>
            <a:pPr marL="173038" marR="0" lvl="0" indent="-173038"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1000" b="0" i="0" u="none" strike="noStrike" kern="0" cap="none" spc="0" normalizeH="0" baseline="0" noProof="0" dirty="0">
                <a:ln>
                  <a:noFill/>
                </a:ln>
                <a:solidFill>
                  <a:srgbClr val="FFFFFF"/>
                </a:solidFill>
                <a:effectLst/>
                <a:uLnTx/>
                <a:uFillTx/>
                <a:ea typeface="+mn-ea"/>
                <a:cs typeface="+mn-cs"/>
              </a:rPr>
              <a:t>Click to insert bullet point</a:t>
            </a:r>
          </a:p>
          <a:p>
            <a:pPr marL="173038" marR="0" lvl="0" indent="-173038"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1000" b="0" i="0" u="none" strike="noStrike" kern="0" cap="none" spc="0" normalizeH="0" baseline="0" noProof="0" dirty="0">
                <a:ln>
                  <a:noFill/>
                </a:ln>
                <a:solidFill>
                  <a:srgbClr val="FFFFFF"/>
                </a:solidFill>
                <a:effectLst/>
                <a:uLnTx/>
                <a:uFillTx/>
                <a:ea typeface="+mn-ea"/>
                <a:cs typeface="+mn-cs"/>
              </a:rPr>
              <a:t>Click to insert bullet point</a:t>
            </a:r>
          </a:p>
        </p:txBody>
      </p:sp>
      <p:sp>
        <p:nvSpPr>
          <p:cNvPr id="93" name="Text Placeholder 7">
            <a:extLst>
              <a:ext uri="{FF2B5EF4-FFF2-40B4-BE49-F238E27FC236}">
                <a16:creationId xmlns:a16="http://schemas.microsoft.com/office/drawing/2014/main" id="{774409D9-BDB1-DFD1-D516-732DA7AC7870}"/>
              </a:ext>
            </a:extLst>
          </p:cNvPr>
          <p:cNvSpPr txBox="1">
            <a:spLocks/>
          </p:cNvSpPr>
          <p:nvPr/>
        </p:nvSpPr>
        <p:spPr>
          <a:xfrm>
            <a:off x="1565693" y="3296908"/>
            <a:ext cx="4132553" cy="880224"/>
          </a:xfrm>
          <a:prstGeom prst="rect">
            <a:avLst/>
          </a:prstGeom>
          <a:solidFill>
            <a:schemeClr val="tx2"/>
          </a:solidFill>
        </p:spPr>
        <p:txBody>
          <a:bodyPr lIns="720000" anchor="ctr">
            <a:noAutofit/>
          </a:bodyPr>
          <a:lstStyle>
            <a:lvl1pPr>
              <a:lnSpc>
                <a:spcPct val="85000"/>
              </a:lnSpc>
              <a:spcBef>
                <a:spcPts val="600"/>
              </a:spcBef>
              <a:defRPr sz="1200"/>
            </a:lvl1pPr>
            <a:lvl2pPr>
              <a:lnSpc>
                <a:spcPct val="100000"/>
              </a:lnSpc>
              <a:defRPr sz="1400"/>
            </a:lvl2pPr>
            <a:lvl3pPr>
              <a:lnSpc>
                <a:spcPct val="100000"/>
              </a:lnSpc>
              <a:defRPr sz="1400"/>
            </a:lvl3pPr>
            <a:lvl4pPr>
              <a:lnSpc>
                <a:spcPct val="100000"/>
              </a:lnSpc>
              <a:defRPr sz="1400"/>
            </a:lvl4pPr>
            <a:lvl5pPr>
              <a:lnSpc>
                <a:spcPct val="100000"/>
              </a:lnSpc>
              <a:defRPr sz="1200"/>
            </a:lvl5pPr>
          </a:lstStyle>
          <a:p>
            <a:pPr marL="173038" marR="0" lvl="0" indent="-173038"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1000" b="0" i="0" u="none" strike="noStrike" kern="0" cap="none" spc="0" normalizeH="0" baseline="0" noProof="0" dirty="0">
                <a:ln>
                  <a:noFill/>
                </a:ln>
                <a:solidFill>
                  <a:srgbClr val="FFFFFF"/>
                </a:solidFill>
                <a:effectLst/>
                <a:uLnTx/>
                <a:uFillTx/>
                <a:ea typeface="+mn-ea"/>
                <a:cs typeface="+mn-cs"/>
              </a:rPr>
              <a:t>Click to insert bullet point</a:t>
            </a:r>
          </a:p>
          <a:p>
            <a:pPr marL="173038" marR="0" lvl="0" indent="-173038"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1000" b="0" i="0" u="none" strike="noStrike" kern="0" cap="none" spc="0" normalizeH="0" baseline="0" noProof="0" dirty="0">
                <a:ln>
                  <a:noFill/>
                </a:ln>
                <a:solidFill>
                  <a:srgbClr val="FFFFFF"/>
                </a:solidFill>
                <a:effectLst/>
                <a:uLnTx/>
                <a:uFillTx/>
                <a:ea typeface="+mn-ea"/>
                <a:cs typeface="+mn-cs"/>
              </a:rPr>
              <a:t>Click to insert bullet point</a:t>
            </a:r>
          </a:p>
          <a:p>
            <a:pPr marL="173038" marR="0" lvl="0" indent="-173038"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1000" b="0" i="0" u="none" strike="noStrike" kern="0" cap="none" spc="0" normalizeH="0" baseline="0" noProof="0" dirty="0">
                <a:ln>
                  <a:noFill/>
                </a:ln>
                <a:solidFill>
                  <a:srgbClr val="FFFFFF"/>
                </a:solidFill>
                <a:effectLst/>
                <a:uLnTx/>
                <a:uFillTx/>
                <a:ea typeface="+mn-ea"/>
                <a:cs typeface="+mn-cs"/>
              </a:rPr>
              <a:t>Click to insert bullet point</a:t>
            </a:r>
          </a:p>
        </p:txBody>
      </p:sp>
      <p:sp>
        <p:nvSpPr>
          <p:cNvPr id="10" name="Text Placeholder 7">
            <a:extLst>
              <a:ext uri="{FF2B5EF4-FFF2-40B4-BE49-F238E27FC236}">
                <a16:creationId xmlns:a16="http://schemas.microsoft.com/office/drawing/2014/main" id="{BAA5D73D-7499-23F5-2C62-D269F1511698}"/>
              </a:ext>
            </a:extLst>
          </p:cNvPr>
          <p:cNvSpPr txBox="1">
            <a:spLocks/>
          </p:cNvSpPr>
          <p:nvPr/>
        </p:nvSpPr>
        <p:spPr>
          <a:xfrm>
            <a:off x="7105256" y="3296908"/>
            <a:ext cx="4132553" cy="880224"/>
          </a:xfrm>
          <a:prstGeom prst="rect">
            <a:avLst/>
          </a:prstGeom>
          <a:solidFill>
            <a:schemeClr val="tx2"/>
          </a:solidFill>
        </p:spPr>
        <p:txBody>
          <a:bodyPr lIns="720000" anchor="ctr">
            <a:noAutofit/>
          </a:bodyPr>
          <a:lstStyle>
            <a:lvl1pPr>
              <a:lnSpc>
                <a:spcPct val="85000"/>
              </a:lnSpc>
              <a:spcBef>
                <a:spcPts val="600"/>
              </a:spcBef>
              <a:defRPr sz="1200"/>
            </a:lvl1pPr>
            <a:lvl2pPr>
              <a:lnSpc>
                <a:spcPct val="100000"/>
              </a:lnSpc>
              <a:defRPr sz="1400"/>
            </a:lvl2pPr>
            <a:lvl3pPr>
              <a:lnSpc>
                <a:spcPct val="100000"/>
              </a:lnSpc>
              <a:defRPr sz="1400"/>
            </a:lvl3pPr>
            <a:lvl4pPr>
              <a:lnSpc>
                <a:spcPct val="100000"/>
              </a:lnSpc>
              <a:defRPr sz="1400"/>
            </a:lvl4pPr>
            <a:lvl5pPr>
              <a:lnSpc>
                <a:spcPct val="100000"/>
              </a:lnSpc>
              <a:defRPr sz="1200"/>
            </a:lvl5pPr>
          </a:lstStyle>
          <a:p>
            <a:pPr marL="173038" marR="0" lvl="0" indent="-173038"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1000" b="0" i="0" u="none" strike="noStrike" kern="0" cap="none" spc="0" normalizeH="0" baseline="0" noProof="0" dirty="0">
                <a:ln>
                  <a:noFill/>
                </a:ln>
                <a:solidFill>
                  <a:srgbClr val="FFFFFF"/>
                </a:solidFill>
                <a:effectLst/>
                <a:uLnTx/>
                <a:uFillTx/>
                <a:ea typeface="+mn-ea"/>
                <a:cs typeface="+mn-cs"/>
              </a:rPr>
              <a:t>Click to insert bullet point</a:t>
            </a:r>
          </a:p>
          <a:p>
            <a:pPr marL="173038" marR="0" lvl="0" indent="-173038"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1000" b="0" i="0" u="none" strike="noStrike" kern="0" cap="none" spc="0" normalizeH="0" baseline="0" noProof="0" dirty="0">
                <a:ln>
                  <a:noFill/>
                </a:ln>
                <a:solidFill>
                  <a:srgbClr val="FFFFFF"/>
                </a:solidFill>
                <a:effectLst/>
                <a:uLnTx/>
                <a:uFillTx/>
                <a:ea typeface="+mn-ea"/>
                <a:cs typeface="+mn-cs"/>
              </a:rPr>
              <a:t>Click to insert bullet point</a:t>
            </a:r>
          </a:p>
          <a:p>
            <a:pPr marL="173038" marR="0" lvl="0" indent="-173038"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1000" b="0" i="0" u="none" strike="noStrike" kern="0" cap="none" spc="0" normalizeH="0" baseline="0" noProof="0" dirty="0">
                <a:ln>
                  <a:noFill/>
                </a:ln>
                <a:solidFill>
                  <a:srgbClr val="FFFFFF"/>
                </a:solidFill>
                <a:effectLst/>
                <a:uLnTx/>
                <a:uFillTx/>
                <a:ea typeface="+mn-ea"/>
                <a:cs typeface="+mn-cs"/>
              </a:rPr>
              <a:t>Click to insert bullet point</a:t>
            </a:r>
          </a:p>
        </p:txBody>
      </p:sp>
      <p:sp>
        <p:nvSpPr>
          <p:cNvPr id="2" name="Titre 1">
            <a:extLst>
              <a:ext uri="{FF2B5EF4-FFF2-40B4-BE49-F238E27FC236}">
                <a16:creationId xmlns:a16="http://schemas.microsoft.com/office/drawing/2014/main" id="{995251F8-0B89-9621-3CDC-3461F49F5E21}"/>
              </a:ext>
            </a:extLst>
          </p:cNvPr>
          <p:cNvSpPr>
            <a:spLocks noGrp="1"/>
          </p:cNvSpPr>
          <p:nvPr>
            <p:ph type="title"/>
          </p:nvPr>
        </p:nvSpPr>
        <p:spPr>
          <a:xfrm>
            <a:off x="551384" y="549274"/>
            <a:ext cx="11090938" cy="930372"/>
          </a:xfrm>
        </p:spPr>
        <p:txBody>
          <a:bodyPr/>
          <a:lstStyle/>
          <a:p>
            <a:r>
              <a:rPr lang="en-US" dirty="0"/>
              <a:t>Chart design example </a:t>
            </a:r>
            <a:br>
              <a:rPr lang="en-US" dirty="0"/>
            </a:br>
            <a:r>
              <a:rPr lang="en-US" dirty="0"/>
              <a:t>Hierarchy</a:t>
            </a:r>
          </a:p>
        </p:txBody>
      </p:sp>
      <p:sp>
        <p:nvSpPr>
          <p:cNvPr id="87" name="Text Placeholder 7">
            <a:extLst>
              <a:ext uri="{FF2B5EF4-FFF2-40B4-BE49-F238E27FC236}">
                <a16:creationId xmlns:a16="http://schemas.microsoft.com/office/drawing/2014/main" id="{EB6D4FE5-FF76-7182-0051-2813D20B23EA}"/>
              </a:ext>
            </a:extLst>
          </p:cNvPr>
          <p:cNvSpPr txBox="1">
            <a:spLocks noChangeAspect="1"/>
          </p:cNvSpPr>
          <p:nvPr/>
        </p:nvSpPr>
        <p:spPr>
          <a:xfrm>
            <a:off x="3798872" y="1686962"/>
            <a:ext cx="1152000" cy="1152128"/>
          </a:xfrm>
          <a:prstGeom prst="ellipse">
            <a:avLst/>
          </a:prstGeom>
          <a:solidFill>
            <a:schemeClr val="bg1"/>
          </a:solidFill>
          <a:ln w="38100">
            <a:solidFill>
              <a:schemeClr val="tx2"/>
            </a:solidFill>
          </a:ln>
        </p:spPr>
        <p:txBody>
          <a:bodyPr lIns="108000" rIns="108000" anchor="ctr">
            <a:noAutofit/>
          </a:bodyPr>
          <a:lstStyle>
            <a:lvl1pPr algn="r">
              <a:lnSpc>
                <a:spcPct val="85000"/>
              </a:lnSpc>
              <a:spcBef>
                <a:spcPts val="600"/>
              </a:spcBef>
              <a:defRPr sz="1600" b="1">
                <a:solidFill>
                  <a:schemeClr val="bg1"/>
                </a:solidFill>
              </a:defRPr>
            </a:lvl1pPr>
            <a:lvl2pPr>
              <a:lnSpc>
                <a:spcPct val="100000"/>
              </a:lnSpc>
              <a:defRPr sz="1400"/>
            </a:lvl2pPr>
            <a:lvl3pPr>
              <a:lnSpc>
                <a:spcPct val="100000"/>
              </a:lnSpc>
              <a:defRPr sz="1400"/>
            </a:lvl3pPr>
            <a:lvl4pPr>
              <a:lnSpc>
                <a:spcPct val="100000"/>
              </a:lnSpc>
              <a:defRPr sz="1400"/>
            </a:lvl4pPr>
            <a:lvl5pPr>
              <a:lnSpc>
                <a:spcPct val="100000"/>
              </a:lnSpc>
              <a:defRPr sz="1200"/>
            </a:lvl5pPr>
          </a:lstStyle>
          <a:p>
            <a:pPr marL="0" marR="0" lvl="0" indent="0" algn="ctr" defTabSz="914400" rtl="0" eaLnBrk="1" fontAlgn="auto" latinLnBrk="0" hangingPunct="1">
              <a:lnSpc>
                <a:spcPct val="85000"/>
              </a:lnSpc>
              <a:spcBef>
                <a:spcPts val="600"/>
              </a:spcBef>
              <a:spcAft>
                <a:spcPts val="0"/>
              </a:spcAft>
              <a:buClrTx/>
              <a:buSzTx/>
              <a:buFont typeface="Arial" panose="020B0604020202020204" pitchFamily="34" charset="0"/>
              <a:buNone/>
              <a:tabLst/>
              <a:defRPr/>
            </a:pPr>
            <a:r>
              <a:rPr kumimoji="0" lang="en-US" sz="1400" b="0" i="0" u="none" strike="noStrike" kern="0" cap="none" spc="0" normalizeH="0" baseline="0" noProof="0" dirty="0">
                <a:ln>
                  <a:noFill/>
                </a:ln>
                <a:solidFill>
                  <a:srgbClr val="000000"/>
                </a:solidFill>
                <a:effectLst/>
                <a:uLnTx/>
                <a:uFillTx/>
                <a:ea typeface="+mn-ea"/>
                <a:cs typeface="+mn-cs"/>
              </a:rPr>
              <a:t>Insert Group Name</a:t>
            </a:r>
          </a:p>
        </p:txBody>
      </p:sp>
      <p:cxnSp>
        <p:nvCxnSpPr>
          <p:cNvPr id="99" name="Shape 55">
            <a:extLst>
              <a:ext uri="{FF2B5EF4-FFF2-40B4-BE49-F238E27FC236}">
                <a16:creationId xmlns:a16="http://schemas.microsoft.com/office/drawing/2014/main" id="{BDE82404-1D3B-4450-FB11-A85AF87CEF7B}"/>
              </a:ext>
              <a:ext uri="{C183D7F6-B498-43B3-948B-1728B52AA6E4}">
                <adec:decorative xmlns:adec="http://schemas.microsoft.com/office/drawing/2017/decorative" val="1"/>
              </a:ext>
            </a:extLst>
          </p:cNvPr>
          <p:cNvCxnSpPr>
            <a:cxnSpLocks/>
          </p:cNvCxnSpPr>
          <p:nvPr/>
        </p:nvCxnSpPr>
        <p:spPr>
          <a:xfrm rot="5400000" flipH="1" flipV="1">
            <a:off x="2287346" y="4142021"/>
            <a:ext cx="384434" cy="1734840"/>
          </a:xfrm>
          <a:prstGeom prst="bentConnector2">
            <a:avLst/>
          </a:prstGeom>
          <a:noFill/>
          <a:ln w="38100" cap="flat" cmpd="sng" algn="ctr">
            <a:solidFill>
              <a:schemeClr val="accent3"/>
            </a:solidFill>
            <a:prstDash val="solid"/>
            <a:miter lim="800000"/>
          </a:ln>
          <a:effectLst/>
        </p:spPr>
      </p:cxnSp>
      <p:cxnSp>
        <p:nvCxnSpPr>
          <p:cNvPr id="100" name="Shape 57">
            <a:extLst>
              <a:ext uri="{FF2B5EF4-FFF2-40B4-BE49-F238E27FC236}">
                <a16:creationId xmlns:a16="http://schemas.microsoft.com/office/drawing/2014/main" id="{13E05D9A-E3BF-F21F-879A-AA594571995F}"/>
              </a:ext>
              <a:ext uri="{C183D7F6-B498-43B3-948B-1728B52AA6E4}">
                <adec:decorative xmlns:adec="http://schemas.microsoft.com/office/drawing/2017/decorative" val="1"/>
              </a:ext>
            </a:extLst>
          </p:cNvPr>
          <p:cNvCxnSpPr>
            <a:cxnSpLocks/>
          </p:cNvCxnSpPr>
          <p:nvPr/>
        </p:nvCxnSpPr>
        <p:spPr>
          <a:xfrm rot="16200000" flipV="1">
            <a:off x="3410317" y="4753894"/>
            <a:ext cx="391089" cy="517742"/>
          </a:xfrm>
          <a:prstGeom prst="bentConnector2">
            <a:avLst/>
          </a:prstGeom>
          <a:noFill/>
          <a:ln w="38100" cap="flat" cmpd="sng" algn="ctr">
            <a:solidFill>
              <a:schemeClr val="accent3"/>
            </a:solidFill>
            <a:prstDash val="solid"/>
            <a:miter lim="800000"/>
          </a:ln>
          <a:effectLst/>
        </p:spPr>
      </p:cxnSp>
      <p:cxnSp>
        <p:nvCxnSpPr>
          <p:cNvPr id="101" name="Shape 59">
            <a:extLst>
              <a:ext uri="{FF2B5EF4-FFF2-40B4-BE49-F238E27FC236}">
                <a16:creationId xmlns:a16="http://schemas.microsoft.com/office/drawing/2014/main" id="{8888816D-9095-5FD2-313B-86486348E66E}"/>
              </a:ext>
              <a:ext uri="{C183D7F6-B498-43B3-948B-1728B52AA6E4}">
                <adec:decorative xmlns:adec="http://schemas.microsoft.com/office/drawing/2017/decorative" val="1"/>
              </a:ext>
            </a:extLst>
          </p:cNvPr>
          <p:cNvCxnSpPr>
            <a:cxnSpLocks/>
            <a:stCxn id="106" idx="0"/>
            <a:endCxn id="9" idx="4"/>
          </p:cNvCxnSpPr>
          <p:nvPr/>
        </p:nvCxnSpPr>
        <p:spPr>
          <a:xfrm rot="5400000" flipH="1" flipV="1">
            <a:off x="6166474" y="4270926"/>
            <a:ext cx="896972" cy="977795"/>
          </a:xfrm>
          <a:prstGeom prst="bentConnector3">
            <a:avLst>
              <a:gd name="adj1" fmla="val 43716"/>
            </a:avLst>
          </a:prstGeom>
          <a:noFill/>
          <a:ln w="38100" cap="flat" cmpd="sng" algn="ctr">
            <a:solidFill>
              <a:schemeClr val="accent3"/>
            </a:solidFill>
            <a:prstDash val="solid"/>
            <a:miter lim="800000"/>
          </a:ln>
          <a:effectLst/>
        </p:spPr>
      </p:cxnSp>
      <p:cxnSp>
        <p:nvCxnSpPr>
          <p:cNvPr id="102" name="Shape 61">
            <a:extLst>
              <a:ext uri="{FF2B5EF4-FFF2-40B4-BE49-F238E27FC236}">
                <a16:creationId xmlns:a16="http://schemas.microsoft.com/office/drawing/2014/main" id="{6235B727-708C-50B4-68FE-ECD7850E93F7}"/>
              </a:ext>
              <a:ext uri="{C183D7F6-B498-43B3-948B-1728B52AA6E4}">
                <adec:decorative xmlns:adec="http://schemas.microsoft.com/office/drawing/2017/decorative" val="1"/>
              </a:ext>
            </a:extLst>
          </p:cNvPr>
          <p:cNvCxnSpPr>
            <a:cxnSpLocks/>
          </p:cNvCxnSpPr>
          <p:nvPr/>
        </p:nvCxnSpPr>
        <p:spPr>
          <a:xfrm rot="16200000" flipV="1">
            <a:off x="5681904" y="2482312"/>
            <a:ext cx="384287" cy="5054105"/>
          </a:xfrm>
          <a:prstGeom prst="bentConnector2">
            <a:avLst/>
          </a:prstGeom>
          <a:noFill/>
          <a:ln w="38100" cap="flat" cmpd="sng" algn="ctr">
            <a:solidFill>
              <a:schemeClr val="accent3"/>
            </a:solidFill>
            <a:prstDash val="solid"/>
            <a:miter lim="800000"/>
          </a:ln>
          <a:effectLst/>
        </p:spPr>
      </p:cxnSp>
      <p:cxnSp>
        <p:nvCxnSpPr>
          <p:cNvPr id="103" name="Shape 63">
            <a:extLst>
              <a:ext uri="{FF2B5EF4-FFF2-40B4-BE49-F238E27FC236}">
                <a16:creationId xmlns:a16="http://schemas.microsoft.com/office/drawing/2014/main" id="{F27CE796-D977-559D-9B9C-3C41EF2557EC}"/>
              </a:ext>
              <a:ext uri="{C183D7F6-B498-43B3-948B-1728B52AA6E4}">
                <adec:decorative xmlns:adec="http://schemas.microsoft.com/office/drawing/2017/decorative" val="1"/>
              </a:ext>
            </a:extLst>
          </p:cNvPr>
          <p:cNvCxnSpPr>
            <a:cxnSpLocks/>
          </p:cNvCxnSpPr>
          <p:nvPr/>
        </p:nvCxnSpPr>
        <p:spPr>
          <a:xfrm rot="16200000" flipV="1">
            <a:off x="6815841" y="1348376"/>
            <a:ext cx="384287" cy="7321977"/>
          </a:xfrm>
          <a:prstGeom prst="bentConnector2">
            <a:avLst/>
          </a:prstGeom>
          <a:noFill/>
          <a:ln w="38100" cap="flat" cmpd="sng" algn="ctr">
            <a:solidFill>
              <a:schemeClr val="accent3"/>
            </a:solidFill>
            <a:prstDash val="solid"/>
            <a:miter lim="800000"/>
          </a:ln>
          <a:effectLst/>
        </p:spPr>
      </p:cxnSp>
      <p:sp>
        <p:nvSpPr>
          <p:cNvPr id="104" name="Text Placeholder 7">
            <a:extLst>
              <a:ext uri="{FF2B5EF4-FFF2-40B4-BE49-F238E27FC236}">
                <a16:creationId xmlns:a16="http://schemas.microsoft.com/office/drawing/2014/main" id="{F997DBB2-12C6-D7CD-E31C-AC21138C6F5C}"/>
              </a:ext>
            </a:extLst>
          </p:cNvPr>
          <p:cNvSpPr txBox="1">
            <a:spLocks noChangeAspect="1"/>
          </p:cNvSpPr>
          <p:nvPr/>
        </p:nvSpPr>
        <p:spPr>
          <a:xfrm>
            <a:off x="1036142" y="5201658"/>
            <a:ext cx="1152000" cy="1152000"/>
          </a:xfrm>
          <a:prstGeom prst="ellipse">
            <a:avLst/>
          </a:prstGeom>
          <a:solidFill>
            <a:schemeClr val="bg1"/>
          </a:solidFill>
          <a:ln w="38100">
            <a:solidFill>
              <a:schemeClr val="tx2"/>
            </a:solidFill>
          </a:ln>
        </p:spPr>
        <p:txBody>
          <a:bodyPr lIns="108000" rIns="108000" anchor="ctr">
            <a:noAutofit/>
          </a:bodyPr>
          <a:lstStyle>
            <a:defPPr>
              <a:defRPr lang="pt-PT"/>
            </a:defPPr>
            <a:lvl1pPr marR="0" lvl="0" indent="0" algn="ctr" fontAlgn="auto">
              <a:lnSpc>
                <a:spcPct val="85000"/>
              </a:lnSpc>
              <a:spcBef>
                <a:spcPts val="600"/>
              </a:spcBef>
              <a:spcAft>
                <a:spcPts val="0"/>
              </a:spcAft>
              <a:buClrTx/>
              <a:buSzTx/>
              <a:buFont typeface="Arial" panose="020B0604020202020204" pitchFamily="34" charset="0"/>
              <a:buNone/>
              <a:tabLst/>
              <a:defRPr kumimoji="0" sz="1400" b="0" i="0" u="none" strike="noStrike" kern="0" cap="none" spc="0" normalizeH="0" baseline="0">
                <a:ln>
                  <a:noFill/>
                </a:ln>
                <a:effectLst/>
                <a:uLnTx/>
                <a:uFillTx/>
              </a:defRPr>
            </a:lvl1pPr>
            <a:lvl2pPr>
              <a:lnSpc>
                <a:spcPct val="100000"/>
              </a:lnSpc>
              <a:defRPr sz="1400"/>
            </a:lvl2pPr>
            <a:lvl3pPr>
              <a:lnSpc>
                <a:spcPct val="100000"/>
              </a:lnSpc>
              <a:defRPr sz="1400"/>
            </a:lvl3pPr>
            <a:lvl4pPr>
              <a:lnSpc>
                <a:spcPct val="100000"/>
              </a:lnSpc>
              <a:defRPr sz="1400"/>
            </a:lvl4pPr>
            <a:lvl5pPr>
              <a:lnSpc>
                <a:spcPct val="100000"/>
              </a:lnSpc>
              <a:defRPr sz="1200"/>
            </a:lvl5pPr>
          </a:lstStyle>
          <a:p>
            <a:pPr marL="0" marR="0" lvl="0" indent="0" algn="ctr" defTabSz="914400" rtl="0" eaLnBrk="1" fontAlgn="auto" latinLnBrk="0" hangingPunct="1">
              <a:lnSpc>
                <a:spcPct val="85000"/>
              </a:lnSpc>
              <a:spcBef>
                <a:spcPts val="600"/>
              </a:spcBef>
              <a:spcAft>
                <a:spcPts val="0"/>
              </a:spcAft>
              <a:buClrTx/>
              <a:buSzTx/>
              <a:buFont typeface="Arial" panose="020B0604020202020204" pitchFamily="34" charset="0"/>
              <a:buNone/>
              <a:tabLst/>
              <a:defRPr/>
            </a:pPr>
            <a:r>
              <a:rPr kumimoji="0" lang="en-US" sz="1400" b="0" i="0" u="none" strike="noStrike" kern="0" cap="none" spc="0" normalizeH="0" baseline="0" noProof="0" dirty="0">
                <a:ln>
                  <a:noFill/>
                </a:ln>
                <a:solidFill>
                  <a:srgbClr val="000000"/>
                </a:solidFill>
                <a:effectLst/>
                <a:uLnTx/>
                <a:uFillTx/>
                <a:ea typeface="+mn-ea"/>
                <a:cs typeface="+mn-cs"/>
              </a:rPr>
              <a:t>Click to insert text</a:t>
            </a:r>
          </a:p>
        </p:txBody>
      </p:sp>
      <p:sp>
        <p:nvSpPr>
          <p:cNvPr id="105" name="Text Placeholder 7">
            <a:extLst>
              <a:ext uri="{FF2B5EF4-FFF2-40B4-BE49-F238E27FC236}">
                <a16:creationId xmlns:a16="http://schemas.microsoft.com/office/drawing/2014/main" id="{F42D8725-B261-BFA3-D88E-F9D04052C177}"/>
              </a:ext>
            </a:extLst>
          </p:cNvPr>
          <p:cNvSpPr txBox="1">
            <a:spLocks noChangeAspect="1"/>
          </p:cNvSpPr>
          <p:nvPr/>
        </p:nvSpPr>
        <p:spPr>
          <a:xfrm>
            <a:off x="3281570" y="5208309"/>
            <a:ext cx="1152000" cy="1152000"/>
          </a:xfrm>
          <a:prstGeom prst="ellipse">
            <a:avLst/>
          </a:prstGeom>
          <a:solidFill>
            <a:schemeClr val="bg1"/>
          </a:solidFill>
          <a:ln w="38100">
            <a:solidFill>
              <a:schemeClr val="tx2"/>
            </a:solidFill>
          </a:ln>
        </p:spPr>
        <p:txBody>
          <a:bodyPr lIns="108000" rIns="108000" anchor="ctr">
            <a:noAutofit/>
          </a:bodyPr>
          <a:lstStyle>
            <a:defPPr>
              <a:defRPr lang="pt-PT"/>
            </a:defPPr>
            <a:lvl1pPr marR="0" lvl="0" indent="0" algn="ctr" fontAlgn="auto">
              <a:lnSpc>
                <a:spcPct val="85000"/>
              </a:lnSpc>
              <a:spcBef>
                <a:spcPts val="600"/>
              </a:spcBef>
              <a:spcAft>
                <a:spcPts val="0"/>
              </a:spcAft>
              <a:buClrTx/>
              <a:buSzTx/>
              <a:buFont typeface="Arial" panose="020B0604020202020204" pitchFamily="34" charset="0"/>
              <a:buNone/>
              <a:tabLst/>
              <a:defRPr kumimoji="0" sz="1400" b="0" i="0" u="none" strike="noStrike" kern="0" cap="none" spc="0" normalizeH="0" baseline="0">
                <a:ln>
                  <a:noFill/>
                </a:ln>
                <a:effectLst/>
                <a:uLnTx/>
                <a:uFillTx/>
              </a:defRPr>
            </a:lvl1pPr>
            <a:lvl2pPr>
              <a:lnSpc>
                <a:spcPct val="100000"/>
              </a:lnSpc>
              <a:defRPr sz="1400"/>
            </a:lvl2pPr>
            <a:lvl3pPr>
              <a:lnSpc>
                <a:spcPct val="100000"/>
              </a:lnSpc>
              <a:defRPr sz="1400"/>
            </a:lvl3pPr>
            <a:lvl4pPr>
              <a:lnSpc>
                <a:spcPct val="100000"/>
              </a:lnSpc>
              <a:defRPr sz="1400"/>
            </a:lvl4pPr>
            <a:lvl5pPr>
              <a:lnSpc>
                <a:spcPct val="100000"/>
              </a:lnSpc>
              <a:defRPr sz="1200"/>
            </a:lvl5pPr>
          </a:lstStyle>
          <a:p>
            <a:pPr marL="0" marR="0" lvl="0" indent="0" algn="ctr" defTabSz="914400" rtl="0" eaLnBrk="1" fontAlgn="auto" latinLnBrk="0" hangingPunct="1">
              <a:lnSpc>
                <a:spcPct val="85000"/>
              </a:lnSpc>
              <a:spcBef>
                <a:spcPts val="600"/>
              </a:spcBef>
              <a:spcAft>
                <a:spcPts val="0"/>
              </a:spcAft>
              <a:buClrTx/>
              <a:buSzTx/>
              <a:buFont typeface="Arial" panose="020B0604020202020204" pitchFamily="34" charset="0"/>
              <a:buNone/>
              <a:tabLst/>
              <a:defRPr/>
            </a:pPr>
            <a:r>
              <a:rPr kumimoji="0" lang="en-US" sz="1400" b="0" i="0" u="none" strike="noStrike" kern="0" cap="none" spc="0" normalizeH="0" baseline="0" noProof="0" dirty="0">
                <a:ln>
                  <a:noFill/>
                </a:ln>
                <a:solidFill>
                  <a:srgbClr val="000000"/>
                </a:solidFill>
                <a:effectLst/>
                <a:uLnTx/>
                <a:uFillTx/>
                <a:ea typeface="+mn-ea"/>
                <a:cs typeface="+mn-cs"/>
              </a:rPr>
              <a:t>Click to insert text</a:t>
            </a:r>
          </a:p>
        </p:txBody>
      </p:sp>
      <p:sp>
        <p:nvSpPr>
          <p:cNvPr id="106" name="Text Placeholder 7">
            <a:extLst>
              <a:ext uri="{FF2B5EF4-FFF2-40B4-BE49-F238E27FC236}">
                <a16:creationId xmlns:a16="http://schemas.microsoft.com/office/drawing/2014/main" id="{0CD71F08-5013-C7AE-C0E0-8B7D8AEDE1B2}"/>
              </a:ext>
            </a:extLst>
          </p:cNvPr>
          <p:cNvSpPr txBox="1">
            <a:spLocks noChangeAspect="1"/>
          </p:cNvSpPr>
          <p:nvPr/>
        </p:nvSpPr>
        <p:spPr>
          <a:xfrm>
            <a:off x="5550063" y="5208309"/>
            <a:ext cx="1152000" cy="1152000"/>
          </a:xfrm>
          <a:prstGeom prst="ellipse">
            <a:avLst/>
          </a:prstGeom>
          <a:solidFill>
            <a:schemeClr val="bg1"/>
          </a:solidFill>
          <a:ln w="38100">
            <a:solidFill>
              <a:schemeClr val="tx2"/>
            </a:solidFill>
          </a:ln>
        </p:spPr>
        <p:txBody>
          <a:bodyPr lIns="108000" rIns="108000" anchor="ctr">
            <a:noAutofit/>
          </a:bodyPr>
          <a:lstStyle>
            <a:defPPr>
              <a:defRPr lang="pt-PT"/>
            </a:defPPr>
            <a:lvl1pPr marR="0" lvl="0" indent="0" algn="ctr" fontAlgn="auto">
              <a:lnSpc>
                <a:spcPct val="85000"/>
              </a:lnSpc>
              <a:spcBef>
                <a:spcPts val="600"/>
              </a:spcBef>
              <a:spcAft>
                <a:spcPts val="0"/>
              </a:spcAft>
              <a:buClrTx/>
              <a:buSzTx/>
              <a:buFont typeface="Arial" panose="020B0604020202020204" pitchFamily="34" charset="0"/>
              <a:buNone/>
              <a:tabLst/>
              <a:defRPr kumimoji="0" sz="1400" b="0" i="0" u="none" strike="noStrike" kern="0" cap="none" spc="0" normalizeH="0" baseline="0">
                <a:ln>
                  <a:noFill/>
                </a:ln>
                <a:effectLst/>
                <a:uLnTx/>
                <a:uFillTx/>
              </a:defRPr>
            </a:lvl1pPr>
            <a:lvl2pPr>
              <a:lnSpc>
                <a:spcPct val="100000"/>
              </a:lnSpc>
              <a:defRPr sz="1400"/>
            </a:lvl2pPr>
            <a:lvl3pPr>
              <a:lnSpc>
                <a:spcPct val="100000"/>
              </a:lnSpc>
              <a:defRPr sz="1400"/>
            </a:lvl3pPr>
            <a:lvl4pPr>
              <a:lnSpc>
                <a:spcPct val="100000"/>
              </a:lnSpc>
              <a:defRPr sz="1400"/>
            </a:lvl4pPr>
            <a:lvl5pPr>
              <a:lnSpc>
                <a:spcPct val="100000"/>
              </a:lnSpc>
              <a:defRPr sz="1200"/>
            </a:lvl5pPr>
          </a:lstStyle>
          <a:p>
            <a:pPr marL="0" marR="0" lvl="0" indent="0" algn="ctr" defTabSz="914400" rtl="0" eaLnBrk="1" fontAlgn="auto" latinLnBrk="0" hangingPunct="1">
              <a:lnSpc>
                <a:spcPct val="85000"/>
              </a:lnSpc>
              <a:spcBef>
                <a:spcPts val="600"/>
              </a:spcBef>
              <a:spcAft>
                <a:spcPts val="0"/>
              </a:spcAft>
              <a:buClrTx/>
              <a:buSzTx/>
              <a:buFont typeface="Arial" panose="020B0604020202020204" pitchFamily="34" charset="0"/>
              <a:buNone/>
              <a:tabLst/>
              <a:defRPr/>
            </a:pPr>
            <a:r>
              <a:rPr kumimoji="0" lang="en-US" sz="1400" b="0" i="0" u="none" strike="noStrike" kern="0" cap="none" spc="0" normalizeH="0" baseline="0" noProof="0" dirty="0">
                <a:ln>
                  <a:noFill/>
                </a:ln>
                <a:solidFill>
                  <a:srgbClr val="000000"/>
                </a:solidFill>
                <a:effectLst/>
                <a:uLnTx/>
                <a:uFillTx/>
                <a:ea typeface="+mn-ea"/>
                <a:cs typeface="+mn-cs"/>
              </a:rPr>
              <a:t>Click to insert text</a:t>
            </a:r>
          </a:p>
        </p:txBody>
      </p:sp>
      <p:sp>
        <p:nvSpPr>
          <p:cNvPr id="107" name="Text Placeholder 7">
            <a:extLst>
              <a:ext uri="{FF2B5EF4-FFF2-40B4-BE49-F238E27FC236}">
                <a16:creationId xmlns:a16="http://schemas.microsoft.com/office/drawing/2014/main" id="{AB971050-9CBA-C0F2-A025-77167EA97DB2}"/>
              </a:ext>
            </a:extLst>
          </p:cNvPr>
          <p:cNvSpPr txBox="1">
            <a:spLocks noChangeAspect="1"/>
          </p:cNvSpPr>
          <p:nvPr/>
        </p:nvSpPr>
        <p:spPr>
          <a:xfrm>
            <a:off x="7817937" y="5201508"/>
            <a:ext cx="1152000" cy="1152000"/>
          </a:xfrm>
          <a:prstGeom prst="ellipse">
            <a:avLst/>
          </a:prstGeom>
          <a:solidFill>
            <a:schemeClr val="bg1"/>
          </a:solidFill>
          <a:ln w="38100">
            <a:solidFill>
              <a:schemeClr val="tx2"/>
            </a:solidFill>
          </a:ln>
        </p:spPr>
        <p:txBody>
          <a:bodyPr lIns="108000" rIns="108000" anchor="ctr">
            <a:noAutofit/>
          </a:bodyPr>
          <a:lstStyle>
            <a:defPPr>
              <a:defRPr lang="pt-PT"/>
            </a:defPPr>
            <a:lvl1pPr marR="0" lvl="0" indent="0" algn="ctr" fontAlgn="auto">
              <a:lnSpc>
                <a:spcPct val="85000"/>
              </a:lnSpc>
              <a:spcBef>
                <a:spcPts val="600"/>
              </a:spcBef>
              <a:spcAft>
                <a:spcPts val="0"/>
              </a:spcAft>
              <a:buClrTx/>
              <a:buSzTx/>
              <a:buFont typeface="Arial" panose="020B0604020202020204" pitchFamily="34" charset="0"/>
              <a:buNone/>
              <a:tabLst/>
              <a:defRPr kumimoji="0" sz="1400" b="0" i="0" u="none" strike="noStrike" kern="0" cap="none" spc="0" normalizeH="0" baseline="0">
                <a:ln>
                  <a:noFill/>
                </a:ln>
                <a:effectLst/>
                <a:uLnTx/>
                <a:uFillTx/>
              </a:defRPr>
            </a:lvl1pPr>
            <a:lvl2pPr>
              <a:lnSpc>
                <a:spcPct val="100000"/>
              </a:lnSpc>
              <a:defRPr sz="1400"/>
            </a:lvl2pPr>
            <a:lvl3pPr>
              <a:lnSpc>
                <a:spcPct val="100000"/>
              </a:lnSpc>
              <a:defRPr sz="1400"/>
            </a:lvl3pPr>
            <a:lvl4pPr>
              <a:lnSpc>
                <a:spcPct val="100000"/>
              </a:lnSpc>
              <a:defRPr sz="1400"/>
            </a:lvl4pPr>
            <a:lvl5pPr>
              <a:lnSpc>
                <a:spcPct val="100000"/>
              </a:lnSpc>
              <a:defRPr sz="1200"/>
            </a:lvl5pPr>
          </a:lstStyle>
          <a:p>
            <a:pPr marL="0" marR="0" lvl="0" indent="0" algn="ctr" defTabSz="914400" rtl="0" eaLnBrk="1" fontAlgn="auto" latinLnBrk="0" hangingPunct="1">
              <a:lnSpc>
                <a:spcPct val="85000"/>
              </a:lnSpc>
              <a:spcBef>
                <a:spcPts val="600"/>
              </a:spcBef>
              <a:spcAft>
                <a:spcPts val="0"/>
              </a:spcAft>
              <a:buClrTx/>
              <a:buSzTx/>
              <a:buFont typeface="Arial" panose="020B0604020202020204" pitchFamily="34" charset="0"/>
              <a:buNone/>
              <a:tabLst/>
              <a:defRPr/>
            </a:pPr>
            <a:r>
              <a:rPr kumimoji="0" lang="en-US" sz="1400" b="0" i="0" u="none" strike="noStrike" kern="0" cap="none" spc="0" normalizeH="0" baseline="0" noProof="0" dirty="0">
                <a:ln>
                  <a:noFill/>
                </a:ln>
                <a:solidFill>
                  <a:srgbClr val="000000"/>
                </a:solidFill>
                <a:effectLst/>
                <a:uLnTx/>
                <a:uFillTx/>
                <a:ea typeface="+mn-ea"/>
                <a:cs typeface="+mn-cs"/>
              </a:rPr>
              <a:t>Click to insert text</a:t>
            </a:r>
          </a:p>
        </p:txBody>
      </p:sp>
      <p:sp>
        <p:nvSpPr>
          <p:cNvPr id="108" name="Text Placeholder 7">
            <a:extLst>
              <a:ext uri="{FF2B5EF4-FFF2-40B4-BE49-F238E27FC236}">
                <a16:creationId xmlns:a16="http://schemas.microsoft.com/office/drawing/2014/main" id="{A6B13771-764B-E7A8-9CB2-9CD55AFF096E}"/>
              </a:ext>
            </a:extLst>
          </p:cNvPr>
          <p:cNvSpPr txBox="1">
            <a:spLocks noChangeAspect="1"/>
          </p:cNvSpPr>
          <p:nvPr/>
        </p:nvSpPr>
        <p:spPr>
          <a:xfrm>
            <a:off x="10085810" y="5201508"/>
            <a:ext cx="1152000" cy="1152000"/>
          </a:xfrm>
          <a:prstGeom prst="ellipse">
            <a:avLst/>
          </a:prstGeom>
          <a:solidFill>
            <a:schemeClr val="bg1"/>
          </a:solidFill>
          <a:ln w="38100">
            <a:solidFill>
              <a:schemeClr val="tx2"/>
            </a:solidFill>
          </a:ln>
        </p:spPr>
        <p:txBody>
          <a:bodyPr lIns="108000" rIns="108000" anchor="ctr">
            <a:noAutofit/>
          </a:bodyPr>
          <a:lstStyle>
            <a:defPPr>
              <a:defRPr lang="pt-PT"/>
            </a:defPPr>
            <a:lvl1pPr marR="0" lvl="0" indent="0" algn="ctr" fontAlgn="auto">
              <a:lnSpc>
                <a:spcPct val="85000"/>
              </a:lnSpc>
              <a:spcBef>
                <a:spcPts val="600"/>
              </a:spcBef>
              <a:spcAft>
                <a:spcPts val="0"/>
              </a:spcAft>
              <a:buClrTx/>
              <a:buSzTx/>
              <a:buFont typeface="Arial" panose="020B0604020202020204" pitchFamily="34" charset="0"/>
              <a:buNone/>
              <a:tabLst/>
              <a:defRPr kumimoji="0" sz="1400" b="0" i="0" u="none" strike="noStrike" kern="0" cap="none" spc="0" normalizeH="0" baseline="0">
                <a:ln>
                  <a:noFill/>
                </a:ln>
                <a:effectLst/>
                <a:uLnTx/>
                <a:uFillTx/>
              </a:defRPr>
            </a:lvl1pPr>
            <a:lvl2pPr>
              <a:lnSpc>
                <a:spcPct val="100000"/>
              </a:lnSpc>
              <a:defRPr sz="1400"/>
            </a:lvl2pPr>
            <a:lvl3pPr>
              <a:lnSpc>
                <a:spcPct val="100000"/>
              </a:lnSpc>
              <a:defRPr sz="1400"/>
            </a:lvl3pPr>
            <a:lvl4pPr>
              <a:lnSpc>
                <a:spcPct val="100000"/>
              </a:lnSpc>
              <a:defRPr sz="1400"/>
            </a:lvl4pPr>
            <a:lvl5pPr>
              <a:lnSpc>
                <a:spcPct val="100000"/>
              </a:lnSpc>
              <a:defRPr sz="1200"/>
            </a:lvl5pPr>
          </a:lstStyle>
          <a:p>
            <a:pPr marL="0" marR="0" lvl="0" indent="0" algn="ctr" defTabSz="914400" rtl="0" eaLnBrk="1" fontAlgn="auto" latinLnBrk="0" hangingPunct="1">
              <a:lnSpc>
                <a:spcPct val="85000"/>
              </a:lnSpc>
              <a:spcBef>
                <a:spcPts val="600"/>
              </a:spcBef>
              <a:spcAft>
                <a:spcPts val="0"/>
              </a:spcAft>
              <a:buClrTx/>
              <a:buSzTx/>
              <a:buFont typeface="Arial" panose="020B0604020202020204" pitchFamily="34" charset="0"/>
              <a:buNone/>
              <a:tabLst/>
              <a:defRPr/>
            </a:pPr>
            <a:r>
              <a:rPr kumimoji="0" lang="en-US" sz="1400" b="0" i="0" u="none" strike="noStrike" kern="0" cap="none" spc="0" normalizeH="0" baseline="0" noProof="0" dirty="0">
                <a:ln>
                  <a:noFill/>
                </a:ln>
                <a:solidFill>
                  <a:srgbClr val="000000"/>
                </a:solidFill>
                <a:effectLst/>
                <a:uLnTx/>
                <a:uFillTx/>
                <a:ea typeface="+mn-ea"/>
                <a:cs typeface="+mn-cs"/>
              </a:rPr>
              <a:t>Click to insert text</a:t>
            </a:r>
          </a:p>
        </p:txBody>
      </p:sp>
      <p:sp>
        <p:nvSpPr>
          <p:cNvPr id="8" name="Text Placeholder 7">
            <a:extLst>
              <a:ext uri="{FF2B5EF4-FFF2-40B4-BE49-F238E27FC236}">
                <a16:creationId xmlns:a16="http://schemas.microsoft.com/office/drawing/2014/main" id="{4615F722-A49C-A498-F289-E9F57FED6F5D}"/>
              </a:ext>
            </a:extLst>
          </p:cNvPr>
          <p:cNvSpPr txBox="1">
            <a:spLocks noChangeAspect="1"/>
          </p:cNvSpPr>
          <p:nvPr/>
        </p:nvSpPr>
        <p:spPr>
          <a:xfrm>
            <a:off x="1036142" y="3159209"/>
            <a:ext cx="1152000" cy="1152128"/>
          </a:xfrm>
          <a:prstGeom prst="ellipse">
            <a:avLst/>
          </a:prstGeom>
          <a:solidFill>
            <a:schemeClr val="bg1"/>
          </a:solidFill>
          <a:ln w="38100">
            <a:solidFill>
              <a:schemeClr val="tx2"/>
            </a:solidFill>
          </a:ln>
        </p:spPr>
        <p:txBody>
          <a:bodyPr lIns="108000" rIns="108000" anchor="ctr">
            <a:noAutofit/>
          </a:bodyPr>
          <a:lstStyle>
            <a:lvl1pPr algn="r">
              <a:lnSpc>
                <a:spcPct val="85000"/>
              </a:lnSpc>
              <a:spcBef>
                <a:spcPts val="600"/>
              </a:spcBef>
              <a:defRPr sz="1600" b="1">
                <a:solidFill>
                  <a:schemeClr val="bg1"/>
                </a:solidFill>
              </a:defRPr>
            </a:lvl1pPr>
            <a:lvl2pPr>
              <a:lnSpc>
                <a:spcPct val="100000"/>
              </a:lnSpc>
              <a:defRPr sz="1400"/>
            </a:lvl2pPr>
            <a:lvl3pPr>
              <a:lnSpc>
                <a:spcPct val="100000"/>
              </a:lnSpc>
              <a:defRPr sz="1400"/>
            </a:lvl3pPr>
            <a:lvl4pPr>
              <a:lnSpc>
                <a:spcPct val="100000"/>
              </a:lnSpc>
              <a:defRPr sz="1400"/>
            </a:lvl4pPr>
            <a:lvl5pPr>
              <a:lnSpc>
                <a:spcPct val="100000"/>
              </a:lnSpc>
              <a:defRPr sz="1200"/>
            </a:lvl5pPr>
          </a:lstStyle>
          <a:p>
            <a:pPr marL="0" marR="0" lvl="0" indent="0" algn="ctr" defTabSz="914400" rtl="0" eaLnBrk="1" fontAlgn="auto" latinLnBrk="0" hangingPunct="1">
              <a:lnSpc>
                <a:spcPct val="85000"/>
              </a:lnSpc>
              <a:spcBef>
                <a:spcPts val="600"/>
              </a:spcBef>
              <a:spcAft>
                <a:spcPts val="0"/>
              </a:spcAft>
              <a:buClrTx/>
              <a:buSzTx/>
              <a:buFont typeface="Arial" panose="020B0604020202020204" pitchFamily="34" charset="0"/>
              <a:buNone/>
              <a:tabLst/>
              <a:defRPr/>
            </a:pPr>
            <a:r>
              <a:rPr kumimoji="0" lang="en-US" sz="1400" b="0" i="0" u="none" strike="noStrike" kern="0" cap="none" spc="0" normalizeH="0" baseline="0" noProof="0" dirty="0">
                <a:ln>
                  <a:noFill/>
                </a:ln>
                <a:solidFill>
                  <a:srgbClr val="000000"/>
                </a:solidFill>
                <a:effectLst/>
                <a:uLnTx/>
                <a:uFillTx/>
                <a:ea typeface="+mn-ea"/>
                <a:cs typeface="+mn-cs"/>
              </a:rPr>
              <a:t>Insert Group Name</a:t>
            </a:r>
          </a:p>
        </p:txBody>
      </p:sp>
      <p:sp>
        <p:nvSpPr>
          <p:cNvPr id="9" name="Text Placeholder 7">
            <a:extLst>
              <a:ext uri="{FF2B5EF4-FFF2-40B4-BE49-F238E27FC236}">
                <a16:creationId xmlns:a16="http://schemas.microsoft.com/office/drawing/2014/main" id="{A8C0123E-50CB-35D9-DA92-789DD8E39C60}"/>
              </a:ext>
            </a:extLst>
          </p:cNvPr>
          <p:cNvSpPr txBox="1">
            <a:spLocks noChangeAspect="1"/>
          </p:cNvSpPr>
          <p:nvPr/>
        </p:nvSpPr>
        <p:spPr>
          <a:xfrm>
            <a:off x="6527858" y="3159209"/>
            <a:ext cx="1152000" cy="1152128"/>
          </a:xfrm>
          <a:prstGeom prst="ellipse">
            <a:avLst/>
          </a:prstGeom>
          <a:solidFill>
            <a:schemeClr val="bg1"/>
          </a:solidFill>
          <a:ln w="38100">
            <a:solidFill>
              <a:schemeClr val="tx2"/>
            </a:solidFill>
          </a:ln>
        </p:spPr>
        <p:txBody>
          <a:bodyPr lIns="108000" rIns="108000" anchor="ctr">
            <a:noAutofit/>
          </a:bodyPr>
          <a:lstStyle>
            <a:lvl1pPr algn="r">
              <a:lnSpc>
                <a:spcPct val="85000"/>
              </a:lnSpc>
              <a:spcBef>
                <a:spcPts val="600"/>
              </a:spcBef>
              <a:defRPr sz="1600" b="1">
                <a:solidFill>
                  <a:schemeClr val="bg1"/>
                </a:solidFill>
              </a:defRPr>
            </a:lvl1pPr>
            <a:lvl2pPr>
              <a:lnSpc>
                <a:spcPct val="100000"/>
              </a:lnSpc>
              <a:defRPr sz="1400"/>
            </a:lvl2pPr>
            <a:lvl3pPr>
              <a:lnSpc>
                <a:spcPct val="100000"/>
              </a:lnSpc>
              <a:defRPr sz="1400"/>
            </a:lvl3pPr>
            <a:lvl4pPr>
              <a:lnSpc>
                <a:spcPct val="100000"/>
              </a:lnSpc>
              <a:defRPr sz="1400"/>
            </a:lvl4pPr>
            <a:lvl5pPr>
              <a:lnSpc>
                <a:spcPct val="100000"/>
              </a:lnSpc>
              <a:defRPr sz="1200"/>
            </a:lvl5pPr>
          </a:lstStyle>
          <a:p>
            <a:pPr marL="0" marR="0" lvl="0" indent="0" algn="ctr" defTabSz="914400" rtl="0" eaLnBrk="1" fontAlgn="auto" latinLnBrk="0" hangingPunct="1">
              <a:lnSpc>
                <a:spcPct val="85000"/>
              </a:lnSpc>
              <a:spcBef>
                <a:spcPts val="600"/>
              </a:spcBef>
              <a:spcAft>
                <a:spcPts val="0"/>
              </a:spcAft>
              <a:buClrTx/>
              <a:buSzTx/>
              <a:buFont typeface="Arial" panose="020B0604020202020204" pitchFamily="34" charset="0"/>
              <a:buNone/>
              <a:tabLst/>
              <a:defRPr/>
            </a:pPr>
            <a:r>
              <a:rPr kumimoji="0" lang="en-US" sz="1400" b="0" i="0" u="none" strike="noStrike" kern="0" cap="none" spc="0" normalizeH="0" baseline="0" noProof="0" dirty="0">
                <a:ln>
                  <a:noFill/>
                </a:ln>
                <a:solidFill>
                  <a:srgbClr val="000000"/>
                </a:solidFill>
                <a:effectLst/>
                <a:uLnTx/>
                <a:uFillTx/>
                <a:ea typeface="+mn-ea"/>
                <a:cs typeface="+mn-cs"/>
              </a:rPr>
              <a:t>Insert Group Name</a:t>
            </a:r>
          </a:p>
        </p:txBody>
      </p:sp>
      <p:sp>
        <p:nvSpPr>
          <p:cNvPr id="20" name="Date Placeholder 19">
            <a:extLst>
              <a:ext uri="{FF2B5EF4-FFF2-40B4-BE49-F238E27FC236}">
                <a16:creationId xmlns:a16="http://schemas.microsoft.com/office/drawing/2014/main" id="{07D8CFC7-74E9-5FBC-A1AC-5C410ECAEF73}"/>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1" name="Footer Placeholder 20">
            <a:extLst>
              <a:ext uri="{FF2B5EF4-FFF2-40B4-BE49-F238E27FC236}">
                <a16:creationId xmlns:a16="http://schemas.microsoft.com/office/drawing/2014/main" id="{1B894292-95D4-6566-C842-61D60014FE75}"/>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2" name="Slide Number Placeholder 21">
            <a:extLst>
              <a:ext uri="{FF2B5EF4-FFF2-40B4-BE49-F238E27FC236}">
                <a16:creationId xmlns:a16="http://schemas.microsoft.com/office/drawing/2014/main" id="{602B0D5E-CFB2-A3A4-0DE8-2920B417A608}"/>
              </a:ext>
            </a:extLst>
          </p:cNvPr>
          <p:cNvSpPr>
            <a:spLocks noGrp="1"/>
          </p:cNvSpPr>
          <p:nvPr>
            <p:ph type="sldNum" sz="quarter" idx="12"/>
          </p:nvPr>
        </p:nvSpPr>
        <p:spPr/>
        <p:txBody>
          <a:bodyPr/>
          <a:lstStyle/>
          <a:p>
            <a:pPr algn="r"/>
            <a:fld id="{5D9A5160-6218-4E5A-B9E6-B93E3DAE377C}" type="slidenum">
              <a:rPr lang="en-US" smtClean="0"/>
              <a:pPr algn="r"/>
              <a:t>64</a:t>
            </a:fld>
            <a:endParaRPr lang="en-US" dirty="0"/>
          </a:p>
        </p:txBody>
      </p:sp>
    </p:spTree>
    <p:extLst>
      <p:ext uri="{BB962C8B-B14F-4D97-AF65-F5344CB8AC3E}">
        <p14:creationId xmlns:p14="http://schemas.microsoft.com/office/powerpoint/2010/main" val="168479208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B125AE-AFE4-EE1A-CD82-E9CFAB750F7D}"/>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9BAC9F8A-CC2F-9D37-5722-8234A14DBC28}"/>
              </a:ext>
            </a:extLst>
          </p:cNvPr>
          <p:cNvSpPr>
            <a:spLocks noGrp="1"/>
          </p:cNvSpPr>
          <p:nvPr>
            <p:ph type="title"/>
          </p:nvPr>
        </p:nvSpPr>
        <p:spPr>
          <a:xfrm>
            <a:off x="551384" y="549274"/>
            <a:ext cx="11090938" cy="930372"/>
          </a:xfrm>
        </p:spPr>
        <p:txBody>
          <a:bodyPr/>
          <a:lstStyle/>
          <a:p>
            <a:r>
              <a:rPr lang="en-US" dirty="0"/>
              <a:t>Hierarchy or org-chart</a:t>
            </a:r>
            <a:br>
              <a:rPr lang="en-US" dirty="0"/>
            </a:br>
            <a:endParaRPr lang="en-US" dirty="0"/>
          </a:p>
        </p:txBody>
      </p:sp>
      <p:graphicFrame>
        <p:nvGraphicFramePr>
          <p:cNvPr id="7" name="Diagram 6" descr="Data chart">
            <a:extLst>
              <a:ext uri="{FF2B5EF4-FFF2-40B4-BE49-F238E27FC236}">
                <a16:creationId xmlns:a16="http://schemas.microsoft.com/office/drawing/2014/main" id="{3EF0D887-1719-89DA-D889-7871F0DFCFBF}"/>
              </a:ext>
            </a:extLst>
          </p:cNvPr>
          <p:cNvGraphicFramePr/>
          <p:nvPr>
            <p:extLst>
              <p:ext uri="{D42A27DB-BD31-4B8C-83A1-F6EECF244321}">
                <p14:modId xmlns:p14="http://schemas.microsoft.com/office/powerpoint/2010/main" val="1892575163"/>
              </p:ext>
            </p:extLst>
          </p:nvPr>
        </p:nvGraphicFramePr>
        <p:xfrm>
          <a:off x="692555" y="1089037"/>
          <a:ext cx="10806889" cy="484478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7" name="Date Placeholder 16">
            <a:extLst>
              <a:ext uri="{FF2B5EF4-FFF2-40B4-BE49-F238E27FC236}">
                <a16:creationId xmlns:a16="http://schemas.microsoft.com/office/drawing/2014/main" id="{2009345F-7156-9FA5-8AF9-548371FD56FE}"/>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8" name="Footer Placeholder 17">
            <a:extLst>
              <a:ext uri="{FF2B5EF4-FFF2-40B4-BE49-F238E27FC236}">
                <a16:creationId xmlns:a16="http://schemas.microsoft.com/office/drawing/2014/main" id="{22F8F722-E446-399C-2BA5-434C9CB2537D}"/>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19" name="Slide Number Placeholder 18">
            <a:extLst>
              <a:ext uri="{FF2B5EF4-FFF2-40B4-BE49-F238E27FC236}">
                <a16:creationId xmlns:a16="http://schemas.microsoft.com/office/drawing/2014/main" id="{F3E22C52-0EC9-F6B0-D6C7-4A29979D7D5D}"/>
              </a:ext>
            </a:extLst>
          </p:cNvPr>
          <p:cNvSpPr>
            <a:spLocks noGrp="1"/>
          </p:cNvSpPr>
          <p:nvPr>
            <p:ph type="sldNum" sz="quarter" idx="12"/>
          </p:nvPr>
        </p:nvSpPr>
        <p:spPr/>
        <p:txBody>
          <a:bodyPr/>
          <a:lstStyle/>
          <a:p>
            <a:pPr algn="r"/>
            <a:fld id="{5D9A5160-6218-4E5A-B9E6-B93E3DAE377C}" type="slidenum">
              <a:rPr lang="en-US" smtClean="0"/>
              <a:pPr algn="r"/>
              <a:t>65</a:t>
            </a:fld>
            <a:endParaRPr lang="en-US" dirty="0"/>
          </a:p>
        </p:txBody>
      </p:sp>
    </p:spTree>
    <p:extLst>
      <p:ext uri="{BB962C8B-B14F-4D97-AF65-F5344CB8AC3E}">
        <p14:creationId xmlns:p14="http://schemas.microsoft.com/office/powerpoint/2010/main" val="13011335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FF781E-2A5D-B6E9-E181-E9246949EFA2}"/>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426BBEC3-E014-3174-42A2-F70937D54715}"/>
              </a:ext>
            </a:extLst>
          </p:cNvPr>
          <p:cNvSpPr>
            <a:spLocks noGrp="1"/>
          </p:cNvSpPr>
          <p:nvPr>
            <p:ph type="title"/>
          </p:nvPr>
        </p:nvSpPr>
        <p:spPr>
          <a:xfrm>
            <a:off x="551384" y="549274"/>
            <a:ext cx="11090938" cy="930372"/>
          </a:xfrm>
        </p:spPr>
        <p:txBody>
          <a:bodyPr/>
          <a:lstStyle/>
          <a:p>
            <a:r>
              <a:rPr lang="en-US" dirty="0"/>
              <a:t>Simple message house</a:t>
            </a:r>
            <a:br>
              <a:rPr lang="en-US" dirty="0"/>
            </a:br>
            <a:endParaRPr lang="en-US" dirty="0"/>
          </a:p>
        </p:txBody>
      </p:sp>
      <p:sp>
        <p:nvSpPr>
          <p:cNvPr id="11" name="Isosceles Triangle 26" descr="Chart">
            <a:extLst>
              <a:ext uri="{FF2B5EF4-FFF2-40B4-BE49-F238E27FC236}">
                <a16:creationId xmlns:a16="http://schemas.microsoft.com/office/drawing/2014/main" id="{C5D9F364-1230-1F45-158A-64706A8144F7}"/>
              </a:ext>
            </a:extLst>
          </p:cNvPr>
          <p:cNvSpPr/>
          <p:nvPr/>
        </p:nvSpPr>
        <p:spPr>
          <a:xfrm>
            <a:off x="550863" y="1334439"/>
            <a:ext cx="11089755" cy="746525"/>
          </a:xfrm>
          <a:prstGeom prst="triangle">
            <a:avLst/>
          </a:prstGeom>
          <a:solidFill>
            <a:schemeClr val="tx2"/>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FFFFFF"/>
              </a:solidFill>
              <a:effectLst/>
              <a:uLnTx/>
              <a:uFillTx/>
              <a:ea typeface="+mn-ea"/>
              <a:cs typeface="+mn-cs"/>
            </a:endParaRPr>
          </a:p>
        </p:txBody>
      </p:sp>
      <p:graphicFrame>
        <p:nvGraphicFramePr>
          <p:cNvPr id="12" name="Table 5">
            <a:extLst>
              <a:ext uri="{FF2B5EF4-FFF2-40B4-BE49-F238E27FC236}">
                <a16:creationId xmlns:a16="http://schemas.microsoft.com/office/drawing/2014/main" id="{55BCE6F2-FB60-F260-717D-6F2E6FBD6FDE}"/>
              </a:ext>
            </a:extLst>
          </p:cNvPr>
          <p:cNvGraphicFramePr>
            <a:graphicFrameLocks/>
          </p:cNvGraphicFramePr>
          <p:nvPr>
            <p:extLst>
              <p:ext uri="{D42A27DB-BD31-4B8C-83A1-F6EECF244321}">
                <p14:modId xmlns:p14="http://schemas.microsoft.com/office/powerpoint/2010/main" val="1478329432"/>
              </p:ext>
            </p:extLst>
          </p:nvPr>
        </p:nvGraphicFramePr>
        <p:xfrm>
          <a:off x="550863" y="2078926"/>
          <a:ext cx="11089754" cy="3782074"/>
        </p:xfrm>
        <a:graphic>
          <a:graphicData uri="http://schemas.openxmlformats.org/drawingml/2006/table">
            <a:tbl>
              <a:tblPr firstRow="1" bandRow="1"/>
              <a:tblGrid>
                <a:gridCol w="5544877">
                  <a:extLst>
                    <a:ext uri="{9D8B030D-6E8A-4147-A177-3AD203B41FA5}">
                      <a16:colId xmlns:a16="http://schemas.microsoft.com/office/drawing/2014/main" val="2502375454"/>
                    </a:ext>
                  </a:extLst>
                </a:gridCol>
                <a:gridCol w="5544877">
                  <a:extLst>
                    <a:ext uri="{9D8B030D-6E8A-4147-A177-3AD203B41FA5}">
                      <a16:colId xmlns:a16="http://schemas.microsoft.com/office/drawing/2014/main" val="485265693"/>
                    </a:ext>
                  </a:extLst>
                </a:gridCol>
              </a:tblGrid>
              <a:tr h="753677">
                <a:tc gridSpan="2">
                  <a:txBody>
                    <a:bodyPr/>
                    <a:lstStyle>
                      <a:lvl1pPr marL="0" algn="l" defTabSz="914400" rtl="0" eaLnBrk="1" latinLnBrk="0" hangingPunct="1">
                        <a:defRPr sz="1800" b="1" kern="1200">
                          <a:solidFill>
                            <a:schemeClr val="lt1"/>
                          </a:solidFill>
                          <a:latin typeface="Ubuntu"/>
                        </a:defRPr>
                      </a:lvl1pPr>
                      <a:lvl2pPr marL="457200" algn="l" defTabSz="914400" rtl="0" eaLnBrk="1" latinLnBrk="0" hangingPunct="1">
                        <a:defRPr sz="1800" b="1" kern="1200">
                          <a:solidFill>
                            <a:schemeClr val="lt1"/>
                          </a:solidFill>
                          <a:latin typeface="Ubuntu"/>
                        </a:defRPr>
                      </a:lvl2pPr>
                      <a:lvl3pPr marL="914400" algn="l" defTabSz="914400" rtl="0" eaLnBrk="1" latinLnBrk="0" hangingPunct="1">
                        <a:defRPr sz="1800" b="1" kern="1200">
                          <a:solidFill>
                            <a:schemeClr val="lt1"/>
                          </a:solidFill>
                          <a:latin typeface="Ubuntu"/>
                        </a:defRPr>
                      </a:lvl3pPr>
                      <a:lvl4pPr marL="1371600" algn="l" defTabSz="914400" rtl="0" eaLnBrk="1" latinLnBrk="0" hangingPunct="1">
                        <a:defRPr sz="1800" b="1" kern="1200">
                          <a:solidFill>
                            <a:schemeClr val="lt1"/>
                          </a:solidFill>
                          <a:latin typeface="Ubuntu"/>
                        </a:defRPr>
                      </a:lvl4pPr>
                      <a:lvl5pPr marL="1828800" algn="l" defTabSz="914400" rtl="0" eaLnBrk="1" latinLnBrk="0" hangingPunct="1">
                        <a:defRPr sz="1800" b="1" kern="1200">
                          <a:solidFill>
                            <a:schemeClr val="lt1"/>
                          </a:solidFill>
                          <a:latin typeface="Ubuntu"/>
                        </a:defRPr>
                      </a:lvl5pPr>
                      <a:lvl6pPr marL="2286000" algn="l" defTabSz="914400" rtl="0" eaLnBrk="1" latinLnBrk="0" hangingPunct="1">
                        <a:defRPr sz="1800" b="1" kern="1200">
                          <a:solidFill>
                            <a:schemeClr val="lt1"/>
                          </a:solidFill>
                          <a:latin typeface="Ubuntu"/>
                        </a:defRPr>
                      </a:lvl6pPr>
                      <a:lvl7pPr marL="2743200" algn="l" defTabSz="914400" rtl="0" eaLnBrk="1" latinLnBrk="0" hangingPunct="1">
                        <a:defRPr sz="1800" b="1" kern="1200">
                          <a:solidFill>
                            <a:schemeClr val="lt1"/>
                          </a:solidFill>
                          <a:latin typeface="Ubuntu"/>
                        </a:defRPr>
                      </a:lvl7pPr>
                      <a:lvl8pPr marL="3200400" algn="l" defTabSz="914400" rtl="0" eaLnBrk="1" latinLnBrk="0" hangingPunct="1">
                        <a:defRPr sz="1800" b="1" kern="1200">
                          <a:solidFill>
                            <a:schemeClr val="lt1"/>
                          </a:solidFill>
                          <a:latin typeface="Ubuntu"/>
                        </a:defRPr>
                      </a:lvl8pPr>
                      <a:lvl9pPr marL="3657600" algn="l" defTabSz="914400" rtl="0" eaLnBrk="1" latinLnBrk="0" hangingPunct="1">
                        <a:defRPr sz="1800" b="1" kern="1200">
                          <a:solidFill>
                            <a:schemeClr val="lt1"/>
                          </a:solidFill>
                          <a:latin typeface="Ubuntu"/>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1" i="0" u="none" strike="noStrike" kern="1200" baseline="0" dirty="0">
                          <a:solidFill>
                            <a:schemeClr val="bg2"/>
                          </a:solidFill>
                          <a:latin typeface="+mn-lt"/>
                          <a:ea typeface="+mn-ea"/>
                          <a:cs typeface="+mn-cs"/>
                        </a:rPr>
                        <a:t>Header</a:t>
                      </a:r>
                      <a:br>
                        <a:rPr lang="en-US" sz="1400" b="0" i="0" u="none" strike="noStrike" kern="1200" baseline="0" dirty="0">
                          <a:solidFill>
                            <a:schemeClr val="bg2"/>
                          </a:solidFill>
                          <a:latin typeface="+mn-lt"/>
                          <a:ea typeface="+mn-ea"/>
                          <a:cs typeface="+mn-cs"/>
                        </a:rPr>
                      </a:br>
                      <a:r>
                        <a:rPr lang="en-US" sz="1400" b="0" i="0" u="none" strike="noStrike" kern="1200" baseline="0" dirty="0">
                          <a:solidFill>
                            <a:schemeClr val="bg2"/>
                          </a:solidFill>
                          <a:latin typeface="+mn-lt"/>
                          <a:ea typeface="+mn-ea"/>
                          <a:cs typeface="+mn-cs"/>
                        </a:rPr>
                        <a:t>lorem ipsum dolor </a:t>
                      </a:r>
                      <a:r>
                        <a:rPr lang="en-US" sz="1400" b="0" i="0" u="none" strike="noStrike" kern="1200" baseline="0" dirty="0" err="1">
                          <a:solidFill>
                            <a:schemeClr val="bg2"/>
                          </a:solidFill>
                          <a:latin typeface="+mn-lt"/>
                          <a:ea typeface="+mn-ea"/>
                          <a:cs typeface="+mn-cs"/>
                        </a:rPr>
                        <a:t>amet</a:t>
                      </a:r>
                      <a:endParaRPr lang="en-US" sz="1400" b="0" i="0" u="none" strike="noStrike" kern="1200" baseline="0" dirty="0">
                        <a:solidFill>
                          <a:schemeClr val="bg2"/>
                        </a:solidFill>
                        <a:latin typeface="+mn-lt"/>
                        <a:ea typeface="+mn-ea"/>
                        <a:cs typeface="+mn-cs"/>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0058AB"/>
                    </a:solidFill>
                  </a:tcPr>
                </a:tc>
                <a:tc hMerge="1">
                  <a:txBody>
                    <a:bodyPr/>
                    <a:lstStyle/>
                    <a:p>
                      <a:endParaRPr lang="en-GB"/>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2EA657"/>
                    </a:solidFill>
                  </a:tcPr>
                </a:tc>
                <a:extLst>
                  <a:ext uri="{0D108BD9-81ED-4DB2-BD59-A6C34878D82A}">
                    <a16:rowId xmlns:a16="http://schemas.microsoft.com/office/drawing/2014/main" val="147598181"/>
                  </a:ext>
                </a:extLst>
              </a:tr>
              <a:tr h="1624397">
                <a:tc>
                  <a:txBody>
                    <a:bodyPr/>
                    <a:lstStyle>
                      <a:lvl1pPr marL="0" algn="l" defTabSz="914400" rtl="0" eaLnBrk="1" latinLnBrk="0" hangingPunct="1">
                        <a:defRPr sz="1800" kern="1200">
                          <a:solidFill>
                            <a:schemeClr val="dk1"/>
                          </a:solidFill>
                          <a:latin typeface="Ubuntu"/>
                        </a:defRPr>
                      </a:lvl1pPr>
                      <a:lvl2pPr marL="457200" algn="l" defTabSz="914400" rtl="0" eaLnBrk="1" latinLnBrk="0" hangingPunct="1">
                        <a:defRPr sz="1800" kern="1200">
                          <a:solidFill>
                            <a:schemeClr val="dk1"/>
                          </a:solidFill>
                          <a:latin typeface="Ubuntu"/>
                        </a:defRPr>
                      </a:lvl2pPr>
                      <a:lvl3pPr marL="914400" algn="l" defTabSz="914400" rtl="0" eaLnBrk="1" latinLnBrk="0" hangingPunct="1">
                        <a:defRPr sz="1800" kern="1200">
                          <a:solidFill>
                            <a:schemeClr val="dk1"/>
                          </a:solidFill>
                          <a:latin typeface="Ubuntu"/>
                        </a:defRPr>
                      </a:lvl3pPr>
                      <a:lvl4pPr marL="1371600" algn="l" defTabSz="914400" rtl="0" eaLnBrk="1" latinLnBrk="0" hangingPunct="1">
                        <a:defRPr sz="1800" kern="1200">
                          <a:solidFill>
                            <a:schemeClr val="dk1"/>
                          </a:solidFill>
                          <a:latin typeface="Ubuntu"/>
                        </a:defRPr>
                      </a:lvl4pPr>
                      <a:lvl5pPr marL="1828800" algn="l" defTabSz="914400" rtl="0" eaLnBrk="1" latinLnBrk="0" hangingPunct="1">
                        <a:defRPr sz="1800" kern="1200">
                          <a:solidFill>
                            <a:schemeClr val="dk1"/>
                          </a:solidFill>
                          <a:latin typeface="Ubuntu"/>
                        </a:defRPr>
                      </a:lvl5pPr>
                      <a:lvl6pPr marL="2286000" algn="l" defTabSz="914400" rtl="0" eaLnBrk="1" latinLnBrk="0" hangingPunct="1">
                        <a:defRPr sz="1800" kern="1200">
                          <a:solidFill>
                            <a:schemeClr val="dk1"/>
                          </a:solidFill>
                          <a:latin typeface="Ubuntu"/>
                        </a:defRPr>
                      </a:lvl6pPr>
                      <a:lvl7pPr marL="2743200" algn="l" defTabSz="914400" rtl="0" eaLnBrk="1" latinLnBrk="0" hangingPunct="1">
                        <a:defRPr sz="1800" kern="1200">
                          <a:solidFill>
                            <a:schemeClr val="dk1"/>
                          </a:solidFill>
                          <a:latin typeface="Ubuntu"/>
                        </a:defRPr>
                      </a:lvl7pPr>
                      <a:lvl8pPr marL="3200400" algn="l" defTabSz="914400" rtl="0" eaLnBrk="1" latinLnBrk="0" hangingPunct="1">
                        <a:defRPr sz="1800" kern="1200">
                          <a:solidFill>
                            <a:schemeClr val="dk1"/>
                          </a:solidFill>
                          <a:latin typeface="Ubuntu"/>
                        </a:defRPr>
                      </a:lvl8pPr>
                      <a:lvl9pPr marL="3657600" algn="l" defTabSz="914400" rtl="0" eaLnBrk="1" latinLnBrk="0" hangingPunct="1">
                        <a:defRPr sz="1800" kern="1200">
                          <a:solidFill>
                            <a:schemeClr val="dk1"/>
                          </a:solidFill>
                          <a:latin typeface="Ubuntu"/>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1" i="0" u="none" strike="noStrike" kern="1200" baseline="0" dirty="0">
                          <a:solidFill>
                            <a:schemeClr val="bg2"/>
                          </a:solidFill>
                          <a:latin typeface="+mn-lt"/>
                          <a:ea typeface="+mn-ea"/>
                          <a:cs typeface="+mn-cs"/>
                        </a:rPr>
                        <a:t>Lorem ipsum</a:t>
                      </a:r>
                    </a:p>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0" i="0" u="none" strike="noStrike" kern="1200" baseline="0" dirty="0">
                          <a:solidFill>
                            <a:schemeClr val="bg2"/>
                          </a:solidFill>
                          <a:latin typeface="+mn-lt"/>
                          <a:ea typeface="+mn-ea"/>
                          <a:cs typeface="+mn-cs"/>
                        </a:rPr>
                        <a:t>Dolor sit </a:t>
                      </a:r>
                      <a:r>
                        <a:rPr lang="en-US" sz="1400" b="0" i="0" u="none" strike="noStrike" kern="1200" baseline="0" dirty="0" err="1">
                          <a:solidFill>
                            <a:schemeClr val="bg2"/>
                          </a:solidFill>
                          <a:latin typeface="+mn-lt"/>
                          <a:ea typeface="+mn-ea"/>
                          <a:cs typeface="+mn-cs"/>
                        </a:rPr>
                        <a:t>amet</a:t>
                      </a:r>
                      <a:r>
                        <a:rPr lang="en-US" sz="1400" b="0" i="0" u="none" strike="noStrike" kern="1200" baseline="0" dirty="0">
                          <a:solidFill>
                            <a:schemeClr val="bg2"/>
                          </a:solidFill>
                          <a:latin typeface="+mn-lt"/>
                          <a:ea typeface="+mn-ea"/>
                          <a:cs typeface="+mn-cs"/>
                        </a:rPr>
                        <a:t>, </a:t>
                      </a:r>
                      <a:r>
                        <a:rPr lang="en-US" sz="1400" b="0" i="0" u="none" strike="noStrike" kern="1200" baseline="0" dirty="0" err="1">
                          <a:solidFill>
                            <a:schemeClr val="bg2"/>
                          </a:solidFill>
                          <a:latin typeface="+mn-lt"/>
                          <a:ea typeface="+mn-ea"/>
                          <a:cs typeface="+mn-cs"/>
                        </a:rPr>
                        <a:t>consetetur</a:t>
                      </a:r>
                      <a:r>
                        <a:rPr lang="en-US" sz="1400" b="0" i="0" u="none" strike="noStrike" kern="1200" baseline="0" dirty="0">
                          <a:solidFill>
                            <a:schemeClr val="bg2"/>
                          </a:solidFill>
                          <a:latin typeface="+mn-lt"/>
                          <a:ea typeface="+mn-ea"/>
                          <a:cs typeface="+mn-cs"/>
                        </a:rPr>
                        <a:t> </a:t>
                      </a:r>
                      <a:r>
                        <a:rPr lang="en-US" sz="1400" b="0" i="0" u="none" strike="noStrike" kern="1200" baseline="0" dirty="0" err="1">
                          <a:solidFill>
                            <a:schemeClr val="bg2"/>
                          </a:solidFill>
                          <a:latin typeface="+mn-lt"/>
                          <a:ea typeface="+mn-ea"/>
                          <a:cs typeface="+mn-cs"/>
                        </a:rPr>
                        <a:t>sadipscing</a:t>
                      </a:r>
                      <a:r>
                        <a:rPr lang="en-US" sz="1400" b="0" i="0" u="none" strike="noStrike" kern="1200" baseline="0" dirty="0">
                          <a:solidFill>
                            <a:schemeClr val="bg2"/>
                          </a:solidFill>
                          <a:latin typeface="+mn-lt"/>
                          <a:ea typeface="+mn-ea"/>
                          <a:cs typeface="+mn-cs"/>
                        </a:rPr>
                        <a:t> </a:t>
                      </a:r>
                      <a:r>
                        <a:rPr lang="en-US" sz="1400" b="0" i="0" u="none" strike="noStrike" kern="1200" baseline="0" dirty="0" err="1">
                          <a:solidFill>
                            <a:schemeClr val="bg2"/>
                          </a:solidFill>
                          <a:latin typeface="+mn-lt"/>
                          <a:ea typeface="+mn-ea"/>
                          <a:cs typeface="+mn-cs"/>
                        </a:rPr>
                        <a:t>elitr</a:t>
                      </a:r>
                      <a:endParaRPr lang="en-US" sz="1400" b="0" i="0" u="none" strike="noStrike" kern="1200" baseline="0" dirty="0">
                        <a:solidFill>
                          <a:schemeClr val="bg2"/>
                        </a:solidFill>
                        <a:latin typeface="+mn-lt"/>
                        <a:ea typeface="+mn-ea"/>
                        <a:cs typeface="+mn-cs"/>
                      </a:endParaRPr>
                    </a:p>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0" i="0" u="none" strike="noStrike" kern="1200" baseline="0" dirty="0">
                          <a:solidFill>
                            <a:schemeClr val="bg2"/>
                          </a:solidFill>
                          <a:latin typeface="+mn-lt"/>
                          <a:ea typeface="+mn-ea"/>
                          <a:cs typeface="+mn-cs"/>
                        </a:rPr>
                        <a:t> Sed diam </a:t>
                      </a:r>
                      <a:r>
                        <a:rPr lang="en-US" sz="1400" b="0" i="0" u="none" strike="noStrike" kern="1200" baseline="0" dirty="0" err="1">
                          <a:solidFill>
                            <a:schemeClr val="bg2"/>
                          </a:solidFill>
                          <a:latin typeface="+mn-lt"/>
                          <a:ea typeface="+mn-ea"/>
                          <a:cs typeface="+mn-cs"/>
                        </a:rPr>
                        <a:t>nonumy</a:t>
                      </a:r>
                      <a:r>
                        <a:rPr lang="en-US" sz="1400" b="0" i="0" u="none" strike="noStrike" kern="1200" baseline="0" dirty="0">
                          <a:solidFill>
                            <a:schemeClr val="bg2"/>
                          </a:solidFill>
                          <a:latin typeface="+mn-lt"/>
                          <a:ea typeface="+mn-ea"/>
                          <a:cs typeface="+mn-cs"/>
                        </a:rPr>
                        <a:t> </a:t>
                      </a:r>
                      <a:r>
                        <a:rPr lang="en-US" sz="1400" b="0" i="0" u="none" strike="noStrike" kern="1200" baseline="0" dirty="0" err="1">
                          <a:solidFill>
                            <a:schemeClr val="bg2"/>
                          </a:solidFill>
                          <a:latin typeface="+mn-lt"/>
                          <a:ea typeface="+mn-ea"/>
                          <a:cs typeface="+mn-cs"/>
                        </a:rPr>
                        <a:t>eirmod</a:t>
                      </a:r>
                      <a:r>
                        <a:rPr lang="en-US" sz="1400" b="0" i="0" u="none" strike="noStrike" kern="1200" baseline="0" dirty="0">
                          <a:solidFill>
                            <a:schemeClr val="bg2"/>
                          </a:solidFill>
                          <a:latin typeface="+mn-lt"/>
                          <a:ea typeface="+mn-ea"/>
                          <a:cs typeface="+mn-cs"/>
                        </a:rPr>
                        <a:t> </a:t>
                      </a:r>
                      <a:r>
                        <a:rPr lang="en-US" sz="1400" b="0" i="0" u="none" strike="noStrike" kern="1200" baseline="0" dirty="0" err="1">
                          <a:solidFill>
                            <a:schemeClr val="bg2"/>
                          </a:solidFill>
                          <a:latin typeface="+mn-lt"/>
                          <a:ea typeface="+mn-ea"/>
                          <a:cs typeface="+mn-cs"/>
                        </a:rPr>
                        <a:t>tempor</a:t>
                      </a:r>
                      <a:endParaRPr lang="en-US" sz="1400" b="0" i="0" u="none" strike="noStrike" kern="1200" baseline="0" dirty="0">
                        <a:solidFill>
                          <a:schemeClr val="bg2"/>
                        </a:solidFill>
                        <a:latin typeface="+mn-lt"/>
                        <a:ea typeface="+mn-ea"/>
                        <a:cs typeface="+mn-cs"/>
                      </a:endParaRPr>
                    </a:p>
                  </a:txBody>
                  <a:tcPr anchor="ctr">
                    <a:lnL w="12700" cmpd="sng">
                      <a:noFill/>
                    </a:lnL>
                    <a:lnR w="9525" cap="flat" cmpd="sng" algn="ctr">
                      <a:solidFill>
                        <a:srgbClr val="FFFFFF"/>
                      </a:solidFill>
                      <a:prstDash val="sysDash"/>
                      <a:round/>
                      <a:headEnd type="none" w="med" len="med"/>
                      <a:tailEnd type="none" w="med" len="med"/>
                    </a:lnR>
                    <a:lnT w="38100" cmpd="sng">
                      <a:noFill/>
                    </a:lnT>
                    <a:lnB w="12700" cmpd="sng">
                      <a:noFill/>
                    </a:lnB>
                    <a:lnTlToBr w="12700" cmpd="sng">
                      <a:noFill/>
                      <a:prstDash val="solid"/>
                    </a:lnTlToBr>
                    <a:lnBlToTr w="12700" cmpd="sng">
                      <a:noFill/>
                      <a:prstDash val="solid"/>
                    </a:lnBlToTr>
                    <a:solidFill>
                      <a:srgbClr val="121A38"/>
                    </a:solidFill>
                  </a:tcPr>
                </a:tc>
                <a:tc>
                  <a:txBody>
                    <a:bodyPr/>
                    <a:lstStyle>
                      <a:lvl1pPr marL="0" algn="l" defTabSz="914400" rtl="0" eaLnBrk="1" latinLnBrk="0" hangingPunct="1">
                        <a:defRPr sz="1800" kern="1200">
                          <a:solidFill>
                            <a:schemeClr val="dk1"/>
                          </a:solidFill>
                          <a:latin typeface="Ubuntu"/>
                        </a:defRPr>
                      </a:lvl1pPr>
                      <a:lvl2pPr marL="457200" algn="l" defTabSz="914400" rtl="0" eaLnBrk="1" latinLnBrk="0" hangingPunct="1">
                        <a:defRPr sz="1800" kern="1200">
                          <a:solidFill>
                            <a:schemeClr val="dk1"/>
                          </a:solidFill>
                          <a:latin typeface="Ubuntu"/>
                        </a:defRPr>
                      </a:lvl2pPr>
                      <a:lvl3pPr marL="914400" algn="l" defTabSz="914400" rtl="0" eaLnBrk="1" latinLnBrk="0" hangingPunct="1">
                        <a:defRPr sz="1800" kern="1200">
                          <a:solidFill>
                            <a:schemeClr val="dk1"/>
                          </a:solidFill>
                          <a:latin typeface="Ubuntu"/>
                        </a:defRPr>
                      </a:lvl3pPr>
                      <a:lvl4pPr marL="1371600" algn="l" defTabSz="914400" rtl="0" eaLnBrk="1" latinLnBrk="0" hangingPunct="1">
                        <a:defRPr sz="1800" kern="1200">
                          <a:solidFill>
                            <a:schemeClr val="dk1"/>
                          </a:solidFill>
                          <a:latin typeface="Ubuntu"/>
                        </a:defRPr>
                      </a:lvl4pPr>
                      <a:lvl5pPr marL="1828800" algn="l" defTabSz="914400" rtl="0" eaLnBrk="1" latinLnBrk="0" hangingPunct="1">
                        <a:defRPr sz="1800" kern="1200">
                          <a:solidFill>
                            <a:schemeClr val="dk1"/>
                          </a:solidFill>
                          <a:latin typeface="Ubuntu"/>
                        </a:defRPr>
                      </a:lvl5pPr>
                      <a:lvl6pPr marL="2286000" algn="l" defTabSz="914400" rtl="0" eaLnBrk="1" latinLnBrk="0" hangingPunct="1">
                        <a:defRPr sz="1800" kern="1200">
                          <a:solidFill>
                            <a:schemeClr val="dk1"/>
                          </a:solidFill>
                          <a:latin typeface="Ubuntu"/>
                        </a:defRPr>
                      </a:lvl6pPr>
                      <a:lvl7pPr marL="2743200" algn="l" defTabSz="914400" rtl="0" eaLnBrk="1" latinLnBrk="0" hangingPunct="1">
                        <a:defRPr sz="1800" kern="1200">
                          <a:solidFill>
                            <a:schemeClr val="dk1"/>
                          </a:solidFill>
                          <a:latin typeface="Ubuntu"/>
                        </a:defRPr>
                      </a:lvl7pPr>
                      <a:lvl8pPr marL="3200400" algn="l" defTabSz="914400" rtl="0" eaLnBrk="1" latinLnBrk="0" hangingPunct="1">
                        <a:defRPr sz="1800" kern="1200">
                          <a:solidFill>
                            <a:schemeClr val="dk1"/>
                          </a:solidFill>
                          <a:latin typeface="Ubuntu"/>
                        </a:defRPr>
                      </a:lvl8pPr>
                      <a:lvl9pPr marL="3657600" algn="l" defTabSz="914400" rtl="0" eaLnBrk="1" latinLnBrk="0" hangingPunct="1">
                        <a:defRPr sz="1800" kern="1200">
                          <a:solidFill>
                            <a:schemeClr val="dk1"/>
                          </a:solidFill>
                          <a:latin typeface="Ubuntu"/>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1" i="0" u="none" strike="noStrike" kern="1200" baseline="0" dirty="0">
                          <a:solidFill>
                            <a:schemeClr val="bg2"/>
                          </a:solidFill>
                          <a:latin typeface="+mn-lt"/>
                          <a:ea typeface="+mn-ea"/>
                          <a:cs typeface="+mn-cs"/>
                        </a:rPr>
                        <a:t>Lorem ipsum</a:t>
                      </a:r>
                    </a:p>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0" i="0" u="none" strike="noStrike" kern="1200" baseline="0" dirty="0">
                          <a:solidFill>
                            <a:schemeClr val="bg2"/>
                          </a:solidFill>
                          <a:latin typeface="+mn-lt"/>
                          <a:ea typeface="+mn-ea"/>
                          <a:cs typeface="+mn-cs"/>
                        </a:rPr>
                        <a:t>Dolor sit </a:t>
                      </a:r>
                      <a:r>
                        <a:rPr lang="en-US" sz="1400" b="0" i="0" u="none" strike="noStrike" kern="1200" baseline="0" dirty="0" err="1">
                          <a:solidFill>
                            <a:schemeClr val="bg2"/>
                          </a:solidFill>
                          <a:latin typeface="+mn-lt"/>
                          <a:ea typeface="+mn-ea"/>
                          <a:cs typeface="+mn-cs"/>
                        </a:rPr>
                        <a:t>amet</a:t>
                      </a:r>
                      <a:r>
                        <a:rPr lang="en-US" sz="1400" b="0" i="0" u="none" strike="noStrike" kern="1200" baseline="0" dirty="0">
                          <a:solidFill>
                            <a:schemeClr val="bg2"/>
                          </a:solidFill>
                          <a:latin typeface="+mn-lt"/>
                          <a:ea typeface="+mn-ea"/>
                          <a:cs typeface="+mn-cs"/>
                        </a:rPr>
                        <a:t>, </a:t>
                      </a:r>
                      <a:r>
                        <a:rPr lang="en-US" sz="1400" b="0" i="0" u="none" strike="noStrike" kern="1200" baseline="0" dirty="0" err="1">
                          <a:solidFill>
                            <a:schemeClr val="bg2"/>
                          </a:solidFill>
                          <a:latin typeface="+mn-lt"/>
                          <a:ea typeface="+mn-ea"/>
                          <a:cs typeface="+mn-cs"/>
                        </a:rPr>
                        <a:t>consetetur</a:t>
                      </a:r>
                      <a:r>
                        <a:rPr lang="en-US" sz="1400" b="0" i="0" u="none" strike="noStrike" kern="1200" baseline="0" dirty="0">
                          <a:solidFill>
                            <a:schemeClr val="bg2"/>
                          </a:solidFill>
                          <a:latin typeface="+mn-lt"/>
                          <a:ea typeface="+mn-ea"/>
                          <a:cs typeface="+mn-cs"/>
                        </a:rPr>
                        <a:t> </a:t>
                      </a:r>
                      <a:r>
                        <a:rPr lang="en-US" sz="1400" b="0" i="0" u="none" strike="noStrike" kern="1200" baseline="0" dirty="0" err="1">
                          <a:solidFill>
                            <a:schemeClr val="bg2"/>
                          </a:solidFill>
                          <a:latin typeface="+mn-lt"/>
                          <a:ea typeface="+mn-ea"/>
                          <a:cs typeface="+mn-cs"/>
                        </a:rPr>
                        <a:t>sadipscing</a:t>
                      </a:r>
                      <a:r>
                        <a:rPr lang="en-US" sz="1400" b="0" i="0" u="none" strike="noStrike" kern="1200" baseline="0" dirty="0">
                          <a:solidFill>
                            <a:schemeClr val="bg2"/>
                          </a:solidFill>
                          <a:latin typeface="+mn-lt"/>
                          <a:ea typeface="+mn-ea"/>
                          <a:cs typeface="+mn-cs"/>
                        </a:rPr>
                        <a:t> </a:t>
                      </a:r>
                      <a:r>
                        <a:rPr lang="en-US" sz="1400" b="0" i="0" u="none" strike="noStrike" kern="1200" baseline="0" dirty="0" err="1">
                          <a:solidFill>
                            <a:schemeClr val="bg2"/>
                          </a:solidFill>
                          <a:latin typeface="+mn-lt"/>
                          <a:ea typeface="+mn-ea"/>
                          <a:cs typeface="+mn-cs"/>
                        </a:rPr>
                        <a:t>elitr</a:t>
                      </a:r>
                      <a:endParaRPr lang="en-US" sz="1400" b="0" i="0" u="none" strike="noStrike" kern="1200" baseline="0" dirty="0">
                        <a:solidFill>
                          <a:schemeClr val="bg2"/>
                        </a:solidFill>
                        <a:latin typeface="+mn-lt"/>
                        <a:ea typeface="+mn-ea"/>
                        <a:cs typeface="+mn-cs"/>
                      </a:endParaRPr>
                    </a:p>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0" i="0" u="none" strike="noStrike" kern="1200" baseline="0" dirty="0">
                          <a:solidFill>
                            <a:schemeClr val="bg2"/>
                          </a:solidFill>
                          <a:latin typeface="+mn-lt"/>
                          <a:ea typeface="+mn-ea"/>
                          <a:cs typeface="+mn-cs"/>
                        </a:rPr>
                        <a:t> Sed diam </a:t>
                      </a:r>
                      <a:r>
                        <a:rPr lang="en-US" sz="1400" b="0" i="0" u="none" strike="noStrike" kern="1200" baseline="0" dirty="0" err="1">
                          <a:solidFill>
                            <a:schemeClr val="bg2"/>
                          </a:solidFill>
                          <a:latin typeface="+mn-lt"/>
                          <a:ea typeface="+mn-ea"/>
                          <a:cs typeface="+mn-cs"/>
                        </a:rPr>
                        <a:t>nonumy</a:t>
                      </a:r>
                      <a:r>
                        <a:rPr lang="en-US" sz="1400" b="0" i="0" u="none" strike="noStrike" kern="1200" baseline="0" dirty="0">
                          <a:solidFill>
                            <a:schemeClr val="bg2"/>
                          </a:solidFill>
                          <a:latin typeface="+mn-lt"/>
                          <a:ea typeface="+mn-ea"/>
                          <a:cs typeface="+mn-cs"/>
                        </a:rPr>
                        <a:t> </a:t>
                      </a:r>
                      <a:r>
                        <a:rPr lang="en-US" sz="1400" b="0" i="0" u="none" strike="noStrike" kern="1200" baseline="0" dirty="0" err="1">
                          <a:solidFill>
                            <a:schemeClr val="bg2"/>
                          </a:solidFill>
                          <a:latin typeface="+mn-lt"/>
                          <a:ea typeface="+mn-ea"/>
                          <a:cs typeface="+mn-cs"/>
                        </a:rPr>
                        <a:t>eirmod</a:t>
                      </a:r>
                      <a:r>
                        <a:rPr lang="en-US" sz="1400" b="0" i="0" u="none" strike="noStrike" kern="1200" baseline="0" dirty="0">
                          <a:solidFill>
                            <a:schemeClr val="bg2"/>
                          </a:solidFill>
                          <a:latin typeface="+mn-lt"/>
                          <a:ea typeface="+mn-ea"/>
                          <a:cs typeface="+mn-cs"/>
                        </a:rPr>
                        <a:t> </a:t>
                      </a:r>
                      <a:r>
                        <a:rPr lang="en-US" sz="1400" b="0" i="0" u="none" strike="noStrike" kern="1200" baseline="0" dirty="0" err="1">
                          <a:solidFill>
                            <a:schemeClr val="bg2"/>
                          </a:solidFill>
                          <a:latin typeface="+mn-lt"/>
                          <a:ea typeface="+mn-ea"/>
                          <a:cs typeface="+mn-cs"/>
                        </a:rPr>
                        <a:t>tempor</a:t>
                      </a:r>
                      <a:endParaRPr lang="en-US" sz="1400" b="0" i="0" u="none" strike="noStrike" kern="1200" baseline="0" dirty="0">
                        <a:solidFill>
                          <a:schemeClr val="bg2"/>
                        </a:solidFill>
                        <a:latin typeface="+mn-lt"/>
                        <a:ea typeface="+mn-ea"/>
                        <a:cs typeface="+mn-cs"/>
                      </a:endParaRPr>
                    </a:p>
                  </a:txBody>
                  <a:tcPr anchor="ctr">
                    <a:lnL w="9525" cap="flat" cmpd="sng" algn="ctr">
                      <a:solidFill>
                        <a:srgbClr val="FFFFFF"/>
                      </a:solidFill>
                      <a:prstDash val="sysDash"/>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rgbClr val="121A38"/>
                    </a:solidFill>
                  </a:tcPr>
                </a:tc>
                <a:extLst>
                  <a:ext uri="{0D108BD9-81ED-4DB2-BD59-A6C34878D82A}">
                    <a16:rowId xmlns:a16="http://schemas.microsoft.com/office/drawing/2014/main" val="3851229521"/>
                  </a:ext>
                </a:extLst>
              </a:tr>
              <a:tr h="468000">
                <a:tc gridSpan="2">
                  <a:txBody>
                    <a:bodyPr/>
                    <a:lstStyle>
                      <a:lvl1pPr marL="0" algn="l" defTabSz="914400" rtl="0" eaLnBrk="1" latinLnBrk="0" hangingPunct="1">
                        <a:defRPr sz="1800" kern="1200">
                          <a:solidFill>
                            <a:schemeClr val="dk1"/>
                          </a:solidFill>
                          <a:latin typeface="Ubuntu"/>
                        </a:defRPr>
                      </a:lvl1pPr>
                      <a:lvl2pPr marL="457200" algn="l" defTabSz="914400" rtl="0" eaLnBrk="1" latinLnBrk="0" hangingPunct="1">
                        <a:defRPr sz="1800" kern="1200">
                          <a:solidFill>
                            <a:schemeClr val="dk1"/>
                          </a:solidFill>
                          <a:latin typeface="Ubuntu"/>
                        </a:defRPr>
                      </a:lvl2pPr>
                      <a:lvl3pPr marL="914400" algn="l" defTabSz="914400" rtl="0" eaLnBrk="1" latinLnBrk="0" hangingPunct="1">
                        <a:defRPr sz="1800" kern="1200">
                          <a:solidFill>
                            <a:schemeClr val="dk1"/>
                          </a:solidFill>
                          <a:latin typeface="Ubuntu"/>
                        </a:defRPr>
                      </a:lvl3pPr>
                      <a:lvl4pPr marL="1371600" algn="l" defTabSz="914400" rtl="0" eaLnBrk="1" latinLnBrk="0" hangingPunct="1">
                        <a:defRPr sz="1800" kern="1200">
                          <a:solidFill>
                            <a:schemeClr val="dk1"/>
                          </a:solidFill>
                          <a:latin typeface="Ubuntu"/>
                        </a:defRPr>
                      </a:lvl4pPr>
                      <a:lvl5pPr marL="1828800" algn="l" defTabSz="914400" rtl="0" eaLnBrk="1" latinLnBrk="0" hangingPunct="1">
                        <a:defRPr sz="1800" kern="1200">
                          <a:solidFill>
                            <a:schemeClr val="dk1"/>
                          </a:solidFill>
                          <a:latin typeface="Ubuntu"/>
                        </a:defRPr>
                      </a:lvl5pPr>
                      <a:lvl6pPr marL="2286000" algn="l" defTabSz="914400" rtl="0" eaLnBrk="1" latinLnBrk="0" hangingPunct="1">
                        <a:defRPr sz="1800" kern="1200">
                          <a:solidFill>
                            <a:schemeClr val="dk1"/>
                          </a:solidFill>
                          <a:latin typeface="Ubuntu"/>
                        </a:defRPr>
                      </a:lvl6pPr>
                      <a:lvl7pPr marL="2743200" algn="l" defTabSz="914400" rtl="0" eaLnBrk="1" latinLnBrk="0" hangingPunct="1">
                        <a:defRPr sz="1800" kern="1200">
                          <a:solidFill>
                            <a:schemeClr val="dk1"/>
                          </a:solidFill>
                          <a:latin typeface="Ubuntu"/>
                        </a:defRPr>
                      </a:lvl7pPr>
                      <a:lvl8pPr marL="3200400" algn="l" defTabSz="914400" rtl="0" eaLnBrk="1" latinLnBrk="0" hangingPunct="1">
                        <a:defRPr sz="1800" kern="1200">
                          <a:solidFill>
                            <a:schemeClr val="dk1"/>
                          </a:solidFill>
                          <a:latin typeface="Ubuntu"/>
                        </a:defRPr>
                      </a:lvl8pPr>
                      <a:lvl9pPr marL="3657600" algn="l" defTabSz="914400" rtl="0" eaLnBrk="1" latinLnBrk="0" hangingPunct="1">
                        <a:defRPr sz="1800" kern="1200">
                          <a:solidFill>
                            <a:schemeClr val="dk1"/>
                          </a:solidFill>
                          <a:latin typeface="Ubuntu"/>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0" i="0" u="none" strike="noStrike" kern="1200" baseline="0" dirty="0">
                          <a:solidFill>
                            <a:schemeClr val="bg2"/>
                          </a:solidFill>
                          <a:latin typeface="+mn-lt"/>
                          <a:ea typeface="+mn-ea"/>
                          <a:cs typeface="+mn-cs"/>
                        </a:rPr>
                        <a:t>Lorem ipsum</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0058AB"/>
                    </a:solidFill>
                  </a:tcPr>
                </a:tc>
                <a:tc hMerge="1">
                  <a:txBody>
                    <a:bodyPr/>
                    <a:lstStyle/>
                    <a:p>
                      <a:pPr marL="0" algn="ctr" defTabSz="914400" rtl="0" eaLnBrk="1" latinLnBrk="0" hangingPunct="1">
                        <a:spcAft>
                          <a:spcPts val="1200"/>
                        </a:spcAft>
                      </a:pPr>
                      <a:endParaRPr lang="en-GB" sz="1800" b="0" i="0" u="none" strike="noStrike" kern="1200" baseline="0">
                        <a:solidFill>
                          <a:schemeClr val="bg1"/>
                        </a:solidFill>
                        <a:latin typeface="+mn-lt"/>
                        <a:ea typeface="+mn-ea"/>
                        <a:cs typeface="+mn-cs"/>
                      </a:endParaRPr>
                    </a:p>
                  </a:txBody>
                  <a:tcPr anchor="ctr">
                    <a:lnL w="12700" cap="flat" cmpd="sng" algn="ctr">
                      <a:solidFill>
                        <a:srgbClr val="BA2980"/>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550663320"/>
                  </a:ext>
                </a:extLst>
              </a:tr>
              <a:tr h="468000">
                <a:tc gridSpan="2">
                  <a:txBody>
                    <a:bodyPr/>
                    <a:lstStyle>
                      <a:lvl1pPr marL="0" algn="l" defTabSz="914400" rtl="0" eaLnBrk="1" latinLnBrk="0" hangingPunct="1">
                        <a:defRPr sz="1800" kern="1200">
                          <a:solidFill>
                            <a:schemeClr val="dk1"/>
                          </a:solidFill>
                          <a:latin typeface="Ubuntu"/>
                        </a:defRPr>
                      </a:lvl1pPr>
                      <a:lvl2pPr marL="457200" algn="l" defTabSz="914400" rtl="0" eaLnBrk="1" latinLnBrk="0" hangingPunct="1">
                        <a:defRPr sz="1800" kern="1200">
                          <a:solidFill>
                            <a:schemeClr val="dk1"/>
                          </a:solidFill>
                          <a:latin typeface="Ubuntu"/>
                        </a:defRPr>
                      </a:lvl2pPr>
                      <a:lvl3pPr marL="914400" algn="l" defTabSz="914400" rtl="0" eaLnBrk="1" latinLnBrk="0" hangingPunct="1">
                        <a:defRPr sz="1800" kern="1200">
                          <a:solidFill>
                            <a:schemeClr val="dk1"/>
                          </a:solidFill>
                          <a:latin typeface="Ubuntu"/>
                        </a:defRPr>
                      </a:lvl3pPr>
                      <a:lvl4pPr marL="1371600" algn="l" defTabSz="914400" rtl="0" eaLnBrk="1" latinLnBrk="0" hangingPunct="1">
                        <a:defRPr sz="1800" kern="1200">
                          <a:solidFill>
                            <a:schemeClr val="dk1"/>
                          </a:solidFill>
                          <a:latin typeface="Ubuntu"/>
                        </a:defRPr>
                      </a:lvl4pPr>
                      <a:lvl5pPr marL="1828800" algn="l" defTabSz="914400" rtl="0" eaLnBrk="1" latinLnBrk="0" hangingPunct="1">
                        <a:defRPr sz="1800" kern="1200">
                          <a:solidFill>
                            <a:schemeClr val="dk1"/>
                          </a:solidFill>
                          <a:latin typeface="Ubuntu"/>
                        </a:defRPr>
                      </a:lvl5pPr>
                      <a:lvl6pPr marL="2286000" algn="l" defTabSz="914400" rtl="0" eaLnBrk="1" latinLnBrk="0" hangingPunct="1">
                        <a:defRPr sz="1800" kern="1200">
                          <a:solidFill>
                            <a:schemeClr val="dk1"/>
                          </a:solidFill>
                          <a:latin typeface="Ubuntu"/>
                        </a:defRPr>
                      </a:lvl6pPr>
                      <a:lvl7pPr marL="2743200" algn="l" defTabSz="914400" rtl="0" eaLnBrk="1" latinLnBrk="0" hangingPunct="1">
                        <a:defRPr sz="1800" kern="1200">
                          <a:solidFill>
                            <a:schemeClr val="dk1"/>
                          </a:solidFill>
                          <a:latin typeface="Ubuntu"/>
                        </a:defRPr>
                      </a:lvl7pPr>
                      <a:lvl8pPr marL="3200400" algn="l" defTabSz="914400" rtl="0" eaLnBrk="1" latinLnBrk="0" hangingPunct="1">
                        <a:defRPr sz="1800" kern="1200">
                          <a:solidFill>
                            <a:schemeClr val="dk1"/>
                          </a:solidFill>
                          <a:latin typeface="Ubuntu"/>
                        </a:defRPr>
                      </a:lvl8pPr>
                      <a:lvl9pPr marL="3657600" algn="l" defTabSz="914400" rtl="0" eaLnBrk="1" latinLnBrk="0" hangingPunct="1">
                        <a:defRPr sz="1800" kern="1200">
                          <a:solidFill>
                            <a:schemeClr val="dk1"/>
                          </a:solidFill>
                          <a:latin typeface="Ubuntu"/>
                        </a:defRPr>
                      </a:lvl9pPr>
                    </a:lstStyle>
                    <a:p>
                      <a:pPr marL="0" marR="0" lvl="0" indent="0" algn="ctr" defTabSz="914400" rtl="0" eaLnBrk="1" fontAlgn="auto" latinLnBrk="0" hangingPunct="1">
                        <a:lnSpc>
                          <a:spcPct val="100000"/>
                        </a:lnSpc>
                        <a:spcBef>
                          <a:spcPts val="0"/>
                        </a:spcBef>
                        <a:spcAft>
                          <a:spcPts val="600"/>
                        </a:spcAft>
                        <a:buClrTx/>
                        <a:buSzTx/>
                        <a:buFontTx/>
                        <a:buNone/>
                        <a:tabLst>
                          <a:tab pos="10748963" algn="l"/>
                        </a:tabLst>
                        <a:defRPr/>
                      </a:pPr>
                      <a:r>
                        <a:rPr lang="en-US" sz="1400" b="0" i="0" u="none" strike="noStrike" kern="1200" baseline="0" dirty="0">
                          <a:solidFill>
                            <a:schemeClr val="bg2"/>
                          </a:solidFill>
                          <a:latin typeface="+mn-lt"/>
                          <a:ea typeface="+mn-ea"/>
                          <a:cs typeface="+mn-cs"/>
                        </a:rPr>
                        <a:t>dolor sit </a:t>
                      </a:r>
                      <a:r>
                        <a:rPr lang="en-US" sz="1400" b="0" i="0" u="none" strike="noStrike" kern="1200" baseline="0" dirty="0" err="1">
                          <a:solidFill>
                            <a:schemeClr val="bg2"/>
                          </a:solidFill>
                          <a:latin typeface="+mn-lt"/>
                          <a:ea typeface="+mn-ea"/>
                          <a:cs typeface="+mn-cs"/>
                        </a:rPr>
                        <a:t>amet</a:t>
                      </a:r>
                      <a:r>
                        <a:rPr lang="en-US" sz="1400" b="0" i="0" u="none" strike="noStrike" kern="1200" baseline="0" dirty="0">
                          <a:solidFill>
                            <a:schemeClr val="bg2"/>
                          </a:solidFill>
                          <a:latin typeface="+mn-lt"/>
                          <a:ea typeface="+mn-ea"/>
                          <a:cs typeface="+mn-cs"/>
                        </a:rPr>
                        <a:t>, </a:t>
                      </a:r>
                      <a:r>
                        <a:rPr lang="en-US" sz="1400" b="0" i="0" u="none" strike="noStrike" kern="1200" baseline="0" dirty="0" err="1">
                          <a:solidFill>
                            <a:schemeClr val="bg2"/>
                          </a:solidFill>
                          <a:latin typeface="+mn-lt"/>
                          <a:ea typeface="+mn-ea"/>
                          <a:cs typeface="+mn-cs"/>
                        </a:rPr>
                        <a:t>consetetur</a:t>
                      </a:r>
                      <a:r>
                        <a:rPr lang="en-US" sz="1400" b="0" i="0" u="none" strike="noStrike" kern="1200" baseline="0" dirty="0">
                          <a:solidFill>
                            <a:schemeClr val="bg2"/>
                          </a:solidFill>
                          <a:latin typeface="+mn-lt"/>
                          <a:ea typeface="+mn-ea"/>
                          <a:cs typeface="+mn-cs"/>
                        </a:rPr>
                        <a:t> </a:t>
                      </a:r>
                      <a:r>
                        <a:rPr lang="en-US" sz="1400" b="0" i="0" u="none" strike="noStrike" kern="1200" baseline="0" dirty="0" err="1">
                          <a:solidFill>
                            <a:schemeClr val="bg2"/>
                          </a:solidFill>
                          <a:latin typeface="+mn-lt"/>
                          <a:ea typeface="+mn-ea"/>
                          <a:cs typeface="+mn-cs"/>
                        </a:rPr>
                        <a:t>sadipscing</a:t>
                      </a:r>
                      <a:r>
                        <a:rPr lang="en-US" sz="1400" b="0" i="0" u="none" strike="noStrike" kern="1200" baseline="0" dirty="0">
                          <a:solidFill>
                            <a:schemeClr val="bg2"/>
                          </a:solidFill>
                          <a:latin typeface="+mn-lt"/>
                          <a:ea typeface="+mn-ea"/>
                          <a:cs typeface="+mn-cs"/>
                        </a:rPr>
                        <a:t> </a:t>
                      </a:r>
                      <a:r>
                        <a:rPr lang="en-US" sz="1400" b="0" i="0" u="none" strike="noStrike" kern="1200" baseline="0" dirty="0" err="1">
                          <a:solidFill>
                            <a:schemeClr val="bg2"/>
                          </a:solidFill>
                          <a:latin typeface="+mn-lt"/>
                          <a:ea typeface="+mn-ea"/>
                          <a:cs typeface="+mn-cs"/>
                        </a:rPr>
                        <a:t>elitr</a:t>
                      </a:r>
                      <a:endParaRPr lang="en-US" sz="1400" b="0" i="0" u="none" strike="noStrike" kern="1200" baseline="0" dirty="0">
                        <a:solidFill>
                          <a:schemeClr val="bg2"/>
                        </a:solidFill>
                        <a:latin typeface="+mn-lt"/>
                        <a:ea typeface="+mn-ea"/>
                        <a:cs typeface="+mn-cs"/>
                      </a:endParaRP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4"/>
                    </a:solidFill>
                  </a:tcPr>
                </a:tc>
                <a:tc hMerge="1">
                  <a:txBody>
                    <a:bodyPr/>
                    <a:lstStyle/>
                    <a:p>
                      <a:pPr marL="0" algn="ctr" defTabSz="914400" rtl="0" eaLnBrk="1" latinLnBrk="0" hangingPunct="1">
                        <a:spcAft>
                          <a:spcPts val="1200"/>
                        </a:spcAft>
                      </a:pPr>
                      <a:endParaRPr lang="en-GB" sz="1800" b="0" i="0" u="none" strike="noStrike" kern="1200" baseline="0">
                        <a:solidFill>
                          <a:schemeClr val="bg1"/>
                        </a:solidFill>
                        <a:latin typeface="+mn-lt"/>
                        <a:ea typeface="+mn-ea"/>
                        <a:cs typeface="+mn-cs"/>
                      </a:endParaRPr>
                    </a:p>
                  </a:txBody>
                  <a:tcPr anchor="ctr">
                    <a:lnL w="12700" cap="flat" cmpd="sng" algn="ctr">
                      <a:solidFill>
                        <a:srgbClr val="BA2980"/>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extLst>
                  <a:ext uri="{0D108BD9-81ED-4DB2-BD59-A6C34878D82A}">
                    <a16:rowId xmlns:a16="http://schemas.microsoft.com/office/drawing/2014/main" val="617639717"/>
                  </a:ext>
                </a:extLst>
              </a:tr>
              <a:tr h="468000">
                <a:tc gridSpan="2">
                  <a:txBody>
                    <a:bodyPr/>
                    <a:lstStyle>
                      <a:lvl1pPr marL="0" algn="l" defTabSz="914400" rtl="0" eaLnBrk="1" latinLnBrk="0" hangingPunct="1">
                        <a:defRPr sz="1800" kern="1200">
                          <a:solidFill>
                            <a:schemeClr val="dk1"/>
                          </a:solidFill>
                          <a:latin typeface="Ubuntu"/>
                        </a:defRPr>
                      </a:lvl1pPr>
                      <a:lvl2pPr marL="457200" algn="l" defTabSz="914400" rtl="0" eaLnBrk="1" latinLnBrk="0" hangingPunct="1">
                        <a:defRPr sz="1800" kern="1200">
                          <a:solidFill>
                            <a:schemeClr val="dk1"/>
                          </a:solidFill>
                          <a:latin typeface="Ubuntu"/>
                        </a:defRPr>
                      </a:lvl2pPr>
                      <a:lvl3pPr marL="914400" algn="l" defTabSz="914400" rtl="0" eaLnBrk="1" latinLnBrk="0" hangingPunct="1">
                        <a:defRPr sz="1800" kern="1200">
                          <a:solidFill>
                            <a:schemeClr val="dk1"/>
                          </a:solidFill>
                          <a:latin typeface="Ubuntu"/>
                        </a:defRPr>
                      </a:lvl3pPr>
                      <a:lvl4pPr marL="1371600" algn="l" defTabSz="914400" rtl="0" eaLnBrk="1" latinLnBrk="0" hangingPunct="1">
                        <a:defRPr sz="1800" kern="1200">
                          <a:solidFill>
                            <a:schemeClr val="dk1"/>
                          </a:solidFill>
                          <a:latin typeface="Ubuntu"/>
                        </a:defRPr>
                      </a:lvl4pPr>
                      <a:lvl5pPr marL="1828800" algn="l" defTabSz="914400" rtl="0" eaLnBrk="1" latinLnBrk="0" hangingPunct="1">
                        <a:defRPr sz="1800" kern="1200">
                          <a:solidFill>
                            <a:schemeClr val="dk1"/>
                          </a:solidFill>
                          <a:latin typeface="Ubuntu"/>
                        </a:defRPr>
                      </a:lvl5pPr>
                      <a:lvl6pPr marL="2286000" algn="l" defTabSz="914400" rtl="0" eaLnBrk="1" latinLnBrk="0" hangingPunct="1">
                        <a:defRPr sz="1800" kern="1200">
                          <a:solidFill>
                            <a:schemeClr val="dk1"/>
                          </a:solidFill>
                          <a:latin typeface="Ubuntu"/>
                        </a:defRPr>
                      </a:lvl6pPr>
                      <a:lvl7pPr marL="2743200" algn="l" defTabSz="914400" rtl="0" eaLnBrk="1" latinLnBrk="0" hangingPunct="1">
                        <a:defRPr sz="1800" kern="1200">
                          <a:solidFill>
                            <a:schemeClr val="dk1"/>
                          </a:solidFill>
                          <a:latin typeface="Ubuntu"/>
                        </a:defRPr>
                      </a:lvl7pPr>
                      <a:lvl8pPr marL="3200400" algn="l" defTabSz="914400" rtl="0" eaLnBrk="1" latinLnBrk="0" hangingPunct="1">
                        <a:defRPr sz="1800" kern="1200">
                          <a:solidFill>
                            <a:schemeClr val="dk1"/>
                          </a:solidFill>
                          <a:latin typeface="Ubuntu"/>
                        </a:defRPr>
                      </a:lvl8pPr>
                      <a:lvl9pPr marL="3657600" algn="l" defTabSz="914400" rtl="0" eaLnBrk="1" latinLnBrk="0" hangingPunct="1">
                        <a:defRPr sz="1800" kern="1200">
                          <a:solidFill>
                            <a:schemeClr val="dk1"/>
                          </a:solidFill>
                          <a:latin typeface="Ubuntu"/>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0" i="0" u="none" strike="noStrike" kern="1200" baseline="0" dirty="0">
                          <a:solidFill>
                            <a:schemeClr val="tx1"/>
                          </a:solidFill>
                          <a:latin typeface="+mn-lt"/>
                          <a:ea typeface="+mn-ea"/>
                          <a:cs typeface="+mn-cs"/>
                        </a:rPr>
                        <a:t>sed diam </a:t>
                      </a:r>
                      <a:r>
                        <a:rPr lang="en-US" sz="1400" b="0" i="0" u="none" strike="noStrike" kern="1200" baseline="0" dirty="0" err="1">
                          <a:solidFill>
                            <a:schemeClr val="tx1"/>
                          </a:solidFill>
                          <a:latin typeface="+mn-lt"/>
                          <a:ea typeface="+mn-ea"/>
                          <a:cs typeface="+mn-cs"/>
                        </a:rPr>
                        <a:t>nonumy</a:t>
                      </a:r>
                      <a:r>
                        <a:rPr lang="en-US" sz="1400" b="0" i="0" u="none" strike="noStrike" kern="1200" baseline="0" dirty="0">
                          <a:solidFill>
                            <a:schemeClr val="tx1"/>
                          </a:solidFill>
                          <a:latin typeface="+mn-lt"/>
                          <a:ea typeface="+mn-ea"/>
                          <a:cs typeface="+mn-cs"/>
                        </a:rPr>
                        <a:t> </a:t>
                      </a:r>
                      <a:r>
                        <a:rPr lang="en-US" sz="1400" b="0" i="0" u="none" strike="noStrike" kern="1200" baseline="0" dirty="0" err="1">
                          <a:solidFill>
                            <a:schemeClr val="tx1"/>
                          </a:solidFill>
                          <a:latin typeface="+mn-lt"/>
                          <a:ea typeface="+mn-ea"/>
                          <a:cs typeface="+mn-cs"/>
                        </a:rPr>
                        <a:t>eirmod</a:t>
                      </a:r>
                      <a:r>
                        <a:rPr lang="en-US" sz="1400" b="0" i="0" u="none" strike="noStrike" kern="1200" baseline="0" dirty="0">
                          <a:solidFill>
                            <a:schemeClr val="tx1"/>
                          </a:solidFill>
                          <a:latin typeface="+mn-lt"/>
                          <a:ea typeface="+mn-ea"/>
                          <a:cs typeface="+mn-cs"/>
                        </a:rPr>
                        <a:t> </a:t>
                      </a:r>
                      <a:r>
                        <a:rPr lang="en-US" sz="1400" b="0" i="0" u="none" strike="noStrike" kern="1200" baseline="0" dirty="0" err="1">
                          <a:solidFill>
                            <a:schemeClr val="tx1"/>
                          </a:solidFill>
                          <a:latin typeface="+mn-lt"/>
                          <a:ea typeface="+mn-ea"/>
                          <a:cs typeface="+mn-cs"/>
                        </a:rPr>
                        <a:t>tempor</a:t>
                      </a:r>
                      <a:endParaRPr lang="en-US" sz="1400" b="0" i="0" u="none" strike="noStrike" kern="1200" baseline="0" dirty="0">
                        <a:solidFill>
                          <a:schemeClr val="tx1"/>
                        </a:solidFill>
                        <a:latin typeface="+mn-lt"/>
                        <a:ea typeface="+mn-ea"/>
                        <a:cs typeface="+mn-cs"/>
                      </a:endParaRP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1DB7F3"/>
                    </a:solidFill>
                  </a:tcPr>
                </a:tc>
                <a:tc hMerge="1">
                  <a:txBody>
                    <a:bodyPr/>
                    <a:lstStyle/>
                    <a:p>
                      <a:endParaRPr lang="en-GB"/>
                    </a:p>
                  </a:txBody>
                  <a:tcPr/>
                </a:tc>
                <a:extLst>
                  <a:ext uri="{0D108BD9-81ED-4DB2-BD59-A6C34878D82A}">
                    <a16:rowId xmlns:a16="http://schemas.microsoft.com/office/drawing/2014/main" val="361269273"/>
                  </a:ext>
                </a:extLst>
              </a:tr>
            </a:tbl>
          </a:graphicData>
        </a:graphic>
      </p:graphicFrame>
      <p:sp>
        <p:nvSpPr>
          <p:cNvPr id="18" name="Date Placeholder 17">
            <a:extLst>
              <a:ext uri="{FF2B5EF4-FFF2-40B4-BE49-F238E27FC236}">
                <a16:creationId xmlns:a16="http://schemas.microsoft.com/office/drawing/2014/main" id="{6D9E4E44-1AF9-DE57-F6C0-53F98AA2BE77}"/>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9" name="Footer Placeholder 18">
            <a:extLst>
              <a:ext uri="{FF2B5EF4-FFF2-40B4-BE49-F238E27FC236}">
                <a16:creationId xmlns:a16="http://schemas.microsoft.com/office/drawing/2014/main" id="{8410857D-2E38-EAF3-A3AE-E1441A98AE90}"/>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0" name="Slide Number Placeholder 19">
            <a:extLst>
              <a:ext uri="{FF2B5EF4-FFF2-40B4-BE49-F238E27FC236}">
                <a16:creationId xmlns:a16="http://schemas.microsoft.com/office/drawing/2014/main" id="{73E8482B-1FE5-BFC1-C3DA-CDC896FF4AEA}"/>
              </a:ext>
            </a:extLst>
          </p:cNvPr>
          <p:cNvSpPr>
            <a:spLocks noGrp="1"/>
          </p:cNvSpPr>
          <p:nvPr>
            <p:ph type="sldNum" sz="quarter" idx="12"/>
          </p:nvPr>
        </p:nvSpPr>
        <p:spPr/>
        <p:txBody>
          <a:bodyPr/>
          <a:lstStyle/>
          <a:p>
            <a:pPr algn="r"/>
            <a:fld id="{5D9A5160-6218-4E5A-B9E6-B93E3DAE377C}" type="slidenum">
              <a:rPr lang="en-US" smtClean="0"/>
              <a:pPr algn="r"/>
              <a:t>66</a:t>
            </a:fld>
            <a:endParaRPr lang="en-US" dirty="0"/>
          </a:p>
        </p:txBody>
      </p:sp>
    </p:spTree>
    <p:extLst>
      <p:ext uri="{BB962C8B-B14F-4D97-AF65-F5344CB8AC3E}">
        <p14:creationId xmlns:p14="http://schemas.microsoft.com/office/powerpoint/2010/main" val="3691001097"/>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697FBF-D938-D8BE-E4DF-42F8C37B995E}"/>
            </a:ext>
          </a:extLst>
        </p:cNvPr>
        <p:cNvGrpSpPr/>
        <p:nvPr/>
      </p:nvGrpSpPr>
      <p:grpSpPr>
        <a:xfrm>
          <a:off x="0" y="0"/>
          <a:ext cx="0" cy="0"/>
          <a:chOff x="0" y="0"/>
          <a:chExt cx="0" cy="0"/>
        </a:xfrm>
      </p:grpSpPr>
      <p:sp>
        <p:nvSpPr>
          <p:cNvPr id="16" name="Date Placeholder 15">
            <a:extLst>
              <a:ext uri="{FF2B5EF4-FFF2-40B4-BE49-F238E27FC236}">
                <a16:creationId xmlns:a16="http://schemas.microsoft.com/office/drawing/2014/main" id="{42AEBF64-4367-910D-5F38-806C884C6483}"/>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7" name="Footer Placeholder 16">
            <a:extLst>
              <a:ext uri="{FF2B5EF4-FFF2-40B4-BE49-F238E27FC236}">
                <a16:creationId xmlns:a16="http://schemas.microsoft.com/office/drawing/2014/main" id="{6A36284D-B437-5737-AE7D-3B9A64A005E6}"/>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18" name="Slide Number Placeholder 17">
            <a:extLst>
              <a:ext uri="{FF2B5EF4-FFF2-40B4-BE49-F238E27FC236}">
                <a16:creationId xmlns:a16="http://schemas.microsoft.com/office/drawing/2014/main" id="{4B26E969-5265-7B0C-1105-B50C8D6D5CD3}"/>
              </a:ext>
            </a:extLst>
          </p:cNvPr>
          <p:cNvSpPr>
            <a:spLocks noGrp="1"/>
          </p:cNvSpPr>
          <p:nvPr>
            <p:ph type="sldNum" sz="quarter" idx="12"/>
          </p:nvPr>
        </p:nvSpPr>
        <p:spPr/>
        <p:txBody>
          <a:bodyPr/>
          <a:lstStyle/>
          <a:p>
            <a:pPr algn="r"/>
            <a:fld id="{5D9A5160-6218-4E5A-B9E6-B93E3DAE377C}" type="slidenum">
              <a:rPr lang="en-US" smtClean="0"/>
              <a:pPr algn="r"/>
              <a:t>67</a:t>
            </a:fld>
            <a:endParaRPr lang="en-US" dirty="0"/>
          </a:p>
        </p:txBody>
      </p:sp>
      <p:sp>
        <p:nvSpPr>
          <p:cNvPr id="3" name="Title 2">
            <a:extLst>
              <a:ext uri="{FF2B5EF4-FFF2-40B4-BE49-F238E27FC236}">
                <a16:creationId xmlns:a16="http://schemas.microsoft.com/office/drawing/2014/main" id="{E4B86760-2AE0-6702-9A1E-DC25003E698B}"/>
              </a:ext>
            </a:extLst>
          </p:cNvPr>
          <p:cNvSpPr>
            <a:spLocks noGrp="1"/>
          </p:cNvSpPr>
          <p:nvPr>
            <p:ph type="title"/>
          </p:nvPr>
        </p:nvSpPr>
        <p:spPr/>
        <p:txBody>
          <a:bodyPr/>
          <a:lstStyle/>
          <a:p>
            <a:r>
              <a:rPr lang="en-US" dirty="0"/>
              <a:t>Simple linear message house</a:t>
            </a:r>
            <a:br>
              <a:rPr lang="en-US" dirty="0"/>
            </a:br>
            <a:endParaRPr lang="en-US" dirty="0"/>
          </a:p>
        </p:txBody>
      </p:sp>
      <p:grpSp>
        <p:nvGrpSpPr>
          <p:cNvPr id="2" name="Group 1" descr="Message house">
            <a:extLst>
              <a:ext uri="{FF2B5EF4-FFF2-40B4-BE49-F238E27FC236}">
                <a16:creationId xmlns:a16="http://schemas.microsoft.com/office/drawing/2014/main" id="{8A3B72E0-C68C-5033-AE9D-C1119B43AAAC}"/>
              </a:ext>
            </a:extLst>
          </p:cNvPr>
          <p:cNvGrpSpPr/>
          <p:nvPr/>
        </p:nvGrpSpPr>
        <p:grpSpPr>
          <a:xfrm>
            <a:off x="550862" y="1628800"/>
            <a:ext cx="11089755" cy="4328554"/>
            <a:chOff x="550862" y="1628800"/>
            <a:chExt cx="11089755" cy="4328554"/>
          </a:xfrm>
        </p:grpSpPr>
        <p:graphicFrame>
          <p:nvGraphicFramePr>
            <p:cNvPr id="19" name="Table 5">
              <a:extLst>
                <a:ext uri="{FF2B5EF4-FFF2-40B4-BE49-F238E27FC236}">
                  <a16:creationId xmlns:a16="http://schemas.microsoft.com/office/drawing/2014/main" id="{57B32225-20F0-13B8-88AA-E4D87E2BFAF2}"/>
                </a:ext>
              </a:extLst>
            </p:cNvPr>
            <p:cNvGraphicFramePr>
              <a:graphicFrameLocks/>
            </p:cNvGraphicFramePr>
            <p:nvPr>
              <p:extLst>
                <p:ext uri="{D42A27DB-BD31-4B8C-83A1-F6EECF244321}">
                  <p14:modId xmlns:p14="http://schemas.microsoft.com/office/powerpoint/2010/main" val="2861521668"/>
                </p:ext>
              </p:extLst>
            </p:nvPr>
          </p:nvGraphicFramePr>
          <p:xfrm>
            <a:off x="550863" y="2175280"/>
            <a:ext cx="11089754" cy="3782074"/>
          </p:xfrm>
          <a:graphic>
            <a:graphicData uri="http://schemas.openxmlformats.org/drawingml/2006/table">
              <a:tbl>
                <a:tblPr firstRow="1" bandRow="1"/>
                <a:tblGrid>
                  <a:gridCol w="5544877">
                    <a:extLst>
                      <a:ext uri="{9D8B030D-6E8A-4147-A177-3AD203B41FA5}">
                        <a16:colId xmlns:a16="http://schemas.microsoft.com/office/drawing/2014/main" val="2502375454"/>
                      </a:ext>
                    </a:extLst>
                  </a:gridCol>
                  <a:gridCol w="5544877">
                    <a:extLst>
                      <a:ext uri="{9D8B030D-6E8A-4147-A177-3AD203B41FA5}">
                        <a16:colId xmlns:a16="http://schemas.microsoft.com/office/drawing/2014/main" val="485265693"/>
                      </a:ext>
                    </a:extLst>
                  </a:gridCol>
                </a:tblGrid>
                <a:tr h="753677">
                  <a:tc gridSpan="2">
                    <a:txBody>
                      <a:bodyPr/>
                      <a:lstStyle>
                        <a:lvl1pPr marL="0" algn="l" defTabSz="914400" rtl="0" eaLnBrk="1" latinLnBrk="0" hangingPunct="1">
                          <a:defRPr sz="1800" b="1" kern="1200">
                            <a:solidFill>
                              <a:schemeClr val="lt1"/>
                            </a:solidFill>
                            <a:latin typeface="Ubuntu"/>
                          </a:defRPr>
                        </a:lvl1pPr>
                        <a:lvl2pPr marL="457200" algn="l" defTabSz="914400" rtl="0" eaLnBrk="1" latinLnBrk="0" hangingPunct="1">
                          <a:defRPr sz="1800" b="1" kern="1200">
                            <a:solidFill>
                              <a:schemeClr val="lt1"/>
                            </a:solidFill>
                            <a:latin typeface="Ubuntu"/>
                          </a:defRPr>
                        </a:lvl2pPr>
                        <a:lvl3pPr marL="914400" algn="l" defTabSz="914400" rtl="0" eaLnBrk="1" latinLnBrk="0" hangingPunct="1">
                          <a:defRPr sz="1800" b="1" kern="1200">
                            <a:solidFill>
                              <a:schemeClr val="lt1"/>
                            </a:solidFill>
                            <a:latin typeface="Ubuntu"/>
                          </a:defRPr>
                        </a:lvl3pPr>
                        <a:lvl4pPr marL="1371600" algn="l" defTabSz="914400" rtl="0" eaLnBrk="1" latinLnBrk="0" hangingPunct="1">
                          <a:defRPr sz="1800" b="1" kern="1200">
                            <a:solidFill>
                              <a:schemeClr val="lt1"/>
                            </a:solidFill>
                            <a:latin typeface="Ubuntu"/>
                          </a:defRPr>
                        </a:lvl4pPr>
                        <a:lvl5pPr marL="1828800" algn="l" defTabSz="914400" rtl="0" eaLnBrk="1" latinLnBrk="0" hangingPunct="1">
                          <a:defRPr sz="1800" b="1" kern="1200">
                            <a:solidFill>
                              <a:schemeClr val="lt1"/>
                            </a:solidFill>
                            <a:latin typeface="Ubuntu"/>
                          </a:defRPr>
                        </a:lvl5pPr>
                        <a:lvl6pPr marL="2286000" algn="l" defTabSz="914400" rtl="0" eaLnBrk="1" latinLnBrk="0" hangingPunct="1">
                          <a:defRPr sz="1800" b="1" kern="1200">
                            <a:solidFill>
                              <a:schemeClr val="lt1"/>
                            </a:solidFill>
                            <a:latin typeface="Ubuntu"/>
                          </a:defRPr>
                        </a:lvl6pPr>
                        <a:lvl7pPr marL="2743200" algn="l" defTabSz="914400" rtl="0" eaLnBrk="1" latinLnBrk="0" hangingPunct="1">
                          <a:defRPr sz="1800" b="1" kern="1200">
                            <a:solidFill>
                              <a:schemeClr val="lt1"/>
                            </a:solidFill>
                            <a:latin typeface="Ubuntu"/>
                          </a:defRPr>
                        </a:lvl7pPr>
                        <a:lvl8pPr marL="3200400" algn="l" defTabSz="914400" rtl="0" eaLnBrk="1" latinLnBrk="0" hangingPunct="1">
                          <a:defRPr sz="1800" b="1" kern="1200">
                            <a:solidFill>
                              <a:schemeClr val="lt1"/>
                            </a:solidFill>
                            <a:latin typeface="Ubuntu"/>
                          </a:defRPr>
                        </a:lvl8pPr>
                        <a:lvl9pPr marL="3657600" algn="l" defTabSz="914400" rtl="0" eaLnBrk="1" latinLnBrk="0" hangingPunct="1">
                          <a:defRPr sz="1800" b="1" kern="1200">
                            <a:solidFill>
                              <a:schemeClr val="lt1"/>
                            </a:solidFill>
                            <a:latin typeface="Ubuntu"/>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1" i="0" u="none" strike="noStrike" kern="1200" baseline="0" dirty="0">
                            <a:solidFill>
                              <a:schemeClr val="bg1"/>
                            </a:solidFill>
                            <a:latin typeface="+mn-lt"/>
                            <a:ea typeface="+mn-ea"/>
                            <a:cs typeface="+mn-cs"/>
                          </a:rPr>
                          <a:t>Header</a:t>
                        </a:r>
                        <a:br>
                          <a:rPr lang="en-US" sz="1400" b="0" i="0" u="none" strike="noStrike" kern="1200" baseline="0" dirty="0">
                            <a:solidFill>
                              <a:schemeClr val="bg1"/>
                            </a:solidFill>
                            <a:latin typeface="+mn-lt"/>
                            <a:ea typeface="+mn-ea"/>
                            <a:cs typeface="+mn-cs"/>
                          </a:rPr>
                        </a:br>
                        <a:r>
                          <a:rPr lang="en-US" sz="1400" b="0" i="0" u="none" strike="noStrike" kern="1200" baseline="0" dirty="0">
                            <a:solidFill>
                              <a:schemeClr val="bg1"/>
                            </a:solidFill>
                            <a:latin typeface="+mn-lt"/>
                            <a:ea typeface="+mn-ea"/>
                            <a:cs typeface="+mn-cs"/>
                          </a:rPr>
                          <a:t>lorem ipsum dolor </a:t>
                        </a:r>
                        <a:r>
                          <a:rPr lang="en-US" sz="1400" b="0" i="0" u="none" strike="noStrike" kern="1200" baseline="0" dirty="0" err="1">
                            <a:solidFill>
                              <a:schemeClr val="bg1"/>
                            </a:solidFill>
                            <a:latin typeface="+mn-lt"/>
                            <a:ea typeface="+mn-ea"/>
                            <a:cs typeface="+mn-cs"/>
                          </a:rPr>
                          <a:t>amet</a:t>
                        </a:r>
                        <a:endParaRPr lang="en-US" sz="1400" b="0" i="0" u="none" strike="noStrike" kern="1200" baseline="0" dirty="0">
                          <a:solidFill>
                            <a:schemeClr val="bg1"/>
                          </a:solidFill>
                          <a:latin typeface="+mn-lt"/>
                          <a:ea typeface="+mn-ea"/>
                          <a:cs typeface="+mn-cs"/>
                        </a:endParaRPr>
                      </a:p>
                    </a:txBody>
                    <a:tcPr anchor="ctr">
                      <a:lnL w="12700" cmpd="sng">
                        <a:noFill/>
                      </a:lnL>
                      <a:lnR w="12700" cmpd="sng">
                        <a:noFill/>
                      </a:lnR>
                      <a:lnT w="127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GB"/>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2EA657"/>
                      </a:solidFill>
                    </a:tcPr>
                  </a:tc>
                  <a:extLst>
                    <a:ext uri="{0D108BD9-81ED-4DB2-BD59-A6C34878D82A}">
                      <a16:rowId xmlns:a16="http://schemas.microsoft.com/office/drawing/2014/main" val="147598181"/>
                    </a:ext>
                  </a:extLst>
                </a:tr>
                <a:tr h="1624397">
                  <a:tc>
                    <a:txBody>
                      <a:bodyPr/>
                      <a:lstStyle>
                        <a:lvl1pPr marL="0" algn="l" defTabSz="914400" rtl="0" eaLnBrk="1" latinLnBrk="0" hangingPunct="1">
                          <a:defRPr sz="1800" kern="1200">
                            <a:solidFill>
                              <a:schemeClr val="dk1"/>
                            </a:solidFill>
                            <a:latin typeface="Ubuntu"/>
                          </a:defRPr>
                        </a:lvl1pPr>
                        <a:lvl2pPr marL="457200" algn="l" defTabSz="914400" rtl="0" eaLnBrk="1" latinLnBrk="0" hangingPunct="1">
                          <a:defRPr sz="1800" kern="1200">
                            <a:solidFill>
                              <a:schemeClr val="dk1"/>
                            </a:solidFill>
                            <a:latin typeface="Ubuntu"/>
                          </a:defRPr>
                        </a:lvl2pPr>
                        <a:lvl3pPr marL="914400" algn="l" defTabSz="914400" rtl="0" eaLnBrk="1" latinLnBrk="0" hangingPunct="1">
                          <a:defRPr sz="1800" kern="1200">
                            <a:solidFill>
                              <a:schemeClr val="dk1"/>
                            </a:solidFill>
                            <a:latin typeface="Ubuntu"/>
                          </a:defRPr>
                        </a:lvl3pPr>
                        <a:lvl4pPr marL="1371600" algn="l" defTabSz="914400" rtl="0" eaLnBrk="1" latinLnBrk="0" hangingPunct="1">
                          <a:defRPr sz="1800" kern="1200">
                            <a:solidFill>
                              <a:schemeClr val="dk1"/>
                            </a:solidFill>
                            <a:latin typeface="Ubuntu"/>
                          </a:defRPr>
                        </a:lvl4pPr>
                        <a:lvl5pPr marL="1828800" algn="l" defTabSz="914400" rtl="0" eaLnBrk="1" latinLnBrk="0" hangingPunct="1">
                          <a:defRPr sz="1800" kern="1200">
                            <a:solidFill>
                              <a:schemeClr val="dk1"/>
                            </a:solidFill>
                            <a:latin typeface="Ubuntu"/>
                          </a:defRPr>
                        </a:lvl5pPr>
                        <a:lvl6pPr marL="2286000" algn="l" defTabSz="914400" rtl="0" eaLnBrk="1" latinLnBrk="0" hangingPunct="1">
                          <a:defRPr sz="1800" kern="1200">
                            <a:solidFill>
                              <a:schemeClr val="dk1"/>
                            </a:solidFill>
                            <a:latin typeface="Ubuntu"/>
                          </a:defRPr>
                        </a:lvl6pPr>
                        <a:lvl7pPr marL="2743200" algn="l" defTabSz="914400" rtl="0" eaLnBrk="1" latinLnBrk="0" hangingPunct="1">
                          <a:defRPr sz="1800" kern="1200">
                            <a:solidFill>
                              <a:schemeClr val="dk1"/>
                            </a:solidFill>
                            <a:latin typeface="Ubuntu"/>
                          </a:defRPr>
                        </a:lvl7pPr>
                        <a:lvl8pPr marL="3200400" algn="l" defTabSz="914400" rtl="0" eaLnBrk="1" latinLnBrk="0" hangingPunct="1">
                          <a:defRPr sz="1800" kern="1200">
                            <a:solidFill>
                              <a:schemeClr val="dk1"/>
                            </a:solidFill>
                            <a:latin typeface="Ubuntu"/>
                          </a:defRPr>
                        </a:lvl8pPr>
                        <a:lvl9pPr marL="3657600" algn="l" defTabSz="914400" rtl="0" eaLnBrk="1" latinLnBrk="0" hangingPunct="1">
                          <a:defRPr sz="1800" kern="1200">
                            <a:solidFill>
                              <a:schemeClr val="dk1"/>
                            </a:solidFill>
                            <a:latin typeface="Ubuntu"/>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1" i="0" u="none" strike="noStrike" kern="1200" baseline="0" dirty="0">
                            <a:solidFill>
                              <a:schemeClr val="bg1"/>
                            </a:solidFill>
                            <a:latin typeface="+mn-lt"/>
                            <a:ea typeface="+mn-ea"/>
                            <a:cs typeface="+mn-cs"/>
                          </a:rPr>
                          <a:t>Lorem ipsum</a:t>
                        </a:r>
                      </a:p>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0" i="0" u="none" strike="noStrike" kern="1200" baseline="0" dirty="0">
                            <a:solidFill>
                              <a:schemeClr val="bg1"/>
                            </a:solidFill>
                            <a:latin typeface="+mn-lt"/>
                            <a:ea typeface="+mn-ea"/>
                            <a:cs typeface="+mn-cs"/>
                          </a:rPr>
                          <a:t>Dolor sit </a:t>
                        </a:r>
                        <a:r>
                          <a:rPr lang="en-US" sz="1400" b="0" i="0" u="none" strike="noStrike" kern="1200" baseline="0" dirty="0" err="1">
                            <a:solidFill>
                              <a:schemeClr val="bg1"/>
                            </a:solidFill>
                            <a:latin typeface="+mn-lt"/>
                            <a:ea typeface="+mn-ea"/>
                            <a:cs typeface="+mn-cs"/>
                          </a:rPr>
                          <a:t>amet</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consetetur</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sadipscing</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elitr</a:t>
                        </a:r>
                        <a:endParaRPr lang="en-US" sz="1400" b="0" i="0" u="none" strike="noStrike" kern="1200" baseline="0" dirty="0">
                          <a:solidFill>
                            <a:schemeClr val="bg1"/>
                          </a:solidFill>
                          <a:latin typeface="+mn-lt"/>
                          <a:ea typeface="+mn-ea"/>
                          <a:cs typeface="+mn-cs"/>
                        </a:endParaRPr>
                      </a:p>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0" i="0" u="none" strike="noStrike" kern="1200" baseline="0" dirty="0">
                            <a:solidFill>
                              <a:schemeClr val="bg1"/>
                            </a:solidFill>
                            <a:latin typeface="+mn-lt"/>
                            <a:ea typeface="+mn-ea"/>
                            <a:cs typeface="+mn-cs"/>
                          </a:rPr>
                          <a:t> Sed diam </a:t>
                        </a:r>
                        <a:r>
                          <a:rPr lang="en-US" sz="1400" b="0" i="0" u="none" strike="noStrike" kern="1200" baseline="0" dirty="0" err="1">
                            <a:solidFill>
                              <a:schemeClr val="bg1"/>
                            </a:solidFill>
                            <a:latin typeface="+mn-lt"/>
                            <a:ea typeface="+mn-ea"/>
                            <a:cs typeface="+mn-cs"/>
                          </a:rPr>
                          <a:t>nonumy</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eirmod</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tempor</a:t>
                        </a:r>
                        <a:endParaRPr lang="en-US" sz="1400" b="0" i="0" u="none" strike="noStrike" kern="1200" baseline="0" dirty="0">
                          <a:solidFill>
                            <a:schemeClr val="bg1"/>
                          </a:solidFill>
                          <a:latin typeface="+mn-lt"/>
                          <a:ea typeface="+mn-ea"/>
                          <a:cs typeface="+mn-cs"/>
                        </a:endParaRPr>
                      </a:p>
                    </a:txBody>
                    <a:tcPr anchor="ctr">
                      <a:lnL w="12700" cmpd="sng">
                        <a:noFill/>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Ubuntu"/>
                          </a:defRPr>
                        </a:lvl1pPr>
                        <a:lvl2pPr marL="457200" algn="l" defTabSz="914400" rtl="0" eaLnBrk="1" latinLnBrk="0" hangingPunct="1">
                          <a:defRPr sz="1800" kern="1200">
                            <a:solidFill>
                              <a:schemeClr val="dk1"/>
                            </a:solidFill>
                            <a:latin typeface="Ubuntu"/>
                          </a:defRPr>
                        </a:lvl2pPr>
                        <a:lvl3pPr marL="914400" algn="l" defTabSz="914400" rtl="0" eaLnBrk="1" latinLnBrk="0" hangingPunct="1">
                          <a:defRPr sz="1800" kern="1200">
                            <a:solidFill>
                              <a:schemeClr val="dk1"/>
                            </a:solidFill>
                            <a:latin typeface="Ubuntu"/>
                          </a:defRPr>
                        </a:lvl3pPr>
                        <a:lvl4pPr marL="1371600" algn="l" defTabSz="914400" rtl="0" eaLnBrk="1" latinLnBrk="0" hangingPunct="1">
                          <a:defRPr sz="1800" kern="1200">
                            <a:solidFill>
                              <a:schemeClr val="dk1"/>
                            </a:solidFill>
                            <a:latin typeface="Ubuntu"/>
                          </a:defRPr>
                        </a:lvl4pPr>
                        <a:lvl5pPr marL="1828800" algn="l" defTabSz="914400" rtl="0" eaLnBrk="1" latinLnBrk="0" hangingPunct="1">
                          <a:defRPr sz="1800" kern="1200">
                            <a:solidFill>
                              <a:schemeClr val="dk1"/>
                            </a:solidFill>
                            <a:latin typeface="Ubuntu"/>
                          </a:defRPr>
                        </a:lvl5pPr>
                        <a:lvl6pPr marL="2286000" algn="l" defTabSz="914400" rtl="0" eaLnBrk="1" latinLnBrk="0" hangingPunct="1">
                          <a:defRPr sz="1800" kern="1200">
                            <a:solidFill>
                              <a:schemeClr val="dk1"/>
                            </a:solidFill>
                            <a:latin typeface="Ubuntu"/>
                          </a:defRPr>
                        </a:lvl6pPr>
                        <a:lvl7pPr marL="2743200" algn="l" defTabSz="914400" rtl="0" eaLnBrk="1" latinLnBrk="0" hangingPunct="1">
                          <a:defRPr sz="1800" kern="1200">
                            <a:solidFill>
                              <a:schemeClr val="dk1"/>
                            </a:solidFill>
                            <a:latin typeface="Ubuntu"/>
                          </a:defRPr>
                        </a:lvl7pPr>
                        <a:lvl8pPr marL="3200400" algn="l" defTabSz="914400" rtl="0" eaLnBrk="1" latinLnBrk="0" hangingPunct="1">
                          <a:defRPr sz="1800" kern="1200">
                            <a:solidFill>
                              <a:schemeClr val="dk1"/>
                            </a:solidFill>
                            <a:latin typeface="Ubuntu"/>
                          </a:defRPr>
                        </a:lvl8pPr>
                        <a:lvl9pPr marL="3657600" algn="l" defTabSz="914400" rtl="0" eaLnBrk="1" latinLnBrk="0" hangingPunct="1">
                          <a:defRPr sz="1800" kern="1200">
                            <a:solidFill>
                              <a:schemeClr val="dk1"/>
                            </a:solidFill>
                            <a:latin typeface="Ubuntu"/>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1" i="0" u="none" strike="noStrike" kern="1200" baseline="0" dirty="0">
                            <a:solidFill>
                              <a:schemeClr val="bg1"/>
                            </a:solidFill>
                            <a:latin typeface="+mn-lt"/>
                            <a:ea typeface="+mn-ea"/>
                            <a:cs typeface="+mn-cs"/>
                          </a:rPr>
                          <a:t>Lorem ipsum</a:t>
                        </a:r>
                      </a:p>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0" i="0" u="none" strike="noStrike" kern="1200" baseline="0" dirty="0">
                            <a:solidFill>
                              <a:schemeClr val="bg1"/>
                            </a:solidFill>
                            <a:latin typeface="+mn-lt"/>
                            <a:ea typeface="+mn-ea"/>
                            <a:cs typeface="+mn-cs"/>
                          </a:rPr>
                          <a:t>Dolor sit </a:t>
                        </a:r>
                        <a:r>
                          <a:rPr lang="en-US" sz="1400" b="0" i="0" u="none" strike="noStrike" kern="1200" baseline="0" dirty="0" err="1">
                            <a:solidFill>
                              <a:schemeClr val="bg1"/>
                            </a:solidFill>
                            <a:latin typeface="+mn-lt"/>
                            <a:ea typeface="+mn-ea"/>
                            <a:cs typeface="+mn-cs"/>
                          </a:rPr>
                          <a:t>amet</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consetetur</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sadipscing</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elitr</a:t>
                        </a:r>
                        <a:endParaRPr lang="en-US" sz="1400" b="0" i="0" u="none" strike="noStrike" kern="1200" baseline="0" dirty="0">
                          <a:solidFill>
                            <a:schemeClr val="bg1"/>
                          </a:solidFill>
                          <a:latin typeface="+mn-lt"/>
                          <a:ea typeface="+mn-ea"/>
                          <a:cs typeface="+mn-cs"/>
                        </a:endParaRPr>
                      </a:p>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0" i="0" u="none" strike="noStrike" kern="1200" baseline="0" dirty="0">
                            <a:solidFill>
                              <a:schemeClr val="bg1"/>
                            </a:solidFill>
                            <a:latin typeface="+mn-lt"/>
                            <a:ea typeface="+mn-ea"/>
                            <a:cs typeface="+mn-cs"/>
                          </a:rPr>
                          <a:t> Sed diam </a:t>
                        </a:r>
                        <a:r>
                          <a:rPr lang="en-US" sz="1400" b="0" i="0" u="none" strike="noStrike" kern="1200" baseline="0" dirty="0" err="1">
                            <a:solidFill>
                              <a:schemeClr val="bg1"/>
                            </a:solidFill>
                            <a:latin typeface="+mn-lt"/>
                            <a:ea typeface="+mn-ea"/>
                            <a:cs typeface="+mn-cs"/>
                          </a:rPr>
                          <a:t>nonumy</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eirmod</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tempor</a:t>
                        </a:r>
                        <a:endParaRPr lang="en-US" sz="1400" b="0" i="0" u="none" strike="noStrike" kern="1200" baseline="0" dirty="0">
                          <a:solidFill>
                            <a:schemeClr val="bg1"/>
                          </a:solidFill>
                          <a:latin typeface="+mn-lt"/>
                          <a:ea typeface="+mn-ea"/>
                          <a:cs typeface="+mn-cs"/>
                        </a:endParaRPr>
                      </a:p>
                    </a:txBody>
                    <a:tcPr anchor="ctr">
                      <a:lnL w="38100" cap="flat" cmpd="sng" algn="ctr">
                        <a:noFill/>
                        <a:prstDash val="solid"/>
                        <a:round/>
                        <a:headEnd type="none" w="med" len="med"/>
                        <a:tailEnd type="none" w="med" len="med"/>
                      </a:lnL>
                      <a:lnR w="12700" cmpd="sng">
                        <a:noFill/>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1229521"/>
                    </a:ext>
                  </a:extLst>
                </a:tr>
                <a:tr h="468000">
                  <a:tc gridSpan="2">
                    <a:txBody>
                      <a:bodyPr/>
                      <a:lstStyle>
                        <a:lvl1pPr marL="0" algn="l" defTabSz="914400" rtl="0" eaLnBrk="1" latinLnBrk="0" hangingPunct="1">
                          <a:defRPr sz="1800" kern="1200">
                            <a:solidFill>
                              <a:schemeClr val="dk1"/>
                            </a:solidFill>
                            <a:latin typeface="Ubuntu"/>
                          </a:defRPr>
                        </a:lvl1pPr>
                        <a:lvl2pPr marL="457200" algn="l" defTabSz="914400" rtl="0" eaLnBrk="1" latinLnBrk="0" hangingPunct="1">
                          <a:defRPr sz="1800" kern="1200">
                            <a:solidFill>
                              <a:schemeClr val="dk1"/>
                            </a:solidFill>
                            <a:latin typeface="Ubuntu"/>
                          </a:defRPr>
                        </a:lvl2pPr>
                        <a:lvl3pPr marL="914400" algn="l" defTabSz="914400" rtl="0" eaLnBrk="1" latinLnBrk="0" hangingPunct="1">
                          <a:defRPr sz="1800" kern="1200">
                            <a:solidFill>
                              <a:schemeClr val="dk1"/>
                            </a:solidFill>
                            <a:latin typeface="Ubuntu"/>
                          </a:defRPr>
                        </a:lvl3pPr>
                        <a:lvl4pPr marL="1371600" algn="l" defTabSz="914400" rtl="0" eaLnBrk="1" latinLnBrk="0" hangingPunct="1">
                          <a:defRPr sz="1800" kern="1200">
                            <a:solidFill>
                              <a:schemeClr val="dk1"/>
                            </a:solidFill>
                            <a:latin typeface="Ubuntu"/>
                          </a:defRPr>
                        </a:lvl4pPr>
                        <a:lvl5pPr marL="1828800" algn="l" defTabSz="914400" rtl="0" eaLnBrk="1" latinLnBrk="0" hangingPunct="1">
                          <a:defRPr sz="1800" kern="1200">
                            <a:solidFill>
                              <a:schemeClr val="dk1"/>
                            </a:solidFill>
                            <a:latin typeface="Ubuntu"/>
                          </a:defRPr>
                        </a:lvl5pPr>
                        <a:lvl6pPr marL="2286000" algn="l" defTabSz="914400" rtl="0" eaLnBrk="1" latinLnBrk="0" hangingPunct="1">
                          <a:defRPr sz="1800" kern="1200">
                            <a:solidFill>
                              <a:schemeClr val="dk1"/>
                            </a:solidFill>
                            <a:latin typeface="Ubuntu"/>
                          </a:defRPr>
                        </a:lvl6pPr>
                        <a:lvl7pPr marL="2743200" algn="l" defTabSz="914400" rtl="0" eaLnBrk="1" latinLnBrk="0" hangingPunct="1">
                          <a:defRPr sz="1800" kern="1200">
                            <a:solidFill>
                              <a:schemeClr val="dk1"/>
                            </a:solidFill>
                            <a:latin typeface="Ubuntu"/>
                          </a:defRPr>
                        </a:lvl7pPr>
                        <a:lvl8pPr marL="3200400" algn="l" defTabSz="914400" rtl="0" eaLnBrk="1" latinLnBrk="0" hangingPunct="1">
                          <a:defRPr sz="1800" kern="1200">
                            <a:solidFill>
                              <a:schemeClr val="dk1"/>
                            </a:solidFill>
                            <a:latin typeface="Ubuntu"/>
                          </a:defRPr>
                        </a:lvl8pPr>
                        <a:lvl9pPr marL="3657600" algn="l" defTabSz="914400" rtl="0" eaLnBrk="1" latinLnBrk="0" hangingPunct="1">
                          <a:defRPr sz="1800" kern="1200">
                            <a:solidFill>
                              <a:schemeClr val="dk1"/>
                            </a:solidFill>
                            <a:latin typeface="Ubuntu"/>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0" i="0" u="none" strike="noStrike" kern="1200" baseline="0" dirty="0">
                            <a:solidFill>
                              <a:schemeClr val="bg1"/>
                            </a:solidFill>
                            <a:latin typeface="+mn-lt"/>
                            <a:ea typeface="+mn-ea"/>
                            <a:cs typeface="+mn-cs"/>
                          </a:rPr>
                          <a:t>Lorem ipsum</a:t>
                        </a:r>
                      </a:p>
                    </a:txBody>
                    <a:tcPr anchor="ctr">
                      <a:lnL w="12700" cmpd="sng">
                        <a:noFill/>
                      </a:lnL>
                      <a:lnR w="12700" cmpd="sng">
                        <a:noFill/>
                      </a:lnR>
                      <a:lnT w="38100" cap="flat" cmpd="sng" algn="ctr">
                        <a:solidFill>
                          <a:schemeClr val="accent2"/>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algn="ctr" defTabSz="914400" rtl="0" eaLnBrk="1" latinLnBrk="0" hangingPunct="1">
                          <a:spcAft>
                            <a:spcPts val="1200"/>
                          </a:spcAft>
                        </a:pPr>
                        <a:endParaRPr lang="en-GB" sz="1800" b="0" i="0" u="none" strike="noStrike" kern="1200" baseline="0">
                          <a:solidFill>
                            <a:schemeClr val="bg1"/>
                          </a:solidFill>
                          <a:latin typeface="+mn-lt"/>
                          <a:ea typeface="+mn-ea"/>
                          <a:cs typeface="+mn-cs"/>
                        </a:endParaRPr>
                      </a:p>
                    </a:txBody>
                    <a:tcPr anchor="ctr">
                      <a:lnL w="12700" cap="flat" cmpd="sng" algn="ctr">
                        <a:solidFill>
                          <a:srgbClr val="BA2980"/>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550663320"/>
                    </a:ext>
                  </a:extLst>
                </a:tr>
                <a:tr h="468000">
                  <a:tc gridSpan="2">
                    <a:txBody>
                      <a:bodyPr/>
                      <a:lstStyle>
                        <a:lvl1pPr marL="0" algn="l" defTabSz="914400" rtl="0" eaLnBrk="1" latinLnBrk="0" hangingPunct="1">
                          <a:defRPr sz="1800" kern="1200">
                            <a:solidFill>
                              <a:schemeClr val="dk1"/>
                            </a:solidFill>
                            <a:latin typeface="Ubuntu"/>
                          </a:defRPr>
                        </a:lvl1pPr>
                        <a:lvl2pPr marL="457200" algn="l" defTabSz="914400" rtl="0" eaLnBrk="1" latinLnBrk="0" hangingPunct="1">
                          <a:defRPr sz="1800" kern="1200">
                            <a:solidFill>
                              <a:schemeClr val="dk1"/>
                            </a:solidFill>
                            <a:latin typeface="Ubuntu"/>
                          </a:defRPr>
                        </a:lvl2pPr>
                        <a:lvl3pPr marL="914400" algn="l" defTabSz="914400" rtl="0" eaLnBrk="1" latinLnBrk="0" hangingPunct="1">
                          <a:defRPr sz="1800" kern="1200">
                            <a:solidFill>
                              <a:schemeClr val="dk1"/>
                            </a:solidFill>
                            <a:latin typeface="Ubuntu"/>
                          </a:defRPr>
                        </a:lvl3pPr>
                        <a:lvl4pPr marL="1371600" algn="l" defTabSz="914400" rtl="0" eaLnBrk="1" latinLnBrk="0" hangingPunct="1">
                          <a:defRPr sz="1800" kern="1200">
                            <a:solidFill>
                              <a:schemeClr val="dk1"/>
                            </a:solidFill>
                            <a:latin typeface="Ubuntu"/>
                          </a:defRPr>
                        </a:lvl4pPr>
                        <a:lvl5pPr marL="1828800" algn="l" defTabSz="914400" rtl="0" eaLnBrk="1" latinLnBrk="0" hangingPunct="1">
                          <a:defRPr sz="1800" kern="1200">
                            <a:solidFill>
                              <a:schemeClr val="dk1"/>
                            </a:solidFill>
                            <a:latin typeface="Ubuntu"/>
                          </a:defRPr>
                        </a:lvl5pPr>
                        <a:lvl6pPr marL="2286000" algn="l" defTabSz="914400" rtl="0" eaLnBrk="1" latinLnBrk="0" hangingPunct="1">
                          <a:defRPr sz="1800" kern="1200">
                            <a:solidFill>
                              <a:schemeClr val="dk1"/>
                            </a:solidFill>
                            <a:latin typeface="Ubuntu"/>
                          </a:defRPr>
                        </a:lvl6pPr>
                        <a:lvl7pPr marL="2743200" algn="l" defTabSz="914400" rtl="0" eaLnBrk="1" latinLnBrk="0" hangingPunct="1">
                          <a:defRPr sz="1800" kern="1200">
                            <a:solidFill>
                              <a:schemeClr val="dk1"/>
                            </a:solidFill>
                            <a:latin typeface="Ubuntu"/>
                          </a:defRPr>
                        </a:lvl7pPr>
                        <a:lvl8pPr marL="3200400" algn="l" defTabSz="914400" rtl="0" eaLnBrk="1" latinLnBrk="0" hangingPunct="1">
                          <a:defRPr sz="1800" kern="1200">
                            <a:solidFill>
                              <a:schemeClr val="dk1"/>
                            </a:solidFill>
                            <a:latin typeface="Ubuntu"/>
                          </a:defRPr>
                        </a:lvl8pPr>
                        <a:lvl9pPr marL="3657600" algn="l" defTabSz="914400" rtl="0" eaLnBrk="1" latinLnBrk="0" hangingPunct="1">
                          <a:defRPr sz="1800" kern="1200">
                            <a:solidFill>
                              <a:schemeClr val="dk1"/>
                            </a:solidFill>
                            <a:latin typeface="Ubuntu"/>
                          </a:defRPr>
                        </a:lvl9pPr>
                      </a:lstStyle>
                      <a:p>
                        <a:pPr marL="0" marR="0" lvl="0" indent="0" algn="ctr" defTabSz="914400" rtl="0" eaLnBrk="1" fontAlgn="auto" latinLnBrk="0" hangingPunct="1">
                          <a:lnSpc>
                            <a:spcPct val="100000"/>
                          </a:lnSpc>
                          <a:spcBef>
                            <a:spcPts val="0"/>
                          </a:spcBef>
                          <a:spcAft>
                            <a:spcPts val="600"/>
                          </a:spcAft>
                          <a:buClrTx/>
                          <a:buSzTx/>
                          <a:buFontTx/>
                          <a:buNone/>
                          <a:tabLst>
                            <a:tab pos="10748963" algn="l"/>
                          </a:tabLst>
                          <a:defRPr/>
                        </a:pPr>
                        <a:r>
                          <a:rPr lang="en-US" sz="1400" b="0" i="0" u="none" strike="noStrike" kern="1200" baseline="0" dirty="0">
                            <a:solidFill>
                              <a:schemeClr val="bg1"/>
                            </a:solidFill>
                            <a:latin typeface="+mn-lt"/>
                            <a:ea typeface="+mn-ea"/>
                            <a:cs typeface="+mn-cs"/>
                          </a:rPr>
                          <a:t>dolor sit </a:t>
                        </a:r>
                        <a:r>
                          <a:rPr lang="en-US" sz="1400" b="0" i="0" u="none" strike="noStrike" kern="1200" baseline="0" dirty="0" err="1">
                            <a:solidFill>
                              <a:schemeClr val="bg1"/>
                            </a:solidFill>
                            <a:latin typeface="+mn-lt"/>
                            <a:ea typeface="+mn-ea"/>
                            <a:cs typeface="+mn-cs"/>
                          </a:rPr>
                          <a:t>amet</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consetetur</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sadipscing</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elitr</a:t>
                        </a:r>
                        <a:endParaRPr lang="en-US" sz="1400" b="0" i="0" u="none" strike="noStrike" kern="1200" baseline="0" dirty="0">
                          <a:solidFill>
                            <a:schemeClr val="bg1"/>
                          </a:solidFill>
                          <a:latin typeface="+mn-lt"/>
                          <a:ea typeface="+mn-ea"/>
                          <a:cs typeface="+mn-cs"/>
                        </a:endParaRPr>
                      </a:p>
                    </a:txBody>
                    <a:tcPr anchor="ctr">
                      <a:lnL w="12700" cmpd="sng">
                        <a:noFill/>
                      </a:lnL>
                      <a:lnR w="12700" cmpd="sng">
                        <a:noFill/>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algn="ctr" defTabSz="914400" rtl="0" eaLnBrk="1" latinLnBrk="0" hangingPunct="1">
                          <a:spcAft>
                            <a:spcPts val="1200"/>
                          </a:spcAft>
                        </a:pPr>
                        <a:endParaRPr lang="en-GB" sz="1800" b="0" i="0" u="none" strike="noStrike" kern="1200" baseline="0">
                          <a:solidFill>
                            <a:schemeClr val="bg1"/>
                          </a:solidFill>
                          <a:latin typeface="+mn-lt"/>
                          <a:ea typeface="+mn-ea"/>
                          <a:cs typeface="+mn-cs"/>
                        </a:endParaRPr>
                      </a:p>
                    </a:txBody>
                    <a:tcPr anchor="ctr">
                      <a:lnL w="12700" cap="flat" cmpd="sng" algn="ctr">
                        <a:solidFill>
                          <a:srgbClr val="BA2980"/>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extLst>
                    <a:ext uri="{0D108BD9-81ED-4DB2-BD59-A6C34878D82A}">
                      <a16:rowId xmlns:a16="http://schemas.microsoft.com/office/drawing/2014/main" val="617639717"/>
                    </a:ext>
                  </a:extLst>
                </a:tr>
                <a:tr h="468000">
                  <a:tc gridSpan="2">
                    <a:txBody>
                      <a:bodyPr/>
                      <a:lstStyle>
                        <a:lvl1pPr marL="0" algn="l" defTabSz="914400" rtl="0" eaLnBrk="1" latinLnBrk="0" hangingPunct="1">
                          <a:defRPr sz="1800" kern="1200">
                            <a:solidFill>
                              <a:schemeClr val="dk1"/>
                            </a:solidFill>
                            <a:latin typeface="Ubuntu"/>
                          </a:defRPr>
                        </a:lvl1pPr>
                        <a:lvl2pPr marL="457200" algn="l" defTabSz="914400" rtl="0" eaLnBrk="1" latinLnBrk="0" hangingPunct="1">
                          <a:defRPr sz="1800" kern="1200">
                            <a:solidFill>
                              <a:schemeClr val="dk1"/>
                            </a:solidFill>
                            <a:latin typeface="Ubuntu"/>
                          </a:defRPr>
                        </a:lvl2pPr>
                        <a:lvl3pPr marL="914400" algn="l" defTabSz="914400" rtl="0" eaLnBrk="1" latinLnBrk="0" hangingPunct="1">
                          <a:defRPr sz="1800" kern="1200">
                            <a:solidFill>
                              <a:schemeClr val="dk1"/>
                            </a:solidFill>
                            <a:latin typeface="Ubuntu"/>
                          </a:defRPr>
                        </a:lvl3pPr>
                        <a:lvl4pPr marL="1371600" algn="l" defTabSz="914400" rtl="0" eaLnBrk="1" latinLnBrk="0" hangingPunct="1">
                          <a:defRPr sz="1800" kern="1200">
                            <a:solidFill>
                              <a:schemeClr val="dk1"/>
                            </a:solidFill>
                            <a:latin typeface="Ubuntu"/>
                          </a:defRPr>
                        </a:lvl4pPr>
                        <a:lvl5pPr marL="1828800" algn="l" defTabSz="914400" rtl="0" eaLnBrk="1" latinLnBrk="0" hangingPunct="1">
                          <a:defRPr sz="1800" kern="1200">
                            <a:solidFill>
                              <a:schemeClr val="dk1"/>
                            </a:solidFill>
                            <a:latin typeface="Ubuntu"/>
                          </a:defRPr>
                        </a:lvl5pPr>
                        <a:lvl6pPr marL="2286000" algn="l" defTabSz="914400" rtl="0" eaLnBrk="1" latinLnBrk="0" hangingPunct="1">
                          <a:defRPr sz="1800" kern="1200">
                            <a:solidFill>
                              <a:schemeClr val="dk1"/>
                            </a:solidFill>
                            <a:latin typeface="Ubuntu"/>
                          </a:defRPr>
                        </a:lvl6pPr>
                        <a:lvl7pPr marL="2743200" algn="l" defTabSz="914400" rtl="0" eaLnBrk="1" latinLnBrk="0" hangingPunct="1">
                          <a:defRPr sz="1800" kern="1200">
                            <a:solidFill>
                              <a:schemeClr val="dk1"/>
                            </a:solidFill>
                            <a:latin typeface="Ubuntu"/>
                          </a:defRPr>
                        </a:lvl7pPr>
                        <a:lvl8pPr marL="3200400" algn="l" defTabSz="914400" rtl="0" eaLnBrk="1" latinLnBrk="0" hangingPunct="1">
                          <a:defRPr sz="1800" kern="1200">
                            <a:solidFill>
                              <a:schemeClr val="dk1"/>
                            </a:solidFill>
                            <a:latin typeface="Ubuntu"/>
                          </a:defRPr>
                        </a:lvl8pPr>
                        <a:lvl9pPr marL="3657600" algn="l" defTabSz="914400" rtl="0" eaLnBrk="1" latinLnBrk="0" hangingPunct="1">
                          <a:defRPr sz="1800" kern="1200">
                            <a:solidFill>
                              <a:schemeClr val="dk1"/>
                            </a:solidFill>
                            <a:latin typeface="Ubuntu"/>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400" b="0" i="0" u="none" strike="noStrike" kern="1200" baseline="0" dirty="0">
                            <a:solidFill>
                              <a:schemeClr val="bg1"/>
                            </a:solidFill>
                            <a:latin typeface="+mn-lt"/>
                            <a:ea typeface="+mn-ea"/>
                            <a:cs typeface="+mn-cs"/>
                          </a:rPr>
                          <a:t>sed diam </a:t>
                        </a:r>
                        <a:r>
                          <a:rPr lang="en-US" sz="1400" b="0" i="0" u="none" strike="noStrike" kern="1200" baseline="0" dirty="0" err="1">
                            <a:solidFill>
                              <a:schemeClr val="bg1"/>
                            </a:solidFill>
                            <a:latin typeface="+mn-lt"/>
                            <a:ea typeface="+mn-ea"/>
                            <a:cs typeface="+mn-cs"/>
                          </a:rPr>
                          <a:t>nonumy</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eirmod</a:t>
                        </a:r>
                        <a:r>
                          <a:rPr lang="en-US" sz="1400" b="0" i="0" u="none" strike="noStrike" kern="1200" baseline="0" dirty="0">
                            <a:solidFill>
                              <a:schemeClr val="bg1"/>
                            </a:solidFill>
                            <a:latin typeface="+mn-lt"/>
                            <a:ea typeface="+mn-ea"/>
                            <a:cs typeface="+mn-cs"/>
                          </a:rPr>
                          <a:t> </a:t>
                        </a:r>
                        <a:r>
                          <a:rPr lang="en-US" sz="1400" b="0" i="0" u="none" strike="noStrike" kern="1200" baseline="0" dirty="0" err="1">
                            <a:solidFill>
                              <a:schemeClr val="bg1"/>
                            </a:solidFill>
                            <a:latin typeface="+mn-lt"/>
                            <a:ea typeface="+mn-ea"/>
                            <a:cs typeface="+mn-cs"/>
                          </a:rPr>
                          <a:t>tempor</a:t>
                        </a:r>
                        <a:endParaRPr lang="en-US" sz="1400" b="0" i="0" u="none" strike="noStrike" kern="1200" baseline="0" dirty="0">
                          <a:solidFill>
                            <a:schemeClr val="bg1"/>
                          </a:solidFill>
                          <a:latin typeface="+mn-lt"/>
                          <a:ea typeface="+mn-ea"/>
                          <a:cs typeface="+mn-cs"/>
                        </a:endParaRPr>
                      </a:p>
                    </a:txBody>
                    <a:tcPr anchor="ctr">
                      <a:lnL w="12700" cmpd="sng">
                        <a:noFill/>
                      </a:lnL>
                      <a:lnR w="12700" cmpd="sng">
                        <a:noFill/>
                      </a:lnR>
                      <a:lnT w="381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hMerge="1">
                    <a:txBody>
                      <a:bodyPr/>
                      <a:lstStyle/>
                      <a:p>
                        <a:endParaRPr lang="en-GB"/>
                      </a:p>
                    </a:txBody>
                    <a:tcPr/>
                  </a:tc>
                  <a:extLst>
                    <a:ext uri="{0D108BD9-81ED-4DB2-BD59-A6C34878D82A}">
                      <a16:rowId xmlns:a16="http://schemas.microsoft.com/office/drawing/2014/main" val="361269273"/>
                    </a:ext>
                  </a:extLst>
                </a:tr>
              </a:tbl>
            </a:graphicData>
          </a:graphic>
        </p:graphicFrame>
        <p:grpSp>
          <p:nvGrpSpPr>
            <p:cNvPr id="20" name="Group 19">
              <a:extLst>
                <a:ext uri="{FF2B5EF4-FFF2-40B4-BE49-F238E27FC236}">
                  <a16:creationId xmlns:a16="http://schemas.microsoft.com/office/drawing/2014/main" id="{B7E209D0-E796-7257-190D-10B64D8F1E0A}"/>
                </a:ext>
              </a:extLst>
            </p:cNvPr>
            <p:cNvGrpSpPr/>
            <p:nvPr/>
          </p:nvGrpSpPr>
          <p:grpSpPr>
            <a:xfrm>
              <a:off x="550862" y="1628800"/>
              <a:ext cx="11089755" cy="848587"/>
              <a:chOff x="407988" y="1698171"/>
              <a:chExt cx="11364913" cy="722767"/>
            </a:xfrm>
          </p:grpSpPr>
          <p:cxnSp>
            <p:nvCxnSpPr>
              <p:cNvPr id="21" name="Straight Connector 20">
                <a:extLst>
                  <a:ext uri="{FF2B5EF4-FFF2-40B4-BE49-F238E27FC236}">
                    <a16:creationId xmlns:a16="http://schemas.microsoft.com/office/drawing/2014/main" id="{47219039-2FC7-D973-67C5-55E66238D7AE}"/>
                  </a:ext>
                </a:extLst>
              </p:cNvPr>
              <p:cNvCxnSpPr/>
              <p:nvPr/>
            </p:nvCxnSpPr>
            <p:spPr>
              <a:xfrm flipV="1">
                <a:off x="407988" y="1698171"/>
                <a:ext cx="5688012" cy="722767"/>
              </a:xfrm>
              <a:prstGeom prst="line">
                <a:avLst/>
              </a:prstGeom>
              <a:noFill/>
              <a:ln w="38100" cap="flat" cmpd="sng" algn="ctr">
                <a:solidFill>
                  <a:schemeClr val="accent5"/>
                </a:solidFill>
                <a:prstDash val="solid"/>
                <a:miter lim="800000"/>
              </a:ln>
              <a:effectLst/>
            </p:spPr>
          </p:cxnSp>
          <p:cxnSp>
            <p:nvCxnSpPr>
              <p:cNvPr id="22" name="Straight Connector 21">
                <a:extLst>
                  <a:ext uri="{FF2B5EF4-FFF2-40B4-BE49-F238E27FC236}">
                    <a16:creationId xmlns:a16="http://schemas.microsoft.com/office/drawing/2014/main" id="{A7C74276-4337-B4C5-3456-DDB93357C45F}"/>
                  </a:ext>
                </a:extLst>
              </p:cNvPr>
              <p:cNvCxnSpPr>
                <a:cxnSpLocks/>
              </p:cNvCxnSpPr>
              <p:nvPr/>
            </p:nvCxnSpPr>
            <p:spPr>
              <a:xfrm flipH="1" flipV="1">
                <a:off x="6084889" y="1698171"/>
                <a:ext cx="5688012" cy="722767"/>
              </a:xfrm>
              <a:prstGeom prst="line">
                <a:avLst/>
              </a:prstGeom>
              <a:noFill/>
              <a:ln w="38100" cap="flat" cmpd="sng" algn="ctr">
                <a:solidFill>
                  <a:schemeClr val="accent5"/>
                </a:solidFill>
                <a:prstDash val="solid"/>
                <a:miter lim="800000"/>
              </a:ln>
              <a:effectLst/>
            </p:spPr>
          </p:cxnSp>
        </p:grpSp>
      </p:grpSp>
    </p:spTree>
    <p:extLst>
      <p:ext uri="{BB962C8B-B14F-4D97-AF65-F5344CB8AC3E}">
        <p14:creationId xmlns:p14="http://schemas.microsoft.com/office/powerpoint/2010/main" val="111294414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4344FD-CF14-2F1C-8FA2-4D3A78BEFCF3}"/>
            </a:ext>
          </a:extLst>
        </p:cNvPr>
        <p:cNvGrpSpPr/>
        <p:nvPr/>
      </p:nvGrpSpPr>
      <p:grpSpPr>
        <a:xfrm>
          <a:off x="0" y="0"/>
          <a:ext cx="0" cy="0"/>
          <a:chOff x="0" y="0"/>
          <a:chExt cx="0" cy="0"/>
        </a:xfrm>
      </p:grpSpPr>
      <p:sp>
        <p:nvSpPr>
          <p:cNvPr id="3" name="Text Placeholder 5">
            <a:extLst>
              <a:ext uri="{FF2B5EF4-FFF2-40B4-BE49-F238E27FC236}">
                <a16:creationId xmlns:a16="http://schemas.microsoft.com/office/drawing/2014/main" id="{C016B431-5055-B389-6151-1DC1021D5A7B}"/>
              </a:ext>
            </a:extLst>
          </p:cNvPr>
          <p:cNvSpPr>
            <a:spLocks noGrp="1"/>
          </p:cNvSpPr>
          <p:nvPr>
            <p:ph type="body" sz="quarter" idx="22"/>
          </p:nvPr>
        </p:nvSpPr>
        <p:spPr>
          <a:xfrm>
            <a:off x="550200" y="1634286"/>
            <a:ext cx="11090938" cy="307777"/>
          </a:xfrm>
        </p:spPr>
        <p:txBody>
          <a:bodyPr/>
          <a:lstStyle/>
          <a:p>
            <a:r>
              <a:rPr lang="en-US" dirty="0"/>
              <a:t>Subtitle</a:t>
            </a:r>
          </a:p>
        </p:txBody>
      </p:sp>
      <p:sp>
        <p:nvSpPr>
          <p:cNvPr id="28" name="Title 27">
            <a:extLst>
              <a:ext uri="{FF2B5EF4-FFF2-40B4-BE49-F238E27FC236}">
                <a16:creationId xmlns:a16="http://schemas.microsoft.com/office/drawing/2014/main" id="{1F83EFBD-5FC5-5172-4A52-C5D888A5561B}"/>
              </a:ext>
            </a:extLst>
          </p:cNvPr>
          <p:cNvSpPr>
            <a:spLocks noGrp="1"/>
          </p:cNvSpPr>
          <p:nvPr>
            <p:ph type="title"/>
          </p:nvPr>
        </p:nvSpPr>
        <p:spPr>
          <a:xfrm>
            <a:off x="551384" y="549274"/>
            <a:ext cx="11090938" cy="930372"/>
          </a:xfrm>
        </p:spPr>
        <p:txBody>
          <a:bodyPr/>
          <a:lstStyle/>
          <a:p>
            <a:r>
              <a:rPr lang="en-US" dirty="0"/>
              <a:t>Chart design example</a:t>
            </a:r>
            <a:br>
              <a:rPr lang="en-US" dirty="0"/>
            </a:br>
            <a:r>
              <a:rPr lang="en-US" dirty="0"/>
              <a:t>Stacked bars chart 1</a:t>
            </a:r>
          </a:p>
        </p:txBody>
      </p:sp>
      <p:sp>
        <p:nvSpPr>
          <p:cNvPr id="19" name="Content Placeholder 18">
            <a:extLst>
              <a:ext uri="{FF2B5EF4-FFF2-40B4-BE49-F238E27FC236}">
                <a16:creationId xmlns:a16="http://schemas.microsoft.com/office/drawing/2014/main" id="{2B38D1AD-6B26-933F-E75C-307991925855}"/>
              </a:ext>
            </a:extLst>
          </p:cNvPr>
          <p:cNvSpPr>
            <a:spLocks noGrp="1"/>
          </p:cNvSpPr>
          <p:nvPr>
            <p:ph sz="quarter" idx="31"/>
          </p:nvPr>
        </p:nvSpPr>
        <p:spPr>
          <a:xfrm>
            <a:off x="551384" y="2132856"/>
            <a:ext cx="4608512" cy="4175870"/>
          </a:xfrm>
        </p:spPr>
        <p:txBody>
          <a:bodyPr/>
          <a:lstStyle/>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r>
              <a:rPr lang="en-US" sz="3200" dirty="0"/>
              <a:t>XX%</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endParaRPr lang="en-US" dirty="0"/>
          </a:p>
          <a:p>
            <a:endParaRPr lang="en-US" dirty="0"/>
          </a:p>
          <a:p>
            <a:endParaRPr lang="en-US" dirty="0"/>
          </a:p>
          <a:p>
            <a:endParaRPr lang="en-US" dirty="0"/>
          </a:p>
          <a:p>
            <a:endParaRPr lang="en-US" dirty="0"/>
          </a:p>
          <a:p>
            <a:endParaRPr lang="en-US" dirty="0"/>
          </a:p>
        </p:txBody>
      </p:sp>
      <p:graphicFrame>
        <p:nvGraphicFramePr>
          <p:cNvPr id="7" name="Diagramm 4" descr="Data chart">
            <a:extLst>
              <a:ext uri="{FF2B5EF4-FFF2-40B4-BE49-F238E27FC236}">
                <a16:creationId xmlns:a16="http://schemas.microsoft.com/office/drawing/2014/main" id="{921CCA96-3E40-5E36-A913-C00574722583}"/>
              </a:ext>
            </a:extLst>
          </p:cNvPr>
          <p:cNvGraphicFramePr/>
          <p:nvPr>
            <p:extLst>
              <p:ext uri="{D42A27DB-BD31-4B8C-83A1-F6EECF244321}">
                <p14:modId xmlns:p14="http://schemas.microsoft.com/office/powerpoint/2010/main" val="1288544300"/>
              </p:ext>
            </p:extLst>
          </p:nvPr>
        </p:nvGraphicFramePr>
        <p:xfrm>
          <a:off x="6490741" y="1484026"/>
          <a:ext cx="5150135" cy="4886795"/>
        </p:xfrm>
        <a:graphic>
          <a:graphicData uri="http://schemas.openxmlformats.org/drawingml/2006/chart">
            <c:chart xmlns:c="http://schemas.openxmlformats.org/drawingml/2006/chart" xmlns:r="http://schemas.openxmlformats.org/officeDocument/2006/relationships" r:id="rId4"/>
          </a:graphicData>
        </a:graphic>
      </p:graphicFrame>
      <p:sp>
        <p:nvSpPr>
          <p:cNvPr id="26" name="Date Placeholder 25">
            <a:extLst>
              <a:ext uri="{FF2B5EF4-FFF2-40B4-BE49-F238E27FC236}">
                <a16:creationId xmlns:a16="http://schemas.microsoft.com/office/drawing/2014/main" id="{630A1B2F-2F95-B877-8398-387804C71783}"/>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7" name="Footer Placeholder 26">
            <a:extLst>
              <a:ext uri="{FF2B5EF4-FFF2-40B4-BE49-F238E27FC236}">
                <a16:creationId xmlns:a16="http://schemas.microsoft.com/office/drawing/2014/main" id="{D0C00846-5F2E-3C45-CAF9-82AF4395D6D2}"/>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29" name="Slide Number Placeholder 28">
            <a:extLst>
              <a:ext uri="{FF2B5EF4-FFF2-40B4-BE49-F238E27FC236}">
                <a16:creationId xmlns:a16="http://schemas.microsoft.com/office/drawing/2014/main" id="{5AB40A6B-3D42-9C50-608A-FEAA99191670}"/>
              </a:ext>
            </a:extLst>
          </p:cNvPr>
          <p:cNvSpPr>
            <a:spLocks noGrp="1"/>
          </p:cNvSpPr>
          <p:nvPr>
            <p:ph type="sldNum" sz="quarter" idx="30"/>
          </p:nvPr>
        </p:nvSpPr>
        <p:spPr/>
        <p:txBody>
          <a:bodyPr/>
          <a:lstStyle/>
          <a:p>
            <a:pPr algn="r"/>
            <a:fld id="{5D9A5160-6218-4E5A-B9E6-B93E3DAE377C}" type="slidenum">
              <a:rPr lang="en-US" smtClean="0"/>
              <a:pPr algn="r"/>
              <a:t>68</a:t>
            </a:fld>
            <a:endParaRPr lang="en-US" dirty="0"/>
          </a:p>
        </p:txBody>
      </p:sp>
    </p:spTree>
    <p:custDataLst>
      <p:tags r:id="rId1"/>
    </p:custDataLst>
    <p:extLst>
      <p:ext uri="{BB962C8B-B14F-4D97-AF65-F5344CB8AC3E}">
        <p14:creationId xmlns:p14="http://schemas.microsoft.com/office/powerpoint/2010/main" val="316378278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1A86B4-0063-F61D-0DE9-A34EAB4C4741}"/>
            </a:ext>
          </a:extLst>
        </p:cNvPr>
        <p:cNvGrpSpPr/>
        <p:nvPr/>
      </p:nvGrpSpPr>
      <p:grpSpPr>
        <a:xfrm>
          <a:off x="0" y="0"/>
          <a:ext cx="0" cy="0"/>
          <a:chOff x="0" y="0"/>
          <a:chExt cx="0" cy="0"/>
        </a:xfrm>
      </p:grpSpPr>
      <p:graphicFrame>
        <p:nvGraphicFramePr>
          <p:cNvPr id="9" name="Chart Placeholder 12" descr="Data chart">
            <a:extLst>
              <a:ext uri="{FF2B5EF4-FFF2-40B4-BE49-F238E27FC236}">
                <a16:creationId xmlns:a16="http://schemas.microsoft.com/office/drawing/2014/main" id="{F98EE74F-3104-51D1-8A57-7D5B0C83983C}"/>
              </a:ext>
            </a:extLst>
          </p:cNvPr>
          <p:cNvGraphicFramePr>
            <a:graphicFrameLocks/>
          </p:cNvGraphicFramePr>
          <p:nvPr>
            <p:extLst>
              <p:ext uri="{D42A27DB-BD31-4B8C-83A1-F6EECF244321}">
                <p14:modId xmlns:p14="http://schemas.microsoft.com/office/powerpoint/2010/main" val="276461698"/>
              </p:ext>
            </p:extLst>
          </p:nvPr>
        </p:nvGraphicFramePr>
        <p:xfrm>
          <a:off x="550863" y="2053297"/>
          <a:ext cx="11090275" cy="4248497"/>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2">
            <a:extLst>
              <a:ext uri="{FF2B5EF4-FFF2-40B4-BE49-F238E27FC236}">
                <a16:creationId xmlns:a16="http://schemas.microsoft.com/office/drawing/2014/main" id="{6700E2F5-98C3-EB7A-4223-C4ACE27DA78E}"/>
              </a:ext>
            </a:extLst>
          </p:cNvPr>
          <p:cNvSpPr>
            <a:spLocks noGrp="1"/>
          </p:cNvSpPr>
          <p:nvPr>
            <p:ph type="title"/>
          </p:nvPr>
        </p:nvSpPr>
        <p:spPr/>
        <p:txBody>
          <a:bodyPr/>
          <a:lstStyle/>
          <a:p>
            <a:r>
              <a:rPr lang="en-US" dirty="0"/>
              <a:t>Chart design example</a:t>
            </a:r>
            <a:br>
              <a:rPr lang="en-US" dirty="0"/>
            </a:br>
            <a:r>
              <a:rPr lang="en-US" dirty="0"/>
              <a:t>Categories comparison</a:t>
            </a:r>
          </a:p>
        </p:txBody>
      </p:sp>
      <p:sp>
        <p:nvSpPr>
          <p:cNvPr id="13" name="Text Placeholder 12">
            <a:extLst>
              <a:ext uri="{FF2B5EF4-FFF2-40B4-BE49-F238E27FC236}">
                <a16:creationId xmlns:a16="http://schemas.microsoft.com/office/drawing/2014/main" id="{EEBCD321-B8B2-85B6-AEA0-2516FEEB6026}"/>
              </a:ext>
            </a:extLst>
          </p:cNvPr>
          <p:cNvSpPr>
            <a:spLocks noGrp="1"/>
          </p:cNvSpPr>
          <p:nvPr>
            <p:ph type="body" sz="quarter" idx="22"/>
          </p:nvPr>
        </p:nvSpPr>
        <p:spPr/>
        <p:txBody>
          <a:bodyPr/>
          <a:lstStyle/>
          <a:p>
            <a:r>
              <a:rPr lang="en-US" dirty="0"/>
              <a:t>Subtitle</a:t>
            </a:r>
          </a:p>
        </p:txBody>
      </p:sp>
      <p:sp>
        <p:nvSpPr>
          <p:cNvPr id="14" name="Date Placeholder 13">
            <a:extLst>
              <a:ext uri="{FF2B5EF4-FFF2-40B4-BE49-F238E27FC236}">
                <a16:creationId xmlns:a16="http://schemas.microsoft.com/office/drawing/2014/main" id="{726DA3EC-6DB3-D1DA-76D3-8C2AA2465DE8}"/>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5" name="Footer Placeholder 14">
            <a:extLst>
              <a:ext uri="{FF2B5EF4-FFF2-40B4-BE49-F238E27FC236}">
                <a16:creationId xmlns:a16="http://schemas.microsoft.com/office/drawing/2014/main" id="{D95A119D-6BCE-5426-5BEB-9FDCAB36155A}"/>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16" name="Slide Number Placeholder 15">
            <a:extLst>
              <a:ext uri="{FF2B5EF4-FFF2-40B4-BE49-F238E27FC236}">
                <a16:creationId xmlns:a16="http://schemas.microsoft.com/office/drawing/2014/main" id="{5CEBECAC-093E-54E7-0C5F-8607E24CA8BE}"/>
              </a:ext>
            </a:extLst>
          </p:cNvPr>
          <p:cNvSpPr>
            <a:spLocks noGrp="1"/>
          </p:cNvSpPr>
          <p:nvPr>
            <p:ph type="sldNum" sz="quarter" idx="30"/>
          </p:nvPr>
        </p:nvSpPr>
        <p:spPr/>
        <p:txBody>
          <a:bodyPr/>
          <a:lstStyle/>
          <a:p>
            <a:pPr algn="r"/>
            <a:fld id="{5D9A5160-6218-4E5A-B9E6-B93E3DAE377C}" type="slidenum">
              <a:rPr lang="en-US" smtClean="0"/>
              <a:pPr algn="r"/>
              <a:t>69</a:t>
            </a:fld>
            <a:endParaRPr lang="en-US" dirty="0"/>
          </a:p>
        </p:txBody>
      </p:sp>
    </p:spTree>
    <p:extLst>
      <p:ext uri="{BB962C8B-B14F-4D97-AF65-F5344CB8AC3E}">
        <p14:creationId xmlns:p14="http://schemas.microsoft.com/office/powerpoint/2010/main" val="6074915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D807D-862F-121D-3BB5-8BA0776119E5}"/>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9F509E93-DD5B-B39C-97CC-8301C3313649}"/>
              </a:ext>
            </a:extLst>
          </p:cNvPr>
          <p:cNvSpPr>
            <a:spLocks noGrp="1"/>
          </p:cNvSpPr>
          <p:nvPr>
            <p:ph type="title"/>
          </p:nvPr>
        </p:nvSpPr>
        <p:spPr>
          <a:xfrm>
            <a:off x="551384" y="549274"/>
            <a:ext cx="11090938" cy="930372"/>
          </a:xfrm>
        </p:spPr>
        <p:txBody>
          <a:bodyPr/>
          <a:lstStyle/>
          <a:p>
            <a:r>
              <a:rPr lang="en-US" dirty="0"/>
              <a:t>Chart design example</a:t>
            </a:r>
            <a:br>
              <a:rPr lang="en-US" dirty="0"/>
            </a:br>
            <a:r>
              <a:rPr lang="en-US" dirty="0"/>
              <a:t>Categories comparison 1</a:t>
            </a:r>
          </a:p>
        </p:txBody>
      </p:sp>
      <p:sp>
        <p:nvSpPr>
          <p:cNvPr id="13" name="Text Placeholder 12">
            <a:extLst>
              <a:ext uri="{FF2B5EF4-FFF2-40B4-BE49-F238E27FC236}">
                <a16:creationId xmlns:a16="http://schemas.microsoft.com/office/drawing/2014/main" id="{963485DE-6071-115A-A559-BB3F8098C997}"/>
              </a:ext>
            </a:extLst>
          </p:cNvPr>
          <p:cNvSpPr>
            <a:spLocks noGrp="1"/>
          </p:cNvSpPr>
          <p:nvPr>
            <p:ph type="body" sz="quarter" idx="22"/>
          </p:nvPr>
        </p:nvSpPr>
        <p:spPr>
          <a:xfrm>
            <a:off x="550863" y="1633538"/>
            <a:ext cx="11090275" cy="307975"/>
          </a:xfrm>
        </p:spPr>
        <p:txBody>
          <a:bodyPr/>
          <a:lstStyle/>
          <a:p>
            <a:r>
              <a:rPr lang="en-US" dirty="0"/>
              <a:t>Subtitle</a:t>
            </a:r>
          </a:p>
        </p:txBody>
      </p:sp>
      <p:graphicFrame>
        <p:nvGraphicFramePr>
          <p:cNvPr id="10" name="Diagramm 4" descr="Data chart">
            <a:extLst>
              <a:ext uri="{FF2B5EF4-FFF2-40B4-BE49-F238E27FC236}">
                <a16:creationId xmlns:a16="http://schemas.microsoft.com/office/drawing/2014/main" id="{E55A6F2B-D798-ACCF-7640-9FA1AEE0C68A}"/>
              </a:ext>
            </a:extLst>
          </p:cNvPr>
          <p:cNvGraphicFramePr/>
          <p:nvPr>
            <p:extLst>
              <p:ext uri="{D42A27DB-BD31-4B8C-83A1-F6EECF244321}">
                <p14:modId xmlns:p14="http://schemas.microsoft.com/office/powerpoint/2010/main" val="16623252"/>
              </p:ext>
            </p:extLst>
          </p:nvPr>
        </p:nvGraphicFramePr>
        <p:xfrm>
          <a:off x="550862" y="2053297"/>
          <a:ext cx="11089753" cy="4255429"/>
        </p:xfrm>
        <a:graphic>
          <a:graphicData uri="http://schemas.openxmlformats.org/drawingml/2006/chart">
            <c:chart xmlns:c="http://schemas.openxmlformats.org/drawingml/2006/chart" xmlns:r="http://schemas.openxmlformats.org/officeDocument/2006/relationships" r:id="rId3"/>
          </a:graphicData>
        </a:graphic>
      </p:graphicFrame>
      <p:sp>
        <p:nvSpPr>
          <p:cNvPr id="19" name="Date Placeholder 18">
            <a:extLst>
              <a:ext uri="{FF2B5EF4-FFF2-40B4-BE49-F238E27FC236}">
                <a16:creationId xmlns:a16="http://schemas.microsoft.com/office/drawing/2014/main" id="{E638E7C5-D20A-18CB-FB1E-1F667FFF7607}"/>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0" name="Footer Placeholder 19">
            <a:extLst>
              <a:ext uri="{FF2B5EF4-FFF2-40B4-BE49-F238E27FC236}">
                <a16:creationId xmlns:a16="http://schemas.microsoft.com/office/drawing/2014/main" id="{8DC019CB-8BA0-FD23-08A6-822CDD20D907}"/>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21" name="Slide Number Placeholder 20">
            <a:extLst>
              <a:ext uri="{FF2B5EF4-FFF2-40B4-BE49-F238E27FC236}">
                <a16:creationId xmlns:a16="http://schemas.microsoft.com/office/drawing/2014/main" id="{807C14AD-3F60-EEAA-20FB-FD48D6763289}"/>
              </a:ext>
            </a:extLst>
          </p:cNvPr>
          <p:cNvSpPr>
            <a:spLocks noGrp="1"/>
          </p:cNvSpPr>
          <p:nvPr>
            <p:ph type="sldNum" sz="quarter" idx="30"/>
          </p:nvPr>
        </p:nvSpPr>
        <p:spPr/>
        <p:txBody>
          <a:bodyPr/>
          <a:lstStyle/>
          <a:p>
            <a:pPr algn="r"/>
            <a:fld id="{5D9A5160-6218-4E5A-B9E6-B93E3DAE377C}" type="slidenum">
              <a:rPr lang="en-US" smtClean="0"/>
              <a:pPr algn="r"/>
              <a:t>70</a:t>
            </a:fld>
            <a:endParaRPr lang="en-US" dirty="0"/>
          </a:p>
        </p:txBody>
      </p:sp>
    </p:spTree>
    <p:extLst>
      <p:ext uri="{BB962C8B-B14F-4D97-AF65-F5344CB8AC3E}">
        <p14:creationId xmlns:p14="http://schemas.microsoft.com/office/powerpoint/2010/main" val="1429008714"/>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7C36FE-D9A1-CBCE-F1BD-237E8B4E1686}"/>
            </a:ext>
          </a:extLst>
        </p:cNvPr>
        <p:cNvGrpSpPr/>
        <p:nvPr/>
      </p:nvGrpSpPr>
      <p:grpSpPr>
        <a:xfrm>
          <a:off x="0" y="0"/>
          <a:ext cx="0" cy="0"/>
          <a:chOff x="0" y="0"/>
          <a:chExt cx="0" cy="0"/>
        </a:xfrm>
      </p:grpSpPr>
      <p:grpSp>
        <p:nvGrpSpPr>
          <p:cNvPr id="2" name="Group 1" descr="Data chart">
            <a:extLst>
              <a:ext uri="{FF2B5EF4-FFF2-40B4-BE49-F238E27FC236}">
                <a16:creationId xmlns:a16="http://schemas.microsoft.com/office/drawing/2014/main" id="{FF8C6D73-D2C2-7452-AE51-1605D5FE165B}"/>
              </a:ext>
            </a:extLst>
          </p:cNvPr>
          <p:cNvGrpSpPr/>
          <p:nvPr/>
        </p:nvGrpSpPr>
        <p:grpSpPr>
          <a:xfrm>
            <a:off x="551384" y="2096761"/>
            <a:ext cx="11119346" cy="4365118"/>
            <a:chOff x="551384" y="2096761"/>
            <a:chExt cx="11119346" cy="4365118"/>
          </a:xfrm>
        </p:grpSpPr>
        <p:sp>
          <p:nvSpPr>
            <p:cNvPr id="86" name="Graphic 59" descr="Data chart">
              <a:extLst>
                <a:ext uri="{FF2B5EF4-FFF2-40B4-BE49-F238E27FC236}">
                  <a16:creationId xmlns:a16="http://schemas.microsoft.com/office/drawing/2014/main" id="{6E7EB12B-2151-B861-9436-8BF3E1563BE6}"/>
                </a:ext>
              </a:extLst>
            </p:cNvPr>
            <p:cNvSpPr/>
            <p:nvPr/>
          </p:nvSpPr>
          <p:spPr>
            <a:xfrm>
              <a:off x="569409" y="3756743"/>
              <a:ext cx="11068617" cy="2593114"/>
            </a:xfrm>
            <a:custGeom>
              <a:avLst/>
              <a:gdLst>
                <a:gd name="connsiteX0" fmla="*/ 0 w 11068617"/>
                <a:gd name="connsiteY0" fmla="*/ 1861723 h 2593114"/>
                <a:gd name="connsiteX1" fmla="*/ 1539788 w 11068617"/>
                <a:gd name="connsiteY1" fmla="*/ 2570951 h 2593114"/>
                <a:gd name="connsiteX2" fmla="*/ 4203397 w 11068617"/>
                <a:gd name="connsiteY2" fmla="*/ 0 h 2593114"/>
                <a:gd name="connsiteX3" fmla="*/ 6925920 w 11068617"/>
                <a:gd name="connsiteY3" fmla="*/ 2615278 h 2593114"/>
                <a:gd name="connsiteX4" fmla="*/ 9417251 w 11068617"/>
                <a:gd name="connsiteY4" fmla="*/ 1484946 h 2593114"/>
                <a:gd name="connsiteX5" fmla="*/ 11090933 w 11068617"/>
                <a:gd name="connsiteY5" fmla="*/ 2327154 h 2593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8617" h="2593114">
                  <a:moveTo>
                    <a:pt x="0" y="1861723"/>
                  </a:moveTo>
                  <a:lnTo>
                    <a:pt x="1539788" y="2570951"/>
                  </a:lnTo>
                  <a:lnTo>
                    <a:pt x="4203397" y="0"/>
                  </a:lnTo>
                  <a:lnTo>
                    <a:pt x="6925920" y="2615278"/>
                  </a:lnTo>
                  <a:lnTo>
                    <a:pt x="9417251" y="1484946"/>
                  </a:lnTo>
                  <a:lnTo>
                    <a:pt x="11090933" y="2327154"/>
                  </a:lnTo>
                </a:path>
              </a:pathLst>
            </a:custGeom>
            <a:noFill/>
            <a:ln w="3810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sp>
          <p:nvSpPr>
            <p:cNvPr id="31" name="Textfeld 28">
              <a:extLst>
                <a:ext uri="{FF2B5EF4-FFF2-40B4-BE49-F238E27FC236}">
                  <a16:creationId xmlns:a16="http://schemas.microsoft.com/office/drawing/2014/main" id="{75710199-1318-9DB1-6147-1CFF659A6E8A}"/>
                </a:ext>
              </a:extLst>
            </p:cNvPr>
            <p:cNvSpPr txBox="1"/>
            <p:nvPr/>
          </p:nvSpPr>
          <p:spPr>
            <a:xfrm>
              <a:off x="1401063" y="2122872"/>
              <a:ext cx="1381376" cy="307777"/>
            </a:xfrm>
            <a:prstGeom prst="rect">
              <a:avLst/>
            </a:prstGeom>
            <a:noFill/>
          </p:spPr>
          <p:txBody>
            <a:bodyPr wrap="square" lIns="0" r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Ubuntu"/>
                  <a:ea typeface="+mn-ea"/>
                  <a:cs typeface="+mn-cs"/>
                </a:rPr>
                <a:t>Visualization</a:t>
              </a:r>
            </a:p>
          </p:txBody>
        </p:sp>
        <p:sp>
          <p:nvSpPr>
            <p:cNvPr id="41" name="Ellipse 60">
              <a:extLst>
                <a:ext uri="{FF2B5EF4-FFF2-40B4-BE49-F238E27FC236}">
                  <a16:creationId xmlns:a16="http://schemas.microsoft.com/office/drawing/2014/main" id="{F16A08DF-9C4B-FF70-0737-B3425FBCA410}"/>
                </a:ext>
              </a:extLst>
            </p:cNvPr>
            <p:cNvSpPr/>
            <p:nvPr/>
          </p:nvSpPr>
          <p:spPr bwMode="gray">
            <a:xfrm>
              <a:off x="1041062" y="2096761"/>
              <a:ext cx="360000" cy="360000"/>
            </a:xfrm>
            <a:prstGeom prst="ellipse">
              <a:avLst/>
            </a:prstGeom>
            <a:solidFill>
              <a:schemeClr val="tx2"/>
            </a:solidFill>
            <a:ln>
              <a:noFill/>
            </a:ln>
          </p:spPr>
          <p:style>
            <a:lnRef idx="1">
              <a:schemeClr val="accent5"/>
            </a:lnRef>
            <a:fillRef idx="3">
              <a:schemeClr val="accent5"/>
            </a:fillRef>
            <a:effectRef idx="2">
              <a:schemeClr val="accent5"/>
            </a:effectRef>
            <a:fontRef idx="minor">
              <a:schemeClr val="lt1"/>
            </a:fontRef>
          </p:style>
          <p:txBody>
            <a:bodyPr lIns="45720" r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Ubuntu"/>
                  <a:ea typeface="+mn-ea"/>
                  <a:cs typeface="+mn-cs"/>
                </a:rPr>
                <a:t>1</a:t>
              </a:r>
            </a:p>
          </p:txBody>
        </p:sp>
        <p:sp>
          <p:nvSpPr>
            <p:cNvPr id="11" name="AutoShape 5" descr="Data chart">
              <a:extLst>
                <a:ext uri="{FF2B5EF4-FFF2-40B4-BE49-F238E27FC236}">
                  <a16:creationId xmlns:a16="http://schemas.microsoft.com/office/drawing/2014/main" id="{ED7E99DF-8022-A367-8EA6-3412250D47AB}"/>
                </a:ext>
              </a:extLst>
            </p:cNvPr>
            <p:cNvSpPr>
              <a:spLocks noChangeAspect="1" noChangeArrowheads="1" noTextEdit="1"/>
            </p:cNvSpPr>
            <p:nvPr/>
          </p:nvSpPr>
          <p:spPr bwMode="auto">
            <a:xfrm>
              <a:off x="558893" y="3741229"/>
              <a:ext cx="11081689" cy="2681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Ubuntu"/>
                <a:ea typeface="+mn-ea"/>
                <a:cs typeface="+mn-cs"/>
              </a:endParaRPr>
            </a:p>
          </p:txBody>
        </p:sp>
        <p:sp>
          <p:nvSpPr>
            <p:cNvPr id="18" name="Textfeld 14">
              <a:extLst>
                <a:ext uri="{FF2B5EF4-FFF2-40B4-BE49-F238E27FC236}">
                  <a16:creationId xmlns:a16="http://schemas.microsoft.com/office/drawing/2014/main" id="{27619E09-58C7-DF64-ADE0-7F12CAB6D935}"/>
                </a:ext>
              </a:extLst>
            </p:cNvPr>
            <p:cNvSpPr txBox="1"/>
            <p:nvPr/>
          </p:nvSpPr>
          <p:spPr>
            <a:xfrm>
              <a:off x="1531817" y="5692923"/>
              <a:ext cx="907620" cy="30777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Ubuntu"/>
                  <a:ea typeface="+mn-ea"/>
                  <a:cs typeface="+mn-cs"/>
                </a:rPr>
                <a:t>What Is?</a:t>
              </a:r>
            </a:p>
          </p:txBody>
        </p:sp>
        <p:sp>
          <p:nvSpPr>
            <p:cNvPr id="19" name="Textfeld 15">
              <a:extLst>
                <a:ext uri="{FF2B5EF4-FFF2-40B4-BE49-F238E27FC236}">
                  <a16:creationId xmlns:a16="http://schemas.microsoft.com/office/drawing/2014/main" id="{7F152C77-5789-F2B3-43B2-7B7D5FCEE49A}"/>
                </a:ext>
              </a:extLst>
            </p:cNvPr>
            <p:cNvSpPr txBox="1"/>
            <p:nvPr/>
          </p:nvSpPr>
          <p:spPr>
            <a:xfrm>
              <a:off x="4240380" y="5113042"/>
              <a:ext cx="896399" cy="30777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Ubuntu"/>
                  <a:ea typeface="+mn-ea"/>
                  <a:cs typeface="+mn-cs"/>
                </a:rPr>
                <a:t>What If?</a:t>
              </a:r>
            </a:p>
          </p:txBody>
        </p:sp>
        <p:sp>
          <p:nvSpPr>
            <p:cNvPr id="20" name="Textfeld 16">
              <a:extLst>
                <a:ext uri="{FF2B5EF4-FFF2-40B4-BE49-F238E27FC236}">
                  <a16:creationId xmlns:a16="http://schemas.microsoft.com/office/drawing/2014/main" id="{EB69ABB1-5731-0E10-88A6-C993B2012224}"/>
                </a:ext>
              </a:extLst>
            </p:cNvPr>
            <p:cNvSpPr txBox="1"/>
            <p:nvPr/>
          </p:nvSpPr>
          <p:spPr>
            <a:xfrm>
              <a:off x="6942388" y="5425659"/>
              <a:ext cx="1271502" cy="30777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Ubuntu"/>
                  <a:ea typeface="+mn-ea"/>
                  <a:cs typeface="+mn-cs"/>
                </a:rPr>
                <a:t>What Wows?</a:t>
              </a:r>
            </a:p>
          </p:txBody>
        </p:sp>
        <p:sp>
          <p:nvSpPr>
            <p:cNvPr id="21" name="Textfeld 17">
              <a:extLst>
                <a:ext uri="{FF2B5EF4-FFF2-40B4-BE49-F238E27FC236}">
                  <a16:creationId xmlns:a16="http://schemas.microsoft.com/office/drawing/2014/main" id="{283EB23C-0CD8-642E-BB2A-157C855C82CA}"/>
                </a:ext>
              </a:extLst>
            </p:cNvPr>
            <p:cNvSpPr txBox="1"/>
            <p:nvPr/>
          </p:nvSpPr>
          <p:spPr>
            <a:xfrm>
              <a:off x="9330549" y="5676529"/>
              <a:ext cx="1309974" cy="30777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Ubuntu"/>
                  <a:ea typeface="+mn-ea"/>
                  <a:cs typeface="+mn-cs"/>
                </a:rPr>
                <a:t>What Works?</a:t>
              </a:r>
            </a:p>
          </p:txBody>
        </p:sp>
        <p:sp>
          <p:nvSpPr>
            <p:cNvPr id="22" name="Textfeld 18">
              <a:extLst>
                <a:ext uri="{FF2B5EF4-FFF2-40B4-BE49-F238E27FC236}">
                  <a16:creationId xmlns:a16="http://schemas.microsoft.com/office/drawing/2014/main" id="{873D7C97-67DA-DD68-DD56-EEB622FF0B21}"/>
                </a:ext>
              </a:extLst>
            </p:cNvPr>
            <p:cNvSpPr txBox="1"/>
            <p:nvPr/>
          </p:nvSpPr>
          <p:spPr>
            <a:xfrm>
              <a:off x="1393966" y="3168791"/>
              <a:ext cx="16001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Journey Mapping</a:t>
              </a:r>
            </a:p>
          </p:txBody>
        </p:sp>
        <p:sp>
          <p:nvSpPr>
            <p:cNvPr id="23" name="Textfeld 19">
              <a:extLst>
                <a:ext uri="{FF2B5EF4-FFF2-40B4-BE49-F238E27FC236}">
                  <a16:creationId xmlns:a16="http://schemas.microsoft.com/office/drawing/2014/main" id="{97AFDACC-7F0C-8146-CDE8-41345E312F12}"/>
                </a:ext>
              </a:extLst>
            </p:cNvPr>
            <p:cNvSpPr txBox="1"/>
            <p:nvPr/>
          </p:nvSpPr>
          <p:spPr>
            <a:xfrm>
              <a:off x="1779046" y="3799096"/>
              <a:ext cx="184377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Value Chain Analysis</a:t>
              </a:r>
            </a:p>
          </p:txBody>
        </p:sp>
        <p:sp>
          <p:nvSpPr>
            <p:cNvPr id="24" name="Textfeld 20">
              <a:extLst>
                <a:ext uri="{FF2B5EF4-FFF2-40B4-BE49-F238E27FC236}">
                  <a16:creationId xmlns:a16="http://schemas.microsoft.com/office/drawing/2014/main" id="{59915447-527E-9664-28EB-1F66DE8AE041}"/>
                </a:ext>
              </a:extLst>
            </p:cNvPr>
            <p:cNvSpPr txBox="1"/>
            <p:nvPr/>
          </p:nvSpPr>
          <p:spPr>
            <a:xfrm>
              <a:off x="2160544" y="4429402"/>
              <a:ext cx="135005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Mind Mapping</a:t>
              </a:r>
            </a:p>
          </p:txBody>
        </p:sp>
        <p:sp>
          <p:nvSpPr>
            <p:cNvPr id="25" name="Textfeld 21">
              <a:extLst>
                <a:ext uri="{FF2B5EF4-FFF2-40B4-BE49-F238E27FC236}">
                  <a16:creationId xmlns:a16="http://schemas.microsoft.com/office/drawing/2014/main" id="{4BED9A66-7196-8731-D95A-2690B91CB3CD}"/>
                </a:ext>
              </a:extLst>
            </p:cNvPr>
            <p:cNvSpPr txBox="1"/>
            <p:nvPr/>
          </p:nvSpPr>
          <p:spPr>
            <a:xfrm>
              <a:off x="4078077" y="3168791"/>
              <a:ext cx="134203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Brainstorming</a:t>
              </a:r>
            </a:p>
          </p:txBody>
        </p:sp>
        <p:sp>
          <p:nvSpPr>
            <p:cNvPr id="26" name="Textfeld 22">
              <a:extLst>
                <a:ext uri="{FF2B5EF4-FFF2-40B4-BE49-F238E27FC236}">
                  <a16:creationId xmlns:a16="http://schemas.microsoft.com/office/drawing/2014/main" id="{17290866-11CB-D304-73DB-CDB01BDF4596}"/>
                </a:ext>
              </a:extLst>
            </p:cNvPr>
            <p:cNvSpPr txBox="1"/>
            <p:nvPr/>
          </p:nvSpPr>
          <p:spPr>
            <a:xfrm>
              <a:off x="5602920" y="2509646"/>
              <a:ext cx="201850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Concept Development</a:t>
              </a:r>
            </a:p>
          </p:txBody>
        </p:sp>
        <p:sp>
          <p:nvSpPr>
            <p:cNvPr id="27" name="Textfeld 23">
              <a:extLst>
                <a:ext uri="{FF2B5EF4-FFF2-40B4-BE49-F238E27FC236}">
                  <a16:creationId xmlns:a16="http://schemas.microsoft.com/office/drawing/2014/main" id="{3787E199-5294-FB4A-65C9-66CB555ADD70}"/>
                </a:ext>
              </a:extLst>
            </p:cNvPr>
            <p:cNvSpPr txBox="1"/>
            <p:nvPr/>
          </p:nvSpPr>
          <p:spPr>
            <a:xfrm>
              <a:off x="6403810" y="3168791"/>
              <a:ext cx="179889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Assumption Testing</a:t>
              </a:r>
            </a:p>
          </p:txBody>
        </p:sp>
        <p:sp>
          <p:nvSpPr>
            <p:cNvPr id="28" name="Textfeld 24">
              <a:extLst>
                <a:ext uri="{FF2B5EF4-FFF2-40B4-BE49-F238E27FC236}">
                  <a16:creationId xmlns:a16="http://schemas.microsoft.com/office/drawing/2014/main" id="{B09941F7-045B-5D31-F72D-6091652256B1}"/>
                </a:ext>
              </a:extLst>
            </p:cNvPr>
            <p:cNvSpPr txBox="1"/>
            <p:nvPr/>
          </p:nvSpPr>
          <p:spPr>
            <a:xfrm>
              <a:off x="6997419" y="3799096"/>
              <a:ext cx="16690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Rapid Prototyping</a:t>
              </a:r>
            </a:p>
          </p:txBody>
        </p:sp>
        <p:sp>
          <p:nvSpPr>
            <p:cNvPr id="29" name="Textfeld 25">
              <a:extLst>
                <a:ext uri="{FF2B5EF4-FFF2-40B4-BE49-F238E27FC236}">
                  <a16:creationId xmlns:a16="http://schemas.microsoft.com/office/drawing/2014/main" id="{C30A20A4-C4A0-C97B-88EF-02D7C5305309}"/>
                </a:ext>
              </a:extLst>
            </p:cNvPr>
            <p:cNvSpPr txBox="1"/>
            <p:nvPr/>
          </p:nvSpPr>
          <p:spPr>
            <a:xfrm>
              <a:off x="9516892" y="3168791"/>
              <a:ext cx="19896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Customer Co-Creation</a:t>
              </a:r>
            </a:p>
          </p:txBody>
        </p:sp>
        <p:sp>
          <p:nvSpPr>
            <p:cNvPr id="30" name="Textfeld 26">
              <a:extLst>
                <a:ext uri="{FF2B5EF4-FFF2-40B4-BE49-F238E27FC236}">
                  <a16:creationId xmlns:a16="http://schemas.microsoft.com/office/drawing/2014/main" id="{0E864599-7A8E-FC4D-F937-FE699B573D38}"/>
                </a:ext>
              </a:extLst>
            </p:cNvPr>
            <p:cNvSpPr txBox="1"/>
            <p:nvPr/>
          </p:nvSpPr>
          <p:spPr>
            <a:xfrm>
              <a:off x="10157174" y="3799096"/>
              <a:ext cx="151355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Learning Launch</a:t>
              </a:r>
            </a:p>
          </p:txBody>
        </p:sp>
        <p:sp>
          <p:nvSpPr>
            <p:cNvPr id="43" name="Ellipse 38">
              <a:extLst>
                <a:ext uri="{FF2B5EF4-FFF2-40B4-BE49-F238E27FC236}">
                  <a16:creationId xmlns:a16="http://schemas.microsoft.com/office/drawing/2014/main" id="{7780A392-DAC2-4D95-67DC-CE1C75B5D360}"/>
                </a:ext>
              </a:extLst>
            </p:cNvPr>
            <p:cNvSpPr/>
            <p:nvPr/>
          </p:nvSpPr>
          <p:spPr bwMode="invGray">
            <a:xfrm>
              <a:off x="9156892" y="3142680"/>
              <a:ext cx="360000" cy="360000"/>
            </a:xfrm>
            <a:prstGeom prst="ellipse">
              <a:avLst/>
            </a:prstGeom>
            <a:solidFill>
              <a:schemeClr val="tx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Ubuntu"/>
                  <a:ea typeface="+mn-ea"/>
                  <a:cs typeface="+mn-cs"/>
                </a:rPr>
                <a:t>9</a:t>
              </a:r>
            </a:p>
          </p:txBody>
        </p:sp>
        <p:sp>
          <p:nvSpPr>
            <p:cNvPr id="61" name="Ellipse 41">
              <a:extLst>
                <a:ext uri="{FF2B5EF4-FFF2-40B4-BE49-F238E27FC236}">
                  <a16:creationId xmlns:a16="http://schemas.microsoft.com/office/drawing/2014/main" id="{99F62F7D-3A6F-8270-3100-B3AA1489C4F5}"/>
                </a:ext>
              </a:extLst>
            </p:cNvPr>
            <p:cNvSpPr/>
            <p:nvPr/>
          </p:nvSpPr>
          <p:spPr bwMode="invGray">
            <a:xfrm>
              <a:off x="9785627" y="3772985"/>
              <a:ext cx="360000" cy="360000"/>
            </a:xfrm>
            <a:prstGeom prst="ellipse">
              <a:avLst/>
            </a:prstGeom>
            <a:solidFill>
              <a:schemeClr val="tx2"/>
            </a:solidFill>
            <a:ln>
              <a:noFill/>
            </a:ln>
          </p:spPr>
          <p:style>
            <a:lnRef idx="1">
              <a:schemeClr val="accent5"/>
            </a:lnRef>
            <a:fillRef idx="3">
              <a:schemeClr val="accent5"/>
            </a:fillRef>
            <a:effectRef idx="2">
              <a:schemeClr val="accent5"/>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Ubuntu"/>
                  <a:ea typeface="+mn-ea"/>
                  <a:cs typeface="+mn-cs"/>
                </a:rPr>
                <a:t>10</a:t>
              </a:r>
            </a:p>
          </p:txBody>
        </p:sp>
        <p:cxnSp>
          <p:nvCxnSpPr>
            <p:cNvPr id="50" name="Straight Connector 49">
              <a:extLst>
                <a:ext uri="{FF2B5EF4-FFF2-40B4-BE49-F238E27FC236}">
                  <a16:creationId xmlns:a16="http://schemas.microsoft.com/office/drawing/2014/main" id="{44133CEF-ECAA-A8EE-7B27-8CB8AFB0F153}"/>
                </a:ext>
              </a:extLst>
            </p:cNvPr>
            <p:cNvCxnSpPr>
              <a:cxnSpLocks/>
            </p:cNvCxnSpPr>
            <p:nvPr/>
          </p:nvCxnSpPr>
          <p:spPr>
            <a:xfrm>
              <a:off x="3898077" y="3258000"/>
              <a:ext cx="0" cy="1345448"/>
            </a:xfrm>
            <a:prstGeom prst="line">
              <a:avLst/>
            </a:prstGeom>
            <a:ln w="12700" cap="flat" cmpd="sng" algn="ctr">
              <a:solidFill>
                <a:schemeClr val="tx2"/>
              </a:solidFill>
              <a:prstDash val="solid"/>
              <a:miter lim="800000"/>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51" name="Ellipse 50">
              <a:extLst>
                <a:ext uri="{FF2B5EF4-FFF2-40B4-BE49-F238E27FC236}">
                  <a16:creationId xmlns:a16="http://schemas.microsoft.com/office/drawing/2014/main" id="{23E64165-75E7-6D16-A12A-1D36FADA8D12}"/>
                </a:ext>
              </a:extLst>
            </p:cNvPr>
            <p:cNvSpPr/>
            <p:nvPr/>
          </p:nvSpPr>
          <p:spPr bwMode="invGray">
            <a:xfrm>
              <a:off x="3718077" y="3142680"/>
              <a:ext cx="360000" cy="360000"/>
            </a:xfrm>
            <a:prstGeom prst="ellipse">
              <a:avLst/>
            </a:prstGeom>
            <a:solidFill>
              <a:schemeClr val="tx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Ubuntu"/>
                  <a:ea typeface="+mn-ea"/>
                  <a:cs typeface="+mn-cs"/>
                </a:rPr>
                <a:t>5</a:t>
              </a:r>
            </a:p>
          </p:txBody>
        </p:sp>
        <p:cxnSp>
          <p:nvCxnSpPr>
            <p:cNvPr id="52" name="Straight Connector 51">
              <a:extLst>
                <a:ext uri="{FF2B5EF4-FFF2-40B4-BE49-F238E27FC236}">
                  <a16:creationId xmlns:a16="http://schemas.microsoft.com/office/drawing/2014/main" id="{FC23142A-BB80-E22D-EB81-61FF98947A65}"/>
                </a:ext>
              </a:extLst>
            </p:cNvPr>
            <p:cNvCxnSpPr>
              <a:cxnSpLocks/>
            </p:cNvCxnSpPr>
            <p:nvPr/>
          </p:nvCxnSpPr>
          <p:spPr>
            <a:xfrm>
              <a:off x="5436043" y="2628000"/>
              <a:ext cx="0" cy="1771344"/>
            </a:xfrm>
            <a:prstGeom prst="line">
              <a:avLst/>
            </a:prstGeom>
            <a:ln w="12700" cap="flat" cmpd="sng" algn="ctr">
              <a:solidFill>
                <a:schemeClr val="tx2"/>
              </a:solidFill>
              <a:prstDash val="solid"/>
              <a:miter lim="800000"/>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53" name="Ellipse 50">
              <a:extLst>
                <a:ext uri="{FF2B5EF4-FFF2-40B4-BE49-F238E27FC236}">
                  <a16:creationId xmlns:a16="http://schemas.microsoft.com/office/drawing/2014/main" id="{717481D1-1BC9-0968-2E30-D94316686B45}"/>
                </a:ext>
              </a:extLst>
            </p:cNvPr>
            <p:cNvSpPr/>
            <p:nvPr/>
          </p:nvSpPr>
          <p:spPr bwMode="invGray">
            <a:xfrm>
              <a:off x="5256043" y="2492896"/>
              <a:ext cx="360000" cy="360000"/>
            </a:xfrm>
            <a:prstGeom prst="ellipse">
              <a:avLst/>
            </a:prstGeom>
            <a:solidFill>
              <a:schemeClr val="tx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Ubuntu"/>
                  <a:ea typeface="+mn-ea"/>
                  <a:cs typeface="+mn-cs"/>
                </a:rPr>
                <a:t>6</a:t>
              </a:r>
            </a:p>
          </p:txBody>
        </p:sp>
        <p:cxnSp>
          <p:nvCxnSpPr>
            <p:cNvPr id="54" name="Straight Connector 53">
              <a:extLst>
                <a:ext uri="{FF2B5EF4-FFF2-40B4-BE49-F238E27FC236}">
                  <a16:creationId xmlns:a16="http://schemas.microsoft.com/office/drawing/2014/main" id="{8BE12F9C-9F96-49B4-65D3-F1D368B0C9C5}"/>
                </a:ext>
              </a:extLst>
            </p:cNvPr>
            <p:cNvCxnSpPr>
              <a:cxnSpLocks/>
            </p:cNvCxnSpPr>
            <p:nvPr/>
          </p:nvCxnSpPr>
          <p:spPr>
            <a:xfrm>
              <a:off x="6227600" y="3384000"/>
              <a:ext cx="0" cy="1771344"/>
            </a:xfrm>
            <a:prstGeom prst="line">
              <a:avLst/>
            </a:prstGeom>
            <a:ln w="12700" cap="flat" cmpd="sng" algn="ctr">
              <a:solidFill>
                <a:schemeClr val="tx2"/>
              </a:solidFill>
              <a:prstDash val="solid"/>
              <a:miter lim="800000"/>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58" name="Ellipse 50">
              <a:extLst>
                <a:ext uri="{FF2B5EF4-FFF2-40B4-BE49-F238E27FC236}">
                  <a16:creationId xmlns:a16="http://schemas.microsoft.com/office/drawing/2014/main" id="{CEAFF20A-6E1A-285E-D723-D88C44690AAC}"/>
                </a:ext>
              </a:extLst>
            </p:cNvPr>
            <p:cNvSpPr/>
            <p:nvPr/>
          </p:nvSpPr>
          <p:spPr bwMode="invGray">
            <a:xfrm>
              <a:off x="6047600" y="3142680"/>
              <a:ext cx="360000" cy="360000"/>
            </a:xfrm>
            <a:prstGeom prst="ellipse">
              <a:avLst/>
            </a:prstGeom>
            <a:solidFill>
              <a:schemeClr val="tx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Ubuntu"/>
                  <a:ea typeface="+mn-ea"/>
                  <a:cs typeface="+mn-cs"/>
                </a:rPr>
                <a:t>7</a:t>
              </a:r>
            </a:p>
          </p:txBody>
        </p:sp>
        <p:cxnSp>
          <p:nvCxnSpPr>
            <p:cNvPr id="65" name="Straight Connector 64">
              <a:extLst>
                <a:ext uri="{FF2B5EF4-FFF2-40B4-BE49-F238E27FC236}">
                  <a16:creationId xmlns:a16="http://schemas.microsoft.com/office/drawing/2014/main" id="{51ED0F5D-E656-711C-A5F4-3CFD0F1EC948}"/>
                </a:ext>
              </a:extLst>
            </p:cNvPr>
            <p:cNvCxnSpPr>
              <a:cxnSpLocks/>
            </p:cNvCxnSpPr>
            <p:nvPr/>
          </p:nvCxnSpPr>
          <p:spPr>
            <a:xfrm>
              <a:off x="9336892" y="3510000"/>
              <a:ext cx="0" cy="2009248"/>
            </a:xfrm>
            <a:prstGeom prst="line">
              <a:avLst/>
            </a:prstGeom>
            <a:ln w="12700" cap="flat" cmpd="sng" algn="ctr">
              <a:solidFill>
                <a:schemeClr val="tx2"/>
              </a:solidFill>
              <a:prstDash val="solid"/>
              <a:miter lim="800000"/>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014126F6-75B5-BDA6-E9CD-9138C5F85ECF}"/>
                </a:ext>
              </a:extLst>
            </p:cNvPr>
            <p:cNvCxnSpPr>
              <a:cxnSpLocks/>
            </p:cNvCxnSpPr>
            <p:nvPr/>
          </p:nvCxnSpPr>
          <p:spPr>
            <a:xfrm>
              <a:off x="9965627" y="4122000"/>
              <a:ext cx="0" cy="1117379"/>
            </a:xfrm>
            <a:prstGeom prst="line">
              <a:avLst/>
            </a:prstGeom>
            <a:ln w="12700" cap="flat" cmpd="sng" algn="ctr">
              <a:solidFill>
                <a:schemeClr val="tx2"/>
              </a:solidFill>
              <a:prstDash val="solid"/>
              <a:miter lim="800000"/>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F6355E84-BFD8-2754-CB96-0AB866DEC2B4}"/>
                </a:ext>
              </a:extLst>
            </p:cNvPr>
            <p:cNvGrpSpPr/>
            <p:nvPr/>
          </p:nvGrpSpPr>
          <p:grpSpPr>
            <a:xfrm>
              <a:off x="551384" y="2276761"/>
              <a:ext cx="11089754" cy="112690"/>
              <a:chOff x="551384" y="2092174"/>
              <a:chExt cx="11089754" cy="112690"/>
            </a:xfrm>
          </p:grpSpPr>
          <p:cxnSp>
            <p:nvCxnSpPr>
              <p:cNvPr id="16" name="Gerader Verbinder 12">
                <a:extLst>
                  <a:ext uri="{FF2B5EF4-FFF2-40B4-BE49-F238E27FC236}">
                    <a16:creationId xmlns:a16="http://schemas.microsoft.com/office/drawing/2014/main" id="{8AF56952-F531-79FE-91D7-5149317FCD9D}"/>
                  </a:ext>
                </a:extLst>
              </p:cNvPr>
              <p:cNvCxnSpPr>
                <a:cxnSpLocks/>
              </p:cNvCxnSpPr>
              <p:nvPr/>
            </p:nvCxnSpPr>
            <p:spPr>
              <a:xfrm>
                <a:off x="2782439" y="2092174"/>
                <a:ext cx="8858699"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5" name="Gerader Verbinder 12">
                <a:extLst>
                  <a:ext uri="{FF2B5EF4-FFF2-40B4-BE49-F238E27FC236}">
                    <a16:creationId xmlns:a16="http://schemas.microsoft.com/office/drawing/2014/main" id="{1B59DFF2-0895-E492-2561-3147624CE90E}"/>
                  </a:ext>
                </a:extLst>
              </p:cNvPr>
              <p:cNvCxnSpPr>
                <a:cxnSpLocks/>
              </p:cNvCxnSpPr>
              <p:nvPr/>
            </p:nvCxnSpPr>
            <p:spPr>
              <a:xfrm>
                <a:off x="551384" y="2092174"/>
                <a:ext cx="317391"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1" name="Gerader Verbinder 12">
                <a:extLst>
                  <a:ext uri="{FF2B5EF4-FFF2-40B4-BE49-F238E27FC236}">
                    <a16:creationId xmlns:a16="http://schemas.microsoft.com/office/drawing/2014/main" id="{AF066320-09CC-FFD5-BD7F-03638293CF74}"/>
                  </a:ext>
                </a:extLst>
              </p:cNvPr>
              <p:cNvCxnSpPr>
                <a:cxnSpLocks/>
              </p:cNvCxnSpPr>
              <p:nvPr/>
            </p:nvCxnSpPr>
            <p:spPr>
              <a:xfrm flipV="1">
                <a:off x="551384" y="2092174"/>
                <a:ext cx="0" cy="11269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4" name="Gerader Verbinder 12">
                <a:extLst>
                  <a:ext uri="{FF2B5EF4-FFF2-40B4-BE49-F238E27FC236}">
                    <a16:creationId xmlns:a16="http://schemas.microsoft.com/office/drawing/2014/main" id="{569B5BB7-D942-D2B7-DCEA-7F743500E312}"/>
                  </a:ext>
                </a:extLst>
              </p:cNvPr>
              <p:cNvCxnSpPr>
                <a:cxnSpLocks/>
              </p:cNvCxnSpPr>
              <p:nvPr/>
            </p:nvCxnSpPr>
            <p:spPr>
              <a:xfrm flipV="1">
                <a:off x="11641138" y="2092174"/>
                <a:ext cx="0" cy="11269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grpSp>
        <p:sp>
          <p:nvSpPr>
            <p:cNvPr id="87" name="Graphic 58">
              <a:extLst>
                <a:ext uri="{FF2B5EF4-FFF2-40B4-BE49-F238E27FC236}">
                  <a16:creationId xmlns:a16="http://schemas.microsoft.com/office/drawing/2014/main" id="{F0E993DF-09EF-E840-9020-BA96B0C196D5}"/>
                </a:ext>
              </a:extLst>
            </p:cNvPr>
            <p:cNvSpPr/>
            <p:nvPr/>
          </p:nvSpPr>
          <p:spPr>
            <a:xfrm>
              <a:off x="569416" y="4799626"/>
              <a:ext cx="11030496" cy="1662253"/>
            </a:xfrm>
            <a:custGeom>
              <a:avLst/>
              <a:gdLst>
                <a:gd name="connsiteX0" fmla="*/ 414 w 11030495"/>
                <a:gd name="connsiteY0" fmla="*/ 1261983 h 1662253"/>
                <a:gd name="connsiteX1" fmla="*/ 1595184 w 11030495"/>
                <a:gd name="connsiteY1" fmla="*/ 530591 h 1662253"/>
                <a:gd name="connsiteX2" fmla="*/ 4200862 w 11030495"/>
                <a:gd name="connsiteY2" fmla="*/ 1673335 h 1662253"/>
                <a:gd name="connsiteX3" fmla="*/ 6911086 w 11030495"/>
                <a:gd name="connsiteY3" fmla="*/ 0 h 1662253"/>
                <a:gd name="connsiteX4" fmla="*/ 9383866 w 11030495"/>
                <a:gd name="connsiteY4" fmla="*/ 1616597 h 1662253"/>
                <a:gd name="connsiteX5" fmla="*/ 11050180 w 11030495"/>
                <a:gd name="connsiteY5" fmla="*/ 930862 h 1662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30495" h="1662253">
                  <a:moveTo>
                    <a:pt x="414" y="1261983"/>
                  </a:moveTo>
                  <a:cubicBezTo>
                    <a:pt x="-29710" y="1261983"/>
                    <a:pt x="1595184" y="530591"/>
                    <a:pt x="1595184" y="530591"/>
                  </a:cubicBezTo>
                  <a:lnTo>
                    <a:pt x="4200862" y="1673335"/>
                  </a:lnTo>
                  <a:lnTo>
                    <a:pt x="6911086" y="0"/>
                  </a:lnTo>
                  <a:lnTo>
                    <a:pt x="9383866" y="1616597"/>
                  </a:lnTo>
                  <a:lnTo>
                    <a:pt x="11050180" y="930862"/>
                  </a:lnTo>
                </a:path>
              </a:pathLst>
            </a:custGeom>
            <a:noFill/>
            <a:ln w="381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cxnSp>
          <p:nvCxnSpPr>
            <p:cNvPr id="63" name="Straight Connector 62">
              <a:extLst>
                <a:ext uri="{FF2B5EF4-FFF2-40B4-BE49-F238E27FC236}">
                  <a16:creationId xmlns:a16="http://schemas.microsoft.com/office/drawing/2014/main" id="{38F697C3-1C96-7B67-A962-B5C8AD17131D}"/>
                </a:ext>
              </a:extLst>
            </p:cNvPr>
            <p:cNvCxnSpPr>
              <a:cxnSpLocks/>
              <a:stCxn id="64" idx="4"/>
            </p:cNvCxnSpPr>
            <p:nvPr/>
          </p:nvCxnSpPr>
          <p:spPr>
            <a:xfrm>
              <a:off x="6802682" y="4132985"/>
              <a:ext cx="0" cy="1082018"/>
            </a:xfrm>
            <a:prstGeom prst="line">
              <a:avLst/>
            </a:prstGeom>
            <a:ln w="12700" cap="flat" cmpd="sng" algn="ctr">
              <a:solidFill>
                <a:schemeClr val="tx2"/>
              </a:solidFill>
              <a:prstDash val="solid"/>
              <a:miter lim="800000"/>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64" name="Ellipse 50">
              <a:extLst>
                <a:ext uri="{FF2B5EF4-FFF2-40B4-BE49-F238E27FC236}">
                  <a16:creationId xmlns:a16="http://schemas.microsoft.com/office/drawing/2014/main" id="{5BE43811-76FE-404B-5D22-F599529971B8}"/>
                </a:ext>
              </a:extLst>
            </p:cNvPr>
            <p:cNvSpPr/>
            <p:nvPr/>
          </p:nvSpPr>
          <p:spPr bwMode="invGray">
            <a:xfrm>
              <a:off x="6622682" y="3772985"/>
              <a:ext cx="360000" cy="360000"/>
            </a:xfrm>
            <a:prstGeom prst="ellipse">
              <a:avLst/>
            </a:prstGeom>
            <a:solidFill>
              <a:schemeClr val="tx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Ubuntu"/>
                  <a:ea typeface="+mn-ea"/>
                  <a:cs typeface="+mn-cs"/>
                </a:rPr>
                <a:t>8</a:t>
              </a:r>
            </a:p>
          </p:txBody>
        </p:sp>
        <p:cxnSp>
          <p:nvCxnSpPr>
            <p:cNvPr id="78" name="Straight Connector 77">
              <a:extLst>
                <a:ext uri="{FF2B5EF4-FFF2-40B4-BE49-F238E27FC236}">
                  <a16:creationId xmlns:a16="http://schemas.microsoft.com/office/drawing/2014/main" id="{BD745ACE-7130-058C-C4EA-0BEE4F6F7543}"/>
                </a:ext>
              </a:extLst>
            </p:cNvPr>
            <p:cNvCxnSpPr>
              <a:cxnSpLocks/>
              <a:stCxn id="79" idx="0"/>
            </p:cNvCxnSpPr>
            <p:nvPr/>
          </p:nvCxnSpPr>
          <p:spPr>
            <a:xfrm>
              <a:off x="1985627" y="4403290"/>
              <a:ext cx="0" cy="1006239"/>
            </a:xfrm>
            <a:prstGeom prst="line">
              <a:avLst/>
            </a:prstGeom>
            <a:ln w="12700" cap="flat" cmpd="sng" algn="ctr">
              <a:solidFill>
                <a:schemeClr val="tx2"/>
              </a:solidFill>
              <a:prstDash val="solid"/>
              <a:miter lim="800000"/>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75ABB1F3-2137-D0E5-447D-77F8C1E29A5D}"/>
                </a:ext>
              </a:extLst>
            </p:cNvPr>
            <p:cNvCxnSpPr>
              <a:cxnSpLocks/>
            </p:cNvCxnSpPr>
            <p:nvPr/>
          </p:nvCxnSpPr>
          <p:spPr>
            <a:xfrm>
              <a:off x="1213566" y="3330000"/>
              <a:ext cx="0" cy="2430738"/>
            </a:xfrm>
            <a:prstGeom prst="line">
              <a:avLst/>
            </a:prstGeom>
            <a:ln w="12700" cap="flat" cmpd="sng" algn="ctr">
              <a:solidFill>
                <a:schemeClr val="tx2"/>
              </a:solidFill>
              <a:prstDash val="solid"/>
              <a:miter lim="800000"/>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F659072F-36C0-902E-EFCF-FC4C5B6D0975}"/>
                </a:ext>
              </a:extLst>
            </p:cNvPr>
            <p:cNvCxnSpPr>
              <a:cxnSpLocks/>
            </p:cNvCxnSpPr>
            <p:nvPr/>
          </p:nvCxnSpPr>
          <p:spPr>
            <a:xfrm>
              <a:off x="1588472" y="4026032"/>
              <a:ext cx="0" cy="1565073"/>
            </a:xfrm>
            <a:prstGeom prst="line">
              <a:avLst/>
            </a:prstGeom>
            <a:ln w="12700" cap="flat" cmpd="sng" algn="ctr">
              <a:solidFill>
                <a:schemeClr val="tx2"/>
              </a:solidFill>
              <a:prstDash val="solid"/>
              <a:miter lim="800000"/>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76" name="Ellipse 50">
              <a:extLst>
                <a:ext uri="{FF2B5EF4-FFF2-40B4-BE49-F238E27FC236}">
                  <a16:creationId xmlns:a16="http://schemas.microsoft.com/office/drawing/2014/main" id="{1B357DED-630D-05B3-E433-6955DCAB5367}"/>
                </a:ext>
              </a:extLst>
            </p:cNvPr>
            <p:cNvSpPr/>
            <p:nvPr/>
          </p:nvSpPr>
          <p:spPr bwMode="invGray">
            <a:xfrm>
              <a:off x="1414784" y="3772985"/>
              <a:ext cx="360000" cy="360000"/>
            </a:xfrm>
            <a:prstGeom prst="ellipse">
              <a:avLst/>
            </a:prstGeom>
            <a:solidFill>
              <a:schemeClr val="tx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Ubuntu"/>
                  <a:ea typeface="+mn-ea"/>
                  <a:cs typeface="+mn-cs"/>
                </a:rPr>
                <a:t>3</a:t>
              </a:r>
            </a:p>
          </p:txBody>
        </p:sp>
        <p:sp>
          <p:nvSpPr>
            <p:cNvPr id="79" name="Ellipse 50">
              <a:extLst>
                <a:ext uri="{FF2B5EF4-FFF2-40B4-BE49-F238E27FC236}">
                  <a16:creationId xmlns:a16="http://schemas.microsoft.com/office/drawing/2014/main" id="{0A9DB994-6942-DE02-5BEA-448CE6FEDD65}"/>
                </a:ext>
              </a:extLst>
            </p:cNvPr>
            <p:cNvSpPr/>
            <p:nvPr/>
          </p:nvSpPr>
          <p:spPr bwMode="invGray">
            <a:xfrm>
              <a:off x="1805627" y="4403290"/>
              <a:ext cx="360000" cy="360000"/>
            </a:xfrm>
            <a:prstGeom prst="ellipse">
              <a:avLst/>
            </a:prstGeom>
            <a:solidFill>
              <a:schemeClr val="tx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Ubuntu"/>
                  <a:ea typeface="+mn-ea"/>
                  <a:cs typeface="+mn-cs"/>
                </a:rPr>
                <a:t>4</a:t>
              </a:r>
            </a:p>
          </p:txBody>
        </p:sp>
        <p:sp>
          <p:nvSpPr>
            <p:cNvPr id="55" name="Ellipse 50">
              <a:extLst>
                <a:ext uri="{FF2B5EF4-FFF2-40B4-BE49-F238E27FC236}">
                  <a16:creationId xmlns:a16="http://schemas.microsoft.com/office/drawing/2014/main" id="{D4A8872F-4E3C-33DC-C087-EDC7868E4FE1}"/>
                </a:ext>
              </a:extLst>
            </p:cNvPr>
            <p:cNvSpPr/>
            <p:nvPr/>
          </p:nvSpPr>
          <p:spPr bwMode="invGray">
            <a:xfrm>
              <a:off x="1039878" y="3142680"/>
              <a:ext cx="360000" cy="360000"/>
            </a:xfrm>
            <a:prstGeom prst="ellipse">
              <a:avLst/>
            </a:prstGeom>
            <a:solidFill>
              <a:schemeClr val="tx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Ubuntu"/>
                  <a:ea typeface="+mn-ea"/>
                  <a:cs typeface="+mn-cs"/>
                </a:rPr>
                <a:t>2</a:t>
              </a:r>
            </a:p>
          </p:txBody>
        </p:sp>
      </p:grpSp>
      <p:sp>
        <p:nvSpPr>
          <p:cNvPr id="5" name="Title 4">
            <a:extLst>
              <a:ext uri="{FF2B5EF4-FFF2-40B4-BE49-F238E27FC236}">
                <a16:creationId xmlns:a16="http://schemas.microsoft.com/office/drawing/2014/main" id="{0911970C-C3F8-ED4F-DA1E-FD3FF6A866F1}"/>
              </a:ext>
            </a:extLst>
          </p:cNvPr>
          <p:cNvSpPr>
            <a:spLocks noGrp="1"/>
          </p:cNvSpPr>
          <p:nvPr>
            <p:ph type="title"/>
          </p:nvPr>
        </p:nvSpPr>
        <p:spPr>
          <a:xfrm>
            <a:off x="551384" y="549274"/>
            <a:ext cx="11090938" cy="930372"/>
          </a:xfrm>
        </p:spPr>
        <p:txBody>
          <a:bodyPr/>
          <a:lstStyle/>
          <a:p>
            <a:r>
              <a:rPr lang="en-US" dirty="0"/>
              <a:t>Chart design example </a:t>
            </a:r>
            <a:br>
              <a:rPr lang="en-US" dirty="0"/>
            </a:br>
            <a:r>
              <a:rPr lang="en-US" dirty="0"/>
              <a:t>Process mapping</a:t>
            </a:r>
          </a:p>
        </p:txBody>
      </p:sp>
      <p:sp>
        <p:nvSpPr>
          <p:cNvPr id="6" name="Text Placeholder 12">
            <a:extLst>
              <a:ext uri="{FF2B5EF4-FFF2-40B4-BE49-F238E27FC236}">
                <a16:creationId xmlns:a16="http://schemas.microsoft.com/office/drawing/2014/main" id="{140913AE-2F71-F1E9-FD12-4D19756398EC}"/>
              </a:ext>
            </a:extLst>
          </p:cNvPr>
          <p:cNvSpPr>
            <a:spLocks noGrp="1"/>
          </p:cNvSpPr>
          <p:nvPr>
            <p:ph type="body" sz="quarter" idx="22"/>
          </p:nvPr>
        </p:nvSpPr>
        <p:spPr>
          <a:xfrm>
            <a:off x="550200" y="1634286"/>
            <a:ext cx="11090938" cy="307777"/>
          </a:xfrm>
        </p:spPr>
        <p:txBody>
          <a:bodyPr/>
          <a:lstStyle/>
          <a:p>
            <a:r>
              <a:rPr lang="en-US" dirty="0"/>
              <a:t>Subtitle</a:t>
            </a:r>
          </a:p>
        </p:txBody>
      </p:sp>
      <p:sp>
        <p:nvSpPr>
          <p:cNvPr id="42" name="Date Placeholder 41">
            <a:extLst>
              <a:ext uri="{FF2B5EF4-FFF2-40B4-BE49-F238E27FC236}">
                <a16:creationId xmlns:a16="http://schemas.microsoft.com/office/drawing/2014/main" id="{5661AE26-7715-D44A-3D00-5292AEACACA3}"/>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44" name="Footer Placeholder 43">
            <a:extLst>
              <a:ext uri="{FF2B5EF4-FFF2-40B4-BE49-F238E27FC236}">
                <a16:creationId xmlns:a16="http://schemas.microsoft.com/office/drawing/2014/main" id="{DE9B3784-36DA-BEB3-B4D4-9FFCB4DFB60D}"/>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45" name="Slide Number Placeholder 44">
            <a:extLst>
              <a:ext uri="{FF2B5EF4-FFF2-40B4-BE49-F238E27FC236}">
                <a16:creationId xmlns:a16="http://schemas.microsoft.com/office/drawing/2014/main" id="{B55B8C85-6C93-985C-EE59-E16D8CC4BD0C}"/>
              </a:ext>
            </a:extLst>
          </p:cNvPr>
          <p:cNvSpPr>
            <a:spLocks noGrp="1"/>
          </p:cNvSpPr>
          <p:nvPr>
            <p:ph type="sldNum" sz="quarter" idx="30"/>
          </p:nvPr>
        </p:nvSpPr>
        <p:spPr/>
        <p:txBody>
          <a:bodyPr/>
          <a:lstStyle/>
          <a:p>
            <a:pPr algn="r"/>
            <a:fld id="{5D9A5160-6218-4E5A-B9E6-B93E3DAE377C}" type="slidenum">
              <a:rPr lang="en-US" smtClean="0"/>
              <a:pPr algn="r"/>
              <a:t>71</a:t>
            </a:fld>
            <a:endParaRPr lang="en-US" dirty="0"/>
          </a:p>
        </p:txBody>
      </p:sp>
    </p:spTree>
    <p:extLst>
      <p:ext uri="{BB962C8B-B14F-4D97-AF65-F5344CB8AC3E}">
        <p14:creationId xmlns:p14="http://schemas.microsoft.com/office/powerpoint/2010/main" val="447909129"/>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28A11B-ED66-9C9E-7A94-EC7B8E3E6411}"/>
            </a:ext>
          </a:extLst>
        </p:cNvPr>
        <p:cNvGrpSpPr/>
        <p:nvPr/>
      </p:nvGrpSpPr>
      <p:grpSpPr>
        <a:xfrm>
          <a:off x="0" y="0"/>
          <a:ext cx="0" cy="0"/>
          <a:chOff x="0" y="0"/>
          <a:chExt cx="0" cy="0"/>
        </a:xfrm>
      </p:grpSpPr>
      <p:graphicFrame>
        <p:nvGraphicFramePr>
          <p:cNvPr id="31" name="Diagram 30" descr="Data chart">
            <a:extLst>
              <a:ext uri="{FF2B5EF4-FFF2-40B4-BE49-F238E27FC236}">
                <a16:creationId xmlns:a16="http://schemas.microsoft.com/office/drawing/2014/main" id="{EC21216A-5F2C-7A03-DFDA-84349F291467}"/>
              </a:ext>
            </a:extLst>
          </p:cNvPr>
          <p:cNvGraphicFramePr/>
          <p:nvPr>
            <p:extLst>
              <p:ext uri="{D42A27DB-BD31-4B8C-83A1-F6EECF244321}">
                <p14:modId xmlns:p14="http://schemas.microsoft.com/office/powerpoint/2010/main" val="992831680"/>
              </p:ext>
            </p:extLst>
          </p:nvPr>
        </p:nvGraphicFramePr>
        <p:xfrm>
          <a:off x="550862" y="1651483"/>
          <a:ext cx="4871487" cy="420421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4" name="Rectangle 33">
            <a:extLst>
              <a:ext uri="{FF2B5EF4-FFF2-40B4-BE49-F238E27FC236}">
                <a16:creationId xmlns:a16="http://schemas.microsoft.com/office/drawing/2014/main" id="{7A74F160-A19B-1AD7-11D9-AB7A5E04F894}"/>
              </a:ext>
            </a:extLst>
          </p:cNvPr>
          <p:cNvSpPr/>
          <p:nvPr/>
        </p:nvSpPr>
        <p:spPr>
          <a:xfrm>
            <a:off x="6889556" y="2746053"/>
            <a:ext cx="4751582" cy="828977"/>
          </a:xfrm>
          <a:prstGeom prst="rect">
            <a:avLst/>
          </a:prstGeom>
        </p:spPr>
        <p:txBody>
          <a:bodyPr wrap="square" lIns="144000" tIns="108000" rIns="144000" bIns="144000" anchor="ctr" anchorCtr="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ea typeface="+mn-ea"/>
                <a:cs typeface="+mn-cs"/>
              </a:rPr>
              <a:t>Lorem Ipsum dolor </a:t>
            </a:r>
            <a:r>
              <a:rPr kumimoji="0" lang="en-US" sz="2000" b="1" i="0" u="none" strike="noStrike" kern="1200" cap="none" spc="0" normalizeH="0" baseline="0" noProof="0" dirty="0" err="1">
                <a:ln>
                  <a:noFill/>
                </a:ln>
                <a:solidFill>
                  <a:prstClr val="black"/>
                </a:solidFill>
                <a:effectLst/>
                <a:uLnTx/>
                <a:uFillTx/>
                <a:ea typeface="+mn-ea"/>
                <a:cs typeface="+mn-cs"/>
              </a:rPr>
              <a:t>amet</a:t>
            </a:r>
            <a:r>
              <a:rPr kumimoji="0" lang="en-US" sz="2000" b="1" i="0" u="none" strike="noStrike" kern="1200" cap="none" spc="0" normalizeH="0" baseline="0" noProof="0" dirty="0">
                <a:ln>
                  <a:noFill/>
                </a:ln>
                <a:solidFill>
                  <a:prstClr val="black"/>
                </a:solidFill>
                <a:effectLst/>
                <a:uLnTx/>
                <a:uFillTx/>
                <a:ea typeface="+mn-ea"/>
                <a:cs typeface="+mn-cs"/>
              </a:rPr>
              <a:t> </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Nam </a:t>
            </a:r>
            <a:r>
              <a:rPr kumimoji="0" lang="en-US" sz="1400" b="0" i="0" u="none" strike="noStrike" kern="1200" cap="none" spc="0" normalizeH="0" baseline="0" noProof="0" dirty="0" err="1">
                <a:ln>
                  <a:noFill/>
                </a:ln>
                <a:solidFill>
                  <a:prstClr val="black"/>
                </a:solidFill>
                <a:effectLst/>
                <a:uLnTx/>
                <a:uFillTx/>
                <a:ea typeface="+mn-ea"/>
                <a:cs typeface="+mn-cs"/>
              </a:rPr>
              <a:t>quam</a:t>
            </a:r>
            <a:r>
              <a:rPr kumimoji="0" lang="en-US" sz="1400" b="0" i="0" u="none" strike="noStrike" kern="1200" cap="none" spc="0" normalizeH="0" baseline="0" noProof="0" dirty="0">
                <a:ln>
                  <a:noFill/>
                </a:ln>
                <a:solidFill>
                  <a:prstClr val="black"/>
                </a:solidFill>
                <a:effectLst/>
                <a:uLnTx/>
                <a:uFillTx/>
                <a:ea typeface="+mn-ea"/>
                <a:cs typeface="+mn-cs"/>
              </a:rPr>
              <a:t> nunc, </a:t>
            </a:r>
            <a:r>
              <a:rPr kumimoji="0" lang="en-US" sz="1400" b="0" i="0" u="none" strike="noStrike" kern="1200" cap="none" spc="0" normalizeH="0" baseline="0" noProof="0" dirty="0" err="1">
                <a:ln>
                  <a:noFill/>
                </a:ln>
                <a:solidFill>
                  <a:prstClr val="black"/>
                </a:solidFill>
                <a:effectLst/>
                <a:uLnTx/>
                <a:uFillTx/>
                <a:ea typeface="+mn-ea"/>
                <a:cs typeface="+mn-cs"/>
              </a:rPr>
              <a:t>blandit</a:t>
            </a:r>
            <a:r>
              <a:rPr kumimoji="0" lang="en-US" sz="1400" b="0" i="0" u="none" strike="noStrike" kern="1200" cap="none" spc="0" normalizeH="0" baseline="0" noProof="0" dirty="0">
                <a:ln>
                  <a:noFill/>
                </a:ln>
                <a:solidFill>
                  <a:prstClr val="black"/>
                </a:solidFill>
                <a:effectLst/>
                <a:uLnTx/>
                <a:uFillTx/>
                <a:ea typeface="+mn-ea"/>
                <a:cs typeface="+mn-cs"/>
              </a:rPr>
              <a:t> vel, </a:t>
            </a:r>
            <a:r>
              <a:rPr kumimoji="0" lang="en-US" sz="1400" b="0" i="0" u="none" strike="noStrike" kern="1200" cap="none" spc="0" normalizeH="0" baseline="0" noProof="0" dirty="0" err="1">
                <a:ln>
                  <a:noFill/>
                </a:ln>
                <a:solidFill>
                  <a:prstClr val="black"/>
                </a:solidFill>
                <a:effectLst/>
                <a:uLnTx/>
                <a:uFillTx/>
                <a:ea typeface="+mn-ea"/>
                <a:cs typeface="+mn-cs"/>
              </a:rPr>
              <a:t>luctus</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pulvina</a:t>
            </a:r>
            <a:r>
              <a:rPr kumimoji="0" lang="en-US" sz="1400" b="0" i="0" u="none" strike="noStrike" kern="1200" cap="none" spc="0" normalizeH="0" baseline="0" noProof="0" dirty="0">
                <a:ln>
                  <a:noFill/>
                </a:ln>
                <a:solidFill>
                  <a:prstClr val="black"/>
                </a:solidFill>
                <a:effectLst/>
                <a:uLnTx/>
                <a:uFillTx/>
                <a:ea typeface="+mn-ea"/>
                <a:cs typeface="+mn-cs"/>
              </a:rPr>
              <a:t>.</a:t>
            </a:r>
          </a:p>
        </p:txBody>
      </p:sp>
      <p:sp>
        <p:nvSpPr>
          <p:cNvPr id="35" name="Rectangle 34">
            <a:extLst>
              <a:ext uri="{FF2B5EF4-FFF2-40B4-BE49-F238E27FC236}">
                <a16:creationId xmlns:a16="http://schemas.microsoft.com/office/drawing/2014/main" id="{64E90C84-7131-2834-2EEF-EA9E1713741A}"/>
              </a:ext>
            </a:extLst>
          </p:cNvPr>
          <p:cNvSpPr/>
          <p:nvPr/>
        </p:nvSpPr>
        <p:spPr>
          <a:xfrm>
            <a:off x="6889556" y="1605317"/>
            <a:ext cx="4751060" cy="828977"/>
          </a:xfrm>
          <a:prstGeom prst="rect">
            <a:avLst/>
          </a:prstGeom>
        </p:spPr>
        <p:txBody>
          <a:bodyPr wrap="square" lIns="144000" tIns="108000" rIns="144000" bIns="144000" anchor="ctr" anchorCtr="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ea typeface="+mn-ea"/>
                <a:cs typeface="+mn-cs"/>
              </a:rPr>
              <a:t>Lorem Ipsum dolor </a:t>
            </a:r>
            <a:r>
              <a:rPr kumimoji="0" lang="en-US" sz="2000" b="1" i="0" u="none" strike="noStrike" kern="1200" cap="none" spc="0" normalizeH="0" baseline="0" noProof="0" dirty="0" err="1">
                <a:ln>
                  <a:noFill/>
                </a:ln>
                <a:solidFill>
                  <a:prstClr val="black"/>
                </a:solidFill>
                <a:effectLst/>
                <a:uLnTx/>
                <a:uFillTx/>
                <a:ea typeface="+mn-ea"/>
                <a:cs typeface="+mn-cs"/>
              </a:rPr>
              <a:t>amet</a:t>
            </a:r>
            <a:r>
              <a:rPr kumimoji="0" lang="en-US" sz="2000" b="1" i="0" u="none" strike="noStrike" kern="1200" cap="none" spc="0" normalizeH="0" baseline="0" noProof="0" dirty="0">
                <a:ln>
                  <a:noFill/>
                </a:ln>
                <a:solidFill>
                  <a:prstClr val="black"/>
                </a:solidFill>
                <a:effectLst/>
                <a:uLnTx/>
                <a:uFillTx/>
                <a:ea typeface="+mn-ea"/>
                <a:cs typeface="+mn-cs"/>
              </a:rPr>
              <a:t> </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Bero,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sem</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neque</a:t>
            </a:r>
            <a:r>
              <a:rPr kumimoji="0" lang="en-US" sz="1400" b="0" i="0" u="none" strike="noStrike" kern="1200" cap="none" spc="0" normalizeH="0" baseline="0" noProof="0" dirty="0">
                <a:ln>
                  <a:noFill/>
                </a:ln>
                <a:solidFill>
                  <a:prstClr val="black"/>
                </a:solidFill>
                <a:effectLst/>
                <a:uLnTx/>
                <a:uFillTx/>
                <a:ea typeface="+mn-ea"/>
                <a:cs typeface="+mn-cs"/>
              </a:rPr>
              <a:t> sed ipsum. </a:t>
            </a:r>
          </a:p>
        </p:txBody>
      </p:sp>
      <p:sp>
        <p:nvSpPr>
          <p:cNvPr id="22" name="Rectangle 21">
            <a:extLst>
              <a:ext uri="{FF2B5EF4-FFF2-40B4-BE49-F238E27FC236}">
                <a16:creationId xmlns:a16="http://schemas.microsoft.com/office/drawing/2014/main" id="{57A94F78-444A-F757-0CF0-CF942C843520}"/>
              </a:ext>
            </a:extLst>
          </p:cNvPr>
          <p:cNvSpPr/>
          <p:nvPr/>
        </p:nvSpPr>
        <p:spPr>
          <a:xfrm>
            <a:off x="6889556" y="5027524"/>
            <a:ext cx="4751060" cy="828977"/>
          </a:xfrm>
          <a:prstGeom prst="rect">
            <a:avLst/>
          </a:prstGeom>
        </p:spPr>
        <p:txBody>
          <a:bodyPr wrap="square" lIns="144000" tIns="108000" rIns="144000" bIns="144000" anchor="ctr" anchorCtr="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ea typeface="+mn-ea"/>
                <a:cs typeface="+mn-cs"/>
              </a:rPr>
              <a:t>Lorem Ipsum dolor </a:t>
            </a:r>
            <a:r>
              <a:rPr kumimoji="0" lang="en-US" sz="2000" b="1" i="0" u="none" strike="noStrike" kern="1200" cap="none" spc="0" normalizeH="0" baseline="0" noProof="0" dirty="0" err="1">
                <a:ln>
                  <a:noFill/>
                </a:ln>
                <a:solidFill>
                  <a:prstClr val="black"/>
                </a:solidFill>
                <a:effectLst/>
                <a:uLnTx/>
                <a:uFillTx/>
                <a:ea typeface="+mn-ea"/>
                <a:cs typeface="+mn-cs"/>
              </a:rPr>
              <a:t>amet</a:t>
            </a:r>
            <a:r>
              <a:rPr kumimoji="0" lang="en-US" sz="2000" b="1" i="0" u="none" strike="noStrike" kern="1200" cap="none" spc="0" normalizeH="0" baseline="0" noProof="0" dirty="0">
                <a:ln>
                  <a:noFill/>
                </a:ln>
                <a:solidFill>
                  <a:prstClr val="black"/>
                </a:solidFill>
                <a:effectLst/>
                <a:uLnTx/>
                <a:uFillTx/>
                <a:ea typeface="+mn-ea"/>
                <a:cs typeface="+mn-cs"/>
              </a:rPr>
              <a:t> </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Nam </a:t>
            </a:r>
            <a:r>
              <a:rPr kumimoji="0" lang="en-US" sz="1400" b="0" i="0" u="none" strike="noStrike" kern="1200" cap="none" spc="0" normalizeH="0" baseline="0" noProof="0" dirty="0" err="1">
                <a:ln>
                  <a:noFill/>
                </a:ln>
                <a:solidFill>
                  <a:prstClr val="black"/>
                </a:solidFill>
                <a:effectLst/>
                <a:uLnTx/>
                <a:uFillTx/>
                <a:ea typeface="+mn-ea"/>
                <a:cs typeface="+mn-cs"/>
              </a:rPr>
              <a:t>quam</a:t>
            </a:r>
            <a:r>
              <a:rPr kumimoji="0" lang="en-US" sz="1400" b="0" i="0" u="none" strike="noStrike" kern="1200" cap="none" spc="0" normalizeH="0" baseline="0" noProof="0" dirty="0">
                <a:ln>
                  <a:noFill/>
                </a:ln>
                <a:solidFill>
                  <a:prstClr val="black"/>
                </a:solidFill>
                <a:effectLst/>
                <a:uLnTx/>
                <a:uFillTx/>
                <a:ea typeface="+mn-ea"/>
                <a:cs typeface="+mn-cs"/>
              </a:rPr>
              <a:t> nunc, </a:t>
            </a:r>
            <a:r>
              <a:rPr kumimoji="0" lang="en-US" sz="1400" b="0" i="0" u="none" strike="noStrike" kern="1200" cap="none" spc="0" normalizeH="0" baseline="0" noProof="0" dirty="0" err="1">
                <a:ln>
                  <a:noFill/>
                </a:ln>
                <a:solidFill>
                  <a:prstClr val="black"/>
                </a:solidFill>
                <a:effectLst/>
                <a:uLnTx/>
                <a:uFillTx/>
                <a:ea typeface="+mn-ea"/>
                <a:cs typeface="+mn-cs"/>
              </a:rPr>
              <a:t>blandit</a:t>
            </a:r>
            <a:r>
              <a:rPr kumimoji="0" lang="en-US" sz="1400" b="0" i="0" u="none" strike="noStrike" kern="1200" cap="none" spc="0" normalizeH="0" baseline="0" noProof="0" dirty="0">
                <a:ln>
                  <a:noFill/>
                </a:ln>
                <a:solidFill>
                  <a:prstClr val="black"/>
                </a:solidFill>
                <a:effectLst/>
                <a:uLnTx/>
                <a:uFillTx/>
                <a:ea typeface="+mn-ea"/>
                <a:cs typeface="+mn-cs"/>
              </a:rPr>
              <a:t> vel, </a:t>
            </a:r>
            <a:r>
              <a:rPr kumimoji="0" lang="en-US" sz="1400" b="0" i="0" u="none" strike="noStrike" kern="1200" cap="none" spc="0" normalizeH="0" baseline="0" noProof="0" dirty="0" err="1">
                <a:ln>
                  <a:noFill/>
                </a:ln>
                <a:solidFill>
                  <a:prstClr val="black"/>
                </a:solidFill>
                <a:effectLst/>
                <a:uLnTx/>
                <a:uFillTx/>
                <a:ea typeface="+mn-ea"/>
                <a:cs typeface="+mn-cs"/>
              </a:rPr>
              <a:t>luctus</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pulvina</a:t>
            </a:r>
            <a:r>
              <a:rPr kumimoji="0" lang="en-US" sz="1400" b="0" i="0" u="none" strike="noStrike" kern="1200" cap="none" spc="0" normalizeH="0" baseline="0" noProof="0" dirty="0">
                <a:ln>
                  <a:noFill/>
                </a:ln>
                <a:solidFill>
                  <a:prstClr val="black"/>
                </a:solidFill>
                <a:effectLst/>
                <a:uLnTx/>
                <a:uFillTx/>
                <a:ea typeface="+mn-ea"/>
                <a:cs typeface="+mn-cs"/>
              </a:rPr>
              <a:t>.</a:t>
            </a:r>
          </a:p>
        </p:txBody>
      </p:sp>
      <p:sp>
        <p:nvSpPr>
          <p:cNvPr id="23" name="Rectangle 22">
            <a:extLst>
              <a:ext uri="{FF2B5EF4-FFF2-40B4-BE49-F238E27FC236}">
                <a16:creationId xmlns:a16="http://schemas.microsoft.com/office/drawing/2014/main" id="{01915FC2-C29F-8FD6-B840-6CFDB1770DFB}"/>
              </a:ext>
            </a:extLst>
          </p:cNvPr>
          <p:cNvSpPr/>
          <p:nvPr/>
        </p:nvSpPr>
        <p:spPr>
          <a:xfrm>
            <a:off x="6889556" y="3886789"/>
            <a:ext cx="4751582" cy="828977"/>
          </a:xfrm>
          <a:prstGeom prst="rect">
            <a:avLst/>
          </a:prstGeom>
        </p:spPr>
        <p:txBody>
          <a:bodyPr wrap="square" lIns="144000" tIns="108000" rIns="144000" bIns="144000" anchor="ctr" anchorCtr="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ea typeface="+mn-ea"/>
                <a:cs typeface="+mn-cs"/>
              </a:rPr>
              <a:t>Lorem Ipsum dolor </a:t>
            </a:r>
            <a:r>
              <a:rPr kumimoji="0" lang="en-US" sz="2000" b="1" i="0" u="none" strike="noStrike" kern="1200" cap="none" spc="0" normalizeH="0" baseline="0" noProof="0" dirty="0" err="1">
                <a:ln>
                  <a:noFill/>
                </a:ln>
                <a:solidFill>
                  <a:prstClr val="black"/>
                </a:solidFill>
                <a:effectLst/>
                <a:uLnTx/>
                <a:uFillTx/>
                <a:ea typeface="+mn-ea"/>
                <a:cs typeface="+mn-cs"/>
              </a:rPr>
              <a:t>amet</a:t>
            </a:r>
            <a:r>
              <a:rPr kumimoji="0" lang="en-US" sz="2000" b="1" i="0" u="none" strike="noStrike" kern="1200" cap="none" spc="0" normalizeH="0" baseline="0" noProof="0" dirty="0">
                <a:ln>
                  <a:noFill/>
                </a:ln>
                <a:solidFill>
                  <a:prstClr val="black"/>
                </a:solidFill>
                <a:effectLst/>
                <a:uLnTx/>
                <a:uFillTx/>
                <a:ea typeface="+mn-ea"/>
                <a:cs typeface="+mn-cs"/>
              </a:rPr>
              <a:t> </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Bero,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sem</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neque</a:t>
            </a:r>
            <a:r>
              <a:rPr kumimoji="0" lang="en-US" sz="1400" b="0" i="0" u="none" strike="noStrike" kern="1200" cap="none" spc="0" normalizeH="0" baseline="0" noProof="0" dirty="0">
                <a:ln>
                  <a:noFill/>
                </a:ln>
                <a:solidFill>
                  <a:prstClr val="black"/>
                </a:solidFill>
                <a:effectLst/>
                <a:uLnTx/>
                <a:uFillTx/>
                <a:ea typeface="+mn-ea"/>
                <a:cs typeface="+mn-cs"/>
              </a:rPr>
              <a:t> sed ipsum. </a:t>
            </a:r>
          </a:p>
        </p:txBody>
      </p:sp>
      <p:grpSp>
        <p:nvGrpSpPr>
          <p:cNvPr id="2" name="Group 1" descr="Icon">
            <a:extLst>
              <a:ext uri="{FF2B5EF4-FFF2-40B4-BE49-F238E27FC236}">
                <a16:creationId xmlns:a16="http://schemas.microsoft.com/office/drawing/2014/main" id="{AA3D7774-2E79-2572-7559-36C3D3CD0AA7}"/>
              </a:ext>
            </a:extLst>
          </p:cNvPr>
          <p:cNvGrpSpPr/>
          <p:nvPr/>
        </p:nvGrpSpPr>
        <p:grpSpPr>
          <a:xfrm>
            <a:off x="6094459" y="1628800"/>
            <a:ext cx="792000" cy="792000"/>
            <a:chOff x="6094459" y="1628800"/>
            <a:chExt cx="792000" cy="792000"/>
          </a:xfrm>
        </p:grpSpPr>
        <p:sp>
          <p:nvSpPr>
            <p:cNvPr id="43" name="Oval 12">
              <a:extLst>
                <a:ext uri="{FF2B5EF4-FFF2-40B4-BE49-F238E27FC236}">
                  <a16:creationId xmlns:a16="http://schemas.microsoft.com/office/drawing/2014/main" id="{9522804B-5295-D831-32AC-98D5BFF1C62A}"/>
                </a:ext>
              </a:extLst>
            </p:cNvPr>
            <p:cNvSpPr>
              <a:spLocks noChangeArrowheads="1"/>
            </p:cNvSpPr>
            <p:nvPr/>
          </p:nvSpPr>
          <p:spPr bwMode="auto">
            <a:xfrm>
              <a:off x="6094459" y="1628800"/>
              <a:ext cx="792000" cy="792000"/>
            </a:xfrm>
            <a:prstGeom prst="ellipse">
              <a:avLst/>
            </a:prstGeom>
            <a:solidFill>
              <a:schemeClr val="bg1"/>
            </a:solidFill>
            <a:ln w="38100">
              <a:solidFill>
                <a:schemeClr val="tx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40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Graphic 2">
              <a:extLst>
                <a:ext uri="{FF2B5EF4-FFF2-40B4-BE49-F238E27FC236}">
                  <a16:creationId xmlns:a16="http://schemas.microsoft.com/office/drawing/2014/main" id="{594409C6-FF90-529C-63ED-BF9E3BCB3537}"/>
                </a:ext>
              </a:extLst>
            </p:cNvPr>
            <p:cNvSpPr/>
            <p:nvPr/>
          </p:nvSpPr>
          <p:spPr>
            <a:xfrm>
              <a:off x="6213553" y="1836170"/>
              <a:ext cx="553812" cy="415360"/>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tx2"/>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4" name="Group 3" descr="Icon">
            <a:extLst>
              <a:ext uri="{FF2B5EF4-FFF2-40B4-BE49-F238E27FC236}">
                <a16:creationId xmlns:a16="http://schemas.microsoft.com/office/drawing/2014/main" id="{67A7FEF0-7971-071A-159B-BB40C97CA19C}"/>
              </a:ext>
            </a:extLst>
          </p:cNvPr>
          <p:cNvGrpSpPr/>
          <p:nvPr/>
        </p:nvGrpSpPr>
        <p:grpSpPr>
          <a:xfrm>
            <a:off x="6094459" y="2769536"/>
            <a:ext cx="792000" cy="792000"/>
            <a:chOff x="6094459" y="2769536"/>
            <a:chExt cx="792000" cy="792000"/>
          </a:xfrm>
        </p:grpSpPr>
        <p:sp>
          <p:nvSpPr>
            <p:cNvPr id="42" name="Oval 12">
              <a:extLst>
                <a:ext uri="{FF2B5EF4-FFF2-40B4-BE49-F238E27FC236}">
                  <a16:creationId xmlns:a16="http://schemas.microsoft.com/office/drawing/2014/main" id="{F9114F63-8934-3068-4DB5-D8D386A11A5B}"/>
                </a:ext>
              </a:extLst>
            </p:cNvPr>
            <p:cNvSpPr>
              <a:spLocks noChangeArrowheads="1"/>
            </p:cNvSpPr>
            <p:nvPr/>
          </p:nvSpPr>
          <p:spPr bwMode="auto">
            <a:xfrm>
              <a:off x="6094459" y="2769536"/>
              <a:ext cx="792000" cy="792000"/>
            </a:xfrm>
            <a:prstGeom prst="ellipse">
              <a:avLst/>
            </a:prstGeom>
            <a:solidFill>
              <a:schemeClr val="bg1"/>
            </a:solidFill>
            <a:ln w="3810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40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Graphic 2">
              <a:extLst>
                <a:ext uri="{FF2B5EF4-FFF2-40B4-BE49-F238E27FC236}">
                  <a16:creationId xmlns:a16="http://schemas.microsoft.com/office/drawing/2014/main" id="{45CC68CD-2449-DE9F-E555-473A48C5895B}"/>
                </a:ext>
              </a:extLst>
            </p:cNvPr>
            <p:cNvSpPr/>
            <p:nvPr/>
          </p:nvSpPr>
          <p:spPr>
            <a:xfrm>
              <a:off x="6213553" y="2976906"/>
              <a:ext cx="553812" cy="415360"/>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accent2"/>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5" name="Group 4" descr="Icon">
            <a:extLst>
              <a:ext uri="{FF2B5EF4-FFF2-40B4-BE49-F238E27FC236}">
                <a16:creationId xmlns:a16="http://schemas.microsoft.com/office/drawing/2014/main" id="{00310928-1125-B7B5-3F55-E1F1E388FE62}"/>
              </a:ext>
            </a:extLst>
          </p:cNvPr>
          <p:cNvGrpSpPr/>
          <p:nvPr/>
        </p:nvGrpSpPr>
        <p:grpSpPr>
          <a:xfrm>
            <a:off x="6094459" y="3910272"/>
            <a:ext cx="792000" cy="792000"/>
            <a:chOff x="6094459" y="3910272"/>
            <a:chExt cx="792000" cy="792000"/>
          </a:xfrm>
        </p:grpSpPr>
        <p:sp>
          <p:nvSpPr>
            <p:cNvPr id="40" name="Oval 12">
              <a:extLst>
                <a:ext uri="{FF2B5EF4-FFF2-40B4-BE49-F238E27FC236}">
                  <a16:creationId xmlns:a16="http://schemas.microsoft.com/office/drawing/2014/main" id="{FD90B7EA-1591-C74C-1F92-09093300A104}"/>
                </a:ext>
              </a:extLst>
            </p:cNvPr>
            <p:cNvSpPr>
              <a:spLocks noChangeArrowheads="1"/>
            </p:cNvSpPr>
            <p:nvPr/>
          </p:nvSpPr>
          <p:spPr bwMode="auto">
            <a:xfrm>
              <a:off x="6094459" y="3910272"/>
              <a:ext cx="792000" cy="792000"/>
            </a:xfrm>
            <a:prstGeom prst="ellipse">
              <a:avLst/>
            </a:prstGeom>
            <a:solidFill>
              <a:schemeClr val="bg1"/>
            </a:solidFill>
            <a:ln w="3810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40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Graphic 2">
              <a:extLst>
                <a:ext uri="{FF2B5EF4-FFF2-40B4-BE49-F238E27FC236}">
                  <a16:creationId xmlns:a16="http://schemas.microsoft.com/office/drawing/2014/main" id="{A7DB72F7-B02D-E797-9521-DC2D73FA1990}"/>
                </a:ext>
              </a:extLst>
            </p:cNvPr>
            <p:cNvSpPr/>
            <p:nvPr/>
          </p:nvSpPr>
          <p:spPr>
            <a:xfrm>
              <a:off x="6213553" y="4117642"/>
              <a:ext cx="553812" cy="415360"/>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accent3"/>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6" name="Group 5" descr="Icon">
            <a:extLst>
              <a:ext uri="{FF2B5EF4-FFF2-40B4-BE49-F238E27FC236}">
                <a16:creationId xmlns:a16="http://schemas.microsoft.com/office/drawing/2014/main" id="{898181A4-4832-9CDB-B9EA-3240455BE96F}"/>
              </a:ext>
            </a:extLst>
          </p:cNvPr>
          <p:cNvGrpSpPr/>
          <p:nvPr/>
        </p:nvGrpSpPr>
        <p:grpSpPr>
          <a:xfrm>
            <a:off x="6094459" y="5051007"/>
            <a:ext cx="792000" cy="792000"/>
            <a:chOff x="6094459" y="5051007"/>
            <a:chExt cx="792000" cy="792000"/>
          </a:xfrm>
        </p:grpSpPr>
        <p:sp>
          <p:nvSpPr>
            <p:cNvPr id="41" name="Oval 12">
              <a:extLst>
                <a:ext uri="{FF2B5EF4-FFF2-40B4-BE49-F238E27FC236}">
                  <a16:creationId xmlns:a16="http://schemas.microsoft.com/office/drawing/2014/main" id="{AD0CE8FF-A6D6-DEDD-0065-AECED30AC502}"/>
                </a:ext>
              </a:extLst>
            </p:cNvPr>
            <p:cNvSpPr>
              <a:spLocks noChangeArrowheads="1"/>
            </p:cNvSpPr>
            <p:nvPr/>
          </p:nvSpPr>
          <p:spPr bwMode="auto">
            <a:xfrm>
              <a:off x="6094459" y="5051007"/>
              <a:ext cx="792000" cy="792000"/>
            </a:xfrm>
            <a:prstGeom prst="ellipse">
              <a:avLst/>
            </a:prstGeom>
            <a:solidFill>
              <a:schemeClr val="tx2"/>
            </a:solidFill>
            <a:ln w="38100">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40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Graphic 2">
              <a:extLst>
                <a:ext uri="{FF2B5EF4-FFF2-40B4-BE49-F238E27FC236}">
                  <a16:creationId xmlns:a16="http://schemas.microsoft.com/office/drawing/2014/main" id="{083BEB0B-7AFB-28CA-F85B-2E2F5BFBE652}"/>
                </a:ext>
              </a:extLst>
            </p:cNvPr>
            <p:cNvSpPr/>
            <p:nvPr/>
          </p:nvSpPr>
          <p:spPr>
            <a:xfrm>
              <a:off x="6213553" y="5258377"/>
              <a:ext cx="553812" cy="415360"/>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3" name="Title 4">
            <a:extLst>
              <a:ext uri="{FF2B5EF4-FFF2-40B4-BE49-F238E27FC236}">
                <a16:creationId xmlns:a16="http://schemas.microsoft.com/office/drawing/2014/main" id="{0385DA50-DCA2-A85E-24F6-871A22327676}"/>
              </a:ext>
            </a:extLst>
          </p:cNvPr>
          <p:cNvSpPr>
            <a:spLocks noGrp="1"/>
          </p:cNvSpPr>
          <p:nvPr>
            <p:ph type="title"/>
          </p:nvPr>
        </p:nvSpPr>
        <p:spPr>
          <a:xfrm>
            <a:off x="551384" y="549274"/>
            <a:ext cx="11090938" cy="930372"/>
          </a:xfrm>
        </p:spPr>
        <p:txBody>
          <a:bodyPr/>
          <a:lstStyle/>
          <a:p>
            <a:r>
              <a:rPr lang="en-US" dirty="0"/>
              <a:t>Nested data visualization</a:t>
            </a:r>
            <a:br>
              <a:rPr lang="en-US" dirty="0"/>
            </a:br>
            <a:endParaRPr lang="en-US" dirty="0"/>
          </a:p>
        </p:txBody>
      </p:sp>
      <p:sp>
        <p:nvSpPr>
          <p:cNvPr id="16" name="Date Placeholder 15">
            <a:extLst>
              <a:ext uri="{FF2B5EF4-FFF2-40B4-BE49-F238E27FC236}">
                <a16:creationId xmlns:a16="http://schemas.microsoft.com/office/drawing/2014/main" id="{C8791905-5CEB-0217-D67D-8A252A69FB08}"/>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7" name="Footer Placeholder 16">
            <a:extLst>
              <a:ext uri="{FF2B5EF4-FFF2-40B4-BE49-F238E27FC236}">
                <a16:creationId xmlns:a16="http://schemas.microsoft.com/office/drawing/2014/main" id="{ED31BAC0-3A13-075B-9B29-5C27E0C1E318}"/>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19" name="Slide Number Placeholder 18">
            <a:extLst>
              <a:ext uri="{FF2B5EF4-FFF2-40B4-BE49-F238E27FC236}">
                <a16:creationId xmlns:a16="http://schemas.microsoft.com/office/drawing/2014/main" id="{E813A199-5CE0-D9F3-774A-284C28C66DAB}"/>
              </a:ext>
            </a:extLst>
          </p:cNvPr>
          <p:cNvSpPr>
            <a:spLocks noGrp="1"/>
          </p:cNvSpPr>
          <p:nvPr>
            <p:ph type="sldNum" sz="quarter" idx="12"/>
          </p:nvPr>
        </p:nvSpPr>
        <p:spPr/>
        <p:txBody>
          <a:bodyPr/>
          <a:lstStyle/>
          <a:p>
            <a:pPr algn="r"/>
            <a:fld id="{5D9A5160-6218-4E5A-B9E6-B93E3DAE377C}" type="slidenum">
              <a:rPr lang="en-US" smtClean="0"/>
              <a:pPr algn="r"/>
              <a:t>72</a:t>
            </a:fld>
            <a:endParaRPr lang="en-US" dirty="0"/>
          </a:p>
        </p:txBody>
      </p:sp>
    </p:spTree>
    <p:extLst>
      <p:ext uri="{BB962C8B-B14F-4D97-AF65-F5344CB8AC3E}">
        <p14:creationId xmlns:p14="http://schemas.microsoft.com/office/powerpoint/2010/main" val="424764547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6E74A5-F3F2-077A-5BC7-FD9D9C389002}"/>
            </a:ext>
          </a:extLst>
        </p:cNvPr>
        <p:cNvGrpSpPr/>
        <p:nvPr/>
      </p:nvGrpSpPr>
      <p:grpSpPr>
        <a:xfrm>
          <a:off x="0" y="0"/>
          <a:ext cx="0" cy="0"/>
          <a:chOff x="0" y="0"/>
          <a:chExt cx="0" cy="0"/>
        </a:xfrm>
      </p:grpSpPr>
      <p:grpSp>
        <p:nvGrpSpPr>
          <p:cNvPr id="2" name="Group 1" descr="Data chart">
            <a:extLst>
              <a:ext uri="{FF2B5EF4-FFF2-40B4-BE49-F238E27FC236}">
                <a16:creationId xmlns:a16="http://schemas.microsoft.com/office/drawing/2014/main" id="{E41C6AAA-9A1F-13FB-D689-F653157E1D9F}"/>
              </a:ext>
            </a:extLst>
          </p:cNvPr>
          <p:cNvGrpSpPr/>
          <p:nvPr/>
        </p:nvGrpSpPr>
        <p:grpSpPr>
          <a:xfrm>
            <a:off x="-10161" y="2657617"/>
            <a:ext cx="11711632" cy="3874559"/>
            <a:chOff x="-10161" y="2657617"/>
            <a:chExt cx="11711632" cy="3874559"/>
          </a:xfrm>
        </p:grpSpPr>
        <p:sp>
          <p:nvSpPr>
            <p:cNvPr id="12" name="Pfeil nach rechts 11">
              <a:extLst>
                <a:ext uri="{FF2B5EF4-FFF2-40B4-BE49-F238E27FC236}">
                  <a16:creationId xmlns:a16="http://schemas.microsoft.com/office/drawing/2014/main" id="{78B05744-1596-E914-A2BA-9BA85526CDDF}"/>
                </a:ext>
              </a:extLst>
            </p:cNvPr>
            <p:cNvSpPr/>
            <p:nvPr/>
          </p:nvSpPr>
          <p:spPr bwMode="gray">
            <a:xfrm>
              <a:off x="8828864" y="6040971"/>
              <a:ext cx="2811752" cy="491205"/>
            </a:xfrm>
            <a:prstGeom prst="rightArrow">
              <a:avLst>
                <a:gd name="adj1" fmla="val 11970"/>
                <a:gd name="adj2" fmla="val 49274"/>
              </a:avLst>
            </a:prstGeom>
            <a:solidFill>
              <a:schemeClr val="accent3"/>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sp>
          <p:nvSpPr>
            <p:cNvPr id="13" name="Halbbogen 12">
              <a:extLst>
                <a:ext uri="{FF2B5EF4-FFF2-40B4-BE49-F238E27FC236}">
                  <a16:creationId xmlns:a16="http://schemas.microsoft.com/office/drawing/2014/main" id="{1D4D6F3C-43A9-4EBC-7CD1-97A3A6C49AAE}"/>
                </a:ext>
              </a:extLst>
            </p:cNvPr>
            <p:cNvSpPr/>
            <p:nvPr/>
          </p:nvSpPr>
          <p:spPr bwMode="gray">
            <a:xfrm flipH="1">
              <a:off x="10245371" y="2657617"/>
              <a:ext cx="1388895" cy="1388894"/>
            </a:xfrm>
            <a:prstGeom prst="blockArc">
              <a:avLst>
                <a:gd name="adj1" fmla="val 8384730"/>
                <a:gd name="adj2" fmla="val 1855592"/>
                <a:gd name="adj3" fmla="val 3993"/>
              </a:avLst>
            </a:prstGeom>
            <a:solidFill>
              <a:schemeClr val="accent2"/>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grpSp>
          <p:nvGrpSpPr>
            <p:cNvPr id="14" name="Gruppieren 13">
              <a:extLst>
                <a:ext uri="{FF2B5EF4-FFF2-40B4-BE49-F238E27FC236}">
                  <a16:creationId xmlns:a16="http://schemas.microsoft.com/office/drawing/2014/main" id="{A61BAB56-D9C1-CB7C-C8DC-6AA5F1BF31A1}"/>
                </a:ext>
              </a:extLst>
            </p:cNvPr>
            <p:cNvGrpSpPr/>
            <p:nvPr/>
          </p:nvGrpSpPr>
          <p:grpSpPr bwMode="gray">
            <a:xfrm>
              <a:off x="7122309" y="2811545"/>
              <a:ext cx="3508077" cy="3508074"/>
              <a:chOff x="4917673" y="2230244"/>
              <a:chExt cx="2854712" cy="2854712"/>
            </a:xfrm>
            <a:solidFill>
              <a:schemeClr val="accent1"/>
            </a:solidFill>
          </p:grpSpPr>
          <p:sp>
            <p:nvSpPr>
              <p:cNvPr id="46" name="Halbbogen 45">
                <a:extLst>
                  <a:ext uri="{FF2B5EF4-FFF2-40B4-BE49-F238E27FC236}">
                    <a16:creationId xmlns:a16="http://schemas.microsoft.com/office/drawing/2014/main" id="{57B28E97-F4A6-13F1-C0EC-156C93DDF225}"/>
                  </a:ext>
                </a:extLst>
              </p:cNvPr>
              <p:cNvSpPr/>
              <p:nvPr/>
            </p:nvSpPr>
            <p:spPr bwMode="gray">
              <a:xfrm>
                <a:off x="4917673" y="2230244"/>
                <a:ext cx="2854712" cy="2854712"/>
              </a:xfrm>
              <a:prstGeom prst="blockArc">
                <a:avLst>
                  <a:gd name="adj1" fmla="val 8384730"/>
                  <a:gd name="adj2" fmla="val 5527015"/>
                  <a:gd name="adj3" fmla="val 1802"/>
                </a:avLst>
              </a:prstGeom>
              <a:solidFill>
                <a:schemeClr val="accent2"/>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sp>
            <p:nvSpPr>
              <p:cNvPr id="47" name="Gleichschenkliges Dreieck 46">
                <a:extLst>
                  <a:ext uri="{FF2B5EF4-FFF2-40B4-BE49-F238E27FC236}">
                    <a16:creationId xmlns:a16="http://schemas.microsoft.com/office/drawing/2014/main" id="{C4A56119-A776-08C4-1FA1-2C7FF2079890}"/>
                  </a:ext>
                </a:extLst>
              </p:cNvPr>
              <p:cNvSpPr/>
              <p:nvPr/>
            </p:nvSpPr>
            <p:spPr bwMode="gray">
              <a:xfrm rot="8363928">
                <a:off x="5063424" y="4476006"/>
                <a:ext cx="453210" cy="201426"/>
              </a:xfrm>
              <a:prstGeom prst="triangle">
                <a:avLst/>
              </a:prstGeom>
              <a:solidFill>
                <a:schemeClr val="accent2"/>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grpSp>
        <p:sp>
          <p:nvSpPr>
            <p:cNvPr id="16" name="Gleichschenkliges Dreieck 15">
              <a:extLst>
                <a:ext uri="{FF2B5EF4-FFF2-40B4-BE49-F238E27FC236}">
                  <a16:creationId xmlns:a16="http://schemas.microsoft.com/office/drawing/2014/main" id="{43FE283F-99F4-5EA5-0BE0-316A28563D8B}"/>
                </a:ext>
              </a:extLst>
            </p:cNvPr>
            <p:cNvSpPr/>
            <p:nvPr/>
          </p:nvSpPr>
          <p:spPr bwMode="gray">
            <a:xfrm rot="13236072" flipH="1">
              <a:off x="11207396" y="3668172"/>
              <a:ext cx="494075" cy="219589"/>
            </a:xfrm>
            <a:prstGeom prst="triangle">
              <a:avLst/>
            </a:prstGeom>
            <a:solidFill>
              <a:schemeClr val="accent2"/>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grpSp>
          <p:nvGrpSpPr>
            <p:cNvPr id="4" name="Group 3">
              <a:extLst>
                <a:ext uri="{FF2B5EF4-FFF2-40B4-BE49-F238E27FC236}">
                  <a16:creationId xmlns:a16="http://schemas.microsoft.com/office/drawing/2014/main" id="{76D92674-6604-CC3F-3137-FEF71163A09A}"/>
                </a:ext>
              </a:extLst>
            </p:cNvPr>
            <p:cNvGrpSpPr/>
            <p:nvPr/>
          </p:nvGrpSpPr>
          <p:grpSpPr>
            <a:xfrm>
              <a:off x="-10161" y="2666533"/>
              <a:ext cx="7579887" cy="2920432"/>
              <a:chOff x="-2007837" y="1914457"/>
              <a:chExt cx="7579887" cy="2920432"/>
            </a:xfrm>
          </p:grpSpPr>
          <p:grpSp>
            <p:nvGrpSpPr>
              <p:cNvPr id="20" name="Gruppieren 19">
                <a:extLst>
                  <a:ext uri="{FF2B5EF4-FFF2-40B4-BE49-F238E27FC236}">
                    <a16:creationId xmlns:a16="http://schemas.microsoft.com/office/drawing/2014/main" id="{A265F387-8F7A-E373-DB3A-B69C9A01778C}"/>
                  </a:ext>
                </a:extLst>
              </p:cNvPr>
              <p:cNvGrpSpPr/>
              <p:nvPr/>
            </p:nvGrpSpPr>
            <p:grpSpPr bwMode="gray">
              <a:xfrm>
                <a:off x="4269694" y="1914457"/>
                <a:ext cx="1302356" cy="1283318"/>
                <a:chOff x="3700770" y="1543330"/>
                <a:chExt cx="1279451" cy="1260748"/>
              </a:xfrm>
              <a:solidFill>
                <a:schemeClr val="accent1"/>
              </a:solidFill>
            </p:grpSpPr>
            <p:sp>
              <p:nvSpPr>
                <p:cNvPr id="41" name="Halbbogen 40">
                  <a:extLst>
                    <a:ext uri="{FF2B5EF4-FFF2-40B4-BE49-F238E27FC236}">
                      <a16:creationId xmlns:a16="http://schemas.microsoft.com/office/drawing/2014/main" id="{254C4D03-5F6F-1D38-CB36-622C21E97F45}"/>
                    </a:ext>
                  </a:extLst>
                </p:cNvPr>
                <p:cNvSpPr/>
                <p:nvPr/>
              </p:nvSpPr>
              <p:spPr bwMode="gray">
                <a:xfrm flipH="1">
                  <a:off x="3700770" y="1543330"/>
                  <a:ext cx="1260749" cy="1260748"/>
                </a:xfrm>
                <a:prstGeom prst="blockArc">
                  <a:avLst>
                    <a:gd name="adj1" fmla="val 8384730"/>
                    <a:gd name="adj2" fmla="val 1796381"/>
                    <a:gd name="adj3" fmla="val 4456"/>
                  </a:avLst>
                </a:prstGeom>
                <a:solidFill>
                  <a:schemeClr val="tx2"/>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sp>
              <p:nvSpPr>
                <p:cNvPr id="42" name="Gleichschenkliges Dreieck 41">
                  <a:extLst>
                    <a:ext uri="{FF2B5EF4-FFF2-40B4-BE49-F238E27FC236}">
                      <a16:creationId xmlns:a16="http://schemas.microsoft.com/office/drawing/2014/main" id="{DD4A7647-29A7-1793-08CB-CD733AEB020B}"/>
                    </a:ext>
                  </a:extLst>
                </p:cNvPr>
                <p:cNvSpPr/>
                <p:nvPr/>
              </p:nvSpPr>
              <p:spPr bwMode="gray">
                <a:xfrm rot="13236072" flipH="1">
                  <a:off x="4494836" y="2529736"/>
                  <a:ext cx="485385" cy="215727"/>
                </a:xfrm>
                <a:prstGeom prst="triangle">
                  <a:avLst/>
                </a:prstGeom>
                <a:solidFill>
                  <a:schemeClr val="tx2"/>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grpSp>
          <p:grpSp>
            <p:nvGrpSpPr>
              <p:cNvPr id="21" name="Gruppieren 20">
                <a:extLst>
                  <a:ext uri="{FF2B5EF4-FFF2-40B4-BE49-F238E27FC236}">
                    <a16:creationId xmlns:a16="http://schemas.microsoft.com/office/drawing/2014/main" id="{FF765282-2A9F-D79F-BADC-CC05A9444260}"/>
                  </a:ext>
                </a:extLst>
              </p:cNvPr>
              <p:cNvGrpSpPr/>
              <p:nvPr/>
            </p:nvGrpSpPr>
            <p:grpSpPr bwMode="gray">
              <a:xfrm>
                <a:off x="2481258" y="2451646"/>
                <a:ext cx="2216468" cy="2165392"/>
                <a:chOff x="1943788" y="2071066"/>
                <a:chExt cx="2177484" cy="2127306"/>
              </a:xfrm>
              <a:solidFill>
                <a:schemeClr val="accent1">
                  <a:lumMod val="75000"/>
                </a:schemeClr>
              </a:solidFill>
            </p:grpSpPr>
            <p:sp>
              <p:nvSpPr>
                <p:cNvPr id="39" name="Halbbogen 38">
                  <a:extLst>
                    <a:ext uri="{FF2B5EF4-FFF2-40B4-BE49-F238E27FC236}">
                      <a16:creationId xmlns:a16="http://schemas.microsoft.com/office/drawing/2014/main" id="{26A50BBE-BA8E-10FC-4554-79EC282B9FE7}"/>
                    </a:ext>
                  </a:extLst>
                </p:cNvPr>
                <p:cNvSpPr/>
                <p:nvPr/>
              </p:nvSpPr>
              <p:spPr bwMode="gray">
                <a:xfrm rot="4500000" flipH="1">
                  <a:off x="1943788" y="2071066"/>
                  <a:ext cx="2127306" cy="2127305"/>
                </a:xfrm>
                <a:prstGeom prst="blockArc">
                  <a:avLst>
                    <a:gd name="adj1" fmla="val 9827252"/>
                    <a:gd name="adj2" fmla="val 17052033"/>
                    <a:gd name="adj3" fmla="val 2976"/>
                  </a:avLst>
                </a:prstGeom>
                <a:solidFill>
                  <a:schemeClr val="tx2"/>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sp>
              <p:nvSpPr>
                <p:cNvPr id="40" name="Gleichschenkliges Dreieck 39">
                  <a:extLst>
                    <a:ext uri="{FF2B5EF4-FFF2-40B4-BE49-F238E27FC236}">
                      <a16:creationId xmlns:a16="http://schemas.microsoft.com/office/drawing/2014/main" id="{240E1076-CF41-EDD6-B9B9-515DF865C808}"/>
                    </a:ext>
                  </a:extLst>
                </p:cNvPr>
                <p:cNvSpPr/>
                <p:nvPr/>
              </p:nvSpPr>
              <p:spPr bwMode="gray">
                <a:xfrm rot="19800000" flipH="1">
                  <a:off x="3587349" y="2430596"/>
                  <a:ext cx="533923" cy="237300"/>
                </a:xfrm>
                <a:prstGeom prst="triangle">
                  <a:avLst/>
                </a:prstGeom>
                <a:solidFill>
                  <a:schemeClr val="tx2"/>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grpSp>
          <p:sp>
            <p:nvSpPr>
              <p:cNvPr id="22" name="Pfeil nach rechts 21">
                <a:extLst>
                  <a:ext uri="{FF2B5EF4-FFF2-40B4-BE49-F238E27FC236}">
                    <a16:creationId xmlns:a16="http://schemas.microsoft.com/office/drawing/2014/main" id="{5BEF40F3-8F80-7B86-D6FC-16C7D509359C}"/>
                  </a:ext>
                </a:extLst>
              </p:cNvPr>
              <p:cNvSpPr/>
              <p:nvPr/>
            </p:nvSpPr>
            <p:spPr bwMode="gray">
              <a:xfrm>
                <a:off x="-2007837" y="4337043"/>
                <a:ext cx="5734051" cy="497846"/>
              </a:xfrm>
              <a:prstGeom prst="rightArrow">
                <a:avLst>
                  <a:gd name="adj1" fmla="val 11845"/>
                  <a:gd name="adj2" fmla="val 50000"/>
                </a:avLst>
              </a:prstGeom>
              <a:solidFill>
                <a:schemeClr val="accent3"/>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grpSp>
        <p:sp>
          <p:nvSpPr>
            <p:cNvPr id="25" name="Textfeld 25">
              <a:extLst>
                <a:ext uri="{FF2B5EF4-FFF2-40B4-BE49-F238E27FC236}">
                  <a16:creationId xmlns:a16="http://schemas.microsoft.com/office/drawing/2014/main" id="{E829D516-5C41-B2B7-CCB7-1E28FC59C3F0}"/>
                </a:ext>
              </a:extLst>
            </p:cNvPr>
            <p:cNvSpPr txBox="1"/>
            <p:nvPr/>
          </p:nvSpPr>
          <p:spPr bwMode="gray">
            <a:xfrm>
              <a:off x="7587516" y="4396306"/>
              <a:ext cx="2567384" cy="338554"/>
            </a:xfrm>
            <a:prstGeom prst="rect">
              <a:avLst/>
            </a:prstGeom>
            <a:noFill/>
          </p:spPr>
          <p:txBody>
            <a:bodyPr wrap="square" rtlCol="0" anchor="ctr" anchorCtr="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ea typeface="+mn-ea"/>
                  <a:cs typeface="+mn-cs"/>
                </a:rPr>
                <a:t>Text</a:t>
              </a:r>
            </a:p>
          </p:txBody>
        </p:sp>
      </p:grpSp>
      <p:sp>
        <p:nvSpPr>
          <p:cNvPr id="18" name="Title 17">
            <a:extLst>
              <a:ext uri="{FF2B5EF4-FFF2-40B4-BE49-F238E27FC236}">
                <a16:creationId xmlns:a16="http://schemas.microsoft.com/office/drawing/2014/main" id="{C75BA9DB-7F22-4503-591E-7EA7481137DB}"/>
              </a:ext>
            </a:extLst>
          </p:cNvPr>
          <p:cNvSpPr>
            <a:spLocks noGrp="1"/>
          </p:cNvSpPr>
          <p:nvPr>
            <p:ph type="title"/>
          </p:nvPr>
        </p:nvSpPr>
        <p:spPr>
          <a:xfrm>
            <a:off x="551384" y="549274"/>
            <a:ext cx="11090938" cy="930372"/>
          </a:xfrm>
        </p:spPr>
        <p:txBody>
          <a:bodyPr/>
          <a:lstStyle/>
          <a:p>
            <a:r>
              <a:rPr lang="en-US" dirty="0"/>
              <a:t>Chart design example</a:t>
            </a:r>
            <a:br>
              <a:rPr lang="en-US" dirty="0"/>
            </a:br>
            <a:r>
              <a:rPr lang="en-US" dirty="0"/>
              <a:t>Agile loop 1</a:t>
            </a:r>
          </a:p>
        </p:txBody>
      </p:sp>
      <p:sp>
        <p:nvSpPr>
          <p:cNvPr id="9" name="Content Placeholder 6">
            <a:extLst>
              <a:ext uri="{FF2B5EF4-FFF2-40B4-BE49-F238E27FC236}">
                <a16:creationId xmlns:a16="http://schemas.microsoft.com/office/drawing/2014/main" id="{5B3F6AD5-7E83-3ABC-15D0-48AB7F860CD3}"/>
              </a:ext>
            </a:extLst>
          </p:cNvPr>
          <p:cNvSpPr txBox="1">
            <a:spLocks/>
          </p:cNvSpPr>
          <p:nvPr/>
        </p:nvSpPr>
        <p:spPr>
          <a:xfrm>
            <a:off x="550864" y="2922588"/>
            <a:ext cx="4638907" cy="3386138"/>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 </a:t>
            </a:r>
          </a:p>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 </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000000"/>
              </a:solidFill>
              <a:effectLst/>
              <a:uLnTx/>
              <a:uFillTx/>
              <a:ea typeface="+mn-ea"/>
              <a:cs typeface="+mn-cs"/>
            </a:endParaRPr>
          </a:p>
        </p:txBody>
      </p:sp>
      <p:sp>
        <p:nvSpPr>
          <p:cNvPr id="19" name="Text Placeholder 5">
            <a:extLst>
              <a:ext uri="{FF2B5EF4-FFF2-40B4-BE49-F238E27FC236}">
                <a16:creationId xmlns:a16="http://schemas.microsoft.com/office/drawing/2014/main" id="{788D24B0-1230-7147-AE2B-2D64DE759807}"/>
              </a:ext>
            </a:extLst>
          </p:cNvPr>
          <p:cNvSpPr txBox="1">
            <a:spLocks/>
          </p:cNvSpPr>
          <p:nvPr/>
        </p:nvSpPr>
        <p:spPr>
          <a:xfrm>
            <a:off x="550863" y="2283879"/>
            <a:ext cx="11089753"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0000"/>
                </a:solidFill>
                <a:effectLst/>
                <a:uLnTx/>
                <a:uFillTx/>
                <a:latin typeface="Ubuntu Light"/>
                <a:ea typeface="+mn-ea"/>
                <a:cs typeface="+mn-cs"/>
              </a:rPr>
              <a:t>Heading</a:t>
            </a:r>
          </a:p>
        </p:txBody>
      </p:sp>
      <p:sp>
        <p:nvSpPr>
          <p:cNvPr id="26" name="Text Placeholder 3">
            <a:extLst>
              <a:ext uri="{FF2B5EF4-FFF2-40B4-BE49-F238E27FC236}">
                <a16:creationId xmlns:a16="http://schemas.microsoft.com/office/drawing/2014/main" id="{F4B00EB5-F872-B639-E49C-CC01E9AF6C3E}"/>
              </a:ext>
            </a:extLst>
          </p:cNvPr>
          <p:cNvSpPr txBox="1">
            <a:spLocks/>
          </p:cNvSpPr>
          <p:nvPr/>
        </p:nvSpPr>
        <p:spPr>
          <a:xfrm>
            <a:off x="550863" y="1590873"/>
            <a:ext cx="5545137"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400" b="0" kern="1200">
                <a:solidFill>
                  <a:schemeClr val="accent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chemeClr val="tx2"/>
                </a:solidFill>
                <a:effectLst/>
                <a:uLnTx/>
                <a:uFillTx/>
                <a:latin typeface="+mj-lt"/>
                <a:ea typeface="+mn-ea"/>
                <a:cs typeface="+mn-cs"/>
              </a:rPr>
              <a:t>Initial steps</a:t>
            </a:r>
          </a:p>
        </p:txBody>
      </p:sp>
      <p:sp>
        <p:nvSpPr>
          <p:cNvPr id="27" name="Text Placeholder 3">
            <a:extLst>
              <a:ext uri="{FF2B5EF4-FFF2-40B4-BE49-F238E27FC236}">
                <a16:creationId xmlns:a16="http://schemas.microsoft.com/office/drawing/2014/main" id="{AAF460A7-1A6C-2463-3E6C-2D99D7C8CE99}"/>
              </a:ext>
            </a:extLst>
          </p:cNvPr>
          <p:cNvSpPr txBox="1">
            <a:spLocks/>
          </p:cNvSpPr>
          <p:nvPr/>
        </p:nvSpPr>
        <p:spPr>
          <a:xfrm>
            <a:off x="7052445" y="1587007"/>
            <a:ext cx="4587649"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400" b="0" kern="1200">
                <a:solidFill>
                  <a:schemeClr val="accent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chemeClr val="tx2"/>
                </a:solidFill>
                <a:effectLst/>
                <a:uLnTx/>
                <a:uFillTx/>
                <a:latin typeface="+mj-lt"/>
                <a:ea typeface="+mn-ea"/>
                <a:cs typeface="+mn-cs"/>
              </a:rPr>
              <a:t>Continued feedback</a:t>
            </a:r>
          </a:p>
        </p:txBody>
      </p:sp>
      <p:sp>
        <p:nvSpPr>
          <p:cNvPr id="29" name="Date Placeholder 28">
            <a:extLst>
              <a:ext uri="{FF2B5EF4-FFF2-40B4-BE49-F238E27FC236}">
                <a16:creationId xmlns:a16="http://schemas.microsoft.com/office/drawing/2014/main" id="{95A8287B-0C6C-D892-9263-EE156BA400A0}"/>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0" name="Footer Placeholder 29">
            <a:extLst>
              <a:ext uri="{FF2B5EF4-FFF2-40B4-BE49-F238E27FC236}">
                <a16:creationId xmlns:a16="http://schemas.microsoft.com/office/drawing/2014/main" id="{72BEAEF5-A4C4-E582-AEB1-EF81E7F95FD0}"/>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31" name="Slide Number Placeholder 30">
            <a:extLst>
              <a:ext uri="{FF2B5EF4-FFF2-40B4-BE49-F238E27FC236}">
                <a16:creationId xmlns:a16="http://schemas.microsoft.com/office/drawing/2014/main" id="{69E3E3D6-41EA-D24C-B319-83935635EFAB}"/>
              </a:ext>
            </a:extLst>
          </p:cNvPr>
          <p:cNvSpPr>
            <a:spLocks noGrp="1"/>
          </p:cNvSpPr>
          <p:nvPr>
            <p:ph type="sldNum" sz="quarter" idx="12"/>
          </p:nvPr>
        </p:nvSpPr>
        <p:spPr/>
        <p:txBody>
          <a:bodyPr/>
          <a:lstStyle/>
          <a:p>
            <a:pPr algn="r"/>
            <a:fld id="{5D9A5160-6218-4E5A-B9E6-B93E3DAE377C}" type="slidenum">
              <a:rPr lang="en-US" smtClean="0"/>
              <a:pPr algn="r"/>
              <a:t>73</a:t>
            </a:fld>
            <a:endParaRPr lang="en-US" dirty="0"/>
          </a:p>
        </p:txBody>
      </p:sp>
    </p:spTree>
    <p:extLst>
      <p:ext uri="{BB962C8B-B14F-4D97-AF65-F5344CB8AC3E}">
        <p14:creationId xmlns:p14="http://schemas.microsoft.com/office/powerpoint/2010/main" val="365375552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9797D4-0906-0A22-7F25-6C29D84C5635}"/>
            </a:ext>
          </a:extLst>
        </p:cNvPr>
        <p:cNvGrpSpPr/>
        <p:nvPr/>
      </p:nvGrpSpPr>
      <p:grpSpPr>
        <a:xfrm>
          <a:off x="0" y="0"/>
          <a:ext cx="0" cy="0"/>
          <a:chOff x="0" y="0"/>
          <a:chExt cx="0" cy="0"/>
        </a:xfrm>
      </p:grpSpPr>
      <p:grpSp>
        <p:nvGrpSpPr>
          <p:cNvPr id="3" name="Group 2" descr="Data chart">
            <a:extLst>
              <a:ext uri="{FF2B5EF4-FFF2-40B4-BE49-F238E27FC236}">
                <a16:creationId xmlns:a16="http://schemas.microsoft.com/office/drawing/2014/main" id="{5473DE9C-1DBE-6357-8F70-0892C053BCDC}"/>
              </a:ext>
            </a:extLst>
          </p:cNvPr>
          <p:cNvGrpSpPr/>
          <p:nvPr/>
        </p:nvGrpSpPr>
        <p:grpSpPr>
          <a:xfrm>
            <a:off x="-1" y="2657617"/>
            <a:ext cx="11701472" cy="3874559"/>
            <a:chOff x="-1" y="2657617"/>
            <a:chExt cx="11701472" cy="3874559"/>
          </a:xfrm>
        </p:grpSpPr>
        <p:sp>
          <p:nvSpPr>
            <p:cNvPr id="32" name="Pfeil nach rechts 11">
              <a:extLst>
                <a:ext uri="{FF2B5EF4-FFF2-40B4-BE49-F238E27FC236}">
                  <a16:creationId xmlns:a16="http://schemas.microsoft.com/office/drawing/2014/main" id="{8BC996F0-FFDC-46CF-8CBD-483B4F9C93B1}"/>
                </a:ext>
              </a:extLst>
            </p:cNvPr>
            <p:cNvSpPr/>
            <p:nvPr/>
          </p:nvSpPr>
          <p:spPr bwMode="gray">
            <a:xfrm>
              <a:off x="8828864" y="6040971"/>
              <a:ext cx="2811752" cy="491205"/>
            </a:xfrm>
            <a:prstGeom prst="rightArrow">
              <a:avLst>
                <a:gd name="adj1" fmla="val 11970"/>
                <a:gd name="adj2" fmla="val 49274"/>
              </a:avLst>
            </a:prstGeom>
            <a:solidFill>
              <a:srgbClr val="FFFFFF"/>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sp>
          <p:nvSpPr>
            <p:cNvPr id="33" name="Halbbogen 12">
              <a:extLst>
                <a:ext uri="{FF2B5EF4-FFF2-40B4-BE49-F238E27FC236}">
                  <a16:creationId xmlns:a16="http://schemas.microsoft.com/office/drawing/2014/main" id="{6D83400F-7B6F-1157-1819-0CC725CA4A46}"/>
                </a:ext>
              </a:extLst>
            </p:cNvPr>
            <p:cNvSpPr/>
            <p:nvPr/>
          </p:nvSpPr>
          <p:spPr bwMode="gray">
            <a:xfrm flipH="1">
              <a:off x="10245371" y="2657617"/>
              <a:ext cx="1388895" cy="1388894"/>
            </a:xfrm>
            <a:prstGeom prst="blockArc">
              <a:avLst>
                <a:gd name="adj1" fmla="val 8384730"/>
                <a:gd name="adj2" fmla="val 1855592"/>
                <a:gd name="adj3" fmla="val 3993"/>
              </a:avLst>
            </a:prstGeom>
            <a:solidFill>
              <a:srgbClr val="1DB7F3"/>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grpSp>
          <p:nvGrpSpPr>
            <p:cNvPr id="34" name="Gruppieren 13">
              <a:extLst>
                <a:ext uri="{FF2B5EF4-FFF2-40B4-BE49-F238E27FC236}">
                  <a16:creationId xmlns:a16="http://schemas.microsoft.com/office/drawing/2014/main" id="{012249BD-339C-EA2E-A8F0-ED425959DAEA}"/>
                </a:ext>
              </a:extLst>
            </p:cNvPr>
            <p:cNvGrpSpPr/>
            <p:nvPr/>
          </p:nvGrpSpPr>
          <p:grpSpPr bwMode="gray">
            <a:xfrm>
              <a:off x="7122309" y="2811545"/>
              <a:ext cx="3508077" cy="3508074"/>
              <a:chOff x="4917673" y="2230244"/>
              <a:chExt cx="2854712" cy="2854712"/>
            </a:xfrm>
            <a:solidFill>
              <a:srgbClr val="1DB7F3"/>
            </a:solidFill>
          </p:grpSpPr>
          <p:sp>
            <p:nvSpPr>
              <p:cNvPr id="38" name="Halbbogen 45">
                <a:extLst>
                  <a:ext uri="{FF2B5EF4-FFF2-40B4-BE49-F238E27FC236}">
                    <a16:creationId xmlns:a16="http://schemas.microsoft.com/office/drawing/2014/main" id="{FFC8BC0B-390A-72A1-659E-7A5D17A739EF}"/>
                  </a:ext>
                </a:extLst>
              </p:cNvPr>
              <p:cNvSpPr/>
              <p:nvPr/>
            </p:nvSpPr>
            <p:spPr bwMode="gray">
              <a:xfrm>
                <a:off x="4917673" y="2230244"/>
                <a:ext cx="2854712" cy="2854712"/>
              </a:xfrm>
              <a:prstGeom prst="blockArc">
                <a:avLst>
                  <a:gd name="adj1" fmla="val 8384730"/>
                  <a:gd name="adj2" fmla="val 5527015"/>
                  <a:gd name="adj3" fmla="val 1802"/>
                </a:avLst>
              </a:prstGeom>
              <a:grp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sp>
            <p:nvSpPr>
              <p:cNvPr id="43" name="Gleichschenkliges Dreieck 46">
                <a:extLst>
                  <a:ext uri="{FF2B5EF4-FFF2-40B4-BE49-F238E27FC236}">
                    <a16:creationId xmlns:a16="http://schemas.microsoft.com/office/drawing/2014/main" id="{D0A76D7E-5B5A-9F6B-AF6D-1A13085F1EF8}"/>
                  </a:ext>
                </a:extLst>
              </p:cNvPr>
              <p:cNvSpPr/>
              <p:nvPr/>
            </p:nvSpPr>
            <p:spPr bwMode="gray">
              <a:xfrm rot="8363928">
                <a:off x="5063424" y="4476006"/>
                <a:ext cx="453210" cy="201426"/>
              </a:xfrm>
              <a:prstGeom prst="triangle">
                <a:avLst/>
              </a:prstGeom>
              <a:grp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grpSp>
        <p:sp>
          <p:nvSpPr>
            <p:cNvPr id="44" name="Gleichschenkliges Dreieck 15">
              <a:extLst>
                <a:ext uri="{FF2B5EF4-FFF2-40B4-BE49-F238E27FC236}">
                  <a16:creationId xmlns:a16="http://schemas.microsoft.com/office/drawing/2014/main" id="{AC207553-C541-2992-3B0E-7723387CDEF4}"/>
                </a:ext>
              </a:extLst>
            </p:cNvPr>
            <p:cNvSpPr/>
            <p:nvPr/>
          </p:nvSpPr>
          <p:spPr bwMode="gray">
            <a:xfrm rot="13236072" flipH="1">
              <a:off x="11207396" y="3668172"/>
              <a:ext cx="494075" cy="219589"/>
            </a:xfrm>
            <a:prstGeom prst="triangle">
              <a:avLst/>
            </a:prstGeom>
            <a:solidFill>
              <a:srgbClr val="1DB7F3"/>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mn-ea"/>
                <a:cs typeface="+mn-cs"/>
              </a:endParaRPr>
            </a:p>
          </p:txBody>
        </p:sp>
        <p:grpSp>
          <p:nvGrpSpPr>
            <p:cNvPr id="45" name="Group 44">
              <a:extLst>
                <a:ext uri="{FF2B5EF4-FFF2-40B4-BE49-F238E27FC236}">
                  <a16:creationId xmlns:a16="http://schemas.microsoft.com/office/drawing/2014/main" id="{6153E1F4-D034-B90C-8D63-DE42AB660AAF}"/>
                </a:ext>
              </a:extLst>
            </p:cNvPr>
            <p:cNvGrpSpPr/>
            <p:nvPr/>
          </p:nvGrpSpPr>
          <p:grpSpPr>
            <a:xfrm>
              <a:off x="-1" y="2666533"/>
              <a:ext cx="7579887" cy="2920432"/>
              <a:chOff x="-2007837" y="1914457"/>
              <a:chExt cx="7579887" cy="2920432"/>
            </a:xfrm>
          </p:grpSpPr>
          <p:grpSp>
            <p:nvGrpSpPr>
              <p:cNvPr id="48" name="Gruppieren 19">
                <a:extLst>
                  <a:ext uri="{FF2B5EF4-FFF2-40B4-BE49-F238E27FC236}">
                    <a16:creationId xmlns:a16="http://schemas.microsoft.com/office/drawing/2014/main" id="{F905503F-3454-A64A-4200-D00726BF7104}"/>
                  </a:ext>
                </a:extLst>
              </p:cNvPr>
              <p:cNvGrpSpPr/>
              <p:nvPr/>
            </p:nvGrpSpPr>
            <p:grpSpPr bwMode="gray">
              <a:xfrm>
                <a:off x="4269694" y="1914457"/>
                <a:ext cx="1302356" cy="1283318"/>
                <a:chOff x="3700770" y="1543330"/>
                <a:chExt cx="1279451" cy="1260748"/>
              </a:xfrm>
              <a:solidFill>
                <a:srgbClr val="0058AB"/>
              </a:solidFill>
            </p:grpSpPr>
            <p:sp>
              <p:nvSpPr>
                <p:cNvPr id="53" name="Halbbogen 40">
                  <a:extLst>
                    <a:ext uri="{FF2B5EF4-FFF2-40B4-BE49-F238E27FC236}">
                      <a16:creationId xmlns:a16="http://schemas.microsoft.com/office/drawing/2014/main" id="{EF3E508F-73DD-73ED-C36F-D566DF2ADADF}"/>
                    </a:ext>
                  </a:extLst>
                </p:cNvPr>
                <p:cNvSpPr/>
                <p:nvPr/>
              </p:nvSpPr>
              <p:spPr bwMode="gray">
                <a:xfrm flipH="1">
                  <a:off x="3700770" y="1543330"/>
                  <a:ext cx="1260749" cy="1260748"/>
                </a:xfrm>
                <a:prstGeom prst="blockArc">
                  <a:avLst>
                    <a:gd name="adj1" fmla="val 8384730"/>
                    <a:gd name="adj2" fmla="val 1796381"/>
                    <a:gd name="adj3" fmla="val 4456"/>
                  </a:avLst>
                </a:prstGeom>
                <a:solidFill>
                  <a:srgbClr val="FFFFFF"/>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sp>
              <p:nvSpPr>
                <p:cNvPr id="54" name="Gleichschenkliges Dreieck 41">
                  <a:extLst>
                    <a:ext uri="{FF2B5EF4-FFF2-40B4-BE49-F238E27FC236}">
                      <a16:creationId xmlns:a16="http://schemas.microsoft.com/office/drawing/2014/main" id="{61F8815C-831D-D5C7-E70C-13C739DBD52A}"/>
                    </a:ext>
                  </a:extLst>
                </p:cNvPr>
                <p:cNvSpPr/>
                <p:nvPr/>
              </p:nvSpPr>
              <p:spPr bwMode="gray">
                <a:xfrm rot="13236072" flipH="1">
                  <a:off x="4494836" y="2529736"/>
                  <a:ext cx="485385" cy="215727"/>
                </a:xfrm>
                <a:prstGeom prst="triangle">
                  <a:avLst/>
                </a:prstGeom>
                <a:solidFill>
                  <a:srgbClr val="FFFFFF"/>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grpSp>
          <p:grpSp>
            <p:nvGrpSpPr>
              <p:cNvPr id="49" name="Gruppieren 20">
                <a:extLst>
                  <a:ext uri="{FF2B5EF4-FFF2-40B4-BE49-F238E27FC236}">
                    <a16:creationId xmlns:a16="http://schemas.microsoft.com/office/drawing/2014/main" id="{4C56F3F6-28A0-656B-BA02-4F2CF6E2F8A1}"/>
                  </a:ext>
                </a:extLst>
              </p:cNvPr>
              <p:cNvGrpSpPr/>
              <p:nvPr/>
            </p:nvGrpSpPr>
            <p:grpSpPr bwMode="gray">
              <a:xfrm>
                <a:off x="2481258" y="2451646"/>
                <a:ext cx="2216468" cy="2165392"/>
                <a:chOff x="1943788" y="2071066"/>
                <a:chExt cx="2177484" cy="2127306"/>
              </a:xfrm>
              <a:solidFill>
                <a:srgbClr val="0058AB">
                  <a:lumMod val="75000"/>
                </a:srgbClr>
              </a:solidFill>
            </p:grpSpPr>
            <p:sp>
              <p:nvSpPr>
                <p:cNvPr id="51" name="Halbbogen 38">
                  <a:extLst>
                    <a:ext uri="{FF2B5EF4-FFF2-40B4-BE49-F238E27FC236}">
                      <a16:creationId xmlns:a16="http://schemas.microsoft.com/office/drawing/2014/main" id="{0069EAE3-C323-7902-89E6-9F62CDC4FBF5}"/>
                    </a:ext>
                  </a:extLst>
                </p:cNvPr>
                <p:cNvSpPr/>
                <p:nvPr/>
              </p:nvSpPr>
              <p:spPr bwMode="gray">
                <a:xfrm rot="4500000" flipH="1">
                  <a:off x="1943788" y="2071066"/>
                  <a:ext cx="2127306" cy="2127305"/>
                </a:xfrm>
                <a:prstGeom prst="blockArc">
                  <a:avLst>
                    <a:gd name="adj1" fmla="val 9827252"/>
                    <a:gd name="adj2" fmla="val 17052033"/>
                    <a:gd name="adj3" fmla="val 2976"/>
                  </a:avLst>
                </a:prstGeom>
                <a:solidFill>
                  <a:srgbClr val="1DB7F3"/>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sp>
              <p:nvSpPr>
                <p:cNvPr id="52" name="Gleichschenkliges Dreieck 39">
                  <a:extLst>
                    <a:ext uri="{FF2B5EF4-FFF2-40B4-BE49-F238E27FC236}">
                      <a16:creationId xmlns:a16="http://schemas.microsoft.com/office/drawing/2014/main" id="{DD0797AC-0641-3F21-7F26-B6B165057F52}"/>
                    </a:ext>
                  </a:extLst>
                </p:cNvPr>
                <p:cNvSpPr/>
                <p:nvPr/>
              </p:nvSpPr>
              <p:spPr bwMode="gray">
                <a:xfrm rot="19800000" flipH="1">
                  <a:off x="3587349" y="2430596"/>
                  <a:ext cx="533923" cy="237300"/>
                </a:xfrm>
                <a:prstGeom prst="triangle">
                  <a:avLst/>
                </a:prstGeom>
                <a:solidFill>
                  <a:srgbClr val="1DB7F3"/>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grpSp>
          <p:sp>
            <p:nvSpPr>
              <p:cNvPr id="50" name="Pfeil nach rechts 21">
                <a:extLst>
                  <a:ext uri="{FF2B5EF4-FFF2-40B4-BE49-F238E27FC236}">
                    <a16:creationId xmlns:a16="http://schemas.microsoft.com/office/drawing/2014/main" id="{0913BFDB-32A3-6E19-99AD-751835AA39CD}"/>
                  </a:ext>
                </a:extLst>
              </p:cNvPr>
              <p:cNvSpPr/>
              <p:nvPr/>
            </p:nvSpPr>
            <p:spPr bwMode="gray">
              <a:xfrm>
                <a:off x="-2007837" y="4337043"/>
                <a:ext cx="5734051" cy="497846"/>
              </a:xfrm>
              <a:prstGeom prst="rightArrow">
                <a:avLst>
                  <a:gd name="adj1" fmla="val 11845"/>
                  <a:gd name="adj2" fmla="val 50000"/>
                </a:avLst>
              </a:prstGeom>
              <a:solidFill>
                <a:srgbClr val="FFFFFF"/>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grpSp>
        <p:sp>
          <p:nvSpPr>
            <p:cNvPr id="25" name="Textfeld 25">
              <a:extLst>
                <a:ext uri="{FF2B5EF4-FFF2-40B4-BE49-F238E27FC236}">
                  <a16:creationId xmlns:a16="http://schemas.microsoft.com/office/drawing/2014/main" id="{9C7A548C-44DD-7E19-A189-1DBBE988A43C}"/>
                </a:ext>
              </a:extLst>
            </p:cNvPr>
            <p:cNvSpPr txBox="1"/>
            <p:nvPr/>
          </p:nvSpPr>
          <p:spPr bwMode="gray">
            <a:xfrm>
              <a:off x="7587516" y="4396306"/>
              <a:ext cx="2567384" cy="338554"/>
            </a:xfrm>
            <a:prstGeom prst="rect">
              <a:avLst/>
            </a:prstGeom>
            <a:noFill/>
          </p:spPr>
          <p:txBody>
            <a:bodyPr wrap="square" rtlCol="0" anchor="ctr" anchorCtr="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Text</a:t>
              </a:r>
            </a:p>
          </p:txBody>
        </p:sp>
      </p:grpSp>
      <p:sp>
        <p:nvSpPr>
          <p:cNvPr id="17" name="Date Placeholder 16">
            <a:extLst>
              <a:ext uri="{FF2B5EF4-FFF2-40B4-BE49-F238E27FC236}">
                <a16:creationId xmlns:a16="http://schemas.microsoft.com/office/drawing/2014/main" id="{BC3D0453-A165-CEEC-515D-CF6065889636}"/>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8" name="Footer Placeholder 17">
            <a:extLst>
              <a:ext uri="{FF2B5EF4-FFF2-40B4-BE49-F238E27FC236}">
                <a16:creationId xmlns:a16="http://schemas.microsoft.com/office/drawing/2014/main" id="{8171EF24-231A-35C8-603F-A3F3BCB14B9A}"/>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19" name="Slide Number Placeholder 18">
            <a:extLst>
              <a:ext uri="{FF2B5EF4-FFF2-40B4-BE49-F238E27FC236}">
                <a16:creationId xmlns:a16="http://schemas.microsoft.com/office/drawing/2014/main" id="{78923601-2FF6-EE65-225B-20C1F9682908}"/>
              </a:ext>
            </a:extLst>
          </p:cNvPr>
          <p:cNvSpPr>
            <a:spLocks noGrp="1"/>
          </p:cNvSpPr>
          <p:nvPr>
            <p:ph type="sldNum" sz="quarter" idx="12"/>
          </p:nvPr>
        </p:nvSpPr>
        <p:spPr/>
        <p:txBody>
          <a:bodyPr/>
          <a:lstStyle/>
          <a:p>
            <a:pPr algn="r"/>
            <a:fld id="{5D9A5160-6218-4E5A-B9E6-B93E3DAE377C}" type="slidenum">
              <a:rPr lang="en-US" smtClean="0"/>
              <a:pPr algn="r"/>
              <a:t>74</a:t>
            </a:fld>
            <a:endParaRPr lang="en-US" dirty="0"/>
          </a:p>
        </p:txBody>
      </p:sp>
      <p:sp>
        <p:nvSpPr>
          <p:cNvPr id="35" name="Title 27">
            <a:extLst>
              <a:ext uri="{FF2B5EF4-FFF2-40B4-BE49-F238E27FC236}">
                <a16:creationId xmlns:a16="http://schemas.microsoft.com/office/drawing/2014/main" id="{1C48D58E-4CD3-3539-55E5-CCFA9D3456AF}"/>
              </a:ext>
            </a:extLst>
          </p:cNvPr>
          <p:cNvSpPr>
            <a:spLocks noGrp="1"/>
          </p:cNvSpPr>
          <p:nvPr>
            <p:ph type="title"/>
          </p:nvPr>
        </p:nvSpPr>
        <p:spPr/>
        <p:txBody>
          <a:bodyPr/>
          <a:lstStyle/>
          <a:p>
            <a:r>
              <a:rPr lang="en-US" dirty="0"/>
              <a:t>Chart design example</a:t>
            </a:r>
            <a:br>
              <a:rPr lang="en-US" dirty="0"/>
            </a:br>
            <a:r>
              <a:rPr lang="en-US" dirty="0"/>
              <a:t>Agile loop 2</a:t>
            </a:r>
          </a:p>
        </p:txBody>
      </p:sp>
      <p:sp>
        <p:nvSpPr>
          <p:cNvPr id="6" name="Text Placeholder 5">
            <a:extLst>
              <a:ext uri="{FF2B5EF4-FFF2-40B4-BE49-F238E27FC236}">
                <a16:creationId xmlns:a16="http://schemas.microsoft.com/office/drawing/2014/main" id="{26E26C75-3B4C-6E94-D892-B0914901B673}"/>
              </a:ext>
            </a:extLst>
          </p:cNvPr>
          <p:cNvSpPr txBox="1">
            <a:spLocks/>
          </p:cNvSpPr>
          <p:nvPr/>
        </p:nvSpPr>
        <p:spPr>
          <a:xfrm>
            <a:off x="550863" y="2283879"/>
            <a:ext cx="11089753"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FFFFFF"/>
                </a:solidFill>
                <a:effectLst/>
                <a:uLnTx/>
                <a:uFillTx/>
                <a:latin typeface="Ubuntu Light"/>
                <a:ea typeface="+mn-ea"/>
                <a:cs typeface="+mn-cs"/>
              </a:rPr>
              <a:t>Heading</a:t>
            </a:r>
          </a:p>
        </p:txBody>
      </p:sp>
      <p:sp>
        <p:nvSpPr>
          <p:cNvPr id="9" name="Content Placeholder 6">
            <a:extLst>
              <a:ext uri="{FF2B5EF4-FFF2-40B4-BE49-F238E27FC236}">
                <a16:creationId xmlns:a16="http://schemas.microsoft.com/office/drawing/2014/main" id="{88B49963-767C-B899-20AA-0C11EE370781}"/>
              </a:ext>
            </a:extLst>
          </p:cNvPr>
          <p:cNvSpPr txBox="1">
            <a:spLocks/>
          </p:cNvSpPr>
          <p:nvPr/>
        </p:nvSpPr>
        <p:spPr>
          <a:xfrm>
            <a:off x="550864" y="2922588"/>
            <a:ext cx="4638907" cy="3386138"/>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FFFFFF"/>
                </a:solidFill>
                <a:effectLst/>
                <a:uLnTx/>
                <a:uFillTx/>
                <a:ea typeface="+mn-ea"/>
                <a:cs typeface="+mn-cs"/>
              </a:rPr>
              <a:t>Lorem ipsum dolor sit </a:t>
            </a:r>
            <a:r>
              <a:rPr kumimoji="0" lang="en-US" sz="1400" b="0" i="0" u="none" strike="noStrike" kern="1200" cap="none" spc="0" normalizeH="0" baseline="0" noProof="0" dirty="0" err="1">
                <a:ln>
                  <a:noFill/>
                </a:ln>
                <a:solidFill>
                  <a:srgbClr val="FFFFFF"/>
                </a:solidFill>
                <a:effectLst/>
                <a:uLnTx/>
                <a:uFillTx/>
                <a:ea typeface="+mn-ea"/>
                <a:cs typeface="+mn-cs"/>
              </a:rPr>
              <a:t>amet</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consectetur</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adipiscing</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elit</a:t>
            </a:r>
            <a:r>
              <a:rPr kumimoji="0" lang="en-US" sz="1400" b="0" i="0" u="none" strike="noStrike" kern="1200" cap="none" spc="0" normalizeH="0" baseline="0" noProof="0" dirty="0">
                <a:ln>
                  <a:noFill/>
                </a:ln>
                <a:solidFill>
                  <a:srgbClr val="FFFFFF"/>
                </a:solidFill>
                <a:effectLst/>
                <a:uLnTx/>
                <a:uFillTx/>
                <a:ea typeface="+mn-ea"/>
                <a:cs typeface="+mn-cs"/>
              </a:rPr>
              <a:t>, sed do </a:t>
            </a:r>
            <a:r>
              <a:rPr kumimoji="0" lang="en-US" sz="1400" b="0" i="0" u="none" strike="noStrike" kern="1200" cap="none" spc="0" normalizeH="0" baseline="0" noProof="0" dirty="0" err="1">
                <a:ln>
                  <a:noFill/>
                </a:ln>
                <a:solidFill>
                  <a:srgbClr val="FFFFFF"/>
                </a:solidFill>
                <a:effectLst/>
                <a:uLnTx/>
                <a:uFillTx/>
                <a:ea typeface="+mn-ea"/>
                <a:cs typeface="+mn-cs"/>
              </a:rPr>
              <a:t>eiusmod</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tempor</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incididunt</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ut</a:t>
            </a:r>
            <a:r>
              <a:rPr kumimoji="0" lang="en-US" sz="1400" b="0" i="0" u="none" strike="noStrike" kern="1200" cap="none" spc="0" normalizeH="0" baseline="0" noProof="0" dirty="0">
                <a:ln>
                  <a:noFill/>
                </a:ln>
                <a:solidFill>
                  <a:srgbClr val="FFFFFF"/>
                </a:solidFill>
                <a:effectLst/>
                <a:uLnTx/>
                <a:uFillTx/>
                <a:ea typeface="+mn-ea"/>
                <a:cs typeface="+mn-cs"/>
              </a:rPr>
              <a:t> labore et dolore magna </a:t>
            </a:r>
            <a:r>
              <a:rPr kumimoji="0" lang="en-US" sz="1400" b="0" i="0" u="none" strike="noStrike" kern="1200" cap="none" spc="0" normalizeH="0" baseline="0" noProof="0" dirty="0" err="1">
                <a:ln>
                  <a:noFill/>
                </a:ln>
                <a:solidFill>
                  <a:srgbClr val="FFFFFF"/>
                </a:solidFill>
                <a:effectLst/>
                <a:uLnTx/>
                <a:uFillTx/>
                <a:ea typeface="+mn-ea"/>
                <a:cs typeface="+mn-cs"/>
              </a:rPr>
              <a:t>aliqua</a:t>
            </a:r>
            <a:r>
              <a:rPr kumimoji="0" lang="en-US" sz="1400" b="0" i="0" u="none" strike="noStrike" kern="1200" cap="none" spc="0" normalizeH="0" baseline="0" noProof="0" dirty="0">
                <a:ln>
                  <a:noFill/>
                </a:ln>
                <a:solidFill>
                  <a:srgbClr val="FFFFFF"/>
                </a:solidFill>
                <a:effectLst/>
                <a:uLnTx/>
                <a:uFillTx/>
                <a:ea typeface="+mn-ea"/>
                <a:cs typeface="+mn-cs"/>
              </a:rPr>
              <a:t>. </a:t>
            </a:r>
          </a:p>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FFFFFF"/>
                </a:solidFill>
                <a:effectLst/>
                <a:uLnTx/>
                <a:uFillTx/>
                <a:ea typeface="+mn-ea"/>
                <a:cs typeface="+mn-cs"/>
              </a:rPr>
              <a:t>Lorem ipsum dolor sit </a:t>
            </a:r>
            <a:r>
              <a:rPr kumimoji="0" lang="en-US" sz="1400" b="0" i="0" u="none" strike="noStrike" kern="1200" cap="none" spc="0" normalizeH="0" baseline="0" noProof="0" dirty="0" err="1">
                <a:ln>
                  <a:noFill/>
                </a:ln>
                <a:solidFill>
                  <a:srgbClr val="FFFFFF"/>
                </a:solidFill>
                <a:effectLst/>
                <a:uLnTx/>
                <a:uFillTx/>
                <a:ea typeface="+mn-ea"/>
                <a:cs typeface="+mn-cs"/>
              </a:rPr>
              <a:t>amet</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consectetur</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adipiscing</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elit</a:t>
            </a:r>
            <a:r>
              <a:rPr kumimoji="0" lang="en-US" sz="1400" b="0" i="0" u="none" strike="noStrike" kern="1200" cap="none" spc="0" normalizeH="0" baseline="0" noProof="0" dirty="0">
                <a:ln>
                  <a:noFill/>
                </a:ln>
                <a:solidFill>
                  <a:srgbClr val="FFFFFF"/>
                </a:solidFill>
                <a:effectLst/>
                <a:uLnTx/>
                <a:uFillTx/>
                <a:ea typeface="+mn-ea"/>
                <a:cs typeface="+mn-cs"/>
              </a:rPr>
              <a: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FFFFFF"/>
                </a:solidFill>
                <a:effectLst/>
                <a:uLnTx/>
                <a:uFillTx/>
                <a:ea typeface="+mn-ea"/>
                <a:cs typeface="+mn-cs"/>
              </a:rPr>
              <a:t>Lorem ipsum dolor sit </a:t>
            </a:r>
            <a:r>
              <a:rPr kumimoji="0" lang="en-US" sz="1400" b="0" i="0" u="none" strike="noStrike" kern="1200" cap="none" spc="0" normalizeH="0" baseline="0" noProof="0" dirty="0" err="1">
                <a:ln>
                  <a:noFill/>
                </a:ln>
                <a:solidFill>
                  <a:srgbClr val="FFFFFF"/>
                </a:solidFill>
                <a:effectLst/>
                <a:uLnTx/>
                <a:uFillTx/>
                <a:ea typeface="+mn-ea"/>
                <a:cs typeface="+mn-cs"/>
              </a:rPr>
              <a:t>amet</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consectetur</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adipiscing</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elit</a:t>
            </a:r>
            <a:r>
              <a:rPr kumimoji="0" lang="en-US" sz="1400" b="0" i="0" u="none" strike="noStrike" kern="1200" cap="none" spc="0" normalizeH="0" baseline="0" noProof="0" dirty="0">
                <a:ln>
                  <a:noFill/>
                </a:ln>
                <a:solidFill>
                  <a:srgbClr val="FFFFFF"/>
                </a:solidFill>
                <a:effectLst/>
                <a:uLnTx/>
                <a:uFillTx/>
                <a:ea typeface="+mn-ea"/>
                <a:cs typeface="+mn-cs"/>
              </a:rPr>
              <a:t>, sed do </a:t>
            </a:r>
            <a:r>
              <a:rPr kumimoji="0" lang="en-US" sz="1400" b="0" i="0" u="none" strike="noStrike" kern="1200" cap="none" spc="0" normalizeH="0" baseline="0" noProof="0" dirty="0" err="1">
                <a:ln>
                  <a:noFill/>
                </a:ln>
                <a:solidFill>
                  <a:srgbClr val="FFFFFF"/>
                </a:solidFill>
                <a:effectLst/>
                <a:uLnTx/>
                <a:uFillTx/>
                <a:ea typeface="+mn-ea"/>
                <a:cs typeface="+mn-cs"/>
              </a:rPr>
              <a:t>eiusmod</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tempor</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incididunt</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ut</a:t>
            </a:r>
            <a:r>
              <a:rPr kumimoji="0" lang="en-US" sz="1400" b="0" i="0" u="none" strike="noStrike" kern="1200" cap="none" spc="0" normalizeH="0" baseline="0" noProof="0" dirty="0">
                <a:ln>
                  <a:noFill/>
                </a:ln>
                <a:solidFill>
                  <a:srgbClr val="FFFFFF"/>
                </a:solidFill>
                <a:effectLst/>
                <a:uLnTx/>
                <a:uFillTx/>
                <a:ea typeface="+mn-ea"/>
                <a:cs typeface="+mn-cs"/>
              </a:rPr>
              <a:t> labore et dolore magna </a:t>
            </a:r>
            <a:r>
              <a:rPr kumimoji="0" lang="en-US" sz="1400" b="0" i="0" u="none" strike="noStrike" kern="1200" cap="none" spc="0" normalizeH="0" baseline="0" noProof="0" dirty="0" err="1">
                <a:ln>
                  <a:noFill/>
                </a:ln>
                <a:solidFill>
                  <a:srgbClr val="FFFFFF"/>
                </a:solidFill>
                <a:effectLst/>
                <a:uLnTx/>
                <a:uFillTx/>
                <a:ea typeface="+mn-ea"/>
                <a:cs typeface="+mn-cs"/>
              </a:rPr>
              <a:t>aliqua</a:t>
            </a:r>
            <a:r>
              <a:rPr kumimoji="0" lang="en-US" sz="1400" b="0" i="0" u="none" strike="noStrike" kern="1200" cap="none" spc="0" normalizeH="0" baseline="0" noProof="0" dirty="0">
                <a:ln>
                  <a:noFill/>
                </a:ln>
                <a:solidFill>
                  <a:srgbClr val="FFFFFF"/>
                </a:solidFill>
                <a:effectLst/>
                <a:uLnTx/>
                <a:uFillTx/>
                <a:ea typeface="+mn-ea"/>
                <a:cs typeface="+mn-cs"/>
              </a:rPr>
              <a:t>. </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FFFFFF"/>
              </a:solidFill>
              <a:effectLst/>
              <a:uLnTx/>
              <a:uFillTx/>
              <a:ea typeface="+mn-ea"/>
              <a:cs typeface="+mn-cs"/>
            </a:endParaRP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FFFFFF"/>
              </a:solidFill>
              <a:effectLst/>
              <a:uLnTx/>
              <a:uFillTx/>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FFFFFF"/>
              </a:solidFill>
              <a:effectLst/>
              <a:uLnTx/>
              <a:uFillTx/>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FFFFFF"/>
              </a:solidFill>
              <a:effectLst/>
              <a:uLnTx/>
              <a:uFillTx/>
              <a:ea typeface="+mn-ea"/>
              <a:cs typeface="+mn-cs"/>
            </a:endParaRPr>
          </a:p>
        </p:txBody>
      </p:sp>
      <p:sp>
        <p:nvSpPr>
          <p:cNvPr id="36" name="Text Placeholder 3">
            <a:extLst>
              <a:ext uri="{FF2B5EF4-FFF2-40B4-BE49-F238E27FC236}">
                <a16:creationId xmlns:a16="http://schemas.microsoft.com/office/drawing/2014/main" id="{02797DD3-7E0F-C3B4-3AD6-49DE388B3510}"/>
              </a:ext>
            </a:extLst>
          </p:cNvPr>
          <p:cNvSpPr txBox="1">
            <a:spLocks/>
          </p:cNvSpPr>
          <p:nvPr/>
        </p:nvSpPr>
        <p:spPr>
          <a:xfrm>
            <a:off x="550863" y="1590873"/>
            <a:ext cx="5545137"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400" b="0" kern="1200">
                <a:solidFill>
                  <a:schemeClr val="accent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1DB6F3"/>
                </a:solidFill>
                <a:effectLst/>
                <a:uLnTx/>
                <a:uFillTx/>
                <a:latin typeface="+mj-lt"/>
                <a:ea typeface="+mn-ea"/>
                <a:cs typeface="+mn-cs"/>
              </a:rPr>
              <a:t>Initial steps</a:t>
            </a:r>
          </a:p>
        </p:txBody>
      </p:sp>
      <p:sp>
        <p:nvSpPr>
          <p:cNvPr id="37" name="Text Placeholder 3">
            <a:extLst>
              <a:ext uri="{FF2B5EF4-FFF2-40B4-BE49-F238E27FC236}">
                <a16:creationId xmlns:a16="http://schemas.microsoft.com/office/drawing/2014/main" id="{412F55EA-3538-C020-AC42-197571572EA3}"/>
              </a:ext>
            </a:extLst>
          </p:cNvPr>
          <p:cNvSpPr txBox="1">
            <a:spLocks/>
          </p:cNvSpPr>
          <p:nvPr/>
        </p:nvSpPr>
        <p:spPr>
          <a:xfrm>
            <a:off x="7052445" y="1587007"/>
            <a:ext cx="4587649"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400" b="0" kern="1200">
                <a:solidFill>
                  <a:schemeClr val="accent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1DB6F3"/>
                </a:solidFill>
                <a:effectLst/>
                <a:uLnTx/>
                <a:uFillTx/>
                <a:latin typeface="+mj-lt"/>
                <a:ea typeface="+mn-ea"/>
                <a:cs typeface="+mn-cs"/>
              </a:rPr>
              <a:t>Continued feedback</a:t>
            </a:r>
          </a:p>
        </p:txBody>
      </p:sp>
    </p:spTree>
    <p:extLst>
      <p:ext uri="{BB962C8B-B14F-4D97-AF65-F5344CB8AC3E}">
        <p14:creationId xmlns:p14="http://schemas.microsoft.com/office/powerpoint/2010/main" val="1072544109"/>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1AF348-CB70-FC10-8D80-A978DC93A5D8}"/>
            </a:ext>
          </a:extLst>
        </p:cNvPr>
        <p:cNvGrpSpPr/>
        <p:nvPr/>
      </p:nvGrpSpPr>
      <p:grpSpPr>
        <a:xfrm>
          <a:off x="0" y="0"/>
          <a:ext cx="0" cy="0"/>
          <a:chOff x="0" y="0"/>
          <a:chExt cx="0" cy="0"/>
        </a:xfrm>
      </p:grpSpPr>
      <p:grpSp>
        <p:nvGrpSpPr>
          <p:cNvPr id="2" name="Group 1" descr="Data chart">
            <a:extLst>
              <a:ext uri="{FF2B5EF4-FFF2-40B4-BE49-F238E27FC236}">
                <a16:creationId xmlns:a16="http://schemas.microsoft.com/office/drawing/2014/main" id="{0EDAD828-532B-F012-EAAE-07BF20AD5B53}"/>
              </a:ext>
            </a:extLst>
          </p:cNvPr>
          <p:cNvGrpSpPr/>
          <p:nvPr/>
        </p:nvGrpSpPr>
        <p:grpSpPr>
          <a:xfrm>
            <a:off x="-1" y="2657617"/>
            <a:ext cx="11701472" cy="3662002"/>
            <a:chOff x="-1" y="2657617"/>
            <a:chExt cx="11701472" cy="3662002"/>
          </a:xfrm>
        </p:grpSpPr>
        <p:sp>
          <p:nvSpPr>
            <p:cNvPr id="77" name="Halbbogen 12">
              <a:extLst>
                <a:ext uri="{FF2B5EF4-FFF2-40B4-BE49-F238E27FC236}">
                  <a16:creationId xmlns:a16="http://schemas.microsoft.com/office/drawing/2014/main" id="{CD9C1E4A-132A-5B01-985B-DB1A41CCE5F1}"/>
                </a:ext>
              </a:extLst>
            </p:cNvPr>
            <p:cNvSpPr/>
            <p:nvPr/>
          </p:nvSpPr>
          <p:spPr bwMode="gray">
            <a:xfrm flipH="1">
              <a:off x="10245371" y="2657617"/>
              <a:ext cx="1388895" cy="1388894"/>
            </a:xfrm>
            <a:prstGeom prst="blockArc">
              <a:avLst>
                <a:gd name="adj1" fmla="val 8384730"/>
                <a:gd name="adj2" fmla="val 1855592"/>
                <a:gd name="adj3" fmla="val 3993"/>
              </a:avLst>
            </a:prstGeom>
            <a:solidFill>
              <a:srgbClr val="00D5D0"/>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grpSp>
          <p:nvGrpSpPr>
            <p:cNvPr id="78" name="Gruppieren 13">
              <a:extLst>
                <a:ext uri="{FF2B5EF4-FFF2-40B4-BE49-F238E27FC236}">
                  <a16:creationId xmlns:a16="http://schemas.microsoft.com/office/drawing/2014/main" id="{38E43ECF-599F-52A7-D35C-52995A27E033}"/>
                </a:ext>
              </a:extLst>
            </p:cNvPr>
            <p:cNvGrpSpPr/>
            <p:nvPr/>
          </p:nvGrpSpPr>
          <p:grpSpPr bwMode="gray">
            <a:xfrm>
              <a:off x="7122309" y="2811545"/>
              <a:ext cx="3508077" cy="3508074"/>
              <a:chOff x="4917673" y="2230244"/>
              <a:chExt cx="2854712" cy="2854712"/>
            </a:xfrm>
            <a:solidFill>
              <a:srgbClr val="1DB7F3"/>
            </a:solidFill>
          </p:grpSpPr>
          <p:sp>
            <p:nvSpPr>
              <p:cNvPr id="79" name="Halbbogen 45">
                <a:extLst>
                  <a:ext uri="{FF2B5EF4-FFF2-40B4-BE49-F238E27FC236}">
                    <a16:creationId xmlns:a16="http://schemas.microsoft.com/office/drawing/2014/main" id="{D54D3609-388C-C636-6799-92D21AC19C64}"/>
                  </a:ext>
                </a:extLst>
              </p:cNvPr>
              <p:cNvSpPr/>
              <p:nvPr/>
            </p:nvSpPr>
            <p:spPr bwMode="gray">
              <a:xfrm>
                <a:off x="4917673" y="2230244"/>
                <a:ext cx="2854712" cy="2854712"/>
              </a:xfrm>
              <a:prstGeom prst="blockArc">
                <a:avLst>
                  <a:gd name="adj1" fmla="val 8384730"/>
                  <a:gd name="adj2" fmla="val 5527015"/>
                  <a:gd name="adj3" fmla="val 1802"/>
                </a:avLst>
              </a:prstGeom>
              <a:solidFill>
                <a:srgbClr val="ED7D31"/>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sp>
            <p:nvSpPr>
              <p:cNvPr id="80" name="Gleichschenkliges Dreieck 46">
                <a:extLst>
                  <a:ext uri="{FF2B5EF4-FFF2-40B4-BE49-F238E27FC236}">
                    <a16:creationId xmlns:a16="http://schemas.microsoft.com/office/drawing/2014/main" id="{23281020-38B7-8CF4-3115-FC66D6034B34}"/>
                  </a:ext>
                </a:extLst>
              </p:cNvPr>
              <p:cNvSpPr/>
              <p:nvPr/>
            </p:nvSpPr>
            <p:spPr bwMode="gray">
              <a:xfrm rot="8363928">
                <a:off x="5063424" y="4476006"/>
                <a:ext cx="453210" cy="201426"/>
              </a:xfrm>
              <a:prstGeom prst="triangle">
                <a:avLst/>
              </a:prstGeom>
              <a:solidFill>
                <a:srgbClr val="ED7D31"/>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grpSp>
        <p:sp>
          <p:nvSpPr>
            <p:cNvPr id="81" name="Gleichschenkliges Dreieck 15">
              <a:extLst>
                <a:ext uri="{FF2B5EF4-FFF2-40B4-BE49-F238E27FC236}">
                  <a16:creationId xmlns:a16="http://schemas.microsoft.com/office/drawing/2014/main" id="{8882AD10-E3F9-2224-DAFE-D3AE771DE047}"/>
                </a:ext>
              </a:extLst>
            </p:cNvPr>
            <p:cNvSpPr/>
            <p:nvPr/>
          </p:nvSpPr>
          <p:spPr bwMode="gray">
            <a:xfrm rot="13236072" flipH="1">
              <a:off x="11207396" y="3668172"/>
              <a:ext cx="494075" cy="219589"/>
            </a:xfrm>
            <a:prstGeom prst="triangle">
              <a:avLst/>
            </a:prstGeom>
            <a:solidFill>
              <a:srgbClr val="00D5D0"/>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grpSp>
          <p:nvGrpSpPr>
            <p:cNvPr id="82" name="Group 81">
              <a:extLst>
                <a:ext uri="{FF2B5EF4-FFF2-40B4-BE49-F238E27FC236}">
                  <a16:creationId xmlns:a16="http://schemas.microsoft.com/office/drawing/2014/main" id="{CA991881-6481-AF20-7707-95326B3AA5F3}"/>
                </a:ext>
              </a:extLst>
            </p:cNvPr>
            <p:cNvGrpSpPr/>
            <p:nvPr/>
          </p:nvGrpSpPr>
          <p:grpSpPr>
            <a:xfrm>
              <a:off x="-1" y="2666533"/>
              <a:ext cx="7579887" cy="2920432"/>
              <a:chOff x="-2007837" y="1914457"/>
              <a:chExt cx="7579887" cy="2920432"/>
            </a:xfrm>
          </p:grpSpPr>
          <p:grpSp>
            <p:nvGrpSpPr>
              <p:cNvPr id="83" name="Gruppieren 19">
                <a:extLst>
                  <a:ext uri="{FF2B5EF4-FFF2-40B4-BE49-F238E27FC236}">
                    <a16:creationId xmlns:a16="http://schemas.microsoft.com/office/drawing/2014/main" id="{18E9894A-D0C6-11A3-AB69-C20C68D5C204}"/>
                  </a:ext>
                </a:extLst>
              </p:cNvPr>
              <p:cNvGrpSpPr/>
              <p:nvPr/>
            </p:nvGrpSpPr>
            <p:grpSpPr bwMode="gray">
              <a:xfrm>
                <a:off x="4269694" y="1914457"/>
                <a:ext cx="1302356" cy="1283318"/>
                <a:chOff x="3700770" y="1543330"/>
                <a:chExt cx="1279451" cy="1260748"/>
              </a:xfrm>
              <a:solidFill>
                <a:srgbClr val="0058AB"/>
              </a:solidFill>
            </p:grpSpPr>
            <p:sp>
              <p:nvSpPr>
                <p:cNvPr id="88" name="Halbbogen 40">
                  <a:extLst>
                    <a:ext uri="{FF2B5EF4-FFF2-40B4-BE49-F238E27FC236}">
                      <a16:creationId xmlns:a16="http://schemas.microsoft.com/office/drawing/2014/main" id="{22182B07-0B76-5079-9640-AEB38C945408}"/>
                    </a:ext>
                  </a:extLst>
                </p:cNvPr>
                <p:cNvSpPr/>
                <p:nvPr/>
              </p:nvSpPr>
              <p:spPr bwMode="gray">
                <a:xfrm flipH="1">
                  <a:off x="3700770" y="1543330"/>
                  <a:ext cx="1260749" cy="1260748"/>
                </a:xfrm>
                <a:prstGeom prst="blockArc">
                  <a:avLst>
                    <a:gd name="adj1" fmla="val 8384730"/>
                    <a:gd name="adj2" fmla="val 1796381"/>
                    <a:gd name="adj3" fmla="val 4456"/>
                  </a:avLst>
                </a:prstGeom>
                <a:solidFill>
                  <a:srgbClr val="D4D5F2"/>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sp>
              <p:nvSpPr>
                <p:cNvPr id="89" name="Gleichschenkliges Dreieck 41">
                  <a:extLst>
                    <a:ext uri="{FF2B5EF4-FFF2-40B4-BE49-F238E27FC236}">
                      <a16:creationId xmlns:a16="http://schemas.microsoft.com/office/drawing/2014/main" id="{FF0AC4C0-F737-0391-9B26-27C61CB9D4AA}"/>
                    </a:ext>
                  </a:extLst>
                </p:cNvPr>
                <p:cNvSpPr/>
                <p:nvPr/>
              </p:nvSpPr>
              <p:spPr bwMode="gray">
                <a:xfrm rot="13236072" flipH="1">
                  <a:off x="4494836" y="2529736"/>
                  <a:ext cx="485385" cy="215727"/>
                </a:xfrm>
                <a:prstGeom prst="triangle">
                  <a:avLst/>
                </a:prstGeom>
                <a:solidFill>
                  <a:srgbClr val="D4D5F2"/>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grpSp>
          <p:grpSp>
            <p:nvGrpSpPr>
              <p:cNvPr id="84" name="Gruppieren 20">
                <a:extLst>
                  <a:ext uri="{FF2B5EF4-FFF2-40B4-BE49-F238E27FC236}">
                    <a16:creationId xmlns:a16="http://schemas.microsoft.com/office/drawing/2014/main" id="{5D82DB20-2BAA-6D89-201C-D54CCF1C9192}"/>
                  </a:ext>
                </a:extLst>
              </p:cNvPr>
              <p:cNvGrpSpPr/>
              <p:nvPr/>
            </p:nvGrpSpPr>
            <p:grpSpPr bwMode="gray">
              <a:xfrm>
                <a:off x="2481258" y="2451646"/>
                <a:ext cx="2216468" cy="2165392"/>
                <a:chOff x="1943788" y="2071066"/>
                <a:chExt cx="2177484" cy="2127306"/>
              </a:xfrm>
              <a:solidFill>
                <a:srgbClr val="0058AB">
                  <a:lumMod val="75000"/>
                </a:srgbClr>
              </a:solidFill>
            </p:grpSpPr>
            <p:sp>
              <p:nvSpPr>
                <p:cNvPr id="86" name="Halbbogen 38">
                  <a:extLst>
                    <a:ext uri="{FF2B5EF4-FFF2-40B4-BE49-F238E27FC236}">
                      <a16:creationId xmlns:a16="http://schemas.microsoft.com/office/drawing/2014/main" id="{25ADDA71-6EA5-497F-21C5-74136E1DE0FD}"/>
                    </a:ext>
                  </a:extLst>
                </p:cNvPr>
                <p:cNvSpPr/>
                <p:nvPr/>
              </p:nvSpPr>
              <p:spPr bwMode="gray">
                <a:xfrm rot="4500000" flipH="1">
                  <a:off x="1943788" y="2071066"/>
                  <a:ext cx="2127306" cy="2127305"/>
                </a:xfrm>
                <a:prstGeom prst="blockArc">
                  <a:avLst>
                    <a:gd name="adj1" fmla="val 9827252"/>
                    <a:gd name="adj2" fmla="val 17052033"/>
                    <a:gd name="adj3" fmla="val 2976"/>
                  </a:avLst>
                </a:prstGeom>
                <a:solidFill>
                  <a:srgbClr val="1DB7F3"/>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sp>
              <p:nvSpPr>
                <p:cNvPr id="87" name="Gleichschenkliges Dreieck 39">
                  <a:extLst>
                    <a:ext uri="{FF2B5EF4-FFF2-40B4-BE49-F238E27FC236}">
                      <a16:creationId xmlns:a16="http://schemas.microsoft.com/office/drawing/2014/main" id="{AF90DE1D-F316-2B7E-B138-27C36907B5D6}"/>
                    </a:ext>
                  </a:extLst>
                </p:cNvPr>
                <p:cNvSpPr/>
                <p:nvPr/>
              </p:nvSpPr>
              <p:spPr bwMode="gray">
                <a:xfrm rot="19800000" flipH="1">
                  <a:off x="3587349" y="2430596"/>
                  <a:ext cx="533923" cy="237300"/>
                </a:xfrm>
                <a:prstGeom prst="triangle">
                  <a:avLst/>
                </a:prstGeom>
                <a:solidFill>
                  <a:srgbClr val="1DB7F3"/>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grpSp>
          <p:sp>
            <p:nvSpPr>
              <p:cNvPr id="85" name="Pfeil nach rechts 21">
                <a:extLst>
                  <a:ext uri="{FF2B5EF4-FFF2-40B4-BE49-F238E27FC236}">
                    <a16:creationId xmlns:a16="http://schemas.microsoft.com/office/drawing/2014/main" id="{53459C36-AC4C-1F64-74ED-72F5351775B9}"/>
                  </a:ext>
                </a:extLst>
              </p:cNvPr>
              <p:cNvSpPr/>
              <p:nvPr/>
            </p:nvSpPr>
            <p:spPr bwMode="gray">
              <a:xfrm>
                <a:off x="-2007837" y="4337043"/>
                <a:ext cx="5734051" cy="497846"/>
              </a:xfrm>
              <a:prstGeom prst="rightArrow">
                <a:avLst>
                  <a:gd name="adj1" fmla="val 11845"/>
                  <a:gd name="adj2" fmla="val 50000"/>
                </a:avLst>
              </a:prstGeom>
              <a:solidFill>
                <a:srgbClr val="FFFFFF"/>
              </a:solidFill>
              <a:ln w="12700">
                <a:no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Ubuntu"/>
                  <a:ea typeface="+mn-ea"/>
                  <a:cs typeface="+mn-cs"/>
                </a:endParaRPr>
              </a:p>
            </p:txBody>
          </p:sp>
        </p:grpSp>
        <p:sp>
          <p:nvSpPr>
            <p:cNvPr id="90" name="Textfeld 25">
              <a:extLst>
                <a:ext uri="{FF2B5EF4-FFF2-40B4-BE49-F238E27FC236}">
                  <a16:creationId xmlns:a16="http://schemas.microsoft.com/office/drawing/2014/main" id="{639F7623-1F76-7E61-1174-0CB50F1FF4F9}"/>
                </a:ext>
              </a:extLst>
            </p:cNvPr>
            <p:cNvSpPr txBox="1"/>
            <p:nvPr/>
          </p:nvSpPr>
          <p:spPr bwMode="gray">
            <a:xfrm>
              <a:off x="7587516" y="4396306"/>
              <a:ext cx="2567384" cy="338554"/>
            </a:xfrm>
            <a:prstGeom prst="rect">
              <a:avLst/>
            </a:prstGeom>
            <a:noFill/>
          </p:spPr>
          <p:txBody>
            <a:bodyPr wrap="square" rtlCol="0" anchor="ctr" anchorCtr="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uLnTx/>
                  <a:uFillTx/>
                  <a:latin typeface="Ubuntu"/>
                  <a:ea typeface="+mn-ea"/>
                  <a:cs typeface="+mn-cs"/>
                </a:rPr>
                <a:t>Text</a:t>
              </a:r>
            </a:p>
          </p:txBody>
        </p:sp>
      </p:grpSp>
      <p:sp>
        <p:nvSpPr>
          <p:cNvPr id="17" name="Date Placeholder 16">
            <a:extLst>
              <a:ext uri="{FF2B5EF4-FFF2-40B4-BE49-F238E27FC236}">
                <a16:creationId xmlns:a16="http://schemas.microsoft.com/office/drawing/2014/main" id="{AEE59EF8-D497-1BC4-4DC5-27810958E0D0}"/>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8" name="Footer Placeholder 17">
            <a:extLst>
              <a:ext uri="{FF2B5EF4-FFF2-40B4-BE49-F238E27FC236}">
                <a16:creationId xmlns:a16="http://schemas.microsoft.com/office/drawing/2014/main" id="{55FDAD2B-0952-0D95-5B70-8E14DB63EC5F}"/>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19" name="Slide Number Placeholder 18">
            <a:extLst>
              <a:ext uri="{FF2B5EF4-FFF2-40B4-BE49-F238E27FC236}">
                <a16:creationId xmlns:a16="http://schemas.microsoft.com/office/drawing/2014/main" id="{B3181CCD-1221-8AED-6420-D1182EF69D66}"/>
              </a:ext>
            </a:extLst>
          </p:cNvPr>
          <p:cNvSpPr>
            <a:spLocks noGrp="1"/>
          </p:cNvSpPr>
          <p:nvPr>
            <p:ph type="sldNum" sz="quarter" idx="12"/>
          </p:nvPr>
        </p:nvSpPr>
        <p:spPr/>
        <p:txBody>
          <a:bodyPr/>
          <a:lstStyle/>
          <a:p>
            <a:pPr algn="r"/>
            <a:fld id="{5D9A5160-6218-4E5A-B9E6-B93E3DAE377C}" type="slidenum">
              <a:rPr lang="en-US" smtClean="0"/>
              <a:pPr algn="r"/>
              <a:t>75</a:t>
            </a:fld>
            <a:endParaRPr lang="en-US" dirty="0"/>
          </a:p>
        </p:txBody>
      </p:sp>
      <p:sp>
        <p:nvSpPr>
          <p:cNvPr id="35" name="Title 27">
            <a:extLst>
              <a:ext uri="{FF2B5EF4-FFF2-40B4-BE49-F238E27FC236}">
                <a16:creationId xmlns:a16="http://schemas.microsoft.com/office/drawing/2014/main" id="{167F4BB9-D1A2-04C9-6DDB-8ED22EE66E73}"/>
              </a:ext>
            </a:extLst>
          </p:cNvPr>
          <p:cNvSpPr>
            <a:spLocks noGrp="1"/>
          </p:cNvSpPr>
          <p:nvPr>
            <p:ph type="title"/>
          </p:nvPr>
        </p:nvSpPr>
        <p:spPr/>
        <p:txBody>
          <a:bodyPr/>
          <a:lstStyle/>
          <a:p>
            <a:r>
              <a:rPr lang="en-US" dirty="0"/>
              <a:t>Chart design example</a:t>
            </a:r>
            <a:br>
              <a:rPr lang="en-US" dirty="0"/>
            </a:br>
            <a:r>
              <a:rPr lang="en-US" dirty="0"/>
              <a:t>Agile loop 3</a:t>
            </a:r>
          </a:p>
        </p:txBody>
      </p:sp>
      <p:sp>
        <p:nvSpPr>
          <p:cNvPr id="6" name="Text Placeholder 5">
            <a:extLst>
              <a:ext uri="{FF2B5EF4-FFF2-40B4-BE49-F238E27FC236}">
                <a16:creationId xmlns:a16="http://schemas.microsoft.com/office/drawing/2014/main" id="{7244129D-8AEE-CC1D-868A-97EBFA2C6266}"/>
              </a:ext>
            </a:extLst>
          </p:cNvPr>
          <p:cNvSpPr txBox="1">
            <a:spLocks/>
          </p:cNvSpPr>
          <p:nvPr/>
        </p:nvSpPr>
        <p:spPr>
          <a:xfrm>
            <a:off x="550863" y="2283879"/>
            <a:ext cx="11089753"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000" b="0" kern="1200">
                <a:solidFill>
                  <a:schemeClr val="tx2"/>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FFFFFF"/>
                </a:solidFill>
                <a:effectLst/>
                <a:uLnTx/>
                <a:uFillTx/>
                <a:latin typeface="Ubuntu Light"/>
                <a:ea typeface="+mn-ea"/>
                <a:cs typeface="+mn-cs"/>
              </a:rPr>
              <a:t>Heading</a:t>
            </a:r>
          </a:p>
        </p:txBody>
      </p:sp>
      <p:sp>
        <p:nvSpPr>
          <p:cNvPr id="9" name="Content Placeholder 6">
            <a:extLst>
              <a:ext uri="{FF2B5EF4-FFF2-40B4-BE49-F238E27FC236}">
                <a16:creationId xmlns:a16="http://schemas.microsoft.com/office/drawing/2014/main" id="{F7E37564-EA50-D90C-6B19-F03C0385B63A}"/>
              </a:ext>
            </a:extLst>
          </p:cNvPr>
          <p:cNvSpPr txBox="1">
            <a:spLocks/>
          </p:cNvSpPr>
          <p:nvPr/>
        </p:nvSpPr>
        <p:spPr>
          <a:xfrm>
            <a:off x="550864" y="2922588"/>
            <a:ext cx="4638907" cy="3386138"/>
          </a:xfrm>
          <a:prstGeom prst="rect">
            <a:avLst/>
          </a:prstGeom>
        </p:spPr>
        <p:txBody>
          <a:bodyPr vert="horz"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FFFFFF"/>
                </a:solidFill>
                <a:effectLst/>
                <a:uLnTx/>
                <a:uFillTx/>
                <a:ea typeface="+mn-ea"/>
                <a:cs typeface="+mn-cs"/>
              </a:rPr>
              <a:t>Lorem ipsum dolor sit </a:t>
            </a:r>
            <a:r>
              <a:rPr kumimoji="0" lang="en-US" sz="1400" b="0" i="0" u="none" strike="noStrike" kern="1200" cap="none" spc="0" normalizeH="0" baseline="0" noProof="0" dirty="0" err="1">
                <a:ln>
                  <a:noFill/>
                </a:ln>
                <a:solidFill>
                  <a:srgbClr val="FFFFFF"/>
                </a:solidFill>
                <a:effectLst/>
                <a:uLnTx/>
                <a:uFillTx/>
                <a:ea typeface="+mn-ea"/>
                <a:cs typeface="+mn-cs"/>
              </a:rPr>
              <a:t>amet</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consectetur</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adipiscing</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elit</a:t>
            </a:r>
            <a:r>
              <a:rPr kumimoji="0" lang="en-US" sz="1400" b="0" i="0" u="none" strike="noStrike" kern="1200" cap="none" spc="0" normalizeH="0" baseline="0" noProof="0" dirty="0">
                <a:ln>
                  <a:noFill/>
                </a:ln>
                <a:solidFill>
                  <a:srgbClr val="FFFFFF"/>
                </a:solidFill>
                <a:effectLst/>
                <a:uLnTx/>
                <a:uFillTx/>
                <a:ea typeface="+mn-ea"/>
                <a:cs typeface="+mn-cs"/>
              </a:rPr>
              <a:t>, sed do </a:t>
            </a:r>
            <a:r>
              <a:rPr kumimoji="0" lang="en-US" sz="1400" b="0" i="0" u="none" strike="noStrike" kern="1200" cap="none" spc="0" normalizeH="0" baseline="0" noProof="0" dirty="0" err="1">
                <a:ln>
                  <a:noFill/>
                </a:ln>
                <a:solidFill>
                  <a:srgbClr val="FFFFFF"/>
                </a:solidFill>
                <a:effectLst/>
                <a:uLnTx/>
                <a:uFillTx/>
                <a:ea typeface="+mn-ea"/>
                <a:cs typeface="+mn-cs"/>
              </a:rPr>
              <a:t>eiusmod</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tempor</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incididunt</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ut</a:t>
            </a:r>
            <a:r>
              <a:rPr kumimoji="0" lang="en-US" sz="1400" b="0" i="0" u="none" strike="noStrike" kern="1200" cap="none" spc="0" normalizeH="0" baseline="0" noProof="0" dirty="0">
                <a:ln>
                  <a:noFill/>
                </a:ln>
                <a:solidFill>
                  <a:srgbClr val="FFFFFF"/>
                </a:solidFill>
                <a:effectLst/>
                <a:uLnTx/>
                <a:uFillTx/>
                <a:ea typeface="+mn-ea"/>
                <a:cs typeface="+mn-cs"/>
              </a:rPr>
              <a:t> labore et dolore magna </a:t>
            </a:r>
            <a:r>
              <a:rPr kumimoji="0" lang="en-US" sz="1400" b="0" i="0" u="none" strike="noStrike" kern="1200" cap="none" spc="0" normalizeH="0" baseline="0" noProof="0" dirty="0" err="1">
                <a:ln>
                  <a:noFill/>
                </a:ln>
                <a:solidFill>
                  <a:srgbClr val="FFFFFF"/>
                </a:solidFill>
                <a:effectLst/>
                <a:uLnTx/>
                <a:uFillTx/>
                <a:ea typeface="+mn-ea"/>
                <a:cs typeface="+mn-cs"/>
              </a:rPr>
              <a:t>aliqua</a:t>
            </a:r>
            <a:r>
              <a:rPr kumimoji="0" lang="en-US" sz="1400" b="0" i="0" u="none" strike="noStrike" kern="1200" cap="none" spc="0" normalizeH="0" baseline="0" noProof="0" dirty="0">
                <a:ln>
                  <a:noFill/>
                </a:ln>
                <a:solidFill>
                  <a:srgbClr val="FFFFFF"/>
                </a:solidFill>
                <a:effectLst/>
                <a:uLnTx/>
                <a:uFillTx/>
                <a:ea typeface="+mn-ea"/>
                <a:cs typeface="+mn-cs"/>
              </a:rPr>
              <a:t>. </a:t>
            </a:r>
          </a:p>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FFFFFF"/>
                </a:solidFill>
                <a:effectLst/>
                <a:uLnTx/>
                <a:uFillTx/>
                <a:ea typeface="+mn-ea"/>
                <a:cs typeface="+mn-cs"/>
              </a:rPr>
              <a:t>Lorem ipsum dolor sit </a:t>
            </a:r>
            <a:r>
              <a:rPr kumimoji="0" lang="en-US" sz="1400" b="0" i="0" u="none" strike="noStrike" kern="1200" cap="none" spc="0" normalizeH="0" baseline="0" noProof="0" dirty="0" err="1">
                <a:ln>
                  <a:noFill/>
                </a:ln>
                <a:solidFill>
                  <a:srgbClr val="FFFFFF"/>
                </a:solidFill>
                <a:effectLst/>
                <a:uLnTx/>
                <a:uFillTx/>
                <a:ea typeface="+mn-ea"/>
                <a:cs typeface="+mn-cs"/>
              </a:rPr>
              <a:t>amet</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consectetur</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adipiscing</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elit</a:t>
            </a:r>
            <a:r>
              <a:rPr kumimoji="0" lang="en-US" sz="1400" b="0" i="0" u="none" strike="noStrike" kern="1200" cap="none" spc="0" normalizeH="0" baseline="0" noProof="0" dirty="0">
                <a:ln>
                  <a:noFill/>
                </a:ln>
                <a:solidFill>
                  <a:srgbClr val="FFFFFF"/>
                </a:solidFill>
                <a:effectLst/>
                <a:uLnTx/>
                <a:uFillTx/>
                <a:ea typeface="+mn-ea"/>
                <a:cs typeface="+mn-cs"/>
              </a:rPr>
              <a: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FFFFFF"/>
                </a:solidFill>
                <a:effectLst/>
                <a:uLnTx/>
                <a:uFillTx/>
                <a:ea typeface="+mn-ea"/>
                <a:cs typeface="+mn-cs"/>
              </a:rPr>
              <a:t>Lorem ipsum dolor sit </a:t>
            </a:r>
            <a:r>
              <a:rPr kumimoji="0" lang="en-US" sz="1400" b="0" i="0" u="none" strike="noStrike" kern="1200" cap="none" spc="0" normalizeH="0" baseline="0" noProof="0" dirty="0" err="1">
                <a:ln>
                  <a:noFill/>
                </a:ln>
                <a:solidFill>
                  <a:srgbClr val="FFFFFF"/>
                </a:solidFill>
                <a:effectLst/>
                <a:uLnTx/>
                <a:uFillTx/>
                <a:ea typeface="+mn-ea"/>
                <a:cs typeface="+mn-cs"/>
              </a:rPr>
              <a:t>amet</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consectetur</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adipiscing</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elit</a:t>
            </a:r>
            <a:r>
              <a:rPr kumimoji="0" lang="en-US" sz="1400" b="0" i="0" u="none" strike="noStrike" kern="1200" cap="none" spc="0" normalizeH="0" baseline="0" noProof="0" dirty="0">
                <a:ln>
                  <a:noFill/>
                </a:ln>
                <a:solidFill>
                  <a:srgbClr val="FFFFFF"/>
                </a:solidFill>
                <a:effectLst/>
                <a:uLnTx/>
                <a:uFillTx/>
                <a:ea typeface="+mn-ea"/>
                <a:cs typeface="+mn-cs"/>
              </a:rPr>
              <a:t>, sed do </a:t>
            </a:r>
            <a:r>
              <a:rPr kumimoji="0" lang="en-US" sz="1400" b="0" i="0" u="none" strike="noStrike" kern="1200" cap="none" spc="0" normalizeH="0" baseline="0" noProof="0" dirty="0" err="1">
                <a:ln>
                  <a:noFill/>
                </a:ln>
                <a:solidFill>
                  <a:srgbClr val="FFFFFF"/>
                </a:solidFill>
                <a:effectLst/>
                <a:uLnTx/>
                <a:uFillTx/>
                <a:ea typeface="+mn-ea"/>
                <a:cs typeface="+mn-cs"/>
              </a:rPr>
              <a:t>eiusmod</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tempor</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incididunt</a:t>
            </a:r>
            <a:r>
              <a:rPr kumimoji="0" lang="en-US" sz="1400" b="0" i="0" u="none" strike="noStrike" kern="1200" cap="none" spc="0" normalizeH="0" baseline="0" noProof="0" dirty="0">
                <a:ln>
                  <a:noFill/>
                </a:ln>
                <a:solidFill>
                  <a:srgbClr val="FFFFFF"/>
                </a:solidFill>
                <a:effectLst/>
                <a:uLnTx/>
                <a:uFillTx/>
                <a:ea typeface="+mn-ea"/>
                <a:cs typeface="+mn-cs"/>
              </a:rPr>
              <a:t> </a:t>
            </a:r>
            <a:r>
              <a:rPr kumimoji="0" lang="en-US" sz="1400" b="0" i="0" u="none" strike="noStrike" kern="1200" cap="none" spc="0" normalizeH="0" baseline="0" noProof="0" dirty="0" err="1">
                <a:ln>
                  <a:noFill/>
                </a:ln>
                <a:solidFill>
                  <a:srgbClr val="FFFFFF"/>
                </a:solidFill>
                <a:effectLst/>
                <a:uLnTx/>
                <a:uFillTx/>
                <a:ea typeface="+mn-ea"/>
                <a:cs typeface="+mn-cs"/>
              </a:rPr>
              <a:t>ut</a:t>
            </a:r>
            <a:r>
              <a:rPr kumimoji="0" lang="en-US" sz="1400" b="0" i="0" u="none" strike="noStrike" kern="1200" cap="none" spc="0" normalizeH="0" baseline="0" noProof="0" dirty="0">
                <a:ln>
                  <a:noFill/>
                </a:ln>
                <a:solidFill>
                  <a:srgbClr val="FFFFFF"/>
                </a:solidFill>
                <a:effectLst/>
                <a:uLnTx/>
                <a:uFillTx/>
                <a:ea typeface="+mn-ea"/>
                <a:cs typeface="+mn-cs"/>
              </a:rPr>
              <a:t> labore et dolore magna </a:t>
            </a:r>
            <a:r>
              <a:rPr kumimoji="0" lang="en-US" sz="1400" b="0" i="0" u="none" strike="noStrike" kern="1200" cap="none" spc="0" normalizeH="0" baseline="0" noProof="0" dirty="0" err="1">
                <a:ln>
                  <a:noFill/>
                </a:ln>
                <a:solidFill>
                  <a:srgbClr val="FFFFFF"/>
                </a:solidFill>
                <a:effectLst/>
                <a:uLnTx/>
                <a:uFillTx/>
                <a:ea typeface="+mn-ea"/>
                <a:cs typeface="+mn-cs"/>
              </a:rPr>
              <a:t>aliqua</a:t>
            </a:r>
            <a:r>
              <a:rPr kumimoji="0" lang="en-US" sz="1400" b="0" i="0" u="none" strike="noStrike" kern="1200" cap="none" spc="0" normalizeH="0" baseline="0" noProof="0" dirty="0">
                <a:ln>
                  <a:noFill/>
                </a:ln>
                <a:solidFill>
                  <a:srgbClr val="FFFFFF"/>
                </a:solidFill>
                <a:effectLst/>
                <a:uLnTx/>
                <a:uFillTx/>
                <a:ea typeface="+mn-ea"/>
                <a:cs typeface="+mn-cs"/>
              </a:rPr>
              <a:t>. </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FFFFFF"/>
              </a:solidFill>
              <a:effectLst/>
              <a:uLnTx/>
              <a:uFillTx/>
              <a:ea typeface="+mn-ea"/>
              <a:cs typeface="+mn-cs"/>
            </a:endParaRP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FFFFFF"/>
              </a:solidFill>
              <a:effectLst/>
              <a:uLnTx/>
              <a:uFillTx/>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FFFFFF"/>
              </a:solidFill>
              <a:effectLst/>
              <a:uLnTx/>
              <a:uFillTx/>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FFFFFF"/>
              </a:solidFill>
              <a:effectLst/>
              <a:uLnTx/>
              <a:uFillTx/>
              <a:ea typeface="+mn-ea"/>
              <a:cs typeface="+mn-cs"/>
            </a:endParaRPr>
          </a:p>
        </p:txBody>
      </p:sp>
      <p:sp>
        <p:nvSpPr>
          <p:cNvPr id="36" name="Text Placeholder 3">
            <a:extLst>
              <a:ext uri="{FF2B5EF4-FFF2-40B4-BE49-F238E27FC236}">
                <a16:creationId xmlns:a16="http://schemas.microsoft.com/office/drawing/2014/main" id="{7D16256C-2D8F-2F6A-7EC1-AF3EFC5FC361}"/>
              </a:ext>
            </a:extLst>
          </p:cNvPr>
          <p:cNvSpPr txBox="1">
            <a:spLocks/>
          </p:cNvSpPr>
          <p:nvPr/>
        </p:nvSpPr>
        <p:spPr>
          <a:xfrm>
            <a:off x="550863" y="1590873"/>
            <a:ext cx="5545137"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400" b="0" kern="1200">
                <a:solidFill>
                  <a:schemeClr val="accent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1DB6F3"/>
                </a:solidFill>
                <a:effectLst/>
                <a:uLnTx/>
                <a:uFillTx/>
                <a:latin typeface="+mj-lt"/>
                <a:ea typeface="+mn-ea"/>
                <a:cs typeface="+mn-cs"/>
              </a:rPr>
              <a:t>Initial steps</a:t>
            </a:r>
          </a:p>
        </p:txBody>
      </p:sp>
      <p:sp>
        <p:nvSpPr>
          <p:cNvPr id="37" name="Text Placeholder 3">
            <a:extLst>
              <a:ext uri="{FF2B5EF4-FFF2-40B4-BE49-F238E27FC236}">
                <a16:creationId xmlns:a16="http://schemas.microsoft.com/office/drawing/2014/main" id="{4979B72B-7F03-D20A-5FD8-CC7AE1A621EA}"/>
              </a:ext>
            </a:extLst>
          </p:cNvPr>
          <p:cNvSpPr txBox="1">
            <a:spLocks/>
          </p:cNvSpPr>
          <p:nvPr/>
        </p:nvSpPr>
        <p:spPr>
          <a:xfrm>
            <a:off x="7052445" y="1587007"/>
            <a:ext cx="4587649"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400" b="0" kern="1200">
                <a:solidFill>
                  <a:schemeClr val="accent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1DB6F3"/>
                </a:solidFill>
                <a:effectLst/>
                <a:uLnTx/>
                <a:uFillTx/>
                <a:latin typeface="+mj-lt"/>
                <a:ea typeface="+mn-ea"/>
                <a:cs typeface="+mn-cs"/>
              </a:rPr>
              <a:t>Continued feedback</a:t>
            </a:r>
          </a:p>
        </p:txBody>
      </p:sp>
    </p:spTree>
    <p:extLst>
      <p:ext uri="{BB962C8B-B14F-4D97-AF65-F5344CB8AC3E}">
        <p14:creationId xmlns:p14="http://schemas.microsoft.com/office/powerpoint/2010/main" val="3631916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5914B5-B54F-D4C4-073F-362962E812B5}"/>
            </a:ext>
          </a:extLst>
        </p:cNvPr>
        <p:cNvGrpSpPr/>
        <p:nvPr/>
      </p:nvGrpSpPr>
      <p:grpSpPr>
        <a:xfrm>
          <a:off x="0" y="0"/>
          <a:ext cx="0" cy="0"/>
          <a:chOff x="0" y="0"/>
          <a:chExt cx="0" cy="0"/>
        </a:xfrm>
      </p:grpSpPr>
      <p:sp>
        <p:nvSpPr>
          <p:cNvPr id="29" name="Title 28">
            <a:extLst>
              <a:ext uri="{FF2B5EF4-FFF2-40B4-BE49-F238E27FC236}">
                <a16:creationId xmlns:a16="http://schemas.microsoft.com/office/drawing/2014/main" id="{498D50EE-030F-AA1E-D92B-A8F114C4CEB9}"/>
              </a:ext>
            </a:extLst>
          </p:cNvPr>
          <p:cNvSpPr>
            <a:spLocks noGrp="1"/>
          </p:cNvSpPr>
          <p:nvPr>
            <p:ph type="title"/>
          </p:nvPr>
        </p:nvSpPr>
        <p:spPr>
          <a:xfrm>
            <a:off x="551384" y="549274"/>
            <a:ext cx="11090938" cy="930372"/>
          </a:xfrm>
        </p:spPr>
        <p:txBody>
          <a:bodyPr/>
          <a:lstStyle/>
          <a:p>
            <a:r>
              <a:rPr lang="en-US" dirty="0"/>
              <a:t>Chart design example</a:t>
            </a:r>
            <a:br>
              <a:rPr lang="en-US" dirty="0"/>
            </a:br>
            <a:r>
              <a:rPr lang="en-US" dirty="0"/>
              <a:t>Agile loop 4</a:t>
            </a:r>
          </a:p>
        </p:txBody>
      </p:sp>
      <p:sp>
        <p:nvSpPr>
          <p:cNvPr id="21" name="Text Placeholder 3">
            <a:extLst>
              <a:ext uri="{FF2B5EF4-FFF2-40B4-BE49-F238E27FC236}">
                <a16:creationId xmlns:a16="http://schemas.microsoft.com/office/drawing/2014/main" id="{EC1D34BF-769D-4240-7401-1699B1E4B985}"/>
              </a:ext>
            </a:extLst>
          </p:cNvPr>
          <p:cNvSpPr txBox="1">
            <a:spLocks/>
          </p:cNvSpPr>
          <p:nvPr/>
        </p:nvSpPr>
        <p:spPr>
          <a:xfrm>
            <a:off x="550863" y="1590873"/>
            <a:ext cx="5545137"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400" b="0" kern="1200">
                <a:solidFill>
                  <a:schemeClr val="accent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latin typeface="+mj-lt"/>
                <a:ea typeface="+mn-ea"/>
                <a:cs typeface="+mn-cs"/>
              </a:rPr>
              <a:t>Initial steps</a:t>
            </a:r>
          </a:p>
        </p:txBody>
      </p:sp>
      <p:sp>
        <p:nvSpPr>
          <p:cNvPr id="25" name="Text Placeholder 3">
            <a:extLst>
              <a:ext uri="{FF2B5EF4-FFF2-40B4-BE49-F238E27FC236}">
                <a16:creationId xmlns:a16="http://schemas.microsoft.com/office/drawing/2014/main" id="{765FD8BA-6834-EA5E-8D01-DD78FB4F7002}"/>
              </a:ext>
            </a:extLst>
          </p:cNvPr>
          <p:cNvSpPr txBox="1">
            <a:spLocks/>
          </p:cNvSpPr>
          <p:nvPr/>
        </p:nvSpPr>
        <p:spPr>
          <a:xfrm>
            <a:off x="7052445" y="1587007"/>
            <a:ext cx="4587649" cy="307777"/>
          </a:xfrm>
          <a:prstGeom prst="rect">
            <a:avLst/>
          </a:prstGeom>
        </p:spPr>
        <p:txBody>
          <a:bodyPr vert="horz" wrap="square" lIns="0" tIns="0" rIns="0" bIns="0" rtlCol="0">
            <a:sp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2400" b="0" kern="1200">
                <a:solidFill>
                  <a:schemeClr val="accent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rgbClr val="FEB100"/>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00D5D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latin typeface="+mj-lt"/>
                <a:ea typeface="+mn-ea"/>
                <a:cs typeface="+mn-cs"/>
              </a:rPr>
              <a:t>Continued feedback</a:t>
            </a:r>
          </a:p>
        </p:txBody>
      </p:sp>
      <p:sp>
        <p:nvSpPr>
          <p:cNvPr id="9" name="Textfeld 4">
            <a:extLst>
              <a:ext uri="{FF2B5EF4-FFF2-40B4-BE49-F238E27FC236}">
                <a16:creationId xmlns:a16="http://schemas.microsoft.com/office/drawing/2014/main" id="{302D363A-3DA3-400F-4131-3E2A3B877883}"/>
              </a:ext>
            </a:extLst>
          </p:cNvPr>
          <p:cNvSpPr txBox="1"/>
          <p:nvPr/>
        </p:nvSpPr>
        <p:spPr bwMode="gray">
          <a:xfrm>
            <a:off x="1392114" y="2523874"/>
            <a:ext cx="1434152" cy="822919"/>
          </a:xfrm>
          <a:prstGeom prst="rect">
            <a:avLst/>
          </a:prstGeom>
          <a:noFill/>
        </p:spPr>
        <p:txBody>
          <a:bodyPr wrap="none" lIns="90000" tIns="46800" rIns="90000" bIns="46800" rtlCol="0" anchor="t">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Light"/>
                <a:ea typeface="+mn-ea"/>
                <a:cs typeface="+mn-cs"/>
              </a:rPr>
              <a:t>Empathize</a:t>
            </a:r>
            <a:endParaRPr kumimoji="0" lang="en-US" sz="1600" b="0" i="0" u="none" strike="noStrike" kern="1200" cap="none" spc="0" normalizeH="0" baseline="0" noProof="0" dirty="0">
              <a:ln>
                <a:noFill/>
              </a:ln>
              <a:solidFill>
                <a:srgbClr val="000000"/>
              </a:solidFill>
              <a:effectLst/>
              <a:uLnTx/>
              <a:uFillTx/>
              <a:latin typeface="Ubuntu Light"/>
              <a:ea typeface="+mn-ea"/>
              <a:cs typeface="+mn-cs"/>
            </a:endParaRP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Ubuntu"/>
                <a:ea typeface="+mn-ea"/>
                <a:cs typeface="+mn-cs"/>
              </a:rPr>
              <a:t>explore the</a:t>
            </a:r>
            <a:br>
              <a:rPr kumimoji="0" lang="en-US" sz="1200" b="0" i="0" u="none" strike="noStrike" kern="1200" cap="none" spc="0" normalizeH="0" baseline="0" noProof="0" dirty="0">
                <a:ln>
                  <a:noFill/>
                </a:ln>
                <a:solidFill>
                  <a:srgbClr val="000000"/>
                </a:solidFill>
                <a:effectLst/>
                <a:uLnTx/>
                <a:uFillTx/>
                <a:latin typeface="Ubuntu"/>
                <a:ea typeface="+mn-ea"/>
                <a:cs typeface="+mn-cs"/>
              </a:rPr>
            </a:br>
            <a:r>
              <a:rPr kumimoji="0" lang="en-US" sz="1200" b="0" i="0" u="none" strike="noStrike" kern="1200" cap="none" spc="0" normalizeH="0" baseline="0" noProof="0" dirty="0">
                <a:ln>
                  <a:noFill/>
                </a:ln>
                <a:solidFill>
                  <a:srgbClr val="000000"/>
                </a:solidFill>
                <a:effectLst/>
                <a:uLnTx/>
                <a:uFillTx/>
                <a:latin typeface="Ubuntu"/>
                <a:ea typeface="+mn-ea"/>
                <a:cs typeface="+mn-cs"/>
              </a:rPr>
              <a:t>human context</a:t>
            </a:r>
          </a:p>
        </p:txBody>
      </p:sp>
      <p:sp>
        <p:nvSpPr>
          <p:cNvPr id="14" name="Text Box 13">
            <a:extLst>
              <a:ext uri="{FF2B5EF4-FFF2-40B4-BE49-F238E27FC236}">
                <a16:creationId xmlns:a16="http://schemas.microsoft.com/office/drawing/2014/main" id="{FAE67EC4-C4FC-1AAD-E8EF-D6A2BF6EAA1A}"/>
              </a:ext>
            </a:extLst>
          </p:cNvPr>
          <p:cNvSpPr txBox="1">
            <a:spLocks noChangeArrowheads="1"/>
          </p:cNvSpPr>
          <p:nvPr/>
        </p:nvSpPr>
        <p:spPr bwMode="gray">
          <a:xfrm>
            <a:off x="1392114" y="3840597"/>
            <a:ext cx="1596597" cy="402291"/>
          </a:xfrm>
          <a:prstGeom prst="rect">
            <a:avLst/>
          </a:prstGeom>
          <a:noFill/>
          <a:ln w="9525" algn="ctr">
            <a:noFill/>
            <a:miter lim="800000"/>
            <a:headEnd/>
            <a:tailEnd/>
          </a:ln>
        </p:spPr>
        <p:txBody>
          <a:bodyPr wrap="square" lIns="90000" tIns="46800" rIns="90000" bIns="46800" anchor="ctr">
            <a:spAutoFit/>
          </a:bodyPr>
          <a:lstStyle/>
          <a:p>
            <a:pPr marL="0" marR="0" lvl="0" indent="0" algn="l" defTabSz="801688" rtl="0" eaLnBrk="1" fontAlgn="auto" latinLnBrk="0" hangingPunct="1">
              <a:lnSpc>
                <a:spcPct val="100000"/>
              </a:lnSpc>
              <a:spcBef>
                <a:spcPts val="4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Light"/>
                <a:ea typeface="+mn-ea"/>
                <a:cs typeface="+mn-cs"/>
              </a:rPr>
              <a:t>Context</a:t>
            </a:r>
          </a:p>
        </p:txBody>
      </p:sp>
      <p:sp>
        <p:nvSpPr>
          <p:cNvPr id="12" name="Textfeld 7">
            <a:extLst>
              <a:ext uri="{FF2B5EF4-FFF2-40B4-BE49-F238E27FC236}">
                <a16:creationId xmlns:a16="http://schemas.microsoft.com/office/drawing/2014/main" id="{8F1F4B4A-19C4-6382-B5FC-DD6E19A2D770}"/>
              </a:ext>
            </a:extLst>
          </p:cNvPr>
          <p:cNvSpPr txBox="1"/>
          <p:nvPr/>
        </p:nvSpPr>
        <p:spPr bwMode="grayWhite">
          <a:xfrm>
            <a:off x="1392114" y="4962425"/>
            <a:ext cx="1851070" cy="822919"/>
          </a:xfrm>
          <a:prstGeom prst="rect">
            <a:avLst/>
          </a:prstGeom>
          <a:noFill/>
        </p:spPr>
        <p:txBody>
          <a:bodyPr wrap="square" lIns="90000" tIns="46800" rIns="90000" bIns="46800" rtlCol="0" anchor="t">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Light"/>
                <a:ea typeface="+mn-ea"/>
                <a:cs typeface="+mn-cs"/>
              </a:rPr>
              <a:t>Define</a:t>
            </a:r>
            <a:endParaRPr kumimoji="0" lang="en-US" sz="1600" b="0" i="0" u="none" strike="noStrike" kern="1200" cap="none" spc="0" normalizeH="0" baseline="0" noProof="0" dirty="0">
              <a:ln>
                <a:noFill/>
              </a:ln>
              <a:solidFill>
                <a:srgbClr val="000000"/>
              </a:solidFill>
              <a:effectLst/>
              <a:uLnTx/>
              <a:uFillTx/>
              <a:latin typeface="Ubuntu Light"/>
              <a:ea typeface="+mn-ea"/>
              <a:cs typeface="+mn-cs"/>
            </a:endParaRP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Ubuntu"/>
                <a:ea typeface="+mn-ea"/>
                <a:cs typeface="+mn-cs"/>
              </a:rPr>
              <a:t>identify and select the strongest forces</a:t>
            </a:r>
          </a:p>
        </p:txBody>
      </p:sp>
      <p:sp>
        <p:nvSpPr>
          <p:cNvPr id="10" name="Textfeld 5">
            <a:extLst>
              <a:ext uri="{FF2B5EF4-FFF2-40B4-BE49-F238E27FC236}">
                <a16:creationId xmlns:a16="http://schemas.microsoft.com/office/drawing/2014/main" id="{8373EB91-7D2C-D4D8-5598-E8D1EEB3C8C4}"/>
              </a:ext>
            </a:extLst>
          </p:cNvPr>
          <p:cNvSpPr txBox="1"/>
          <p:nvPr/>
        </p:nvSpPr>
        <p:spPr bwMode="ltGray">
          <a:xfrm>
            <a:off x="9433164" y="2523874"/>
            <a:ext cx="1366722" cy="1007585"/>
          </a:xfrm>
          <a:prstGeom prst="rect">
            <a:avLst/>
          </a:prstGeom>
          <a:noFill/>
        </p:spPr>
        <p:txBody>
          <a:bodyPr wrap="square" lIns="90000" tIns="46800" rIns="90000" bIns="46800" rtlCol="0" anchor="t">
            <a:spAutoFit/>
          </a:bodyPr>
          <a:lstStyle/>
          <a:p>
            <a:pPr marL="0" marR="0" lvl="0" indent="0" algn="r" defTabSz="914400" rtl="0" eaLnBrk="1" fontAlgn="auto" latinLnBrk="0" hangingPunct="1">
              <a:lnSpc>
                <a:spcPct val="100000"/>
              </a:lnSpc>
              <a:spcBef>
                <a:spcPts val="4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Light"/>
                <a:ea typeface="+mn-ea"/>
                <a:cs typeface="+mn-cs"/>
              </a:rPr>
              <a:t>Ideate</a:t>
            </a:r>
            <a:endParaRPr kumimoji="0" lang="en-US" sz="1600" b="0" i="0" u="none" strike="noStrike" kern="1200" cap="none" spc="0" normalizeH="0" baseline="0" noProof="0" dirty="0">
              <a:ln>
                <a:noFill/>
              </a:ln>
              <a:solidFill>
                <a:srgbClr val="000000"/>
              </a:solidFill>
              <a:effectLst/>
              <a:uLnTx/>
              <a:uFillTx/>
              <a:latin typeface="Ubuntu Light"/>
              <a:ea typeface="+mn-ea"/>
              <a:cs typeface="+mn-cs"/>
            </a:endParaRPr>
          </a:p>
          <a:p>
            <a:pPr marL="0" marR="0" lvl="0" indent="0" algn="r"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Ubuntu"/>
                <a:ea typeface="+mn-ea"/>
                <a:cs typeface="+mn-cs"/>
              </a:rPr>
              <a:t>generate forms at multiple boundaries</a:t>
            </a:r>
          </a:p>
        </p:txBody>
      </p:sp>
      <p:sp>
        <p:nvSpPr>
          <p:cNvPr id="15" name="Text Box 13">
            <a:extLst>
              <a:ext uri="{FF2B5EF4-FFF2-40B4-BE49-F238E27FC236}">
                <a16:creationId xmlns:a16="http://schemas.microsoft.com/office/drawing/2014/main" id="{A08163C4-B74D-A27F-03EF-43527E80E7D2}"/>
              </a:ext>
            </a:extLst>
          </p:cNvPr>
          <p:cNvSpPr txBox="1">
            <a:spLocks noChangeArrowheads="1"/>
          </p:cNvSpPr>
          <p:nvPr/>
        </p:nvSpPr>
        <p:spPr bwMode="gray">
          <a:xfrm>
            <a:off x="9602272" y="3840597"/>
            <a:ext cx="1197614" cy="402291"/>
          </a:xfrm>
          <a:prstGeom prst="rect">
            <a:avLst/>
          </a:prstGeom>
          <a:noFill/>
          <a:ln w="9525" algn="ctr">
            <a:noFill/>
            <a:miter lim="800000"/>
            <a:headEnd/>
            <a:tailEnd/>
          </a:ln>
        </p:spPr>
        <p:txBody>
          <a:bodyPr wrap="square" lIns="90000" tIns="46800" rIns="90000" bIns="46800" anchor="ctr">
            <a:spAutoFit/>
          </a:bodyPr>
          <a:lstStyle/>
          <a:p>
            <a:pPr marL="0" marR="0" lvl="0" indent="0" algn="r" defTabSz="801688" rtl="0" eaLnBrk="1" fontAlgn="auto" latinLnBrk="0" hangingPunct="1">
              <a:lnSpc>
                <a:spcPct val="100000"/>
              </a:lnSpc>
              <a:spcBef>
                <a:spcPts val="4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Light"/>
                <a:ea typeface="+mn-ea"/>
                <a:cs typeface="+mn-cs"/>
              </a:rPr>
              <a:t>Form</a:t>
            </a:r>
          </a:p>
        </p:txBody>
      </p:sp>
      <p:sp>
        <p:nvSpPr>
          <p:cNvPr id="11" name="Textfeld 6">
            <a:extLst>
              <a:ext uri="{FF2B5EF4-FFF2-40B4-BE49-F238E27FC236}">
                <a16:creationId xmlns:a16="http://schemas.microsoft.com/office/drawing/2014/main" id="{C1E5E555-24AA-5B1E-A285-7285845274DF}"/>
              </a:ext>
            </a:extLst>
          </p:cNvPr>
          <p:cNvSpPr txBox="1"/>
          <p:nvPr/>
        </p:nvSpPr>
        <p:spPr bwMode="ltGray">
          <a:xfrm>
            <a:off x="9189597" y="4962425"/>
            <a:ext cx="1610289" cy="638253"/>
          </a:xfrm>
          <a:prstGeom prst="rect">
            <a:avLst/>
          </a:prstGeom>
          <a:noFill/>
        </p:spPr>
        <p:txBody>
          <a:bodyPr wrap="none" lIns="90000" tIns="46800" rIns="90000" bIns="46800" rtlCol="0" anchor="t">
            <a:spAutoFit/>
          </a:bodyPr>
          <a:lstStyle/>
          <a:p>
            <a:pPr marL="0" marR="0" lvl="0" indent="0" algn="r" defTabSz="914400" rtl="0" eaLnBrk="1" fontAlgn="auto" latinLnBrk="0" hangingPunct="1">
              <a:lnSpc>
                <a:spcPct val="100000"/>
              </a:lnSpc>
              <a:spcBef>
                <a:spcPts val="4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Light"/>
                <a:ea typeface="+mn-ea"/>
                <a:cs typeface="+mn-cs"/>
              </a:rPr>
              <a:t>Prototype</a:t>
            </a:r>
            <a:endParaRPr kumimoji="0" lang="en-US" sz="1600" b="0" i="0" u="none" strike="noStrike" kern="1200" cap="none" spc="0" normalizeH="0" baseline="0" noProof="0" dirty="0">
              <a:ln>
                <a:noFill/>
              </a:ln>
              <a:solidFill>
                <a:srgbClr val="000000"/>
              </a:solidFill>
              <a:effectLst/>
              <a:uLnTx/>
              <a:uFillTx/>
              <a:latin typeface="Ubuntu Light"/>
              <a:ea typeface="+mn-ea"/>
              <a:cs typeface="+mn-cs"/>
            </a:endParaRPr>
          </a:p>
          <a:p>
            <a:pPr marL="0" marR="0" lvl="0" indent="0" algn="r"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Ubuntu"/>
                <a:ea typeface="+mn-ea"/>
                <a:cs typeface="+mn-cs"/>
              </a:rPr>
              <a:t>realize minimal form</a:t>
            </a:r>
          </a:p>
        </p:txBody>
      </p:sp>
      <p:sp>
        <p:nvSpPr>
          <p:cNvPr id="13" name="Textfeld 8">
            <a:extLst>
              <a:ext uri="{FF2B5EF4-FFF2-40B4-BE49-F238E27FC236}">
                <a16:creationId xmlns:a16="http://schemas.microsoft.com/office/drawing/2014/main" id="{8ED435CC-7404-D74D-CEF1-443A18E4B02E}"/>
              </a:ext>
            </a:extLst>
          </p:cNvPr>
          <p:cNvSpPr txBox="1"/>
          <p:nvPr/>
        </p:nvSpPr>
        <p:spPr>
          <a:xfrm>
            <a:off x="5277913" y="5400781"/>
            <a:ext cx="1596597" cy="822919"/>
          </a:xfrm>
          <a:prstGeom prst="rect">
            <a:avLst/>
          </a:prstGeom>
          <a:noFill/>
        </p:spPr>
        <p:txBody>
          <a:bodyPr wrap="square" lIns="90000" tIns="46800" rIns="90000" bIns="46800" rtlCol="0" anchor="t">
            <a:spAutoFit/>
          </a:bodyPr>
          <a:lstStyle/>
          <a:p>
            <a:pPr marL="0" marR="0" lvl="0" indent="0" algn="ctr" defTabSz="914400" rtl="0" eaLnBrk="1" fontAlgn="auto" latinLnBrk="0" hangingPunct="1">
              <a:lnSpc>
                <a:spcPct val="100000"/>
              </a:lnSpc>
              <a:spcBef>
                <a:spcPts val="4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Ubuntu Light"/>
                <a:ea typeface="+mn-ea"/>
                <a:cs typeface="+mn-cs"/>
              </a:rPr>
              <a:t>Test</a:t>
            </a:r>
            <a:endParaRPr kumimoji="0" lang="en-US" sz="1600" b="0" i="0" u="none" strike="noStrike" kern="1200" cap="none" spc="0" normalizeH="0" baseline="0" noProof="0" dirty="0">
              <a:ln>
                <a:noFill/>
              </a:ln>
              <a:solidFill>
                <a:srgbClr val="000000"/>
              </a:solidFill>
              <a:effectLst/>
              <a:uLnTx/>
              <a:uFillTx/>
              <a:latin typeface="Ubuntu Light"/>
              <a:ea typeface="+mn-ea"/>
              <a:cs typeface="+mn-cs"/>
            </a:endParaRPr>
          </a:p>
          <a:p>
            <a:pPr marL="0" marR="0" lvl="0" indent="0" algn="ctr"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Ubuntu"/>
                <a:ea typeface="+mn-ea"/>
                <a:cs typeface="+mn-cs"/>
              </a:rPr>
              <a:t>stage the ensemble and look misfits</a:t>
            </a:r>
          </a:p>
        </p:txBody>
      </p:sp>
      <p:grpSp>
        <p:nvGrpSpPr>
          <p:cNvPr id="30" name="Group 29" descr="Infinite loop">
            <a:extLst>
              <a:ext uri="{FF2B5EF4-FFF2-40B4-BE49-F238E27FC236}">
                <a16:creationId xmlns:a16="http://schemas.microsoft.com/office/drawing/2014/main" id="{C91DE211-D295-B675-3AC6-5913E7E6ECBD}"/>
              </a:ext>
            </a:extLst>
          </p:cNvPr>
          <p:cNvGrpSpPr/>
          <p:nvPr/>
        </p:nvGrpSpPr>
        <p:grpSpPr>
          <a:xfrm>
            <a:off x="2868144" y="2587823"/>
            <a:ext cx="6466534" cy="2890562"/>
            <a:chOff x="2868144" y="2587823"/>
            <a:chExt cx="6466534" cy="2890562"/>
          </a:xfrm>
          <a:solidFill>
            <a:schemeClr val="tx2"/>
          </a:solidFill>
        </p:grpSpPr>
        <p:sp>
          <p:nvSpPr>
            <p:cNvPr id="20" name="Freeform 10">
              <a:extLst>
                <a:ext uri="{FF2B5EF4-FFF2-40B4-BE49-F238E27FC236}">
                  <a16:creationId xmlns:a16="http://schemas.microsoft.com/office/drawing/2014/main" id="{316192D1-DC95-F1A6-7130-6E9BEF528729}"/>
                </a:ext>
              </a:extLst>
            </p:cNvPr>
            <p:cNvSpPr>
              <a:spLocks/>
            </p:cNvSpPr>
            <p:nvPr/>
          </p:nvSpPr>
          <p:spPr bwMode="auto">
            <a:xfrm>
              <a:off x="6491814" y="4044025"/>
              <a:ext cx="2842864" cy="1434359"/>
            </a:xfrm>
            <a:custGeom>
              <a:avLst/>
              <a:gdLst>
                <a:gd name="T0" fmla="*/ 1176 w 1176"/>
                <a:gd name="T1" fmla="*/ 0 h 593"/>
                <a:gd name="T2" fmla="*/ 1052 w 1176"/>
                <a:gd name="T3" fmla="*/ 0 h 593"/>
                <a:gd name="T4" fmla="*/ 580 w 1176"/>
                <a:gd name="T5" fmla="*/ 469 h 593"/>
                <a:gd name="T6" fmla="*/ 274 w 1176"/>
                <a:gd name="T7" fmla="*/ 355 h 593"/>
                <a:gd name="T8" fmla="*/ 88 w 1176"/>
                <a:gd name="T9" fmla="*/ 167 h 593"/>
                <a:gd name="T10" fmla="*/ 0 w 1176"/>
                <a:gd name="T11" fmla="*/ 255 h 593"/>
                <a:gd name="T12" fmla="*/ 190 w 1176"/>
                <a:gd name="T13" fmla="*/ 447 h 593"/>
                <a:gd name="T14" fmla="*/ 580 w 1176"/>
                <a:gd name="T15" fmla="*/ 593 h 593"/>
                <a:gd name="T16" fmla="*/ 1176 w 1176"/>
                <a:gd name="T17" fmla="*/ 0 h 593"/>
                <a:gd name="connsiteX0" fmla="*/ 10000 w 10000"/>
                <a:gd name="connsiteY0" fmla="*/ 0 h 10000"/>
                <a:gd name="connsiteX1" fmla="*/ 8946 w 10000"/>
                <a:gd name="connsiteY1" fmla="*/ 0 h 10000"/>
                <a:gd name="connsiteX2" fmla="*/ 4932 w 10000"/>
                <a:gd name="connsiteY2" fmla="*/ 7909 h 10000"/>
                <a:gd name="connsiteX3" fmla="*/ 2330 w 10000"/>
                <a:gd name="connsiteY3" fmla="*/ 5987 h 10000"/>
                <a:gd name="connsiteX4" fmla="*/ 748 w 10000"/>
                <a:gd name="connsiteY4" fmla="*/ 2816 h 10000"/>
                <a:gd name="connsiteX5" fmla="*/ 0 w 10000"/>
                <a:gd name="connsiteY5" fmla="*/ 4300 h 10000"/>
                <a:gd name="connsiteX6" fmla="*/ 1616 w 10000"/>
                <a:gd name="connsiteY6" fmla="*/ 7538 h 10000"/>
                <a:gd name="connsiteX7" fmla="*/ 4932 w 10000"/>
                <a:gd name="connsiteY7" fmla="*/ 10000 h 10000"/>
                <a:gd name="connsiteX8" fmla="*/ 10000 w 10000"/>
                <a:gd name="connsiteY8"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0" h="10000">
                  <a:moveTo>
                    <a:pt x="10000" y="0"/>
                  </a:moveTo>
                  <a:lnTo>
                    <a:pt x="8946" y="0"/>
                  </a:lnTo>
                  <a:cubicBezTo>
                    <a:pt x="8937" y="4368"/>
                    <a:pt x="7143" y="7909"/>
                    <a:pt x="4932" y="7909"/>
                  </a:cubicBezTo>
                  <a:cubicBezTo>
                    <a:pt x="3937" y="7909"/>
                    <a:pt x="3027" y="7184"/>
                    <a:pt x="2330" y="5987"/>
                  </a:cubicBezTo>
                  <a:lnTo>
                    <a:pt x="748" y="2816"/>
                  </a:lnTo>
                  <a:lnTo>
                    <a:pt x="0" y="4300"/>
                  </a:lnTo>
                  <a:cubicBezTo>
                    <a:pt x="651" y="5865"/>
                    <a:pt x="1616" y="7538"/>
                    <a:pt x="1616" y="7538"/>
                  </a:cubicBezTo>
                  <a:cubicBezTo>
                    <a:pt x="2500" y="9073"/>
                    <a:pt x="3665" y="10000"/>
                    <a:pt x="4932" y="10000"/>
                  </a:cubicBezTo>
                  <a:cubicBezTo>
                    <a:pt x="7721" y="10000"/>
                    <a:pt x="9991" y="5514"/>
                    <a:pt x="10000" y="0"/>
                  </a:cubicBezTo>
                </a:path>
              </a:pathLst>
            </a:custGeom>
            <a:grpFill/>
            <a:ln w="38100">
              <a:solidFill>
                <a:schemeClr val="bg2"/>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40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Ubuntu"/>
                <a:ea typeface="+mn-ea"/>
                <a:cs typeface="+mn-cs"/>
              </a:endParaRPr>
            </a:p>
          </p:txBody>
        </p:sp>
        <p:sp>
          <p:nvSpPr>
            <p:cNvPr id="5" name="Chevron 4">
              <a:extLst>
                <a:ext uri="{FF2B5EF4-FFF2-40B4-BE49-F238E27FC236}">
                  <a16:creationId xmlns:a16="http://schemas.microsoft.com/office/drawing/2014/main" id="{3DF7FFFF-BFBD-A479-2BEF-7562F77CB450}"/>
                </a:ext>
              </a:extLst>
            </p:cNvPr>
            <p:cNvSpPr/>
            <p:nvPr/>
          </p:nvSpPr>
          <p:spPr>
            <a:xfrm rot="13550279">
              <a:off x="4650017" y="3681212"/>
              <a:ext cx="2492777" cy="306000"/>
            </a:xfrm>
            <a:prstGeom prst="chevron">
              <a:avLst/>
            </a:prstGeom>
            <a:grpFill/>
            <a:ln w="38100">
              <a:solidFill>
                <a:schemeClr val="bg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3" name="Freeform 13">
              <a:extLst>
                <a:ext uri="{FF2B5EF4-FFF2-40B4-BE49-F238E27FC236}">
                  <a16:creationId xmlns:a16="http://schemas.microsoft.com/office/drawing/2014/main" id="{CACBC113-29F1-C5AC-D5DB-4A0B8B291577}"/>
                </a:ext>
              </a:extLst>
            </p:cNvPr>
            <p:cNvSpPr>
              <a:spLocks/>
            </p:cNvSpPr>
            <p:nvPr/>
          </p:nvSpPr>
          <p:spPr bwMode="auto">
            <a:xfrm>
              <a:off x="5889473" y="2605101"/>
              <a:ext cx="3445205" cy="1656435"/>
            </a:xfrm>
            <a:custGeom>
              <a:avLst/>
              <a:gdLst>
                <a:gd name="T0" fmla="*/ 1425 w 1425"/>
                <a:gd name="T1" fmla="*/ 596 h 685"/>
                <a:gd name="T2" fmla="*/ 829 w 1425"/>
                <a:gd name="T3" fmla="*/ 0 h 685"/>
                <a:gd name="T4" fmla="*/ 444 w 1425"/>
                <a:gd name="T5" fmla="*/ 142 h 685"/>
                <a:gd name="T6" fmla="*/ 444 w 1425"/>
                <a:gd name="T7" fmla="*/ 142 h 685"/>
                <a:gd name="T8" fmla="*/ 444 w 1425"/>
                <a:gd name="T9" fmla="*/ 142 h 685"/>
                <a:gd name="T10" fmla="*/ 87 w 1425"/>
                <a:gd name="T11" fmla="*/ 507 h 685"/>
                <a:gd name="T12" fmla="*/ 0 w 1425"/>
                <a:gd name="T13" fmla="*/ 596 h 685"/>
                <a:gd name="T14" fmla="*/ 87 w 1425"/>
                <a:gd name="T15" fmla="*/ 685 h 685"/>
                <a:gd name="T16" fmla="*/ 174 w 1425"/>
                <a:gd name="T17" fmla="*/ 596 h 685"/>
                <a:gd name="T18" fmla="*/ 238 w 1425"/>
                <a:gd name="T19" fmla="*/ 531 h 685"/>
                <a:gd name="T20" fmla="*/ 529 w 1425"/>
                <a:gd name="T21" fmla="*/ 233 h 685"/>
                <a:gd name="T22" fmla="*/ 829 w 1425"/>
                <a:gd name="T23" fmla="*/ 124 h 685"/>
                <a:gd name="T24" fmla="*/ 1301 w 1425"/>
                <a:gd name="T25" fmla="*/ 596 h 685"/>
                <a:gd name="T26" fmla="*/ 1301 w 1425"/>
                <a:gd name="T27" fmla="*/ 598 h 685"/>
                <a:gd name="T28" fmla="*/ 1365 w 1425"/>
                <a:gd name="T29" fmla="*/ 651 h 685"/>
                <a:gd name="T30" fmla="*/ 1425 w 1425"/>
                <a:gd name="T31" fmla="*/ 598 h 685"/>
                <a:gd name="T32" fmla="*/ 1425 w 1425"/>
                <a:gd name="T33" fmla="*/ 596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25" h="685">
                  <a:moveTo>
                    <a:pt x="1425" y="596"/>
                  </a:moveTo>
                  <a:cubicBezTo>
                    <a:pt x="1425" y="267"/>
                    <a:pt x="1158" y="0"/>
                    <a:pt x="829" y="0"/>
                  </a:cubicBezTo>
                  <a:cubicBezTo>
                    <a:pt x="683" y="0"/>
                    <a:pt x="548" y="54"/>
                    <a:pt x="444" y="142"/>
                  </a:cubicBezTo>
                  <a:cubicBezTo>
                    <a:pt x="444" y="142"/>
                    <a:pt x="444" y="142"/>
                    <a:pt x="444" y="142"/>
                  </a:cubicBezTo>
                  <a:cubicBezTo>
                    <a:pt x="444" y="142"/>
                    <a:pt x="444" y="142"/>
                    <a:pt x="444" y="142"/>
                  </a:cubicBezTo>
                  <a:cubicBezTo>
                    <a:pt x="416" y="166"/>
                    <a:pt x="87" y="507"/>
                    <a:pt x="87" y="507"/>
                  </a:cubicBezTo>
                  <a:cubicBezTo>
                    <a:pt x="0" y="596"/>
                    <a:pt x="0" y="596"/>
                    <a:pt x="0" y="596"/>
                  </a:cubicBezTo>
                  <a:cubicBezTo>
                    <a:pt x="87" y="685"/>
                    <a:pt x="87" y="685"/>
                    <a:pt x="87" y="685"/>
                  </a:cubicBezTo>
                  <a:cubicBezTo>
                    <a:pt x="174" y="596"/>
                    <a:pt x="174" y="596"/>
                    <a:pt x="174" y="596"/>
                  </a:cubicBezTo>
                  <a:cubicBezTo>
                    <a:pt x="238" y="531"/>
                    <a:pt x="238" y="531"/>
                    <a:pt x="238" y="531"/>
                  </a:cubicBezTo>
                  <a:cubicBezTo>
                    <a:pt x="529" y="233"/>
                    <a:pt x="529" y="233"/>
                    <a:pt x="529" y="233"/>
                  </a:cubicBezTo>
                  <a:cubicBezTo>
                    <a:pt x="611" y="165"/>
                    <a:pt x="715" y="124"/>
                    <a:pt x="829" y="124"/>
                  </a:cubicBezTo>
                  <a:cubicBezTo>
                    <a:pt x="1089" y="124"/>
                    <a:pt x="1301" y="336"/>
                    <a:pt x="1301" y="596"/>
                  </a:cubicBezTo>
                  <a:cubicBezTo>
                    <a:pt x="1301" y="597"/>
                    <a:pt x="1301" y="597"/>
                    <a:pt x="1301" y="598"/>
                  </a:cubicBezTo>
                  <a:cubicBezTo>
                    <a:pt x="1365" y="651"/>
                    <a:pt x="1365" y="651"/>
                    <a:pt x="1365" y="651"/>
                  </a:cubicBezTo>
                  <a:cubicBezTo>
                    <a:pt x="1425" y="598"/>
                    <a:pt x="1425" y="598"/>
                    <a:pt x="1425" y="598"/>
                  </a:cubicBezTo>
                  <a:cubicBezTo>
                    <a:pt x="1425" y="597"/>
                    <a:pt x="1425" y="597"/>
                    <a:pt x="1425" y="596"/>
                  </a:cubicBezTo>
                  <a:close/>
                </a:path>
              </a:pathLst>
            </a:custGeom>
            <a:grpFill/>
            <a:ln w="38100">
              <a:solidFill>
                <a:schemeClr val="bg2"/>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40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Ubuntu"/>
                <a:ea typeface="+mn-ea"/>
                <a:cs typeface="+mn-cs"/>
              </a:endParaRPr>
            </a:p>
          </p:txBody>
        </p:sp>
        <p:sp>
          <p:nvSpPr>
            <p:cNvPr id="24" name="Freeform 14">
              <a:extLst>
                <a:ext uri="{FF2B5EF4-FFF2-40B4-BE49-F238E27FC236}">
                  <a16:creationId xmlns:a16="http://schemas.microsoft.com/office/drawing/2014/main" id="{9B883E46-AB6F-DF88-05E5-98604E914BCD}"/>
                </a:ext>
              </a:extLst>
            </p:cNvPr>
            <p:cNvSpPr>
              <a:spLocks/>
            </p:cNvSpPr>
            <p:nvPr/>
          </p:nvSpPr>
          <p:spPr bwMode="auto">
            <a:xfrm>
              <a:off x="2870165" y="3926903"/>
              <a:ext cx="3346336" cy="1551482"/>
            </a:xfrm>
            <a:custGeom>
              <a:avLst/>
              <a:gdLst>
                <a:gd name="T0" fmla="*/ 1384 w 1384"/>
                <a:gd name="T1" fmla="*/ 89 h 642"/>
                <a:gd name="T2" fmla="*/ 1376 w 1384"/>
                <a:gd name="T3" fmla="*/ 6 h 642"/>
                <a:gd name="T4" fmla="*/ 1297 w 1384"/>
                <a:gd name="T5" fmla="*/ 0 h 642"/>
                <a:gd name="T6" fmla="*/ 1247 w 1384"/>
                <a:gd name="T7" fmla="*/ 52 h 642"/>
                <a:gd name="T8" fmla="*/ 1247 w 1384"/>
                <a:gd name="T9" fmla="*/ 52 h 642"/>
                <a:gd name="T10" fmla="*/ 902 w 1384"/>
                <a:gd name="T11" fmla="*/ 404 h 642"/>
                <a:gd name="T12" fmla="*/ 595 w 1384"/>
                <a:gd name="T13" fmla="*/ 518 h 642"/>
                <a:gd name="T14" fmla="*/ 124 w 1384"/>
                <a:gd name="T15" fmla="*/ 47 h 642"/>
                <a:gd name="T16" fmla="*/ 0 w 1384"/>
                <a:gd name="T17" fmla="*/ 47 h 642"/>
                <a:gd name="T18" fmla="*/ 595 w 1384"/>
                <a:gd name="T19" fmla="*/ 642 h 642"/>
                <a:gd name="T20" fmla="*/ 987 w 1384"/>
                <a:gd name="T21" fmla="*/ 495 h 642"/>
                <a:gd name="T22" fmla="*/ 987 w 1384"/>
                <a:gd name="T23" fmla="*/ 495 h 642"/>
                <a:gd name="T24" fmla="*/ 988 w 1384"/>
                <a:gd name="T25" fmla="*/ 494 h 642"/>
                <a:gd name="T26" fmla="*/ 1338 w 1384"/>
                <a:gd name="T27" fmla="*/ 136 h 642"/>
                <a:gd name="T28" fmla="*/ 1338 w 1384"/>
                <a:gd name="T29" fmla="*/ 136 h 642"/>
                <a:gd name="T30" fmla="*/ 1384 w 1384"/>
                <a:gd name="T31" fmla="*/ 89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4" h="642">
                  <a:moveTo>
                    <a:pt x="1384" y="89"/>
                  </a:moveTo>
                  <a:cubicBezTo>
                    <a:pt x="1376" y="6"/>
                    <a:pt x="1376" y="6"/>
                    <a:pt x="1376" y="6"/>
                  </a:cubicBezTo>
                  <a:cubicBezTo>
                    <a:pt x="1297" y="0"/>
                    <a:pt x="1297" y="0"/>
                    <a:pt x="1297" y="0"/>
                  </a:cubicBezTo>
                  <a:cubicBezTo>
                    <a:pt x="1247" y="52"/>
                    <a:pt x="1247" y="52"/>
                    <a:pt x="1247" y="52"/>
                  </a:cubicBezTo>
                  <a:cubicBezTo>
                    <a:pt x="1247" y="52"/>
                    <a:pt x="1247" y="52"/>
                    <a:pt x="1247" y="52"/>
                  </a:cubicBezTo>
                  <a:cubicBezTo>
                    <a:pt x="902" y="404"/>
                    <a:pt x="902" y="404"/>
                    <a:pt x="902" y="404"/>
                  </a:cubicBezTo>
                  <a:cubicBezTo>
                    <a:pt x="819" y="475"/>
                    <a:pt x="712" y="518"/>
                    <a:pt x="595" y="518"/>
                  </a:cubicBezTo>
                  <a:cubicBezTo>
                    <a:pt x="335" y="518"/>
                    <a:pt x="124" y="307"/>
                    <a:pt x="124" y="47"/>
                  </a:cubicBezTo>
                  <a:cubicBezTo>
                    <a:pt x="0" y="47"/>
                    <a:pt x="0" y="47"/>
                    <a:pt x="0" y="47"/>
                  </a:cubicBezTo>
                  <a:cubicBezTo>
                    <a:pt x="0" y="375"/>
                    <a:pt x="267" y="642"/>
                    <a:pt x="595" y="642"/>
                  </a:cubicBezTo>
                  <a:cubicBezTo>
                    <a:pt x="745" y="642"/>
                    <a:pt x="882" y="587"/>
                    <a:pt x="987" y="495"/>
                  </a:cubicBezTo>
                  <a:cubicBezTo>
                    <a:pt x="987" y="495"/>
                    <a:pt x="987" y="495"/>
                    <a:pt x="987" y="495"/>
                  </a:cubicBezTo>
                  <a:cubicBezTo>
                    <a:pt x="988" y="494"/>
                    <a:pt x="988" y="494"/>
                    <a:pt x="988" y="494"/>
                  </a:cubicBezTo>
                  <a:cubicBezTo>
                    <a:pt x="1010" y="474"/>
                    <a:pt x="1338" y="136"/>
                    <a:pt x="1338" y="136"/>
                  </a:cubicBezTo>
                  <a:cubicBezTo>
                    <a:pt x="1338" y="136"/>
                    <a:pt x="1338" y="136"/>
                    <a:pt x="1338" y="136"/>
                  </a:cubicBezTo>
                  <a:lnTo>
                    <a:pt x="1384" y="89"/>
                  </a:lnTo>
                  <a:close/>
                </a:path>
              </a:pathLst>
            </a:custGeom>
            <a:grpFill/>
            <a:ln w="38100">
              <a:solidFill>
                <a:schemeClr val="bg2"/>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40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Ubuntu"/>
                <a:ea typeface="+mn-ea"/>
                <a:cs typeface="+mn-cs"/>
              </a:endParaRPr>
            </a:p>
          </p:txBody>
        </p:sp>
        <p:sp>
          <p:nvSpPr>
            <p:cNvPr id="22" name="Freeform 15">
              <a:extLst>
                <a:ext uri="{FF2B5EF4-FFF2-40B4-BE49-F238E27FC236}">
                  <a16:creationId xmlns:a16="http://schemas.microsoft.com/office/drawing/2014/main" id="{8462D9F1-CBCD-22C3-F1EB-3A8660AB18F0}"/>
                </a:ext>
              </a:extLst>
            </p:cNvPr>
            <p:cNvSpPr>
              <a:spLocks/>
            </p:cNvSpPr>
            <p:nvPr/>
          </p:nvSpPr>
          <p:spPr bwMode="auto">
            <a:xfrm>
              <a:off x="2868144" y="2599690"/>
              <a:ext cx="2386547" cy="1522581"/>
            </a:xfrm>
            <a:custGeom>
              <a:avLst/>
              <a:gdLst>
                <a:gd name="T0" fmla="*/ 124 w 987"/>
                <a:gd name="T1" fmla="*/ 596 h 630"/>
                <a:gd name="T2" fmla="*/ 595 w 987"/>
                <a:gd name="T3" fmla="*/ 124 h 630"/>
                <a:gd name="T4" fmla="*/ 902 w 987"/>
                <a:gd name="T5" fmla="*/ 238 h 630"/>
                <a:gd name="T6" fmla="*/ 987 w 987"/>
                <a:gd name="T7" fmla="*/ 148 h 630"/>
                <a:gd name="T8" fmla="*/ 595 w 987"/>
                <a:gd name="T9" fmla="*/ 0 h 630"/>
                <a:gd name="T10" fmla="*/ 0 w 987"/>
                <a:gd name="T11" fmla="*/ 596 h 630"/>
                <a:gd name="T12" fmla="*/ 0 w 987"/>
                <a:gd name="T13" fmla="*/ 596 h 630"/>
                <a:gd name="T14" fmla="*/ 57 w 987"/>
                <a:gd name="T15" fmla="*/ 630 h 630"/>
                <a:gd name="T16" fmla="*/ 124 w 987"/>
                <a:gd name="T17" fmla="*/ 596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7" h="630">
                  <a:moveTo>
                    <a:pt x="124" y="596"/>
                  </a:moveTo>
                  <a:cubicBezTo>
                    <a:pt x="124" y="336"/>
                    <a:pt x="335" y="124"/>
                    <a:pt x="595" y="124"/>
                  </a:cubicBezTo>
                  <a:cubicBezTo>
                    <a:pt x="712" y="124"/>
                    <a:pt x="819" y="167"/>
                    <a:pt x="902" y="238"/>
                  </a:cubicBezTo>
                  <a:cubicBezTo>
                    <a:pt x="987" y="148"/>
                    <a:pt x="987" y="148"/>
                    <a:pt x="987" y="148"/>
                  </a:cubicBezTo>
                  <a:cubicBezTo>
                    <a:pt x="882" y="56"/>
                    <a:pt x="745" y="0"/>
                    <a:pt x="595" y="0"/>
                  </a:cubicBezTo>
                  <a:cubicBezTo>
                    <a:pt x="267" y="0"/>
                    <a:pt x="0" y="267"/>
                    <a:pt x="0" y="596"/>
                  </a:cubicBezTo>
                  <a:cubicBezTo>
                    <a:pt x="0" y="596"/>
                    <a:pt x="0" y="596"/>
                    <a:pt x="0" y="596"/>
                  </a:cubicBezTo>
                  <a:cubicBezTo>
                    <a:pt x="57" y="630"/>
                    <a:pt x="57" y="630"/>
                    <a:pt x="57" y="630"/>
                  </a:cubicBezTo>
                  <a:cubicBezTo>
                    <a:pt x="124" y="596"/>
                    <a:pt x="124" y="596"/>
                    <a:pt x="124" y="596"/>
                  </a:cubicBezTo>
                  <a:close/>
                </a:path>
              </a:pathLst>
            </a:custGeom>
            <a:grpFill/>
            <a:ln w="38100">
              <a:solidFill>
                <a:schemeClr val="bg2"/>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40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Ubuntu"/>
                <a:ea typeface="+mn-ea"/>
                <a:cs typeface="+mn-cs"/>
              </a:endParaRPr>
            </a:p>
          </p:txBody>
        </p:sp>
      </p:grpSp>
      <p:sp>
        <p:nvSpPr>
          <p:cNvPr id="40" name="Date Placeholder 39">
            <a:extLst>
              <a:ext uri="{FF2B5EF4-FFF2-40B4-BE49-F238E27FC236}">
                <a16:creationId xmlns:a16="http://schemas.microsoft.com/office/drawing/2014/main" id="{201E5B52-BCF5-162A-8BE4-57FF3B7DE8BD}"/>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41" name="Footer Placeholder 40">
            <a:extLst>
              <a:ext uri="{FF2B5EF4-FFF2-40B4-BE49-F238E27FC236}">
                <a16:creationId xmlns:a16="http://schemas.microsoft.com/office/drawing/2014/main" id="{068BC95E-99CF-3989-E8A3-7D8E5FD8E819}"/>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42" name="Slide Number Placeholder 41">
            <a:extLst>
              <a:ext uri="{FF2B5EF4-FFF2-40B4-BE49-F238E27FC236}">
                <a16:creationId xmlns:a16="http://schemas.microsoft.com/office/drawing/2014/main" id="{DAB6466D-72A8-2295-E8A7-C478440BCEA0}"/>
              </a:ext>
            </a:extLst>
          </p:cNvPr>
          <p:cNvSpPr>
            <a:spLocks noGrp="1"/>
          </p:cNvSpPr>
          <p:nvPr>
            <p:ph type="sldNum" sz="quarter" idx="12"/>
          </p:nvPr>
        </p:nvSpPr>
        <p:spPr/>
        <p:txBody>
          <a:bodyPr/>
          <a:lstStyle/>
          <a:p>
            <a:pPr algn="r"/>
            <a:fld id="{5D9A5160-6218-4E5A-B9E6-B93E3DAE377C}" type="slidenum">
              <a:rPr lang="en-US" smtClean="0"/>
              <a:pPr algn="r"/>
              <a:t>76</a:t>
            </a:fld>
            <a:endParaRPr lang="en-US" dirty="0"/>
          </a:p>
        </p:txBody>
      </p:sp>
    </p:spTree>
    <p:extLst>
      <p:ext uri="{BB962C8B-B14F-4D97-AF65-F5344CB8AC3E}">
        <p14:creationId xmlns:p14="http://schemas.microsoft.com/office/powerpoint/2010/main" val="1320281549"/>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D7F852-B7ED-86FC-CF2E-DBC1CD3A8DC8}"/>
            </a:ext>
          </a:extLst>
        </p:cNvPr>
        <p:cNvGrpSpPr/>
        <p:nvPr/>
      </p:nvGrpSpPr>
      <p:grpSpPr>
        <a:xfrm>
          <a:off x="0" y="0"/>
          <a:ext cx="0" cy="0"/>
          <a:chOff x="0" y="0"/>
          <a:chExt cx="0" cy="0"/>
        </a:xfrm>
      </p:grpSpPr>
      <p:grpSp>
        <p:nvGrpSpPr>
          <p:cNvPr id="2" name="Group 1" descr="Data chart">
            <a:extLst>
              <a:ext uri="{FF2B5EF4-FFF2-40B4-BE49-F238E27FC236}">
                <a16:creationId xmlns:a16="http://schemas.microsoft.com/office/drawing/2014/main" id="{BF72AE97-B94E-E6B9-C053-5E5160D2FEE0}"/>
              </a:ext>
            </a:extLst>
          </p:cNvPr>
          <p:cNvGrpSpPr/>
          <p:nvPr/>
        </p:nvGrpSpPr>
        <p:grpSpPr>
          <a:xfrm>
            <a:off x="1632497" y="1700808"/>
            <a:ext cx="8927006" cy="4608480"/>
            <a:chOff x="1632497" y="1700808"/>
            <a:chExt cx="8927006" cy="4608480"/>
          </a:xfrm>
        </p:grpSpPr>
        <p:sp>
          <p:nvSpPr>
            <p:cNvPr id="6" name="Isosceles Triangle 5">
              <a:extLst>
                <a:ext uri="{FF2B5EF4-FFF2-40B4-BE49-F238E27FC236}">
                  <a16:creationId xmlns:a16="http://schemas.microsoft.com/office/drawing/2014/main" id="{7C4148C3-6B10-FFFE-A296-0CDDF6DF7E7C}"/>
                </a:ext>
              </a:extLst>
            </p:cNvPr>
            <p:cNvSpPr/>
            <p:nvPr/>
          </p:nvSpPr>
          <p:spPr>
            <a:xfrm>
              <a:off x="1632498" y="1700808"/>
              <a:ext cx="6244801" cy="4218147"/>
            </a:xfrm>
            <a:prstGeom prst="triangle">
              <a:avLst/>
            </a:prstGeom>
            <a:solidFill>
              <a:schemeClr val="bg1"/>
            </a:solid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57AB"/>
                </a:solidFill>
                <a:effectLst/>
                <a:uLnTx/>
                <a:uFillTx/>
                <a:latin typeface="Ubuntu"/>
                <a:ea typeface="+mn-ea"/>
                <a:cs typeface="+mn-cs"/>
              </a:endParaRPr>
            </a:p>
          </p:txBody>
        </p:sp>
        <p:sp>
          <p:nvSpPr>
            <p:cNvPr id="7" name="Isosceles Triangle 6">
              <a:extLst>
                <a:ext uri="{FF2B5EF4-FFF2-40B4-BE49-F238E27FC236}">
                  <a16:creationId xmlns:a16="http://schemas.microsoft.com/office/drawing/2014/main" id="{45A402BE-384E-82D2-1A06-4ACE5A3FDF56}"/>
                </a:ext>
              </a:extLst>
            </p:cNvPr>
            <p:cNvSpPr/>
            <p:nvPr/>
          </p:nvSpPr>
          <p:spPr>
            <a:xfrm>
              <a:off x="4314702" y="1700808"/>
              <a:ext cx="6244801" cy="4218147"/>
            </a:xfrm>
            <a:prstGeom prst="triangle">
              <a:avLst/>
            </a:prstGeom>
            <a:solidFill>
              <a:schemeClr val="bg1"/>
            </a:solid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57AB"/>
                </a:solidFill>
                <a:effectLst/>
                <a:uLnTx/>
                <a:uFillTx/>
                <a:latin typeface="Ubuntu"/>
                <a:ea typeface="+mn-ea"/>
                <a:cs typeface="+mn-cs"/>
              </a:endParaRPr>
            </a:p>
          </p:txBody>
        </p:sp>
        <p:sp>
          <p:nvSpPr>
            <p:cNvPr id="8" name="Isosceles Triangle 7">
              <a:extLst>
                <a:ext uri="{FF2B5EF4-FFF2-40B4-BE49-F238E27FC236}">
                  <a16:creationId xmlns:a16="http://schemas.microsoft.com/office/drawing/2014/main" id="{F4EA8E9B-0C02-0548-F766-231D8D7F2A33}"/>
                </a:ext>
              </a:extLst>
            </p:cNvPr>
            <p:cNvSpPr/>
            <p:nvPr/>
          </p:nvSpPr>
          <p:spPr>
            <a:xfrm>
              <a:off x="4306423" y="3506952"/>
              <a:ext cx="3570875" cy="2412003"/>
            </a:xfrm>
            <a:prstGeom prst="triangle">
              <a:avLst/>
            </a:prstGeom>
            <a:solidFill>
              <a:schemeClr val="tx2"/>
            </a:solid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Ubuntu"/>
                <a:ea typeface="+mn-ea"/>
                <a:cs typeface="+mn-cs"/>
              </a:endParaRPr>
            </a:p>
          </p:txBody>
        </p:sp>
        <p:sp>
          <p:nvSpPr>
            <p:cNvPr id="10" name="Textfeld 8">
              <a:extLst>
                <a:ext uri="{FF2B5EF4-FFF2-40B4-BE49-F238E27FC236}">
                  <a16:creationId xmlns:a16="http://schemas.microsoft.com/office/drawing/2014/main" id="{B0579393-598B-426B-1A5E-CEAF5C6D6553}"/>
                </a:ext>
              </a:extLst>
            </p:cNvPr>
            <p:cNvSpPr txBox="1"/>
            <p:nvPr/>
          </p:nvSpPr>
          <p:spPr bwMode="white">
            <a:xfrm>
              <a:off x="3090101" y="4200513"/>
              <a:ext cx="2611117" cy="264688"/>
            </a:xfrm>
            <a:prstGeom prst="rect">
              <a:avLst/>
            </a:prstGeom>
            <a:noFill/>
          </p:spPr>
          <p:txBody>
            <a:bodyPr wrap="square" rtlCol="0" anchor="ctr">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Ubuntu"/>
                  <a:ea typeface="+mn-ea"/>
                  <a:cs typeface="+mn-cs"/>
                </a:rPr>
                <a:t>Analytical Thinking</a:t>
              </a:r>
            </a:p>
          </p:txBody>
        </p:sp>
        <p:sp>
          <p:nvSpPr>
            <p:cNvPr id="11" name="Textfeld 9">
              <a:extLst>
                <a:ext uri="{FF2B5EF4-FFF2-40B4-BE49-F238E27FC236}">
                  <a16:creationId xmlns:a16="http://schemas.microsoft.com/office/drawing/2014/main" id="{2924BBFF-2B38-DFEA-3BB9-240848F274B5}"/>
                </a:ext>
              </a:extLst>
            </p:cNvPr>
            <p:cNvSpPr txBox="1"/>
            <p:nvPr/>
          </p:nvSpPr>
          <p:spPr bwMode="white">
            <a:xfrm>
              <a:off x="6704862" y="4200513"/>
              <a:ext cx="2304256" cy="264688"/>
            </a:xfrm>
            <a:prstGeom prst="rect">
              <a:avLst/>
            </a:prstGeom>
            <a:noFill/>
          </p:spPr>
          <p:txBody>
            <a:bodyPr wrap="square" rtlCol="0" anchor="ctr">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Ubuntu"/>
                  <a:ea typeface="+mn-ea"/>
                  <a:cs typeface="+mn-cs"/>
                </a:rPr>
                <a:t>Intuitive Thinking</a:t>
              </a:r>
            </a:p>
          </p:txBody>
        </p:sp>
        <p:sp>
          <p:nvSpPr>
            <p:cNvPr id="12" name="Textfeld 10">
              <a:extLst>
                <a:ext uri="{FF2B5EF4-FFF2-40B4-BE49-F238E27FC236}">
                  <a16:creationId xmlns:a16="http://schemas.microsoft.com/office/drawing/2014/main" id="{A6551826-D726-50DC-DC97-C98A05F41F19}"/>
                </a:ext>
              </a:extLst>
            </p:cNvPr>
            <p:cNvSpPr txBox="1"/>
            <p:nvPr/>
          </p:nvSpPr>
          <p:spPr bwMode="white">
            <a:xfrm>
              <a:off x="4943872" y="5252544"/>
              <a:ext cx="2304256" cy="264688"/>
            </a:xfrm>
            <a:prstGeom prst="rect">
              <a:avLst/>
            </a:prstGeom>
            <a:noFill/>
          </p:spPr>
          <p:txBody>
            <a:bodyPr wrap="square" rtlCol="0" anchor="ctr">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Ubuntu"/>
                  <a:ea typeface="+mn-ea"/>
                  <a:cs typeface="+mn-cs"/>
                </a:rPr>
                <a:t>Design Thinking</a:t>
              </a:r>
            </a:p>
          </p:txBody>
        </p:sp>
        <p:sp>
          <p:nvSpPr>
            <p:cNvPr id="14" name="Textfeld 18">
              <a:extLst>
                <a:ext uri="{FF2B5EF4-FFF2-40B4-BE49-F238E27FC236}">
                  <a16:creationId xmlns:a16="http://schemas.microsoft.com/office/drawing/2014/main" id="{0CF37EEB-7F26-1054-EBBC-4BA9AE124798}"/>
                </a:ext>
              </a:extLst>
            </p:cNvPr>
            <p:cNvSpPr txBox="1"/>
            <p:nvPr/>
          </p:nvSpPr>
          <p:spPr>
            <a:xfrm>
              <a:off x="1632497" y="6021288"/>
              <a:ext cx="2682203" cy="288000"/>
            </a:xfrm>
            <a:prstGeom prst="rect">
              <a:avLst/>
            </a:prstGeom>
            <a:noFill/>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100% Reliability</a:t>
              </a:r>
            </a:p>
          </p:txBody>
        </p:sp>
        <p:sp>
          <p:nvSpPr>
            <p:cNvPr id="15" name="Textfeld 19">
              <a:extLst>
                <a:ext uri="{FF2B5EF4-FFF2-40B4-BE49-F238E27FC236}">
                  <a16:creationId xmlns:a16="http://schemas.microsoft.com/office/drawing/2014/main" id="{D681055F-1CA3-5457-F7AA-FA8C72A22371}"/>
                </a:ext>
              </a:extLst>
            </p:cNvPr>
            <p:cNvSpPr txBox="1"/>
            <p:nvPr/>
          </p:nvSpPr>
          <p:spPr>
            <a:xfrm>
              <a:off x="7877299" y="6021288"/>
              <a:ext cx="2682204" cy="2880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100% Validity</a:t>
              </a:r>
            </a:p>
          </p:txBody>
        </p:sp>
        <p:sp>
          <p:nvSpPr>
            <p:cNvPr id="16" name="Textfeld 20">
              <a:extLst>
                <a:ext uri="{FF2B5EF4-FFF2-40B4-BE49-F238E27FC236}">
                  <a16:creationId xmlns:a16="http://schemas.microsoft.com/office/drawing/2014/main" id="{AE39F0EC-59C6-2DFD-8334-EA3DF33E7E46}"/>
                </a:ext>
              </a:extLst>
            </p:cNvPr>
            <p:cNvSpPr txBox="1"/>
            <p:nvPr/>
          </p:nvSpPr>
          <p:spPr>
            <a:xfrm>
              <a:off x="4306423" y="6021288"/>
              <a:ext cx="3570875" cy="288000"/>
            </a:xfrm>
            <a:prstGeom prst="rect">
              <a:avLst/>
            </a:prstGeom>
            <a:noFill/>
          </p:spPr>
          <p:txBody>
            <a:bodyPr wrap="none" rtlCol="0" anchor="ctr">
              <a:noAutofit/>
            </a:bodyPr>
            <a:lstStyle>
              <a:defPPr>
                <a:defRPr lang="de-DE"/>
              </a:defPPr>
              <a:lvl1pPr algn="ctr">
                <a:lnSpc>
                  <a:spcPct val="80000"/>
                </a:lnSpc>
                <a:defRPr sz="2400" b="1">
                  <a:solidFill>
                    <a:srgbClr val="FF0000"/>
                  </a:solidFill>
                  <a:latin typeface="Calibri" panose="020F0502020204030204" pitchFamily="34" charset="0"/>
                </a:defRPr>
              </a:lvl1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50 / 50 Mix</a:t>
              </a:r>
            </a:p>
          </p:txBody>
        </p:sp>
        <p:sp>
          <p:nvSpPr>
            <p:cNvPr id="20" name="Graphic 2">
              <a:extLst>
                <a:ext uri="{FF2B5EF4-FFF2-40B4-BE49-F238E27FC236}">
                  <a16:creationId xmlns:a16="http://schemas.microsoft.com/office/drawing/2014/main" id="{3CBF8E73-A3A4-B839-9178-619548026A6E}"/>
                </a:ext>
              </a:extLst>
            </p:cNvPr>
            <p:cNvSpPr/>
            <p:nvPr/>
          </p:nvSpPr>
          <p:spPr>
            <a:xfrm>
              <a:off x="4116048" y="3580236"/>
              <a:ext cx="559221" cy="419416"/>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accent2"/>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sp>
          <p:nvSpPr>
            <p:cNvPr id="21" name="Graphic 2">
              <a:extLst>
                <a:ext uri="{FF2B5EF4-FFF2-40B4-BE49-F238E27FC236}">
                  <a16:creationId xmlns:a16="http://schemas.microsoft.com/office/drawing/2014/main" id="{56989A18-9421-B496-669B-A8319172BB81}"/>
                </a:ext>
              </a:extLst>
            </p:cNvPr>
            <p:cNvSpPr/>
            <p:nvPr/>
          </p:nvSpPr>
          <p:spPr>
            <a:xfrm>
              <a:off x="7554573" y="3580236"/>
              <a:ext cx="559221" cy="419416"/>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accent2"/>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sp>
          <p:nvSpPr>
            <p:cNvPr id="22" name="Graphic 2">
              <a:extLst>
                <a:ext uri="{FF2B5EF4-FFF2-40B4-BE49-F238E27FC236}">
                  <a16:creationId xmlns:a16="http://schemas.microsoft.com/office/drawing/2014/main" id="{BE1D10A3-5885-2D13-0EF0-9D8A713120FA}"/>
                </a:ext>
              </a:extLst>
            </p:cNvPr>
            <p:cNvSpPr/>
            <p:nvPr/>
          </p:nvSpPr>
          <p:spPr>
            <a:xfrm>
              <a:off x="5816389" y="4641113"/>
              <a:ext cx="559221" cy="419416"/>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Ubuntu"/>
                <a:ea typeface="+mn-ea"/>
                <a:cs typeface="+mn-cs"/>
              </a:endParaRPr>
            </a:p>
          </p:txBody>
        </p:sp>
      </p:grpSp>
      <p:sp>
        <p:nvSpPr>
          <p:cNvPr id="27" name="Title 26">
            <a:extLst>
              <a:ext uri="{FF2B5EF4-FFF2-40B4-BE49-F238E27FC236}">
                <a16:creationId xmlns:a16="http://schemas.microsoft.com/office/drawing/2014/main" id="{9792409A-A653-D317-6B27-BA469420BA1C}"/>
              </a:ext>
            </a:extLst>
          </p:cNvPr>
          <p:cNvSpPr>
            <a:spLocks noGrp="1"/>
          </p:cNvSpPr>
          <p:nvPr>
            <p:ph type="title"/>
          </p:nvPr>
        </p:nvSpPr>
        <p:spPr/>
        <p:txBody>
          <a:bodyPr/>
          <a:lstStyle/>
          <a:p>
            <a:r>
              <a:rPr lang="en-US" dirty="0"/>
              <a:t>Common areas 1</a:t>
            </a:r>
            <a:br>
              <a:rPr lang="en-US" dirty="0"/>
            </a:br>
            <a:endParaRPr lang="en-US" dirty="0"/>
          </a:p>
        </p:txBody>
      </p:sp>
      <p:sp>
        <p:nvSpPr>
          <p:cNvPr id="3" name="Content Placeholder 6">
            <a:extLst>
              <a:ext uri="{FF2B5EF4-FFF2-40B4-BE49-F238E27FC236}">
                <a16:creationId xmlns:a16="http://schemas.microsoft.com/office/drawing/2014/main" id="{9D6BEC0A-F21F-0413-153B-71A490A0956A}"/>
              </a:ext>
            </a:extLst>
          </p:cNvPr>
          <p:cNvSpPr txBox="1">
            <a:spLocks/>
          </p:cNvSpPr>
          <p:nvPr/>
        </p:nvSpPr>
        <p:spPr>
          <a:xfrm>
            <a:off x="550864" y="1998750"/>
            <a:ext cx="2337398" cy="3360234"/>
          </a:xfrm>
          <a:prstGeom prst="rect">
            <a:avLst/>
          </a:prstGeom>
          <a:noFill/>
        </p:spPr>
        <p:txBody>
          <a:bodyPr vert="horz" wrap="square"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amet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consectetur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adipiscing</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elit</a:t>
            </a:r>
            <a:r>
              <a:rPr kumimoji="0" lang="en-US" sz="1400" b="0" i="0" u="none" strike="noStrike" kern="1200" cap="none" spc="0" normalizeH="0" baseline="0" noProof="0" dirty="0">
                <a:ln>
                  <a:noFill/>
                </a:ln>
                <a:solidFill>
                  <a:srgbClr val="000000"/>
                </a:solidFill>
                <a:effectLst/>
                <a:uLnTx/>
                <a:uFillTx/>
                <a:latin typeface="Ubuntu"/>
                <a:ea typeface="+mn-ea"/>
                <a:cs typeface="+mn-cs"/>
              </a:rPr>
              <a:t>, sed do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eiusmod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tempor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incididunt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aliqua</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p>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srgbClr val="000000"/>
                </a:solidFill>
                <a:effectLst/>
                <a:uLnTx/>
                <a:uFillTx/>
                <a:latin typeface="Ubuntu"/>
                <a:ea typeface="+mn-ea"/>
                <a:cs typeface="+mn-cs"/>
              </a:rPr>
              <a:t>XX%</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5" name="Content Placeholder 6">
            <a:extLst>
              <a:ext uri="{FF2B5EF4-FFF2-40B4-BE49-F238E27FC236}">
                <a16:creationId xmlns:a16="http://schemas.microsoft.com/office/drawing/2014/main" id="{5150ACE2-04D1-3F16-3CF4-DDD6D9CD84D6}"/>
              </a:ext>
            </a:extLst>
          </p:cNvPr>
          <p:cNvSpPr txBox="1">
            <a:spLocks/>
          </p:cNvSpPr>
          <p:nvPr/>
        </p:nvSpPr>
        <p:spPr>
          <a:xfrm>
            <a:off x="9305119" y="1998750"/>
            <a:ext cx="2337398" cy="3360234"/>
          </a:xfrm>
          <a:prstGeom prst="rect">
            <a:avLst/>
          </a:prstGeom>
          <a:noFill/>
        </p:spPr>
        <p:txBody>
          <a:bodyPr vert="horz" wrap="square"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latin typeface="Ubuntu"/>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amet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consectetur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adipiscing</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elit</a:t>
            </a:r>
            <a:r>
              <a:rPr kumimoji="0" lang="en-US" sz="1400" b="0" i="0" u="none" strike="noStrike" kern="1200" cap="none" spc="0" normalizeH="0" baseline="0" noProof="0" dirty="0">
                <a:ln>
                  <a:noFill/>
                </a:ln>
                <a:solidFill>
                  <a:srgbClr val="000000"/>
                </a:solidFill>
                <a:effectLst/>
                <a:uLnTx/>
                <a:uFillTx/>
                <a:latin typeface="Ubuntu"/>
                <a:ea typeface="+mn-ea"/>
                <a:cs typeface="+mn-cs"/>
              </a:rPr>
              <a:t>, sed do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eiusmod</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tempor</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incididunt</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ut</a:t>
            </a:r>
            <a:r>
              <a:rPr kumimoji="0" lang="en-US" sz="1400" b="0" i="0" u="none" strike="noStrike" kern="1200" cap="none" spc="0" normalizeH="0" baseline="0" noProof="0" dirty="0">
                <a:ln>
                  <a:noFill/>
                </a:ln>
                <a:solidFill>
                  <a:srgbClr val="000000"/>
                </a:solidFill>
                <a:effectLst/>
                <a:uLnTx/>
                <a:uFillTx/>
                <a:latin typeface="Ubuntu"/>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latin typeface="Ubuntu"/>
                <a:ea typeface="+mn-ea"/>
                <a:cs typeface="+mn-cs"/>
              </a:rPr>
              <a:t>aliqua</a:t>
            </a:r>
            <a:r>
              <a:rPr kumimoji="0" lang="en-US" sz="1400" b="0" i="0" u="none" strike="noStrike" kern="1200" cap="none" spc="0" normalizeH="0" baseline="0" noProof="0" dirty="0">
                <a:ln>
                  <a:noFill/>
                </a:ln>
                <a:solidFill>
                  <a:srgbClr val="000000"/>
                </a:solidFill>
                <a:effectLst/>
                <a:uLnTx/>
                <a:uFillTx/>
                <a:latin typeface="Ubuntu"/>
                <a:ea typeface="+mn-ea"/>
                <a:cs typeface="+mn-cs"/>
              </a:rPr>
              <a:t>. </a:t>
            </a:r>
          </a:p>
          <a:p>
            <a:pPr marL="0" marR="0" lvl="0" indent="0" algn="r"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srgbClr val="000000"/>
                </a:solidFill>
                <a:effectLst/>
                <a:uLnTx/>
                <a:uFillTx/>
                <a:latin typeface="Ubuntu"/>
                <a:ea typeface="+mn-ea"/>
                <a:cs typeface="+mn-cs"/>
              </a:rPr>
              <a:t>XX%</a:t>
            </a: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6" name="Date Placeholder 25">
            <a:extLst>
              <a:ext uri="{FF2B5EF4-FFF2-40B4-BE49-F238E27FC236}">
                <a16:creationId xmlns:a16="http://schemas.microsoft.com/office/drawing/2014/main" id="{923956D0-FBA1-3F50-A7A7-C12F1E8C9FC7}"/>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8" name="Footer Placeholder 27">
            <a:extLst>
              <a:ext uri="{FF2B5EF4-FFF2-40B4-BE49-F238E27FC236}">
                <a16:creationId xmlns:a16="http://schemas.microsoft.com/office/drawing/2014/main" id="{A4509D1B-8027-E826-8099-6737FF501930}"/>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9" name="Slide Number Placeholder 28">
            <a:extLst>
              <a:ext uri="{FF2B5EF4-FFF2-40B4-BE49-F238E27FC236}">
                <a16:creationId xmlns:a16="http://schemas.microsoft.com/office/drawing/2014/main" id="{C73B9156-DCCE-DDDC-8139-AFAC55EE944A}"/>
              </a:ext>
            </a:extLst>
          </p:cNvPr>
          <p:cNvSpPr>
            <a:spLocks noGrp="1"/>
          </p:cNvSpPr>
          <p:nvPr>
            <p:ph type="sldNum" sz="quarter" idx="12"/>
          </p:nvPr>
        </p:nvSpPr>
        <p:spPr/>
        <p:txBody>
          <a:bodyPr/>
          <a:lstStyle/>
          <a:p>
            <a:pPr algn="r"/>
            <a:fld id="{5D9A5160-6218-4E5A-B9E6-B93E3DAE377C}" type="slidenum">
              <a:rPr lang="en-US" smtClean="0"/>
              <a:pPr algn="r"/>
              <a:t>77</a:t>
            </a:fld>
            <a:endParaRPr lang="en-US" dirty="0"/>
          </a:p>
        </p:txBody>
      </p:sp>
    </p:spTree>
    <p:extLst>
      <p:ext uri="{BB962C8B-B14F-4D97-AF65-F5344CB8AC3E}">
        <p14:creationId xmlns:p14="http://schemas.microsoft.com/office/powerpoint/2010/main" val="3439009908"/>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06559A-F00A-7C03-96BB-465BEF6D18C9}"/>
            </a:ext>
          </a:extLst>
        </p:cNvPr>
        <p:cNvGrpSpPr/>
        <p:nvPr/>
      </p:nvGrpSpPr>
      <p:grpSpPr>
        <a:xfrm>
          <a:off x="0" y="0"/>
          <a:ext cx="0" cy="0"/>
          <a:chOff x="0" y="0"/>
          <a:chExt cx="0" cy="0"/>
        </a:xfrm>
      </p:grpSpPr>
      <p:sp>
        <p:nvSpPr>
          <p:cNvPr id="11" name="Title 26">
            <a:extLst>
              <a:ext uri="{FF2B5EF4-FFF2-40B4-BE49-F238E27FC236}">
                <a16:creationId xmlns:a16="http://schemas.microsoft.com/office/drawing/2014/main" id="{B5026C13-3FE6-9968-3CE0-8E9F835F79E3}"/>
              </a:ext>
            </a:extLst>
          </p:cNvPr>
          <p:cNvSpPr>
            <a:spLocks noGrp="1"/>
          </p:cNvSpPr>
          <p:nvPr>
            <p:ph type="title"/>
          </p:nvPr>
        </p:nvSpPr>
        <p:spPr>
          <a:xfrm>
            <a:off x="551384" y="549274"/>
            <a:ext cx="11090938" cy="930372"/>
          </a:xfrm>
        </p:spPr>
        <p:txBody>
          <a:bodyPr/>
          <a:lstStyle/>
          <a:p>
            <a:r>
              <a:rPr lang="en-US" dirty="0"/>
              <a:t>Common areas 2</a:t>
            </a:r>
            <a:br>
              <a:rPr lang="en-US" dirty="0"/>
            </a:br>
            <a:endParaRPr lang="en-US" dirty="0"/>
          </a:p>
        </p:txBody>
      </p:sp>
      <p:grpSp>
        <p:nvGrpSpPr>
          <p:cNvPr id="16" name="Group 15" descr="Data chart">
            <a:extLst>
              <a:ext uri="{FF2B5EF4-FFF2-40B4-BE49-F238E27FC236}">
                <a16:creationId xmlns:a16="http://schemas.microsoft.com/office/drawing/2014/main" id="{7F5E6935-F34F-1021-3323-AE3DE97FAF08}"/>
              </a:ext>
            </a:extLst>
          </p:cNvPr>
          <p:cNvGrpSpPr/>
          <p:nvPr/>
        </p:nvGrpSpPr>
        <p:grpSpPr>
          <a:xfrm>
            <a:off x="3730798" y="1998750"/>
            <a:ext cx="4823041" cy="2868534"/>
            <a:chOff x="3684480" y="2648698"/>
            <a:chExt cx="4823041" cy="2868534"/>
          </a:xfrm>
        </p:grpSpPr>
        <p:sp>
          <p:nvSpPr>
            <p:cNvPr id="8" name="Freeform 7">
              <a:extLst>
                <a:ext uri="{FF2B5EF4-FFF2-40B4-BE49-F238E27FC236}">
                  <a16:creationId xmlns:a16="http://schemas.microsoft.com/office/drawing/2014/main" id="{186CAF90-670C-4C65-A8CB-62067EA54DD0}"/>
                </a:ext>
              </a:extLst>
            </p:cNvPr>
            <p:cNvSpPr/>
            <p:nvPr/>
          </p:nvSpPr>
          <p:spPr>
            <a:xfrm>
              <a:off x="3684480" y="2648698"/>
              <a:ext cx="2411521" cy="2868534"/>
            </a:xfrm>
            <a:custGeom>
              <a:avLst/>
              <a:gdLst>
                <a:gd name="connsiteX0" fmla="*/ 1440000 w 2421160"/>
                <a:gd name="connsiteY0" fmla="*/ 0 h 2880000"/>
                <a:gd name="connsiteX1" fmla="*/ 2355974 w 2421160"/>
                <a:gd name="connsiteY1" fmla="*/ 328826 h 2880000"/>
                <a:gd name="connsiteX2" fmla="*/ 2421160 w 2421160"/>
                <a:gd name="connsiteY2" fmla="*/ 388071 h 2880000"/>
                <a:gd name="connsiteX3" fmla="*/ 2384085 w 2421160"/>
                <a:gd name="connsiteY3" fmla="*/ 421766 h 2880000"/>
                <a:gd name="connsiteX4" fmla="*/ 1962319 w 2421160"/>
                <a:gd name="connsiteY4" fmla="*/ 1440000 h 2880000"/>
                <a:gd name="connsiteX5" fmla="*/ 2384085 w 2421160"/>
                <a:gd name="connsiteY5" fmla="*/ 2458234 h 2880000"/>
                <a:gd name="connsiteX6" fmla="*/ 2421160 w 2421160"/>
                <a:gd name="connsiteY6" fmla="*/ 2491930 h 2880000"/>
                <a:gd name="connsiteX7" fmla="*/ 2355974 w 2421160"/>
                <a:gd name="connsiteY7" fmla="*/ 2551174 h 2880000"/>
                <a:gd name="connsiteX8" fmla="*/ 1440000 w 2421160"/>
                <a:gd name="connsiteY8" fmla="*/ 2880000 h 2880000"/>
                <a:gd name="connsiteX9" fmla="*/ 0 w 2421160"/>
                <a:gd name="connsiteY9" fmla="*/ 1440000 h 2880000"/>
                <a:gd name="connsiteX10" fmla="*/ 1440000 w 2421160"/>
                <a:gd name="connsiteY10" fmla="*/ 0 h 28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1160" h="2880000">
                  <a:moveTo>
                    <a:pt x="1440000" y="0"/>
                  </a:moveTo>
                  <a:cubicBezTo>
                    <a:pt x="1787939" y="0"/>
                    <a:pt x="2107057" y="123402"/>
                    <a:pt x="2355974" y="328826"/>
                  </a:cubicBezTo>
                  <a:lnTo>
                    <a:pt x="2421160" y="388071"/>
                  </a:lnTo>
                  <a:lnTo>
                    <a:pt x="2384085" y="421766"/>
                  </a:lnTo>
                  <a:cubicBezTo>
                    <a:pt x="2123497" y="682355"/>
                    <a:pt x="1962319" y="1042355"/>
                    <a:pt x="1962319" y="1440000"/>
                  </a:cubicBezTo>
                  <a:cubicBezTo>
                    <a:pt x="1962319" y="1837645"/>
                    <a:pt x="2123497" y="2197645"/>
                    <a:pt x="2384085" y="2458234"/>
                  </a:cubicBezTo>
                  <a:lnTo>
                    <a:pt x="2421160" y="2491930"/>
                  </a:lnTo>
                  <a:lnTo>
                    <a:pt x="2355974" y="2551174"/>
                  </a:lnTo>
                  <a:cubicBezTo>
                    <a:pt x="2107057" y="2756599"/>
                    <a:pt x="1787939" y="2880000"/>
                    <a:pt x="1440000" y="2880000"/>
                  </a:cubicBezTo>
                  <a:cubicBezTo>
                    <a:pt x="644710" y="2880000"/>
                    <a:pt x="0" y="2235290"/>
                    <a:pt x="0" y="1440000"/>
                  </a:cubicBezTo>
                  <a:cubicBezTo>
                    <a:pt x="0" y="644710"/>
                    <a:pt x="644710" y="0"/>
                    <a:pt x="1440000" y="0"/>
                  </a:cubicBezTo>
                  <a:close/>
                </a:path>
              </a:pathLst>
            </a:custGeom>
            <a:solidFill>
              <a:srgbClr val="FFFFFF"/>
            </a:solidFill>
            <a:ln w="38100" cap="flat"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ea typeface="+mn-ea"/>
                  <a:cs typeface="Verdana" panose="020B0604030504040204" pitchFamily="34" charset="0"/>
                </a:rPr>
                <a:t>Aspect One</a:t>
              </a:r>
            </a:p>
          </p:txBody>
        </p:sp>
        <p:sp>
          <p:nvSpPr>
            <p:cNvPr id="6" name="Freeform 5">
              <a:extLst>
                <a:ext uri="{FF2B5EF4-FFF2-40B4-BE49-F238E27FC236}">
                  <a16:creationId xmlns:a16="http://schemas.microsoft.com/office/drawing/2014/main" id="{7202EF2B-8351-63F6-6037-701CDF49F893}"/>
                </a:ext>
              </a:extLst>
            </p:cNvPr>
            <p:cNvSpPr/>
            <p:nvPr/>
          </p:nvSpPr>
          <p:spPr>
            <a:xfrm>
              <a:off x="6096001" y="2648698"/>
              <a:ext cx="2411520" cy="2868534"/>
            </a:xfrm>
            <a:custGeom>
              <a:avLst/>
              <a:gdLst>
                <a:gd name="connsiteX0" fmla="*/ 981159 w 2421159"/>
                <a:gd name="connsiteY0" fmla="*/ 0 h 2880000"/>
                <a:gd name="connsiteX1" fmla="*/ 2421159 w 2421159"/>
                <a:gd name="connsiteY1" fmla="*/ 1440000 h 2880000"/>
                <a:gd name="connsiteX2" fmla="*/ 981159 w 2421159"/>
                <a:gd name="connsiteY2" fmla="*/ 2880000 h 2880000"/>
                <a:gd name="connsiteX3" fmla="*/ 65185 w 2421159"/>
                <a:gd name="connsiteY3" fmla="*/ 2551174 h 2880000"/>
                <a:gd name="connsiteX4" fmla="*/ 0 w 2421159"/>
                <a:gd name="connsiteY4" fmla="*/ 2491930 h 2880000"/>
                <a:gd name="connsiteX5" fmla="*/ 37074 w 2421159"/>
                <a:gd name="connsiteY5" fmla="*/ 2458234 h 2880000"/>
                <a:gd name="connsiteX6" fmla="*/ 458840 w 2421159"/>
                <a:gd name="connsiteY6" fmla="*/ 1440000 h 2880000"/>
                <a:gd name="connsiteX7" fmla="*/ 37074 w 2421159"/>
                <a:gd name="connsiteY7" fmla="*/ 421766 h 2880000"/>
                <a:gd name="connsiteX8" fmla="*/ 0 w 2421159"/>
                <a:gd name="connsiteY8" fmla="*/ 388071 h 2880000"/>
                <a:gd name="connsiteX9" fmla="*/ 65185 w 2421159"/>
                <a:gd name="connsiteY9" fmla="*/ 328826 h 2880000"/>
                <a:gd name="connsiteX10" fmla="*/ 981159 w 2421159"/>
                <a:gd name="connsiteY10" fmla="*/ 0 h 28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1159" h="2880000">
                  <a:moveTo>
                    <a:pt x="981159" y="0"/>
                  </a:moveTo>
                  <a:cubicBezTo>
                    <a:pt x="1776449" y="0"/>
                    <a:pt x="2421159" y="644710"/>
                    <a:pt x="2421159" y="1440000"/>
                  </a:cubicBezTo>
                  <a:cubicBezTo>
                    <a:pt x="2421159" y="2235290"/>
                    <a:pt x="1776449" y="2880000"/>
                    <a:pt x="981159" y="2880000"/>
                  </a:cubicBezTo>
                  <a:cubicBezTo>
                    <a:pt x="633220" y="2880000"/>
                    <a:pt x="314102" y="2756599"/>
                    <a:pt x="65185" y="2551174"/>
                  </a:cubicBezTo>
                  <a:lnTo>
                    <a:pt x="0" y="2491930"/>
                  </a:lnTo>
                  <a:lnTo>
                    <a:pt x="37074" y="2458234"/>
                  </a:lnTo>
                  <a:cubicBezTo>
                    <a:pt x="297663" y="2197645"/>
                    <a:pt x="458840" y="1837645"/>
                    <a:pt x="458840" y="1440000"/>
                  </a:cubicBezTo>
                  <a:cubicBezTo>
                    <a:pt x="458840" y="1042355"/>
                    <a:pt x="297663" y="682355"/>
                    <a:pt x="37074" y="421766"/>
                  </a:cubicBezTo>
                  <a:lnTo>
                    <a:pt x="0" y="388071"/>
                  </a:lnTo>
                  <a:lnTo>
                    <a:pt x="65185" y="328826"/>
                  </a:lnTo>
                  <a:cubicBezTo>
                    <a:pt x="314102" y="123402"/>
                    <a:pt x="633220" y="0"/>
                    <a:pt x="981159" y="0"/>
                  </a:cubicBezTo>
                  <a:close/>
                </a:path>
              </a:pathLst>
            </a:custGeom>
            <a:solidFill>
              <a:srgbClr val="FFFFFF"/>
            </a:solidFill>
            <a:ln w="38100" cap="flat"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ea typeface="+mn-ea"/>
                  <a:cs typeface="Verdana" panose="020B0604030504040204" pitchFamily="34" charset="0"/>
                </a:rPr>
                <a:t>Aspect Two</a:t>
              </a:r>
            </a:p>
          </p:txBody>
        </p:sp>
        <p:sp>
          <p:nvSpPr>
            <p:cNvPr id="9" name="Freeform 8">
              <a:extLst>
                <a:ext uri="{FF2B5EF4-FFF2-40B4-BE49-F238E27FC236}">
                  <a16:creationId xmlns:a16="http://schemas.microsoft.com/office/drawing/2014/main" id="{D75566A8-2AAF-0618-19E8-2651D7D1D5B2}"/>
                </a:ext>
              </a:extLst>
            </p:cNvPr>
            <p:cNvSpPr/>
            <p:nvPr/>
          </p:nvSpPr>
          <p:spPr>
            <a:xfrm>
              <a:off x="5638988" y="3035224"/>
              <a:ext cx="914027" cy="2095483"/>
            </a:xfrm>
            <a:custGeom>
              <a:avLst/>
              <a:gdLst>
                <a:gd name="connsiteX0" fmla="*/ 458841 w 917681"/>
                <a:gd name="connsiteY0" fmla="*/ 0 h 2103859"/>
                <a:gd name="connsiteX1" fmla="*/ 495915 w 917681"/>
                <a:gd name="connsiteY1" fmla="*/ 33695 h 2103859"/>
                <a:gd name="connsiteX2" fmla="*/ 917681 w 917681"/>
                <a:gd name="connsiteY2" fmla="*/ 1051929 h 2103859"/>
                <a:gd name="connsiteX3" fmla="*/ 495915 w 917681"/>
                <a:gd name="connsiteY3" fmla="*/ 2070163 h 2103859"/>
                <a:gd name="connsiteX4" fmla="*/ 458841 w 917681"/>
                <a:gd name="connsiteY4" fmla="*/ 2103859 h 2103859"/>
                <a:gd name="connsiteX5" fmla="*/ 421766 w 917681"/>
                <a:gd name="connsiteY5" fmla="*/ 2070163 h 2103859"/>
                <a:gd name="connsiteX6" fmla="*/ 0 w 917681"/>
                <a:gd name="connsiteY6" fmla="*/ 1051929 h 2103859"/>
                <a:gd name="connsiteX7" fmla="*/ 421766 w 917681"/>
                <a:gd name="connsiteY7" fmla="*/ 33695 h 2103859"/>
                <a:gd name="connsiteX8" fmla="*/ 458841 w 917681"/>
                <a:gd name="connsiteY8" fmla="*/ 0 h 2103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681" h="2103859">
                  <a:moveTo>
                    <a:pt x="458841" y="0"/>
                  </a:moveTo>
                  <a:lnTo>
                    <a:pt x="495915" y="33695"/>
                  </a:lnTo>
                  <a:cubicBezTo>
                    <a:pt x="756504" y="294284"/>
                    <a:pt x="917681" y="654284"/>
                    <a:pt x="917681" y="1051929"/>
                  </a:cubicBezTo>
                  <a:cubicBezTo>
                    <a:pt x="917681" y="1449574"/>
                    <a:pt x="756504" y="1809574"/>
                    <a:pt x="495915" y="2070163"/>
                  </a:cubicBezTo>
                  <a:lnTo>
                    <a:pt x="458841" y="2103859"/>
                  </a:lnTo>
                  <a:lnTo>
                    <a:pt x="421766" y="2070163"/>
                  </a:lnTo>
                  <a:cubicBezTo>
                    <a:pt x="161178" y="1809574"/>
                    <a:pt x="0" y="1449574"/>
                    <a:pt x="0" y="1051929"/>
                  </a:cubicBezTo>
                  <a:cubicBezTo>
                    <a:pt x="0" y="654284"/>
                    <a:pt x="161178" y="294284"/>
                    <a:pt x="421766" y="33695"/>
                  </a:cubicBezTo>
                  <a:lnTo>
                    <a:pt x="458841" y="0"/>
                  </a:lnTo>
                  <a:close/>
                </a:path>
              </a:pathLst>
            </a:custGeom>
            <a:solidFill>
              <a:schemeClr val="tx2"/>
            </a:solidFill>
            <a:ln w="6350" cap="flat"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ea typeface="+mn-ea"/>
                  <a:cs typeface="Verdana" panose="020B0604030504040204" pitchFamily="34" charset="0"/>
                </a:rPr>
                <a:t>Clash</a:t>
              </a:r>
              <a:endParaRPr kumimoji="0" lang="en-US" sz="1400" b="0" i="0" u="none" strike="noStrike" kern="1200" cap="none" spc="0" normalizeH="0" baseline="0" noProof="0" dirty="0">
                <a:ln>
                  <a:noFill/>
                </a:ln>
                <a:solidFill>
                  <a:srgbClr val="FFFFFF"/>
                </a:solidFill>
                <a:effectLst/>
                <a:uLnTx/>
                <a:uFillTx/>
                <a:ea typeface="+mn-ea"/>
                <a:cs typeface="Verdana" panose="020B0604030504040204" pitchFamily="34" charset="0"/>
              </a:endParaRPr>
            </a:p>
          </p:txBody>
        </p:sp>
      </p:grpSp>
      <p:grpSp>
        <p:nvGrpSpPr>
          <p:cNvPr id="2" name="Group 1" descr="Data chart">
            <a:extLst>
              <a:ext uri="{FF2B5EF4-FFF2-40B4-BE49-F238E27FC236}">
                <a16:creationId xmlns:a16="http://schemas.microsoft.com/office/drawing/2014/main" id="{897F0D98-475E-BC37-4A37-FC0DA59D6BFF}"/>
              </a:ext>
            </a:extLst>
          </p:cNvPr>
          <p:cNvGrpSpPr/>
          <p:nvPr/>
        </p:nvGrpSpPr>
        <p:grpSpPr>
          <a:xfrm>
            <a:off x="13194394" y="913871"/>
            <a:ext cx="1597962" cy="1504617"/>
            <a:chOff x="13194394" y="913871"/>
            <a:chExt cx="1597962" cy="1504617"/>
          </a:xfrm>
        </p:grpSpPr>
        <p:sp>
          <p:nvSpPr>
            <p:cNvPr id="18" name="Freeform 17">
              <a:extLst>
                <a:ext uri="{FF2B5EF4-FFF2-40B4-BE49-F238E27FC236}">
                  <a16:creationId xmlns:a16="http://schemas.microsoft.com/office/drawing/2014/main" id="{B7C4A6D6-BD40-AA9C-73DB-DB4244CC283F}"/>
                </a:ext>
              </a:extLst>
            </p:cNvPr>
            <p:cNvSpPr/>
            <p:nvPr/>
          </p:nvSpPr>
          <p:spPr>
            <a:xfrm>
              <a:off x="13518176" y="913871"/>
              <a:ext cx="950397" cy="682283"/>
            </a:xfrm>
            <a:custGeom>
              <a:avLst/>
              <a:gdLst>
                <a:gd name="connsiteX0" fmla="*/ 1440000 w 2880000"/>
                <a:gd name="connsiteY0" fmla="*/ 0 h 2067531"/>
                <a:gd name="connsiteX1" fmla="*/ 2880000 w 2880000"/>
                <a:gd name="connsiteY1" fmla="*/ 1440000 h 2067531"/>
                <a:gd name="connsiteX2" fmla="*/ 2850744 w 2880000"/>
                <a:gd name="connsiteY2" fmla="*/ 1730210 h 2067531"/>
                <a:gd name="connsiteX3" fmla="*/ 2847285 w 2880000"/>
                <a:gd name="connsiteY3" fmla="*/ 1743664 h 2067531"/>
                <a:gd name="connsiteX4" fmla="*/ 2711369 w 2880000"/>
                <a:gd name="connsiteY4" fmla="*/ 1708716 h 2067531"/>
                <a:gd name="connsiteX5" fmla="*/ 2421159 w 2880000"/>
                <a:gd name="connsiteY5" fmla="*/ 1679460 h 2067531"/>
                <a:gd name="connsiteX6" fmla="*/ 1505185 w 2880000"/>
                <a:gd name="connsiteY6" fmla="*/ 2008286 h 2067531"/>
                <a:gd name="connsiteX7" fmla="*/ 1439999 w 2880000"/>
                <a:gd name="connsiteY7" fmla="*/ 2067531 h 2067531"/>
                <a:gd name="connsiteX8" fmla="*/ 1374813 w 2880000"/>
                <a:gd name="connsiteY8" fmla="*/ 2008286 h 2067531"/>
                <a:gd name="connsiteX9" fmla="*/ 458839 w 2880000"/>
                <a:gd name="connsiteY9" fmla="*/ 1679460 h 2067531"/>
                <a:gd name="connsiteX10" fmla="*/ 168629 w 2880000"/>
                <a:gd name="connsiteY10" fmla="*/ 1708716 h 2067531"/>
                <a:gd name="connsiteX11" fmla="*/ 32715 w 2880000"/>
                <a:gd name="connsiteY11" fmla="*/ 1743663 h 2067531"/>
                <a:gd name="connsiteX12" fmla="*/ 29256 w 2880000"/>
                <a:gd name="connsiteY12" fmla="*/ 1730210 h 2067531"/>
                <a:gd name="connsiteX13" fmla="*/ 0 w 2880000"/>
                <a:gd name="connsiteY13" fmla="*/ 1440000 h 2067531"/>
                <a:gd name="connsiteX14" fmla="*/ 1440000 w 2880000"/>
                <a:gd name="connsiteY14" fmla="*/ 0 h 206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80000" h="2067531">
                  <a:moveTo>
                    <a:pt x="1440000" y="0"/>
                  </a:moveTo>
                  <a:cubicBezTo>
                    <a:pt x="2235290" y="0"/>
                    <a:pt x="2880000" y="644710"/>
                    <a:pt x="2880000" y="1440000"/>
                  </a:cubicBezTo>
                  <a:cubicBezTo>
                    <a:pt x="2880000" y="1539411"/>
                    <a:pt x="2869927" y="1636470"/>
                    <a:pt x="2850744" y="1730210"/>
                  </a:cubicBezTo>
                  <a:lnTo>
                    <a:pt x="2847285" y="1743664"/>
                  </a:lnTo>
                  <a:lnTo>
                    <a:pt x="2711369" y="1708716"/>
                  </a:lnTo>
                  <a:cubicBezTo>
                    <a:pt x="2617629" y="1689534"/>
                    <a:pt x="2520570" y="1679460"/>
                    <a:pt x="2421159" y="1679460"/>
                  </a:cubicBezTo>
                  <a:cubicBezTo>
                    <a:pt x="2073220" y="1679460"/>
                    <a:pt x="1754102" y="1802862"/>
                    <a:pt x="1505185" y="2008286"/>
                  </a:cubicBezTo>
                  <a:lnTo>
                    <a:pt x="1439999" y="2067531"/>
                  </a:lnTo>
                  <a:lnTo>
                    <a:pt x="1374813" y="2008286"/>
                  </a:lnTo>
                  <a:cubicBezTo>
                    <a:pt x="1125896" y="1802862"/>
                    <a:pt x="806778" y="1679460"/>
                    <a:pt x="458839" y="1679460"/>
                  </a:cubicBezTo>
                  <a:cubicBezTo>
                    <a:pt x="359428" y="1679460"/>
                    <a:pt x="262369" y="1689534"/>
                    <a:pt x="168629" y="1708716"/>
                  </a:cubicBezTo>
                  <a:lnTo>
                    <a:pt x="32715" y="1743663"/>
                  </a:lnTo>
                  <a:lnTo>
                    <a:pt x="29256" y="1730210"/>
                  </a:lnTo>
                  <a:cubicBezTo>
                    <a:pt x="10073" y="1636470"/>
                    <a:pt x="0" y="1539411"/>
                    <a:pt x="0" y="1440000"/>
                  </a:cubicBezTo>
                  <a:cubicBezTo>
                    <a:pt x="0" y="644710"/>
                    <a:pt x="644710" y="0"/>
                    <a:pt x="1440000" y="0"/>
                  </a:cubicBezTo>
                  <a:close/>
                </a:path>
              </a:pathLst>
            </a:custGeom>
            <a:solidFill>
              <a:srgbClr val="FFFFFF">
                <a:lumMod val="100000"/>
              </a:srgbClr>
            </a:solidFill>
            <a:ln w="38100" cap="flat" cmpd="sng" algn="ctr">
              <a:solidFill>
                <a:schemeClr val="tx2"/>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prstClr val="black"/>
                  </a:solidFill>
                  <a:effectLst/>
                  <a:uLnTx/>
                  <a:uFillTx/>
                  <a:latin typeface="Ubuntu"/>
                  <a:ea typeface="+mn-ea"/>
                  <a:cs typeface="Verdana" panose="020B0604030504040204" pitchFamily="34" charset="0"/>
                </a:rPr>
                <a:t>Aspect One</a:t>
              </a:r>
            </a:p>
          </p:txBody>
        </p:sp>
        <p:sp>
          <p:nvSpPr>
            <p:cNvPr id="19" name="Freeform 18">
              <a:extLst>
                <a:ext uri="{FF2B5EF4-FFF2-40B4-BE49-F238E27FC236}">
                  <a16:creationId xmlns:a16="http://schemas.microsoft.com/office/drawing/2014/main" id="{31127F2B-3C2A-87E1-02F5-35BCC8B42E9A}"/>
                </a:ext>
              </a:extLst>
            </p:cNvPr>
            <p:cNvSpPr/>
            <p:nvPr/>
          </p:nvSpPr>
          <p:spPr>
            <a:xfrm>
              <a:off x="13194394" y="1489278"/>
              <a:ext cx="798981" cy="929210"/>
            </a:xfrm>
            <a:custGeom>
              <a:avLst/>
              <a:gdLst>
                <a:gd name="connsiteX0" fmla="*/ 1013876 w 2421160"/>
                <a:gd name="connsiteY0" fmla="*/ 0 h 2815797"/>
                <a:gd name="connsiteX1" fmla="*/ 1045901 w 2421160"/>
                <a:gd name="connsiteY1" fmla="*/ 124549 h 2815797"/>
                <a:gd name="connsiteX2" fmla="*/ 1992949 w 2421160"/>
                <a:gd name="connsiteY2" fmla="*/ 1071597 h 2815797"/>
                <a:gd name="connsiteX3" fmla="*/ 1995035 w 2421160"/>
                <a:gd name="connsiteY3" fmla="*/ 1072134 h 2815797"/>
                <a:gd name="connsiteX4" fmla="*/ 1991576 w 2421160"/>
                <a:gd name="connsiteY4" fmla="*/ 1085587 h 2815797"/>
                <a:gd name="connsiteX5" fmla="*/ 1962320 w 2421160"/>
                <a:gd name="connsiteY5" fmla="*/ 1375797 h 2815797"/>
                <a:gd name="connsiteX6" fmla="*/ 2384086 w 2421160"/>
                <a:gd name="connsiteY6" fmla="*/ 2394031 h 2815797"/>
                <a:gd name="connsiteX7" fmla="*/ 2421160 w 2421160"/>
                <a:gd name="connsiteY7" fmla="*/ 2427726 h 2815797"/>
                <a:gd name="connsiteX8" fmla="*/ 2355974 w 2421160"/>
                <a:gd name="connsiteY8" fmla="*/ 2486971 h 2815797"/>
                <a:gd name="connsiteX9" fmla="*/ 1440000 w 2421160"/>
                <a:gd name="connsiteY9" fmla="*/ 2815797 h 2815797"/>
                <a:gd name="connsiteX10" fmla="*/ 0 w 2421160"/>
                <a:gd name="connsiteY10" fmla="*/ 1375797 h 2815797"/>
                <a:gd name="connsiteX11" fmla="*/ 1011788 w 2421160"/>
                <a:gd name="connsiteY11" fmla="*/ 537 h 2815797"/>
                <a:gd name="connsiteX12" fmla="*/ 1013876 w 2421160"/>
                <a:gd name="connsiteY12" fmla="*/ 0 h 281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21160" h="2815797">
                  <a:moveTo>
                    <a:pt x="1013876" y="0"/>
                  </a:moveTo>
                  <a:lnTo>
                    <a:pt x="1045901" y="124549"/>
                  </a:lnTo>
                  <a:cubicBezTo>
                    <a:pt x="1186147" y="575456"/>
                    <a:pt x="1542042" y="931351"/>
                    <a:pt x="1992949" y="1071597"/>
                  </a:cubicBezTo>
                  <a:lnTo>
                    <a:pt x="1995035" y="1072134"/>
                  </a:lnTo>
                  <a:lnTo>
                    <a:pt x="1991576" y="1085587"/>
                  </a:lnTo>
                  <a:cubicBezTo>
                    <a:pt x="1972394" y="1179328"/>
                    <a:pt x="1962320" y="1276386"/>
                    <a:pt x="1962320" y="1375797"/>
                  </a:cubicBezTo>
                  <a:cubicBezTo>
                    <a:pt x="1962320" y="1773442"/>
                    <a:pt x="2123498" y="2133442"/>
                    <a:pt x="2384086" y="2394031"/>
                  </a:cubicBezTo>
                  <a:lnTo>
                    <a:pt x="2421160" y="2427726"/>
                  </a:lnTo>
                  <a:lnTo>
                    <a:pt x="2355974" y="2486971"/>
                  </a:lnTo>
                  <a:cubicBezTo>
                    <a:pt x="2107057" y="2692396"/>
                    <a:pt x="1787939" y="2815797"/>
                    <a:pt x="1440000" y="2815797"/>
                  </a:cubicBezTo>
                  <a:cubicBezTo>
                    <a:pt x="644710" y="2815797"/>
                    <a:pt x="0" y="2171087"/>
                    <a:pt x="0" y="1375797"/>
                  </a:cubicBezTo>
                  <a:cubicBezTo>
                    <a:pt x="0" y="729624"/>
                    <a:pt x="425609" y="182857"/>
                    <a:pt x="1011788" y="537"/>
                  </a:cubicBezTo>
                  <a:lnTo>
                    <a:pt x="1013876" y="0"/>
                  </a:lnTo>
                  <a:close/>
                </a:path>
              </a:pathLst>
            </a:custGeom>
            <a:solidFill>
              <a:srgbClr val="FFFFFF">
                <a:lumMod val="100000"/>
              </a:srgbClr>
            </a:solidFill>
            <a:ln w="38100" cap="flat" cmpd="sng" algn="ctr">
              <a:solidFill>
                <a:schemeClr val="tx2"/>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prstClr val="black"/>
                  </a:solidFill>
                  <a:effectLst/>
                  <a:uLnTx/>
                  <a:uFillTx/>
                  <a:latin typeface="Ubuntu"/>
                  <a:ea typeface="+mn-ea"/>
                  <a:cs typeface="Verdana" panose="020B0604030504040204" pitchFamily="34" charset="0"/>
                </a:rPr>
                <a:t>Aspect Three</a:t>
              </a:r>
            </a:p>
          </p:txBody>
        </p:sp>
        <p:sp>
          <p:nvSpPr>
            <p:cNvPr id="20" name="Freeform 19">
              <a:extLst>
                <a:ext uri="{FF2B5EF4-FFF2-40B4-BE49-F238E27FC236}">
                  <a16:creationId xmlns:a16="http://schemas.microsoft.com/office/drawing/2014/main" id="{5B046781-50E4-2F22-1165-FEDCCEE4E807}"/>
                </a:ext>
              </a:extLst>
            </p:cNvPr>
            <p:cNvSpPr/>
            <p:nvPr/>
          </p:nvSpPr>
          <p:spPr>
            <a:xfrm>
              <a:off x="13993375" y="1489278"/>
              <a:ext cx="798981" cy="929210"/>
            </a:xfrm>
            <a:custGeom>
              <a:avLst/>
              <a:gdLst>
                <a:gd name="connsiteX0" fmla="*/ 1407286 w 2421160"/>
                <a:gd name="connsiteY0" fmla="*/ 0 h 2815796"/>
                <a:gd name="connsiteX1" fmla="*/ 1409372 w 2421160"/>
                <a:gd name="connsiteY1" fmla="*/ 536 h 2815796"/>
                <a:gd name="connsiteX2" fmla="*/ 2421160 w 2421160"/>
                <a:gd name="connsiteY2" fmla="*/ 1375796 h 2815796"/>
                <a:gd name="connsiteX3" fmla="*/ 981160 w 2421160"/>
                <a:gd name="connsiteY3" fmla="*/ 2815796 h 2815796"/>
                <a:gd name="connsiteX4" fmla="*/ 65186 w 2421160"/>
                <a:gd name="connsiteY4" fmla="*/ 2486970 h 2815796"/>
                <a:gd name="connsiteX5" fmla="*/ 0 w 2421160"/>
                <a:gd name="connsiteY5" fmla="*/ 2427725 h 2815796"/>
                <a:gd name="connsiteX6" fmla="*/ 37074 w 2421160"/>
                <a:gd name="connsiteY6" fmla="*/ 2394030 h 2815796"/>
                <a:gd name="connsiteX7" fmla="*/ 458840 w 2421160"/>
                <a:gd name="connsiteY7" fmla="*/ 1375796 h 2815796"/>
                <a:gd name="connsiteX8" fmla="*/ 429584 w 2421160"/>
                <a:gd name="connsiteY8" fmla="*/ 1085586 h 2815796"/>
                <a:gd name="connsiteX9" fmla="*/ 426125 w 2421160"/>
                <a:gd name="connsiteY9" fmla="*/ 1072133 h 2815796"/>
                <a:gd name="connsiteX10" fmla="*/ 428213 w 2421160"/>
                <a:gd name="connsiteY10" fmla="*/ 1071596 h 2815796"/>
                <a:gd name="connsiteX11" fmla="*/ 1375261 w 2421160"/>
                <a:gd name="connsiteY11" fmla="*/ 124548 h 2815796"/>
                <a:gd name="connsiteX12" fmla="*/ 1407286 w 2421160"/>
                <a:gd name="connsiteY12" fmla="*/ 0 h 2815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21160" h="2815796">
                  <a:moveTo>
                    <a:pt x="1407286" y="0"/>
                  </a:moveTo>
                  <a:lnTo>
                    <a:pt x="1409372" y="536"/>
                  </a:lnTo>
                  <a:cubicBezTo>
                    <a:pt x="1995551" y="182856"/>
                    <a:pt x="2421160" y="729623"/>
                    <a:pt x="2421160" y="1375796"/>
                  </a:cubicBezTo>
                  <a:cubicBezTo>
                    <a:pt x="2421160" y="2171086"/>
                    <a:pt x="1776450" y="2815796"/>
                    <a:pt x="981160" y="2815796"/>
                  </a:cubicBezTo>
                  <a:cubicBezTo>
                    <a:pt x="633221" y="2815796"/>
                    <a:pt x="314103" y="2692395"/>
                    <a:pt x="65186" y="2486970"/>
                  </a:cubicBezTo>
                  <a:lnTo>
                    <a:pt x="0" y="2427725"/>
                  </a:lnTo>
                  <a:lnTo>
                    <a:pt x="37074" y="2394030"/>
                  </a:lnTo>
                  <a:cubicBezTo>
                    <a:pt x="297663" y="2133441"/>
                    <a:pt x="458840" y="1773441"/>
                    <a:pt x="458840" y="1375796"/>
                  </a:cubicBezTo>
                  <a:cubicBezTo>
                    <a:pt x="458840" y="1276385"/>
                    <a:pt x="448767" y="1179327"/>
                    <a:pt x="429584" y="1085586"/>
                  </a:cubicBezTo>
                  <a:lnTo>
                    <a:pt x="426125" y="1072133"/>
                  </a:lnTo>
                  <a:lnTo>
                    <a:pt x="428213" y="1071596"/>
                  </a:lnTo>
                  <a:cubicBezTo>
                    <a:pt x="879120" y="931350"/>
                    <a:pt x="1235015" y="575455"/>
                    <a:pt x="1375261" y="124548"/>
                  </a:cubicBezTo>
                  <a:lnTo>
                    <a:pt x="1407286" y="0"/>
                  </a:lnTo>
                  <a:close/>
                </a:path>
              </a:pathLst>
            </a:custGeom>
            <a:solidFill>
              <a:srgbClr val="FFFFFF">
                <a:lumMod val="100000"/>
              </a:srgbClr>
            </a:solidFill>
            <a:ln w="38100" cap="flat" cmpd="sng" algn="ctr">
              <a:solidFill>
                <a:schemeClr val="tx2"/>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prstClr val="black"/>
                  </a:solidFill>
                  <a:effectLst/>
                  <a:uLnTx/>
                  <a:uFillTx/>
                  <a:latin typeface="Ubuntu"/>
                  <a:ea typeface="+mn-ea"/>
                  <a:cs typeface="Verdana" panose="020B0604030504040204" pitchFamily="34" charset="0"/>
                </a:rPr>
                <a:t>Aspect Two</a:t>
              </a:r>
            </a:p>
          </p:txBody>
        </p:sp>
        <p:sp>
          <p:nvSpPr>
            <p:cNvPr id="21" name="Freeform 20">
              <a:extLst>
                <a:ext uri="{FF2B5EF4-FFF2-40B4-BE49-F238E27FC236}">
                  <a16:creationId xmlns:a16="http://schemas.microsoft.com/office/drawing/2014/main" id="{BBFBDFB9-2429-34C1-9BEA-A0EBC029C9C4}"/>
                </a:ext>
              </a:extLst>
            </p:cNvPr>
            <p:cNvSpPr/>
            <p:nvPr/>
          </p:nvSpPr>
          <p:spPr>
            <a:xfrm>
              <a:off x="13528973" y="1468091"/>
              <a:ext cx="464402" cy="374990"/>
            </a:xfrm>
            <a:custGeom>
              <a:avLst/>
              <a:gdLst>
                <a:gd name="connsiteX0" fmla="*/ 426124 w 1407284"/>
                <a:gd name="connsiteY0" fmla="*/ 0 h 1136337"/>
                <a:gd name="connsiteX1" fmla="*/ 1342098 w 1407284"/>
                <a:gd name="connsiteY1" fmla="*/ 328826 h 1136337"/>
                <a:gd name="connsiteX2" fmla="*/ 1407284 w 1407284"/>
                <a:gd name="connsiteY2" fmla="*/ 388071 h 1136337"/>
                <a:gd name="connsiteX3" fmla="*/ 1370210 w 1407284"/>
                <a:gd name="connsiteY3" fmla="*/ 421766 h 1136337"/>
                <a:gd name="connsiteX4" fmla="*/ 1013184 w 1407284"/>
                <a:gd name="connsiteY4" fmla="*/ 1011788 h 1136337"/>
                <a:gd name="connsiteX5" fmla="*/ 981159 w 1407284"/>
                <a:gd name="connsiteY5" fmla="*/ 1136337 h 1136337"/>
                <a:gd name="connsiteX6" fmla="*/ 979073 w 1407284"/>
                <a:gd name="connsiteY6" fmla="*/ 1135800 h 1136337"/>
                <a:gd name="connsiteX7" fmla="*/ 32025 w 1407284"/>
                <a:gd name="connsiteY7" fmla="*/ 188752 h 1136337"/>
                <a:gd name="connsiteX8" fmla="*/ 0 w 1407284"/>
                <a:gd name="connsiteY8" fmla="*/ 64203 h 1136337"/>
                <a:gd name="connsiteX9" fmla="*/ 135914 w 1407284"/>
                <a:gd name="connsiteY9" fmla="*/ 29256 h 1136337"/>
                <a:gd name="connsiteX10" fmla="*/ 426124 w 1407284"/>
                <a:gd name="connsiteY10" fmla="*/ 0 h 1136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7284" h="1136337">
                  <a:moveTo>
                    <a:pt x="426124" y="0"/>
                  </a:moveTo>
                  <a:cubicBezTo>
                    <a:pt x="774063" y="0"/>
                    <a:pt x="1093181" y="123402"/>
                    <a:pt x="1342098" y="328826"/>
                  </a:cubicBezTo>
                  <a:lnTo>
                    <a:pt x="1407284" y="388071"/>
                  </a:lnTo>
                  <a:lnTo>
                    <a:pt x="1370210" y="421766"/>
                  </a:lnTo>
                  <a:cubicBezTo>
                    <a:pt x="1207343" y="584634"/>
                    <a:pt x="1083307" y="786335"/>
                    <a:pt x="1013184" y="1011788"/>
                  </a:cubicBezTo>
                  <a:lnTo>
                    <a:pt x="981159" y="1136337"/>
                  </a:lnTo>
                  <a:lnTo>
                    <a:pt x="979073" y="1135800"/>
                  </a:lnTo>
                  <a:cubicBezTo>
                    <a:pt x="528166" y="995554"/>
                    <a:pt x="172271" y="639659"/>
                    <a:pt x="32025" y="188752"/>
                  </a:cubicBezTo>
                  <a:lnTo>
                    <a:pt x="0" y="64203"/>
                  </a:lnTo>
                  <a:lnTo>
                    <a:pt x="135914" y="29256"/>
                  </a:lnTo>
                  <a:cubicBezTo>
                    <a:pt x="229654" y="10074"/>
                    <a:pt x="326713" y="0"/>
                    <a:pt x="426124" y="0"/>
                  </a:cubicBezTo>
                  <a:close/>
                </a:path>
              </a:pathLst>
            </a:custGeom>
            <a:solidFill>
              <a:schemeClr val="tx2"/>
            </a:solidFill>
            <a:ln w="38100" cmpd="sng">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FFFFFF"/>
                  </a:solidFill>
                  <a:effectLst/>
                  <a:uLnTx/>
                  <a:uFillTx/>
                  <a:latin typeface="Ubuntu"/>
                  <a:ea typeface="+mn-ea"/>
                  <a:cs typeface="Verdana" panose="020B0604030504040204" pitchFamily="34" charset="0"/>
                </a:rPr>
                <a:t>Clash</a:t>
              </a:r>
            </a:p>
          </p:txBody>
        </p:sp>
        <p:sp>
          <p:nvSpPr>
            <p:cNvPr id="22" name="Freeform 21">
              <a:extLst>
                <a:ext uri="{FF2B5EF4-FFF2-40B4-BE49-F238E27FC236}">
                  <a16:creationId xmlns:a16="http://schemas.microsoft.com/office/drawing/2014/main" id="{4843C714-62E7-FED0-3A57-8C20DA2D0FC2}"/>
                </a:ext>
              </a:extLst>
            </p:cNvPr>
            <p:cNvSpPr/>
            <p:nvPr/>
          </p:nvSpPr>
          <p:spPr>
            <a:xfrm>
              <a:off x="13993375" y="1468091"/>
              <a:ext cx="464403" cy="374990"/>
            </a:xfrm>
            <a:custGeom>
              <a:avLst/>
              <a:gdLst>
                <a:gd name="connsiteX0" fmla="*/ 981160 w 1407286"/>
                <a:gd name="connsiteY0" fmla="*/ 0 h 1136337"/>
                <a:gd name="connsiteX1" fmla="*/ 1271370 w 1407286"/>
                <a:gd name="connsiteY1" fmla="*/ 29256 h 1136337"/>
                <a:gd name="connsiteX2" fmla="*/ 1407286 w 1407286"/>
                <a:gd name="connsiteY2" fmla="*/ 64204 h 1136337"/>
                <a:gd name="connsiteX3" fmla="*/ 1375261 w 1407286"/>
                <a:gd name="connsiteY3" fmla="*/ 188752 h 1136337"/>
                <a:gd name="connsiteX4" fmla="*/ 428213 w 1407286"/>
                <a:gd name="connsiteY4" fmla="*/ 1135800 h 1136337"/>
                <a:gd name="connsiteX5" fmla="*/ 426125 w 1407286"/>
                <a:gd name="connsiteY5" fmla="*/ 1136337 h 1136337"/>
                <a:gd name="connsiteX6" fmla="*/ 394100 w 1407286"/>
                <a:gd name="connsiteY6" fmla="*/ 1011788 h 1136337"/>
                <a:gd name="connsiteX7" fmla="*/ 37074 w 1407286"/>
                <a:gd name="connsiteY7" fmla="*/ 421766 h 1136337"/>
                <a:gd name="connsiteX8" fmla="*/ 0 w 1407286"/>
                <a:gd name="connsiteY8" fmla="*/ 388071 h 1136337"/>
                <a:gd name="connsiteX9" fmla="*/ 65186 w 1407286"/>
                <a:gd name="connsiteY9" fmla="*/ 328826 h 1136337"/>
                <a:gd name="connsiteX10" fmla="*/ 981160 w 1407286"/>
                <a:gd name="connsiteY10" fmla="*/ 0 h 1136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7286" h="1136337">
                  <a:moveTo>
                    <a:pt x="981160" y="0"/>
                  </a:moveTo>
                  <a:cubicBezTo>
                    <a:pt x="1080571" y="0"/>
                    <a:pt x="1177630" y="10074"/>
                    <a:pt x="1271370" y="29256"/>
                  </a:cubicBezTo>
                  <a:lnTo>
                    <a:pt x="1407286" y="64204"/>
                  </a:lnTo>
                  <a:lnTo>
                    <a:pt x="1375261" y="188752"/>
                  </a:lnTo>
                  <a:cubicBezTo>
                    <a:pt x="1235015" y="639659"/>
                    <a:pt x="879120" y="995554"/>
                    <a:pt x="428213" y="1135800"/>
                  </a:cubicBezTo>
                  <a:lnTo>
                    <a:pt x="426125" y="1136337"/>
                  </a:lnTo>
                  <a:lnTo>
                    <a:pt x="394100" y="1011788"/>
                  </a:lnTo>
                  <a:cubicBezTo>
                    <a:pt x="323977" y="786335"/>
                    <a:pt x="199942" y="584634"/>
                    <a:pt x="37074" y="421766"/>
                  </a:cubicBezTo>
                  <a:lnTo>
                    <a:pt x="0" y="388071"/>
                  </a:lnTo>
                  <a:lnTo>
                    <a:pt x="65186" y="328826"/>
                  </a:lnTo>
                  <a:cubicBezTo>
                    <a:pt x="314103" y="123402"/>
                    <a:pt x="633221" y="0"/>
                    <a:pt x="981160" y="0"/>
                  </a:cubicBezTo>
                  <a:close/>
                </a:path>
              </a:pathLst>
            </a:custGeom>
            <a:solidFill>
              <a:schemeClr val="tx2"/>
            </a:solidFill>
            <a:ln w="38100" cmpd="sng">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FFFFFF"/>
                  </a:solidFill>
                  <a:effectLst/>
                  <a:uLnTx/>
                  <a:uFillTx/>
                  <a:latin typeface="Ubuntu"/>
                  <a:ea typeface="+mn-ea"/>
                  <a:cs typeface="Verdana" panose="020B0604030504040204" pitchFamily="34" charset="0"/>
                </a:rPr>
                <a:t>Clash</a:t>
              </a:r>
            </a:p>
          </p:txBody>
        </p:sp>
        <p:sp>
          <p:nvSpPr>
            <p:cNvPr id="23" name="Freeform 22">
              <a:extLst>
                <a:ext uri="{FF2B5EF4-FFF2-40B4-BE49-F238E27FC236}">
                  <a16:creationId xmlns:a16="http://schemas.microsoft.com/office/drawing/2014/main" id="{9C85278B-8635-F724-64FF-BB977DFEF0C0}"/>
                </a:ext>
              </a:extLst>
            </p:cNvPr>
            <p:cNvSpPr/>
            <p:nvPr/>
          </p:nvSpPr>
          <p:spPr>
            <a:xfrm>
              <a:off x="13841957" y="1843081"/>
              <a:ext cx="302833" cy="447344"/>
            </a:xfrm>
            <a:custGeom>
              <a:avLst/>
              <a:gdLst>
                <a:gd name="connsiteX0" fmla="*/ 32715 w 917680"/>
                <a:gd name="connsiteY0" fmla="*/ 0 h 1355592"/>
                <a:gd name="connsiteX1" fmla="*/ 168631 w 917680"/>
                <a:gd name="connsiteY1" fmla="*/ 34947 h 1355592"/>
                <a:gd name="connsiteX2" fmla="*/ 458841 w 917680"/>
                <a:gd name="connsiteY2" fmla="*/ 64203 h 1355592"/>
                <a:gd name="connsiteX3" fmla="*/ 749051 w 917680"/>
                <a:gd name="connsiteY3" fmla="*/ 34947 h 1355592"/>
                <a:gd name="connsiteX4" fmla="*/ 884965 w 917680"/>
                <a:gd name="connsiteY4" fmla="*/ 0 h 1355592"/>
                <a:gd name="connsiteX5" fmla="*/ 888424 w 917680"/>
                <a:gd name="connsiteY5" fmla="*/ 13453 h 1355592"/>
                <a:gd name="connsiteX6" fmla="*/ 917680 w 917680"/>
                <a:gd name="connsiteY6" fmla="*/ 303663 h 1355592"/>
                <a:gd name="connsiteX7" fmla="*/ 495914 w 917680"/>
                <a:gd name="connsiteY7" fmla="*/ 1321897 h 1355592"/>
                <a:gd name="connsiteX8" fmla="*/ 458840 w 917680"/>
                <a:gd name="connsiteY8" fmla="*/ 1355592 h 1355592"/>
                <a:gd name="connsiteX9" fmla="*/ 421766 w 917680"/>
                <a:gd name="connsiteY9" fmla="*/ 1321897 h 1355592"/>
                <a:gd name="connsiteX10" fmla="*/ 0 w 917680"/>
                <a:gd name="connsiteY10" fmla="*/ 303663 h 1355592"/>
                <a:gd name="connsiteX11" fmla="*/ 29256 w 917680"/>
                <a:gd name="connsiteY11" fmla="*/ 13453 h 1355592"/>
                <a:gd name="connsiteX12" fmla="*/ 32715 w 917680"/>
                <a:gd name="connsiteY12" fmla="*/ 0 h 1355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680" h="1355592">
                  <a:moveTo>
                    <a:pt x="32715" y="0"/>
                  </a:moveTo>
                  <a:lnTo>
                    <a:pt x="168631" y="34947"/>
                  </a:lnTo>
                  <a:cubicBezTo>
                    <a:pt x="262372" y="54130"/>
                    <a:pt x="359430" y="64203"/>
                    <a:pt x="458841" y="64203"/>
                  </a:cubicBezTo>
                  <a:cubicBezTo>
                    <a:pt x="558252" y="64203"/>
                    <a:pt x="655311" y="54130"/>
                    <a:pt x="749051" y="34947"/>
                  </a:cubicBezTo>
                  <a:lnTo>
                    <a:pt x="884965" y="0"/>
                  </a:lnTo>
                  <a:lnTo>
                    <a:pt x="888424" y="13453"/>
                  </a:lnTo>
                  <a:cubicBezTo>
                    <a:pt x="907607" y="107194"/>
                    <a:pt x="917680" y="204252"/>
                    <a:pt x="917680" y="303663"/>
                  </a:cubicBezTo>
                  <a:cubicBezTo>
                    <a:pt x="917680" y="701308"/>
                    <a:pt x="756503" y="1061308"/>
                    <a:pt x="495914" y="1321897"/>
                  </a:cubicBezTo>
                  <a:lnTo>
                    <a:pt x="458840" y="1355592"/>
                  </a:lnTo>
                  <a:lnTo>
                    <a:pt x="421766" y="1321897"/>
                  </a:lnTo>
                  <a:cubicBezTo>
                    <a:pt x="161178" y="1061308"/>
                    <a:pt x="0" y="701308"/>
                    <a:pt x="0" y="303663"/>
                  </a:cubicBezTo>
                  <a:cubicBezTo>
                    <a:pt x="0" y="204252"/>
                    <a:pt x="10074" y="107194"/>
                    <a:pt x="29256" y="13453"/>
                  </a:cubicBezTo>
                  <a:lnTo>
                    <a:pt x="32715" y="0"/>
                  </a:lnTo>
                  <a:close/>
                </a:path>
              </a:pathLst>
            </a:custGeom>
            <a:solidFill>
              <a:schemeClr val="tx2"/>
            </a:solidFill>
            <a:ln w="38100" cmpd="sng">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FFFFFF"/>
                  </a:solidFill>
                  <a:effectLst/>
                  <a:uLnTx/>
                  <a:uFillTx/>
                  <a:latin typeface="Ubuntu"/>
                  <a:ea typeface="+mn-ea"/>
                  <a:cs typeface="Verdana" panose="020B0604030504040204" pitchFamily="34" charset="0"/>
                </a:rPr>
                <a:t>Clash</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00" b="0" i="0" u="none" strike="noStrike" kern="1200" cap="none" spc="0" normalizeH="0" baseline="0" noProof="0" dirty="0">
                <a:ln>
                  <a:noFill/>
                </a:ln>
                <a:solidFill>
                  <a:srgbClr val="FFFFFF"/>
                </a:solidFill>
                <a:effectLst/>
                <a:uLnTx/>
                <a:uFillTx/>
                <a:latin typeface="Ubuntu"/>
                <a:ea typeface="+mn-ea"/>
                <a:cs typeface="Verdana" panose="020B0604030504040204" pitchFamily="34" charset="0"/>
              </a:endParaRPr>
            </a:p>
          </p:txBody>
        </p:sp>
        <p:sp>
          <p:nvSpPr>
            <p:cNvPr id="24" name="Freeform 23">
              <a:extLst>
                <a:ext uri="{FF2B5EF4-FFF2-40B4-BE49-F238E27FC236}">
                  <a16:creationId xmlns:a16="http://schemas.microsoft.com/office/drawing/2014/main" id="{DF907A3F-05DB-9450-A42B-B3D23FDB93D0}"/>
                </a:ext>
              </a:extLst>
            </p:cNvPr>
            <p:cNvSpPr/>
            <p:nvPr/>
          </p:nvSpPr>
          <p:spPr>
            <a:xfrm>
              <a:off x="13852754" y="1596154"/>
              <a:ext cx="281242" cy="268114"/>
            </a:xfrm>
            <a:custGeom>
              <a:avLst/>
              <a:gdLst>
                <a:gd name="connsiteX0" fmla="*/ 426125 w 852250"/>
                <a:gd name="connsiteY0" fmla="*/ 0 h 812469"/>
                <a:gd name="connsiteX1" fmla="*/ 463199 w 852250"/>
                <a:gd name="connsiteY1" fmla="*/ 33695 h 812469"/>
                <a:gd name="connsiteX2" fmla="*/ 820225 w 852250"/>
                <a:gd name="connsiteY2" fmla="*/ 623717 h 812469"/>
                <a:gd name="connsiteX3" fmla="*/ 852250 w 852250"/>
                <a:gd name="connsiteY3" fmla="*/ 748266 h 812469"/>
                <a:gd name="connsiteX4" fmla="*/ 716336 w 852250"/>
                <a:gd name="connsiteY4" fmla="*/ 783213 h 812469"/>
                <a:gd name="connsiteX5" fmla="*/ 426126 w 852250"/>
                <a:gd name="connsiteY5" fmla="*/ 812469 h 812469"/>
                <a:gd name="connsiteX6" fmla="*/ 135916 w 852250"/>
                <a:gd name="connsiteY6" fmla="*/ 783213 h 812469"/>
                <a:gd name="connsiteX7" fmla="*/ 0 w 852250"/>
                <a:gd name="connsiteY7" fmla="*/ 748266 h 812469"/>
                <a:gd name="connsiteX8" fmla="*/ 32025 w 852250"/>
                <a:gd name="connsiteY8" fmla="*/ 623717 h 812469"/>
                <a:gd name="connsiteX9" fmla="*/ 389051 w 852250"/>
                <a:gd name="connsiteY9" fmla="*/ 33695 h 812469"/>
                <a:gd name="connsiteX10" fmla="*/ 426125 w 852250"/>
                <a:gd name="connsiteY10" fmla="*/ 0 h 812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2250" h="812469">
                  <a:moveTo>
                    <a:pt x="426125" y="0"/>
                  </a:moveTo>
                  <a:lnTo>
                    <a:pt x="463199" y="33695"/>
                  </a:lnTo>
                  <a:cubicBezTo>
                    <a:pt x="626067" y="196563"/>
                    <a:pt x="750102" y="398264"/>
                    <a:pt x="820225" y="623717"/>
                  </a:cubicBezTo>
                  <a:lnTo>
                    <a:pt x="852250" y="748266"/>
                  </a:lnTo>
                  <a:lnTo>
                    <a:pt x="716336" y="783213"/>
                  </a:lnTo>
                  <a:cubicBezTo>
                    <a:pt x="622596" y="802396"/>
                    <a:pt x="525537" y="812469"/>
                    <a:pt x="426126" y="812469"/>
                  </a:cubicBezTo>
                  <a:cubicBezTo>
                    <a:pt x="326715" y="812469"/>
                    <a:pt x="229657" y="802396"/>
                    <a:pt x="135916" y="783213"/>
                  </a:cubicBezTo>
                  <a:lnTo>
                    <a:pt x="0" y="748266"/>
                  </a:lnTo>
                  <a:lnTo>
                    <a:pt x="32025" y="623717"/>
                  </a:lnTo>
                  <a:cubicBezTo>
                    <a:pt x="102148" y="398264"/>
                    <a:pt x="226184" y="196563"/>
                    <a:pt x="389051" y="33695"/>
                  </a:cubicBezTo>
                  <a:lnTo>
                    <a:pt x="426125" y="0"/>
                  </a:lnTo>
                  <a:close/>
                </a:path>
              </a:pathLst>
            </a:custGeom>
            <a:solidFill>
              <a:srgbClr val="FFFFFF">
                <a:lumMod val="100000"/>
              </a:srgbClr>
            </a:solidFill>
            <a:ln w="38100" cap="flat" cmpd="sng" algn="ctr">
              <a:solidFill>
                <a:schemeClr val="tx2"/>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0" i="0" u="none" strike="noStrike" kern="1200" cap="none" spc="0" normalizeH="0" baseline="0" noProof="0" dirty="0">
                <a:ln>
                  <a:noFill/>
                </a:ln>
                <a:solidFill>
                  <a:prstClr val="black"/>
                </a:solidFill>
                <a:effectLst/>
                <a:uLnTx/>
                <a:uFillTx/>
                <a:latin typeface="Ubuntu"/>
                <a:ea typeface="+mn-ea"/>
                <a:cs typeface="Verdana" panose="020B0604030504040204" pitchFamily="34" charset="0"/>
              </a:endParaRPr>
            </a:p>
          </p:txBody>
        </p:sp>
      </p:grpSp>
      <p:grpSp>
        <p:nvGrpSpPr>
          <p:cNvPr id="7" name="Group 6" descr="Data chart">
            <a:extLst>
              <a:ext uri="{FF2B5EF4-FFF2-40B4-BE49-F238E27FC236}">
                <a16:creationId xmlns:a16="http://schemas.microsoft.com/office/drawing/2014/main" id="{5F8B2B32-A504-96CF-2A20-911713F6FAFF}"/>
              </a:ext>
            </a:extLst>
          </p:cNvPr>
          <p:cNvGrpSpPr/>
          <p:nvPr/>
        </p:nvGrpSpPr>
        <p:grpSpPr>
          <a:xfrm>
            <a:off x="12946599" y="4261674"/>
            <a:ext cx="1895910" cy="1492861"/>
            <a:chOff x="12946599" y="4261674"/>
            <a:chExt cx="1895910" cy="1492861"/>
          </a:xfrm>
        </p:grpSpPr>
        <p:sp>
          <p:nvSpPr>
            <p:cNvPr id="26" name="Freeform 25">
              <a:extLst>
                <a:ext uri="{FF2B5EF4-FFF2-40B4-BE49-F238E27FC236}">
                  <a16:creationId xmlns:a16="http://schemas.microsoft.com/office/drawing/2014/main" id="{CAEF041D-05BD-E482-D42A-F0E2F4D2A06E}"/>
                </a:ext>
              </a:extLst>
            </p:cNvPr>
            <p:cNvSpPr/>
            <p:nvPr/>
          </p:nvSpPr>
          <p:spPr>
            <a:xfrm>
              <a:off x="13633393" y="4261674"/>
              <a:ext cx="729358" cy="727774"/>
            </a:xfrm>
            <a:custGeom>
              <a:avLst/>
              <a:gdLst>
                <a:gd name="connsiteX0" fmla="*/ 1080000 w 2160000"/>
                <a:gd name="connsiteY0" fmla="*/ 0 h 2160000"/>
                <a:gd name="connsiteX1" fmla="*/ 2160000 w 2160000"/>
                <a:gd name="connsiteY1" fmla="*/ 1080000 h 2160000"/>
                <a:gd name="connsiteX2" fmla="*/ 1080000 w 2160000"/>
                <a:gd name="connsiteY2" fmla="*/ 2160000 h 2160000"/>
                <a:gd name="connsiteX3" fmla="*/ 0 w 2160000"/>
                <a:gd name="connsiteY3" fmla="*/ 1080000 h 2160000"/>
                <a:gd name="connsiteX4" fmla="*/ 1080000 w 2160000"/>
                <a:gd name="connsiteY4" fmla="*/ 0 h 216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00" h="2160000">
                  <a:moveTo>
                    <a:pt x="1080000" y="0"/>
                  </a:moveTo>
                  <a:cubicBezTo>
                    <a:pt x="1676468" y="0"/>
                    <a:pt x="2160000" y="483532"/>
                    <a:pt x="2160000" y="1080000"/>
                  </a:cubicBezTo>
                  <a:cubicBezTo>
                    <a:pt x="1563532" y="1080000"/>
                    <a:pt x="1080000" y="1563532"/>
                    <a:pt x="1080000" y="2160000"/>
                  </a:cubicBezTo>
                  <a:cubicBezTo>
                    <a:pt x="1080000" y="1563532"/>
                    <a:pt x="596468" y="1080000"/>
                    <a:pt x="0" y="1080000"/>
                  </a:cubicBezTo>
                  <a:cubicBezTo>
                    <a:pt x="0" y="483532"/>
                    <a:pt x="483532" y="0"/>
                    <a:pt x="1080000" y="0"/>
                  </a:cubicBezTo>
                  <a:close/>
                </a:path>
              </a:pathLst>
            </a:custGeom>
            <a:solidFill>
              <a:schemeClr val="bg1"/>
            </a:solidFill>
            <a:ln w="38100" cap="flat" cmpd="sng" algn="ctr">
              <a:solidFill>
                <a:schemeClr val="tx2"/>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prstClr val="black"/>
                  </a:solidFill>
                  <a:effectLst/>
                  <a:uLnTx/>
                  <a:uFillTx/>
                  <a:latin typeface="Ubuntu"/>
                  <a:ea typeface="+mn-ea"/>
                  <a:cs typeface="Verdana" panose="020B0604030504040204" pitchFamily="34" charset="0"/>
                </a:rPr>
                <a:t>Aspect One</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00" b="0" i="0" u="none" strike="noStrike" kern="1200" cap="none" spc="0" normalizeH="0" baseline="0" noProof="0" dirty="0">
                <a:ln>
                  <a:noFill/>
                </a:ln>
                <a:solidFill>
                  <a:prstClr val="black"/>
                </a:solidFill>
                <a:effectLst/>
                <a:uLnTx/>
                <a:uFillTx/>
                <a:latin typeface="Ubuntu" panose="020B0504030602030204" pitchFamily="34" charset="0"/>
                <a:ea typeface="+mn-ea"/>
                <a:cs typeface="Verdana" panose="020B0604030504040204" pitchFamily="34" charset="0"/>
              </a:endParaRPr>
            </a:p>
          </p:txBody>
        </p:sp>
        <p:sp>
          <p:nvSpPr>
            <p:cNvPr id="27" name="Freeform 26">
              <a:extLst>
                <a:ext uri="{FF2B5EF4-FFF2-40B4-BE49-F238E27FC236}">
                  <a16:creationId xmlns:a16="http://schemas.microsoft.com/office/drawing/2014/main" id="{2615E0FE-BB76-B578-1395-5F0D20A62D78}"/>
                </a:ext>
              </a:extLst>
            </p:cNvPr>
            <p:cNvSpPr/>
            <p:nvPr/>
          </p:nvSpPr>
          <p:spPr>
            <a:xfrm>
              <a:off x="13269048" y="4625561"/>
              <a:ext cx="727774" cy="727774"/>
            </a:xfrm>
            <a:custGeom>
              <a:avLst/>
              <a:gdLst>
                <a:gd name="connsiteX0" fmla="*/ 1080000 w 2160000"/>
                <a:gd name="connsiteY0" fmla="*/ 0 h 2160000"/>
                <a:gd name="connsiteX1" fmla="*/ 2160000 w 2160000"/>
                <a:gd name="connsiteY1" fmla="*/ 1080000 h 2160000"/>
                <a:gd name="connsiteX2" fmla="*/ 1080000 w 2160000"/>
                <a:gd name="connsiteY2" fmla="*/ 2160000 h 2160000"/>
                <a:gd name="connsiteX3" fmla="*/ 0 w 2160000"/>
                <a:gd name="connsiteY3" fmla="*/ 1080000 h 2160000"/>
                <a:gd name="connsiteX4" fmla="*/ 1080000 w 2160000"/>
                <a:gd name="connsiteY4" fmla="*/ 0 h 216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00" h="2160000">
                  <a:moveTo>
                    <a:pt x="1080000" y="0"/>
                  </a:moveTo>
                  <a:cubicBezTo>
                    <a:pt x="1080000" y="596468"/>
                    <a:pt x="1563532" y="1080000"/>
                    <a:pt x="2160000" y="1080000"/>
                  </a:cubicBezTo>
                  <a:cubicBezTo>
                    <a:pt x="1563532" y="1080000"/>
                    <a:pt x="1080000" y="1563532"/>
                    <a:pt x="1080000" y="2160000"/>
                  </a:cubicBezTo>
                  <a:cubicBezTo>
                    <a:pt x="483532" y="2160000"/>
                    <a:pt x="0" y="1676468"/>
                    <a:pt x="0" y="1080000"/>
                  </a:cubicBezTo>
                  <a:cubicBezTo>
                    <a:pt x="0" y="483532"/>
                    <a:pt x="483532" y="0"/>
                    <a:pt x="1080000" y="0"/>
                  </a:cubicBezTo>
                  <a:close/>
                </a:path>
              </a:pathLst>
            </a:custGeom>
            <a:solidFill>
              <a:schemeClr val="bg1"/>
            </a:solidFill>
            <a:ln w="38100" cap="flat" cmpd="sng" algn="ctr">
              <a:solidFill>
                <a:schemeClr val="tx2"/>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25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prstClr val="black"/>
                  </a:solidFill>
                  <a:effectLst/>
                  <a:uLnTx/>
                  <a:uFillTx/>
                  <a:latin typeface="Ubuntu"/>
                  <a:ea typeface="+mn-ea"/>
                  <a:cs typeface="Verdana" panose="020B0604030504040204" pitchFamily="34" charset="0"/>
                </a:rPr>
                <a:t>Aspect Four</a:t>
              </a:r>
            </a:p>
          </p:txBody>
        </p:sp>
        <p:sp>
          <p:nvSpPr>
            <p:cNvPr id="28" name="Freeform 27">
              <a:extLst>
                <a:ext uri="{FF2B5EF4-FFF2-40B4-BE49-F238E27FC236}">
                  <a16:creationId xmlns:a16="http://schemas.microsoft.com/office/drawing/2014/main" id="{846E0597-D7C4-66DF-A574-3E96C05DAB2A}"/>
                </a:ext>
              </a:extLst>
            </p:cNvPr>
            <p:cNvSpPr/>
            <p:nvPr/>
          </p:nvSpPr>
          <p:spPr>
            <a:xfrm>
              <a:off x="13998863" y="4625561"/>
              <a:ext cx="727774" cy="727774"/>
            </a:xfrm>
            <a:custGeom>
              <a:avLst/>
              <a:gdLst>
                <a:gd name="connsiteX0" fmla="*/ 1080000 w 2160000"/>
                <a:gd name="connsiteY0" fmla="*/ 0 h 2160000"/>
                <a:gd name="connsiteX1" fmla="*/ 2160000 w 2160000"/>
                <a:gd name="connsiteY1" fmla="*/ 1080000 h 2160000"/>
                <a:gd name="connsiteX2" fmla="*/ 1080000 w 2160000"/>
                <a:gd name="connsiteY2" fmla="*/ 2160000 h 2160000"/>
                <a:gd name="connsiteX3" fmla="*/ 0 w 2160000"/>
                <a:gd name="connsiteY3" fmla="*/ 1080000 h 2160000"/>
                <a:gd name="connsiteX4" fmla="*/ 1080000 w 2160000"/>
                <a:gd name="connsiteY4" fmla="*/ 0 h 216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00" h="2160000">
                  <a:moveTo>
                    <a:pt x="1080000" y="0"/>
                  </a:moveTo>
                  <a:cubicBezTo>
                    <a:pt x="1676468" y="0"/>
                    <a:pt x="2160000" y="483532"/>
                    <a:pt x="2160000" y="1080000"/>
                  </a:cubicBezTo>
                  <a:cubicBezTo>
                    <a:pt x="2160000" y="1676468"/>
                    <a:pt x="1676468" y="2160000"/>
                    <a:pt x="1080000" y="2160000"/>
                  </a:cubicBezTo>
                  <a:cubicBezTo>
                    <a:pt x="1080000" y="1563532"/>
                    <a:pt x="596468" y="1080000"/>
                    <a:pt x="0" y="1080000"/>
                  </a:cubicBezTo>
                  <a:cubicBezTo>
                    <a:pt x="596468" y="1080000"/>
                    <a:pt x="1080000" y="596468"/>
                    <a:pt x="1080000" y="0"/>
                  </a:cubicBezTo>
                  <a:close/>
                </a:path>
              </a:pathLst>
            </a:custGeom>
            <a:solidFill>
              <a:schemeClr val="bg1"/>
            </a:solidFill>
            <a:ln w="38100" cap="flat" cmpd="sng" algn="ctr">
              <a:solidFill>
                <a:schemeClr val="tx2"/>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prstClr val="black"/>
                  </a:solidFill>
                  <a:effectLst/>
                  <a:uLnTx/>
                  <a:uFillTx/>
                  <a:latin typeface="Ubuntu"/>
                  <a:ea typeface="+mn-ea"/>
                  <a:cs typeface="Verdana" panose="020B0604030504040204" pitchFamily="34" charset="0"/>
                </a:rPr>
                <a:t>Aspect Two</a:t>
              </a:r>
            </a:p>
          </p:txBody>
        </p:sp>
        <p:sp>
          <p:nvSpPr>
            <p:cNvPr id="29" name="Freeform 28">
              <a:extLst>
                <a:ext uri="{FF2B5EF4-FFF2-40B4-BE49-F238E27FC236}">
                  <a16:creationId xmlns:a16="http://schemas.microsoft.com/office/drawing/2014/main" id="{407591E4-CD86-F5A1-97A5-45470842C935}"/>
                </a:ext>
              </a:extLst>
            </p:cNvPr>
            <p:cNvSpPr/>
            <p:nvPr/>
          </p:nvSpPr>
          <p:spPr>
            <a:xfrm>
              <a:off x="13633393" y="4989448"/>
              <a:ext cx="729919" cy="730682"/>
            </a:xfrm>
            <a:custGeom>
              <a:avLst/>
              <a:gdLst>
                <a:gd name="connsiteX0" fmla="*/ 1080000 w 2160000"/>
                <a:gd name="connsiteY0" fmla="*/ 0 h 2160000"/>
                <a:gd name="connsiteX1" fmla="*/ 2160000 w 2160000"/>
                <a:gd name="connsiteY1" fmla="*/ 1080000 h 2160000"/>
                <a:gd name="connsiteX2" fmla="*/ 1080000 w 2160000"/>
                <a:gd name="connsiteY2" fmla="*/ 2160000 h 2160000"/>
                <a:gd name="connsiteX3" fmla="*/ 0 w 2160000"/>
                <a:gd name="connsiteY3" fmla="*/ 1080000 h 2160000"/>
                <a:gd name="connsiteX4" fmla="*/ 1080000 w 2160000"/>
                <a:gd name="connsiteY4" fmla="*/ 0 h 216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00" h="2160000">
                  <a:moveTo>
                    <a:pt x="1080000" y="0"/>
                  </a:moveTo>
                  <a:cubicBezTo>
                    <a:pt x="1080000" y="596468"/>
                    <a:pt x="1563532" y="1080000"/>
                    <a:pt x="2160000" y="1080000"/>
                  </a:cubicBezTo>
                  <a:cubicBezTo>
                    <a:pt x="2160000" y="1676468"/>
                    <a:pt x="1676468" y="2160000"/>
                    <a:pt x="1080000" y="2160000"/>
                  </a:cubicBezTo>
                  <a:cubicBezTo>
                    <a:pt x="483532" y="2160000"/>
                    <a:pt x="0" y="1676468"/>
                    <a:pt x="0" y="1080000"/>
                  </a:cubicBezTo>
                  <a:cubicBezTo>
                    <a:pt x="596468" y="1080000"/>
                    <a:pt x="1080000" y="596468"/>
                    <a:pt x="1080000" y="0"/>
                  </a:cubicBezTo>
                  <a:close/>
                </a:path>
              </a:pathLst>
            </a:custGeom>
            <a:solidFill>
              <a:schemeClr val="bg1"/>
            </a:solidFill>
            <a:ln w="38100" cap="flat" cmpd="sng" algn="ctr">
              <a:solidFill>
                <a:schemeClr val="tx2"/>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prstClr val="black"/>
                </a:solidFill>
                <a:effectLst/>
                <a:uLnTx/>
                <a:uFillTx/>
                <a:latin typeface="Ubuntu"/>
                <a:ea typeface="+mn-ea"/>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prstClr val="black"/>
                  </a:solidFill>
                  <a:effectLst/>
                  <a:uLnTx/>
                  <a:uFillTx/>
                  <a:latin typeface="Ubuntu"/>
                  <a:ea typeface="+mn-ea"/>
                  <a:cs typeface="Verdana" panose="020B0604030504040204" pitchFamily="34" charset="0"/>
                </a:rPr>
                <a:t>Aspect Three</a:t>
              </a:r>
            </a:p>
          </p:txBody>
        </p:sp>
        <p:grpSp>
          <p:nvGrpSpPr>
            <p:cNvPr id="30" name="Group 29">
              <a:extLst>
                <a:ext uri="{FF2B5EF4-FFF2-40B4-BE49-F238E27FC236}">
                  <a16:creationId xmlns:a16="http://schemas.microsoft.com/office/drawing/2014/main" id="{FC1FA2B1-03A0-7B66-2365-E56E11430D7C}"/>
                </a:ext>
              </a:extLst>
            </p:cNvPr>
            <p:cNvGrpSpPr/>
            <p:nvPr/>
          </p:nvGrpSpPr>
          <p:grpSpPr>
            <a:xfrm>
              <a:off x="13633481" y="4625561"/>
              <a:ext cx="727774" cy="727774"/>
              <a:chOff x="5020302" y="2857049"/>
              <a:chExt cx="2151401" cy="2151402"/>
            </a:xfrm>
            <a:solidFill>
              <a:schemeClr val="tx2"/>
            </a:solidFill>
          </p:grpSpPr>
          <p:sp>
            <p:nvSpPr>
              <p:cNvPr id="40" name="Freeform 39">
                <a:extLst>
                  <a:ext uri="{FF2B5EF4-FFF2-40B4-BE49-F238E27FC236}">
                    <a16:creationId xmlns:a16="http://schemas.microsoft.com/office/drawing/2014/main" id="{7FD79DD6-6874-D2D0-B622-472D12E31B2C}"/>
                  </a:ext>
                </a:extLst>
              </p:cNvPr>
              <p:cNvSpPr/>
              <p:nvPr/>
            </p:nvSpPr>
            <p:spPr>
              <a:xfrm>
                <a:off x="5020302" y="2857049"/>
                <a:ext cx="1075701" cy="1075701"/>
              </a:xfrm>
              <a:custGeom>
                <a:avLst/>
                <a:gdLst>
                  <a:gd name="connsiteX0" fmla="*/ 0 w 1080000"/>
                  <a:gd name="connsiteY0" fmla="*/ 0 h 1080000"/>
                  <a:gd name="connsiteX1" fmla="*/ 1080000 w 1080000"/>
                  <a:gd name="connsiteY1" fmla="*/ 1080000 h 1080000"/>
                  <a:gd name="connsiteX2" fmla="*/ 0 w 1080000"/>
                  <a:gd name="connsiteY2" fmla="*/ 0 h 1080000"/>
                </a:gdLst>
                <a:ahLst/>
                <a:cxnLst>
                  <a:cxn ang="0">
                    <a:pos x="connsiteX0" y="connsiteY0"/>
                  </a:cxn>
                  <a:cxn ang="0">
                    <a:pos x="connsiteX1" y="connsiteY1"/>
                  </a:cxn>
                  <a:cxn ang="0">
                    <a:pos x="connsiteX2" y="connsiteY2"/>
                  </a:cxn>
                </a:cxnLst>
                <a:rect l="l" t="t" r="r" b="b"/>
                <a:pathLst>
                  <a:path w="1080000" h="1080000">
                    <a:moveTo>
                      <a:pt x="0" y="0"/>
                    </a:moveTo>
                    <a:cubicBezTo>
                      <a:pt x="596468" y="0"/>
                      <a:pt x="1080000" y="483532"/>
                      <a:pt x="1080000" y="1080000"/>
                    </a:cubicBezTo>
                    <a:cubicBezTo>
                      <a:pt x="483532" y="1080000"/>
                      <a:pt x="0" y="596468"/>
                      <a:pt x="0" y="0"/>
                    </a:cubicBezTo>
                    <a:close/>
                  </a:path>
                </a:pathLst>
              </a:custGeom>
              <a:grpFill/>
              <a:ln w="6350" cmpd="sng">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00" b="0" i="0" u="none" strike="noStrike" kern="1200" cap="none" spc="0" normalizeH="0" baseline="0" noProof="0" dirty="0">
                  <a:ln>
                    <a:noFill/>
                  </a:ln>
                  <a:solidFill>
                    <a:prstClr val="black"/>
                  </a:solidFill>
                  <a:effectLst/>
                  <a:uLnTx/>
                  <a:uFillTx/>
                  <a:latin typeface="Ubuntu" panose="020B0504030602030204" pitchFamily="34" charset="0"/>
                  <a:ea typeface="+mn-ea"/>
                  <a:cs typeface="Verdana" panose="020B0604030504040204" pitchFamily="34" charset="0"/>
                  <a:sym typeface="Ubuntu" panose="020B0504030602030204" pitchFamily="34" charset="0"/>
                </a:endParaRPr>
              </a:p>
            </p:txBody>
          </p:sp>
          <p:sp>
            <p:nvSpPr>
              <p:cNvPr id="41" name="Freeform 40">
                <a:extLst>
                  <a:ext uri="{FF2B5EF4-FFF2-40B4-BE49-F238E27FC236}">
                    <a16:creationId xmlns:a16="http://schemas.microsoft.com/office/drawing/2014/main" id="{D77A19D0-6625-C92D-D302-A55D0F006984}"/>
                  </a:ext>
                </a:extLst>
              </p:cNvPr>
              <p:cNvSpPr/>
              <p:nvPr/>
            </p:nvSpPr>
            <p:spPr>
              <a:xfrm>
                <a:off x="6096002" y="2857049"/>
                <a:ext cx="1075701" cy="1075701"/>
              </a:xfrm>
              <a:custGeom>
                <a:avLst/>
                <a:gdLst>
                  <a:gd name="connsiteX0" fmla="*/ 1080000 w 1080000"/>
                  <a:gd name="connsiteY0" fmla="*/ 0 h 1080000"/>
                  <a:gd name="connsiteX1" fmla="*/ 0 w 1080000"/>
                  <a:gd name="connsiteY1" fmla="*/ 1080000 h 1080000"/>
                  <a:gd name="connsiteX2" fmla="*/ 1080000 w 1080000"/>
                  <a:gd name="connsiteY2" fmla="*/ 0 h 1080000"/>
                </a:gdLst>
                <a:ahLst/>
                <a:cxnLst>
                  <a:cxn ang="0">
                    <a:pos x="connsiteX0" y="connsiteY0"/>
                  </a:cxn>
                  <a:cxn ang="0">
                    <a:pos x="connsiteX1" y="connsiteY1"/>
                  </a:cxn>
                  <a:cxn ang="0">
                    <a:pos x="connsiteX2" y="connsiteY2"/>
                  </a:cxn>
                </a:cxnLst>
                <a:rect l="l" t="t" r="r" b="b"/>
                <a:pathLst>
                  <a:path w="1080000" h="1080000">
                    <a:moveTo>
                      <a:pt x="1080000" y="0"/>
                    </a:moveTo>
                    <a:cubicBezTo>
                      <a:pt x="1080000" y="596468"/>
                      <a:pt x="596468" y="1080000"/>
                      <a:pt x="0" y="1080000"/>
                    </a:cubicBezTo>
                    <a:cubicBezTo>
                      <a:pt x="0" y="483532"/>
                      <a:pt x="483532" y="0"/>
                      <a:pt x="1080000" y="0"/>
                    </a:cubicBezTo>
                    <a:close/>
                  </a:path>
                </a:pathLst>
              </a:custGeom>
              <a:grpFill/>
              <a:ln w="6350" cmpd="sng">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00" b="0" i="0" u="none" strike="noStrike" kern="1200" cap="none" spc="0" normalizeH="0" baseline="0" noProof="0" dirty="0">
                  <a:ln>
                    <a:noFill/>
                  </a:ln>
                  <a:solidFill>
                    <a:prstClr val="black"/>
                  </a:solidFill>
                  <a:effectLst/>
                  <a:uLnTx/>
                  <a:uFillTx/>
                  <a:latin typeface="Ubuntu" panose="020B0504030602030204" pitchFamily="34" charset="0"/>
                  <a:ea typeface="+mn-ea"/>
                  <a:cs typeface="Verdana" panose="020B0604030504040204" pitchFamily="34" charset="0"/>
                  <a:sym typeface="Ubuntu" panose="020B0504030602030204" pitchFamily="34" charset="0"/>
                </a:endParaRPr>
              </a:p>
            </p:txBody>
          </p:sp>
          <p:sp>
            <p:nvSpPr>
              <p:cNvPr id="42" name="Freeform 41">
                <a:extLst>
                  <a:ext uri="{FF2B5EF4-FFF2-40B4-BE49-F238E27FC236}">
                    <a16:creationId xmlns:a16="http://schemas.microsoft.com/office/drawing/2014/main" id="{7EAF246B-413B-A330-2F5C-137F25C69A95}"/>
                  </a:ext>
                </a:extLst>
              </p:cNvPr>
              <p:cNvSpPr/>
              <p:nvPr/>
            </p:nvSpPr>
            <p:spPr>
              <a:xfrm>
                <a:off x="6096002" y="3932750"/>
                <a:ext cx="1075701" cy="1075701"/>
              </a:xfrm>
              <a:custGeom>
                <a:avLst/>
                <a:gdLst>
                  <a:gd name="connsiteX0" fmla="*/ 0 w 1080000"/>
                  <a:gd name="connsiteY0" fmla="*/ 0 h 1080000"/>
                  <a:gd name="connsiteX1" fmla="*/ 1080000 w 1080000"/>
                  <a:gd name="connsiteY1" fmla="*/ 1080000 h 1080000"/>
                  <a:gd name="connsiteX2" fmla="*/ 0 w 1080000"/>
                  <a:gd name="connsiteY2" fmla="*/ 0 h 1080000"/>
                </a:gdLst>
                <a:ahLst/>
                <a:cxnLst>
                  <a:cxn ang="0">
                    <a:pos x="connsiteX0" y="connsiteY0"/>
                  </a:cxn>
                  <a:cxn ang="0">
                    <a:pos x="connsiteX1" y="connsiteY1"/>
                  </a:cxn>
                  <a:cxn ang="0">
                    <a:pos x="connsiteX2" y="connsiteY2"/>
                  </a:cxn>
                </a:cxnLst>
                <a:rect l="l" t="t" r="r" b="b"/>
                <a:pathLst>
                  <a:path w="1080000" h="1080000">
                    <a:moveTo>
                      <a:pt x="0" y="0"/>
                    </a:moveTo>
                    <a:cubicBezTo>
                      <a:pt x="596468" y="0"/>
                      <a:pt x="1080000" y="483532"/>
                      <a:pt x="1080000" y="1080000"/>
                    </a:cubicBezTo>
                    <a:cubicBezTo>
                      <a:pt x="483532" y="1080000"/>
                      <a:pt x="0" y="596468"/>
                      <a:pt x="0" y="0"/>
                    </a:cubicBezTo>
                    <a:close/>
                  </a:path>
                </a:pathLst>
              </a:custGeom>
              <a:grpFill/>
              <a:ln w="6350" cmpd="sng">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00" b="0" i="0" u="none" strike="noStrike" kern="1200" cap="none" spc="0" normalizeH="0" baseline="0" noProof="0" dirty="0">
                  <a:ln>
                    <a:noFill/>
                  </a:ln>
                  <a:solidFill>
                    <a:prstClr val="black"/>
                  </a:solidFill>
                  <a:effectLst/>
                  <a:uLnTx/>
                  <a:uFillTx/>
                  <a:latin typeface="Ubuntu" panose="020B0504030602030204" pitchFamily="34" charset="0"/>
                  <a:ea typeface="+mn-ea"/>
                  <a:cs typeface="Verdana" panose="020B0604030504040204" pitchFamily="34" charset="0"/>
                  <a:sym typeface="Ubuntu" panose="020B0504030602030204" pitchFamily="34" charset="0"/>
                </a:endParaRPr>
              </a:p>
            </p:txBody>
          </p:sp>
          <p:sp>
            <p:nvSpPr>
              <p:cNvPr id="43" name="Freeform 42">
                <a:extLst>
                  <a:ext uri="{FF2B5EF4-FFF2-40B4-BE49-F238E27FC236}">
                    <a16:creationId xmlns:a16="http://schemas.microsoft.com/office/drawing/2014/main" id="{467B76FD-2284-27BB-0228-87F48F58CDDB}"/>
                  </a:ext>
                </a:extLst>
              </p:cNvPr>
              <p:cNvSpPr/>
              <p:nvPr/>
            </p:nvSpPr>
            <p:spPr>
              <a:xfrm>
                <a:off x="5020302" y="3932750"/>
                <a:ext cx="1075701" cy="1075701"/>
              </a:xfrm>
              <a:custGeom>
                <a:avLst/>
                <a:gdLst>
                  <a:gd name="connsiteX0" fmla="*/ 1080000 w 1080000"/>
                  <a:gd name="connsiteY0" fmla="*/ 0 h 1080000"/>
                  <a:gd name="connsiteX1" fmla="*/ 0 w 1080000"/>
                  <a:gd name="connsiteY1" fmla="*/ 1080000 h 1080000"/>
                  <a:gd name="connsiteX2" fmla="*/ 1080000 w 1080000"/>
                  <a:gd name="connsiteY2" fmla="*/ 0 h 1080000"/>
                </a:gdLst>
                <a:ahLst/>
                <a:cxnLst>
                  <a:cxn ang="0">
                    <a:pos x="connsiteX0" y="connsiteY0"/>
                  </a:cxn>
                  <a:cxn ang="0">
                    <a:pos x="connsiteX1" y="connsiteY1"/>
                  </a:cxn>
                  <a:cxn ang="0">
                    <a:pos x="connsiteX2" y="connsiteY2"/>
                  </a:cxn>
                </a:cxnLst>
                <a:rect l="l" t="t" r="r" b="b"/>
                <a:pathLst>
                  <a:path w="1080000" h="1080000">
                    <a:moveTo>
                      <a:pt x="1080000" y="0"/>
                    </a:moveTo>
                    <a:cubicBezTo>
                      <a:pt x="1080000" y="596468"/>
                      <a:pt x="596468" y="1080000"/>
                      <a:pt x="0" y="1080000"/>
                    </a:cubicBezTo>
                    <a:cubicBezTo>
                      <a:pt x="0" y="483532"/>
                      <a:pt x="483532" y="0"/>
                      <a:pt x="1080000" y="0"/>
                    </a:cubicBezTo>
                    <a:close/>
                  </a:path>
                </a:pathLst>
              </a:custGeom>
              <a:grpFill/>
              <a:ln w="6350" cmpd="sng">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00" b="0" i="0" u="none" strike="noStrike" kern="1200" cap="none" spc="0" normalizeH="0" baseline="0" noProof="0" dirty="0">
                  <a:ln>
                    <a:noFill/>
                  </a:ln>
                  <a:solidFill>
                    <a:prstClr val="black"/>
                  </a:solidFill>
                  <a:effectLst/>
                  <a:uLnTx/>
                  <a:uFillTx/>
                  <a:latin typeface="Ubuntu" panose="020B0504030602030204" pitchFamily="34" charset="0"/>
                  <a:ea typeface="+mn-ea"/>
                  <a:cs typeface="Verdana" panose="020B0604030504040204" pitchFamily="34" charset="0"/>
                  <a:sym typeface="Ubuntu" panose="020B0504030602030204" pitchFamily="34" charset="0"/>
                </a:endParaRPr>
              </a:p>
            </p:txBody>
          </p:sp>
        </p:grpSp>
        <p:sp>
          <p:nvSpPr>
            <p:cNvPr id="31" name="TextBox 30">
              <a:extLst>
                <a:ext uri="{FF2B5EF4-FFF2-40B4-BE49-F238E27FC236}">
                  <a16:creationId xmlns:a16="http://schemas.microsoft.com/office/drawing/2014/main" id="{DFCC5B90-6FFD-8CDE-8D69-4B00FF1B34C5}"/>
                </a:ext>
              </a:extLst>
            </p:cNvPr>
            <p:cNvSpPr txBox="1"/>
            <p:nvPr/>
          </p:nvSpPr>
          <p:spPr>
            <a:xfrm>
              <a:off x="12946599" y="4287446"/>
              <a:ext cx="454407" cy="153888"/>
            </a:xfrm>
            <a:prstGeom prst="rect">
              <a:avLst/>
            </a:prstGeom>
            <a:noFill/>
          </p:spPr>
          <p:txBody>
            <a:bodyPr wrap="square" lIns="0" numCol="1" spcCol="457200" rtlCol="0">
              <a:spAutoFit/>
            </a:bodyPr>
            <a:lstStyle/>
            <a:p>
              <a:pPr marL="0" marR="0" lvl="0" indent="0" algn="r" defTabSz="914400" rtl="0" eaLnBrk="1" fontAlgn="auto" latinLnBrk="0" hangingPunct="1">
                <a:lnSpc>
                  <a:spcPct val="100000"/>
                </a:lnSpc>
                <a:spcBef>
                  <a:spcPts val="0"/>
                </a:spcBef>
                <a:spcAft>
                  <a:spcPts val="0"/>
                </a:spcAft>
                <a:buClr>
                  <a:srgbClr val="1DB7F3"/>
                </a:buClr>
                <a:buSzTx/>
                <a:buFontTx/>
                <a:buNone/>
                <a:tabLst/>
                <a:defRPr/>
              </a:pPr>
              <a:r>
                <a:rPr kumimoji="0" lang="en-US" sz="400" b="1" i="0" u="none" strike="noStrike" kern="1200" cap="none" spc="0" normalizeH="0" baseline="0" noProof="0" dirty="0">
                  <a:ln>
                    <a:noFill/>
                  </a:ln>
                  <a:solidFill>
                    <a:prstClr val="black"/>
                  </a:solidFill>
                  <a:effectLst/>
                  <a:uLnTx/>
                  <a:uFillTx/>
                  <a:latin typeface="Ubuntu"/>
                  <a:ea typeface="+mn-ea"/>
                  <a:cs typeface="+mn-cs"/>
                </a:rPr>
                <a:t>Clash</a:t>
              </a:r>
              <a:endParaRPr kumimoji="0" lang="en-US" sz="300" b="0" i="0" u="none" strike="noStrike" kern="1200" cap="none" spc="0" normalizeH="0" baseline="0" noProof="0" dirty="0">
                <a:ln>
                  <a:noFill/>
                </a:ln>
                <a:solidFill>
                  <a:prstClr val="black"/>
                </a:solidFill>
                <a:effectLst/>
                <a:uLnTx/>
                <a:uFillTx/>
                <a:latin typeface="Ubuntu"/>
                <a:ea typeface="+mn-ea"/>
                <a:cs typeface="+mn-cs"/>
              </a:endParaRPr>
            </a:p>
          </p:txBody>
        </p:sp>
        <p:sp>
          <p:nvSpPr>
            <p:cNvPr id="32" name="TextBox 31">
              <a:extLst>
                <a:ext uri="{FF2B5EF4-FFF2-40B4-BE49-F238E27FC236}">
                  <a16:creationId xmlns:a16="http://schemas.microsoft.com/office/drawing/2014/main" id="{B09B764D-485B-01F6-4DCF-460E671EE92A}"/>
                </a:ext>
              </a:extLst>
            </p:cNvPr>
            <p:cNvSpPr txBox="1"/>
            <p:nvPr/>
          </p:nvSpPr>
          <p:spPr>
            <a:xfrm>
              <a:off x="14388102" y="4287446"/>
              <a:ext cx="454407" cy="153888"/>
            </a:xfrm>
            <a:prstGeom prst="rect">
              <a:avLst/>
            </a:prstGeom>
            <a:noFill/>
          </p:spPr>
          <p:txBody>
            <a:bodyPr wrap="square" lIns="0" numCol="1" spcCol="457200" rtlCol="0">
              <a:spAutoFit/>
            </a:bodyPr>
            <a:lstStyle/>
            <a:p>
              <a:pPr marL="0" marR="0" lvl="0" indent="0" algn="r" defTabSz="914400" rtl="0" eaLnBrk="1" fontAlgn="auto" latinLnBrk="0" hangingPunct="1">
                <a:lnSpc>
                  <a:spcPct val="100000"/>
                </a:lnSpc>
                <a:spcBef>
                  <a:spcPts val="0"/>
                </a:spcBef>
                <a:spcAft>
                  <a:spcPts val="0"/>
                </a:spcAft>
                <a:buClr>
                  <a:srgbClr val="1DB7F3"/>
                </a:buClr>
                <a:buSzTx/>
                <a:buFontTx/>
                <a:buNone/>
                <a:tabLst/>
                <a:defRPr/>
              </a:pPr>
              <a:r>
                <a:rPr kumimoji="0" lang="en-US" sz="400" b="1" i="0" u="none" strike="noStrike" kern="1200" cap="none" spc="0" normalizeH="0" baseline="0" noProof="0" dirty="0">
                  <a:ln>
                    <a:noFill/>
                  </a:ln>
                  <a:solidFill>
                    <a:prstClr val="black"/>
                  </a:solidFill>
                  <a:effectLst/>
                  <a:uLnTx/>
                  <a:uFillTx/>
                  <a:latin typeface="Ubuntu"/>
                  <a:ea typeface="+mn-ea"/>
                  <a:cs typeface="+mn-cs"/>
                </a:rPr>
                <a:t>Clash</a:t>
              </a:r>
              <a:endParaRPr kumimoji="0" lang="en-US" sz="300" b="0" i="0" u="none" strike="noStrike" kern="1200" cap="none" spc="0" normalizeH="0" baseline="0" noProof="0" dirty="0">
                <a:ln>
                  <a:noFill/>
                </a:ln>
                <a:solidFill>
                  <a:prstClr val="black"/>
                </a:solidFill>
                <a:effectLst/>
                <a:uLnTx/>
                <a:uFillTx/>
                <a:latin typeface="Ubuntu"/>
                <a:ea typeface="+mn-ea"/>
                <a:cs typeface="+mn-cs"/>
              </a:endParaRPr>
            </a:p>
          </p:txBody>
        </p:sp>
        <p:sp>
          <p:nvSpPr>
            <p:cNvPr id="33" name="TextBox 32">
              <a:extLst>
                <a:ext uri="{FF2B5EF4-FFF2-40B4-BE49-F238E27FC236}">
                  <a16:creationId xmlns:a16="http://schemas.microsoft.com/office/drawing/2014/main" id="{D62EC03A-1EE2-5DC4-E1E3-E6A453C22B25}"/>
                </a:ext>
              </a:extLst>
            </p:cNvPr>
            <p:cNvSpPr txBox="1"/>
            <p:nvPr/>
          </p:nvSpPr>
          <p:spPr>
            <a:xfrm>
              <a:off x="14358142" y="5600647"/>
              <a:ext cx="454407" cy="153888"/>
            </a:xfrm>
            <a:prstGeom prst="rect">
              <a:avLst/>
            </a:prstGeom>
            <a:noFill/>
          </p:spPr>
          <p:txBody>
            <a:bodyPr wrap="square" lIns="0" numCol="1" spcCol="457200" rtlCol="0">
              <a:spAutoFit/>
            </a:bodyPr>
            <a:lstStyle/>
            <a:p>
              <a:pPr marL="0" marR="0" lvl="0" indent="0" algn="r" defTabSz="914400" rtl="0" eaLnBrk="1" fontAlgn="auto" latinLnBrk="0" hangingPunct="1">
                <a:lnSpc>
                  <a:spcPct val="100000"/>
                </a:lnSpc>
                <a:spcBef>
                  <a:spcPts val="0"/>
                </a:spcBef>
                <a:spcAft>
                  <a:spcPts val="0"/>
                </a:spcAft>
                <a:buClr>
                  <a:srgbClr val="1DB7F3"/>
                </a:buClr>
                <a:buSzTx/>
                <a:buFontTx/>
                <a:buNone/>
                <a:tabLst/>
                <a:defRPr/>
              </a:pPr>
              <a:r>
                <a:rPr kumimoji="0" lang="en-US" sz="400" b="1" i="0" u="none" strike="noStrike" kern="1200" cap="none" spc="0" normalizeH="0" baseline="0" noProof="0" dirty="0">
                  <a:ln>
                    <a:noFill/>
                  </a:ln>
                  <a:solidFill>
                    <a:prstClr val="black"/>
                  </a:solidFill>
                  <a:effectLst/>
                  <a:uLnTx/>
                  <a:uFillTx/>
                  <a:latin typeface="Ubuntu"/>
                  <a:ea typeface="+mn-ea"/>
                  <a:cs typeface="+mn-cs"/>
                </a:rPr>
                <a:t>Clash</a:t>
              </a:r>
              <a:endParaRPr kumimoji="0" lang="en-US" sz="300" b="0" i="0" u="none" strike="noStrike" kern="1200" cap="none" spc="0" normalizeH="0" baseline="0" noProof="0" dirty="0">
                <a:ln>
                  <a:noFill/>
                </a:ln>
                <a:solidFill>
                  <a:prstClr val="black"/>
                </a:solidFill>
                <a:effectLst/>
                <a:uLnTx/>
                <a:uFillTx/>
                <a:latin typeface="Ubuntu"/>
                <a:ea typeface="+mn-ea"/>
                <a:cs typeface="+mn-cs"/>
              </a:endParaRPr>
            </a:p>
          </p:txBody>
        </p:sp>
        <p:grpSp>
          <p:nvGrpSpPr>
            <p:cNvPr id="34" name="Group 33">
              <a:extLst>
                <a:ext uri="{FF2B5EF4-FFF2-40B4-BE49-F238E27FC236}">
                  <a16:creationId xmlns:a16="http://schemas.microsoft.com/office/drawing/2014/main" id="{78F73414-F9CA-9006-9701-665A069EC93C}"/>
                </a:ext>
              </a:extLst>
            </p:cNvPr>
            <p:cNvGrpSpPr/>
            <p:nvPr/>
          </p:nvGrpSpPr>
          <p:grpSpPr>
            <a:xfrm>
              <a:off x="13401006" y="4391097"/>
              <a:ext cx="1207290" cy="1196701"/>
              <a:chOff x="4328651" y="2182246"/>
              <a:chExt cx="3568918" cy="3537618"/>
            </a:xfrm>
          </p:grpSpPr>
          <p:cxnSp>
            <p:nvCxnSpPr>
              <p:cNvPr id="36" name="Straight Connector 35">
                <a:extLst>
                  <a:ext uri="{FF2B5EF4-FFF2-40B4-BE49-F238E27FC236}">
                    <a16:creationId xmlns:a16="http://schemas.microsoft.com/office/drawing/2014/main" id="{C6DB8B2B-B8D9-EA6E-14AF-092BB55321BC}"/>
                  </a:ext>
                </a:extLst>
              </p:cNvPr>
              <p:cNvCxnSpPr>
                <a:cxnSpLocks/>
              </p:cNvCxnSpPr>
              <p:nvPr/>
            </p:nvCxnSpPr>
            <p:spPr>
              <a:xfrm>
                <a:off x="4328651" y="2182246"/>
                <a:ext cx="525952" cy="544607"/>
              </a:xfrm>
              <a:prstGeom prst="line">
                <a:avLst/>
              </a:prstGeom>
              <a:ln w="19050">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BA3F3341-A3A4-E987-FDB6-15DCB65775FF}"/>
                  </a:ext>
                </a:extLst>
              </p:cNvPr>
              <p:cNvCxnSpPr>
                <a:cxnSpLocks/>
              </p:cNvCxnSpPr>
              <p:nvPr/>
            </p:nvCxnSpPr>
            <p:spPr>
              <a:xfrm flipH="1">
                <a:off x="7371617" y="2182246"/>
                <a:ext cx="525952" cy="544607"/>
              </a:xfrm>
              <a:prstGeom prst="line">
                <a:avLst/>
              </a:prstGeom>
              <a:ln w="19050">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E388514-281B-4DFA-51BE-DAE7CFE2A743}"/>
                  </a:ext>
                </a:extLst>
              </p:cNvPr>
              <p:cNvCxnSpPr>
                <a:cxnSpLocks/>
              </p:cNvCxnSpPr>
              <p:nvPr/>
            </p:nvCxnSpPr>
            <p:spPr>
              <a:xfrm flipH="1" flipV="1">
                <a:off x="7371617" y="5175257"/>
                <a:ext cx="525952" cy="544607"/>
              </a:xfrm>
              <a:prstGeom prst="line">
                <a:avLst/>
              </a:prstGeom>
              <a:ln w="19050">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835731B1-753F-93D2-7C1D-1D3E37EBB1BB}"/>
                  </a:ext>
                </a:extLst>
              </p:cNvPr>
              <p:cNvCxnSpPr>
                <a:cxnSpLocks/>
              </p:cNvCxnSpPr>
              <p:nvPr/>
            </p:nvCxnSpPr>
            <p:spPr>
              <a:xfrm flipV="1">
                <a:off x="4328651" y="5175257"/>
                <a:ext cx="525952" cy="544607"/>
              </a:xfrm>
              <a:prstGeom prst="line">
                <a:avLst/>
              </a:prstGeom>
              <a:ln w="19050">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35" name="TextBox 34">
              <a:extLst>
                <a:ext uri="{FF2B5EF4-FFF2-40B4-BE49-F238E27FC236}">
                  <a16:creationId xmlns:a16="http://schemas.microsoft.com/office/drawing/2014/main" id="{2E618D09-C188-9E5F-AF66-E1ABAE812344}"/>
                </a:ext>
              </a:extLst>
            </p:cNvPr>
            <p:cNvSpPr txBox="1"/>
            <p:nvPr/>
          </p:nvSpPr>
          <p:spPr>
            <a:xfrm>
              <a:off x="12946599" y="5600647"/>
              <a:ext cx="454407" cy="153888"/>
            </a:xfrm>
            <a:prstGeom prst="rect">
              <a:avLst/>
            </a:prstGeom>
            <a:noFill/>
          </p:spPr>
          <p:txBody>
            <a:bodyPr wrap="square" lIns="0" numCol="1" spcCol="457200" rtlCol="0">
              <a:spAutoFit/>
            </a:bodyPr>
            <a:lstStyle/>
            <a:p>
              <a:pPr marL="0" marR="0" lvl="0" indent="0" algn="r" defTabSz="914400" rtl="0" eaLnBrk="1" fontAlgn="auto" latinLnBrk="0" hangingPunct="1">
                <a:lnSpc>
                  <a:spcPct val="100000"/>
                </a:lnSpc>
                <a:spcBef>
                  <a:spcPts val="0"/>
                </a:spcBef>
                <a:spcAft>
                  <a:spcPts val="0"/>
                </a:spcAft>
                <a:buClr>
                  <a:srgbClr val="1DB7F3"/>
                </a:buClr>
                <a:buSzTx/>
                <a:buFontTx/>
                <a:buNone/>
                <a:tabLst/>
                <a:defRPr/>
              </a:pPr>
              <a:r>
                <a:rPr kumimoji="0" lang="en-US" sz="400" b="1" i="0" u="none" strike="noStrike" kern="1200" cap="none" spc="0" normalizeH="0" baseline="0" noProof="0" dirty="0">
                  <a:ln>
                    <a:noFill/>
                  </a:ln>
                  <a:solidFill>
                    <a:prstClr val="black"/>
                  </a:solidFill>
                  <a:effectLst/>
                  <a:uLnTx/>
                  <a:uFillTx/>
                  <a:latin typeface="Ubuntu"/>
                  <a:ea typeface="+mn-ea"/>
                  <a:cs typeface="+mn-cs"/>
                </a:rPr>
                <a:t>Clash</a:t>
              </a:r>
              <a:endParaRPr kumimoji="0" lang="en-US" sz="300" b="0" i="0" u="none" strike="noStrike" kern="1200" cap="none" spc="0" normalizeH="0" baseline="0" noProof="0" dirty="0">
                <a:ln>
                  <a:noFill/>
                </a:ln>
                <a:solidFill>
                  <a:prstClr val="black"/>
                </a:solidFill>
                <a:effectLst/>
                <a:uLnTx/>
                <a:uFillTx/>
                <a:latin typeface="Ubuntu"/>
                <a:ea typeface="+mn-ea"/>
                <a:cs typeface="+mn-cs"/>
              </a:endParaRPr>
            </a:p>
          </p:txBody>
        </p:sp>
      </p:grpSp>
      <p:grpSp>
        <p:nvGrpSpPr>
          <p:cNvPr id="4" name="Group 3" descr="Data chart">
            <a:extLst>
              <a:ext uri="{FF2B5EF4-FFF2-40B4-BE49-F238E27FC236}">
                <a16:creationId xmlns:a16="http://schemas.microsoft.com/office/drawing/2014/main" id="{14B805BC-9586-7411-3626-FFEE40AC5DD4}"/>
              </a:ext>
            </a:extLst>
          </p:cNvPr>
          <p:cNvGrpSpPr/>
          <p:nvPr/>
        </p:nvGrpSpPr>
        <p:grpSpPr>
          <a:xfrm>
            <a:off x="12799795" y="2502871"/>
            <a:ext cx="2411520" cy="1690946"/>
            <a:chOff x="12799795" y="2502871"/>
            <a:chExt cx="2411520" cy="1690946"/>
          </a:xfrm>
        </p:grpSpPr>
        <p:cxnSp>
          <p:nvCxnSpPr>
            <p:cNvPr id="45" name="Straight Connector 44">
              <a:extLst>
                <a:ext uri="{FF2B5EF4-FFF2-40B4-BE49-F238E27FC236}">
                  <a16:creationId xmlns:a16="http://schemas.microsoft.com/office/drawing/2014/main" id="{49A29F93-ADDB-34F2-212C-6E102F86CB12}"/>
                </a:ext>
              </a:extLst>
            </p:cNvPr>
            <p:cNvCxnSpPr>
              <a:cxnSpLocks/>
            </p:cNvCxnSpPr>
            <p:nvPr/>
          </p:nvCxnSpPr>
          <p:spPr>
            <a:xfrm>
              <a:off x="13993376" y="2625352"/>
              <a:ext cx="0" cy="170493"/>
            </a:xfrm>
            <a:prstGeom prst="line">
              <a:avLst/>
            </a:prstGeom>
            <a:ln w="19050">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6" name="Freeform 34">
              <a:extLst>
                <a:ext uri="{FF2B5EF4-FFF2-40B4-BE49-F238E27FC236}">
                  <a16:creationId xmlns:a16="http://schemas.microsoft.com/office/drawing/2014/main" id="{3A9F8A9D-666B-F4F2-A10A-4BB56332AD8C}"/>
                </a:ext>
              </a:extLst>
            </p:cNvPr>
            <p:cNvSpPr/>
            <p:nvPr/>
          </p:nvSpPr>
          <p:spPr>
            <a:xfrm rot="2700000">
              <a:off x="13886796" y="2710712"/>
              <a:ext cx="727773" cy="727774"/>
            </a:xfrm>
            <a:custGeom>
              <a:avLst/>
              <a:gdLst>
                <a:gd name="connsiteX0" fmla="*/ 1080000 w 2160000"/>
                <a:gd name="connsiteY0" fmla="*/ 0 h 2160000"/>
                <a:gd name="connsiteX1" fmla="*/ 2160000 w 2160000"/>
                <a:gd name="connsiteY1" fmla="*/ 1080000 h 2160000"/>
                <a:gd name="connsiteX2" fmla="*/ 1080000 w 2160000"/>
                <a:gd name="connsiteY2" fmla="*/ 2160000 h 2160000"/>
                <a:gd name="connsiteX3" fmla="*/ 0 w 2160000"/>
                <a:gd name="connsiteY3" fmla="*/ 1080000 h 2160000"/>
                <a:gd name="connsiteX4" fmla="*/ 1080000 w 2160000"/>
                <a:gd name="connsiteY4" fmla="*/ 0 h 216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00" h="2160000">
                  <a:moveTo>
                    <a:pt x="1080000" y="0"/>
                  </a:moveTo>
                  <a:cubicBezTo>
                    <a:pt x="1676468" y="0"/>
                    <a:pt x="2160000" y="483532"/>
                    <a:pt x="2160000" y="1080000"/>
                  </a:cubicBezTo>
                  <a:cubicBezTo>
                    <a:pt x="1563532" y="1080000"/>
                    <a:pt x="1080000" y="1563532"/>
                    <a:pt x="1080000" y="2160000"/>
                  </a:cubicBezTo>
                  <a:cubicBezTo>
                    <a:pt x="1080000" y="1563532"/>
                    <a:pt x="596468" y="1080000"/>
                    <a:pt x="0" y="1080000"/>
                  </a:cubicBezTo>
                  <a:cubicBezTo>
                    <a:pt x="0" y="483532"/>
                    <a:pt x="483532" y="0"/>
                    <a:pt x="1080000" y="0"/>
                  </a:cubicBezTo>
                  <a:close/>
                </a:path>
              </a:pathLst>
            </a:custGeom>
            <a:solidFill>
              <a:schemeClr val="bg1"/>
            </a:solidFill>
            <a:ln w="38100" cap="flat" cmpd="sng" algn="ctr">
              <a:solidFill>
                <a:schemeClr val="tx2"/>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360000" tIns="0" rIns="0" bIns="360000" numCol="1" spcCol="0" rtlCol="0" fromWordArt="0" anchor="ctr" anchorCtr="0" forceAA="0" compatLnSpc="1">
              <a:prstTxWarp prst="textNoShape">
                <a:avLst/>
              </a:prstTxWarp>
              <a:noAutofit/>
              <a:scene3d>
                <a:camera prst="orthographicFront">
                  <a:rot lat="0" lon="0" rev="2700000"/>
                </a:camera>
                <a:lightRig rig="threePt" dir="t"/>
              </a:scene3d>
              <a:sp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 b="1" i="0" u="none" strike="noStrike" kern="1200" cap="none" spc="0" normalizeH="0" baseline="0" noProof="0" dirty="0" err="1">
                  <a:ln>
                    <a:noFill/>
                  </a:ln>
                  <a:solidFill>
                    <a:sysClr val="windowText" lastClr="000000"/>
                  </a:solidFill>
                  <a:effectLst/>
                  <a:uLnTx/>
                  <a:uFillTx/>
                  <a:latin typeface="Ubuntu"/>
                  <a:ea typeface="+mn-ea"/>
                  <a:cs typeface="Verdana" panose="020B0604030504040204" pitchFamily="34" charset="0"/>
                </a:rPr>
                <a:t>Aspekt</a:t>
              </a:r>
              <a:r>
                <a:rPr kumimoji="0" lang="en-US" sz="300" b="1" i="0" u="none" strike="noStrike" kern="1200" cap="none" spc="0" normalizeH="0" baseline="0" noProof="0" dirty="0">
                  <a:ln>
                    <a:noFill/>
                  </a:ln>
                  <a:solidFill>
                    <a:sysClr val="windowText" lastClr="000000"/>
                  </a:solidFill>
                  <a:effectLst/>
                  <a:uLnTx/>
                  <a:uFillTx/>
                  <a:latin typeface="Ubuntu"/>
                  <a:ea typeface="+mn-ea"/>
                  <a:cs typeface="Verdana" panose="020B0604030504040204" pitchFamily="34" charset="0"/>
                </a:rPr>
                <a:t> One</a:t>
              </a:r>
            </a:p>
          </p:txBody>
        </p:sp>
        <p:sp>
          <p:nvSpPr>
            <p:cNvPr id="47" name="Freeform 33">
              <a:extLst>
                <a:ext uri="{FF2B5EF4-FFF2-40B4-BE49-F238E27FC236}">
                  <a16:creationId xmlns:a16="http://schemas.microsoft.com/office/drawing/2014/main" id="{92DC5BCB-8D6C-C9B4-A3EB-AC0EADF19DDD}"/>
                </a:ext>
              </a:extLst>
            </p:cNvPr>
            <p:cNvSpPr/>
            <p:nvPr/>
          </p:nvSpPr>
          <p:spPr>
            <a:xfrm rot="2700000">
              <a:off x="13372182" y="2710712"/>
              <a:ext cx="727773" cy="727774"/>
            </a:xfrm>
            <a:custGeom>
              <a:avLst/>
              <a:gdLst>
                <a:gd name="connsiteX0" fmla="*/ 1080000 w 2160000"/>
                <a:gd name="connsiteY0" fmla="*/ 0 h 2160000"/>
                <a:gd name="connsiteX1" fmla="*/ 2160000 w 2160000"/>
                <a:gd name="connsiteY1" fmla="*/ 1080000 h 2160000"/>
                <a:gd name="connsiteX2" fmla="*/ 1080000 w 2160000"/>
                <a:gd name="connsiteY2" fmla="*/ 2160000 h 2160000"/>
                <a:gd name="connsiteX3" fmla="*/ 0 w 2160000"/>
                <a:gd name="connsiteY3" fmla="*/ 1080000 h 2160000"/>
                <a:gd name="connsiteX4" fmla="*/ 1080000 w 2160000"/>
                <a:gd name="connsiteY4" fmla="*/ 0 h 216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00" h="2160000">
                  <a:moveTo>
                    <a:pt x="1080000" y="0"/>
                  </a:moveTo>
                  <a:cubicBezTo>
                    <a:pt x="1080000" y="596468"/>
                    <a:pt x="1563532" y="1080000"/>
                    <a:pt x="2160000" y="1080000"/>
                  </a:cubicBezTo>
                  <a:cubicBezTo>
                    <a:pt x="1563532" y="1080000"/>
                    <a:pt x="1080000" y="1563532"/>
                    <a:pt x="1080000" y="2160000"/>
                  </a:cubicBezTo>
                  <a:cubicBezTo>
                    <a:pt x="483532" y="2160000"/>
                    <a:pt x="0" y="1676468"/>
                    <a:pt x="0" y="1080000"/>
                  </a:cubicBezTo>
                  <a:cubicBezTo>
                    <a:pt x="0" y="483532"/>
                    <a:pt x="483532" y="0"/>
                    <a:pt x="1080000" y="0"/>
                  </a:cubicBezTo>
                  <a:close/>
                </a:path>
              </a:pathLst>
            </a:custGeom>
            <a:solidFill>
              <a:schemeClr val="bg1"/>
            </a:solidFill>
            <a:ln w="38100" cap="flat" cmpd="sng" algn="ctr">
              <a:solidFill>
                <a:schemeClr val="tx2"/>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0" tIns="792000" rIns="72000" bIns="396000" numCol="1" spcCol="0" rtlCol="0" fromWordArt="0" anchor="ctr" anchorCtr="0" forceAA="0" compatLnSpc="1">
              <a:prstTxWarp prst="textNoShape">
                <a:avLst/>
              </a:prstTxWarp>
              <a:noAutofit/>
              <a:scene3d>
                <a:camera prst="orthographicFront">
                  <a:rot lat="0" lon="0" rev="2700000"/>
                </a:camera>
                <a:lightRig rig="threePt" dir="t"/>
              </a:scene3d>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00" b="1" i="0" u="none" strike="noStrike" kern="1200" cap="none" spc="0" normalizeH="0" baseline="0" noProof="0" dirty="0" err="1">
                  <a:ln>
                    <a:noFill/>
                  </a:ln>
                  <a:solidFill>
                    <a:sysClr val="windowText" lastClr="000000"/>
                  </a:solidFill>
                  <a:effectLst/>
                  <a:uLnTx/>
                  <a:uFillTx/>
                  <a:latin typeface="Ubuntu"/>
                  <a:ea typeface="+mn-ea"/>
                  <a:cs typeface="Verdana" panose="020B0604030504040204" pitchFamily="34" charset="0"/>
                </a:rPr>
                <a:t>Aspekt</a:t>
              </a:r>
              <a:r>
                <a:rPr kumimoji="0" lang="en-US" sz="300" b="1" i="0" u="none" strike="noStrike" kern="1200" cap="none" spc="0" normalizeH="0" baseline="0" noProof="0" dirty="0">
                  <a:ln>
                    <a:noFill/>
                  </a:ln>
                  <a:solidFill>
                    <a:sysClr val="windowText" lastClr="000000"/>
                  </a:solidFill>
                  <a:effectLst/>
                  <a:uLnTx/>
                  <a:uFillTx/>
                  <a:latin typeface="Ubuntu"/>
                  <a:ea typeface="+mn-ea"/>
                  <a:cs typeface="Verdana" panose="020B0604030504040204" pitchFamily="34" charset="0"/>
                </a:rPr>
                <a:t> Four</a:t>
              </a:r>
            </a:p>
          </p:txBody>
        </p:sp>
        <p:sp>
          <p:nvSpPr>
            <p:cNvPr id="48" name="Freeform 31">
              <a:extLst>
                <a:ext uri="{FF2B5EF4-FFF2-40B4-BE49-F238E27FC236}">
                  <a16:creationId xmlns:a16="http://schemas.microsoft.com/office/drawing/2014/main" id="{91E77498-7A45-2080-A1C4-E4522E8CC96F}"/>
                </a:ext>
              </a:extLst>
            </p:cNvPr>
            <p:cNvSpPr/>
            <p:nvPr/>
          </p:nvSpPr>
          <p:spPr>
            <a:xfrm rot="2700000">
              <a:off x="13886795" y="3225326"/>
              <a:ext cx="727773" cy="727774"/>
            </a:xfrm>
            <a:custGeom>
              <a:avLst/>
              <a:gdLst>
                <a:gd name="connsiteX0" fmla="*/ 1080000 w 2160000"/>
                <a:gd name="connsiteY0" fmla="*/ 0 h 2160000"/>
                <a:gd name="connsiteX1" fmla="*/ 2160000 w 2160000"/>
                <a:gd name="connsiteY1" fmla="*/ 1080000 h 2160000"/>
                <a:gd name="connsiteX2" fmla="*/ 1080000 w 2160000"/>
                <a:gd name="connsiteY2" fmla="*/ 2160000 h 2160000"/>
                <a:gd name="connsiteX3" fmla="*/ 0 w 2160000"/>
                <a:gd name="connsiteY3" fmla="*/ 1080000 h 2160000"/>
                <a:gd name="connsiteX4" fmla="*/ 1080000 w 2160000"/>
                <a:gd name="connsiteY4" fmla="*/ 0 h 216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00" h="2160000">
                  <a:moveTo>
                    <a:pt x="1080000" y="0"/>
                  </a:moveTo>
                  <a:cubicBezTo>
                    <a:pt x="1676468" y="0"/>
                    <a:pt x="2160000" y="483532"/>
                    <a:pt x="2160000" y="1080000"/>
                  </a:cubicBezTo>
                  <a:cubicBezTo>
                    <a:pt x="2160000" y="1676468"/>
                    <a:pt x="1676468" y="2160000"/>
                    <a:pt x="1080000" y="2160000"/>
                  </a:cubicBezTo>
                  <a:cubicBezTo>
                    <a:pt x="1080000" y="1563532"/>
                    <a:pt x="596468" y="1080000"/>
                    <a:pt x="0" y="1080000"/>
                  </a:cubicBezTo>
                  <a:cubicBezTo>
                    <a:pt x="596468" y="1080000"/>
                    <a:pt x="1080000" y="596468"/>
                    <a:pt x="1080000" y="0"/>
                  </a:cubicBezTo>
                  <a:close/>
                </a:path>
              </a:pathLst>
            </a:custGeom>
            <a:solidFill>
              <a:schemeClr val="bg1"/>
            </a:solidFill>
            <a:ln w="38100" cap="flat" cmpd="sng" algn="ctr">
              <a:solidFill>
                <a:schemeClr val="tx2"/>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468000" tIns="360000" rIns="0" bIns="504000" numCol="1" spcCol="0" rtlCol="0" fromWordArt="0" anchor="ctr" anchorCtr="0" forceAA="0" compatLnSpc="1">
              <a:prstTxWarp prst="textNoShape">
                <a:avLst/>
              </a:prstTxWarp>
              <a:noAutofit/>
              <a:scene3d>
                <a:camera prst="orthographicFront">
                  <a:rot lat="0" lon="0" rev="270000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 b="1" i="0" u="none" strike="noStrike" kern="1200" cap="none" spc="0" normalizeH="0" baseline="0" noProof="0" dirty="0" err="1">
                  <a:ln>
                    <a:noFill/>
                  </a:ln>
                  <a:solidFill>
                    <a:sysClr val="windowText" lastClr="000000"/>
                  </a:solidFill>
                  <a:effectLst/>
                  <a:uLnTx/>
                  <a:uFillTx/>
                  <a:latin typeface="Ubuntu"/>
                  <a:ea typeface="+mn-ea"/>
                  <a:cs typeface="Verdana" panose="020B0604030504040204" pitchFamily="34" charset="0"/>
                </a:rPr>
                <a:t>Aspekt</a:t>
              </a:r>
              <a:r>
                <a:rPr kumimoji="0" lang="en-US" sz="300" b="1" i="0" u="none" strike="noStrike" kern="1200" cap="none" spc="0" normalizeH="0" baseline="0" noProof="0" dirty="0">
                  <a:ln>
                    <a:noFill/>
                  </a:ln>
                  <a:solidFill>
                    <a:sysClr val="windowText" lastClr="000000"/>
                  </a:solidFill>
                  <a:effectLst/>
                  <a:uLnTx/>
                  <a:uFillTx/>
                  <a:latin typeface="Ubuntu"/>
                  <a:ea typeface="+mn-ea"/>
                  <a:cs typeface="Verdana" panose="020B0604030504040204" pitchFamily="34" charset="0"/>
                </a:rPr>
                <a:t> Two</a:t>
              </a:r>
            </a:p>
          </p:txBody>
        </p:sp>
        <p:sp>
          <p:nvSpPr>
            <p:cNvPr id="49" name="Freeform 30">
              <a:extLst>
                <a:ext uri="{FF2B5EF4-FFF2-40B4-BE49-F238E27FC236}">
                  <a16:creationId xmlns:a16="http://schemas.microsoft.com/office/drawing/2014/main" id="{EA32D687-D595-CCA3-0BFD-61F81A5CB377}"/>
                </a:ext>
              </a:extLst>
            </p:cNvPr>
            <p:cNvSpPr/>
            <p:nvPr/>
          </p:nvSpPr>
          <p:spPr>
            <a:xfrm rot="2700000">
              <a:off x="13372182" y="3225326"/>
              <a:ext cx="727773" cy="727774"/>
            </a:xfrm>
            <a:custGeom>
              <a:avLst/>
              <a:gdLst>
                <a:gd name="connsiteX0" fmla="*/ 1080000 w 2160000"/>
                <a:gd name="connsiteY0" fmla="*/ 0 h 2160000"/>
                <a:gd name="connsiteX1" fmla="*/ 2160000 w 2160000"/>
                <a:gd name="connsiteY1" fmla="*/ 1080000 h 2160000"/>
                <a:gd name="connsiteX2" fmla="*/ 1080000 w 2160000"/>
                <a:gd name="connsiteY2" fmla="*/ 2160000 h 2160000"/>
                <a:gd name="connsiteX3" fmla="*/ 0 w 2160000"/>
                <a:gd name="connsiteY3" fmla="*/ 1080000 h 2160000"/>
                <a:gd name="connsiteX4" fmla="*/ 1080000 w 2160000"/>
                <a:gd name="connsiteY4" fmla="*/ 0 h 216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00" h="2160000">
                  <a:moveTo>
                    <a:pt x="1080000" y="0"/>
                  </a:moveTo>
                  <a:cubicBezTo>
                    <a:pt x="1080000" y="596468"/>
                    <a:pt x="1563532" y="1080000"/>
                    <a:pt x="2160000" y="1080000"/>
                  </a:cubicBezTo>
                  <a:cubicBezTo>
                    <a:pt x="2160000" y="1676468"/>
                    <a:pt x="1676468" y="2160000"/>
                    <a:pt x="1080000" y="2160000"/>
                  </a:cubicBezTo>
                  <a:cubicBezTo>
                    <a:pt x="483532" y="2160000"/>
                    <a:pt x="0" y="1676468"/>
                    <a:pt x="0" y="1080000"/>
                  </a:cubicBezTo>
                  <a:cubicBezTo>
                    <a:pt x="596468" y="1080000"/>
                    <a:pt x="1080000" y="596468"/>
                    <a:pt x="1080000" y="0"/>
                  </a:cubicBezTo>
                  <a:close/>
                </a:path>
              </a:pathLst>
            </a:custGeom>
            <a:solidFill>
              <a:schemeClr val="bg1"/>
            </a:solidFill>
            <a:ln w="38100" cap="flat" cmpd="sng" algn="ctr">
              <a:solidFill>
                <a:schemeClr val="tx2"/>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756000" tIns="540000" rIns="828000" bIns="144000" numCol="1" spcCol="0" rtlCol="0" fromWordArt="0" anchor="ctr" anchorCtr="0" forceAA="0" compatLnSpc="1">
              <a:prstTxWarp prst="textNoShape">
                <a:avLst/>
              </a:prstTxWarp>
              <a:noAutofit/>
              <a:scene3d>
                <a:camera prst="orthographicFront">
                  <a:rot lat="0" lon="0" rev="270000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 b="1" i="0" u="none" strike="noStrike" kern="1200" cap="none" spc="0" normalizeH="0" baseline="0" noProof="0" dirty="0" err="1">
                  <a:ln>
                    <a:noFill/>
                  </a:ln>
                  <a:solidFill>
                    <a:sysClr val="windowText" lastClr="000000"/>
                  </a:solidFill>
                  <a:effectLst/>
                  <a:uLnTx/>
                  <a:uFillTx/>
                  <a:latin typeface="Ubuntu"/>
                  <a:ea typeface="+mn-ea"/>
                  <a:cs typeface="Verdana" panose="020B0604030504040204" pitchFamily="34" charset="0"/>
                </a:rPr>
                <a:t>Aspekt</a:t>
              </a:r>
              <a:r>
                <a:rPr kumimoji="0" lang="en-US" sz="300" b="1" i="0" u="none" strike="noStrike" kern="1200" cap="none" spc="0" normalizeH="0" baseline="0" noProof="0" dirty="0">
                  <a:ln>
                    <a:noFill/>
                  </a:ln>
                  <a:solidFill>
                    <a:sysClr val="windowText" lastClr="000000"/>
                  </a:solidFill>
                  <a:effectLst/>
                  <a:uLnTx/>
                  <a:uFillTx/>
                  <a:latin typeface="Ubuntu"/>
                  <a:ea typeface="+mn-ea"/>
                  <a:cs typeface="Verdana" panose="020B0604030504040204" pitchFamily="34" charset="0"/>
                </a:rPr>
                <a:t> Three</a:t>
              </a:r>
            </a:p>
          </p:txBody>
        </p:sp>
        <p:sp>
          <p:nvSpPr>
            <p:cNvPr id="50" name="Freeform 38">
              <a:extLst>
                <a:ext uri="{FF2B5EF4-FFF2-40B4-BE49-F238E27FC236}">
                  <a16:creationId xmlns:a16="http://schemas.microsoft.com/office/drawing/2014/main" id="{08C5240B-0B1D-9AD7-63B6-679F7324F85E}"/>
                </a:ext>
              </a:extLst>
            </p:cNvPr>
            <p:cNvSpPr/>
            <p:nvPr/>
          </p:nvSpPr>
          <p:spPr>
            <a:xfrm rot="2700000">
              <a:off x="13811432" y="2892656"/>
              <a:ext cx="363887" cy="363887"/>
            </a:xfrm>
            <a:custGeom>
              <a:avLst/>
              <a:gdLst>
                <a:gd name="connsiteX0" fmla="*/ 0 w 1080000"/>
                <a:gd name="connsiteY0" fmla="*/ 0 h 1080000"/>
                <a:gd name="connsiteX1" fmla="*/ 1080000 w 1080000"/>
                <a:gd name="connsiteY1" fmla="*/ 1080000 h 1080000"/>
                <a:gd name="connsiteX2" fmla="*/ 0 w 1080000"/>
                <a:gd name="connsiteY2" fmla="*/ 0 h 1080000"/>
              </a:gdLst>
              <a:ahLst/>
              <a:cxnLst>
                <a:cxn ang="0">
                  <a:pos x="connsiteX0" y="connsiteY0"/>
                </a:cxn>
                <a:cxn ang="0">
                  <a:pos x="connsiteX1" y="connsiteY1"/>
                </a:cxn>
                <a:cxn ang="0">
                  <a:pos x="connsiteX2" y="connsiteY2"/>
                </a:cxn>
              </a:cxnLst>
              <a:rect l="l" t="t" r="r" b="b"/>
              <a:pathLst>
                <a:path w="1080000" h="1080000">
                  <a:moveTo>
                    <a:pt x="0" y="0"/>
                  </a:moveTo>
                  <a:cubicBezTo>
                    <a:pt x="596468" y="0"/>
                    <a:pt x="1080000" y="483532"/>
                    <a:pt x="1080000" y="1080000"/>
                  </a:cubicBezTo>
                  <a:cubicBezTo>
                    <a:pt x="483532" y="1080000"/>
                    <a:pt x="0" y="596468"/>
                    <a:pt x="0" y="0"/>
                  </a:cubicBezTo>
                  <a:close/>
                </a:path>
              </a:pathLst>
            </a:custGeom>
            <a:solidFill>
              <a:schemeClr val="tx2"/>
            </a:solidFill>
            <a:ln w="6350" cmpd="sng">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00" b="0" i="0" u="none" strike="noStrike" kern="1200" cap="none" spc="0" normalizeH="0" baseline="0" noProof="0" dirty="0">
                <a:ln>
                  <a:noFill/>
                </a:ln>
                <a:solidFill>
                  <a:sysClr val="windowText" lastClr="000000"/>
                </a:solidFill>
                <a:effectLst/>
                <a:uLnTx/>
                <a:uFillTx/>
                <a:latin typeface="Ubuntu" panose="020B0504030602030204" pitchFamily="34" charset="0"/>
                <a:ea typeface="+mn-ea"/>
                <a:cs typeface="Verdana" panose="020B0604030504040204" pitchFamily="34" charset="0"/>
                <a:sym typeface="Ubuntu" panose="020B0504030602030204" pitchFamily="34" charset="0"/>
              </a:endParaRPr>
            </a:p>
          </p:txBody>
        </p:sp>
        <p:sp>
          <p:nvSpPr>
            <p:cNvPr id="51" name="Freeform 37">
              <a:extLst>
                <a:ext uri="{FF2B5EF4-FFF2-40B4-BE49-F238E27FC236}">
                  <a16:creationId xmlns:a16="http://schemas.microsoft.com/office/drawing/2014/main" id="{1AABD784-4B19-814A-A60A-6F70C79ED0A4}"/>
                </a:ext>
              </a:extLst>
            </p:cNvPr>
            <p:cNvSpPr/>
            <p:nvPr/>
          </p:nvSpPr>
          <p:spPr>
            <a:xfrm rot="2700000">
              <a:off x="14068738" y="3149962"/>
              <a:ext cx="363887" cy="363887"/>
            </a:xfrm>
            <a:custGeom>
              <a:avLst/>
              <a:gdLst>
                <a:gd name="connsiteX0" fmla="*/ 1080000 w 1080000"/>
                <a:gd name="connsiteY0" fmla="*/ 0 h 1080000"/>
                <a:gd name="connsiteX1" fmla="*/ 0 w 1080000"/>
                <a:gd name="connsiteY1" fmla="*/ 1080000 h 1080000"/>
                <a:gd name="connsiteX2" fmla="*/ 1080000 w 1080000"/>
                <a:gd name="connsiteY2" fmla="*/ 0 h 1080000"/>
              </a:gdLst>
              <a:ahLst/>
              <a:cxnLst>
                <a:cxn ang="0">
                  <a:pos x="connsiteX0" y="connsiteY0"/>
                </a:cxn>
                <a:cxn ang="0">
                  <a:pos x="connsiteX1" y="connsiteY1"/>
                </a:cxn>
                <a:cxn ang="0">
                  <a:pos x="connsiteX2" y="connsiteY2"/>
                </a:cxn>
              </a:cxnLst>
              <a:rect l="l" t="t" r="r" b="b"/>
              <a:pathLst>
                <a:path w="1080000" h="1080000">
                  <a:moveTo>
                    <a:pt x="1080000" y="0"/>
                  </a:moveTo>
                  <a:cubicBezTo>
                    <a:pt x="1080000" y="596468"/>
                    <a:pt x="596468" y="1080000"/>
                    <a:pt x="0" y="1080000"/>
                  </a:cubicBezTo>
                  <a:cubicBezTo>
                    <a:pt x="0" y="483532"/>
                    <a:pt x="483532" y="0"/>
                    <a:pt x="1080000" y="0"/>
                  </a:cubicBezTo>
                  <a:close/>
                </a:path>
              </a:pathLst>
            </a:custGeom>
            <a:solidFill>
              <a:schemeClr val="tx2"/>
            </a:solidFill>
            <a:ln w="6350" cmpd="sng">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00" b="0" i="0" u="none" strike="noStrike" kern="1200" cap="none" spc="0" normalizeH="0" baseline="0" noProof="0" dirty="0">
                <a:ln>
                  <a:noFill/>
                </a:ln>
                <a:solidFill>
                  <a:sysClr val="windowText" lastClr="000000"/>
                </a:solidFill>
                <a:effectLst/>
                <a:uLnTx/>
                <a:uFillTx/>
                <a:latin typeface="Ubuntu" panose="020B0504030602030204" pitchFamily="34" charset="0"/>
                <a:ea typeface="+mn-ea"/>
                <a:cs typeface="Verdana" panose="020B0604030504040204" pitchFamily="34" charset="0"/>
                <a:sym typeface="Ubuntu" panose="020B0504030602030204" pitchFamily="34" charset="0"/>
              </a:endParaRPr>
            </a:p>
          </p:txBody>
        </p:sp>
        <p:sp>
          <p:nvSpPr>
            <p:cNvPr id="52" name="Freeform 36">
              <a:extLst>
                <a:ext uri="{FF2B5EF4-FFF2-40B4-BE49-F238E27FC236}">
                  <a16:creationId xmlns:a16="http://schemas.microsoft.com/office/drawing/2014/main" id="{B07CE415-C4C5-0266-89D7-C5CDFFC4E28C}"/>
                </a:ext>
              </a:extLst>
            </p:cNvPr>
            <p:cNvSpPr/>
            <p:nvPr/>
          </p:nvSpPr>
          <p:spPr>
            <a:xfrm rot="2700000">
              <a:off x="13811432" y="3407269"/>
              <a:ext cx="363887" cy="363887"/>
            </a:xfrm>
            <a:custGeom>
              <a:avLst/>
              <a:gdLst>
                <a:gd name="connsiteX0" fmla="*/ 0 w 1080000"/>
                <a:gd name="connsiteY0" fmla="*/ 0 h 1080000"/>
                <a:gd name="connsiteX1" fmla="*/ 1080000 w 1080000"/>
                <a:gd name="connsiteY1" fmla="*/ 1080000 h 1080000"/>
                <a:gd name="connsiteX2" fmla="*/ 0 w 1080000"/>
                <a:gd name="connsiteY2" fmla="*/ 0 h 1080000"/>
              </a:gdLst>
              <a:ahLst/>
              <a:cxnLst>
                <a:cxn ang="0">
                  <a:pos x="connsiteX0" y="connsiteY0"/>
                </a:cxn>
                <a:cxn ang="0">
                  <a:pos x="connsiteX1" y="connsiteY1"/>
                </a:cxn>
                <a:cxn ang="0">
                  <a:pos x="connsiteX2" y="connsiteY2"/>
                </a:cxn>
              </a:cxnLst>
              <a:rect l="l" t="t" r="r" b="b"/>
              <a:pathLst>
                <a:path w="1080000" h="1080000">
                  <a:moveTo>
                    <a:pt x="0" y="0"/>
                  </a:moveTo>
                  <a:cubicBezTo>
                    <a:pt x="596468" y="0"/>
                    <a:pt x="1080000" y="483532"/>
                    <a:pt x="1080000" y="1080000"/>
                  </a:cubicBezTo>
                  <a:cubicBezTo>
                    <a:pt x="483532" y="1080000"/>
                    <a:pt x="0" y="596468"/>
                    <a:pt x="0" y="0"/>
                  </a:cubicBezTo>
                  <a:close/>
                </a:path>
              </a:pathLst>
            </a:custGeom>
            <a:solidFill>
              <a:schemeClr val="tx2"/>
            </a:solidFill>
            <a:ln w="6350" cmpd="sng">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00" b="0" i="0" u="none" strike="noStrike" kern="1200" cap="none" spc="0" normalizeH="0" baseline="0" noProof="0" dirty="0">
                <a:ln>
                  <a:noFill/>
                </a:ln>
                <a:solidFill>
                  <a:sysClr val="windowText" lastClr="000000"/>
                </a:solidFill>
                <a:effectLst/>
                <a:uLnTx/>
                <a:uFillTx/>
                <a:latin typeface="Ubuntu" panose="020B0504030602030204" pitchFamily="34" charset="0"/>
                <a:ea typeface="+mn-ea"/>
                <a:cs typeface="Verdana" panose="020B0604030504040204" pitchFamily="34" charset="0"/>
                <a:sym typeface="Ubuntu" panose="020B0504030602030204" pitchFamily="34" charset="0"/>
              </a:endParaRPr>
            </a:p>
          </p:txBody>
        </p:sp>
        <p:sp>
          <p:nvSpPr>
            <p:cNvPr id="53" name="Freeform 35">
              <a:extLst>
                <a:ext uri="{FF2B5EF4-FFF2-40B4-BE49-F238E27FC236}">
                  <a16:creationId xmlns:a16="http://schemas.microsoft.com/office/drawing/2014/main" id="{45CB070A-2E87-D5BF-5E54-E982AA64D6D8}"/>
                </a:ext>
              </a:extLst>
            </p:cNvPr>
            <p:cNvSpPr/>
            <p:nvPr/>
          </p:nvSpPr>
          <p:spPr>
            <a:xfrm rot="2700000">
              <a:off x="13554125" y="3149962"/>
              <a:ext cx="363887" cy="363887"/>
            </a:xfrm>
            <a:custGeom>
              <a:avLst/>
              <a:gdLst>
                <a:gd name="connsiteX0" fmla="*/ 1080000 w 1080000"/>
                <a:gd name="connsiteY0" fmla="*/ 0 h 1080000"/>
                <a:gd name="connsiteX1" fmla="*/ 0 w 1080000"/>
                <a:gd name="connsiteY1" fmla="*/ 1080000 h 1080000"/>
                <a:gd name="connsiteX2" fmla="*/ 1080000 w 1080000"/>
                <a:gd name="connsiteY2" fmla="*/ 0 h 1080000"/>
              </a:gdLst>
              <a:ahLst/>
              <a:cxnLst>
                <a:cxn ang="0">
                  <a:pos x="connsiteX0" y="connsiteY0"/>
                </a:cxn>
                <a:cxn ang="0">
                  <a:pos x="connsiteX1" y="connsiteY1"/>
                </a:cxn>
                <a:cxn ang="0">
                  <a:pos x="connsiteX2" y="connsiteY2"/>
                </a:cxn>
              </a:cxnLst>
              <a:rect l="l" t="t" r="r" b="b"/>
              <a:pathLst>
                <a:path w="1080000" h="1080000">
                  <a:moveTo>
                    <a:pt x="1080000" y="0"/>
                  </a:moveTo>
                  <a:cubicBezTo>
                    <a:pt x="1080000" y="596468"/>
                    <a:pt x="596468" y="1080000"/>
                    <a:pt x="0" y="1080000"/>
                  </a:cubicBezTo>
                  <a:cubicBezTo>
                    <a:pt x="0" y="483532"/>
                    <a:pt x="483532" y="0"/>
                    <a:pt x="1080000" y="0"/>
                  </a:cubicBezTo>
                  <a:close/>
                </a:path>
              </a:pathLst>
            </a:custGeom>
            <a:solidFill>
              <a:schemeClr val="tx2"/>
            </a:solidFill>
            <a:ln w="6350" cmpd="sng">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00" b="0" i="0" u="none" strike="noStrike" kern="1200" cap="none" spc="0" normalizeH="0" baseline="0" noProof="0" dirty="0">
                <a:ln>
                  <a:noFill/>
                </a:ln>
                <a:solidFill>
                  <a:sysClr val="windowText" lastClr="000000"/>
                </a:solidFill>
                <a:effectLst/>
                <a:uLnTx/>
                <a:uFillTx/>
                <a:latin typeface="Ubuntu" panose="020B0504030602030204" pitchFamily="34" charset="0"/>
                <a:ea typeface="+mn-ea"/>
                <a:cs typeface="Verdana" panose="020B0604030504040204" pitchFamily="34" charset="0"/>
                <a:sym typeface="Ubuntu" panose="020B0504030602030204" pitchFamily="34" charset="0"/>
              </a:endParaRPr>
            </a:p>
          </p:txBody>
        </p:sp>
        <p:sp>
          <p:nvSpPr>
            <p:cNvPr id="54" name="TextBox 53">
              <a:extLst>
                <a:ext uri="{FF2B5EF4-FFF2-40B4-BE49-F238E27FC236}">
                  <a16:creationId xmlns:a16="http://schemas.microsoft.com/office/drawing/2014/main" id="{F43CF2B2-302F-37DA-0109-3F607BEB6FFC}"/>
                </a:ext>
              </a:extLst>
            </p:cNvPr>
            <p:cNvSpPr txBox="1"/>
            <p:nvPr/>
          </p:nvSpPr>
          <p:spPr>
            <a:xfrm>
              <a:off x="13702248" y="4039929"/>
              <a:ext cx="582254" cy="153888"/>
            </a:xfrm>
            <a:prstGeom prst="rect">
              <a:avLst/>
            </a:prstGeom>
            <a:noFill/>
          </p:spPr>
          <p:txBody>
            <a:bodyPr wrap="square" lIns="72000" rIns="72000" numCol="1" spcCol="457200" rtlCol="0" anchor="ctr" anchorCtr="0">
              <a:spAutoFit/>
            </a:bodyPr>
            <a:lstStyle/>
            <a:p>
              <a:pPr marL="0" marR="0" lvl="0" indent="0" algn="ctr" defTabSz="914400" rtl="0" eaLnBrk="1" fontAlgn="auto" latinLnBrk="0" hangingPunct="1">
                <a:lnSpc>
                  <a:spcPct val="100000"/>
                </a:lnSpc>
                <a:spcBef>
                  <a:spcPts val="0"/>
                </a:spcBef>
                <a:spcAft>
                  <a:spcPts val="0"/>
                </a:spcAft>
                <a:buClr>
                  <a:srgbClr val="1DB7F3"/>
                </a:buClr>
                <a:buSzTx/>
                <a:buFontTx/>
                <a:buNone/>
                <a:tabLst/>
                <a:defRPr/>
              </a:pPr>
              <a:r>
                <a:rPr kumimoji="0" lang="en-US" sz="400" b="1" i="0" u="none" strike="noStrike" kern="1200" cap="none" spc="0" normalizeH="0" baseline="0" noProof="0" dirty="0">
                  <a:ln>
                    <a:noFill/>
                  </a:ln>
                  <a:solidFill>
                    <a:sysClr val="windowText" lastClr="000000"/>
                  </a:solidFill>
                  <a:effectLst/>
                  <a:uLnTx/>
                  <a:uFillTx/>
                  <a:latin typeface="Ubuntu"/>
                  <a:ea typeface="+mn-ea"/>
                  <a:cs typeface="+mn-cs"/>
                </a:rPr>
                <a:t>Clash</a:t>
              </a:r>
              <a:endParaRPr kumimoji="0" lang="en-US" sz="300" b="0" i="0" u="none" strike="noStrike" kern="1200" cap="none" spc="0" normalizeH="0" baseline="0" noProof="0" dirty="0">
                <a:ln>
                  <a:noFill/>
                </a:ln>
                <a:solidFill>
                  <a:sysClr val="windowText" lastClr="000000"/>
                </a:solidFill>
                <a:effectLst/>
                <a:uLnTx/>
                <a:uFillTx/>
                <a:latin typeface="Ubuntu"/>
                <a:ea typeface="+mn-ea"/>
                <a:cs typeface="+mn-cs"/>
              </a:endParaRPr>
            </a:p>
          </p:txBody>
        </p:sp>
        <p:sp>
          <p:nvSpPr>
            <p:cNvPr id="55" name="TextBox 54">
              <a:extLst>
                <a:ext uri="{FF2B5EF4-FFF2-40B4-BE49-F238E27FC236}">
                  <a16:creationId xmlns:a16="http://schemas.microsoft.com/office/drawing/2014/main" id="{63857001-4E59-B2DD-BADF-39942BCB43D6}"/>
                </a:ext>
              </a:extLst>
            </p:cNvPr>
            <p:cNvSpPr txBox="1"/>
            <p:nvPr/>
          </p:nvSpPr>
          <p:spPr>
            <a:xfrm>
              <a:off x="12799795" y="3261481"/>
              <a:ext cx="454407" cy="153888"/>
            </a:xfrm>
            <a:prstGeom prst="rect">
              <a:avLst/>
            </a:prstGeom>
            <a:noFill/>
          </p:spPr>
          <p:txBody>
            <a:bodyPr wrap="square" lIns="72000" rIns="72000" numCol="1" spcCol="457200" rtlCol="0" anchor="ctr" anchorCtr="0">
              <a:spAutoFit/>
            </a:bodyPr>
            <a:lstStyle/>
            <a:p>
              <a:pPr marL="0" marR="0" lvl="0" indent="0" algn="ctr" defTabSz="914400" rtl="0" eaLnBrk="1" fontAlgn="auto" latinLnBrk="0" hangingPunct="1">
                <a:lnSpc>
                  <a:spcPct val="100000"/>
                </a:lnSpc>
                <a:spcBef>
                  <a:spcPts val="0"/>
                </a:spcBef>
                <a:spcAft>
                  <a:spcPts val="0"/>
                </a:spcAft>
                <a:buClr>
                  <a:srgbClr val="1DB7F3"/>
                </a:buClr>
                <a:buSzTx/>
                <a:buFontTx/>
                <a:buNone/>
                <a:tabLst/>
                <a:defRPr/>
              </a:pPr>
              <a:r>
                <a:rPr kumimoji="0" lang="en-US" sz="400" b="1" i="0" u="none" strike="noStrike" kern="1200" cap="none" spc="0" normalizeH="0" baseline="0" noProof="0" dirty="0">
                  <a:ln>
                    <a:noFill/>
                  </a:ln>
                  <a:solidFill>
                    <a:sysClr val="windowText" lastClr="000000"/>
                  </a:solidFill>
                  <a:effectLst/>
                  <a:uLnTx/>
                  <a:uFillTx/>
                  <a:latin typeface="Ubuntu"/>
                  <a:ea typeface="+mn-ea"/>
                  <a:cs typeface="+mn-cs"/>
                </a:rPr>
                <a:t>Clash</a:t>
              </a:r>
              <a:endParaRPr kumimoji="0" lang="en-US" sz="300" b="0" i="0" u="none" strike="noStrike" kern="1200" cap="none" spc="0" normalizeH="0" baseline="0" noProof="0" dirty="0">
                <a:ln>
                  <a:noFill/>
                </a:ln>
                <a:solidFill>
                  <a:sysClr val="windowText" lastClr="000000"/>
                </a:solidFill>
                <a:effectLst/>
                <a:uLnTx/>
                <a:uFillTx/>
                <a:latin typeface="Ubuntu"/>
                <a:ea typeface="+mn-ea"/>
                <a:cs typeface="+mn-cs"/>
              </a:endParaRPr>
            </a:p>
          </p:txBody>
        </p:sp>
        <p:sp>
          <p:nvSpPr>
            <p:cNvPr id="56" name="TextBox 55">
              <a:extLst>
                <a:ext uri="{FF2B5EF4-FFF2-40B4-BE49-F238E27FC236}">
                  <a16:creationId xmlns:a16="http://schemas.microsoft.com/office/drawing/2014/main" id="{444512E9-819E-CAE5-9E4D-57BC41AB62C6}"/>
                </a:ext>
              </a:extLst>
            </p:cNvPr>
            <p:cNvSpPr txBox="1"/>
            <p:nvPr/>
          </p:nvSpPr>
          <p:spPr>
            <a:xfrm>
              <a:off x="14746122" y="3261481"/>
              <a:ext cx="465193" cy="153888"/>
            </a:xfrm>
            <a:prstGeom prst="rect">
              <a:avLst/>
            </a:prstGeom>
            <a:noFill/>
          </p:spPr>
          <p:txBody>
            <a:bodyPr wrap="square" lIns="72000" rIns="72000" numCol="1" spcCol="457200" rtlCol="0" anchor="ctr" anchorCtr="0">
              <a:spAutoFit/>
            </a:bodyPr>
            <a:lstStyle/>
            <a:p>
              <a:pPr marL="0" marR="0" lvl="0" indent="0" algn="ctr" defTabSz="914400" rtl="0" eaLnBrk="1" fontAlgn="auto" latinLnBrk="0" hangingPunct="1">
                <a:lnSpc>
                  <a:spcPct val="100000"/>
                </a:lnSpc>
                <a:spcBef>
                  <a:spcPts val="0"/>
                </a:spcBef>
                <a:spcAft>
                  <a:spcPts val="0"/>
                </a:spcAft>
                <a:buClr>
                  <a:srgbClr val="1DB7F3"/>
                </a:buClr>
                <a:buSzTx/>
                <a:buFontTx/>
                <a:buNone/>
                <a:tabLst/>
                <a:defRPr/>
              </a:pPr>
              <a:r>
                <a:rPr kumimoji="0" lang="en-US" sz="400" b="1" i="0" u="none" strike="noStrike" kern="1200" cap="none" spc="0" normalizeH="0" baseline="0" noProof="0" dirty="0">
                  <a:ln>
                    <a:noFill/>
                  </a:ln>
                  <a:solidFill>
                    <a:sysClr val="windowText" lastClr="000000"/>
                  </a:solidFill>
                  <a:effectLst/>
                  <a:uLnTx/>
                  <a:uFillTx/>
                  <a:latin typeface="Ubuntu"/>
                  <a:ea typeface="+mn-ea"/>
                  <a:cs typeface="+mn-cs"/>
                </a:rPr>
                <a:t>Clash</a:t>
              </a:r>
              <a:endParaRPr kumimoji="0" lang="en-US" sz="300" b="0" i="0" u="none" strike="noStrike" kern="1200" cap="none" spc="0" normalizeH="0" baseline="0" noProof="0" dirty="0">
                <a:ln>
                  <a:noFill/>
                </a:ln>
                <a:solidFill>
                  <a:sysClr val="windowText" lastClr="000000"/>
                </a:solidFill>
                <a:effectLst/>
                <a:uLnTx/>
                <a:uFillTx/>
                <a:latin typeface="Ubuntu"/>
                <a:ea typeface="+mn-ea"/>
                <a:cs typeface="+mn-cs"/>
              </a:endParaRPr>
            </a:p>
          </p:txBody>
        </p:sp>
        <p:sp>
          <p:nvSpPr>
            <p:cNvPr id="57" name="TextBox 56">
              <a:extLst>
                <a:ext uri="{FF2B5EF4-FFF2-40B4-BE49-F238E27FC236}">
                  <a16:creationId xmlns:a16="http://schemas.microsoft.com/office/drawing/2014/main" id="{3C4FCCF6-C502-17C6-CC6E-4584E625F110}"/>
                </a:ext>
              </a:extLst>
            </p:cNvPr>
            <p:cNvSpPr txBox="1"/>
            <p:nvPr/>
          </p:nvSpPr>
          <p:spPr>
            <a:xfrm>
              <a:off x="13702248" y="2502871"/>
              <a:ext cx="582254" cy="153888"/>
            </a:xfrm>
            <a:prstGeom prst="rect">
              <a:avLst/>
            </a:prstGeom>
            <a:noFill/>
          </p:spPr>
          <p:txBody>
            <a:bodyPr wrap="square" lIns="72000" rIns="72000" numCol="1" spcCol="457200" rtlCol="0" anchor="ctr" anchorCtr="0">
              <a:spAutoFit/>
            </a:bodyPr>
            <a:lstStyle/>
            <a:p>
              <a:pPr marL="0" marR="0" lvl="0" indent="0" algn="ctr" defTabSz="914400" rtl="0" eaLnBrk="1" fontAlgn="auto" latinLnBrk="0" hangingPunct="1">
                <a:lnSpc>
                  <a:spcPct val="100000"/>
                </a:lnSpc>
                <a:spcBef>
                  <a:spcPts val="0"/>
                </a:spcBef>
                <a:spcAft>
                  <a:spcPts val="0"/>
                </a:spcAft>
                <a:buClr>
                  <a:srgbClr val="1DB7F3"/>
                </a:buClr>
                <a:buSzTx/>
                <a:buFontTx/>
                <a:buNone/>
                <a:tabLst/>
                <a:defRPr/>
              </a:pPr>
              <a:r>
                <a:rPr kumimoji="0" lang="en-US" sz="400" b="1" i="0" u="none" strike="noStrike" kern="1200" cap="none" spc="0" normalizeH="0" baseline="0" noProof="0" dirty="0">
                  <a:ln>
                    <a:noFill/>
                  </a:ln>
                  <a:solidFill>
                    <a:sysClr val="windowText" lastClr="000000"/>
                  </a:solidFill>
                  <a:effectLst/>
                  <a:uLnTx/>
                  <a:uFillTx/>
                  <a:latin typeface="Ubuntu"/>
                  <a:ea typeface="+mn-ea"/>
                  <a:cs typeface="+mn-cs"/>
                </a:rPr>
                <a:t>Clash</a:t>
              </a:r>
              <a:endParaRPr kumimoji="0" lang="en-US" sz="300" b="0" i="0" u="none" strike="noStrike" kern="1200" cap="none" spc="0" normalizeH="0" baseline="0" noProof="0" dirty="0">
                <a:ln>
                  <a:noFill/>
                </a:ln>
                <a:solidFill>
                  <a:sysClr val="windowText" lastClr="000000"/>
                </a:solidFill>
                <a:effectLst/>
                <a:uLnTx/>
                <a:uFillTx/>
                <a:latin typeface="Ubuntu"/>
                <a:ea typeface="+mn-ea"/>
                <a:cs typeface="+mn-cs"/>
              </a:endParaRPr>
            </a:p>
          </p:txBody>
        </p:sp>
        <p:cxnSp>
          <p:nvCxnSpPr>
            <p:cNvPr id="58" name="Straight Connector 57">
              <a:extLst>
                <a:ext uri="{FF2B5EF4-FFF2-40B4-BE49-F238E27FC236}">
                  <a16:creationId xmlns:a16="http://schemas.microsoft.com/office/drawing/2014/main" id="{B3003023-C395-AC15-1638-F5E994F37F1B}"/>
                </a:ext>
              </a:extLst>
            </p:cNvPr>
            <p:cNvCxnSpPr>
              <a:cxnSpLocks/>
            </p:cNvCxnSpPr>
            <p:nvPr/>
          </p:nvCxnSpPr>
          <p:spPr>
            <a:xfrm rot="16200000">
              <a:off x="13372217" y="3248584"/>
              <a:ext cx="0" cy="170493"/>
            </a:xfrm>
            <a:prstGeom prst="line">
              <a:avLst/>
            </a:prstGeom>
            <a:ln w="19050">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8E0D87DF-09E1-2D6B-6024-FC04B57C7AF8}"/>
                </a:ext>
              </a:extLst>
            </p:cNvPr>
            <p:cNvCxnSpPr>
              <a:cxnSpLocks/>
            </p:cNvCxnSpPr>
            <p:nvPr/>
          </p:nvCxnSpPr>
          <p:spPr>
            <a:xfrm rot="5400000" flipH="1">
              <a:off x="14614515" y="3244629"/>
              <a:ext cx="0" cy="170493"/>
            </a:xfrm>
            <a:prstGeom prst="line">
              <a:avLst/>
            </a:prstGeom>
            <a:ln w="19050">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3E6D928-276E-1431-CD48-B791F3A15B2E}"/>
                </a:ext>
              </a:extLst>
            </p:cNvPr>
            <p:cNvCxnSpPr>
              <a:cxnSpLocks/>
            </p:cNvCxnSpPr>
            <p:nvPr/>
          </p:nvCxnSpPr>
          <p:spPr>
            <a:xfrm flipV="1">
              <a:off x="13993375" y="3887803"/>
              <a:ext cx="0" cy="170493"/>
            </a:xfrm>
            <a:prstGeom prst="line">
              <a:avLst/>
            </a:prstGeom>
            <a:ln w="19050">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3" name="Content Placeholder 6">
            <a:extLst>
              <a:ext uri="{FF2B5EF4-FFF2-40B4-BE49-F238E27FC236}">
                <a16:creationId xmlns:a16="http://schemas.microsoft.com/office/drawing/2014/main" id="{6525A625-5CC2-9299-F25D-F6E49DCC29D0}"/>
              </a:ext>
            </a:extLst>
          </p:cNvPr>
          <p:cNvSpPr txBox="1">
            <a:spLocks/>
          </p:cNvSpPr>
          <p:nvPr/>
        </p:nvSpPr>
        <p:spPr>
          <a:xfrm>
            <a:off x="550864" y="1998750"/>
            <a:ext cx="2337398" cy="3360234"/>
          </a:xfrm>
          <a:prstGeom prst="rect">
            <a:avLst/>
          </a:prstGeom>
          <a:noFill/>
        </p:spPr>
        <p:txBody>
          <a:bodyPr vert="horz" wrap="square"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 </a:t>
            </a:r>
          </a:p>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srgbClr val="000000"/>
                </a:solidFill>
                <a:effectLst/>
                <a:uLnTx/>
                <a:uFillTx/>
                <a:ea typeface="+mn-ea"/>
                <a:cs typeface="+mn-cs"/>
              </a:rPr>
              <a:t>XX%</a:t>
            </a:r>
          </a:p>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 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 </a:t>
            </a:r>
          </a:p>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000000"/>
              </a:solidFill>
              <a:effectLst/>
              <a:uLnTx/>
              <a:uFillTx/>
              <a:ea typeface="+mn-ea"/>
              <a:cs typeface="+mn-cs"/>
            </a:endParaRPr>
          </a:p>
        </p:txBody>
      </p:sp>
      <p:sp>
        <p:nvSpPr>
          <p:cNvPr id="5" name="Content Placeholder 6">
            <a:extLst>
              <a:ext uri="{FF2B5EF4-FFF2-40B4-BE49-F238E27FC236}">
                <a16:creationId xmlns:a16="http://schemas.microsoft.com/office/drawing/2014/main" id="{607824C6-5508-10DB-3B91-1DACBBACB39D}"/>
              </a:ext>
            </a:extLst>
          </p:cNvPr>
          <p:cNvSpPr txBox="1">
            <a:spLocks/>
          </p:cNvSpPr>
          <p:nvPr/>
        </p:nvSpPr>
        <p:spPr>
          <a:xfrm>
            <a:off x="9305119" y="1998750"/>
            <a:ext cx="2337398" cy="3360234"/>
          </a:xfrm>
          <a:prstGeom prst="rect">
            <a:avLst/>
          </a:prstGeom>
          <a:noFill/>
        </p:spPr>
        <p:txBody>
          <a:bodyPr vert="horz" wrap="square" lIns="0" tIns="0" rIns="0" bIns="0" numCol="1" rtlCol="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 </a:t>
            </a:r>
          </a:p>
          <a:p>
            <a:pPr marL="0" marR="0" lvl="0" indent="0" algn="r"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srgbClr val="000000"/>
                </a:solidFill>
                <a:effectLst/>
                <a:uLnTx/>
                <a:uFillTx/>
                <a:ea typeface="+mn-ea"/>
                <a:cs typeface="+mn-cs"/>
              </a:rPr>
              <a:t>XX%</a:t>
            </a:r>
          </a:p>
          <a:p>
            <a:pPr marL="0" marR="0" lvl="0" indent="0" algn="r"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 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 </a:t>
            </a:r>
          </a:p>
          <a:p>
            <a:pPr marL="0" marR="0" lvl="0" indent="0" algn="r"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 </a:t>
            </a:r>
          </a:p>
          <a:p>
            <a:pPr marL="0" marR="0" lvl="0" indent="0" algn="r"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srgbClr val="000000"/>
              </a:solidFill>
              <a:effectLst/>
              <a:uLnTx/>
              <a:uFillTx/>
              <a:ea typeface="+mn-ea"/>
              <a:cs typeface="+mn-cs"/>
            </a:endParaRPr>
          </a:p>
        </p:txBody>
      </p:sp>
      <p:sp>
        <p:nvSpPr>
          <p:cNvPr id="63" name="Date Placeholder 62">
            <a:extLst>
              <a:ext uri="{FF2B5EF4-FFF2-40B4-BE49-F238E27FC236}">
                <a16:creationId xmlns:a16="http://schemas.microsoft.com/office/drawing/2014/main" id="{84714783-FA8F-EFD1-3B32-2E47EFFB292D}"/>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64" name="Footer Placeholder 63">
            <a:extLst>
              <a:ext uri="{FF2B5EF4-FFF2-40B4-BE49-F238E27FC236}">
                <a16:creationId xmlns:a16="http://schemas.microsoft.com/office/drawing/2014/main" id="{BBF068F8-65F8-EB1F-905A-5F98B1385F52}"/>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65" name="Slide Number Placeholder 64">
            <a:extLst>
              <a:ext uri="{FF2B5EF4-FFF2-40B4-BE49-F238E27FC236}">
                <a16:creationId xmlns:a16="http://schemas.microsoft.com/office/drawing/2014/main" id="{30D0DF34-EF05-F5A2-CE40-5FFDF7111492}"/>
              </a:ext>
            </a:extLst>
          </p:cNvPr>
          <p:cNvSpPr>
            <a:spLocks noGrp="1"/>
          </p:cNvSpPr>
          <p:nvPr>
            <p:ph type="sldNum" sz="quarter" idx="12"/>
          </p:nvPr>
        </p:nvSpPr>
        <p:spPr/>
        <p:txBody>
          <a:bodyPr/>
          <a:lstStyle/>
          <a:p>
            <a:pPr algn="r"/>
            <a:fld id="{5D9A5160-6218-4E5A-B9E6-B93E3DAE377C}" type="slidenum">
              <a:rPr lang="en-US" smtClean="0"/>
              <a:pPr algn="r"/>
              <a:t>78</a:t>
            </a:fld>
            <a:endParaRPr lang="en-US" dirty="0"/>
          </a:p>
        </p:txBody>
      </p:sp>
    </p:spTree>
    <p:custDataLst>
      <p:tags r:id="rId1"/>
    </p:custDataLst>
    <p:extLst>
      <p:ext uri="{BB962C8B-B14F-4D97-AF65-F5344CB8AC3E}">
        <p14:creationId xmlns:p14="http://schemas.microsoft.com/office/powerpoint/2010/main" val="1500917195"/>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F75F09-0BA2-6C5C-2ADF-7457F4B04862}"/>
            </a:ext>
          </a:extLst>
        </p:cNvPr>
        <p:cNvGrpSpPr/>
        <p:nvPr/>
      </p:nvGrpSpPr>
      <p:grpSpPr>
        <a:xfrm>
          <a:off x="0" y="0"/>
          <a:ext cx="0" cy="0"/>
          <a:chOff x="0" y="0"/>
          <a:chExt cx="0" cy="0"/>
        </a:xfrm>
      </p:grpSpPr>
      <p:sp>
        <p:nvSpPr>
          <p:cNvPr id="35" name="Title 34">
            <a:extLst>
              <a:ext uri="{FF2B5EF4-FFF2-40B4-BE49-F238E27FC236}">
                <a16:creationId xmlns:a16="http://schemas.microsoft.com/office/drawing/2014/main" id="{C6E554A8-A738-2B6B-3661-6DDA8AF59111}"/>
              </a:ext>
            </a:extLst>
          </p:cNvPr>
          <p:cNvSpPr>
            <a:spLocks noGrp="1"/>
          </p:cNvSpPr>
          <p:nvPr>
            <p:ph type="title"/>
          </p:nvPr>
        </p:nvSpPr>
        <p:spPr/>
        <p:txBody>
          <a:bodyPr/>
          <a:lstStyle/>
          <a:p>
            <a:r>
              <a:rPr lang="en-US" dirty="0"/>
              <a:t>Process map</a:t>
            </a:r>
            <a:br>
              <a:rPr lang="en-US" dirty="0"/>
            </a:br>
            <a:endParaRPr lang="en-US" dirty="0"/>
          </a:p>
        </p:txBody>
      </p:sp>
      <p:sp>
        <p:nvSpPr>
          <p:cNvPr id="10" name="Text Placeholder 9">
            <a:extLst>
              <a:ext uri="{FF2B5EF4-FFF2-40B4-BE49-F238E27FC236}">
                <a16:creationId xmlns:a16="http://schemas.microsoft.com/office/drawing/2014/main" id="{A0F08B96-2B44-7C7E-98E4-18B4A64E7585}"/>
              </a:ext>
            </a:extLst>
          </p:cNvPr>
          <p:cNvSpPr>
            <a:spLocks noGrp="1"/>
          </p:cNvSpPr>
          <p:nvPr>
            <p:ph type="body" sz="quarter" idx="22"/>
          </p:nvPr>
        </p:nvSpPr>
        <p:spPr>
          <a:xfrm>
            <a:off x="550200" y="1634286"/>
            <a:ext cx="11090938" cy="307777"/>
          </a:xfrm>
        </p:spPr>
        <p:txBody>
          <a:bodyPr/>
          <a:lstStyle/>
          <a:p>
            <a:r>
              <a:rPr lang="en-US" dirty="0"/>
              <a:t>Initial steps</a:t>
            </a:r>
          </a:p>
        </p:txBody>
      </p:sp>
      <p:grpSp>
        <p:nvGrpSpPr>
          <p:cNvPr id="2" name="Group 1" descr="Data chart">
            <a:extLst>
              <a:ext uri="{FF2B5EF4-FFF2-40B4-BE49-F238E27FC236}">
                <a16:creationId xmlns:a16="http://schemas.microsoft.com/office/drawing/2014/main" id="{E37CE6F4-6626-D3C0-1F13-7FA779BE5C9B}"/>
              </a:ext>
            </a:extLst>
          </p:cNvPr>
          <p:cNvGrpSpPr/>
          <p:nvPr/>
        </p:nvGrpSpPr>
        <p:grpSpPr>
          <a:xfrm>
            <a:off x="550863" y="1892649"/>
            <a:ext cx="11016736" cy="4426607"/>
            <a:chOff x="550863" y="1892649"/>
            <a:chExt cx="11016736" cy="4426607"/>
          </a:xfrm>
        </p:grpSpPr>
        <p:sp>
          <p:nvSpPr>
            <p:cNvPr id="67" name="Rectangle 66">
              <a:extLst>
                <a:ext uri="{FF2B5EF4-FFF2-40B4-BE49-F238E27FC236}">
                  <a16:creationId xmlns:a16="http://schemas.microsoft.com/office/drawing/2014/main" id="{25F04F38-7F72-E2A2-8902-80328D4A02D6}"/>
                </a:ext>
              </a:extLst>
            </p:cNvPr>
            <p:cNvSpPr/>
            <p:nvPr/>
          </p:nvSpPr>
          <p:spPr>
            <a:xfrm>
              <a:off x="4583832" y="3922196"/>
              <a:ext cx="123766" cy="98652"/>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68" name="Oval 13">
              <a:extLst>
                <a:ext uri="{FF2B5EF4-FFF2-40B4-BE49-F238E27FC236}">
                  <a16:creationId xmlns:a16="http://schemas.microsoft.com/office/drawing/2014/main" id="{992BEE6E-017D-A1C9-30F5-4BC977E2BC34}"/>
                </a:ext>
              </a:extLst>
            </p:cNvPr>
            <p:cNvSpPr txBox="1">
              <a:spLocks/>
            </p:cNvSpPr>
            <p:nvPr>
              <p:custDataLst>
                <p:tags r:id="rId1"/>
              </p:custDataLst>
            </p:nvPr>
          </p:nvSpPr>
          <p:spPr bwMode="auto">
            <a:xfrm>
              <a:off x="10778803" y="3438708"/>
              <a:ext cx="378264" cy="378264"/>
            </a:xfrm>
            <a:prstGeom prst="ellipse">
              <a:avLst/>
            </a:prstGeom>
            <a:solidFill>
              <a:schemeClr val="tx2"/>
            </a:solidFill>
            <a:ln/>
          </p:spPr>
          <p:txBody>
            <a:bodyPr vert="horz" wrap="square" lIns="91440" tIns="45720" rIns="91440" bIns="45720" rtlCol="0" anchor="ctr" anchorCtr="0">
              <a:noAutofit/>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69" name="Oval 13">
              <a:extLst>
                <a:ext uri="{FF2B5EF4-FFF2-40B4-BE49-F238E27FC236}">
                  <a16:creationId xmlns:a16="http://schemas.microsoft.com/office/drawing/2014/main" id="{C00494DA-03C5-A5F3-6F00-E6221AB32EA8}"/>
                </a:ext>
              </a:extLst>
            </p:cNvPr>
            <p:cNvSpPr txBox="1">
              <a:spLocks/>
            </p:cNvSpPr>
            <p:nvPr>
              <p:custDataLst>
                <p:tags r:id="rId2"/>
              </p:custDataLst>
            </p:nvPr>
          </p:nvSpPr>
          <p:spPr bwMode="auto">
            <a:xfrm>
              <a:off x="7597122" y="5233439"/>
              <a:ext cx="378264" cy="378264"/>
            </a:xfrm>
            <a:prstGeom prst="ellipse">
              <a:avLst/>
            </a:prstGeom>
            <a:solidFill>
              <a:schemeClr val="tx2"/>
            </a:solidFill>
            <a:ln/>
          </p:spPr>
          <p:txBody>
            <a:bodyPr vert="horz" wrap="square" lIns="91440" tIns="45720" rIns="91440" bIns="45720" rtlCol="0" anchor="ctr" anchorCtr="0">
              <a:noAutofit/>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70" name="Oval 13">
              <a:extLst>
                <a:ext uri="{FF2B5EF4-FFF2-40B4-BE49-F238E27FC236}">
                  <a16:creationId xmlns:a16="http://schemas.microsoft.com/office/drawing/2014/main" id="{C6549E42-6FF2-3C3C-C68B-FBA6FD80D2C1}"/>
                </a:ext>
              </a:extLst>
            </p:cNvPr>
            <p:cNvSpPr txBox="1">
              <a:spLocks/>
            </p:cNvSpPr>
            <p:nvPr>
              <p:custDataLst>
                <p:tags r:id="rId3"/>
              </p:custDataLst>
            </p:nvPr>
          </p:nvSpPr>
          <p:spPr bwMode="auto">
            <a:xfrm>
              <a:off x="5527892" y="5603422"/>
              <a:ext cx="378264" cy="378264"/>
            </a:xfrm>
            <a:prstGeom prst="ellipse">
              <a:avLst/>
            </a:prstGeom>
            <a:solidFill>
              <a:schemeClr val="tx2"/>
            </a:solidFill>
            <a:ln/>
          </p:spPr>
          <p:txBody>
            <a:bodyPr vert="horz" wrap="square" lIns="91440" tIns="45720" rIns="91440" bIns="45720" rtlCol="0" anchor="ctr" anchorCtr="0">
              <a:noAutofit/>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72" name="Textfeld 227">
              <a:extLst>
                <a:ext uri="{FF2B5EF4-FFF2-40B4-BE49-F238E27FC236}">
                  <a16:creationId xmlns:a16="http://schemas.microsoft.com/office/drawing/2014/main" id="{04CB56B8-2BA1-EAB3-9DCF-9F00D295B733}"/>
                </a:ext>
              </a:extLst>
            </p:cNvPr>
            <p:cNvSpPr txBox="1"/>
            <p:nvPr/>
          </p:nvSpPr>
          <p:spPr bwMode="gray">
            <a:xfrm>
              <a:off x="563177" y="3483355"/>
              <a:ext cx="1130481" cy="316737"/>
            </a:xfrm>
            <a:prstGeom prst="rect">
              <a:avLst/>
            </a:prstGeom>
            <a:noFill/>
            <a:effectLst/>
          </p:spPr>
          <p:txBody>
            <a:bodyPr wrap="none" l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mn-cs"/>
                </a:rPr>
                <a:t>Placeholder</a:t>
              </a:r>
            </a:p>
          </p:txBody>
        </p:sp>
        <p:sp>
          <p:nvSpPr>
            <p:cNvPr id="74" name="Textfeld 228">
              <a:extLst>
                <a:ext uri="{FF2B5EF4-FFF2-40B4-BE49-F238E27FC236}">
                  <a16:creationId xmlns:a16="http://schemas.microsoft.com/office/drawing/2014/main" id="{14551577-2FF3-A429-598E-35413FEF6C9B}"/>
                </a:ext>
              </a:extLst>
            </p:cNvPr>
            <p:cNvSpPr txBox="1"/>
            <p:nvPr/>
          </p:nvSpPr>
          <p:spPr bwMode="gray">
            <a:xfrm>
              <a:off x="1421382" y="4234330"/>
              <a:ext cx="1130481" cy="316737"/>
            </a:xfrm>
            <a:prstGeom prst="rect">
              <a:avLst/>
            </a:prstGeom>
            <a:noFill/>
            <a:effectLst/>
          </p:spPr>
          <p:txBody>
            <a:bodyPr wrap="none" l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mn-cs"/>
                </a:rPr>
                <a:t>Placeholder</a:t>
              </a:r>
            </a:p>
          </p:txBody>
        </p:sp>
        <p:sp>
          <p:nvSpPr>
            <p:cNvPr id="76" name="Textfeld 229">
              <a:extLst>
                <a:ext uri="{FF2B5EF4-FFF2-40B4-BE49-F238E27FC236}">
                  <a16:creationId xmlns:a16="http://schemas.microsoft.com/office/drawing/2014/main" id="{11494307-20CF-6B22-5734-FF10B15009F0}"/>
                </a:ext>
              </a:extLst>
            </p:cNvPr>
            <p:cNvSpPr txBox="1"/>
            <p:nvPr/>
          </p:nvSpPr>
          <p:spPr bwMode="gray">
            <a:xfrm>
              <a:off x="3053376" y="3480310"/>
              <a:ext cx="1130481" cy="316737"/>
            </a:xfrm>
            <a:prstGeom prst="rect">
              <a:avLst/>
            </a:prstGeom>
            <a:noFill/>
            <a:effectLst/>
          </p:spPr>
          <p:txBody>
            <a:bodyPr wrap="none" l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mn-cs"/>
                </a:rPr>
                <a:t>Placeholder</a:t>
              </a:r>
            </a:p>
          </p:txBody>
        </p:sp>
        <p:sp>
          <p:nvSpPr>
            <p:cNvPr id="78" name="Textfeld 230">
              <a:extLst>
                <a:ext uri="{FF2B5EF4-FFF2-40B4-BE49-F238E27FC236}">
                  <a16:creationId xmlns:a16="http://schemas.microsoft.com/office/drawing/2014/main" id="{F22B9BB8-4474-1F68-10BE-157B3160A2A2}"/>
                </a:ext>
              </a:extLst>
            </p:cNvPr>
            <p:cNvSpPr txBox="1"/>
            <p:nvPr/>
          </p:nvSpPr>
          <p:spPr bwMode="gray">
            <a:xfrm>
              <a:off x="3381306" y="2556957"/>
              <a:ext cx="1072868" cy="316737"/>
            </a:xfrm>
            <a:prstGeom prst="rect">
              <a:avLst/>
            </a:prstGeom>
            <a:noFill/>
            <a:effectLst/>
          </p:spPr>
          <p:txBody>
            <a:bodyPr wrap="none" lIns="36000" r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mn-cs"/>
                </a:rPr>
                <a:t>Placeholder</a:t>
              </a:r>
            </a:p>
          </p:txBody>
        </p:sp>
        <p:sp>
          <p:nvSpPr>
            <p:cNvPr id="79" name="Textfeld 231">
              <a:extLst>
                <a:ext uri="{FF2B5EF4-FFF2-40B4-BE49-F238E27FC236}">
                  <a16:creationId xmlns:a16="http://schemas.microsoft.com/office/drawing/2014/main" id="{BD5F678C-A21F-34DF-48DA-9E3164359F2D}"/>
                </a:ext>
              </a:extLst>
            </p:cNvPr>
            <p:cNvSpPr txBox="1"/>
            <p:nvPr/>
          </p:nvSpPr>
          <p:spPr bwMode="gray">
            <a:xfrm>
              <a:off x="4855689" y="2275497"/>
              <a:ext cx="1072868" cy="316737"/>
            </a:xfrm>
            <a:prstGeom prst="rect">
              <a:avLst/>
            </a:prstGeom>
            <a:noFill/>
            <a:effectLst/>
          </p:spPr>
          <p:txBody>
            <a:bodyPr wrap="none" lIns="36000" r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mn-cs"/>
                </a:rPr>
                <a:t>Placeholder</a:t>
              </a:r>
            </a:p>
          </p:txBody>
        </p:sp>
        <p:sp>
          <p:nvSpPr>
            <p:cNvPr id="80" name="Textfeld 232">
              <a:extLst>
                <a:ext uri="{FF2B5EF4-FFF2-40B4-BE49-F238E27FC236}">
                  <a16:creationId xmlns:a16="http://schemas.microsoft.com/office/drawing/2014/main" id="{8D4FF3BC-D3AF-5B4C-77E6-63D6074C38D0}"/>
                </a:ext>
              </a:extLst>
            </p:cNvPr>
            <p:cNvSpPr txBox="1"/>
            <p:nvPr/>
          </p:nvSpPr>
          <p:spPr bwMode="gray">
            <a:xfrm>
              <a:off x="8865126" y="2236006"/>
              <a:ext cx="1072868" cy="316737"/>
            </a:xfrm>
            <a:prstGeom prst="rect">
              <a:avLst/>
            </a:prstGeom>
            <a:noFill/>
            <a:effectLst/>
          </p:spPr>
          <p:txBody>
            <a:bodyPr wrap="none" lIns="36000" r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mn-cs"/>
                </a:rPr>
                <a:t>Placeholder</a:t>
              </a:r>
            </a:p>
          </p:txBody>
        </p:sp>
        <p:sp>
          <p:nvSpPr>
            <p:cNvPr id="81" name="Textfeld 233">
              <a:extLst>
                <a:ext uri="{FF2B5EF4-FFF2-40B4-BE49-F238E27FC236}">
                  <a16:creationId xmlns:a16="http://schemas.microsoft.com/office/drawing/2014/main" id="{229D88FD-33B0-2EDB-2C18-FD870AAA9AC9}"/>
                </a:ext>
              </a:extLst>
            </p:cNvPr>
            <p:cNvSpPr txBox="1"/>
            <p:nvPr/>
          </p:nvSpPr>
          <p:spPr bwMode="gray">
            <a:xfrm>
              <a:off x="10437118" y="2585290"/>
              <a:ext cx="1130481" cy="316737"/>
            </a:xfrm>
            <a:prstGeom prst="rect">
              <a:avLst/>
            </a:prstGeom>
            <a:noFill/>
            <a:effectLst/>
          </p:spPr>
          <p:txBody>
            <a:bodyPr wrap="none" l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mn-cs"/>
                </a:rPr>
                <a:t>Placeholder</a:t>
              </a:r>
            </a:p>
          </p:txBody>
        </p:sp>
        <p:sp>
          <p:nvSpPr>
            <p:cNvPr id="82" name="Textfeld 234">
              <a:extLst>
                <a:ext uri="{FF2B5EF4-FFF2-40B4-BE49-F238E27FC236}">
                  <a16:creationId xmlns:a16="http://schemas.microsoft.com/office/drawing/2014/main" id="{F0C2CE93-5F39-A1A4-8424-2FCFB6722220}"/>
                </a:ext>
              </a:extLst>
            </p:cNvPr>
            <p:cNvSpPr txBox="1"/>
            <p:nvPr/>
          </p:nvSpPr>
          <p:spPr bwMode="gray">
            <a:xfrm>
              <a:off x="10437118" y="3845062"/>
              <a:ext cx="1072868" cy="316737"/>
            </a:xfrm>
            <a:prstGeom prst="rect">
              <a:avLst/>
            </a:prstGeom>
            <a:noFill/>
            <a:effectLst/>
          </p:spPr>
          <p:txBody>
            <a:bodyPr wrap="none" lIns="36000" r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mn-cs"/>
                </a:rPr>
                <a:t>Placeholder</a:t>
              </a:r>
            </a:p>
          </p:txBody>
        </p:sp>
        <p:sp>
          <p:nvSpPr>
            <p:cNvPr id="83" name="Textfeld 235">
              <a:extLst>
                <a:ext uri="{FF2B5EF4-FFF2-40B4-BE49-F238E27FC236}">
                  <a16:creationId xmlns:a16="http://schemas.microsoft.com/office/drawing/2014/main" id="{4B2B7AF6-E0BB-EF2D-A7CE-046FE41D5296}"/>
                </a:ext>
              </a:extLst>
            </p:cNvPr>
            <p:cNvSpPr txBox="1"/>
            <p:nvPr/>
          </p:nvSpPr>
          <p:spPr bwMode="gray">
            <a:xfrm>
              <a:off x="9984928" y="4700309"/>
              <a:ext cx="1130481" cy="316737"/>
            </a:xfrm>
            <a:prstGeom prst="rect">
              <a:avLst/>
            </a:prstGeom>
            <a:noFill/>
            <a:effectLst/>
          </p:spPr>
          <p:txBody>
            <a:bodyPr wrap="none" l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mn-cs"/>
                </a:rPr>
                <a:t>Placeholder</a:t>
              </a:r>
            </a:p>
          </p:txBody>
        </p:sp>
        <p:sp>
          <p:nvSpPr>
            <p:cNvPr id="84" name="Textfeld 236">
              <a:extLst>
                <a:ext uri="{FF2B5EF4-FFF2-40B4-BE49-F238E27FC236}">
                  <a16:creationId xmlns:a16="http://schemas.microsoft.com/office/drawing/2014/main" id="{AA3D6587-23E9-0CC7-541A-B8C2637C4792}"/>
                </a:ext>
              </a:extLst>
            </p:cNvPr>
            <p:cNvSpPr txBox="1"/>
            <p:nvPr/>
          </p:nvSpPr>
          <p:spPr bwMode="gray">
            <a:xfrm>
              <a:off x="6671316" y="4416272"/>
              <a:ext cx="1072868" cy="316737"/>
            </a:xfrm>
            <a:prstGeom prst="rect">
              <a:avLst/>
            </a:prstGeom>
            <a:noFill/>
            <a:effectLst/>
          </p:spPr>
          <p:txBody>
            <a:bodyPr wrap="none" lIns="36000" r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mn-cs"/>
                </a:rPr>
                <a:t>Placeholder</a:t>
              </a:r>
            </a:p>
          </p:txBody>
        </p:sp>
        <p:sp>
          <p:nvSpPr>
            <p:cNvPr id="85" name="Textfeld 237">
              <a:extLst>
                <a:ext uri="{FF2B5EF4-FFF2-40B4-BE49-F238E27FC236}">
                  <a16:creationId xmlns:a16="http://schemas.microsoft.com/office/drawing/2014/main" id="{2320F1C2-6A0A-330C-F1A1-A9D5938E2490}"/>
                </a:ext>
              </a:extLst>
            </p:cNvPr>
            <p:cNvSpPr txBox="1"/>
            <p:nvPr/>
          </p:nvSpPr>
          <p:spPr bwMode="gray">
            <a:xfrm>
              <a:off x="7253969" y="5623565"/>
              <a:ext cx="1072868" cy="316737"/>
            </a:xfrm>
            <a:prstGeom prst="rect">
              <a:avLst/>
            </a:prstGeom>
            <a:noFill/>
            <a:effectLst/>
          </p:spPr>
          <p:txBody>
            <a:bodyPr wrap="none" lIns="36000" r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mn-cs"/>
                </a:rPr>
                <a:t>Placeholder</a:t>
              </a:r>
            </a:p>
          </p:txBody>
        </p:sp>
        <p:sp>
          <p:nvSpPr>
            <p:cNvPr id="86" name="Textfeld 238">
              <a:extLst>
                <a:ext uri="{FF2B5EF4-FFF2-40B4-BE49-F238E27FC236}">
                  <a16:creationId xmlns:a16="http://schemas.microsoft.com/office/drawing/2014/main" id="{450DA023-CC01-2E9C-4CB6-A0BF274EC66B}"/>
                </a:ext>
              </a:extLst>
            </p:cNvPr>
            <p:cNvSpPr txBox="1"/>
            <p:nvPr/>
          </p:nvSpPr>
          <p:spPr bwMode="gray">
            <a:xfrm>
              <a:off x="5187535" y="6002519"/>
              <a:ext cx="1072868" cy="316737"/>
            </a:xfrm>
            <a:prstGeom prst="rect">
              <a:avLst/>
            </a:prstGeom>
            <a:noFill/>
            <a:effectLst/>
          </p:spPr>
          <p:txBody>
            <a:bodyPr wrap="none" lIns="36000" r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mn-cs"/>
                </a:rPr>
                <a:t>Placeholder</a:t>
              </a:r>
            </a:p>
          </p:txBody>
        </p:sp>
        <p:cxnSp>
          <p:nvCxnSpPr>
            <p:cNvPr id="104" name="Connector: Elbow 103">
              <a:extLst>
                <a:ext uri="{FF2B5EF4-FFF2-40B4-BE49-F238E27FC236}">
                  <a16:creationId xmlns:a16="http://schemas.microsoft.com/office/drawing/2014/main" id="{1ED0DAAD-9195-5458-8C77-68CC2E23ABED}"/>
                </a:ext>
              </a:extLst>
            </p:cNvPr>
            <p:cNvCxnSpPr>
              <a:cxnSpLocks/>
              <a:stCxn id="108" idx="4"/>
              <a:endCxn id="70" idx="2"/>
            </p:cNvCxnSpPr>
            <p:nvPr/>
          </p:nvCxnSpPr>
          <p:spPr>
            <a:xfrm rot="16200000" flipH="1">
              <a:off x="3279476" y="3544138"/>
              <a:ext cx="1580452" cy="2916380"/>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05" name="Oval 13">
              <a:extLst>
                <a:ext uri="{FF2B5EF4-FFF2-40B4-BE49-F238E27FC236}">
                  <a16:creationId xmlns:a16="http://schemas.microsoft.com/office/drawing/2014/main" id="{6D7F5A8D-AAD3-2AF5-258F-D3A35B446A3C}"/>
                </a:ext>
              </a:extLst>
            </p:cNvPr>
            <p:cNvSpPr txBox="1">
              <a:spLocks/>
            </p:cNvSpPr>
            <p:nvPr>
              <p:custDataLst>
                <p:tags r:id="rId4"/>
              </p:custDataLst>
            </p:nvPr>
          </p:nvSpPr>
          <p:spPr bwMode="auto">
            <a:xfrm>
              <a:off x="3421152" y="3833838"/>
              <a:ext cx="378264" cy="378264"/>
            </a:xfrm>
            <a:prstGeom prst="ellipse">
              <a:avLst/>
            </a:prstGeom>
            <a:solidFill>
              <a:schemeClr val="tx2"/>
            </a:solidFill>
            <a:ln/>
          </p:spPr>
          <p:txBody>
            <a:bodyPr vert="horz" wrap="square" lIns="91440" tIns="45720" rIns="91440" bIns="45720" rtlCol="0" anchor="ctr" anchorCtr="0">
              <a:noAutofit/>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108" name="Oval 13">
              <a:extLst>
                <a:ext uri="{FF2B5EF4-FFF2-40B4-BE49-F238E27FC236}">
                  <a16:creationId xmlns:a16="http://schemas.microsoft.com/office/drawing/2014/main" id="{BE93A01D-843C-7799-0506-B3ED6D87CE87}"/>
                </a:ext>
              </a:extLst>
            </p:cNvPr>
            <p:cNvSpPr txBox="1">
              <a:spLocks/>
            </p:cNvSpPr>
            <p:nvPr>
              <p:custDataLst>
                <p:tags r:id="rId5"/>
              </p:custDataLst>
            </p:nvPr>
          </p:nvSpPr>
          <p:spPr bwMode="auto">
            <a:xfrm>
              <a:off x="2422380" y="3833838"/>
              <a:ext cx="378264" cy="378264"/>
            </a:xfrm>
            <a:prstGeom prst="ellipse">
              <a:avLst/>
            </a:prstGeom>
            <a:solidFill>
              <a:schemeClr val="tx2"/>
            </a:solidFill>
            <a:ln/>
          </p:spPr>
          <p:txBody>
            <a:bodyPr vert="horz" wrap="square" lIns="91440" tIns="45720" rIns="91440" bIns="45720" rtlCol="0" anchor="ctr" anchorCtr="0">
              <a:noAutofit/>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127" name="Oval 13">
              <a:extLst>
                <a:ext uri="{FF2B5EF4-FFF2-40B4-BE49-F238E27FC236}">
                  <a16:creationId xmlns:a16="http://schemas.microsoft.com/office/drawing/2014/main" id="{CCBFB126-FBCB-5893-DF8F-F57152996EB4}"/>
                </a:ext>
              </a:extLst>
            </p:cNvPr>
            <p:cNvSpPr txBox="1">
              <a:spLocks/>
            </p:cNvSpPr>
            <p:nvPr>
              <p:custDataLst>
                <p:tags r:id="rId6"/>
              </p:custDataLst>
            </p:nvPr>
          </p:nvSpPr>
          <p:spPr bwMode="auto">
            <a:xfrm>
              <a:off x="550863" y="3833838"/>
              <a:ext cx="378264" cy="378264"/>
            </a:xfrm>
            <a:prstGeom prst="ellipse">
              <a:avLst/>
            </a:prstGeom>
            <a:solidFill>
              <a:schemeClr val="tx2"/>
            </a:solidFill>
            <a:ln/>
          </p:spPr>
          <p:txBody>
            <a:bodyPr vert="horz" wrap="square" lIns="91440" tIns="45720" rIns="91440" bIns="45720" rtlCol="0" anchor="ctr" anchorCtr="0">
              <a:noAutofit/>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cxnSp>
          <p:nvCxnSpPr>
            <p:cNvPr id="129" name="Straight Connector 128">
              <a:extLst>
                <a:ext uri="{FF2B5EF4-FFF2-40B4-BE49-F238E27FC236}">
                  <a16:creationId xmlns:a16="http://schemas.microsoft.com/office/drawing/2014/main" id="{2776222D-4E57-EF3A-DBF7-6EFE8A8A2BB6}"/>
                </a:ext>
              </a:extLst>
            </p:cNvPr>
            <p:cNvCxnSpPr>
              <a:stCxn id="108" idx="2"/>
              <a:endCxn id="127" idx="6"/>
            </p:cNvCxnSpPr>
            <p:nvPr/>
          </p:nvCxnSpPr>
          <p:spPr>
            <a:xfrm flipH="1">
              <a:off x="929127" y="4022970"/>
              <a:ext cx="1493253"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BF6A0AF-26E3-25B5-22A6-D1A5A73BB828}"/>
                </a:ext>
              </a:extLst>
            </p:cNvPr>
            <p:cNvCxnSpPr>
              <a:stCxn id="108" idx="6"/>
              <a:endCxn id="105" idx="2"/>
            </p:cNvCxnSpPr>
            <p:nvPr/>
          </p:nvCxnSpPr>
          <p:spPr>
            <a:xfrm>
              <a:off x="2800644" y="4022970"/>
              <a:ext cx="620508"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8DCA2C03-2438-3B1D-A0D1-854B16978473}"/>
                </a:ext>
              </a:extLst>
            </p:cNvPr>
            <p:cNvCxnSpPr>
              <a:cxnSpLocks/>
              <a:stCxn id="105" idx="6"/>
            </p:cNvCxnSpPr>
            <p:nvPr/>
          </p:nvCxnSpPr>
          <p:spPr>
            <a:xfrm>
              <a:off x="3799416" y="4022970"/>
              <a:ext cx="426756"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2" name="Connector: Elbow 131">
              <a:extLst>
                <a:ext uri="{FF2B5EF4-FFF2-40B4-BE49-F238E27FC236}">
                  <a16:creationId xmlns:a16="http://schemas.microsoft.com/office/drawing/2014/main" id="{54CC5145-E609-96C3-2F18-27190CAA4BA8}"/>
                </a:ext>
              </a:extLst>
            </p:cNvPr>
            <p:cNvCxnSpPr>
              <a:cxnSpLocks/>
              <a:endCxn id="69" idx="2"/>
            </p:cNvCxnSpPr>
            <p:nvPr/>
          </p:nvCxnSpPr>
          <p:spPr>
            <a:xfrm rot="16200000" flipH="1">
              <a:off x="5332203" y="3157651"/>
              <a:ext cx="1279245" cy="3250593"/>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36" name="Oval 13">
              <a:extLst>
                <a:ext uri="{FF2B5EF4-FFF2-40B4-BE49-F238E27FC236}">
                  <a16:creationId xmlns:a16="http://schemas.microsoft.com/office/drawing/2014/main" id="{A25E4B26-67D2-D7F6-E10E-D3279AB274D3}"/>
                </a:ext>
              </a:extLst>
            </p:cNvPr>
            <p:cNvSpPr txBox="1">
              <a:spLocks/>
            </p:cNvSpPr>
            <p:nvPr>
              <p:custDataLst>
                <p:tags r:id="rId7"/>
              </p:custDataLst>
            </p:nvPr>
          </p:nvSpPr>
          <p:spPr bwMode="auto">
            <a:xfrm>
              <a:off x="3728658" y="2160109"/>
              <a:ext cx="378264" cy="378264"/>
            </a:xfrm>
            <a:prstGeom prst="ellipse">
              <a:avLst/>
            </a:prstGeom>
            <a:solidFill>
              <a:schemeClr val="tx2"/>
            </a:solidFill>
            <a:ln/>
          </p:spPr>
          <p:txBody>
            <a:bodyPr vert="horz" wrap="square" lIns="91440" tIns="45720" rIns="91440" bIns="45720" rtlCol="0" anchor="ctr" anchorCtr="0">
              <a:noAutofit/>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138" name="Oval 13">
              <a:extLst>
                <a:ext uri="{FF2B5EF4-FFF2-40B4-BE49-F238E27FC236}">
                  <a16:creationId xmlns:a16="http://schemas.microsoft.com/office/drawing/2014/main" id="{5A417A93-E962-3099-F40E-ACA35CDD25B2}"/>
                </a:ext>
              </a:extLst>
            </p:cNvPr>
            <p:cNvSpPr txBox="1">
              <a:spLocks/>
            </p:cNvSpPr>
            <p:nvPr>
              <p:custDataLst>
                <p:tags r:id="rId8"/>
              </p:custDataLst>
            </p:nvPr>
          </p:nvSpPr>
          <p:spPr bwMode="auto">
            <a:xfrm>
              <a:off x="5347207" y="1892649"/>
              <a:ext cx="378264" cy="378264"/>
            </a:xfrm>
            <a:prstGeom prst="ellipse">
              <a:avLst/>
            </a:prstGeom>
            <a:solidFill>
              <a:schemeClr val="tx2"/>
            </a:solidFill>
            <a:ln/>
          </p:spPr>
          <p:txBody>
            <a:bodyPr vert="horz" wrap="square" lIns="91440" tIns="45720" rIns="91440" bIns="45720" rtlCol="0" anchor="ctr" anchorCtr="0">
              <a:noAutofit/>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cxnSp>
          <p:nvCxnSpPr>
            <p:cNvPr id="140" name="Straight Connector 139">
              <a:extLst>
                <a:ext uri="{FF2B5EF4-FFF2-40B4-BE49-F238E27FC236}">
                  <a16:creationId xmlns:a16="http://schemas.microsoft.com/office/drawing/2014/main" id="{6170B648-748D-7165-B1D6-88A2924A02C9}"/>
                </a:ext>
              </a:extLst>
            </p:cNvPr>
            <p:cNvCxnSpPr>
              <a:stCxn id="108" idx="0"/>
              <a:endCxn id="126" idx="4"/>
            </p:cNvCxnSpPr>
            <p:nvPr/>
          </p:nvCxnSpPr>
          <p:spPr>
            <a:xfrm flipV="1">
              <a:off x="2611512" y="2906807"/>
              <a:ext cx="0" cy="927031"/>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1" name="Connector: Elbow 140">
              <a:extLst>
                <a:ext uri="{FF2B5EF4-FFF2-40B4-BE49-F238E27FC236}">
                  <a16:creationId xmlns:a16="http://schemas.microsoft.com/office/drawing/2014/main" id="{80BFC8B5-EC75-01A2-2E4D-7FEACDB82F17}"/>
                </a:ext>
              </a:extLst>
            </p:cNvPr>
            <p:cNvCxnSpPr>
              <a:stCxn id="126" idx="0"/>
              <a:endCxn id="136" idx="2"/>
            </p:cNvCxnSpPr>
            <p:nvPr/>
          </p:nvCxnSpPr>
          <p:spPr>
            <a:xfrm rot="5400000" flipH="1" flipV="1">
              <a:off x="3067516" y="1893238"/>
              <a:ext cx="205139" cy="1117146"/>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2" name="Connector: Elbow 141">
              <a:extLst>
                <a:ext uri="{FF2B5EF4-FFF2-40B4-BE49-F238E27FC236}">
                  <a16:creationId xmlns:a16="http://schemas.microsoft.com/office/drawing/2014/main" id="{065FDE6B-62FE-5FB0-9639-3E0522CD0E52}"/>
                </a:ext>
              </a:extLst>
            </p:cNvPr>
            <p:cNvCxnSpPr>
              <a:stCxn id="136" idx="6"/>
              <a:endCxn id="138" idx="2"/>
            </p:cNvCxnSpPr>
            <p:nvPr/>
          </p:nvCxnSpPr>
          <p:spPr>
            <a:xfrm flipV="1">
              <a:off x="4106922" y="2081781"/>
              <a:ext cx="1240285" cy="267460"/>
            </a:xfrm>
            <a:prstGeom prst="bentConnector3">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45" name="Oval 13">
              <a:extLst>
                <a:ext uri="{FF2B5EF4-FFF2-40B4-BE49-F238E27FC236}">
                  <a16:creationId xmlns:a16="http://schemas.microsoft.com/office/drawing/2014/main" id="{150539CF-C3C1-DE62-7FE1-273CBB68A97A}"/>
                </a:ext>
              </a:extLst>
            </p:cNvPr>
            <p:cNvSpPr txBox="1">
              <a:spLocks/>
            </p:cNvSpPr>
            <p:nvPr>
              <p:custDataLst>
                <p:tags r:id="rId9"/>
              </p:custDataLst>
            </p:nvPr>
          </p:nvSpPr>
          <p:spPr bwMode="auto">
            <a:xfrm>
              <a:off x="8429554" y="2215456"/>
              <a:ext cx="378264" cy="378264"/>
            </a:xfrm>
            <a:prstGeom prst="ellipse">
              <a:avLst/>
            </a:prstGeom>
            <a:solidFill>
              <a:schemeClr val="tx2"/>
            </a:solidFill>
            <a:ln/>
          </p:spPr>
          <p:txBody>
            <a:bodyPr vert="horz" wrap="square" lIns="91440" tIns="45720" rIns="91440" bIns="45720" rtlCol="0" anchor="ctr" anchorCtr="0">
              <a:noAutofit/>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cxnSp>
          <p:nvCxnSpPr>
            <p:cNvPr id="147" name="Connector: Elbow 146">
              <a:extLst>
                <a:ext uri="{FF2B5EF4-FFF2-40B4-BE49-F238E27FC236}">
                  <a16:creationId xmlns:a16="http://schemas.microsoft.com/office/drawing/2014/main" id="{1281A246-8E81-E19B-7734-F395D8A1327A}"/>
                </a:ext>
              </a:extLst>
            </p:cNvPr>
            <p:cNvCxnSpPr>
              <a:cxnSpLocks/>
            </p:cNvCxnSpPr>
            <p:nvPr/>
          </p:nvCxnSpPr>
          <p:spPr>
            <a:xfrm rot="5400000" flipH="1" flipV="1">
              <a:off x="4912247" y="2797692"/>
              <a:ext cx="539203" cy="1670640"/>
            </a:xfrm>
            <a:prstGeom prst="bentConnector3">
              <a:avLst>
                <a:gd name="adj1" fmla="val 50000"/>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9" name="Connector: Elbow 148">
              <a:extLst>
                <a:ext uri="{FF2B5EF4-FFF2-40B4-BE49-F238E27FC236}">
                  <a16:creationId xmlns:a16="http://schemas.microsoft.com/office/drawing/2014/main" id="{1BE4F5BC-28D4-9686-C08D-644CDCB289F6}"/>
                </a:ext>
              </a:extLst>
            </p:cNvPr>
            <p:cNvCxnSpPr>
              <a:cxnSpLocks/>
            </p:cNvCxnSpPr>
            <p:nvPr/>
          </p:nvCxnSpPr>
          <p:spPr>
            <a:xfrm rot="5400000" flipH="1" flipV="1">
              <a:off x="5838908" y="2582848"/>
              <a:ext cx="958822" cy="602303"/>
            </a:xfrm>
            <a:prstGeom prst="bentConnector4">
              <a:avLst>
                <a:gd name="adj1" fmla="val -349"/>
                <a:gd name="adj2" fmla="val 62753"/>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0" name="Connector: Elbow 149">
              <a:extLst>
                <a:ext uri="{FF2B5EF4-FFF2-40B4-BE49-F238E27FC236}">
                  <a16:creationId xmlns:a16="http://schemas.microsoft.com/office/drawing/2014/main" id="{78685C8F-4C73-F6F9-B955-A31F80CB11F2}"/>
                </a:ext>
              </a:extLst>
            </p:cNvPr>
            <p:cNvCxnSpPr>
              <a:cxnSpLocks/>
              <a:endCxn id="145" idx="0"/>
            </p:cNvCxnSpPr>
            <p:nvPr/>
          </p:nvCxnSpPr>
          <p:spPr>
            <a:xfrm rot="5400000" flipH="1" flipV="1">
              <a:off x="7644870" y="1310416"/>
              <a:ext cx="68775" cy="1878857"/>
            </a:xfrm>
            <a:prstGeom prst="bentConnector3">
              <a:avLst>
                <a:gd name="adj1" fmla="val 432388"/>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1" name="Connector: Elbow 150">
              <a:extLst>
                <a:ext uri="{FF2B5EF4-FFF2-40B4-BE49-F238E27FC236}">
                  <a16:creationId xmlns:a16="http://schemas.microsoft.com/office/drawing/2014/main" id="{95C6FCD0-B1F0-094B-4BE3-B7CB360ECD61}"/>
                </a:ext>
              </a:extLst>
            </p:cNvPr>
            <p:cNvCxnSpPr>
              <a:cxnSpLocks/>
              <a:endCxn id="145" idx="4"/>
            </p:cNvCxnSpPr>
            <p:nvPr/>
          </p:nvCxnSpPr>
          <p:spPr>
            <a:xfrm rot="16200000" flipH="1">
              <a:off x="7644869" y="1619903"/>
              <a:ext cx="68776" cy="1878857"/>
            </a:xfrm>
            <a:prstGeom prst="bentConnector3">
              <a:avLst>
                <a:gd name="adj1" fmla="val 432383"/>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5" name="Connector: Elbow 154">
              <a:extLst>
                <a:ext uri="{FF2B5EF4-FFF2-40B4-BE49-F238E27FC236}">
                  <a16:creationId xmlns:a16="http://schemas.microsoft.com/office/drawing/2014/main" id="{11741AF0-9B6D-8709-BDBF-CD6CFAEC26CE}"/>
                </a:ext>
              </a:extLst>
            </p:cNvPr>
            <p:cNvCxnSpPr>
              <a:cxnSpLocks/>
            </p:cNvCxnSpPr>
            <p:nvPr/>
          </p:nvCxnSpPr>
          <p:spPr>
            <a:xfrm flipV="1">
              <a:off x="4466885" y="3627841"/>
              <a:ext cx="2819354" cy="395130"/>
            </a:xfrm>
            <a:prstGeom prst="bentConnector3">
              <a:avLst>
                <a:gd name="adj1" fmla="val 84326"/>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C694681-0B09-98F0-E454-E4E1D7E37C90}"/>
                </a:ext>
              </a:extLst>
            </p:cNvPr>
            <p:cNvCxnSpPr>
              <a:cxnSpLocks/>
            </p:cNvCxnSpPr>
            <p:nvPr/>
          </p:nvCxnSpPr>
          <p:spPr>
            <a:xfrm>
              <a:off x="7526953" y="3627841"/>
              <a:ext cx="1234273"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FEEB024E-C240-30E6-CC99-1181299314DA}"/>
                </a:ext>
              </a:extLst>
            </p:cNvPr>
            <p:cNvCxnSpPr>
              <a:cxnSpLocks/>
            </p:cNvCxnSpPr>
            <p:nvPr/>
          </p:nvCxnSpPr>
          <p:spPr>
            <a:xfrm>
              <a:off x="9001940" y="3627841"/>
              <a:ext cx="343117"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58" name="Oval 13">
              <a:extLst>
                <a:ext uri="{FF2B5EF4-FFF2-40B4-BE49-F238E27FC236}">
                  <a16:creationId xmlns:a16="http://schemas.microsoft.com/office/drawing/2014/main" id="{66A37CED-B3C4-9532-FCF5-EF4A24850AE1}"/>
                </a:ext>
              </a:extLst>
            </p:cNvPr>
            <p:cNvSpPr txBox="1">
              <a:spLocks/>
            </p:cNvSpPr>
            <p:nvPr>
              <p:custDataLst>
                <p:tags r:id="rId10"/>
              </p:custDataLst>
            </p:nvPr>
          </p:nvSpPr>
          <p:spPr bwMode="auto">
            <a:xfrm>
              <a:off x="10778803" y="2943630"/>
              <a:ext cx="378264" cy="378264"/>
            </a:xfrm>
            <a:prstGeom prst="ellipse">
              <a:avLst/>
            </a:prstGeom>
            <a:solidFill>
              <a:schemeClr val="tx2"/>
            </a:solidFill>
            <a:ln/>
          </p:spPr>
          <p:txBody>
            <a:bodyPr vert="horz" wrap="square" lIns="91440" tIns="45720" rIns="91440" bIns="45720" rtlCol="0" anchor="ctr" anchorCtr="0">
              <a:noAutofit/>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cxnSp>
          <p:nvCxnSpPr>
            <p:cNvPr id="160" name="Connector: Elbow 159">
              <a:extLst>
                <a:ext uri="{FF2B5EF4-FFF2-40B4-BE49-F238E27FC236}">
                  <a16:creationId xmlns:a16="http://schemas.microsoft.com/office/drawing/2014/main" id="{E8472CA9-66B9-FB3E-EF30-BA4015DFBACB}"/>
                </a:ext>
              </a:extLst>
            </p:cNvPr>
            <p:cNvCxnSpPr>
              <a:cxnSpLocks/>
              <a:endCxn id="158" idx="2"/>
            </p:cNvCxnSpPr>
            <p:nvPr/>
          </p:nvCxnSpPr>
          <p:spPr>
            <a:xfrm rot="5400000" flipH="1" flipV="1">
              <a:off x="9934747" y="2663429"/>
              <a:ext cx="374722" cy="1313389"/>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1462B60A-060B-7A86-2E01-350EA341E103}"/>
                </a:ext>
              </a:extLst>
            </p:cNvPr>
            <p:cNvCxnSpPr>
              <a:cxnSpLocks/>
              <a:endCxn id="68" idx="2"/>
            </p:cNvCxnSpPr>
            <p:nvPr/>
          </p:nvCxnSpPr>
          <p:spPr>
            <a:xfrm flipV="1">
              <a:off x="9585770" y="3627840"/>
              <a:ext cx="1193033" cy="1"/>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62" name="Oval 13">
              <a:extLst>
                <a:ext uri="{FF2B5EF4-FFF2-40B4-BE49-F238E27FC236}">
                  <a16:creationId xmlns:a16="http://schemas.microsoft.com/office/drawing/2014/main" id="{BD332CC1-2092-6C48-B78D-D4B3802223A1}"/>
                </a:ext>
              </a:extLst>
            </p:cNvPr>
            <p:cNvSpPr txBox="1">
              <a:spLocks/>
            </p:cNvSpPr>
            <p:nvPr>
              <p:custDataLst>
                <p:tags r:id="rId11"/>
              </p:custDataLst>
            </p:nvPr>
          </p:nvSpPr>
          <p:spPr bwMode="auto">
            <a:xfrm>
              <a:off x="7027110" y="4021283"/>
              <a:ext cx="378264" cy="378264"/>
            </a:xfrm>
            <a:prstGeom prst="ellipse">
              <a:avLst/>
            </a:prstGeom>
            <a:solidFill>
              <a:srgbClr val="FEB100"/>
            </a:solidFill>
            <a:ln/>
          </p:spPr>
          <p:txBody>
            <a:bodyPr vert="horz" wrap="square" lIns="91440" tIns="45720" rIns="91440" bIns="45720" rtlCol="0" anchor="ctr" anchorCtr="0">
              <a:noAutofit/>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164" name="Oval 13">
              <a:extLst>
                <a:ext uri="{FF2B5EF4-FFF2-40B4-BE49-F238E27FC236}">
                  <a16:creationId xmlns:a16="http://schemas.microsoft.com/office/drawing/2014/main" id="{8BD58183-F709-628C-0C87-4B09293D2E6A}"/>
                </a:ext>
              </a:extLst>
            </p:cNvPr>
            <p:cNvSpPr txBox="1">
              <a:spLocks/>
            </p:cNvSpPr>
            <p:nvPr>
              <p:custDataLst>
                <p:tags r:id="rId12"/>
              </p:custDataLst>
            </p:nvPr>
          </p:nvSpPr>
          <p:spPr bwMode="auto">
            <a:xfrm>
              <a:off x="10363728" y="5028290"/>
              <a:ext cx="378264" cy="378264"/>
            </a:xfrm>
            <a:prstGeom prst="ellipse">
              <a:avLst/>
            </a:prstGeom>
            <a:solidFill>
              <a:schemeClr val="tx2"/>
            </a:solidFill>
            <a:ln/>
          </p:spPr>
          <p:txBody>
            <a:bodyPr vert="horz" wrap="square" lIns="91440" tIns="45720" rIns="91440" bIns="45720" rtlCol="0" anchor="ctr" anchorCtr="0">
              <a:noAutofit/>
            </a:bodyPr>
            <a:lstStyle>
              <a:lvl1pPr marL="0" indent="0" algn="l" defTabSz="914400" rtl="0" eaLnBrk="1" latinLnBrk="0" hangingPunct="1">
                <a:lnSpc>
                  <a:spcPct val="100000"/>
                </a:lnSpc>
                <a:spcBef>
                  <a:spcPts val="6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cxnSp>
          <p:nvCxnSpPr>
            <p:cNvPr id="166" name="Connector: Elbow 165">
              <a:extLst>
                <a:ext uri="{FF2B5EF4-FFF2-40B4-BE49-F238E27FC236}">
                  <a16:creationId xmlns:a16="http://schemas.microsoft.com/office/drawing/2014/main" id="{B3CDAE74-55A6-B375-C28E-E3652905D8A2}"/>
                </a:ext>
              </a:extLst>
            </p:cNvPr>
            <p:cNvCxnSpPr>
              <a:cxnSpLocks/>
              <a:stCxn id="67" idx="2"/>
              <a:endCxn id="162" idx="2"/>
            </p:cNvCxnSpPr>
            <p:nvPr/>
          </p:nvCxnSpPr>
          <p:spPr>
            <a:xfrm rot="16200000" flipH="1">
              <a:off x="5741629" y="2924933"/>
              <a:ext cx="189567" cy="2381395"/>
            </a:xfrm>
            <a:prstGeom prst="bentConnector2">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67" name="Connector: Elbow 166">
              <a:extLst>
                <a:ext uri="{FF2B5EF4-FFF2-40B4-BE49-F238E27FC236}">
                  <a16:creationId xmlns:a16="http://schemas.microsoft.com/office/drawing/2014/main" id="{A90A4D27-2E05-8D9F-9745-B949A9211285}"/>
                </a:ext>
              </a:extLst>
            </p:cNvPr>
            <p:cNvCxnSpPr>
              <a:stCxn id="162" idx="6"/>
              <a:endCxn id="164" idx="2"/>
            </p:cNvCxnSpPr>
            <p:nvPr/>
          </p:nvCxnSpPr>
          <p:spPr>
            <a:xfrm>
              <a:off x="7405374" y="4210415"/>
              <a:ext cx="2958354" cy="1007007"/>
            </a:xfrm>
            <a:prstGeom prst="bentConnector3">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75" name="Graphic 2">
              <a:extLst>
                <a:ext uri="{FF2B5EF4-FFF2-40B4-BE49-F238E27FC236}">
                  <a16:creationId xmlns:a16="http://schemas.microsoft.com/office/drawing/2014/main" id="{B4943CDF-3105-953C-A10E-A80EA4295DAC}"/>
                </a:ext>
              </a:extLst>
            </p:cNvPr>
            <p:cNvSpPr/>
            <p:nvPr/>
          </p:nvSpPr>
          <p:spPr>
            <a:xfrm>
              <a:off x="593945" y="3932483"/>
              <a:ext cx="292100" cy="219075"/>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Graphic 2">
              <a:extLst>
                <a:ext uri="{FF2B5EF4-FFF2-40B4-BE49-F238E27FC236}">
                  <a16:creationId xmlns:a16="http://schemas.microsoft.com/office/drawing/2014/main" id="{A860FE81-648D-5F0C-12C4-E77CEB6825EF}"/>
                </a:ext>
              </a:extLst>
            </p:cNvPr>
            <p:cNvSpPr/>
            <p:nvPr/>
          </p:nvSpPr>
          <p:spPr>
            <a:xfrm>
              <a:off x="2465462" y="3932483"/>
              <a:ext cx="292100" cy="219075"/>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7" name="Graphic 2">
              <a:extLst>
                <a:ext uri="{FF2B5EF4-FFF2-40B4-BE49-F238E27FC236}">
                  <a16:creationId xmlns:a16="http://schemas.microsoft.com/office/drawing/2014/main" id="{55816414-D749-FA05-27AA-2479B791B8EF}"/>
                </a:ext>
              </a:extLst>
            </p:cNvPr>
            <p:cNvSpPr/>
            <p:nvPr/>
          </p:nvSpPr>
          <p:spPr>
            <a:xfrm>
              <a:off x="3464234" y="3932483"/>
              <a:ext cx="292100" cy="219075"/>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9" name="Graphic 2">
              <a:extLst>
                <a:ext uri="{FF2B5EF4-FFF2-40B4-BE49-F238E27FC236}">
                  <a16:creationId xmlns:a16="http://schemas.microsoft.com/office/drawing/2014/main" id="{8D7A0ED0-1FDD-D87C-E464-7D9597F3E54C}"/>
                </a:ext>
              </a:extLst>
            </p:cNvPr>
            <p:cNvSpPr/>
            <p:nvPr/>
          </p:nvSpPr>
          <p:spPr>
            <a:xfrm>
              <a:off x="3771740" y="2258754"/>
              <a:ext cx="292100" cy="219075"/>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1" name="Graphic 2">
              <a:extLst>
                <a:ext uri="{FF2B5EF4-FFF2-40B4-BE49-F238E27FC236}">
                  <a16:creationId xmlns:a16="http://schemas.microsoft.com/office/drawing/2014/main" id="{674F959C-4331-7E99-C931-7B23A5A3FA02}"/>
                </a:ext>
              </a:extLst>
            </p:cNvPr>
            <p:cNvSpPr/>
            <p:nvPr/>
          </p:nvSpPr>
          <p:spPr>
            <a:xfrm>
              <a:off x="5390289" y="1991294"/>
              <a:ext cx="292100" cy="219075"/>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Graphic 2">
              <a:extLst>
                <a:ext uri="{FF2B5EF4-FFF2-40B4-BE49-F238E27FC236}">
                  <a16:creationId xmlns:a16="http://schemas.microsoft.com/office/drawing/2014/main" id="{F6E73023-471E-B003-8D48-27B323FE02A4}"/>
                </a:ext>
              </a:extLst>
            </p:cNvPr>
            <p:cNvSpPr/>
            <p:nvPr/>
          </p:nvSpPr>
          <p:spPr>
            <a:xfrm>
              <a:off x="8472636" y="2314101"/>
              <a:ext cx="292100" cy="219075"/>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Graphic 2">
              <a:extLst>
                <a:ext uri="{FF2B5EF4-FFF2-40B4-BE49-F238E27FC236}">
                  <a16:creationId xmlns:a16="http://schemas.microsoft.com/office/drawing/2014/main" id="{480BD158-C7F8-79AE-F3D9-066BBCFCA446}"/>
                </a:ext>
              </a:extLst>
            </p:cNvPr>
            <p:cNvSpPr/>
            <p:nvPr/>
          </p:nvSpPr>
          <p:spPr>
            <a:xfrm>
              <a:off x="10821885" y="3042275"/>
              <a:ext cx="292100" cy="219075"/>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Graphic 2">
              <a:extLst>
                <a:ext uri="{FF2B5EF4-FFF2-40B4-BE49-F238E27FC236}">
                  <a16:creationId xmlns:a16="http://schemas.microsoft.com/office/drawing/2014/main" id="{5A01F54B-E036-6EE0-878C-70A762ADE173}"/>
                </a:ext>
              </a:extLst>
            </p:cNvPr>
            <p:cNvSpPr/>
            <p:nvPr/>
          </p:nvSpPr>
          <p:spPr>
            <a:xfrm>
              <a:off x="10821885" y="3537353"/>
              <a:ext cx="292100" cy="219075"/>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Graphic 2">
              <a:extLst>
                <a:ext uri="{FF2B5EF4-FFF2-40B4-BE49-F238E27FC236}">
                  <a16:creationId xmlns:a16="http://schemas.microsoft.com/office/drawing/2014/main" id="{7EE53586-BCD8-87A2-4652-BC26C9DC7CFB}"/>
                </a:ext>
              </a:extLst>
            </p:cNvPr>
            <p:cNvSpPr/>
            <p:nvPr/>
          </p:nvSpPr>
          <p:spPr>
            <a:xfrm>
              <a:off x="7070192" y="4119928"/>
              <a:ext cx="292100" cy="219075"/>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Graphic 2">
              <a:extLst>
                <a:ext uri="{FF2B5EF4-FFF2-40B4-BE49-F238E27FC236}">
                  <a16:creationId xmlns:a16="http://schemas.microsoft.com/office/drawing/2014/main" id="{5EA783F7-0595-294A-C801-ABA125267BE0}"/>
                </a:ext>
              </a:extLst>
            </p:cNvPr>
            <p:cNvSpPr/>
            <p:nvPr/>
          </p:nvSpPr>
          <p:spPr>
            <a:xfrm>
              <a:off x="10406810" y="5126935"/>
              <a:ext cx="292100" cy="219075"/>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Graphic 2">
              <a:extLst>
                <a:ext uri="{FF2B5EF4-FFF2-40B4-BE49-F238E27FC236}">
                  <a16:creationId xmlns:a16="http://schemas.microsoft.com/office/drawing/2014/main" id="{FB6DF7F6-12E3-EADB-F423-6522EB401F1F}"/>
                </a:ext>
              </a:extLst>
            </p:cNvPr>
            <p:cNvSpPr/>
            <p:nvPr/>
          </p:nvSpPr>
          <p:spPr>
            <a:xfrm>
              <a:off x="7640204" y="5332084"/>
              <a:ext cx="292100" cy="219075"/>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Graphic 2">
              <a:extLst>
                <a:ext uri="{FF2B5EF4-FFF2-40B4-BE49-F238E27FC236}">
                  <a16:creationId xmlns:a16="http://schemas.microsoft.com/office/drawing/2014/main" id="{1C1C4B59-0C4B-8556-2042-D708F8A30F37}"/>
                </a:ext>
              </a:extLst>
            </p:cNvPr>
            <p:cNvSpPr/>
            <p:nvPr/>
          </p:nvSpPr>
          <p:spPr>
            <a:xfrm>
              <a:off x="5570974" y="5702067"/>
              <a:ext cx="292100" cy="219075"/>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6" name="Oval 13">
              <a:extLst>
                <a:ext uri="{FF2B5EF4-FFF2-40B4-BE49-F238E27FC236}">
                  <a16:creationId xmlns:a16="http://schemas.microsoft.com/office/drawing/2014/main" id="{AF60931C-30F1-0747-B32C-948E2D65212D}"/>
                </a:ext>
              </a:extLst>
            </p:cNvPr>
            <p:cNvSpPr txBox="1">
              <a:spLocks/>
            </p:cNvSpPr>
            <p:nvPr>
              <p:custDataLst>
                <p:tags r:id="rId13"/>
              </p:custDataLst>
            </p:nvPr>
          </p:nvSpPr>
          <p:spPr bwMode="auto">
            <a:xfrm>
              <a:off x="2435298" y="2554380"/>
              <a:ext cx="352427" cy="352427"/>
            </a:xfrm>
            <a:prstGeom prst="ellipse">
              <a:avLst/>
            </a:prstGeom>
            <a:solidFill>
              <a:schemeClr val="bg1"/>
            </a:solidFill>
            <a:ln w="19050">
              <a:solidFill>
                <a:schemeClr val="tx2"/>
              </a:solidFill>
              <a:miter lim="800000"/>
              <a:headEnd/>
              <a:tailEnd/>
            </a:ln>
            <a:effectLst/>
          </p:spPr>
          <p:txBody>
            <a:bodyPr wrap="none" lIns="0" tIns="36000" rIns="0" bIns="0" anchor="ctr" anchorCtr="0"/>
            <a:lstStyle>
              <a:defPPr>
                <a:defRPr lang="pt-PT"/>
              </a:defPPr>
              <a:lvl1pPr indent="-190500" algn="ctr">
                <a:lnSpc>
                  <a:spcPct val="95000"/>
                </a:lnSpc>
                <a:spcAft>
                  <a:spcPts val="400"/>
                </a:spcAft>
                <a:buClr>
                  <a:srgbClr val="808080"/>
                </a:buClr>
                <a:defRPr sz="1400">
                  <a:solidFill>
                    <a:srgbClr val="FFFFFF"/>
                  </a:solidFill>
                  <a:latin typeface="+mj-lt"/>
                  <a:cs typeface="Arial" charset="0"/>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190500" algn="ctr" defTabSz="914400" rtl="0" eaLnBrk="1" fontAlgn="auto" latinLnBrk="0" hangingPunct="1">
                <a:lnSpc>
                  <a:spcPct val="95000"/>
                </a:lnSpc>
                <a:spcBef>
                  <a:spcPts val="0"/>
                </a:spcBef>
                <a:spcAft>
                  <a:spcPts val="400"/>
                </a:spcAft>
                <a:buClr>
                  <a:srgbClr val="80808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mn-lt"/>
                <a:ea typeface="+mn-ea"/>
                <a:cs typeface="Arial" charset="0"/>
                <a:sym typeface="Wingdings"/>
              </a:endParaRPr>
            </a:p>
          </p:txBody>
        </p:sp>
        <p:sp>
          <p:nvSpPr>
            <p:cNvPr id="3" name="Freeform: Shape 2493">
              <a:extLst>
                <a:ext uri="{FF2B5EF4-FFF2-40B4-BE49-F238E27FC236}">
                  <a16:creationId xmlns:a16="http://schemas.microsoft.com/office/drawing/2014/main" id="{1508066E-C09D-59EC-E4C8-657B30B2B1FA}"/>
                </a:ext>
              </a:extLst>
            </p:cNvPr>
            <p:cNvSpPr/>
            <p:nvPr/>
          </p:nvSpPr>
          <p:spPr>
            <a:xfrm>
              <a:off x="2504622" y="2663226"/>
              <a:ext cx="195822" cy="143605"/>
            </a:xfrm>
            <a:custGeom>
              <a:avLst/>
              <a:gdLst>
                <a:gd name="connsiteX0" fmla="*/ 20392 w 53780"/>
                <a:gd name="connsiteY0" fmla="*/ 39663 h 35853"/>
                <a:gd name="connsiteX1" fmla="*/ 18599 w 53780"/>
                <a:gd name="connsiteY1" fmla="*/ 39215 h 35853"/>
                <a:gd name="connsiteX2" fmla="*/ 672 w 53780"/>
                <a:gd name="connsiteY2" fmla="*/ 21288 h 35853"/>
                <a:gd name="connsiteX3" fmla="*/ 672 w 53780"/>
                <a:gd name="connsiteY3" fmla="*/ 18151 h 35853"/>
                <a:gd name="connsiteX4" fmla="*/ 3810 w 53780"/>
                <a:gd name="connsiteY4" fmla="*/ 18151 h 35853"/>
                <a:gd name="connsiteX5" fmla="*/ 19944 w 53780"/>
                <a:gd name="connsiteY5" fmla="*/ 34285 h 35853"/>
                <a:gd name="connsiteX6" fmla="*/ 53556 w 53780"/>
                <a:gd name="connsiteY6" fmla="*/ 672 h 35853"/>
                <a:gd name="connsiteX7" fmla="*/ 56694 w 53780"/>
                <a:gd name="connsiteY7" fmla="*/ 672 h 35853"/>
                <a:gd name="connsiteX8" fmla="*/ 56694 w 53780"/>
                <a:gd name="connsiteY8" fmla="*/ 3809 h 35853"/>
                <a:gd name="connsiteX9" fmla="*/ 21736 w 53780"/>
                <a:gd name="connsiteY9" fmla="*/ 38767 h 35853"/>
                <a:gd name="connsiteX10" fmla="*/ 20392 w 53780"/>
                <a:gd name="connsiteY10" fmla="*/ 39663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80" h="35853">
                  <a:moveTo>
                    <a:pt x="20392" y="39663"/>
                  </a:moveTo>
                  <a:cubicBezTo>
                    <a:pt x="19944" y="39663"/>
                    <a:pt x="19047" y="39663"/>
                    <a:pt x="18599" y="39215"/>
                  </a:cubicBezTo>
                  <a:lnTo>
                    <a:pt x="672" y="21288"/>
                  </a:lnTo>
                  <a:cubicBezTo>
                    <a:pt x="-224" y="20392"/>
                    <a:pt x="-224" y="19047"/>
                    <a:pt x="672" y="18151"/>
                  </a:cubicBezTo>
                  <a:cubicBezTo>
                    <a:pt x="1569" y="17254"/>
                    <a:pt x="2913" y="17254"/>
                    <a:pt x="3810" y="18151"/>
                  </a:cubicBezTo>
                  <a:lnTo>
                    <a:pt x="19944" y="34285"/>
                  </a:lnTo>
                  <a:lnTo>
                    <a:pt x="53556" y="672"/>
                  </a:lnTo>
                  <a:cubicBezTo>
                    <a:pt x="54453" y="-224"/>
                    <a:pt x="55797" y="-224"/>
                    <a:pt x="56694" y="672"/>
                  </a:cubicBezTo>
                  <a:cubicBezTo>
                    <a:pt x="57590" y="1568"/>
                    <a:pt x="57590" y="2913"/>
                    <a:pt x="56694" y="3809"/>
                  </a:cubicBezTo>
                  <a:lnTo>
                    <a:pt x="21736" y="38767"/>
                  </a:lnTo>
                  <a:cubicBezTo>
                    <a:pt x="21288" y="39663"/>
                    <a:pt x="20840" y="39663"/>
                    <a:pt x="20392" y="39663"/>
                  </a:cubicBezTo>
                  <a:close/>
                </a:path>
              </a:pathLst>
            </a:custGeom>
            <a:solidFill>
              <a:schemeClr val="tx2"/>
            </a:solidFill>
            <a:ln w="190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17" name="Oval 13">
              <a:extLst>
                <a:ext uri="{FF2B5EF4-FFF2-40B4-BE49-F238E27FC236}">
                  <a16:creationId xmlns:a16="http://schemas.microsoft.com/office/drawing/2014/main" id="{833A9200-CBEF-F27B-5CD0-DB4E0C261AD8}"/>
                </a:ext>
              </a:extLst>
            </p:cNvPr>
            <p:cNvSpPr txBox="1">
              <a:spLocks/>
            </p:cNvSpPr>
            <p:nvPr>
              <p:custDataLst>
                <p:tags r:id="rId14"/>
              </p:custDataLst>
            </p:nvPr>
          </p:nvSpPr>
          <p:spPr bwMode="auto">
            <a:xfrm>
              <a:off x="4171946" y="5621126"/>
              <a:ext cx="352427" cy="352427"/>
            </a:xfrm>
            <a:prstGeom prst="ellipse">
              <a:avLst/>
            </a:prstGeom>
            <a:solidFill>
              <a:schemeClr val="bg1"/>
            </a:solidFill>
            <a:ln w="19050">
              <a:solidFill>
                <a:schemeClr val="tx2"/>
              </a:solidFill>
              <a:miter lim="800000"/>
              <a:headEnd/>
              <a:tailEnd/>
            </a:ln>
            <a:effectLst/>
          </p:spPr>
          <p:txBody>
            <a:bodyPr wrap="none" lIns="0" tIns="36000" rIns="0" bIns="0" anchor="ctr" anchorCtr="0"/>
            <a:lstStyle>
              <a:defPPr>
                <a:defRPr lang="pt-PT"/>
              </a:defPPr>
              <a:lvl1pPr indent="-190500" algn="ctr">
                <a:lnSpc>
                  <a:spcPct val="95000"/>
                </a:lnSpc>
                <a:spcAft>
                  <a:spcPts val="400"/>
                </a:spcAft>
                <a:buClr>
                  <a:srgbClr val="808080"/>
                </a:buClr>
                <a:defRPr sz="1400">
                  <a:solidFill>
                    <a:srgbClr val="FFFFFF"/>
                  </a:solidFill>
                  <a:latin typeface="+mj-lt"/>
                  <a:cs typeface="Arial" charset="0"/>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190500" algn="ctr" defTabSz="914400" rtl="0" eaLnBrk="1" fontAlgn="auto" latinLnBrk="0" hangingPunct="1">
                <a:lnSpc>
                  <a:spcPct val="95000"/>
                </a:lnSpc>
                <a:spcBef>
                  <a:spcPts val="0"/>
                </a:spcBef>
                <a:spcAft>
                  <a:spcPts val="400"/>
                </a:spcAft>
                <a:buClr>
                  <a:srgbClr val="80808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mn-lt"/>
                <a:ea typeface="+mn-ea"/>
                <a:cs typeface="Arial" charset="0"/>
                <a:sym typeface="Wingdings"/>
              </a:endParaRPr>
            </a:p>
          </p:txBody>
        </p:sp>
        <p:sp>
          <p:nvSpPr>
            <p:cNvPr id="19" name="Freeform: Shape 2484">
              <a:extLst>
                <a:ext uri="{FF2B5EF4-FFF2-40B4-BE49-F238E27FC236}">
                  <a16:creationId xmlns:a16="http://schemas.microsoft.com/office/drawing/2014/main" id="{FDA6CCC0-D6FB-5E6E-C3BD-FBB9C9961C5B}"/>
                </a:ext>
              </a:extLst>
            </p:cNvPr>
            <p:cNvSpPr/>
            <p:nvPr/>
          </p:nvSpPr>
          <p:spPr>
            <a:xfrm>
              <a:off x="4253695" y="5711851"/>
              <a:ext cx="179502" cy="161551"/>
            </a:xfrm>
            <a:custGeom>
              <a:avLst/>
              <a:gdLst>
                <a:gd name="connsiteX0" fmla="*/ 43697 w 44817"/>
                <a:gd name="connsiteY0" fmla="*/ 672 h 40335"/>
                <a:gd name="connsiteX1" fmla="*/ 40560 w 44817"/>
                <a:gd name="connsiteY1" fmla="*/ 672 h 40335"/>
                <a:gd name="connsiteX2" fmla="*/ 22184 w 44817"/>
                <a:gd name="connsiteY2" fmla="*/ 19047 h 40335"/>
                <a:gd name="connsiteX3" fmla="*/ 3810 w 44817"/>
                <a:gd name="connsiteY3" fmla="*/ 672 h 40335"/>
                <a:gd name="connsiteX4" fmla="*/ 672 w 44817"/>
                <a:gd name="connsiteY4" fmla="*/ 672 h 40335"/>
                <a:gd name="connsiteX5" fmla="*/ 672 w 44817"/>
                <a:gd name="connsiteY5" fmla="*/ 3810 h 40335"/>
                <a:gd name="connsiteX6" fmla="*/ 19047 w 44817"/>
                <a:gd name="connsiteY6" fmla="*/ 22184 h 40335"/>
                <a:gd name="connsiteX7" fmla="*/ 672 w 44817"/>
                <a:gd name="connsiteY7" fmla="*/ 40560 h 40335"/>
                <a:gd name="connsiteX8" fmla="*/ 672 w 44817"/>
                <a:gd name="connsiteY8" fmla="*/ 43697 h 40335"/>
                <a:gd name="connsiteX9" fmla="*/ 2465 w 44817"/>
                <a:gd name="connsiteY9" fmla="*/ 44145 h 40335"/>
                <a:gd name="connsiteX10" fmla="*/ 4258 w 44817"/>
                <a:gd name="connsiteY10" fmla="*/ 43697 h 40335"/>
                <a:gd name="connsiteX11" fmla="*/ 22633 w 44817"/>
                <a:gd name="connsiteY11" fmla="*/ 25322 h 40335"/>
                <a:gd name="connsiteX12" fmla="*/ 41008 w 44817"/>
                <a:gd name="connsiteY12" fmla="*/ 43697 h 40335"/>
                <a:gd name="connsiteX13" fmla="*/ 42800 w 44817"/>
                <a:gd name="connsiteY13" fmla="*/ 44145 h 40335"/>
                <a:gd name="connsiteX14" fmla="*/ 44593 w 44817"/>
                <a:gd name="connsiteY14" fmla="*/ 43697 h 40335"/>
                <a:gd name="connsiteX15" fmla="*/ 44593 w 44817"/>
                <a:gd name="connsiteY15" fmla="*/ 40560 h 40335"/>
                <a:gd name="connsiteX16" fmla="*/ 26218 w 44817"/>
                <a:gd name="connsiteY16" fmla="*/ 22184 h 40335"/>
                <a:gd name="connsiteX17" fmla="*/ 44593 w 44817"/>
                <a:gd name="connsiteY17" fmla="*/ 3810 h 40335"/>
                <a:gd name="connsiteX18" fmla="*/ 43697 w 44817"/>
                <a:gd name="connsiteY18" fmla="*/ 672 h 40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817" h="40335">
                  <a:moveTo>
                    <a:pt x="43697" y="672"/>
                  </a:moveTo>
                  <a:cubicBezTo>
                    <a:pt x="42800" y="-224"/>
                    <a:pt x="41456" y="-224"/>
                    <a:pt x="40560" y="672"/>
                  </a:cubicBezTo>
                  <a:lnTo>
                    <a:pt x="22184" y="19047"/>
                  </a:lnTo>
                  <a:lnTo>
                    <a:pt x="3810" y="672"/>
                  </a:lnTo>
                  <a:cubicBezTo>
                    <a:pt x="2913" y="-224"/>
                    <a:pt x="1569" y="-224"/>
                    <a:pt x="672" y="672"/>
                  </a:cubicBezTo>
                  <a:cubicBezTo>
                    <a:pt x="-224" y="1569"/>
                    <a:pt x="-224" y="2913"/>
                    <a:pt x="672" y="3810"/>
                  </a:cubicBezTo>
                  <a:lnTo>
                    <a:pt x="19047" y="22184"/>
                  </a:lnTo>
                  <a:lnTo>
                    <a:pt x="672" y="40560"/>
                  </a:lnTo>
                  <a:cubicBezTo>
                    <a:pt x="-224" y="41456"/>
                    <a:pt x="-224" y="42800"/>
                    <a:pt x="672" y="43697"/>
                  </a:cubicBezTo>
                  <a:cubicBezTo>
                    <a:pt x="1121" y="44145"/>
                    <a:pt x="1569" y="44145"/>
                    <a:pt x="2465" y="44145"/>
                  </a:cubicBezTo>
                  <a:cubicBezTo>
                    <a:pt x="3361" y="44145"/>
                    <a:pt x="3810" y="44145"/>
                    <a:pt x="4258" y="43697"/>
                  </a:cubicBezTo>
                  <a:lnTo>
                    <a:pt x="22633" y="25322"/>
                  </a:lnTo>
                  <a:lnTo>
                    <a:pt x="41008" y="43697"/>
                  </a:lnTo>
                  <a:cubicBezTo>
                    <a:pt x="41456" y="44145"/>
                    <a:pt x="41904" y="44145"/>
                    <a:pt x="42800" y="44145"/>
                  </a:cubicBezTo>
                  <a:cubicBezTo>
                    <a:pt x="43697" y="44145"/>
                    <a:pt x="44145" y="44145"/>
                    <a:pt x="44593" y="43697"/>
                  </a:cubicBezTo>
                  <a:cubicBezTo>
                    <a:pt x="45489" y="42800"/>
                    <a:pt x="45489" y="41456"/>
                    <a:pt x="44593" y="40560"/>
                  </a:cubicBezTo>
                  <a:lnTo>
                    <a:pt x="26218" y="22184"/>
                  </a:lnTo>
                  <a:lnTo>
                    <a:pt x="44593" y="3810"/>
                  </a:lnTo>
                  <a:cubicBezTo>
                    <a:pt x="44593" y="2913"/>
                    <a:pt x="44593" y="1569"/>
                    <a:pt x="43697" y="672"/>
                  </a:cubicBezTo>
                  <a:close/>
                </a:path>
              </a:pathLst>
            </a:custGeom>
            <a:solidFill>
              <a:schemeClr val="tx2"/>
            </a:solidFill>
            <a:ln w="190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25" name="Oval 13">
              <a:extLst>
                <a:ext uri="{FF2B5EF4-FFF2-40B4-BE49-F238E27FC236}">
                  <a16:creationId xmlns:a16="http://schemas.microsoft.com/office/drawing/2014/main" id="{D219C3A6-C176-5612-5757-3B3CCD976914}"/>
                </a:ext>
              </a:extLst>
            </p:cNvPr>
            <p:cNvSpPr txBox="1">
              <a:spLocks/>
            </p:cNvSpPr>
            <p:nvPr>
              <p:custDataLst>
                <p:tags r:id="rId15"/>
              </p:custDataLst>
            </p:nvPr>
          </p:nvSpPr>
          <p:spPr bwMode="auto">
            <a:xfrm>
              <a:off x="4169830" y="3850565"/>
              <a:ext cx="352427" cy="352427"/>
            </a:xfrm>
            <a:prstGeom prst="ellipse">
              <a:avLst/>
            </a:prstGeom>
            <a:solidFill>
              <a:schemeClr val="bg1"/>
            </a:solidFill>
            <a:ln w="19050">
              <a:solidFill>
                <a:schemeClr val="tx2"/>
              </a:solidFill>
              <a:miter lim="800000"/>
              <a:headEnd/>
              <a:tailEnd/>
            </a:ln>
            <a:effectLst/>
          </p:spPr>
          <p:txBody>
            <a:bodyPr wrap="none" lIns="0" tIns="36000" rIns="0" bIns="0" anchor="ctr" anchorCtr="0"/>
            <a:lstStyle>
              <a:defPPr>
                <a:defRPr lang="pt-PT"/>
              </a:defPPr>
              <a:lvl1pPr indent="-190500" algn="ctr">
                <a:lnSpc>
                  <a:spcPct val="95000"/>
                </a:lnSpc>
                <a:spcAft>
                  <a:spcPts val="400"/>
                </a:spcAft>
                <a:buClr>
                  <a:srgbClr val="808080"/>
                </a:buClr>
                <a:defRPr sz="1400">
                  <a:solidFill>
                    <a:srgbClr val="FFFFFF"/>
                  </a:solidFill>
                  <a:latin typeface="+mj-lt"/>
                  <a:cs typeface="Arial" charset="0"/>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190500" algn="ctr" defTabSz="914400" rtl="0" eaLnBrk="1" fontAlgn="auto" latinLnBrk="0" hangingPunct="1">
                <a:lnSpc>
                  <a:spcPct val="95000"/>
                </a:lnSpc>
                <a:spcBef>
                  <a:spcPts val="0"/>
                </a:spcBef>
                <a:spcAft>
                  <a:spcPts val="400"/>
                </a:spcAft>
                <a:buClr>
                  <a:srgbClr val="80808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mn-lt"/>
                <a:ea typeface="+mn-ea"/>
                <a:cs typeface="Arial" charset="0"/>
                <a:sym typeface="Wingdings"/>
              </a:endParaRPr>
            </a:p>
          </p:txBody>
        </p:sp>
        <p:sp>
          <p:nvSpPr>
            <p:cNvPr id="26" name="Freeform: Shape 2493">
              <a:extLst>
                <a:ext uri="{FF2B5EF4-FFF2-40B4-BE49-F238E27FC236}">
                  <a16:creationId xmlns:a16="http://schemas.microsoft.com/office/drawing/2014/main" id="{F0F6C884-9B8C-CCD7-A1C3-06278304C690}"/>
                </a:ext>
              </a:extLst>
            </p:cNvPr>
            <p:cNvSpPr/>
            <p:nvPr/>
          </p:nvSpPr>
          <p:spPr>
            <a:xfrm>
              <a:off x="4239154" y="3959411"/>
              <a:ext cx="195822" cy="143605"/>
            </a:xfrm>
            <a:custGeom>
              <a:avLst/>
              <a:gdLst>
                <a:gd name="connsiteX0" fmla="*/ 20392 w 53780"/>
                <a:gd name="connsiteY0" fmla="*/ 39663 h 35853"/>
                <a:gd name="connsiteX1" fmla="*/ 18599 w 53780"/>
                <a:gd name="connsiteY1" fmla="*/ 39215 h 35853"/>
                <a:gd name="connsiteX2" fmla="*/ 672 w 53780"/>
                <a:gd name="connsiteY2" fmla="*/ 21288 h 35853"/>
                <a:gd name="connsiteX3" fmla="*/ 672 w 53780"/>
                <a:gd name="connsiteY3" fmla="*/ 18151 h 35853"/>
                <a:gd name="connsiteX4" fmla="*/ 3810 w 53780"/>
                <a:gd name="connsiteY4" fmla="*/ 18151 h 35853"/>
                <a:gd name="connsiteX5" fmla="*/ 19944 w 53780"/>
                <a:gd name="connsiteY5" fmla="*/ 34285 h 35853"/>
                <a:gd name="connsiteX6" fmla="*/ 53556 w 53780"/>
                <a:gd name="connsiteY6" fmla="*/ 672 h 35853"/>
                <a:gd name="connsiteX7" fmla="*/ 56694 w 53780"/>
                <a:gd name="connsiteY7" fmla="*/ 672 h 35853"/>
                <a:gd name="connsiteX8" fmla="*/ 56694 w 53780"/>
                <a:gd name="connsiteY8" fmla="*/ 3809 h 35853"/>
                <a:gd name="connsiteX9" fmla="*/ 21736 w 53780"/>
                <a:gd name="connsiteY9" fmla="*/ 38767 h 35853"/>
                <a:gd name="connsiteX10" fmla="*/ 20392 w 53780"/>
                <a:gd name="connsiteY10" fmla="*/ 39663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80" h="35853">
                  <a:moveTo>
                    <a:pt x="20392" y="39663"/>
                  </a:moveTo>
                  <a:cubicBezTo>
                    <a:pt x="19944" y="39663"/>
                    <a:pt x="19047" y="39663"/>
                    <a:pt x="18599" y="39215"/>
                  </a:cubicBezTo>
                  <a:lnTo>
                    <a:pt x="672" y="21288"/>
                  </a:lnTo>
                  <a:cubicBezTo>
                    <a:pt x="-224" y="20392"/>
                    <a:pt x="-224" y="19047"/>
                    <a:pt x="672" y="18151"/>
                  </a:cubicBezTo>
                  <a:cubicBezTo>
                    <a:pt x="1569" y="17254"/>
                    <a:pt x="2913" y="17254"/>
                    <a:pt x="3810" y="18151"/>
                  </a:cubicBezTo>
                  <a:lnTo>
                    <a:pt x="19944" y="34285"/>
                  </a:lnTo>
                  <a:lnTo>
                    <a:pt x="53556" y="672"/>
                  </a:lnTo>
                  <a:cubicBezTo>
                    <a:pt x="54453" y="-224"/>
                    <a:pt x="55797" y="-224"/>
                    <a:pt x="56694" y="672"/>
                  </a:cubicBezTo>
                  <a:cubicBezTo>
                    <a:pt x="57590" y="1568"/>
                    <a:pt x="57590" y="2913"/>
                    <a:pt x="56694" y="3809"/>
                  </a:cubicBezTo>
                  <a:lnTo>
                    <a:pt x="21736" y="38767"/>
                  </a:lnTo>
                  <a:cubicBezTo>
                    <a:pt x="21288" y="39663"/>
                    <a:pt x="20840" y="39663"/>
                    <a:pt x="20392" y="39663"/>
                  </a:cubicBezTo>
                  <a:close/>
                </a:path>
              </a:pathLst>
            </a:custGeom>
            <a:solidFill>
              <a:schemeClr val="tx2"/>
            </a:solidFill>
            <a:ln w="190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28" name="Oval 13">
              <a:extLst>
                <a:ext uri="{FF2B5EF4-FFF2-40B4-BE49-F238E27FC236}">
                  <a16:creationId xmlns:a16="http://schemas.microsoft.com/office/drawing/2014/main" id="{AD5533BD-5ED7-2077-39D8-8CB93A2174DC}"/>
                </a:ext>
              </a:extLst>
            </p:cNvPr>
            <p:cNvSpPr txBox="1">
              <a:spLocks/>
            </p:cNvSpPr>
            <p:nvPr>
              <p:custDataLst>
                <p:tags r:id="rId16"/>
              </p:custDataLst>
            </p:nvPr>
          </p:nvSpPr>
          <p:spPr bwMode="auto">
            <a:xfrm>
              <a:off x="3736197" y="5618091"/>
              <a:ext cx="352427" cy="352427"/>
            </a:xfrm>
            <a:prstGeom prst="ellipse">
              <a:avLst/>
            </a:prstGeom>
            <a:solidFill>
              <a:schemeClr val="bg1"/>
            </a:solidFill>
            <a:ln w="19050">
              <a:solidFill>
                <a:schemeClr val="tx2"/>
              </a:solidFill>
              <a:miter lim="800000"/>
              <a:headEnd/>
              <a:tailEnd/>
            </a:ln>
            <a:effectLst/>
          </p:spPr>
          <p:txBody>
            <a:bodyPr wrap="none" lIns="0" tIns="36000" rIns="0" bIns="0" anchor="ctr" anchorCtr="0"/>
            <a:lstStyle>
              <a:defPPr>
                <a:defRPr lang="pt-PT"/>
              </a:defPPr>
              <a:lvl1pPr indent="-190500" algn="ctr">
                <a:lnSpc>
                  <a:spcPct val="95000"/>
                </a:lnSpc>
                <a:spcAft>
                  <a:spcPts val="400"/>
                </a:spcAft>
                <a:buClr>
                  <a:srgbClr val="808080"/>
                </a:buClr>
                <a:defRPr sz="1400">
                  <a:solidFill>
                    <a:srgbClr val="FFFFFF"/>
                  </a:solidFill>
                  <a:latin typeface="+mj-lt"/>
                  <a:cs typeface="Arial" charset="0"/>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190500" algn="ctr" defTabSz="914400" rtl="0" eaLnBrk="1" fontAlgn="auto" latinLnBrk="0" hangingPunct="1">
                <a:lnSpc>
                  <a:spcPct val="95000"/>
                </a:lnSpc>
                <a:spcBef>
                  <a:spcPts val="0"/>
                </a:spcBef>
                <a:spcAft>
                  <a:spcPts val="400"/>
                </a:spcAft>
                <a:buClr>
                  <a:srgbClr val="80808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mn-lt"/>
                <a:ea typeface="+mn-ea"/>
                <a:cs typeface="Arial" charset="0"/>
                <a:sym typeface="Wingdings"/>
              </a:endParaRPr>
            </a:p>
          </p:txBody>
        </p:sp>
        <p:sp>
          <p:nvSpPr>
            <p:cNvPr id="29" name="Freeform: Shape 2493">
              <a:extLst>
                <a:ext uri="{FF2B5EF4-FFF2-40B4-BE49-F238E27FC236}">
                  <a16:creationId xmlns:a16="http://schemas.microsoft.com/office/drawing/2014/main" id="{15793BB1-4A45-9CE6-5207-91687C86491F}"/>
                </a:ext>
              </a:extLst>
            </p:cNvPr>
            <p:cNvSpPr/>
            <p:nvPr/>
          </p:nvSpPr>
          <p:spPr>
            <a:xfrm>
              <a:off x="3805521" y="5726937"/>
              <a:ext cx="195822" cy="143605"/>
            </a:xfrm>
            <a:custGeom>
              <a:avLst/>
              <a:gdLst>
                <a:gd name="connsiteX0" fmla="*/ 20392 w 53780"/>
                <a:gd name="connsiteY0" fmla="*/ 39663 h 35853"/>
                <a:gd name="connsiteX1" fmla="*/ 18599 w 53780"/>
                <a:gd name="connsiteY1" fmla="*/ 39215 h 35853"/>
                <a:gd name="connsiteX2" fmla="*/ 672 w 53780"/>
                <a:gd name="connsiteY2" fmla="*/ 21288 h 35853"/>
                <a:gd name="connsiteX3" fmla="*/ 672 w 53780"/>
                <a:gd name="connsiteY3" fmla="*/ 18151 h 35853"/>
                <a:gd name="connsiteX4" fmla="*/ 3810 w 53780"/>
                <a:gd name="connsiteY4" fmla="*/ 18151 h 35853"/>
                <a:gd name="connsiteX5" fmla="*/ 19944 w 53780"/>
                <a:gd name="connsiteY5" fmla="*/ 34285 h 35853"/>
                <a:gd name="connsiteX6" fmla="*/ 53556 w 53780"/>
                <a:gd name="connsiteY6" fmla="*/ 672 h 35853"/>
                <a:gd name="connsiteX7" fmla="*/ 56694 w 53780"/>
                <a:gd name="connsiteY7" fmla="*/ 672 h 35853"/>
                <a:gd name="connsiteX8" fmla="*/ 56694 w 53780"/>
                <a:gd name="connsiteY8" fmla="*/ 3809 h 35853"/>
                <a:gd name="connsiteX9" fmla="*/ 21736 w 53780"/>
                <a:gd name="connsiteY9" fmla="*/ 38767 h 35853"/>
                <a:gd name="connsiteX10" fmla="*/ 20392 w 53780"/>
                <a:gd name="connsiteY10" fmla="*/ 39663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80" h="35853">
                  <a:moveTo>
                    <a:pt x="20392" y="39663"/>
                  </a:moveTo>
                  <a:cubicBezTo>
                    <a:pt x="19944" y="39663"/>
                    <a:pt x="19047" y="39663"/>
                    <a:pt x="18599" y="39215"/>
                  </a:cubicBezTo>
                  <a:lnTo>
                    <a:pt x="672" y="21288"/>
                  </a:lnTo>
                  <a:cubicBezTo>
                    <a:pt x="-224" y="20392"/>
                    <a:pt x="-224" y="19047"/>
                    <a:pt x="672" y="18151"/>
                  </a:cubicBezTo>
                  <a:cubicBezTo>
                    <a:pt x="1569" y="17254"/>
                    <a:pt x="2913" y="17254"/>
                    <a:pt x="3810" y="18151"/>
                  </a:cubicBezTo>
                  <a:lnTo>
                    <a:pt x="19944" y="34285"/>
                  </a:lnTo>
                  <a:lnTo>
                    <a:pt x="53556" y="672"/>
                  </a:lnTo>
                  <a:cubicBezTo>
                    <a:pt x="54453" y="-224"/>
                    <a:pt x="55797" y="-224"/>
                    <a:pt x="56694" y="672"/>
                  </a:cubicBezTo>
                  <a:cubicBezTo>
                    <a:pt x="57590" y="1568"/>
                    <a:pt x="57590" y="2913"/>
                    <a:pt x="56694" y="3809"/>
                  </a:cubicBezTo>
                  <a:lnTo>
                    <a:pt x="21736" y="38767"/>
                  </a:lnTo>
                  <a:cubicBezTo>
                    <a:pt x="21288" y="39663"/>
                    <a:pt x="20840" y="39663"/>
                    <a:pt x="20392" y="39663"/>
                  </a:cubicBezTo>
                  <a:close/>
                </a:path>
              </a:pathLst>
            </a:custGeom>
            <a:solidFill>
              <a:schemeClr val="tx2"/>
            </a:solidFill>
            <a:ln w="190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31" name="Oval 13">
              <a:extLst>
                <a:ext uri="{FF2B5EF4-FFF2-40B4-BE49-F238E27FC236}">
                  <a16:creationId xmlns:a16="http://schemas.microsoft.com/office/drawing/2014/main" id="{0B12B8E2-BF16-C492-F3E6-2F72A9770D3D}"/>
                </a:ext>
              </a:extLst>
            </p:cNvPr>
            <p:cNvSpPr txBox="1">
              <a:spLocks/>
            </p:cNvSpPr>
            <p:nvPr>
              <p:custDataLst>
                <p:tags r:id="rId17"/>
              </p:custDataLst>
            </p:nvPr>
          </p:nvSpPr>
          <p:spPr bwMode="auto">
            <a:xfrm>
              <a:off x="4603463" y="5618091"/>
              <a:ext cx="352427" cy="352427"/>
            </a:xfrm>
            <a:prstGeom prst="ellipse">
              <a:avLst/>
            </a:prstGeom>
            <a:solidFill>
              <a:schemeClr val="bg1"/>
            </a:solidFill>
            <a:ln w="19050">
              <a:solidFill>
                <a:schemeClr val="tx2"/>
              </a:solidFill>
              <a:miter lim="800000"/>
              <a:headEnd/>
              <a:tailEnd/>
            </a:ln>
            <a:effectLst/>
          </p:spPr>
          <p:txBody>
            <a:bodyPr wrap="none" lIns="0" tIns="36000" rIns="0" bIns="0" anchor="ctr" anchorCtr="0"/>
            <a:lstStyle>
              <a:defPPr>
                <a:defRPr lang="pt-PT"/>
              </a:defPPr>
              <a:lvl1pPr indent="-190500" algn="ctr">
                <a:lnSpc>
                  <a:spcPct val="95000"/>
                </a:lnSpc>
                <a:spcAft>
                  <a:spcPts val="400"/>
                </a:spcAft>
                <a:buClr>
                  <a:srgbClr val="808080"/>
                </a:buClr>
                <a:defRPr sz="1400">
                  <a:solidFill>
                    <a:srgbClr val="FFFFFF"/>
                  </a:solidFill>
                  <a:latin typeface="+mj-lt"/>
                  <a:cs typeface="Arial" charset="0"/>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190500" algn="ctr" defTabSz="914400" rtl="0" eaLnBrk="1" fontAlgn="auto" latinLnBrk="0" hangingPunct="1">
                <a:lnSpc>
                  <a:spcPct val="95000"/>
                </a:lnSpc>
                <a:spcBef>
                  <a:spcPts val="0"/>
                </a:spcBef>
                <a:spcAft>
                  <a:spcPts val="400"/>
                </a:spcAft>
                <a:buClr>
                  <a:srgbClr val="80808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mn-lt"/>
                <a:ea typeface="+mn-ea"/>
                <a:cs typeface="Arial" charset="0"/>
                <a:sym typeface="Wingdings"/>
              </a:endParaRPr>
            </a:p>
          </p:txBody>
        </p:sp>
        <p:sp>
          <p:nvSpPr>
            <p:cNvPr id="32" name="Freeform: Shape 2493">
              <a:extLst>
                <a:ext uri="{FF2B5EF4-FFF2-40B4-BE49-F238E27FC236}">
                  <a16:creationId xmlns:a16="http://schemas.microsoft.com/office/drawing/2014/main" id="{BD9FEE1F-62B4-ABEC-B76A-75C16B779FAA}"/>
                </a:ext>
              </a:extLst>
            </p:cNvPr>
            <p:cNvSpPr/>
            <p:nvPr/>
          </p:nvSpPr>
          <p:spPr>
            <a:xfrm>
              <a:off x="4672787" y="5726937"/>
              <a:ext cx="195822" cy="143605"/>
            </a:xfrm>
            <a:custGeom>
              <a:avLst/>
              <a:gdLst>
                <a:gd name="connsiteX0" fmla="*/ 20392 w 53780"/>
                <a:gd name="connsiteY0" fmla="*/ 39663 h 35853"/>
                <a:gd name="connsiteX1" fmla="*/ 18599 w 53780"/>
                <a:gd name="connsiteY1" fmla="*/ 39215 h 35853"/>
                <a:gd name="connsiteX2" fmla="*/ 672 w 53780"/>
                <a:gd name="connsiteY2" fmla="*/ 21288 h 35853"/>
                <a:gd name="connsiteX3" fmla="*/ 672 w 53780"/>
                <a:gd name="connsiteY3" fmla="*/ 18151 h 35853"/>
                <a:gd name="connsiteX4" fmla="*/ 3810 w 53780"/>
                <a:gd name="connsiteY4" fmla="*/ 18151 h 35853"/>
                <a:gd name="connsiteX5" fmla="*/ 19944 w 53780"/>
                <a:gd name="connsiteY5" fmla="*/ 34285 h 35853"/>
                <a:gd name="connsiteX6" fmla="*/ 53556 w 53780"/>
                <a:gd name="connsiteY6" fmla="*/ 672 h 35853"/>
                <a:gd name="connsiteX7" fmla="*/ 56694 w 53780"/>
                <a:gd name="connsiteY7" fmla="*/ 672 h 35853"/>
                <a:gd name="connsiteX8" fmla="*/ 56694 w 53780"/>
                <a:gd name="connsiteY8" fmla="*/ 3809 h 35853"/>
                <a:gd name="connsiteX9" fmla="*/ 21736 w 53780"/>
                <a:gd name="connsiteY9" fmla="*/ 38767 h 35853"/>
                <a:gd name="connsiteX10" fmla="*/ 20392 w 53780"/>
                <a:gd name="connsiteY10" fmla="*/ 39663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80" h="35853">
                  <a:moveTo>
                    <a:pt x="20392" y="39663"/>
                  </a:moveTo>
                  <a:cubicBezTo>
                    <a:pt x="19944" y="39663"/>
                    <a:pt x="19047" y="39663"/>
                    <a:pt x="18599" y="39215"/>
                  </a:cubicBezTo>
                  <a:lnTo>
                    <a:pt x="672" y="21288"/>
                  </a:lnTo>
                  <a:cubicBezTo>
                    <a:pt x="-224" y="20392"/>
                    <a:pt x="-224" y="19047"/>
                    <a:pt x="672" y="18151"/>
                  </a:cubicBezTo>
                  <a:cubicBezTo>
                    <a:pt x="1569" y="17254"/>
                    <a:pt x="2913" y="17254"/>
                    <a:pt x="3810" y="18151"/>
                  </a:cubicBezTo>
                  <a:lnTo>
                    <a:pt x="19944" y="34285"/>
                  </a:lnTo>
                  <a:lnTo>
                    <a:pt x="53556" y="672"/>
                  </a:lnTo>
                  <a:cubicBezTo>
                    <a:pt x="54453" y="-224"/>
                    <a:pt x="55797" y="-224"/>
                    <a:pt x="56694" y="672"/>
                  </a:cubicBezTo>
                  <a:cubicBezTo>
                    <a:pt x="57590" y="1568"/>
                    <a:pt x="57590" y="2913"/>
                    <a:pt x="56694" y="3809"/>
                  </a:cubicBezTo>
                  <a:lnTo>
                    <a:pt x="21736" y="38767"/>
                  </a:lnTo>
                  <a:cubicBezTo>
                    <a:pt x="21288" y="39663"/>
                    <a:pt x="20840" y="39663"/>
                    <a:pt x="20392" y="39663"/>
                  </a:cubicBezTo>
                  <a:close/>
                </a:path>
              </a:pathLst>
            </a:custGeom>
            <a:solidFill>
              <a:schemeClr val="tx2"/>
            </a:solidFill>
            <a:ln w="190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37" name="Oval 13">
              <a:extLst>
                <a:ext uri="{FF2B5EF4-FFF2-40B4-BE49-F238E27FC236}">
                  <a16:creationId xmlns:a16="http://schemas.microsoft.com/office/drawing/2014/main" id="{E1965F97-51B7-5728-9698-2946890EB4D2}"/>
                </a:ext>
              </a:extLst>
            </p:cNvPr>
            <p:cNvSpPr txBox="1">
              <a:spLocks/>
            </p:cNvSpPr>
            <p:nvPr>
              <p:custDataLst>
                <p:tags r:id="rId18"/>
              </p:custDataLst>
            </p:nvPr>
          </p:nvSpPr>
          <p:spPr bwMode="auto">
            <a:xfrm>
              <a:off x="4916663" y="1906964"/>
              <a:ext cx="352427" cy="352427"/>
            </a:xfrm>
            <a:prstGeom prst="ellipse">
              <a:avLst/>
            </a:prstGeom>
            <a:solidFill>
              <a:schemeClr val="bg1"/>
            </a:solidFill>
            <a:ln w="19050">
              <a:solidFill>
                <a:schemeClr val="tx2"/>
              </a:solidFill>
              <a:miter lim="800000"/>
              <a:headEnd/>
              <a:tailEnd/>
            </a:ln>
            <a:effectLst/>
          </p:spPr>
          <p:txBody>
            <a:bodyPr wrap="none" lIns="0" tIns="36000" rIns="0" bIns="0" anchor="ctr" anchorCtr="0"/>
            <a:lstStyle>
              <a:defPPr>
                <a:defRPr lang="pt-PT"/>
              </a:defPPr>
              <a:lvl1pPr indent="-190500" algn="ctr">
                <a:lnSpc>
                  <a:spcPct val="95000"/>
                </a:lnSpc>
                <a:spcAft>
                  <a:spcPts val="400"/>
                </a:spcAft>
                <a:buClr>
                  <a:srgbClr val="808080"/>
                </a:buClr>
                <a:defRPr sz="1400">
                  <a:solidFill>
                    <a:srgbClr val="FFFFFF"/>
                  </a:solidFill>
                  <a:latin typeface="+mj-lt"/>
                  <a:cs typeface="Arial" charset="0"/>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190500" algn="ctr" defTabSz="914400" rtl="0" eaLnBrk="1" fontAlgn="auto" latinLnBrk="0" hangingPunct="1">
                <a:lnSpc>
                  <a:spcPct val="95000"/>
                </a:lnSpc>
                <a:spcBef>
                  <a:spcPts val="0"/>
                </a:spcBef>
                <a:spcAft>
                  <a:spcPts val="400"/>
                </a:spcAft>
                <a:buClr>
                  <a:srgbClr val="80808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mn-lt"/>
                <a:ea typeface="+mn-ea"/>
                <a:cs typeface="Arial" charset="0"/>
                <a:sym typeface="Wingdings"/>
              </a:endParaRPr>
            </a:p>
          </p:txBody>
        </p:sp>
        <p:sp>
          <p:nvSpPr>
            <p:cNvPr id="38" name="Freeform: Shape 2484">
              <a:extLst>
                <a:ext uri="{FF2B5EF4-FFF2-40B4-BE49-F238E27FC236}">
                  <a16:creationId xmlns:a16="http://schemas.microsoft.com/office/drawing/2014/main" id="{6D1035FE-99E0-851B-A7BA-1E78BAEDC253}"/>
                </a:ext>
              </a:extLst>
            </p:cNvPr>
            <p:cNvSpPr/>
            <p:nvPr/>
          </p:nvSpPr>
          <p:spPr>
            <a:xfrm>
              <a:off x="4998412" y="1997689"/>
              <a:ext cx="179502" cy="161551"/>
            </a:xfrm>
            <a:custGeom>
              <a:avLst/>
              <a:gdLst>
                <a:gd name="connsiteX0" fmla="*/ 43697 w 44817"/>
                <a:gd name="connsiteY0" fmla="*/ 672 h 40335"/>
                <a:gd name="connsiteX1" fmla="*/ 40560 w 44817"/>
                <a:gd name="connsiteY1" fmla="*/ 672 h 40335"/>
                <a:gd name="connsiteX2" fmla="*/ 22184 w 44817"/>
                <a:gd name="connsiteY2" fmla="*/ 19047 h 40335"/>
                <a:gd name="connsiteX3" fmla="*/ 3810 w 44817"/>
                <a:gd name="connsiteY3" fmla="*/ 672 h 40335"/>
                <a:gd name="connsiteX4" fmla="*/ 672 w 44817"/>
                <a:gd name="connsiteY4" fmla="*/ 672 h 40335"/>
                <a:gd name="connsiteX5" fmla="*/ 672 w 44817"/>
                <a:gd name="connsiteY5" fmla="*/ 3810 h 40335"/>
                <a:gd name="connsiteX6" fmla="*/ 19047 w 44817"/>
                <a:gd name="connsiteY6" fmla="*/ 22184 h 40335"/>
                <a:gd name="connsiteX7" fmla="*/ 672 w 44817"/>
                <a:gd name="connsiteY7" fmla="*/ 40560 h 40335"/>
                <a:gd name="connsiteX8" fmla="*/ 672 w 44817"/>
                <a:gd name="connsiteY8" fmla="*/ 43697 h 40335"/>
                <a:gd name="connsiteX9" fmla="*/ 2465 w 44817"/>
                <a:gd name="connsiteY9" fmla="*/ 44145 h 40335"/>
                <a:gd name="connsiteX10" fmla="*/ 4258 w 44817"/>
                <a:gd name="connsiteY10" fmla="*/ 43697 h 40335"/>
                <a:gd name="connsiteX11" fmla="*/ 22633 w 44817"/>
                <a:gd name="connsiteY11" fmla="*/ 25322 h 40335"/>
                <a:gd name="connsiteX12" fmla="*/ 41008 w 44817"/>
                <a:gd name="connsiteY12" fmla="*/ 43697 h 40335"/>
                <a:gd name="connsiteX13" fmla="*/ 42800 w 44817"/>
                <a:gd name="connsiteY13" fmla="*/ 44145 h 40335"/>
                <a:gd name="connsiteX14" fmla="*/ 44593 w 44817"/>
                <a:gd name="connsiteY14" fmla="*/ 43697 h 40335"/>
                <a:gd name="connsiteX15" fmla="*/ 44593 w 44817"/>
                <a:gd name="connsiteY15" fmla="*/ 40560 h 40335"/>
                <a:gd name="connsiteX16" fmla="*/ 26218 w 44817"/>
                <a:gd name="connsiteY16" fmla="*/ 22184 h 40335"/>
                <a:gd name="connsiteX17" fmla="*/ 44593 w 44817"/>
                <a:gd name="connsiteY17" fmla="*/ 3810 h 40335"/>
                <a:gd name="connsiteX18" fmla="*/ 43697 w 44817"/>
                <a:gd name="connsiteY18" fmla="*/ 672 h 40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817" h="40335">
                  <a:moveTo>
                    <a:pt x="43697" y="672"/>
                  </a:moveTo>
                  <a:cubicBezTo>
                    <a:pt x="42800" y="-224"/>
                    <a:pt x="41456" y="-224"/>
                    <a:pt x="40560" y="672"/>
                  </a:cubicBezTo>
                  <a:lnTo>
                    <a:pt x="22184" y="19047"/>
                  </a:lnTo>
                  <a:lnTo>
                    <a:pt x="3810" y="672"/>
                  </a:lnTo>
                  <a:cubicBezTo>
                    <a:pt x="2913" y="-224"/>
                    <a:pt x="1569" y="-224"/>
                    <a:pt x="672" y="672"/>
                  </a:cubicBezTo>
                  <a:cubicBezTo>
                    <a:pt x="-224" y="1569"/>
                    <a:pt x="-224" y="2913"/>
                    <a:pt x="672" y="3810"/>
                  </a:cubicBezTo>
                  <a:lnTo>
                    <a:pt x="19047" y="22184"/>
                  </a:lnTo>
                  <a:lnTo>
                    <a:pt x="672" y="40560"/>
                  </a:lnTo>
                  <a:cubicBezTo>
                    <a:pt x="-224" y="41456"/>
                    <a:pt x="-224" y="42800"/>
                    <a:pt x="672" y="43697"/>
                  </a:cubicBezTo>
                  <a:cubicBezTo>
                    <a:pt x="1121" y="44145"/>
                    <a:pt x="1569" y="44145"/>
                    <a:pt x="2465" y="44145"/>
                  </a:cubicBezTo>
                  <a:cubicBezTo>
                    <a:pt x="3361" y="44145"/>
                    <a:pt x="3810" y="44145"/>
                    <a:pt x="4258" y="43697"/>
                  </a:cubicBezTo>
                  <a:lnTo>
                    <a:pt x="22633" y="25322"/>
                  </a:lnTo>
                  <a:lnTo>
                    <a:pt x="41008" y="43697"/>
                  </a:lnTo>
                  <a:cubicBezTo>
                    <a:pt x="41456" y="44145"/>
                    <a:pt x="41904" y="44145"/>
                    <a:pt x="42800" y="44145"/>
                  </a:cubicBezTo>
                  <a:cubicBezTo>
                    <a:pt x="43697" y="44145"/>
                    <a:pt x="44145" y="44145"/>
                    <a:pt x="44593" y="43697"/>
                  </a:cubicBezTo>
                  <a:cubicBezTo>
                    <a:pt x="45489" y="42800"/>
                    <a:pt x="45489" y="41456"/>
                    <a:pt x="44593" y="40560"/>
                  </a:cubicBezTo>
                  <a:lnTo>
                    <a:pt x="26218" y="22184"/>
                  </a:lnTo>
                  <a:lnTo>
                    <a:pt x="44593" y="3810"/>
                  </a:lnTo>
                  <a:cubicBezTo>
                    <a:pt x="44593" y="2913"/>
                    <a:pt x="44593" y="1569"/>
                    <a:pt x="43697" y="672"/>
                  </a:cubicBezTo>
                  <a:close/>
                </a:path>
              </a:pathLst>
            </a:custGeom>
            <a:solidFill>
              <a:schemeClr val="tx2"/>
            </a:solidFill>
            <a:ln w="190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46" name="Oval 13">
              <a:extLst>
                <a:ext uri="{FF2B5EF4-FFF2-40B4-BE49-F238E27FC236}">
                  <a16:creationId xmlns:a16="http://schemas.microsoft.com/office/drawing/2014/main" id="{3D8C43C9-9277-D9B9-EF3F-415C5C7092DC}"/>
                </a:ext>
              </a:extLst>
            </p:cNvPr>
            <p:cNvSpPr txBox="1">
              <a:spLocks/>
            </p:cNvSpPr>
            <p:nvPr>
              <p:custDataLst>
                <p:tags r:id="rId19"/>
              </p:custDataLst>
            </p:nvPr>
          </p:nvSpPr>
          <p:spPr bwMode="auto">
            <a:xfrm>
              <a:off x="7174383" y="5248768"/>
              <a:ext cx="352427" cy="352427"/>
            </a:xfrm>
            <a:prstGeom prst="ellipse">
              <a:avLst/>
            </a:prstGeom>
            <a:solidFill>
              <a:schemeClr val="bg1"/>
            </a:solidFill>
            <a:ln w="19050">
              <a:solidFill>
                <a:schemeClr val="tx2"/>
              </a:solidFill>
              <a:miter lim="800000"/>
              <a:headEnd/>
              <a:tailEnd/>
            </a:ln>
            <a:effectLst/>
          </p:spPr>
          <p:txBody>
            <a:bodyPr wrap="none" lIns="0" tIns="36000" rIns="0" bIns="0" anchor="ctr" anchorCtr="0"/>
            <a:lstStyle>
              <a:defPPr>
                <a:defRPr lang="pt-PT"/>
              </a:defPPr>
              <a:lvl1pPr indent="-190500" algn="ctr">
                <a:lnSpc>
                  <a:spcPct val="95000"/>
                </a:lnSpc>
                <a:spcAft>
                  <a:spcPts val="400"/>
                </a:spcAft>
                <a:buClr>
                  <a:srgbClr val="808080"/>
                </a:buClr>
                <a:defRPr sz="1400">
                  <a:solidFill>
                    <a:srgbClr val="FFFFFF"/>
                  </a:solidFill>
                  <a:latin typeface="+mj-lt"/>
                  <a:cs typeface="Arial" charset="0"/>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190500" algn="ctr" defTabSz="914400" rtl="0" eaLnBrk="1" fontAlgn="auto" latinLnBrk="0" hangingPunct="1">
                <a:lnSpc>
                  <a:spcPct val="95000"/>
                </a:lnSpc>
                <a:spcBef>
                  <a:spcPts val="0"/>
                </a:spcBef>
                <a:spcAft>
                  <a:spcPts val="400"/>
                </a:spcAft>
                <a:buClr>
                  <a:srgbClr val="80808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mn-lt"/>
                <a:ea typeface="+mn-ea"/>
                <a:cs typeface="Arial" charset="0"/>
                <a:sym typeface="Wingdings"/>
              </a:endParaRPr>
            </a:p>
          </p:txBody>
        </p:sp>
        <p:sp>
          <p:nvSpPr>
            <p:cNvPr id="47" name="Freeform: Shape 2484">
              <a:extLst>
                <a:ext uri="{FF2B5EF4-FFF2-40B4-BE49-F238E27FC236}">
                  <a16:creationId xmlns:a16="http://schemas.microsoft.com/office/drawing/2014/main" id="{AE806906-AF4F-CA31-977C-502349CD151F}"/>
                </a:ext>
              </a:extLst>
            </p:cNvPr>
            <p:cNvSpPr/>
            <p:nvPr/>
          </p:nvSpPr>
          <p:spPr>
            <a:xfrm>
              <a:off x="7256132" y="5339493"/>
              <a:ext cx="179502" cy="161551"/>
            </a:xfrm>
            <a:custGeom>
              <a:avLst/>
              <a:gdLst>
                <a:gd name="connsiteX0" fmla="*/ 43697 w 44817"/>
                <a:gd name="connsiteY0" fmla="*/ 672 h 40335"/>
                <a:gd name="connsiteX1" fmla="*/ 40560 w 44817"/>
                <a:gd name="connsiteY1" fmla="*/ 672 h 40335"/>
                <a:gd name="connsiteX2" fmla="*/ 22184 w 44817"/>
                <a:gd name="connsiteY2" fmla="*/ 19047 h 40335"/>
                <a:gd name="connsiteX3" fmla="*/ 3810 w 44817"/>
                <a:gd name="connsiteY3" fmla="*/ 672 h 40335"/>
                <a:gd name="connsiteX4" fmla="*/ 672 w 44817"/>
                <a:gd name="connsiteY4" fmla="*/ 672 h 40335"/>
                <a:gd name="connsiteX5" fmla="*/ 672 w 44817"/>
                <a:gd name="connsiteY5" fmla="*/ 3810 h 40335"/>
                <a:gd name="connsiteX6" fmla="*/ 19047 w 44817"/>
                <a:gd name="connsiteY6" fmla="*/ 22184 h 40335"/>
                <a:gd name="connsiteX7" fmla="*/ 672 w 44817"/>
                <a:gd name="connsiteY7" fmla="*/ 40560 h 40335"/>
                <a:gd name="connsiteX8" fmla="*/ 672 w 44817"/>
                <a:gd name="connsiteY8" fmla="*/ 43697 h 40335"/>
                <a:gd name="connsiteX9" fmla="*/ 2465 w 44817"/>
                <a:gd name="connsiteY9" fmla="*/ 44145 h 40335"/>
                <a:gd name="connsiteX10" fmla="*/ 4258 w 44817"/>
                <a:gd name="connsiteY10" fmla="*/ 43697 h 40335"/>
                <a:gd name="connsiteX11" fmla="*/ 22633 w 44817"/>
                <a:gd name="connsiteY11" fmla="*/ 25322 h 40335"/>
                <a:gd name="connsiteX12" fmla="*/ 41008 w 44817"/>
                <a:gd name="connsiteY12" fmla="*/ 43697 h 40335"/>
                <a:gd name="connsiteX13" fmla="*/ 42800 w 44817"/>
                <a:gd name="connsiteY13" fmla="*/ 44145 h 40335"/>
                <a:gd name="connsiteX14" fmla="*/ 44593 w 44817"/>
                <a:gd name="connsiteY14" fmla="*/ 43697 h 40335"/>
                <a:gd name="connsiteX15" fmla="*/ 44593 w 44817"/>
                <a:gd name="connsiteY15" fmla="*/ 40560 h 40335"/>
                <a:gd name="connsiteX16" fmla="*/ 26218 w 44817"/>
                <a:gd name="connsiteY16" fmla="*/ 22184 h 40335"/>
                <a:gd name="connsiteX17" fmla="*/ 44593 w 44817"/>
                <a:gd name="connsiteY17" fmla="*/ 3810 h 40335"/>
                <a:gd name="connsiteX18" fmla="*/ 43697 w 44817"/>
                <a:gd name="connsiteY18" fmla="*/ 672 h 40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817" h="40335">
                  <a:moveTo>
                    <a:pt x="43697" y="672"/>
                  </a:moveTo>
                  <a:cubicBezTo>
                    <a:pt x="42800" y="-224"/>
                    <a:pt x="41456" y="-224"/>
                    <a:pt x="40560" y="672"/>
                  </a:cubicBezTo>
                  <a:lnTo>
                    <a:pt x="22184" y="19047"/>
                  </a:lnTo>
                  <a:lnTo>
                    <a:pt x="3810" y="672"/>
                  </a:lnTo>
                  <a:cubicBezTo>
                    <a:pt x="2913" y="-224"/>
                    <a:pt x="1569" y="-224"/>
                    <a:pt x="672" y="672"/>
                  </a:cubicBezTo>
                  <a:cubicBezTo>
                    <a:pt x="-224" y="1569"/>
                    <a:pt x="-224" y="2913"/>
                    <a:pt x="672" y="3810"/>
                  </a:cubicBezTo>
                  <a:lnTo>
                    <a:pt x="19047" y="22184"/>
                  </a:lnTo>
                  <a:lnTo>
                    <a:pt x="672" y="40560"/>
                  </a:lnTo>
                  <a:cubicBezTo>
                    <a:pt x="-224" y="41456"/>
                    <a:pt x="-224" y="42800"/>
                    <a:pt x="672" y="43697"/>
                  </a:cubicBezTo>
                  <a:cubicBezTo>
                    <a:pt x="1121" y="44145"/>
                    <a:pt x="1569" y="44145"/>
                    <a:pt x="2465" y="44145"/>
                  </a:cubicBezTo>
                  <a:cubicBezTo>
                    <a:pt x="3361" y="44145"/>
                    <a:pt x="3810" y="44145"/>
                    <a:pt x="4258" y="43697"/>
                  </a:cubicBezTo>
                  <a:lnTo>
                    <a:pt x="22633" y="25322"/>
                  </a:lnTo>
                  <a:lnTo>
                    <a:pt x="41008" y="43697"/>
                  </a:lnTo>
                  <a:cubicBezTo>
                    <a:pt x="41456" y="44145"/>
                    <a:pt x="41904" y="44145"/>
                    <a:pt x="42800" y="44145"/>
                  </a:cubicBezTo>
                  <a:cubicBezTo>
                    <a:pt x="43697" y="44145"/>
                    <a:pt x="44145" y="44145"/>
                    <a:pt x="44593" y="43697"/>
                  </a:cubicBezTo>
                  <a:cubicBezTo>
                    <a:pt x="45489" y="42800"/>
                    <a:pt x="45489" y="41456"/>
                    <a:pt x="44593" y="40560"/>
                  </a:cubicBezTo>
                  <a:lnTo>
                    <a:pt x="26218" y="22184"/>
                  </a:lnTo>
                  <a:lnTo>
                    <a:pt x="44593" y="3810"/>
                  </a:lnTo>
                  <a:cubicBezTo>
                    <a:pt x="44593" y="2913"/>
                    <a:pt x="44593" y="1569"/>
                    <a:pt x="43697" y="672"/>
                  </a:cubicBezTo>
                  <a:close/>
                </a:path>
              </a:pathLst>
            </a:custGeom>
            <a:solidFill>
              <a:schemeClr val="tx2"/>
            </a:solidFill>
            <a:ln w="190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49" name="Oval 13">
              <a:extLst>
                <a:ext uri="{FF2B5EF4-FFF2-40B4-BE49-F238E27FC236}">
                  <a16:creationId xmlns:a16="http://schemas.microsoft.com/office/drawing/2014/main" id="{7E8B70B0-2774-A884-F73C-6EC4BA84C313}"/>
                </a:ext>
              </a:extLst>
            </p:cNvPr>
            <p:cNvSpPr txBox="1">
              <a:spLocks/>
            </p:cNvSpPr>
            <p:nvPr>
              <p:custDataLst>
                <p:tags r:id="rId20"/>
              </p:custDataLst>
            </p:nvPr>
          </p:nvSpPr>
          <p:spPr bwMode="auto">
            <a:xfrm>
              <a:off x="6738634" y="5245733"/>
              <a:ext cx="352427" cy="352427"/>
            </a:xfrm>
            <a:prstGeom prst="ellipse">
              <a:avLst/>
            </a:prstGeom>
            <a:solidFill>
              <a:schemeClr val="bg1"/>
            </a:solidFill>
            <a:ln w="19050">
              <a:solidFill>
                <a:schemeClr val="tx2"/>
              </a:solidFill>
              <a:miter lim="800000"/>
              <a:headEnd/>
              <a:tailEnd/>
            </a:ln>
            <a:effectLst/>
          </p:spPr>
          <p:txBody>
            <a:bodyPr wrap="none" lIns="0" tIns="36000" rIns="0" bIns="0" anchor="ctr" anchorCtr="0"/>
            <a:lstStyle>
              <a:defPPr>
                <a:defRPr lang="pt-PT"/>
              </a:defPPr>
              <a:lvl1pPr indent="-190500" algn="ctr">
                <a:lnSpc>
                  <a:spcPct val="95000"/>
                </a:lnSpc>
                <a:spcAft>
                  <a:spcPts val="400"/>
                </a:spcAft>
                <a:buClr>
                  <a:srgbClr val="808080"/>
                </a:buClr>
                <a:defRPr sz="1400">
                  <a:solidFill>
                    <a:srgbClr val="FFFFFF"/>
                  </a:solidFill>
                  <a:latin typeface="+mj-lt"/>
                  <a:cs typeface="Arial" charset="0"/>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190500" algn="ctr" defTabSz="914400" rtl="0" eaLnBrk="1" fontAlgn="auto" latinLnBrk="0" hangingPunct="1">
                <a:lnSpc>
                  <a:spcPct val="95000"/>
                </a:lnSpc>
                <a:spcBef>
                  <a:spcPts val="0"/>
                </a:spcBef>
                <a:spcAft>
                  <a:spcPts val="400"/>
                </a:spcAft>
                <a:buClr>
                  <a:srgbClr val="80808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mn-lt"/>
                <a:ea typeface="+mn-ea"/>
                <a:cs typeface="Arial" charset="0"/>
                <a:sym typeface="Wingdings"/>
              </a:endParaRPr>
            </a:p>
          </p:txBody>
        </p:sp>
        <p:sp>
          <p:nvSpPr>
            <p:cNvPr id="50" name="Freeform: Shape 2493">
              <a:extLst>
                <a:ext uri="{FF2B5EF4-FFF2-40B4-BE49-F238E27FC236}">
                  <a16:creationId xmlns:a16="http://schemas.microsoft.com/office/drawing/2014/main" id="{7DE16D2B-3385-A629-2138-363C51DD4562}"/>
                </a:ext>
              </a:extLst>
            </p:cNvPr>
            <p:cNvSpPr/>
            <p:nvPr/>
          </p:nvSpPr>
          <p:spPr>
            <a:xfrm>
              <a:off x="6807958" y="5354579"/>
              <a:ext cx="195822" cy="143605"/>
            </a:xfrm>
            <a:custGeom>
              <a:avLst/>
              <a:gdLst>
                <a:gd name="connsiteX0" fmla="*/ 20392 w 53780"/>
                <a:gd name="connsiteY0" fmla="*/ 39663 h 35853"/>
                <a:gd name="connsiteX1" fmla="*/ 18599 w 53780"/>
                <a:gd name="connsiteY1" fmla="*/ 39215 h 35853"/>
                <a:gd name="connsiteX2" fmla="*/ 672 w 53780"/>
                <a:gd name="connsiteY2" fmla="*/ 21288 h 35853"/>
                <a:gd name="connsiteX3" fmla="*/ 672 w 53780"/>
                <a:gd name="connsiteY3" fmla="*/ 18151 h 35853"/>
                <a:gd name="connsiteX4" fmla="*/ 3810 w 53780"/>
                <a:gd name="connsiteY4" fmla="*/ 18151 h 35853"/>
                <a:gd name="connsiteX5" fmla="*/ 19944 w 53780"/>
                <a:gd name="connsiteY5" fmla="*/ 34285 h 35853"/>
                <a:gd name="connsiteX6" fmla="*/ 53556 w 53780"/>
                <a:gd name="connsiteY6" fmla="*/ 672 h 35853"/>
                <a:gd name="connsiteX7" fmla="*/ 56694 w 53780"/>
                <a:gd name="connsiteY7" fmla="*/ 672 h 35853"/>
                <a:gd name="connsiteX8" fmla="*/ 56694 w 53780"/>
                <a:gd name="connsiteY8" fmla="*/ 3809 h 35853"/>
                <a:gd name="connsiteX9" fmla="*/ 21736 w 53780"/>
                <a:gd name="connsiteY9" fmla="*/ 38767 h 35853"/>
                <a:gd name="connsiteX10" fmla="*/ 20392 w 53780"/>
                <a:gd name="connsiteY10" fmla="*/ 39663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80" h="35853">
                  <a:moveTo>
                    <a:pt x="20392" y="39663"/>
                  </a:moveTo>
                  <a:cubicBezTo>
                    <a:pt x="19944" y="39663"/>
                    <a:pt x="19047" y="39663"/>
                    <a:pt x="18599" y="39215"/>
                  </a:cubicBezTo>
                  <a:lnTo>
                    <a:pt x="672" y="21288"/>
                  </a:lnTo>
                  <a:cubicBezTo>
                    <a:pt x="-224" y="20392"/>
                    <a:pt x="-224" y="19047"/>
                    <a:pt x="672" y="18151"/>
                  </a:cubicBezTo>
                  <a:cubicBezTo>
                    <a:pt x="1569" y="17254"/>
                    <a:pt x="2913" y="17254"/>
                    <a:pt x="3810" y="18151"/>
                  </a:cubicBezTo>
                  <a:lnTo>
                    <a:pt x="19944" y="34285"/>
                  </a:lnTo>
                  <a:lnTo>
                    <a:pt x="53556" y="672"/>
                  </a:lnTo>
                  <a:cubicBezTo>
                    <a:pt x="54453" y="-224"/>
                    <a:pt x="55797" y="-224"/>
                    <a:pt x="56694" y="672"/>
                  </a:cubicBezTo>
                  <a:cubicBezTo>
                    <a:pt x="57590" y="1568"/>
                    <a:pt x="57590" y="2913"/>
                    <a:pt x="56694" y="3809"/>
                  </a:cubicBezTo>
                  <a:lnTo>
                    <a:pt x="21736" y="38767"/>
                  </a:lnTo>
                  <a:cubicBezTo>
                    <a:pt x="21288" y="39663"/>
                    <a:pt x="20840" y="39663"/>
                    <a:pt x="20392" y="39663"/>
                  </a:cubicBezTo>
                  <a:close/>
                </a:path>
              </a:pathLst>
            </a:custGeom>
            <a:solidFill>
              <a:schemeClr val="tx2"/>
            </a:solidFill>
            <a:ln w="190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52" name="Oval 13">
              <a:extLst>
                <a:ext uri="{FF2B5EF4-FFF2-40B4-BE49-F238E27FC236}">
                  <a16:creationId xmlns:a16="http://schemas.microsoft.com/office/drawing/2014/main" id="{43EF531A-7B17-9EDB-F317-AC52633D098E}"/>
                </a:ext>
              </a:extLst>
            </p:cNvPr>
            <p:cNvSpPr txBox="1">
              <a:spLocks/>
            </p:cNvSpPr>
            <p:nvPr>
              <p:custDataLst>
                <p:tags r:id="rId21"/>
              </p:custDataLst>
            </p:nvPr>
          </p:nvSpPr>
          <p:spPr bwMode="auto">
            <a:xfrm>
              <a:off x="6302405" y="5248768"/>
              <a:ext cx="352427" cy="352427"/>
            </a:xfrm>
            <a:prstGeom prst="ellipse">
              <a:avLst/>
            </a:prstGeom>
            <a:solidFill>
              <a:schemeClr val="bg1"/>
            </a:solidFill>
            <a:ln w="19050">
              <a:solidFill>
                <a:schemeClr val="tx2"/>
              </a:solidFill>
              <a:miter lim="800000"/>
              <a:headEnd/>
              <a:tailEnd/>
            </a:ln>
            <a:effectLst/>
          </p:spPr>
          <p:txBody>
            <a:bodyPr wrap="none" lIns="0" tIns="36000" rIns="0" bIns="0" anchor="ctr" anchorCtr="0"/>
            <a:lstStyle>
              <a:defPPr>
                <a:defRPr lang="pt-PT"/>
              </a:defPPr>
              <a:lvl1pPr indent="-190500" algn="ctr">
                <a:lnSpc>
                  <a:spcPct val="95000"/>
                </a:lnSpc>
                <a:spcAft>
                  <a:spcPts val="400"/>
                </a:spcAft>
                <a:buClr>
                  <a:srgbClr val="808080"/>
                </a:buClr>
                <a:defRPr sz="1400">
                  <a:solidFill>
                    <a:srgbClr val="FFFFFF"/>
                  </a:solidFill>
                  <a:latin typeface="+mj-lt"/>
                  <a:cs typeface="Arial" charset="0"/>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190500" algn="ctr" defTabSz="914400" rtl="0" eaLnBrk="1" fontAlgn="auto" latinLnBrk="0" hangingPunct="1">
                <a:lnSpc>
                  <a:spcPct val="95000"/>
                </a:lnSpc>
                <a:spcBef>
                  <a:spcPts val="0"/>
                </a:spcBef>
                <a:spcAft>
                  <a:spcPts val="400"/>
                </a:spcAft>
                <a:buClr>
                  <a:srgbClr val="80808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mn-lt"/>
                <a:ea typeface="+mn-ea"/>
                <a:cs typeface="Arial" charset="0"/>
                <a:sym typeface="Wingdings"/>
              </a:endParaRPr>
            </a:p>
          </p:txBody>
        </p:sp>
        <p:sp>
          <p:nvSpPr>
            <p:cNvPr id="53" name="Freeform: Shape 2484">
              <a:extLst>
                <a:ext uri="{FF2B5EF4-FFF2-40B4-BE49-F238E27FC236}">
                  <a16:creationId xmlns:a16="http://schemas.microsoft.com/office/drawing/2014/main" id="{3606F179-10F5-08DF-5AFD-C510FC4D849B}"/>
                </a:ext>
              </a:extLst>
            </p:cNvPr>
            <p:cNvSpPr/>
            <p:nvPr/>
          </p:nvSpPr>
          <p:spPr>
            <a:xfrm>
              <a:off x="6384154" y="5339493"/>
              <a:ext cx="179502" cy="161551"/>
            </a:xfrm>
            <a:custGeom>
              <a:avLst/>
              <a:gdLst>
                <a:gd name="connsiteX0" fmla="*/ 43697 w 44817"/>
                <a:gd name="connsiteY0" fmla="*/ 672 h 40335"/>
                <a:gd name="connsiteX1" fmla="*/ 40560 w 44817"/>
                <a:gd name="connsiteY1" fmla="*/ 672 h 40335"/>
                <a:gd name="connsiteX2" fmla="*/ 22184 w 44817"/>
                <a:gd name="connsiteY2" fmla="*/ 19047 h 40335"/>
                <a:gd name="connsiteX3" fmla="*/ 3810 w 44817"/>
                <a:gd name="connsiteY3" fmla="*/ 672 h 40335"/>
                <a:gd name="connsiteX4" fmla="*/ 672 w 44817"/>
                <a:gd name="connsiteY4" fmla="*/ 672 h 40335"/>
                <a:gd name="connsiteX5" fmla="*/ 672 w 44817"/>
                <a:gd name="connsiteY5" fmla="*/ 3810 h 40335"/>
                <a:gd name="connsiteX6" fmla="*/ 19047 w 44817"/>
                <a:gd name="connsiteY6" fmla="*/ 22184 h 40335"/>
                <a:gd name="connsiteX7" fmla="*/ 672 w 44817"/>
                <a:gd name="connsiteY7" fmla="*/ 40560 h 40335"/>
                <a:gd name="connsiteX8" fmla="*/ 672 w 44817"/>
                <a:gd name="connsiteY8" fmla="*/ 43697 h 40335"/>
                <a:gd name="connsiteX9" fmla="*/ 2465 w 44817"/>
                <a:gd name="connsiteY9" fmla="*/ 44145 h 40335"/>
                <a:gd name="connsiteX10" fmla="*/ 4258 w 44817"/>
                <a:gd name="connsiteY10" fmla="*/ 43697 h 40335"/>
                <a:gd name="connsiteX11" fmla="*/ 22633 w 44817"/>
                <a:gd name="connsiteY11" fmla="*/ 25322 h 40335"/>
                <a:gd name="connsiteX12" fmla="*/ 41008 w 44817"/>
                <a:gd name="connsiteY12" fmla="*/ 43697 h 40335"/>
                <a:gd name="connsiteX13" fmla="*/ 42800 w 44817"/>
                <a:gd name="connsiteY13" fmla="*/ 44145 h 40335"/>
                <a:gd name="connsiteX14" fmla="*/ 44593 w 44817"/>
                <a:gd name="connsiteY14" fmla="*/ 43697 h 40335"/>
                <a:gd name="connsiteX15" fmla="*/ 44593 w 44817"/>
                <a:gd name="connsiteY15" fmla="*/ 40560 h 40335"/>
                <a:gd name="connsiteX16" fmla="*/ 26218 w 44817"/>
                <a:gd name="connsiteY16" fmla="*/ 22184 h 40335"/>
                <a:gd name="connsiteX17" fmla="*/ 44593 w 44817"/>
                <a:gd name="connsiteY17" fmla="*/ 3810 h 40335"/>
                <a:gd name="connsiteX18" fmla="*/ 43697 w 44817"/>
                <a:gd name="connsiteY18" fmla="*/ 672 h 40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817" h="40335">
                  <a:moveTo>
                    <a:pt x="43697" y="672"/>
                  </a:moveTo>
                  <a:cubicBezTo>
                    <a:pt x="42800" y="-224"/>
                    <a:pt x="41456" y="-224"/>
                    <a:pt x="40560" y="672"/>
                  </a:cubicBezTo>
                  <a:lnTo>
                    <a:pt x="22184" y="19047"/>
                  </a:lnTo>
                  <a:lnTo>
                    <a:pt x="3810" y="672"/>
                  </a:lnTo>
                  <a:cubicBezTo>
                    <a:pt x="2913" y="-224"/>
                    <a:pt x="1569" y="-224"/>
                    <a:pt x="672" y="672"/>
                  </a:cubicBezTo>
                  <a:cubicBezTo>
                    <a:pt x="-224" y="1569"/>
                    <a:pt x="-224" y="2913"/>
                    <a:pt x="672" y="3810"/>
                  </a:cubicBezTo>
                  <a:lnTo>
                    <a:pt x="19047" y="22184"/>
                  </a:lnTo>
                  <a:lnTo>
                    <a:pt x="672" y="40560"/>
                  </a:lnTo>
                  <a:cubicBezTo>
                    <a:pt x="-224" y="41456"/>
                    <a:pt x="-224" y="42800"/>
                    <a:pt x="672" y="43697"/>
                  </a:cubicBezTo>
                  <a:cubicBezTo>
                    <a:pt x="1121" y="44145"/>
                    <a:pt x="1569" y="44145"/>
                    <a:pt x="2465" y="44145"/>
                  </a:cubicBezTo>
                  <a:cubicBezTo>
                    <a:pt x="3361" y="44145"/>
                    <a:pt x="3810" y="44145"/>
                    <a:pt x="4258" y="43697"/>
                  </a:cubicBezTo>
                  <a:lnTo>
                    <a:pt x="22633" y="25322"/>
                  </a:lnTo>
                  <a:lnTo>
                    <a:pt x="41008" y="43697"/>
                  </a:lnTo>
                  <a:cubicBezTo>
                    <a:pt x="41456" y="44145"/>
                    <a:pt x="41904" y="44145"/>
                    <a:pt x="42800" y="44145"/>
                  </a:cubicBezTo>
                  <a:cubicBezTo>
                    <a:pt x="43697" y="44145"/>
                    <a:pt x="44145" y="44145"/>
                    <a:pt x="44593" y="43697"/>
                  </a:cubicBezTo>
                  <a:cubicBezTo>
                    <a:pt x="45489" y="42800"/>
                    <a:pt x="45489" y="41456"/>
                    <a:pt x="44593" y="40560"/>
                  </a:cubicBezTo>
                  <a:lnTo>
                    <a:pt x="26218" y="22184"/>
                  </a:lnTo>
                  <a:lnTo>
                    <a:pt x="44593" y="3810"/>
                  </a:lnTo>
                  <a:cubicBezTo>
                    <a:pt x="44593" y="2913"/>
                    <a:pt x="44593" y="1569"/>
                    <a:pt x="43697" y="672"/>
                  </a:cubicBezTo>
                  <a:close/>
                </a:path>
              </a:pathLst>
            </a:custGeom>
            <a:solidFill>
              <a:schemeClr val="tx2"/>
            </a:solidFill>
            <a:ln w="190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107" name="Oval 13">
              <a:extLst>
                <a:ext uri="{FF2B5EF4-FFF2-40B4-BE49-F238E27FC236}">
                  <a16:creationId xmlns:a16="http://schemas.microsoft.com/office/drawing/2014/main" id="{860114AF-25F8-7DF0-F09F-49F756D95206}"/>
                </a:ext>
              </a:extLst>
            </p:cNvPr>
            <p:cNvSpPr txBox="1">
              <a:spLocks/>
            </p:cNvSpPr>
            <p:nvPr>
              <p:custDataLst>
                <p:tags r:id="rId22"/>
              </p:custDataLst>
            </p:nvPr>
          </p:nvSpPr>
          <p:spPr bwMode="auto">
            <a:xfrm>
              <a:off x="8696812" y="3448248"/>
              <a:ext cx="352427" cy="352427"/>
            </a:xfrm>
            <a:prstGeom prst="ellipse">
              <a:avLst/>
            </a:prstGeom>
            <a:solidFill>
              <a:schemeClr val="bg1"/>
            </a:solidFill>
            <a:ln w="19050">
              <a:solidFill>
                <a:schemeClr val="tx2"/>
              </a:solidFill>
              <a:miter lim="800000"/>
              <a:headEnd/>
              <a:tailEnd/>
            </a:ln>
            <a:effectLst/>
          </p:spPr>
          <p:txBody>
            <a:bodyPr wrap="none" lIns="0" tIns="36000" rIns="0" bIns="0" anchor="ctr" anchorCtr="0"/>
            <a:lstStyle>
              <a:defPPr>
                <a:defRPr lang="pt-PT"/>
              </a:defPPr>
              <a:lvl1pPr indent="-190500" algn="ctr">
                <a:lnSpc>
                  <a:spcPct val="95000"/>
                </a:lnSpc>
                <a:spcAft>
                  <a:spcPts val="400"/>
                </a:spcAft>
                <a:buClr>
                  <a:srgbClr val="808080"/>
                </a:buClr>
                <a:defRPr sz="1400">
                  <a:solidFill>
                    <a:srgbClr val="FFFFFF"/>
                  </a:solidFill>
                  <a:latin typeface="+mj-lt"/>
                  <a:cs typeface="Arial" charset="0"/>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190500" algn="ctr" defTabSz="914400" rtl="0" eaLnBrk="1" fontAlgn="auto" latinLnBrk="0" hangingPunct="1">
                <a:lnSpc>
                  <a:spcPct val="95000"/>
                </a:lnSpc>
                <a:spcBef>
                  <a:spcPts val="0"/>
                </a:spcBef>
                <a:spcAft>
                  <a:spcPts val="400"/>
                </a:spcAft>
                <a:buClr>
                  <a:srgbClr val="80808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mn-lt"/>
                <a:ea typeface="+mn-ea"/>
                <a:cs typeface="Arial" charset="0"/>
                <a:sym typeface="Wingdings"/>
              </a:endParaRPr>
            </a:p>
          </p:txBody>
        </p:sp>
        <p:sp>
          <p:nvSpPr>
            <p:cNvPr id="109" name="Freeform: Shape 2484">
              <a:extLst>
                <a:ext uri="{FF2B5EF4-FFF2-40B4-BE49-F238E27FC236}">
                  <a16:creationId xmlns:a16="http://schemas.microsoft.com/office/drawing/2014/main" id="{6205BC9B-0C64-1382-F4E5-8B9DB6F339B8}"/>
                </a:ext>
              </a:extLst>
            </p:cNvPr>
            <p:cNvSpPr/>
            <p:nvPr/>
          </p:nvSpPr>
          <p:spPr>
            <a:xfrm>
              <a:off x="8778561" y="3538973"/>
              <a:ext cx="179502" cy="161551"/>
            </a:xfrm>
            <a:custGeom>
              <a:avLst/>
              <a:gdLst>
                <a:gd name="connsiteX0" fmla="*/ 43697 w 44817"/>
                <a:gd name="connsiteY0" fmla="*/ 672 h 40335"/>
                <a:gd name="connsiteX1" fmla="*/ 40560 w 44817"/>
                <a:gd name="connsiteY1" fmla="*/ 672 h 40335"/>
                <a:gd name="connsiteX2" fmla="*/ 22184 w 44817"/>
                <a:gd name="connsiteY2" fmla="*/ 19047 h 40335"/>
                <a:gd name="connsiteX3" fmla="*/ 3810 w 44817"/>
                <a:gd name="connsiteY3" fmla="*/ 672 h 40335"/>
                <a:gd name="connsiteX4" fmla="*/ 672 w 44817"/>
                <a:gd name="connsiteY4" fmla="*/ 672 h 40335"/>
                <a:gd name="connsiteX5" fmla="*/ 672 w 44817"/>
                <a:gd name="connsiteY5" fmla="*/ 3810 h 40335"/>
                <a:gd name="connsiteX6" fmla="*/ 19047 w 44817"/>
                <a:gd name="connsiteY6" fmla="*/ 22184 h 40335"/>
                <a:gd name="connsiteX7" fmla="*/ 672 w 44817"/>
                <a:gd name="connsiteY7" fmla="*/ 40560 h 40335"/>
                <a:gd name="connsiteX8" fmla="*/ 672 w 44817"/>
                <a:gd name="connsiteY8" fmla="*/ 43697 h 40335"/>
                <a:gd name="connsiteX9" fmla="*/ 2465 w 44817"/>
                <a:gd name="connsiteY9" fmla="*/ 44145 h 40335"/>
                <a:gd name="connsiteX10" fmla="*/ 4258 w 44817"/>
                <a:gd name="connsiteY10" fmla="*/ 43697 h 40335"/>
                <a:gd name="connsiteX11" fmla="*/ 22633 w 44817"/>
                <a:gd name="connsiteY11" fmla="*/ 25322 h 40335"/>
                <a:gd name="connsiteX12" fmla="*/ 41008 w 44817"/>
                <a:gd name="connsiteY12" fmla="*/ 43697 h 40335"/>
                <a:gd name="connsiteX13" fmla="*/ 42800 w 44817"/>
                <a:gd name="connsiteY13" fmla="*/ 44145 h 40335"/>
                <a:gd name="connsiteX14" fmla="*/ 44593 w 44817"/>
                <a:gd name="connsiteY14" fmla="*/ 43697 h 40335"/>
                <a:gd name="connsiteX15" fmla="*/ 44593 w 44817"/>
                <a:gd name="connsiteY15" fmla="*/ 40560 h 40335"/>
                <a:gd name="connsiteX16" fmla="*/ 26218 w 44817"/>
                <a:gd name="connsiteY16" fmla="*/ 22184 h 40335"/>
                <a:gd name="connsiteX17" fmla="*/ 44593 w 44817"/>
                <a:gd name="connsiteY17" fmla="*/ 3810 h 40335"/>
                <a:gd name="connsiteX18" fmla="*/ 43697 w 44817"/>
                <a:gd name="connsiteY18" fmla="*/ 672 h 40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817" h="40335">
                  <a:moveTo>
                    <a:pt x="43697" y="672"/>
                  </a:moveTo>
                  <a:cubicBezTo>
                    <a:pt x="42800" y="-224"/>
                    <a:pt x="41456" y="-224"/>
                    <a:pt x="40560" y="672"/>
                  </a:cubicBezTo>
                  <a:lnTo>
                    <a:pt x="22184" y="19047"/>
                  </a:lnTo>
                  <a:lnTo>
                    <a:pt x="3810" y="672"/>
                  </a:lnTo>
                  <a:cubicBezTo>
                    <a:pt x="2913" y="-224"/>
                    <a:pt x="1569" y="-224"/>
                    <a:pt x="672" y="672"/>
                  </a:cubicBezTo>
                  <a:cubicBezTo>
                    <a:pt x="-224" y="1569"/>
                    <a:pt x="-224" y="2913"/>
                    <a:pt x="672" y="3810"/>
                  </a:cubicBezTo>
                  <a:lnTo>
                    <a:pt x="19047" y="22184"/>
                  </a:lnTo>
                  <a:lnTo>
                    <a:pt x="672" y="40560"/>
                  </a:lnTo>
                  <a:cubicBezTo>
                    <a:pt x="-224" y="41456"/>
                    <a:pt x="-224" y="42800"/>
                    <a:pt x="672" y="43697"/>
                  </a:cubicBezTo>
                  <a:cubicBezTo>
                    <a:pt x="1121" y="44145"/>
                    <a:pt x="1569" y="44145"/>
                    <a:pt x="2465" y="44145"/>
                  </a:cubicBezTo>
                  <a:cubicBezTo>
                    <a:pt x="3361" y="44145"/>
                    <a:pt x="3810" y="44145"/>
                    <a:pt x="4258" y="43697"/>
                  </a:cubicBezTo>
                  <a:lnTo>
                    <a:pt x="22633" y="25322"/>
                  </a:lnTo>
                  <a:lnTo>
                    <a:pt x="41008" y="43697"/>
                  </a:lnTo>
                  <a:cubicBezTo>
                    <a:pt x="41456" y="44145"/>
                    <a:pt x="41904" y="44145"/>
                    <a:pt x="42800" y="44145"/>
                  </a:cubicBezTo>
                  <a:cubicBezTo>
                    <a:pt x="43697" y="44145"/>
                    <a:pt x="44145" y="44145"/>
                    <a:pt x="44593" y="43697"/>
                  </a:cubicBezTo>
                  <a:cubicBezTo>
                    <a:pt x="45489" y="42800"/>
                    <a:pt x="45489" y="41456"/>
                    <a:pt x="44593" y="40560"/>
                  </a:cubicBezTo>
                  <a:lnTo>
                    <a:pt x="26218" y="22184"/>
                  </a:lnTo>
                  <a:lnTo>
                    <a:pt x="44593" y="3810"/>
                  </a:lnTo>
                  <a:cubicBezTo>
                    <a:pt x="44593" y="2913"/>
                    <a:pt x="44593" y="1569"/>
                    <a:pt x="43697" y="672"/>
                  </a:cubicBezTo>
                  <a:close/>
                </a:path>
              </a:pathLst>
            </a:custGeom>
            <a:solidFill>
              <a:schemeClr val="tx2"/>
            </a:solidFill>
            <a:ln w="190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111" name="Oval 13">
              <a:extLst>
                <a:ext uri="{FF2B5EF4-FFF2-40B4-BE49-F238E27FC236}">
                  <a16:creationId xmlns:a16="http://schemas.microsoft.com/office/drawing/2014/main" id="{EE8D035C-7B54-75D0-96DB-88C68466A196}"/>
                </a:ext>
              </a:extLst>
            </p:cNvPr>
            <p:cNvSpPr txBox="1">
              <a:spLocks/>
            </p:cNvSpPr>
            <p:nvPr>
              <p:custDataLst>
                <p:tags r:id="rId23"/>
              </p:custDataLst>
            </p:nvPr>
          </p:nvSpPr>
          <p:spPr bwMode="auto">
            <a:xfrm>
              <a:off x="7223608" y="3445213"/>
              <a:ext cx="352427" cy="352427"/>
            </a:xfrm>
            <a:prstGeom prst="ellipse">
              <a:avLst/>
            </a:prstGeom>
            <a:solidFill>
              <a:schemeClr val="bg1"/>
            </a:solidFill>
            <a:ln w="19050">
              <a:solidFill>
                <a:schemeClr val="tx2"/>
              </a:solidFill>
              <a:miter lim="800000"/>
              <a:headEnd/>
              <a:tailEnd/>
            </a:ln>
            <a:effectLst/>
          </p:spPr>
          <p:txBody>
            <a:bodyPr wrap="none" lIns="0" tIns="36000" rIns="0" bIns="0" anchor="ctr" anchorCtr="0"/>
            <a:lstStyle>
              <a:defPPr>
                <a:defRPr lang="pt-PT"/>
              </a:defPPr>
              <a:lvl1pPr indent="-190500" algn="ctr">
                <a:lnSpc>
                  <a:spcPct val="95000"/>
                </a:lnSpc>
                <a:spcAft>
                  <a:spcPts val="400"/>
                </a:spcAft>
                <a:buClr>
                  <a:srgbClr val="808080"/>
                </a:buClr>
                <a:defRPr sz="1400">
                  <a:solidFill>
                    <a:srgbClr val="FFFFFF"/>
                  </a:solidFill>
                  <a:latin typeface="+mj-lt"/>
                  <a:cs typeface="Arial" charset="0"/>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190500" algn="ctr" defTabSz="914400" rtl="0" eaLnBrk="1" fontAlgn="auto" latinLnBrk="0" hangingPunct="1">
                <a:lnSpc>
                  <a:spcPct val="95000"/>
                </a:lnSpc>
                <a:spcBef>
                  <a:spcPts val="0"/>
                </a:spcBef>
                <a:spcAft>
                  <a:spcPts val="400"/>
                </a:spcAft>
                <a:buClr>
                  <a:srgbClr val="80808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mn-lt"/>
                <a:ea typeface="+mn-ea"/>
                <a:cs typeface="Arial" charset="0"/>
                <a:sym typeface="Wingdings"/>
              </a:endParaRPr>
            </a:p>
          </p:txBody>
        </p:sp>
        <p:sp>
          <p:nvSpPr>
            <p:cNvPr id="112" name="Freeform: Shape 2493">
              <a:extLst>
                <a:ext uri="{FF2B5EF4-FFF2-40B4-BE49-F238E27FC236}">
                  <a16:creationId xmlns:a16="http://schemas.microsoft.com/office/drawing/2014/main" id="{4FD2A4AF-3553-BCAE-0525-BF2C1F2377E9}"/>
                </a:ext>
              </a:extLst>
            </p:cNvPr>
            <p:cNvSpPr/>
            <p:nvPr/>
          </p:nvSpPr>
          <p:spPr>
            <a:xfrm>
              <a:off x="7292932" y="3554059"/>
              <a:ext cx="195822" cy="143605"/>
            </a:xfrm>
            <a:custGeom>
              <a:avLst/>
              <a:gdLst>
                <a:gd name="connsiteX0" fmla="*/ 20392 w 53780"/>
                <a:gd name="connsiteY0" fmla="*/ 39663 h 35853"/>
                <a:gd name="connsiteX1" fmla="*/ 18599 w 53780"/>
                <a:gd name="connsiteY1" fmla="*/ 39215 h 35853"/>
                <a:gd name="connsiteX2" fmla="*/ 672 w 53780"/>
                <a:gd name="connsiteY2" fmla="*/ 21288 h 35853"/>
                <a:gd name="connsiteX3" fmla="*/ 672 w 53780"/>
                <a:gd name="connsiteY3" fmla="*/ 18151 h 35853"/>
                <a:gd name="connsiteX4" fmla="*/ 3810 w 53780"/>
                <a:gd name="connsiteY4" fmla="*/ 18151 h 35853"/>
                <a:gd name="connsiteX5" fmla="*/ 19944 w 53780"/>
                <a:gd name="connsiteY5" fmla="*/ 34285 h 35853"/>
                <a:gd name="connsiteX6" fmla="*/ 53556 w 53780"/>
                <a:gd name="connsiteY6" fmla="*/ 672 h 35853"/>
                <a:gd name="connsiteX7" fmla="*/ 56694 w 53780"/>
                <a:gd name="connsiteY7" fmla="*/ 672 h 35853"/>
                <a:gd name="connsiteX8" fmla="*/ 56694 w 53780"/>
                <a:gd name="connsiteY8" fmla="*/ 3809 h 35853"/>
                <a:gd name="connsiteX9" fmla="*/ 21736 w 53780"/>
                <a:gd name="connsiteY9" fmla="*/ 38767 h 35853"/>
                <a:gd name="connsiteX10" fmla="*/ 20392 w 53780"/>
                <a:gd name="connsiteY10" fmla="*/ 39663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80" h="35853">
                  <a:moveTo>
                    <a:pt x="20392" y="39663"/>
                  </a:moveTo>
                  <a:cubicBezTo>
                    <a:pt x="19944" y="39663"/>
                    <a:pt x="19047" y="39663"/>
                    <a:pt x="18599" y="39215"/>
                  </a:cubicBezTo>
                  <a:lnTo>
                    <a:pt x="672" y="21288"/>
                  </a:lnTo>
                  <a:cubicBezTo>
                    <a:pt x="-224" y="20392"/>
                    <a:pt x="-224" y="19047"/>
                    <a:pt x="672" y="18151"/>
                  </a:cubicBezTo>
                  <a:cubicBezTo>
                    <a:pt x="1569" y="17254"/>
                    <a:pt x="2913" y="17254"/>
                    <a:pt x="3810" y="18151"/>
                  </a:cubicBezTo>
                  <a:lnTo>
                    <a:pt x="19944" y="34285"/>
                  </a:lnTo>
                  <a:lnTo>
                    <a:pt x="53556" y="672"/>
                  </a:lnTo>
                  <a:cubicBezTo>
                    <a:pt x="54453" y="-224"/>
                    <a:pt x="55797" y="-224"/>
                    <a:pt x="56694" y="672"/>
                  </a:cubicBezTo>
                  <a:cubicBezTo>
                    <a:pt x="57590" y="1568"/>
                    <a:pt x="57590" y="2913"/>
                    <a:pt x="56694" y="3809"/>
                  </a:cubicBezTo>
                  <a:lnTo>
                    <a:pt x="21736" y="38767"/>
                  </a:lnTo>
                  <a:cubicBezTo>
                    <a:pt x="21288" y="39663"/>
                    <a:pt x="20840" y="39663"/>
                    <a:pt x="20392" y="39663"/>
                  </a:cubicBezTo>
                  <a:close/>
                </a:path>
              </a:pathLst>
            </a:custGeom>
            <a:solidFill>
              <a:schemeClr val="tx2"/>
            </a:solidFill>
            <a:ln w="190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114" name="Oval 13">
              <a:extLst>
                <a:ext uri="{FF2B5EF4-FFF2-40B4-BE49-F238E27FC236}">
                  <a16:creationId xmlns:a16="http://schemas.microsoft.com/office/drawing/2014/main" id="{4E9C8928-6499-99EB-EE98-47F5E1496AA9}"/>
                </a:ext>
              </a:extLst>
            </p:cNvPr>
            <p:cNvSpPr txBox="1">
              <a:spLocks/>
            </p:cNvSpPr>
            <p:nvPr>
              <p:custDataLst>
                <p:tags r:id="rId24"/>
              </p:custDataLst>
            </p:nvPr>
          </p:nvSpPr>
          <p:spPr bwMode="auto">
            <a:xfrm>
              <a:off x="9292771" y="3445213"/>
              <a:ext cx="352427" cy="352427"/>
            </a:xfrm>
            <a:prstGeom prst="ellipse">
              <a:avLst/>
            </a:prstGeom>
            <a:solidFill>
              <a:schemeClr val="bg1"/>
            </a:solidFill>
            <a:ln w="19050">
              <a:solidFill>
                <a:schemeClr val="tx2"/>
              </a:solidFill>
              <a:miter lim="800000"/>
              <a:headEnd/>
              <a:tailEnd/>
            </a:ln>
            <a:effectLst/>
          </p:spPr>
          <p:txBody>
            <a:bodyPr wrap="none" lIns="0" tIns="36000" rIns="0" bIns="0" anchor="ctr" anchorCtr="0"/>
            <a:lstStyle>
              <a:defPPr>
                <a:defRPr lang="pt-PT"/>
              </a:defPPr>
              <a:lvl1pPr indent="-190500" algn="ctr">
                <a:lnSpc>
                  <a:spcPct val="95000"/>
                </a:lnSpc>
                <a:spcAft>
                  <a:spcPts val="400"/>
                </a:spcAft>
                <a:buClr>
                  <a:srgbClr val="808080"/>
                </a:buClr>
                <a:defRPr sz="1400">
                  <a:solidFill>
                    <a:srgbClr val="FFFFFF"/>
                  </a:solidFill>
                  <a:latin typeface="+mj-lt"/>
                  <a:cs typeface="Arial" charset="0"/>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190500" algn="ctr" defTabSz="914400" rtl="0" eaLnBrk="1" fontAlgn="auto" latinLnBrk="0" hangingPunct="1">
                <a:lnSpc>
                  <a:spcPct val="95000"/>
                </a:lnSpc>
                <a:spcBef>
                  <a:spcPts val="0"/>
                </a:spcBef>
                <a:spcAft>
                  <a:spcPts val="400"/>
                </a:spcAft>
                <a:buClr>
                  <a:srgbClr val="80808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mn-lt"/>
                <a:ea typeface="+mn-ea"/>
                <a:cs typeface="Arial" charset="0"/>
                <a:sym typeface="Wingdings"/>
              </a:endParaRPr>
            </a:p>
          </p:txBody>
        </p:sp>
        <p:sp>
          <p:nvSpPr>
            <p:cNvPr id="115" name="Freeform: Shape 2493">
              <a:extLst>
                <a:ext uri="{FF2B5EF4-FFF2-40B4-BE49-F238E27FC236}">
                  <a16:creationId xmlns:a16="http://schemas.microsoft.com/office/drawing/2014/main" id="{F934E212-1B8E-8ABA-D0F1-29762504F2A1}"/>
                </a:ext>
              </a:extLst>
            </p:cNvPr>
            <p:cNvSpPr/>
            <p:nvPr/>
          </p:nvSpPr>
          <p:spPr>
            <a:xfrm>
              <a:off x="9362095" y="3554059"/>
              <a:ext cx="195822" cy="143605"/>
            </a:xfrm>
            <a:custGeom>
              <a:avLst/>
              <a:gdLst>
                <a:gd name="connsiteX0" fmla="*/ 20392 w 53780"/>
                <a:gd name="connsiteY0" fmla="*/ 39663 h 35853"/>
                <a:gd name="connsiteX1" fmla="*/ 18599 w 53780"/>
                <a:gd name="connsiteY1" fmla="*/ 39215 h 35853"/>
                <a:gd name="connsiteX2" fmla="*/ 672 w 53780"/>
                <a:gd name="connsiteY2" fmla="*/ 21288 h 35853"/>
                <a:gd name="connsiteX3" fmla="*/ 672 w 53780"/>
                <a:gd name="connsiteY3" fmla="*/ 18151 h 35853"/>
                <a:gd name="connsiteX4" fmla="*/ 3810 w 53780"/>
                <a:gd name="connsiteY4" fmla="*/ 18151 h 35853"/>
                <a:gd name="connsiteX5" fmla="*/ 19944 w 53780"/>
                <a:gd name="connsiteY5" fmla="*/ 34285 h 35853"/>
                <a:gd name="connsiteX6" fmla="*/ 53556 w 53780"/>
                <a:gd name="connsiteY6" fmla="*/ 672 h 35853"/>
                <a:gd name="connsiteX7" fmla="*/ 56694 w 53780"/>
                <a:gd name="connsiteY7" fmla="*/ 672 h 35853"/>
                <a:gd name="connsiteX8" fmla="*/ 56694 w 53780"/>
                <a:gd name="connsiteY8" fmla="*/ 3809 h 35853"/>
                <a:gd name="connsiteX9" fmla="*/ 21736 w 53780"/>
                <a:gd name="connsiteY9" fmla="*/ 38767 h 35853"/>
                <a:gd name="connsiteX10" fmla="*/ 20392 w 53780"/>
                <a:gd name="connsiteY10" fmla="*/ 39663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80" h="35853">
                  <a:moveTo>
                    <a:pt x="20392" y="39663"/>
                  </a:moveTo>
                  <a:cubicBezTo>
                    <a:pt x="19944" y="39663"/>
                    <a:pt x="19047" y="39663"/>
                    <a:pt x="18599" y="39215"/>
                  </a:cubicBezTo>
                  <a:lnTo>
                    <a:pt x="672" y="21288"/>
                  </a:lnTo>
                  <a:cubicBezTo>
                    <a:pt x="-224" y="20392"/>
                    <a:pt x="-224" y="19047"/>
                    <a:pt x="672" y="18151"/>
                  </a:cubicBezTo>
                  <a:cubicBezTo>
                    <a:pt x="1569" y="17254"/>
                    <a:pt x="2913" y="17254"/>
                    <a:pt x="3810" y="18151"/>
                  </a:cubicBezTo>
                  <a:lnTo>
                    <a:pt x="19944" y="34285"/>
                  </a:lnTo>
                  <a:lnTo>
                    <a:pt x="53556" y="672"/>
                  </a:lnTo>
                  <a:cubicBezTo>
                    <a:pt x="54453" y="-224"/>
                    <a:pt x="55797" y="-224"/>
                    <a:pt x="56694" y="672"/>
                  </a:cubicBezTo>
                  <a:cubicBezTo>
                    <a:pt x="57590" y="1568"/>
                    <a:pt x="57590" y="2913"/>
                    <a:pt x="56694" y="3809"/>
                  </a:cubicBezTo>
                  <a:lnTo>
                    <a:pt x="21736" y="38767"/>
                  </a:lnTo>
                  <a:cubicBezTo>
                    <a:pt x="21288" y="39663"/>
                    <a:pt x="20840" y="39663"/>
                    <a:pt x="20392" y="39663"/>
                  </a:cubicBezTo>
                  <a:close/>
                </a:path>
              </a:pathLst>
            </a:custGeom>
            <a:solidFill>
              <a:schemeClr val="tx2"/>
            </a:solidFill>
            <a:ln w="190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120" name="Oval 13">
              <a:extLst>
                <a:ext uri="{FF2B5EF4-FFF2-40B4-BE49-F238E27FC236}">
                  <a16:creationId xmlns:a16="http://schemas.microsoft.com/office/drawing/2014/main" id="{6E12B8F6-FE47-5A47-256C-EB3282707B54}"/>
                </a:ext>
              </a:extLst>
            </p:cNvPr>
            <p:cNvSpPr txBox="1">
              <a:spLocks/>
            </p:cNvSpPr>
            <p:nvPr>
              <p:custDataLst>
                <p:tags r:id="rId25"/>
              </p:custDataLst>
            </p:nvPr>
          </p:nvSpPr>
          <p:spPr bwMode="auto">
            <a:xfrm>
              <a:off x="6568445" y="2229155"/>
              <a:ext cx="352427" cy="352427"/>
            </a:xfrm>
            <a:prstGeom prst="ellipse">
              <a:avLst/>
            </a:prstGeom>
            <a:solidFill>
              <a:schemeClr val="bg1"/>
            </a:solidFill>
            <a:ln w="19050">
              <a:solidFill>
                <a:schemeClr val="tx2"/>
              </a:solidFill>
              <a:miter lim="800000"/>
              <a:headEnd/>
              <a:tailEnd/>
            </a:ln>
            <a:effectLst/>
          </p:spPr>
          <p:txBody>
            <a:bodyPr wrap="none" lIns="0" tIns="36000" rIns="0" bIns="0" anchor="ctr" anchorCtr="0"/>
            <a:lstStyle>
              <a:defPPr>
                <a:defRPr lang="pt-PT"/>
              </a:defPPr>
              <a:lvl1pPr indent="-190500" algn="ctr">
                <a:lnSpc>
                  <a:spcPct val="95000"/>
                </a:lnSpc>
                <a:spcAft>
                  <a:spcPts val="400"/>
                </a:spcAft>
                <a:buClr>
                  <a:srgbClr val="808080"/>
                </a:buClr>
                <a:defRPr sz="1400">
                  <a:solidFill>
                    <a:srgbClr val="FFFFFF"/>
                  </a:solidFill>
                  <a:latin typeface="+mj-lt"/>
                  <a:cs typeface="Arial" charset="0"/>
                </a:defRPr>
              </a:lvl1pPr>
              <a:lvl2pPr marL="180975" indent="-180975" algn="l" defTabSz="914400" rtl="0" eaLnBrk="1" latinLnBrk="0" hangingPunct="1">
                <a:lnSpc>
                  <a:spcPct val="100000"/>
                </a:lnSpc>
                <a:spcBef>
                  <a:spcPts val="600"/>
                </a:spcBef>
                <a:buClr>
                  <a:schemeClr val="tx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
                  <a:schemeClr val="tx1"/>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
                  <a:schemeClr val="tx1"/>
                </a:buClr>
                <a:buFont typeface="Verdana" panose="020B060403050404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
                  <a:schemeClr val="tx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190500" algn="ctr" defTabSz="914400" rtl="0" eaLnBrk="1" fontAlgn="auto" latinLnBrk="0" hangingPunct="1">
                <a:lnSpc>
                  <a:spcPct val="95000"/>
                </a:lnSpc>
                <a:spcBef>
                  <a:spcPts val="0"/>
                </a:spcBef>
                <a:spcAft>
                  <a:spcPts val="400"/>
                </a:spcAft>
                <a:buClr>
                  <a:srgbClr val="80808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mn-lt"/>
                <a:ea typeface="+mn-ea"/>
                <a:cs typeface="Arial" charset="0"/>
                <a:sym typeface="Wingdings"/>
              </a:endParaRPr>
            </a:p>
          </p:txBody>
        </p:sp>
        <p:sp>
          <p:nvSpPr>
            <p:cNvPr id="121" name="Freeform: Shape 2493">
              <a:extLst>
                <a:ext uri="{FF2B5EF4-FFF2-40B4-BE49-F238E27FC236}">
                  <a16:creationId xmlns:a16="http://schemas.microsoft.com/office/drawing/2014/main" id="{F9033CED-649D-0071-CE31-D49ECD523D94}"/>
                </a:ext>
              </a:extLst>
            </p:cNvPr>
            <p:cNvSpPr/>
            <p:nvPr/>
          </p:nvSpPr>
          <p:spPr>
            <a:xfrm>
              <a:off x="6637769" y="2338001"/>
              <a:ext cx="195822" cy="143605"/>
            </a:xfrm>
            <a:custGeom>
              <a:avLst/>
              <a:gdLst>
                <a:gd name="connsiteX0" fmla="*/ 20392 w 53780"/>
                <a:gd name="connsiteY0" fmla="*/ 39663 h 35853"/>
                <a:gd name="connsiteX1" fmla="*/ 18599 w 53780"/>
                <a:gd name="connsiteY1" fmla="*/ 39215 h 35853"/>
                <a:gd name="connsiteX2" fmla="*/ 672 w 53780"/>
                <a:gd name="connsiteY2" fmla="*/ 21288 h 35853"/>
                <a:gd name="connsiteX3" fmla="*/ 672 w 53780"/>
                <a:gd name="connsiteY3" fmla="*/ 18151 h 35853"/>
                <a:gd name="connsiteX4" fmla="*/ 3810 w 53780"/>
                <a:gd name="connsiteY4" fmla="*/ 18151 h 35853"/>
                <a:gd name="connsiteX5" fmla="*/ 19944 w 53780"/>
                <a:gd name="connsiteY5" fmla="*/ 34285 h 35853"/>
                <a:gd name="connsiteX6" fmla="*/ 53556 w 53780"/>
                <a:gd name="connsiteY6" fmla="*/ 672 h 35853"/>
                <a:gd name="connsiteX7" fmla="*/ 56694 w 53780"/>
                <a:gd name="connsiteY7" fmla="*/ 672 h 35853"/>
                <a:gd name="connsiteX8" fmla="*/ 56694 w 53780"/>
                <a:gd name="connsiteY8" fmla="*/ 3809 h 35853"/>
                <a:gd name="connsiteX9" fmla="*/ 21736 w 53780"/>
                <a:gd name="connsiteY9" fmla="*/ 38767 h 35853"/>
                <a:gd name="connsiteX10" fmla="*/ 20392 w 53780"/>
                <a:gd name="connsiteY10" fmla="*/ 39663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80" h="35853">
                  <a:moveTo>
                    <a:pt x="20392" y="39663"/>
                  </a:moveTo>
                  <a:cubicBezTo>
                    <a:pt x="19944" y="39663"/>
                    <a:pt x="19047" y="39663"/>
                    <a:pt x="18599" y="39215"/>
                  </a:cubicBezTo>
                  <a:lnTo>
                    <a:pt x="672" y="21288"/>
                  </a:lnTo>
                  <a:cubicBezTo>
                    <a:pt x="-224" y="20392"/>
                    <a:pt x="-224" y="19047"/>
                    <a:pt x="672" y="18151"/>
                  </a:cubicBezTo>
                  <a:cubicBezTo>
                    <a:pt x="1569" y="17254"/>
                    <a:pt x="2913" y="17254"/>
                    <a:pt x="3810" y="18151"/>
                  </a:cubicBezTo>
                  <a:lnTo>
                    <a:pt x="19944" y="34285"/>
                  </a:lnTo>
                  <a:lnTo>
                    <a:pt x="53556" y="672"/>
                  </a:lnTo>
                  <a:cubicBezTo>
                    <a:pt x="54453" y="-224"/>
                    <a:pt x="55797" y="-224"/>
                    <a:pt x="56694" y="672"/>
                  </a:cubicBezTo>
                  <a:cubicBezTo>
                    <a:pt x="57590" y="1568"/>
                    <a:pt x="57590" y="2913"/>
                    <a:pt x="56694" y="3809"/>
                  </a:cubicBezTo>
                  <a:lnTo>
                    <a:pt x="21736" y="38767"/>
                  </a:lnTo>
                  <a:cubicBezTo>
                    <a:pt x="21288" y="39663"/>
                    <a:pt x="20840" y="39663"/>
                    <a:pt x="20392" y="39663"/>
                  </a:cubicBezTo>
                  <a:close/>
                </a:path>
              </a:pathLst>
            </a:custGeom>
            <a:solidFill>
              <a:schemeClr val="tx2"/>
            </a:solidFill>
            <a:ln w="190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grpSp>
      <p:sp>
        <p:nvSpPr>
          <p:cNvPr id="18" name="Date Placeholder 17">
            <a:extLst>
              <a:ext uri="{FF2B5EF4-FFF2-40B4-BE49-F238E27FC236}">
                <a16:creationId xmlns:a16="http://schemas.microsoft.com/office/drawing/2014/main" id="{F3F81858-72C4-D848-4FAA-5F3F08CFF5F1}"/>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0" name="Footer Placeholder 19">
            <a:extLst>
              <a:ext uri="{FF2B5EF4-FFF2-40B4-BE49-F238E27FC236}">
                <a16:creationId xmlns:a16="http://schemas.microsoft.com/office/drawing/2014/main" id="{0125E461-485A-D8AF-86C8-3DD17B92C44C}"/>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21" name="Slide Number Placeholder 20">
            <a:extLst>
              <a:ext uri="{FF2B5EF4-FFF2-40B4-BE49-F238E27FC236}">
                <a16:creationId xmlns:a16="http://schemas.microsoft.com/office/drawing/2014/main" id="{A658313E-27E8-EA8F-8684-2B8810E73800}"/>
              </a:ext>
            </a:extLst>
          </p:cNvPr>
          <p:cNvSpPr>
            <a:spLocks noGrp="1"/>
          </p:cNvSpPr>
          <p:nvPr>
            <p:ph type="sldNum" sz="quarter" idx="30"/>
          </p:nvPr>
        </p:nvSpPr>
        <p:spPr/>
        <p:txBody>
          <a:bodyPr/>
          <a:lstStyle/>
          <a:p>
            <a:pPr algn="r"/>
            <a:fld id="{5D9A5160-6218-4E5A-B9E6-B93E3DAE377C}" type="slidenum">
              <a:rPr lang="en-US" smtClean="0"/>
              <a:pPr algn="r"/>
              <a:t>79</a:t>
            </a:fld>
            <a:endParaRPr lang="en-US" dirty="0"/>
          </a:p>
        </p:txBody>
      </p:sp>
    </p:spTree>
    <p:extLst>
      <p:ext uri="{BB962C8B-B14F-4D97-AF65-F5344CB8AC3E}">
        <p14:creationId xmlns:p14="http://schemas.microsoft.com/office/powerpoint/2010/main" val="318644388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ACCC90-843C-E483-ABCC-56AFB1DCB196}"/>
            </a:ext>
          </a:extLst>
        </p:cNvPr>
        <p:cNvGrpSpPr/>
        <p:nvPr/>
      </p:nvGrpSpPr>
      <p:grpSpPr>
        <a:xfrm>
          <a:off x="0" y="0"/>
          <a:ext cx="0" cy="0"/>
          <a:chOff x="0" y="0"/>
          <a:chExt cx="0" cy="0"/>
        </a:xfrm>
      </p:grpSpPr>
      <p:sp>
        <p:nvSpPr>
          <p:cNvPr id="17" name="Title 16">
            <a:extLst>
              <a:ext uri="{FF2B5EF4-FFF2-40B4-BE49-F238E27FC236}">
                <a16:creationId xmlns:a16="http://schemas.microsoft.com/office/drawing/2014/main" id="{A706DC76-457A-1E4D-E9B6-F088A0147B34}"/>
              </a:ext>
            </a:extLst>
          </p:cNvPr>
          <p:cNvSpPr>
            <a:spLocks noGrp="1"/>
          </p:cNvSpPr>
          <p:nvPr>
            <p:ph type="title"/>
          </p:nvPr>
        </p:nvSpPr>
        <p:spPr>
          <a:xfrm>
            <a:off x="551384" y="549274"/>
            <a:ext cx="11090938" cy="930372"/>
          </a:xfrm>
        </p:spPr>
        <p:txBody>
          <a:bodyPr/>
          <a:lstStyle/>
          <a:p>
            <a:r>
              <a:rPr lang="en-US" dirty="0"/>
              <a:t>The funnel</a:t>
            </a:r>
            <a:br>
              <a:rPr lang="en-US" dirty="0"/>
            </a:br>
            <a:endParaRPr lang="en-US" dirty="0"/>
          </a:p>
        </p:txBody>
      </p:sp>
      <p:sp>
        <p:nvSpPr>
          <p:cNvPr id="3" name="Content Placeholder 6">
            <a:extLst>
              <a:ext uri="{FF2B5EF4-FFF2-40B4-BE49-F238E27FC236}">
                <a16:creationId xmlns:a16="http://schemas.microsoft.com/office/drawing/2014/main" id="{FC6D33F7-E137-B559-E8F8-8D3885CED39E}"/>
              </a:ext>
            </a:extLst>
          </p:cNvPr>
          <p:cNvSpPr txBox="1">
            <a:spLocks/>
          </p:cNvSpPr>
          <p:nvPr/>
        </p:nvSpPr>
        <p:spPr>
          <a:xfrm>
            <a:off x="550864" y="1882806"/>
            <a:ext cx="3697286" cy="1357349"/>
          </a:xfrm>
          <a:prstGeom prst="rect">
            <a:avLst/>
          </a:prstGeom>
          <a:noFill/>
        </p:spPr>
        <p:txBody>
          <a:bodyPr vert="horz" wrap="square" lIns="0" tIns="0" rIns="0" bIns="180000" numCol="1" rtlCol="0" anchor="b" anchorCtr="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 </a:t>
            </a:r>
          </a:p>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srgbClr val="0057AB"/>
                </a:solidFill>
                <a:effectLst/>
                <a:uLnTx/>
                <a:uFillTx/>
                <a:ea typeface="+mn-ea"/>
                <a:cs typeface="+mn-cs"/>
              </a:rPr>
              <a:t>XX%</a:t>
            </a:r>
            <a:endParaRPr kumimoji="0" lang="en-US" sz="1400" b="0" i="0" u="none" strike="noStrike" kern="1200" cap="none" spc="0" normalizeH="0" baseline="0" noProof="0" dirty="0">
              <a:ln>
                <a:noFill/>
              </a:ln>
              <a:solidFill>
                <a:srgbClr val="0057AB"/>
              </a:solidFill>
              <a:effectLst/>
              <a:uLnTx/>
              <a:uFillTx/>
              <a:ea typeface="+mn-ea"/>
              <a:cs typeface="+mn-cs"/>
            </a:endParaRPr>
          </a:p>
        </p:txBody>
      </p:sp>
      <p:sp>
        <p:nvSpPr>
          <p:cNvPr id="5" name="Content Placeholder 6">
            <a:extLst>
              <a:ext uri="{FF2B5EF4-FFF2-40B4-BE49-F238E27FC236}">
                <a16:creationId xmlns:a16="http://schemas.microsoft.com/office/drawing/2014/main" id="{F76AA0B8-2764-3410-3E1F-F05DAE908E1E}"/>
              </a:ext>
            </a:extLst>
          </p:cNvPr>
          <p:cNvSpPr txBox="1">
            <a:spLocks/>
          </p:cNvSpPr>
          <p:nvPr/>
        </p:nvSpPr>
        <p:spPr>
          <a:xfrm>
            <a:off x="7943852" y="549274"/>
            <a:ext cx="3698665" cy="1333532"/>
          </a:xfrm>
          <a:prstGeom prst="rect">
            <a:avLst/>
          </a:prstGeom>
          <a:noFill/>
        </p:spPr>
        <p:txBody>
          <a:bodyPr vert="horz" wrap="square" lIns="0" tIns="0" rIns="0" bIns="180000" numCol="1" rtlCol="0" anchor="b" anchorCtr="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 </a:t>
            </a:r>
          </a:p>
          <a:p>
            <a:pPr marL="0" marR="0" lvl="0" indent="0" algn="r"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srgbClr val="0057AB"/>
                </a:solidFill>
                <a:effectLst/>
                <a:uLnTx/>
                <a:uFillTx/>
                <a:ea typeface="+mn-ea"/>
                <a:cs typeface="+mn-cs"/>
              </a:rPr>
              <a:t>XX%</a:t>
            </a:r>
            <a:endParaRPr kumimoji="0" lang="en-US" sz="1400" b="0" i="0" u="none" strike="noStrike" kern="1200" cap="none" spc="0" normalizeH="0" baseline="0" noProof="0" dirty="0">
              <a:ln>
                <a:noFill/>
              </a:ln>
              <a:solidFill>
                <a:srgbClr val="0057AB"/>
              </a:solidFill>
              <a:effectLst/>
              <a:uLnTx/>
              <a:uFillTx/>
              <a:ea typeface="+mn-ea"/>
              <a:cs typeface="+mn-cs"/>
            </a:endParaRPr>
          </a:p>
        </p:txBody>
      </p:sp>
      <p:sp>
        <p:nvSpPr>
          <p:cNvPr id="11" name="Content Placeholder 6">
            <a:extLst>
              <a:ext uri="{FF2B5EF4-FFF2-40B4-BE49-F238E27FC236}">
                <a16:creationId xmlns:a16="http://schemas.microsoft.com/office/drawing/2014/main" id="{8C93C2DC-E167-6F64-018E-7F367AB83D23}"/>
              </a:ext>
            </a:extLst>
          </p:cNvPr>
          <p:cNvSpPr txBox="1">
            <a:spLocks/>
          </p:cNvSpPr>
          <p:nvPr/>
        </p:nvSpPr>
        <p:spPr>
          <a:xfrm>
            <a:off x="550864" y="3446549"/>
            <a:ext cx="2791751" cy="1845193"/>
          </a:xfrm>
          <a:prstGeom prst="rect">
            <a:avLst/>
          </a:prstGeom>
          <a:noFill/>
        </p:spPr>
        <p:txBody>
          <a:bodyPr vert="horz" wrap="square" lIns="0" tIns="0" rIns="0" bIns="180000" numCol="1" rtlCol="0" anchor="b" anchorCtr="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 </a:t>
            </a:r>
          </a:p>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srgbClr val="0057AB"/>
                </a:solidFill>
                <a:effectLst/>
                <a:uLnTx/>
                <a:uFillTx/>
                <a:ea typeface="+mn-ea"/>
                <a:cs typeface="+mn-cs"/>
              </a:rPr>
              <a:t>XX%</a:t>
            </a:r>
            <a:endParaRPr kumimoji="0" lang="en-US" sz="1400" b="0" i="0" u="none" strike="noStrike" kern="1200" cap="none" spc="0" normalizeH="0" baseline="0" noProof="0" dirty="0">
              <a:ln>
                <a:noFill/>
              </a:ln>
              <a:solidFill>
                <a:srgbClr val="0057AB"/>
              </a:solidFill>
              <a:effectLst/>
              <a:uLnTx/>
              <a:uFillTx/>
              <a:ea typeface="+mn-ea"/>
              <a:cs typeface="+mn-cs"/>
            </a:endParaRPr>
          </a:p>
        </p:txBody>
      </p:sp>
      <p:sp>
        <p:nvSpPr>
          <p:cNvPr id="13" name="Content Placeholder 6">
            <a:extLst>
              <a:ext uri="{FF2B5EF4-FFF2-40B4-BE49-F238E27FC236}">
                <a16:creationId xmlns:a16="http://schemas.microsoft.com/office/drawing/2014/main" id="{10153FB3-8DF1-197A-267E-36E2A6629F63}"/>
              </a:ext>
            </a:extLst>
          </p:cNvPr>
          <p:cNvSpPr txBox="1">
            <a:spLocks/>
          </p:cNvSpPr>
          <p:nvPr/>
        </p:nvSpPr>
        <p:spPr>
          <a:xfrm>
            <a:off x="8861843" y="2669307"/>
            <a:ext cx="2780674" cy="1575888"/>
          </a:xfrm>
          <a:prstGeom prst="rect">
            <a:avLst/>
          </a:prstGeom>
          <a:noFill/>
        </p:spPr>
        <p:txBody>
          <a:bodyPr vert="horz" wrap="square" lIns="0" tIns="0" rIns="0" bIns="180000" numCol="1" rtlCol="0" anchor="b" anchorCtr="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 </a:t>
            </a:r>
          </a:p>
          <a:p>
            <a:pPr marL="0" marR="0" lvl="0" indent="0" algn="r"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srgbClr val="0057AB"/>
                </a:solidFill>
                <a:effectLst/>
                <a:uLnTx/>
                <a:uFillTx/>
                <a:ea typeface="+mn-ea"/>
                <a:cs typeface="+mn-cs"/>
              </a:rPr>
              <a:t>XX%</a:t>
            </a:r>
            <a:endParaRPr kumimoji="0" lang="en-US" sz="1400" b="0" i="0" u="none" strike="noStrike" kern="1200" cap="none" spc="0" normalizeH="0" baseline="0" noProof="0" dirty="0">
              <a:ln>
                <a:noFill/>
              </a:ln>
              <a:solidFill>
                <a:srgbClr val="0057AB"/>
              </a:solidFill>
              <a:effectLst/>
              <a:uLnTx/>
              <a:uFillTx/>
              <a:ea typeface="+mn-ea"/>
              <a:cs typeface="+mn-cs"/>
            </a:endParaRPr>
          </a:p>
        </p:txBody>
      </p:sp>
      <p:grpSp>
        <p:nvGrpSpPr>
          <p:cNvPr id="2" name="Group 1" descr="Data chart">
            <a:extLst>
              <a:ext uri="{FF2B5EF4-FFF2-40B4-BE49-F238E27FC236}">
                <a16:creationId xmlns:a16="http://schemas.microsoft.com/office/drawing/2014/main" id="{CF35E188-2CC4-7F73-F1F5-A6D63F8CA69C}"/>
              </a:ext>
            </a:extLst>
          </p:cNvPr>
          <p:cNvGrpSpPr/>
          <p:nvPr/>
        </p:nvGrpSpPr>
        <p:grpSpPr>
          <a:xfrm>
            <a:off x="550864" y="1204710"/>
            <a:ext cx="11089752" cy="5100130"/>
            <a:chOff x="550864" y="1204710"/>
            <a:chExt cx="11089752" cy="5100130"/>
          </a:xfrm>
        </p:grpSpPr>
        <p:cxnSp>
          <p:nvCxnSpPr>
            <p:cNvPr id="18" name="Straight Connector 17">
              <a:extLst>
                <a:ext uri="{FF2B5EF4-FFF2-40B4-BE49-F238E27FC236}">
                  <a16:creationId xmlns:a16="http://schemas.microsoft.com/office/drawing/2014/main" id="{E2DA7CC8-3A4F-82E4-1726-2E103902FAD3}"/>
                </a:ext>
              </a:extLst>
            </p:cNvPr>
            <p:cNvCxnSpPr>
              <a:cxnSpLocks/>
            </p:cNvCxnSpPr>
            <p:nvPr/>
          </p:nvCxnSpPr>
          <p:spPr>
            <a:xfrm>
              <a:off x="6095740" y="1889345"/>
              <a:ext cx="5544876"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99E57872-0605-144E-94E3-F9F3BB9BF2AC}"/>
                </a:ext>
              </a:extLst>
            </p:cNvPr>
            <p:cNvGrpSpPr/>
            <p:nvPr/>
          </p:nvGrpSpPr>
          <p:grpSpPr>
            <a:xfrm>
              <a:off x="2624150" y="1204710"/>
              <a:ext cx="6908800" cy="5100130"/>
              <a:chOff x="2643200" y="1217410"/>
              <a:chExt cx="6908800" cy="5100130"/>
            </a:xfrm>
            <a:noFill/>
          </p:grpSpPr>
          <p:sp>
            <p:nvSpPr>
              <p:cNvPr id="6" name="Freeform 53">
                <a:extLst>
                  <a:ext uri="{FF2B5EF4-FFF2-40B4-BE49-F238E27FC236}">
                    <a16:creationId xmlns:a16="http://schemas.microsoft.com/office/drawing/2014/main" id="{682B1585-7968-BB7B-C9DF-5D26B59C87CF}"/>
                  </a:ext>
                </a:extLst>
              </p:cNvPr>
              <p:cNvSpPr/>
              <p:nvPr/>
            </p:nvSpPr>
            <p:spPr>
              <a:xfrm>
                <a:off x="2643200" y="5384167"/>
                <a:ext cx="6908800" cy="933373"/>
              </a:xfrm>
              <a:custGeom>
                <a:avLst/>
                <a:gdLst>
                  <a:gd name="connsiteX0" fmla="*/ 477300 w 5181600"/>
                  <a:gd name="connsiteY0" fmla="*/ 0 h 700030"/>
                  <a:gd name="connsiteX1" fmla="*/ 4710617 w 5181600"/>
                  <a:gd name="connsiteY1" fmla="*/ 0 h 700030"/>
                  <a:gd name="connsiteX2" fmla="*/ 5181600 w 5181600"/>
                  <a:gd name="connsiteY2" fmla="*/ 700030 h 700030"/>
                  <a:gd name="connsiteX3" fmla="*/ 0 w 5181600"/>
                  <a:gd name="connsiteY3" fmla="*/ 700030 h 700030"/>
                </a:gdLst>
                <a:ahLst/>
                <a:cxnLst>
                  <a:cxn ang="0">
                    <a:pos x="connsiteX0" y="connsiteY0"/>
                  </a:cxn>
                  <a:cxn ang="0">
                    <a:pos x="connsiteX1" y="connsiteY1"/>
                  </a:cxn>
                  <a:cxn ang="0">
                    <a:pos x="connsiteX2" y="connsiteY2"/>
                  </a:cxn>
                  <a:cxn ang="0">
                    <a:pos x="connsiteX3" y="connsiteY3"/>
                  </a:cxn>
                </a:cxnLst>
                <a:rect l="l" t="t" r="r" b="b"/>
                <a:pathLst>
                  <a:path w="5181600" h="700030">
                    <a:moveTo>
                      <a:pt x="477300" y="0"/>
                    </a:moveTo>
                    <a:lnTo>
                      <a:pt x="4710617" y="0"/>
                    </a:lnTo>
                    <a:lnTo>
                      <a:pt x="5181600" y="700030"/>
                    </a:lnTo>
                    <a:lnTo>
                      <a:pt x="0" y="700030"/>
                    </a:lnTo>
                    <a:close/>
                  </a:path>
                </a:pathLst>
              </a:custGeom>
              <a:solidFill>
                <a:schemeClr val="bg1"/>
              </a:solidFill>
              <a:ln w="38100">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Roboto Light" panose="02000000000000000000" pitchFamily="2" charset="0"/>
                    <a:cs typeface="+mn-cs"/>
                  </a:rPr>
                  <a:t>Fourth Title </a:t>
                </a:r>
              </a:p>
              <a:p>
                <a:pPr marL="0" marR="0" lvl="0" indent="0" algn="ctr"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Roboto Light" panose="02000000000000000000" pitchFamily="2" charset="0"/>
                    <a:cs typeface="+mn-cs"/>
                  </a:rPr>
                  <a:t>The last </a:t>
                </a:r>
                <a:r>
                  <a:rPr kumimoji="0" lang="en-US" sz="1400" b="0" i="0" u="none" strike="noStrike" kern="1200" cap="none" spc="0" normalizeH="0" baseline="0" noProof="0" dirty="0" err="1">
                    <a:ln>
                      <a:noFill/>
                    </a:ln>
                    <a:solidFill>
                      <a:srgbClr val="000000"/>
                    </a:solidFill>
                    <a:effectLst/>
                    <a:uLnTx/>
                    <a:uFillTx/>
                    <a:ea typeface="Roboto Light" panose="02000000000000000000" pitchFamily="2" charset="0"/>
                    <a:cs typeface="+mn-cs"/>
                  </a:rPr>
                  <a:t>Subheadline</a:t>
                </a:r>
                <a:r>
                  <a:rPr kumimoji="0" lang="en-US" sz="1400" b="0" i="0" u="none" strike="noStrike" kern="1200" cap="none" spc="0" normalizeH="0" baseline="0" noProof="0" dirty="0">
                    <a:ln>
                      <a:noFill/>
                    </a:ln>
                    <a:solidFill>
                      <a:srgbClr val="000000"/>
                    </a:solidFill>
                    <a:effectLst/>
                    <a:uLnTx/>
                    <a:uFillTx/>
                    <a:ea typeface="Roboto Light" panose="02000000000000000000" pitchFamily="2" charset="0"/>
                    <a:cs typeface="+mn-cs"/>
                  </a:rPr>
                  <a:t> goes here</a:t>
                </a:r>
                <a:endParaRPr kumimoji="0" lang="en-US" sz="1400" b="1" i="0" u="none" strike="noStrike" kern="1200" cap="none" spc="0" normalizeH="0" baseline="0" noProof="0" dirty="0">
                  <a:ln>
                    <a:noFill/>
                  </a:ln>
                  <a:solidFill>
                    <a:srgbClr val="000000"/>
                  </a:solidFill>
                  <a:effectLst/>
                  <a:uLnTx/>
                  <a:uFillTx/>
                  <a:ea typeface="+mn-ea"/>
                  <a:cs typeface="+mn-cs"/>
                </a:endParaRPr>
              </a:p>
            </p:txBody>
          </p:sp>
          <p:sp>
            <p:nvSpPr>
              <p:cNvPr id="7" name="Freeform 50">
                <a:extLst>
                  <a:ext uri="{FF2B5EF4-FFF2-40B4-BE49-F238E27FC236}">
                    <a16:creationId xmlns:a16="http://schemas.microsoft.com/office/drawing/2014/main" id="{AE1FA2F6-0EAA-C6C9-759E-D8350E32BF27}"/>
                  </a:ext>
                </a:extLst>
              </p:cNvPr>
              <p:cNvSpPr/>
              <p:nvPr/>
            </p:nvSpPr>
            <p:spPr>
              <a:xfrm>
                <a:off x="3342615" y="4358374"/>
                <a:ext cx="5519228" cy="933373"/>
              </a:xfrm>
              <a:custGeom>
                <a:avLst/>
                <a:gdLst>
                  <a:gd name="connsiteX0" fmla="*/ 477300 w 4139421"/>
                  <a:gd name="connsiteY0" fmla="*/ 0 h 700030"/>
                  <a:gd name="connsiteX1" fmla="*/ 3668437 w 4139421"/>
                  <a:gd name="connsiteY1" fmla="*/ 0 h 700030"/>
                  <a:gd name="connsiteX2" fmla="*/ 4139421 w 4139421"/>
                  <a:gd name="connsiteY2" fmla="*/ 700030 h 700030"/>
                  <a:gd name="connsiteX3" fmla="*/ 0 w 4139421"/>
                  <a:gd name="connsiteY3" fmla="*/ 700030 h 700030"/>
                </a:gdLst>
                <a:ahLst/>
                <a:cxnLst>
                  <a:cxn ang="0">
                    <a:pos x="connsiteX0" y="connsiteY0"/>
                  </a:cxn>
                  <a:cxn ang="0">
                    <a:pos x="connsiteX1" y="connsiteY1"/>
                  </a:cxn>
                  <a:cxn ang="0">
                    <a:pos x="connsiteX2" y="connsiteY2"/>
                  </a:cxn>
                  <a:cxn ang="0">
                    <a:pos x="connsiteX3" y="connsiteY3"/>
                  </a:cxn>
                </a:cxnLst>
                <a:rect l="l" t="t" r="r" b="b"/>
                <a:pathLst>
                  <a:path w="4139421" h="700030">
                    <a:moveTo>
                      <a:pt x="477300" y="0"/>
                    </a:moveTo>
                    <a:lnTo>
                      <a:pt x="3668437" y="0"/>
                    </a:lnTo>
                    <a:lnTo>
                      <a:pt x="4139421" y="700030"/>
                    </a:lnTo>
                    <a:lnTo>
                      <a:pt x="0" y="700030"/>
                    </a:lnTo>
                    <a:close/>
                  </a:path>
                </a:pathLst>
              </a:custGeom>
              <a:solidFill>
                <a:schemeClr val="bg1"/>
              </a:solidFill>
              <a:ln w="38100">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Roboto Light" panose="02000000000000000000" pitchFamily="2" charset="0"/>
                    <a:cs typeface="+mn-cs"/>
                  </a:rPr>
                  <a:t>Third Title </a:t>
                </a:r>
              </a:p>
              <a:p>
                <a:pPr marL="0" marR="0" lvl="0" indent="0" algn="ctr"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Roboto Light" panose="02000000000000000000" pitchFamily="2" charset="0"/>
                    <a:cs typeface="+mn-cs"/>
                  </a:rPr>
                  <a:t>One more </a:t>
                </a:r>
                <a:r>
                  <a:rPr kumimoji="0" lang="en-US" sz="1400" b="0" i="0" u="none" strike="noStrike" kern="1200" cap="none" spc="0" normalizeH="0" baseline="0" noProof="0" dirty="0" err="1">
                    <a:ln>
                      <a:noFill/>
                    </a:ln>
                    <a:solidFill>
                      <a:srgbClr val="000000"/>
                    </a:solidFill>
                    <a:effectLst/>
                    <a:uLnTx/>
                    <a:uFillTx/>
                    <a:ea typeface="Roboto Light" panose="02000000000000000000" pitchFamily="2" charset="0"/>
                    <a:cs typeface="+mn-cs"/>
                  </a:rPr>
                  <a:t>Subheadline</a:t>
                </a:r>
                <a:r>
                  <a:rPr kumimoji="0" lang="en-US" sz="1400" b="0" i="0" u="none" strike="noStrike" kern="1200" cap="none" spc="0" normalizeH="0" baseline="0" noProof="0" dirty="0">
                    <a:ln>
                      <a:noFill/>
                    </a:ln>
                    <a:solidFill>
                      <a:srgbClr val="000000"/>
                    </a:solidFill>
                    <a:effectLst/>
                    <a:uLnTx/>
                    <a:uFillTx/>
                    <a:ea typeface="Roboto Light" panose="02000000000000000000" pitchFamily="2" charset="0"/>
                    <a:cs typeface="+mn-cs"/>
                  </a:rPr>
                  <a:t> goes here</a:t>
                </a:r>
                <a:endParaRPr kumimoji="0" lang="en-US" sz="1400" b="1" i="0" u="none" strike="noStrike" kern="1200" cap="none" spc="0" normalizeH="0" baseline="0" noProof="0" dirty="0">
                  <a:ln>
                    <a:noFill/>
                  </a:ln>
                  <a:solidFill>
                    <a:srgbClr val="000000"/>
                  </a:solidFill>
                  <a:effectLst/>
                  <a:uLnTx/>
                  <a:uFillTx/>
                  <a:ea typeface="+mn-ea"/>
                  <a:cs typeface="+mn-cs"/>
                </a:endParaRPr>
              </a:p>
            </p:txBody>
          </p:sp>
          <p:sp>
            <p:nvSpPr>
              <p:cNvPr id="8" name="Freeform 55">
                <a:extLst>
                  <a:ext uri="{FF2B5EF4-FFF2-40B4-BE49-F238E27FC236}">
                    <a16:creationId xmlns:a16="http://schemas.microsoft.com/office/drawing/2014/main" id="{AFC0C9E7-31AD-169D-8FE5-DB1EC8281CA8}"/>
                  </a:ext>
                </a:extLst>
              </p:cNvPr>
              <p:cNvSpPr/>
              <p:nvPr/>
            </p:nvSpPr>
            <p:spPr>
              <a:xfrm>
                <a:off x="4042030" y="3332580"/>
                <a:ext cx="4129655" cy="933373"/>
              </a:xfrm>
              <a:custGeom>
                <a:avLst/>
                <a:gdLst>
                  <a:gd name="connsiteX0" fmla="*/ 477299 w 3097241"/>
                  <a:gd name="connsiteY0" fmla="*/ 0 h 700030"/>
                  <a:gd name="connsiteX1" fmla="*/ 2626257 w 3097241"/>
                  <a:gd name="connsiteY1" fmla="*/ 0 h 700030"/>
                  <a:gd name="connsiteX2" fmla="*/ 3097241 w 3097241"/>
                  <a:gd name="connsiteY2" fmla="*/ 700030 h 700030"/>
                  <a:gd name="connsiteX3" fmla="*/ 0 w 3097241"/>
                  <a:gd name="connsiteY3" fmla="*/ 700030 h 700030"/>
                </a:gdLst>
                <a:ahLst/>
                <a:cxnLst>
                  <a:cxn ang="0">
                    <a:pos x="connsiteX0" y="connsiteY0"/>
                  </a:cxn>
                  <a:cxn ang="0">
                    <a:pos x="connsiteX1" y="connsiteY1"/>
                  </a:cxn>
                  <a:cxn ang="0">
                    <a:pos x="connsiteX2" y="connsiteY2"/>
                  </a:cxn>
                  <a:cxn ang="0">
                    <a:pos x="connsiteX3" y="connsiteY3"/>
                  </a:cxn>
                </a:cxnLst>
                <a:rect l="l" t="t" r="r" b="b"/>
                <a:pathLst>
                  <a:path w="3097241" h="700030">
                    <a:moveTo>
                      <a:pt x="477299" y="0"/>
                    </a:moveTo>
                    <a:lnTo>
                      <a:pt x="2626257" y="0"/>
                    </a:lnTo>
                    <a:lnTo>
                      <a:pt x="3097241" y="700030"/>
                    </a:lnTo>
                    <a:lnTo>
                      <a:pt x="0" y="700030"/>
                    </a:lnTo>
                    <a:close/>
                  </a:path>
                </a:pathLst>
              </a:custGeom>
              <a:solidFill>
                <a:schemeClr val="bg1"/>
              </a:solidFill>
              <a:ln w="38100">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Roboto Light" panose="02000000000000000000" pitchFamily="2" charset="0"/>
                    <a:cs typeface="+mn-cs"/>
                  </a:rPr>
                  <a:t>Second Title </a:t>
                </a:r>
              </a:p>
              <a:p>
                <a:pPr marL="0" marR="0" lvl="0" indent="0" algn="ctr"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Roboto Light" panose="02000000000000000000" pitchFamily="2" charset="0"/>
                    <a:cs typeface="+mn-cs"/>
                  </a:rPr>
                  <a:t>Another </a:t>
                </a:r>
                <a:r>
                  <a:rPr kumimoji="0" lang="en-US" sz="1400" b="0" i="0" u="none" strike="noStrike" kern="1200" cap="none" spc="0" normalizeH="0" baseline="0" noProof="0" dirty="0" err="1">
                    <a:ln>
                      <a:noFill/>
                    </a:ln>
                    <a:solidFill>
                      <a:srgbClr val="000000"/>
                    </a:solidFill>
                    <a:effectLst/>
                    <a:uLnTx/>
                    <a:uFillTx/>
                    <a:ea typeface="Roboto Light" panose="02000000000000000000" pitchFamily="2" charset="0"/>
                    <a:cs typeface="+mn-cs"/>
                  </a:rPr>
                  <a:t>Subheadline</a:t>
                </a:r>
                <a:r>
                  <a:rPr kumimoji="0" lang="en-US" sz="1400" b="0" i="0" u="none" strike="noStrike" kern="1200" cap="none" spc="0" normalizeH="0" baseline="0" noProof="0" dirty="0">
                    <a:ln>
                      <a:noFill/>
                    </a:ln>
                    <a:solidFill>
                      <a:srgbClr val="000000"/>
                    </a:solidFill>
                    <a:effectLst/>
                    <a:uLnTx/>
                    <a:uFillTx/>
                    <a:ea typeface="Roboto Light" panose="02000000000000000000" pitchFamily="2" charset="0"/>
                    <a:cs typeface="+mn-cs"/>
                  </a:rPr>
                  <a:t> goes here</a:t>
                </a:r>
                <a:endParaRPr kumimoji="0" lang="en-US" sz="1400" b="1" i="0" u="none" strike="noStrike" kern="1200" cap="none" spc="0" normalizeH="0" baseline="0" noProof="0" dirty="0">
                  <a:ln>
                    <a:noFill/>
                  </a:ln>
                  <a:solidFill>
                    <a:srgbClr val="000000"/>
                  </a:solidFill>
                  <a:effectLst/>
                  <a:uLnTx/>
                  <a:uFillTx/>
                  <a:ea typeface="+mn-ea"/>
                  <a:cs typeface="+mn-cs"/>
                </a:endParaRPr>
              </a:p>
            </p:txBody>
          </p:sp>
          <p:sp>
            <p:nvSpPr>
              <p:cNvPr id="9" name="Freeform 57">
                <a:extLst>
                  <a:ext uri="{FF2B5EF4-FFF2-40B4-BE49-F238E27FC236}">
                    <a16:creationId xmlns:a16="http://schemas.microsoft.com/office/drawing/2014/main" id="{1EB6DB2B-DA6E-3E5E-50EA-01ED8709C02E}"/>
                  </a:ext>
                </a:extLst>
              </p:cNvPr>
              <p:cNvSpPr/>
              <p:nvPr/>
            </p:nvSpPr>
            <p:spPr>
              <a:xfrm>
                <a:off x="4741441" y="2306787"/>
                <a:ext cx="2740083" cy="933373"/>
              </a:xfrm>
              <a:custGeom>
                <a:avLst/>
                <a:gdLst>
                  <a:gd name="connsiteX0" fmla="*/ 477299 w 2055062"/>
                  <a:gd name="connsiteY0" fmla="*/ 0 h 700030"/>
                  <a:gd name="connsiteX1" fmla="*/ 1584078 w 2055062"/>
                  <a:gd name="connsiteY1" fmla="*/ 0 h 700030"/>
                  <a:gd name="connsiteX2" fmla="*/ 2055062 w 2055062"/>
                  <a:gd name="connsiteY2" fmla="*/ 700030 h 700030"/>
                  <a:gd name="connsiteX3" fmla="*/ 0 w 2055062"/>
                  <a:gd name="connsiteY3" fmla="*/ 700030 h 700030"/>
                </a:gdLst>
                <a:ahLst/>
                <a:cxnLst>
                  <a:cxn ang="0">
                    <a:pos x="connsiteX0" y="connsiteY0"/>
                  </a:cxn>
                  <a:cxn ang="0">
                    <a:pos x="connsiteX1" y="connsiteY1"/>
                  </a:cxn>
                  <a:cxn ang="0">
                    <a:pos x="connsiteX2" y="connsiteY2"/>
                  </a:cxn>
                  <a:cxn ang="0">
                    <a:pos x="connsiteX3" y="connsiteY3"/>
                  </a:cxn>
                </a:cxnLst>
                <a:rect l="l" t="t" r="r" b="b"/>
                <a:pathLst>
                  <a:path w="2055062" h="700030">
                    <a:moveTo>
                      <a:pt x="477299" y="0"/>
                    </a:moveTo>
                    <a:lnTo>
                      <a:pt x="1584078" y="0"/>
                    </a:lnTo>
                    <a:lnTo>
                      <a:pt x="2055062" y="700030"/>
                    </a:lnTo>
                    <a:lnTo>
                      <a:pt x="0" y="700030"/>
                    </a:lnTo>
                    <a:close/>
                  </a:path>
                </a:pathLst>
              </a:custGeom>
              <a:solidFill>
                <a:schemeClr val="bg1"/>
              </a:solidFill>
              <a:ln w="38100">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Roboto Light" panose="02000000000000000000" pitchFamily="2" charset="0"/>
                    <a:cs typeface="+mn-cs"/>
                  </a:rPr>
                  <a:t>First Title </a:t>
                </a:r>
              </a:p>
              <a:p>
                <a:pPr marL="0" marR="0" lvl="0" indent="0" algn="ctr"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err="1">
                    <a:ln>
                      <a:noFill/>
                    </a:ln>
                    <a:solidFill>
                      <a:srgbClr val="000000"/>
                    </a:solidFill>
                    <a:effectLst/>
                    <a:uLnTx/>
                    <a:uFillTx/>
                    <a:ea typeface="Roboto Light" panose="02000000000000000000" pitchFamily="2" charset="0"/>
                    <a:cs typeface="+mn-cs"/>
                  </a:rPr>
                  <a:t>Subheadline</a:t>
                </a:r>
                <a:r>
                  <a:rPr kumimoji="0" lang="en-US" sz="1400" b="0" i="0" u="none" strike="noStrike" kern="1200" cap="none" spc="0" normalizeH="0" baseline="0" noProof="0" dirty="0">
                    <a:ln>
                      <a:noFill/>
                    </a:ln>
                    <a:solidFill>
                      <a:srgbClr val="000000"/>
                    </a:solidFill>
                    <a:effectLst/>
                    <a:uLnTx/>
                    <a:uFillTx/>
                    <a:ea typeface="Roboto Light" panose="02000000000000000000" pitchFamily="2" charset="0"/>
                    <a:cs typeface="+mn-cs"/>
                  </a:rPr>
                  <a:t> goes here</a:t>
                </a:r>
                <a:endParaRPr kumimoji="0" lang="en-US" sz="1400" b="1" i="0" u="none" strike="noStrike" kern="1200" cap="none" spc="0" normalizeH="0" baseline="0" noProof="0" dirty="0">
                  <a:ln>
                    <a:noFill/>
                  </a:ln>
                  <a:solidFill>
                    <a:srgbClr val="000000"/>
                  </a:solidFill>
                  <a:effectLst/>
                  <a:uLnTx/>
                  <a:uFillTx/>
                  <a:ea typeface="+mn-ea"/>
                  <a:cs typeface="+mn-cs"/>
                </a:endParaRPr>
              </a:p>
            </p:txBody>
          </p:sp>
          <p:sp>
            <p:nvSpPr>
              <p:cNvPr id="10" name="Freeform 58">
                <a:extLst>
                  <a:ext uri="{FF2B5EF4-FFF2-40B4-BE49-F238E27FC236}">
                    <a16:creationId xmlns:a16="http://schemas.microsoft.com/office/drawing/2014/main" id="{88524A84-2C64-78F6-7BC2-07D58C885166}"/>
                  </a:ext>
                </a:extLst>
              </p:cNvPr>
              <p:cNvSpPr/>
              <p:nvPr/>
            </p:nvSpPr>
            <p:spPr>
              <a:xfrm>
                <a:off x="5440857" y="1217410"/>
                <a:ext cx="1350511" cy="996957"/>
              </a:xfrm>
              <a:custGeom>
                <a:avLst/>
                <a:gdLst>
                  <a:gd name="connsiteX0" fmla="*/ 509814 w 1012883"/>
                  <a:gd name="connsiteY0" fmla="*/ 0 h 747718"/>
                  <a:gd name="connsiteX1" fmla="*/ 1012883 w 1012883"/>
                  <a:gd name="connsiteY1" fmla="*/ 747718 h 747718"/>
                  <a:gd name="connsiteX2" fmla="*/ 0 w 1012883"/>
                  <a:gd name="connsiteY2" fmla="*/ 747718 h 747718"/>
                </a:gdLst>
                <a:ahLst/>
                <a:cxnLst>
                  <a:cxn ang="0">
                    <a:pos x="connsiteX0" y="connsiteY0"/>
                  </a:cxn>
                  <a:cxn ang="0">
                    <a:pos x="connsiteX1" y="connsiteY1"/>
                  </a:cxn>
                  <a:cxn ang="0">
                    <a:pos x="connsiteX2" y="connsiteY2"/>
                  </a:cxn>
                </a:cxnLst>
                <a:rect l="l" t="t" r="r" b="b"/>
                <a:pathLst>
                  <a:path w="1012883" h="747718">
                    <a:moveTo>
                      <a:pt x="509814" y="0"/>
                    </a:moveTo>
                    <a:lnTo>
                      <a:pt x="1012883" y="747718"/>
                    </a:lnTo>
                    <a:lnTo>
                      <a:pt x="0" y="747718"/>
                    </a:lnTo>
                    <a:close/>
                  </a:path>
                </a:pathLst>
              </a:custGeom>
              <a:solidFill>
                <a:schemeClr val="tx2"/>
              </a:solidFill>
              <a:ln w="38100">
                <a:solidFill>
                  <a:schemeClr val="tx2"/>
                </a:solidFill>
              </a:ln>
            </p:spPr>
            <p:style>
              <a:lnRef idx="0">
                <a:scrgbClr r="0" g="0" b="0"/>
              </a:lnRef>
              <a:fillRef idx="0">
                <a:scrgbClr r="0" g="0" b="0"/>
              </a:fillRef>
              <a:effectRef idx="0">
                <a:scrgbClr r="0" g="0" b="0"/>
              </a:effectRef>
              <a:fontRef idx="minor">
                <a:schemeClr val="lt1"/>
              </a:fontRef>
            </p:style>
            <p:txBody>
              <a:bodyPr tIns="288000" rtlCol="0" anchor="ctr"/>
              <a:lstStyle/>
              <a:p>
                <a:pPr marL="0" marR="0" lvl="0" indent="0" algn="ctr"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ea typeface="Roboto Light" panose="02000000000000000000" pitchFamily="2" charset="0"/>
                    <a:cs typeface="+mn-cs"/>
                  </a:rPr>
                  <a:t>Top</a:t>
                </a:r>
                <a:endParaRPr kumimoji="0" lang="en-US" sz="1400" b="1" i="0" u="none" strike="noStrike" kern="1200" cap="none" spc="0" normalizeH="0" baseline="0" noProof="0" dirty="0">
                  <a:ln>
                    <a:noFill/>
                  </a:ln>
                  <a:solidFill>
                    <a:srgbClr val="FFFFFF"/>
                  </a:solidFill>
                  <a:effectLst/>
                  <a:uLnTx/>
                  <a:uFillTx/>
                  <a:ea typeface="+mn-ea"/>
                  <a:cs typeface="+mn-cs"/>
                </a:endParaRPr>
              </a:p>
            </p:txBody>
          </p:sp>
        </p:grpSp>
        <p:cxnSp>
          <p:nvCxnSpPr>
            <p:cNvPr id="19" name="Straight Connector 18">
              <a:extLst>
                <a:ext uri="{FF2B5EF4-FFF2-40B4-BE49-F238E27FC236}">
                  <a16:creationId xmlns:a16="http://schemas.microsoft.com/office/drawing/2014/main" id="{C919599E-E85B-8596-DEBA-EF87CB467F1F}"/>
                </a:ext>
              </a:extLst>
            </p:cNvPr>
            <p:cNvCxnSpPr>
              <a:cxnSpLocks/>
            </p:cNvCxnSpPr>
            <p:nvPr/>
          </p:nvCxnSpPr>
          <p:spPr>
            <a:xfrm>
              <a:off x="550864" y="3222845"/>
              <a:ext cx="5527686"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12156A81-A654-8ACF-5F6F-16A47903EB38}"/>
                </a:ext>
              </a:extLst>
            </p:cNvPr>
            <p:cNvCxnSpPr>
              <a:cxnSpLocks/>
            </p:cNvCxnSpPr>
            <p:nvPr/>
          </p:nvCxnSpPr>
          <p:spPr>
            <a:xfrm>
              <a:off x="6095740" y="4251545"/>
              <a:ext cx="5544876"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08BA55B-BC9E-B45D-3645-3244AADD1856}"/>
                </a:ext>
              </a:extLst>
            </p:cNvPr>
            <p:cNvCxnSpPr>
              <a:cxnSpLocks/>
            </p:cNvCxnSpPr>
            <p:nvPr/>
          </p:nvCxnSpPr>
          <p:spPr>
            <a:xfrm>
              <a:off x="6095740" y="6302595"/>
              <a:ext cx="5544876"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BBCD5B9-D32F-207D-871B-3DD0CB09A41B}"/>
                </a:ext>
              </a:extLst>
            </p:cNvPr>
            <p:cNvCxnSpPr>
              <a:cxnSpLocks/>
            </p:cNvCxnSpPr>
            <p:nvPr/>
          </p:nvCxnSpPr>
          <p:spPr>
            <a:xfrm>
              <a:off x="550864" y="5286595"/>
              <a:ext cx="5527686"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grpSp>
      <p:sp>
        <p:nvSpPr>
          <p:cNvPr id="26" name="Content Placeholder 6">
            <a:extLst>
              <a:ext uri="{FF2B5EF4-FFF2-40B4-BE49-F238E27FC236}">
                <a16:creationId xmlns:a16="http://schemas.microsoft.com/office/drawing/2014/main" id="{6F46C30D-5EF1-19FE-0001-4FDACB7384A2}"/>
              </a:ext>
            </a:extLst>
          </p:cNvPr>
          <p:cNvSpPr txBox="1">
            <a:spLocks/>
          </p:cNvSpPr>
          <p:nvPr/>
        </p:nvSpPr>
        <p:spPr>
          <a:xfrm>
            <a:off x="9385299" y="4390835"/>
            <a:ext cx="2257217" cy="1926702"/>
          </a:xfrm>
          <a:prstGeom prst="rect">
            <a:avLst/>
          </a:prstGeom>
          <a:noFill/>
        </p:spPr>
        <p:txBody>
          <a:bodyPr vert="horz" wrap="square" lIns="0" tIns="0" rIns="0" bIns="180000" numCol="1" rtlCol="0" anchor="b" anchorCtr="0">
            <a:noAutofit/>
          </a:bodyPr>
          <a:lstStyle>
            <a:lvl1pPr marL="0" marR="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1200"/>
              </a:spcBef>
              <a:buClr>
                <a:schemeClr val="accent1"/>
              </a:buClr>
              <a:buFont typeface="Arial" panose="020B0604020202020204" pitchFamily="34" charset="0"/>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1200"/>
              </a:spcBef>
              <a:buClr>
                <a:schemeClr val="accent2"/>
              </a:buClr>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1200"/>
              </a:spcBef>
              <a:buClr>
                <a:srgbClr val="FEB100"/>
              </a:buClr>
              <a:buFont typeface="Arial" panose="020B0604020202020204" pitchFamily="34" charset="0"/>
              <a:buChar char="•"/>
              <a:tabLst/>
              <a:defRPr sz="1200" kern="1200">
                <a:solidFill>
                  <a:schemeClr val="tx1"/>
                </a:solidFill>
                <a:latin typeface="+mn-lt"/>
                <a:ea typeface="+mn-ea"/>
                <a:cs typeface="+mn-cs"/>
              </a:defRPr>
            </a:lvl4pPr>
            <a:lvl5pPr marL="719138" indent="-180975" algn="l" defTabSz="914400" rtl="0" eaLnBrk="1" latinLnBrk="0" hangingPunct="1">
              <a:lnSpc>
                <a:spcPct val="100000"/>
              </a:lnSpc>
              <a:spcBef>
                <a:spcPts val="1200"/>
              </a:spcBef>
              <a:buClr>
                <a:schemeClr val="tx2"/>
              </a:buClr>
              <a:buFont typeface="Arial" panose="020B0604020202020204" pitchFamily="34" charset="0"/>
              <a:buChar char="•"/>
              <a:defRPr sz="105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ea typeface="+mn-ea"/>
                <a:cs typeface="+mn-cs"/>
              </a:rPr>
              <a:t>Lorem ipsum dolor sit </a:t>
            </a:r>
            <a:r>
              <a:rPr kumimoji="0" lang="en-US" sz="1400" b="0" i="0" u="none" strike="noStrike" kern="1200" cap="none" spc="0" normalizeH="0" baseline="0" noProof="0" dirty="0" err="1">
                <a:ln>
                  <a:noFill/>
                </a:ln>
                <a:solidFill>
                  <a:srgbClr val="000000"/>
                </a:solidFill>
                <a:effectLst/>
                <a:uLnTx/>
                <a:uFillTx/>
                <a:ea typeface="+mn-ea"/>
                <a:cs typeface="+mn-cs"/>
              </a:rPr>
              <a:t>amet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consectetur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adipiscing</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elit</a:t>
            </a:r>
            <a:r>
              <a:rPr kumimoji="0" lang="en-US" sz="1400" b="0" i="0" u="none" strike="noStrike" kern="1200" cap="none" spc="0" normalizeH="0" baseline="0" noProof="0" dirty="0">
                <a:ln>
                  <a:noFill/>
                </a:ln>
                <a:solidFill>
                  <a:srgbClr val="000000"/>
                </a:solidFill>
                <a:effectLst/>
                <a:uLnTx/>
                <a:uFillTx/>
                <a:ea typeface="+mn-ea"/>
                <a:cs typeface="+mn-cs"/>
              </a:rPr>
              <a:t>, sed do </a:t>
            </a:r>
            <a:r>
              <a:rPr kumimoji="0" lang="en-US" sz="1400" b="0" i="0" u="none" strike="noStrike" kern="1200" cap="none" spc="0" normalizeH="0" baseline="0" noProof="0" dirty="0" err="1">
                <a:ln>
                  <a:noFill/>
                </a:ln>
                <a:solidFill>
                  <a:srgbClr val="000000"/>
                </a:solidFill>
                <a:effectLst/>
                <a:uLnTx/>
                <a:uFillTx/>
                <a:ea typeface="+mn-ea"/>
                <a:cs typeface="+mn-cs"/>
              </a:rPr>
              <a:t>eiusmod</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tempor</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incididunt</a:t>
            </a:r>
            <a:r>
              <a:rPr kumimoji="0" lang="en-US" sz="1400" b="0" i="0" u="none" strike="noStrike" kern="1200" cap="none" spc="0" normalizeH="0" baseline="0" noProof="0" dirty="0">
                <a:ln>
                  <a:noFill/>
                </a:ln>
                <a:solidFill>
                  <a:srgbClr val="000000"/>
                </a:solidFill>
                <a:effectLst/>
                <a:uLnTx/>
                <a:uFillTx/>
                <a:ea typeface="+mn-ea"/>
                <a:cs typeface="+mn-cs"/>
              </a:rPr>
              <a:t> </a:t>
            </a:r>
            <a:r>
              <a:rPr kumimoji="0" lang="en-US" sz="1400" b="0" i="0" u="none" strike="noStrike" kern="1200" cap="none" spc="0" normalizeH="0" baseline="0" noProof="0" dirty="0" err="1">
                <a:ln>
                  <a:noFill/>
                </a:ln>
                <a:solidFill>
                  <a:srgbClr val="000000"/>
                </a:solidFill>
                <a:effectLst/>
                <a:uLnTx/>
                <a:uFillTx/>
                <a:ea typeface="+mn-ea"/>
                <a:cs typeface="+mn-cs"/>
              </a:rPr>
              <a:t>ut</a:t>
            </a:r>
            <a:r>
              <a:rPr kumimoji="0" lang="en-US" sz="1400" b="0" i="0" u="none" strike="noStrike" kern="1200" cap="none" spc="0" normalizeH="0" baseline="0" noProof="0" dirty="0">
                <a:ln>
                  <a:noFill/>
                </a:ln>
                <a:solidFill>
                  <a:srgbClr val="000000"/>
                </a:solidFill>
                <a:effectLst/>
                <a:uLnTx/>
                <a:uFillTx/>
                <a:ea typeface="+mn-ea"/>
                <a:cs typeface="+mn-cs"/>
              </a:rPr>
              <a:t> labore et dolore magna </a:t>
            </a:r>
            <a:r>
              <a:rPr kumimoji="0" lang="en-US" sz="1400" b="0" i="0" u="none" strike="noStrike" kern="1200" cap="none" spc="0" normalizeH="0" baseline="0" noProof="0" dirty="0" err="1">
                <a:ln>
                  <a:noFill/>
                </a:ln>
                <a:solidFill>
                  <a:srgbClr val="000000"/>
                </a:solidFill>
                <a:effectLst/>
                <a:uLnTx/>
                <a:uFillTx/>
                <a:ea typeface="+mn-ea"/>
                <a:cs typeface="+mn-cs"/>
              </a:rPr>
              <a:t>aliqua</a:t>
            </a:r>
            <a:r>
              <a:rPr kumimoji="0" lang="en-US" sz="1400" b="0" i="0" u="none" strike="noStrike" kern="1200" cap="none" spc="0" normalizeH="0" baseline="0" noProof="0" dirty="0">
                <a:ln>
                  <a:noFill/>
                </a:ln>
                <a:solidFill>
                  <a:srgbClr val="000000"/>
                </a:solidFill>
                <a:effectLst/>
                <a:uLnTx/>
                <a:uFillTx/>
                <a:ea typeface="+mn-ea"/>
                <a:cs typeface="+mn-cs"/>
              </a:rPr>
              <a:t>. </a:t>
            </a:r>
          </a:p>
          <a:p>
            <a:pPr marL="0" marR="0" lvl="0" indent="0" algn="r" defTabSz="886968" rtl="0" eaLnBrk="1" fontAlgn="auto" latinLnBrk="0" hangingPunct="1">
              <a:lnSpc>
                <a:spcPct val="100000"/>
              </a:lnSpc>
              <a:spcBef>
                <a:spcPts val="582"/>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srgbClr val="0057AB"/>
                </a:solidFill>
                <a:effectLst/>
                <a:uLnTx/>
                <a:uFillTx/>
                <a:ea typeface="+mn-ea"/>
                <a:cs typeface="+mn-cs"/>
              </a:rPr>
              <a:t>XX%</a:t>
            </a:r>
            <a:endParaRPr kumimoji="0" lang="en-US" sz="1400" b="0" i="0" u="none" strike="noStrike" kern="1200" cap="none" spc="0" normalizeH="0" baseline="0" noProof="0" dirty="0">
              <a:ln>
                <a:noFill/>
              </a:ln>
              <a:solidFill>
                <a:srgbClr val="0057AB"/>
              </a:solidFill>
              <a:effectLst/>
              <a:uLnTx/>
              <a:uFillTx/>
              <a:ea typeface="+mn-ea"/>
              <a:cs typeface="+mn-cs"/>
            </a:endParaRPr>
          </a:p>
        </p:txBody>
      </p:sp>
      <p:sp>
        <p:nvSpPr>
          <p:cNvPr id="32" name="Date Placeholder 31">
            <a:extLst>
              <a:ext uri="{FF2B5EF4-FFF2-40B4-BE49-F238E27FC236}">
                <a16:creationId xmlns:a16="http://schemas.microsoft.com/office/drawing/2014/main" id="{071724E3-2A3C-3E81-CE20-8E3B7F4411B1}"/>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3" name="Footer Placeholder 32">
            <a:extLst>
              <a:ext uri="{FF2B5EF4-FFF2-40B4-BE49-F238E27FC236}">
                <a16:creationId xmlns:a16="http://schemas.microsoft.com/office/drawing/2014/main" id="{BF57239B-9D53-05CA-CF10-A5CC4767B89B}"/>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34" name="Slide Number Placeholder 33">
            <a:extLst>
              <a:ext uri="{FF2B5EF4-FFF2-40B4-BE49-F238E27FC236}">
                <a16:creationId xmlns:a16="http://schemas.microsoft.com/office/drawing/2014/main" id="{FB3CDDC3-066A-568E-F671-CE0F4E5060E9}"/>
              </a:ext>
            </a:extLst>
          </p:cNvPr>
          <p:cNvSpPr>
            <a:spLocks noGrp="1"/>
          </p:cNvSpPr>
          <p:nvPr>
            <p:ph type="sldNum" sz="quarter" idx="12"/>
          </p:nvPr>
        </p:nvSpPr>
        <p:spPr/>
        <p:txBody>
          <a:bodyPr/>
          <a:lstStyle/>
          <a:p>
            <a:pPr algn="r"/>
            <a:fld id="{5D9A5160-6218-4E5A-B9E6-B93E3DAE377C}" type="slidenum">
              <a:rPr lang="en-US" smtClean="0"/>
              <a:pPr algn="r"/>
              <a:t>80</a:t>
            </a:fld>
            <a:endParaRPr lang="en-US" dirty="0"/>
          </a:p>
        </p:txBody>
      </p:sp>
    </p:spTree>
    <p:extLst>
      <p:ext uri="{BB962C8B-B14F-4D97-AF65-F5344CB8AC3E}">
        <p14:creationId xmlns:p14="http://schemas.microsoft.com/office/powerpoint/2010/main" val="2084174817"/>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E4BFD6-4AC3-9D23-47FC-D63806256175}"/>
            </a:ext>
          </a:extLst>
        </p:cNvPr>
        <p:cNvGrpSpPr/>
        <p:nvPr/>
      </p:nvGrpSpPr>
      <p:grpSpPr>
        <a:xfrm>
          <a:off x="0" y="0"/>
          <a:ext cx="0" cy="0"/>
          <a:chOff x="0" y="0"/>
          <a:chExt cx="0" cy="0"/>
        </a:xfrm>
      </p:grpSpPr>
      <p:sp>
        <p:nvSpPr>
          <p:cNvPr id="14" name="Text Placeholder 13">
            <a:extLst>
              <a:ext uri="{FF2B5EF4-FFF2-40B4-BE49-F238E27FC236}">
                <a16:creationId xmlns:a16="http://schemas.microsoft.com/office/drawing/2014/main" id="{A5269B21-2A3C-08FF-95A9-057AFC6D1C79}"/>
              </a:ext>
            </a:extLst>
          </p:cNvPr>
          <p:cNvSpPr>
            <a:spLocks noGrp="1"/>
          </p:cNvSpPr>
          <p:nvPr>
            <p:ph type="body" sz="quarter" idx="22"/>
          </p:nvPr>
        </p:nvSpPr>
        <p:spPr>
          <a:xfrm>
            <a:off x="550863" y="1633538"/>
            <a:ext cx="5111750" cy="307975"/>
          </a:xfrm>
        </p:spPr>
        <p:txBody>
          <a:bodyPr/>
          <a:lstStyle/>
          <a:p>
            <a:r>
              <a:rPr lang="en-US" dirty="0"/>
              <a:t>Heading</a:t>
            </a:r>
          </a:p>
        </p:txBody>
      </p:sp>
      <p:sp>
        <p:nvSpPr>
          <p:cNvPr id="4" name="Title 3">
            <a:extLst>
              <a:ext uri="{FF2B5EF4-FFF2-40B4-BE49-F238E27FC236}">
                <a16:creationId xmlns:a16="http://schemas.microsoft.com/office/drawing/2014/main" id="{39CD5D0F-DAD6-E7D5-A355-75CF8484BE06}"/>
              </a:ext>
            </a:extLst>
          </p:cNvPr>
          <p:cNvSpPr>
            <a:spLocks noGrp="1"/>
          </p:cNvSpPr>
          <p:nvPr>
            <p:ph type="title"/>
          </p:nvPr>
        </p:nvSpPr>
        <p:spPr>
          <a:xfrm>
            <a:off x="551384" y="549274"/>
            <a:ext cx="5112568" cy="930372"/>
          </a:xfrm>
        </p:spPr>
        <p:txBody>
          <a:bodyPr/>
          <a:lstStyle/>
          <a:p>
            <a:r>
              <a:rPr lang="en-US" dirty="0"/>
              <a:t>Chart design example </a:t>
            </a:r>
            <a:br>
              <a:rPr lang="en-US" dirty="0"/>
            </a:br>
            <a:r>
              <a:rPr lang="en-US" dirty="0"/>
              <a:t>Process loop</a:t>
            </a:r>
          </a:p>
        </p:txBody>
      </p:sp>
      <p:graphicFrame>
        <p:nvGraphicFramePr>
          <p:cNvPr id="3" name="Diagram 2" descr="Data chart">
            <a:extLst>
              <a:ext uri="{FF2B5EF4-FFF2-40B4-BE49-F238E27FC236}">
                <a16:creationId xmlns:a16="http://schemas.microsoft.com/office/drawing/2014/main" id="{7B0286FC-4CFA-18F1-DF37-127814DAF89B}"/>
              </a:ext>
            </a:extLst>
          </p:cNvPr>
          <p:cNvGraphicFramePr/>
          <p:nvPr>
            <p:extLst>
              <p:ext uri="{D42A27DB-BD31-4B8C-83A1-F6EECF244321}">
                <p14:modId xmlns:p14="http://schemas.microsoft.com/office/powerpoint/2010/main" val="12004944"/>
              </p:ext>
            </p:extLst>
          </p:nvPr>
        </p:nvGraphicFramePr>
        <p:xfrm>
          <a:off x="6524159" y="1089037"/>
          <a:ext cx="5211188" cy="4824413"/>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26" name="Content Placeholder 25">
            <a:extLst>
              <a:ext uri="{FF2B5EF4-FFF2-40B4-BE49-F238E27FC236}">
                <a16:creationId xmlns:a16="http://schemas.microsoft.com/office/drawing/2014/main" id="{4514B217-1577-3CF5-60C0-6B63AFE1570B}"/>
              </a:ext>
            </a:extLst>
          </p:cNvPr>
          <p:cNvSpPr>
            <a:spLocks noGrp="1"/>
          </p:cNvSpPr>
          <p:nvPr>
            <p:ph sz="quarter" idx="31"/>
          </p:nvPr>
        </p:nvSpPr>
        <p:spPr/>
        <p:txBody>
          <a:bodyPr numCol="2" spcCol="180000"/>
          <a:lstStyle/>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r>
              <a:rPr lang="en-US" dirty="0"/>
              <a:t>XX%</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endParaRPr lang="en-US" dirty="0"/>
          </a:p>
          <a:p>
            <a:endParaRPr lang="en-US" dirty="0"/>
          </a:p>
        </p:txBody>
      </p:sp>
      <p:sp>
        <p:nvSpPr>
          <p:cNvPr id="34" name="Date Placeholder 33">
            <a:extLst>
              <a:ext uri="{FF2B5EF4-FFF2-40B4-BE49-F238E27FC236}">
                <a16:creationId xmlns:a16="http://schemas.microsoft.com/office/drawing/2014/main" id="{5FD68AC5-F32B-577B-8D00-53378FEC307F}"/>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5" name="Footer Placeholder 34">
            <a:extLst>
              <a:ext uri="{FF2B5EF4-FFF2-40B4-BE49-F238E27FC236}">
                <a16:creationId xmlns:a16="http://schemas.microsoft.com/office/drawing/2014/main" id="{D74F3BB5-BC9F-DD2C-3A20-3D31CD8B5F2B}"/>
              </a:ext>
            </a:extLst>
          </p:cNvPr>
          <p:cNvSpPr>
            <a:spLocks noGrp="1"/>
          </p:cNvSpPr>
          <p:nvPr>
            <p:ph type="ftr" sz="quarter" idx="25"/>
          </p:nvPr>
        </p:nvSpPr>
        <p:spPr/>
        <p:txBody>
          <a:bodyPr/>
          <a:lstStyle/>
          <a:p>
            <a:pPr>
              <a:spcBef>
                <a:spcPts val="1000"/>
              </a:spcBef>
              <a:buFont typeface="Arial" panose="020B0604020202020204" pitchFamily="34" charset="0"/>
              <a:buNone/>
            </a:pPr>
            <a:r>
              <a:rPr lang="en-US" dirty="0"/>
              <a:t>Presentation Title | Author | Date</a:t>
            </a:r>
          </a:p>
        </p:txBody>
      </p:sp>
      <p:sp>
        <p:nvSpPr>
          <p:cNvPr id="36" name="Slide Number Placeholder 35">
            <a:extLst>
              <a:ext uri="{FF2B5EF4-FFF2-40B4-BE49-F238E27FC236}">
                <a16:creationId xmlns:a16="http://schemas.microsoft.com/office/drawing/2014/main" id="{81FCC1D0-D5E9-16E7-7664-E10A566A12C2}"/>
              </a:ext>
            </a:extLst>
          </p:cNvPr>
          <p:cNvSpPr>
            <a:spLocks noGrp="1"/>
          </p:cNvSpPr>
          <p:nvPr>
            <p:ph type="sldNum" sz="quarter" idx="26"/>
          </p:nvPr>
        </p:nvSpPr>
        <p:spPr/>
        <p:txBody>
          <a:bodyPr/>
          <a:lstStyle/>
          <a:p>
            <a:pPr algn="r"/>
            <a:fld id="{5D9A5160-6218-4E5A-B9E6-B93E3DAE377C}" type="slidenum">
              <a:rPr lang="en-US" smtClean="0"/>
              <a:pPr algn="r"/>
              <a:t>81</a:t>
            </a:fld>
            <a:endParaRPr lang="en-US" dirty="0"/>
          </a:p>
        </p:txBody>
      </p:sp>
    </p:spTree>
    <p:custDataLst>
      <p:tags r:id="rId1"/>
    </p:custDataLst>
    <p:extLst>
      <p:ext uri="{BB962C8B-B14F-4D97-AF65-F5344CB8AC3E}">
        <p14:creationId xmlns:p14="http://schemas.microsoft.com/office/powerpoint/2010/main" val="3924662295"/>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171CC6-818A-3C29-B738-E42198F12005}"/>
            </a:ext>
          </a:extLst>
        </p:cNvPr>
        <p:cNvGrpSpPr/>
        <p:nvPr/>
      </p:nvGrpSpPr>
      <p:grpSpPr>
        <a:xfrm>
          <a:off x="0" y="0"/>
          <a:ext cx="0" cy="0"/>
          <a:chOff x="0" y="0"/>
          <a:chExt cx="0" cy="0"/>
        </a:xfrm>
      </p:grpSpPr>
      <p:sp>
        <p:nvSpPr>
          <p:cNvPr id="7" name="Ellipse 59" descr="Data chart">
            <a:extLst>
              <a:ext uri="{FF2B5EF4-FFF2-40B4-BE49-F238E27FC236}">
                <a16:creationId xmlns:a16="http://schemas.microsoft.com/office/drawing/2014/main" id="{FE21D45A-2EF0-B87F-C880-B5FB1EDD63E3}"/>
              </a:ext>
            </a:extLst>
          </p:cNvPr>
          <p:cNvSpPr/>
          <p:nvPr/>
        </p:nvSpPr>
        <p:spPr bwMode="auto">
          <a:xfrm>
            <a:off x="4538110" y="833509"/>
            <a:ext cx="5646212" cy="5622812"/>
          </a:xfrm>
          <a:prstGeom prst="ellipse">
            <a:avLst/>
          </a:prstGeom>
          <a:solidFill>
            <a:schemeClr val="accent3"/>
          </a:solidFill>
          <a:ln w="12700">
            <a:no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Ubuntu"/>
              <a:ea typeface="+mn-ea"/>
              <a:cs typeface="+mn-cs"/>
            </a:endParaRPr>
          </a:p>
        </p:txBody>
      </p:sp>
      <p:sp>
        <p:nvSpPr>
          <p:cNvPr id="155" name="Text Placeholder 5">
            <a:extLst>
              <a:ext uri="{FF2B5EF4-FFF2-40B4-BE49-F238E27FC236}">
                <a16:creationId xmlns:a16="http://schemas.microsoft.com/office/drawing/2014/main" id="{148577AE-318B-B01C-415F-F425800FF0DE}"/>
              </a:ext>
            </a:extLst>
          </p:cNvPr>
          <p:cNvSpPr>
            <a:spLocks noGrp="1"/>
          </p:cNvSpPr>
          <p:nvPr>
            <p:ph type="body" sz="quarter" idx="22"/>
          </p:nvPr>
        </p:nvSpPr>
        <p:spPr>
          <a:xfrm>
            <a:off x="550200" y="1634286"/>
            <a:ext cx="11090938" cy="307777"/>
          </a:xfrm>
        </p:spPr>
        <p:txBody>
          <a:bodyPr/>
          <a:lstStyle/>
          <a:p>
            <a:r>
              <a:rPr lang="en-US" dirty="0"/>
              <a:t>Heading</a:t>
            </a:r>
          </a:p>
        </p:txBody>
      </p:sp>
      <p:sp>
        <p:nvSpPr>
          <p:cNvPr id="156" name="Titre 1">
            <a:extLst>
              <a:ext uri="{FF2B5EF4-FFF2-40B4-BE49-F238E27FC236}">
                <a16:creationId xmlns:a16="http://schemas.microsoft.com/office/drawing/2014/main" id="{98ECBA91-EA42-E944-9187-FE5B4EBAE1D9}"/>
              </a:ext>
            </a:extLst>
          </p:cNvPr>
          <p:cNvSpPr>
            <a:spLocks noGrp="1"/>
          </p:cNvSpPr>
          <p:nvPr>
            <p:ph type="title"/>
          </p:nvPr>
        </p:nvSpPr>
        <p:spPr>
          <a:xfrm>
            <a:off x="551384" y="549274"/>
            <a:ext cx="11090938" cy="930372"/>
          </a:xfrm>
        </p:spPr>
        <p:txBody>
          <a:bodyPr/>
          <a:lstStyle/>
          <a:p>
            <a:r>
              <a:rPr lang="en-US" dirty="0"/>
              <a:t>Chart design example</a:t>
            </a:r>
            <a:br>
              <a:rPr lang="en-US" dirty="0"/>
            </a:br>
            <a:r>
              <a:rPr lang="en-US" dirty="0"/>
              <a:t>Connections</a:t>
            </a:r>
          </a:p>
        </p:txBody>
      </p:sp>
      <p:sp>
        <p:nvSpPr>
          <p:cNvPr id="66" name="Content Placeholder 65">
            <a:extLst>
              <a:ext uri="{FF2B5EF4-FFF2-40B4-BE49-F238E27FC236}">
                <a16:creationId xmlns:a16="http://schemas.microsoft.com/office/drawing/2014/main" id="{5C4687FA-6ED8-1FA1-815F-A175DCF36B93}"/>
              </a:ext>
            </a:extLst>
          </p:cNvPr>
          <p:cNvSpPr>
            <a:spLocks noGrp="1"/>
          </p:cNvSpPr>
          <p:nvPr>
            <p:ph sz="quarter" idx="31"/>
          </p:nvPr>
        </p:nvSpPr>
        <p:spPr>
          <a:xfrm>
            <a:off x="551384" y="2132856"/>
            <a:ext cx="3672408" cy="4175870"/>
          </a:xfrm>
        </p:spPr>
        <p:txBody>
          <a:bodyPr/>
          <a:lstStyle/>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r>
              <a:rPr lang="en-US" sz="3200" dirty="0"/>
              <a:t>XX%</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endParaRPr lang="en-US" dirty="0"/>
          </a:p>
          <a:p>
            <a:endParaRPr lang="en-US" dirty="0"/>
          </a:p>
          <a:p>
            <a:endParaRPr lang="en-US" dirty="0"/>
          </a:p>
          <a:p>
            <a:endParaRPr lang="en-US" dirty="0"/>
          </a:p>
          <a:p>
            <a:endParaRPr lang="en-US" dirty="0"/>
          </a:p>
          <a:p>
            <a:endParaRPr lang="en-US" dirty="0"/>
          </a:p>
        </p:txBody>
      </p:sp>
      <p:sp>
        <p:nvSpPr>
          <p:cNvPr id="45" name="Textfeld 112">
            <a:extLst>
              <a:ext uri="{FF2B5EF4-FFF2-40B4-BE49-F238E27FC236}">
                <a16:creationId xmlns:a16="http://schemas.microsoft.com/office/drawing/2014/main" id="{D43C1CB8-44F8-0D1A-C46C-9EB42D77A562}"/>
              </a:ext>
            </a:extLst>
          </p:cNvPr>
          <p:cNvSpPr txBox="1"/>
          <p:nvPr/>
        </p:nvSpPr>
        <p:spPr>
          <a:xfrm>
            <a:off x="10248874" y="3775725"/>
            <a:ext cx="1391742" cy="2533001"/>
          </a:xfrm>
          <a:prstGeom prst="rect">
            <a:avLst/>
          </a:prstGeom>
          <a:noFill/>
        </p:spPr>
        <p:txBody>
          <a:bodyPr wrap="square" lIns="0" rtlCol="0">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Ubuntu"/>
                <a:ea typeface="+mn-ea"/>
                <a:cs typeface="+mn-cs"/>
              </a:rPr>
              <a:t>Link Quality </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 Perfect</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o Normal</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Ubuntu"/>
                <a:ea typeface="+mn-ea"/>
                <a:cs typeface="+mn-cs"/>
              </a:rPr>
              <a:t>Critical Links</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bold</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Ubuntu"/>
                <a:ea typeface="+mn-ea"/>
                <a:cs typeface="+mn-cs"/>
              </a:rPr>
              <a:t>Frequency of connections </a:t>
            </a:r>
            <a:br>
              <a:rPr kumimoji="0" lang="en-US" sz="1400" b="1"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3 Intensive 	</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2 Medium </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1 Low</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0 Non-existent</a:t>
            </a:r>
          </a:p>
        </p:txBody>
      </p:sp>
      <p:grpSp>
        <p:nvGrpSpPr>
          <p:cNvPr id="64" name="Group 63" descr="Data chart">
            <a:extLst>
              <a:ext uri="{FF2B5EF4-FFF2-40B4-BE49-F238E27FC236}">
                <a16:creationId xmlns:a16="http://schemas.microsoft.com/office/drawing/2014/main" id="{78372D0C-90B3-622D-9599-282AB54F841D}"/>
              </a:ext>
            </a:extLst>
          </p:cNvPr>
          <p:cNvGrpSpPr/>
          <p:nvPr/>
        </p:nvGrpSpPr>
        <p:grpSpPr>
          <a:xfrm>
            <a:off x="5025984" y="1313088"/>
            <a:ext cx="4896300" cy="4646952"/>
            <a:chOff x="6741660" y="1651989"/>
            <a:chExt cx="4896300" cy="4646952"/>
          </a:xfrm>
        </p:grpSpPr>
        <p:cxnSp>
          <p:nvCxnSpPr>
            <p:cNvPr id="2" name="Gerade Verbindung 72">
              <a:extLst>
                <a:ext uri="{FF2B5EF4-FFF2-40B4-BE49-F238E27FC236}">
                  <a16:creationId xmlns:a16="http://schemas.microsoft.com/office/drawing/2014/main" id="{B69AE66C-B06A-376A-D177-017ECFA00676}"/>
                </a:ext>
              </a:extLst>
            </p:cNvPr>
            <p:cNvCxnSpPr>
              <a:cxnSpLocks/>
            </p:cNvCxnSpPr>
            <p:nvPr/>
          </p:nvCxnSpPr>
          <p:spPr>
            <a:xfrm flipH="1" flipV="1">
              <a:off x="9074809" y="3975471"/>
              <a:ext cx="893738" cy="1584049"/>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 name="Gerade Verbindung 74">
              <a:extLst>
                <a:ext uri="{FF2B5EF4-FFF2-40B4-BE49-F238E27FC236}">
                  <a16:creationId xmlns:a16="http://schemas.microsoft.com/office/drawing/2014/main" id="{F086BC98-6F7D-951F-C83D-8B3DBB83DA35}"/>
                </a:ext>
              </a:extLst>
            </p:cNvPr>
            <p:cNvCxnSpPr/>
            <p:nvPr/>
          </p:nvCxnSpPr>
          <p:spPr>
            <a:xfrm rot="10800000">
              <a:off x="9074805" y="3975467"/>
              <a:ext cx="1653891" cy="695591"/>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 name="Gerade Verbindung 77">
              <a:extLst>
                <a:ext uri="{FF2B5EF4-FFF2-40B4-BE49-F238E27FC236}">
                  <a16:creationId xmlns:a16="http://schemas.microsoft.com/office/drawing/2014/main" id="{9D2DF393-6123-A753-6391-491D7585AF0F}"/>
                </a:ext>
              </a:extLst>
            </p:cNvPr>
            <p:cNvCxnSpPr/>
            <p:nvPr/>
          </p:nvCxnSpPr>
          <p:spPr>
            <a:xfrm rot="10800000">
              <a:off x="9074807" y="3975465"/>
              <a:ext cx="2283962" cy="465136"/>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5" name="Ellipse 59">
              <a:extLst>
                <a:ext uri="{FF2B5EF4-FFF2-40B4-BE49-F238E27FC236}">
                  <a16:creationId xmlns:a16="http://schemas.microsoft.com/office/drawing/2014/main" id="{C9287300-8F82-6EEC-5505-337DAA4D0D21}"/>
                </a:ext>
              </a:extLst>
            </p:cNvPr>
            <p:cNvSpPr/>
            <p:nvPr/>
          </p:nvSpPr>
          <p:spPr bwMode="auto">
            <a:xfrm>
              <a:off x="6741660" y="1651989"/>
              <a:ext cx="4666291" cy="4646952"/>
            </a:xfrm>
            <a:prstGeom prst="ellipse">
              <a:avLst/>
            </a:prstGeom>
            <a:noFill/>
            <a:ln w="127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Ubuntu"/>
                <a:ea typeface="+mn-ea"/>
                <a:cs typeface="+mn-cs"/>
              </a:endParaRPr>
            </a:p>
          </p:txBody>
        </p:sp>
        <p:sp>
          <p:nvSpPr>
            <p:cNvPr id="6" name="Ellipse 60">
              <a:extLst>
                <a:ext uri="{FF2B5EF4-FFF2-40B4-BE49-F238E27FC236}">
                  <a16:creationId xmlns:a16="http://schemas.microsoft.com/office/drawing/2014/main" id="{AC2F7922-6BBD-584B-5640-8800F47CBE79}"/>
                </a:ext>
              </a:extLst>
            </p:cNvPr>
            <p:cNvSpPr/>
            <p:nvPr/>
          </p:nvSpPr>
          <p:spPr bwMode="auto">
            <a:xfrm>
              <a:off x="7269050" y="2177193"/>
              <a:ext cx="3611508" cy="3596545"/>
            </a:xfrm>
            <a:prstGeom prst="ellipse">
              <a:avLst/>
            </a:prstGeom>
            <a:noFill/>
            <a:ln w="12700">
              <a:solidFill>
                <a:schemeClr val="accent2"/>
              </a:solid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Ubuntu"/>
                <a:ea typeface="+mn-ea"/>
                <a:cs typeface="+mn-cs"/>
              </a:endParaRPr>
            </a:p>
          </p:txBody>
        </p:sp>
        <p:sp>
          <p:nvSpPr>
            <p:cNvPr id="8" name="Ellipse 61">
              <a:extLst>
                <a:ext uri="{FF2B5EF4-FFF2-40B4-BE49-F238E27FC236}">
                  <a16:creationId xmlns:a16="http://schemas.microsoft.com/office/drawing/2014/main" id="{E866FBAB-D6E4-BDB6-C133-6BE37781D55B}"/>
                </a:ext>
              </a:extLst>
            </p:cNvPr>
            <p:cNvSpPr/>
            <p:nvPr/>
          </p:nvSpPr>
          <p:spPr bwMode="auto">
            <a:xfrm>
              <a:off x="7935667" y="2841048"/>
              <a:ext cx="2278274" cy="2268833"/>
            </a:xfrm>
            <a:prstGeom prst="ellipse">
              <a:avLst/>
            </a:prstGeom>
            <a:noFill/>
            <a:ln w="12700">
              <a:solidFill>
                <a:schemeClr val="accent2"/>
              </a:solidFill>
              <a:round/>
              <a:headEnd/>
              <a:tailEnd/>
            </a:ln>
            <a:effectLst/>
            <a:scene3d>
              <a:camera prst="perspectiveRelaxedModerately">
                <a:rot lat="0" lon="0" rev="0"/>
              </a:camera>
              <a:lightRig rig="threePt" dir="t"/>
            </a:scene3d>
            <a:sp3d prstMaterial="matt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Ubuntu"/>
                <a:ea typeface="+mn-ea"/>
                <a:cs typeface="+mn-cs"/>
              </a:endParaRPr>
            </a:p>
          </p:txBody>
        </p:sp>
        <p:cxnSp>
          <p:nvCxnSpPr>
            <p:cNvPr id="9" name="Gerade Verbindung 62">
              <a:extLst>
                <a:ext uri="{FF2B5EF4-FFF2-40B4-BE49-F238E27FC236}">
                  <a16:creationId xmlns:a16="http://schemas.microsoft.com/office/drawing/2014/main" id="{77E7228C-568F-0AE0-085C-44A4CA8B8A9F}"/>
                </a:ext>
              </a:extLst>
            </p:cNvPr>
            <p:cNvCxnSpPr/>
            <p:nvPr/>
          </p:nvCxnSpPr>
          <p:spPr>
            <a:xfrm rot="5400000">
              <a:off x="8638306" y="3328887"/>
              <a:ext cx="1083078" cy="210081"/>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 name="Gerade Verbindung 63">
              <a:extLst>
                <a:ext uri="{FF2B5EF4-FFF2-40B4-BE49-F238E27FC236}">
                  <a16:creationId xmlns:a16="http://schemas.microsoft.com/office/drawing/2014/main" id="{8C2BB427-97B3-57F0-8235-D455B7EEB528}"/>
                </a:ext>
              </a:extLst>
            </p:cNvPr>
            <p:cNvCxnSpPr/>
            <p:nvPr/>
          </p:nvCxnSpPr>
          <p:spPr>
            <a:xfrm rot="5400000">
              <a:off x="8955297" y="2727465"/>
              <a:ext cx="1367510" cy="1128495"/>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1" name="Gerade Verbindung 64">
              <a:extLst>
                <a:ext uri="{FF2B5EF4-FFF2-40B4-BE49-F238E27FC236}">
                  <a16:creationId xmlns:a16="http://schemas.microsoft.com/office/drawing/2014/main" id="{7CF28419-3212-5BE1-2647-A4F8FCC7D145}"/>
                </a:ext>
              </a:extLst>
            </p:cNvPr>
            <p:cNvCxnSpPr/>
            <p:nvPr/>
          </p:nvCxnSpPr>
          <p:spPr>
            <a:xfrm rot="16200000" flipH="1">
              <a:off x="7938658" y="2839322"/>
              <a:ext cx="1713604" cy="558689"/>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2" name="Gerade Verbindung 65">
              <a:extLst>
                <a:ext uri="{FF2B5EF4-FFF2-40B4-BE49-F238E27FC236}">
                  <a16:creationId xmlns:a16="http://schemas.microsoft.com/office/drawing/2014/main" id="{4CFC69D0-AA60-1477-A6B3-E3F545A5E18E}"/>
                </a:ext>
              </a:extLst>
            </p:cNvPr>
            <p:cNvCxnSpPr/>
            <p:nvPr/>
          </p:nvCxnSpPr>
          <p:spPr>
            <a:xfrm rot="10800000" flipV="1">
              <a:off x="9074805" y="3153932"/>
              <a:ext cx="1571655" cy="821531"/>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 name="Gerade Verbindung 66">
              <a:extLst>
                <a:ext uri="{FF2B5EF4-FFF2-40B4-BE49-F238E27FC236}">
                  <a16:creationId xmlns:a16="http://schemas.microsoft.com/office/drawing/2014/main" id="{A5987CF0-852E-B26A-77DF-A3AC1F59F88C}"/>
                </a:ext>
              </a:extLst>
            </p:cNvPr>
            <p:cNvCxnSpPr/>
            <p:nvPr/>
          </p:nvCxnSpPr>
          <p:spPr>
            <a:xfrm>
              <a:off x="8210021" y="3254072"/>
              <a:ext cx="864784" cy="721396"/>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Gerade Verbindung 67">
              <a:extLst>
                <a:ext uri="{FF2B5EF4-FFF2-40B4-BE49-F238E27FC236}">
                  <a16:creationId xmlns:a16="http://schemas.microsoft.com/office/drawing/2014/main" id="{FB739BC3-550E-CF5C-6099-D82F76A23F96}"/>
                </a:ext>
              </a:extLst>
            </p:cNvPr>
            <p:cNvCxnSpPr/>
            <p:nvPr/>
          </p:nvCxnSpPr>
          <p:spPr>
            <a:xfrm>
              <a:off x="7244798" y="3673114"/>
              <a:ext cx="1830009" cy="302355"/>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 name="Gerade Verbindung 68">
              <a:extLst>
                <a:ext uri="{FF2B5EF4-FFF2-40B4-BE49-F238E27FC236}">
                  <a16:creationId xmlns:a16="http://schemas.microsoft.com/office/drawing/2014/main" id="{4256B9CD-0707-6042-CF4B-BDF41CDDF118}"/>
                </a:ext>
              </a:extLst>
            </p:cNvPr>
            <p:cNvCxnSpPr/>
            <p:nvPr/>
          </p:nvCxnSpPr>
          <p:spPr>
            <a:xfrm flipV="1">
              <a:off x="7983064" y="3975462"/>
              <a:ext cx="1091738" cy="342636"/>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6" name="Gerade Verbindung 69">
              <a:extLst>
                <a:ext uri="{FF2B5EF4-FFF2-40B4-BE49-F238E27FC236}">
                  <a16:creationId xmlns:a16="http://schemas.microsoft.com/office/drawing/2014/main" id="{7DFEA2DB-7E3F-71B1-455B-25B95619359A}"/>
                </a:ext>
              </a:extLst>
            </p:cNvPr>
            <p:cNvCxnSpPr/>
            <p:nvPr/>
          </p:nvCxnSpPr>
          <p:spPr>
            <a:xfrm flipV="1">
              <a:off x="7806361" y="3975470"/>
              <a:ext cx="1268440" cy="1258323"/>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0" name="Gerade Verbindung 70">
              <a:extLst>
                <a:ext uri="{FF2B5EF4-FFF2-40B4-BE49-F238E27FC236}">
                  <a16:creationId xmlns:a16="http://schemas.microsoft.com/office/drawing/2014/main" id="{2F873B6C-2398-F9E9-DF2F-3C859D233079}"/>
                </a:ext>
              </a:extLst>
            </p:cNvPr>
            <p:cNvCxnSpPr/>
            <p:nvPr/>
          </p:nvCxnSpPr>
          <p:spPr>
            <a:xfrm rot="5400000" flipH="1" flipV="1">
              <a:off x="8401968" y="4341615"/>
              <a:ext cx="1038978" cy="306689"/>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1" name="Gerade Verbindung 71">
              <a:extLst>
                <a:ext uri="{FF2B5EF4-FFF2-40B4-BE49-F238E27FC236}">
                  <a16:creationId xmlns:a16="http://schemas.microsoft.com/office/drawing/2014/main" id="{E93A53DB-4F60-287F-DF82-DAEE09A38483}"/>
                </a:ext>
              </a:extLst>
            </p:cNvPr>
            <p:cNvCxnSpPr>
              <a:cxnSpLocks/>
            </p:cNvCxnSpPr>
            <p:nvPr/>
          </p:nvCxnSpPr>
          <p:spPr>
            <a:xfrm flipH="1" flipV="1">
              <a:off x="9074803" y="3975464"/>
              <a:ext cx="198404" cy="1756162"/>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2" name="Gerade Verbindung 73">
              <a:extLst>
                <a:ext uri="{FF2B5EF4-FFF2-40B4-BE49-F238E27FC236}">
                  <a16:creationId xmlns:a16="http://schemas.microsoft.com/office/drawing/2014/main" id="{D4625CBF-8BDE-1491-6494-1C729D0D1D61}"/>
                </a:ext>
              </a:extLst>
            </p:cNvPr>
            <p:cNvCxnSpPr/>
            <p:nvPr/>
          </p:nvCxnSpPr>
          <p:spPr>
            <a:xfrm rot="10800000">
              <a:off x="9074807" y="3975463"/>
              <a:ext cx="868445" cy="72752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3" name="Gerade Verbindung 75">
              <a:extLst>
                <a:ext uri="{FF2B5EF4-FFF2-40B4-BE49-F238E27FC236}">
                  <a16:creationId xmlns:a16="http://schemas.microsoft.com/office/drawing/2014/main" id="{AABD55F1-B95C-CC98-62E6-E18F2CCC3D01}"/>
                </a:ext>
              </a:extLst>
            </p:cNvPr>
            <p:cNvCxnSpPr/>
            <p:nvPr/>
          </p:nvCxnSpPr>
          <p:spPr>
            <a:xfrm rot="10800000" flipV="1">
              <a:off x="9074805" y="3448008"/>
              <a:ext cx="2225123" cy="527456"/>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4" name="Gerade Verbindung 76">
              <a:extLst>
                <a:ext uri="{FF2B5EF4-FFF2-40B4-BE49-F238E27FC236}">
                  <a16:creationId xmlns:a16="http://schemas.microsoft.com/office/drawing/2014/main" id="{56C3ECA8-2D01-780B-288E-524CA1157364}"/>
                </a:ext>
              </a:extLst>
            </p:cNvPr>
            <p:cNvCxnSpPr/>
            <p:nvPr/>
          </p:nvCxnSpPr>
          <p:spPr>
            <a:xfrm rot="10800000" flipV="1">
              <a:off x="9074807" y="3931470"/>
              <a:ext cx="2326354" cy="43993"/>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25" name="Ellipse 78">
              <a:extLst>
                <a:ext uri="{FF2B5EF4-FFF2-40B4-BE49-F238E27FC236}">
                  <a16:creationId xmlns:a16="http://schemas.microsoft.com/office/drawing/2014/main" id="{B52C3DFA-3F2E-C522-3D41-2B9F190E8320}"/>
                </a:ext>
              </a:extLst>
            </p:cNvPr>
            <p:cNvSpPr/>
            <p:nvPr/>
          </p:nvSpPr>
          <p:spPr bwMode="auto">
            <a:xfrm>
              <a:off x="8618699" y="3521249"/>
              <a:ext cx="912213" cy="908433"/>
            </a:xfrm>
            <a:prstGeom prst="ellipse">
              <a:avLst/>
            </a:prstGeom>
            <a:solidFill>
              <a:schemeClr val="bg1"/>
            </a:solidFill>
            <a:ln w="12700">
              <a:noFill/>
              <a:round/>
              <a:headEnd/>
              <a:tailEnd/>
            </a:ln>
            <a:effectLst/>
          </p:spPr>
          <p:txBody>
            <a:bodyPr wrap="none" lIns="0" tIns="10800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26" name="Ellipse 79">
              <a:extLst>
                <a:ext uri="{FF2B5EF4-FFF2-40B4-BE49-F238E27FC236}">
                  <a16:creationId xmlns:a16="http://schemas.microsoft.com/office/drawing/2014/main" id="{F90DE07D-3C90-8BAF-3FBF-32425D72C749}"/>
                </a:ext>
              </a:extLst>
            </p:cNvPr>
            <p:cNvSpPr/>
            <p:nvPr/>
          </p:nvSpPr>
          <p:spPr bwMode="auto">
            <a:xfrm>
              <a:off x="6924883" y="3354524"/>
              <a:ext cx="639828" cy="637178"/>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27" name="Ellipse 80">
              <a:extLst>
                <a:ext uri="{FF2B5EF4-FFF2-40B4-BE49-F238E27FC236}">
                  <a16:creationId xmlns:a16="http://schemas.microsoft.com/office/drawing/2014/main" id="{76AF539A-5655-F9E5-1142-C0FA42F1F504}"/>
                </a:ext>
              </a:extLst>
            </p:cNvPr>
            <p:cNvSpPr/>
            <p:nvPr/>
          </p:nvSpPr>
          <p:spPr bwMode="auto">
            <a:xfrm>
              <a:off x="8244239" y="1991110"/>
              <a:ext cx="543758" cy="541506"/>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28" name="Ellipse 81">
              <a:extLst>
                <a:ext uri="{FF2B5EF4-FFF2-40B4-BE49-F238E27FC236}">
                  <a16:creationId xmlns:a16="http://schemas.microsoft.com/office/drawing/2014/main" id="{7015B5E9-256F-67CF-AAC3-36B89A808082}"/>
                </a:ext>
              </a:extLst>
            </p:cNvPr>
            <p:cNvSpPr/>
            <p:nvPr/>
          </p:nvSpPr>
          <p:spPr bwMode="auto">
            <a:xfrm>
              <a:off x="9884064" y="2290040"/>
              <a:ext cx="638477" cy="635833"/>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29" name="Ellipse 82">
              <a:extLst>
                <a:ext uri="{FF2B5EF4-FFF2-40B4-BE49-F238E27FC236}">
                  <a16:creationId xmlns:a16="http://schemas.microsoft.com/office/drawing/2014/main" id="{762B0C53-FFE0-2F28-F731-188190BCB614}"/>
                </a:ext>
              </a:extLst>
            </p:cNvPr>
            <p:cNvSpPr/>
            <p:nvPr/>
          </p:nvSpPr>
          <p:spPr bwMode="auto">
            <a:xfrm>
              <a:off x="10374580" y="2883179"/>
              <a:ext cx="543758" cy="541506"/>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30" name="Ellipse 83">
              <a:extLst>
                <a:ext uri="{FF2B5EF4-FFF2-40B4-BE49-F238E27FC236}">
                  <a16:creationId xmlns:a16="http://schemas.microsoft.com/office/drawing/2014/main" id="{472E2614-DD87-5169-D398-72DEBB3ADCE8}"/>
                </a:ext>
              </a:extLst>
            </p:cNvPr>
            <p:cNvSpPr/>
            <p:nvPr/>
          </p:nvSpPr>
          <p:spPr bwMode="auto">
            <a:xfrm>
              <a:off x="10476529" y="4419934"/>
              <a:ext cx="504334" cy="502244"/>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31" name="Ellipse 84">
              <a:extLst>
                <a:ext uri="{FF2B5EF4-FFF2-40B4-BE49-F238E27FC236}">
                  <a16:creationId xmlns:a16="http://schemas.microsoft.com/office/drawing/2014/main" id="{A6FD5D35-E43D-30EE-1892-7F40FE08F94F}"/>
                </a:ext>
              </a:extLst>
            </p:cNvPr>
            <p:cNvSpPr/>
            <p:nvPr/>
          </p:nvSpPr>
          <p:spPr bwMode="auto">
            <a:xfrm>
              <a:off x="9659099" y="5233790"/>
              <a:ext cx="638477" cy="635833"/>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34" name="Ellipse 85">
              <a:extLst>
                <a:ext uri="{FF2B5EF4-FFF2-40B4-BE49-F238E27FC236}">
                  <a16:creationId xmlns:a16="http://schemas.microsoft.com/office/drawing/2014/main" id="{40B15D23-9F38-0B9D-DD29-54A326699610}"/>
                </a:ext>
              </a:extLst>
            </p:cNvPr>
            <p:cNvSpPr/>
            <p:nvPr/>
          </p:nvSpPr>
          <p:spPr bwMode="auto">
            <a:xfrm>
              <a:off x="9007671" y="5460873"/>
              <a:ext cx="543758" cy="541506"/>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35" name="Ellipse 86">
              <a:extLst>
                <a:ext uri="{FF2B5EF4-FFF2-40B4-BE49-F238E27FC236}">
                  <a16:creationId xmlns:a16="http://schemas.microsoft.com/office/drawing/2014/main" id="{758CE488-9DA8-1957-B82D-C671525C935C}"/>
                </a:ext>
              </a:extLst>
            </p:cNvPr>
            <p:cNvSpPr/>
            <p:nvPr/>
          </p:nvSpPr>
          <p:spPr bwMode="auto">
            <a:xfrm>
              <a:off x="7578333" y="5006707"/>
              <a:ext cx="456055" cy="454166"/>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36" name="Ellipse 87">
              <a:extLst>
                <a:ext uri="{FF2B5EF4-FFF2-40B4-BE49-F238E27FC236}">
                  <a16:creationId xmlns:a16="http://schemas.microsoft.com/office/drawing/2014/main" id="{F79A3186-F9EF-0ED0-4A33-134676525E64}"/>
                </a:ext>
              </a:extLst>
            </p:cNvPr>
            <p:cNvSpPr/>
            <p:nvPr/>
          </p:nvSpPr>
          <p:spPr bwMode="auto">
            <a:xfrm>
              <a:off x="7890783" y="2936156"/>
              <a:ext cx="638477" cy="635833"/>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39" name="Ellipse 88">
              <a:extLst>
                <a:ext uri="{FF2B5EF4-FFF2-40B4-BE49-F238E27FC236}">
                  <a16:creationId xmlns:a16="http://schemas.microsoft.com/office/drawing/2014/main" id="{21E5D9B3-FA94-9946-77E3-F65F90EAD4C0}"/>
                </a:ext>
              </a:extLst>
            </p:cNvPr>
            <p:cNvSpPr/>
            <p:nvPr/>
          </p:nvSpPr>
          <p:spPr bwMode="auto">
            <a:xfrm>
              <a:off x="7663826" y="4000183"/>
              <a:ext cx="638477" cy="635833"/>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40" name="Ellipse 89">
              <a:extLst>
                <a:ext uri="{FF2B5EF4-FFF2-40B4-BE49-F238E27FC236}">
                  <a16:creationId xmlns:a16="http://schemas.microsoft.com/office/drawing/2014/main" id="{AC87C9B0-CC3C-324C-7428-8159F8CC8FEC}"/>
                </a:ext>
              </a:extLst>
            </p:cNvPr>
            <p:cNvSpPr/>
            <p:nvPr/>
          </p:nvSpPr>
          <p:spPr bwMode="auto">
            <a:xfrm>
              <a:off x="8448873" y="4696533"/>
              <a:ext cx="638477" cy="635833"/>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41" name="Ellipse 91">
              <a:extLst>
                <a:ext uri="{FF2B5EF4-FFF2-40B4-BE49-F238E27FC236}">
                  <a16:creationId xmlns:a16="http://schemas.microsoft.com/office/drawing/2014/main" id="{FAB255C7-FAAE-CA0A-232F-AA9EBBA71A3F}"/>
                </a:ext>
              </a:extLst>
            </p:cNvPr>
            <p:cNvSpPr/>
            <p:nvPr/>
          </p:nvSpPr>
          <p:spPr bwMode="auto">
            <a:xfrm>
              <a:off x="11071900" y="3220924"/>
              <a:ext cx="456055" cy="454166"/>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42" name="Ellipse 92">
              <a:extLst>
                <a:ext uri="{FF2B5EF4-FFF2-40B4-BE49-F238E27FC236}">
                  <a16:creationId xmlns:a16="http://schemas.microsoft.com/office/drawing/2014/main" id="{700625FB-FBD4-0A02-0D28-3A13D5E164AC}"/>
                </a:ext>
              </a:extLst>
            </p:cNvPr>
            <p:cNvSpPr/>
            <p:nvPr/>
          </p:nvSpPr>
          <p:spPr bwMode="auto">
            <a:xfrm>
              <a:off x="11164363" y="3704386"/>
              <a:ext cx="473597" cy="454166"/>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43" name="Ellipse 93">
              <a:extLst>
                <a:ext uri="{FF2B5EF4-FFF2-40B4-BE49-F238E27FC236}">
                  <a16:creationId xmlns:a16="http://schemas.microsoft.com/office/drawing/2014/main" id="{7059DEE0-8827-61DE-D7FF-5E11E1FED7E2}"/>
                </a:ext>
              </a:extLst>
            </p:cNvPr>
            <p:cNvSpPr/>
            <p:nvPr/>
          </p:nvSpPr>
          <p:spPr bwMode="auto">
            <a:xfrm>
              <a:off x="11130740" y="4213517"/>
              <a:ext cx="456055" cy="454166"/>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44" name="Ellipse 94">
              <a:extLst>
                <a:ext uri="{FF2B5EF4-FFF2-40B4-BE49-F238E27FC236}">
                  <a16:creationId xmlns:a16="http://schemas.microsoft.com/office/drawing/2014/main" id="{86F6D151-E4F5-6529-6FE6-20FC92E81979}"/>
                </a:ext>
              </a:extLst>
            </p:cNvPr>
            <p:cNvSpPr/>
            <p:nvPr/>
          </p:nvSpPr>
          <p:spPr bwMode="auto">
            <a:xfrm>
              <a:off x="8965648" y="2574473"/>
              <a:ext cx="638477" cy="635833"/>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46" name="Ellipse 90">
              <a:extLst>
                <a:ext uri="{FF2B5EF4-FFF2-40B4-BE49-F238E27FC236}">
                  <a16:creationId xmlns:a16="http://schemas.microsoft.com/office/drawing/2014/main" id="{A997E4E7-953A-93A8-A35F-2932F806DE93}"/>
                </a:ext>
              </a:extLst>
            </p:cNvPr>
            <p:cNvSpPr/>
            <p:nvPr/>
          </p:nvSpPr>
          <p:spPr bwMode="auto">
            <a:xfrm>
              <a:off x="9671372" y="4432229"/>
              <a:ext cx="543758" cy="541506"/>
            </a:xfrm>
            <a:prstGeom prst="ellipse">
              <a:avLst/>
            </a:prstGeom>
            <a:solidFill>
              <a:schemeClr val="bg1"/>
            </a:solidFill>
            <a:ln w="381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Ubuntu"/>
                  <a:ea typeface="+mn-ea"/>
                  <a:cs typeface="+mn-cs"/>
                </a:rPr>
                <a:t>Text</a:t>
              </a:r>
            </a:p>
          </p:txBody>
        </p:sp>
        <p:grpSp>
          <p:nvGrpSpPr>
            <p:cNvPr id="47" name="Group 46">
              <a:extLst>
                <a:ext uri="{FF2B5EF4-FFF2-40B4-BE49-F238E27FC236}">
                  <a16:creationId xmlns:a16="http://schemas.microsoft.com/office/drawing/2014/main" id="{6AB3F8C4-3501-5D86-51D0-F47FCCDB7B45}"/>
                </a:ext>
              </a:extLst>
            </p:cNvPr>
            <p:cNvGrpSpPr/>
            <p:nvPr/>
          </p:nvGrpSpPr>
          <p:grpSpPr>
            <a:xfrm>
              <a:off x="8014533" y="2969843"/>
              <a:ext cx="2776828" cy="2310548"/>
              <a:chOff x="5035024" y="2969843"/>
              <a:chExt cx="2776828" cy="2310548"/>
            </a:xfrm>
          </p:grpSpPr>
          <p:sp>
            <p:nvSpPr>
              <p:cNvPr id="48" name="Ellipse 94">
                <a:extLst>
                  <a:ext uri="{FF2B5EF4-FFF2-40B4-BE49-F238E27FC236}">
                    <a16:creationId xmlns:a16="http://schemas.microsoft.com/office/drawing/2014/main" id="{FD035240-248A-F1CE-8ECE-3DC9FED4BC5C}"/>
                  </a:ext>
                </a:extLst>
              </p:cNvPr>
              <p:cNvSpPr/>
              <p:nvPr/>
            </p:nvSpPr>
            <p:spPr bwMode="auto">
              <a:xfrm>
                <a:off x="6499604" y="4749390"/>
                <a:ext cx="164482" cy="163801"/>
              </a:xfrm>
              <a:prstGeom prst="ellipse">
                <a:avLst/>
              </a:prstGeom>
              <a:solidFill>
                <a:srgbClr val="FF816E"/>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000000"/>
                    </a:solidFill>
                    <a:effectLst/>
                    <a:uLnTx/>
                    <a:uFillTx/>
                    <a:latin typeface="Ubuntu"/>
                    <a:ea typeface="+mn-ea"/>
                    <a:cs typeface="+mn-cs"/>
                  </a:rPr>
                  <a:t>+/1</a:t>
                </a:r>
              </a:p>
            </p:txBody>
          </p:sp>
          <p:sp>
            <p:nvSpPr>
              <p:cNvPr id="49" name="Ellipse 94">
                <a:extLst>
                  <a:ext uri="{FF2B5EF4-FFF2-40B4-BE49-F238E27FC236}">
                    <a16:creationId xmlns:a16="http://schemas.microsoft.com/office/drawing/2014/main" id="{A8986D13-0ED0-AD47-1B84-F1E095F86028}"/>
                  </a:ext>
                </a:extLst>
              </p:cNvPr>
              <p:cNvSpPr/>
              <p:nvPr/>
            </p:nvSpPr>
            <p:spPr bwMode="auto">
              <a:xfrm>
                <a:off x="6798589" y="4236197"/>
                <a:ext cx="164482" cy="163801"/>
              </a:xfrm>
              <a:prstGeom prst="ellipse">
                <a:avLst/>
              </a:prstGeom>
              <a:solidFill>
                <a:srgbClr val="FEB100"/>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232323"/>
                    </a:solidFill>
                    <a:effectLst/>
                    <a:uLnTx/>
                    <a:uFillTx/>
                    <a:latin typeface="Ubuntu"/>
                    <a:ea typeface="+mn-ea"/>
                    <a:cs typeface="+mn-cs"/>
                  </a:rPr>
                  <a:t>o/1</a:t>
                </a:r>
              </a:p>
            </p:txBody>
          </p:sp>
          <p:sp>
            <p:nvSpPr>
              <p:cNvPr id="50" name="Ellipse 94">
                <a:extLst>
                  <a:ext uri="{FF2B5EF4-FFF2-40B4-BE49-F238E27FC236}">
                    <a16:creationId xmlns:a16="http://schemas.microsoft.com/office/drawing/2014/main" id="{0D1F43B8-40FA-E390-DE0C-0AF39EDE286A}"/>
                  </a:ext>
                </a:extLst>
              </p:cNvPr>
              <p:cNvSpPr/>
              <p:nvPr/>
            </p:nvSpPr>
            <p:spPr bwMode="auto">
              <a:xfrm>
                <a:off x="7468506" y="4189477"/>
                <a:ext cx="164482" cy="163801"/>
              </a:xfrm>
              <a:prstGeom prst="ellipse">
                <a:avLst/>
              </a:prstGeom>
              <a:solidFill>
                <a:srgbClr val="FEB100"/>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o/1</a:t>
                </a:r>
              </a:p>
            </p:txBody>
          </p:sp>
          <p:sp>
            <p:nvSpPr>
              <p:cNvPr id="51" name="Ellipse 94">
                <a:extLst>
                  <a:ext uri="{FF2B5EF4-FFF2-40B4-BE49-F238E27FC236}">
                    <a16:creationId xmlns:a16="http://schemas.microsoft.com/office/drawing/2014/main" id="{A3673384-28B6-2906-6479-727DD0237EC0}"/>
                  </a:ext>
                </a:extLst>
              </p:cNvPr>
              <p:cNvSpPr/>
              <p:nvPr/>
            </p:nvSpPr>
            <p:spPr bwMode="auto">
              <a:xfrm>
                <a:off x="6661862" y="3096852"/>
                <a:ext cx="164482" cy="163801"/>
              </a:xfrm>
              <a:prstGeom prst="ellipse">
                <a:avLst/>
              </a:prstGeom>
              <a:solidFill>
                <a:srgbClr val="FEB100"/>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o/3</a:t>
                </a:r>
              </a:p>
            </p:txBody>
          </p:sp>
          <p:sp>
            <p:nvSpPr>
              <p:cNvPr id="52" name="Ellipse 94">
                <a:extLst>
                  <a:ext uri="{FF2B5EF4-FFF2-40B4-BE49-F238E27FC236}">
                    <a16:creationId xmlns:a16="http://schemas.microsoft.com/office/drawing/2014/main" id="{57FFED65-5FBA-DD5E-1615-AF4D2FB409F8}"/>
                  </a:ext>
                </a:extLst>
              </p:cNvPr>
              <p:cNvSpPr/>
              <p:nvPr/>
            </p:nvSpPr>
            <p:spPr bwMode="auto">
              <a:xfrm>
                <a:off x="6940112" y="3412732"/>
                <a:ext cx="164482" cy="163801"/>
              </a:xfrm>
              <a:prstGeom prst="ellipse">
                <a:avLst/>
              </a:prstGeom>
              <a:solidFill>
                <a:srgbClr val="FEB100"/>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+/2</a:t>
                </a:r>
              </a:p>
            </p:txBody>
          </p:sp>
          <p:sp>
            <p:nvSpPr>
              <p:cNvPr id="53" name="Ellipse 94">
                <a:extLst>
                  <a:ext uri="{FF2B5EF4-FFF2-40B4-BE49-F238E27FC236}">
                    <a16:creationId xmlns:a16="http://schemas.microsoft.com/office/drawing/2014/main" id="{11B2502B-2B7D-A98D-72BC-414B661343DA}"/>
                  </a:ext>
                </a:extLst>
              </p:cNvPr>
              <p:cNvSpPr/>
              <p:nvPr/>
            </p:nvSpPr>
            <p:spPr bwMode="auto">
              <a:xfrm>
                <a:off x="7502470" y="3532869"/>
                <a:ext cx="164482" cy="163801"/>
              </a:xfrm>
              <a:prstGeom prst="ellipse">
                <a:avLst/>
              </a:prstGeom>
              <a:solidFill>
                <a:srgbClr val="FEB100"/>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o/1</a:t>
                </a:r>
              </a:p>
            </p:txBody>
          </p:sp>
          <p:sp>
            <p:nvSpPr>
              <p:cNvPr id="54" name="Ellipse 94">
                <a:extLst>
                  <a:ext uri="{FF2B5EF4-FFF2-40B4-BE49-F238E27FC236}">
                    <a16:creationId xmlns:a16="http://schemas.microsoft.com/office/drawing/2014/main" id="{CC9CA469-FAE3-51D3-528E-FEDB87834CF2}"/>
                  </a:ext>
                </a:extLst>
              </p:cNvPr>
              <p:cNvSpPr/>
              <p:nvPr/>
            </p:nvSpPr>
            <p:spPr bwMode="auto">
              <a:xfrm>
                <a:off x="7647370" y="3867693"/>
                <a:ext cx="164482" cy="163801"/>
              </a:xfrm>
              <a:prstGeom prst="ellipse">
                <a:avLst/>
              </a:prstGeom>
              <a:solidFill>
                <a:srgbClr val="FEB100"/>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o/2</a:t>
                </a:r>
              </a:p>
            </p:txBody>
          </p:sp>
          <p:sp>
            <p:nvSpPr>
              <p:cNvPr id="55" name="Ellipse 94">
                <a:extLst>
                  <a:ext uri="{FF2B5EF4-FFF2-40B4-BE49-F238E27FC236}">
                    <a16:creationId xmlns:a16="http://schemas.microsoft.com/office/drawing/2014/main" id="{85666EF1-E85E-61F8-AA2F-1DB3BA9FD3E2}"/>
                  </a:ext>
                </a:extLst>
              </p:cNvPr>
              <p:cNvSpPr/>
              <p:nvPr/>
            </p:nvSpPr>
            <p:spPr bwMode="auto">
              <a:xfrm>
                <a:off x="6519398" y="4313398"/>
                <a:ext cx="164482" cy="163801"/>
              </a:xfrm>
              <a:prstGeom prst="ellipse">
                <a:avLst/>
              </a:prstGeom>
              <a:solidFill>
                <a:srgbClr val="FEB100"/>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o/1</a:t>
                </a:r>
              </a:p>
            </p:txBody>
          </p:sp>
          <p:sp>
            <p:nvSpPr>
              <p:cNvPr id="56" name="Ellipse 94">
                <a:extLst>
                  <a:ext uri="{FF2B5EF4-FFF2-40B4-BE49-F238E27FC236}">
                    <a16:creationId xmlns:a16="http://schemas.microsoft.com/office/drawing/2014/main" id="{145E872D-BB3C-3EBF-2F6C-B5E6C720F890}"/>
                  </a:ext>
                </a:extLst>
              </p:cNvPr>
              <p:cNvSpPr/>
              <p:nvPr/>
            </p:nvSpPr>
            <p:spPr bwMode="auto">
              <a:xfrm>
                <a:off x="6152162" y="5116590"/>
                <a:ext cx="164482" cy="163801"/>
              </a:xfrm>
              <a:prstGeom prst="ellipse">
                <a:avLst/>
              </a:prstGeom>
              <a:solidFill>
                <a:srgbClr val="FF816E"/>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+/1</a:t>
                </a:r>
              </a:p>
            </p:txBody>
          </p:sp>
          <p:sp>
            <p:nvSpPr>
              <p:cNvPr id="57" name="Ellipse 94">
                <a:extLst>
                  <a:ext uri="{FF2B5EF4-FFF2-40B4-BE49-F238E27FC236}">
                    <a16:creationId xmlns:a16="http://schemas.microsoft.com/office/drawing/2014/main" id="{1F18A2AA-5106-DBB0-BD43-2BF093630C79}"/>
                  </a:ext>
                </a:extLst>
              </p:cNvPr>
              <p:cNvSpPr/>
              <p:nvPr/>
            </p:nvSpPr>
            <p:spPr bwMode="auto">
              <a:xfrm>
                <a:off x="5844580" y="4465081"/>
                <a:ext cx="164482" cy="163801"/>
              </a:xfrm>
              <a:prstGeom prst="ellipse">
                <a:avLst/>
              </a:prstGeom>
              <a:solidFill>
                <a:srgbClr val="FF816E"/>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+/3</a:t>
                </a:r>
              </a:p>
            </p:txBody>
          </p:sp>
          <p:sp>
            <p:nvSpPr>
              <p:cNvPr id="58" name="Ellipse 94">
                <a:extLst>
                  <a:ext uri="{FF2B5EF4-FFF2-40B4-BE49-F238E27FC236}">
                    <a16:creationId xmlns:a16="http://schemas.microsoft.com/office/drawing/2014/main" id="{040C7820-9E08-7A63-3EFC-C24FC8D3B88E}"/>
                  </a:ext>
                </a:extLst>
              </p:cNvPr>
              <p:cNvSpPr/>
              <p:nvPr/>
            </p:nvSpPr>
            <p:spPr bwMode="auto">
              <a:xfrm>
                <a:off x="5293203" y="4605058"/>
                <a:ext cx="164482" cy="163801"/>
              </a:xfrm>
              <a:prstGeom prst="ellipse">
                <a:avLst/>
              </a:prstGeom>
              <a:solidFill>
                <a:srgbClr val="FF816E"/>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+/1</a:t>
                </a:r>
              </a:p>
            </p:txBody>
          </p:sp>
          <p:sp>
            <p:nvSpPr>
              <p:cNvPr id="59" name="Ellipse 94">
                <a:extLst>
                  <a:ext uri="{FF2B5EF4-FFF2-40B4-BE49-F238E27FC236}">
                    <a16:creationId xmlns:a16="http://schemas.microsoft.com/office/drawing/2014/main" id="{13777D98-B938-A095-9517-864915C2AC9C}"/>
                  </a:ext>
                </a:extLst>
              </p:cNvPr>
              <p:cNvSpPr/>
              <p:nvPr/>
            </p:nvSpPr>
            <p:spPr bwMode="auto">
              <a:xfrm>
                <a:off x="5405237" y="4076651"/>
                <a:ext cx="164482" cy="163801"/>
              </a:xfrm>
              <a:prstGeom prst="ellipse">
                <a:avLst/>
              </a:prstGeom>
              <a:solidFill>
                <a:srgbClr val="FF816E"/>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+/3</a:t>
                </a:r>
              </a:p>
            </p:txBody>
          </p:sp>
          <p:sp>
            <p:nvSpPr>
              <p:cNvPr id="60" name="Ellipse 94">
                <a:extLst>
                  <a:ext uri="{FF2B5EF4-FFF2-40B4-BE49-F238E27FC236}">
                    <a16:creationId xmlns:a16="http://schemas.microsoft.com/office/drawing/2014/main" id="{F9F6109E-5834-9989-4DFA-31E44D1973AF}"/>
                  </a:ext>
                </a:extLst>
              </p:cNvPr>
              <p:cNvSpPr/>
              <p:nvPr/>
            </p:nvSpPr>
            <p:spPr bwMode="auto">
              <a:xfrm>
                <a:off x="5035024" y="3735728"/>
                <a:ext cx="164482" cy="163801"/>
              </a:xfrm>
              <a:prstGeom prst="ellipse">
                <a:avLst/>
              </a:prstGeom>
              <a:solidFill>
                <a:srgbClr val="FF816E"/>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+/2</a:t>
                </a:r>
              </a:p>
            </p:txBody>
          </p:sp>
          <p:sp>
            <p:nvSpPr>
              <p:cNvPr id="61" name="Ellipse 94">
                <a:extLst>
                  <a:ext uri="{FF2B5EF4-FFF2-40B4-BE49-F238E27FC236}">
                    <a16:creationId xmlns:a16="http://schemas.microsoft.com/office/drawing/2014/main" id="{8A2E58CD-3041-B4DC-6EB0-CE71B51E67CC}"/>
                  </a:ext>
                </a:extLst>
              </p:cNvPr>
              <p:cNvSpPr/>
              <p:nvPr/>
            </p:nvSpPr>
            <p:spPr bwMode="auto">
              <a:xfrm>
                <a:off x="5527109" y="3489555"/>
                <a:ext cx="164482" cy="163801"/>
              </a:xfrm>
              <a:prstGeom prst="ellipse">
                <a:avLst/>
              </a:prstGeom>
              <a:solidFill>
                <a:srgbClr val="FEB100"/>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+/2</a:t>
                </a:r>
              </a:p>
            </p:txBody>
          </p:sp>
          <p:sp>
            <p:nvSpPr>
              <p:cNvPr id="62" name="Ellipse 94">
                <a:extLst>
                  <a:ext uri="{FF2B5EF4-FFF2-40B4-BE49-F238E27FC236}">
                    <a16:creationId xmlns:a16="http://schemas.microsoft.com/office/drawing/2014/main" id="{576CAE17-8869-F3E5-166C-4AD4F41C9650}"/>
                  </a:ext>
                </a:extLst>
              </p:cNvPr>
              <p:cNvSpPr/>
              <p:nvPr/>
            </p:nvSpPr>
            <p:spPr bwMode="auto">
              <a:xfrm>
                <a:off x="5711694" y="2969843"/>
                <a:ext cx="164482" cy="163801"/>
              </a:xfrm>
              <a:prstGeom prst="ellipse">
                <a:avLst/>
              </a:prstGeom>
              <a:solidFill>
                <a:srgbClr val="FEB100"/>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+/2</a:t>
                </a:r>
              </a:p>
            </p:txBody>
          </p:sp>
          <p:sp>
            <p:nvSpPr>
              <p:cNvPr id="63" name="Ellipse 94">
                <a:extLst>
                  <a:ext uri="{FF2B5EF4-FFF2-40B4-BE49-F238E27FC236}">
                    <a16:creationId xmlns:a16="http://schemas.microsoft.com/office/drawing/2014/main" id="{F8EB736D-2285-EDEA-8DA3-F09054FBAD94}"/>
                  </a:ext>
                </a:extLst>
              </p:cNvPr>
              <p:cNvSpPr/>
              <p:nvPr/>
            </p:nvSpPr>
            <p:spPr bwMode="auto">
              <a:xfrm>
                <a:off x="6136068" y="3280853"/>
                <a:ext cx="164482" cy="163801"/>
              </a:xfrm>
              <a:prstGeom prst="ellipse">
                <a:avLst/>
              </a:prstGeom>
              <a:solidFill>
                <a:srgbClr val="FEB100"/>
              </a:solidFill>
              <a:ln w="12700">
                <a:noFill/>
                <a:round/>
                <a:headEnd/>
                <a:tailEnd/>
              </a:ln>
              <a:effectLst/>
            </p:spPr>
            <p:txBody>
              <a:bodyPr wrap="none" lIns="0" r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0" i="0" u="none" strike="noStrike" kern="1200" cap="none" spc="0" normalizeH="0" baseline="0" noProof="0" dirty="0">
                    <a:ln>
                      <a:noFill/>
                    </a:ln>
                    <a:effectLst/>
                    <a:uLnTx/>
                    <a:uFillTx/>
                    <a:latin typeface="Ubuntu"/>
                    <a:ea typeface="+mn-ea"/>
                    <a:cs typeface="+mn-cs"/>
                  </a:rPr>
                  <a:t>+/3</a:t>
                </a:r>
              </a:p>
            </p:txBody>
          </p:sp>
        </p:grpSp>
      </p:grpSp>
      <p:grpSp>
        <p:nvGrpSpPr>
          <p:cNvPr id="67" name="Group 66" descr="Data chart">
            <a:extLst>
              <a:ext uri="{FF2B5EF4-FFF2-40B4-BE49-F238E27FC236}">
                <a16:creationId xmlns:a16="http://schemas.microsoft.com/office/drawing/2014/main" id="{204F44AD-1731-E8C5-291F-8689EC6C2191}"/>
              </a:ext>
            </a:extLst>
          </p:cNvPr>
          <p:cNvGrpSpPr/>
          <p:nvPr/>
        </p:nvGrpSpPr>
        <p:grpSpPr>
          <a:xfrm>
            <a:off x="12614421" y="1341017"/>
            <a:ext cx="2132491" cy="1904010"/>
            <a:chOff x="4079776" y="1772816"/>
            <a:chExt cx="4032448" cy="3600400"/>
          </a:xfrm>
          <a:solidFill>
            <a:schemeClr val="bg1"/>
          </a:solidFill>
        </p:grpSpPr>
        <p:cxnSp>
          <p:nvCxnSpPr>
            <p:cNvPr id="68" name="Straight Connector 67">
              <a:extLst>
                <a:ext uri="{FF2B5EF4-FFF2-40B4-BE49-F238E27FC236}">
                  <a16:creationId xmlns:a16="http://schemas.microsoft.com/office/drawing/2014/main" id="{296DAA17-6641-1BEF-646C-030BC860AB7D}"/>
                </a:ext>
              </a:extLst>
            </p:cNvPr>
            <p:cNvCxnSpPr>
              <a:cxnSpLocks/>
              <a:stCxn id="69" idx="0"/>
              <a:endCxn id="71" idx="4"/>
            </p:cNvCxnSpPr>
            <p:nvPr/>
          </p:nvCxnSpPr>
          <p:spPr>
            <a:xfrm flipV="1">
              <a:off x="6095896" y="2636816"/>
              <a:ext cx="152" cy="432144"/>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9" name="Oval 27">
              <a:extLst>
                <a:ext uri="{FF2B5EF4-FFF2-40B4-BE49-F238E27FC236}">
                  <a16:creationId xmlns:a16="http://schemas.microsoft.com/office/drawing/2014/main" id="{F691A3B4-8A85-DB83-EB20-AEEF37897A4B}"/>
                </a:ext>
              </a:extLst>
            </p:cNvPr>
            <p:cNvSpPr>
              <a:spLocks noChangeArrowheads="1"/>
            </p:cNvSpPr>
            <p:nvPr>
              <p:custDataLst>
                <p:tags r:id="rId37"/>
              </p:custDataLst>
            </p:nvPr>
          </p:nvSpPr>
          <p:spPr bwMode="auto">
            <a:xfrm flipH="1">
              <a:off x="5159896" y="3068960"/>
              <a:ext cx="1872000" cy="1872000"/>
            </a:xfrm>
            <a:prstGeom prst="ellipse">
              <a:avLst/>
            </a:prstGeom>
            <a:grpFill/>
            <a:ln w="38100" cmpd="sng">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Ubuntu"/>
                  <a:ea typeface="+mn-ea"/>
                  <a:cs typeface="+mn-cs"/>
                </a:rPr>
                <a:t>Text</a:t>
              </a:r>
            </a:p>
          </p:txBody>
        </p:sp>
        <p:cxnSp>
          <p:nvCxnSpPr>
            <p:cNvPr id="70" name="Straight Connector 69">
              <a:extLst>
                <a:ext uri="{FF2B5EF4-FFF2-40B4-BE49-F238E27FC236}">
                  <a16:creationId xmlns:a16="http://schemas.microsoft.com/office/drawing/2014/main" id="{D7A954DF-3BA5-6520-CCC9-EFC1A827DD29}"/>
                </a:ext>
              </a:extLst>
            </p:cNvPr>
            <p:cNvCxnSpPr>
              <a:cxnSpLocks/>
            </p:cNvCxnSpPr>
            <p:nvPr/>
          </p:nvCxnSpPr>
          <p:spPr>
            <a:xfrm flipH="1">
              <a:off x="4871005" y="4468418"/>
              <a:ext cx="416106" cy="238983"/>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70">
              <a:extLst>
                <a:ext uri="{FF2B5EF4-FFF2-40B4-BE49-F238E27FC236}">
                  <a16:creationId xmlns:a16="http://schemas.microsoft.com/office/drawing/2014/main" id="{1791377F-E4E8-7452-5D0D-28584B84B96C}"/>
                </a:ext>
              </a:extLst>
            </p:cNvPr>
            <p:cNvSpPr>
              <a:spLocks noChangeArrowheads="1"/>
            </p:cNvSpPr>
            <p:nvPr>
              <p:custDataLst>
                <p:tags r:id="rId38"/>
              </p:custDataLst>
            </p:nvPr>
          </p:nvSpPr>
          <p:spPr bwMode="auto">
            <a:xfrm flipH="1">
              <a:off x="5664048" y="1772816"/>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72" name="Oval 71">
              <a:extLst>
                <a:ext uri="{FF2B5EF4-FFF2-40B4-BE49-F238E27FC236}">
                  <a16:creationId xmlns:a16="http://schemas.microsoft.com/office/drawing/2014/main" id="{FBF0CDCA-9D82-A6E5-4E19-03EC7BFBC58F}"/>
                </a:ext>
              </a:extLst>
            </p:cNvPr>
            <p:cNvSpPr>
              <a:spLocks noChangeArrowheads="1"/>
            </p:cNvSpPr>
            <p:nvPr>
              <p:custDataLst>
                <p:tags r:id="rId39"/>
              </p:custDataLst>
            </p:nvPr>
          </p:nvSpPr>
          <p:spPr bwMode="auto">
            <a:xfrm flipH="1">
              <a:off x="4079776" y="4509215"/>
              <a:ext cx="864001" cy="864001"/>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73" name="Oval 72">
              <a:extLst>
                <a:ext uri="{FF2B5EF4-FFF2-40B4-BE49-F238E27FC236}">
                  <a16:creationId xmlns:a16="http://schemas.microsoft.com/office/drawing/2014/main" id="{60B47BE0-4598-1D49-8B23-0987F53E845D}"/>
                </a:ext>
              </a:extLst>
            </p:cNvPr>
            <p:cNvSpPr>
              <a:spLocks noChangeArrowheads="1"/>
            </p:cNvSpPr>
            <p:nvPr>
              <p:custDataLst>
                <p:tags r:id="rId40"/>
              </p:custDataLst>
            </p:nvPr>
          </p:nvSpPr>
          <p:spPr bwMode="auto">
            <a:xfrm flipH="1">
              <a:off x="7248223" y="4509215"/>
              <a:ext cx="864001" cy="864001"/>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cxnSp>
          <p:nvCxnSpPr>
            <p:cNvPr id="74" name="Straight Connector 73">
              <a:extLst>
                <a:ext uri="{FF2B5EF4-FFF2-40B4-BE49-F238E27FC236}">
                  <a16:creationId xmlns:a16="http://schemas.microsoft.com/office/drawing/2014/main" id="{9FF3A340-D45F-8088-A1EC-837E517BB573}"/>
                </a:ext>
              </a:extLst>
            </p:cNvPr>
            <p:cNvCxnSpPr>
              <a:cxnSpLocks/>
            </p:cNvCxnSpPr>
            <p:nvPr/>
          </p:nvCxnSpPr>
          <p:spPr>
            <a:xfrm>
              <a:off x="6906986" y="4474029"/>
              <a:ext cx="408214" cy="236712"/>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5" name="Group 74" descr="Data chart">
            <a:extLst>
              <a:ext uri="{FF2B5EF4-FFF2-40B4-BE49-F238E27FC236}">
                <a16:creationId xmlns:a16="http://schemas.microsoft.com/office/drawing/2014/main" id="{6D39F292-3B89-D684-3239-389E77F6FE8E}"/>
              </a:ext>
            </a:extLst>
          </p:cNvPr>
          <p:cNvGrpSpPr/>
          <p:nvPr/>
        </p:nvGrpSpPr>
        <p:grpSpPr>
          <a:xfrm>
            <a:off x="15017298" y="1341017"/>
            <a:ext cx="2365098" cy="2360972"/>
            <a:chOff x="3855950" y="1772816"/>
            <a:chExt cx="4472298" cy="4464496"/>
          </a:xfrm>
          <a:solidFill>
            <a:schemeClr val="bg1"/>
          </a:solidFill>
        </p:grpSpPr>
        <p:cxnSp>
          <p:nvCxnSpPr>
            <p:cNvPr id="76" name="Straight Connector 75">
              <a:extLst>
                <a:ext uri="{FF2B5EF4-FFF2-40B4-BE49-F238E27FC236}">
                  <a16:creationId xmlns:a16="http://schemas.microsoft.com/office/drawing/2014/main" id="{C5AF22D9-93F5-CBCE-1E2F-ED114F301071}"/>
                </a:ext>
              </a:extLst>
            </p:cNvPr>
            <p:cNvCxnSpPr>
              <a:cxnSpLocks/>
              <a:stCxn id="83" idx="2"/>
              <a:endCxn id="81" idx="6"/>
            </p:cNvCxnSpPr>
            <p:nvPr/>
          </p:nvCxnSpPr>
          <p:spPr>
            <a:xfrm>
              <a:off x="7031896" y="4004960"/>
              <a:ext cx="432352" cy="0"/>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12CFD89E-F2B6-AC1F-C77B-428C43242D93}"/>
                </a:ext>
              </a:extLst>
            </p:cNvPr>
            <p:cNvCxnSpPr>
              <a:cxnSpLocks/>
              <a:stCxn id="83" idx="4"/>
              <a:endCxn id="79" idx="0"/>
            </p:cNvCxnSpPr>
            <p:nvPr/>
          </p:nvCxnSpPr>
          <p:spPr>
            <a:xfrm>
              <a:off x="6095896" y="4940960"/>
              <a:ext cx="0" cy="432352"/>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15D93F42-67F3-98F2-D90A-4CE8F3AA6832}"/>
                </a:ext>
              </a:extLst>
            </p:cNvPr>
            <p:cNvCxnSpPr>
              <a:cxnSpLocks/>
              <a:stCxn id="83" idx="6"/>
              <a:endCxn id="80" idx="2"/>
            </p:cNvCxnSpPr>
            <p:nvPr/>
          </p:nvCxnSpPr>
          <p:spPr>
            <a:xfrm flipH="1">
              <a:off x="4719950" y="4004960"/>
              <a:ext cx="439946" cy="0"/>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Oval 78">
              <a:extLst>
                <a:ext uri="{FF2B5EF4-FFF2-40B4-BE49-F238E27FC236}">
                  <a16:creationId xmlns:a16="http://schemas.microsoft.com/office/drawing/2014/main" id="{00F3CCBC-8FCD-330B-5B28-F057D757B2C5}"/>
                </a:ext>
              </a:extLst>
            </p:cNvPr>
            <p:cNvSpPr>
              <a:spLocks noChangeArrowheads="1"/>
            </p:cNvSpPr>
            <p:nvPr>
              <p:custDataLst>
                <p:tags r:id="rId32"/>
              </p:custDataLst>
            </p:nvPr>
          </p:nvSpPr>
          <p:spPr bwMode="auto">
            <a:xfrm flipH="1">
              <a:off x="5663896" y="5373312"/>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80" name="Oval 79">
              <a:extLst>
                <a:ext uri="{FF2B5EF4-FFF2-40B4-BE49-F238E27FC236}">
                  <a16:creationId xmlns:a16="http://schemas.microsoft.com/office/drawing/2014/main" id="{E2689A04-7557-99F4-6A5E-3852118D7C5F}"/>
                </a:ext>
              </a:extLst>
            </p:cNvPr>
            <p:cNvSpPr>
              <a:spLocks noChangeArrowheads="1"/>
            </p:cNvSpPr>
            <p:nvPr>
              <p:custDataLst>
                <p:tags r:id="rId33"/>
              </p:custDataLst>
            </p:nvPr>
          </p:nvSpPr>
          <p:spPr bwMode="auto">
            <a:xfrm flipH="1">
              <a:off x="3855950" y="3572960"/>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81" name="Oval 80">
              <a:extLst>
                <a:ext uri="{FF2B5EF4-FFF2-40B4-BE49-F238E27FC236}">
                  <a16:creationId xmlns:a16="http://schemas.microsoft.com/office/drawing/2014/main" id="{BFB1634F-ECF3-67AA-8A29-1698A2A84F75}"/>
                </a:ext>
              </a:extLst>
            </p:cNvPr>
            <p:cNvSpPr>
              <a:spLocks noChangeArrowheads="1"/>
            </p:cNvSpPr>
            <p:nvPr>
              <p:custDataLst>
                <p:tags r:id="rId34"/>
              </p:custDataLst>
            </p:nvPr>
          </p:nvSpPr>
          <p:spPr bwMode="auto">
            <a:xfrm flipH="1">
              <a:off x="7464248" y="3572960"/>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cxnSp>
          <p:nvCxnSpPr>
            <p:cNvPr id="82" name="Straight Connector 81">
              <a:extLst>
                <a:ext uri="{FF2B5EF4-FFF2-40B4-BE49-F238E27FC236}">
                  <a16:creationId xmlns:a16="http://schemas.microsoft.com/office/drawing/2014/main" id="{741D57B0-8B86-88E1-EA26-FA94C297BBEE}"/>
                </a:ext>
              </a:extLst>
            </p:cNvPr>
            <p:cNvCxnSpPr>
              <a:cxnSpLocks/>
              <a:stCxn id="83" idx="0"/>
              <a:endCxn id="84" idx="4"/>
            </p:cNvCxnSpPr>
            <p:nvPr/>
          </p:nvCxnSpPr>
          <p:spPr>
            <a:xfrm flipV="1">
              <a:off x="6095896" y="2636816"/>
              <a:ext cx="0" cy="432144"/>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3" name="Oval 27">
              <a:extLst>
                <a:ext uri="{FF2B5EF4-FFF2-40B4-BE49-F238E27FC236}">
                  <a16:creationId xmlns:a16="http://schemas.microsoft.com/office/drawing/2014/main" id="{39703867-2025-C735-7589-CFC8404105F4}"/>
                </a:ext>
              </a:extLst>
            </p:cNvPr>
            <p:cNvSpPr>
              <a:spLocks noChangeArrowheads="1"/>
            </p:cNvSpPr>
            <p:nvPr>
              <p:custDataLst>
                <p:tags r:id="rId35"/>
              </p:custDataLst>
            </p:nvPr>
          </p:nvSpPr>
          <p:spPr bwMode="auto">
            <a:xfrm flipH="1">
              <a:off x="5159896" y="3068960"/>
              <a:ext cx="1872000" cy="1872000"/>
            </a:xfrm>
            <a:prstGeom prst="ellipse">
              <a:avLst/>
            </a:prstGeom>
            <a:grpFill/>
            <a:ln w="38100" cmpd="sng">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84" name="Oval 83">
              <a:extLst>
                <a:ext uri="{FF2B5EF4-FFF2-40B4-BE49-F238E27FC236}">
                  <a16:creationId xmlns:a16="http://schemas.microsoft.com/office/drawing/2014/main" id="{E86411CD-1141-6A71-74A1-30B015034D79}"/>
                </a:ext>
              </a:extLst>
            </p:cNvPr>
            <p:cNvSpPr>
              <a:spLocks noChangeArrowheads="1"/>
            </p:cNvSpPr>
            <p:nvPr>
              <p:custDataLst>
                <p:tags r:id="rId36"/>
              </p:custDataLst>
            </p:nvPr>
          </p:nvSpPr>
          <p:spPr bwMode="auto">
            <a:xfrm flipH="1">
              <a:off x="5663896" y="1772816"/>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grpSp>
      <p:grpSp>
        <p:nvGrpSpPr>
          <p:cNvPr id="85" name="Group 84" descr="Data chart">
            <a:extLst>
              <a:ext uri="{FF2B5EF4-FFF2-40B4-BE49-F238E27FC236}">
                <a16:creationId xmlns:a16="http://schemas.microsoft.com/office/drawing/2014/main" id="{1CA225B3-BA12-D2C8-C26E-EE9E215B7DF4}"/>
              </a:ext>
            </a:extLst>
          </p:cNvPr>
          <p:cNvGrpSpPr/>
          <p:nvPr/>
        </p:nvGrpSpPr>
        <p:grpSpPr>
          <a:xfrm>
            <a:off x="17630083" y="1341017"/>
            <a:ext cx="2284710" cy="2208652"/>
            <a:chOff x="3935856" y="1772816"/>
            <a:chExt cx="4320288" cy="4176464"/>
          </a:xfrm>
          <a:solidFill>
            <a:schemeClr val="bg1"/>
          </a:solidFill>
        </p:grpSpPr>
        <p:sp>
          <p:nvSpPr>
            <p:cNvPr id="86" name="Oval 85">
              <a:extLst>
                <a:ext uri="{FF2B5EF4-FFF2-40B4-BE49-F238E27FC236}">
                  <a16:creationId xmlns:a16="http://schemas.microsoft.com/office/drawing/2014/main" id="{76B97F6B-F799-EBC7-E894-8FF9A2955BF6}"/>
                </a:ext>
              </a:extLst>
            </p:cNvPr>
            <p:cNvSpPr>
              <a:spLocks noChangeArrowheads="1"/>
            </p:cNvSpPr>
            <p:nvPr>
              <p:custDataLst>
                <p:tags r:id="rId26"/>
              </p:custDataLst>
            </p:nvPr>
          </p:nvSpPr>
          <p:spPr bwMode="auto">
            <a:xfrm flipH="1">
              <a:off x="6744168" y="5085280"/>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87" name="Oval 86">
              <a:extLst>
                <a:ext uri="{FF2B5EF4-FFF2-40B4-BE49-F238E27FC236}">
                  <a16:creationId xmlns:a16="http://schemas.microsoft.com/office/drawing/2014/main" id="{40A60A7B-CF98-C6C1-0A2D-B5AF28BCF737}"/>
                </a:ext>
              </a:extLst>
            </p:cNvPr>
            <p:cNvSpPr>
              <a:spLocks noChangeArrowheads="1"/>
            </p:cNvSpPr>
            <p:nvPr>
              <p:custDataLst>
                <p:tags r:id="rId27"/>
              </p:custDataLst>
            </p:nvPr>
          </p:nvSpPr>
          <p:spPr bwMode="auto">
            <a:xfrm flipH="1">
              <a:off x="4583832" y="5085280"/>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88" name="Oval 87">
              <a:extLst>
                <a:ext uri="{FF2B5EF4-FFF2-40B4-BE49-F238E27FC236}">
                  <a16:creationId xmlns:a16="http://schemas.microsoft.com/office/drawing/2014/main" id="{51A161E0-7493-FFF4-B8C5-DA9AD63F8822}"/>
                </a:ext>
              </a:extLst>
            </p:cNvPr>
            <p:cNvSpPr>
              <a:spLocks noChangeArrowheads="1"/>
            </p:cNvSpPr>
            <p:nvPr>
              <p:custDataLst>
                <p:tags r:id="rId28"/>
              </p:custDataLst>
            </p:nvPr>
          </p:nvSpPr>
          <p:spPr bwMode="auto">
            <a:xfrm flipH="1">
              <a:off x="3935856" y="3022997"/>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89" name="Oval 88">
              <a:extLst>
                <a:ext uri="{FF2B5EF4-FFF2-40B4-BE49-F238E27FC236}">
                  <a16:creationId xmlns:a16="http://schemas.microsoft.com/office/drawing/2014/main" id="{83824300-332A-C609-58A5-0BCC4488EA8C}"/>
                </a:ext>
              </a:extLst>
            </p:cNvPr>
            <p:cNvSpPr>
              <a:spLocks noChangeArrowheads="1"/>
            </p:cNvSpPr>
            <p:nvPr>
              <p:custDataLst>
                <p:tags r:id="rId29"/>
              </p:custDataLst>
            </p:nvPr>
          </p:nvSpPr>
          <p:spPr bwMode="auto">
            <a:xfrm flipH="1">
              <a:off x="7392144" y="3022997"/>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cxnSp>
          <p:nvCxnSpPr>
            <p:cNvPr id="90" name="Straight Connector 89">
              <a:extLst>
                <a:ext uri="{FF2B5EF4-FFF2-40B4-BE49-F238E27FC236}">
                  <a16:creationId xmlns:a16="http://schemas.microsoft.com/office/drawing/2014/main" id="{CC947721-0108-52F2-6CE4-D8BCC2A8280E}"/>
                </a:ext>
              </a:extLst>
            </p:cNvPr>
            <p:cNvCxnSpPr>
              <a:cxnSpLocks/>
              <a:stCxn id="91" idx="0"/>
              <a:endCxn id="92" idx="4"/>
            </p:cNvCxnSpPr>
            <p:nvPr/>
          </p:nvCxnSpPr>
          <p:spPr>
            <a:xfrm flipV="1">
              <a:off x="6095896" y="2636816"/>
              <a:ext cx="152" cy="432144"/>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1" name="Oval 27">
              <a:extLst>
                <a:ext uri="{FF2B5EF4-FFF2-40B4-BE49-F238E27FC236}">
                  <a16:creationId xmlns:a16="http://schemas.microsoft.com/office/drawing/2014/main" id="{3A094C10-D4FE-9FAB-F103-FE5BB2A9DD8C}"/>
                </a:ext>
              </a:extLst>
            </p:cNvPr>
            <p:cNvSpPr>
              <a:spLocks noChangeArrowheads="1"/>
            </p:cNvSpPr>
            <p:nvPr>
              <p:custDataLst>
                <p:tags r:id="rId30"/>
              </p:custDataLst>
            </p:nvPr>
          </p:nvSpPr>
          <p:spPr bwMode="auto">
            <a:xfrm flipH="1">
              <a:off x="5159896" y="3068960"/>
              <a:ext cx="1872000" cy="1872000"/>
            </a:xfrm>
            <a:prstGeom prst="ellipse">
              <a:avLst/>
            </a:prstGeom>
            <a:grpFill/>
            <a:ln w="38100" cmpd="sng">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92" name="Oval 91">
              <a:extLst>
                <a:ext uri="{FF2B5EF4-FFF2-40B4-BE49-F238E27FC236}">
                  <a16:creationId xmlns:a16="http://schemas.microsoft.com/office/drawing/2014/main" id="{BE64BF44-08D5-62C4-D2B5-8EE9E0FD8127}"/>
                </a:ext>
              </a:extLst>
            </p:cNvPr>
            <p:cNvSpPr>
              <a:spLocks noChangeArrowheads="1"/>
            </p:cNvSpPr>
            <p:nvPr>
              <p:custDataLst>
                <p:tags r:id="rId31"/>
              </p:custDataLst>
            </p:nvPr>
          </p:nvSpPr>
          <p:spPr bwMode="auto">
            <a:xfrm flipH="1">
              <a:off x="5664048" y="1772816"/>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cxnSp>
          <p:nvCxnSpPr>
            <p:cNvPr id="93" name="Straight Connector 92">
              <a:extLst>
                <a:ext uri="{FF2B5EF4-FFF2-40B4-BE49-F238E27FC236}">
                  <a16:creationId xmlns:a16="http://schemas.microsoft.com/office/drawing/2014/main" id="{EBF546F3-245D-B3F3-2AC9-D6EC441A6A14}"/>
                </a:ext>
              </a:extLst>
            </p:cNvPr>
            <p:cNvCxnSpPr>
              <a:cxnSpLocks/>
            </p:cNvCxnSpPr>
            <p:nvPr/>
          </p:nvCxnSpPr>
          <p:spPr>
            <a:xfrm>
              <a:off x="6641541" y="4764677"/>
              <a:ext cx="286349" cy="399081"/>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7A0F7C78-EB22-7A47-CD24-8286375C8291}"/>
                </a:ext>
              </a:extLst>
            </p:cNvPr>
            <p:cNvCxnSpPr>
              <a:cxnSpLocks/>
            </p:cNvCxnSpPr>
            <p:nvPr/>
          </p:nvCxnSpPr>
          <p:spPr>
            <a:xfrm flipV="1">
              <a:off x="6991957" y="3590622"/>
              <a:ext cx="419939" cy="135639"/>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B57E2860-FF18-CF29-4F04-28408F7499C5}"/>
                </a:ext>
              </a:extLst>
            </p:cNvPr>
            <p:cNvCxnSpPr>
              <a:cxnSpLocks/>
            </p:cNvCxnSpPr>
            <p:nvPr/>
          </p:nvCxnSpPr>
          <p:spPr>
            <a:xfrm flipH="1">
              <a:off x="5257800" y="4764677"/>
              <a:ext cx="293914" cy="402986"/>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8EC3AAA8-52EF-B198-1C76-5F60BAE18DD9}"/>
                </a:ext>
              </a:extLst>
            </p:cNvPr>
            <p:cNvCxnSpPr>
              <a:cxnSpLocks/>
            </p:cNvCxnSpPr>
            <p:nvPr/>
          </p:nvCxnSpPr>
          <p:spPr>
            <a:xfrm flipH="1" flipV="1">
              <a:off x="4776788" y="3589835"/>
              <a:ext cx="424226" cy="137090"/>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7" name="Group 96" descr="Data chart">
            <a:extLst>
              <a:ext uri="{FF2B5EF4-FFF2-40B4-BE49-F238E27FC236}">
                <a16:creationId xmlns:a16="http://schemas.microsoft.com/office/drawing/2014/main" id="{44DB8EA2-D2C5-6B44-1BF7-A585396FB25D}"/>
              </a:ext>
            </a:extLst>
          </p:cNvPr>
          <p:cNvGrpSpPr/>
          <p:nvPr/>
        </p:nvGrpSpPr>
        <p:grpSpPr>
          <a:xfrm>
            <a:off x="12614366" y="3869689"/>
            <a:ext cx="2124360" cy="2360972"/>
            <a:chOff x="4095152" y="1772816"/>
            <a:chExt cx="4017072" cy="4464496"/>
          </a:xfrm>
          <a:solidFill>
            <a:schemeClr val="bg1"/>
          </a:solidFill>
        </p:grpSpPr>
        <p:cxnSp>
          <p:nvCxnSpPr>
            <p:cNvPr id="98" name="Straight Connector 97">
              <a:extLst>
                <a:ext uri="{FF2B5EF4-FFF2-40B4-BE49-F238E27FC236}">
                  <a16:creationId xmlns:a16="http://schemas.microsoft.com/office/drawing/2014/main" id="{21576AC2-4A3E-495C-EB20-AE0295ADD276}"/>
                </a:ext>
              </a:extLst>
            </p:cNvPr>
            <p:cNvCxnSpPr>
              <a:cxnSpLocks/>
            </p:cNvCxnSpPr>
            <p:nvPr/>
          </p:nvCxnSpPr>
          <p:spPr>
            <a:xfrm flipV="1">
              <a:off x="6920049" y="3326571"/>
              <a:ext cx="387967" cy="233058"/>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BC5DEE08-9097-22C9-2DEE-1048AE93634F}"/>
                </a:ext>
              </a:extLst>
            </p:cNvPr>
            <p:cNvCxnSpPr>
              <a:cxnSpLocks/>
              <a:stCxn id="105" idx="4"/>
              <a:endCxn id="100" idx="0"/>
            </p:cNvCxnSpPr>
            <p:nvPr/>
          </p:nvCxnSpPr>
          <p:spPr>
            <a:xfrm>
              <a:off x="6095896" y="4940960"/>
              <a:ext cx="152" cy="432352"/>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 name="Oval 99">
              <a:extLst>
                <a:ext uri="{FF2B5EF4-FFF2-40B4-BE49-F238E27FC236}">
                  <a16:creationId xmlns:a16="http://schemas.microsoft.com/office/drawing/2014/main" id="{776D88DF-0E1F-3307-939B-28FDCB73B33A}"/>
                </a:ext>
              </a:extLst>
            </p:cNvPr>
            <p:cNvSpPr>
              <a:spLocks noChangeArrowheads="1"/>
            </p:cNvSpPr>
            <p:nvPr>
              <p:custDataLst>
                <p:tags r:id="rId19"/>
              </p:custDataLst>
            </p:nvPr>
          </p:nvSpPr>
          <p:spPr bwMode="auto">
            <a:xfrm flipH="1">
              <a:off x="5664048" y="5373312"/>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panose="020B0504030602030204" pitchFamily="34" charset="0"/>
                  <a:ea typeface="+mn-ea"/>
                  <a:cs typeface="+mn-cs"/>
                  <a:sym typeface="Ubuntu" panose="020B0504030602030204" pitchFamily="34" charset="0"/>
                </a:rPr>
                <a:t>Text</a:t>
              </a:r>
            </a:p>
          </p:txBody>
        </p:sp>
        <p:sp>
          <p:nvSpPr>
            <p:cNvPr id="101" name="Oval 100">
              <a:extLst>
                <a:ext uri="{FF2B5EF4-FFF2-40B4-BE49-F238E27FC236}">
                  <a16:creationId xmlns:a16="http://schemas.microsoft.com/office/drawing/2014/main" id="{CA5B4B92-8A72-8F18-8066-04581D87BA41}"/>
                </a:ext>
              </a:extLst>
            </p:cNvPr>
            <p:cNvSpPr>
              <a:spLocks noChangeArrowheads="1"/>
            </p:cNvSpPr>
            <p:nvPr>
              <p:custDataLst>
                <p:tags r:id="rId20"/>
              </p:custDataLst>
            </p:nvPr>
          </p:nvSpPr>
          <p:spPr bwMode="auto">
            <a:xfrm flipH="1">
              <a:off x="4095152" y="4468418"/>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panose="020B0504030602030204" pitchFamily="34" charset="0"/>
                  <a:ea typeface="+mn-ea"/>
                  <a:cs typeface="+mn-cs"/>
                  <a:sym typeface="Ubuntu" panose="020B0504030602030204" pitchFamily="34" charset="0"/>
                </a:rPr>
                <a:t>Text</a:t>
              </a:r>
            </a:p>
          </p:txBody>
        </p:sp>
        <p:sp>
          <p:nvSpPr>
            <p:cNvPr id="102" name="Oval 101">
              <a:extLst>
                <a:ext uri="{FF2B5EF4-FFF2-40B4-BE49-F238E27FC236}">
                  <a16:creationId xmlns:a16="http://schemas.microsoft.com/office/drawing/2014/main" id="{96820CD1-E283-6259-86CE-D5A724379440}"/>
                </a:ext>
              </a:extLst>
            </p:cNvPr>
            <p:cNvSpPr>
              <a:spLocks noChangeArrowheads="1"/>
            </p:cNvSpPr>
            <p:nvPr>
              <p:custDataLst>
                <p:tags r:id="rId21"/>
              </p:custDataLst>
            </p:nvPr>
          </p:nvSpPr>
          <p:spPr bwMode="auto">
            <a:xfrm flipH="1">
              <a:off x="7248224" y="2683602"/>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panose="020B0504030602030204" pitchFamily="34" charset="0"/>
                  <a:ea typeface="+mn-ea"/>
                  <a:cs typeface="+mn-cs"/>
                  <a:sym typeface="Ubuntu" panose="020B0504030602030204" pitchFamily="34" charset="0"/>
                </a:rPr>
                <a:t>Text</a:t>
              </a:r>
            </a:p>
          </p:txBody>
        </p:sp>
        <p:sp>
          <p:nvSpPr>
            <p:cNvPr id="103" name="Oval 102">
              <a:extLst>
                <a:ext uri="{FF2B5EF4-FFF2-40B4-BE49-F238E27FC236}">
                  <a16:creationId xmlns:a16="http://schemas.microsoft.com/office/drawing/2014/main" id="{C6205F3F-FE4A-0D3E-F849-563CC397A095}"/>
                </a:ext>
              </a:extLst>
            </p:cNvPr>
            <p:cNvSpPr>
              <a:spLocks noChangeArrowheads="1"/>
            </p:cNvSpPr>
            <p:nvPr>
              <p:custDataLst>
                <p:tags r:id="rId22"/>
              </p:custDataLst>
            </p:nvPr>
          </p:nvSpPr>
          <p:spPr bwMode="auto">
            <a:xfrm flipH="1">
              <a:off x="7242802" y="4468418"/>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panose="020B0504030602030204" pitchFamily="34" charset="0"/>
                  <a:ea typeface="+mn-ea"/>
                  <a:cs typeface="+mn-cs"/>
                  <a:sym typeface="Ubuntu" panose="020B0504030602030204" pitchFamily="34" charset="0"/>
                </a:rPr>
                <a:t>Text</a:t>
              </a:r>
            </a:p>
          </p:txBody>
        </p:sp>
        <p:cxnSp>
          <p:nvCxnSpPr>
            <p:cNvPr id="104" name="Straight Connector 103">
              <a:extLst>
                <a:ext uri="{FF2B5EF4-FFF2-40B4-BE49-F238E27FC236}">
                  <a16:creationId xmlns:a16="http://schemas.microsoft.com/office/drawing/2014/main" id="{ADA39887-4AB2-09C2-7EE0-982B56AF4FFF}"/>
                </a:ext>
              </a:extLst>
            </p:cNvPr>
            <p:cNvCxnSpPr>
              <a:cxnSpLocks/>
              <a:stCxn id="105" idx="0"/>
              <a:endCxn id="106" idx="4"/>
            </p:cNvCxnSpPr>
            <p:nvPr/>
          </p:nvCxnSpPr>
          <p:spPr>
            <a:xfrm flipV="1">
              <a:off x="6095896" y="2636816"/>
              <a:ext cx="152" cy="432144"/>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5" name="Oval 27">
              <a:extLst>
                <a:ext uri="{FF2B5EF4-FFF2-40B4-BE49-F238E27FC236}">
                  <a16:creationId xmlns:a16="http://schemas.microsoft.com/office/drawing/2014/main" id="{FD7D3143-A4E7-ACAC-0AB2-9C4F6D0B2A96}"/>
                </a:ext>
              </a:extLst>
            </p:cNvPr>
            <p:cNvSpPr>
              <a:spLocks noChangeArrowheads="1"/>
            </p:cNvSpPr>
            <p:nvPr>
              <p:custDataLst>
                <p:tags r:id="rId23"/>
              </p:custDataLst>
            </p:nvPr>
          </p:nvSpPr>
          <p:spPr bwMode="auto">
            <a:xfrm flipH="1">
              <a:off x="5159896" y="3068960"/>
              <a:ext cx="1872000" cy="1872000"/>
            </a:xfrm>
            <a:prstGeom prst="ellipse">
              <a:avLst/>
            </a:prstGeom>
            <a:grpFill/>
            <a:ln w="38100" cmpd="sng">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06" name="Oval 105">
              <a:extLst>
                <a:ext uri="{FF2B5EF4-FFF2-40B4-BE49-F238E27FC236}">
                  <a16:creationId xmlns:a16="http://schemas.microsoft.com/office/drawing/2014/main" id="{8B00F62F-93FD-BD26-1F92-9D462145ADC7}"/>
                </a:ext>
              </a:extLst>
            </p:cNvPr>
            <p:cNvSpPr>
              <a:spLocks noChangeArrowheads="1"/>
            </p:cNvSpPr>
            <p:nvPr>
              <p:custDataLst>
                <p:tags r:id="rId24"/>
              </p:custDataLst>
            </p:nvPr>
          </p:nvSpPr>
          <p:spPr bwMode="auto">
            <a:xfrm flipH="1">
              <a:off x="5664048" y="1772816"/>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cxnSp>
          <p:nvCxnSpPr>
            <p:cNvPr id="107" name="Straight Connector 106">
              <a:extLst>
                <a:ext uri="{FF2B5EF4-FFF2-40B4-BE49-F238E27FC236}">
                  <a16:creationId xmlns:a16="http://schemas.microsoft.com/office/drawing/2014/main" id="{638FF50F-410C-4861-2F97-73492416DC01}"/>
                </a:ext>
              </a:extLst>
            </p:cNvPr>
            <p:cNvCxnSpPr>
              <a:cxnSpLocks/>
            </p:cNvCxnSpPr>
            <p:nvPr/>
          </p:nvCxnSpPr>
          <p:spPr>
            <a:xfrm flipH="1" flipV="1">
              <a:off x="4903326" y="3331998"/>
              <a:ext cx="376859" cy="210652"/>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8" name="Oval 107">
              <a:extLst>
                <a:ext uri="{FF2B5EF4-FFF2-40B4-BE49-F238E27FC236}">
                  <a16:creationId xmlns:a16="http://schemas.microsoft.com/office/drawing/2014/main" id="{B6E92EE8-BE3E-CC4C-62D3-4D3398218C74}"/>
                </a:ext>
              </a:extLst>
            </p:cNvPr>
            <p:cNvSpPr>
              <a:spLocks noChangeArrowheads="1"/>
            </p:cNvSpPr>
            <p:nvPr>
              <p:custDataLst>
                <p:tags r:id="rId25"/>
              </p:custDataLst>
            </p:nvPr>
          </p:nvSpPr>
          <p:spPr bwMode="auto">
            <a:xfrm flipH="1">
              <a:off x="4102268" y="2683602"/>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panose="020B0504030602030204" pitchFamily="34" charset="0"/>
                  <a:ea typeface="+mn-ea"/>
                  <a:cs typeface="+mn-cs"/>
                  <a:sym typeface="Ubuntu" panose="020B0504030602030204" pitchFamily="34" charset="0"/>
                </a:rPr>
                <a:t>Text</a:t>
              </a:r>
            </a:p>
          </p:txBody>
        </p:sp>
        <p:cxnSp>
          <p:nvCxnSpPr>
            <p:cNvPr id="109" name="Straight Connector 108">
              <a:extLst>
                <a:ext uri="{FF2B5EF4-FFF2-40B4-BE49-F238E27FC236}">
                  <a16:creationId xmlns:a16="http://schemas.microsoft.com/office/drawing/2014/main" id="{6EE47E90-8AB2-C629-50D1-B97A5B1DEDD8}"/>
                </a:ext>
              </a:extLst>
            </p:cNvPr>
            <p:cNvCxnSpPr>
              <a:cxnSpLocks/>
            </p:cNvCxnSpPr>
            <p:nvPr/>
          </p:nvCxnSpPr>
          <p:spPr>
            <a:xfrm>
              <a:off x="6900454" y="4490357"/>
              <a:ext cx="384622" cy="219756"/>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149B6DDA-FFFC-8842-EA7F-D1F70450A12B}"/>
                </a:ext>
              </a:extLst>
            </p:cNvPr>
            <p:cNvCxnSpPr>
              <a:cxnSpLocks/>
            </p:cNvCxnSpPr>
            <p:nvPr/>
          </p:nvCxnSpPr>
          <p:spPr>
            <a:xfrm flipH="1">
              <a:off x="4909257" y="4480560"/>
              <a:ext cx="377934" cy="220466"/>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1" name="Group 110" descr="Data chart">
            <a:extLst>
              <a:ext uri="{FF2B5EF4-FFF2-40B4-BE49-F238E27FC236}">
                <a16:creationId xmlns:a16="http://schemas.microsoft.com/office/drawing/2014/main" id="{A3789696-F9BD-66BC-2372-03BAD888BA6B}"/>
              </a:ext>
            </a:extLst>
          </p:cNvPr>
          <p:cNvGrpSpPr/>
          <p:nvPr/>
        </p:nvGrpSpPr>
        <p:grpSpPr>
          <a:xfrm>
            <a:off x="15020559" y="3869689"/>
            <a:ext cx="2343829" cy="2284812"/>
            <a:chOff x="3863752" y="1772816"/>
            <a:chExt cx="4432079" cy="4320480"/>
          </a:xfrm>
          <a:solidFill>
            <a:schemeClr val="bg1"/>
          </a:solidFill>
        </p:grpSpPr>
        <p:sp>
          <p:nvSpPr>
            <p:cNvPr id="112" name="Oval 111">
              <a:extLst>
                <a:ext uri="{FF2B5EF4-FFF2-40B4-BE49-F238E27FC236}">
                  <a16:creationId xmlns:a16="http://schemas.microsoft.com/office/drawing/2014/main" id="{F63736E5-A64C-2C57-1662-7D7AFA20EBB3}"/>
                </a:ext>
              </a:extLst>
            </p:cNvPr>
            <p:cNvSpPr>
              <a:spLocks noChangeArrowheads="1"/>
            </p:cNvSpPr>
            <p:nvPr>
              <p:custDataLst>
                <p:tags r:id="rId11"/>
              </p:custDataLst>
            </p:nvPr>
          </p:nvSpPr>
          <p:spPr bwMode="auto">
            <a:xfrm flipH="1">
              <a:off x="7104209" y="2476732"/>
              <a:ext cx="864001" cy="864001"/>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13" name="Oval 112">
              <a:extLst>
                <a:ext uri="{FF2B5EF4-FFF2-40B4-BE49-F238E27FC236}">
                  <a16:creationId xmlns:a16="http://schemas.microsoft.com/office/drawing/2014/main" id="{28B00B1D-1A71-9F2F-36CA-67C58B4093EB}"/>
                </a:ext>
              </a:extLst>
            </p:cNvPr>
            <p:cNvSpPr>
              <a:spLocks noChangeArrowheads="1"/>
            </p:cNvSpPr>
            <p:nvPr>
              <p:custDataLst>
                <p:tags r:id="rId12"/>
              </p:custDataLst>
            </p:nvPr>
          </p:nvSpPr>
          <p:spPr bwMode="auto">
            <a:xfrm flipH="1">
              <a:off x="7431830" y="3974937"/>
              <a:ext cx="864001" cy="864001"/>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14" name="Oval 113">
              <a:extLst>
                <a:ext uri="{FF2B5EF4-FFF2-40B4-BE49-F238E27FC236}">
                  <a16:creationId xmlns:a16="http://schemas.microsoft.com/office/drawing/2014/main" id="{3C6AF2FF-643B-2DF4-C04F-5AF27AAF3634}"/>
                </a:ext>
              </a:extLst>
            </p:cNvPr>
            <p:cNvSpPr>
              <a:spLocks noChangeArrowheads="1"/>
            </p:cNvSpPr>
            <p:nvPr>
              <p:custDataLst>
                <p:tags r:id="rId13"/>
              </p:custDataLst>
            </p:nvPr>
          </p:nvSpPr>
          <p:spPr bwMode="auto">
            <a:xfrm flipH="1">
              <a:off x="6456136" y="5229295"/>
              <a:ext cx="864001" cy="864001"/>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15" name="Oval 114">
              <a:extLst>
                <a:ext uri="{FF2B5EF4-FFF2-40B4-BE49-F238E27FC236}">
                  <a16:creationId xmlns:a16="http://schemas.microsoft.com/office/drawing/2014/main" id="{C08838FD-9E05-4B4B-7BB3-168B78A1289C}"/>
                </a:ext>
              </a:extLst>
            </p:cNvPr>
            <p:cNvSpPr>
              <a:spLocks noChangeArrowheads="1"/>
            </p:cNvSpPr>
            <p:nvPr>
              <p:custDataLst>
                <p:tags r:id="rId14"/>
              </p:custDataLst>
            </p:nvPr>
          </p:nvSpPr>
          <p:spPr bwMode="auto">
            <a:xfrm flipH="1">
              <a:off x="4891218" y="5229295"/>
              <a:ext cx="864001" cy="864001"/>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16" name="Oval 115">
              <a:extLst>
                <a:ext uri="{FF2B5EF4-FFF2-40B4-BE49-F238E27FC236}">
                  <a16:creationId xmlns:a16="http://schemas.microsoft.com/office/drawing/2014/main" id="{8E38969B-CCB5-2DAB-A397-3725BE46D5C8}"/>
                </a:ext>
              </a:extLst>
            </p:cNvPr>
            <p:cNvSpPr>
              <a:spLocks noChangeArrowheads="1"/>
            </p:cNvSpPr>
            <p:nvPr>
              <p:custDataLst>
                <p:tags r:id="rId15"/>
              </p:custDataLst>
            </p:nvPr>
          </p:nvSpPr>
          <p:spPr bwMode="auto">
            <a:xfrm flipH="1">
              <a:off x="3863752" y="3974937"/>
              <a:ext cx="864001" cy="864001"/>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17" name="Oval 116">
              <a:extLst>
                <a:ext uri="{FF2B5EF4-FFF2-40B4-BE49-F238E27FC236}">
                  <a16:creationId xmlns:a16="http://schemas.microsoft.com/office/drawing/2014/main" id="{23627030-1799-F447-D0A1-013CFD15B292}"/>
                </a:ext>
              </a:extLst>
            </p:cNvPr>
            <p:cNvSpPr>
              <a:spLocks noChangeArrowheads="1"/>
            </p:cNvSpPr>
            <p:nvPr>
              <p:custDataLst>
                <p:tags r:id="rId16"/>
              </p:custDataLst>
            </p:nvPr>
          </p:nvSpPr>
          <p:spPr bwMode="auto">
            <a:xfrm flipH="1">
              <a:off x="4243995" y="2476732"/>
              <a:ext cx="864001" cy="864001"/>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18" name="Oval 27">
              <a:extLst>
                <a:ext uri="{FF2B5EF4-FFF2-40B4-BE49-F238E27FC236}">
                  <a16:creationId xmlns:a16="http://schemas.microsoft.com/office/drawing/2014/main" id="{C0E2FAD6-502B-0AC3-F681-729C81F1C3F5}"/>
                </a:ext>
              </a:extLst>
            </p:cNvPr>
            <p:cNvSpPr>
              <a:spLocks noChangeArrowheads="1"/>
            </p:cNvSpPr>
            <p:nvPr>
              <p:custDataLst>
                <p:tags r:id="rId17"/>
              </p:custDataLst>
            </p:nvPr>
          </p:nvSpPr>
          <p:spPr bwMode="auto">
            <a:xfrm flipH="1">
              <a:off x="5159896" y="3068960"/>
              <a:ext cx="1872000" cy="1872000"/>
            </a:xfrm>
            <a:prstGeom prst="ellipse">
              <a:avLst/>
            </a:prstGeom>
            <a:grpFill/>
            <a:ln w="38100" cmpd="sng">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19" name="Oval 118">
              <a:extLst>
                <a:ext uri="{FF2B5EF4-FFF2-40B4-BE49-F238E27FC236}">
                  <a16:creationId xmlns:a16="http://schemas.microsoft.com/office/drawing/2014/main" id="{9A47EA2B-615E-507D-9652-4857F2742EE4}"/>
                </a:ext>
              </a:extLst>
            </p:cNvPr>
            <p:cNvSpPr>
              <a:spLocks noChangeArrowheads="1"/>
            </p:cNvSpPr>
            <p:nvPr>
              <p:custDataLst>
                <p:tags r:id="rId18"/>
              </p:custDataLst>
            </p:nvPr>
          </p:nvSpPr>
          <p:spPr bwMode="auto">
            <a:xfrm flipH="1">
              <a:off x="5664049" y="1772816"/>
              <a:ext cx="864001" cy="864001"/>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cxnSp>
          <p:nvCxnSpPr>
            <p:cNvPr id="120" name="Straight Connector 119">
              <a:extLst>
                <a:ext uri="{FF2B5EF4-FFF2-40B4-BE49-F238E27FC236}">
                  <a16:creationId xmlns:a16="http://schemas.microsoft.com/office/drawing/2014/main" id="{3B45897A-D01C-3590-5736-92266A9F8426}"/>
                </a:ext>
              </a:extLst>
            </p:cNvPr>
            <p:cNvCxnSpPr>
              <a:cxnSpLocks/>
            </p:cNvCxnSpPr>
            <p:nvPr/>
          </p:nvCxnSpPr>
          <p:spPr>
            <a:xfrm>
              <a:off x="7004957" y="4219303"/>
              <a:ext cx="431687" cy="105110"/>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9D7C3A19-B295-6FEB-852B-EB18FCB032D5}"/>
                </a:ext>
              </a:extLst>
            </p:cNvPr>
            <p:cNvCxnSpPr>
              <a:cxnSpLocks/>
            </p:cNvCxnSpPr>
            <p:nvPr/>
          </p:nvCxnSpPr>
          <p:spPr>
            <a:xfrm flipH="1">
              <a:off x="4726236" y="4231481"/>
              <a:ext cx="455879" cy="104663"/>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7F8B4529-5687-832B-89CF-D2D037B11489}"/>
                </a:ext>
              </a:extLst>
            </p:cNvPr>
            <p:cNvCxnSpPr>
              <a:cxnSpLocks/>
            </p:cNvCxnSpPr>
            <p:nvPr/>
          </p:nvCxnSpPr>
          <p:spPr>
            <a:xfrm flipV="1">
              <a:off x="6838406" y="3161841"/>
              <a:ext cx="344131" cy="270425"/>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F709C755-1C0A-817B-2CEE-C0C78A76DFE9}"/>
                </a:ext>
              </a:extLst>
            </p:cNvPr>
            <p:cNvCxnSpPr>
              <a:cxnSpLocks/>
            </p:cNvCxnSpPr>
            <p:nvPr/>
          </p:nvCxnSpPr>
          <p:spPr>
            <a:xfrm>
              <a:off x="6501433" y="4848225"/>
              <a:ext cx="197186" cy="423863"/>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9F9B67DC-58F8-F48A-F221-C2E40C68BFE4}"/>
                </a:ext>
              </a:extLst>
            </p:cNvPr>
            <p:cNvCxnSpPr>
              <a:cxnSpLocks/>
            </p:cNvCxnSpPr>
            <p:nvPr/>
          </p:nvCxnSpPr>
          <p:spPr>
            <a:xfrm flipH="1" flipV="1">
              <a:off x="5015336" y="3169196"/>
              <a:ext cx="337714" cy="255278"/>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10D3DA50-32FF-E33C-8059-757093FB9471}"/>
                </a:ext>
              </a:extLst>
            </p:cNvPr>
            <p:cNvCxnSpPr>
              <a:cxnSpLocks/>
            </p:cNvCxnSpPr>
            <p:nvPr/>
          </p:nvCxnSpPr>
          <p:spPr>
            <a:xfrm flipH="1">
              <a:off x="5511254" y="4864894"/>
              <a:ext cx="191837" cy="409864"/>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19DC1F58-56AB-A138-6F13-F9F28C19954F}"/>
                </a:ext>
              </a:extLst>
            </p:cNvPr>
            <p:cNvCxnSpPr>
              <a:cxnSpLocks/>
            </p:cNvCxnSpPr>
            <p:nvPr/>
          </p:nvCxnSpPr>
          <p:spPr>
            <a:xfrm flipV="1">
              <a:off x="6095896" y="2636816"/>
              <a:ext cx="152" cy="432144"/>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7" name="Group 126" descr="Data chart">
            <a:extLst>
              <a:ext uri="{FF2B5EF4-FFF2-40B4-BE49-F238E27FC236}">
                <a16:creationId xmlns:a16="http://schemas.microsoft.com/office/drawing/2014/main" id="{CAFA3AF1-2335-7FD3-0BC9-84C1D00CA840}"/>
              </a:ext>
            </a:extLst>
          </p:cNvPr>
          <p:cNvGrpSpPr/>
          <p:nvPr/>
        </p:nvGrpSpPr>
        <p:grpSpPr>
          <a:xfrm>
            <a:off x="17583630" y="3869689"/>
            <a:ext cx="2365098" cy="2360972"/>
            <a:chOff x="3855950" y="1772816"/>
            <a:chExt cx="4472298" cy="4464496"/>
          </a:xfrm>
          <a:solidFill>
            <a:schemeClr val="bg1"/>
          </a:solidFill>
        </p:grpSpPr>
        <p:cxnSp>
          <p:nvCxnSpPr>
            <p:cNvPr id="128" name="Straight Connector 127">
              <a:extLst>
                <a:ext uri="{FF2B5EF4-FFF2-40B4-BE49-F238E27FC236}">
                  <a16:creationId xmlns:a16="http://schemas.microsoft.com/office/drawing/2014/main" id="{116539EE-B9F2-C2C2-8BE3-E8491593BFEC}"/>
                </a:ext>
              </a:extLst>
            </p:cNvPr>
            <p:cNvCxnSpPr>
              <a:cxnSpLocks/>
              <a:endCxn id="133" idx="6"/>
            </p:cNvCxnSpPr>
            <p:nvPr/>
          </p:nvCxnSpPr>
          <p:spPr>
            <a:xfrm>
              <a:off x="7032104" y="4004960"/>
              <a:ext cx="432144" cy="0"/>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8788A764-36FD-5E2F-5E58-30BA35A56F67}"/>
                </a:ext>
              </a:extLst>
            </p:cNvPr>
            <p:cNvCxnSpPr>
              <a:cxnSpLocks/>
              <a:endCxn id="134" idx="0"/>
            </p:cNvCxnSpPr>
            <p:nvPr/>
          </p:nvCxnSpPr>
          <p:spPr>
            <a:xfrm>
              <a:off x="6093629" y="4941168"/>
              <a:ext cx="2419" cy="432144"/>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2B0F7B14-A567-52B1-EC59-B0214E400610}"/>
                </a:ext>
              </a:extLst>
            </p:cNvPr>
            <p:cNvCxnSpPr>
              <a:cxnSpLocks/>
            </p:cNvCxnSpPr>
            <p:nvPr/>
          </p:nvCxnSpPr>
          <p:spPr>
            <a:xfrm flipH="1" flipV="1">
              <a:off x="5121578" y="3046863"/>
              <a:ext cx="303407" cy="296838"/>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D1DEEEF7-D2E2-D8A1-0BA9-8BB6A2480A77}"/>
                </a:ext>
              </a:extLst>
            </p:cNvPr>
            <p:cNvCxnSpPr>
              <a:cxnSpLocks/>
              <a:endCxn id="132" idx="2"/>
            </p:cNvCxnSpPr>
            <p:nvPr/>
          </p:nvCxnSpPr>
          <p:spPr>
            <a:xfrm flipH="1">
              <a:off x="4719950" y="4004960"/>
              <a:ext cx="439946" cy="0"/>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E86C370A-CB91-3213-8DEB-C126BEE5DA07}"/>
                </a:ext>
              </a:extLst>
            </p:cNvPr>
            <p:cNvSpPr>
              <a:spLocks noChangeArrowheads="1"/>
            </p:cNvSpPr>
            <p:nvPr>
              <p:custDataLst>
                <p:tags r:id="rId2"/>
              </p:custDataLst>
            </p:nvPr>
          </p:nvSpPr>
          <p:spPr bwMode="auto">
            <a:xfrm flipH="1">
              <a:off x="3855950" y="3572960"/>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33" name="Oval 132">
              <a:extLst>
                <a:ext uri="{FF2B5EF4-FFF2-40B4-BE49-F238E27FC236}">
                  <a16:creationId xmlns:a16="http://schemas.microsoft.com/office/drawing/2014/main" id="{51FCE3FF-7234-0100-DE1E-63485326F8C1}"/>
                </a:ext>
              </a:extLst>
            </p:cNvPr>
            <p:cNvSpPr>
              <a:spLocks noChangeArrowheads="1"/>
            </p:cNvSpPr>
            <p:nvPr>
              <p:custDataLst>
                <p:tags r:id="rId3"/>
              </p:custDataLst>
            </p:nvPr>
          </p:nvSpPr>
          <p:spPr bwMode="auto">
            <a:xfrm flipH="1">
              <a:off x="7464248" y="3572960"/>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34" name="Oval 133">
              <a:extLst>
                <a:ext uri="{FF2B5EF4-FFF2-40B4-BE49-F238E27FC236}">
                  <a16:creationId xmlns:a16="http://schemas.microsoft.com/office/drawing/2014/main" id="{6E2AD78E-9999-7C9A-A507-F6AC80F2A6D0}"/>
                </a:ext>
              </a:extLst>
            </p:cNvPr>
            <p:cNvSpPr>
              <a:spLocks noChangeArrowheads="1"/>
            </p:cNvSpPr>
            <p:nvPr>
              <p:custDataLst>
                <p:tags r:id="rId4"/>
              </p:custDataLst>
            </p:nvPr>
          </p:nvSpPr>
          <p:spPr bwMode="auto">
            <a:xfrm flipH="1">
              <a:off x="5664048" y="5373312"/>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35" name="Oval 134">
              <a:extLst>
                <a:ext uri="{FF2B5EF4-FFF2-40B4-BE49-F238E27FC236}">
                  <a16:creationId xmlns:a16="http://schemas.microsoft.com/office/drawing/2014/main" id="{B80157AD-8503-4144-09CD-55F388AB8B1C}"/>
                </a:ext>
              </a:extLst>
            </p:cNvPr>
            <p:cNvSpPr>
              <a:spLocks noChangeArrowheads="1"/>
            </p:cNvSpPr>
            <p:nvPr>
              <p:custDataLst>
                <p:tags r:id="rId5"/>
              </p:custDataLst>
            </p:nvPr>
          </p:nvSpPr>
          <p:spPr bwMode="auto">
            <a:xfrm flipH="1">
              <a:off x="4387181" y="2315603"/>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36" name="Oval 135">
              <a:extLst>
                <a:ext uri="{FF2B5EF4-FFF2-40B4-BE49-F238E27FC236}">
                  <a16:creationId xmlns:a16="http://schemas.microsoft.com/office/drawing/2014/main" id="{B07CBC3A-8459-1C69-5985-0E5DE5FC5366}"/>
                </a:ext>
              </a:extLst>
            </p:cNvPr>
            <p:cNvSpPr>
              <a:spLocks noChangeArrowheads="1"/>
            </p:cNvSpPr>
            <p:nvPr>
              <p:custDataLst>
                <p:tags r:id="rId6"/>
              </p:custDataLst>
            </p:nvPr>
          </p:nvSpPr>
          <p:spPr bwMode="auto">
            <a:xfrm flipH="1">
              <a:off x="4381203" y="4840703"/>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37" name="Oval 136">
              <a:extLst>
                <a:ext uri="{FF2B5EF4-FFF2-40B4-BE49-F238E27FC236}">
                  <a16:creationId xmlns:a16="http://schemas.microsoft.com/office/drawing/2014/main" id="{3A97D8FC-035B-B945-5E9E-EBC212021A1C}"/>
                </a:ext>
              </a:extLst>
            </p:cNvPr>
            <p:cNvSpPr>
              <a:spLocks noChangeArrowheads="1"/>
            </p:cNvSpPr>
            <p:nvPr>
              <p:custDataLst>
                <p:tags r:id="rId7"/>
              </p:custDataLst>
            </p:nvPr>
          </p:nvSpPr>
          <p:spPr bwMode="auto">
            <a:xfrm flipH="1">
              <a:off x="6906027" y="4840703"/>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38" name="Oval 137">
              <a:extLst>
                <a:ext uri="{FF2B5EF4-FFF2-40B4-BE49-F238E27FC236}">
                  <a16:creationId xmlns:a16="http://schemas.microsoft.com/office/drawing/2014/main" id="{DC26E837-A0B3-541C-6876-4551B318376E}"/>
                </a:ext>
              </a:extLst>
            </p:cNvPr>
            <p:cNvSpPr>
              <a:spLocks noChangeArrowheads="1"/>
            </p:cNvSpPr>
            <p:nvPr>
              <p:custDataLst>
                <p:tags r:id="rId8"/>
              </p:custDataLst>
            </p:nvPr>
          </p:nvSpPr>
          <p:spPr bwMode="auto">
            <a:xfrm flipH="1">
              <a:off x="6913141" y="2315603"/>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cxnSp>
          <p:nvCxnSpPr>
            <p:cNvPr id="139" name="Straight Connector 138">
              <a:extLst>
                <a:ext uri="{FF2B5EF4-FFF2-40B4-BE49-F238E27FC236}">
                  <a16:creationId xmlns:a16="http://schemas.microsoft.com/office/drawing/2014/main" id="{DC2B2516-4F73-66BC-5C7B-36425CA315CC}"/>
                </a:ext>
              </a:extLst>
            </p:cNvPr>
            <p:cNvCxnSpPr>
              <a:cxnSpLocks/>
              <a:stCxn id="140" idx="0"/>
              <a:endCxn id="141" idx="4"/>
            </p:cNvCxnSpPr>
            <p:nvPr/>
          </p:nvCxnSpPr>
          <p:spPr>
            <a:xfrm flipV="1">
              <a:off x="6095896" y="2636816"/>
              <a:ext cx="152" cy="432144"/>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0" name="Oval 27">
              <a:extLst>
                <a:ext uri="{FF2B5EF4-FFF2-40B4-BE49-F238E27FC236}">
                  <a16:creationId xmlns:a16="http://schemas.microsoft.com/office/drawing/2014/main" id="{70A5E06E-490B-02FA-712F-C17C36FA87AB}"/>
                </a:ext>
              </a:extLst>
            </p:cNvPr>
            <p:cNvSpPr>
              <a:spLocks noChangeArrowheads="1"/>
            </p:cNvSpPr>
            <p:nvPr>
              <p:custDataLst>
                <p:tags r:id="rId9"/>
              </p:custDataLst>
            </p:nvPr>
          </p:nvSpPr>
          <p:spPr bwMode="auto">
            <a:xfrm flipH="1">
              <a:off x="5159896" y="3068960"/>
              <a:ext cx="1872000" cy="1872000"/>
            </a:xfrm>
            <a:prstGeom prst="ellipse">
              <a:avLst/>
            </a:prstGeom>
            <a:grpFill/>
            <a:ln w="38100" cmpd="sng">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Ubuntu"/>
                  <a:ea typeface="+mn-ea"/>
                  <a:cs typeface="+mn-cs"/>
                </a:rPr>
                <a:t>Text</a:t>
              </a:r>
            </a:p>
          </p:txBody>
        </p:sp>
        <p:sp>
          <p:nvSpPr>
            <p:cNvPr id="141" name="Oval 140">
              <a:extLst>
                <a:ext uri="{FF2B5EF4-FFF2-40B4-BE49-F238E27FC236}">
                  <a16:creationId xmlns:a16="http://schemas.microsoft.com/office/drawing/2014/main" id="{7BD36A4F-E17B-C3D9-8231-FFFBC3E1BD68}"/>
                </a:ext>
              </a:extLst>
            </p:cNvPr>
            <p:cNvSpPr>
              <a:spLocks noChangeArrowheads="1"/>
            </p:cNvSpPr>
            <p:nvPr>
              <p:custDataLst>
                <p:tags r:id="rId10"/>
              </p:custDataLst>
            </p:nvPr>
          </p:nvSpPr>
          <p:spPr bwMode="auto">
            <a:xfrm flipH="1">
              <a:off x="5664048" y="1772816"/>
              <a:ext cx="864000" cy="864000"/>
            </a:xfrm>
            <a:prstGeom prst="ellipse">
              <a:avLst/>
            </a:prstGeom>
            <a:grpFill/>
            <a:ln w="38100" cap="flat" cmpd="sng" algn="ctr">
              <a:noFill/>
              <a:prstDash val="solid"/>
              <a:round/>
              <a:headEnd type="none" w="med" len="med"/>
              <a:tailEnd type="none" w="med" len="med"/>
            </a:ln>
            <a:effectLst/>
          </p:spPr>
          <p:txBody>
            <a:bodyPr wrap="none" lIns="45720" rIns="45720" anchor="ctr" anchorCtr="1"/>
            <a:lstStyle>
              <a:lvl1pPr>
                <a:defRPr sz="1400">
                  <a:solidFill>
                    <a:schemeClr val="tx1"/>
                  </a:solidFill>
                  <a:latin typeface="Arial" charset="0"/>
                </a:defRPr>
              </a:lvl1pPr>
              <a:lvl2pPr marL="742950" indent="-285750">
                <a:defRPr sz="1400">
                  <a:solidFill>
                    <a:schemeClr val="tx1"/>
                  </a:solidFill>
                  <a:latin typeface="Arial" charset="0"/>
                </a:defRPr>
              </a:lvl2pPr>
              <a:lvl3pPr marL="1143000" indent="-228600">
                <a:defRPr sz="1400">
                  <a:solidFill>
                    <a:schemeClr val="tx1"/>
                  </a:solidFill>
                  <a:latin typeface="Arial" charset="0"/>
                </a:defRPr>
              </a:lvl3pPr>
              <a:lvl4pPr marL="1600200" indent="-228600">
                <a:defRPr sz="1400">
                  <a:solidFill>
                    <a:schemeClr val="tx1"/>
                  </a:solidFill>
                  <a:latin typeface="Arial" charset="0"/>
                </a:defRPr>
              </a:lvl4pPr>
              <a:lvl5pPr marL="2057400" indent="-228600">
                <a:defRPr sz="1400">
                  <a:solidFill>
                    <a:schemeClr val="tx1"/>
                  </a:solidFill>
                  <a:latin typeface="Arial" charset="0"/>
                </a:defRPr>
              </a:lvl5pPr>
              <a:lvl6pPr marL="2514600" indent="-228600" eaLnBrk="0" fontAlgn="base" hangingPunct="0">
                <a:spcBef>
                  <a:spcPct val="0"/>
                </a:spcBef>
                <a:spcAft>
                  <a:spcPct val="0"/>
                </a:spcAft>
                <a:defRPr sz="1400">
                  <a:solidFill>
                    <a:schemeClr val="tx1"/>
                  </a:solidFill>
                  <a:latin typeface="Arial" charset="0"/>
                </a:defRPr>
              </a:lvl6pPr>
              <a:lvl7pPr marL="2971800" indent="-228600" eaLnBrk="0" fontAlgn="base" hangingPunct="0">
                <a:spcBef>
                  <a:spcPct val="0"/>
                </a:spcBef>
                <a:spcAft>
                  <a:spcPct val="0"/>
                </a:spcAft>
                <a:defRPr sz="1400">
                  <a:solidFill>
                    <a:schemeClr val="tx1"/>
                  </a:solidFill>
                  <a:latin typeface="Arial" charset="0"/>
                </a:defRPr>
              </a:lvl7pPr>
              <a:lvl8pPr marL="3429000" indent="-228600" eaLnBrk="0" fontAlgn="base" hangingPunct="0">
                <a:spcBef>
                  <a:spcPct val="0"/>
                </a:spcBef>
                <a:spcAft>
                  <a:spcPct val="0"/>
                </a:spcAft>
                <a:defRPr sz="1400">
                  <a:solidFill>
                    <a:schemeClr val="tx1"/>
                  </a:solidFill>
                  <a:latin typeface="Arial" charset="0"/>
                </a:defRPr>
              </a:lvl8pPr>
              <a:lvl9pPr marL="3886200" indent="-228600" eaLnBrk="0" fontAlgn="base" hangingPunct="0">
                <a:spcBef>
                  <a:spcPct val="0"/>
                </a:spcBef>
                <a:spcAft>
                  <a:spcPct val="0"/>
                </a:spcAft>
                <a:defRPr sz="1400">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mn-cs"/>
                </a:rPr>
                <a:t>Text</a:t>
              </a:r>
            </a:p>
          </p:txBody>
        </p:sp>
        <p:cxnSp>
          <p:nvCxnSpPr>
            <p:cNvPr id="142" name="Straight Connector 141">
              <a:extLst>
                <a:ext uri="{FF2B5EF4-FFF2-40B4-BE49-F238E27FC236}">
                  <a16:creationId xmlns:a16="http://schemas.microsoft.com/office/drawing/2014/main" id="{271749F4-CEE5-3390-2379-52E5F6D0EAAC}"/>
                </a:ext>
              </a:extLst>
            </p:cNvPr>
            <p:cNvCxnSpPr>
              <a:cxnSpLocks/>
            </p:cNvCxnSpPr>
            <p:nvPr/>
          </p:nvCxnSpPr>
          <p:spPr>
            <a:xfrm flipV="1">
              <a:off x="6772701" y="3069431"/>
              <a:ext cx="282984" cy="284506"/>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492FD96-5C66-0EBB-C59B-E0C59AEEB86D}"/>
                </a:ext>
              </a:extLst>
            </p:cNvPr>
            <p:cNvCxnSpPr>
              <a:cxnSpLocks/>
            </p:cNvCxnSpPr>
            <p:nvPr/>
          </p:nvCxnSpPr>
          <p:spPr>
            <a:xfrm>
              <a:off x="6755606" y="4674583"/>
              <a:ext cx="279997" cy="287942"/>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59475485-6B2D-B60E-36EB-816DF8DEAA2D}"/>
                </a:ext>
              </a:extLst>
            </p:cNvPr>
            <p:cNvCxnSpPr>
              <a:cxnSpLocks/>
            </p:cNvCxnSpPr>
            <p:nvPr/>
          </p:nvCxnSpPr>
          <p:spPr>
            <a:xfrm flipH="1">
              <a:off x="5136356" y="4677770"/>
              <a:ext cx="309101" cy="307211"/>
            </a:xfrm>
            <a:prstGeom prst="line">
              <a:avLst/>
            </a:prstGeom>
            <a:grpFill/>
            <a:ln w="38100" cmpd="sng">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51" name="Date Placeholder 150">
            <a:extLst>
              <a:ext uri="{FF2B5EF4-FFF2-40B4-BE49-F238E27FC236}">
                <a16:creationId xmlns:a16="http://schemas.microsoft.com/office/drawing/2014/main" id="{B28C1814-8C62-40DC-5BAE-A96C9A05E40C}"/>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52" name="Footer Placeholder 151">
            <a:extLst>
              <a:ext uri="{FF2B5EF4-FFF2-40B4-BE49-F238E27FC236}">
                <a16:creationId xmlns:a16="http://schemas.microsoft.com/office/drawing/2014/main" id="{A9B669A7-0C37-002D-2449-4CCA84BD08AE}"/>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153" name="Slide Number Placeholder 152">
            <a:extLst>
              <a:ext uri="{FF2B5EF4-FFF2-40B4-BE49-F238E27FC236}">
                <a16:creationId xmlns:a16="http://schemas.microsoft.com/office/drawing/2014/main" id="{41271401-46E2-9741-1994-C7047AB918D7}"/>
              </a:ext>
            </a:extLst>
          </p:cNvPr>
          <p:cNvSpPr>
            <a:spLocks noGrp="1"/>
          </p:cNvSpPr>
          <p:nvPr>
            <p:ph type="sldNum" sz="quarter" idx="30"/>
          </p:nvPr>
        </p:nvSpPr>
        <p:spPr/>
        <p:txBody>
          <a:bodyPr/>
          <a:lstStyle/>
          <a:p>
            <a:pPr algn="r"/>
            <a:fld id="{5D9A5160-6218-4E5A-B9E6-B93E3DAE377C}" type="slidenum">
              <a:rPr lang="en-US" smtClean="0"/>
              <a:pPr algn="r"/>
              <a:t>82</a:t>
            </a:fld>
            <a:endParaRPr lang="en-US" dirty="0"/>
          </a:p>
        </p:txBody>
      </p:sp>
    </p:spTree>
    <p:custDataLst>
      <p:tags r:id="rId1"/>
    </p:custDataLst>
    <p:extLst>
      <p:ext uri="{BB962C8B-B14F-4D97-AF65-F5344CB8AC3E}">
        <p14:creationId xmlns:p14="http://schemas.microsoft.com/office/powerpoint/2010/main" val="4108993835"/>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A5D9B6-08C5-DE84-2628-AE3C55C22ED2}"/>
            </a:ext>
          </a:extLst>
        </p:cNvPr>
        <p:cNvGrpSpPr/>
        <p:nvPr/>
      </p:nvGrpSpPr>
      <p:grpSpPr>
        <a:xfrm>
          <a:off x="0" y="0"/>
          <a:ext cx="0" cy="0"/>
          <a:chOff x="0" y="0"/>
          <a:chExt cx="0" cy="0"/>
        </a:xfrm>
      </p:grpSpPr>
      <p:sp>
        <p:nvSpPr>
          <p:cNvPr id="2" name="Ellipse 59" descr="Data chart">
            <a:extLst>
              <a:ext uri="{FF2B5EF4-FFF2-40B4-BE49-F238E27FC236}">
                <a16:creationId xmlns:a16="http://schemas.microsoft.com/office/drawing/2014/main" id="{5BEBD973-2871-57DF-1029-E58B7FBA5FCD}"/>
              </a:ext>
            </a:extLst>
          </p:cNvPr>
          <p:cNvSpPr/>
          <p:nvPr/>
        </p:nvSpPr>
        <p:spPr bwMode="auto">
          <a:xfrm>
            <a:off x="4548500" y="833509"/>
            <a:ext cx="5646212" cy="5622812"/>
          </a:xfrm>
          <a:prstGeom prst="ellipse">
            <a:avLst/>
          </a:prstGeom>
          <a:solidFill>
            <a:schemeClr val="accent3"/>
          </a:solidFill>
          <a:ln w="12700">
            <a:noFill/>
            <a:round/>
            <a:headEnd/>
            <a:tailEn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Ubuntu"/>
              <a:ea typeface="+mn-ea"/>
              <a:cs typeface="+mn-cs"/>
            </a:endParaRPr>
          </a:p>
        </p:txBody>
      </p:sp>
      <p:sp>
        <p:nvSpPr>
          <p:cNvPr id="29" name="Text Placeholder 5">
            <a:extLst>
              <a:ext uri="{FF2B5EF4-FFF2-40B4-BE49-F238E27FC236}">
                <a16:creationId xmlns:a16="http://schemas.microsoft.com/office/drawing/2014/main" id="{08880C99-4E8D-F10C-BAA3-65396C01D166}"/>
              </a:ext>
            </a:extLst>
          </p:cNvPr>
          <p:cNvSpPr>
            <a:spLocks noGrp="1"/>
          </p:cNvSpPr>
          <p:nvPr>
            <p:ph type="body" sz="quarter" idx="22"/>
          </p:nvPr>
        </p:nvSpPr>
        <p:spPr>
          <a:xfrm>
            <a:off x="550200" y="1634286"/>
            <a:ext cx="11090938" cy="307777"/>
          </a:xfrm>
        </p:spPr>
        <p:txBody>
          <a:bodyPr/>
          <a:lstStyle/>
          <a:p>
            <a:r>
              <a:rPr lang="en-US" dirty="0"/>
              <a:t>Heading</a:t>
            </a:r>
          </a:p>
        </p:txBody>
      </p:sp>
      <p:sp>
        <p:nvSpPr>
          <p:cNvPr id="73" name="Titre 1">
            <a:extLst>
              <a:ext uri="{FF2B5EF4-FFF2-40B4-BE49-F238E27FC236}">
                <a16:creationId xmlns:a16="http://schemas.microsoft.com/office/drawing/2014/main" id="{B780C84D-AD59-DA2E-BA3D-627265E7B9C5}"/>
              </a:ext>
            </a:extLst>
          </p:cNvPr>
          <p:cNvSpPr>
            <a:spLocks noGrp="1"/>
          </p:cNvSpPr>
          <p:nvPr>
            <p:ph type="title"/>
          </p:nvPr>
        </p:nvSpPr>
        <p:spPr>
          <a:xfrm>
            <a:off x="551384" y="549274"/>
            <a:ext cx="11090938" cy="930372"/>
          </a:xfrm>
        </p:spPr>
        <p:txBody>
          <a:bodyPr/>
          <a:lstStyle/>
          <a:p>
            <a:r>
              <a:rPr lang="en-US" dirty="0"/>
              <a:t>Chart design example</a:t>
            </a:r>
            <a:br>
              <a:rPr lang="en-US" dirty="0"/>
            </a:br>
            <a:r>
              <a:rPr lang="en-US" dirty="0"/>
              <a:t>Looped process</a:t>
            </a:r>
          </a:p>
        </p:txBody>
      </p:sp>
      <p:sp>
        <p:nvSpPr>
          <p:cNvPr id="82" name="Content Placeholder 81">
            <a:extLst>
              <a:ext uri="{FF2B5EF4-FFF2-40B4-BE49-F238E27FC236}">
                <a16:creationId xmlns:a16="http://schemas.microsoft.com/office/drawing/2014/main" id="{9EAC3B2F-2DEE-62AB-B9BF-CC124056F3E8}"/>
              </a:ext>
            </a:extLst>
          </p:cNvPr>
          <p:cNvSpPr>
            <a:spLocks noGrp="1"/>
          </p:cNvSpPr>
          <p:nvPr>
            <p:ph sz="quarter" idx="31"/>
          </p:nvPr>
        </p:nvSpPr>
        <p:spPr>
          <a:xfrm>
            <a:off x="551384" y="2132856"/>
            <a:ext cx="3689552" cy="4175870"/>
          </a:xfrm>
        </p:spPr>
        <p:txBody>
          <a:bodyPr/>
          <a:lstStyle/>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r>
              <a:rPr lang="en-US" sz="3200" dirty="0"/>
              <a:t>XX%</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a:t>
            </a:r>
          </a:p>
          <a:p>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 </a:t>
            </a:r>
          </a:p>
          <a:p>
            <a:endParaRPr lang="en-US" dirty="0"/>
          </a:p>
          <a:p>
            <a:endParaRPr lang="en-US" dirty="0"/>
          </a:p>
          <a:p>
            <a:endParaRPr lang="en-US" dirty="0"/>
          </a:p>
          <a:p>
            <a:endParaRPr lang="en-US" dirty="0"/>
          </a:p>
          <a:p>
            <a:endParaRPr lang="en-US" dirty="0"/>
          </a:p>
        </p:txBody>
      </p:sp>
      <p:grpSp>
        <p:nvGrpSpPr>
          <p:cNvPr id="3" name="Group 2" descr="Data chart">
            <a:extLst>
              <a:ext uri="{FF2B5EF4-FFF2-40B4-BE49-F238E27FC236}">
                <a16:creationId xmlns:a16="http://schemas.microsoft.com/office/drawing/2014/main" id="{C05F1467-059A-9FBE-0EC8-6CB71B83AED6}"/>
              </a:ext>
            </a:extLst>
          </p:cNvPr>
          <p:cNvGrpSpPr/>
          <p:nvPr/>
        </p:nvGrpSpPr>
        <p:grpSpPr>
          <a:xfrm>
            <a:off x="13063454" y="1628800"/>
            <a:ext cx="2019716" cy="2005266"/>
            <a:chOff x="13063454" y="1628800"/>
            <a:chExt cx="2019716" cy="2005266"/>
          </a:xfrm>
        </p:grpSpPr>
        <p:sp>
          <p:nvSpPr>
            <p:cNvPr id="69" name="Freeform 3">
              <a:extLst>
                <a:ext uri="{FF2B5EF4-FFF2-40B4-BE49-F238E27FC236}">
                  <a16:creationId xmlns:a16="http://schemas.microsoft.com/office/drawing/2014/main" id="{F7B763FB-50E7-BCAF-490D-5F7BDD1041C9}"/>
                </a:ext>
              </a:extLst>
            </p:cNvPr>
            <p:cNvSpPr>
              <a:spLocks/>
            </p:cNvSpPr>
            <p:nvPr/>
          </p:nvSpPr>
          <p:spPr bwMode="gray">
            <a:xfrm>
              <a:off x="13085279" y="1628800"/>
              <a:ext cx="1190602" cy="2005266"/>
            </a:xfrm>
            <a:custGeom>
              <a:avLst/>
              <a:gdLst>
                <a:gd name="T0" fmla="*/ 2147483647 w 1510"/>
                <a:gd name="T1" fmla="*/ 2147483647 h 2534"/>
                <a:gd name="T2" fmla="*/ 2147483647 w 1510"/>
                <a:gd name="T3" fmla="*/ 0 h 2534"/>
                <a:gd name="T4" fmla="*/ 2147483647 w 1510"/>
                <a:gd name="T5" fmla="*/ 2147483647 h 2534"/>
                <a:gd name="T6" fmla="*/ 2147483647 w 1510"/>
                <a:gd name="T7" fmla="*/ 2147483647 h 2534"/>
                <a:gd name="T8" fmla="*/ 2147483647 w 1510"/>
                <a:gd name="T9" fmla="*/ 2147483647 h 2534"/>
                <a:gd name="T10" fmla="*/ 2147483647 w 1510"/>
                <a:gd name="T11" fmla="*/ 2147483647 h 2534"/>
                <a:gd name="T12" fmla="*/ 2147483647 w 1510"/>
                <a:gd name="T13" fmla="*/ 2147483647 h 2534"/>
                <a:gd name="T14" fmla="*/ 2147483647 w 1510"/>
                <a:gd name="T15" fmla="*/ 2147483647 h 2534"/>
                <a:gd name="T16" fmla="*/ 2147483647 w 1510"/>
                <a:gd name="T17" fmla="*/ 2147483647 h 2534"/>
                <a:gd name="T18" fmla="*/ 2147483647 w 1510"/>
                <a:gd name="T19" fmla="*/ 2147483647 h 2534"/>
                <a:gd name="T20" fmla="*/ 2147483647 w 1510"/>
                <a:gd name="T21" fmla="*/ 2147483647 h 2534"/>
                <a:gd name="T22" fmla="*/ 2147483647 w 1510"/>
                <a:gd name="T23" fmla="*/ 2147483647 h 2534"/>
                <a:gd name="T24" fmla="*/ 2147483647 w 1510"/>
                <a:gd name="T25" fmla="*/ 2147483647 h 2534"/>
                <a:gd name="T26" fmla="*/ 2147483647 w 1510"/>
                <a:gd name="T27" fmla="*/ 2147483647 h 2534"/>
                <a:gd name="T28" fmla="*/ 2147483647 w 1510"/>
                <a:gd name="T29" fmla="*/ 2147483647 h 2534"/>
                <a:gd name="T30" fmla="*/ 2147483647 w 1510"/>
                <a:gd name="T31" fmla="*/ 2147483647 h 2534"/>
                <a:gd name="T32" fmla="*/ 2147483647 w 1510"/>
                <a:gd name="T33" fmla="*/ 2147483647 h 2534"/>
                <a:gd name="T34" fmla="*/ 0 w 1510"/>
                <a:gd name="T35" fmla="*/ 2147483647 h 2534"/>
                <a:gd name="T36" fmla="*/ 0 w 1510"/>
                <a:gd name="T37" fmla="*/ 2147483647 h 2534"/>
                <a:gd name="T38" fmla="*/ 2147483647 w 1510"/>
                <a:gd name="T39" fmla="*/ 2147483647 h 2534"/>
                <a:gd name="T40" fmla="*/ 2147483647 w 1510"/>
                <a:gd name="T41" fmla="*/ 2147483647 h 2534"/>
                <a:gd name="T42" fmla="*/ 2147483647 w 1510"/>
                <a:gd name="T43" fmla="*/ 2147483647 h 2534"/>
                <a:gd name="T44" fmla="*/ 2147483647 w 1510"/>
                <a:gd name="T45" fmla="*/ 2147483647 h 2534"/>
                <a:gd name="T46" fmla="*/ 2147483647 w 1510"/>
                <a:gd name="T47" fmla="*/ 2147483647 h 2534"/>
                <a:gd name="T48" fmla="*/ 2147483647 w 1510"/>
                <a:gd name="T49" fmla="*/ 2147483647 h 2534"/>
                <a:gd name="T50" fmla="*/ 2147483647 w 1510"/>
                <a:gd name="T51" fmla="*/ 2147483647 h 2534"/>
                <a:gd name="T52" fmla="*/ 2147483647 w 1510"/>
                <a:gd name="T53" fmla="*/ 2147483647 h 2534"/>
                <a:gd name="T54" fmla="*/ 2147483647 w 1510"/>
                <a:gd name="T55" fmla="*/ 2147483647 h 2534"/>
                <a:gd name="T56" fmla="*/ 2147483647 w 1510"/>
                <a:gd name="T57" fmla="*/ 2147483647 h 2534"/>
                <a:gd name="T58" fmla="*/ 2147483647 w 1510"/>
                <a:gd name="T59" fmla="*/ 2147483647 h 2534"/>
                <a:gd name="T60" fmla="*/ 2147483647 w 1510"/>
                <a:gd name="T61" fmla="*/ 2147483647 h 2534"/>
                <a:gd name="T62" fmla="*/ 2147483647 w 1510"/>
                <a:gd name="T63" fmla="*/ 2147483647 h 2534"/>
                <a:gd name="T64" fmla="*/ 2147483647 w 1510"/>
                <a:gd name="T65" fmla="*/ 2147483647 h 2534"/>
                <a:gd name="T66" fmla="*/ 2147483647 w 1510"/>
                <a:gd name="T67" fmla="*/ 2147483647 h 2534"/>
                <a:gd name="T68" fmla="*/ 2147483647 w 1510"/>
                <a:gd name="T69" fmla="*/ 2147483647 h 2534"/>
                <a:gd name="T70" fmla="*/ 2147483647 w 1510"/>
                <a:gd name="T71" fmla="*/ 2147483647 h 2534"/>
                <a:gd name="T72" fmla="*/ 2147483647 w 1510"/>
                <a:gd name="T73" fmla="*/ 2147483647 h 2534"/>
                <a:gd name="T74" fmla="*/ 2147483647 w 1510"/>
                <a:gd name="T75" fmla="*/ 2147483647 h 2534"/>
                <a:gd name="T76" fmla="*/ 2147483647 w 1510"/>
                <a:gd name="T77" fmla="*/ 2147483647 h 2534"/>
                <a:gd name="T78" fmla="*/ 2147483647 w 1510"/>
                <a:gd name="T79" fmla="*/ 2147483647 h 2534"/>
                <a:gd name="T80" fmla="*/ 2147483647 w 1510"/>
                <a:gd name="T81" fmla="*/ 2147483647 h 2534"/>
                <a:gd name="T82" fmla="*/ 2147483647 w 1510"/>
                <a:gd name="T83" fmla="*/ 2147483647 h 2534"/>
                <a:gd name="T84" fmla="*/ 2147483647 w 1510"/>
                <a:gd name="T85" fmla="*/ 2147483647 h 2534"/>
                <a:gd name="T86" fmla="*/ 2147483647 w 1510"/>
                <a:gd name="T87" fmla="*/ 2147483647 h 2534"/>
                <a:gd name="T88" fmla="*/ 2147483647 w 1510"/>
                <a:gd name="T89" fmla="*/ 2147483647 h 2534"/>
                <a:gd name="T90" fmla="*/ 2147483647 w 1510"/>
                <a:gd name="T91" fmla="*/ 2147483647 h 2534"/>
                <a:gd name="T92" fmla="*/ 2147483647 w 1510"/>
                <a:gd name="T93" fmla="*/ 2147483647 h 2534"/>
                <a:gd name="T94" fmla="*/ 2147483647 w 1510"/>
                <a:gd name="T95" fmla="*/ 2147483647 h 2534"/>
                <a:gd name="T96" fmla="*/ 2147483647 w 1510"/>
                <a:gd name="T97" fmla="*/ 2147483647 h 2534"/>
                <a:gd name="T98" fmla="*/ 2147483647 w 1510"/>
                <a:gd name="T99" fmla="*/ 2147483647 h 2534"/>
                <a:gd name="T100" fmla="*/ 2147483647 w 1510"/>
                <a:gd name="T101" fmla="*/ 2147483647 h 2534"/>
                <a:gd name="T102" fmla="*/ 2147483647 w 1510"/>
                <a:gd name="T103" fmla="*/ 2147483647 h 2534"/>
                <a:gd name="T104" fmla="*/ 2147483647 w 1510"/>
                <a:gd name="T105" fmla="*/ 2147483647 h 2534"/>
                <a:gd name="T106" fmla="*/ 2147483647 w 1510"/>
                <a:gd name="T107" fmla="*/ 2147483647 h 2534"/>
                <a:gd name="T108" fmla="*/ 2147483647 w 1510"/>
                <a:gd name="T109" fmla="*/ 2147483647 h 2534"/>
                <a:gd name="T110" fmla="*/ 2147483647 w 1510"/>
                <a:gd name="T111" fmla="*/ 2147483647 h 2534"/>
                <a:gd name="T112" fmla="*/ 2147483647 w 1510"/>
                <a:gd name="T113" fmla="*/ 2147483647 h 2534"/>
                <a:gd name="T114" fmla="*/ 2147483647 w 1510"/>
                <a:gd name="T115" fmla="*/ 2147483647 h 2534"/>
                <a:gd name="T116" fmla="*/ 2147483647 w 1510"/>
                <a:gd name="T117" fmla="*/ 2147483647 h 253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10"/>
                <a:gd name="T178" fmla="*/ 0 h 2534"/>
                <a:gd name="T179" fmla="*/ 1510 w 1510"/>
                <a:gd name="T180" fmla="*/ 2534 h 253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10" h="2534">
                  <a:moveTo>
                    <a:pt x="1264" y="634"/>
                  </a:moveTo>
                  <a:lnTo>
                    <a:pt x="1510" y="313"/>
                  </a:lnTo>
                  <a:lnTo>
                    <a:pt x="1264" y="0"/>
                  </a:lnTo>
                  <a:lnTo>
                    <a:pt x="1200" y="0"/>
                  </a:lnTo>
                  <a:lnTo>
                    <a:pt x="1135" y="5"/>
                  </a:lnTo>
                  <a:lnTo>
                    <a:pt x="1073" y="13"/>
                  </a:lnTo>
                  <a:lnTo>
                    <a:pt x="1011" y="26"/>
                  </a:lnTo>
                  <a:lnTo>
                    <a:pt x="949" y="39"/>
                  </a:lnTo>
                  <a:lnTo>
                    <a:pt x="889" y="57"/>
                  </a:lnTo>
                  <a:lnTo>
                    <a:pt x="830" y="78"/>
                  </a:lnTo>
                  <a:lnTo>
                    <a:pt x="773" y="98"/>
                  </a:lnTo>
                  <a:lnTo>
                    <a:pt x="716" y="124"/>
                  </a:lnTo>
                  <a:lnTo>
                    <a:pt x="662" y="153"/>
                  </a:lnTo>
                  <a:lnTo>
                    <a:pt x="608" y="184"/>
                  </a:lnTo>
                  <a:lnTo>
                    <a:pt x="559" y="217"/>
                  </a:lnTo>
                  <a:lnTo>
                    <a:pt x="507" y="251"/>
                  </a:lnTo>
                  <a:lnTo>
                    <a:pt x="460" y="290"/>
                  </a:lnTo>
                  <a:lnTo>
                    <a:pt x="414" y="328"/>
                  </a:lnTo>
                  <a:lnTo>
                    <a:pt x="370" y="370"/>
                  </a:lnTo>
                  <a:lnTo>
                    <a:pt x="328" y="414"/>
                  </a:lnTo>
                  <a:lnTo>
                    <a:pt x="287" y="460"/>
                  </a:lnTo>
                  <a:lnTo>
                    <a:pt x="251" y="509"/>
                  </a:lnTo>
                  <a:lnTo>
                    <a:pt x="215" y="559"/>
                  </a:lnTo>
                  <a:lnTo>
                    <a:pt x="184" y="610"/>
                  </a:lnTo>
                  <a:lnTo>
                    <a:pt x="153" y="662"/>
                  </a:lnTo>
                  <a:lnTo>
                    <a:pt x="124" y="716"/>
                  </a:lnTo>
                  <a:lnTo>
                    <a:pt x="98" y="773"/>
                  </a:lnTo>
                  <a:lnTo>
                    <a:pt x="75" y="830"/>
                  </a:lnTo>
                  <a:lnTo>
                    <a:pt x="57" y="889"/>
                  </a:lnTo>
                  <a:lnTo>
                    <a:pt x="39" y="949"/>
                  </a:lnTo>
                  <a:lnTo>
                    <a:pt x="26" y="1011"/>
                  </a:lnTo>
                  <a:lnTo>
                    <a:pt x="13" y="1073"/>
                  </a:lnTo>
                  <a:lnTo>
                    <a:pt x="5" y="1138"/>
                  </a:lnTo>
                  <a:lnTo>
                    <a:pt x="0" y="1202"/>
                  </a:lnTo>
                  <a:lnTo>
                    <a:pt x="0" y="1267"/>
                  </a:lnTo>
                  <a:lnTo>
                    <a:pt x="0" y="1332"/>
                  </a:lnTo>
                  <a:lnTo>
                    <a:pt x="5" y="1396"/>
                  </a:lnTo>
                  <a:lnTo>
                    <a:pt x="13" y="1458"/>
                  </a:lnTo>
                  <a:lnTo>
                    <a:pt x="26" y="1520"/>
                  </a:lnTo>
                  <a:lnTo>
                    <a:pt x="39" y="1582"/>
                  </a:lnTo>
                  <a:lnTo>
                    <a:pt x="57" y="1642"/>
                  </a:lnTo>
                  <a:lnTo>
                    <a:pt x="75" y="1701"/>
                  </a:lnTo>
                  <a:lnTo>
                    <a:pt x="98" y="1758"/>
                  </a:lnTo>
                  <a:lnTo>
                    <a:pt x="124" y="1815"/>
                  </a:lnTo>
                  <a:lnTo>
                    <a:pt x="153" y="1869"/>
                  </a:lnTo>
                  <a:lnTo>
                    <a:pt x="184" y="1924"/>
                  </a:lnTo>
                  <a:lnTo>
                    <a:pt x="215" y="1975"/>
                  </a:lnTo>
                  <a:lnTo>
                    <a:pt x="251" y="2025"/>
                  </a:lnTo>
                  <a:lnTo>
                    <a:pt x="287" y="2071"/>
                  </a:lnTo>
                  <a:lnTo>
                    <a:pt x="328" y="2118"/>
                  </a:lnTo>
                  <a:lnTo>
                    <a:pt x="370" y="2162"/>
                  </a:lnTo>
                  <a:lnTo>
                    <a:pt x="414" y="2203"/>
                  </a:lnTo>
                  <a:lnTo>
                    <a:pt x="460" y="2244"/>
                  </a:lnTo>
                  <a:lnTo>
                    <a:pt x="507" y="2281"/>
                  </a:lnTo>
                  <a:lnTo>
                    <a:pt x="559" y="2317"/>
                  </a:lnTo>
                  <a:lnTo>
                    <a:pt x="608" y="2350"/>
                  </a:lnTo>
                  <a:lnTo>
                    <a:pt x="662" y="2379"/>
                  </a:lnTo>
                  <a:lnTo>
                    <a:pt x="716" y="2407"/>
                  </a:lnTo>
                  <a:lnTo>
                    <a:pt x="773" y="2433"/>
                  </a:lnTo>
                  <a:lnTo>
                    <a:pt x="830" y="2456"/>
                  </a:lnTo>
                  <a:lnTo>
                    <a:pt x="889" y="2477"/>
                  </a:lnTo>
                  <a:lnTo>
                    <a:pt x="949" y="2493"/>
                  </a:lnTo>
                  <a:lnTo>
                    <a:pt x="1011" y="2508"/>
                  </a:lnTo>
                  <a:lnTo>
                    <a:pt x="1073" y="2518"/>
                  </a:lnTo>
                  <a:lnTo>
                    <a:pt x="1135" y="2526"/>
                  </a:lnTo>
                  <a:lnTo>
                    <a:pt x="1200" y="2531"/>
                  </a:lnTo>
                  <a:lnTo>
                    <a:pt x="1264" y="2534"/>
                  </a:lnTo>
                  <a:lnTo>
                    <a:pt x="1042" y="2208"/>
                  </a:lnTo>
                  <a:lnTo>
                    <a:pt x="1264" y="1901"/>
                  </a:lnTo>
                  <a:lnTo>
                    <a:pt x="1233" y="1898"/>
                  </a:lnTo>
                  <a:lnTo>
                    <a:pt x="1200" y="1895"/>
                  </a:lnTo>
                  <a:lnTo>
                    <a:pt x="1169" y="1893"/>
                  </a:lnTo>
                  <a:lnTo>
                    <a:pt x="1138" y="1888"/>
                  </a:lnTo>
                  <a:lnTo>
                    <a:pt x="1107" y="1880"/>
                  </a:lnTo>
                  <a:lnTo>
                    <a:pt x="1078" y="1872"/>
                  </a:lnTo>
                  <a:lnTo>
                    <a:pt x="1019" y="1849"/>
                  </a:lnTo>
                  <a:lnTo>
                    <a:pt x="964" y="1823"/>
                  </a:lnTo>
                  <a:lnTo>
                    <a:pt x="913" y="1792"/>
                  </a:lnTo>
                  <a:lnTo>
                    <a:pt x="864" y="1756"/>
                  </a:lnTo>
                  <a:lnTo>
                    <a:pt x="817" y="1714"/>
                  </a:lnTo>
                  <a:lnTo>
                    <a:pt x="778" y="1670"/>
                  </a:lnTo>
                  <a:lnTo>
                    <a:pt x="740" y="1621"/>
                  </a:lnTo>
                  <a:lnTo>
                    <a:pt x="708" y="1567"/>
                  </a:lnTo>
                  <a:lnTo>
                    <a:pt x="683" y="1513"/>
                  </a:lnTo>
                  <a:lnTo>
                    <a:pt x="662" y="1456"/>
                  </a:lnTo>
                  <a:lnTo>
                    <a:pt x="652" y="1425"/>
                  </a:lnTo>
                  <a:lnTo>
                    <a:pt x="646" y="1394"/>
                  </a:lnTo>
                  <a:lnTo>
                    <a:pt x="641" y="1363"/>
                  </a:lnTo>
                  <a:lnTo>
                    <a:pt x="636" y="1332"/>
                  </a:lnTo>
                  <a:lnTo>
                    <a:pt x="634" y="1298"/>
                  </a:lnTo>
                  <a:lnTo>
                    <a:pt x="634" y="1267"/>
                  </a:lnTo>
                  <a:lnTo>
                    <a:pt x="634" y="1233"/>
                  </a:lnTo>
                  <a:lnTo>
                    <a:pt x="636" y="1202"/>
                  </a:lnTo>
                  <a:lnTo>
                    <a:pt x="641" y="1169"/>
                  </a:lnTo>
                  <a:lnTo>
                    <a:pt x="646" y="1138"/>
                  </a:lnTo>
                  <a:lnTo>
                    <a:pt x="652" y="1109"/>
                  </a:lnTo>
                  <a:lnTo>
                    <a:pt x="662" y="1078"/>
                  </a:lnTo>
                  <a:lnTo>
                    <a:pt x="683" y="1019"/>
                  </a:lnTo>
                  <a:lnTo>
                    <a:pt x="708" y="964"/>
                  </a:lnTo>
                  <a:lnTo>
                    <a:pt x="740" y="913"/>
                  </a:lnTo>
                  <a:lnTo>
                    <a:pt x="778" y="864"/>
                  </a:lnTo>
                  <a:lnTo>
                    <a:pt x="817" y="820"/>
                  </a:lnTo>
                  <a:lnTo>
                    <a:pt x="864" y="778"/>
                  </a:lnTo>
                  <a:lnTo>
                    <a:pt x="913" y="742"/>
                  </a:lnTo>
                  <a:lnTo>
                    <a:pt x="964" y="708"/>
                  </a:lnTo>
                  <a:lnTo>
                    <a:pt x="1019" y="683"/>
                  </a:lnTo>
                  <a:lnTo>
                    <a:pt x="1078" y="662"/>
                  </a:lnTo>
                  <a:lnTo>
                    <a:pt x="1107" y="652"/>
                  </a:lnTo>
                  <a:lnTo>
                    <a:pt x="1138" y="646"/>
                  </a:lnTo>
                  <a:lnTo>
                    <a:pt x="1169" y="641"/>
                  </a:lnTo>
                  <a:lnTo>
                    <a:pt x="1200" y="636"/>
                  </a:lnTo>
                  <a:lnTo>
                    <a:pt x="1233" y="634"/>
                  </a:lnTo>
                  <a:lnTo>
                    <a:pt x="1264" y="634"/>
                  </a:lnTo>
                  <a:close/>
                </a:path>
              </a:pathLst>
            </a:custGeom>
            <a:solidFill>
              <a:schemeClr val="bg1"/>
            </a:solidFill>
            <a:ln w="38100">
              <a:solidFill>
                <a:schemeClr val="tx2"/>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Ubuntu"/>
                <a:ea typeface="+mn-ea"/>
                <a:cs typeface="+mn-cs"/>
              </a:endParaRPr>
            </a:p>
          </p:txBody>
        </p:sp>
        <p:sp>
          <p:nvSpPr>
            <p:cNvPr id="70" name="Freeform 4">
              <a:extLst>
                <a:ext uri="{FF2B5EF4-FFF2-40B4-BE49-F238E27FC236}">
                  <a16:creationId xmlns:a16="http://schemas.microsoft.com/office/drawing/2014/main" id="{97BAFBF7-16EB-48D4-713F-AE90B7B89EBE}"/>
                </a:ext>
              </a:extLst>
            </p:cNvPr>
            <p:cNvSpPr>
              <a:spLocks/>
            </p:cNvSpPr>
            <p:nvPr/>
          </p:nvSpPr>
          <p:spPr bwMode="gray">
            <a:xfrm>
              <a:off x="13903118" y="1628800"/>
              <a:ext cx="1170618" cy="2005266"/>
            </a:xfrm>
            <a:custGeom>
              <a:avLst/>
              <a:gdLst>
                <a:gd name="T0" fmla="*/ 2147483647 w 1492"/>
                <a:gd name="T1" fmla="*/ 0 h 2534"/>
                <a:gd name="T2" fmla="*/ 2147483647 w 1492"/>
                <a:gd name="T3" fmla="*/ 2147483647 h 2534"/>
                <a:gd name="T4" fmla="*/ 2147483647 w 1492"/>
                <a:gd name="T5" fmla="*/ 2147483647 h 2534"/>
                <a:gd name="T6" fmla="*/ 2147483647 w 1492"/>
                <a:gd name="T7" fmla="*/ 2147483647 h 2534"/>
                <a:gd name="T8" fmla="*/ 2147483647 w 1492"/>
                <a:gd name="T9" fmla="*/ 2147483647 h 2534"/>
                <a:gd name="T10" fmla="*/ 2147483647 w 1492"/>
                <a:gd name="T11" fmla="*/ 2147483647 h 2534"/>
                <a:gd name="T12" fmla="*/ 2147483647 w 1492"/>
                <a:gd name="T13" fmla="*/ 2147483647 h 2534"/>
                <a:gd name="T14" fmla="*/ 2147483647 w 1492"/>
                <a:gd name="T15" fmla="*/ 2147483647 h 2534"/>
                <a:gd name="T16" fmla="*/ 2147483647 w 1492"/>
                <a:gd name="T17" fmla="*/ 2147483647 h 2534"/>
                <a:gd name="T18" fmla="*/ 2147483647 w 1492"/>
                <a:gd name="T19" fmla="*/ 2147483647 h 2534"/>
                <a:gd name="T20" fmla="*/ 2147483647 w 1492"/>
                <a:gd name="T21" fmla="*/ 2147483647 h 2534"/>
                <a:gd name="T22" fmla="*/ 2147483647 w 1492"/>
                <a:gd name="T23" fmla="*/ 2147483647 h 2534"/>
                <a:gd name="T24" fmla="*/ 2147483647 w 1492"/>
                <a:gd name="T25" fmla="*/ 2147483647 h 2534"/>
                <a:gd name="T26" fmla="*/ 2147483647 w 1492"/>
                <a:gd name="T27" fmla="*/ 2147483647 h 2534"/>
                <a:gd name="T28" fmla="*/ 2147483647 w 1492"/>
                <a:gd name="T29" fmla="*/ 2147483647 h 2534"/>
                <a:gd name="T30" fmla="*/ 2147483647 w 1492"/>
                <a:gd name="T31" fmla="*/ 2147483647 h 2534"/>
                <a:gd name="T32" fmla="*/ 2147483647 w 1492"/>
                <a:gd name="T33" fmla="*/ 2147483647 h 2534"/>
                <a:gd name="T34" fmla="*/ 2147483647 w 1492"/>
                <a:gd name="T35" fmla="*/ 2147483647 h 2534"/>
                <a:gd name="T36" fmla="*/ 2147483647 w 1492"/>
                <a:gd name="T37" fmla="*/ 2147483647 h 2534"/>
                <a:gd name="T38" fmla="*/ 2147483647 w 1492"/>
                <a:gd name="T39" fmla="*/ 2147483647 h 2534"/>
                <a:gd name="T40" fmla="*/ 2147483647 w 1492"/>
                <a:gd name="T41" fmla="*/ 2147483647 h 2534"/>
                <a:gd name="T42" fmla="*/ 2147483647 w 1492"/>
                <a:gd name="T43" fmla="*/ 2147483647 h 2534"/>
                <a:gd name="T44" fmla="*/ 2147483647 w 1492"/>
                <a:gd name="T45" fmla="*/ 2147483647 h 2534"/>
                <a:gd name="T46" fmla="*/ 2147483647 w 1492"/>
                <a:gd name="T47" fmla="*/ 2147483647 h 2534"/>
                <a:gd name="T48" fmla="*/ 2147483647 w 1492"/>
                <a:gd name="T49" fmla="*/ 2147483647 h 2534"/>
                <a:gd name="T50" fmla="*/ 2147483647 w 1492"/>
                <a:gd name="T51" fmla="*/ 2147483647 h 2534"/>
                <a:gd name="T52" fmla="*/ 2147483647 w 1492"/>
                <a:gd name="T53" fmla="*/ 2147483647 h 2534"/>
                <a:gd name="T54" fmla="*/ 0 w 1492"/>
                <a:gd name="T55" fmla="*/ 2147483647 h 2534"/>
                <a:gd name="T56" fmla="*/ 2147483647 w 1492"/>
                <a:gd name="T57" fmla="*/ 2147483647 h 2534"/>
                <a:gd name="T58" fmla="*/ 2147483647 w 1492"/>
                <a:gd name="T59" fmla="*/ 2147483647 h 2534"/>
                <a:gd name="T60" fmla="*/ 2147483647 w 1492"/>
                <a:gd name="T61" fmla="*/ 2147483647 h 2534"/>
                <a:gd name="T62" fmla="*/ 2147483647 w 1492"/>
                <a:gd name="T63" fmla="*/ 2147483647 h 2534"/>
                <a:gd name="T64" fmla="*/ 2147483647 w 1492"/>
                <a:gd name="T65" fmla="*/ 2147483647 h 2534"/>
                <a:gd name="T66" fmla="*/ 2147483647 w 1492"/>
                <a:gd name="T67" fmla="*/ 2147483647 h 2534"/>
                <a:gd name="T68" fmla="*/ 2147483647 w 1492"/>
                <a:gd name="T69" fmla="*/ 2147483647 h 2534"/>
                <a:gd name="T70" fmla="*/ 2147483647 w 1492"/>
                <a:gd name="T71" fmla="*/ 2147483647 h 2534"/>
                <a:gd name="T72" fmla="*/ 2147483647 w 1492"/>
                <a:gd name="T73" fmla="*/ 2147483647 h 2534"/>
                <a:gd name="T74" fmla="*/ 2147483647 w 1492"/>
                <a:gd name="T75" fmla="*/ 2147483647 h 2534"/>
                <a:gd name="T76" fmla="*/ 2147483647 w 1492"/>
                <a:gd name="T77" fmla="*/ 2147483647 h 2534"/>
                <a:gd name="T78" fmla="*/ 2147483647 w 1492"/>
                <a:gd name="T79" fmla="*/ 2147483647 h 2534"/>
                <a:gd name="T80" fmla="*/ 2147483647 w 1492"/>
                <a:gd name="T81" fmla="*/ 2147483647 h 2534"/>
                <a:gd name="T82" fmla="*/ 2147483647 w 1492"/>
                <a:gd name="T83" fmla="*/ 2147483647 h 2534"/>
                <a:gd name="T84" fmla="*/ 2147483647 w 1492"/>
                <a:gd name="T85" fmla="*/ 2147483647 h 2534"/>
                <a:gd name="T86" fmla="*/ 2147483647 w 1492"/>
                <a:gd name="T87" fmla="*/ 2147483647 h 2534"/>
                <a:gd name="T88" fmla="*/ 2147483647 w 1492"/>
                <a:gd name="T89" fmla="*/ 2147483647 h 2534"/>
                <a:gd name="T90" fmla="*/ 2147483647 w 1492"/>
                <a:gd name="T91" fmla="*/ 2147483647 h 2534"/>
                <a:gd name="T92" fmla="*/ 2147483647 w 1492"/>
                <a:gd name="T93" fmla="*/ 2147483647 h 2534"/>
                <a:gd name="T94" fmla="*/ 2147483647 w 1492"/>
                <a:gd name="T95" fmla="*/ 2147483647 h 2534"/>
                <a:gd name="T96" fmla="*/ 2147483647 w 1492"/>
                <a:gd name="T97" fmla="*/ 2147483647 h 2534"/>
                <a:gd name="T98" fmla="*/ 2147483647 w 1492"/>
                <a:gd name="T99" fmla="*/ 2147483647 h 2534"/>
                <a:gd name="T100" fmla="*/ 2147483647 w 1492"/>
                <a:gd name="T101" fmla="*/ 2147483647 h 2534"/>
                <a:gd name="T102" fmla="*/ 2147483647 w 1492"/>
                <a:gd name="T103" fmla="*/ 2147483647 h 2534"/>
                <a:gd name="T104" fmla="*/ 2147483647 w 1492"/>
                <a:gd name="T105" fmla="*/ 2147483647 h 2534"/>
                <a:gd name="T106" fmla="*/ 2147483647 w 1492"/>
                <a:gd name="T107" fmla="*/ 2147483647 h 2534"/>
                <a:gd name="T108" fmla="*/ 2147483647 w 1492"/>
                <a:gd name="T109" fmla="*/ 2147483647 h 2534"/>
                <a:gd name="T110" fmla="*/ 2147483647 w 1492"/>
                <a:gd name="T111" fmla="*/ 2147483647 h 2534"/>
                <a:gd name="T112" fmla="*/ 2147483647 w 1492"/>
                <a:gd name="T113" fmla="*/ 2147483647 h 2534"/>
                <a:gd name="T114" fmla="*/ 2147483647 w 1492"/>
                <a:gd name="T115" fmla="*/ 2147483647 h 2534"/>
                <a:gd name="T116" fmla="*/ 2147483647 w 1492"/>
                <a:gd name="T117" fmla="*/ 2147483647 h 2534"/>
                <a:gd name="T118" fmla="*/ 2147483647 w 1492"/>
                <a:gd name="T119" fmla="*/ 2147483647 h 2534"/>
                <a:gd name="T120" fmla="*/ 2147483647 w 1492"/>
                <a:gd name="T121" fmla="*/ 2147483647 h 2534"/>
                <a:gd name="T122" fmla="*/ 2147483647 w 1492"/>
                <a:gd name="T123" fmla="*/ 0 h 2534"/>
                <a:gd name="T124" fmla="*/ 2147483647 w 1492"/>
                <a:gd name="T125" fmla="*/ 0 h 25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92"/>
                <a:gd name="T190" fmla="*/ 0 h 2534"/>
                <a:gd name="T191" fmla="*/ 1492 w 1492"/>
                <a:gd name="T192" fmla="*/ 2534 h 25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92" h="2534">
                  <a:moveTo>
                    <a:pt x="225" y="0"/>
                  </a:moveTo>
                  <a:lnTo>
                    <a:pt x="225" y="0"/>
                  </a:lnTo>
                  <a:lnTo>
                    <a:pt x="222" y="0"/>
                  </a:lnTo>
                  <a:lnTo>
                    <a:pt x="468" y="313"/>
                  </a:lnTo>
                  <a:lnTo>
                    <a:pt x="222" y="634"/>
                  </a:lnTo>
                  <a:lnTo>
                    <a:pt x="225" y="634"/>
                  </a:lnTo>
                  <a:lnTo>
                    <a:pt x="256" y="634"/>
                  </a:lnTo>
                  <a:lnTo>
                    <a:pt x="290" y="636"/>
                  </a:lnTo>
                  <a:lnTo>
                    <a:pt x="321" y="641"/>
                  </a:lnTo>
                  <a:lnTo>
                    <a:pt x="352" y="646"/>
                  </a:lnTo>
                  <a:lnTo>
                    <a:pt x="383" y="652"/>
                  </a:lnTo>
                  <a:lnTo>
                    <a:pt x="414" y="662"/>
                  </a:lnTo>
                  <a:lnTo>
                    <a:pt x="471" y="683"/>
                  </a:lnTo>
                  <a:lnTo>
                    <a:pt x="525" y="708"/>
                  </a:lnTo>
                  <a:lnTo>
                    <a:pt x="579" y="742"/>
                  </a:lnTo>
                  <a:lnTo>
                    <a:pt x="628" y="778"/>
                  </a:lnTo>
                  <a:lnTo>
                    <a:pt x="672" y="817"/>
                  </a:lnTo>
                  <a:lnTo>
                    <a:pt x="714" y="864"/>
                  </a:lnTo>
                  <a:lnTo>
                    <a:pt x="750" y="913"/>
                  </a:lnTo>
                  <a:lnTo>
                    <a:pt x="781" y="964"/>
                  </a:lnTo>
                  <a:lnTo>
                    <a:pt x="807" y="1019"/>
                  </a:lnTo>
                  <a:lnTo>
                    <a:pt x="830" y="1078"/>
                  </a:lnTo>
                  <a:lnTo>
                    <a:pt x="838" y="1107"/>
                  </a:lnTo>
                  <a:lnTo>
                    <a:pt x="846" y="1138"/>
                  </a:lnTo>
                  <a:lnTo>
                    <a:pt x="851" y="1169"/>
                  </a:lnTo>
                  <a:lnTo>
                    <a:pt x="853" y="1202"/>
                  </a:lnTo>
                  <a:lnTo>
                    <a:pt x="856" y="1233"/>
                  </a:lnTo>
                  <a:lnTo>
                    <a:pt x="859" y="1267"/>
                  </a:lnTo>
                  <a:lnTo>
                    <a:pt x="856" y="1298"/>
                  </a:lnTo>
                  <a:lnTo>
                    <a:pt x="853" y="1332"/>
                  </a:lnTo>
                  <a:lnTo>
                    <a:pt x="851" y="1363"/>
                  </a:lnTo>
                  <a:lnTo>
                    <a:pt x="846" y="1394"/>
                  </a:lnTo>
                  <a:lnTo>
                    <a:pt x="838" y="1425"/>
                  </a:lnTo>
                  <a:lnTo>
                    <a:pt x="830" y="1456"/>
                  </a:lnTo>
                  <a:lnTo>
                    <a:pt x="807" y="1513"/>
                  </a:lnTo>
                  <a:lnTo>
                    <a:pt x="781" y="1570"/>
                  </a:lnTo>
                  <a:lnTo>
                    <a:pt x="750" y="1621"/>
                  </a:lnTo>
                  <a:lnTo>
                    <a:pt x="714" y="1670"/>
                  </a:lnTo>
                  <a:lnTo>
                    <a:pt x="672" y="1714"/>
                  </a:lnTo>
                  <a:lnTo>
                    <a:pt x="628" y="1756"/>
                  </a:lnTo>
                  <a:lnTo>
                    <a:pt x="579" y="1792"/>
                  </a:lnTo>
                  <a:lnTo>
                    <a:pt x="525" y="1823"/>
                  </a:lnTo>
                  <a:lnTo>
                    <a:pt x="471" y="1849"/>
                  </a:lnTo>
                  <a:lnTo>
                    <a:pt x="414" y="1872"/>
                  </a:lnTo>
                  <a:lnTo>
                    <a:pt x="383" y="1880"/>
                  </a:lnTo>
                  <a:lnTo>
                    <a:pt x="352" y="1888"/>
                  </a:lnTo>
                  <a:lnTo>
                    <a:pt x="321" y="1893"/>
                  </a:lnTo>
                  <a:lnTo>
                    <a:pt x="290" y="1895"/>
                  </a:lnTo>
                  <a:lnTo>
                    <a:pt x="256" y="1898"/>
                  </a:lnTo>
                  <a:lnTo>
                    <a:pt x="225" y="1901"/>
                  </a:lnTo>
                  <a:lnTo>
                    <a:pt x="222" y="1901"/>
                  </a:lnTo>
                  <a:lnTo>
                    <a:pt x="0" y="2208"/>
                  </a:lnTo>
                  <a:lnTo>
                    <a:pt x="222" y="2534"/>
                  </a:lnTo>
                  <a:lnTo>
                    <a:pt x="225" y="2534"/>
                  </a:lnTo>
                  <a:lnTo>
                    <a:pt x="290" y="2531"/>
                  </a:lnTo>
                  <a:lnTo>
                    <a:pt x="354" y="2526"/>
                  </a:lnTo>
                  <a:lnTo>
                    <a:pt x="416" y="2518"/>
                  </a:lnTo>
                  <a:lnTo>
                    <a:pt x="478" y="2508"/>
                  </a:lnTo>
                  <a:lnTo>
                    <a:pt x="540" y="2493"/>
                  </a:lnTo>
                  <a:lnTo>
                    <a:pt x="600" y="2477"/>
                  </a:lnTo>
                  <a:lnTo>
                    <a:pt x="659" y="2456"/>
                  </a:lnTo>
                  <a:lnTo>
                    <a:pt x="716" y="2433"/>
                  </a:lnTo>
                  <a:lnTo>
                    <a:pt x="773" y="2407"/>
                  </a:lnTo>
                  <a:lnTo>
                    <a:pt x="827" y="2381"/>
                  </a:lnTo>
                  <a:lnTo>
                    <a:pt x="882" y="2350"/>
                  </a:lnTo>
                  <a:lnTo>
                    <a:pt x="933" y="2317"/>
                  </a:lnTo>
                  <a:lnTo>
                    <a:pt x="983" y="2281"/>
                  </a:lnTo>
                  <a:lnTo>
                    <a:pt x="1029" y="2244"/>
                  </a:lnTo>
                  <a:lnTo>
                    <a:pt x="1076" y="2203"/>
                  </a:lnTo>
                  <a:lnTo>
                    <a:pt x="1120" y="2162"/>
                  </a:lnTo>
                  <a:lnTo>
                    <a:pt x="1161" y="2118"/>
                  </a:lnTo>
                  <a:lnTo>
                    <a:pt x="1202" y="2071"/>
                  </a:lnTo>
                  <a:lnTo>
                    <a:pt x="1239" y="2025"/>
                  </a:lnTo>
                  <a:lnTo>
                    <a:pt x="1275" y="1975"/>
                  </a:lnTo>
                  <a:lnTo>
                    <a:pt x="1308" y="1924"/>
                  </a:lnTo>
                  <a:lnTo>
                    <a:pt x="1339" y="1869"/>
                  </a:lnTo>
                  <a:lnTo>
                    <a:pt x="1365" y="1815"/>
                  </a:lnTo>
                  <a:lnTo>
                    <a:pt x="1391" y="1758"/>
                  </a:lnTo>
                  <a:lnTo>
                    <a:pt x="1414" y="1701"/>
                  </a:lnTo>
                  <a:lnTo>
                    <a:pt x="1435" y="1642"/>
                  </a:lnTo>
                  <a:lnTo>
                    <a:pt x="1451" y="1582"/>
                  </a:lnTo>
                  <a:lnTo>
                    <a:pt x="1466" y="1520"/>
                  </a:lnTo>
                  <a:lnTo>
                    <a:pt x="1476" y="1458"/>
                  </a:lnTo>
                  <a:lnTo>
                    <a:pt x="1484" y="1396"/>
                  </a:lnTo>
                  <a:lnTo>
                    <a:pt x="1489" y="1332"/>
                  </a:lnTo>
                  <a:lnTo>
                    <a:pt x="1492" y="1267"/>
                  </a:lnTo>
                  <a:lnTo>
                    <a:pt x="1489" y="1202"/>
                  </a:lnTo>
                  <a:lnTo>
                    <a:pt x="1484" y="1138"/>
                  </a:lnTo>
                  <a:lnTo>
                    <a:pt x="1476" y="1073"/>
                  </a:lnTo>
                  <a:lnTo>
                    <a:pt x="1466" y="1011"/>
                  </a:lnTo>
                  <a:lnTo>
                    <a:pt x="1451" y="949"/>
                  </a:lnTo>
                  <a:lnTo>
                    <a:pt x="1435" y="889"/>
                  </a:lnTo>
                  <a:lnTo>
                    <a:pt x="1414" y="830"/>
                  </a:lnTo>
                  <a:lnTo>
                    <a:pt x="1391" y="773"/>
                  </a:lnTo>
                  <a:lnTo>
                    <a:pt x="1365" y="716"/>
                  </a:lnTo>
                  <a:lnTo>
                    <a:pt x="1339" y="662"/>
                  </a:lnTo>
                  <a:lnTo>
                    <a:pt x="1308" y="610"/>
                  </a:lnTo>
                  <a:lnTo>
                    <a:pt x="1275" y="559"/>
                  </a:lnTo>
                  <a:lnTo>
                    <a:pt x="1239" y="509"/>
                  </a:lnTo>
                  <a:lnTo>
                    <a:pt x="1202" y="460"/>
                  </a:lnTo>
                  <a:lnTo>
                    <a:pt x="1161" y="414"/>
                  </a:lnTo>
                  <a:lnTo>
                    <a:pt x="1120" y="370"/>
                  </a:lnTo>
                  <a:lnTo>
                    <a:pt x="1076" y="328"/>
                  </a:lnTo>
                  <a:lnTo>
                    <a:pt x="1029" y="290"/>
                  </a:lnTo>
                  <a:lnTo>
                    <a:pt x="983" y="251"/>
                  </a:lnTo>
                  <a:lnTo>
                    <a:pt x="933" y="215"/>
                  </a:lnTo>
                  <a:lnTo>
                    <a:pt x="882" y="184"/>
                  </a:lnTo>
                  <a:lnTo>
                    <a:pt x="827" y="153"/>
                  </a:lnTo>
                  <a:lnTo>
                    <a:pt x="773" y="124"/>
                  </a:lnTo>
                  <a:lnTo>
                    <a:pt x="716" y="98"/>
                  </a:lnTo>
                  <a:lnTo>
                    <a:pt x="659" y="75"/>
                  </a:lnTo>
                  <a:lnTo>
                    <a:pt x="600" y="57"/>
                  </a:lnTo>
                  <a:lnTo>
                    <a:pt x="540" y="39"/>
                  </a:lnTo>
                  <a:lnTo>
                    <a:pt x="478" y="26"/>
                  </a:lnTo>
                  <a:lnTo>
                    <a:pt x="416" y="13"/>
                  </a:lnTo>
                  <a:lnTo>
                    <a:pt x="354" y="5"/>
                  </a:lnTo>
                  <a:lnTo>
                    <a:pt x="290" y="0"/>
                  </a:lnTo>
                  <a:lnTo>
                    <a:pt x="225" y="0"/>
                  </a:lnTo>
                  <a:close/>
                </a:path>
              </a:pathLst>
            </a:custGeom>
            <a:solidFill>
              <a:schemeClr val="bg1"/>
            </a:solidFill>
            <a:ln w="38100">
              <a:solidFill>
                <a:schemeClr val="tx2"/>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Ubuntu"/>
                <a:ea typeface="+mn-ea"/>
                <a:cs typeface="+mn-cs"/>
              </a:endParaRPr>
            </a:p>
          </p:txBody>
        </p:sp>
        <p:sp>
          <p:nvSpPr>
            <p:cNvPr id="71" name="Rectangle 6">
              <a:extLst>
                <a:ext uri="{FF2B5EF4-FFF2-40B4-BE49-F238E27FC236}">
                  <a16:creationId xmlns:a16="http://schemas.microsoft.com/office/drawing/2014/main" id="{A24604EE-0E6F-B247-9E39-AD3346C9D846}"/>
                </a:ext>
              </a:extLst>
            </p:cNvPr>
            <p:cNvSpPr>
              <a:spLocks noChangeArrowheads="1"/>
            </p:cNvSpPr>
            <p:nvPr/>
          </p:nvSpPr>
          <p:spPr bwMode="gray">
            <a:xfrm>
              <a:off x="13063454" y="2568314"/>
              <a:ext cx="558393" cy="233014"/>
            </a:xfrm>
            <a:prstGeom prst="rect">
              <a:avLst/>
            </a:prstGeom>
            <a:noFill/>
            <a:ln w="38100">
              <a:noFill/>
              <a:miter lim="800000"/>
              <a:headEnd/>
              <a:tailEnd/>
            </a:ln>
            <a:effectLst/>
          </p:spPr>
          <p:txBody>
            <a:bodyPr wrap="square" lIns="90000" tIns="46800" rIns="90000" bIns="46800"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sp>
          <p:nvSpPr>
            <p:cNvPr id="72" name="Rectangle 7">
              <a:extLst>
                <a:ext uri="{FF2B5EF4-FFF2-40B4-BE49-F238E27FC236}">
                  <a16:creationId xmlns:a16="http://schemas.microsoft.com/office/drawing/2014/main" id="{529CD8B8-945A-DCBE-2554-8ED3286002D3}"/>
                </a:ext>
              </a:extLst>
            </p:cNvPr>
            <p:cNvSpPr>
              <a:spLocks noChangeArrowheads="1"/>
            </p:cNvSpPr>
            <p:nvPr/>
          </p:nvSpPr>
          <p:spPr bwMode="gray">
            <a:xfrm>
              <a:off x="14524777" y="2575044"/>
              <a:ext cx="558393" cy="233014"/>
            </a:xfrm>
            <a:prstGeom prst="rect">
              <a:avLst/>
            </a:prstGeom>
            <a:noFill/>
            <a:ln w="38100">
              <a:noFill/>
              <a:miter lim="800000"/>
              <a:headEnd/>
              <a:tailEnd/>
            </a:ln>
            <a:effectLst/>
          </p:spPr>
          <p:txBody>
            <a:bodyPr wrap="square" lIns="90000" tIns="46800" rIns="90000" bIns="46800"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grpSp>
      <p:grpSp>
        <p:nvGrpSpPr>
          <p:cNvPr id="4" name="Group 3" descr="Data chart">
            <a:extLst>
              <a:ext uri="{FF2B5EF4-FFF2-40B4-BE49-F238E27FC236}">
                <a16:creationId xmlns:a16="http://schemas.microsoft.com/office/drawing/2014/main" id="{D30DB4B5-C57A-8C3C-6420-B1BDAD7B30DD}"/>
              </a:ext>
            </a:extLst>
          </p:cNvPr>
          <p:cNvGrpSpPr/>
          <p:nvPr/>
        </p:nvGrpSpPr>
        <p:grpSpPr>
          <a:xfrm>
            <a:off x="15355008" y="1628800"/>
            <a:ext cx="2019716" cy="2005266"/>
            <a:chOff x="15355008" y="1628800"/>
            <a:chExt cx="2019716" cy="2005266"/>
          </a:xfrm>
        </p:grpSpPr>
        <p:sp>
          <p:nvSpPr>
            <p:cNvPr id="63" name="Freeform 4">
              <a:extLst>
                <a:ext uri="{FF2B5EF4-FFF2-40B4-BE49-F238E27FC236}">
                  <a16:creationId xmlns:a16="http://schemas.microsoft.com/office/drawing/2014/main" id="{FC2D08D2-C090-6801-F9C4-5A269865EA53}"/>
                </a:ext>
              </a:extLst>
            </p:cNvPr>
            <p:cNvSpPr>
              <a:spLocks/>
            </p:cNvSpPr>
            <p:nvPr/>
          </p:nvSpPr>
          <p:spPr bwMode="gray">
            <a:xfrm>
              <a:off x="15355008" y="1628800"/>
              <a:ext cx="1214442" cy="1502763"/>
            </a:xfrm>
            <a:custGeom>
              <a:avLst/>
              <a:gdLst>
                <a:gd name="T0" fmla="*/ 749 w 1518"/>
                <a:gd name="T1" fmla="*/ 1566 h 1899"/>
                <a:gd name="T2" fmla="*/ 715 w 1518"/>
                <a:gd name="T3" fmla="*/ 1498 h 1899"/>
                <a:gd name="T4" fmla="*/ 688 w 1518"/>
                <a:gd name="T5" fmla="*/ 1425 h 1899"/>
                <a:gd name="T6" fmla="*/ 674 w 1518"/>
                <a:gd name="T7" fmla="*/ 1347 h 1899"/>
                <a:gd name="T8" fmla="*/ 669 w 1518"/>
                <a:gd name="T9" fmla="*/ 1267 h 1899"/>
                <a:gd name="T10" fmla="*/ 669 w 1518"/>
                <a:gd name="T11" fmla="*/ 1235 h 1899"/>
                <a:gd name="T12" fmla="*/ 674 w 1518"/>
                <a:gd name="T13" fmla="*/ 1175 h 1899"/>
                <a:gd name="T14" fmla="*/ 686 w 1518"/>
                <a:gd name="T15" fmla="*/ 1116 h 1899"/>
                <a:gd name="T16" fmla="*/ 715 w 1518"/>
                <a:gd name="T17" fmla="*/ 1034 h 1899"/>
                <a:gd name="T18" fmla="*/ 771 w 1518"/>
                <a:gd name="T19" fmla="*/ 929 h 1899"/>
                <a:gd name="T20" fmla="*/ 844 w 1518"/>
                <a:gd name="T21" fmla="*/ 841 h 1899"/>
                <a:gd name="T22" fmla="*/ 934 w 1518"/>
                <a:gd name="T23" fmla="*/ 768 h 1899"/>
                <a:gd name="T24" fmla="*/ 1036 w 1518"/>
                <a:gd name="T25" fmla="*/ 713 h 1899"/>
                <a:gd name="T26" fmla="*/ 1119 w 1518"/>
                <a:gd name="T27" fmla="*/ 683 h 1899"/>
                <a:gd name="T28" fmla="*/ 1177 w 1518"/>
                <a:gd name="T29" fmla="*/ 671 h 1899"/>
                <a:gd name="T30" fmla="*/ 1238 w 1518"/>
                <a:gd name="T31" fmla="*/ 666 h 1899"/>
                <a:gd name="T32" fmla="*/ 1518 w 1518"/>
                <a:gd name="T33" fmla="*/ 343 h 1899"/>
                <a:gd name="T34" fmla="*/ 1270 w 1518"/>
                <a:gd name="T35" fmla="*/ 0 h 1899"/>
                <a:gd name="T36" fmla="*/ 1138 w 1518"/>
                <a:gd name="T37" fmla="*/ 5 h 1899"/>
                <a:gd name="T38" fmla="*/ 1012 w 1518"/>
                <a:gd name="T39" fmla="*/ 24 h 1899"/>
                <a:gd name="T40" fmla="*/ 890 w 1518"/>
                <a:gd name="T41" fmla="*/ 56 h 1899"/>
                <a:gd name="T42" fmla="*/ 773 w 1518"/>
                <a:gd name="T43" fmla="*/ 97 h 1899"/>
                <a:gd name="T44" fmla="*/ 662 w 1518"/>
                <a:gd name="T45" fmla="*/ 151 h 1899"/>
                <a:gd name="T46" fmla="*/ 559 w 1518"/>
                <a:gd name="T47" fmla="*/ 214 h 1899"/>
                <a:gd name="T48" fmla="*/ 460 w 1518"/>
                <a:gd name="T49" fmla="*/ 287 h 1899"/>
                <a:gd name="T50" fmla="*/ 370 w 1518"/>
                <a:gd name="T51" fmla="*/ 370 h 1899"/>
                <a:gd name="T52" fmla="*/ 289 w 1518"/>
                <a:gd name="T53" fmla="*/ 460 h 1899"/>
                <a:gd name="T54" fmla="*/ 216 w 1518"/>
                <a:gd name="T55" fmla="*/ 557 h 1899"/>
                <a:gd name="T56" fmla="*/ 153 w 1518"/>
                <a:gd name="T57" fmla="*/ 661 h 1899"/>
                <a:gd name="T58" fmla="*/ 100 w 1518"/>
                <a:gd name="T59" fmla="*/ 771 h 1899"/>
                <a:gd name="T60" fmla="*/ 58 w 1518"/>
                <a:gd name="T61" fmla="*/ 888 h 1899"/>
                <a:gd name="T62" fmla="*/ 27 w 1518"/>
                <a:gd name="T63" fmla="*/ 1009 h 1899"/>
                <a:gd name="T64" fmla="*/ 7 w 1518"/>
                <a:gd name="T65" fmla="*/ 1136 h 1899"/>
                <a:gd name="T66" fmla="*/ 0 w 1518"/>
                <a:gd name="T67" fmla="*/ 1267 h 1899"/>
                <a:gd name="T68" fmla="*/ 5 w 1518"/>
                <a:gd name="T69" fmla="*/ 1352 h 1899"/>
                <a:gd name="T70" fmla="*/ 27 w 1518"/>
                <a:gd name="T71" fmla="*/ 1520 h 1899"/>
                <a:gd name="T72" fmla="*/ 68 w 1518"/>
                <a:gd name="T73" fmla="*/ 1678 h 1899"/>
                <a:gd name="T74" fmla="*/ 131 w 1518"/>
                <a:gd name="T75" fmla="*/ 1829 h 1899"/>
                <a:gd name="T76" fmla="*/ 343 w 1518"/>
                <a:gd name="T77" fmla="*/ 1503 h 189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518"/>
                <a:gd name="T118" fmla="*/ 0 h 1899"/>
                <a:gd name="T119" fmla="*/ 1518 w 1518"/>
                <a:gd name="T120" fmla="*/ 1899 h 189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518" h="1899">
                  <a:moveTo>
                    <a:pt x="749" y="1566"/>
                  </a:moveTo>
                  <a:lnTo>
                    <a:pt x="749" y="1566"/>
                  </a:lnTo>
                  <a:lnTo>
                    <a:pt x="730" y="1532"/>
                  </a:lnTo>
                  <a:lnTo>
                    <a:pt x="715" y="1498"/>
                  </a:lnTo>
                  <a:lnTo>
                    <a:pt x="700" y="1462"/>
                  </a:lnTo>
                  <a:lnTo>
                    <a:pt x="688" y="1425"/>
                  </a:lnTo>
                  <a:lnTo>
                    <a:pt x="679" y="1386"/>
                  </a:lnTo>
                  <a:lnTo>
                    <a:pt x="674" y="1347"/>
                  </a:lnTo>
                  <a:lnTo>
                    <a:pt x="669" y="1308"/>
                  </a:lnTo>
                  <a:lnTo>
                    <a:pt x="669" y="1267"/>
                  </a:lnTo>
                  <a:lnTo>
                    <a:pt x="669" y="1235"/>
                  </a:lnTo>
                  <a:lnTo>
                    <a:pt x="671" y="1206"/>
                  </a:lnTo>
                  <a:lnTo>
                    <a:pt x="674" y="1175"/>
                  </a:lnTo>
                  <a:lnTo>
                    <a:pt x="681" y="1145"/>
                  </a:lnTo>
                  <a:lnTo>
                    <a:pt x="686" y="1116"/>
                  </a:lnTo>
                  <a:lnTo>
                    <a:pt x="696" y="1087"/>
                  </a:lnTo>
                  <a:lnTo>
                    <a:pt x="715" y="1034"/>
                  </a:lnTo>
                  <a:lnTo>
                    <a:pt x="739" y="980"/>
                  </a:lnTo>
                  <a:lnTo>
                    <a:pt x="771" y="929"/>
                  </a:lnTo>
                  <a:lnTo>
                    <a:pt x="805" y="883"/>
                  </a:lnTo>
                  <a:lnTo>
                    <a:pt x="844" y="841"/>
                  </a:lnTo>
                  <a:lnTo>
                    <a:pt x="888" y="803"/>
                  </a:lnTo>
                  <a:lnTo>
                    <a:pt x="934" y="768"/>
                  </a:lnTo>
                  <a:lnTo>
                    <a:pt x="983" y="737"/>
                  </a:lnTo>
                  <a:lnTo>
                    <a:pt x="1036" y="713"/>
                  </a:lnTo>
                  <a:lnTo>
                    <a:pt x="1090" y="691"/>
                  </a:lnTo>
                  <a:lnTo>
                    <a:pt x="1119" y="683"/>
                  </a:lnTo>
                  <a:lnTo>
                    <a:pt x="1148" y="676"/>
                  </a:lnTo>
                  <a:lnTo>
                    <a:pt x="1177" y="671"/>
                  </a:lnTo>
                  <a:lnTo>
                    <a:pt x="1209" y="669"/>
                  </a:lnTo>
                  <a:lnTo>
                    <a:pt x="1238" y="666"/>
                  </a:lnTo>
                  <a:lnTo>
                    <a:pt x="1270" y="664"/>
                  </a:lnTo>
                  <a:lnTo>
                    <a:pt x="1518" y="343"/>
                  </a:lnTo>
                  <a:lnTo>
                    <a:pt x="1270" y="0"/>
                  </a:lnTo>
                  <a:lnTo>
                    <a:pt x="1204" y="0"/>
                  </a:lnTo>
                  <a:lnTo>
                    <a:pt x="1138" y="5"/>
                  </a:lnTo>
                  <a:lnTo>
                    <a:pt x="1075" y="15"/>
                  </a:lnTo>
                  <a:lnTo>
                    <a:pt x="1012" y="24"/>
                  </a:lnTo>
                  <a:lnTo>
                    <a:pt x="951" y="39"/>
                  </a:lnTo>
                  <a:lnTo>
                    <a:pt x="890" y="56"/>
                  </a:lnTo>
                  <a:lnTo>
                    <a:pt x="832" y="75"/>
                  </a:lnTo>
                  <a:lnTo>
                    <a:pt x="773" y="97"/>
                  </a:lnTo>
                  <a:lnTo>
                    <a:pt x="717" y="124"/>
                  </a:lnTo>
                  <a:lnTo>
                    <a:pt x="662" y="151"/>
                  </a:lnTo>
                  <a:lnTo>
                    <a:pt x="610" y="182"/>
                  </a:lnTo>
                  <a:lnTo>
                    <a:pt x="559" y="214"/>
                  </a:lnTo>
                  <a:lnTo>
                    <a:pt x="508" y="250"/>
                  </a:lnTo>
                  <a:lnTo>
                    <a:pt x="460" y="287"/>
                  </a:lnTo>
                  <a:lnTo>
                    <a:pt x="416" y="328"/>
                  </a:lnTo>
                  <a:lnTo>
                    <a:pt x="370" y="370"/>
                  </a:lnTo>
                  <a:lnTo>
                    <a:pt x="328" y="413"/>
                  </a:lnTo>
                  <a:lnTo>
                    <a:pt x="289" y="460"/>
                  </a:lnTo>
                  <a:lnTo>
                    <a:pt x="253" y="506"/>
                  </a:lnTo>
                  <a:lnTo>
                    <a:pt x="216" y="557"/>
                  </a:lnTo>
                  <a:lnTo>
                    <a:pt x="185" y="608"/>
                  </a:lnTo>
                  <a:lnTo>
                    <a:pt x="153" y="661"/>
                  </a:lnTo>
                  <a:lnTo>
                    <a:pt x="126" y="715"/>
                  </a:lnTo>
                  <a:lnTo>
                    <a:pt x="100" y="771"/>
                  </a:lnTo>
                  <a:lnTo>
                    <a:pt x="78" y="829"/>
                  </a:lnTo>
                  <a:lnTo>
                    <a:pt x="58" y="888"/>
                  </a:lnTo>
                  <a:lnTo>
                    <a:pt x="41" y="948"/>
                  </a:lnTo>
                  <a:lnTo>
                    <a:pt x="27" y="1009"/>
                  </a:lnTo>
                  <a:lnTo>
                    <a:pt x="15" y="1072"/>
                  </a:lnTo>
                  <a:lnTo>
                    <a:pt x="7" y="1136"/>
                  </a:lnTo>
                  <a:lnTo>
                    <a:pt x="2" y="1201"/>
                  </a:lnTo>
                  <a:lnTo>
                    <a:pt x="0" y="1267"/>
                  </a:lnTo>
                  <a:lnTo>
                    <a:pt x="5" y="1352"/>
                  </a:lnTo>
                  <a:lnTo>
                    <a:pt x="12" y="1437"/>
                  </a:lnTo>
                  <a:lnTo>
                    <a:pt x="27" y="1520"/>
                  </a:lnTo>
                  <a:lnTo>
                    <a:pt x="44" y="1600"/>
                  </a:lnTo>
                  <a:lnTo>
                    <a:pt x="68" y="1678"/>
                  </a:lnTo>
                  <a:lnTo>
                    <a:pt x="97" y="1756"/>
                  </a:lnTo>
                  <a:lnTo>
                    <a:pt x="131" y="1829"/>
                  </a:lnTo>
                  <a:lnTo>
                    <a:pt x="168" y="1899"/>
                  </a:lnTo>
                  <a:lnTo>
                    <a:pt x="343" y="1503"/>
                  </a:lnTo>
                  <a:lnTo>
                    <a:pt x="749" y="1566"/>
                  </a:lnTo>
                  <a:close/>
                </a:path>
              </a:pathLst>
            </a:custGeom>
            <a:solidFill>
              <a:schemeClr val="bg1"/>
            </a:solidFill>
            <a:ln w="38100">
              <a:solidFill>
                <a:schemeClr val="tx2"/>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64" name="Rectangle 8">
              <a:extLst>
                <a:ext uri="{FF2B5EF4-FFF2-40B4-BE49-F238E27FC236}">
                  <a16:creationId xmlns:a16="http://schemas.microsoft.com/office/drawing/2014/main" id="{CD617C16-0B56-9607-2430-FB19892FC4D1}"/>
                </a:ext>
              </a:extLst>
            </p:cNvPr>
            <p:cNvSpPr>
              <a:spLocks noChangeArrowheads="1"/>
            </p:cNvSpPr>
            <p:nvPr/>
          </p:nvSpPr>
          <p:spPr bwMode="gray">
            <a:xfrm>
              <a:off x="15435550" y="2178600"/>
              <a:ext cx="579155" cy="231475"/>
            </a:xfrm>
            <a:prstGeom prst="rect">
              <a:avLst/>
            </a:prstGeom>
            <a:noFill/>
            <a:ln w="38100">
              <a:noFill/>
              <a:miter lim="800000"/>
              <a:headEnd/>
              <a:tailEnd/>
            </a:ln>
            <a:effectLst/>
          </p:spPr>
          <p:txBody>
            <a:bodyPr wrap="square" lIns="90000" tIns="46038" rIns="90000" bIns="46038"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sp>
          <p:nvSpPr>
            <p:cNvPr id="65" name="Freeform 3">
              <a:extLst>
                <a:ext uri="{FF2B5EF4-FFF2-40B4-BE49-F238E27FC236}">
                  <a16:creationId xmlns:a16="http://schemas.microsoft.com/office/drawing/2014/main" id="{A0429371-A473-FB83-C393-3667BBB75136}"/>
                </a:ext>
              </a:extLst>
            </p:cNvPr>
            <p:cNvSpPr>
              <a:spLocks/>
            </p:cNvSpPr>
            <p:nvPr/>
          </p:nvSpPr>
          <p:spPr bwMode="gray">
            <a:xfrm>
              <a:off x="16360107" y="1628800"/>
              <a:ext cx="1014617" cy="1522547"/>
            </a:xfrm>
            <a:custGeom>
              <a:avLst/>
              <a:gdLst>
                <a:gd name="T0" fmla="*/ 0 w 1269"/>
                <a:gd name="T1" fmla="*/ 0 h 1924"/>
                <a:gd name="T2" fmla="*/ 248 w 1269"/>
                <a:gd name="T3" fmla="*/ 343 h 1924"/>
                <a:gd name="T4" fmla="*/ 0 w 1269"/>
                <a:gd name="T5" fmla="*/ 664 h 1924"/>
                <a:gd name="T6" fmla="*/ 0 w 1269"/>
                <a:gd name="T7" fmla="*/ 664 h 1924"/>
                <a:gd name="T8" fmla="*/ 60 w 1269"/>
                <a:gd name="T9" fmla="*/ 669 h 1924"/>
                <a:gd name="T10" fmla="*/ 121 w 1269"/>
                <a:gd name="T11" fmla="*/ 676 h 1924"/>
                <a:gd name="T12" fmla="*/ 179 w 1269"/>
                <a:gd name="T13" fmla="*/ 691 h 1924"/>
                <a:gd name="T14" fmla="*/ 235 w 1269"/>
                <a:gd name="T15" fmla="*/ 713 h 1924"/>
                <a:gd name="T16" fmla="*/ 338 w 1269"/>
                <a:gd name="T17" fmla="*/ 768 h 1924"/>
                <a:gd name="T18" fmla="*/ 425 w 1269"/>
                <a:gd name="T19" fmla="*/ 841 h 1924"/>
                <a:gd name="T20" fmla="*/ 498 w 1269"/>
                <a:gd name="T21" fmla="*/ 929 h 1924"/>
                <a:gd name="T22" fmla="*/ 554 w 1269"/>
                <a:gd name="T23" fmla="*/ 1031 h 1924"/>
                <a:gd name="T24" fmla="*/ 576 w 1269"/>
                <a:gd name="T25" fmla="*/ 1087 h 1924"/>
                <a:gd name="T26" fmla="*/ 590 w 1269"/>
                <a:gd name="T27" fmla="*/ 1145 h 1924"/>
                <a:gd name="T28" fmla="*/ 598 w 1269"/>
                <a:gd name="T29" fmla="*/ 1206 h 1924"/>
                <a:gd name="T30" fmla="*/ 603 w 1269"/>
                <a:gd name="T31" fmla="*/ 1267 h 1924"/>
                <a:gd name="T32" fmla="*/ 600 w 1269"/>
                <a:gd name="T33" fmla="*/ 1308 h 1924"/>
                <a:gd name="T34" fmla="*/ 590 w 1269"/>
                <a:gd name="T35" fmla="*/ 1386 h 1924"/>
                <a:gd name="T36" fmla="*/ 569 w 1269"/>
                <a:gd name="T37" fmla="*/ 1462 h 1924"/>
                <a:gd name="T38" fmla="*/ 539 w 1269"/>
                <a:gd name="T39" fmla="*/ 1532 h 1924"/>
                <a:gd name="T40" fmla="*/ 702 w 1269"/>
                <a:gd name="T41" fmla="*/ 1924 h 1924"/>
                <a:gd name="T42" fmla="*/ 1101 w 1269"/>
                <a:gd name="T43" fmla="*/ 1899 h 1924"/>
                <a:gd name="T44" fmla="*/ 1172 w 1269"/>
                <a:gd name="T45" fmla="*/ 1756 h 1924"/>
                <a:gd name="T46" fmla="*/ 1225 w 1269"/>
                <a:gd name="T47" fmla="*/ 1600 h 1924"/>
                <a:gd name="T48" fmla="*/ 1257 w 1269"/>
                <a:gd name="T49" fmla="*/ 1437 h 1924"/>
                <a:gd name="T50" fmla="*/ 1269 w 1269"/>
                <a:gd name="T51" fmla="*/ 1267 h 1924"/>
                <a:gd name="T52" fmla="*/ 1267 w 1269"/>
                <a:gd name="T53" fmla="*/ 1201 h 1924"/>
                <a:gd name="T54" fmla="*/ 1254 w 1269"/>
                <a:gd name="T55" fmla="*/ 1072 h 1924"/>
                <a:gd name="T56" fmla="*/ 1228 w 1269"/>
                <a:gd name="T57" fmla="*/ 948 h 1924"/>
                <a:gd name="T58" fmla="*/ 1191 w 1269"/>
                <a:gd name="T59" fmla="*/ 829 h 1924"/>
                <a:gd name="T60" fmla="*/ 1145 w 1269"/>
                <a:gd name="T61" fmla="*/ 715 h 1924"/>
                <a:gd name="T62" fmla="*/ 1087 w 1269"/>
                <a:gd name="T63" fmla="*/ 608 h 1924"/>
                <a:gd name="T64" fmla="*/ 1019 w 1269"/>
                <a:gd name="T65" fmla="*/ 506 h 1924"/>
                <a:gd name="T66" fmla="*/ 941 w 1269"/>
                <a:gd name="T67" fmla="*/ 413 h 1924"/>
                <a:gd name="T68" fmla="*/ 856 w 1269"/>
                <a:gd name="T69" fmla="*/ 326 h 1924"/>
                <a:gd name="T70" fmla="*/ 761 w 1269"/>
                <a:gd name="T71" fmla="*/ 250 h 1924"/>
                <a:gd name="T72" fmla="*/ 659 w 1269"/>
                <a:gd name="T73" fmla="*/ 182 h 1924"/>
                <a:gd name="T74" fmla="*/ 552 w 1269"/>
                <a:gd name="T75" fmla="*/ 124 h 1924"/>
                <a:gd name="T76" fmla="*/ 437 w 1269"/>
                <a:gd name="T77" fmla="*/ 75 h 1924"/>
                <a:gd name="T78" fmla="*/ 318 w 1269"/>
                <a:gd name="T79" fmla="*/ 39 h 1924"/>
                <a:gd name="T80" fmla="*/ 194 w 1269"/>
                <a:gd name="T81" fmla="*/ 15 h 1924"/>
                <a:gd name="T82" fmla="*/ 65 w 1269"/>
                <a:gd name="T83" fmla="*/ 0 h 1924"/>
                <a:gd name="T84" fmla="*/ 0 w 1269"/>
                <a:gd name="T85" fmla="*/ 0 h 19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69"/>
                <a:gd name="T130" fmla="*/ 0 h 1924"/>
                <a:gd name="T131" fmla="*/ 1269 w 1269"/>
                <a:gd name="T132" fmla="*/ 1924 h 19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69" h="1924">
                  <a:moveTo>
                    <a:pt x="0" y="0"/>
                  </a:moveTo>
                  <a:lnTo>
                    <a:pt x="0" y="0"/>
                  </a:lnTo>
                  <a:lnTo>
                    <a:pt x="248" y="343"/>
                  </a:lnTo>
                  <a:lnTo>
                    <a:pt x="0" y="664"/>
                  </a:lnTo>
                  <a:lnTo>
                    <a:pt x="31" y="666"/>
                  </a:lnTo>
                  <a:lnTo>
                    <a:pt x="60" y="669"/>
                  </a:lnTo>
                  <a:lnTo>
                    <a:pt x="92" y="671"/>
                  </a:lnTo>
                  <a:lnTo>
                    <a:pt x="121" y="676"/>
                  </a:lnTo>
                  <a:lnTo>
                    <a:pt x="150" y="683"/>
                  </a:lnTo>
                  <a:lnTo>
                    <a:pt x="179" y="691"/>
                  </a:lnTo>
                  <a:lnTo>
                    <a:pt x="206" y="700"/>
                  </a:lnTo>
                  <a:lnTo>
                    <a:pt x="235" y="713"/>
                  </a:lnTo>
                  <a:lnTo>
                    <a:pt x="286" y="737"/>
                  </a:lnTo>
                  <a:lnTo>
                    <a:pt x="338" y="768"/>
                  </a:lnTo>
                  <a:lnTo>
                    <a:pt x="384" y="803"/>
                  </a:lnTo>
                  <a:lnTo>
                    <a:pt x="425" y="841"/>
                  </a:lnTo>
                  <a:lnTo>
                    <a:pt x="464" y="883"/>
                  </a:lnTo>
                  <a:lnTo>
                    <a:pt x="498" y="929"/>
                  </a:lnTo>
                  <a:lnTo>
                    <a:pt x="530" y="980"/>
                  </a:lnTo>
                  <a:lnTo>
                    <a:pt x="554" y="1031"/>
                  </a:lnTo>
                  <a:lnTo>
                    <a:pt x="566" y="1060"/>
                  </a:lnTo>
                  <a:lnTo>
                    <a:pt x="576" y="1087"/>
                  </a:lnTo>
                  <a:lnTo>
                    <a:pt x="583" y="1116"/>
                  </a:lnTo>
                  <a:lnTo>
                    <a:pt x="590" y="1145"/>
                  </a:lnTo>
                  <a:lnTo>
                    <a:pt x="595" y="1175"/>
                  </a:lnTo>
                  <a:lnTo>
                    <a:pt x="598" y="1206"/>
                  </a:lnTo>
                  <a:lnTo>
                    <a:pt x="600" y="1235"/>
                  </a:lnTo>
                  <a:lnTo>
                    <a:pt x="603" y="1267"/>
                  </a:lnTo>
                  <a:lnTo>
                    <a:pt x="600" y="1308"/>
                  </a:lnTo>
                  <a:lnTo>
                    <a:pt x="598" y="1347"/>
                  </a:lnTo>
                  <a:lnTo>
                    <a:pt x="590" y="1386"/>
                  </a:lnTo>
                  <a:lnTo>
                    <a:pt x="581" y="1425"/>
                  </a:lnTo>
                  <a:lnTo>
                    <a:pt x="569" y="1462"/>
                  </a:lnTo>
                  <a:lnTo>
                    <a:pt x="556" y="1498"/>
                  </a:lnTo>
                  <a:lnTo>
                    <a:pt x="539" y="1532"/>
                  </a:lnTo>
                  <a:lnTo>
                    <a:pt x="522" y="1566"/>
                  </a:lnTo>
                  <a:lnTo>
                    <a:pt x="702" y="1924"/>
                  </a:lnTo>
                  <a:lnTo>
                    <a:pt x="1101" y="1899"/>
                  </a:lnTo>
                  <a:lnTo>
                    <a:pt x="1138" y="1829"/>
                  </a:lnTo>
                  <a:lnTo>
                    <a:pt x="1172" y="1756"/>
                  </a:lnTo>
                  <a:lnTo>
                    <a:pt x="1201" y="1678"/>
                  </a:lnTo>
                  <a:lnTo>
                    <a:pt x="1225" y="1600"/>
                  </a:lnTo>
                  <a:lnTo>
                    <a:pt x="1245" y="1520"/>
                  </a:lnTo>
                  <a:lnTo>
                    <a:pt x="1257" y="1437"/>
                  </a:lnTo>
                  <a:lnTo>
                    <a:pt x="1267" y="1352"/>
                  </a:lnTo>
                  <a:lnTo>
                    <a:pt x="1269" y="1267"/>
                  </a:lnTo>
                  <a:lnTo>
                    <a:pt x="1267" y="1201"/>
                  </a:lnTo>
                  <a:lnTo>
                    <a:pt x="1262" y="1136"/>
                  </a:lnTo>
                  <a:lnTo>
                    <a:pt x="1254" y="1072"/>
                  </a:lnTo>
                  <a:lnTo>
                    <a:pt x="1242" y="1009"/>
                  </a:lnTo>
                  <a:lnTo>
                    <a:pt x="1228" y="948"/>
                  </a:lnTo>
                  <a:lnTo>
                    <a:pt x="1211" y="888"/>
                  </a:lnTo>
                  <a:lnTo>
                    <a:pt x="1191" y="829"/>
                  </a:lnTo>
                  <a:lnTo>
                    <a:pt x="1169" y="771"/>
                  </a:lnTo>
                  <a:lnTo>
                    <a:pt x="1145" y="715"/>
                  </a:lnTo>
                  <a:lnTo>
                    <a:pt x="1116" y="661"/>
                  </a:lnTo>
                  <a:lnTo>
                    <a:pt x="1087" y="608"/>
                  </a:lnTo>
                  <a:lnTo>
                    <a:pt x="1053" y="557"/>
                  </a:lnTo>
                  <a:lnTo>
                    <a:pt x="1019" y="506"/>
                  </a:lnTo>
                  <a:lnTo>
                    <a:pt x="980" y="460"/>
                  </a:lnTo>
                  <a:lnTo>
                    <a:pt x="941" y="413"/>
                  </a:lnTo>
                  <a:lnTo>
                    <a:pt x="899" y="370"/>
                  </a:lnTo>
                  <a:lnTo>
                    <a:pt x="856" y="326"/>
                  </a:lnTo>
                  <a:lnTo>
                    <a:pt x="809" y="287"/>
                  </a:lnTo>
                  <a:lnTo>
                    <a:pt x="761" y="250"/>
                  </a:lnTo>
                  <a:lnTo>
                    <a:pt x="712" y="214"/>
                  </a:lnTo>
                  <a:lnTo>
                    <a:pt x="659" y="182"/>
                  </a:lnTo>
                  <a:lnTo>
                    <a:pt x="607" y="151"/>
                  </a:lnTo>
                  <a:lnTo>
                    <a:pt x="552" y="124"/>
                  </a:lnTo>
                  <a:lnTo>
                    <a:pt x="496" y="97"/>
                  </a:lnTo>
                  <a:lnTo>
                    <a:pt x="437" y="75"/>
                  </a:lnTo>
                  <a:lnTo>
                    <a:pt x="379" y="56"/>
                  </a:lnTo>
                  <a:lnTo>
                    <a:pt x="318" y="39"/>
                  </a:lnTo>
                  <a:lnTo>
                    <a:pt x="257" y="24"/>
                  </a:lnTo>
                  <a:lnTo>
                    <a:pt x="194" y="15"/>
                  </a:lnTo>
                  <a:lnTo>
                    <a:pt x="131" y="5"/>
                  </a:lnTo>
                  <a:lnTo>
                    <a:pt x="65" y="0"/>
                  </a:lnTo>
                  <a:lnTo>
                    <a:pt x="0" y="0"/>
                  </a:lnTo>
                  <a:close/>
                </a:path>
              </a:pathLst>
            </a:custGeom>
            <a:solidFill>
              <a:schemeClr val="bg1"/>
            </a:solidFill>
            <a:ln w="38100">
              <a:solidFill>
                <a:schemeClr val="tx2"/>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66" name="Freeform 5">
              <a:extLst>
                <a:ext uri="{FF2B5EF4-FFF2-40B4-BE49-F238E27FC236}">
                  <a16:creationId xmlns:a16="http://schemas.microsoft.com/office/drawing/2014/main" id="{8D901FFA-B674-4909-C39A-464081FCFD9E}"/>
                </a:ext>
              </a:extLst>
            </p:cNvPr>
            <p:cNvSpPr>
              <a:spLocks/>
            </p:cNvSpPr>
            <p:nvPr/>
          </p:nvSpPr>
          <p:spPr bwMode="gray">
            <a:xfrm>
              <a:off x="15488648" y="2812713"/>
              <a:ext cx="1752436" cy="821353"/>
            </a:xfrm>
            <a:custGeom>
              <a:avLst/>
              <a:gdLst>
                <a:gd name="T0" fmla="*/ 1624 w 2203"/>
                <a:gd name="T1" fmla="*/ 63 h 1031"/>
                <a:gd name="T2" fmla="*/ 1602 w 2203"/>
                <a:gd name="T3" fmla="*/ 97 h 1031"/>
                <a:gd name="T4" fmla="*/ 1556 w 2203"/>
                <a:gd name="T5" fmla="*/ 158 h 1031"/>
                <a:gd name="T6" fmla="*/ 1500 w 2203"/>
                <a:gd name="T7" fmla="*/ 214 h 1031"/>
                <a:gd name="T8" fmla="*/ 1440 w 2203"/>
                <a:gd name="T9" fmla="*/ 263 h 1031"/>
                <a:gd name="T10" fmla="*/ 1374 w 2203"/>
                <a:gd name="T11" fmla="*/ 301 h 1031"/>
                <a:gd name="T12" fmla="*/ 1301 w 2203"/>
                <a:gd name="T13" fmla="*/ 333 h 1031"/>
                <a:gd name="T14" fmla="*/ 1223 w 2203"/>
                <a:gd name="T15" fmla="*/ 353 h 1031"/>
                <a:gd name="T16" fmla="*/ 1143 w 2203"/>
                <a:gd name="T17" fmla="*/ 365 h 1031"/>
                <a:gd name="T18" fmla="*/ 1102 w 2203"/>
                <a:gd name="T19" fmla="*/ 365 h 1031"/>
                <a:gd name="T20" fmla="*/ 1019 w 2203"/>
                <a:gd name="T21" fmla="*/ 360 h 1031"/>
                <a:gd name="T22" fmla="*/ 941 w 2203"/>
                <a:gd name="T23" fmla="*/ 345 h 1031"/>
                <a:gd name="T24" fmla="*/ 866 w 2203"/>
                <a:gd name="T25" fmla="*/ 318 h 1031"/>
                <a:gd name="T26" fmla="*/ 795 w 2203"/>
                <a:gd name="T27" fmla="*/ 282 h 1031"/>
                <a:gd name="T28" fmla="*/ 732 w 2203"/>
                <a:gd name="T29" fmla="*/ 238 h 1031"/>
                <a:gd name="T30" fmla="*/ 673 w 2203"/>
                <a:gd name="T31" fmla="*/ 187 h 1031"/>
                <a:gd name="T32" fmla="*/ 622 w 2203"/>
                <a:gd name="T33" fmla="*/ 129 h 1031"/>
                <a:gd name="T34" fmla="*/ 581 w 2203"/>
                <a:gd name="T35" fmla="*/ 63 h 1031"/>
                <a:gd name="T36" fmla="*/ 0 w 2203"/>
                <a:gd name="T37" fmla="*/ 396 h 1031"/>
                <a:gd name="T38" fmla="*/ 44 w 2203"/>
                <a:gd name="T39" fmla="*/ 467 h 1031"/>
                <a:gd name="T40" fmla="*/ 143 w 2203"/>
                <a:gd name="T41" fmla="*/ 598 h 1031"/>
                <a:gd name="T42" fmla="*/ 258 w 2203"/>
                <a:gd name="T43" fmla="*/ 712 h 1031"/>
                <a:gd name="T44" fmla="*/ 386 w 2203"/>
                <a:gd name="T45" fmla="*/ 812 h 1031"/>
                <a:gd name="T46" fmla="*/ 528 w 2203"/>
                <a:gd name="T47" fmla="*/ 897 h 1031"/>
                <a:gd name="T48" fmla="*/ 681 w 2203"/>
                <a:gd name="T49" fmla="*/ 960 h 1031"/>
                <a:gd name="T50" fmla="*/ 844 w 2203"/>
                <a:gd name="T51" fmla="*/ 1004 h 1031"/>
                <a:gd name="T52" fmla="*/ 970 w 2203"/>
                <a:gd name="T53" fmla="*/ 1024 h 1031"/>
                <a:gd name="T54" fmla="*/ 1058 w 2203"/>
                <a:gd name="T55" fmla="*/ 1031 h 1031"/>
                <a:gd name="T56" fmla="*/ 1102 w 2203"/>
                <a:gd name="T57" fmla="*/ 1031 h 1031"/>
                <a:gd name="T58" fmla="*/ 1189 w 2203"/>
                <a:gd name="T59" fmla="*/ 1029 h 1031"/>
                <a:gd name="T60" fmla="*/ 1277 w 2203"/>
                <a:gd name="T61" fmla="*/ 1019 h 1031"/>
                <a:gd name="T62" fmla="*/ 1442 w 2203"/>
                <a:gd name="T63" fmla="*/ 985 h 1031"/>
                <a:gd name="T64" fmla="*/ 1600 w 2203"/>
                <a:gd name="T65" fmla="*/ 931 h 1031"/>
                <a:gd name="T66" fmla="*/ 1748 w 2203"/>
                <a:gd name="T67" fmla="*/ 856 h 1031"/>
                <a:gd name="T68" fmla="*/ 1885 w 2203"/>
                <a:gd name="T69" fmla="*/ 766 h 1031"/>
                <a:gd name="T70" fmla="*/ 2006 w 2203"/>
                <a:gd name="T71" fmla="*/ 656 h 1031"/>
                <a:gd name="T72" fmla="*/ 2113 w 2203"/>
                <a:gd name="T73" fmla="*/ 535 h 1031"/>
                <a:gd name="T74" fmla="*/ 2203 w 2203"/>
                <a:gd name="T75" fmla="*/ 396 h 10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203"/>
                <a:gd name="T115" fmla="*/ 0 h 1031"/>
                <a:gd name="T116" fmla="*/ 2203 w 2203"/>
                <a:gd name="T117" fmla="*/ 1031 h 103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203" h="1031">
                  <a:moveTo>
                    <a:pt x="1804" y="421"/>
                  </a:moveTo>
                  <a:lnTo>
                    <a:pt x="1624" y="63"/>
                  </a:lnTo>
                  <a:lnTo>
                    <a:pt x="1602" y="97"/>
                  </a:lnTo>
                  <a:lnTo>
                    <a:pt x="1581" y="129"/>
                  </a:lnTo>
                  <a:lnTo>
                    <a:pt x="1556" y="158"/>
                  </a:lnTo>
                  <a:lnTo>
                    <a:pt x="1530" y="187"/>
                  </a:lnTo>
                  <a:lnTo>
                    <a:pt x="1500" y="214"/>
                  </a:lnTo>
                  <a:lnTo>
                    <a:pt x="1471" y="238"/>
                  </a:lnTo>
                  <a:lnTo>
                    <a:pt x="1440" y="263"/>
                  </a:lnTo>
                  <a:lnTo>
                    <a:pt x="1408" y="282"/>
                  </a:lnTo>
                  <a:lnTo>
                    <a:pt x="1374" y="301"/>
                  </a:lnTo>
                  <a:lnTo>
                    <a:pt x="1337" y="318"/>
                  </a:lnTo>
                  <a:lnTo>
                    <a:pt x="1301" y="333"/>
                  </a:lnTo>
                  <a:lnTo>
                    <a:pt x="1262" y="345"/>
                  </a:lnTo>
                  <a:lnTo>
                    <a:pt x="1223" y="353"/>
                  </a:lnTo>
                  <a:lnTo>
                    <a:pt x="1184" y="360"/>
                  </a:lnTo>
                  <a:lnTo>
                    <a:pt x="1143" y="365"/>
                  </a:lnTo>
                  <a:lnTo>
                    <a:pt x="1102" y="365"/>
                  </a:lnTo>
                  <a:lnTo>
                    <a:pt x="1060" y="365"/>
                  </a:lnTo>
                  <a:lnTo>
                    <a:pt x="1019" y="360"/>
                  </a:lnTo>
                  <a:lnTo>
                    <a:pt x="980" y="353"/>
                  </a:lnTo>
                  <a:lnTo>
                    <a:pt x="941" y="345"/>
                  </a:lnTo>
                  <a:lnTo>
                    <a:pt x="902" y="333"/>
                  </a:lnTo>
                  <a:lnTo>
                    <a:pt x="866" y="318"/>
                  </a:lnTo>
                  <a:lnTo>
                    <a:pt x="832" y="301"/>
                  </a:lnTo>
                  <a:lnTo>
                    <a:pt x="795" y="282"/>
                  </a:lnTo>
                  <a:lnTo>
                    <a:pt x="763" y="263"/>
                  </a:lnTo>
                  <a:lnTo>
                    <a:pt x="732" y="238"/>
                  </a:lnTo>
                  <a:lnTo>
                    <a:pt x="703" y="214"/>
                  </a:lnTo>
                  <a:lnTo>
                    <a:pt x="673" y="187"/>
                  </a:lnTo>
                  <a:lnTo>
                    <a:pt x="647" y="158"/>
                  </a:lnTo>
                  <a:lnTo>
                    <a:pt x="622" y="129"/>
                  </a:lnTo>
                  <a:lnTo>
                    <a:pt x="601" y="97"/>
                  </a:lnTo>
                  <a:lnTo>
                    <a:pt x="581" y="63"/>
                  </a:lnTo>
                  <a:lnTo>
                    <a:pt x="175" y="0"/>
                  </a:lnTo>
                  <a:lnTo>
                    <a:pt x="0" y="396"/>
                  </a:lnTo>
                  <a:lnTo>
                    <a:pt x="44" y="467"/>
                  </a:lnTo>
                  <a:lnTo>
                    <a:pt x="92" y="535"/>
                  </a:lnTo>
                  <a:lnTo>
                    <a:pt x="143" y="598"/>
                  </a:lnTo>
                  <a:lnTo>
                    <a:pt x="199" y="656"/>
                  </a:lnTo>
                  <a:lnTo>
                    <a:pt x="258" y="712"/>
                  </a:lnTo>
                  <a:lnTo>
                    <a:pt x="321" y="766"/>
                  </a:lnTo>
                  <a:lnTo>
                    <a:pt x="386" y="812"/>
                  </a:lnTo>
                  <a:lnTo>
                    <a:pt x="455" y="856"/>
                  </a:lnTo>
                  <a:lnTo>
                    <a:pt x="528" y="897"/>
                  </a:lnTo>
                  <a:lnTo>
                    <a:pt x="603" y="931"/>
                  </a:lnTo>
                  <a:lnTo>
                    <a:pt x="681" y="960"/>
                  </a:lnTo>
                  <a:lnTo>
                    <a:pt x="761" y="985"/>
                  </a:lnTo>
                  <a:lnTo>
                    <a:pt x="844" y="1004"/>
                  </a:lnTo>
                  <a:lnTo>
                    <a:pt x="929" y="1019"/>
                  </a:lnTo>
                  <a:lnTo>
                    <a:pt x="970" y="1024"/>
                  </a:lnTo>
                  <a:lnTo>
                    <a:pt x="1014" y="1029"/>
                  </a:lnTo>
                  <a:lnTo>
                    <a:pt x="1058" y="1031"/>
                  </a:lnTo>
                  <a:lnTo>
                    <a:pt x="1102" y="1031"/>
                  </a:lnTo>
                  <a:lnTo>
                    <a:pt x="1145" y="1031"/>
                  </a:lnTo>
                  <a:lnTo>
                    <a:pt x="1189" y="1029"/>
                  </a:lnTo>
                  <a:lnTo>
                    <a:pt x="1233" y="1024"/>
                  </a:lnTo>
                  <a:lnTo>
                    <a:pt x="1277" y="1019"/>
                  </a:lnTo>
                  <a:lnTo>
                    <a:pt x="1359" y="1004"/>
                  </a:lnTo>
                  <a:lnTo>
                    <a:pt x="1442" y="985"/>
                  </a:lnTo>
                  <a:lnTo>
                    <a:pt x="1522" y="960"/>
                  </a:lnTo>
                  <a:lnTo>
                    <a:pt x="1600" y="931"/>
                  </a:lnTo>
                  <a:lnTo>
                    <a:pt x="1675" y="897"/>
                  </a:lnTo>
                  <a:lnTo>
                    <a:pt x="1748" y="856"/>
                  </a:lnTo>
                  <a:lnTo>
                    <a:pt x="1817" y="812"/>
                  </a:lnTo>
                  <a:lnTo>
                    <a:pt x="1885" y="766"/>
                  </a:lnTo>
                  <a:lnTo>
                    <a:pt x="1945" y="712"/>
                  </a:lnTo>
                  <a:lnTo>
                    <a:pt x="2006" y="656"/>
                  </a:lnTo>
                  <a:lnTo>
                    <a:pt x="2060" y="598"/>
                  </a:lnTo>
                  <a:lnTo>
                    <a:pt x="2113" y="535"/>
                  </a:lnTo>
                  <a:lnTo>
                    <a:pt x="2159" y="467"/>
                  </a:lnTo>
                  <a:lnTo>
                    <a:pt x="2203" y="396"/>
                  </a:lnTo>
                  <a:lnTo>
                    <a:pt x="1804" y="421"/>
                  </a:lnTo>
                  <a:close/>
                </a:path>
              </a:pathLst>
            </a:custGeom>
            <a:solidFill>
              <a:schemeClr val="bg1"/>
            </a:solidFill>
            <a:ln w="38100">
              <a:solidFill>
                <a:schemeClr val="tx2"/>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67" name="Rectangle 7">
              <a:extLst>
                <a:ext uri="{FF2B5EF4-FFF2-40B4-BE49-F238E27FC236}">
                  <a16:creationId xmlns:a16="http://schemas.microsoft.com/office/drawing/2014/main" id="{111A0C23-B3D7-C339-E7A0-D9505B3303F9}"/>
                </a:ext>
              </a:extLst>
            </p:cNvPr>
            <p:cNvSpPr>
              <a:spLocks noChangeArrowheads="1"/>
            </p:cNvSpPr>
            <p:nvPr/>
          </p:nvSpPr>
          <p:spPr bwMode="gray">
            <a:xfrm>
              <a:off x="15977307" y="3249002"/>
              <a:ext cx="579155" cy="231475"/>
            </a:xfrm>
            <a:prstGeom prst="rect">
              <a:avLst/>
            </a:prstGeom>
            <a:noFill/>
            <a:ln w="38100">
              <a:noFill/>
              <a:miter lim="800000"/>
              <a:headEnd/>
              <a:tailEnd/>
            </a:ln>
            <a:effectLst/>
          </p:spPr>
          <p:txBody>
            <a:bodyPr wrap="square" lIns="90000" tIns="46038" rIns="90000" bIns="46038"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sp>
          <p:nvSpPr>
            <p:cNvPr id="68" name="Rectangle 9">
              <a:extLst>
                <a:ext uri="{FF2B5EF4-FFF2-40B4-BE49-F238E27FC236}">
                  <a16:creationId xmlns:a16="http://schemas.microsoft.com/office/drawing/2014/main" id="{DF66207D-FC10-5A52-BB93-BF6E15D9C2FA}"/>
                </a:ext>
              </a:extLst>
            </p:cNvPr>
            <p:cNvSpPr>
              <a:spLocks noChangeArrowheads="1"/>
            </p:cNvSpPr>
            <p:nvPr/>
          </p:nvSpPr>
          <p:spPr bwMode="gray">
            <a:xfrm>
              <a:off x="16772290" y="2334716"/>
              <a:ext cx="579155" cy="231475"/>
            </a:xfrm>
            <a:prstGeom prst="rect">
              <a:avLst/>
            </a:prstGeom>
            <a:noFill/>
            <a:ln w="38100">
              <a:noFill/>
              <a:miter lim="800000"/>
              <a:headEnd/>
              <a:tailEnd/>
            </a:ln>
            <a:effectLst/>
          </p:spPr>
          <p:txBody>
            <a:bodyPr wrap="square" lIns="90000" tIns="46038" rIns="90000" bIns="46038"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grpSp>
      <p:grpSp>
        <p:nvGrpSpPr>
          <p:cNvPr id="5" name="Group 4" descr="Data chart">
            <a:extLst>
              <a:ext uri="{FF2B5EF4-FFF2-40B4-BE49-F238E27FC236}">
                <a16:creationId xmlns:a16="http://schemas.microsoft.com/office/drawing/2014/main" id="{37E111D7-E593-EAC9-7A46-A90D6F777116}"/>
              </a:ext>
            </a:extLst>
          </p:cNvPr>
          <p:cNvGrpSpPr/>
          <p:nvPr/>
        </p:nvGrpSpPr>
        <p:grpSpPr>
          <a:xfrm>
            <a:off x="17615075" y="1628800"/>
            <a:ext cx="2019716" cy="2005266"/>
            <a:chOff x="17615075" y="1628800"/>
            <a:chExt cx="2019716" cy="2005266"/>
          </a:xfrm>
        </p:grpSpPr>
        <p:sp>
          <p:nvSpPr>
            <p:cNvPr id="55" name="Freeform 3">
              <a:extLst>
                <a:ext uri="{FF2B5EF4-FFF2-40B4-BE49-F238E27FC236}">
                  <a16:creationId xmlns:a16="http://schemas.microsoft.com/office/drawing/2014/main" id="{609B870B-31EC-1A70-360C-00163E579F74}"/>
                </a:ext>
              </a:extLst>
            </p:cNvPr>
            <p:cNvSpPr>
              <a:spLocks/>
            </p:cNvSpPr>
            <p:nvPr/>
          </p:nvSpPr>
          <p:spPr bwMode="gray">
            <a:xfrm>
              <a:off x="17615075" y="1628810"/>
              <a:ext cx="1174491" cy="1004124"/>
            </a:xfrm>
            <a:custGeom>
              <a:avLst/>
              <a:gdLst>
                <a:gd name="T0" fmla="*/ 1270 w 1471"/>
                <a:gd name="T1" fmla="*/ 0 h 1267"/>
                <a:gd name="T2" fmla="*/ 1270 w 1471"/>
                <a:gd name="T3" fmla="*/ 0 h 1267"/>
                <a:gd name="T4" fmla="*/ 1204 w 1471"/>
                <a:gd name="T5" fmla="*/ 0 h 1267"/>
                <a:gd name="T6" fmla="*/ 1138 w 1471"/>
                <a:gd name="T7" fmla="*/ 5 h 1267"/>
                <a:gd name="T8" fmla="*/ 1075 w 1471"/>
                <a:gd name="T9" fmla="*/ 15 h 1267"/>
                <a:gd name="T10" fmla="*/ 1012 w 1471"/>
                <a:gd name="T11" fmla="*/ 24 h 1267"/>
                <a:gd name="T12" fmla="*/ 951 w 1471"/>
                <a:gd name="T13" fmla="*/ 39 h 1267"/>
                <a:gd name="T14" fmla="*/ 890 w 1471"/>
                <a:gd name="T15" fmla="*/ 56 h 1267"/>
                <a:gd name="T16" fmla="*/ 832 w 1471"/>
                <a:gd name="T17" fmla="*/ 75 h 1267"/>
                <a:gd name="T18" fmla="*/ 773 w 1471"/>
                <a:gd name="T19" fmla="*/ 97 h 1267"/>
                <a:gd name="T20" fmla="*/ 717 w 1471"/>
                <a:gd name="T21" fmla="*/ 124 h 1267"/>
                <a:gd name="T22" fmla="*/ 662 w 1471"/>
                <a:gd name="T23" fmla="*/ 151 h 1267"/>
                <a:gd name="T24" fmla="*/ 610 w 1471"/>
                <a:gd name="T25" fmla="*/ 182 h 1267"/>
                <a:gd name="T26" fmla="*/ 557 w 1471"/>
                <a:gd name="T27" fmla="*/ 214 h 1267"/>
                <a:gd name="T28" fmla="*/ 508 w 1471"/>
                <a:gd name="T29" fmla="*/ 250 h 1267"/>
                <a:gd name="T30" fmla="*/ 460 w 1471"/>
                <a:gd name="T31" fmla="*/ 287 h 1267"/>
                <a:gd name="T32" fmla="*/ 416 w 1471"/>
                <a:gd name="T33" fmla="*/ 326 h 1267"/>
                <a:gd name="T34" fmla="*/ 370 w 1471"/>
                <a:gd name="T35" fmla="*/ 370 h 1267"/>
                <a:gd name="T36" fmla="*/ 328 w 1471"/>
                <a:gd name="T37" fmla="*/ 413 h 1267"/>
                <a:gd name="T38" fmla="*/ 289 w 1471"/>
                <a:gd name="T39" fmla="*/ 460 h 1267"/>
                <a:gd name="T40" fmla="*/ 250 w 1471"/>
                <a:gd name="T41" fmla="*/ 506 h 1267"/>
                <a:gd name="T42" fmla="*/ 216 w 1471"/>
                <a:gd name="T43" fmla="*/ 557 h 1267"/>
                <a:gd name="T44" fmla="*/ 185 w 1471"/>
                <a:gd name="T45" fmla="*/ 608 h 1267"/>
                <a:gd name="T46" fmla="*/ 153 w 1471"/>
                <a:gd name="T47" fmla="*/ 661 h 1267"/>
                <a:gd name="T48" fmla="*/ 126 w 1471"/>
                <a:gd name="T49" fmla="*/ 715 h 1267"/>
                <a:gd name="T50" fmla="*/ 100 w 1471"/>
                <a:gd name="T51" fmla="*/ 771 h 1267"/>
                <a:gd name="T52" fmla="*/ 78 w 1471"/>
                <a:gd name="T53" fmla="*/ 829 h 1267"/>
                <a:gd name="T54" fmla="*/ 58 w 1471"/>
                <a:gd name="T55" fmla="*/ 888 h 1267"/>
                <a:gd name="T56" fmla="*/ 41 w 1471"/>
                <a:gd name="T57" fmla="*/ 948 h 1267"/>
                <a:gd name="T58" fmla="*/ 27 w 1471"/>
                <a:gd name="T59" fmla="*/ 1009 h 1267"/>
                <a:gd name="T60" fmla="*/ 15 w 1471"/>
                <a:gd name="T61" fmla="*/ 1072 h 1267"/>
                <a:gd name="T62" fmla="*/ 7 w 1471"/>
                <a:gd name="T63" fmla="*/ 1136 h 1267"/>
                <a:gd name="T64" fmla="*/ 2 w 1471"/>
                <a:gd name="T65" fmla="*/ 1201 h 1267"/>
                <a:gd name="T66" fmla="*/ 0 w 1471"/>
                <a:gd name="T67" fmla="*/ 1265 h 1267"/>
                <a:gd name="T68" fmla="*/ 353 w 1471"/>
                <a:gd name="T69" fmla="*/ 1072 h 1267"/>
                <a:gd name="T70" fmla="*/ 666 w 1471"/>
                <a:gd name="T71" fmla="*/ 1267 h 1267"/>
                <a:gd name="T72" fmla="*/ 666 w 1471"/>
                <a:gd name="T73" fmla="*/ 1267 h 1267"/>
                <a:gd name="T74" fmla="*/ 669 w 1471"/>
                <a:gd name="T75" fmla="*/ 1235 h 1267"/>
                <a:gd name="T76" fmla="*/ 671 w 1471"/>
                <a:gd name="T77" fmla="*/ 1204 h 1267"/>
                <a:gd name="T78" fmla="*/ 674 w 1471"/>
                <a:gd name="T79" fmla="*/ 1175 h 1267"/>
                <a:gd name="T80" fmla="*/ 679 w 1471"/>
                <a:gd name="T81" fmla="*/ 1145 h 1267"/>
                <a:gd name="T82" fmla="*/ 686 w 1471"/>
                <a:gd name="T83" fmla="*/ 1116 h 1267"/>
                <a:gd name="T84" fmla="*/ 696 w 1471"/>
                <a:gd name="T85" fmla="*/ 1087 h 1267"/>
                <a:gd name="T86" fmla="*/ 715 w 1471"/>
                <a:gd name="T87" fmla="*/ 1031 h 1267"/>
                <a:gd name="T88" fmla="*/ 739 w 1471"/>
                <a:gd name="T89" fmla="*/ 980 h 1267"/>
                <a:gd name="T90" fmla="*/ 771 w 1471"/>
                <a:gd name="T91" fmla="*/ 929 h 1267"/>
                <a:gd name="T92" fmla="*/ 805 w 1471"/>
                <a:gd name="T93" fmla="*/ 883 h 1267"/>
                <a:gd name="T94" fmla="*/ 844 w 1471"/>
                <a:gd name="T95" fmla="*/ 841 h 1267"/>
                <a:gd name="T96" fmla="*/ 885 w 1471"/>
                <a:gd name="T97" fmla="*/ 803 h 1267"/>
                <a:gd name="T98" fmla="*/ 931 w 1471"/>
                <a:gd name="T99" fmla="*/ 768 h 1267"/>
                <a:gd name="T100" fmla="*/ 983 w 1471"/>
                <a:gd name="T101" fmla="*/ 737 h 1267"/>
                <a:gd name="T102" fmla="*/ 1036 w 1471"/>
                <a:gd name="T103" fmla="*/ 713 h 1267"/>
                <a:gd name="T104" fmla="*/ 1090 w 1471"/>
                <a:gd name="T105" fmla="*/ 691 h 1267"/>
                <a:gd name="T106" fmla="*/ 1119 w 1471"/>
                <a:gd name="T107" fmla="*/ 683 h 1267"/>
                <a:gd name="T108" fmla="*/ 1148 w 1471"/>
                <a:gd name="T109" fmla="*/ 676 h 1267"/>
                <a:gd name="T110" fmla="*/ 1177 w 1471"/>
                <a:gd name="T111" fmla="*/ 671 h 1267"/>
                <a:gd name="T112" fmla="*/ 1206 w 1471"/>
                <a:gd name="T113" fmla="*/ 669 h 1267"/>
                <a:gd name="T114" fmla="*/ 1238 w 1471"/>
                <a:gd name="T115" fmla="*/ 666 h 1267"/>
                <a:gd name="T116" fmla="*/ 1270 w 1471"/>
                <a:gd name="T117" fmla="*/ 664 h 1267"/>
                <a:gd name="T118" fmla="*/ 1471 w 1471"/>
                <a:gd name="T119" fmla="*/ 350 h 1267"/>
                <a:gd name="T120" fmla="*/ 1270 w 1471"/>
                <a:gd name="T121" fmla="*/ 0 h 126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71"/>
                <a:gd name="T184" fmla="*/ 0 h 1267"/>
                <a:gd name="T185" fmla="*/ 1471 w 1471"/>
                <a:gd name="T186" fmla="*/ 1267 h 1267"/>
                <a:gd name="connsiteX0" fmla="*/ 8634 w 10000"/>
                <a:gd name="connsiteY0" fmla="*/ 0 h 10000"/>
                <a:gd name="connsiteX1" fmla="*/ 8634 w 10000"/>
                <a:gd name="connsiteY1" fmla="*/ 0 h 10000"/>
                <a:gd name="connsiteX2" fmla="*/ 8185 w 10000"/>
                <a:gd name="connsiteY2" fmla="*/ 0 h 10000"/>
                <a:gd name="connsiteX3" fmla="*/ 7736 w 10000"/>
                <a:gd name="connsiteY3" fmla="*/ 39 h 10000"/>
                <a:gd name="connsiteX4" fmla="*/ 7308 w 10000"/>
                <a:gd name="connsiteY4" fmla="*/ 118 h 10000"/>
                <a:gd name="connsiteX5" fmla="*/ 6880 w 10000"/>
                <a:gd name="connsiteY5" fmla="*/ 189 h 10000"/>
                <a:gd name="connsiteX6" fmla="*/ 6465 w 10000"/>
                <a:gd name="connsiteY6" fmla="*/ 308 h 10000"/>
                <a:gd name="connsiteX7" fmla="*/ 6050 w 10000"/>
                <a:gd name="connsiteY7" fmla="*/ 442 h 10000"/>
                <a:gd name="connsiteX8" fmla="*/ 5656 w 10000"/>
                <a:gd name="connsiteY8" fmla="*/ 592 h 10000"/>
                <a:gd name="connsiteX9" fmla="*/ 5255 w 10000"/>
                <a:gd name="connsiteY9" fmla="*/ 766 h 10000"/>
                <a:gd name="connsiteX10" fmla="*/ 4874 w 10000"/>
                <a:gd name="connsiteY10" fmla="*/ 979 h 10000"/>
                <a:gd name="connsiteX11" fmla="*/ 4500 w 10000"/>
                <a:gd name="connsiteY11" fmla="*/ 1192 h 10000"/>
                <a:gd name="connsiteX12" fmla="*/ 4147 w 10000"/>
                <a:gd name="connsiteY12" fmla="*/ 1436 h 10000"/>
                <a:gd name="connsiteX13" fmla="*/ 3787 w 10000"/>
                <a:gd name="connsiteY13" fmla="*/ 1689 h 10000"/>
                <a:gd name="connsiteX14" fmla="*/ 3453 w 10000"/>
                <a:gd name="connsiteY14" fmla="*/ 1973 h 10000"/>
                <a:gd name="connsiteX15" fmla="*/ 3127 w 10000"/>
                <a:gd name="connsiteY15" fmla="*/ 2265 h 10000"/>
                <a:gd name="connsiteX16" fmla="*/ 2828 w 10000"/>
                <a:gd name="connsiteY16" fmla="*/ 2573 h 10000"/>
                <a:gd name="connsiteX17" fmla="*/ 2515 w 10000"/>
                <a:gd name="connsiteY17" fmla="*/ 2920 h 10000"/>
                <a:gd name="connsiteX18" fmla="*/ 2230 w 10000"/>
                <a:gd name="connsiteY18" fmla="*/ 3260 h 10000"/>
                <a:gd name="connsiteX19" fmla="*/ 1965 w 10000"/>
                <a:gd name="connsiteY19" fmla="*/ 3631 h 10000"/>
                <a:gd name="connsiteX20" fmla="*/ 1700 w 10000"/>
                <a:gd name="connsiteY20" fmla="*/ 3994 h 10000"/>
                <a:gd name="connsiteX21" fmla="*/ 1468 w 10000"/>
                <a:gd name="connsiteY21" fmla="*/ 4396 h 10000"/>
                <a:gd name="connsiteX22" fmla="*/ 1258 w 10000"/>
                <a:gd name="connsiteY22" fmla="*/ 4799 h 10000"/>
                <a:gd name="connsiteX23" fmla="*/ 1040 w 10000"/>
                <a:gd name="connsiteY23" fmla="*/ 5217 h 10000"/>
                <a:gd name="connsiteX24" fmla="*/ 857 w 10000"/>
                <a:gd name="connsiteY24" fmla="*/ 5643 h 10000"/>
                <a:gd name="connsiteX25" fmla="*/ 680 w 10000"/>
                <a:gd name="connsiteY25" fmla="*/ 6085 h 10000"/>
                <a:gd name="connsiteX26" fmla="*/ 530 w 10000"/>
                <a:gd name="connsiteY26" fmla="*/ 6543 h 10000"/>
                <a:gd name="connsiteX27" fmla="*/ 394 w 10000"/>
                <a:gd name="connsiteY27" fmla="*/ 7009 h 10000"/>
                <a:gd name="connsiteX28" fmla="*/ 279 w 10000"/>
                <a:gd name="connsiteY28" fmla="*/ 7482 h 10000"/>
                <a:gd name="connsiteX29" fmla="*/ 184 w 10000"/>
                <a:gd name="connsiteY29" fmla="*/ 7964 h 10000"/>
                <a:gd name="connsiteX30" fmla="*/ 102 w 10000"/>
                <a:gd name="connsiteY30" fmla="*/ 8461 h 10000"/>
                <a:gd name="connsiteX31" fmla="*/ 48 w 10000"/>
                <a:gd name="connsiteY31" fmla="*/ 8966 h 10000"/>
                <a:gd name="connsiteX32" fmla="*/ 14 w 10000"/>
                <a:gd name="connsiteY32" fmla="*/ 9479 h 10000"/>
                <a:gd name="connsiteX33" fmla="*/ 0 w 10000"/>
                <a:gd name="connsiteY33" fmla="*/ 9984 h 10000"/>
                <a:gd name="connsiteX34" fmla="*/ 2400 w 10000"/>
                <a:gd name="connsiteY34" fmla="*/ 8461 h 10000"/>
                <a:gd name="connsiteX35" fmla="*/ 4528 w 10000"/>
                <a:gd name="connsiteY35" fmla="*/ 10000 h 10000"/>
                <a:gd name="connsiteX36" fmla="*/ 4548 w 10000"/>
                <a:gd name="connsiteY36" fmla="*/ 9747 h 10000"/>
                <a:gd name="connsiteX37" fmla="*/ 4582 w 10000"/>
                <a:gd name="connsiteY37" fmla="*/ 9274 h 10000"/>
                <a:gd name="connsiteX38" fmla="*/ 4616 w 10000"/>
                <a:gd name="connsiteY38" fmla="*/ 9037 h 10000"/>
                <a:gd name="connsiteX39" fmla="*/ 4663 w 10000"/>
                <a:gd name="connsiteY39" fmla="*/ 8808 h 10000"/>
                <a:gd name="connsiteX40" fmla="*/ 4731 w 10000"/>
                <a:gd name="connsiteY40" fmla="*/ 8579 h 10000"/>
                <a:gd name="connsiteX41" fmla="*/ 4861 w 10000"/>
                <a:gd name="connsiteY41" fmla="*/ 8137 h 10000"/>
                <a:gd name="connsiteX42" fmla="*/ 5024 w 10000"/>
                <a:gd name="connsiteY42" fmla="*/ 7735 h 10000"/>
                <a:gd name="connsiteX43" fmla="*/ 5241 w 10000"/>
                <a:gd name="connsiteY43" fmla="*/ 7332 h 10000"/>
                <a:gd name="connsiteX44" fmla="*/ 5472 w 10000"/>
                <a:gd name="connsiteY44" fmla="*/ 6969 h 10000"/>
                <a:gd name="connsiteX45" fmla="*/ 5738 w 10000"/>
                <a:gd name="connsiteY45" fmla="*/ 6638 h 10000"/>
                <a:gd name="connsiteX46" fmla="*/ 6016 w 10000"/>
                <a:gd name="connsiteY46" fmla="*/ 6338 h 10000"/>
                <a:gd name="connsiteX47" fmla="*/ 6329 w 10000"/>
                <a:gd name="connsiteY47" fmla="*/ 6062 h 10000"/>
                <a:gd name="connsiteX48" fmla="*/ 6683 w 10000"/>
                <a:gd name="connsiteY48" fmla="*/ 5817 h 10000"/>
                <a:gd name="connsiteX49" fmla="*/ 7043 w 10000"/>
                <a:gd name="connsiteY49" fmla="*/ 5627 h 10000"/>
                <a:gd name="connsiteX50" fmla="*/ 7410 w 10000"/>
                <a:gd name="connsiteY50" fmla="*/ 5454 h 10000"/>
                <a:gd name="connsiteX51" fmla="*/ 7607 w 10000"/>
                <a:gd name="connsiteY51" fmla="*/ 5391 h 10000"/>
                <a:gd name="connsiteX52" fmla="*/ 7804 w 10000"/>
                <a:gd name="connsiteY52" fmla="*/ 5335 h 10000"/>
                <a:gd name="connsiteX53" fmla="*/ 8001 w 10000"/>
                <a:gd name="connsiteY53" fmla="*/ 5296 h 10000"/>
                <a:gd name="connsiteX54" fmla="*/ 8199 w 10000"/>
                <a:gd name="connsiteY54" fmla="*/ 5280 h 10000"/>
                <a:gd name="connsiteX55" fmla="*/ 8416 w 10000"/>
                <a:gd name="connsiteY55" fmla="*/ 5257 h 10000"/>
                <a:gd name="connsiteX56" fmla="*/ 8634 w 10000"/>
                <a:gd name="connsiteY56" fmla="*/ 5241 h 10000"/>
                <a:gd name="connsiteX57" fmla="*/ 10000 w 10000"/>
                <a:gd name="connsiteY57" fmla="*/ 2762 h 10000"/>
                <a:gd name="connsiteX58" fmla="*/ 8634 w 10000"/>
                <a:gd name="connsiteY58" fmla="*/ 0 h 10000"/>
                <a:gd name="connsiteX0" fmla="*/ 8634 w 10000"/>
                <a:gd name="connsiteY0" fmla="*/ 0 h 10000"/>
                <a:gd name="connsiteX1" fmla="*/ 8634 w 10000"/>
                <a:gd name="connsiteY1" fmla="*/ 0 h 10000"/>
                <a:gd name="connsiteX2" fmla="*/ 8185 w 10000"/>
                <a:gd name="connsiteY2" fmla="*/ 0 h 10000"/>
                <a:gd name="connsiteX3" fmla="*/ 7736 w 10000"/>
                <a:gd name="connsiteY3" fmla="*/ 39 h 10000"/>
                <a:gd name="connsiteX4" fmla="*/ 7308 w 10000"/>
                <a:gd name="connsiteY4" fmla="*/ 118 h 10000"/>
                <a:gd name="connsiteX5" fmla="*/ 6880 w 10000"/>
                <a:gd name="connsiteY5" fmla="*/ 189 h 10000"/>
                <a:gd name="connsiteX6" fmla="*/ 6465 w 10000"/>
                <a:gd name="connsiteY6" fmla="*/ 308 h 10000"/>
                <a:gd name="connsiteX7" fmla="*/ 6050 w 10000"/>
                <a:gd name="connsiteY7" fmla="*/ 442 h 10000"/>
                <a:gd name="connsiteX8" fmla="*/ 5656 w 10000"/>
                <a:gd name="connsiteY8" fmla="*/ 592 h 10000"/>
                <a:gd name="connsiteX9" fmla="*/ 5255 w 10000"/>
                <a:gd name="connsiteY9" fmla="*/ 766 h 10000"/>
                <a:gd name="connsiteX10" fmla="*/ 4874 w 10000"/>
                <a:gd name="connsiteY10" fmla="*/ 979 h 10000"/>
                <a:gd name="connsiteX11" fmla="*/ 4500 w 10000"/>
                <a:gd name="connsiteY11" fmla="*/ 1192 h 10000"/>
                <a:gd name="connsiteX12" fmla="*/ 4147 w 10000"/>
                <a:gd name="connsiteY12" fmla="*/ 1436 h 10000"/>
                <a:gd name="connsiteX13" fmla="*/ 3787 w 10000"/>
                <a:gd name="connsiteY13" fmla="*/ 1689 h 10000"/>
                <a:gd name="connsiteX14" fmla="*/ 3453 w 10000"/>
                <a:gd name="connsiteY14" fmla="*/ 1973 h 10000"/>
                <a:gd name="connsiteX15" fmla="*/ 3127 w 10000"/>
                <a:gd name="connsiteY15" fmla="*/ 2265 h 10000"/>
                <a:gd name="connsiteX16" fmla="*/ 2828 w 10000"/>
                <a:gd name="connsiteY16" fmla="*/ 2573 h 10000"/>
                <a:gd name="connsiteX17" fmla="*/ 2515 w 10000"/>
                <a:gd name="connsiteY17" fmla="*/ 2920 h 10000"/>
                <a:gd name="connsiteX18" fmla="*/ 2230 w 10000"/>
                <a:gd name="connsiteY18" fmla="*/ 3260 h 10000"/>
                <a:gd name="connsiteX19" fmla="*/ 1965 w 10000"/>
                <a:gd name="connsiteY19" fmla="*/ 3631 h 10000"/>
                <a:gd name="connsiteX20" fmla="*/ 1700 w 10000"/>
                <a:gd name="connsiteY20" fmla="*/ 3994 h 10000"/>
                <a:gd name="connsiteX21" fmla="*/ 1468 w 10000"/>
                <a:gd name="connsiteY21" fmla="*/ 4396 h 10000"/>
                <a:gd name="connsiteX22" fmla="*/ 1258 w 10000"/>
                <a:gd name="connsiteY22" fmla="*/ 4799 h 10000"/>
                <a:gd name="connsiteX23" fmla="*/ 1040 w 10000"/>
                <a:gd name="connsiteY23" fmla="*/ 5217 h 10000"/>
                <a:gd name="connsiteX24" fmla="*/ 857 w 10000"/>
                <a:gd name="connsiteY24" fmla="*/ 5643 h 10000"/>
                <a:gd name="connsiteX25" fmla="*/ 680 w 10000"/>
                <a:gd name="connsiteY25" fmla="*/ 6085 h 10000"/>
                <a:gd name="connsiteX26" fmla="*/ 530 w 10000"/>
                <a:gd name="connsiteY26" fmla="*/ 6543 h 10000"/>
                <a:gd name="connsiteX27" fmla="*/ 394 w 10000"/>
                <a:gd name="connsiteY27" fmla="*/ 7009 h 10000"/>
                <a:gd name="connsiteX28" fmla="*/ 279 w 10000"/>
                <a:gd name="connsiteY28" fmla="*/ 7482 h 10000"/>
                <a:gd name="connsiteX29" fmla="*/ 184 w 10000"/>
                <a:gd name="connsiteY29" fmla="*/ 7964 h 10000"/>
                <a:gd name="connsiteX30" fmla="*/ 102 w 10000"/>
                <a:gd name="connsiteY30" fmla="*/ 8461 h 10000"/>
                <a:gd name="connsiteX31" fmla="*/ 48 w 10000"/>
                <a:gd name="connsiteY31" fmla="*/ 8966 h 10000"/>
                <a:gd name="connsiteX32" fmla="*/ 14 w 10000"/>
                <a:gd name="connsiteY32" fmla="*/ 9479 h 10000"/>
                <a:gd name="connsiteX33" fmla="*/ 0 w 10000"/>
                <a:gd name="connsiteY33" fmla="*/ 9984 h 10000"/>
                <a:gd name="connsiteX34" fmla="*/ 2400 w 10000"/>
                <a:gd name="connsiteY34" fmla="*/ 8461 h 10000"/>
                <a:gd name="connsiteX35" fmla="*/ 4528 w 10000"/>
                <a:gd name="connsiteY35" fmla="*/ 10000 h 10000"/>
                <a:gd name="connsiteX36" fmla="*/ 4548 w 10000"/>
                <a:gd name="connsiteY36" fmla="*/ 9642 h 10000"/>
                <a:gd name="connsiteX37" fmla="*/ 4582 w 10000"/>
                <a:gd name="connsiteY37" fmla="*/ 9274 h 10000"/>
                <a:gd name="connsiteX38" fmla="*/ 4616 w 10000"/>
                <a:gd name="connsiteY38" fmla="*/ 9037 h 10000"/>
                <a:gd name="connsiteX39" fmla="*/ 4663 w 10000"/>
                <a:gd name="connsiteY39" fmla="*/ 8808 h 10000"/>
                <a:gd name="connsiteX40" fmla="*/ 4731 w 10000"/>
                <a:gd name="connsiteY40" fmla="*/ 8579 h 10000"/>
                <a:gd name="connsiteX41" fmla="*/ 4861 w 10000"/>
                <a:gd name="connsiteY41" fmla="*/ 8137 h 10000"/>
                <a:gd name="connsiteX42" fmla="*/ 5024 w 10000"/>
                <a:gd name="connsiteY42" fmla="*/ 7735 h 10000"/>
                <a:gd name="connsiteX43" fmla="*/ 5241 w 10000"/>
                <a:gd name="connsiteY43" fmla="*/ 7332 h 10000"/>
                <a:gd name="connsiteX44" fmla="*/ 5472 w 10000"/>
                <a:gd name="connsiteY44" fmla="*/ 6969 h 10000"/>
                <a:gd name="connsiteX45" fmla="*/ 5738 w 10000"/>
                <a:gd name="connsiteY45" fmla="*/ 6638 h 10000"/>
                <a:gd name="connsiteX46" fmla="*/ 6016 w 10000"/>
                <a:gd name="connsiteY46" fmla="*/ 6338 h 10000"/>
                <a:gd name="connsiteX47" fmla="*/ 6329 w 10000"/>
                <a:gd name="connsiteY47" fmla="*/ 6062 h 10000"/>
                <a:gd name="connsiteX48" fmla="*/ 6683 w 10000"/>
                <a:gd name="connsiteY48" fmla="*/ 5817 h 10000"/>
                <a:gd name="connsiteX49" fmla="*/ 7043 w 10000"/>
                <a:gd name="connsiteY49" fmla="*/ 5627 h 10000"/>
                <a:gd name="connsiteX50" fmla="*/ 7410 w 10000"/>
                <a:gd name="connsiteY50" fmla="*/ 5454 h 10000"/>
                <a:gd name="connsiteX51" fmla="*/ 7607 w 10000"/>
                <a:gd name="connsiteY51" fmla="*/ 5391 h 10000"/>
                <a:gd name="connsiteX52" fmla="*/ 7804 w 10000"/>
                <a:gd name="connsiteY52" fmla="*/ 5335 h 10000"/>
                <a:gd name="connsiteX53" fmla="*/ 8001 w 10000"/>
                <a:gd name="connsiteY53" fmla="*/ 5296 h 10000"/>
                <a:gd name="connsiteX54" fmla="*/ 8199 w 10000"/>
                <a:gd name="connsiteY54" fmla="*/ 5280 h 10000"/>
                <a:gd name="connsiteX55" fmla="*/ 8416 w 10000"/>
                <a:gd name="connsiteY55" fmla="*/ 5257 h 10000"/>
                <a:gd name="connsiteX56" fmla="*/ 8634 w 10000"/>
                <a:gd name="connsiteY56" fmla="*/ 5241 h 10000"/>
                <a:gd name="connsiteX57" fmla="*/ 10000 w 10000"/>
                <a:gd name="connsiteY57" fmla="*/ 2762 h 10000"/>
                <a:gd name="connsiteX58" fmla="*/ 8634 w 10000"/>
                <a:gd name="connsiteY58"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000" h="10000">
                  <a:moveTo>
                    <a:pt x="8634" y="0"/>
                  </a:moveTo>
                  <a:lnTo>
                    <a:pt x="8634" y="0"/>
                  </a:lnTo>
                  <a:lnTo>
                    <a:pt x="8185" y="0"/>
                  </a:lnTo>
                  <a:lnTo>
                    <a:pt x="7736" y="39"/>
                  </a:lnTo>
                  <a:lnTo>
                    <a:pt x="7308" y="118"/>
                  </a:lnTo>
                  <a:lnTo>
                    <a:pt x="6880" y="189"/>
                  </a:lnTo>
                  <a:lnTo>
                    <a:pt x="6465" y="308"/>
                  </a:lnTo>
                  <a:lnTo>
                    <a:pt x="6050" y="442"/>
                  </a:lnTo>
                  <a:lnTo>
                    <a:pt x="5656" y="592"/>
                  </a:lnTo>
                  <a:lnTo>
                    <a:pt x="5255" y="766"/>
                  </a:lnTo>
                  <a:lnTo>
                    <a:pt x="4874" y="979"/>
                  </a:lnTo>
                  <a:lnTo>
                    <a:pt x="4500" y="1192"/>
                  </a:lnTo>
                  <a:lnTo>
                    <a:pt x="4147" y="1436"/>
                  </a:lnTo>
                  <a:lnTo>
                    <a:pt x="3787" y="1689"/>
                  </a:lnTo>
                  <a:lnTo>
                    <a:pt x="3453" y="1973"/>
                  </a:lnTo>
                  <a:lnTo>
                    <a:pt x="3127" y="2265"/>
                  </a:lnTo>
                  <a:lnTo>
                    <a:pt x="2828" y="2573"/>
                  </a:lnTo>
                  <a:lnTo>
                    <a:pt x="2515" y="2920"/>
                  </a:lnTo>
                  <a:lnTo>
                    <a:pt x="2230" y="3260"/>
                  </a:lnTo>
                  <a:lnTo>
                    <a:pt x="1965" y="3631"/>
                  </a:lnTo>
                  <a:lnTo>
                    <a:pt x="1700" y="3994"/>
                  </a:lnTo>
                  <a:lnTo>
                    <a:pt x="1468" y="4396"/>
                  </a:lnTo>
                  <a:lnTo>
                    <a:pt x="1258" y="4799"/>
                  </a:lnTo>
                  <a:cubicBezTo>
                    <a:pt x="1185" y="4938"/>
                    <a:pt x="1113" y="5078"/>
                    <a:pt x="1040" y="5217"/>
                  </a:cubicBezTo>
                  <a:lnTo>
                    <a:pt x="857" y="5643"/>
                  </a:lnTo>
                  <a:lnTo>
                    <a:pt x="680" y="6085"/>
                  </a:lnTo>
                  <a:lnTo>
                    <a:pt x="530" y="6543"/>
                  </a:lnTo>
                  <a:cubicBezTo>
                    <a:pt x="485" y="6698"/>
                    <a:pt x="439" y="6854"/>
                    <a:pt x="394" y="7009"/>
                  </a:cubicBezTo>
                  <a:cubicBezTo>
                    <a:pt x="356" y="7167"/>
                    <a:pt x="317" y="7324"/>
                    <a:pt x="279" y="7482"/>
                  </a:cubicBezTo>
                  <a:cubicBezTo>
                    <a:pt x="247" y="7643"/>
                    <a:pt x="216" y="7803"/>
                    <a:pt x="184" y="7964"/>
                  </a:cubicBezTo>
                  <a:cubicBezTo>
                    <a:pt x="157" y="8130"/>
                    <a:pt x="129" y="8295"/>
                    <a:pt x="102" y="8461"/>
                  </a:cubicBezTo>
                  <a:cubicBezTo>
                    <a:pt x="84" y="8629"/>
                    <a:pt x="66" y="8798"/>
                    <a:pt x="48" y="8966"/>
                  </a:cubicBezTo>
                  <a:cubicBezTo>
                    <a:pt x="37" y="9137"/>
                    <a:pt x="25" y="9308"/>
                    <a:pt x="14" y="9479"/>
                  </a:cubicBezTo>
                  <a:cubicBezTo>
                    <a:pt x="9" y="9647"/>
                    <a:pt x="5" y="9816"/>
                    <a:pt x="0" y="9984"/>
                  </a:cubicBezTo>
                  <a:lnTo>
                    <a:pt x="2400" y="8461"/>
                  </a:lnTo>
                  <a:lnTo>
                    <a:pt x="4528" y="10000"/>
                  </a:lnTo>
                  <a:cubicBezTo>
                    <a:pt x="4535" y="9916"/>
                    <a:pt x="4541" y="9726"/>
                    <a:pt x="4548" y="9642"/>
                  </a:cubicBezTo>
                  <a:cubicBezTo>
                    <a:pt x="4557" y="9521"/>
                    <a:pt x="4571" y="9392"/>
                    <a:pt x="4582" y="9274"/>
                  </a:cubicBezTo>
                  <a:cubicBezTo>
                    <a:pt x="4593" y="9195"/>
                    <a:pt x="4605" y="9116"/>
                    <a:pt x="4616" y="9037"/>
                  </a:cubicBezTo>
                  <a:cubicBezTo>
                    <a:pt x="4632" y="8961"/>
                    <a:pt x="4647" y="8884"/>
                    <a:pt x="4663" y="8808"/>
                  </a:cubicBezTo>
                  <a:cubicBezTo>
                    <a:pt x="4686" y="8732"/>
                    <a:pt x="4708" y="8655"/>
                    <a:pt x="4731" y="8579"/>
                  </a:cubicBezTo>
                  <a:cubicBezTo>
                    <a:pt x="4774" y="8432"/>
                    <a:pt x="4818" y="8284"/>
                    <a:pt x="4861" y="8137"/>
                  </a:cubicBezTo>
                  <a:cubicBezTo>
                    <a:pt x="4915" y="8003"/>
                    <a:pt x="4970" y="7869"/>
                    <a:pt x="5024" y="7735"/>
                  </a:cubicBezTo>
                  <a:lnTo>
                    <a:pt x="5241" y="7332"/>
                  </a:lnTo>
                  <a:lnTo>
                    <a:pt x="5472" y="6969"/>
                  </a:lnTo>
                  <a:lnTo>
                    <a:pt x="5738" y="6638"/>
                  </a:lnTo>
                  <a:lnTo>
                    <a:pt x="6016" y="6338"/>
                  </a:lnTo>
                  <a:lnTo>
                    <a:pt x="6329" y="6062"/>
                  </a:lnTo>
                  <a:lnTo>
                    <a:pt x="6683" y="5817"/>
                  </a:lnTo>
                  <a:lnTo>
                    <a:pt x="7043" y="5627"/>
                  </a:lnTo>
                  <a:lnTo>
                    <a:pt x="7410" y="5454"/>
                  </a:lnTo>
                  <a:lnTo>
                    <a:pt x="7607" y="5391"/>
                  </a:lnTo>
                  <a:lnTo>
                    <a:pt x="7804" y="5335"/>
                  </a:lnTo>
                  <a:lnTo>
                    <a:pt x="8001" y="5296"/>
                  </a:lnTo>
                  <a:lnTo>
                    <a:pt x="8199" y="5280"/>
                  </a:lnTo>
                  <a:lnTo>
                    <a:pt x="8416" y="5257"/>
                  </a:lnTo>
                  <a:lnTo>
                    <a:pt x="8634" y="5241"/>
                  </a:lnTo>
                  <a:lnTo>
                    <a:pt x="10000" y="2762"/>
                  </a:lnTo>
                  <a:lnTo>
                    <a:pt x="8634" y="0"/>
                  </a:lnTo>
                  <a:close/>
                </a:path>
              </a:pathLst>
            </a:custGeom>
            <a:solidFill>
              <a:schemeClr val="bg1"/>
            </a:solidFill>
            <a:ln w="38100">
              <a:solidFill>
                <a:schemeClr val="tx2"/>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56" name="Freeform 4">
              <a:extLst>
                <a:ext uri="{FF2B5EF4-FFF2-40B4-BE49-F238E27FC236}">
                  <a16:creationId xmlns:a16="http://schemas.microsoft.com/office/drawing/2014/main" id="{C3FBF2A0-DE9F-A601-CB6D-8AFA7FF7B0E9}"/>
                </a:ext>
              </a:extLst>
            </p:cNvPr>
            <p:cNvSpPr>
              <a:spLocks/>
            </p:cNvSpPr>
            <p:nvPr/>
          </p:nvSpPr>
          <p:spPr bwMode="gray">
            <a:xfrm>
              <a:off x="18625331" y="1628800"/>
              <a:ext cx="1009460" cy="1172727"/>
            </a:xfrm>
            <a:custGeom>
              <a:avLst/>
              <a:gdLst>
                <a:gd name="T0" fmla="*/ 0 w 1269"/>
                <a:gd name="T1" fmla="*/ 0 h 1479"/>
                <a:gd name="T2" fmla="*/ 201 w 1269"/>
                <a:gd name="T3" fmla="*/ 350 h 1479"/>
                <a:gd name="T4" fmla="*/ 0 w 1269"/>
                <a:gd name="T5" fmla="*/ 664 h 1479"/>
                <a:gd name="T6" fmla="*/ 0 w 1269"/>
                <a:gd name="T7" fmla="*/ 664 h 1479"/>
                <a:gd name="T8" fmla="*/ 60 w 1269"/>
                <a:gd name="T9" fmla="*/ 669 h 1479"/>
                <a:gd name="T10" fmla="*/ 121 w 1269"/>
                <a:gd name="T11" fmla="*/ 676 h 1479"/>
                <a:gd name="T12" fmla="*/ 179 w 1269"/>
                <a:gd name="T13" fmla="*/ 691 h 1479"/>
                <a:gd name="T14" fmla="*/ 286 w 1269"/>
                <a:gd name="T15" fmla="*/ 737 h 1479"/>
                <a:gd name="T16" fmla="*/ 381 w 1269"/>
                <a:gd name="T17" fmla="*/ 803 h 1479"/>
                <a:gd name="T18" fmla="*/ 464 w 1269"/>
                <a:gd name="T19" fmla="*/ 883 h 1479"/>
                <a:gd name="T20" fmla="*/ 530 w 1269"/>
                <a:gd name="T21" fmla="*/ 980 h 1479"/>
                <a:gd name="T22" fmla="*/ 573 w 1269"/>
                <a:gd name="T23" fmla="*/ 1087 h 1479"/>
                <a:gd name="T24" fmla="*/ 590 w 1269"/>
                <a:gd name="T25" fmla="*/ 1145 h 1479"/>
                <a:gd name="T26" fmla="*/ 598 w 1269"/>
                <a:gd name="T27" fmla="*/ 1204 h 1479"/>
                <a:gd name="T28" fmla="*/ 603 w 1269"/>
                <a:gd name="T29" fmla="*/ 1267 h 1479"/>
                <a:gd name="T30" fmla="*/ 1269 w 1269"/>
                <a:gd name="T31" fmla="*/ 1265 h 1479"/>
                <a:gd name="T32" fmla="*/ 1267 w 1269"/>
                <a:gd name="T33" fmla="*/ 1201 h 1479"/>
                <a:gd name="T34" fmla="*/ 1254 w 1269"/>
                <a:gd name="T35" fmla="*/ 1072 h 1479"/>
                <a:gd name="T36" fmla="*/ 1228 w 1269"/>
                <a:gd name="T37" fmla="*/ 948 h 1479"/>
                <a:gd name="T38" fmla="*/ 1191 w 1269"/>
                <a:gd name="T39" fmla="*/ 829 h 1479"/>
                <a:gd name="T40" fmla="*/ 1143 w 1269"/>
                <a:gd name="T41" fmla="*/ 715 h 1479"/>
                <a:gd name="T42" fmla="*/ 1084 w 1269"/>
                <a:gd name="T43" fmla="*/ 608 h 1479"/>
                <a:gd name="T44" fmla="*/ 1016 w 1269"/>
                <a:gd name="T45" fmla="*/ 506 h 1479"/>
                <a:gd name="T46" fmla="*/ 941 w 1269"/>
                <a:gd name="T47" fmla="*/ 413 h 1479"/>
                <a:gd name="T48" fmla="*/ 853 w 1269"/>
                <a:gd name="T49" fmla="*/ 326 h 1479"/>
                <a:gd name="T50" fmla="*/ 761 w 1269"/>
                <a:gd name="T51" fmla="*/ 250 h 1479"/>
                <a:gd name="T52" fmla="*/ 659 w 1269"/>
                <a:gd name="T53" fmla="*/ 182 h 1479"/>
                <a:gd name="T54" fmla="*/ 552 w 1269"/>
                <a:gd name="T55" fmla="*/ 124 h 1479"/>
                <a:gd name="T56" fmla="*/ 437 w 1269"/>
                <a:gd name="T57" fmla="*/ 75 h 1479"/>
                <a:gd name="T58" fmla="*/ 318 w 1269"/>
                <a:gd name="T59" fmla="*/ 39 h 1479"/>
                <a:gd name="T60" fmla="*/ 194 w 1269"/>
                <a:gd name="T61" fmla="*/ 15 h 1479"/>
                <a:gd name="T62" fmla="*/ 65 w 1269"/>
                <a:gd name="T63" fmla="*/ 0 h 1479"/>
                <a:gd name="T64" fmla="*/ 0 w 1269"/>
                <a:gd name="T65" fmla="*/ 0 h 14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69"/>
                <a:gd name="T100" fmla="*/ 0 h 1479"/>
                <a:gd name="T101" fmla="*/ 1269 w 1269"/>
                <a:gd name="T102" fmla="*/ 1479 h 14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69" h="1479">
                  <a:moveTo>
                    <a:pt x="0" y="0"/>
                  </a:moveTo>
                  <a:lnTo>
                    <a:pt x="0" y="0"/>
                  </a:lnTo>
                  <a:lnTo>
                    <a:pt x="201" y="350"/>
                  </a:lnTo>
                  <a:lnTo>
                    <a:pt x="0" y="664"/>
                  </a:lnTo>
                  <a:lnTo>
                    <a:pt x="31" y="666"/>
                  </a:lnTo>
                  <a:lnTo>
                    <a:pt x="60" y="669"/>
                  </a:lnTo>
                  <a:lnTo>
                    <a:pt x="92" y="671"/>
                  </a:lnTo>
                  <a:lnTo>
                    <a:pt x="121" y="676"/>
                  </a:lnTo>
                  <a:lnTo>
                    <a:pt x="150" y="683"/>
                  </a:lnTo>
                  <a:lnTo>
                    <a:pt x="179" y="691"/>
                  </a:lnTo>
                  <a:lnTo>
                    <a:pt x="233" y="713"/>
                  </a:lnTo>
                  <a:lnTo>
                    <a:pt x="286" y="737"/>
                  </a:lnTo>
                  <a:lnTo>
                    <a:pt x="335" y="768"/>
                  </a:lnTo>
                  <a:lnTo>
                    <a:pt x="381" y="803"/>
                  </a:lnTo>
                  <a:lnTo>
                    <a:pt x="425" y="841"/>
                  </a:lnTo>
                  <a:lnTo>
                    <a:pt x="464" y="883"/>
                  </a:lnTo>
                  <a:lnTo>
                    <a:pt x="498" y="929"/>
                  </a:lnTo>
                  <a:lnTo>
                    <a:pt x="530" y="980"/>
                  </a:lnTo>
                  <a:lnTo>
                    <a:pt x="554" y="1031"/>
                  </a:lnTo>
                  <a:lnTo>
                    <a:pt x="573" y="1087"/>
                  </a:lnTo>
                  <a:lnTo>
                    <a:pt x="583" y="1116"/>
                  </a:lnTo>
                  <a:lnTo>
                    <a:pt x="590" y="1145"/>
                  </a:lnTo>
                  <a:lnTo>
                    <a:pt x="595" y="1175"/>
                  </a:lnTo>
                  <a:lnTo>
                    <a:pt x="598" y="1204"/>
                  </a:lnTo>
                  <a:lnTo>
                    <a:pt x="600" y="1235"/>
                  </a:lnTo>
                  <a:lnTo>
                    <a:pt x="603" y="1267"/>
                  </a:lnTo>
                  <a:lnTo>
                    <a:pt x="953" y="1479"/>
                  </a:lnTo>
                  <a:lnTo>
                    <a:pt x="1269" y="1265"/>
                  </a:lnTo>
                  <a:lnTo>
                    <a:pt x="1267" y="1201"/>
                  </a:lnTo>
                  <a:lnTo>
                    <a:pt x="1262" y="1136"/>
                  </a:lnTo>
                  <a:lnTo>
                    <a:pt x="1254" y="1072"/>
                  </a:lnTo>
                  <a:lnTo>
                    <a:pt x="1242" y="1009"/>
                  </a:lnTo>
                  <a:lnTo>
                    <a:pt x="1228" y="948"/>
                  </a:lnTo>
                  <a:lnTo>
                    <a:pt x="1211" y="888"/>
                  </a:lnTo>
                  <a:lnTo>
                    <a:pt x="1191" y="829"/>
                  </a:lnTo>
                  <a:lnTo>
                    <a:pt x="1169" y="771"/>
                  </a:lnTo>
                  <a:lnTo>
                    <a:pt x="1143" y="715"/>
                  </a:lnTo>
                  <a:lnTo>
                    <a:pt x="1116" y="659"/>
                  </a:lnTo>
                  <a:lnTo>
                    <a:pt x="1084" y="608"/>
                  </a:lnTo>
                  <a:lnTo>
                    <a:pt x="1053" y="554"/>
                  </a:lnTo>
                  <a:lnTo>
                    <a:pt x="1016" y="506"/>
                  </a:lnTo>
                  <a:lnTo>
                    <a:pt x="980" y="457"/>
                  </a:lnTo>
                  <a:lnTo>
                    <a:pt x="941" y="413"/>
                  </a:lnTo>
                  <a:lnTo>
                    <a:pt x="897" y="370"/>
                  </a:lnTo>
                  <a:lnTo>
                    <a:pt x="853" y="326"/>
                  </a:lnTo>
                  <a:lnTo>
                    <a:pt x="807" y="287"/>
                  </a:lnTo>
                  <a:lnTo>
                    <a:pt x="761" y="250"/>
                  </a:lnTo>
                  <a:lnTo>
                    <a:pt x="710" y="214"/>
                  </a:lnTo>
                  <a:lnTo>
                    <a:pt x="659" y="182"/>
                  </a:lnTo>
                  <a:lnTo>
                    <a:pt x="605" y="151"/>
                  </a:lnTo>
                  <a:lnTo>
                    <a:pt x="552" y="124"/>
                  </a:lnTo>
                  <a:lnTo>
                    <a:pt x="496" y="97"/>
                  </a:lnTo>
                  <a:lnTo>
                    <a:pt x="437" y="75"/>
                  </a:lnTo>
                  <a:lnTo>
                    <a:pt x="379" y="56"/>
                  </a:lnTo>
                  <a:lnTo>
                    <a:pt x="318" y="39"/>
                  </a:lnTo>
                  <a:lnTo>
                    <a:pt x="257" y="24"/>
                  </a:lnTo>
                  <a:lnTo>
                    <a:pt x="194" y="15"/>
                  </a:lnTo>
                  <a:lnTo>
                    <a:pt x="131" y="5"/>
                  </a:lnTo>
                  <a:lnTo>
                    <a:pt x="65" y="0"/>
                  </a:lnTo>
                  <a:lnTo>
                    <a:pt x="0" y="0"/>
                  </a:lnTo>
                  <a:close/>
                </a:path>
              </a:pathLst>
            </a:custGeom>
            <a:solidFill>
              <a:schemeClr val="bg1"/>
            </a:solidFill>
            <a:ln w="38100">
              <a:solidFill>
                <a:schemeClr val="tx2"/>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57" name="Freeform 5">
              <a:extLst>
                <a:ext uri="{FF2B5EF4-FFF2-40B4-BE49-F238E27FC236}">
                  <a16:creationId xmlns:a16="http://schemas.microsoft.com/office/drawing/2014/main" id="{C334BF86-81A1-D6EC-B59F-2ED599787662}"/>
                </a:ext>
              </a:extLst>
            </p:cNvPr>
            <p:cNvSpPr>
              <a:spLocks/>
            </p:cNvSpPr>
            <p:nvPr/>
          </p:nvSpPr>
          <p:spPr bwMode="gray">
            <a:xfrm>
              <a:off x="17615075" y="2477121"/>
              <a:ext cx="1010255" cy="1156945"/>
            </a:xfrm>
            <a:custGeom>
              <a:avLst/>
              <a:gdLst>
                <a:gd name="T0" fmla="*/ 1270 w 1270"/>
                <a:gd name="T1" fmla="*/ 798 h 1462"/>
                <a:gd name="T2" fmla="*/ 1206 w 1270"/>
                <a:gd name="T3" fmla="*/ 793 h 1462"/>
                <a:gd name="T4" fmla="*/ 1148 w 1270"/>
                <a:gd name="T5" fmla="*/ 784 h 1462"/>
                <a:gd name="T6" fmla="*/ 1090 w 1270"/>
                <a:gd name="T7" fmla="*/ 769 h 1462"/>
                <a:gd name="T8" fmla="*/ 983 w 1270"/>
                <a:gd name="T9" fmla="*/ 725 h 1462"/>
                <a:gd name="T10" fmla="*/ 885 w 1270"/>
                <a:gd name="T11" fmla="*/ 659 h 1462"/>
                <a:gd name="T12" fmla="*/ 805 w 1270"/>
                <a:gd name="T13" fmla="*/ 577 h 1462"/>
                <a:gd name="T14" fmla="*/ 739 w 1270"/>
                <a:gd name="T15" fmla="*/ 482 h 1462"/>
                <a:gd name="T16" fmla="*/ 693 w 1270"/>
                <a:gd name="T17" fmla="*/ 375 h 1462"/>
                <a:gd name="T18" fmla="*/ 679 w 1270"/>
                <a:gd name="T19" fmla="*/ 317 h 1462"/>
                <a:gd name="T20" fmla="*/ 671 w 1270"/>
                <a:gd name="T21" fmla="*/ 256 h 1462"/>
                <a:gd name="T22" fmla="*/ 666 w 1270"/>
                <a:gd name="T23" fmla="*/ 195 h 1462"/>
                <a:gd name="T24" fmla="*/ 666 w 1270"/>
                <a:gd name="T25" fmla="*/ 195 h 1462"/>
                <a:gd name="T26" fmla="*/ 0 w 1270"/>
                <a:gd name="T27" fmla="*/ 193 h 1462"/>
                <a:gd name="T28" fmla="*/ 0 w 1270"/>
                <a:gd name="T29" fmla="*/ 195 h 1462"/>
                <a:gd name="T30" fmla="*/ 2 w 1270"/>
                <a:gd name="T31" fmla="*/ 261 h 1462"/>
                <a:gd name="T32" fmla="*/ 15 w 1270"/>
                <a:gd name="T33" fmla="*/ 390 h 1462"/>
                <a:gd name="T34" fmla="*/ 41 w 1270"/>
                <a:gd name="T35" fmla="*/ 514 h 1462"/>
                <a:gd name="T36" fmla="*/ 78 w 1270"/>
                <a:gd name="T37" fmla="*/ 633 h 1462"/>
                <a:gd name="T38" fmla="*/ 124 w 1270"/>
                <a:gd name="T39" fmla="*/ 747 h 1462"/>
                <a:gd name="T40" fmla="*/ 182 w 1270"/>
                <a:gd name="T41" fmla="*/ 854 h 1462"/>
                <a:gd name="T42" fmla="*/ 250 w 1270"/>
                <a:gd name="T43" fmla="*/ 954 h 1462"/>
                <a:gd name="T44" fmla="*/ 328 w 1270"/>
                <a:gd name="T45" fmla="*/ 1049 h 1462"/>
                <a:gd name="T46" fmla="*/ 413 w 1270"/>
                <a:gd name="T47" fmla="*/ 1134 h 1462"/>
                <a:gd name="T48" fmla="*/ 508 w 1270"/>
                <a:gd name="T49" fmla="*/ 1212 h 1462"/>
                <a:gd name="T50" fmla="*/ 610 w 1270"/>
                <a:gd name="T51" fmla="*/ 1280 h 1462"/>
                <a:gd name="T52" fmla="*/ 717 w 1270"/>
                <a:gd name="T53" fmla="*/ 1338 h 1462"/>
                <a:gd name="T54" fmla="*/ 832 w 1270"/>
                <a:gd name="T55" fmla="*/ 1387 h 1462"/>
                <a:gd name="T56" fmla="*/ 951 w 1270"/>
                <a:gd name="T57" fmla="*/ 1423 h 1462"/>
                <a:gd name="T58" fmla="*/ 1075 w 1270"/>
                <a:gd name="T59" fmla="*/ 1447 h 1462"/>
                <a:gd name="T60" fmla="*/ 1204 w 1270"/>
                <a:gd name="T61" fmla="*/ 1462 h 1462"/>
                <a:gd name="T62" fmla="*/ 1075 w 1270"/>
                <a:gd name="T63" fmla="*/ 1112 h 14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70"/>
                <a:gd name="T97" fmla="*/ 0 h 1462"/>
                <a:gd name="T98" fmla="*/ 1270 w 1270"/>
                <a:gd name="T99" fmla="*/ 1462 h 14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70" h="1462">
                  <a:moveTo>
                    <a:pt x="1270" y="798"/>
                  </a:moveTo>
                  <a:lnTo>
                    <a:pt x="1270" y="798"/>
                  </a:lnTo>
                  <a:lnTo>
                    <a:pt x="1238" y="796"/>
                  </a:lnTo>
                  <a:lnTo>
                    <a:pt x="1206" y="793"/>
                  </a:lnTo>
                  <a:lnTo>
                    <a:pt x="1177" y="791"/>
                  </a:lnTo>
                  <a:lnTo>
                    <a:pt x="1148" y="784"/>
                  </a:lnTo>
                  <a:lnTo>
                    <a:pt x="1119" y="779"/>
                  </a:lnTo>
                  <a:lnTo>
                    <a:pt x="1090" y="769"/>
                  </a:lnTo>
                  <a:lnTo>
                    <a:pt x="1034" y="749"/>
                  </a:lnTo>
                  <a:lnTo>
                    <a:pt x="983" y="725"/>
                  </a:lnTo>
                  <a:lnTo>
                    <a:pt x="931" y="694"/>
                  </a:lnTo>
                  <a:lnTo>
                    <a:pt x="885" y="659"/>
                  </a:lnTo>
                  <a:lnTo>
                    <a:pt x="844" y="621"/>
                  </a:lnTo>
                  <a:lnTo>
                    <a:pt x="805" y="577"/>
                  </a:lnTo>
                  <a:lnTo>
                    <a:pt x="771" y="531"/>
                  </a:lnTo>
                  <a:lnTo>
                    <a:pt x="739" y="482"/>
                  </a:lnTo>
                  <a:lnTo>
                    <a:pt x="715" y="428"/>
                  </a:lnTo>
                  <a:lnTo>
                    <a:pt x="693" y="375"/>
                  </a:lnTo>
                  <a:lnTo>
                    <a:pt x="686" y="346"/>
                  </a:lnTo>
                  <a:lnTo>
                    <a:pt x="679" y="317"/>
                  </a:lnTo>
                  <a:lnTo>
                    <a:pt x="674" y="287"/>
                  </a:lnTo>
                  <a:lnTo>
                    <a:pt x="671" y="256"/>
                  </a:lnTo>
                  <a:lnTo>
                    <a:pt x="669" y="227"/>
                  </a:lnTo>
                  <a:lnTo>
                    <a:pt x="666" y="195"/>
                  </a:lnTo>
                  <a:lnTo>
                    <a:pt x="353" y="0"/>
                  </a:lnTo>
                  <a:lnTo>
                    <a:pt x="0" y="193"/>
                  </a:lnTo>
                  <a:lnTo>
                    <a:pt x="0" y="195"/>
                  </a:lnTo>
                  <a:lnTo>
                    <a:pt x="2" y="261"/>
                  </a:lnTo>
                  <a:lnTo>
                    <a:pt x="7" y="324"/>
                  </a:lnTo>
                  <a:lnTo>
                    <a:pt x="15" y="390"/>
                  </a:lnTo>
                  <a:lnTo>
                    <a:pt x="27" y="450"/>
                  </a:lnTo>
                  <a:lnTo>
                    <a:pt x="41" y="514"/>
                  </a:lnTo>
                  <a:lnTo>
                    <a:pt x="58" y="572"/>
                  </a:lnTo>
                  <a:lnTo>
                    <a:pt x="78" y="633"/>
                  </a:lnTo>
                  <a:lnTo>
                    <a:pt x="100" y="689"/>
                  </a:lnTo>
                  <a:lnTo>
                    <a:pt x="124" y="747"/>
                  </a:lnTo>
                  <a:lnTo>
                    <a:pt x="153" y="801"/>
                  </a:lnTo>
                  <a:lnTo>
                    <a:pt x="182" y="854"/>
                  </a:lnTo>
                  <a:lnTo>
                    <a:pt x="216" y="905"/>
                  </a:lnTo>
                  <a:lnTo>
                    <a:pt x="250" y="954"/>
                  </a:lnTo>
                  <a:lnTo>
                    <a:pt x="289" y="1002"/>
                  </a:lnTo>
                  <a:lnTo>
                    <a:pt x="328" y="1049"/>
                  </a:lnTo>
                  <a:lnTo>
                    <a:pt x="370" y="1092"/>
                  </a:lnTo>
                  <a:lnTo>
                    <a:pt x="413" y="1134"/>
                  </a:lnTo>
                  <a:lnTo>
                    <a:pt x="460" y="1175"/>
                  </a:lnTo>
                  <a:lnTo>
                    <a:pt x="508" y="1212"/>
                  </a:lnTo>
                  <a:lnTo>
                    <a:pt x="557" y="1246"/>
                  </a:lnTo>
                  <a:lnTo>
                    <a:pt x="610" y="1280"/>
                  </a:lnTo>
                  <a:lnTo>
                    <a:pt x="662" y="1309"/>
                  </a:lnTo>
                  <a:lnTo>
                    <a:pt x="717" y="1338"/>
                  </a:lnTo>
                  <a:lnTo>
                    <a:pt x="773" y="1362"/>
                  </a:lnTo>
                  <a:lnTo>
                    <a:pt x="832" y="1387"/>
                  </a:lnTo>
                  <a:lnTo>
                    <a:pt x="890" y="1406"/>
                  </a:lnTo>
                  <a:lnTo>
                    <a:pt x="951" y="1423"/>
                  </a:lnTo>
                  <a:lnTo>
                    <a:pt x="1012" y="1438"/>
                  </a:lnTo>
                  <a:lnTo>
                    <a:pt x="1075" y="1447"/>
                  </a:lnTo>
                  <a:lnTo>
                    <a:pt x="1138" y="1455"/>
                  </a:lnTo>
                  <a:lnTo>
                    <a:pt x="1204" y="1462"/>
                  </a:lnTo>
                  <a:lnTo>
                    <a:pt x="1270" y="1462"/>
                  </a:lnTo>
                  <a:lnTo>
                    <a:pt x="1075" y="1112"/>
                  </a:lnTo>
                  <a:lnTo>
                    <a:pt x="1270" y="798"/>
                  </a:lnTo>
                  <a:close/>
                </a:path>
              </a:pathLst>
            </a:custGeom>
            <a:solidFill>
              <a:schemeClr val="bg1"/>
            </a:solidFill>
            <a:ln w="38100">
              <a:solidFill>
                <a:schemeClr val="tx2"/>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58" name="Freeform 6">
              <a:extLst>
                <a:ext uri="{FF2B5EF4-FFF2-40B4-BE49-F238E27FC236}">
                  <a16:creationId xmlns:a16="http://schemas.microsoft.com/office/drawing/2014/main" id="{8024A050-0564-1ABA-7441-E5EF9971117B}"/>
                </a:ext>
              </a:extLst>
            </p:cNvPr>
            <p:cNvSpPr>
              <a:spLocks/>
            </p:cNvSpPr>
            <p:nvPr/>
          </p:nvSpPr>
          <p:spPr bwMode="gray">
            <a:xfrm>
              <a:off x="18470213" y="2629850"/>
              <a:ext cx="1164578" cy="1004216"/>
            </a:xfrm>
            <a:custGeom>
              <a:avLst/>
              <a:gdLst>
                <a:gd name="T0" fmla="*/ 798 w 1464"/>
                <a:gd name="T1" fmla="*/ 2 h 1269"/>
                <a:gd name="T2" fmla="*/ 798 w 1464"/>
                <a:gd name="T3" fmla="*/ 2 h 1269"/>
                <a:gd name="T4" fmla="*/ 795 w 1464"/>
                <a:gd name="T5" fmla="*/ 34 h 1269"/>
                <a:gd name="T6" fmla="*/ 790 w 1464"/>
                <a:gd name="T7" fmla="*/ 94 h 1269"/>
                <a:gd name="T8" fmla="*/ 778 w 1464"/>
                <a:gd name="T9" fmla="*/ 153 h 1269"/>
                <a:gd name="T10" fmla="*/ 761 w 1464"/>
                <a:gd name="T11" fmla="*/ 209 h 1269"/>
                <a:gd name="T12" fmla="*/ 725 w 1464"/>
                <a:gd name="T13" fmla="*/ 289 h 1269"/>
                <a:gd name="T14" fmla="*/ 659 w 1464"/>
                <a:gd name="T15" fmla="*/ 384 h 1269"/>
                <a:gd name="T16" fmla="*/ 576 w 1464"/>
                <a:gd name="T17" fmla="*/ 466 h 1269"/>
                <a:gd name="T18" fmla="*/ 481 w 1464"/>
                <a:gd name="T19" fmla="*/ 532 h 1269"/>
                <a:gd name="T20" fmla="*/ 401 w 1464"/>
                <a:gd name="T21" fmla="*/ 569 h 1269"/>
                <a:gd name="T22" fmla="*/ 345 w 1464"/>
                <a:gd name="T23" fmla="*/ 586 h 1269"/>
                <a:gd name="T24" fmla="*/ 287 w 1464"/>
                <a:gd name="T25" fmla="*/ 598 h 1269"/>
                <a:gd name="T26" fmla="*/ 226 w 1464"/>
                <a:gd name="T27" fmla="*/ 603 h 1269"/>
                <a:gd name="T28" fmla="*/ 195 w 1464"/>
                <a:gd name="T29" fmla="*/ 605 h 1269"/>
                <a:gd name="T30" fmla="*/ 0 w 1464"/>
                <a:gd name="T31" fmla="*/ 919 h 1269"/>
                <a:gd name="T32" fmla="*/ 195 w 1464"/>
                <a:gd name="T33" fmla="*/ 1269 h 1269"/>
                <a:gd name="T34" fmla="*/ 195 w 1464"/>
                <a:gd name="T35" fmla="*/ 1269 h 1269"/>
                <a:gd name="T36" fmla="*/ 326 w 1464"/>
                <a:gd name="T37" fmla="*/ 1264 h 1269"/>
                <a:gd name="T38" fmla="*/ 452 w 1464"/>
                <a:gd name="T39" fmla="*/ 1245 h 1269"/>
                <a:gd name="T40" fmla="*/ 574 w 1464"/>
                <a:gd name="T41" fmla="*/ 1213 h 1269"/>
                <a:gd name="T42" fmla="*/ 691 w 1464"/>
                <a:gd name="T43" fmla="*/ 1169 h 1269"/>
                <a:gd name="T44" fmla="*/ 800 w 1464"/>
                <a:gd name="T45" fmla="*/ 1118 h 1269"/>
                <a:gd name="T46" fmla="*/ 905 w 1464"/>
                <a:gd name="T47" fmla="*/ 1055 h 1269"/>
                <a:gd name="T48" fmla="*/ 1004 w 1464"/>
                <a:gd name="T49" fmla="*/ 982 h 1269"/>
                <a:gd name="T50" fmla="*/ 1092 w 1464"/>
                <a:gd name="T51" fmla="*/ 899 h 1269"/>
                <a:gd name="T52" fmla="*/ 1175 w 1464"/>
                <a:gd name="T53" fmla="*/ 809 h 1269"/>
                <a:gd name="T54" fmla="*/ 1248 w 1464"/>
                <a:gd name="T55" fmla="*/ 712 h 1269"/>
                <a:gd name="T56" fmla="*/ 1311 w 1464"/>
                <a:gd name="T57" fmla="*/ 608 h 1269"/>
                <a:gd name="T58" fmla="*/ 1364 w 1464"/>
                <a:gd name="T59" fmla="*/ 498 h 1269"/>
                <a:gd name="T60" fmla="*/ 1406 w 1464"/>
                <a:gd name="T61" fmla="*/ 381 h 1269"/>
                <a:gd name="T62" fmla="*/ 1437 w 1464"/>
                <a:gd name="T63" fmla="*/ 257 h 1269"/>
                <a:gd name="T64" fmla="*/ 1457 w 1464"/>
                <a:gd name="T65" fmla="*/ 131 h 1269"/>
                <a:gd name="T66" fmla="*/ 1464 w 1464"/>
                <a:gd name="T67" fmla="*/ 2 h 1269"/>
                <a:gd name="T68" fmla="*/ 1464 w 1464"/>
                <a:gd name="T69" fmla="*/ 0 h 12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64"/>
                <a:gd name="T106" fmla="*/ 0 h 1269"/>
                <a:gd name="T107" fmla="*/ 1464 w 1464"/>
                <a:gd name="T108" fmla="*/ 1269 h 12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64" h="1269">
                  <a:moveTo>
                    <a:pt x="1148" y="214"/>
                  </a:moveTo>
                  <a:lnTo>
                    <a:pt x="798" y="2"/>
                  </a:lnTo>
                  <a:lnTo>
                    <a:pt x="795" y="34"/>
                  </a:lnTo>
                  <a:lnTo>
                    <a:pt x="793" y="63"/>
                  </a:lnTo>
                  <a:lnTo>
                    <a:pt x="790" y="94"/>
                  </a:lnTo>
                  <a:lnTo>
                    <a:pt x="785" y="124"/>
                  </a:lnTo>
                  <a:lnTo>
                    <a:pt x="778" y="153"/>
                  </a:lnTo>
                  <a:lnTo>
                    <a:pt x="768" y="182"/>
                  </a:lnTo>
                  <a:lnTo>
                    <a:pt x="761" y="209"/>
                  </a:lnTo>
                  <a:lnTo>
                    <a:pt x="749" y="235"/>
                  </a:lnTo>
                  <a:lnTo>
                    <a:pt x="725" y="289"/>
                  </a:lnTo>
                  <a:lnTo>
                    <a:pt x="693" y="338"/>
                  </a:lnTo>
                  <a:lnTo>
                    <a:pt x="659" y="384"/>
                  </a:lnTo>
                  <a:lnTo>
                    <a:pt x="620" y="428"/>
                  </a:lnTo>
                  <a:lnTo>
                    <a:pt x="576" y="466"/>
                  </a:lnTo>
                  <a:lnTo>
                    <a:pt x="530" y="501"/>
                  </a:lnTo>
                  <a:lnTo>
                    <a:pt x="481" y="532"/>
                  </a:lnTo>
                  <a:lnTo>
                    <a:pt x="428" y="556"/>
                  </a:lnTo>
                  <a:lnTo>
                    <a:pt x="401" y="569"/>
                  </a:lnTo>
                  <a:lnTo>
                    <a:pt x="374" y="576"/>
                  </a:lnTo>
                  <a:lnTo>
                    <a:pt x="345" y="586"/>
                  </a:lnTo>
                  <a:lnTo>
                    <a:pt x="316" y="591"/>
                  </a:lnTo>
                  <a:lnTo>
                    <a:pt x="287" y="598"/>
                  </a:lnTo>
                  <a:lnTo>
                    <a:pt x="255" y="600"/>
                  </a:lnTo>
                  <a:lnTo>
                    <a:pt x="226" y="603"/>
                  </a:lnTo>
                  <a:lnTo>
                    <a:pt x="195" y="605"/>
                  </a:lnTo>
                  <a:lnTo>
                    <a:pt x="0" y="919"/>
                  </a:lnTo>
                  <a:lnTo>
                    <a:pt x="195" y="1269"/>
                  </a:lnTo>
                  <a:lnTo>
                    <a:pt x="260" y="1269"/>
                  </a:lnTo>
                  <a:lnTo>
                    <a:pt x="326" y="1264"/>
                  </a:lnTo>
                  <a:lnTo>
                    <a:pt x="389" y="1254"/>
                  </a:lnTo>
                  <a:lnTo>
                    <a:pt x="452" y="1245"/>
                  </a:lnTo>
                  <a:lnTo>
                    <a:pt x="513" y="1230"/>
                  </a:lnTo>
                  <a:lnTo>
                    <a:pt x="574" y="1213"/>
                  </a:lnTo>
                  <a:lnTo>
                    <a:pt x="632" y="1194"/>
                  </a:lnTo>
                  <a:lnTo>
                    <a:pt x="691" y="1169"/>
                  </a:lnTo>
                  <a:lnTo>
                    <a:pt x="747" y="1145"/>
                  </a:lnTo>
                  <a:lnTo>
                    <a:pt x="800" y="1118"/>
                  </a:lnTo>
                  <a:lnTo>
                    <a:pt x="854" y="1087"/>
                  </a:lnTo>
                  <a:lnTo>
                    <a:pt x="905" y="1055"/>
                  </a:lnTo>
                  <a:lnTo>
                    <a:pt x="956" y="1019"/>
                  </a:lnTo>
                  <a:lnTo>
                    <a:pt x="1004" y="982"/>
                  </a:lnTo>
                  <a:lnTo>
                    <a:pt x="1048" y="941"/>
                  </a:lnTo>
                  <a:lnTo>
                    <a:pt x="1092" y="899"/>
                  </a:lnTo>
                  <a:lnTo>
                    <a:pt x="1136" y="856"/>
                  </a:lnTo>
                  <a:lnTo>
                    <a:pt x="1175" y="809"/>
                  </a:lnTo>
                  <a:lnTo>
                    <a:pt x="1214" y="763"/>
                  </a:lnTo>
                  <a:lnTo>
                    <a:pt x="1248" y="712"/>
                  </a:lnTo>
                  <a:lnTo>
                    <a:pt x="1282" y="661"/>
                  </a:lnTo>
                  <a:lnTo>
                    <a:pt x="1311" y="608"/>
                  </a:lnTo>
                  <a:lnTo>
                    <a:pt x="1338" y="554"/>
                  </a:lnTo>
                  <a:lnTo>
                    <a:pt x="1364" y="498"/>
                  </a:lnTo>
                  <a:lnTo>
                    <a:pt x="1386" y="440"/>
                  </a:lnTo>
                  <a:lnTo>
                    <a:pt x="1406" y="381"/>
                  </a:lnTo>
                  <a:lnTo>
                    <a:pt x="1423" y="321"/>
                  </a:lnTo>
                  <a:lnTo>
                    <a:pt x="1437" y="257"/>
                  </a:lnTo>
                  <a:lnTo>
                    <a:pt x="1449" y="197"/>
                  </a:lnTo>
                  <a:lnTo>
                    <a:pt x="1457" y="131"/>
                  </a:lnTo>
                  <a:lnTo>
                    <a:pt x="1462" y="68"/>
                  </a:lnTo>
                  <a:lnTo>
                    <a:pt x="1464" y="2"/>
                  </a:lnTo>
                  <a:lnTo>
                    <a:pt x="1464" y="0"/>
                  </a:lnTo>
                  <a:lnTo>
                    <a:pt x="1148" y="214"/>
                  </a:lnTo>
                  <a:close/>
                </a:path>
              </a:pathLst>
            </a:custGeom>
            <a:solidFill>
              <a:schemeClr val="bg1"/>
            </a:solidFill>
            <a:ln w="38100">
              <a:solidFill>
                <a:schemeClr val="tx2"/>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59" name="Rectangle 7">
              <a:extLst>
                <a:ext uri="{FF2B5EF4-FFF2-40B4-BE49-F238E27FC236}">
                  <a16:creationId xmlns:a16="http://schemas.microsoft.com/office/drawing/2014/main" id="{3D34B874-42A8-1106-B25A-488658A870A2}"/>
                </a:ext>
              </a:extLst>
            </p:cNvPr>
            <p:cNvSpPr>
              <a:spLocks noChangeArrowheads="1"/>
            </p:cNvSpPr>
            <p:nvPr/>
          </p:nvSpPr>
          <p:spPr bwMode="gray">
            <a:xfrm>
              <a:off x="18899894" y="2095159"/>
              <a:ext cx="577798" cy="233014"/>
            </a:xfrm>
            <a:prstGeom prst="rect">
              <a:avLst/>
            </a:prstGeom>
            <a:noFill/>
            <a:ln w="38100">
              <a:noFill/>
              <a:miter lim="800000"/>
              <a:headEnd/>
              <a:tailEnd/>
            </a:ln>
            <a:effectLst/>
          </p:spPr>
          <p:txBody>
            <a:bodyPr wrap="square" lIns="90000" tIns="46800" rIns="90000" bIns="46800"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sp>
          <p:nvSpPr>
            <p:cNvPr id="60" name="Rectangle 8">
              <a:extLst>
                <a:ext uri="{FF2B5EF4-FFF2-40B4-BE49-F238E27FC236}">
                  <a16:creationId xmlns:a16="http://schemas.microsoft.com/office/drawing/2014/main" id="{39872614-FAE7-3F41-0EAE-639BE8D86317}"/>
                </a:ext>
              </a:extLst>
            </p:cNvPr>
            <p:cNvSpPr>
              <a:spLocks noChangeArrowheads="1"/>
            </p:cNvSpPr>
            <p:nvPr/>
          </p:nvSpPr>
          <p:spPr bwMode="gray">
            <a:xfrm>
              <a:off x="18735095" y="3144941"/>
              <a:ext cx="577798" cy="233014"/>
            </a:xfrm>
            <a:prstGeom prst="rect">
              <a:avLst/>
            </a:prstGeom>
            <a:noFill/>
            <a:ln w="38100">
              <a:noFill/>
              <a:miter lim="800000"/>
              <a:headEnd/>
              <a:tailEnd/>
            </a:ln>
            <a:effectLst/>
          </p:spPr>
          <p:txBody>
            <a:bodyPr wrap="square" lIns="90000" tIns="46800" rIns="90000" bIns="46800"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sp>
          <p:nvSpPr>
            <p:cNvPr id="61" name="Rectangle 9">
              <a:extLst>
                <a:ext uri="{FF2B5EF4-FFF2-40B4-BE49-F238E27FC236}">
                  <a16:creationId xmlns:a16="http://schemas.microsoft.com/office/drawing/2014/main" id="{D7E4F49E-90BF-78A7-D358-5575095E86E7}"/>
                </a:ext>
              </a:extLst>
            </p:cNvPr>
            <p:cNvSpPr>
              <a:spLocks noChangeArrowheads="1"/>
            </p:cNvSpPr>
            <p:nvPr/>
          </p:nvSpPr>
          <p:spPr bwMode="gray">
            <a:xfrm>
              <a:off x="17744846" y="3000584"/>
              <a:ext cx="577798" cy="233014"/>
            </a:xfrm>
            <a:prstGeom prst="rect">
              <a:avLst/>
            </a:prstGeom>
            <a:noFill/>
            <a:ln w="38100">
              <a:noFill/>
              <a:miter lim="800000"/>
              <a:headEnd/>
              <a:tailEnd/>
            </a:ln>
            <a:effectLst/>
          </p:spPr>
          <p:txBody>
            <a:bodyPr wrap="square" lIns="90000" tIns="46800" rIns="90000" bIns="46800"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sp>
          <p:nvSpPr>
            <p:cNvPr id="62" name="Rectangle 10">
              <a:extLst>
                <a:ext uri="{FF2B5EF4-FFF2-40B4-BE49-F238E27FC236}">
                  <a16:creationId xmlns:a16="http://schemas.microsoft.com/office/drawing/2014/main" id="{6D8E8B2C-3B6E-A210-4C39-3F0F18023D92}"/>
                </a:ext>
              </a:extLst>
            </p:cNvPr>
            <p:cNvSpPr>
              <a:spLocks noChangeArrowheads="1"/>
            </p:cNvSpPr>
            <p:nvPr/>
          </p:nvSpPr>
          <p:spPr bwMode="gray">
            <a:xfrm>
              <a:off x="17815915" y="2000783"/>
              <a:ext cx="577798" cy="233014"/>
            </a:xfrm>
            <a:prstGeom prst="rect">
              <a:avLst/>
            </a:prstGeom>
            <a:noFill/>
            <a:ln w="38100">
              <a:noFill/>
              <a:miter lim="800000"/>
              <a:headEnd/>
              <a:tailEnd/>
            </a:ln>
            <a:effectLst/>
          </p:spPr>
          <p:txBody>
            <a:bodyPr wrap="square" lIns="90000" tIns="46800" rIns="90000" bIns="46800"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grpSp>
      <p:grpSp>
        <p:nvGrpSpPr>
          <p:cNvPr id="8" name="Group 7" descr="Data chart">
            <a:extLst>
              <a:ext uri="{FF2B5EF4-FFF2-40B4-BE49-F238E27FC236}">
                <a16:creationId xmlns:a16="http://schemas.microsoft.com/office/drawing/2014/main" id="{9E8C20F4-E939-2361-5AA3-AC050FAFCFC0}"/>
              </a:ext>
            </a:extLst>
          </p:cNvPr>
          <p:cNvGrpSpPr/>
          <p:nvPr/>
        </p:nvGrpSpPr>
        <p:grpSpPr>
          <a:xfrm>
            <a:off x="13085280" y="3814570"/>
            <a:ext cx="2018080" cy="2005266"/>
            <a:chOff x="13085280" y="3814570"/>
            <a:chExt cx="2018080" cy="2005266"/>
          </a:xfrm>
        </p:grpSpPr>
        <p:sp>
          <p:nvSpPr>
            <p:cNvPr id="43" name="Line 13">
              <a:extLst>
                <a:ext uri="{FF2B5EF4-FFF2-40B4-BE49-F238E27FC236}">
                  <a16:creationId xmlns:a16="http://schemas.microsoft.com/office/drawing/2014/main" id="{C785A69D-7980-C10D-0985-9879854A4E92}"/>
                </a:ext>
              </a:extLst>
            </p:cNvPr>
            <p:cNvSpPr>
              <a:spLocks noChangeShapeType="1"/>
            </p:cNvSpPr>
            <p:nvPr/>
          </p:nvSpPr>
          <p:spPr bwMode="auto">
            <a:xfrm>
              <a:off x="14294686" y="4093254"/>
              <a:ext cx="725" cy="790"/>
            </a:xfrm>
            <a:prstGeom prst="line">
              <a:avLst/>
            </a:prstGeom>
            <a:solidFill>
              <a:schemeClr val="bg1"/>
            </a:solidFill>
            <a:ln w="38100">
              <a:solidFill>
                <a:schemeClr val="accent1"/>
              </a:solidFill>
              <a:round/>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Ubuntu"/>
                <a:ea typeface="+mn-ea"/>
                <a:cs typeface="+mn-cs"/>
              </a:endParaRPr>
            </a:p>
          </p:txBody>
        </p:sp>
        <p:sp>
          <p:nvSpPr>
            <p:cNvPr id="44" name="Line 14">
              <a:extLst>
                <a:ext uri="{FF2B5EF4-FFF2-40B4-BE49-F238E27FC236}">
                  <a16:creationId xmlns:a16="http://schemas.microsoft.com/office/drawing/2014/main" id="{BC371275-831E-D8A8-431E-AA3B349DE802}"/>
                </a:ext>
              </a:extLst>
            </p:cNvPr>
            <p:cNvSpPr>
              <a:spLocks noChangeShapeType="1"/>
            </p:cNvSpPr>
            <p:nvPr/>
          </p:nvSpPr>
          <p:spPr bwMode="auto">
            <a:xfrm>
              <a:off x="14294686" y="4093254"/>
              <a:ext cx="725" cy="790"/>
            </a:xfrm>
            <a:prstGeom prst="line">
              <a:avLst/>
            </a:prstGeom>
            <a:solidFill>
              <a:schemeClr val="bg1"/>
            </a:solidFill>
            <a:ln w="38100">
              <a:solidFill>
                <a:schemeClr val="accent1"/>
              </a:solidFill>
              <a:round/>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Ubuntu"/>
                <a:ea typeface="+mn-ea"/>
                <a:cs typeface="+mn-cs"/>
              </a:endParaRPr>
            </a:p>
          </p:txBody>
        </p:sp>
        <p:sp>
          <p:nvSpPr>
            <p:cNvPr id="45" name="Freeform 15">
              <a:extLst>
                <a:ext uri="{FF2B5EF4-FFF2-40B4-BE49-F238E27FC236}">
                  <a16:creationId xmlns:a16="http://schemas.microsoft.com/office/drawing/2014/main" id="{50749EF3-DCB6-FF3F-4525-98F6CDAD5332}"/>
                </a:ext>
              </a:extLst>
            </p:cNvPr>
            <p:cNvSpPr>
              <a:spLocks/>
            </p:cNvSpPr>
            <p:nvPr/>
          </p:nvSpPr>
          <p:spPr bwMode="auto">
            <a:xfrm>
              <a:off x="14363355" y="4506888"/>
              <a:ext cx="740005" cy="1125898"/>
            </a:xfrm>
            <a:custGeom>
              <a:avLst/>
              <a:gdLst>
                <a:gd name="connsiteX0" fmla="*/ 9334 w 10000"/>
                <a:gd name="connsiteY0" fmla="*/ 0 h 10044"/>
                <a:gd name="connsiteX1" fmla="*/ 6797 w 10000"/>
                <a:gd name="connsiteY1" fmla="*/ 2284 h 10044"/>
                <a:gd name="connsiteX2" fmla="*/ 2556 w 10000"/>
                <a:gd name="connsiteY2" fmla="*/ 1498 h 10044"/>
                <a:gd name="connsiteX3" fmla="*/ 2556 w 10000"/>
                <a:gd name="connsiteY3" fmla="*/ 1498 h 10044"/>
                <a:gd name="connsiteX4" fmla="*/ 2693 w 10000"/>
                <a:gd name="connsiteY4" fmla="*/ 1800 h 10044"/>
                <a:gd name="connsiteX5" fmla="*/ 2791 w 10000"/>
                <a:gd name="connsiteY5" fmla="*/ 2130 h 10044"/>
                <a:gd name="connsiteX6" fmla="*/ 2870 w 10000"/>
                <a:gd name="connsiteY6" fmla="*/ 2467 h 10044"/>
                <a:gd name="connsiteX7" fmla="*/ 2870 w 10000"/>
                <a:gd name="connsiteY7" fmla="*/ 2811 h 10044"/>
                <a:gd name="connsiteX8" fmla="*/ 2870 w 10000"/>
                <a:gd name="connsiteY8" fmla="*/ 2811 h 10044"/>
                <a:gd name="connsiteX9" fmla="*/ 2870 w 10000"/>
                <a:gd name="connsiteY9" fmla="*/ 3071 h 10044"/>
                <a:gd name="connsiteX10" fmla="*/ 2840 w 10000"/>
                <a:gd name="connsiteY10" fmla="*/ 3323 h 10044"/>
                <a:gd name="connsiteX11" fmla="*/ 2772 w 10000"/>
                <a:gd name="connsiteY11" fmla="*/ 3583 h 10044"/>
                <a:gd name="connsiteX12" fmla="*/ 2693 w 10000"/>
                <a:gd name="connsiteY12" fmla="*/ 3836 h 10044"/>
                <a:gd name="connsiteX13" fmla="*/ 2586 w 10000"/>
                <a:gd name="connsiteY13" fmla="*/ 4075 h 10044"/>
                <a:gd name="connsiteX14" fmla="*/ 2458 w 10000"/>
                <a:gd name="connsiteY14" fmla="*/ 4314 h 10044"/>
                <a:gd name="connsiteX15" fmla="*/ 2331 w 10000"/>
                <a:gd name="connsiteY15" fmla="*/ 4538 h 10044"/>
                <a:gd name="connsiteX16" fmla="*/ 2174 w 10000"/>
                <a:gd name="connsiteY16" fmla="*/ 4763 h 10044"/>
                <a:gd name="connsiteX17" fmla="*/ 1969 w 10000"/>
                <a:gd name="connsiteY17" fmla="*/ 4981 h 10044"/>
                <a:gd name="connsiteX18" fmla="*/ 1783 w 10000"/>
                <a:gd name="connsiteY18" fmla="*/ 5184 h 10044"/>
                <a:gd name="connsiteX19" fmla="*/ 1557 w 10000"/>
                <a:gd name="connsiteY19" fmla="*/ 5374 h 10044"/>
                <a:gd name="connsiteX20" fmla="*/ 1322 w 10000"/>
                <a:gd name="connsiteY20" fmla="*/ 5564 h 10044"/>
                <a:gd name="connsiteX21" fmla="*/ 1087 w 10000"/>
                <a:gd name="connsiteY21" fmla="*/ 5753 h 10044"/>
                <a:gd name="connsiteX22" fmla="*/ 803 w 10000"/>
                <a:gd name="connsiteY22" fmla="*/ 5922 h 10044"/>
                <a:gd name="connsiteX23" fmla="*/ 519 w 10000"/>
                <a:gd name="connsiteY23" fmla="*/ 6076 h 10044"/>
                <a:gd name="connsiteX24" fmla="*/ 235 w 10000"/>
                <a:gd name="connsiteY24" fmla="*/ 6231 h 10044"/>
                <a:gd name="connsiteX25" fmla="*/ 0 w 10000"/>
                <a:gd name="connsiteY25" fmla="*/ 9307 h 10044"/>
                <a:gd name="connsiteX26" fmla="*/ 4417 w 10000"/>
                <a:gd name="connsiteY26" fmla="*/ 10044 h 10044"/>
                <a:gd name="connsiteX27" fmla="*/ 4417 w 10000"/>
                <a:gd name="connsiteY27" fmla="*/ 10044 h 10044"/>
                <a:gd name="connsiteX28" fmla="*/ 5044 w 10000"/>
                <a:gd name="connsiteY28" fmla="*/ 9735 h 10044"/>
                <a:gd name="connsiteX29" fmla="*/ 5632 w 10000"/>
                <a:gd name="connsiteY29" fmla="*/ 9391 h 10044"/>
                <a:gd name="connsiteX30" fmla="*/ 6180 w 10000"/>
                <a:gd name="connsiteY30" fmla="*/ 9033 h 10044"/>
                <a:gd name="connsiteX31" fmla="*/ 6719 w 10000"/>
                <a:gd name="connsiteY31" fmla="*/ 8661 h 10044"/>
                <a:gd name="connsiteX32" fmla="*/ 7209 w 10000"/>
                <a:gd name="connsiteY32" fmla="*/ 8246 h 10044"/>
                <a:gd name="connsiteX33" fmla="*/ 7679 w 10000"/>
                <a:gd name="connsiteY33" fmla="*/ 7839 h 10044"/>
                <a:gd name="connsiteX34" fmla="*/ 8090 w 10000"/>
                <a:gd name="connsiteY34" fmla="*/ 7397 h 10044"/>
                <a:gd name="connsiteX35" fmla="*/ 8472 w 10000"/>
                <a:gd name="connsiteY35" fmla="*/ 6947 h 10044"/>
                <a:gd name="connsiteX36" fmla="*/ 8815 w 10000"/>
                <a:gd name="connsiteY36" fmla="*/ 6470 h 10044"/>
                <a:gd name="connsiteX37" fmla="*/ 9119 w 10000"/>
                <a:gd name="connsiteY37" fmla="*/ 5992 h 10044"/>
                <a:gd name="connsiteX38" fmla="*/ 9383 w 10000"/>
                <a:gd name="connsiteY38" fmla="*/ 5493 h 10044"/>
                <a:gd name="connsiteX39" fmla="*/ 9589 w 10000"/>
                <a:gd name="connsiteY39" fmla="*/ 4981 h 10044"/>
                <a:gd name="connsiteX40" fmla="*/ 9765 w 10000"/>
                <a:gd name="connsiteY40" fmla="*/ 4454 h 10044"/>
                <a:gd name="connsiteX41" fmla="*/ 9902 w 10000"/>
                <a:gd name="connsiteY41" fmla="*/ 3906 h 10044"/>
                <a:gd name="connsiteX42" fmla="*/ 9971 w 10000"/>
                <a:gd name="connsiteY42" fmla="*/ 3359 h 10044"/>
                <a:gd name="connsiteX43" fmla="*/ 10000 w 10000"/>
                <a:gd name="connsiteY43" fmla="*/ 2811 h 10044"/>
                <a:gd name="connsiteX44" fmla="*/ 10000 w 10000"/>
                <a:gd name="connsiteY44" fmla="*/ 2811 h 10044"/>
                <a:gd name="connsiteX45" fmla="*/ 9971 w 10000"/>
                <a:gd name="connsiteY45" fmla="*/ 2453 h 10044"/>
                <a:gd name="connsiteX46" fmla="*/ 9951 w 10000"/>
                <a:gd name="connsiteY46" fmla="*/ 2095 h 10044"/>
                <a:gd name="connsiteX47" fmla="*/ 9902 w 10000"/>
                <a:gd name="connsiteY47" fmla="*/ 1736 h 10044"/>
                <a:gd name="connsiteX48" fmla="*/ 9824 w 10000"/>
                <a:gd name="connsiteY48" fmla="*/ 1392 h 10044"/>
                <a:gd name="connsiteX49" fmla="*/ 9745 w 10000"/>
                <a:gd name="connsiteY49" fmla="*/ 1034 h 10044"/>
                <a:gd name="connsiteX50" fmla="*/ 9618 w 10000"/>
                <a:gd name="connsiteY50" fmla="*/ 690 h 10044"/>
                <a:gd name="connsiteX51" fmla="*/ 9481 w 10000"/>
                <a:gd name="connsiteY51" fmla="*/ 367 h 10044"/>
                <a:gd name="connsiteX52" fmla="*/ 9334 w 10000"/>
                <a:gd name="connsiteY52" fmla="*/ 44 h 10044"/>
                <a:gd name="connsiteX53" fmla="*/ 9334 w 10000"/>
                <a:gd name="connsiteY53" fmla="*/ 0 h 10044"/>
                <a:gd name="connsiteX0" fmla="*/ 9334 w 10000"/>
                <a:gd name="connsiteY0" fmla="*/ 0 h 10044"/>
                <a:gd name="connsiteX1" fmla="*/ 6775 w 10000"/>
                <a:gd name="connsiteY1" fmla="*/ 2255 h 10044"/>
                <a:gd name="connsiteX2" fmla="*/ 2556 w 10000"/>
                <a:gd name="connsiteY2" fmla="*/ 1498 h 10044"/>
                <a:gd name="connsiteX3" fmla="*/ 2556 w 10000"/>
                <a:gd name="connsiteY3" fmla="*/ 1498 h 10044"/>
                <a:gd name="connsiteX4" fmla="*/ 2693 w 10000"/>
                <a:gd name="connsiteY4" fmla="*/ 1800 h 10044"/>
                <a:gd name="connsiteX5" fmla="*/ 2791 w 10000"/>
                <a:gd name="connsiteY5" fmla="*/ 2130 h 10044"/>
                <a:gd name="connsiteX6" fmla="*/ 2870 w 10000"/>
                <a:gd name="connsiteY6" fmla="*/ 2467 h 10044"/>
                <a:gd name="connsiteX7" fmla="*/ 2870 w 10000"/>
                <a:gd name="connsiteY7" fmla="*/ 2811 h 10044"/>
                <a:gd name="connsiteX8" fmla="*/ 2870 w 10000"/>
                <a:gd name="connsiteY8" fmla="*/ 2811 h 10044"/>
                <a:gd name="connsiteX9" fmla="*/ 2870 w 10000"/>
                <a:gd name="connsiteY9" fmla="*/ 3071 h 10044"/>
                <a:gd name="connsiteX10" fmla="*/ 2840 w 10000"/>
                <a:gd name="connsiteY10" fmla="*/ 3323 h 10044"/>
                <a:gd name="connsiteX11" fmla="*/ 2772 w 10000"/>
                <a:gd name="connsiteY11" fmla="*/ 3583 h 10044"/>
                <a:gd name="connsiteX12" fmla="*/ 2693 w 10000"/>
                <a:gd name="connsiteY12" fmla="*/ 3836 h 10044"/>
                <a:gd name="connsiteX13" fmla="*/ 2586 w 10000"/>
                <a:gd name="connsiteY13" fmla="*/ 4075 h 10044"/>
                <a:gd name="connsiteX14" fmla="*/ 2458 w 10000"/>
                <a:gd name="connsiteY14" fmla="*/ 4314 h 10044"/>
                <a:gd name="connsiteX15" fmla="*/ 2331 w 10000"/>
                <a:gd name="connsiteY15" fmla="*/ 4538 h 10044"/>
                <a:gd name="connsiteX16" fmla="*/ 2174 w 10000"/>
                <a:gd name="connsiteY16" fmla="*/ 4763 h 10044"/>
                <a:gd name="connsiteX17" fmla="*/ 1969 w 10000"/>
                <a:gd name="connsiteY17" fmla="*/ 4981 h 10044"/>
                <a:gd name="connsiteX18" fmla="*/ 1783 w 10000"/>
                <a:gd name="connsiteY18" fmla="*/ 5184 h 10044"/>
                <a:gd name="connsiteX19" fmla="*/ 1557 w 10000"/>
                <a:gd name="connsiteY19" fmla="*/ 5374 h 10044"/>
                <a:gd name="connsiteX20" fmla="*/ 1322 w 10000"/>
                <a:gd name="connsiteY20" fmla="*/ 5564 h 10044"/>
                <a:gd name="connsiteX21" fmla="*/ 1087 w 10000"/>
                <a:gd name="connsiteY21" fmla="*/ 5753 h 10044"/>
                <a:gd name="connsiteX22" fmla="*/ 803 w 10000"/>
                <a:gd name="connsiteY22" fmla="*/ 5922 h 10044"/>
                <a:gd name="connsiteX23" fmla="*/ 519 w 10000"/>
                <a:gd name="connsiteY23" fmla="*/ 6076 h 10044"/>
                <a:gd name="connsiteX24" fmla="*/ 235 w 10000"/>
                <a:gd name="connsiteY24" fmla="*/ 6231 h 10044"/>
                <a:gd name="connsiteX25" fmla="*/ 0 w 10000"/>
                <a:gd name="connsiteY25" fmla="*/ 9307 h 10044"/>
                <a:gd name="connsiteX26" fmla="*/ 4417 w 10000"/>
                <a:gd name="connsiteY26" fmla="*/ 10044 h 10044"/>
                <a:gd name="connsiteX27" fmla="*/ 4417 w 10000"/>
                <a:gd name="connsiteY27" fmla="*/ 10044 h 10044"/>
                <a:gd name="connsiteX28" fmla="*/ 5044 w 10000"/>
                <a:gd name="connsiteY28" fmla="*/ 9735 h 10044"/>
                <a:gd name="connsiteX29" fmla="*/ 5632 w 10000"/>
                <a:gd name="connsiteY29" fmla="*/ 9391 h 10044"/>
                <a:gd name="connsiteX30" fmla="*/ 6180 w 10000"/>
                <a:gd name="connsiteY30" fmla="*/ 9033 h 10044"/>
                <a:gd name="connsiteX31" fmla="*/ 6719 w 10000"/>
                <a:gd name="connsiteY31" fmla="*/ 8661 h 10044"/>
                <a:gd name="connsiteX32" fmla="*/ 7209 w 10000"/>
                <a:gd name="connsiteY32" fmla="*/ 8246 h 10044"/>
                <a:gd name="connsiteX33" fmla="*/ 7679 w 10000"/>
                <a:gd name="connsiteY33" fmla="*/ 7839 h 10044"/>
                <a:gd name="connsiteX34" fmla="*/ 8090 w 10000"/>
                <a:gd name="connsiteY34" fmla="*/ 7397 h 10044"/>
                <a:gd name="connsiteX35" fmla="*/ 8472 w 10000"/>
                <a:gd name="connsiteY35" fmla="*/ 6947 h 10044"/>
                <a:gd name="connsiteX36" fmla="*/ 8815 w 10000"/>
                <a:gd name="connsiteY36" fmla="*/ 6470 h 10044"/>
                <a:gd name="connsiteX37" fmla="*/ 9119 w 10000"/>
                <a:gd name="connsiteY37" fmla="*/ 5992 h 10044"/>
                <a:gd name="connsiteX38" fmla="*/ 9383 w 10000"/>
                <a:gd name="connsiteY38" fmla="*/ 5493 h 10044"/>
                <a:gd name="connsiteX39" fmla="*/ 9589 w 10000"/>
                <a:gd name="connsiteY39" fmla="*/ 4981 h 10044"/>
                <a:gd name="connsiteX40" fmla="*/ 9765 w 10000"/>
                <a:gd name="connsiteY40" fmla="*/ 4454 h 10044"/>
                <a:gd name="connsiteX41" fmla="*/ 9902 w 10000"/>
                <a:gd name="connsiteY41" fmla="*/ 3906 h 10044"/>
                <a:gd name="connsiteX42" fmla="*/ 9971 w 10000"/>
                <a:gd name="connsiteY42" fmla="*/ 3359 h 10044"/>
                <a:gd name="connsiteX43" fmla="*/ 10000 w 10000"/>
                <a:gd name="connsiteY43" fmla="*/ 2811 h 10044"/>
                <a:gd name="connsiteX44" fmla="*/ 10000 w 10000"/>
                <a:gd name="connsiteY44" fmla="*/ 2811 h 10044"/>
                <a:gd name="connsiteX45" fmla="*/ 9971 w 10000"/>
                <a:gd name="connsiteY45" fmla="*/ 2453 h 10044"/>
                <a:gd name="connsiteX46" fmla="*/ 9951 w 10000"/>
                <a:gd name="connsiteY46" fmla="*/ 2095 h 10044"/>
                <a:gd name="connsiteX47" fmla="*/ 9902 w 10000"/>
                <a:gd name="connsiteY47" fmla="*/ 1736 h 10044"/>
                <a:gd name="connsiteX48" fmla="*/ 9824 w 10000"/>
                <a:gd name="connsiteY48" fmla="*/ 1392 h 10044"/>
                <a:gd name="connsiteX49" fmla="*/ 9745 w 10000"/>
                <a:gd name="connsiteY49" fmla="*/ 1034 h 10044"/>
                <a:gd name="connsiteX50" fmla="*/ 9618 w 10000"/>
                <a:gd name="connsiteY50" fmla="*/ 690 h 10044"/>
                <a:gd name="connsiteX51" fmla="*/ 9481 w 10000"/>
                <a:gd name="connsiteY51" fmla="*/ 367 h 10044"/>
                <a:gd name="connsiteX52" fmla="*/ 9334 w 10000"/>
                <a:gd name="connsiteY52" fmla="*/ 44 h 10044"/>
                <a:gd name="connsiteX53" fmla="*/ 9334 w 10000"/>
                <a:gd name="connsiteY53" fmla="*/ 0 h 10044"/>
                <a:gd name="connsiteX0" fmla="*/ 9312 w 10000"/>
                <a:gd name="connsiteY0" fmla="*/ 0 h 10102"/>
                <a:gd name="connsiteX1" fmla="*/ 6775 w 10000"/>
                <a:gd name="connsiteY1" fmla="*/ 2313 h 10102"/>
                <a:gd name="connsiteX2" fmla="*/ 2556 w 10000"/>
                <a:gd name="connsiteY2" fmla="*/ 1556 h 10102"/>
                <a:gd name="connsiteX3" fmla="*/ 2556 w 10000"/>
                <a:gd name="connsiteY3" fmla="*/ 1556 h 10102"/>
                <a:gd name="connsiteX4" fmla="*/ 2693 w 10000"/>
                <a:gd name="connsiteY4" fmla="*/ 1858 h 10102"/>
                <a:gd name="connsiteX5" fmla="*/ 2791 w 10000"/>
                <a:gd name="connsiteY5" fmla="*/ 2188 h 10102"/>
                <a:gd name="connsiteX6" fmla="*/ 2870 w 10000"/>
                <a:gd name="connsiteY6" fmla="*/ 2525 h 10102"/>
                <a:gd name="connsiteX7" fmla="*/ 2870 w 10000"/>
                <a:gd name="connsiteY7" fmla="*/ 2869 h 10102"/>
                <a:gd name="connsiteX8" fmla="*/ 2870 w 10000"/>
                <a:gd name="connsiteY8" fmla="*/ 2869 h 10102"/>
                <a:gd name="connsiteX9" fmla="*/ 2870 w 10000"/>
                <a:gd name="connsiteY9" fmla="*/ 3129 h 10102"/>
                <a:gd name="connsiteX10" fmla="*/ 2840 w 10000"/>
                <a:gd name="connsiteY10" fmla="*/ 3381 h 10102"/>
                <a:gd name="connsiteX11" fmla="*/ 2772 w 10000"/>
                <a:gd name="connsiteY11" fmla="*/ 3641 h 10102"/>
                <a:gd name="connsiteX12" fmla="*/ 2693 w 10000"/>
                <a:gd name="connsiteY12" fmla="*/ 3894 h 10102"/>
                <a:gd name="connsiteX13" fmla="*/ 2586 w 10000"/>
                <a:gd name="connsiteY13" fmla="*/ 4133 h 10102"/>
                <a:gd name="connsiteX14" fmla="*/ 2458 w 10000"/>
                <a:gd name="connsiteY14" fmla="*/ 4372 h 10102"/>
                <a:gd name="connsiteX15" fmla="*/ 2331 w 10000"/>
                <a:gd name="connsiteY15" fmla="*/ 4596 h 10102"/>
                <a:gd name="connsiteX16" fmla="*/ 2174 w 10000"/>
                <a:gd name="connsiteY16" fmla="*/ 4821 h 10102"/>
                <a:gd name="connsiteX17" fmla="*/ 1969 w 10000"/>
                <a:gd name="connsiteY17" fmla="*/ 5039 h 10102"/>
                <a:gd name="connsiteX18" fmla="*/ 1783 w 10000"/>
                <a:gd name="connsiteY18" fmla="*/ 5242 h 10102"/>
                <a:gd name="connsiteX19" fmla="*/ 1557 w 10000"/>
                <a:gd name="connsiteY19" fmla="*/ 5432 h 10102"/>
                <a:gd name="connsiteX20" fmla="*/ 1322 w 10000"/>
                <a:gd name="connsiteY20" fmla="*/ 5622 h 10102"/>
                <a:gd name="connsiteX21" fmla="*/ 1087 w 10000"/>
                <a:gd name="connsiteY21" fmla="*/ 5811 h 10102"/>
                <a:gd name="connsiteX22" fmla="*/ 803 w 10000"/>
                <a:gd name="connsiteY22" fmla="*/ 5980 h 10102"/>
                <a:gd name="connsiteX23" fmla="*/ 519 w 10000"/>
                <a:gd name="connsiteY23" fmla="*/ 6134 h 10102"/>
                <a:gd name="connsiteX24" fmla="*/ 235 w 10000"/>
                <a:gd name="connsiteY24" fmla="*/ 6289 h 10102"/>
                <a:gd name="connsiteX25" fmla="*/ 0 w 10000"/>
                <a:gd name="connsiteY25" fmla="*/ 9365 h 10102"/>
                <a:gd name="connsiteX26" fmla="*/ 4417 w 10000"/>
                <a:gd name="connsiteY26" fmla="*/ 10102 h 10102"/>
                <a:gd name="connsiteX27" fmla="*/ 4417 w 10000"/>
                <a:gd name="connsiteY27" fmla="*/ 10102 h 10102"/>
                <a:gd name="connsiteX28" fmla="*/ 5044 w 10000"/>
                <a:gd name="connsiteY28" fmla="*/ 9793 h 10102"/>
                <a:gd name="connsiteX29" fmla="*/ 5632 w 10000"/>
                <a:gd name="connsiteY29" fmla="*/ 9449 h 10102"/>
                <a:gd name="connsiteX30" fmla="*/ 6180 w 10000"/>
                <a:gd name="connsiteY30" fmla="*/ 9091 h 10102"/>
                <a:gd name="connsiteX31" fmla="*/ 6719 w 10000"/>
                <a:gd name="connsiteY31" fmla="*/ 8719 h 10102"/>
                <a:gd name="connsiteX32" fmla="*/ 7209 w 10000"/>
                <a:gd name="connsiteY32" fmla="*/ 8304 h 10102"/>
                <a:gd name="connsiteX33" fmla="*/ 7679 w 10000"/>
                <a:gd name="connsiteY33" fmla="*/ 7897 h 10102"/>
                <a:gd name="connsiteX34" fmla="*/ 8090 w 10000"/>
                <a:gd name="connsiteY34" fmla="*/ 7455 h 10102"/>
                <a:gd name="connsiteX35" fmla="*/ 8472 w 10000"/>
                <a:gd name="connsiteY35" fmla="*/ 7005 h 10102"/>
                <a:gd name="connsiteX36" fmla="*/ 8815 w 10000"/>
                <a:gd name="connsiteY36" fmla="*/ 6528 h 10102"/>
                <a:gd name="connsiteX37" fmla="*/ 9119 w 10000"/>
                <a:gd name="connsiteY37" fmla="*/ 6050 h 10102"/>
                <a:gd name="connsiteX38" fmla="*/ 9383 w 10000"/>
                <a:gd name="connsiteY38" fmla="*/ 5551 h 10102"/>
                <a:gd name="connsiteX39" fmla="*/ 9589 w 10000"/>
                <a:gd name="connsiteY39" fmla="*/ 5039 h 10102"/>
                <a:gd name="connsiteX40" fmla="*/ 9765 w 10000"/>
                <a:gd name="connsiteY40" fmla="*/ 4512 h 10102"/>
                <a:gd name="connsiteX41" fmla="*/ 9902 w 10000"/>
                <a:gd name="connsiteY41" fmla="*/ 3964 h 10102"/>
                <a:gd name="connsiteX42" fmla="*/ 9971 w 10000"/>
                <a:gd name="connsiteY42" fmla="*/ 3417 h 10102"/>
                <a:gd name="connsiteX43" fmla="*/ 10000 w 10000"/>
                <a:gd name="connsiteY43" fmla="*/ 2869 h 10102"/>
                <a:gd name="connsiteX44" fmla="*/ 10000 w 10000"/>
                <a:gd name="connsiteY44" fmla="*/ 2869 h 10102"/>
                <a:gd name="connsiteX45" fmla="*/ 9971 w 10000"/>
                <a:gd name="connsiteY45" fmla="*/ 2511 h 10102"/>
                <a:gd name="connsiteX46" fmla="*/ 9951 w 10000"/>
                <a:gd name="connsiteY46" fmla="*/ 2153 h 10102"/>
                <a:gd name="connsiteX47" fmla="*/ 9902 w 10000"/>
                <a:gd name="connsiteY47" fmla="*/ 1794 h 10102"/>
                <a:gd name="connsiteX48" fmla="*/ 9824 w 10000"/>
                <a:gd name="connsiteY48" fmla="*/ 1450 h 10102"/>
                <a:gd name="connsiteX49" fmla="*/ 9745 w 10000"/>
                <a:gd name="connsiteY49" fmla="*/ 1092 h 10102"/>
                <a:gd name="connsiteX50" fmla="*/ 9618 w 10000"/>
                <a:gd name="connsiteY50" fmla="*/ 748 h 10102"/>
                <a:gd name="connsiteX51" fmla="*/ 9481 w 10000"/>
                <a:gd name="connsiteY51" fmla="*/ 425 h 10102"/>
                <a:gd name="connsiteX52" fmla="*/ 9334 w 10000"/>
                <a:gd name="connsiteY52" fmla="*/ 102 h 10102"/>
                <a:gd name="connsiteX53" fmla="*/ 9312 w 10000"/>
                <a:gd name="connsiteY53" fmla="*/ 0 h 10102"/>
                <a:gd name="connsiteX0" fmla="*/ 9334 w 10000"/>
                <a:gd name="connsiteY0" fmla="*/ 0 h 10000"/>
                <a:gd name="connsiteX1" fmla="*/ 6775 w 10000"/>
                <a:gd name="connsiteY1" fmla="*/ 2211 h 10000"/>
                <a:gd name="connsiteX2" fmla="*/ 2556 w 10000"/>
                <a:gd name="connsiteY2" fmla="*/ 1454 h 10000"/>
                <a:gd name="connsiteX3" fmla="*/ 2556 w 10000"/>
                <a:gd name="connsiteY3" fmla="*/ 1454 h 10000"/>
                <a:gd name="connsiteX4" fmla="*/ 2693 w 10000"/>
                <a:gd name="connsiteY4" fmla="*/ 1756 h 10000"/>
                <a:gd name="connsiteX5" fmla="*/ 2791 w 10000"/>
                <a:gd name="connsiteY5" fmla="*/ 2086 h 10000"/>
                <a:gd name="connsiteX6" fmla="*/ 2870 w 10000"/>
                <a:gd name="connsiteY6" fmla="*/ 2423 h 10000"/>
                <a:gd name="connsiteX7" fmla="*/ 2870 w 10000"/>
                <a:gd name="connsiteY7" fmla="*/ 2767 h 10000"/>
                <a:gd name="connsiteX8" fmla="*/ 2870 w 10000"/>
                <a:gd name="connsiteY8" fmla="*/ 2767 h 10000"/>
                <a:gd name="connsiteX9" fmla="*/ 2870 w 10000"/>
                <a:gd name="connsiteY9" fmla="*/ 3027 h 10000"/>
                <a:gd name="connsiteX10" fmla="*/ 2840 w 10000"/>
                <a:gd name="connsiteY10" fmla="*/ 3279 h 10000"/>
                <a:gd name="connsiteX11" fmla="*/ 2772 w 10000"/>
                <a:gd name="connsiteY11" fmla="*/ 3539 h 10000"/>
                <a:gd name="connsiteX12" fmla="*/ 2693 w 10000"/>
                <a:gd name="connsiteY12" fmla="*/ 3792 h 10000"/>
                <a:gd name="connsiteX13" fmla="*/ 2586 w 10000"/>
                <a:gd name="connsiteY13" fmla="*/ 4031 h 10000"/>
                <a:gd name="connsiteX14" fmla="*/ 2458 w 10000"/>
                <a:gd name="connsiteY14" fmla="*/ 4270 h 10000"/>
                <a:gd name="connsiteX15" fmla="*/ 2331 w 10000"/>
                <a:gd name="connsiteY15" fmla="*/ 4494 h 10000"/>
                <a:gd name="connsiteX16" fmla="*/ 2174 w 10000"/>
                <a:gd name="connsiteY16" fmla="*/ 4719 h 10000"/>
                <a:gd name="connsiteX17" fmla="*/ 1969 w 10000"/>
                <a:gd name="connsiteY17" fmla="*/ 4937 h 10000"/>
                <a:gd name="connsiteX18" fmla="*/ 1783 w 10000"/>
                <a:gd name="connsiteY18" fmla="*/ 5140 h 10000"/>
                <a:gd name="connsiteX19" fmla="*/ 1557 w 10000"/>
                <a:gd name="connsiteY19" fmla="*/ 5330 h 10000"/>
                <a:gd name="connsiteX20" fmla="*/ 1322 w 10000"/>
                <a:gd name="connsiteY20" fmla="*/ 5520 h 10000"/>
                <a:gd name="connsiteX21" fmla="*/ 1087 w 10000"/>
                <a:gd name="connsiteY21" fmla="*/ 5709 h 10000"/>
                <a:gd name="connsiteX22" fmla="*/ 803 w 10000"/>
                <a:gd name="connsiteY22" fmla="*/ 5878 h 10000"/>
                <a:gd name="connsiteX23" fmla="*/ 519 w 10000"/>
                <a:gd name="connsiteY23" fmla="*/ 6032 h 10000"/>
                <a:gd name="connsiteX24" fmla="*/ 235 w 10000"/>
                <a:gd name="connsiteY24" fmla="*/ 6187 h 10000"/>
                <a:gd name="connsiteX25" fmla="*/ 0 w 10000"/>
                <a:gd name="connsiteY25" fmla="*/ 9263 h 10000"/>
                <a:gd name="connsiteX26" fmla="*/ 4417 w 10000"/>
                <a:gd name="connsiteY26" fmla="*/ 10000 h 10000"/>
                <a:gd name="connsiteX27" fmla="*/ 4417 w 10000"/>
                <a:gd name="connsiteY27" fmla="*/ 10000 h 10000"/>
                <a:gd name="connsiteX28" fmla="*/ 5044 w 10000"/>
                <a:gd name="connsiteY28" fmla="*/ 9691 h 10000"/>
                <a:gd name="connsiteX29" fmla="*/ 5632 w 10000"/>
                <a:gd name="connsiteY29" fmla="*/ 9347 h 10000"/>
                <a:gd name="connsiteX30" fmla="*/ 6180 w 10000"/>
                <a:gd name="connsiteY30" fmla="*/ 8989 h 10000"/>
                <a:gd name="connsiteX31" fmla="*/ 6719 w 10000"/>
                <a:gd name="connsiteY31" fmla="*/ 8617 h 10000"/>
                <a:gd name="connsiteX32" fmla="*/ 7209 w 10000"/>
                <a:gd name="connsiteY32" fmla="*/ 8202 h 10000"/>
                <a:gd name="connsiteX33" fmla="*/ 7679 w 10000"/>
                <a:gd name="connsiteY33" fmla="*/ 7795 h 10000"/>
                <a:gd name="connsiteX34" fmla="*/ 8090 w 10000"/>
                <a:gd name="connsiteY34" fmla="*/ 7353 h 10000"/>
                <a:gd name="connsiteX35" fmla="*/ 8472 w 10000"/>
                <a:gd name="connsiteY35" fmla="*/ 6903 h 10000"/>
                <a:gd name="connsiteX36" fmla="*/ 8815 w 10000"/>
                <a:gd name="connsiteY36" fmla="*/ 6426 h 10000"/>
                <a:gd name="connsiteX37" fmla="*/ 9119 w 10000"/>
                <a:gd name="connsiteY37" fmla="*/ 5948 h 10000"/>
                <a:gd name="connsiteX38" fmla="*/ 9383 w 10000"/>
                <a:gd name="connsiteY38" fmla="*/ 5449 h 10000"/>
                <a:gd name="connsiteX39" fmla="*/ 9589 w 10000"/>
                <a:gd name="connsiteY39" fmla="*/ 4937 h 10000"/>
                <a:gd name="connsiteX40" fmla="*/ 9765 w 10000"/>
                <a:gd name="connsiteY40" fmla="*/ 4410 h 10000"/>
                <a:gd name="connsiteX41" fmla="*/ 9902 w 10000"/>
                <a:gd name="connsiteY41" fmla="*/ 3862 h 10000"/>
                <a:gd name="connsiteX42" fmla="*/ 9971 w 10000"/>
                <a:gd name="connsiteY42" fmla="*/ 3315 h 10000"/>
                <a:gd name="connsiteX43" fmla="*/ 10000 w 10000"/>
                <a:gd name="connsiteY43" fmla="*/ 2767 h 10000"/>
                <a:gd name="connsiteX44" fmla="*/ 10000 w 10000"/>
                <a:gd name="connsiteY44" fmla="*/ 2767 h 10000"/>
                <a:gd name="connsiteX45" fmla="*/ 9971 w 10000"/>
                <a:gd name="connsiteY45" fmla="*/ 2409 h 10000"/>
                <a:gd name="connsiteX46" fmla="*/ 9951 w 10000"/>
                <a:gd name="connsiteY46" fmla="*/ 2051 h 10000"/>
                <a:gd name="connsiteX47" fmla="*/ 9902 w 10000"/>
                <a:gd name="connsiteY47" fmla="*/ 1692 h 10000"/>
                <a:gd name="connsiteX48" fmla="*/ 9824 w 10000"/>
                <a:gd name="connsiteY48" fmla="*/ 1348 h 10000"/>
                <a:gd name="connsiteX49" fmla="*/ 9745 w 10000"/>
                <a:gd name="connsiteY49" fmla="*/ 990 h 10000"/>
                <a:gd name="connsiteX50" fmla="*/ 9618 w 10000"/>
                <a:gd name="connsiteY50" fmla="*/ 646 h 10000"/>
                <a:gd name="connsiteX51" fmla="*/ 9481 w 10000"/>
                <a:gd name="connsiteY51" fmla="*/ 323 h 10000"/>
                <a:gd name="connsiteX52" fmla="*/ 9334 w 10000"/>
                <a:gd name="connsiteY52" fmla="*/ 0 h 10000"/>
                <a:gd name="connsiteX0" fmla="*/ 9334 w 10000"/>
                <a:gd name="connsiteY0" fmla="*/ 0 h 10000"/>
                <a:gd name="connsiteX1" fmla="*/ 6775 w 10000"/>
                <a:gd name="connsiteY1" fmla="*/ 2211 h 10000"/>
                <a:gd name="connsiteX2" fmla="*/ 2556 w 10000"/>
                <a:gd name="connsiteY2" fmla="*/ 1454 h 10000"/>
                <a:gd name="connsiteX3" fmla="*/ 2556 w 10000"/>
                <a:gd name="connsiteY3" fmla="*/ 1454 h 10000"/>
                <a:gd name="connsiteX4" fmla="*/ 2693 w 10000"/>
                <a:gd name="connsiteY4" fmla="*/ 1756 h 10000"/>
                <a:gd name="connsiteX5" fmla="*/ 2791 w 10000"/>
                <a:gd name="connsiteY5" fmla="*/ 2086 h 10000"/>
                <a:gd name="connsiteX6" fmla="*/ 2870 w 10000"/>
                <a:gd name="connsiteY6" fmla="*/ 2423 h 10000"/>
                <a:gd name="connsiteX7" fmla="*/ 2870 w 10000"/>
                <a:gd name="connsiteY7" fmla="*/ 2767 h 10000"/>
                <a:gd name="connsiteX8" fmla="*/ 2870 w 10000"/>
                <a:gd name="connsiteY8" fmla="*/ 2767 h 10000"/>
                <a:gd name="connsiteX9" fmla="*/ 2870 w 10000"/>
                <a:gd name="connsiteY9" fmla="*/ 3027 h 10000"/>
                <a:gd name="connsiteX10" fmla="*/ 2840 w 10000"/>
                <a:gd name="connsiteY10" fmla="*/ 3279 h 10000"/>
                <a:gd name="connsiteX11" fmla="*/ 2772 w 10000"/>
                <a:gd name="connsiteY11" fmla="*/ 3539 h 10000"/>
                <a:gd name="connsiteX12" fmla="*/ 2693 w 10000"/>
                <a:gd name="connsiteY12" fmla="*/ 3792 h 10000"/>
                <a:gd name="connsiteX13" fmla="*/ 2586 w 10000"/>
                <a:gd name="connsiteY13" fmla="*/ 4031 h 10000"/>
                <a:gd name="connsiteX14" fmla="*/ 2458 w 10000"/>
                <a:gd name="connsiteY14" fmla="*/ 4270 h 10000"/>
                <a:gd name="connsiteX15" fmla="*/ 2331 w 10000"/>
                <a:gd name="connsiteY15" fmla="*/ 4494 h 10000"/>
                <a:gd name="connsiteX16" fmla="*/ 2174 w 10000"/>
                <a:gd name="connsiteY16" fmla="*/ 4719 h 10000"/>
                <a:gd name="connsiteX17" fmla="*/ 1969 w 10000"/>
                <a:gd name="connsiteY17" fmla="*/ 4937 h 10000"/>
                <a:gd name="connsiteX18" fmla="*/ 1783 w 10000"/>
                <a:gd name="connsiteY18" fmla="*/ 5140 h 10000"/>
                <a:gd name="connsiteX19" fmla="*/ 1557 w 10000"/>
                <a:gd name="connsiteY19" fmla="*/ 5330 h 10000"/>
                <a:gd name="connsiteX20" fmla="*/ 1322 w 10000"/>
                <a:gd name="connsiteY20" fmla="*/ 5520 h 10000"/>
                <a:gd name="connsiteX21" fmla="*/ 1087 w 10000"/>
                <a:gd name="connsiteY21" fmla="*/ 5709 h 10000"/>
                <a:gd name="connsiteX22" fmla="*/ 803 w 10000"/>
                <a:gd name="connsiteY22" fmla="*/ 5878 h 10000"/>
                <a:gd name="connsiteX23" fmla="*/ 519 w 10000"/>
                <a:gd name="connsiteY23" fmla="*/ 6032 h 10000"/>
                <a:gd name="connsiteX24" fmla="*/ 235 w 10000"/>
                <a:gd name="connsiteY24" fmla="*/ 6187 h 10000"/>
                <a:gd name="connsiteX25" fmla="*/ 0 w 10000"/>
                <a:gd name="connsiteY25" fmla="*/ 9263 h 10000"/>
                <a:gd name="connsiteX26" fmla="*/ 4417 w 10000"/>
                <a:gd name="connsiteY26" fmla="*/ 10000 h 10000"/>
                <a:gd name="connsiteX27" fmla="*/ 4417 w 10000"/>
                <a:gd name="connsiteY27" fmla="*/ 10000 h 10000"/>
                <a:gd name="connsiteX28" fmla="*/ 5044 w 10000"/>
                <a:gd name="connsiteY28" fmla="*/ 9691 h 10000"/>
                <a:gd name="connsiteX29" fmla="*/ 5632 w 10000"/>
                <a:gd name="connsiteY29" fmla="*/ 9347 h 10000"/>
                <a:gd name="connsiteX30" fmla="*/ 6180 w 10000"/>
                <a:gd name="connsiteY30" fmla="*/ 8989 h 10000"/>
                <a:gd name="connsiteX31" fmla="*/ 6719 w 10000"/>
                <a:gd name="connsiteY31" fmla="*/ 8617 h 10000"/>
                <a:gd name="connsiteX32" fmla="*/ 7209 w 10000"/>
                <a:gd name="connsiteY32" fmla="*/ 8202 h 10000"/>
                <a:gd name="connsiteX33" fmla="*/ 7679 w 10000"/>
                <a:gd name="connsiteY33" fmla="*/ 7795 h 10000"/>
                <a:gd name="connsiteX34" fmla="*/ 8090 w 10000"/>
                <a:gd name="connsiteY34" fmla="*/ 7353 h 10000"/>
                <a:gd name="connsiteX35" fmla="*/ 8472 w 10000"/>
                <a:gd name="connsiteY35" fmla="*/ 6903 h 10000"/>
                <a:gd name="connsiteX36" fmla="*/ 8815 w 10000"/>
                <a:gd name="connsiteY36" fmla="*/ 6426 h 10000"/>
                <a:gd name="connsiteX37" fmla="*/ 9119 w 10000"/>
                <a:gd name="connsiteY37" fmla="*/ 5948 h 10000"/>
                <a:gd name="connsiteX38" fmla="*/ 9383 w 10000"/>
                <a:gd name="connsiteY38" fmla="*/ 5449 h 10000"/>
                <a:gd name="connsiteX39" fmla="*/ 9589 w 10000"/>
                <a:gd name="connsiteY39" fmla="*/ 4937 h 10000"/>
                <a:gd name="connsiteX40" fmla="*/ 9765 w 10000"/>
                <a:gd name="connsiteY40" fmla="*/ 4410 h 10000"/>
                <a:gd name="connsiteX41" fmla="*/ 9902 w 10000"/>
                <a:gd name="connsiteY41" fmla="*/ 3862 h 10000"/>
                <a:gd name="connsiteX42" fmla="*/ 9971 w 10000"/>
                <a:gd name="connsiteY42" fmla="*/ 3315 h 10000"/>
                <a:gd name="connsiteX43" fmla="*/ 10000 w 10000"/>
                <a:gd name="connsiteY43" fmla="*/ 2767 h 10000"/>
                <a:gd name="connsiteX44" fmla="*/ 10000 w 10000"/>
                <a:gd name="connsiteY44" fmla="*/ 2767 h 10000"/>
                <a:gd name="connsiteX45" fmla="*/ 9971 w 10000"/>
                <a:gd name="connsiteY45" fmla="*/ 2409 h 10000"/>
                <a:gd name="connsiteX46" fmla="*/ 9951 w 10000"/>
                <a:gd name="connsiteY46" fmla="*/ 2051 h 10000"/>
                <a:gd name="connsiteX47" fmla="*/ 9902 w 10000"/>
                <a:gd name="connsiteY47" fmla="*/ 1692 h 10000"/>
                <a:gd name="connsiteX48" fmla="*/ 9824 w 10000"/>
                <a:gd name="connsiteY48" fmla="*/ 1348 h 10000"/>
                <a:gd name="connsiteX49" fmla="*/ 9745 w 10000"/>
                <a:gd name="connsiteY49" fmla="*/ 990 h 10000"/>
                <a:gd name="connsiteX50" fmla="*/ 9618 w 10000"/>
                <a:gd name="connsiteY50" fmla="*/ 646 h 10000"/>
                <a:gd name="connsiteX51" fmla="*/ 9481 w 10000"/>
                <a:gd name="connsiteY51" fmla="*/ 323 h 10000"/>
                <a:gd name="connsiteX52" fmla="*/ 9334 w 10000"/>
                <a:gd name="connsiteY52" fmla="*/ 0 h 10000"/>
                <a:gd name="connsiteX0" fmla="*/ 9334 w 10000"/>
                <a:gd name="connsiteY0" fmla="*/ 0 h 10015"/>
                <a:gd name="connsiteX1" fmla="*/ 6775 w 10000"/>
                <a:gd name="connsiteY1" fmla="*/ 2226 h 10015"/>
                <a:gd name="connsiteX2" fmla="*/ 2556 w 10000"/>
                <a:gd name="connsiteY2" fmla="*/ 1469 h 10015"/>
                <a:gd name="connsiteX3" fmla="*/ 2556 w 10000"/>
                <a:gd name="connsiteY3" fmla="*/ 1469 h 10015"/>
                <a:gd name="connsiteX4" fmla="*/ 2693 w 10000"/>
                <a:gd name="connsiteY4" fmla="*/ 1771 h 10015"/>
                <a:gd name="connsiteX5" fmla="*/ 2791 w 10000"/>
                <a:gd name="connsiteY5" fmla="*/ 2101 h 10015"/>
                <a:gd name="connsiteX6" fmla="*/ 2870 w 10000"/>
                <a:gd name="connsiteY6" fmla="*/ 2438 h 10015"/>
                <a:gd name="connsiteX7" fmla="*/ 2870 w 10000"/>
                <a:gd name="connsiteY7" fmla="*/ 2782 h 10015"/>
                <a:gd name="connsiteX8" fmla="*/ 2870 w 10000"/>
                <a:gd name="connsiteY8" fmla="*/ 2782 h 10015"/>
                <a:gd name="connsiteX9" fmla="*/ 2870 w 10000"/>
                <a:gd name="connsiteY9" fmla="*/ 3042 h 10015"/>
                <a:gd name="connsiteX10" fmla="*/ 2840 w 10000"/>
                <a:gd name="connsiteY10" fmla="*/ 3294 h 10015"/>
                <a:gd name="connsiteX11" fmla="*/ 2772 w 10000"/>
                <a:gd name="connsiteY11" fmla="*/ 3554 h 10015"/>
                <a:gd name="connsiteX12" fmla="*/ 2693 w 10000"/>
                <a:gd name="connsiteY12" fmla="*/ 3807 h 10015"/>
                <a:gd name="connsiteX13" fmla="*/ 2586 w 10000"/>
                <a:gd name="connsiteY13" fmla="*/ 4046 h 10015"/>
                <a:gd name="connsiteX14" fmla="*/ 2458 w 10000"/>
                <a:gd name="connsiteY14" fmla="*/ 4285 h 10015"/>
                <a:gd name="connsiteX15" fmla="*/ 2331 w 10000"/>
                <a:gd name="connsiteY15" fmla="*/ 4509 h 10015"/>
                <a:gd name="connsiteX16" fmla="*/ 2174 w 10000"/>
                <a:gd name="connsiteY16" fmla="*/ 4734 h 10015"/>
                <a:gd name="connsiteX17" fmla="*/ 1969 w 10000"/>
                <a:gd name="connsiteY17" fmla="*/ 4952 h 10015"/>
                <a:gd name="connsiteX18" fmla="*/ 1783 w 10000"/>
                <a:gd name="connsiteY18" fmla="*/ 5155 h 10015"/>
                <a:gd name="connsiteX19" fmla="*/ 1557 w 10000"/>
                <a:gd name="connsiteY19" fmla="*/ 5345 h 10015"/>
                <a:gd name="connsiteX20" fmla="*/ 1322 w 10000"/>
                <a:gd name="connsiteY20" fmla="*/ 5535 h 10015"/>
                <a:gd name="connsiteX21" fmla="*/ 1087 w 10000"/>
                <a:gd name="connsiteY21" fmla="*/ 5724 h 10015"/>
                <a:gd name="connsiteX22" fmla="*/ 803 w 10000"/>
                <a:gd name="connsiteY22" fmla="*/ 5893 h 10015"/>
                <a:gd name="connsiteX23" fmla="*/ 519 w 10000"/>
                <a:gd name="connsiteY23" fmla="*/ 6047 h 10015"/>
                <a:gd name="connsiteX24" fmla="*/ 235 w 10000"/>
                <a:gd name="connsiteY24" fmla="*/ 6202 h 10015"/>
                <a:gd name="connsiteX25" fmla="*/ 0 w 10000"/>
                <a:gd name="connsiteY25" fmla="*/ 9278 h 10015"/>
                <a:gd name="connsiteX26" fmla="*/ 4417 w 10000"/>
                <a:gd name="connsiteY26" fmla="*/ 10015 h 10015"/>
                <a:gd name="connsiteX27" fmla="*/ 4417 w 10000"/>
                <a:gd name="connsiteY27" fmla="*/ 10015 h 10015"/>
                <a:gd name="connsiteX28" fmla="*/ 5044 w 10000"/>
                <a:gd name="connsiteY28" fmla="*/ 9706 h 10015"/>
                <a:gd name="connsiteX29" fmla="*/ 5632 w 10000"/>
                <a:gd name="connsiteY29" fmla="*/ 9362 h 10015"/>
                <a:gd name="connsiteX30" fmla="*/ 6180 w 10000"/>
                <a:gd name="connsiteY30" fmla="*/ 9004 h 10015"/>
                <a:gd name="connsiteX31" fmla="*/ 6719 w 10000"/>
                <a:gd name="connsiteY31" fmla="*/ 8632 h 10015"/>
                <a:gd name="connsiteX32" fmla="*/ 7209 w 10000"/>
                <a:gd name="connsiteY32" fmla="*/ 8217 h 10015"/>
                <a:gd name="connsiteX33" fmla="*/ 7679 w 10000"/>
                <a:gd name="connsiteY33" fmla="*/ 7810 h 10015"/>
                <a:gd name="connsiteX34" fmla="*/ 8090 w 10000"/>
                <a:gd name="connsiteY34" fmla="*/ 7368 h 10015"/>
                <a:gd name="connsiteX35" fmla="*/ 8472 w 10000"/>
                <a:gd name="connsiteY35" fmla="*/ 6918 h 10015"/>
                <a:gd name="connsiteX36" fmla="*/ 8815 w 10000"/>
                <a:gd name="connsiteY36" fmla="*/ 6441 h 10015"/>
                <a:gd name="connsiteX37" fmla="*/ 9119 w 10000"/>
                <a:gd name="connsiteY37" fmla="*/ 5963 h 10015"/>
                <a:gd name="connsiteX38" fmla="*/ 9383 w 10000"/>
                <a:gd name="connsiteY38" fmla="*/ 5464 h 10015"/>
                <a:gd name="connsiteX39" fmla="*/ 9589 w 10000"/>
                <a:gd name="connsiteY39" fmla="*/ 4952 h 10015"/>
                <a:gd name="connsiteX40" fmla="*/ 9765 w 10000"/>
                <a:gd name="connsiteY40" fmla="*/ 4425 h 10015"/>
                <a:gd name="connsiteX41" fmla="*/ 9902 w 10000"/>
                <a:gd name="connsiteY41" fmla="*/ 3877 h 10015"/>
                <a:gd name="connsiteX42" fmla="*/ 9971 w 10000"/>
                <a:gd name="connsiteY42" fmla="*/ 3330 h 10015"/>
                <a:gd name="connsiteX43" fmla="*/ 10000 w 10000"/>
                <a:gd name="connsiteY43" fmla="*/ 2782 h 10015"/>
                <a:gd name="connsiteX44" fmla="*/ 10000 w 10000"/>
                <a:gd name="connsiteY44" fmla="*/ 2782 h 10015"/>
                <a:gd name="connsiteX45" fmla="*/ 9971 w 10000"/>
                <a:gd name="connsiteY45" fmla="*/ 2424 h 10015"/>
                <a:gd name="connsiteX46" fmla="*/ 9951 w 10000"/>
                <a:gd name="connsiteY46" fmla="*/ 2066 h 10015"/>
                <a:gd name="connsiteX47" fmla="*/ 9902 w 10000"/>
                <a:gd name="connsiteY47" fmla="*/ 1707 h 10015"/>
                <a:gd name="connsiteX48" fmla="*/ 9824 w 10000"/>
                <a:gd name="connsiteY48" fmla="*/ 1363 h 10015"/>
                <a:gd name="connsiteX49" fmla="*/ 9745 w 10000"/>
                <a:gd name="connsiteY49" fmla="*/ 1005 h 10015"/>
                <a:gd name="connsiteX50" fmla="*/ 9618 w 10000"/>
                <a:gd name="connsiteY50" fmla="*/ 661 h 10015"/>
                <a:gd name="connsiteX51" fmla="*/ 9481 w 10000"/>
                <a:gd name="connsiteY51" fmla="*/ 338 h 10015"/>
                <a:gd name="connsiteX52" fmla="*/ 9334 w 10000"/>
                <a:gd name="connsiteY52" fmla="*/ 0 h 1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0000" h="10015">
                  <a:moveTo>
                    <a:pt x="9334" y="0"/>
                  </a:moveTo>
                  <a:lnTo>
                    <a:pt x="6775" y="2226"/>
                  </a:lnTo>
                  <a:lnTo>
                    <a:pt x="2556" y="1469"/>
                  </a:lnTo>
                  <a:lnTo>
                    <a:pt x="2556" y="1469"/>
                  </a:lnTo>
                  <a:lnTo>
                    <a:pt x="2693" y="1771"/>
                  </a:lnTo>
                  <a:cubicBezTo>
                    <a:pt x="2726" y="1881"/>
                    <a:pt x="2758" y="1991"/>
                    <a:pt x="2791" y="2101"/>
                  </a:cubicBezTo>
                  <a:cubicBezTo>
                    <a:pt x="2817" y="2213"/>
                    <a:pt x="2844" y="2326"/>
                    <a:pt x="2870" y="2438"/>
                  </a:cubicBezTo>
                  <a:lnTo>
                    <a:pt x="2870" y="2782"/>
                  </a:lnTo>
                  <a:lnTo>
                    <a:pt x="2870" y="2782"/>
                  </a:lnTo>
                  <a:lnTo>
                    <a:pt x="2870" y="3042"/>
                  </a:lnTo>
                  <a:lnTo>
                    <a:pt x="2840" y="3294"/>
                  </a:lnTo>
                  <a:cubicBezTo>
                    <a:pt x="2817" y="3381"/>
                    <a:pt x="2795" y="3467"/>
                    <a:pt x="2772" y="3554"/>
                  </a:cubicBezTo>
                  <a:cubicBezTo>
                    <a:pt x="2746" y="3638"/>
                    <a:pt x="2719" y="3723"/>
                    <a:pt x="2693" y="3807"/>
                  </a:cubicBezTo>
                  <a:cubicBezTo>
                    <a:pt x="2657" y="3887"/>
                    <a:pt x="2622" y="3966"/>
                    <a:pt x="2586" y="4046"/>
                  </a:cubicBezTo>
                  <a:lnTo>
                    <a:pt x="2458" y="4285"/>
                  </a:lnTo>
                  <a:cubicBezTo>
                    <a:pt x="2416" y="4360"/>
                    <a:pt x="2373" y="4434"/>
                    <a:pt x="2331" y="4509"/>
                  </a:cubicBezTo>
                  <a:lnTo>
                    <a:pt x="2174" y="4734"/>
                  </a:lnTo>
                  <a:cubicBezTo>
                    <a:pt x="2106" y="4807"/>
                    <a:pt x="2037" y="4879"/>
                    <a:pt x="1969" y="4952"/>
                  </a:cubicBezTo>
                  <a:lnTo>
                    <a:pt x="1783" y="5155"/>
                  </a:lnTo>
                  <a:lnTo>
                    <a:pt x="1557" y="5345"/>
                  </a:lnTo>
                  <a:lnTo>
                    <a:pt x="1322" y="5535"/>
                  </a:lnTo>
                  <a:lnTo>
                    <a:pt x="1087" y="5724"/>
                  </a:lnTo>
                  <a:lnTo>
                    <a:pt x="803" y="5893"/>
                  </a:lnTo>
                  <a:lnTo>
                    <a:pt x="519" y="6047"/>
                  </a:lnTo>
                  <a:lnTo>
                    <a:pt x="235" y="6202"/>
                  </a:lnTo>
                  <a:cubicBezTo>
                    <a:pt x="157" y="7227"/>
                    <a:pt x="78" y="8253"/>
                    <a:pt x="0" y="9278"/>
                  </a:cubicBezTo>
                  <a:lnTo>
                    <a:pt x="4417" y="10015"/>
                  </a:lnTo>
                  <a:lnTo>
                    <a:pt x="4417" y="10015"/>
                  </a:lnTo>
                  <a:lnTo>
                    <a:pt x="5044" y="9706"/>
                  </a:lnTo>
                  <a:lnTo>
                    <a:pt x="5632" y="9362"/>
                  </a:lnTo>
                  <a:lnTo>
                    <a:pt x="6180" y="9004"/>
                  </a:lnTo>
                  <a:lnTo>
                    <a:pt x="6719" y="8632"/>
                  </a:lnTo>
                  <a:lnTo>
                    <a:pt x="7209" y="8217"/>
                  </a:lnTo>
                  <a:lnTo>
                    <a:pt x="7679" y="7810"/>
                  </a:lnTo>
                  <a:lnTo>
                    <a:pt x="8090" y="7368"/>
                  </a:lnTo>
                  <a:lnTo>
                    <a:pt x="8472" y="6918"/>
                  </a:lnTo>
                  <a:lnTo>
                    <a:pt x="8815" y="6441"/>
                  </a:lnTo>
                  <a:lnTo>
                    <a:pt x="9119" y="5963"/>
                  </a:lnTo>
                  <a:lnTo>
                    <a:pt x="9383" y="5464"/>
                  </a:lnTo>
                  <a:lnTo>
                    <a:pt x="9589" y="4952"/>
                  </a:lnTo>
                  <a:cubicBezTo>
                    <a:pt x="9648" y="4776"/>
                    <a:pt x="9706" y="4601"/>
                    <a:pt x="9765" y="4425"/>
                  </a:cubicBezTo>
                  <a:cubicBezTo>
                    <a:pt x="9811" y="4242"/>
                    <a:pt x="9856" y="4060"/>
                    <a:pt x="9902" y="3877"/>
                  </a:cubicBezTo>
                  <a:cubicBezTo>
                    <a:pt x="9925" y="3695"/>
                    <a:pt x="9948" y="3512"/>
                    <a:pt x="9971" y="3330"/>
                  </a:cubicBezTo>
                  <a:cubicBezTo>
                    <a:pt x="9981" y="3147"/>
                    <a:pt x="9990" y="2965"/>
                    <a:pt x="10000" y="2782"/>
                  </a:cubicBezTo>
                  <a:lnTo>
                    <a:pt x="10000" y="2782"/>
                  </a:lnTo>
                  <a:cubicBezTo>
                    <a:pt x="9990" y="2663"/>
                    <a:pt x="9981" y="2543"/>
                    <a:pt x="9971" y="2424"/>
                  </a:cubicBezTo>
                  <a:cubicBezTo>
                    <a:pt x="9964" y="2305"/>
                    <a:pt x="9958" y="2185"/>
                    <a:pt x="9951" y="2066"/>
                  </a:cubicBezTo>
                  <a:cubicBezTo>
                    <a:pt x="9935" y="1946"/>
                    <a:pt x="9918" y="1827"/>
                    <a:pt x="9902" y="1707"/>
                  </a:cubicBezTo>
                  <a:cubicBezTo>
                    <a:pt x="9876" y="1592"/>
                    <a:pt x="9850" y="1478"/>
                    <a:pt x="9824" y="1363"/>
                  </a:cubicBezTo>
                  <a:cubicBezTo>
                    <a:pt x="9798" y="1244"/>
                    <a:pt x="9771" y="1124"/>
                    <a:pt x="9745" y="1005"/>
                  </a:cubicBezTo>
                  <a:cubicBezTo>
                    <a:pt x="9703" y="890"/>
                    <a:pt x="9660" y="776"/>
                    <a:pt x="9618" y="661"/>
                  </a:cubicBezTo>
                  <a:lnTo>
                    <a:pt x="9481" y="338"/>
                  </a:lnTo>
                  <a:lnTo>
                    <a:pt x="9334" y="0"/>
                  </a:lnTo>
                  <a:close/>
                </a:path>
              </a:pathLst>
            </a:custGeom>
            <a:solidFill>
              <a:schemeClr val="bg1"/>
            </a:solidFill>
            <a:ln w="38100">
              <a:solidFill>
                <a:schemeClr val="tx2"/>
              </a:solidFill>
              <a:round/>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Ubuntu"/>
                <a:ea typeface="+mn-ea"/>
                <a:cs typeface="+mn-cs"/>
              </a:endParaRPr>
            </a:p>
          </p:txBody>
        </p:sp>
        <p:sp>
          <p:nvSpPr>
            <p:cNvPr id="46" name="Freeform 16">
              <a:extLst>
                <a:ext uri="{FF2B5EF4-FFF2-40B4-BE49-F238E27FC236}">
                  <a16:creationId xmlns:a16="http://schemas.microsoft.com/office/drawing/2014/main" id="{46BA0C37-7609-66E7-67B6-D918912A6E45}"/>
                </a:ext>
              </a:extLst>
            </p:cNvPr>
            <p:cNvSpPr>
              <a:spLocks/>
            </p:cNvSpPr>
            <p:nvPr/>
          </p:nvSpPr>
          <p:spPr bwMode="auto">
            <a:xfrm>
              <a:off x="14101706" y="3814570"/>
              <a:ext cx="953702" cy="945817"/>
            </a:xfrm>
            <a:custGeom>
              <a:avLst/>
              <a:gdLst>
                <a:gd name="connsiteX0" fmla="*/ 23 w 10000"/>
                <a:gd name="connsiteY0" fmla="*/ 0 h 10000"/>
                <a:gd name="connsiteX1" fmla="*/ 23 w 10000"/>
                <a:gd name="connsiteY1" fmla="*/ 0 h 10000"/>
                <a:gd name="connsiteX2" fmla="*/ 0 w 10000"/>
                <a:gd name="connsiteY2" fmla="*/ 0 h 10000"/>
                <a:gd name="connsiteX3" fmla="*/ 2184 w 10000"/>
                <a:gd name="connsiteY3" fmla="*/ 2977 h 10000"/>
                <a:gd name="connsiteX4" fmla="*/ 23 w 10000"/>
                <a:gd name="connsiteY4" fmla="*/ 5577 h 10000"/>
                <a:gd name="connsiteX5" fmla="*/ 23 w 10000"/>
                <a:gd name="connsiteY5" fmla="*/ 5577 h 10000"/>
                <a:gd name="connsiteX6" fmla="*/ 23 w 10000"/>
                <a:gd name="connsiteY6" fmla="*/ 5577 h 10000"/>
                <a:gd name="connsiteX7" fmla="*/ 23 w 10000"/>
                <a:gd name="connsiteY7" fmla="*/ 5577 h 10000"/>
                <a:gd name="connsiteX8" fmla="*/ 419 w 10000"/>
                <a:gd name="connsiteY8" fmla="*/ 5602 h 10000"/>
                <a:gd name="connsiteX9" fmla="*/ 822 w 10000"/>
                <a:gd name="connsiteY9" fmla="*/ 5635 h 10000"/>
                <a:gd name="connsiteX10" fmla="*/ 1225 w 10000"/>
                <a:gd name="connsiteY10" fmla="*/ 5719 h 10000"/>
                <a:gd name="connsiteX11" fmla="*/ 1583 w 10000"/>
                <a:gd name="connsiteY11" fmla="*/ 5844 h 10000"/>
                <a:gd name="connsiteX12" fmla="*/ 1963 w 10000"/>
                <a:gd name="connsiteY12" fmla="*/ 5987 h 10000"/>
                <a:gd name="connsiteX13" fmla="*/ 2306 w 10000"/>
                <a:gd name="connsiteY13" fmla="*/ 6145 h 10000"/>
                <a:gd name="connsiteX14" fmla="*/ 2648 w 10000"/>
                <a:gd name="connsiteY14" fmla="*/ 6355 h 10000"/>
                <a:gd name="connsiteX15" fmla="*/ 2968 w 10000"/>
                <a:gd name="connsiteY15" fmla="*/ 6555 h 10000"/>
                <a:gd name="connsiteX16" fmla="*/ 3272 w 10000"/>
                <a:gd name="connsiteY16" fmla="*/ 6798 h 10000"/>
                <a:gd name="connsiteX17" fmla="*/ 3554 w 10000"/>
                <a:gd name="connsiteY17" fmla="*/ 7065 h 10000"/>
                <a:gd name="connsiteX18" fmla="*/ 3790 w 10000"/>
                <a:gd name="connsiteY18" fmla="*/ 7349 h 10000"/>
                <a:gd name="connsiteX19" fmla="*/ 4033 w 10000"/>
                <a:gd name="connsiteY19" fmla="*/ 7659 h 10000"/>
                <a:gd name="connsiteX20" fmla="*/ 4254 w 10000"/>
                <a:gd name="connsiteY20" fmla="*/ 7977 h 10000"/>
                <a:gd name="connsiteX21" fmla="*/ 4437 w 10000"/>
                <a:gd name="connsiteY21" fmla="*/ 8328 h 10000"/>
                <a:gd name="connsiteX22" fmla="*/ 4597 w 10000"/>
                <a:gd name="connsiteY22" fmla="*/ 8696 h 10000"/>
                <a:gd name="connsiteX23" fmla="*/ 4754 w 10000"/>
                <a:gd name="connsiteY23" fmla="*/ 9126 h 10000"/>
                <a:gd name="connsiteX24" fmla="*/ 8029 w 10000"/>
                <a:gd name="connsiteY24" fmla="*/ 10000 h 10000"/>
                <a:gd name="connsiteX25" fmla="*/ 10000 w 10000"/>
                <a:gd name="connsiteY25" fmla="*/ 7333 h 10000"/>
                <a:gd name="connsiteX26" fmla="*/ 10000 w 10000"/>
                <a:gd name="connsiteY26" fmla="*/ 7333 h 10000"/>
                <a:gd name="connsiteX27" fmla="*/ 9878 w 10000"/>
                <a:gd name="connsiteY27" fmla="*/ 6923 h 10000"/>
                <a:gd name="connsiteX28" fmla="*/ 9718 w 10000"/>
                <a:gd name="connsiteY28" fmla="*/ 6538 h 10000"/>
                <a:gd name="connsiteX29" fmla="*/ 9551 w 10000"/>
                <a:gd name="connsiteY29" fmla="*/ 6145 h 10000"/>
                <a:gd name="connsiteX30" fmla="*/ 9376 w 10000"/>
                <a:gd name="connsiteY30" fmla="*/ 5786 h 10000"/>
                <a:gd name="connsiteX31" fmla="*/ 9193 w 10000"/>
                <a:gd name="connsiteY31" fmla="*/ 5418 h 10000"/>
                <a:gd name="connsiteX32" fmla="*/ 8973 w 10000"/>
                <a:gd name="connsiteY32" fmla="*/ 5067 h 10000"/>
                <a:gd name="connsiteX33" fmla="*/ 8752 w 10000"/>
                <a:gd name="connsiteY33" fmla="*/ 4724 h 10000"/>
                <a:gd name="connsiteX34" fmla="*/ 8531 w 10000"/>
                <a:gd name="connsiteY34" fmla="*/ 4381 h 10000"/>
                <a:gd name="connsiteX35" fmla="*/ 8288 w 10000"/>
                <a:gd name="connsiteY35" fmla="*/ 4055 h 10000"/>
                <a:gd name="connsiteX36" fmla="*/ 8029 w 10000"/>
                <a:gd name="connsiteY36" fmla="*/ 3729 h 10000"/>
                <a:gd name="connsiteX37" fmla="*/ 7770 w 10000"/>
                <a:gd name="connsiteY37" fmla="*/ 3420 h 10000"/>
                <a:gd name="connsiteX38" fmla="*/ 7489 w 10000"/>
                <a:gd name="connsiteY38" fmla="*/ 3135 h 10000"/>
                <a:gd name="connsiteX39" fmla="*/ 7184 w 10000"/>
                <a:gd name="connsiteY39" fmla="*/ 2851 h 10000"/>
                <a:gd name="connsiteX40" fmla="*/ 6887 w 10000"/>
                <a:gd name="connsiteY40" fmla="*/ 2567 h 10000"/>
                <a:gd name="connsiteX41" fmla="*/ 6583 w 10000"/>
                <a:gd name="connsiteY41" fmla="*/ 2324 h 10000"/>
                <a:gd name="connsiteX42" fmla="*/ 6263 w 10000"/>
                <a:gd name="connsiteY42" fmla="*/ 2057 h 10000"/>
                <a:gd name="connsiteX43" fmla="*/ 5921 w 10000"/>
                <a:gd name="connsiteY43" fmla="*/ 1831 h 10000"/>
                <a:gd name="connsiteX44" fmla="*/ 5578 w 10000"/>
                <a:gd name="connsiteY44" fmla="*/ 1605 h 10000"/>
                <a:gd name="connsiteX45" fmla="*/ 5236 w 10000"/>
                <a:gd name="connsiteY45" fmla="*/ 1388 h 10000"/>
                <a:gd name="connsiteX46" fmla="*/ 4878 w 10000"/>
                <a:gd name="connsiteY46" fmla="*/ 1204 h 10000"/>
                <a:gd name="connsiteX47" fmla="*/ 4513 w 10000"/>
                <a:gd name="connsiteY47" fmla="*/ 1020 h 10000"/>
                <a:gd name="connsiteX48" fmla="*/ 4132 w 10000"/>
                <a:gd name="connsiteY48" fmla="*/ 836 h 10000"/>
                <a:gd name="connsiteX49" fmla="*/ 3752 w 10000"/>
                <a:gd name="connsiteY49" fmla="*/ 694 h 10000"/>
                <a:gd name="connsiteX50" fmla="*/ 3371 w 10000"/>
                <a:gd name="connsiteY50" fmla="*/ 552 h 10000"/>
                <a:gd name="connsiteX51" fmla="*/ 2968 w 10000"/>
                <a:gd name="connsiteY51" fmla="*/ 426 h 10000"/>
                <a:gd name="connsiteX52" fmla="*/ 2572 w 10000"/>
                <a:gd name="connsiteY52" fmla="*/ 309 h 10000"/>
                <a:gd name="connsiteX53" fmla="*/ 2146 w 10000"/>
                <a:gd name="connsiteY53" fmla="*/ 226 h 10000"/>
                <a:gd name="connsiteX54" fmla="*/ 1728 w 10000"/>
                <a:gd name="connsiteY54" fmla="*/ 142 h 10000"/>
                <a:gd name="connsiteX55" fmla="*/ 1301 w 10000"/>
                <a:gd name="connsiteY55" fmla="*/ 84 h 10000"/>
                <a:gd name="connsiteX56" fmla="*/ 883 w 10000"/>
                <a:gd name="connsiteY56" fmla="*/ 42 h 10000"/>
                <a:gd name="connsiteX57" fmla="*/ 464 w 10000"/>
                <a:gd name="connsiteY57" fmla="*/ 17 h 10000"/>
                <a:gd name="connsiteX58" fmla="*/ 23 w 10000"/>
                <a:gd name="connsiteY58" fmla="*/ 0 h 10000"/>
                <a:gd name="connsiteX59" fmla="*/ 23 w 10000"/>
                <a:gd name="connsiteY59" fmla="*/ 0 h 10000"/>
                <a:gd name="connsiteX0" fmla="*/ 23 w 10014"/>
                <a:gd name="connsiteY0" fmla="*/ 0 h 10000"/>
                <a:gd name="connsiteX1" fmla="*/ 23 w 10014"/>
                <a:gd name="connsiteY1" fmla="*/ 0 h 10000"/>
                <a:gd name="connsiteX2" fmla="*/ 0 w 10014"/>
                <a:gd name="connsiteY2" fmla="*/ 0 h 10000"/>
                <a:gd name="connsiteX3" fmla="*/ 2184 w 10014"/>
                <a:gd name="connsiteY3" fmla="*/ 2977 h 10000"/>
                <a:gd name="connsiteX4" fmla="*/ 23 w 10014"/>
                <a:gd name="connsiteY4" fmla="*/ 5577 h 10000"/>
                <a:gd name="connsiteX5" fmla="*/ 23 w 10014"/>
                <a:gd name="connsiteY5" fmla="*/ 5577 h 10000"/>
                <a:gd name="connsiteX6" fmla="*/ 23 w 10014"/>
                <a:gd name="connsiteY6" fmla="*/ 5577 h 10000"/>
                <a:gd name="connsiteX7" fmla="*/ 23 w 10014"/>
                <a:gd name="connsiteY7" fmla="*/ 5577 h 10000"/>
                <a:gd name="connsiteX8" fmla="*/ 419 w 10014"/>
                <a:gd name="connsiteY8" fmla="*/ 5602 h 10000"/>
                <a:gd name="connsiteX9" fmla="*/ 822 w 10014"/>
                <a:gd name="connsiteY9" fmla="*/ 5635 h 10000"/>
                <a:gd name="connsiteX10" fmla="*/ 1225 w 10014"/>
                <a:gd name="connsiteY10" fmla="*/ 5719 h 10000"/>
                <a:gd name="connsiteX11" fmla="*/ 1583 w 10014"/>
                <a:gd name="connsiteY11" fmla="*/ 5844 h 10000"/>
                <a:gd name="connsiteX12" fmla="*/ 1963 w 10014"/>
                <a:gd name="connsiteY12" fmla="*/ 5987 h 10000"/>
                <a:gd name="connsiteX13" fmla="*/ 2306 w 10014"/>
                <a:gd name="connsiteY13" fmla="*/ 6145 h 10000"/>
                <a:gd name="connsiteX14" fmla="*/ 2648 w 10014"/>
                <a:gd name="connsiteY14" fmla="*/ 6355 h 10000"/>
                <a:gd name="connsiteX15" fmla="*/ 2968 w 10014"/>
                <a:gd name="connsiteY15" fmla="*/ 6555 h 10000"/>
                <a:gd name="connsiteX16" fmla="*/ 3272 w 10014"/>
                <a:gd name="connsiteY16" fmla="*/ 6798 h 10000"/>
                <a:gd name="connsiteX17" fmla="*/ 3554 w 10014"/>
                <a:gd name="connsiteY17" fmla="*/ 7065 h 10000"/>
                <a:gd name="connsiteX18" fmla="*/ 3790 w 10014"/>
                <a:gd name="connsiteY18" fmla="*/ 7349 h 10000"/>
                <a:gd name="connsiteX19" fmla="*/ 4033 w 10014"/>
                <a:gd name="connsiteY19" fmla="*/ 7659 h 10000"/>
                <a:gd name="connsiteX20" fmla="*/ 4254 w 10014"/>
                <a:gd name="connsiteY20" fmla="*/ 7977 h 10000"/>
                <a:gd name="connsiteX21" fmla="*/ 4437 w 10014"/>
                <a:gd name="connsiteY21" fmla="*/ 8328 h 10000"/>
                <a:gd name="connsiteX22" fmla="*/ 4597 w 10014"/>
                <a:gd name="connsiteY22" fmla="*/ 8696 h 10000"/>
                <a:gd name="connsiteX23" fmla="*/ 4754 w 10014"/>
                <a:gd name="connsiteY23" fmla="*/ 9126 h 10000"/>
                <a:gd name="connsiteX24" fmla="*/ 8029 w 10014"/>
                <a:gd name="connsiteY24" fmla="*/ 10000 h 10000"/>
                <a:gd name="connsiteX25" fmla="*/ 10000 w 10014"/>
                <a:gd name="connsiteY25" fmla="*/ 7333 h 10000"/>
                <a:gd name="connsiteX26" fmla="*/ 10014 w 10014"/>
                <a:gd name="connsiteY26" fmla="*/ 7361 h 10000"/>
                <a:gd name="connsiteX27" fmla="*/ 9878 w 10014"/>
                <a:gd name="connsiteY27" fmla="*/ 6923 h 10000"/>
                <a:gd name="connsiteX28" fmla="*/ 9718 w 10014"/>
                <a:gd name="connsiteY28" fmla="*/ 6538 h 10000"/>
                <a:gd name="connsiteX29" fmla="*/ 9551 w 10014"/>
                <a:gd name="connsiteY29" fmla="*/ 6145 h 10000"/>
                <a:gd name="connsiteX30" fmla="*/ 9376 w 10014"/>
                <a:gd name="connsiteY30" fmla="*/ 5786 h 10000"/>
                <a:gd name="connsiteX31" fmla="*/ 9193 w 10014"/>
                <a:gd name="connsiteY31" fmla="*/ 5418 h 10000"/>
                <a:gd name="connsiteX32" fmla="*/ 8973 w 10014"/>
                <a:gd name="connsiteY32" fmla="*/ 5067 h 10000"/>
                <a:gd name="connsiteX33" fmla="*/ 8752 w 10014"/>
                <a:gd name="connsiteY33" fmla="*/ 4724 h 10000"/>
                <a:gd name="connsiteX34" fmla="*/ 8531 w 10014"/>
                <a:gd name="connsiteY34" fmla="*/ 4381 h 10000"/>
                <a:gd name="connsiteX35" fmla="*/ 8288 w 10014"/>
                <a:gd name="connsiteY35" fmla="*/ 4055 h 10000"/>
                <a:gd name="connsiteX36" fmla="*/ 8029 w 10014"/>
                <a:gd name="connsiteY36" fmla="*/ 3729 h 10000"/>
                <a:gd name="connsiteX37" fmla="*/ 7770 w 10014"/>
                <a:gd name="connsiteY37" fmla="*/ 3420 h 10000"/>
                <a:gd name="connsiteX38" fmla="*/ 7489 w 10014"/>
                <a:gd name="connsiteY38" fmla="*/ 3135 h 10000"/>
                <a:gd name="connsiteX39" fmla="*/ 7184 w 10014"/>
                <a:gd name="connsiteY39" fmla="*/ 2851 h 10000"/>
                <a:gd name="connsiteX40" fmla="*/ 6887 w 10014"/>
                <a:gd name="connsiteY40" fmla="*/ 2567 h 10000"/>
                <a:gd name="connsiteX41" fmla="*/ 6583 w 10014"/>
                <a:gd name="connsiteY41" fmla="*/ 2324 h 10000"/>
                <a:gd name="connsiteX42" fmla="*/ 6263 w 10014"/>
                <a:gd name="connsiteY42" fmla="*/ 2057 h 10000"/>
                <a:gd name="connsiteX43" fmla="*/ 5921 w 10014"/>
                <a:gd name="connsiteY43" fmla="*/ 1831 h 10000"/>
                <a:gd name="connsiteX44" fmla="*/ 5578 w 10014"/>
                <a:gd name="connsiteY44" fmla="*/ 1605 h 10000"/>
                <a:gd name="connsiteX45" fmla="*/ 5236 w 10014"/>
                <a:gd name="connsiteY45" fmla="*/ 1388 h 10000"/>
                <a:gd name="connsiteX46" fmla="*/ 4878 w 10014"/>
                <a:gd name="connsiteY46" fmla="*/ 1204 h 10000"/>
                <a:gd name="connsiteX47" fmla="*/ 4513 w 10014"/>
                <a:gd name="connsiteY47" fmla="*/ 1020 h 10000"/>
                <a:gd name="connsiteX48" fmla="*/ 4132 w 10014"/>
                <a:gd name="connsiteY48" fmla="*/ 836 h 10000"/>
                <a:gd name="connsiteX49" fmla="*/ 3752 w 10014"/>
                <a:gd name="connsiteY49" fmla="*/ 694 h 10000"/>
                <a:gd name="connsiteX50" fmla="*/ 3371 w 10014"/>
                <a:gd name="connsiteY50" fmla="*/ 552 h 10000"/>
                <a:gd name="connsiteX51" fmla="*/ 2968 w 10014"/>
                <a:gd name="connsiteY51" fmla="*/ 426 h 10000"/>
                <a:gd name="connsiteX52" fmla="*/ 2572 w 10014"/>
                <a:gd name="connsiteY52" fmla="*/ 309 h 10000"/>
                <a:gd name="connsiteX53" fmla="*/ 2146 w 10014"/>
                <a:gd name="connsiteY53" fmla="*/ 226 h 10000"/>
                <a:gd name="connsiteX54" fmla="*/ 1728 w 10014"/>
                <a:gd name="connsiteY54" fmla="*/ 142 h 10000"/>
                <a:gd name="connsiteX55" fmla="*/ 1301 w 10014"/>
                <a:gd name="connsiteY55" fmla="*/ 84 h 10000"/>
                <a:gd name="connsiteX56" fmla="*/ 883 w 10014"/>
                <a:gd name="connsiteY56" fmla="*/ 42 h 10000"/>
                <a:gd name="connsiteX57" fmla="*/ 464 w 10014"/>
                <a:gd name="connsiteY57" fmla="*/ 17 h 10000"/>
                <a:gd name="connsiteX58" fmla="*/ 23 w 10014"/>
                <a:gd name="connsiteY58" fmla="*/ 0 h 10000"/>
                <a:gd name="connsiteX59" fmla="*/ 23 w 10014"/>
                <a:gd name="connsiteY59" fmla="*/ 0 h 10000"/>
                <a:gd name="connsiteX0" fmla="*/ 23 w 10014"/>
                <a:gd name="connsiteY0" fmla="*/ 0 h 10017"/>
                <a:gd name="connsiteX1" fmla="*/ 23 w 10014"/>
                <a:gd name="connsiteY1" fmla="*/ 0 h 10017"/>
                <a:gd name="connsiteX2" fmla="*/ 0 w 10014"/>
                <a:gd name="connsiteY2" fmla="*/ 0 h 10017"/>
                <a:gd name="connsiteX3" fmla="*/ 2184 w 10014"/>
                <a:gd name="connsiteY3" fmla="*/ 2977 h 10017"/>
                <a:gd name="connsiteX4" fmla="*/ 23 w 10014"/>
                <a:gd name="connsiteY4" fmla="*/ 5577 h 10017"/>
                <a:gd name="connsiteX5" fmla="*/ 23 w 10014"/>
                <a:gd name="connsiteY5" fmla="*/ 5577 h 10017"/>
                <a:gd name="connsiteX6" fmla="*/ 23 w 10014"/>
                <a:gd name="connsiteY6" fmla="*/ 5577 h 10017"/>
                <a:gd name="connsiteX7" fmla="*/ 23 w 10014"/>
                <a:gd name="connsiteY7" fmla="*/ 5577 h 10017"/>
                <a:gd name="connsiteX8" fmla="*/ 419 w 10014"/>
                <a:gd name="connsiteY8" fmla="*/ 5602 h 10017"/>
                <a:gd name="connsiteX9" fmla="*/ 822 w 10014"/>
                <a:gd name="connsiteY9" fmla="*/ 5635 h 10017"/>
                <a:gd name="connsiteX10" fmla="*/ 1225 w 10014"/>
                <a:gd name="connsiteY10" fmla="*/ 5719 h 10017"/>
                <a:gd name="connsiteX11" fmla="*/ 1583 w 10014"/>
                <a:gd name="connsiteY11" fmla="*/ 5844 h 10017"/>
                <a:gd name="connsiteX12" fmla="*/ 1963 w 10014"/>
                <a:gd name="connsiteY12" fmla="*/ 5987 h 10017"/>
                <a:gd name="connsiteX13" fmla="*/ 2306 w 10014"/>
                <a:gd name="connsiteY13" fmla="*/ 6145 h 10017"/>
                <a:gd name="connsiteX14" fmla="*/ 2648 w 10014"/>
                <a:gd name="connsiteY14" fmla="*/ 6355 h 10017"/>
                <a:gd name="connsiteX15" fmla="*/ 2968 w 10014"/>
                <a:gd name="connsiteY15" fmla="*/ 6555 h 10017"/>
                <a:gd name="connsiteX16" fmla="*/ 3272 w 10014"/>
                <a:gd name="connsiteY16" fmla="*/ 6798 h 10017"/>
                <a:gd name="connsiteX17" fmla="*/ 3554 w 10014"/>
                <a:gd name="connsiteY17" fmla="*/ 7065 h 10017"/>
                <a:gd name="connsiteX18" fmla="*/ 3790 w 10014"/>
                <a:gd name="connsiteY18" fmla="*/ 7349 h 10017"/>
                <a:gd name="connsiteX19" fmla="*/ 4033 w 10014"/>
                <a:gd name="connsiteY19" fmla="*/ 7659 h 10017"/>
                <a:gd name="connsiteX20" fmla="*/ 4254 w 10014"/>
                <a:gd name="connsiteY20" fmla="*/ 7977 h 10017"/>
                <a:gd name="connsiteX21" fmla="*/ 4437 w 10014"/>
                <a:gd name="connsiteY21" fmla="*/ 8328 h 10017"/>
                <a:gd name="connsiteX22" fmla="*/ 4597 w 10014"/>
                <a:gd name="connsiteY22" fmla="*/ 8696 h 10017"/>
                <a:gd name="connsiteX23" fmla="*/ 4754 w 10014"/>
                <a:gd name="connsiteY23" fmla="*/ 9126 h 10017"/>
                <a:gd name="connsiteX24" fmla="*/ 8081 w 10014"/>
                <a:gd name="connsiteY24" fmla="*/ 10017 h 10017"/>
                <a:gd name="connsiteX25" fmla="*/ 10000 w 10014"/>
                <a:gd name="connsiteY25" fmla="*/ 7333 h 10017"/>
                <a:gd name="connsiteX26" fmla="*/ 10014 w 10014"/>
                <a:gd name="connsiteY26" fmla="*/ 7361 h 10017"/>
                <a:gd name="connsiteX27" fmla="*/ 9878 w 10014"/>
                <a:gd name="connsiteY27" fmla="*/ 6923 h 10017"/>
                <a:gd name="connsiteX28" fmla="*/ 9718 w 10014"/>
                <a:gd name="connsiteY28" fmla="*/ 6538 h 10017"/>
                <a:gd name="connsiteX29" fmla="*/ 9551 w 10014"/>
                <a:gd name="connsiteY29" fmla="*/ 6145 h 10017"/>
                <a:gd name="connsiteX30" fmla="*/ 9376 w 10014"/>
                <a:gd name="connsiteY30" fmla="*/ 5786 h 10017"/>
                <a:gd name="connsiteX31" fmla="*/ 9193 w 10014"/>
                <a:gd name="connsiteY31" fmla="*/ 5418 h 10017"/>
                <a:gd name="connsiteX32" fmla="*/ 8973 w 10014"/>
                <a:gd name="connsiteY32" fmla="*/ 5067 h 10017"/>
                <a:gd name="connsiteX33" fmla="*/ 8752 w 10014"/>
                <a:gd name="connsiteY33" fmla="*/ 4724 h 10017"/>
                <a:gd name="connsiteX34" fmla="*/ 8531 w 10014"/>
                <a:gd name="connsiteY34" fmla="*/ 4381 h 10017"/>
                <a:gd name="connsiteX35" fmla="*/ 8288 w 10014"/>
                <a:gd name="connsiteY35" fmla="*/ 4055 h 10017"/>
                <a:gd name="connsiteX36" fmla="*/ 8029 w 10014"/>
                <a:gd name="connsiteY36" fmla="*/ 3729 h 10017"/>
                <a:gd name="connsiteX37" fmla="*/ 7770 w 10014"/>
                <a:gd name="connsiteY37" fmla="*/ 3420 h 10017"/>
                <a:gd name="connsiteX38" fmla="*/ 7489 w 10014"/>
                <a:gd name="connsiteY38" fmla="*/ 3135 h 10017"/>
                <a:gd name="connsiteX39" fmla="*/ 7184 w 10014"/>
                <a:gd name="connsiteY39" fmla="*/ 2851 h 10017"/>
                <a:gd name="connsiteX40" fmla="*/ 6887 w 10014"/>
                <a:gd name="connsiteY40" fmla="*/ 2567 h 10017"/>
                <a:gd name="connsiteX41" fmla="*/ 6583 w 10014"/>
                <a:gd name="connsiteY41" fmla="*/ 2324 h 10017"/>
                <a:gd name="connsiteX42" fmla="*/ 6263 w 10014"/>
                <a:gd name="connsiteY42" fmla="*/ 2057 h 10017"/>
                <a:gd name="connsiteX43" fmla="*/ 5921 w 10014"/>
                <a:gd name="connsiteY43" fmla="*/ 1831 h 10017"/>
                <a:gd name="connsiteX44" fmla="*/ 5578 w 10014"/>
                <a:gd name="connsiteY44" fmla="*/ 1605 h 10017"/>
                <a:gd name="connsiteX45" fmla="*/ 5236 w 10014"/>
                <a:gd name="connsiteY45" fmla="*/ 1388 h 10017"/>
                <a:gd name="connsiteX46" fmla="*/ 4878 w 10014"/>
                <a:gd name="connsiteY46" fmla="*/ 1204 h 10017"/>
                <a:gd name="connsiteX47" fmla="*/ 4513 w 10014"/>
                <a:gd name="connsiteY47" fmla="*/ 1020 h 10017"/>
                <a:gd name="connsiteX48" fmla="*/ 4132 w 10014"/>
                <a:gd name="connsiteY48" fmla="*/ 836 h 10017"/>
                <a:gd name="connsiteX49" fmla="*/ 3752 w 10014"/>
                <a:gd name="connsiteY49" fmla="*/ 694 h 10017"/>
                <a:gd name="connsiteX50" fmla="*/ 3371 w 10014"/>
                <a:gd name="connsiteY50" fmla="*/ 552 h 10017"/>
                <a:gd name="connsiteX51" fmla="*/ 2968 w 10014"/>
                <a:gd name="connsiteY51" fmla="*/ 426 h 10017"/>
                <a:gd name="connsiteX52" fmla="*/ 2572 w 10014"/>
                <a:gd name="connsiteY52" fmla="*/ 309 h 10017"/>
                <a:gd name="connsiteX53" fmla="*/ 2146 w 10014"/>
                <a:gd name="connsiteY53" fmla="*/ 226 h 10017"/>
                <a:gd name="connsiteX54" fmla="*/ 1728 w 10014"/>
                <a:gd name="connsiteY54" fmla="*/ 142 h 10017"/>
                <a:gd name="connsiteX55" fmla="*/ 1301 w 10014"/>
                <a:gd name="connsiteY55" fmla="*/ 84 h 10017"/>
                <a:gd name="connsiteX56" fmla="*/ 883 w 10014"/>
                <a:gd name="connsiteY56" fmla="*/ 42 h 10017"/>
                <a:gd name="connsiteX57" fmla="*/ 464 w 10014"/>
                <a:gd name="connsiteY57" fmla="*/ 17 h 10017"/>
                <a:gd name="connsiteX58" fmla="*/ 23 w 10014"/>
                <a:gd name="connsiteY58" fmla="*/ 0 h 10017"/>
                <a:gd name="connsiteX59" fmla="*/ 23 w 10014"/>
                <a:gd name="connsiteY59" fmla="*/ 0 h 10017"/>
                <a:gd name="connsiteX0" fmla="*/ 23 w 10014"/>
                <a:gd name="connsiteY0" fmla="*/ 0 h 10017"/>
                <a:gd name="connsiteX1" fmla="*/ 23 w 10014"/>
                <a:gd name="connsiteY1" fmla="*/ 0 h 10017"/>
                <a:gd name="connsiteX2" fmla="*/ 0 w 10014"/>
                <a:gd name="connsiteY2" fmla="*/ 0 h 10017"/>
                <a:gd name="connsiteX3" fmla="*/ 2184 w 10014"/>
                <a:gd name="connsiteY3" fmla="*/ 2977 h 10017"/>
                <a:gd name="connsiteX4" fmla="*/ 23 w 10014"/>
                <a:gd name="connsiteY4" fmla="*/ 5577 h 10017"/>
                <a:gd name="connsiteX5" fmla="*/ 23 w 10014"/>
                <a:gd name="connsiteY5" fmla="*/ 5577 h 10017"/>
                <a:gd name="connsiteX6" fmla="*/ 23 w 10014"/>
                <a:gd name="connsiteY6" fmla="*/ 5577 h 10017"/>
                <a:gd name="connsiteX7" fmla="*/ 23 w 10014"/>
                <a:gd name="connsiteY7" fmla="*/ 5577 h 10017"/>
                <a:gd name="connsiteX8" fmla="*/ 419 w 10014"/>
                <a:gd name="connsiteY8" fmla="*/ 5602 h 10017"/>
                <a:gd name="connsiteX9" fmla="*/ 822 w 10014"/>
                <a:gd name="connsiteY9" fmla="*/ 5635 h 10017"/>
                <a:gd name="connsiteX10" fmla="*/ 1225 w 10014"/>
                <a:gd name="connsiteY10" fmla="*/ 5719 h 10017"/>
                <a:gd name="connsiteX11" fmla="*/ 1583 w 10014"/>
                <a:gd name="connsiteY11" fmla="*/ 5844 h 10017"/>
                <a:gd name="connsiteX12" fmla="*/ 1963 w 10014"/>
                <a:gd name="connsiteY12" fmla="*/ 5987 h 10017"/>
                <a:gd name="connsiteX13" fmla="*/ 2306 w 10014"/>
                <a:gd name="connsiteY13" fmla="*/ 6145 h 10017"/>
                <a:gd name="connsiteX14" fmla="*/ 2648 w 10014"/>
                <a:gd name="connsiteY14" fmla="*/ 6355 h 10017"/>
                <a:gd name="connsiteX15" fmla="*/ 2968 w 10014"/>
                <a:gd name="connsiteY15" fmla="*/ 6555 h 10017"/>
                <a:gd name="connsiteX16" fmla="*/ 3272 w 10014"/>
                <a:gd name="connsiteY16" fmla="*/ 6798 h 10017"/>
                <a:gd name="connsiteX17" fmla="*/ 3554 w 10014"/>
                <a:gd name="connsiteY17" fmla="*/ 7065 h 10017"/>
                <a:gd name="connsiteX18" fmla="*/ 3790 w 10014"/>
                <a:gd name="connsiteY18" fmla="*/ 7349 h 10017"/>
                <a:gd name="connsiteX19" fmla="*/ 4033 w 10014"/>
                <a:gd name="connsiteY19" fmla="*/ 7659 h 10017"/>
                <a:gd name="connsiteX20" fmla="*/ 4254 w 10014"/>
                <a:gd name="connsiteY20" fmla="*/ 7977 h 10017"/>
                <a:gd name="connsiteX21" fmla="*/ 4437 w 10014"/>
                <a:gd name="connsiteY21" fmla="*/ 8328 h 10017"/>
                <a:gd name="connsiteX22" fmla="*/ 4597 w 10014"/>
                <a:gd name="connsiteY22" fmla="*/ 8696 h 10017"/>
                <a:gd name="connsiteX23" fmla="*/ 4754 w 10014"/>
                <a:gd name="connsiteY23" fmla="*/ 9126 h 10017"/>
                <a:gd name="connsiteX24" fmla="*/ 8047 w 10014"/>
                <a:gd name="connsiteY24" fmla="*/ 10017 h 10017"/>
                <a:gd name="connsiteX25" fmla="*/ 10000 w 10014"/>
                <a:gd name="connsiteY25" fmla="*/ 7333 h 10017"/>
                <a:gd name="connsiteX26" fmla="*/ 10014 w 10014"/>
                <a:gd name="connsiteY26" fmla="*/ 7361 h 10017"/>
                <a:gd name="connsiteX27" fmla="*/ 9878 w 10014"/>
                <a:gd name="connsiteY27" fmla="*/ 6923 h 10017"/>
                <a:gd name="connsiteX28" fmla="*/ 9718 w 10014"/>
                <a:gd name="connsiteY28" fmla="*/ 6538 h 10017"/>
                <a:gd name="connsiteX29" fmla="*/ 9551 w 10014"/>
                <a:gd name="connsiteY29" fmla="*/ 6145 h 10017"/>
                <a:gd name="connsiteX30" fmla="*/ 9376 w 10014"/>
                <a:gd name="connsiteY30" fmla="*/ 5786 h 10017"/>
                <a:gd name="connsiteX31" fmla="*/ 9193 w 10014"/>
                <a:gd name="connsiteY31" fmla="*/ 5418 h 10017"/>
                <a:gd name="connsiteX32" fmla="*/ 8973 w 10014"/>
                <a:gd name="connsiteY32" fmla="*/ 5067 h 10017"/>
                <a:gd name="connsiteX33" fmla="*/ 8752 w 10014"/>
                <a:gd name="connsiteY33" fmla="*/ 4724 h 10017"/>
                <a:gd name="connsiteX34" fmla="*/ 8531 w 10014"/>
                <a:gd name="connsiteY34" fmla="*/ 4381 h 10017"/>
                <a:gd name="connsiteX35" fmla="*/ 8288 w 10014"/>
                <a:gd name="connsiteY35" fmla="*/ 4055 h 10017"/>
                <a:gd name="connsiteX36" fmla="*/ 8029 w 10014"/>
                <a:gd name="connsiteY36" fmla="*/ 3729 h 10017"/>
                <a:gd name="connsiteX37" fmla="*/ 7770 w 10014"/>
                <a:gd name="connsiteY37" fmla="*/ 3420 h 10017"/>
                <a:gd name="connsiteX38" fmla="*/ 7489 w 10014"/>
                <a:gd name="connsiteY38" fmla="*/ 3135 h 10017"/>
                <a:gd name="connsiteX39" fmla="*/ 7184 w 10014"/>
                <a:gd name="connsiteY39" fmla="*/ 2851 h 10017"/>
                <a:gd name="connsiteX40" fmla="*/ 6887 w 10014"/>
                <a:gd name="connsiteY40" fmla="*/ 2567 h 10017"/>
                <a:gd name="connsiteX41" fmla="*/ 6583 w 10014"/>
                <a:gd name="connsiteY41" fmla="*/ 2324 h 10017"/>
                <a:gd name="connsiteX42" fmla="*/ 6263 w 10014"/>
                <a:gd name="connsiteY42" fmla="*/ 2057 h 10017"/>
                <a:gd name="connsiteX43" fmla="*/ 5921 w 10014"/>
                <a:gd name="connsiteY43" fmla="*/ 1831 h 10017"/>
                <a:gd name="connsiteX44" fmla="*/ 5578 w 10014"/>
                <a:gd name="connsiteY44" fmla="*/ 1605 h 10017"/>
                <a:gd name="connsiteX45" fmla="*/ 5236 w 10014"/>
                <a:gd name="connsiteY45" fmla="*/ 1388 h 10017"/>
                <a:gd name="connsiteX46" fmla="*/ 4878 w 10014"/>
                <a:gd name="connsiteY46" fmla="*/ 1204 h 10017"/>
                <a:gd name="connsiteX47" fmla="*/ 4513 w 10014"/>
                <a:gd name="connsiteY47" fmla="*/ 1020 h 10017"/>
                <a:gd name="connsiteX48" fmla="*/ 4132 w 10014"/>
                <a:gd name="connsiteY48" fmla="*/ 836 h 10017"/>
                <a:gd name="connsiteX49" fmla="*/ 3752 w 10014"/>
                <a:gd name="connsiteY49" fmla="*/ 694 h 10017"/>
                <a:gd name="connsiteX50" fmla="*/ 3371 w 10014"/>
                <a:gd name="connsiteY50" fmla="*/ 552 h 10017"/>
                <a:gd name="connsiteX51" fmla="*/ 2968 w 10014"/>
                <a:gd name="connsiteY51" fmla="*/ 426 h 10017"/>
                <a:gd name="connsiteX52" fmla="*/ 2572 w 10014"/>
                <a:gd name="connsiteY52" fmla="*/ 309 h 10017"/>
                <a:gd name="connsiteX53" fmla="*/ 2146 w 10014"/>
                <a:gd name="connsiteY53" fmla="*/ 226 h 10017"/>
                <a:gd name="connsiteX54" fmla="*/ 1728 w 10014"/>
                <a:gd name="connsiteY54" fmla="*/ 142 h 10017"/>
                <a:gd name="connsiteX55" fmla="*/ 1301 w 10014"/>
                <a:gd name="connsiteY55" fmla="*/ 84 h 10017"/>
                <a:gd name="connsiteX56" fmla="*/ 883 w 10014"/>
                <a:gd name="connsiteY56" fmla="*/ 42 h 10017"/>
                <a:gd name="connsiteX57" fmla="*/ 464 w 10014"/>
                <a:gd name="connsiteY57" fmla="*/ 17 h 10017"/>
                <a:gd name="connsiteX58" fmla="*/ 23 w 10014"/>
                <a:gd name="connsiteY58" fmla="*/ 0 h 10017"/>
                <a:gd name="connsiteX59" fmla="*/ 23 w 10014"/>
                <a:gd name="connsiteY59" fmla="*/ 0 h 1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14" h="10017">
                  <a:moveTo>
                    <a:pt x="23" y="0"/>
                  </a:moveTo>
                  <a:lnTo>
                    <a:pt x="23" y="0"/>
                  </a:lnTo>
                  <a:lnTo>
                    <a:pt x="0" y="0"/>
                  </a:lnTo>
                  <a:lnTo>
                    <a:pt x="2184" y="2977"/>
                  </a:lnTo>
                  <a:lnTo>
                    <a:pt x="23" y="5577"/>
                  </a:lnTo>
                  <a:lnTo>
                    <a:pt x="23" y="5577"/>
                  </a:lnTo>
                  <a:lnTo>
                    <a:pt x="23" y="5577"/>
                  </a:lnTo>
                  <a:lnTo>
                    <a:pt x="23" y="5577"/>
                  </a:lnTo>
                  <a:lnTo>
                    <a:pt x="419" y="5602"/>
                  </a:lnTo>
                  <a:lnTo>
                    <a:pt x="822" y="5635"/>
                  </a:lnTo>
                  <a:lnTo>
                    <a:pt x="1225" y="5719"/>
                  </a:lnTo>
                  <a:lnTo>
                    <a:pt x="1583" y="5844"/>
                  </a:lnTo>
                  <a:lnTo>
                    <a:pt x="1963" y="5987"/>
                  </a:lnTo>
                  <a:lnTo>
                    <a:pt x="2306" y="6145"/>
                  </a:lnTo>
                  <a:lnTo>
                    <a:pt x="2648" y="6355"/>
                  </a:lnTo>
                  <a:lnTo>
                    <a:pt x="2968" y="6555"/>
                  </a:lnTo>
                  <a:lnTo>
                    <a:pt x="3272" y="6798"/>
                  </a:lnTo>
                  <a:lnTo>
                    <a:pt x="3554" y="7065"/>
                  </a:lnTo>
                  <a:lnTo>
                    <a:pt x="3790" y="7349"/>
                  </a:lnTo>
                  <a:lnTo>
                    <a:pt x="4033" y="7659"/>
                  </a:lnTo>
                  <a:lnTo>
                    <a:pt x="4254" y="7977"/>
                  </a:lnTo>
                  <a:lnTo>
                    <a:pt x="4437" y="8328"/>
                  </a:lnTo>
                  <a:cubicBezTo>
                    <a:pt x="4490" y="8451"/>
                    <a:pt x="4544" y="8573"/>
                    <a:pt x="4597" y="8696"/>
                  </a:cubicBezTo>
                  <a:cubicBezTo>
                    <a:pt x="4649" y="8839"/>
                    <a:pt x="4702" y="8983"/>
                    <a:pt x="4754" y="9126"/>
                  </a:cubicBezTo>
                  <a:lnTo>
                    <a:pt x="8047" y="10017"/>
                  </a:lnTo>
                  <a:lnTo>
                    <a:pt x="10000" y="7333"/>
                  </a:lnTo>
                  <a:cubicBezTo>
                    <a:pt x="10005" y="7342"/>
                    <a:pt x="10009" y="7352"/>
                    <a:pt x="10014" y="7361"/>
                  </a:cubicBezTo>
                  <a:cubicBezTo>
                    <a:pt x="9973" y="7224"/>
                    <a:pt x="9919" y="7060"/>
                    <a:pt x="9878" y="6923"/>
                  </a:cubicBezTo>
                  <a:lnTo>
                    <a:pt x="9718" y="6538"/>
                  </a:lnTo>
                  <a:cubicBezTo>
                    <a:pt x="9662" y="6407"/>
                    <a:pt x="9607" y="6276"/>
                    <a:pt x="9551" y="6145"/>
                  </a:cubicBezTo>
                  <a:cubicBezTo>
                    <a:pt x="9493" y="6025"/>
                    <a:pt x="9434" y="5906"/>
                    <a:pt x="9376" y="5786"/>
                  </a:cubicBezTo>
                  <a:lnTo>
                    <a:pt x="9193" y="5418"/>
                  </a:lnTo>
                  <a:lnTo>
                    <a:pt x="8973" y="5067"/>
                  </a:lnTo>
                  <a:cubicBezTo>
                    <a:pt x="8899" y="4953"/>
                    <a:pt x="8826" y="4838"/>
                    <a:pt x="8752" y="4724"/>
                  </a:cubicBezTo>
                  <a:cubicBezTo>
                    <a:pt x="8678" y="4610"/>
                    <a:pt x="8605" y="4495"/>
                    <a:pt x="8531" y="4381"/>
                  </a:cubicBezTo>
                  <a:lnTo>
                    <a:pt x="8288" y="4055"/>
                  </a:lnTo>
                  <a:lnTo>
                    <a:pt x="8029" y="3729"/>
                  </a:lnTo>
                  <a:lnTo>
                    <a:pt x="7770" y="3420"/>
                  </a:lnTo>
                  <a:lnTo>
                    <a:pt x="7489" y="3135"/>
                  </a:lnTo>
                  <a:lnTo>
                    <a:pt x="7184" y="2851"/>
                  </a:lnTo>
                  <a:lnTo>
                    <a:pt x="6887" y="2567"/>
                  </a:lnTo>
                  <a:lnTo>
                    <a:pt x="6583" y="2324"/>
                  </a:lnTo>
                  <a:lnTo>
                    <a:pt x="6263" y="2057"/>
                  </a:lnTo>
                  <a:lnTo>
                    <a:pt x="5921" y="1831"/>
                  </a:lnTo>
                  <a:lnTo>
                    <a:pt x="5578" y="1605"/>
                  </a:lnTo>
                  <a:lnTo>
                    <a:pt x="5236" y="1388"/>
                  </a:lnTo>
                  <a:lnTo>
                    <a:pt x="4878" y="1204"/>
                  </a:lnTo>
                  <a:lnTo>
                    <a:pt x="4513" y="1020"/>
                  </a:lnTo>
                  <a:lnTo>
                    <a:pt x="4132" y="836"/>
                  </a:lnTo>
                  <a:lnTo>
                    <a:pt x="3752" y="694"/>
                  </a:lnTo>
                  <a:lnTo>
                    <a:pt x="3371" y="552"/>
                  </a:lnTo>
                  <a:lnTo>
                    <a:pt x="2968" y="426"/>
                  </a:lnTo>
                  <a:lnTo>
                    <a:pt x="2572" y="309"/>
                  </a:lnTo>
                  <a:lnTo>
                    <a:pt x="2146" y="226"/>
                  </a:lnTo>
                  <a:lnTo>
                    <a:pt x="1728" y="142"/>
                  </a:lnTo>
                  <a:lnTo>
                    <a:pt x="1301" y="84"/>
                  </a:lnTo>
                  <a:lnTo>
                    <a:pt x="883" y="42"/>
                  </a:lnTo>
                  <a:lnTo>
                    <a:pt x="464" y="17"/>
                  </a:lnTo>
                  <a:lnTo>
                    <a:pt x="23" y="0"/>
                  </a:lnTo>
                  <a:lnTo>
                    <a:pt x="23" y="0"/>
                  </a:lnTo>
                  <a:close/>
                </a:path>
              </a:pathLst>
            </a:custGeom>
            <a:solidFill>
              <a:schemeClr val="bg1"/>
            </a:solidFill>
            <a:ln w="38100">
              <a:solidFill>
                <a:schemeClr val="tx2"/>
              </a:solidFill>
              <a:round/>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Ubuntu"/>
                <a:ea typeface="+mn-ea"/>
                <a:cs typeface="+mn-cs"/>
              </a:endParaRPr>
            </a:p>
          </p:txBody>
        </p:sp>
        <p:sp>
          <p:nvSpPr>
            <p:cNvPr id="47" name="Freeform 17">
              <a:extLst>
                <a:ext uri="{FF2B5EF4-FFF2-40B4-BE49-F238E27FC236}">
                  <a16:creationId xmlns:a16="http://schemas.microsoft.com/office/drawing/2014/main" id="{C5ED6A4B-55D6-489B-3585-7C2661C6F1ED}"/>
                </a:ext>
              </a:extLst>
            </p:cNvPr>
            <p:cNvSpPr>
              <a:spLocks/>
            </p:cNvSpPr>
            <p:nvPr/>
          </p:nvSpPr>
          <p:spPr bwMode="auto">
            <a:xfrm>
              <a:off x="13153148" y="3814570"/>
              <a:ext cx="1158208" cy="855790"/>
            </a:xfrm>
            <a:custGeom>
              <a:avLst/>
              <a:gdLst/>
              <a:ahLst/>
              <a:cxnLst>
                <a:cxn ang="0">
                  <a:pos x="1311" y="0"/>
                </a:cxn>
                <a:cxn ang="0">
                  <a:pos x="1311" y="0"/>
                </a:cxn>
                <a:cxn ang="0">
                  <a:pos x="1256" y="2"/>
                </a:cxn>
                <a:cxn ang="0">
                  <a:pos x="1197" y="5"/>
                </a:cxn>
                <a:cxn ang="0">
                  <a:pos x="1142" y="10"/>
                </a:cxn>
                <a:cxn ang="0">
                  <a:pos x="1087" y="17"/>
                </a:cxn>
                <a:cxn ang="0">
                  <a:pos x="1031" y="27"/>
                </a:cxn>
                <a:cxn ang="0">
                  <a:pos x="979" y="37"/>
                </a:cxn>
                <a:cxn ang="0">
                  <a:pos x="923" y="51"/>
                </a:cxn>
                <a:cxn ang="0">
                  <a:pos x="873" y="66"/>
                </a:cxn>
                <a:cxn ang="0">
                  <a:pos x="820" y="83"/>
                </a:cxn>
                <a:cxn ang="0">
                  <a:pos x="770" y="100"/>
                </a:cxn>
                <a:cxn ang="0">
                  <a:pos x="723" y="122"/>
                </a:cxn>
                <a:cxn ang="0">
                  <a:pos x="673" y="144"/>
                </a:cxn>
                <a:cxn ang="0">
                  <a:pos x="628" y="166"/>
                </a:cxn>
                <a:cxn ang="0">
                  <a:pos x="580" y="192"/>
                </a:cxn>
                <a:cxn ang="0">
                  <a:pos x="535" y="219"/>
                </a:cxn>
                <a:cxn ang="0">
                  <a:pos x="493" y="246"/>
                </a:cxn>
                <a:cxn ang="0">
                  <a:pos x="451" y="278"/>
                </a:cxn>
                <a:cxn ang="0">
                  <a:pos x="409" y="307"/>
                </a:cxn>
                <a:cxn ang="0">
                  <a:pos x="369" y="341"/>
                </a:cxn>
                <a:cxn ang="0">
                  <a:pos x="332" y="375"/>
                </a:cxn>
                <a:cxn ang="0">
                  <a:pos x="295" y="409"/>
                </a:cxn>
                <a:cxn ang="0">
                  <a:pos x="261" y="446"/>
                </a:cxn>
                <a:cxn ang="0">
                  <a:pos x="227" y="485"/>
                </a:cxn>
                <a:cxn ang="0">
                  <a:pos x="195" y="524"/>
                </a:cxn>
                <a:cxn ang="0">
                  <a:pos x="164" y="565"/>
                </a:cxn>
                <a:cxn ang="0">
                  <a:pos x="134" y="606"/>
                </a:cxn>
                <a:cxn ang="0">
                  <a:pos x="108" y="648"/>
                </a:cxn>
                <a:cxn ang="0">
                  <a:pos x="82" y="692"/>
                </a:cxn>
                <a:cxn ang="0">
                  <a:pos x="61" y="735"/>
                </a:cxn>
                <a:cxn ang="0">
                  <a:pos x="37" y="782"/>
                </a:cxn>
                <a:cxn ang="0">
                  <a:pos x="18" y="828"/>
                </a:cxn>
                <a:cxn ang="0">
                  <a:pos x="0" y="877"/>
                </a:cxn>
                <a:cxn ang="0">
                  <a:pos x="0" y="877"/>
                </a:cxn>
                <a:cxn ang="0">
                  <a:pos x="446" y="755"/>
                </a:cxn>
                <a:cxn ang="0">
                  <a:pos x="691" y="1084"/>
                </a:cxn>
                <a:cxn ang="0">
                  <a:pos x="691" y="1084"/>
                </a:cxn>
                <a:cxn ang="0">
                  <a:pos x="691" y="1084"/>
                </a:cxn>
                <a:cxn ang="0">
                  <a:pos x="710" y="1040"/>
                </a:cxn>
                <a:cxn ang="0">
                  <a:pos x="731" y="996"/>
                </a:cxn>
                <a:cxn ang="0">
                  <a:pos x="757" y="954"/>
                </a:cxn>
                <a:cxn ang="0">
                  <a:pos x="783" y="918"/>
                </a:cxn>
                <a:cxn ang="0">
                  <a:pos x="815" y="879"/>
                </a:cxn>
                <a:cxn ang="0">
                  <a:pos x="849" y="845"/>
                </a:cxn>
                <a:cxn ang="0">
                  <a:pos x="886" y="813"/>
                </a:cxn>
                <a:cxn ang="0">
                  <a:pos x="926" y="784"/>
                </a:cxn>
                <a:cxn ang="0">
                  <a:pos x="968" y="760"/>
                </a:cxn>
                <a:cxn ang="0">
                  <a:pos x="1010" y="735"/>
                </a:cxn>
                <a:cxn ang="0">
                  <a:pos x="1058" y="716"/>
                </a:cxn>
                <a:cxn ang="0">
                  <a:pos x="1105" y="699"/>
                </a:cxn>
                <a:cxn ang="0">
                  <a:pos x="1155" y="684"/>
                </a:cxn>
                <a:cxn ang="0">
                  <a:pos x="1205" y="674"/>
                </a:cxn>
                <a:cxn ang="0">
                  <a:pos x="1258" y="670"/>
                </a:cxn>
                <a:cxn ang="0">
                  <a:pos x="1314" y="667"/>
                </a:cxn>
                <a:cxn ang="0">
                  <a:pos x="1598" y="356"/>
                </a:cxn>
                <a:cxn ang="0">
                  <a:pos x="1311" y="0"/>
                </a:cxn>
              </a:cxnLst>
              <a:rect l="0" t="0" r="r" b="b"/>
              <a:pathLst>
                <a:path w="1598" h="1084">
                  <a:moveTo>
                    <a:pt x="1311" y="0"/>
                  </a:moveTo>
                  <a:lnTo>
                    <a:pt x="1311" y="0"/>
                  </a:lnTo>
                  <a:lnTo>
                    <a:pt x="1256" y="2"/>
                  </a:lnTo>
                  <a:lnTo>
                    <a:pt x="1197" y="5"/>
                  </a:lnTo>
                  <a:lnTo>
                    <a:pt x="1142" y="10"/>
                  </a:lnTo>
                  <a:lnTo>
                    <a:pt x="1087" y="17"/>
                  </a:lnTo>
                  <a:lnTo>
                    <a:pt x="1031" y="27"/>
                  </a:lnTo>
                  <a:lnTo>
                    <a:pt x="979" y="37"/>
                  </a:lnTo>
                  <a:lnTo>
                    <a:pt x="923" y="51"/>
                  </a:lnTo>
                  <a:lnTo>
                    <a:pt x="873" y="66"/>
                  </a:lnTo>
                  <a:lnTo>
                    <a:pt x="820" y="83"/>
                  </a:lnTo>
                  <a:lnTo>
                    <a:pt x="770" y="100"/>
                  </a:lnTo>
                  <a:lnTo>
                    <a:pt x="723" y="122"/>
                  </a:lnTo>
                  <a:lnTo>
                    <a:pt x="673" y="144"/>
                  </a:lnTo>
                  <a:lnTo>
                    <a:pt x="628" y="166"/>
                  </a:lnTo>
                  <a:lnTo>
                    <a:pt x="580" y="192"/>
                  </a:lnTo>
                  <a:lnTo>
                    <a:pt x="535" y="219"/>
                  </a:lnTo>
                  <a:lnTo>
                    <a:pt x="493" y="246"/>
                  </a:lnTo>
                  <a:lnTo>
                    <a:pt x="451" y="278"/>
                  </a:lnTo>
                  <a:lnTo>
                    <a:pt x="409" y="307"/>
                  </a:lnTo>
                  <a:lnTo>
                    <a:pt x="369" y="341"/>
                  </a:lnTo>
                  <a:lnTo>
                    <a:pt x="332" y="375"/>
                  </a:lnTo>
                  <a:lnTo>
                    <a:pt x="295" y="409"/>
                  </a:lnTo>
                  <a:lnTo>
                    <a:pt x="261" y="446"/>
                  </a:lnTo>
                  <a:lnTo>
                    <a:pt x="227" y="485"/>
                  </a:lnTo>
                  <a:lnTo>
                    <a:pt x="195" y="524"/>
                  </a:lnTo>
                  <a:lnTo>
                    <a:pt x="164" y="565"/>
                  </a:lnTo>
                  <a:lnTo>
                    <a:pt x="134" y="606"/>
                  </a:lnTo>
                  <a:lnTo>
                    <a:pt x="108" y="648"/>
                  </a:lnTo>
                  <a:lnTo>
                    <a:pt x="82" y="692"/>
                  </a:lnTo>
                  <a:lnTo>
                    <a:pt x="61" y="735"/>
                  </a:lnTo>
                  <a:lnTo>
                    <a:pt x="37" y="782"/>
                  </a:lnTo>
                  <a:lnTo>
                    <a:pt x="18" y="828"/>
                  </a:lnTo>
                  <a:lnTo>
                    <a:pt x="0" y="877"/>
                  </a:lnTo>
                  <a:lnTo>
                    <a:pt x="0" y="877"/>
                  </a:lnTo>
                  <a:lnTo>
                    <a:pt x="446" y="755"/>
                  </a:lnTo>
                  <a:lnTo>
                    <a:pt x="691" y="1084"/>
                  </a:lnTo>
                  <a:lnTo>
                    <a:pt x="691" y="1084"/>
                  </a:lnTo>
                  <a:lnTo>
                    <a:pt x="691" y="1084"/>
                  </a:lnTo>
                  <a:lnTo>
                    <a:pt x="710" y="1040"/>
                  </a:lnTo>
                  <a:lnTo>
                    <a:pt x="731" y="996"/>
                  </a:lnTo>
                  <a:lnTo>
                    <a:pt x="757" y="954"/>
                  </a:lnTo>
                  <a:lnTo>
                    <a:pt x="783" y="918"/>
                  </a:lnTo>
                  <a:lnTo>
                    <a:pt x="815" y="879"/>
                  </a:lnTo>
                  <a:lnTo>
                    <a:pt x="849" y="845"/>
                  </a:lnTo>
                  <a:lnTo>
                    <a:pt x="886" y="813"/>
                  </a:lnTo>
                  <a:lnTo>
                    <a:pt x="926" y="784"/>
                  </a:lnTo>
                  <a:lnTo>
                    <a:pt x="968" y="760"/>
                  </a:lnTo>
                  <a:lnTo>
                    <a:pt x="1010" y="735"/>
                  </a:lnTo>
                  <a:lnTo>
                    <a:pt x="1058" y="716"/>
                  </a:lnTo>
                  <a:lnTo>
                    <a:pt x="1105" y="699"/>
                  </a:lnTo>
                  <a:lnTo>
                    <a:pt x="1155" y="684"/>
                  </a:lnTo>
                  <a:lnTo>
                    <a:pt x="1205" y="674"/>
                  </a:lnTo>
                  <a:lnTo>
                    <a:pt x="1258" y="670"/>
                  </a:lnTo>
                  <a:lnTo>
                    <a:pt x="1314" y="667"/>
                  </a:lnTo>
                  <a:lnTo>
                    <a:pt x="1598" y="356"/>
                  </a:lnTo>
                  <a:lnTo>
                    <a:pt x="1311" y="0"/>
                  </a:lnTo>
                  <a:close/>
                </a:path>
              </a:pathLst>
            </a:custGeom>
            <a:solidFill>
              <a:schemeClr val="bg1"/>
            </a:solidFill>
            <a:ln w="38100">
              <a:solidFill>
                <a:schemeClr val="tx2"/>
              </a:solidFill>
              <a:round/>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Ubuntu"/>
                <a:ea typeface="+mn-ea"/>
                <a:cs typeface="+mn-cs"/>
              </a:endParaRPr>
            </a:p>
          </p:txBody>
        </p:sp>
        <p:sp>
          <p:nvSpPr>
            <p:cNvPr id="48" name="Freeform 18">
              <a:extLst>
                <a:ext uri="{FF2B5EF4-FFF2-40B4-BE49-F238E27FC236}">
                  <a16:creationId xmlns:a16="http://schemas.microsoft.com/office/drawing/2014/main" id="{674D2119-8A6F-8156-9EB7-222D70221B93}"/>
                </a:ext>
              </a:extLst>
            </p:cNvPr>
            <p:cNvSpPr>
              <a:spLocks/>
            </p:cNvSpPr>
            <p:nvPr/>
          </p:nvSpPr>
          <p:spPr bwMode="auto">
            <a:xfrm>
              <a:off x="13106910" y="4410635"/>
              <a:ext cx="720436" cy="1222114"/>
            </a:xfrm>
            <a:custGeom>
              <a:avLst/>
              <a:gdLst>
                <a:gd name="connsiteX0" fmla="*/ 10000 w 10000"/>
                <a:gd name="connsiteY0" fmla="*/ 6488 h 10000"/>
                <a:gd name="connsiteX1" fmla="*/ 10000 w 10000"/>
                <a:gd name="connsiteY1" fmla="*/ 6488 h 10000"/>
                <a:gd name="connsiteX2" fmla="*/ 9708 w 10000"/>
                <a:gd name="connsiteY2" fmla="*/ 6345 h 10000"/>
                <a:gd name="connsiteX3" fmla="*/ 9416 w 10000"/>
                <a:gd name="connsiteY3" fmla="*/ 6203 h 10000"/>
                <a:gd name="connsiteX4" fmla="*/ 9155 w 10000"/>
                <a:gd name="connsiteY4" fmla="*/ 6048 h 10000"/>
                <a:gd name="connsiteX5" fmla="*/ 8893 w 10000"/>
                <a:gd name="connsiteY5" fmla="*/ 5886 h 10000"/>
                <a:gd name="connsiteX6" fmla="*/ 8652 w 10000"/>
                <a:gd name="connsiteY6" fmla="*/ 5699 h 10000"/>
                <a:gd name="connsiteX7" fmla="*/ 8441 w 10000"/>
                <a:gd name="connsiteY7" fmla="*/ 5524 h 10000"/>
                <a:gd name="connsiteX8" fmla="*/ 8229 w 10000"/>
                <a:gd name="connsiteY8" fmla="*/ 5336 h 10000"/>
                <a:gd name="connsiteX9" fmla="*/ 8038 w 10000"/>
                <a:gd name="connsiteY9" fmla="*/ 5136 h 10000"/>
                <a:gd name="connsiteX10" fmla="*/ 7877 w 10000"/>
                <a:gd name="connsiteY10" fmla="*/ 4929 h 10000"/>
                <a:gd name="connsiteX11" fmla="*/ 7726 w 10000"/>
                <a:gd name="connsiteY11" fmla="*/ 4722 h 10000"/>
                <a:gd name="connsiteX12" fmla="*/ 7586 w 10000"/>
                <a:gd name="connsiteY12" fmla="*/ 4502 h 10000"/>
                <a:gd name="connsiteX13" fmla="*/ 7485 w 10000"/>
                <a:gd name="connsiteY13" fmla="*/ 4282 h 10000"/>
                <a:gd name="connsiteX14" fmla="*/ 7404 w 10000"/>
                <a:gd name="connsiteY14" fmla="*/ 4049 h 10000"/>
                <a:gd name="connsiteX15" fmla="*/ 7354 w 10000"/>
                <a:gd name="connsiteY15" fmla="*/ 3810 h 10000"/>
                <a:gd name="connsiteX16" fmla="*/ 7324 w 10000"/>
                <a:gd name="connsiteY16" fmla="*/ 3577 h 10000"/>
                <a:gd name="connsiteX17" fmla="*/ 7294 w 10000"/>
                <a:gd name="connsiteY17" fmla="*/ 3338 h 10000"/>
                <a:gd name="connsiteX18" fmla="*/ 7294 w 10000"/>
                <a:gd name="connsiteY18" fmla="*/ 3338 h 10000"/>
                <a:gd name="connsiteX19" fmla="*/ 7324 w 10000"/>
                <a:gd name="connsiteY19" fmla="*/ 3021 h 10000"/>
                <a:gd name="connsiteX20" fmla="*/ 7374 w 10000"/>
                <a:gd name="connsiteY20" fmla="*/ 2710 h 10000"/>
                <a:gd name="connsiteX21" fmla="*/ 7485 w 10000"/>
                <a:gd name="connsiteY21" fmla="*/ 2406 h 10000"/>
                <a:gd name="connsiteX22" fmla="*/ 7616 w 10000"/>
                <a:gd name="connsiteY22" fmla="*/ 2128 h 10000"/>
                <a:gd name="connsiteX23" fmla="*/ 7616 w 10000"/>
                <a:gd name="connsiteY23" fmla="*/ 2128 h 10000"/>
                <a:gd name="connsiteX24" fmla="*/ 5151 w 10000"/>
                <a:gd name="connsiteY24" fmla="*/ 0 h 10000"/>
                <a:gd name="connsiteX25" fmla="*/ 664 w 10000"/>
                <a:gd name="connsiteY25" fmla="*/ 789 h 10000"/>
                <a:gd name="connsiteX26" fmla="*/ 664 w 10000"/>
                <a:gd name="connsiteY26" fmla="*/ 789 h 10000"/>
                <a:gd name="connsiteX27" fmla="*/ 686 w 10000"/>
                <a:gd name="connsiteY27" fmla="*/ 776 h 10000"/>
                <a:gd name="connsiteX28" fmla="*/ 503 w 10000"/>
                <a:gd name="connsiteY28" fmla="*/ 1087 h 10000"/>
                <a:gd name="connsiteX29" fmla="*/ 372 w 10000"/>
                <a:gd name="connsiteY29" fmla="*/ 1384 h 10000"/>
                <a:gd name="connsiteX30" fmla="*/ 262 w 10000"/>
                <a:gd name="connsiteY30" fmla="*/ 1701 h 10000"/>
                <a:gd name="connsiteX31" fmla="*/ 161 w 10000"/>
                <a:gd name="connsiteY31" fmla="*/ 2031 h 10000"/>
                <a:gd name="connsiteX32" fmla="*/ 80 w 10000"/>
                <a:gd name="connsiteY32" fmla="*/ 2348 h 10000"/>
                <a:gd name="connsiteX33" fmla="*/ 30 w 10000"/>
                <a:gd name="connsiteY33" fmla="*/ 2678 h 10000"/>
                <a:gd name="connsiteX34" fmla="*/ 0 w 10000"/>
                <a:gd name="connsiteY34" fmla="*/ 3008 h 10000"/>
                <a:gd name="connsiteX35" fmla="*/ 0 w 10000"/>
                <a:gd name="connsiteY35" fmla="*/ 3338 h 10000"/>
                <a:gd name="connsiteX36" fmla="*/ 0 w 10000"/>
                <a:gd name="connsiteY36" fmla="*/ 3338 h 10000"/>
                <a:gd name="connsiteX37" fmla="*/ 30 w 10000"/>
                <a:gd name="connsiteY37" fmla="*/ 3842 h 10000"/>
                <a:gd name="connsiteX38" fmla="*/ 111 w 10000"/>
                <a:gd name="connsiteY38" fmla="*/ 4347 h 10000"/>
                <a:gd name="connsiteX39" fmla="*/ 211 w 10000"/>
                <a:gd name="connsiteY39" fmla="*/ 4851 h 10000"/>
                <a:gd name="connsiteX40" fmla="*/ 402 w 10000"/>
                <a:gd name="connsiteY40" fmla="*/ 5336 h 10000"/>
                <a:gd name="connsiteX41" fmla="*/ 614 w 10000"/>
                <a:gd name="connsiteY41" fmla="*/ 5809 h 10000"/>
                <a:gd name="connsiteX42" fmla="*/ 905 w 10000"/>
                <a:gd name="connsiteY42" fmla="*/ 6268 h 10000"/>
                <a:gd name="connsiteX43" fmla="*/ 1197 w 10000"/>
                <a:gd name="connsiteY43" fmla="*/ 6708 h 10000"/>
                <a:gd name="connsiteX44" fmla="*/ 1569 w 10000"/>
                <a:gd name="connsiteY44" fmla="*/ 7147 h 10000"/>
                <a:gd name="connsiteX45" fmla="*/ 1942 w 10000"/>
                <a:gd name="connsiteY45" fmla="*/ 7561 h 10000"/>
                <a:gd name="connsiteX46" fmla="*/ 2384 w 10000"/>
                <a:gd name="connsiteY46" fmla="*/ 7969 h 10000"/>
                <a:gd name="connsiteX47" fmla="*/ 2867 w 10000"/>
                <a:gd name="connsiteY47" fmla="*/ 8344 h 10000"/>
                <a:gd name="connsiteX48" fmla="*/ 3370 w 10000"/>
                <a:gd name="connsiteY48" fmla="*/ 8726 h 10000"/>
                <a:gd name="connsiteX49" fmla="*/ 3903 w 10000"/>
                <a:gd name="connsiteY49" fmla="*/ 9069 h 10000"/>
                <a:gd name="connsiteX50" fmla="*/ 4487 w 10000"/>
                <a:gd name="connsiteY50" fmla="*/ 9398 h 10000"/>
                <a:gd name="connsiteX51" fmla="*/ 5091 w 10000"/>
                <a:gd name="connsiteY51" fmla="*/ 9715 h 10000"/>
                <a:gd name="connsiteX52" fmla="*/ 5734 w 10000"/>
                <a:gd name="connsiteY52" fmla="*/ 10000 h 10000"/>
                <a:gd name="connsiteX53" fmla="*/ 5573 w 10000"/>
                <a:gd name="connsiteY53" fmla="*/ 7180 h 10000"/>
                <a:gd name="connsiteX54" fmla="*/ 10000 w 10000"/>
                <a:gd name="connsiteY54" fmla="*/ 6488 h 10000"/>
                <a:gd name="connsiteX0" fmla="*/ 10000 w 10000"/>
                <a:gd name="connsiteY0" fmla="*/ 6488 h 10000"/>
                <a:gd name="connsiteX1" fmla="*/ 10000 w 10000"/>
                <a:gd name="connsiteY1" fmla="*/ 6488 h 10000"/>
                <a:gd name="connsiteX2" fmla="*/ 9708 w 10000"/>
                <a:gd name="connsiteY2" fmla="*/ 6345 h 10000"/>
                <a:gd name="connsiteX3" fmla="*/ 9416 w 10000"/>
                <a:gd name="connsiteY3" fmla="*/ 6203 h 10000"/>
                <a:gd name="connsiteX4" fmla="*/ 9155 w 10000"/>
                <a:gd name="connsiteY4" fmla="*/ 6048 h 10000"/>
                <a:gd name="connsiteX5" fmla="*/ 8893 w 10000"/>
                <a:gd name="connsiteY5" fmla="*/ 5886 h 10000"/>
                <a:gd name="connsiteX6" fmla="*/ 8652 w 10000"/>
                <a:gd name="connsiteY6" fmla="*/ 5699 h 10000"/>
                <a:gd name="connsiteX7" fmla="*/ 8441 w 10000"/>
                <a:gd name="connsiteY7" fmla="*/ 5524 h 10000"/>
                <a:gd name="connsiteX8" fmla="*/ 8229 w 10000"/>
                <a:gd name="connsiteY8" fmla="*/ 5336 h 10000"/>
                <a:gd name="connsiteX9" fmla="*/ 8038 w 10000"/>
                <a:gd name="connsiteY9" fmla="*/ 5136 h 10000"/>
                <a:gd name="connsiteX10" fmla="*/ 7877 w 10000"/>
                <a:gd name="connsiteY10" fmla="*/ 4929 h 10000"/>
                <a:gd name="connsiteX11" fmla="*/ 7726 w 10000"/>
                <a:gd name="connsiteY11" fmla="*/ 4722 h 10000"/>
                <a:gd name="connsiteX12" fmla="*/ 7586 w 10000"/>
                <a:gd name="connsiteY12" fmla="*/ 4502 h 10000"/>
                <a:gd name="connsiteX13" fmla="*/ 7485 w 10000"/>
                <a:gd name="connsiteY13" fmla="*/ 4282 h 10000"/>
                <a:gd name="connsiteX14" fmla="*/ 7404 w 10000"/>
                <a:gd name="connsiteY14" fmla="*/ 4049 h 10000"/>
                <a:gd name="connsiteX15" fmla="*/ 7354 w 10000"/>
                <a:gd name="connsiteY15" fmla="*/ 3810 h 10000"/>
                <a:gd name="connsiteX16" fmla="*/ 7324 w 10000"/>
                <a:gd name="connsiteY16" fmla="*/ 3577 h 10000"/>
                <a:gd name="connsiteX17" fmla="*/ 7294 w 10000"/>
                <a:gd name="connsiteY17" fmla="*/ 3338 h 10000"/>
                <a:gd name="connsiteX18" fmla="*/ 7294 w 10000"/>
                <a:gd name="connsiteY18" fmla="*/ 3338 h 10000"/>
                <a:gd name="connsiteX19" fmla="*/ 7324 w 10000"/>
                <a:gd name="connsiteY19" fmla="*/ 3021 h 10000"/>
                <a:gd name="connsiteX20" fmla="*/ 7374 w 10000"/>
                <a:gd name="connsiteY20" fmla="*/ 2710 h 10000"/>
                <a:gd name="connsiteX21" fmla="*/ 7485 w 10000"/>
                <a:gd name="connsiteY21" fmla="*/ 2406 h 10000"/>
                <a:gd name="connsiteX22" fmla="*/ 7616 w 10000"/>
                <a:gd name="connsiteY22" fmla="*/ 2128 h 10000"/>
                <a:gd name="connsiteX23" fmla="*/ 7616 w 10000"/>
                <a:gd name="connsiteY23" fmla="*/ 2128 h 10000"/>
                <a:gd name="connsiteX24" fmla="*/ 5151 w 10000"/>
                <a:gd name="connsiteY24" fmla="*/ 0 h 10000"/>
                <a:gd name="connsiteX25" fmla="*/ 664 w 10000"/>
                <a:gd name="connsiteY25" fmla="*/ 789 h 10000"/>
                <a:gd name="connsiteX26" fmla="*/ 664 w 10000"/>
                <a:gd name="connsiteY26" fmla="*/ 789 h 10000"/>
                <a:gd name="connsiteX27" fmla="*/ 730 w 10000"/>
                <a:gd name="connsiteY27" fmla="*/ 684 h 10000"/>
                <a:gd name="connsiteX28" fmla="*/ 503 w 10000"/>
                <a:gd name="connsiteY28" fmla="*/ 1087 h 10000"/>
                <a:gd name="connsiteX29" fmla="*/ 372 w 10000"/>
                <a:gd name="connsiteY29" fmla="*/ 1384 h 10000"/>
                <a:gd name="connsiteX30" fmla="*/ 262 w 10000"/>
                <a:gd name="connsiteY30" fmla="*/ 1701 h 10000"/>
                <a:gd name="connsiteX31" fmla="*/ 161 w 10000"/>
                <a:gd name="connsiteY31" fmla="*/ 2031 h 10000"/>
                <a:gd name="connsiteX32" fmla="*/ 80 w 10000"/>
                <a:gd name="connsiteY32" fmla="*/ 2348 h 10000"/>
                <a:gd name="connsiteX33" fmla="*/ 30 w 10000"/>
                <a:gd name="connsiteY33" fmla="*/ 2678 h 10000"/>
                <a:gd name="connsiteX34" fmla="*/ 0 w 10000"/>
                <a:gd name="connsiteY34" fmla="*/ 3008 h 10000"/>
                <a:gd name="connsiteX35" fmla="*/ 0 w 10000"/>
                <a:gd name="connsiteY35" fmla="*/ 3338 h 10000"/>
                <a:gd name="connsiteX36" fmla="*/ 0 w 10000"/>
                <a:gd name="connsiteY36" fmla="*/ 3338 h 10000"/>
                <a:gd name="connsiteX37" fmla="*/ 30 w 10000"/>
                <a:gd name="connsiteY37" fmla="*/ 3842 h 10000"/>
                <a:gd name="connsiteX38" fmla="*/ 111 w 10000"/>
                <a:gd name="connsiteY38" fmla="*/ 4347 h 10000"/>
                <a:gd name="connsiteX39" fmla="*/ 211 w 10000"/>
                <a:gd name="connsiteY39" fmla="*/ 4851 h 10000"/>
                <a:gd name="connsiteX40" fmla="*/ 402 w 10000"/>
                <a:gd name="connsiteY40" fmla="*/ 5336 h 10000"/>
                <a:gd name="connsiteX41" fmla="*/ 614 w 10000"/>
                <a:gd name="connsiteY41" fmla="*/ 5809 h 10000"/>
                <a:gd name="connsiteX42" fmla="*/ 905 w 10000"/>
                <a:gd name="connsiteY42" fmla="*/ 6268 h 10000"/>
                <a:gd name="connsiteX43" fmla="*/ 1197 w 10000"/>
                <a:gd name="connsiteY43" fmla="*/ 6708 h 10000"/>
                <a:gd name="connsiteX44" fmla="*/ 1569 w 10000"/>
                <a:gd name="connsiteY44" fmla="*/ 7147 h 10000"/>
                <a:gd name="connsiteX45" fmla="*/ 1942 w 10000"/>
                <a:gd name="connsiteY45" fmla="*/ 7561 h 10000"/>
                <a:gd name="connsiteX46" fmla="*/ 2384 w 10000"/>
                <a:gd name="connsiteY46" fmla="*/ 7969 h 10000"/>
                <a:gd name="connsiteX47" fmla="*/ 2867 w 10000"/>
                <a:gd name="connsiteY47" fmla="*/ 8344 h 10000"/>
                <a:gd name="connsiteX48" fmla="*/ 3370 w 10000"/>
                <a:gd name="connsiteY48" fmla="*/ 8726 h 10000"/>
                <a:gd name="connsiteX49" fmla="*/ 3903 w 10000"/>
                <a:gd name="connsiteY49" fmla="*/ 9069 h 10000"/>
                <a:gd name="connsiteX50" fmla="*/ 4487 w 10000"/>
                <a:gd name="connsiteY50" fmla="*/ 9398 h 10000"/>
                <a:gd name="connsiteX51" fmla="*/ 5091 w 10000"/>
                <a:gd name="connsiteY51" fmla="*/ 9715 h 10000"/>
                <a:gd name="connsiteX52" fmla="*/ 5734 w 10000"/>
                <a:gd name="connsiteY52" fmla="*/ 10000 h 10000"/>
                <a:gd name="connsiteX53" fmla="*/ 5573 w 10000"/>
                <a:gd name="connsiteY53" fmla="*/ 7180 h 10000"/>
                <a:gd name="connsiteX54" fmla="*/ 10000 w 10000"/>
                <a:gd name="connsiteY54" fmla="*/ 6488 h 10000"/>
                <a:gd name="connsiteX0" fmla="*/ 10000 w 10000"/>
                <a:gd name="connsiteY0" fmla="*/ 6501 h 10013"/>
                <a:gd name="connsiteX1" fmla="*/ 10000 w 10000"/>
                <a:gd name="connsiteY1" fmla="*/ 6501 h 10013"/>
                <a:gd name="connsiteX2" fmla="*/ 9708 w 10000"/>
                <a:gd name="connsiteY2" fmla="*/ 6358 h 10013"/>
                <a:gd name="connsiteX3" fmla="*/ 9416 w 10000"/>
                <a:gd name="connsiteY3" fmla="*/ 6216 h 10013"/>
                <a:gd name="connsiteX4" fmla="*/ 9155 w 10000"/>
                <a:gd name="connsiteY4" fmla="*/ 6061 h 10013"/>
                <a:gd name="connsiteX5" fmla="*/ 8893 w 10000"/>
                <a:gd name="connsiteY5" fmla="*/ 5899 h 10013"/>
                <a:gd name="connsiteX6" fmla="*/ 8652 w 10000"/>
                <a:gd name="connsiteY6" fmla="*/ 5712 h 10013"/>
                <a:gd name="connsiteX7" fmla="*/ 8441 w 10000"/>
                <a:gd name="connsiteY7" fmla="*/ 5537 h 10013"/>
                <a:gd name="connsiteX8" fmla="*/ 8229 w 10000"/>
                <a:gd name="connsiteY8" fmla="*/ 5349 h 10013"/>
                <a:gd name="connsiteX9" fmla="*/ 8038 w 10000"/>
                <a:gd name="connsiteY9" fmla="*/ 5149 h 10013"/>
                <a:gd name="connsiteX10" fmla="*/ 7877 w 10000"/>
                <a:gd name="connsiteY10" fmla="*/ 4942 h 10013"/>
                <a:gd name="connsiteX11" fmla="*/ 7726 w 10000"/>
                <a:gd name="connsiteY11" fmla="*/ 4735 h 10013"/>
                <a:gd name="connsiteX12" fmla="*/ 7586 w 10000"/>
                <a:gd name="connsiteY12" fmla="*/ 4515 h 10013"/>
                <a:gd name="connsiteX13" fmla="*/ 7485 w 10000"/>
                <a:gd name="connsiteY13" fmla="*/ 4295 h 10013"/>
                <a:gd name="connsiteX14" fmla="*/ 7404 w 10000"/>
                <a:gd name="connsiteY14" fmla="*/ 4062 h 10013"/>
                <a:gd name="connsiteX15" fmla="*/ 7354 w 10000"/>
                <a:gd name="connsiteY15" fmla="*/ 3823 h 10013"/>
                <a:gd name="connsiteX16" fmla="*/ 7324 w 10000"/>
                <a:gd name="connsiteY16" fmla="*/ 3590 h 10013"/>
                <a:gd name="connsiteX17" fmla="*/ 7294 w 10000"/>
                <a:gd name="connsiteY17" fmla="*/ 3351 h 10013"/>
                <a:gd name="connsiteX18" fmla="*/ 7294 w 10000"/>
                <a:gd name="connsiteY18" fmla="*/ 3351 h 10013"/>
                <a:gd name="connsiteX19" fmla="*/ 7324 w 10000"/>
                <a:gd name="connsiteY19" fmla="*/ 3034 h 10013"/>
                <a:gd name="connsiteX20" fmla="*/ 7374 w 10000"/>
                <a:gd name="connsiteY20" fmla="*/ 2723 h 10013"/>
                <a:gd name="connsiteX21" fmla="*/ 7485 w 10000"/>
                <a:gd name="connsiteY21" fmla="*/ 2419 h 10013"/>
                <a:gd name="connsiteX22" fmla="*/ 7616 w 10000"/>
                <a:gd name="connsiteY22" fmla="*/ 2141 h 10013"/>
                <a:gd name="connsiteX23" fmla="*/ 7616 w 10000"/>
                <a:gd name="connsiteY23" fmla="*/ 2141 h 10013"/>
                <a:gd name="connsiteX24" fmla="*/ 5151 w 10000"/>
                <a:gd name="connsiteY24" fmla="*/ 0 h 10013"/>
                <a:gd name="connsiteX25" fmla="*/ 664 w 10000"/>
                <a:gd name="connsiteY25" fmla="*/ 802 h 10013"/>
                <a:gd name="connsiteX26" fmla="*/ 664 w 10000"/>
                <a:gd name="connsiteY26" fmla="*/ 802 h 10013"/>
                <a:gd name="connsiteX27" fmla="*/ 730 w 10000"/>
                <a:gd name="connsiteY27" fmla="*/ 697 h 10013"/>
                <a:gd name="connsiteX28" fmla="*/ 503 w 10000"/>
                <a:gd name="connsiteY28" fmla="*/ 1100 h 10013"/>
                <a:gd name="connsiteX29" fmla="*/ 372 w 10000"/>
                <a:gd name="connsiteY29" fmla="*/ 1397 h 10013"/>
                <a:gd name="connsiteX30" fmla="*/ 262 w 10000"/>
                <a:gd name="connsiteY30" fmla="*/ 1714 h 10013"/>
                <a:gd name="connsiteX31" fmla="*/ 161 w 10000"/>
                <a:gd name="connsiteY31" fmla="*/ 2044 h 10013"/>
                <a:gd name="connsiteX32" fmla="*/ 80 w 10000"/>
                <a:gd name="connsiteY32" fmla="*/ 2361 h 10013"/>
                <a:gd name="connsiteX33" fmla="*/ 30 w 10000"/>
                <a:gd name="connsiteY33" fmla="*/ 2691 h 10013"/>
                <a:gd name="connsiteX34" fmla="*/ 0 w 10000"/>
                <a:gd name="connsiteY34" fmla="*/ 3021 h 10013"/>
                <a:gd name="connsiteX35" fmla="*/ 0 w 10000"/>
                <a:gd name="connsiteY35" fmla="*/ 3351 h 10013"/>
                <a:gd name="connsiteX36" fmla="*/ 0 w 10000"/>
                <a:gd name="connsiteY36" fmla="*/ 3351 h 10013"/>
                <a:gd name="connsiteX37" fmla="*/ 30 w 10000"/>
                <a:gd name="connsiteY37" fmla="*/ 3855 h 10013"/>
                <a:gd name="connsiteX38" fmla="*/ 111 w 10000"/>
                <a:gd name="connsiteY38" fmla="*/ 4360 h 10013"/>
                <a:gd name="connsiteX39" fmla="*/ 211 w 10000"/>
                <a:gd name="connsiteY39" fmla="*/ 4864 h 10013"/>
                <a:gd name="connsiteX40" fmla="*/ 402 w 10000"/>
                <a:gd name="connsiteY40" fmla="*/ 5349 h 10013"/>
                <a:gd name="connsiteX41" fmla="*/ 614 w 10000"/>
                <a:gd name="connsiteY41" fmla="*/ 5822 h 10013"/>
                <a:gd name="connsiteX42" fmla="*/ 905 w 10000"/>
                <a:gd name="connsiteY42" fmla="*/ 6281 h 10013"/>
                <a:gd name="connsiteX43" fmla="*/ 1197 w 10000"/>
                <a:gd name="connsiteY43" fmla="*/ 6721 h 10013"/>
                <a:gd name="connsiteX44" fmla="*/ 1569 w 10000"/>
                <a:gd name="connsiteY44" fmla="*/ 7160 h 10013"/>
                <a:gd name="connsiteX45" fmla="*/ 1942 w 10000"/>
                <a:gd name="connsiteY45" fmla="*/ 7574 h 10013"/>
                <a:gd name="connsiteX46" fmla="*/ 2384 w 10000"/>
                <a:gd name="connsiteY46" fmla="*/ 7982 h 10013"/>
                <a:gd name="connsiteX47" fmla="*/ 2867 w 10000"/>
                <a:gd name="connsiteY47" fmla="*/ 8357 h 10013"/>
                <a:gd name="connsiteX48" fmla="*/ 3370 w 10000"/>
                <a:gd name="connsiteY48" fmla="*/ 8739 h 10013"/>
                <a:gd name="connsiteX49" fmla="*/ 3903 w 10000"/>
                <a:gd name="connsiteY49" fmla="*/ 9082 h 10013"/>
                <a:gd name="connsiteX50" fmla="*/ 4487 w 10000"/>
                <a:gd name="connsiteY50" fmla="*/ 9411 h 10013"/>
                <a:gd name="connsiteX51" fmla="*/ 5091 w 10000"/>
                <a:gd name="connsiteY51" fmla="*/ 9728 h 10013"/>
                <a:gd name="connsiteX52" fmla="*/ 5734 w 10000"/>
                <a:gd name="connsiteY52" fmla="*/ 10013 h 10013"/>
                <a:gd name="connsiteX53" fmla="*/ 5573 w 10000"/>
                <a:gd name="connsiteY53" fmla="*/ 7193 h 10013"/>
                <a:gd name="connsiteX54" fmla="*/ 10000 w 10000"/>
                <a:gd name="connsiteY54" fmla="*/ 6501 h 10013"/>
                <a:gd name="connsiteX0" fmla="*/ 10000 w 10000"/>
                <a:gd name="connsiteY0" fmla="*/ 6501 h 10013"/>
                <a:gd name="connsiteX1" fmla="*/ 10000 w 10000"/>
                <a:gd name="connsiteY1" fmla="*/ 6501 h 10013"/>
                <a:gd name="connsiteX2" fmla="*/ 9708 w 10000"/>
                <a:gd name="connsiteY2" fmla="*/ 6358 h 10013"/>
                <a:gd name="connsiteX3" fmla="*/ 9416 w 10000"/>
                <a:gd name="connsiteY3" fmla="*/ 6216 h 10013"/>
                <a:gd name="connsiteX4" fmla="*/ 9155 w 10000"/>
                <a:gd name="connsiteY4" fmla="*/ 6061 h 10013"/>
                <a:gd name="connsiteX5" fmla="*/ 8893 w 10000"/>
                <a:gd name="connsiteY5" fmla="*/ 5899 h 10013"/>
                <a:gd name="connsiteX6" fmla="*/ 8652 w 10000"/>
                <a:gd name="connsiteY6" fmla="*/ 5712 h 10013"/>
                <a:gd name="connsiteX7" fmla="*/ 8441 w 10000"/>
                <a:gd name="connsiteY7" fmla="*/ 5537 h 10013"/>
                <a:gd name="connsiteX8" fmla="*/ 8229 w 10000"/>
                <a:gd name="connsiteY8" fmla="*/ 5349 h 10013"/>
                <a:gd name="connsiteX9" fmla="*/ 8038 w 10000"/>
                <a:gd name="connsiteY9" fmla="*/ 5149 h 10013"/>
                <a:gd name="connsiteX10" fmla="*/ 7877 w 10000"/>
                <a:gd name="connsiteY10" fmla="*/ 4942 h 10013"/>
                <a:gd name="connsiteX11" fmla="*/ 7726 w 10000"/>
                <a:gd name="connsiteY11" fmla="*/ 4735 h 10013"/>
                <a:gd name="connsiteX12" fmla="*/ 7586 w 10000"/>
                <a:gd name="connsiteY12" fmla="*/ 4515 h 10013"/>
                <a:gd name="connsiteX13" fmla="*/ 7485 w 10000"/>
                <a:gd name="connsiteY13" fmla="*/ 4295 h 10013"/>
                <a:gd name="connsiteX14" fmla="*/ 7404 w 10000"/>
                <a:gd name="connsiteY14" fmla="*/ 4062 h 10013"/>
                <a:gd name="connsiteX15" fmla="*/ 7354 w 10000"/>
                <a:gd name="connsiteY15" fmla="*/ 3823 h 10013"/>
                <a:gd name="connsiteX16" fmla="*/ 7324 w 10000"/>
                <a:gd name="connsiteY16" fmla="*/ 3590 h 10013"/>
                <a:gd name="connsiteX17" fmla="*/ 7294 w 10000"/>
                <a:gd name="connsiteY17" fmla="*/ 3351 h 10013"/>
                <a:gd name="connsiteX18" fmla="*/ 7294 w 10000"/>
                <a:gd name="connsiteY18" fmla="*/ 3351 h 10013"/>
                <a:gd name="connsiteX19" fmla="*/ 7324 w 10000"/>
                <a:gd name="connsiteY19" fmla="*/ 3034 h 10013"/>
                <a:gd name="connsiteX20" fmla="*/ 7374 w 10000"/>
                <a:gd name="connsiteY20" fmla="*/ 2723 h 10013"/>
                <a:gd name="connsiteX21" fmla="*/ 7485 w 10000"/>
                <a:gd name="connsiteY21" fmla="*/ 2419 h 10013"/>
                <a:gd name="connsiteX22" fmla="*/ 7616 w 10000"/>
                <a:gd name="connsiteY22" fmla="*/ 2141 h 10013"/>
                <a:gd name="connsiteX23" fmla="*/ 7616 w 10000"/>
                <a:gd name="connsiteY23" fmla="*/ 2141 h 10013"/>
                <a:gd name="connsiteX24" fmla="*/ 5151 w 10000"/>
                <a:gd name="connsiteY24" fmla="*/ 0 h 10013"/>
                <a:gd name="connsiteX25" fmla="*/ 664 w 10000"/>
                <a:gd name="connsiteY25" fmla="*/ 802 h 10013"/>
                <a:gd name="connsiteX26" fmla="*/ 664 w 10000"/>
                <a:gd name="connsiteY26" fmla="*/ 802 h 10013"/>
                <a:gd name="connsiteX27" fmla="*/ 503 w 10000"/>
                <a:gd name="connsiteY27" fmla="*/ 1100 h 10013"/>
                <a:gd name="connsiteX28" fmla="*/ 372 w 10000"/>
                <a:gd name="connsiteY28" fmla="*/ 1397 h 10013"/>
                <a:gd name="connsiteX29" fmla="*/ 262 w 10000"/>
                <a:gd name="connsiteY29" fmla="*/ 1714 h 10013"/>
                <a:gd name="connsiteX30" fmla="*/ 161 w 10000"/>
                <a:gd name="connsiteY30" fmla="*/ 2044 h 10013"/>
                <a:gd name="connsiteX31" fmla="*/ 80 w 10000"/>
                <a:gd name="connsiteY31" fmla="*/ 2361 h 10013"/>
                <a:gd name="connsiteX32" fmla="*/ 30 w 10000"/>
                <a:gd name="connsiteY32" fmla="*/ 2691 h 10013"/>
                <a:gd name="connsiteX33" fmla="*/ 0 w 10000"/>
                <a:gd name="connsiteY33" fmla="*/ 3021 h 10013"/>
                <a:gd name="connsiteX34" fmla="*/ 0 w 10000"/>
                <a:gd name="connsiteY34" fmla="*/ 3351 h 10013"/>
                <a:gd name="connsiteX35" fmla="*/ 0 w 10000"/>
                <a:gd name="connsiteY35" fmla="*/ 3351 h 10013"/>
                <a:gd name="connsiteX36" fmla="*/ 30 w 10000"/>
                <a:gd name="connsiteY36" fmla="*/ 3855 h 10013"/>
                <a:gd name="connsiteX37" fmla="*/ 111 w 10000"/>
                <a:gd name="connsiteY37" fmla="*/ 4360 h 10013"/>
                <a:gd name="connsiteX38" fmla="*/ 211 w 10000"/>
                <a:gd name="connsiteY38" fmla="*/ 4864 h 10013"/>
                <a:gd name="connsiteX39" fmla="*/ 402 w 10000"/>
                <a:gd name="connsiteY39" fmla="*/ 5349 h 10013"/>
                <a:gd name="connsiteX40" fmla="*/ 614 w 10000"/>
                <a:gd name="connsiteY40" fmla="*/ 5822 h 10013"/>
                <a:gd name="connsiteX41" fmla="*/ 905 w 10000"/>
                <a:gd name="connsiteY41" fmla="*/ 6281 h 10013"/>
                <a:gd name="connsiteX42" fmla="*/ 1197 w 10000"/>
                <a:gd name="connsiteY42" fmla="*/ 6721 h 10013"/>
                <a:gd name="connsiteX43" fmla="*/ 1569 w 10000"/>
                <a:gd name="connsiteY43" fmla="*/ 7160 h 10013"/>
                <a:gd name="connsiteX44" fmla="*/ 1942 w 10000"/>
                <a:gd name="connsiteY44" fmla="*/ 7574 h 10013"/>
                <a:gd name="connsiteX45" fmla="*/ 2384 w 10000"/>
                <a:gd name="connsiteY45" fmla="*/ 7982 h 10013"/>
                <a:gd name="connsiteX46" fmla="*/ 2867 w 10000"/>
                <a:gd name="connsiteY46" fmla="*/ 8357 h 10013"/>
                <a:gd name="connsiteX47" fmla="*/ 3370 w 10000"/>
                <a:gd name="connsiteY47" fmla="*/ 8739 h 10013"/>
                <a:gd name="connsiteX48" fmla="*/ 3903 w 10000"/>
                <a:gd name="connsiteY48" fmla="*/ 9082 h 10013"/>
                <a:gd name="connsiteX49" fmla="*/ 4487 w 10000"/>
                <a:gd name="connsiteY49" fmla="*/ 9411 h 10013"/>
                <a:gd name="connsiteX50" fmla="*/ 5091 w 10000"/>
                <a:gd name="connsiteY50" fmla="*/ 9728 h 10013"/>
                <a:gd name="connsiteX51" fmla="*/ 5734 w 10000"/>
                <a:gd name="connsiteY51" fmla="*/ 10013 h 10013"/>
                <a:gd name="connsiteX52" fmla="*/ 5573 w 10000"/>
                <a:gd name="connsiteY52" fmla="*/ 7193 h 10013"/>
                <a:gd name="connsiteX53" fmla="*/ 10000 w 10000"/>
                <a:gd name="connsiteY53" fmla="*/ 6501 h 10013"/>
                <a:gd name="connsiteX0" fmla="*/ 10000 w 10000"/>
                <a:gd name="connsiteY0" fmla="*/ 6501 h 10013"/>
                <a:gd name="connsiteX1" fmla="*/ 10000 w 10000"/>
                <a:gd name="connsiteY1" fmla="*/ 6501 h 10013"/>
                <a:gd name="connsiteX2" fmla="*/ 9708 w 10000"/>
                <a:gd name="connsiteY2" fmla="*/ 6358 h 10013"/>
                <a:gd name="connsiteX3" fmla="*/ 9416 w 10000"/>
                <a:gd name="connsiteY3" fmla="*/ 6216 h 10013"/>
                <a:gd name="connsiteX4" fmla="*/ 9155 w 10000"/>
                <a:gd name="connsiteY4" fmla="*/ 6061 h 10013"/>
                <a:gd name="connsiteX5" fmla="*/ 8893 w 10000"/>
                <a:gd name="connsiteY5" fmla="*/ 5899 h 10013"/>
                <a:gd name="connsiteX6" fmla="*/ 8652 w 10000"/>
                <a:gd name="connsiteY6" fmla="*/ 5712 h 10013"/>
                <a:gd name="connsiteX7" fmla="*/ 8441 w 10000"/>
                <a:gd name="connsiteY7" fmla="*/ 5537 h 10013"/>
                <a:gd name="connsiteX8" fmla="*/ 8229 w 10000"/>
                <a:gd name="connsiteY8" fmla="*/ 5349 h 10013"/>
                <a:gd name="connsiteX9" fmla="*/ 8038 w 10000"/>
                <a:gd name="connsiteY9" fmla="*/ 5149 h 10013"/>
                <a:gd name="connsiteX10" fmla="*/ 7877 w 10000"/>
                <a:gd name="connsiteY10" fmla="*/ 4942 h 10013"/>
                <a:gd name="connsiteX11" fmla="*/ 7726 w 10000"/>
                <a:gd name="connsiteY11" fmla="*/ 4735 h 10013"/>
                <a:gd name="connsiteX12" fmla="*/ 7586 w 10000"/>
                <a:gd name="connsiteY12" fmla="*/ 4515 h 10013"/>
                <a:gd name="connsiteX13" fmla="*/ 7485 w 10000"/>
                <a:gd name="connsiteY13" fmla="*/ 4295 h 10013"/>
                <a:gd name="connsiteX14" fmla="*/ 7404 w 10000"/>
                <a:gd name="connsiteY14" fmla="*/ 4062 h 10013"/>
                <a:gd name="connsiteX15" fmla="*/ 7354 w 10000"/>
                <a:gd name="connsiteY15" fmla="*/ 3823 h 10013"/>
                <a:gd name="connsiteX16" fmla="*/ 7324 w 10000"/>
                <a:gd name="connsiteY16" fmla="*/ 3590 h 10013"/>
                <a:gd name="connsiteX17" fmla="*/ 7294 w 10000"/>
                <a:gd name="connsiteY17" fmla="*/ 3351 h 10013"/>
                <a:gd name="connsiteX18" fmla="*/ 7294 w 10000"/>
                <a:gd name="connsiteY18" fmla="*/ 3351 h 10013"/>
                <a:gd name="connsiteX19" fmla="*/ 7324 w 10000"/>
                <a:gd name="connsiteY19" fmla="*/ 3034 h 10013"/>
                <a:gd name="connsiteX20" fmla="*/ 7374 w 10000"/>
                <a:gd name="connsiteY20" fmla="*/ 2723 h 10013"/>
                <a:gd name="connsiteX21" fmla="*/ 7485 w 10000"/>
                <a:gd name="connsiteY21" fmla="*/ 2419 h 10013"/>
                <a:gd name="connsiteX22" fmla="*/ 7616 w 10000"/>
                <a:gd name="connsiteY22" fmla="*/ 2141 h 10013"/>
                <a:gd name="connsiteX23" fmla="*/ 7616 w 10000"/>
                <a:gd name="connsiteY23" fmla="*/ 2141 h 10013"/>
                <a:gd name="connsiteX24" fmla="*/ 5151 w 10000"/>
                <a:gd name="connsiteY24" fmla="*/ 0 h 10013"/>
                <a:gd name="connsiteX25" fmla="*/ 664 w 10000"/>
                <a:gd name="connsiteY25" fmla="*/ 802 h 10013"/>
                <a:gd name="connsiteX26" fmla="*/ 503 w 10000"/>
                <a:gd name="connsiteY26" fmla="*/ 1100 h 10013"/>
                <a:gd name="connsiteX27" fmla="*/ 372 w 10000"/>
                <a:gd name="connsiteY27" fmla="*/ 1397 h 10013"/>
                <a:gd name="connsiteX28" fmla="*/ 262 w 10000"/>
                <a:gd name="connsiteY28" fmla="*/ 1714 h 10013"/>
                <a:gd name="connsiteX29" fmla="*/ 161 w 10000"/>
                <a:gd name="connsiteY29" fmla="*/ 2044 h 10013"/>
                <a:gd name="connsiteX30" fmla="*/ 80 w 10000"/>
                <a:gd name="connsiteY30" fmla="*/ 2361 h 10013"/>
                <a:gd name="connsiteX31" fmla="*/ 30 w 10000"/>
                <a:gd name="connsiteY31" fmla="*/ 2691 h 10013"/>
                <a:gd name="connsiteX32" fmla="*/ 0 w 10000"/>
                <a:gd name="connsiteY32" fmla="*/ 3021 h 10013"/>
                <a:gd name="connsiteX33" fmla="*/ 0 w 10000"/>
                <a:gd name="connsiteY33" fmla="*/ 3351 h 10013"/>
                <a:gd name="connsiteX34" fmla="*/ 0 w 10000"/>
                <a:gd name="connsiteY34" fmla="*/ 3351 h 10013"/>
                <a:gd name="connsiteX35" fmla="*/ 30 w 10000"/>
                <a:gd name="connsiteY35" fmla="*/ 3855 h 10013"/>
                <a:gd name="connsiteX36" fmla="*/ 111 w 10000"/>
                <a:gd name="connsiteY36" fmla="*/ 4360 h 10013"/>
                <a:gd name="connsiteX37" fmla="*/ 211 w 10000"/>
                <a:gd name="connsiteY37" fmla="*/ 4864 h 10013"/>
                <a:gd name="connsiteX38" fmla="*/ 402 w 10000"/>
                <a:gd name="connsiteY38" fmla="*/ 5349 h 10013"/>
                <a:gd name="connsiteX39" fmla="*/ 614 w 10000"/>
                <a:gd name="connsiteY39" fmla="*/ 5822 h 10013"/>
                <a:gd name="connsiteX40" fmla="*/ 905 w 10000"/>
                <a:gd name="connsiteY40" fmla="*/ 6281 h 10013"/>
                <a:gd name="connsiteX41" fmla="*/ 1197 w 10000"/>
                <a:gd name="connsiteY41" fmla="*/ 6721 h 10013"/>
                <a:gd name="connsiteX42" fmla="*/ 1569 w 10000"/>
                <a:gd name="connsiteY42" fmla="*/ 7160 h 10013"/>
                <a:gd name="connsiteX43" fmla="*/ 1942 w 10000"/>
                <a:gd name="connsiteY43" fmla="*/ 7574 h 10013"/>
                <a:gd name="connsiteX44" fmla="*/ 2384 w 10000"/>
                <a:gd name="connsiteY44" fmla="*/ 7982 h 10013"/>
                <a:gd name="connsiteX45" fmla="*/ 2867 w 10000"/>
                <a:gd name="connsiteY45" fmla="*/ 8357 h 10013"/>
                <a:gd name="connsiteX46" fmla="*/ 3370 w 10000"/>
                <a:gd name="connsiteY46" fmla="*/ 8739 h 10013"/>
                <a:gd name="connsiteX47" fmla="*/ 3903 w 10000"/>
                <a:gd name="connsiteY47" fmla="*/ 9082 h 10013"/>
                <a:gd name="connsiteX48" fmla="*/ 4487 w 10000"/>
                <a:gd name="connsiteY48" fmla="*/ 9411 h 10013"/>
                <a:gd name="connsiteX49" fmla="*/ 5091 w 10000"/>
                <a:gd name="connsiteY49" fmla="*/ 9728 h 10013"/>
                <a:gd name="connsiteX50" fmla="*/ 5734 w 10000"/>
                <a:gd name="connsiteY50" fmla="*/ 10013 h 10013"/>
                <a:gd name="connsiteX51" fmla="*/ 5573 w 10000"/>
                <a:gd name="connsiteY51" fmla="*/ 7193 h 10013"/>
                <a:gd name="connsiteX52" fmla="*/ 10000 w 10000"/>
                <a:gd name="connsiteY52" fmla="*/ 6501 h 10013"/>
                <a:gd name="connsiteX0" fmla="*/ 10000 w 10000"/>
                <a:gd name="connsiteY0" fmla="*/ 6501 h 10013"/>
                <a:gd name="connsiteX1" fmla="*/ 10000 w 10000"/>
                <a:gd name="connsiteY1" fmla="*/ 6501 h 10013"/>
                <a:gd name="connsiteX2" fmla="*/ 9708 w 10000"/>
                <a:gd name="connsiteY2" fmla="*/ 6358 h 10013"/>
                <a:gd name="connsiteX3" fmla="*/ 9416 w 10000"/>
                <a:gd name="connsiteY3" fmla="*/ 6216 h 10013"/>
                <a:gd name="connsiteX4" fmla="*/ 9155 w 10000"/>
                <a:gd name="connsiteY4" fmla="*/ 6061 h 10013"/>
                <a:gd name="connsiteX5" fmla="*/ 8893 w 10000"/>
                <a:gd name="connsiteY5" fmla="*/ 5899 h 10013"/>
                <a:gd name="connsiteX6" fmla="*/ 8652 w 10000"/>
                <a:gd name="connsiteY6" fmla="*/ 5712 h 10013"/>
                <a:gd name="connsiteX7" fmla="*/ 8441 w 10000"/>
                <a:gd name="connsiteY7" fmla="*/ 5537 h 10013"/>
                <a:gd name="connsiteX8" fmla="*/ 8229 w 10000"/>
                <a:gd name="connsiteY8" fmla="*/ 5349 h 10013"/>
                <a:gd name="connsiteX9" fmla="*/ 8038 w 10000"/>
                <a:gd name="connsiteY9" fmla="*/ 5149 h 10013"/>
                <a:gd name="connsiteX10" fmla="*/ 7877 w 10000"/>
                <a:gd name="connsiteY10" fmla="*/ 4942 h 10013"/>
                <a:gd name="connsiteX11" fmla="*/ 7726 w 10000"/>
                <a:gd name="connsiteY11" fmla="*/ 4735 h 10013"/>
                <a:gd name="connsiteX12" fmla="*/ 7586 w 10000"/>
                <a:gd name="connsiteY12" fmla="*/ 4515 h 10013"/>
                <a:gd name="connsiteX13" fmla="*/ 7485 w 10000"/>
                <a:gd name="connsiteY13" fmla="*/ 4295 h 10013"/>
                <a:gd name="connsiteX14" fmla="*/ 7404 w 10000"/>
                <a:gd name="connsiteY14" fmla="*/ 4062 h 10013"/>
                <a:gd name="connsiteX15" fmla="*/ 7354 w 10000"/>
                <a:gd name="connsiteY15" fmla="*/ 3823 h 10013"/>
                <a:gd name="connsiteX16" fmla="*/ 7324 w 10000"/>
                <a:gd name="connsiteY16" fmla="*/ 3590 h 10013"/>
                <a:gd name="connsiteX17" fmla="*/ 7294 w 10000"/>
                <a:gd name="connsiteY17" fmla="*/ 3351 h 10013"/>
                <a:gd name="connsiteX18" fmla="*/ 7294 w 10000"/>
                <a:gd name="connsiteY18" fmla="*/ 3351 h 10013"/>
                <a:gd name="connsiteX19" fmla="*/ 7324 w 10000"/>
                <a:gd name="connsiteY19" fmla="*/ 3034 h 10013"/>
                <a:gd name="connsiteX20" fmla="*/ 7374 w 10000"/>
                <a:gd name="connsiteY20" fmla="*/ 2723 h 10013"/>
                <a:gd name="connsiteX21" fmla="*/ 7485 w 10000"/>
                <a:gd name="connsiteY21" fmla="*/ 2419 h 10013"/>
                <a:gd name="connsiteX22" fmla="*/ 7616 w 10000"/>
                <a:gd name="connsiteY22" fmla="*/ 2141 h 10013"/>
                <a:gd name="connsiteX23" fmla="*/ 7616 w 10000"/>
                <a:gd name="connsiteY23" fmla="*/ 2141 h 10013"/>
                <a:gd name="connsiteX24" fmla="*/ 5151 w 10000"/>
                <a:gd name="connsiteY24" fmla="*/ 0 h 10013"/>
                <a:gd name="connsiteX25" fmla="*/ 648 w 10000"/>
                <a:gd name="connsiteY25" fmla="*/ 792 h 10013"/>
                <a:gd name="connsiteX26" fmla="*/ 503 w 10000"/>
                <a:gd name="connsiteY26" fmla="*/ 1100 h 10013"/>
                <a:gd name="connsiteX27" fmla="*/ 372 w 10000"/>
                <a:gd name="connsiteY27" fmla="*/ 1397 h 10013"/>
                <a:gd name="connsiteX28" fmla="*/ 262 w 10000"/>
                <a:gd name="connsiteY28" fmla="*/ 1714 h 10013"/>
                <a:gd name="connsiteX29" fmla="*/ 161 w 10000"/>
                <a:gd name="connsiteY29" fmla="*/ 2044 h 10013"/>
                <a:gd name="connsiteX30" fmla="*/ 80 w 10000"/>
                <a:gd name="connsiteY30" fmla="*/ 2361 h 10013"/>
                <a:gd name="connsiteX31" fmla="*/ 30 w 10000"/>
                <a:gd name="connsiteY31" fmla="*/ 2691 h 10013"/>
                <a:gd name="connsiteX32" fmla="*/ 0 w 10000"/>
                <a:gd name="connsiteY32" fmla="*/ 3021 h 10013"/>
                <a:gd name="connsiteX33" fmla="*/ 0 w 10000"/>
                <a:gd name="connsiteY33" fmla="*/ 3351 h 10013"/>
                <a:gd name="connsiteX34" fmla="*/ 0 w 10000"/>
                <a:gd name="connsiteY34" fmla="*/ 3351 h 10013"/>
                <a:gd name="connsiteX35" fmla="*/ 30 w 10000"/>
                <a:gd name="connsiteY35" fmla="*/ 3855 h 10013"/>
                <a:gd name="connsiteX36" fmla="*/ 111 w 10000"/>
                <a:gd name="connsiteY36" fmla="*/ 4360 h 10013"/>
                <a:gd name="connsiteX37" fmla="*/ 211 w 10000"/>
                <a:gd name="connsiteY37" fmla="*/ 4864 h 10013"/>
                <a:gd name="connsiteX38" fmla="*/ 402 w 10000"/>
                <a:gd name="connsiteY38" fmla="*/ 5349 h 10013"/>
                <a:gd name="connsiteX39" fmla="*/ 614 w 10000"/>
                <a:gd name="connsiteY39" fmla="*/ 5822 h 10013"/>
                <a:gd name="connsiteX40" fmla="*/ 905 w 10000"/>
                <a:gd name="connsiteY40" fmla="*/ 6281 h 10013"/>
                <a:gd name="connsiteX41" fmla="*/ 1197 w 10000"/>
                <a:gd name="connsiteY41" fmla="*/ 6721 h 10013"/>
                <a:gd name="connsiteX42" fmla="*/ 1569 w 10000"/>
                <a:gd name="connsiteY42" fmla="*/ 7160 h 10013"/>
                <a:gd name="connsiteX43" fmla="*/ 1942 w 10000"/>
                <a:gd name="connsiteY43" fmla="*/ 7574 h 10013"/>
                <a:gd name="connsiteX44" fmla="*/ 2384 w 10000"/>
                <a:gd name="connsiteY44" fmla="*/ 7982 h 10013"/>
                <a:gd name="connsiteX45" fmla="*/ 2867 w 10000"/>
                <a:gd name="connsiteY45" fmla="*/ 8357 h 10013"/>
                <a:gd name="connsiteX46" fmla="*/ 3370 w 10000"/>
                <a:gd name="connsiteY46" fmla="*/ 8739 h 10013"/>
                <a:gd name="connsiteX47" fmla="*/ 3903 w 10000"/>
                <a:gd name="connsiteY47" fmla="*/ 9082 h 10013"/>
                <a:gd name="connsiteX48" fmla="*/ 4487 w 10000"/>
                <a:gd name="connsiteY48" fmla="*/ 9411 h 10013"/>
                <a:gd name="connsiteX49" fmla="*/ 5091 w 10000"/>
                <a:gd name="connsiteY49" fmla="*/ 9728 h 10013"/>
                <a:gd name="connsiteX50" fmla="*/ 5734 w 10000"/>
                <a:gd name="connsiteY50" fmla="*/ 10013 h 10013"/>
                <a:gd name="connsiteX51" fmla="*/ 5573 w 10000"/>
                <a:gd name="connsiteY51" fmla="*/ 7193 h 10013"/>
                <a:gd name="connsiteX52" fmla="*/ 10000 w 10000"/>
                <a:gd name="connsiteY52" fmla="*/ 6501 h 10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0000" h="10013">
                  <a:moveTo>
                    <a:pt x="10000" y="6501"/>
                  </a:moveTo>
                  <a:lnTo>
                    <a:pt x="10000" y="6501"/>
                  </a:lnTo>
                  <a:lnTo>
                    <a:pt x="9708" y="6358"/>
                  </a:lnTo>
                  <a:lnTo>
                    <a:pt x="9416" y="6216"/>
                  </a:lnTo>
                  <a:lnTo>
                    <a:pt x="9155" y="6061"/>
                  </a:lnTo>
                  <a:lnTo>
                    <a:pt x="8893" y="5899"/>
                  </a:lnTo>
                  <a:lnTo>
                    <a:pt x="8652" y="5712"/>
                  </a:lnTo>
                  <a:lnTo>
                    <a:pt x="8441" y="5537"/>
                  </a:lnTo>
                  <a:lnTo>
                    <a:pt x="8229" y="5349"/>
                  </a:lnTo>
                  <a:lnTo>
                    <a:pt x="8038" y="5149"/>
                  </a:lnTo>
                  <a:lnTo>
                    <a:pt x="7877" y="4942"/>
                  </a:lnTo>
                  <a:lnTo>
                    <a:pt x="7726" y="4735"/>
                  </a:lnTo>
                  <a:cubicBezTo>
                    <a:pt x="7679" y="4662"/>
                    <a:pt x="7633" y="4588"/>
                    <a:pt x="7586" y="4515"/>
                  </a:cubicBezTo>
                  <a:cubicBezTo>
                    <a:pt x="7552" y="4442"/>
                    <a:pt x="7519" y="4368"/>
                    <a:pt x="7485" y="4295"/>
                  </a:cubicBezTo>
                  <a:cubicBezTo>
                    <a:pt x="7458" y="4217"/>
                    <a:pt x="7431" y="4140"/>
                    <a:pt x="7404" y="4062"/>
                  </a:cubicBezTo>
                  <a:cubicBezTo>
                    <a:pt x="7387" y="3982"/>
                    <a:pt x="7371" y="3903"/>
                    <a:pt x="7354" y="3823"/>
                  </a:cubicBezTo>
                  <a:cubicBezTo>
                    <a:pt x="7344" y="3745"/>
                    <a:pt x="7334" y="3668"/>
                    <a:pt x="7324" y="3590"/>
                  </a:cubicBezTo>
                  <a:cubicBezTo>
                    <a:pt x="7314" y="3510"/>
                    <a:pt x="7304" y="3431"/>
                    <a:pt x="7294" y="3351"/>
                  </a:cubicBezTo>
                  <a:lnTo>
                    <a:pt x="7294" y="3351"/>
                  </a:lnTo>
                  <a:cubicBezTo>
                    <a:pt x="7304" y="3245"/>
                    <a:pt x="7314" y="3140"/>
                    <a:pt x="7324" y="3034"/>
                  </a:cubicBezTo>
                  <a:cubicBezTo>
                    <a:pt x="7341" y="2930"/>
                    <a:pt x="7357" y="2827"/>
                    <a:pt x="7374" y="2723"/>
                  </a:cubicBezTo>
                  <a:lnTo>
                    <a:pt x="7485" y="2419"/>
                  </a:lnTo>
                  <a:lnTo>
                    <a:pt x="7616" y="2141"/>
                  </a:lnTo>
                  <a:lnTo>
                    <a:pt x="7616" y="2141"/>
                  </a:lnTo>
                  <a:lnTo>
                    <a:pt x="5151" y="0"/>
                  </a:lnTo>
                  <a:lnTo>
                    <a:pt x="648" y="792"/>
                  </a:lnTo>
                  <a:cubicBezTo>
                    <a:pt x="594" y="891"/>
                    <a:pt x="557" y="1001"/>
                    <a:pt x="503" y="1100"/>
                  </a:cubicBezTo>
                  <a:cubicBezTo>
                    <a:pt x="459" y="1199"/>
                    <a:pt x="416" y="1298"/>
                    <a:pt x="372" y="1397"/>
                  </a:cubicBezTo>
                  <a:cubicBezTo>
                    <a:pt x="335" y="1503"/>
                    <a:pt x="299" y="1608"/>
                    <a:pt x="262" y="1714"/>
                  </a:cubicBezTo>
                  <a:cubicBezTo>
                    <a:pt x="228" y="1824"/>
                    <a:pt x="195" y="1934"/>
                    <a:pt x="161" y="2044"/>
                  </a:cubicBezTo>
                  <a:cubicBezTo>
                    <a:pt x="134" y="2150"/>
                    <a:pt x="107" y="2255"/>
                    <a:pt x="80" y="2361"/>
                  </a:cubicBezTo>
                  <a:cubicBezTo>
                    <a:pt x="63" y="2471"/>
                    <a:pt x="47" y="2581"/>
                    <a:pt x="30" y="2691"/>
                  </a:cubicBezTo>
                  <a:lnTo>
                    <a:pt x="0" y="3021"/>
                  </a:lnTo>
                  <a:lnTo>
                    <a:pt x="0" y="3351"/>
                  </a:lnTo>
                  <a:lnTo>
                    <a:pt x="0" y="3351"/>
                  </a:lnTo>
                  <a:lnTo>
                    <a:pt x="30" y="3855"/>
                  </a:lnTo>
                  <a:cubicBezTo>
                    <a:pt x="57" y="4023"/>
                    <a:pt x="84" y="4192"/>
                    <a:pt x="111" y="4360"/>
                  </a:cubicBezTo>
                  <a:cubicBezTo>
                    <a:pt x="144" y="4528"/>
                    <a:pt x="178" y="4696"/>
                    <a:pt x="211" y="4864"/>
                  </a:cubicBezTo>
                  <a:lnTo>
                    <a:pt x="402" y="5349"/>
                  </a:lnTo>
                  <a:lnTo>
                    <a:pt x="614" y="5822"/>
                  </a:lnTo>
                  <a:lnTo>
                    <a:pt x="905" y="6281"/>
                  </a:lnTo>
                  <a:lnTo>
                    <a:pt x="1197" y="6721"/>
                  </a:lnTo>
                  <a:lnTo>
                    <a:pt x="1569" y="7160"/>
                  </a:lnTo>
                  <a:lnTo>
                    <a:pt x="1942" y="7574"/>
                  </a:lnTo>
                  <a:lnTo>
                    <a:pt x="2384" y="7982"/>
                  </a:lnTo>
                  <a:lnTo>
                    <a:pt x="2867" y="8357"/>
                  </a:lnTo>
                  <a:lnTo>
                    <a:pt x="3370" y="8739"/>
                  </a:lnTo>
                  <a:lnTo>
                    <a:pt x="3903" y="9082"/>
                  </a:lnTo>
                  <a:lnTo>
                    <a:pt x="4487" y="9411"/>
                  </a:lnTo>
                  <a:lnTo>
                    <a:pt x="5091" y="9728"/>
                  </a:lnTo>
                  <a:lnTo>
                    <a:pt x="5734" y="10013"/>
                  </a:lnTo>
                  <a:cubicBezTo>
                    <a:pt x="5680" y="9073"/>
                    <a:pt x="5627" y="8133"/>
                    <a:pt x="5573" y="7193"/>
                  </a:cubicBezTo>
                  <a:lnTo>
                    <a:pt x="10000" y="6501"/>
                  </a:lnTo>
                  <a:close/>
                </a:path>
              </a:pathLst>
            </a:custGeom>
            <a:solidFill>
              <a:schemeClr val="bg1"/>
            </a:solidFill>
            <a:ln w="38100">
              <a:solidFill>
                <a:schemeClr val="tx2"/>
              </a:solidFill>
              <a:round/>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Ubuntu"/>
                <a:ea typeface="+mn-ea"/>
                <a:cs typeface="+mn-cs"/>
              </a:endParaRPr>
            </a:p>
          </p:txBody>
        </p:sp>
        <p:sp>
          <p:nvSpPr>
            <p:cNvPr id="49" name="Freeform 19">
              <a:extLst>
                <a:ext uri="{FF2B5EF4-FFF2-40B4-BE49-F238E27FC236}">
                  <a16:creationId xmlns:a16="http://schemas.microsoft.com/office/drawing/2014/main" id="{8050207E-AF4B-0A46-3EE2-F43F81979367}"/>
                </a:ext>
              </a:extLst>
            </p:cNvPr>
            <p:cNvSpPr>
              <a:spLocks/>
            </p:cNvSpPr>
            <p:nvPr/>
          </p:nvSpPr>
          <p:spPr bwMode="auto">
            <a:xfrm>
              <a:off x="13506844" y="5202467"/>
              <a:ext cx="1185025" cy="617369"/>
            </a:xfrm>
            <a:custGeom>
              <a:avLst/>
              <a:gdLst/>
              <a:ahLst/>
              <a:cxnLst>
                <a:cxn ang="0">
                  <a:pos x="1184" y="438"/>
                </a:cxn>
                <a:cxn ang="0">
                  <a:pos x="1208" y="0"/>
                </a:cxn>
                <a:cxn ang="0">
                  <a:pos x="1208" y="0"/>
                </a:cxn>
                <a:cxn ang="0">
                  <a:pos x="1166" y="27"/>
                </a:cxn>
                <a:cxn ang="0">
                  <a:pos x="1124" y="49"/>
                </a:cxn>
                <a:cxn ang="0">
                  <a:pos x="1079" y="68"/>
                </a:cxn>
                <a:cxn ang="0">
                  <a:pos x="1031" y="85"/>
                </a:cxn>
                <a:cxn ang="0">
                  <a:pos x="981" y="97"/>
                </a:cxn>
                <a:cxn ang="0">
                  <a:pos x="931" y="107"/>
                </a:cxn>
                <a:cxn ang="0">
                  <a:pos x="878" y="114"/>
                </a:cxn>
                <a:cxn ang="0">
                  <a:pos x="826" y="114"/>
                </a:cxn>
                <a:cxn ang="0">
                  <a:pos x="826" y="114"/>
                </a:cxn>
                <a:cxn ang="0">
                  <a:pos x="773" y="114"/>
                </a:cxn>
                <a:cxn ang="0">
                  <a:pos x="720" y="107"/>
                </a:cxn>
                <a:cxn ang="0">
                  <a:pos x="670" y="97"/>
                </a:cxn>
                <a:cxn ang="0">
                  <a:pos x="620" y="85"/>
                </a:cxn>
                <a:cxn ang="0">
                  <a:pos x="572" y="68"/>
                </a:cxn>
                <a:cxn ang="0">
                  <a:pos x="527" y="49"/>
                </a:cxn>
                <a:cxn ang="0">
                  <a:pos x="483" y="27"/>
                </a:cxn>
                <a:cxn ang="0">
                  <a:pos x="440" y="0"/>
                </a:cxn>
                <a:cxn ang="0">
                  <a:pos x="0" y="107"/>
                </a:cxn>
                <a:cxn ang="0">
                  <a:pos x="16" y="543"/>
                </a:cxn>
                <a:cxn ang="0">
                  <a:pos x="16" y="543"/>
                </a:cxn>
                <a:cxn ang="0">
                  <a:pos x="58" y="570"/>
                </a:cxn>
                <a:cxn ang="0">
                  <a:pos x="103" y="597"/>
                </a:cxn>
                <a:cxn ang="0">
                  <a:pos x="148" y="621"/>
                </a:cxn>
                <a:cxn ang="0">
                  <a:pos x="195" y="645"/>
                </a:cxn>
                <a:cxn ang="0">
                  <a:pos x="243" y="665"/>
                </a:cxn>
                <a:cxn ang="0">
                  <a:pos x="290" y="684"/>
                </a:cxn>
                <a:cxn ang="0">
                  <a:pos x="340" y="704"/>
                </a:cxn>
                <a:cxn ang="0">
                  <a:pos x="390" y="721"/>
                </a:cxn>
                <a:cxn ang="0">
                  <a:pos x="443" y="733"/>
                </a:cxn>
                <a:cxn ang="0">
                  <a:pos x="496" y="748"/>
                </a:cxn>
                <a:cxn ang="0">
                  <a:pos x="549" y="757"/>
                </a:cxn>
                <a:cxn ang="0">
                  <a:pos x="601" y="767"/>
                </a:cxn>
                <a:cxn ang="0">
                  <a:pos x="657" y="774"/>
                </a:cxn>
                <a:cxn ang="0">
                  <a:pos x="712" y="779"/>
                </a:cxn>
                <a:cxn ang="0">
                  <a:pos x="768" y="782"/>
                </a:cxn>
                <a:cxn ang="0">
                  <a:pos x="826" y="782"/>
                </a:cxn>
                <a:cxn ang="0">
                  <a:pos x="826" y="782"/>
                </a:cxn>
                <a:cxn ang="0">
                  <a:pos x="881" y="782"/>
                </a:cxn>
                <a:cxn ang="0">
                  <a:pos x="936" y="779"/>
                </a:cxn>
                <a:cxn ang="0">
                  <a:pos x="992" y="774"/>
                </a:cxn>
                <a:cxn ang="0">
                  <a:pos x="1047" y="767"/>
                </a:cxn>
                <a:cxn ang="0">
                  <a:pos x="1103" y="757"/>
                </a:cxn>
                <a:cxn ang="0">
                  <a:pos x="1155" y="748"/>
                </a:cxn>
                <a:cxn ang="0">
                  <a:pos x="1208" y="733"/>
                </a:cxn>
                <a:cxn ang="0">
                  <a:pos x="1258" y="721"/>
                </a:cxn>
                <a:cxn ang="0">
                  <a:pos x="1308" y="704"/>
                </a:cxn>
                <a:cxn ang="0">
                  <a:pos x="1358" y="684"/>
                </a:cxn>
                <a:cxn ang="0">
                  <a:pos x="1408" y="665"/>
                </a:cxn>
                <a:cxn ang="0">
                  <a:pos x="1456" y="645"/>
                </a:cxn>
                <a:cxn ang="0">
                  <a:pos x="1501" y="621"/>
                </a:cxn>
                <a:cxn ang="0">
                  <a:pos x="1548" y="597"/>
                </a:cxn>
                <a:cxn ang="0">
                  <a:pos x="1590" y="570"/>
                </a:cxn>
                <a:cxn ang="0">
                  <a:pos x="1635" y="543"/>
                </a:cxn>
                <a:cxn ang="0">
                  <a:pos x="1184" y="438"/>
                </a:cxn>
              </a:cxnLst>
              <a:rect l="0" t="0" r="r" b="b"/>
              <a:pathLst>
                <a:path w="1635" h="782">
                  <a:moveTo>
                    <a:pt x="1184" y="438"/>
                  </a:moveTo>
                  <a:lnTo>
                    <a:pt x="1208" y="0"/>
                  </a:lnTo>
                  <a:lnTo>
                    <a:pt x="1208" y="0"/>
                  </a:lnTo>
                  <a:lnTo>
                    <a:pt x="1166" y="27"/>
                  </a:lnTo>
                  <a:lnTo>
                    <a:pt x="1124" y="49"/>
                  </a:lnTo>
                  <a:lnTo>
                    <a:pt x="1079" y="68"/>
                  </a:lnTo>
                  <a:lnTo>
                    <a:pt x="1031" y="85"/>
                  </a:lnTo>
                  <a:lnTo>
                    <a:pt x="981" y="97"/>
                  </a:lnTo>
                  <a:lnTo>
                    <a:pt x="931" y="107"/>
                  </a:lnTo>
                  <a:lnTo>
                    <a:pt x="878" y="114"/>
                  </a:lnTo>
                  <a:lnTo>
                    <a:pt x="826" y="114"/>
                  </a:lnTo>
                  <a:lnTo>
                    <a:pt x="826" y="114"/>
                  </a:lnTo>
                  <a:lnTo>
                    <a:pt x="773" y="114"/>
                  </a:lnTo>
                  <a:lnTo>
                    <a:pt x="720" y="107"/>
                  </a:lnTo>
                  <a:lnTo>
                    <a:pt x="670" y="97"/>
                  </a:lnTo>
                  <a:lnTo>
                    <a:pt x="620" y="85"/>
                  </a:lnTo>
                  <a:lnTo>
                    <a:pt x="572" y="68"/>
                  </a:lnTo>
                  <a:lnTo>
                    <a:pt x="527" y="49"/>
                  </a:lnTo>
                  <a:lnTo>
                    <a:pt x="483" y="27"/>
                  </a:lnTo>
                  <a:lnTo>
                    <a:pt x="440" y="0"/>
                  </a:lnTo>
                  <a:lnTo>
                    <a:pt x="0" y="107"/>
                  </a:lnTo>
                  <a:lnTo>
                    <a:pt x="16" y="543"/>
                  </a:lnTo>
                  <a:lnTo>
                    <a:pt x="16" y="543"/>
                  </a:lnTo>
                  <a:lnTo>
                    <a:pt x="58" y="570"/>
                  </a:lnTo>
                  <a:lnTo>
                    <a:pt x="103" y="597"/>
                  </a:lnTo>
                  <a:lnTo>
                    <a:pt x="148" y="621"/>
                  </a:lnTo>
                  <a:lnTo>
                    <a:pt x="195" y="645"/>
                  </a:lnTo>
                  <a:lnTo>
                    <a:pt x="243" y="665"/>
                  </a:lnTo>
                  <a:lnTo>
                    <a:pt x="290" y="684"/>
                  </a:lnTo>
                  <a:lnTo>
                    <a:pt x="340" y="704"/>
                  </a:lnTo>
                  <a:lnTo>
                    <a:pt x="390" y="721"/>
                  </a:lnTo>
                  <a:lnTo>
                    <a:pt x="443" y="733"/>
                  </a:lnTo>
                  <a:lnTo>
                    <a:pt x="496" y="748"/>
                  </a:lnTo>
                  <a:lnTo>
                    <a:pt x="549" y="757"/>
                  </a:lnTo>
                  <a:lnTo>
                    <a:pt x="601" y="767"/>
                  </a:lnTo>
                  <a:lnTo>
                    <a:pt x="657" y="774"/>
                  </a:lnTo>
                  <a:lnTo>
                    <a:pt x="712" y="779"/>
                  </a:lnTo>
                  <a:lnTo>
                    <a:pt x="768" y="782"/>
                  </a:lnTo>
                  <a:lnTo>
                    <a:pt x="826" y="782"/>
                  </a:lnTo>
                  <a:lnTo>
                    <a:pt x="826" y="782"/>
                  </a:lnTo>
                  <a:lnTo>
                    <a:pt x="881" y="782"/>
                  </a:lnTo>
                  <a:lnTo>
                    <a:pt x="936" y="779"/>
                  </a:lnTo>
                  <a:lnTo>
                    <a:pt x="992" y="774"/>
                  </a:lnTo>
                  <a:lnTo>
                    <a:pt x="1047" y="767"/>
                  </a:lnTo>
                  <a:lnTo>
                    <a:pt x="1103" y="757"/>
                  </a:lnTo>
                  <a:lnTo>
                    <a:pt x="1155" y="748"/>
                  </a:lnTo>
                  <a:lnTo>
                    <a:pt x="1208" y="733"/>
                  </a:lnTo>
                  <a:lnTo>
                    <a:pt x="1258" y="721"/>
                  </a:lnTo>
                  <a:lnTo>
                    <a:pt x="1308" y="704"/>
                  </a:lnTo>
                  <a:lnTo>
                    <a:pt x="1358" y="684"/>
                  </a:lnTo>
                  <a:lnTo>
                    <a:pt x="1408" y="665"/>
                  </a:lnTo>
                  <a:lnTo>
                    <a:pt x="1456" y="645"/>
                  </a:lnTo>
                  <a:lnTo>
                    <a:pt x="1501" y="621"/>
                  </a:lnTo>
                  <a:lnTo>
                    <a:pt x="1548" y="597"/>
                  </a:lnTo>
                  <a:lnTo>
                    <a:pt x="1590" y="570"/>
                  </a:lnTo>
                  <a:lnTo>
                    <a:pt x="1635" y="543"/>
                  </a:lnTo>
                  <a:lnTo>
                    <a:pt x="1184" y="438"/>
                  </a:lnTo>
                  <a:close/>
                </a:path>
              </a:pathLst>
            </a:custGeom>
            <a:solidFill>
              <a:schemeClr val="bg1"/>
            </a:solidFill>
            <a:ln w="38100">
              <a:solidFill>
                <a:schemeClr val="tx2"/>
              </a:solidFill>
              <a:round/>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Ubuntu"/>
                <a:ea typeface="+mn-ea"/>
                <a:cs typeface="+mn-cs"/>
              </a:endParaRPr>
            </a:p>
          </p:txBody>
        </p:sp>
        <p:sp>
          <p:nvSpPr>
            <p:cNvPr id="50" name="Rectangle 4">
              <a:extLst>
                <a:ext uri="{FF2B5EF4-FFF2-40B4-BE49-F238E27FC236}">
                  <a16:creationId xmlns:a16="http://schemas.microsoft.com/office/drawing/2014/main" id="{B5F035F3-0692-FD99-1A0F-53CBB5C2BBB9}"/>
                </a:ext>
              </a:extLst>
            </p:cNvPr>
            <p:cNvSpPr>
              <a:spLocks noChangeArrowheads="1"/>
            </p:cNvSpPr>
            <p:nvPr/>
          </p:nvSpPr>
          <p:spPr bwMode="gray">
            <a:xfrm>
              <a:off x="14459728" y="5066762"/>
              <a:ext cx="575773" cy="233014"/>
            </a:xfrm>
            <a:prstGeom prst="rect">
              <a:avLst/>
            </a:prstGeom>
            <a:noFill/>
            <a:ln w="38100">
              <a:noFill/>
              <a:miter lim="800000"/>
              <a:headEnd/>
              <a:tailEnd/>
            </a:ln>
            <a:effectLst/>
          </p:spPr>
          <p:txBody>
            <a:bodyPr wrap="square" lIns="90000" tIns="46800" rIns="90000" bIns="46800"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sp>
          <p:nvSpPr>
            <p:cNvPr id="51" name="Rectangle 5">
              <a:extLst>
                <a:ext uri="{FF2B5EF4-FFF2-40B4-BE49-F238E27FC236}">
                  <a16:creationId xmlns:a16="http://schemas.microsoft.com/office/drawing/2014/main" id="{2F9D3F1C-D495-BCA9-0EF9-2AB99E01BE78}"/>
                </a:ext>
              </a:extLst>
            </p:cNvPr>
            <p:cNvSpPr>
              <a:spLocks noChangeArrowheads="1"/>
            </p:cNvSpPr>
            <p:nvPr/>
          </p:nvSpPr>
          <p:spPr bwMode="gray">
            <a:xfrm>
              <a:off x="13426941" y="4095365"/>
              <a:ext cx="575774" cy="233014"/>
            </a:xfrm>
            <a:prstGeom prst="rect">
              <a:avLst/>
            </a:prstGeom>
            <a:noFill/>
            <a:ln w="38100">
              <a:noFill/>
              <a:miter lim="800000"/>
              <a:headEnd/>
              <a:tailEnd/>
            </a:ln>
            <a:effectLst/>
          </p:spPr>
          <p:txBody>
            <a:bodyPr wrap="square" lIns="90000" tIns="46800" rIns="90000" bIns="46800"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sp>
          <p:nvSpPr>
            <p:cNvPr id="52" name="Rectangle 6">
              <a:extLst>
                <a:ext uri="{FF2B5EF4-FFF2-40B4-BE49-F238E27FC236}">
                  <a16:creationId xmlns:a16="http://schemas.microsoft.com/office/drawing/2014/main" id="{07A49867-41F9-ABC9-0A6B-1DF7D1C55E4C}"/>
                </a:ext>
              </a:extLst>
            </p:cNvPr>
            <p:cNvSpPr>
              <a:spLocks noChangeArrowheads="1"/>
            </p:cNvSpPr>
            <p:nvPr/>
          </p:nvSpPr>
          <p:spPr bwMode="gray">
            <a:xfrm>
              <a:off x="14321549" y="4209903"/>
              <a:ext cx="575773" cy="233014"/>
            </a:xfrm>
            <a:prstGeom prst="rect">
              <a:avLst/>
            </a:prstGeom>
            <a:noFill/>
            <a:ln w="38100">
              <a:noFill/>
              <a:miter lim="800000"/>
              <a:headEnd/>
              <a:tailEnd/>
            </a:ln>
            <a:effectLst/>
          </p:spPr>
          <p:txBody>
            <a:bodyPr wrap="square" lIns="90000" tIns="46800" rIns="90000" bIns="46800"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sp>
          <p:nvSpPr>
            <p:cNvPr id="53" name="Rectangle 7">
              <a:extLst>
                <a:ext uri="{FF2B5EF4-FFF2-40B4-BE49-F238E27FC236}">
                  <a16:creationId xmlns:a16="http://schemas.microsoft.com/office/drawing/2014/main" id="{046DAF51-9EFB-2E1A-4D69-CDA39DD63B5B}"/>
                </a:ext>
              </a:extLst>
            </p:cNvPr>
            <p:cNvSpPr>
              <a:spLocks noChangeArrowheads="1"/>
            </p:cNvSpPr>
            <p:nvPr/>
          </p:nvSpPr>
          <p:spPr bwMode="gray">
            <a:xfrm>
              <a:off x="13690753" y="5443992"/>
              <a:ext cx="575773" cy="233014"/>
            </a:xfrm>
            <a:prstGeom prst="rect">
              <a:avLst/>
            </a:prstGeom>
            <a:noFill/>
            <a:ln w="38100">
              <a:noFill/>
              <a:miter lim="800000"/>
              <a:headEnd/>
              <a:tailEnd/>
            </a:ln>
            <a:effectLst/>
          </p:spPr>
          <p:txBody>
            <a:bodyPr wrap="square" lIns="90000" tIns="46800" rIns="90000" bIns="46800"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sp>
          <p:nvSpPr>
            <p:cNvPr id="54" name="Rectangle 8">
              <a:extLst>
                <a:ext uri="{FF2B5EF4-FFF2-40B4-BE49-F238E27FC236}">
                  <a16:creationId xmlns:a16="http://schemas.microsoft.com/office/drawing/2014/main" id="{BEE65870-C385-83E3-D4B3-AFD8D22047AD}"/>
                </a:ext>
              </a:extLst>
            </p:cNvPr>
            <p:cNvSpPr>
              <a:spLocks noChangeArrowheads="1"/>
            </p:cNvSpPr>
            <p:nvPr/>
          </p:nvSpPr>
          <p:spPr bwMode="gray">
            <a:xfrm>
              <a:off x="13085280" y="4915600"/>
              <a:ext cx="575773" cy="233014"/>
            </a:xfrm>
            <a:prstGeom prst="rect">
              <a:avLst/>
            </a:prstGeom>
            <a:noFill/>
            <a:ln w="38100">
              <a:noFill/>
              <a:miter lim="800000"/>
              <a:headEnd/>
              <a:tailEnd/>
            </a:ln>
            <a:effectLst/>
          </p:spPr>
          <p:txBody>
            <a:bodyPr wrap="square" lIns="90000" tIns="46800" rIns="90000" bIns="46800"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1000" b="1" i="0" u="none" strike="noStrike" kern="1200" cap="none" spc="0" normalizeH="0" baseline="0" noProof="0" dirty="0">
                  <a:ln>
                    <a:noFill/>
                  </a:ln>
                  <a:solidFill>
                    <a:srgbClr val="000000"/>
                  </a:solidFill>
                  <a:effectLst/>
                  <a:uLnTx/>
                  <a:uFillTx/>
                  <a:latin typeface="Ubuntu"/>
                  <a:ea typeface="+mn-ea"/>
                  <a:cs typeface="+mn-cs"/>
                </a:rPr>
                <a:t>Text</a:t>
              </a:r>
            </a:p>
          </p:txBody>
        </p:sp>
      </p:grpSp>
      <p:grpSp>
        <p:nvGrpSpPr>
          <p:cNvPr id="7" name="Group 6" descr="Data chart">
            <a:extLst>
              <a:ext uri="{FF2B5EF4-FFF2-40B4-BE49-F238E27FC236}">
                <a16:creationId xmlns:a16="http://schemas.microsoft.com/office/drawing/2014/main" id="{15F9DF02-1305-21DE-1804-F8CDEA4176FD}"/>
              </a:ext>
            </a:extLst>
          </p:cNvPr>
          <p:cNvGrpSpPr/>
          <p:nvPr/>
        </p:nvGrpSpPr>
        <p:grpSpPr>
          <a:xfrm>
            <a:off x="15317057" y="3814570"/>
            <a:ext cx="2019715" cy="2005266"/>
            <a:chOff x="15317057" y="3814570"/>
            <a:chExt cx="2019715" cy="2005266"/>
          </a:xfrm>
        </p:grpSpPr>
        <p:sp>
          <p:nvSpPr>
            <p:cNvPr id="26" name="Freeform 16">
              <a:extLst>
                <a:ext uri="{FF2B5EF4-FFF2-40B4-BE49-F238E27FC236}">
                  <a16:creationId xmlns:a16="http://schemas.microsoft.com/office/drawing/2014/main" id="{AEB0E872-38C9-5289-8BB0-C65954503443}"/>
                </a:ext>
              </a:extLst>
            </p:cNvPr>
            <p:cNvSpPr>
              <a:spLocks noChangeAspect="1"/>
            </p:cNvSpPr>
            <p:nvPr/>
          </p:nvSpPr>
          <p:spPr bwMode="auto">
            <a:xfrm>
              <a:off x="16326237" y="3814570"/>
              <a:ext cx="878527" cy="761567"/>
            </a:xfrm>
            <a:custGeom>
              <a:avLst/>
              <a:gdLst>
                <a:gd name="T0" fmla="*/ 0 w 1120"/>
                <a:gd name="T1" fmla="*/ 0 h 975"/>
                <a:gd name="T2" fmla="*/ 0 w 1120"/>
                <a:gd name="T3" fmla="*/ 0 h 975"/>
                <a:gd name="T4" fmla="*/ 0 w 1120"/>
                <a:gd name="T5" fmla="*/ 0 h 975"/>
                <a:gd name="T6" fmla="*/ 46 w 1120"/>
                <a:gd name="T7" fmla="*/ 0 h 975"/>
                <a:gd name="T8" fmla="*/ 90 w 1120"/>
                <a:gd name="T9" fmla="*/ 2 h 975"/>
                <a:gd name="T10" fmla="*/ 132 w 1120"/>
                <a:gd name="T11" fmla="*/ 6 h 975"/>
                <a:gd name="T12" fmla="*/ 176 w 1120"/>
                <a:gd name="T13" fmla="*/ 12 h 975"/>
                <a:gd name="T14" fmla="*/ 219 w 1120"/>
                <a:gd name="T15" fmla="*/ 20 h 975"/>
                <a:gd name="T16" fmla="*/ 261 w 1120"/>
                <a:gd name="T17" fmla="*/ 27 h 975"/>
                <a:gd name="T18" fmla="*/ 303 w 1120"/>
                <a:gd name="T19" fmla="*/ 37 h 975"/>
                <a:gd name="T20" fmla="*/ 346 w 1120"/>
                <a:gd name="T21" fmla="*/ 46 h 975"/>
                <a:gd name="T22" fmla="*/ 386 w 1120"/>
                <a:gd name="T23" fmla="*/ 60 h 975"/>
                <a:gd name="T24" fmla="*/ 426 w 1120"/>
                <a:gd name="T25" fmla="*/ 73 h 975"/>
                <a:gd name="T26" fmla="*/ 467 w 1120"/>
                <a:gd name="T27" fmla="*/ 87 h 975"/>
                <a:gd name="T28" fmla="*/ 505 w 1120"/>
                <a:gd name="T29" fmla="*/ 104 h 975"/>
                <a:gd name="T30" fmla="*/ 544 w 1120"/>
                <a:gd name="T31" fmla="*/ 121 h 975"/>
                <a:gd name="T32" fmla="*/ 582 w 1120"/>
                <a:gd name="T33" fmla="*/ 139 h 975"/>
                <a:gd name="T34" fmla="*/ 619 w 1120"/>
                <a:gd name="T35" fmla="*/ 158 h 975"/>
                <a:gd name="T36" fmla="*/ 655 w 1120"/>
                <a:gd name="T37" fmla="*/ 179 h 975"/>
                <a:gd name="T38" fmla="*/ 690 w 1120"/>
                <a:gd name="T39" fmla="*/ 200 h 975"/>
                <a:gd name="T40" fmla="*/ 726 w 1120"/>
                <a:gd name="T41" fmla="*/ 223 h 975"/>
                <a:gd name="T42" fmla="*/ 759 w 1120"/>
                <a:gd name="T43" fmla="*/ 248 h 975"/>
                <a:gd name="T44" fmla="*/ 794 w 1120"/>
                <a:gd name="T45" fmla="*/ 273 h 975"/>
                <a:gd name="T46" fmla="*/ 824 w 1120"/>
                <a:gd name="T47" fmla="*/ 300 h 975"/>
                <a:gd name="T48" fmla="*/ 857 w 1120"/>
                <a:gd name="T49" fmla="*/ 327 h 975"/>
                <a:gd name="T50" fmla="*/ 888 w 1120"/>
                <a:gd name="T51" fmla="*/ 354 h 975"/>
                <a:gd name="T52" fmla="*/ 917 w 1120"/>
                <a:gd name="T53" fmla="*/ 382 h 975"/>
                <a:gd name="T54" fmla="*/ 945 w 1120"/>
                <a:gd name="T55" fmla="*/ 413 h 975"/>
                <a:gd name="T56" fmla="*/ 974 w 1120"/>
                <a:gd name="T57" fmla="*/ 444 h 975"/>
                <a:gd name="T58" fmla="*/ 1001 w 1120"/>
                <a:gd name="T59" fmla="*/ 476 h 975"/>
                <a:gd name="T60" fmla="*/ 1026 w 1120"/>
                <a:gd name="T61" fmla="*/ 509 h 975"/>
                <a:gd name="T62" fmla="*/ 1051 w 1120"/>
                <a:gd name="T63" fmla="*/ 542 h 975"/>
                <a:gd name="T64" fmla="*/ 1076 w 1120"/>
                <a:gd name="T65" fmla="*/ 576 h 975"/>
                <a:gd name="T66" fmla="*/ 1097 w 1120"/>
                <a:gd name="T67" fmla="*/ 611 h 975"/>
                <a:gd name="T68" fmla="*/ 1120 w 1120"/>
                <a:gd name="T69" fmla="*/ 647 h 975"/>
                <a:gd name="T70" fmla="*/ 1118 w 1120"/>
                <a:gd name="T71" fmla="*/ 647 h 975"/>
                <a:gd name="T72" fmla="*/ 899 w 1120"/>
                <a:gd name="T73" fmla="*/ 923 h 975"/>
                <a:gd name="T74" fmla="*/ 549 w 1120"/>
                <a:gd name="T75" fmla="*/ 975 h 975"/>
                <a:gd name="T76" fmla="*/ 553 w 1120"/>
                <a:gd name="T77" fmla="*/ 973 h 975"/>
                <a:gd name="T78" fmla="*/ 530 w 1120"/>
                <a:gd name="T79" fmla="*/ 937 h 975"/>
                <a:gd name="T80" fmla="*/ 507 w 1120"/>
                <a:gd name="T81" fmla="*/ 904 h 975"/>
                <a:gd name="T82" fmla="*/ 480 w 1120"/>
                <a:gd name="T83" fmla="*/ 874 h 975"/>
                <a:gd name="T84" fmla="*/ 453 w 1120"/>
                <a:gd name="T85" fmla="*/ 843 h 975"/>
                <a:gd name="T86" fmla="*/ 422 w 1120"/>
                <a:gd name="T87" fmla="*/ 814 h 975"/>
                <a:gd name="T88" fmla="*/ 392 w 1120"/>
                <a:gd name="T89" fmla="*/ 789 h 975"/>
                <a:gd name="T90" fmla="*/ 359 w 1120"/>
                <a:gd name="T91" fmla="*/ 764 h 975"/>
                <a:gd name="T92" fmla="*/ 322 w 1120"/>
                <a:gd name="T93" fmla="*/ 741 h 975"/>
                <a:gd name="T94" fmla="*/ 288 w 1120"/>
                <a:gd name="T95" fmla="*/ 722 h 975"/>
                <a:gd name="T96" fmla="*/ 249 w 1120"/>
                <a:gd name="T97" fmla="*/ 705 h 975"/>
                <a:gd name="T98" fmla="*/ 211 w 1120"/>
                <a:gd name="T99" fmla="*/ 689 h 975"/>
                <a:gd name="T100" fmla="*/ 171 w 1120"/>
                <a:gd name="T101" fmla="*/ 676 h 975"/>
                <a:gd name="T102" fmla="*/ 128 w 1120"/>
                <a:gd name="T103" fmla="*/ 666 h 975"/>
                <a:gd name="T104" fmla="*/ 86 w 1120"/>
                <a:gd name="T105" fmla="*/ 659 h 975"/>
                <a:gd name="T106" fmla="*/ 44 w 1120"/>
                <a:gd name="T107" fmla="*/ 655 h 975"/>
                <a:gd name="T108" fmla="*/ 0 w 1120"/>
                <a:gd name="T109" fmla="*/ 653 h 975"/>
                <a:gd name="T110" fmla="*/ 0 w 1120"/>
                <a:gd name="T111" fmla="*/ 653 h 975"/>
                <a:gd name="T112" fmla="*/ 0 w 1120"/>
                <a:gd name="T113" fmla="*/ 653 h 975"/>
                <a:gd name="T114" fmla="*/ 128 w 1120"/>
                <a:gd name="T115" fmla="*/ 327 h 975"/>
                <a:gd name="T116" fmla="*/ 0 w 1120"/>
                <a:gd name="T117" fmla="*/ 0 h 97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20"/>
                <a:gd name="T178" fmla="*/ 0 h 975"/>
                <a:gd name="T179" fmla="*/ 1120 w 1120"/>
                <a:gd name="T180" fmla="*/ 975 h 97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20" h="975">
                  <a:moveTo>
                    <a:pt x="0" y="0"/>
                  </a:moveTo>
                  <a:lnTo>
                    <a:pt x="0" y="0"/>
                  </a:lnTo>
                  <a:lnTo>
                    <a:pt x="46" y="0"/>
                  </a:lnTo>
                  <a:lnTo>
                    <a:pt x="90" y="2"/>
                  </a:lnTo>
                  <a:lnTo>
                    <a:pt x="132" y="6"/>
                  </a:lnTo>
                  <a:lnTo>
                    <a:pt x="176" y="12"/>
                  </a:lnTo>
                  <a:lnTo>
                    <a:pt x="219" y="20"/>
                  </a:lnTo>
                  <a:lnTo>
                    <a:pt x="261" y="27"/>
                  </a:lnTo>
                  <a:lnTo>
                    <a:pt x="303" y="37"/>
                  </a:lnTo>
                  <a:lnTo>
                    <a:pt x="346" y="46"/>
                  </a:lnTo>
                  <a:lnTo>
                    <a:pt x="386" y="60"/>
                  </a:lnTo>
                  <a:lnTo>
                    <a:pt x="426" y="73"/>
                  </a:lnTo>
                  <a:lnTo>
                    <a:pt x="467" y="87"/>
                  </a:lnTo>
                  <a:lnTo>
                    <a:pt x="505" y="104"/>
                  </a:lnTo>
                  <a:lnTo>
                    <a:pt x="544" y="121"/>
                  </a:lnTo>
                  <a:lnTo>
                    <a:pt x="582" y="139"/>
                  </a:lnTo>
                  <a:lnTo>
                    <a:pt x="619" y="158"/>
                  </a:lnTo>
                  <a:lnTo>
                    <a:pt x="655" y="179"/>
                  </a:lnTo>
                  <a:lnTo>
                    <a:pt x="690" y="200"/>
                  </a:lnTo>
                  <a:lnTo>
                    <a:pt x="726" y="223"/>
                  </a:lnTo>
                  <a:lnTo>
                    <a:pt x="759" y="248"/>
                  </a:lnTo>
                  <a:lnTo>
                    <a:pt x="794" y="273"/>
                  </a:lnTo>
                  <a:lnTo>
                    <a:pt x="824" y="300"/>
                  </a:lnTo>
                  <a:lnTo>
                    <a:pt x="857" y="327"/>
                  </a:lnTo>
                  <a:lnTo>
                    <a:pt x="888" y="354"/>
                  </a:lnTo>
                  <a:lnTo>
                    <a:pt x="917" y="382"/>
                  </a:lnTo>
                  <a:lnTo>
                    <a:pt x="945" y="413"/>
                  </a:lnTo>
                  <a:lnTo>
                    <a:pt x="974" y="444"/>
                  </a:lnTo>
                  <a:lnTo>
                    <a:pt x="1001" y="476"/>
                  </a:lnTo>
                  <a:lnTo>
                    <a:pt x="1026" y="509"/>
                  </a:lnTo>
                  <a:lnTo>
                    <a:pt x="1051" y="542"/>
                  </a:lnTo>
                  <a:lnTo>
                    <a:pt x="1076" y="576"/>
                  </a:lnTo>
                  <a:lnTo>
                    <a:pt x="1097" y="611"/>
                  </a:lnTo>
                  <a:lnTo>
                    <a:pt x="1120" y="647"/>
                  </a:lnTo>
                  <a:lnTo>
                    <a:pt x="1118" y="647"/>
                  </a:lnTo>
                  <a:lnTo>
                    <a:pt x="899" y="923"/>
                  </a:lnTo>
                  <a:lnTo>
                    <a:pt x="549" y="975"/>
                  </a:lnTo>
                  <a:lnTo>
                    <a:pt x="553" y="973"/>
                  </a:lnTo>
                  <a:lnTo>
                    <a:pt x="530" y="937"/>
                  </a:lnTo>
                  <a:lnTo>
                    <a:pt x="507" y="904"/>
                  </a:lnTo>
                  <a:lnTo>
                    <a:pt x="480" y="874"/>
                  </a:lnTo>
                  <a:lnTo>
                    <a:pt x="453" y="843"/>
                  </a:lnTo>
                  <a:lnTo>
                    <a:pt x="422" y="814"/>
                  </a:lnTo>
                  <a:lnTo>
                    <a:pt x="392" y="789"/>
                  </a:lnTo>
                  <a:lnTo>
                    <a:pt x="359" y="764"/>
                  </a:lnTo>
                  <a:lnTo>
                    <a:pt x="322" y="741"/>
                  </a:lnTo>
                  <a:lnTo>
                    <a:pt x="288" y="722"/>
                  </a:lnTo>
                  <a:lnTo>
                    <a:pt x="249" y="705"/>
                  </a:lnTo>
                  <a:lnTo>
                    <a:pt x="211" y="689"/>
                  </a:lnTo>
                  <a:lnTo>
                    <a:pt x="171" y="676"/>
                  </a:lnTo>
                  <a:lnTo>
                    <a:pt x="128" y="666"/>
                  </a:lnTo>
                  <a:lnTo>
                    <a:pt x="86" y="659"/>
                  </a:lnTo>
                  <a:lnTo>
                    <a:pt x="44" y="655"/>
                  </a:lnTo>
                  <a:lnTo>
                    <a:pt x="0" y="653"/>
                  </a:lnTo>
                  <a:lnTo>
                    <a:pt x="128" y="327"/>
                  </a:lnTo>
                  <a:lnTo>
                    <a:pt x="0" y="0"/>
                  </a:lnTo>
                </a:path>
              </a:pathLst>
            </a:custGeom>
            <a:solidFill>
              <a:schemeClr val="bg1"/>
            </a:solidFill>
            <a:ln w="38100" cap="flat" cmpd="sng" algn="ctr">
              <a:solidFill>
                <a:schemeClr val="tx2"/>
              </a:solidFill>
              <a:prstDash val="solid"/>
              <a:round/>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panose="020B0504030602030204" pitchFamily="34" charset="0"/>
                <a:ea typeface="+mn-ea"/>
                <a:cs typeface="Arial" charset="0"/>
              </a:endParaRPr>
            </a:p>
          </p:txBody>
        </p:sp>
        <p:sp>
          <p:nvSpPr>
            <p:cNvPr id="27" name="Freeform 18">
              <a:extLst>
                <a:ext uri="{FF2B5EF4-FFF2-40B4-BE49-F238E27FC236}">
                  <a16:creationId xmlns:a16="http://schemas.microsoft.com/office/drawing/2014/main" id="{E2B5BD71-0BF4-2B40-B732-3A6BC96607F2}"/>
                </a:ext>
              </a:extLst>
            </p:cNvPr>
            <p:cNvSpPr>
              <a:spLocks noChangeAspect="1"/>
            </p:cNvSpPr>
            <p:nvPr/>
          </p:nvSpPr>
          <p:spPr bwMode="auto">
            <a:xfrm>
              <a:off x="16755034" y="4312200"/>
              <a:ext cx="581738" cy="1008625"/>
            </a:xfrm>
            <a:custGeom>
              <a:avLst/>
              <a:gdLst>
                <a:gd name="T0" fmla="*/ 569 w 742"/>
                <a:gd name="T1" fmla="*/ 0 h 1292"/>
                <a:gd name="T2" fmla="*/ 589 w 742"/>
                <a:gd name="T3" fmla="*/ 37 h 1292"/>
                <a:gd name="T4" fmla="*/ 625 w 742"/>
                <a:gd name="T5" fmla="*/ 110 h 1292"/>
                <a:gd name="T6" fmla="*/ 658 w 742"/>
                <a:gd name="T7" fmla="*/ 186 h 1292"/>
                <a:gd name="T8" fmla="*/ 685 w 742"/>
                <a:gd name="T9" fmla="*/ 265 h 1292"/>
                <a:gd name="T10" fmla="*/ 708 w 742"/>
                <a:gd name="T11" fmla="*/ 347 h 1292"/>
                <a:gd name="T12" fmla="*/ 725 w 742"/>
                <a:gd name="T13" fmla="*/ 430 h 1292"/>
                <a:gd name="T14" fmla="*/ 737 w 742"/>
                <a:gd name="T15" fmla="*/ 514 h 1292"/>
                <a:gd name="T16" fmla="*/ 742 w 742"/>
                <a:gd name="T17" fmla="*/ 601 h 1292"/>
                <a:gd name="T18" fmla="*/ 742 w 742"/>
                <a:gd name="T19" fmla="*/ 689 h 1292"/>
                <a:gd name="T20" fmla="*/ 737 w 742"/>
                <a:gd name="T21" fmla="*/ 775 h 1292"/>
                <a:gd name="T22" fmla="*/ 725 w 742"/>
                <a:gd name="T23" fmla="*/ 862 h 1292"/>
                <a:gd name="T24" fmla="*/ 708 w 742"/>
                <a:gd name="T25" fmla="*/ 944 h 1292"/>
                <a:gd name="T26" fmla="*/ 685 w 742"/>
                <a:gd name="T27" fmla="*/ 1025 h 1292"/>
                <a:gd name="T28" fmla="*/ 658 w 742"/>
                <a:gd name="T29" fmla="*/ 1104 h 1292"/>
                <a:gd name="T30" fmla="*/ 625 w 742"/>
                <a:gd name="T31" fmla="*/ 1180 h 1292"/>
                <a:gd name="T32" fmla="*/ 589 w 742"/>
                <a:gd name="T33" fmla="*/ 1255 h 1292"/>
                <a:gd name="T34" fmla="*/ 569 w 742"/>
                <a:gd name="T35" fmla="*/ 1292 h 1292"/>
                <a:gd name="T36" fmla="*/ 569 w 742"/>
                <a:gd name="T37" fmla="*/ 1292 h 1292"/>
                <a:gd name="T38" fmla="*/ 567 w 742"/>
                <a:gd name="T39" fmla="*/ 1290 h 1292"/>
                <a:gd name="T40" fmla="*/ 221 w 742"/>
                <a:gd name="T41" fmla="*/ 1240 h 1292"/>
                <a:gd name="T42" fmla="*/ 2 w 742"/>
                <a:gd name="T43" fmla="*/ 965 h 1292"/>
                <a:gd name="T44" fmla="*/ 2 w 742"/>
                <a:gd name="T45" fmla="*/ 965 h 1292"/>
                <a:gd name="T46" fmla="*/ 0 w 742"/>
                <a:gd name="T47" fmla="*/ 963 h 1292"/>
                <a:gd name="T48" fmla="*/ 21 w 742"/>
                <a:gd name="T49" fmla="*/ 929 h 1292"/>
                <a:gd name="T50" fmla="*/ 54 w 742"/>
                <a:gd name="T51" fmla="*/ 852 h 1292"/>
                <a:gd name="T52" fmla="*/ 75 w 742"/>
                <a:gd name="T53" fmla="*/ 772 h 1292"/>
                <a:gd name="T54" fmla="*/ 87 w 742"/>
                <a:gd name="T55" fmla="*/ 689 h 1292"/>
                <a:gd name="T56" fmla="*/ 87 w 742"/>
                <a:gd name="T57" fmla="*/ 603 h 1292"/>
                <a:gd name="T58" fmla="*/ 75 w 742"/>
                <a:gd name="T59" fmla="*/ 518 h 1292"/>
                <a:gd name="T60" fmla="*/ 54 w 742"/>
                <a:gd name="T61" fmla="*/ 438 h 1292"/>
                <a:gd name="T62" fmla="*/ 21 w 742"/>
                <a:gd name="T63" fmla="*/ 363 h 1292"/>
                <a:gd name="T64" fmla="*/ 348 w 742"/>
                <a:gd name="T65" fmla="*/ 276 h 1292"/>
                <a:gd name="T66" fmla="*/ 569 w 742"/>
                <a:gd name="T67" fmla="*/ 0 h 129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2"/>
                <a:gd name="T103" fmla="*/ 0 h 1292"/>
                <a:gd name="T104" fmla="*/ 742 w 742"/>
                <a:gd name="T105" fmla="*/ 1292 h 129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2" h="1292">
                  <a:moveTo>
                    <a:pt x="569" y="0"/>
                  </a:moveTo>
                  <a:lnTo>
                    <a:pt x="569" y="0"/>
                  </a:lnTo>
                  <a:lnTo>
                    <a:pt x="589" y="37"/>
                  </a:lnTo>
                  <a:lnTo>
                    <a:pt x="608" y="73"/>
                  </a:lnTo>
                  <a:lnTo>
                    <a:pt x="625" y="110"/>
                  </a:lnTo>
                  <a:lnTo>
                    <a:pt x="642" y="148"/>
                  </a:lnTo>
                  <a:lnTo>
                    <a:pt x="658" y="186"/>
                  </a:lnTo>
                  <a:lnTo>
                    <a:pt x="671" y="227"/>
                  </a:lnTo>
                  <a:lnTo>
                    <a:pt x="685" y="265"/>
                  </a:lnTo>
                  <a:lnTo>
                    <a:pt x="696" y="305"/>
                  </a:lnTo>
                  <a:lnTo>
                    <a:pt x="708" y="347"/>
                  </a:lnTo>
                  <a:lnTo>
                    <a:pt x="717" y="388"/>
                  </a:lnTo>
                  <a:lnTo>
                    <a:pt x="725" y="430"/>
                  </a:lnTo>
                  <a:lnTo>
                    <a:pt x="731" y="472"/>
                  </a:lnTo>
                  <a:lnTo>
                    <a:pt x="737" y="514"/>
                  </a:lnTo>
                  <a:lnTo>
                    <a:pt x="740" y="559"/>
                  </a:lnTo>
                  <a:lnTo>
                    <a:pt x="742" y="601"/>
                  </a:lnTo>
                  <a:lnTo>
                    <a:pt x="742" y="645"/>
                  </a:lnTo>
                  <a:lnTo>
                    <a:pt x="742" y="689"/>
                  </a:lnTo>
                  <a:lnTo>
                    <a:pt x="740" y="733"/>
                  </a:lnTo>
                  <a:lnTo>
                    <a:pt x="737" y="775"/>
                  </a:lnTo>
                  <a:lnTo>
                    <a:pt x="731" y="820"/>
                  </a:lnTo>
                  <a:lnTo>
                    <a:pt x="725" y="862"/>
                  </a:lnTo>
                  <a:lnTo>
                    <a:pt x="717" y="902"/>
                  </a:lnTo>
                  <a:lnTo>
                    <a:pt x="708" y="944"/>
                  </a:lnTo>
                  <a:lnTo>
                    <a:pt x="696" y="985"/>
                  </a:lnTo>
                  <a:lnTo>
                    <a:pt x="685" y="1025"/>
                  </a:lnTo>
                  <a:lnTo>
                    <a:pt x="673" y="1065"/>
                  </a:lnTo>
                  <a:lnTo>
                    <a:pt x="658" y="1104"/>
                  </a:lnTo>
                  <a:lnTo>
                    <a:pt x="642" y="1142"/>
                  </a:lnTo>
                  <a:lnTo>
                    <a:pt x="625" y="1180"/>
                  </a:lnTo>
                  <a:lnTo>
                    <a:pt x="608" y="1219"/>
                  </a:lnTo>
                  <a:lnTo>
                    <a:pt x="589" y="1255"/>
                  </a:lnTo>
                  <a:lnTo>
                    <a:pt x="569" y="1290"/>
                  </a:lnTo>
                  <a:lnTo>
                    <a:pt x="569" y="1292"/>
                  </a:lnTo>
                  <a:lnTo>
                    <a:pt x="567" y="1290"/>
                  </a:lnTo>
                  <a:lnTo>
                    <a:pt x="394" y="1265"/>
                  </a:lnTo>
                  <a:lnTo>
                    <a:pt x="221" y="1240"/>
                  </a:lnTo>
                  <a:lnTo>
                    <a:pt x="112" y="1102"/>
                  </a:lnTo>
                  <a:lnTo>
                    <a:pt x="2" y="965"/>
                  </a:lnTo>
                  <a:lnTo>
                    <a:pt x="0" y="963"/>
                  </a:lnTo>
                  <a:lnTo>
                    <a:pt x="2" y="963"/>
                  </a:lnTo>
                  <a:lnTo>
                    <a:pt x="21" y="929"/>
                  </a:lnTo>
                  <a:lnTo>
                    <a:pt x="39" y="891"/>
                  </a:lnTo>
                  <a:lnTo>
                    <a:pt x="54" y="852"/>
                  </a:lnTo>
                  <a:lnTo>
                    <a:pt x="66" y="814"/>
                  </a:lnTo>
                  <a:lnTo>
                    <a:pt x="75" y="772"/>
                  </a:lnTo>
                  <a:lnTo>
                    <a:pt x="83" y="731"/>
                  </a:lnTo>
                  <a:lnTo>
                    <a:pt x="87" y="689"/>
                  </a:lnTo>
                  <a:lnTo>
                    <a:pt x="89" y="645"/>
                  </a:lnTo>
                  <a:lnTo>
                    <a:pt x="87" y="603"/>
                  </a:lnTo>
                  <a:lnTo>
                    <a:pt x="83" y="560"/>
                  </a:lnTo>
                  <a:lnTo>
                    <a:pt x="75" y="518"/>
                  </a:lnTo>
                  <a:lnTo>
                    <a:pt x="66" y="478"/>
                  </a:lnTo>
                  <a:lnTo>
                    <a:pt x="54" y="438"/>
                  </a:lnTo>
                  <a:lnTo>
                    <a:pt x="39" y="399"/>
                  </a:lnTo>
                  <a:lnTo>
                    <a:pt x="21" y="363"/>
                  </a:lnTo>
                  <a:lnTo>
                    <a:pt x="2" y="326"/>
                  </a:lnTo>
                  <a:lnTo>
                    <a:pt x="348" y="276"/>
                  </a:lnTo>
                  <a:lnTo>
                    <a:pt x="567" y="0"/>
                  </a:lnTo>
                  <a:lnTo>
                    <a:pt x="569" y="0"/>
                  </a:lnTo>
                </a:path>
              </a:pathLst>
            </a:custGeom>
            <a:solidFill>
              <a:schemeClr val="bg1"/>
            </a:solidFill>
            <a:ln w="38100" cap="flat" cmpd="sng" algn="ctr">
              <a:solidFill>
                <a:schemeClr val="tx2"/>
              </a:solidFill>
              <a:prstDash val="solid"/>
              <a:round/>
              <a:headEnd type="none" w="med" len="med"/>
              <a:tailEnd type="none" w="med" len="med"/>
            </a:ln>
          </p:spPr>
          <p:txBody>
            <a:bodyPr anchor="ctr"/>
            <a:lstStyle/>
            <a:p>
              <a:pPr marL="9525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panose="020B0504030602030204" pitchFamily="34" charset="0"/>
                <a:ea typeface="+mn-ea"/>
                <a:cs typeface="Arial" charset="0"/>
              </a:endParaRPr>
            </a:p>
          </p:txBody>
        </p:sp>
        <p:sp>
          <p:nvSpPr>
            <p:cNvPr id="28" name="Freeform 20">
              <a:extLst>
                <a:ext uri="{FF2B5EF4-FFF2-40B4-BE49-F238E27FC236}">
                  <a16:creationId xmlns:a16="http://schemas.microsoft.com/office/drawing/2014/main" id="{B873E636-F5C2-04DB-FCA8-291B7EA4AC2A}"/>
                </a:ext>
              </a:extLst>
            </p:cNvPr>
            <p:cNvSpPr>
              <a:spLocks noChangeAspect="1"/>
            </p:cNvSpPr>
            <p:nvPr/>
          </p:nvSpPr>
          <p:spPr bwMode="auto">
            <a:xfrm>
              <a:off x="15317057" y="4315934"/>
              <a:ext cx="581737" cy="1008625"/>
            </a:xfrm>
            <a:custGeom>
              <a:avLst/>
              <a:gdLst>
                <a:gd name="T0" fmla="*/ 173 w 742"/>
                <a:gd name="T1" fmla="*/ 1292 h 1292"/>
                <a:gd name="T2" fmla="*/ 173 w 742"/>
                <a:gd name="T3" fmla="*/ 1290 h 1292"/>
                <a:gd name="T4" fmla="*/ 171 w 742"/>
                <a:gd name="T5" fmla="*/ 1290 h 1292"/>
                <a:gd name="T6" fmla="*/ 150 w 742"/>
                <a:gd name="T7" fmla="*/ 1251 h 1292"/>
                <a:gd name="T8" fmla="*/ 130 w 742"/>
                <a:gd name="T9" fmla="*/ 1211 h 1292"/>
                <a:gd name="T10" fmla="*/ 111 w 742"/>
                <a:gd name="T11" fmla="*/ 1173 h 1292"/>
                <a:gd name="T12" fmla="*/ 94 w 742"/>
                <a:gd name="T13" fmla="*/ 1132 h 1292"/>
                <a:gd name="T14" fmla="*/ 78 w 742"/>
                <a:gd name="T15" fmla="*/ 1092 h 1292"/>
                <a:gd name="T16" fmla="*/ 65 w 742"/>
                <a:gd name="T17" fmla="*/ 1052 h 1292"/>
                <a:gd name="T18" fmla="*/ 52 w 742"/>
                <a:gd name="T19" fmla="*/ 1010 h 1292"/>
                <a:gd name="T20" fmla="*/ 40 w 742"/>
                <a:gd name="T21" fmla="*/ 969 h 1292"/>
                <a:gd name="T22" fmla="*/ 30 w 742"/>
                <a:gd name="T23" fmla="*/ 927 h 1292"/>
                <a:gd name="T24" fmla="*/ 21 w 742"/>
                <a:gd name="T25" fmla="*/ 887 h 1292"/>
                <a:gd name="T26" fmla="*/ 15 w 742"/>
                <a:gd name="T27" fmla="*/ 844 h 1292"/>
                <a:gd name="T28" fmla="*/ 9 w 742"/>
                <a:gd name="T29" fmla="*/ 802 h 1292"/>
                <a:gd name="T30" fmla="*/ 3 w 742"/>
                <a:gd name="T31" fmla="*/ 760 h 1292"/>
                <a:gd name="T32" fmla="*/ 2 w 742"/>
                <a:gd name="T33" fmla="*/ 718 h 1292"/>
                <a:gd name="T34" fmla="*/ 0 w 742"/>
                <a:gd name="T35" fmla="*/ 678 h 1292"/>
                <a:gd name="T36" fmla="*/ 0 w 742"/>
                <a:gd name="T37" fmla="*/ 635 h 1292"/>
                <a:gd name="T38" fmla="*/ 2 w 742"/>
                <a:gd name="T39" fmla="*/ 593 h 1292"/>
                <a:gd name="T40" fmla="*/ 3 w 742"/>
                <a:gd name="T41" fmla="*/ 551 h 1292"/>
                <a:gd name="T42" fmla="*/ 7 w 742"/>
                <a:gd name="T43" fmla="*/ 511 h 1292"/>
                <a:gd name="T44" fmla="*/ 11 w 742"/>
                <a:gd name="T45" fmla="*/ 468 h 1292"/>
                <a:gd name="T46" fmla="*/ 19 w 742"/>
                <a:gd name="T47" fmla="*/ 428 h 1292"/>
                <a:gd name="T48" fmla="*/ 27 w 742"/>
                <a:gd name="T49" fmla="*/ 388 h 1292"/>
                <a:gd name="T50" fmla="*/ 34 w 742"/>
                <a:gd name="T51" fmla="*/ 347 h 1292"/>
                <a:gd name="T52" fmla="*/ 46 w 742"/>
                <a:gd name="T53" fmla="*/ 307 h 1292"/>
                <a:gd name="T54" fmla="*/ 57 w 742"/>
                <a:gd name="T55" fmla="*/ 267 h 1292"/>
                <a:gd name="T56" fmla="*/ 69 w 742"/>
                <a:gd name="T57" fmla="*/ 227 h 1292"/>
                <a:gd name="T58" fmla="*/ 84 w 742"/>
                <a:gd name="T59" fmla="*/ 188 h 1292"/>
                <a:gd name="T60" fmla="*/ 100 w 742"/>
                <a:gd name="T61" fmla="*/ 150 h 1292"/>
                <a:gd name="T62" fmla="*/ 115 w 742"/>
                <a:gd name="T63" fmla="*/ 111 h 1292"/>
                <a:gd name="T64" fmla="*/ 134 w 742"/>
                <a:gd name="T65" fmla="*/ 73 h 1292"/>
                <a:gd name="T66" fmla="*/ 153 w 742"/>
                <a:gd name="T67" fmla="*/ 37 h 1292"/>
                <a:gd name="T68" fmla="*/ 173 w 742"/>
                <a:gd name="T69" fmla="*/ 0 h 1292"/>
                <a:gd name="T70" fmla="*/ 175 w 742"/>
                <a:gd name="T71" fmla="*/ 0 h 1292"/>
                <a:gd name="T72" fmla="*/ 523 w 742"/>
                <a:gd name="T73" fmla="*/ 52 h 1292"/>
                <a:gd name="T74" fmla="*/ 742 w 742"/>
                <a:gd name="T75" fmla="*/ 328 h 1292"/>
                <a:gd name="T76" fmla="*/ 740 w 742"/>
                <a:gd name="T77" fmla="*/ 326 h 1292"/>
                <a:gd name="T78" fmla="*/ 721 w 742"/>
                <a:gd name="T79" fmla="*/ 363 h 1292"/>
                <a:gd name="T80" fmla="*/ 703 w 742"/>
                <a:gd name="T81" fmla="*/ 399 h 1292"/>
                <a:gd name="T82" fmla="*/ 688 w 742"/>
                <a:gd name="T83" fmla="*/ 438 h 1292"/>
                <a:gd name="T84" fmla="*/ 676 w 742"/>
                <a:gd name="T85" fmla="*/ 478 h 1292"/>
                <a:gd name="T86" fmla="*/ 667 w 742"/>
                <a:gd name="T87" fmla="*/ 518 h 1292"/>
                <a:gd name="T88" fmla="*/ 659 w 742"/>
                <a:gd name="T89" fmla="*/ 559 h 1292"/>
                <a:gd name="T90" fmla="*/ 655 w 742"/>
                <a:gd name="T91" fmla="*/ 599 h 1292"/>
                <a:gd name="T92" fmla="*/ 653 w 742"/>
                <a:gd name="T93" fmla="*/ 641 h 1292"/>
                <a:gd name="T94" fmla="*/ 655 w 742"/>
                <a:gd name="T95" fmla="*/ 681 h 1292"/>
                <a:gd name="T96" fmla="*/ 657 w 742"/>
                <a:gd name="T97" fmla="*/ 724 h 1292"/>
                <a:gd name="T98" fmla="*/ 665 w 742"/>
                <a:gd name="T99" fmla="*/ 764 h 1292"/>
                <a:gd name="T100" fmla="*/ 673 w 742"/>
                <a:gd name="T101" fmla="*/ 804 h 1292"/>
                <a:gd name="T102" fmla="*/ 686 w 742"/>
                <a:gd name="T103" fmla="*/ 846 h 1292"/>
                <a:gd name="T104" fmla="*/ 699 w 742"/>
                <a:gd name="T105" fmla="*/ 887 h 1292"/>
                <a:gd name="T106" fmla="*/ 719 w 742"/>
                <a:gd name="T107" fmla="*/ 925 h 1292"/>
                <a:gd name="T108" fmla="*/ 738 w 742"/>
                <a:gd name="T109" fmla="*/ 963 h 1292"/>
                <a:gd name="T110" fmla="*/ 738 w 742"/>
                <a:gd name="T111" fmla="*/ 963 h 1292"/>
                <a:gd name="T112" fmla="*/ 738 w 742"/>
                <a:gd name="T113" fmla="*/ 963 h 1292"/>
                <a:gd name="T114" fmla="*/ 392 w 742"/>
                <a:gd name="T115" fmla="*/ 1015 h 1292"/>
                <a:gd name="T116" fmla="*/ 173 w 742"/>
                <a:gd name="T117" fmla="*/ 1292 h 129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42"/>
                <a:gd name="T178" fmla="*/ 0 h 1292"/>
                <a:gd name="T179" fmla="*/ 742 w 742"/>
                <a:gd name="T180" fmla="*/ 1292 h 129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42" h="1292">
                  <a:moveTo>
                    <a:pt x="173" y="1292"/>
                  </a:moveTo>
                  <a:lnTo>
                    <a:pt x="173" y="1290"/>
                  </a:lnTo>
                  <a:lnTo>
                    <a:pt x="171" y="1290"/>
                  </a:lnTo>
                  <a:lnTo>
                    <a:pt x="150" y="1251"/>
                  </a:lnTo>
                  <a:lnTo>
                    <a:pt x="130" y="1211"/>
                  </a:lnTo>
                  <a:lnTo>
                    <a:pt x="111" y="1173"/>
                  </a:lnTo>
                  <a:lnTo>
                    <a:pt x="94" y="1132"/>
                  </a:lnTo>
                  <a:lnTo>
                    <a:pt x="78" y="1092"/>
                  </a:lnTo>
                  <a:lnTo>
                    <a:pt x="65" y="1052"/>
                  </a:lnTo>
                  <a:lnTo>
                    <a:pt x="52" y="1010"/>
                  </a:lnTo>
                  <a:lnTo>
                    <a:pt x="40" y="969"/>
                  </a:lnTo>
                  <a:lnTo>
                    <a:pt x="30" y="927"/>
                  </a:lnTo>
                  <a:lnTo>
                    <a:pt x="21" y="887"/>
                  </a:lnTo>
                  <a:lnTo>
                    <a:pt x="15" y="844"/>
                  </a:lnTo>
                  <a:lnTo>
                    <a:pt x="9" y="802"/>
                  </a:lnTo>
                  <a:lnTo>
                    <a:pt x="3" y="760"/>
                  </a:lnTo>
                  <a:lnTo>
                    <a:pt x="2" y="718"/>
                  </a:lnTo>
                  <a:lnTo>
                    <a:pt x="0" y="678"/>
                  </a:lnTo>
                  <a:lnTo>
                    <a:pt x="0" y="635"/>
                  </a:lnTo>
                  <a:lnTo>
                    <a:pt x="2" y="593"/>
                  </a:lnTo>
                  <a:lnTo>
                    <a:pt x="3" y="551"/>
                  </a:lnTo>
                  <a:lnTo>
                    <a:pt x="7" y="511"/>
                  </a:lnTo>
                  <a:lnTo>
                    <a:pt x="11" y="468"/>
                  </a:lnTo>
                  <a:lnTo>
                    <a:pt x="19" y="428"/>
                  </a:lnTo>
                  <a:lnTo>
                    <a:pt x="27" y="388"/>
                  </a:lnTo>
                  <a:lnTo>
                    <a:pt x="34" y="347"/>
                  </a:lnTo>
                  <a:lnTo>
                    <a:pt x="46" y="307"/>
                  </a:lnTo>
                  <a:lnTo>
                    <a:pt x="57" y="267"/>
                  </a:lnTo>
                  <a:lnTo>
                    <a:pt x="69" y="227"/>
                  </a:lnTo>
                  <a:lnTo>
                    <a:pt x="84" y="188"/>
                  </a:lnTo>
                  <a:lnTo>
                    <a:pt x="100" y="150"/>
                  </a:lnTo>
                  <a:lnTo>
                    <a:pt x="115" y="111"/>
                  </a:lnTo>
                  <a:lnTo>
                    <a:pt x="134" y="73"/>
                  </a:lnTo>
                  <a:lnTo>
                    <a:pt x="153" y="37"/>
                  </a:lnTo>
                  <a:lnTo>
                    <a:pt x="173" y="0"/>
                  </a:lnTo>
                  <a:lnTo>
                    <a:pt x="175" y="0"/>
                  </a:lnTo>
                  <a:lnTo>
                    <a:pt x="523" y="52"/>
                  </a:lnTo>
                  <a:lnTo>
                    <a:pt x="742" y="328"/>
                  </a:lnTo>
                  <a:lnTo>
                    <a:pt x="740" y="326"/>
                  </a:lnTo>
                  <a:lnTo>
                    <a:pt x="721" y="363"/>
                  </a:lnTo>
                  <a:lnTo>
                    <a:pt x="703" y="399"/>
                  </a:lnTo>
                  <a:lnTo>
                    <a:pt x="688" y="438"/>
                  </a:lnTo>
                  <a:lnTo>
                    <a:pt x="676" y="478"/>
                  </a:lnTo>
                  <a:lnTo>
                    <a:pt x="667" y="518"/>
                  </a:lnTo>
                  <a:lnTo>
                    <a:pt x="659" y="559"/>
                  </a:lnTo>
                  <a:lnTo>
                    <a:pt x="655" y="599"/>
                  </a:lnTo>
                  <a:lnTo>
                    <a:pt x="653" y="641"/>
                  </a:lnTo>
                  <a:lnTo>
                    <a:pt x="655" y="681"/>
                  </a:lnTo>
                  <a:lnTo>
                    <a:pt x="657" y="724"/>
                  </a:lnTo>
                  <a:lnTo>
                    <a:pt x="665" y="764"/>
                  </a:lnTo>
                  <a:lnTo>
                    <a:pt x="673" y="804"/>
                  </a:lnTo>
                  <a:lnTo>
                    <a:pt x="686" y="846"/>
                  </a:lnTo>
                  <a:lnTo>
                    <a:pt x="699" y="887"/>
                  </a:lnTo>
                  <a:lnTo>
                    <a:pt x="719" y="925"/>
                  </a:lnTo>
                  <a:lnTo>
                    <a:pt x="738" y="963"/>
                  </a:lnTo>
                  <a:lnTo>
                    <a:pt x="392" y="1015"/>
                  </a:lnTo>
                  <a:lnTo>
                    <a:pt x="173" y="1292"/>
                  </a:lnTo>
                </a:path>
              </a:pathLst>
            </a:custGeom>
            <a:solidFill>
              <a:schemeClr val="bg1"/>
            </a:solidFill>
            <a:ln w="38100" cap="flat" cmpd="sng" algn="ctr">
              <a:solidFill>
                <a:schemeClr val="tx2"/>
              </a:solidFill>
              <a:prstDash val="solid"/>
              <a:round/>
              <a:headEnd type="none" w="med" len="med"/>
              <a:tailEnd type="none" w="med" len="med"/>
            </a:ln>
          </p:spPr>
          <p:txBody>
            <a:bodyPr anchor="ctr"/>
            <a:lstStyle/>
            <a:p>
              <a:pPr marL="17780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panose="020B0504030602030204" pitchFamily="34" charset="0"/>
                <a:ea typeface="+mn-ea"/>
                <a:cs typeface="Arial" charset="0"/>
              </a:endParaRPr>
            </a:p>
          </p:txBody>
        </p:sp>
        <p:sp>
          <p:nvSpPr>
            <p:cNvPr id="30" name="Freeform 22">
              <a:extLst>
                <a:ext uri="{FF2B5EF4-FFF2-40B4-BE49-F238E27FC236}">
                  <a16:creationId xmlns:a16="http://schemas.microsoft.com/office/drawing/2014/main" id="{9DC4A360-7B2C-E7B5-E254-D6A00BBA22E0}"/>
                </a:ext>
              </a:extLst>
            </p:cNvPr>
            <p:cNvSpPr>
              <a:spLocks noChangeAspect="1"/>
            </p:cNvSpPr>
            <p:nvPr/>
          </p:nvSpPr>
          <p:spPr bwMode="auto">
            <a:xfrm>
              <a:off x="15450982" y="3814570"/>
              <a:ext cx="979561" cy="758430"/>
            </a:xfrm>
            <a:custGeom>
              <a:avLst/>
              <a:gdLst>
                <a:gd name="T0" fmla="*/ 0 w 1249"/>
                <a:gd name="T1" fmla="*/ 647 h 971"/>
                <a:gd name="T2" fmla="*/ 21 w 1249"/>
                <a:gd name="T3" fmla="*/ 611 h 971"/>
                <a:gd name="T4" fmla="*/ 67 w 1249"/>
                <a:gd name="T5" fmla="*/ 542 h 971"/>
                <a:gd name="T6" fmla="*/ 117 w 1249"/>
                <a:gd name="T7" fmla="*/ 476 h 971"/>
                <a:gd name="T8" fmla="*/ 173 w 1249"/>
                <a:gd name="T9" fmla="*/ 413 h 971"/>
                <a:gd name="T10" fmla="*/ 232 w 1249"/>
                <a:gd name="T11" fmla="*/ 354 h 971"/>
                <a:gd name="T12" fmla="*/ 296 w 1249"/>
                <a:gd name="T13" fmla="*/ 296 h 971"/>
                <a:gd name="T14" fmla="*/ 363 w 1249"/>
                <a:gd name="T15" fmla="*/ 244 h 971"/>
                <a:gd name="T16" fmla="*/ 436 w 1249"/>
                <a:gd name="T17" fmla="*/ 196 h 971"/>
                <a:gd name="T18" fmla="*/ 511 w 1249"/>
                <a:gd name="T19" fmla="*/ 152 h 971"/>
                <a:gd name="T20" fmla="*/ 590 w 1249"/>
                <a:gd name="T21" fmla="*/ 114 h 971"/>
                <a:gd name="T22" fmla="*/ 669 w 1249"/>
                <a:gd name="T23" fmla="*/ 81 h 971"/>
                <a:gd name="T24" fmla="*/ 749 w 1249"/>
                <a:gd name="T25" fmla="*/ 54 h 971"/>
                <a:gd name="T26" fmla="*/ 830 w 1249"/>
                <a:gd name="T27" fmla="*/ 33 h 971"/>
                <a:gd name="T28" fmla="*/ 913 w 1249"/>
                <a:gd name="T29" fmla="*/ 18 h 971"/>
                <a:gd name="T30" fmla="*/ 996 w 1249"/>
                <a:gd name="T31" fmla="*/ 6 h 971"/>
                <a:gd name="T32" fmla="*/ 1078 w 1249"/>
                <a:gd name="T33" fmla="*/ 2 h 971"/>
                <a:gd name="T34" fmla="*/ 1121 w 1249"/>
                <a:gd name="T35" fmla="*/ 0 h 971"/>
                <a:gd name="T36" fmla="*/ 1121 w 1249"/>
                <a:gd name="T37" fmla="*/ 0 h 971"/>
                <a:gd name="T38" fmla="*/ 1121 w 1249"/>
                <a:gd name="T39" fmla="*/ 2 h 971"/>
                <a:gd name="T40" fmla="*/ 1249 w 1249"/>
                <a:gd name="T41" fmla="*/ 329 h 971"/>
                <a:gd name="T42" fmla="*/ 1121 w 1249"/>
                <a:gd name="T43" fmla="*/ 653 h 971"/>
                <a:gd name="T44" fmla="*/ 1121 w 1249"/>
                <a:gd name="T45" fmla="*/ 653 h 971"/>
                <a:gd name="T46" fmla="*/ 1121 w 1249"/>
                <a:gd name="T47" fmla="*/ 655 h 971"/>
                <a:gd name="T48" fmla="*/ 1078 w 1249"/>
                <a:gd name="T49" fmla="*/ 655 h 971"/>
                <a:gd name="T50" fmla="*/ 997 w 1249"/>
                <a:gd name="T51" fmla="*/ 664 h 971"/>
                <a:gd name="T52" fmla="*/ 917 w 1249"/>
                <a:gd name="T53" fmla="*/ 686 h 971"/>
                <a:gd name="T54" fmla="*/ 838 w 1249"/>
                <a:gd name="T55" fmla="*/ 718 h 971"/>
                <a:gd name="T56" fmla="*/ 763 w 1249"/>
                <a:gd name="T57" fmla="*/ 762 h 971"/>
                <a:gd name="T58" fmla="*/ 698 w 1249"/>
                <a:gd name="T59" fmla="*/ 814 h 971"/>
                <a:gd name="T60" fmla="*/ 638 w 1249"/>
                <a:gd name="T61" fmla="*/ 872 h 971"/>
                <a:gd name="T62" fmla="*/ 588 w 1249"/>
                <a:gd name="T63" fmla="*/ 937 h 971"/>
                <a:gd name="T64" fmla="*/ 350 w 1249"/>
                <a:gd name="T65" fmla="*/ 699 h 971"/>
                <a:gd name="T66" fmla="*/ 0 w 1249"/>
                <a:gd name="T67" fmla="*/ 647 h 97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49"/>
                <a:gd name="T103" fmla="*/ 0 h 971"/>
                <a:gd name="T104" fmla="*/ 1249 w 1249"/>
                <a:gd name="T105" fmla="*/ 971 h 97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49" h="971">
                  <a:moveTo>
                    <a:pt x="0" y="647"/>
                  </a:moveTo>
                  <a:lnTo>
                    <a:pt x="0" y="647"/>
                  </a:lnTo>
                  <a:lnTo>
                    <a:pt x="21" y="611"/>
                  </a:lnTo>
                  <a:lnTo>
                    <a:pt x="44" y="576"/>
                  </a:lnTo>
                  <a:lnTo>
                    <a:pt x="67" y="542"/>
                  </a:lnTo>
                  <a:lnTo>
                    <a:pt x="92" y="509"/>
                  </a:lnTo>
                  <a:lnTo>
                    <a:pt x="117" y="476"/>
                  </a:lnTo>
                  <a:lnTo>
                    <a:pt x="144" y="444"/>
                  </a:lnTo>
                  <a:lnTo>
                    <a:pt x="173" y="413"/>
                  </a:lnTo>
                  <a:lnTo>
                    <a:pt x="202" y="382"/>
                  </a:lnTo>
                  <a:lnTo>
                    <a:pt x="232" y="354"/>
                  </a:lnTo>
                  <a:lnTo>
                    <a:pt x="263" y="325"/>
                  </a:lnTo>
                  <a:lnTo>
                    <a:pt x="296" y="296"/>
                  </a:lnTo>
                  <a:lnTo>
                    <a:pt x="328" y="269"/>
                  </a:lnTo>
                  <a:lnTo>
                    <a:pt x="363" y="244"/>
                  </a:lnTo>
                  <a:lnTo>
                    <a:pt x="400" y="219"/>
                  </a:lnTo>
                  <a:lnTo>
                    <a:pt x="436" y="196"/>
                  </a:lnTo>
                  <a:lnTo>
                    <a:pt x="473" y="173"/>
                  </a:lnTo>
                  <a:lnTo>
                    <a:pt x="511" y="152"/>
                  </a:lnTo>
                  <a:lnTo>
                    <a:pt x="549" y="133"/>
                  </a:lnTo>
                  <a:lnTo>
                    <a:pt x="590" y="114"/>
                  </a:lnTo>
                  <a:lnTo>
                    <a:pt x="628" y="96"/>
                  </a:lnTo>
                  <a:lnTo>
                    <a:pt x="669" y="81"/>
                  </a:lnTo>
                  <a:lnTo>
                    <a:pt x="709" y="68"/>
                  </a:lnTo>
                  <a:lnTo>
                    <a:pt x="749" y="54"/>
                  </a:lnTo>
                  <a:lnTo>
                    <a:pt x="790" y="43"/>
                  </a:lnTo>
                  <a:lnTo>
                    <a:pt x="830" y="33"/>
                  </a:lnTo>
                  <a:lnTo>
                    <a:pt x="872" y="23"/>
                  </a:lnTo>
                  <a:lnTo>
                    <a:pt x="913" y="18"/>
                  </a:lnTo>
                  <a:lnTo>
                    <a:pt x="955" y="12"/>
                  </a:lnTo>
                  <a:lnTo>
                    <a:pt x="996" y="6"/>
                  </a:lnTo>
                  <a:lnTo>
                    <a:pt x="1038" y="2"/>
                  </a:lnTo>
                  <a:lnTo>
                    <a:pt x="1078" y="2"/>
                  </a:lnTo>
                  <a:lnTo>
                    <a:pt x="1121" y="0"/>
                  </a:lnTo>
                  <a:lnTo>
                    <a:pt x="1121" y="2"/>
                  </a:lnTo>
                  <a:lnTo>
                    <a:pt x="1184" y="164"/>
                  </a:lnTo>
                  <a:lnTo>
                    <a:pt x="1249" y="329"/>
                  </a:lnTo>
                  <a:lnTo>
                    <a:pt x="1184" y="492"/>
                  </a:lnTo>
                  <a:lnTo>
                    <a:pt x="1121" y="653"/>
                  </a:lnTo>
                  <a:lnTo>
                    <a:pt x="1121" y="655"/>
                  </a:lnTo>
                  <a:lnTo>
                    <a:pt x="1121" y="653"/>
                  </a:lnTo>
                  <a:lnTo>
                    <a:pt x="1078" y="655"/>
                  </a:lnTo>
                  <a:lnTo>
                    <a:pt x="1038" y="659"/>
                  </a:lnTo>
                  <a:lnTo>
                    <a:pt x="997" y="664"/>
                  </a:lnTo>
                  <a:lnTo>
                    <a:pt x="957" y="674"/>
                  </a:lnTo>
                  <a:lnTo>
                    <a:pt x="917" y="686"/>
                  </a:lnTo>
                  <a:lnTo>
                    <a:pt x="878" y="701"/>
                  </a:lnTo>
                  <a:lnTo>
                    <a:pt x="838" y="718"/>
                  </a:lnTo>
                  <a:lnTo>
                    <a:pt x="801" y="739"/>
                  </a:lnTo>
                  <a:lnTo>
                    <a:pt x="763" y="762"/>
                  </a:lnTo>
                  <a:lnTo>
                    <a:pt x="728" y="787"/>
                  </a:lnTo>
                  <a:lnTo>
                    <a:pt x="698" y="814"/>
                  </a:lnTo>
                  <a:lnTo>
                    <a:pt x="667" y="843"/>
                  </a:lnTo>
                  <a:lnTo>
                    <a:pt x="638" y="872"/>
                  </a:lnTo>
                  <a:lnTo>
                    <a:pt x="613" y="904"/>
                  </a:lnTo>
                  <a:lnTo>
                    <a:pt x="588" y="937"/>
                  </a:lnTo>
                  <a:lnTo>
                    <a:pt x="567" y="971"/>
                  </a:lnTo>
                  <a:lnTo>
                    <a:pt x="350" y="699"/>
                  </a:lnTo>
                  <a:lnTo>
                    <a:pt x="2" y="647"/>
                  </a:lnTo>
                  <a:lnTo>
                    <a:pt x="0" y="647"/>
                  </a:lnTo>
                </a:path>
              </a:pathLst>
            </a:custGeom>
            <a:solidFill>
              <a:schemeClr val="bg1"/>
            </a:solidFill>
            <a:ln w="38100" cap="flat" cmpd="sng" algn="ctr">
              <a:solidFill>
                <a:schemeClr val="tx2"/>
              </a:solidFill>
              <a:prstDash val="solid"/>
              <a:round/>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panose="020B0504030602030204" pitchFamily="34" charset="0"/>
                <a:ea typeface="+mn-ea"/>
                <a:cs typeface="Arial" charset="0"/>
              </a:endParaRPr>
            </a:p>
          </p:txBody>
        </p:sp>
        <p:sp>
          <p:nvSpPr>
            <p:cNvPr id="31" name="Freeform 24">
              <a:extLst>
                <a:ext uri="{FF2B5EF4-FFF2-40B4-BE49-F238E27FC236}">
                  <a16:creationId xmlns:a16="http://schemas.microsoft.com/office/drawing/2014/main" id="{EE86935E-8D92-3324-0816-EDFA2ED85BCA}"/>
                </a:ext>
              </a:extLst>
            </p:cNvPr>
            <p:cNvSpPr>
              <a:spLocks noChangeAspect="1"/>
            </p:cNvSpPr>
            <p:nvPr/>
          </p:nvSpPr>
          <p:spPr bwMode="auto">
            <a:xfrm>
              <a:off x="16222272" y="5061406"/>
              <a:ext cx="981140" cy="758430"/>
            </a:xfrm>
            <a:custGeom>
              <a:avLst/>
              <a:gdLst>
                <a:gd name="T0" fmla="*/ 1251 w 1251"/>
                <a:gd name="T1" fmla="*/ 327 h 971"/>
                <a:gd name="T2" fmla="*/ 1249 w 1251"/>
                <a:gd name="T3" fmla="*/ 327 h 971"/>
                <a:gd name="T4" fmla="*/ 1249 w 1251"/>
                <a:gd name="T5" fmla="*/ 327 h 971"/>
                <a:gd name="T6" fmla="*/ 1226 w 1251"/>
                <a:gd name="T7" fmla="*/ 365 h 971"/>
                <a:gd name="T8" fmla="*/ 1203 w 1251"/>
                <a:gd name="T9" fmla="*/ 403 h 971"/>
                <a:gd name="T10" fmla="*/ 1178 w 1251"/>
                <a:gd name="T11" fmla="*/ 438 h 971"/>
                <a:gd name="T12" fmla="*/ 1151 w 1251"/>
                <a:gd name="T13" fmla="*/ 472 h 971"/>
                <a:gd name="T14" fmla="*/ 1124 w 1251"/>
                <a:gd name="T15" fmla="*/ 507 h 971"/>
                <a:gd name="T16" fmla="*/ 1096 w 1251"/>
                <a:gd name="T17" fmla="*/ 540 h 971"/>
                <a:gd name="T18" fmla="*/ 1067 w 1251"/>
                <a:gd name="T19" fmla="*/ 572 h 971"/>
                <a:gd name="T20" fmla="*/ 1036 w 1251"/>
                <a:gd name="T21" fmla="*/ 601 h 971"/>
                <a:gd name="T22" fmla="*/ 1005 w 1251"/>
                <a:gd name="T23" fmla="*/ 632 h 971"/>
                <a:gd name="T24" fmla="*/ 975 w 1251"/>
                <a:gd name="T25" fmla="*/ 659 h 971"/>
                <a:gd name="T26" fmla="*/ 942 w 1251"/>
                <a:gd name="T27" fmla="*/ 685 h 971"/>
                <a:gd name="T28" fmla="*/ 909 w 1251"/>
                <a:gd name="T29" fmla="*/ 712 h 971"/>
                <a:gd name="T30" fmla="*/ 875 w 1251"/>
                <a:gd name="T31" fmla="*/ 737 h 971"/>
                <a:gd name="T32" fmla="*/ 840 w 1251"/>
                <a:gd name="T33" fmla="*/ 760 h 971"/>
                <a:gd name="T34" fmla="*/ 803 w 1251"/>
                <a:gd name="T35" fmla="*/ 783 h 971"/>
                <a:gd name="T36" fmla="*/ 767 w 1251"/>
                <a:gd name="T37" fmla="*/ 804 h 971"/>
                <a:gd name="T38" fmla="*/ 730 w 1251"/>
                <a:gd name="T39" fmla="*/ 824 h 971"/>
                <a:gd name="T40" fmla="*/ 694 w 1251"/>
                <a:gd name="T41" fmla="*/ 843 h 971"/>
                <a:gd name="T42" fmla="*/ 655 w 1251"/>
                <a:gd name="T43" fmla="*/ 860 h 971"/>
                <a:gd name="T44" fmla="*/ 617 w 1251"/>
                <a:gd name="T45" fmla="*/ 875 h 971"/>
                <a:gd name="T46" fmla="*/ 578 w 1251"/>
                <a:gd name="T47" fmla="*/ 891 h 971"/>
                <a:gd name="T48" fmla="*/ 540 w 1251"/>
                <a:gd name="T49" fmla="*/ 904 h 971"/>
                <a:gd name="T50" fmla="*/ 500 w 1251"/>
                <a:gd name="T51" fmla="*/ 918 h 971"/>
                <a:gd name="T52" fmla="*/ 459 w 1251"/>
                <a:gd name="T53" fmla="*/ 929 h 971"/>
                <a:gd name="T54" fmla="*/ 419 w 1251"/>
                <a:gd name="T55" fmla="*/ 939 h 971"/>
                <a:gd name="T56" fmla="*/ 379 w 1251"/>
                <a:gd name="T57" fmla="*/ 946 h 971"/>
                <a:gd name="T58" fmla="*/ 338 w 1251"/>
                <a:gd name="T59" fmla="*/ 954 h 971"/>
                <a:gd name="T60" fmla="*/ 296 w 1251"/>
                <a:gd name="T61" fmla="*/ 960 h 971"/>
                <a:gd name="T62" fmla="*/ 255 w 1251"/>
                <a:gd name="T63" fmla="*/ 966 h 971"/>
                <a:gd name="T64" fmla="*/ 213 w 1251"/>
                <a:gd name="T65" fmla="*/ 969 h 971"/>
                <a:gd name="T66" fmla="*/ 171 w 1251"/>
                <a:gd name="T67" fmla="*/ 971 h 971"/>
                <a:gd name="T68" fmla="*/ 131 w 1251"/>
                <a:gd name="T69" fmla="*/ 971 h 971"/>
                <a:gd name="T70" fmla="*/ 131 w 1251"/>
                <a:gd name="T71" fmla="*/ 969 h 971"/>
                <a:gd name="T72" fmla="*/ 0 w 1251"/>
                <a:gd name="T73" fmla="*/ 643 h 971"/>
                <a:gd name="T74" fmla="*/ 131 w 1251"/>
                <a:gd name="T75" fmla="*/ 315 h 971"/>
                <a:gd name="T76" fmla="*/ 131 w 1251"/>
                <a:gd name="T77" fmla="*/ 319 h 971"/>
                <a:gd name="T78" fmla="*/ 171 w 1251"/>
                <a:gd name="T79" fmla="*/ 317 h 971"/>
                <a:gd name="T80" fmla="*/ 211 w 1251"/>
                <a:gd name="T81" fmla="*/ 313 h 971"/>
                <a:gd name="T82" fmla="*/ 254 w 1251"/>
                <a:gd name="T83" fmla="*/ 307 h 971"/>
                <a:gd name="T84" fmla="*/ 292 w 1251"/>
                <a:gd name="T85" fmla="*/ 298 h 971"/>
                <a:gd name="T86" fmla="*/ 332 w 1251"/>
                <a:gd name="T87" fmla="*/ 286 h 971"/>
                <a:gd name="T88" fmla="*/ 371 w 1251"/>
                <a:gd name="T89" fmla="*/ 271 h 971"/>
                <a:gd name="T90" fmla="*/ 409 w 1251"/>
                <a:gd name="T91" fmla="*/ 256 h 971"/>
                <a:gd name="T92" fmla="*/ 446 w 1251"/>
                <a:gd name="T93" fmla="*/ 236 h 971"/>
                <a:gd name="T94" fmla="*/ 480 w 1251"/>
                <a:gd name="T95" fmla="*/ 213 h 971"/>
                <a:gd name="T96" fmla="*/ 515 w 1251"/>
                <a:gd name="T97" fmla="*/ 190 h 971"/>
                <a:gd name="T98" fmla="*/ 548 w 1251"/>
                <a:gd name="T99" fmla="*/ 164 h 971"/>
                <a:gd name="T100" fmla="*/ 578 w 1251"/>
                <a:gd name="T101" fmla="*/ 137 h 971"/>
                <a:gd name="T102" fmla="*/ 607 w 1251"/>
                <a:gd name="T103" fmla="*/ 106 h 971"/>
                <a:gd name="T104" fmla="*/ 634 w 1251"/>
                <a:gd name="T105" fmla="*/ 73 h 971"/>
                <a:gd name="T106" fmla="*/ 661 w 1251"/>
                <a:gd name="T107" fmla="*/ 37 h 971"/>
                <a:gd name="T108" fmla="*/ 684 w 1251"/>
                <a:gd name="T109" fmla="*/ 0 h 971"/>
                <a:gd name="T110" fmla="*/ 684 w 1251"/>
                <a:gd name="T111" fmla="*/ 0 h 971"/>
                <a:gd name="T112" fmla="*/ 684 w 1251"/>
                <a:gd name="T113" fmla="*/ 0 h 971"/>
                <a:gd name="T114" fmla="*/ 901 w 1251"/>
                <a:gd name="T115" fmla="*/ 275 h 971"/>
                <a:gd name="T116" fmla="*/ 1251 w 1251"/>
                <a:gd name="T117" fmla="*/ 327 h 97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51"/>
                <a:gd name="T178" fmla="*/ 0 h 971"/>
                <a:gd name="T179" fmla="*/ 1251 w 1251"/>
                <a:gd name="T180" fmla="*/ 971 h 97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51" h="971">
                  <a:moveTo>
                    <a:pt x="1251" y="327"/>
                  </a:moveTo>
                  <a:lnTo>
                    <a:pt x="1249" y="327"/>
                  </a:lnTo>
                  <a:lnTo>
                    <a:pt x="1226" y="365"/>
                  </a:lnTo>
                  <a:lnTo>
                    <a:pt x="1203" y="403"/>
                  </a:lnTo>
                  <a:lnTo>
                    <a:pt x="1178" y="438"/>
                  </a:lnTo>
                  <a:lnTo>
                    <a:pt x="1151" y="472"/>
                  </a:lnTo>
                  <a:lnTo>
                    <a:pt x="1124" y="507"/>
                  </a:lnTo>
                  <a:lnTo>
                    <a:pt x="1096" y="540"/>
                  </a:lnTo>
                  <a:lnTo>
                    <a:pt x="1067" y="572"/>
                  </a:lnTo>
                  <a:lnTo>
                    <a:pt x="1036" y="601"/>
                  </a:lnTo>
                  <a:lnTo>
                    <a:pt x="1005" y="632"/>
                  </a:lnTo>
                  <a:lnTo>
                    <a:pt x="975" y="659"/>
                  </a:lnTo>
                  <a:lnTo>
                    <a:pt x="942" y="685"/>
                  </a:lnTo>
                  <a:lnTo>
                    <a:pt x="909" y="712"/>
                  </a:lnTo>
                  <a:lnTo>
                    <a:pt x="875" y="737"/>
                  </a:lnTo>
                  <a:lnTo>
                    <a:pt x="840" y="760"/>
                  </a:lnTo>
                  <a:lnTo>
                    <a:pt x="803" y="783"/>
                  </a:lnTo>
                  <a:lnTo>
                    <a:pt x="767" y="804"/>
                  </a:lnTo>
                  <a:lnTo>
                    <a:pt x="730" y="824"/>
                  </a:lnTo>
                  <a:lnTo>
                    <a:pt x="694" y="843"/>
                  </a:lnTo>
                  <a:lnTo>
                    <a:pt x="655" y="860"/>
                  </a:lnTo>
                  <a:lnTo>
                    <a:pt x="617" y="875"/>
                  </a:lnTo>
                  <a:lnTo>
                    <a:pt x="578" y="891"/>
                  </a:lnTo>
                  <a:lnTo>
                    <a:pt x="540" y="904"/>
                  </a:lnTo>
                  <a:lnTo>
                    <a:pt x="500" y="918"/>
                  </a:lnTo>
                  <a:lnTo>
                    <a:pt x="459" y="929"/>
                  </a:lnTo>
                  <a:lnTo>
                    <a:pt x="419" y="939"/>
                  </a:lnTo>
                  <a:lnTo>
                    <a:pt x="379" y="946"/>
                  </a:lnTo>
                  <a:lnTo>
                    <a:pt x="338" y="954"/>
                  </a:lnTo>
                  <a:lnTo>
                    <a:pt x="296" y="960"/>
                  </a:lnTo>
                  <a:lnTo>
                    <a:pt x="255" y="966"/>
                  </a:lnTo>
                  <a:lnTo>
                    <a:pt x="213" y="969"/>
                  </a:lnTo>
                  <a:lnTo>
                    <a:pt x="171" y="971"/>
                  </a:lnTo>
                  <a:lnTo>
                    <a:pt x="131" y="971"/>
                  </a:lnTo>
                  <a:lnTo>
                    <a:pt x="131" y="969"/>
                  </a:lnTo>
                  <a:lnTo>
                    <a:pt x="0" y="643"/>
                  </a:lnTo>
                  <a:lnTo>
                    <a:pt x="131" y="315"/>
                  </a:lnTo>
                  <a:lnTo>
                    <a:pt x="131" y="319"/>
                  </a:lnTo>
                  <a:lnTo>
                    <a:pt x="171" y="317"/>
                  </a:lnTo>
                  <a:lnTo>
                    <a:pt x="211" y="313"/>
                  </a:lnTo>
                  <a:lnTo>
                    <a:pt x="254" y="307"/>
                  </a:lnTo>
                  <a:lnTo>
                    <a:pt x="292" y="298"/>
                  </a:lnTo>
                  <a:lnTo>
                    <a:pt x="332" y="286"/>
                  </a:lnTo>
                  <a:lnTo>
                    <a:pt x="371" y="271"/>
                  </a:lnTo>
                  <a:lnTo>
                    <a:pt x="409" y="256"/>
                  </a:lnTo>
                  <a:lnTo>
                    <a:pt x="446" y="236"/>
                  </a:lnTo>
                  <a:lnTo>
                    <a:pt x="480" y="213"/>
                  </a:lnTo>
                  <a:lnTo>
                    <a:pt x="515" y="190"/>
                  </a:lnTo>
                  <a:lnTo>
                    <a:pt x="548" y="164"/>
                  </a:lnTo>
                  <a:lnTo>
                    <a:pt x="578" y="137"/>
                  </a:lnTo>
                  <a:lnTo>
                    <a:pt x="607" y="106"/>
                  </a:lnTo>
                  <a:lnTo>
                    <a:pt x="634" y="73"/>
                  </a:lnTo>
                  <a:lnTo>
                    <a:pt x="661" y="37"/>
                  </a:lnTo>
                  <a:lnTo>
                    <a:pt x="684" y="0"/>
                  </a:lnTo>
                  <a:lnTo>
                    <a:pt x="901" y="275"/>
                  </a:lnTo>
                  <a:lnTo>
                    <a:pt x="1251" y="327"/>
                  </a:lnTo>
                </a:path>
              </a:pathLst>
            </a:custGeom>
            <a:solidFill>
              <a:schemeClr val="bg1"/>
            </a:solidFill>
            <a:ln w="38100" cap="flat" cmpd="sng" algn="ctr">
              <a:solidFill>
                <a:schemeClr val="tx2"/>
              </a:solidFill>
              <a:prstDash val="solid"/>
              <a:round/>
              <a:headEnd type="none" w="med" len="med"/>
              <a:tailEnd type="none" w="med" len="med"/>
            </a:ln>
          </p:spPr>
          <p:txBody>
            <a:bodyPr anchor="ctr"/>
            <a:lstStyle/>
            <a:p>
              <a:pPr marL="531813"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panose="020B0504030602030204" pitchFamily="34" charset="0"/>
                <a:ea typeface="+mn-ea"/>
                <a:cs typeface="Arial" charset="0"/>
              </a:endParaRPr>
            </a:p>
          </p:txBody>
        </p:sp>
        <p:sp>
          <p:nvSpPr>
            <p:cNvPr id="34" name="Freeform 26">
              <a:extLst>
                <a:ext uri="{FF2B5EF4-FFF2-40B4-BE49-F238E27FC236}">
                  <a16:creationId xmlns:a16="http://schemas.microsoft.com/office/drawing/2014/main" id="{8689649A-CC0B-1128-516F-7B6DB32612CC}"/>
                </a:ext>
              </a:extLst>
            </p:cNvPr>
            <p:cNvSpPr>
              <a:spLocks noChangeAspect="1"/>
            </p:cNvSpPr>
            <p:nvPr/>
          </p:nvSpPr>
          <p:spPr bwMode="auto">
            <a:xfrm>
              <a:off x="15446133" y="5059838"/>
              <a:ext cx="880105" cy="759998"/>
            </a:xfrm>
            <a:custGeom>
              <a:avLst/>
              <a:gdLst>
                <a:gd name="T0" fmla="*/ 1121 w 1123"/>
                <a:gd name="T1" fmla="*/ 973 h 973"/>
                <a:gd name="T2" fmla="*/ 1080 w 1123"/>
                <a:gd name="T3" fmla="*/ 973 h 973"/>
                <a:gd name="T4" fmla="*/ 998 w 1123"/>
                <a:gd name="T5" fmla="*/ 968 h 973"/>
                <a:gd name="T6" fmla="*/ 915 w 1123"/>
                <a:gd name="T7" fmla="*/ 958 h 973"/>
                <a:gd name="T8" fmla="*/ 832 w 1123"/>
                <a:gd name="T9" fmla="*/ 941 h 973"/>
                <a:gd name="T10" fmla="*/ 751 w 1123"/>
                <a:gd name="T11" fmla="*/ 920 h 973"/>
                <a:gd name="T12" fmla="*/ 671 w 1123"/>
                <a:gd name="T13" fmla="*/ 893 h 973"/>
                <a:gd name="T14" fmla="*/ 590 w 1123"/>
                <a:gd name="T15" fmla="*/ 860 h 973"/>
                <a:gd name="T16" fmla="*/ 513 w 1123"/>
                <a:gd name="T17" fmla="*/ 822 h 973"/>
                <a:gd name="T18" fmla="*/ 436 w 1123"/>
                <a:gd name="T19" fmla="*/ 778 h 973"/>
                <a:gd name="T20" fmla="*/ 365 w 1123"/>
                <a:gd name="T21" fmla="*/ 730 h 973"/>
                <a:gd name="T22" fmla="*/ 296 w 1123"/>
                <a:gd name="T23" fmla="*/ 678 h 973"/>
                <a:gd name="T24" fmla="*/ 232 w 1123"/>
                <a:gd name="T25" fmla="*/ 622 h 973"/>
                <a:gd name="T26" fmla="*/ 173 w 1123"/>
                <a:gd name="T27" fmla="*/ 563 h 973"/>
                <a:gd name="T28" fmla="*/ 119 w 1123"/>
                <a:gd name="T29" fmla="*/ 499 h 973"/>
                <a:gd name="T30" fmla="*/ 69 w 1123"/>
                <a:gd name="T31" fmla="*/ 432 h 973"/>
                <a:gd name="T32" fmla="*/ 23 w 1123"/>
                <a:gd name="T33" fmla="*/ 363 h 973"/>
                <a:gd name="T34" fmla="*/ 0 w 1123"/>
                <a:gd name="T35" fmla="*/ 329 h 973"/>
                <a:gd name="T36" fmla="*/ 2 w 1123"/>
                <a:gd name="T37" fmla="*/ 329 h 973"/>
                <a:gd name="T38" fmla="*/ 2 w 1123"/>
                <a:gd name="T39" fmla="*/ 327 h 973"/>
                <a:gd name="T40" fmla="*/ 221 w 1123"/>
                <a:gd name="T41" fmla="*/ 52 h 973"/>
                <a:gd name="T42" fmla="*/ 567 w 1123"/>
                <a:gd name="T43" fmla="*/ 2 h 973"/>
                <a:gd name="T44" fmla="*/ 567 w 1123"/>
                <a:gd name="T45" fmla="*/ 0 h 973"/>
                <a:gd name="T46" fmla="*/ 569 w 1123"/>
                <a:gd name="T47" fmla="*/ 0 h 973"/>
                <a:gd name="T48" fmla="*/ 590 w 1123"/>
                <a:gd name="T49" fmla="*/ 37 h 973"/>
                <a:gd name="T50" fmla="*/ 638 w 1123"/>
                <a:gd name="T51" fmla="*/ 102 h 973"/>
                <a:gd name="T52" fmla="*/ 698 w 1123"/>
                <a:gd name="T53" fmla="*/ 162 h 973"/>
                <a:gd name="T54" fmla="*/ 765 w 1123"/>
                <a:gd name="T55" fmla="*/ 213 h 973"/>
                <a:gd name="T56" fmla="*/ 840 w 1123"/>
                <a:gd name="T57" fmla="*/ 256 h 973"/>
                <a:gd name="T58" fmla="*/ 919 w 1123"/>
                <a:gd name="T59" fmla="*/ 288 h 973"/>
                <a:gd name="T60" fmla="*/ 998 w 1123"/>
                <a:gd name="T61" fmla="*/ 309 h 973"/>
                <a:gd name="T62" fmla="*/ 1080 w 1123"/>
                <a:gd name="T63" fmla="*/ 319 h 973"/>
                <a:gd name="T64" fmla="*/ 992 w 1123"/>
                <a:gd name="T65" fmla="*/ 645 h 973"/>
                <a:gd name="T66" fmla="*/ 1123 w 1123"/>
                <a:gd name="T67" fmla="*/ 973 h 9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23"/>
                <a:gd name="T103" fmla="*/ 0 h 973"/>
                <a:gd name="T104" fmla="*/ 1123 w 1123"/>
                <a:gd name="T105" fmla="*/ 973 h 9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23" h="973">
                  <a:moveTo>
                    <a:pt x="1123" y="973"/>
                  </a:moveTo>
                  <a:lnTo>
                    <a:pt x="1121" y="973"/>
                  </a:lnTo>
                  <a:lnTo>
                    <a:pt x="1080" y="973"/>
                  </a:lnTo>
                  <a:lnTo>
                    <a:pt x="1038" y="971"/>
                  </a:lnTo>
                  <a:lnTo>
                    <a:pt x="998" y="968"/>
                  </a:lnTo>
                  <a:lnTo>
                    <a:pt x="955" y="964"/>
                  </a:lnTo>
                  <a:lnTo>
                    <a:pt x="915" y="958"/>
                  </a:lnTo>
                  <a:lnTo>
                    <a:pt x="873" y="950"/>
                  </a:lnTo>
                  <a:lnTo>
                    <a:pt x="832" y="941"/>
                  </a:lnTo>
                  <a:lnTo>
                    <a:pt x="792" y="931"/>
                  </a:lnTo>
                  <a:lnTo>
                    <a:pt x="751" y="920"/>
                  </a:lnTo>
                  <a:lnTo>
                    <a:pt x="711" y="908"/>
                  </a:lnTo>
                  <a:lnTo>
                    <a:pt x="671" y="893"/>
                  </a:lnTo>
                  <a:lnTo>
                    <a:pt x="630" y="877"/>
                  </a:lnTo>
                  <a:lnTo>
                    <a:pt x="590" y="860"/>
                  </a:lnTo>
                  <a:lnTo>
                    <a:pt x="551" y="843"/>
                  </a:lnTo>
                  <a:lnTo>
                    <a:pt x="513" y="822"/>
                  </a:lnTo>
                  <a:lnTo>
                    <a:pt x="475" y="801"/>
                  </a:lnTo>
                  <a:lnTo>
                    <a:pt x="436" y="778"/>
                  </a:lnTo>
                  <a:lnTo>
                    <a:pt x="400" y="755"/>
                  </a:lnTo>
                  <a:lnTo>
                    <a:pt x="365" y="730"/>
                  </a:lnTo>
                  <a:lnTo>
                    <a:pt x="330" y="705"/>
                  </a:lnTo>
                  <a:lnTo>
                    <a:pt x="296" y="678"/>
                  </a:lnTo>
                  <a:lnTo>
                    <a:pt x="263" y="651"/>
                  </a:lnTo>
                  <a:lnTo>
                    <a:pt x="232" y="622"/>
                  </a:lnTo>
                  <a:lnTo>
                    <a:pt x="202" y="592"/>
                  </a:lnTo>
                  <a:lnTo>
                    <a:pt x="173" y="563"/>
                  </a:lnTo>
                  <a:lnTo>
                    <a:pt x="146" y="530"/>
                  </a:lnTo>
                  <a:lnTo>
                    <a:pt x="119" y="499"/>
                  </a:lnTo>
                  <a:lnTo>
                    <a:pt x="92" y="467"/>
                  </a:lnTo>
                  <a:lnTo>
                    <a:pt x="69" y="432"/>
                  </a:lnTo>
                  <a:lnTo>
                    <a:pt x="44" y="398"/>
                  </a:lnTo>
                  <a:lnTo>
                    <a:pt x="23" y="363"/>
                  </a:lnTo>
                  <a:lnTo>
                    <a:pt x="2" y="329"/>
                  </a:lnTo>
                  <a:lnTo>
                    <a:pt x="0" y="329"/>
                  </a:lnTo>
                  <a:lnTo>
                    <a:pt x="2" y="329"/>
                  </a:lnTo>
                  <a:lnTo>
                    <a:pt x="2" y="327"/>
                  </a:lnTo>
                  <a:lnTo>
                    <a:pt x="111" y="190"/>
                  </a:lnTo>
                  <a:lnTo>
                    <a:pt x="221" y="52"/>
                  </a:lnTo>
                  <a:lnTo>
                    <a:pt x="394" y="27"/>
                  </a:lnTo>
                  <a:lnTo>
                    <a:pt x="567" y="2"/>
                  </a:lnTo>
                  <a:lnTo>
                    <a:pt x="567" y="0"/>
                  </a:lnTo>
                  <a:lnTo>
                    <a:pt x="567" y="2"/>
                  </a:lnTo>
                  <a:lnTo>
                    <a:pt x="569" y="0"/>
                  </a:lnTo>
                  <a:lnTo>
                    <a:pt x="567" y="2"/>
                  </a:lnTo>
                  <a:lnTo>
                    <a:pt x="590" y="37"/>
                  </a:lnTo>
                  <a:lnTo>
                    <a:pt x="613" y="70"/>
                  </a:lnTo>
                  <a:lnTo>
                    <a:pt x="638" y="102"/>
                  </a:lnTo>
                  <a:lnTo>
                    <a:pt x="667" y="133"/>
                  </a:lnTo>
                  <a:lnTo>
                    <a:pt x="698" y="162"/>
                  </a:lnTo>
                  <a:lnTo>
                    <a:pt x="730" y="189"/>
                  </a:lnTo>
                  <a:lnTo>
                    <a:pt x="765" y="213"/>
                  </a:lnTo>
                  <a:lnTo>
                    <a:pt x="801" y="235"/>
                  </a:lnTo>
                  <a:lnTo>
                    <a:pt x="840" y="256"/>
                  </a:lnTo>
                  <a:lnTo>
                    <a:pt x="878" y="273"/>
                  </a:lnTo>
                  <a:lnTo>
                    <a:pt x="919" y="288"/>
                  </a:lnTo>
                  <a:lnTo>
                    <a:pt x="957" y="300"/>
                  </a:lnTo>
                  <a:lnTo>
                    <a:pt x="998" y="309"/>
                  </a:lnTo>
                  <a:lnTo>
                    <a:pt x="1040" y="315"/>
                  </a:lnTo>
                  <a:lnTo>
                    <a:pt x="1080" y="319"/>
                  </a:lnTo>
                  <a:lnTo>
                    <a:pt x="1121" y="321"/>
                  </a:lnTo>
                  <a:lnTo>
                    <a:pt x="992" y="645"/>
                  </a:lnTo>
                  <a:lnTo>
                    <a:pt x="1123" y="971"/>
                  </a:lnTo>
                  <a:lnTo>
                    <a:pt x="1123" y="973"/>
                  </a:lnTo>
                </a:path>
              </a:pathLst>
            </a:custGeom>
            <a:solidFill>
              <a:schemeClr val="bg1"/>
            </a:solidFill>
            <a:ln w="38100" cap="flat" cmpd="sng" algn="ctr">
              <a:solidFill>
                <a:schemeClr val="tx2"/>
              </a:solidFill>
              <a:prstDash val="solid"/>
              <a:round/>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panose="020B0504030602030204" pitchFamily="34" charset="0"/>
                <a:ea typeface="+mn-ea"/>
                <a:cs typeface="Arial" charset="0"/>
              </a:endParaRPr>
            </a:p>
          </p:txBody>
        </p:sp>
        <p:sp>
          <p:nvSpPr>
            <p:cNvPr id="35" name="Rectangle 34">
              <a:extLst>
                <a:ext uri="{FF2B5EF4-FFF2-40B4-BE49-F238E27FC236}">
                  <a16:creationId xmlns:a16="http://schemas.microsoft.com/office/drawing/2014/main" id="{8295A6C2-08C4-E930-CE89-32A509A9BAAF}"/>
                </a:ext>
              </a:extLst>
            </p:cNvPr>
            <p:cNvSpPr>
              <a:spLocks noChangeAspect="1" noChangeArrowheads="1"/>
            </p:cNvSpPr>
            <p:nvPr/>
          </p:nvSpPr>
          <p:spPr bwMode="auto">
            <a:xfrm>
              <a:off x="16621439" y="4175289"/>
              <a:ext cx="261289" cy="153888"/>
            </a:xfrm>
            <a:prstGeom prst="rect">
              <a:avLst/>
            </a:prstGeom>
            <a:noFill/>
            <a:ln w="38100" cap="flat" cmpd="sng" algn="ctr">
              <a:noFill/>
              <a:prstDash val="solid"/>
              <a:miter lim="800000"/>
              <a:headEnd type="none" w="lg" len="lg"/>
              <a:tailEnd type="none" w="lg" len="lg"/>
            </a:ln>
            <a:effectLst/>
          </p:spPr>
          <p:txBody>
            <a:bodyPr wrap="non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Arial" charset="0"/>
                </a:rPr>
                <a:t>Text</a:t>
              </a:r>
            </a:p>
          </p:txBody>
        </p:sp>
        <p:sp>
          <p:nvSpPr>
            <p:cNvPr id="36" name="Rectangle 35">
              <a:extLst>
                <a:ext uri="{FF2B5EF4-FFF2-40B4-BE49-F238E27FC236}">
                  <a16:creationId xmlns:a16="http://schemas.microsoft.com/office/drawing/2014/main" id="{2AF45EDE-86CC-52AC-5059-452317AB66CC}"/>
                </a:ext>
              </a:extLst>
            </p:cNvPr>
            <p:cNvSpPr>
              <a:spLocks noChangeAspect="1" noChangeArrowheads="1"/>
            </p:cNvSpPr>
            <p:nvPr/>
          </p:nvSpPr>
          <p:spPr bwMode="auto">
            <a:xfrm>
              <a:off x="16966376" y="4819993"/>
              <a:ext cx="261289" cy="153888"/>
            </a:xfrm>
            <a:prstGeom prst="rect">
              <a:avLst/>
            </a:prstGeom>
            <a:noFill/>
            <a:ln w="38100" cap="flat" cmpd="sng" algn="ctr">
              <a:noFill/>
              <a:prstDash val="solid"/>
              <a:miter lim="800000"/>
              <a:headEnd type="none" w="lg" len="lg"/>
              <a:tailEnd type="none" w="lg" len="lg"/>
            </a:ln>
            <a:effectLst/>
          </p:spPr>
          <p:txBody>
            <a:bodyPr wrap="non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Arial" charset="0"/>
                </a:rPr>
                <a:t>Text</a:t>
              </a:r>
            </a:p>
          </p:txBody>
        </p:sp>
        <p:sp>
          <p:nvSpPr>
            <p:cNvPr id="39" name="Rectangle 38">
              <a:extLst>
                <a:ext uri="{FF2B5EF4-FFF2-40B4-BE49-F238E27FC236}">
                  <a16:creationId xmlns:a16="http://schemas.microsoft.com/office/drawing/2014/main" id="{2800C6A7-5520-D1B3-A1CD-6FB01388A136}"/>
                </a:ext>
              </a:extLst>
            </p:cNvPr>
            <p:cNvSpPr>
              <a:spLocks noChangeAspect="1" noChangeArrowheads="1"/>
            </p:cNvSpPr>
            <p:nvPr/>
          </p:nvSpPr>
          <p:spPr bwMode="auto">
            <a:xfrm>
              <a:off x="16513301" y="5464698"/>
              <a:ext cx="261289" cy="153888"/>
            </a:xfrm>
            <a:prstGeom prst="rect">
              <a:avLst/>
            </a:prstGeom>
            <a:noFill/>
            <a:ln w="38100" cap="flat" cmpd="sng" algn="ctr">
              <a:noFill/>
              <a:prstDash val="solid"/>
              <a:miter lim="800000"/>
              <a:headEnd type="none" w="lg" len="lg"/>
              <a:tailEnd type="none" w="lg" len="lg"/>
            </a:ln>
            <a:effectLst/>
          </p:spPr>
          <p:txBody>
            <a:bodyPr wrap="non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Arial" charset="0"/>
                </a:rPr>
                <a:t>Text</a:t>
              </a:r>
            </a:p>
          </p:txBody>
        </p:sp>
        <p:sp>
          <p:nvSpPr>
            <p:cNvPr id="40" name="Rectangle 39">
              <a:extLst>
                <a:ext uri="{FF2B5EF4-FFF2-40B4-BE49-F238E27FC236}">
                  <a16:creationId xmlns:a16="http://schemas.microsoft.com/office/drawing/2014/main" id="{A559AD99-DF35-B107-2C97-B0CDA493BA2D}"/>
                </a:ext>
              </a:extLst>
            </p:cNvPr>
            <p:cNvSpPr>
              <a:spLocks noChangeAspect="1" noChangeArrowheads="1"/>
            </p:cNvSpPr>
            <p:nvPr/>
          </p:nvSpPr>
          <p:spPr bwMode="auto">
            <a:xfrm>
              <a:off x="15762646" y="5359600"/>
              <a:ext cx="261289" cy="153888"/>
            </a:xfrm>
            <a:prstGeom prst="rect">
              <a:avLst/>
            </a:prstGeom>
            <a:noFill/>
            <a:ln w="38100" cap="flat" cmpd="sng" algn="ctr">
              <a:noFill/>
              <a:prstDash val="solid"/>
              <a:miter lim="800000"/>
              <a:headEnd type="none" w="lg" len="lg"/>
              <a:tailEnd type="none" w="lg" len="lg"/>
            </a:ln>
            <a:effectLst/>
          </p:spPr>
          <p:txBody>
            <a:bodyPr wrap="non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Arial" charset="0"/>
                </a:rPr>
                <a:t>Text</a:t>
              </a:r>
            </a:p>
          </p:txBody>
        </p:sp>
        <p:sp>
          <p:nvSpPr>
            <p:cNvPr id="41" name="Rectangle 40">
              <a:extLst>
                <a:ext uri="{FF2B5EF4-FFF2-40B4-BE49-F238E27FC236}">
                  <a16:creationId xmlns:a16="http://schemas.microsoft.com/office/drawing/2014/main" id="{A98FAD07-0EC0-C606-61EB-0DDD84BEE074}"/>
                </a:ext>
              </a:extLst>
            </p:cNvPr>
            <p:cNvSpPr>
              <a:spLocks noChangeAspect="1" noChangeArrowheads="1"/>
            </p:cNvSpPr>
            <p:nvPr/>
          </p:nvSpPr>
          <p:spPr bwMode="auto">
            <a:xfrm>
              <a:off x="15424811" y="4714896"/>
              <a:ext cx="261289" cy="153888"/>
            </a:xfrm>
            <a:prstGeom prst="rect">
              <a:avLst/>
            </a:prstGeom>
            <a:noFill/>
            <a:ln w="38100" cap="flat" cmpd="sng" algn="ctr">
              <a:noFill/>
              <a:prstDash val="solid"/>
              <a:miter lim="800000"/>
              <a:headEnd type="none" w="lg" len="lg"/>
              <a:tailEnd type="none" w="lg" len="lg"/>
            </a:ln>
            <a:effectLst/>
          </p:spPr>
          <p:txBody>
            <a:bodyPr wrap="non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Arial" charset="0"/>
                </a:rPr>
                <a:t>Text</a:t>
              </a:r>
            </a:p>
          </p:txBody>
        </p:sp>
        <p:sp>
          <p:nvSpPr>
            <p:cNvPr id="42" name="Rectangle 41">
              <a:extLst>
                <a:ext uri="{FF2B5EF4-FFF2-40B4-BE49-F238E27FC236}">
                  <a16:creationId xmlns:a16="http://schemas.microsoft.com/office/drawing/2014/main" id="{1E035EFB-2C9C-C897-B8B3-31B2B27440E6}"/>
                </a:ext>
              </a:extLst>
            </p:cNvPr>
            <p:cNvSpPr>
              <a:spLocks noChangeAspect="1" noChangeArrowheads="1"/>
            </p:cNvSpPr>
            <p:nvPr/>
          </p:nvSpPr>
          <p:spPr bwMode="auto">
            <a:xfrm>
              <a:off x="15869995" y="4122740"/>
              <a:ext cx="261289" cy="153888"/>
            </a:xfrm>
            <a:prstGeom prst="rect">
              <a:avLst/>
            </a:prstGeom>
            <a:noFill/>
            <a:ln w="38100" cap="flat" cmpd="sng" algn="ctr">
              <a:noFill/>
              <a:prstDash val="solid"/>
              <a:miter lim="800000"/>
              <a:headEnd type="none" w="lg" len="lg"/>
              <a:tailEnd type="none" w="lg" len="lg"/>
            </a:ln>
            <a:effectLst/>
          </p:spPr>
          <p:txBody>
            <a:bodyPr wrap="non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Arial" charset="0"/>
                </a:rPr>
                <a:t>Text</a:t>
              </a:r>
            </a:p>
          </p:txBody>
        </p:sp>
      </p:grpSp>
      <p:grpSp>
        <p:nvGrpSpPr>
          <p:cNvPr id="6" name="Group 5" descr="Data chart">
            <a:extLst>
              <a:ext uri="{FF2B5EF4-FFF2-40B4-BE49-F238E27FC236}">
                <a16:creationId xmlns:a16="http://schemas.microsoft.com/office/drawing/2014/main" id="{BAA86669-E8F2-727B-87F9-6A7E80551FBB}"/>
              </a:ext>
            </a:extLst>
          </p:cNvPr>
          <p:cNvGrpSpPr/>
          <p:nvPr/>
        </p:nvGrpSpPr>
        <p:grpSpPr>
          <a:xfrm>
            <a:off x="17526890" y="3814570"/>
            <a:ext cx="2016692" cy="2000731"/>
            <a:chOff x="17526890" y="3814570"/>
            <a:chExt cx="2016692" cy="2000731"/>
          </a:xfrm>
        </p:grpSpPr>
        <p:sp>
          <p:nvSpPr>
            <p:cNvPr id="9" name="Freeform 66">
              <a:extLst>
                <a:ext uri="{FF2B5EF4-FFF2-40B4-BE49-F238E27FC236}">
                  <a16:creationId xmlns:a16="http://schemas.microsoft.com/office/drawing/2014/main" id="{18A7B91B-0E6E-7B55-8723-FFF1B53E2181}"/>
                </a:ext>
              </a:extLst>
            </p:cNvPr>
            <p:cNvSpPr>
              <a:spLocks noChangeAspect="1"/>
            </p:cNvSpPr>
            <p:nvPr/>
          </p:nvSpPr>
          <p:spPr bwMode="auto">
            <a:xfrm>
              <a:off x="17744802" y="3815446"/>
              <a:ext cx="894781" cy="695211"/>
            </a:xfrm>
            <a:custGeom>
              <a:avLst/>
              <a:gdLst>
                <a:gd name="T0" fmla="*/ 0 w 2262"/>
                <a:gd name="T1" fmla="*/ 967 h 1778"/>
                <a:gd name="T2" fmla="*/ 92 w 2262"/>
                <a:gd name="T3" fmla="*/ 861 h 1778"/>
                <a:gd name="T4" fmla="*/ 190 w 2262"/>
                <a:gd name="T5" fmla="*/ 758 h 1778"/>
                <a:gd name="T6" fmla="*/ 290 w 2262"/>
                <a:gd name="T7" fmla="*/ 661 h 1778"/>
                <a:gd name="T8" fmla="*/ 398 w 2262"/>
                <a:gd name="T9" fmla="*/ 569 h 1778"/>
                <a:gd name="T10" fmla="*/ 512 w 2262"/>
                <a:gd name="T11" fmla="*/ 484 h 1778"/>
                <a:gd name="T12" fmla="*/ 629 w 2262"/>
                <a:gd name="T13" fmla="*/ 403 h 1778"/>
                <a:gd name="T14" fmla="*/ 749 w 2262"/>
                <a:gd name="T15" fmla="*/ 331 h 1778"/>
                <a:gd name="T16" fmla="*/ 875 w 2262"/>
                <a:gd name="T17" fmla="*/ 264 h 1778"/>
                <a:gd name="T18" fmla="*/ 1005 w 2262"/>
                <a:gd name="T19" fmla="*/ 203 h 1778"/>
                <a:gd name="T20" fmla="*/ 1138 w 2262"/>
                <a:gd name="T21" fmla="*/ 151 h 1778"/>
                <a:gd name="T22" fmla="*/ 1275 w 2262"/>
                <a:gd name="T23" fmla="*/ 106 h 1778"/>
                <a:gd name="T24" fmla="*/ 1416 w 2262"/>
                <a:gd name="T25" fmla="*/ 68 h 1778"/>
                <a:gd name="T26" fmla="*/ 1558 w 2262"/>
                <a:gd name="T27" fmla="*/ 39 h 1778"/>
                <a:gd name="T28" fmla="*/ 1704 w 2262"/>
                <a:gd name="T29" fmla="*/ 18 h 1778"/>
                <a:gd name="T30" fmla="*/ 1853 w 2262"/>
                <a:gd name="T31" fmla="*/ 3 h 1778"/>
                <a:gd name="T32" fmla="*/ 2002 w 2262"/>
                <a:gd name="T33" fmla="*/ 0 h 1778"/>
                <a:gd name="T34" fmla="*/ 2002 w 2262"/>
                <a:gd name="T35" fmla="*/ 10 h 1778"/>
                <a:gd name="T36" fmla="*/ 2262 w 2262"/>
                <a:gd name="T37" fmla="*/ 652 h 1778"/>
                <a:gd name="T38" fmla="*/ 2002 w 2262"/>
                <a:gd name="T39" fmla="*/ 1306 h 1778"/>
                <a:gd name="T40" fmla="*/ 1965 w 2262"/>
                <a:gd name="T41" fmla="*/ 1295 h 1778"/>
                <a:gd name="T42" fmla="*/ 1891 w 2262"/>
                <a:gd name="T43" fmla="*/ 1302 h 1778"/>
                <a:gd name="T44" fmla="*/ 1817 w 2262"/>
                <a:gd name="T45" fmla="*/ 1311 h 1778"/>
                <a:gd name="T46" fmla="*/ 1747 w 2262"/>
                <a:gd name="T47" fmla="*/ 1326 h 1778"/>
                <a:gd name="T48" fmla="*/ 1677 w 2262"/>
                <a:gd name="T49" fmla="*/ 1342 h 1778"/>
                <a:gd name="T50" fmla="*/ 1608 w 2262"/>
                <a:gd name="T51" fmla="*/ 1363 h 1778"/>
                <a:gd name="T52" fmla="*/ 1542 w 2262"/>
                <a:gd name="T53" fmla="*/ 1387 h 1778"/>
                <a:gd name="T54" fmla="*/ 1477 w 2262"/>
                <a:gd name="T55" fmla="*/ 1416 h 1778"/>
                <a:gd name="T56" fmla="*/ 1414 w 2262"/>
                <a:gd name="T57" fmla="*/ 1446 h 1778"/>
                <a:gd name="T58" fmla="*/ 1352 w 2262"/>
                <a:gd name="T59" fmla="*/ 1481 h 1778"/>
                <a:gd name="T60" fmla="*/ 1295 w 2262"/>
                <a:gd name="T61" fmla="*/ 1518 h 1778"/>
                <a:gd name="T62" fmla="*/ 1237 w 2262"/>
                <a:gd name="T63" fmla="*/ 1560 h 1778"/>
                <a:gd name="T64" fmla="*/ 1183 w 2262"/>
                <a:gd name="T65" fmla="*/ 1603 h 1778"/>
                <a:gd name="T66" fmla="*/ 1131 w 2262"/>
                <a:gd name="T67" fmla="*/ 1650 h 1778"/>
                <a:gd name="T68" fmla="*/ 1082 w 2262"/>
                <a:gd name="T69" fmla="*/ 1699 h 1778"/>
                <a:gd name="T70" fmla="*/ 1036 w 2262"/>
                <a:gd name="T71" fmla="*/ 1751 h 1778"/>
                <a:gd name="T72" fmla="*/ 845 w 2262"/>
                <a:gd name="T73" fmla="*/ 1475 h 1778"/>
                <a:gd name="T74" fmla="*/ 337 w 2262"/>
                <a:gd name="T75" fmla="*/ 1070 h 17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262"/>
                <a:gd name="T115" fmla="*/ 0 h 1778"/>
                <a:gd name="T116" fmla="*/ 2262 w 2262"/>
                <a:gd name="T117" fmla="*/ 1778 h 1778"/>
                <a:gd name="connsiteX0" fmla="*/ 0 w 10000"/>
                <a:gd name="connsiteY0" fmla="*/ 5439 h 10000"/>
                <a:gd name="connsiteX1" fmla="*/ 0 w 10000"/>
                <a:gd name="connsiteY1" fmla="*/ 5439 h 10000"/>
                <a:gd name="connsiteX2" fmla="*/ 203 w 10000"/>
                <a:gd name="connsiteY2" fmla="*/ 5135 h 10000"/>
                <a:gd name="connsiteX3" fmla="*/ 407 w 10000"/>
                <a:gd name="connsiteY3" fmla="*/ 4843 h 10000"/>
                <a:gd name="connsiteX4" fmla="*/ 615 w 10000"/>
                <a:gd name="connsiteY4" fmla="*/ 4550 h 10000"/>
                <a:gd name="connsiteX5" fmla="*/ 840 w 10000"/>
                <a:gd name="connsiteY5" fmla="*/ 4263 h 10000"/>
                <a:gd name="connsiteX6" fmla="*/ 1061 w 10000"/>
                <a:gd name="connsiteY6" fmla="*/ 3988 h 10000"/>
                <a:gd name="connsiteX7" fmla="*/ 1282 w 10000"/>
                <a:gd name="connsiteY7" fmla="*/ 3718 h 10000"/>
                <a:gd name="connsiteX8" fmla="*/ 1521 w 10000"/>
                <a:gd name="connsiteY8" fmla="*/ 3453 h 10000"/>
                <a:gd name="connsiteX9" fmla="*/ 1760 w 10000"/>
                <a:gd name="connsiteY9" fmla="*/ 3200 h 10000"/>
                <a:gd name="connsiteX10" fmla="*/ 2007 w 10000"/>
                <a:gd name="connsiteY10" fmla="*/ 2958 h 10000"/>
                <a:gd name="connsiteX11" fmla="*/ 2263 w 10000"/>
                <a:gd name="connsiteY11" fmla="*/ 2722 h 10000"/>
                <a:gd name="connsiteX12" fmla="*/ 2515 w 10000"/>
                <a:gd name="connsiteY12" fmla="*/ 2492 h 10000"/>
                <a:gd name="connsiteX13" fmla="*/ 2781 w 10000"/>
                <a:gd name="connsiteY13" fmla="*/ 2267 h 10000"/>
                <a:gd name="connsiteX14" fmla="*/ 3042 w 10000"/>
                <a:gd name="connsiteY14" fmla="*/ 2064 h 10000"/>
                <a:gd name="connsiteX15" fmla="*/ 3311 w 10000"/>
                <a:gd name="connsiteY15" fmla="*/ 1862 h 10000"/>
                <a:gd name="connsiteX16" fmla="*/ 3590 w 10000"/>
                <a:gd name="connsiteY16" fmla="*/ 1670 h 10000"/>
                <a:gd name="connsiteX17" fmla="*/ 3868 w 10000"/>
                <a:gd name="connsiteY17" fmla="*/ 1485 h 10000"/>
                <a:gd name="connsiteX18" fmla="*/ 4156 w 10000"/>
                <a:gd name="connsiteY18" fmla="*/ 1316 h 10000"/>
                <a:gd name="connsiteX19" fmla="*/ 4443 w 10000"/>
                <a:gd name="connsiteY19" fmla="*/ 1142 h 10000"/>
                <a:gd name="connsiteX20" fmla="*/ 4739 w 10000"/>
                <a:gd name="connsiteY20" fmla="*/ 990 h 10000"/>
                <a:gd name="connsiteX21" fmla="*/ 5031 w 10000"/>
                <a:gd name="connsiteY21" fmla="*/ 849 h 10000"/>
                <a:gd name="connsiteX22" fmla="*/ 5336 w 10000"/>
                <a:gd name="connsiteY22" fmla="*/ 720 h 10000"/>
                <a:gd name="connsiteX23" fmla="*/ 5637 w 10000"/>
                <a:gd name="connsiteY23" fmla="*/ 596 h 10000"/>
                <a:gd name="connsiteX24" fmla="*/ 5946 w 10000"/>
                <a:gd name="connsiteY24" fmla="*/ 484 h 10000"/>
                <a:gd name="connsiteX25" fmla="*/ 6260 w 10000"/>
                <a:gd name="connsiteY25" fmla="*/ 382 h 10000"/>
                <a:gd name="connsiteX26" fmla="*/ 6569 w 10000"/>
                <a:gd name="connsiteY26" fmla="*/ 292 h 10000"/>
                <a:gd name="connsiteX27" fmla="*/ 6888 w 10000"/>
                <a:gd name="connsiteY27" fmla="*/ 219 h 10000"/>
                <a:gd name="connsiteX28" fmla="*/ 7206 w 10000"/>
                <a:gd name="connsiteY28" fmla="*/ 152 h 10000"/>
                <a:gd name="connsiteX29" fmla="*/ 7533 w 10000"/>
                <a:gd name="connsiteY29" fmla="*/ 101 h 10000"/>
                <a:gd name="connsiteX30" fmla="*/ 7856 w 10000"/>
                <a:gd name="connsiteY30" fmla="*/ 51 h 10000"/>
                <a:gd name="connsiteX31" fmla="*/ 8192 w 10000"/>
                <a:gd name="connsiteY31" fmla="*/ 17 h 10000"/>
                <a:gd name="connsiteX32" fmla="*/ 8519 w 10000"/>
                <a:gd name="connsiteY32" fmla="*/ 0 h 10000"/>
                <a:gd name="connsiteX33" fmla="*/ 8851 w 10000"/>
                <a:gd name="connsiteY33" fmla="*/ 0 h 10000"/>
                <a:gd name="connsiteX34" fmla="*/ 8851 w 10000"/>
                <a:gd name="connsiteY34" fmla="*/ 56 h 10000"/>
                <a:gd name="connsiteX35" fmla="*/ 9403 w 10000"/>
                <a:gd name="connsiteY35" fmla="*/ 1834 h 10000"/>
                <a:gd name="connsiteX36" fmla="*/ 10000 w 10000"/>
                <a:gd name="connsiteY36" fmla="*/ 3667 h 10000"/>
                <a:gd name="connsiteX37" fmla="*/ 9403 w 10000"/>
                <a:gd name="connsiteY37" fmla="*/ 5512 h 10000"/>
                <a:gd name="connsiteX38" fmla="*/ 8851 w 10000"/>
                <a:gd name="connsiteY38" fmla="*/ 7283 h 10000"/>
                <a:gd name="connsiteX39" fmla="*/ 8687 w 10000"/>
                <a:gd name="connsiteY39" fmla="*/ 7283 h 10000"/>
                <a:gd name="connsiteX40" fmla="*/ 8528 w 10000"/>
                <a:gd name="connsiteY40" fmla="*/ 7306 h 10000"/>
                <a:gd name="connsiteX41" fmla="*/ 8360 w 10000"/>
                <a:gd name="connsiteY41" fmla="*/ 7323 h 10000"/>
                <a:gd name="connsiteX42" fmla="*/ 8201 w 10000"/>
                <a:gd name="connsiteY42" fmla="*/ 7345 h 10000"/>
                <a:gd name="connsiteX43" fmla="*/ 8033 w 10000"/>
                <a:gd name="connsiteY43" fmla="*/ 7373 h 10000"/>
                <a:gd name="connsiteX44" fmla="*/ 7874 w 10000"/>
                <a:gd name="connsiteY44" fmla="*/ 7413 h 10000"/>
                <a:gd name="connsiteX45" fmla="*/ 7723 w 10000"/>
                <a:gd name="connsiteY45" fmla="*/ 7458 h 10000"/>
                <a:gd name="connsiteX46" fmla="*/ 7564 w 10000"/>
                <a:gd name="connsiteY46" fmla="*/ 7497 h 10000"/>
                <a:gd name="connsiteX47" fmla="*/ 7414 w 10000"/>
                <a:gd name="connsiteY47" fmla="*/ 7548 h 10000"/>
                <a:gd name="connsiteX48" fmla="*/ 7259 w 10000"/>
                <a:gd name="connsiteY48" fmla="*/ 7610 h 10000"/>
                <a:gd name="connsiteX49" fmla="*/ 7109 w 10000"/>
                <a:gd name="connsiteY49" fmla="*/ 7666 h 10000"/>
                <a:gd name="connsiteX50" fmla="*/ 6958 w 10000"/>
                <a:gd name="connsiteY50" fmla="*/ 7728 h 10000"/>
                <a:gd name="connsiteX51" fmla="*/ 6817 w 10000"/>
                <a:gd name="connsiteY51" fmla="*/ 7801 h 10000"/>
                <a:gd name="connsiteX52" fmla="*/ 6671 w 10000"/>
                <a:gd name="connsiteY52" fmla="*/ 7880 h 10000"/>
                <a:gd name="connsiteX53" fmla="*/ 6530 w 10000"/>
                <a:gd name="connsiteY53" fmla="*/ 7964 h 10000"/>
                <a:gd name="connsiteX54" fmla="*/ 6384 w 10000"/>
                <a:gd name="connsiteY54" fmla="*/ 8043 h 10000"/>
                <a:gd name="connsiteX55" fmla="*/ 6251 w 10000"/>
                <a:gd name="connsiteY55" fmla="*/ 8133 h 10000"/>
                <a:gd name="connsiteX56" fmla="*/ 6114 w 10000"/>
                <a:gd name="connsiteY56" fmla="*/ 8223 h 10000"/>
                <a:gd name="connsiteX57" fmla="*/ 5977 w 10000"/>
                <a:gd name="connsiteY57" fmla="*/ 8330 h 10000"/>
                <a:gd name="connsiteX58" fmla="*/ 5853 w 10000"/>
                <a:gd name="connsiteY58" fmla="*/ 8431 h 10000"/>
                <a:gd name="connsiteX59" fmla="*/ 5725 w 10000"/>
                <a:gd name="connsiteY59" fmla="*/ 8538 h 10000"/>
                <a:gd name="connsiteX60" fmla="*/ 5597 w 10000"/>
                <a:gd name="connsiteY60" fmla="*/ 8650 h 10000"/>
                <a:gd name="connsiteX61" fmla="*/ 5469 w 10000"/>
                <a:gd name="connsiteY61" fmla="*/ 8774 h 10000"/>
                <a:gd name="connsiteX62" fmla="*/ 5349 w 10000"/>
                <a:gd name="connsiteY62" fmla="*/ 8892 h 10000"/>
                <a:gd name="connsiteX63" fmla="*/ 5230 w 10000"/>
                <a:gd name="connsiteY63" fmla="*/ 9016 h 10000"/>
                <a:gd name="connsiteX64" fmla="*/ 5119 w 10000"/>
                <a:gd name="connsiteY64" fmla="*/ 9145 h 10000"/>
                <a:gd name="connsiteX65" fmla="*/ 5000 w 10000"/>
                <a:gd name="connsiteY65" fmla="*/ 9280 h 10000"/>
                <a:gd name="connsiteX66" fmla="*/ 4889 w 10000"/>
                <a:gd name="connsiteY66" fmla="*/ 9409 h 10000"/>
                <a:gd name="connsiteX67" fmla="*/ 4783 w 10000"/>
                <a:gd name="connsiteY67" fmla="*/ 9556 h 10000"/>
                <a:gd name="connsiteX68" fmla="*/ 4682 w 10000"/>
                <a:gd name="connsiteY68" fmla="*/ 9708 h 10000"/>
                <a:gd name="connsiteX69" fmla="*/ 4580 w 10000"/>
                <a:gd name="connsiteY69" fmla="*/ 9848 h 10000"/>
                <a:gd name="connsiteX70" fmla="*/ 4474 w 10000"/>
                <a:gd name="connsiteY70" fmla="*/ 10000 h 10000"/>
                <a:gd name="connsiteX71" fmla="*/ 3736 w 10000"/>
                <a:gd name="connsiteY71" fmla="*/ 8296 h 10000"/>
                <a:gd name="connsiteX72" fmla="*/ 2940 w 10000"/>
                <a:gd name="connsiteY72" fmla="*/ 6586 h 10000"/>
                <a:gd name="connsiteX73" fmla="*/ 1490 w 10000"/>
                <a:gd name="connsiteY73" fmla="*/ 6018 h 10000"/>
                <a:gd name="connsiteX74" fmla="*/ 0 w 10000"/>
                <a:gd name="connsiteY74" fmla="*/ 5439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0000" h="10000">
                  <a:moveTo>
                    <a:pt x="0" y="5439"/>
                  </a:moveTo>
                  <a:lnTo>
                    <a:pt x="0" y="5439"/>
                  </a:lnTo>
                  <a:cubicBezTo>
                    <a:pt x="68" y="5338"/>
                    <a:pt x="135" y="5236"/>
                    <a:pt x="203" y="5135"/>
                  </a:cubicBezTo>
                  <a:lnTo>
                    <a:pt x="407" y="4843"/>
                  </a:lnTo>
                  <a:cubicBezTo>
                    <a:pt x="476" y="4745"/>
                    <a:pt x="546" y="4648"/>
                    <a:pt x="615" y="4550"/>
                  </a:cubicBezTo>
                  <a:lnTo>
                    <a:pt x="840" y="4263"/>
                  </a:lnTo>
                  <a:lnTo>
                    <a:pt x="1061" y="3988"/>
                  </a:lnTo>
                  <a:lnTo>
                    <a:pt x="1282" y="3718"/>
                  </a:lnTo>
                  <a:lnTo>
                    <a:pt x="1521" y="3453"/>
                  </a:lnTo>
                  <a:lnTo>
                    <a:pt x="1760" y="3200"/>
                  </a:lnTo>
                  <a:lnTo>
                    <a:pt x="2007" y="2958"/>
                  </a:lnTo>
                  <a:lnTo>
                    <a:pt x="2263" y="2722"/>
                  </a:lnTo>
                  <a:lnTo>
                    <a:pt x="2515" y="2492"/>
                  </a:lnTo>
                  <a:lnTo>
                    <a:pt x="2781" y="2267"/>
                  </a:lnTo>
                  <a:lnTo>
                    <a:pt x="3042" y="2064"/>
                  </a:lnTo>
                  <a:lnTo>
                    <a:pt x="3311" y="1862"/>
                  </a:lnTo>
                  <a:lnTo>
                    <a:pt x="3590" y="1670"/>
                  </a:lnTo>
                  <a:lnTo>
                    <a:pt x="3868" y="1485"/>
                  </a:lnTo>
                  <a:lnTo>
                    <a:pt x="4156" y="1316"/>
                  </a:lnTo>
                  <a:lnTo>
                    <a:pt x="4443" y="1142"/>
                  </a:lnTo>
                  <a:lnTo>
                    <a:pt x="4739" y="990"/>
                  </a:lnTo>
                  <a:lnTo>
                    <a:pt x="5031" y="849"/>
                  </a:lnTo>
                  <a:lnTo>
                    <a:pt x="5336" y="720"/>
                  </a:lnTo>
                  <a:lnTo>
                    <a:pt x="5637" y="596"/>
                  </a:lnTo>
                  <a:lnTo>
                    <a:pt x="5946" y="484"/>
                  </a:lnTo>
                  <a:lnTo>
                    <a:pt x="6260" y="382"/>
                  </a:lnTo>
                  <a:lnTo>
                    <a:pt x="6569" y="292"/>
                  </a:lnTo>
                  <a:lnTo>
                    <a:pt x="6888" y="219"/>
                  </a:lnTo>
                  <a:lnTo>
                    <a:pt x="7206" y="152"/>
                  </a:lnTo>
                  <a:lnTo>
                    <a:pt x="7533" y="101"/>
                  </a:lnTo>
                  <a:lnTo>
                    <a:pt x="7856" y="51"/>
                  </a:lnTo>
                  <a:lnTo>
                    <a:pt x="8192" y="17"/>
                  </a:lnTo>
                  <a:lnTo>
                    <a:pt x="8519" y="0"/>
                  </a:lnTo>
                  <a:lnTo>
                    <a:pt x="8851" y="0"/>
                  </a:lnTo>
                  <a:lnTo>
                    <a:pt x="8851" y="56"/>
                  </a:lnTo>
                  <a:lnTo>
                    <a:pt x="9403" y="1834"/>
                  </a:lnTo>
                  <a:lnTo>
                    <a:pt x="10000" y="3667"/>
                  </a:lnTo>
                  <a:lnTo>
                    <a:pt x="9403" y="5512"/>
                  </a:lnTo>
                  <a:lnTo>
                    <a:pt x="8851" y="7283"/>
                  </a:lnTo>
                  <a:lnTo>
                    <a:pt x="8687" y="7283"/>
                  </a:lnTo>
                  <a:lnTo>
                    <a:pt x="8528" y="7306"/>
                  </a:lnTo>
                  <a:lnTo>
                    <a:pt x="8360" y="7323"/>
                  </a:lnTo>
                  <a:lnTo>
                    <a:pt x="8201" y="7345"/>
                  </a:lnTo>
                  <a:lnTo>
                    <a:pt x="8033" y="7373"/>
                  </a:lnTo>
                  <a:lnTo>
                    <a:pt x="7874" y="7413"/>
                  </a:lnTo>
                  <a:lnTo>
                    <a:pt x="7723" y="7458"/>
                  </a:lnTo>
                  <a:lnTo>
                    <a:pt x="7564" y="7497"/>
                  </a:lnTo>
                  <a:lnTo>
                    <a:pt x="7414" y="7548"/>
                  </a:lnTo>
                  <a:lnTo>
                    <a:pt x="7259" y="7610"/>
                  </a:lnTo>
                  <a:lnTo>
                    <a:pt x="7109" y="7666"/>
                  </a:lnTo>
                  <a:lnTo>
                    <a:pt x="6958" y="7728"/>
                  </a:lnTo>
                  <a:lnTo>
                    <a:pt x="6817" y="7801"/>
                  </a:lnTo>
                  <a:cubicBezTo>
                    <a:pt x="6768" y="7827"/>
                    <a:pt x="6720" y="7854"/>
                    <a:pt x="6671" y="7880"/>
                  </a:cubicBezTo>
                  <a:lnTo>
                    <a:pt x="6530" y="7964"/>
                  </a:lnTo>
                  <a:cubicBezTo>
                    <a:pt x="6481" y="7990"/>
                    <a:pt x="6433" y="8017"/>
                    <a:pt x="6384" y="8043"/>
                  </a:cubicBezTo>
                  <a:lnTo>
                    <a:pt x="6251" y="8133"/>
                  </a:lnTo>
                  <a:lnTo>
                    <a:pt x="6114" y="8223"/>
                  </a:lnTo>
                  <a:lnTo>
                    <a:pt x="5977" y="8330"/>
                  </a:lnTo>
                  <a:cubicBezTo>
                    <a:pt x="5936" y="8364"/>
                    <a:pt x="5894" y="8397"/>
                    <a:pt x="5853" y="8431"/>
                  </a:cubicBezTo>
                  <a:lnTo>
                    <a:pt x="5725" y="8538"/>
                  </a:lnTo>
                  <a:cubicBezTo>
                    <a:pt x="5682" y="8575"/>
                    <a:pt x="5640" y="8613"/>
                    <a:pt x="5597" y="8650"/>
                  </a:cubicBezTo>
                  <a:cubicBezTo>
                    <a:pt x="5554" y="8691"/>
                    <a:pt x="5512" y="8733"/>
                    <a:pt x="5469" y="8774"/>
                  </a:cubicBezTo>
                  <a:lnTo>
                    <a:pt x="5349" y="8892"/>
                  </a:lnTo>
                  <a:cubicBezTo>
                    <a:pt x="5309" y="8933"/>
                    <a:pt x="5270" y="8975"/>
                    <a:pt x="5230" y="9016"/>
                  </a:cubicBezTo>
                  <a:lnTo>
                    <a:pt x="5119" y="9145"/>
                  </a:lnTo>
                  <a:lnTo>
                    <a:pt x="5000" y="9280"/>
                  </a:lnTo>
                  <a:lnTo>
                    <a:pt x="4889" y="9409"/>
                  </a:lnTo>
                  <a:cubicBezTo>
                    <a:pt x="4854" y="9458"/>
                    <a:pt x="4818" y="9507"/>
                    <a:pt x="4783" y="9556"/>
                  </a:cubicBezTo>
                  <a:lnTo>
                    <a:pt x="4682" y="9708"/>
                  </a:lnTo>
                  <a:lnTo>
                    <a:pt x="4580" y="9848"/>
                  </a:lnTo>
                  <a:cubicBezTo>
                    <a:pt x="4545" y="9899"/>
                    <a:pt x="4509" y="9949"/>
                    <a:pt x="4474" y="10000"/>
                  </a:cubicBezTo>
                  <a:lnTo>
                    <a:pt x="3736" y="8296"/>
                  </a:lnTo>
                  <a:lnTo>
                    <a:pt x="2940" y="6586"/>
                  </a:lnTo>
                  <a:lnTo>
                    <a:pt x="1490" y="6018"/>
                  </a:lnTo>
                  <a:lnTo>
                    <a:pt x="0" y="5439"/>
                  </a:lnTo>
                  <a:close/>
                </a:path>
              </a:pathLst>
            </a:custGeom>
            <a:solidFill>
              <a:schemeClr val="bg1"/>
            </a:solidFill>
            <a:ln w="38100" cap="flat" cmpd="sng" algn="ctr">
              <a:solidFill>
                <a:schemeClr val="tx2"/>
              </a:solidFill>
              <a:prstDash val="solid"/>
              <a:round/>
              <a:headEnd type="none" w="med" len="med"/>
              <a:tailEnd type="none" w="med" len="med"/>
            </a:ln>
          </p:spPr>
          <p:txBody>
            <a:bodyPr anchor="ctr"/>
            <a:lstStyle/>
            <a:p>
              <a:pPr marL="17780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a:ea typeface="+mn-ea"/>
                <a:cs typeface="Arial" charset="0"/>
              </a:endParaRPr>
            </a:p>
          </p:txBody>
        </p:sp>
        <p:sp>
          <p:nvSpPr>
            <p:cNvPr id="10" name="Freeform 68">
              <a:extLst>
                <a:ext uri="{FF2B5EF4-FFF2-40B4-BE49-F238E27FC236}">
                  <a16:creationId xmlns:a16="http://schemas.microsoft.com/office/drawing/2014/main" id="{DE176981-FD6D-7937-3B4B-3BB2616FC65D}"/>
                </a:ext>
              </a:extLst>
            </p:cNvPr>
            <p:cNvSpPr>
              <a:spLocks noChangeAspect="1"/>
            </p:cNvSpPr>
            <p:nvPr/>
          </p:nvSpPr>
          <p:spPr bwMode="auto">
            <a:xfrm>
              <a:off x="17526890" y="4192996"/>
              <a:ext cx="619033" cy="845021"/>
            </a:xfrm>
            <a:custGeom>
              <a:avLst/>
              <a:gdLst>
                <a:gd name="T0" fmla="*/ 61 w 1568"/>
                <a:gd name="T1" fmla="*/ 2162 h 2162"/>
                <a:gd name="T2" fmla="*/ 34 w 1568"/>
                <a:gd name="T3" fmla="*/ 2025 h 2162"/>
                <a:gd name="T4" fmla="*/ 16 w 1568"/>
                <a:gd name="T5" fmla="*/ 1885 h 2162"/>
                <a:gd name="T6" fmla="*/ 6 w 1568"/>
                <a:gd name="T7" fmla="*/ 1746 h 2162"/>
                <a:gd name="T8" fmla="*/ 0 w 1568"/>
                <a:gd name="T9" fmla="*/ 1605 h 2162"/>
                <a:gd name="T10" fmla="*/ 4 w 1568"/>
                <a:gd name="T11" fmla="*/ 1463 h 2162"/>
                <a:gd name="T12" fmla="*/ 15 w 1568"/>
                <a:gd name="T13" fmla="*/ 1322 h 2162"/>
                <a:gd name="T14" fmla="*/ 34 w 1568"/>
                <a:gd name="T15" fmla="*/ 1184 h 2162"/>
                <a:gd name="T16" fmla="*/ 60 w 1568"/>
                <a:gd name="T17" fmla="*/ 1043 h 2162"/>
                <a:gd name="T18" fmla="*/ 94 w 1568"/>
                <a:gd name="T19" fmla="*/ 904 h 2162"/>
                <a:gd name="T20" fmla="*/ 135 w 1568"/>
                <a:gd name="T21" fmla="*/ 769 h 2162"/>
                <a:gd name="T22" fmla="*/ 186 w 1568"/>
                <a:gd name="T23" fmla="*/ 634 h 2162"/>
                <a:gd name="T24" fmla="*/ 243 w 1568"/>
                <a:gd name="T25" fmla="*/ 501 h 2162"/>
                <a:gd name="T26" fmla="*/ 310 w 1568"/>
                <a:gd name="T27" fmla="*/ 371 h 2162"/>
                <a:gd name="T28" fmla="*/ 384 w 1568"/>
                <a:gd name="T29" fmla="*/ 245 h 2162"/>
                <a:gd name="T30" fmla="*/ 465 w 1568"/>
                <a:gd name="T31" fmla="*/ 121 h 2162"/>
                <a:gd name="T32" fmla="*/ 556 w 1568"/>
                <a:gd name="T33" fmla="*/ 0 h 2162"/>
                <a:gd name="T34" fmla="*/ 893 w 1568"/>
                <a:gd name="T35" fmla="*/ 103 h 2162"/>
                <a:gd name="T36" fmla="*/ 1401 w 1568"/>
                <a:gd name="T37" fmla="*/ 508 h 2162"/>
                <a:gd name="T38" fmla="*/ 1547 w 1568"/>
                <a:gd name="T39" fmla="*/ 840 h 2162"/>
                <a:gd name="T40" fmla="*/ 1503 w 1568"/>
                <a:gd name="T41" fmla="*/ 899 h 2162"/>
                <a:gd name="T42" fmla="*/ 1466 w 1568"/>
                <a:gd name="T43" fmla="*/ 960 h 2162"/>
                <a:gd name="T44" fmla="*/ 1431 w 1568"/>
                <a:gd name="T45" fmla="*/ 1023 h 2162"/>
                <a:gd name="T46" fmla="*/ 1399 w 1568"/>
                <a:gd name="T47" fmla="*/ 1088 h 2162"/>
                <a:gd name="T48" fmla="*/ 1374 w 1568"/>
                <a:gd name="T49" fmla="*/ 1155 h 2162"/>
                <a:gd name="T50" fmla="*/ 1350 w 1568"/>
                <a:gd name="T51" fmla="*/ 1222 h 2162"/>
                <a:gd name="T52" fmla="*/ 1331 w 1568"/>
                <a:gd name="T53" fmla="*/ 1290 h 2162"/>
                <a:gd name="T54" fmla="*/ 1316 w 1568"/>
                <a:gd name="T55" fmla="*/ 1360 h 2162"/>
                <a:gd name="T56" fmla="*/ 1304 w 1568"/>
                <a:gd name="T57" fmla="*/ 1429 h 2162"/>
                <a:gd name="T58" fmla="*/ 1296 w 1568"/>
                <a:gd name="T59" fmla="*/ 1499 h 2162"/>
                <a:gd name="T60" fmla="*/ 1293 w 1568"/>
                <a:gd name="T61" fmla="*/ 1569 h 2162"/>
                <a:gd name="T62" fmla="*/ 1293 w 1568"/>
                <a:gd name="T63" fmla="*/ 1639 h 2162"/>
                <a:gd name="T64" fmla="*/ 1296 w 1568"/>
                <a:gd name="T65" fmla="*/ 1710 h 2162"/>
                <a:gd name="T66" fmla="*/ 1304 w 1568"/>
                <a:gd name="T67" fmla="*/ 1778 h 2162"/>
                <a:gd name="T68" fmla="*/ 1314 w 1568"/>
                <a:gd name="T69" fmla="*/ 1847 h 2162"/>
                <a:gd name="T70" fmla="*/ 983 w 1568"/>
                <a:gd name="T71" fmla="*/ 1825 h 2162"/>
                <a:gd name="T72" fmla="*/ 353 w 1568"/>
                <a:gd name="T73" fmla="*/ 1971 h 21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68"/>
                <a:gd name="T112" fmla="*/ 0 h 2162"/>
                <a:gd name="T113" fmla="*/ 1568 w 1568"/>
                <a:gd name="T114" fmla="*/ 2162 h 21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68" h="2162">
                  <a:moveTo>
                    <a:pt x="61" y="2162"/>
                  </a:moveTo>
                  <a:lnTo>
                    <a:pt x="61" y="2162"/>
                  </a:lnTo>
                  <a:lnTo>
                    <a:pt x="47" y="2093"/>
                  </a:lnTo>
                  <a:lnTo>
                    <a:pt x="34" y="2025"/>
                  </a:lnTo>
                  <a:lnTo>
                    <a:pt x="25" y="1955"/>
                  </a:lnTo>
                  <a:lnTo>
                    <a:pt x="16" y="1885"/>
                  </a:lnTo>
                  <a:lnTo>
                    <a:pt x="9" y="1816"/>
                  </a:lnTo>
                  <a:lnTo>
                    <a:pt x="6" y="1746"/>
                  </a:lnTo>
                  <a:lnTo>
                    <a:pt x="2" y="1676"/>
                  </a:lnTo>
                  <a:lnTo>
                    <a:pt x="0" y="1605"/>
                  </a:lnTo>
                  <a:lnTo>
                    <a:pt x="2" y="1535"/>
                  </a:lnTo>
                  <a:lnTo>
                    <a:pt x="4" y="1463"/>
                  </a:lnTo>
                  <a:lnTo>
                    <a:pt x="9" y="1393"/>
                  </a:lnTo>
                  <a:lnTo>
                    <a:pt x="15" y="1322"/>
                  </a:lnTo>
                  <a:lnTo>
                    <a:pt x="24" y="1252"/>
                  </a:lnTo>
                  <a:lnTo>
                    <a:pt x="34" y="1184"/>
                  </a:lnTo>
                  <a:lnTo>
                    <a:pt x="45" y="1113"/>
                  </a:lnTo>
                  <a:lnTo>
                    <a:pt x="60" y="1043"/>
                  </a:lnTo>
                  <a:lnTo>
                    <a:pt x="76" y="975"/>
                  </a:lnTo>
                  <a:lnTo>
                    <a:pt x="94" y="904"/>
                  </a:lnTo>
                  <a:lnTo>
                    <a:pt x="114" y="836"/>
                  </a:lnTo>
                  <a:lnTo>
                    <a:pt x="135" y="769"/>
                  </a:lnTo>
                  <a:lnTo>
                    <a:pt x="159" y="701"/>
                  </a:lnTo>
                  <a:lnTo>
                    <a:pt x="186" y="634"/>
                  </a:lnTo>
                  <a:lnTo>
                    <a:pt x="213" y="568"/>
                  </a:lnTo>
                  <a:lnTo>
                    <a:pt x="243" y="501"/>
                  </a:lnTo>
                  <a:lnTo>
                    <a:pt x="276" y="436"/>
                  </a:lnTo>
                  <a:lnTo>
                    <a:pt x="310" y="371"/>
                  </a:lnTo>
                  <a:lnTo>
                    <a:pt x="346" y="308"/>
                  </a:lnTo>
                  <a:lnTo>
                    <a:pt x="384" y="245"/>
                  </a:lnTo>
                  <a:lnTo>
                    <a:pt x="423" y="182"/>
                  </a:lnTo>
                  <a:lnTo>
                    <a:pt x="465" y="121"/>
                  </a:lnTo>
                  <a:lnTo>
                    <a:pt x="510" y="60"/>
                  </a:lnTo>
                  <a:lnTo>
                    <a:pt x="556" y="0"/>
                  </a:lnTo>
                  <a:lnTo>
                    <a:pt x="893" y="103"/>
                  </a:lnTo>
                  <a:lnTo>
                    <a:pt x="1221" y="204"/>
                  </a:lnTo>
                  <a:lnTo>
                    <a:pt x="1401" y="508"/>
                  </a:lnTo>
                  <a:lnTo>
                    <a:pt x="1568" y="811"/>
                  </a:lnTo>
                  <a:lnTo>
                    <a:pt x="1547" y="840"/>
                  </a:lnTo>
                  <a:lnTo>
                    <a:pt x="1525" y="870"/>
                  </a:lnTo>
                  <a:lnTo>
                    <a:pt x="1503" y="899"/>
                  </a:lnTo>
                  <a:lnTo>
                    <a:pt x="1484" y="930"/>
                  </a:lnTo>
                  <a:lnTo>
                    <a:pt x="1466" y="960"/>
                  </a:lnTo>
                  <a:lnTo>
                    <a:pt x="1448" y="993"/>
                  </a:lnTo>
                  <a:lnTo>
                    <a:pt x="1431" y="1023"/>
                  </a:lnTo>
                  <a:lnTo>
                    <a:pt x="1415" y="1056"/>
                  </a:lnTo>
                  <a:lnTo>
                    <a:pt x="1399" y="1088"/>
                  </a:lnTo>
                  <a:lnTo>
                    <a:pt x="1386" y="1121"/>
                  </a:lnTo>
                  <a:lnTo>
                    <a:pt x="1374" y="1155"/>
                  </a:lnTo>
                  <a:lnTo>
                    <a:pt x="1361" y="1189"/>
                  </a:lnTo>
                  <a:lnTo>
                    <a:pt x="1350" y="1222"/>
                  </a:lnTo>
                  <a:lnTo>
                    <a:pt x="1340" y="1256"/>
                  </a:lnTo>
                  <a:lnTo>
                    <a:pt x="1331" y="1290"/>
                  </a:lnTo>
                  <a:lnTo>
                    <a:pt x="1323" y="1324"/>
                  </a:lnTo>
                  <a:lnTo>
                    <a:pt x="1316" y="1360"/>
                  </a:lnTo>
                  <a:lnTo>
                    <a:pt x="1309" y="1394"/>
                  </a:lnTo>
                  <a:lnTo>
                    <a:pt x="1304" y="1429"/>
                  </a:lnTo>
                  <a:lnTo>
                    <a:pt x="1300" y="1465"/>
                  </a:lnTo>
                  <a:lnTo>
                    <a:pt x="1296" y="1499"/>
                  </a:lnTo>
                  <a:lnTo>
                    <a:pt x="1295" y="1535"/>
                  </a:lnTo>
                  <a:lnTo>
                    <a:pt x="1293" y="1569"/>
                  </a:lnTo>
                  <a:lnTo>
                    <a:pt x="1293" y="1605"/>
                  </a:lnTo>
                  <a:lnTo>
                    <a:pt x="1293" y="1639"/>
                  </a:lnTo>
                  <a:lnTo>
                    <a:pt x="1295" y="1674"/>
                  </a:lnTo>
                  <a:lnTo>
                    <a:pt x="1296" y="1710"/>
                  </a:lnTo>
                  <a:lnTo>
                    <a:pt x="1300" y="1744"/>
                  </a:lnTo>
                  <a:lnTo>
                    <a:pt x="1304" y="1778"/>
                  </a:lnTo>
                  <a:lnTo>
                    <a:pt x="1309" y="1812"/>
                  </a:lnTo>
                  <a:lnTo>
                    <a:pt x="1314" y="1847"/>
                  </a:lnTo>
                  <a:lnTo>
                    <a:pt x="1322" y="1881"/>
                  </a:lnTo>
                  <a:lnTo>
                    <a:pt x="983" y="1825"/>
                  </a:lnTo>
                  <a:lnTo>
                    <a:pt x="636" y="1769"/>
                  </a:lnTo>
                  <a:lnTo>
                    <a:pt x="353" y="1971"/>
                  </a:lnTo>
                  <a:lnTo>
                    <a:pt x="61" y="2162"/>
                  </a:lnTo>
                  <a:close/>
                </a:path>
              </a:pathLst>
            </a:custGeom>
            <a:solidFill>
              <a:schemeClr val="bg1"/>
            </a:solidFill>
            <a:ln w="38100" cap="flat" cmpd="sng" algn="ctr">
              <a:solidFill>
                <a:schemeClr val="tx2"/>
              </a:solidFill>
              <a:prstDash val="solid"/>
              <a:round/>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a:ea typeface="+mn-ea"/>
                <a:cs typeface="Arial" charset="0"/>
              </a:endParaRPr>
            </a:p>
          </p:txBody>
        </p:sp>
        <p:sp>
          <p:nvSpPr>
            <p:cNvPr id="11" name="Freeform 70">
              <a:extLst>
                <a:ext uri="{FF2B5EF4-FFF2-40B4-BE49-F238E27FC236}">
                  <a16:creationId xmlns:a16="http://schemas.microsoft.com/office/drawing/2014/main" id="{AE810AA0-E7CB-8685-D9D8-EE3B6B192462}"/>
                </a:ext>
              </a:extLst>
            </p:cNvPr>
            <p:cNvSpPr>
              <a:spLocks noChangeAspect="1"/>
            </p:cNvSpPr>
            <p:nvPr/>
          </p:nvSpPr>
          <p:spPr bwMode="auto">
            <a:xfrm>
              <a:off x="17551969" y="4879721"/>
              <a:ext cx="767508" cy="837218"/>
            </a:xfrm>
            <a:custGeom>
              <a:avLst/>
              <a:gdLst>
                <a:gd name="T0" fmla="*/ 1385 w 1947"/>
                <a:gd name="T1" fmla="*/ 2142 h 2142"/>
                <a:gd name="T2" fmla="*/ 1259 w 1947"/>
                <a:gd name="T3" fmla="*/ 2077 h 2142"/>
                <a:gd name="T4" fmla="*/ 1138 w 1947"/>
                <a:gd name="T5" fmla="*/ 2007 h 2142"/>
                <a:gd name="T6" fmla="*/ 1021 w 1947"/>
                <a:gd name="T7" fmla="*/ 1927 h 2142"/>
                <a:gd name="T8" fmla="*/ 908 w 1947"/>
                <a:gd name="T9" fmla="*/ 1844 h 2142"/>
                <a:gd name="T10" fmla="*/ 800 w 1947"/>
                <a:gd name="T11" fmla="*/ 1754 h 2142"/>
                <a:gd name="T12" fmla="*/ 697 w 1947"/>
                <a:gd name="T13" fmla="*/ 1657 h 2142"/>
                <a:gd name="T14" fmla="*/ 600 w 1947"/>
                <a:gd name="T15" fmla="*/ 1556 h 2142"/>
                <a:gd name="T16" fmla="*/ 506 w 1947"/>
                <a:gd name="T17" fmla="*/ 1448 h 2142"/>
                <a:gd name="T18" fmla="*/ 420 w 1947"/>
                <a:gd name="T19" fmla="*/ 1335 h 2142"/>
                <a:gd name="T20" fmla="*/ 339 w 1947"/>
                <a:gd name="T21" fmla="*/ 1217 h 2142"/>
                <a:gd name="T22" fmla="*/ 265 w 1947"/>
                <a:gd name="T23" fmla="*/ 1093 h 2142"/>
                <a:gd name="T24" fmla="*/ 197 w 1947"/>
                <a:gd name="T25" fmla="*/ 965 h 2142"/>
                <a:gd name="T26" fmla="*/ 137 w 1947"/>
                <a:gd name="T27" fmla="*/ 832 h 2142"/>
                <a:gd name="T28" fmla="*/ 83 w 1947"/>
                <a:gd name="T29" fmla="*/ 695 h 2142"/>
                <a:gd name="T30" fmla="*/ 38 w 1947"/>
                <a:gd name="T31" fmla="*/ 553 h 2142"/>
                <a:gd name="T32" fmla="*/ 0 w 1947"/>
                <a:gd name="T33" fmla="*/ 409 h 2142"/>
                <a:gd name="T34" fmla="*/ 0 w 1947"/>
                <a:gd name="T35" fmla="*/ 407 h 2142"/>
                <a:gd name="T36" fmla="*/ 0 w 1947"/>
                <a:gd name="T37" fmla="*/ 401 h 2142"/>
                <a:gd name="T38" fmla="*/ 0 w 1947"/>
                <a:gd name="T39" fmla="*/ 398 h 2142"/>
                <a:gd name="T40" fmla="*/ 0 w 1947"/>
                <a:gd name="T41" fmla="*/ 396 h 2142"/>
                <a:gd name="T42" fmla="*/ 578 w 1947"/>
                <a:gd name="T43" fmla="*/ 0 h 2142"/>
                <a:gd name="T44" fmla="*/ 1271 w 1947"/>
                <a:gd name="T45" fmla="*/ 115 h 2142"/>
                <a:gd name="T46" fmla="*/ 1270 w 1947"/>
                <a:gd name="T47" fmla="*/ 151 h 2142"/>
                <a:gd name="T48" fmla="*/ 1291 w 1947"/>
                <a:gd name="T49" fmla="*/ 221 h 2142"/>
                <a:gd name="T50" fmla="*/ 1315 w 1947"/>
                <a:gd name="T51" fmla="*/ 290 h 2142"/>
                <a:gd name="T52" fmla="*/ 1343 w 1947"/>
                <a:gd name="T53" fmla="*/ 356 h 2142"/>
                <a:gd name="T54" fmla="*/ 1376 w 1947"/>
                <a:gd name="T55" fmla="*/ 419 h 2142"/>
                <a:gd name="T56" fmla="*/ 1412 w 1947"/>
                <a:gd name="T57" fmla="*/ 482 h 2142"/>
                <a:gd name="T58" fmla="*/ 1451 w 1947"/>
                <a:gd name="T59" fmla="*/ 542 h 2142"/>
                <a:gd name="T60" fmla="*/ 1493 w 1947"/>
                <a:gd name="T61" fmla="*/ 600 h 2142"/>
                <a:gd name="T62" fmla="*/ 1538 w 1947"/>
                <a:gd name="T63" fmla="*/ 654 h 2142"/>
                <a:gd name="T64" fmla="*/ 1585 w 1947"/>
                <a:gd name="T65" fmla="*/ 706 h 2142"/>
                <a:gd name="T66" fmla="*/ 1635 w 1947"/>
                <a:gd name="T67" fmla="*/ 756 h 2142"/>
                <a:gd name="T68" fmla="*/ 1687 w 1947"/>
                <a:gd name="T69" fmla="*/ 803 h 2142"/>
                <a:gd name="T70" fmla="*/ 1741 w 1947"/>
                <a:gd name="T71" fmla="*/ 846 h 2142"/>
                <a:gd name="T72" fmla="*/ 1799 w 1947"/>
                <a:gd name="T73" fmla="*/ 886 h 2142"/>
                <a:gd name="T74" fmla="*/ 1857 w 1947"/>
                <a:gd name="T75" fmla="*/ 922 h 2142"/>
                <a:gd name="T76" fmla="*/ 1916 w 1947"/>
                <a:gd name="T77" fmla="*/ 956 h 2142"/>
                <a:gd name="T78" fmla="*/ 1700 w 1947"/>
                <a:gd name="T79" fmla="*/ 1207 h 2142"/>
                <a:gd name="T80" fmla="*/ 1417 w 1947"/>
                <a:gd name="T81" fmla="*/ 1792 h 2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47"/>
                <a:gd name="T124" fmla="*/ 0 h 2142"/>
                <a:gd name="T125" fmla="*/ 1947 w 1947"/>
                <a:gd name="T126" fmla="*/ 2142 h 2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47" h="2142">
                  <a:moveTo>
                    <a:pt x="1385" y="2142"/>
                  </a:moveTo>
                  <a:lnTo>
                    <a:pt x="1385" y="2142"/>
                  </a:lnTo>
                  <a:lnTo>
                    <a:pt x="1322" y="2111"/>
                  </a:lnTo>
                  <a:lnTo>
                    <a:pt x="1259" y="2077"/>
                  </a:lnTo>
                  <a:lnTo>
                    <a:pt x="1198" y="2043"/>
                  </a:lnTo>
                  <a:lnTo>
                    <a:pt x="1138" y="2007"/>
                  </a:lnTo>
                  <a:lnTo>
                    <a:pt x="1079" y="1967"/>
                  </a:lnTo>
                  <a:lnTo>
                    <a:pt x="1021" y="1927"/>
                  </a:lnTo>
                  <a:lnTo>
                    <a:pt x="964" y="1886"/>
                  </a:lnTo>
                  <a:lnTo>
                    <a:pt x="908" y="1844"/>
                  </a:lnTo>
                  <a:lnTo>
                    <a:pt x="854" y="1799"/>
                  </a:lnTo>
                  <a:lnTo>
                    <a:pt x="800" y="1754"/>
                  </a:lnTo>
                  <a:lnTo>
                    <a:pt x="748" y="1706"/>
                  </a:lnTo>
                  <a:lnTo>
                    <a:pt x="697" y="1657"/>
                  </a:lnTo>
                  <a:lnTo>
                    <a:pt x="647" y="1607"/>
                  </a:lnTo>
                  <a:lnTo>
                    <a:pt x="600" y="1556"/>
                  </a:lnTo>
                  <a:lnTo>
                    <a:pt x="551" y="1502"/>
                  </a:lnTo>
                  <a:lnTo>
                    <a:pt x="506" y="1448"/>
                  </a:lnTo>
                  <a:lnTo>
                    <a:pt x="463" y="1392"/>
                  </a:lnTo>
                  <a:lnTo>
                    <a:pt x="420" y="1335"/>
                  </a:lnTo>
                  <a:lnTo>
                    <a:pt x="378" y="1277"/>
                  </a:lnTo>
                  <a:lnTo>
                    <a:pt x="339" y="1217"/>
                  </a:lnTo>
                  <a:lnTo>
                    <a:pt x="301" y="1156"/>
                  </a:lnTo>
                  <a:lnTo>
                    <a:pt x="265" y="1093"/>
                  </a:lnTo>
                  <a:lnTo>
                    <a:pt x="231" y="1030"/>
                  </a:lnTo>
                  <a:lnTo>
                    <a:pt x="197" y="965"/>
                  </a:lnTo>
                  <a:lnTo>
                    <a:pt x="166" y="899"/>
                  </a:lnTo>
                  <a:lnTo>
                    <a:pt x="137" y="832"/>
                  </a:lnTo>
                  <a:lnTo>
                    <a:pt x="110" y="763"/>
                  </a:lnTo>
                  <a:lnTo>
                    <a:pt x="83" y="695"/>
                  </a:lnTo>
                  <a:lnTo>
                    <a:pt x="60" y="625"/>
                  </a:lnTo>
                  <a:lnTo>
                    <a:pt x="38" y="553"/>
                  </a:lnTo>
                  <a:lnTo>
                    <a:pt x="18" y="481"/>
                  </a:lnTo>
                  <a:lnTo>
                    <a:pt x="0" y="409"/>
                  </a:lnTo>
                  <a:lnTo>
                    <a:pt x="0" y="407"/>
                  </a:lnTo>
                  <a:lnTo>
                    <a:pt x="0" y="405"/>
                  </a:lnTo>
                  <a:lnTo>
                    <a:pt x="0" y="401"/>
                  </a:lnTo>
                  <a:lnTo>
                    <a:pt x="0" y="400"/>
                  </a:lnTo>
                  <a:lnTo>
                    <a:pt x="0" y="398"/>
                  </a:lnTo>
                  <a:lnTo>
                    <a:pt x="0" y="396"/>
                  </a:lnTo>
                  <a:lnTo>
                    <a:pt x="292" y="205"/>
                  </a:lnTo>
                  <a:lnTo>
                    <a:pt x="578" y="0"/>
                  </a:lnTo>
                  <a:lnTo>
                    <a:pt x="922" y="59"/>
                  </a:lnTo>
                  <a:lnTo>
                    <a:pt x="1271" y="115"/>
                  </a:lnTo>
                  <a:lnTo>
                    <a:pt x="1261" y="115"/>
                  </a:lnTo>
                  <a:lnTo>
                    <a:pt x="1270" y="151"/>
                  </a:lnTo>
                  <a:lnTo>
                    <a:pt x="1279" y="185"/>
                  </a:lnTo>
                  <a:lnTo>
                    <a:pt x="1291" y="221"/>
                  </a:lnTo>
                  <a:lnTo>
                    <a:pt x="1302" y="255"/>
                  </a:lnTo>
                  <a:lnTo>
                    <a:pt x="1315" y="290"/>
                  </a:lnTo>
                  <a:lnTo>
                    <a:pt x="1329" y="322"/>
                  </a:lnTo>
                  <a:lnTo>
                    <a:pt x="1343" y="356"/>
                  </a:lnTo>
                  <a:lnTo>
                    <a:pt x="1360" y="389"/>
                  </a:lnTo>
                  <a:lnTo>
                    <a:pt x="1376" y="419"/>
                  </a:lnTo>
                  <a:lnTo>
                    <a:pt x="1394" y="452"/>
                  </a:lnTo>
                  <a:lnTo>
                    <a:pt x="1412" y="482"/>
                  </a:lnTo>
                  <a:lnTo>
                    <a:pt x="1432" y="513"/>
                  </a:lnTo>
                  <a:lnTo>
                    <a:pt x="1451" y="542"/>
                  </a:lnTo>
                  <a:lnTo>
                    <a:pt x="1471" y="571"/>
                  </a:lnTo>
                  <a:lnTo>
                    <a:pt x="1493" y="600"/>
                  </a:lnTo>
                  <a:lnTo>
                    <a:pt x="1514" y="627"/>
                  </a:lnTo>
                  <a:lnTo>
                    <a:pt x="1538" y="654"/>
                  </a:lnTo>
                  <a:lnTo>
                    <a:pt x="1561" y="681"/>
                  </a:lnTo>
                  <a:lnTo>
                    <a:pt x="1585" y="706"/>
                  </a:lnTo>
                  <a:lnTo>
                    <a:pt x="1610" y="731"/>
                  </a:lnTo>
                  <a:lnTo>
                    <a:pt x="1635" y="756"/>
                  </a:lnTo>
                  <a:lnTo>
                    <a:pt x="1660" y="780"/>
                  </a:lnTo>
                  <a:lnTo>
                    <a:pt x="1687" y="803"/>
                  </a:lnTo>
                  <a:lnTo>
                    <a:pt x="1714" y="825"/>
                  </a:lnTo>
                  <a:lnTo>
                    <a:pt x="1741" y="846"/>
                  </a:lnTo>
                  <a:lnTo>
                    <a:pt x="1770" y="866"/>
                  </a:lnTo>
                  <a:lnTo>
                    <a:pt x="1799" y="886"/>
                  </a:lnTo>
                  <a:lnTo>
                    <a:pt x="1828" y="904"/>
                  </a:lnTo>
                  <a:lnTo>
                    <a:pt x="1857" y="922"/>
                  </a:lnTo>
                  <a:lnTo>
                    <a:pt x="1887" y="940"/>
                  </a:lnTo>
                  <a:lnTo>
                    <a:pt x="1916" y="956"/>
                  </a:lnTo>
                  <a:lnTo>
                    <a:pt x="1947" y="971"/>
                  </a:lnTo>
                  <a:lnTo>
                    <a:pt x="1700" y="1207"/>
                  </a:lnTo>
                  <a:lnTo>
                    <a:pt x="1441" y="1444"/>
                  </a:lnTo>
                  <a:lnTo>
                    <a:pt x="1417" y="1792"/>
                  </a:lnTo>
                  <a:lnTo>
                    <a:pt x="1385" y="2142"/>
                  </a:lnTo>
                  <a:close/>
                </a:path>
              </a:pathLst>
            </a:custGeom>
            <a:solidFill>
              <a:schemeClr val="bg1"/>
            </a:solidFill>
            <a:ln w="38100" cap="flat" cmpd="sng" algn="ctr">
              <a:solidFill>
                <a:schemeClr val="tx2"/>
              </a:solidFill>
              <a:prstDash val="solid"/>
              <a:round/>
              <a:headEnd type="none" w="med" len="med"/>
              <a:tailEnd type="none" w="med" len="med"/>
            </a:ln>
          </p:spPr>
          <p:txBody>
            <a:bodyPr/>
            <a:lstStyle/>
            <a:p>
              <a:pPr marL="35560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a:ea typeface="+mn-ea"/>
                <a:cs typeface="Arial" charset="0"/>
              </a:endParaRPr>
            </a:p>
            <a:p>
              <a:pPr marL="35560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a:ea typeface="+mn-ea"/>
                <a:cs typeface="Arial" charset="0"/>
              </a:endParaRPr>
            </a:p>
            <a:p>
              <a:pPr marL="35560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a:ea typeface="+mn-ea"/>
                <a:cs typeface="Arial" charset="0"/>
              </a:endParaRPr>
            </a:p>
          </p:txBody>
        </p:sp>
        <p:sp>
          <p:nvSpPr>
            <p:cNvPr id="12" name="Freeform 72">
              <a:extLst>
                <a:ext uri="{FF2B5EF4-FFF2-40B4-BE49-F238E27FC236}">
                  <a16:creationId xmlns:a16="http://schemas.microsoft.com/office/drawing/2014/main" id="{402B0706-3532-6965-ADB3-AE3F354486A3}"/>
                </a:ext>
              </a:extLst>
            </p:cNvPr>
            <p:cNvSpPr>
              <a:spLocks noChangeAspect="1"/>
            </p:cNvSpPr>
            <p:nvPr/>
          </p:nvSpPr>
          <p:spPr bwMode="auto">
            <a:xfrm>
              <a:off x="18094659" y="5258196"/>
              <a:ext cx="883234" cy="557105"/>
            </a:xfrm>
            <a:custGeom>
              <a:avLst/>
              <a:gdLst>
                <a:gd name="T0" fmla="*/ 2227 w 2227"/>
                <a:gd name="T1" fmla="*/ 1171 h 1425"/>
                <a:gd name="T2" fmla="*/ 2097 w 2227"/>
                <a:gd name="T3" fmla="*/ 1228 h 1425"/>
                <a:gd name="T4" fmla="*/ 1964 w 2227"/>
                <a:gd name="T5" fmla="*/ 1279 h 1425"/>
                <a:gd name="T6" fmla="*/ 1829 w 2227"/>
                <a:gd name="T7" fmla="*/ 1322 h 1425"/>
                <a:gd name="T8" fmla="*/ 1692 w 2227"/>
                <a:gd name="T9" fmla="*/ 1358 h 1425"/>
                <a:gd name="T10" fmla="*/ 1553 w 2227"/>
                <a:gd name="T11" fmla="*/ 1385 h 1425"/>
                <a:gd name="T12" fmla="*/ 1413 w 2227"/>
                <a:gd name="T13" fmla="*/ 1407 h 1425"/>
                <a:gd name="T14" fmla="*/ 1273 w 2227"/>
                <a:gd name="T15" fmla="*/ 1419 h 1425"/>
                <a:gd name="T16" fmla="*/ 1130 w 2227"/>
                <a:gd name="T17" fmla="*/ 1425 h 1425"/>
                <a:gd name="T18" fmla="*/ 988 w 2227"/>
                <a:gd name="T19" fmla="*/ 1421 h 1425"/>
                <a:gd name="T20" fmla="*/ 844 w 2227"/>
                <a:gd name="T21" fmla="*/ 1410 h 1425"/>
                <a:gd name="T22" fmla="*/ 702 w 2227"/>
                <a:gd name="T23" fmla="*/ 1390 h 1425"/>
                <a:gd name="T24" fmla="*/ 560 w 2227"/>
                <a:gd name="T25" fmla="*/ 1363 h 1425"/>
                <a:gd name="T26" fmla="*/ 417 w 2227"/>
                <a:gd name="T27" fmla="*/ 1327 h 1425"/>
                <a:gd name="T28" fmla="*/ 277 w 2227"/>
                <a:gd name="T29" fmla="*/ 1284 h 1425"/>
                <a:gd name="T30" fmla="*/ 137 w 2227"/>
                <a:gd name="T31" fmla="*/ 1232 h 1425"/>
                <a:gd name="T32" fmla="*/ 0 w 2227"/>
                <a:gd name="T33" fmla="*/ 1171 h 1425"/>
                <a:gd name="T34" fmla="*/ 32 w 2227"/>
                <a:gd name="T35" fmla="*/ 821 h 1425"/>
                <a:gd name="T36" fmla="*/ 315 w 2227"/>
                <a:gd name="T37" fmla="*/ 236 h 1425"/>
                <a:gd name="T38" fmla="*/ 596 w 2227"/>
                <a:gd name="T39" fmla="*/ 16 h 1425"/>
                <a:gd name="T40" fmla="*/ 664 w 2227"/>
                <a:gd name="T41" fmla="*/ 45 h 1425"/>
                <a:gd name="T42" fmla="*/ 733 w 2227"/>
                <a:gd name="T43" fmla="*/ 70 h 1425"/>
                <a:gd name="T44" fmla="*/ 803 w 2227"/>
                <a:gd name="T45" fmla="*/ 90 h 1425"/>
                <a:gd name="T46" fmla="*/ 873 w 2227"/>
                <a:gd name="T47" fmla="*/ 106 h 1425"/>
                <a:gd name="T48" fmla="*/ 945 w 2227"/>
                <a:gd name="T49" fmla="*/ 117 h 1425"/>
                <a:gd name="T50" fmla="*/ 1015 w 2227"/>
                <a:gd name="T51" fmla="*/ 124 h 1425"/>
                <a:gd name="T52" fmla="*/ 1085 w 2227"/>
                <a:gd name="T53" fmla="*/ 126 h 1425"/>
                <a:gd name="T54" fmla="*/ 1157 w 2227"/>
                <a:gd name="T55" fmla="*/ 126 h 1425"/>
                <a:gd name="T56" fmla="*/ 1228 w 2227"/>
                <a:gd name="T57" fmla="*/ 120 h 1425"/>
                <a:gd name="T58" fmla="*/ 1298 w 2227"/>
                <a:gd name="T59" fmla="*/ 111 h 1425"/>
                <a:gd name="T60" fmla="*/ 1366 w 2227"/>
                <a:gd name="T61" fmla="*/ 99 h 1425"/>
                <a:gd name="T62" fmla="*/ 1435 w 2227"/>
                <a:gd name="T63" fmla="*/ 83 h 1425"/>
                <a:gd name="T64" fmla="*/ 1501 w 2227"/>
                <a:gd name="T65" fmla="*/ 63 h 1425"/>
                <a:gd name="T66" fmla="*/ 1568 w 2227"/>
                <a:gd name="T67" fmla="*/ 41 h 1425"/>
                <a:gd name="T68" fmla="*/ 1633 w 2227"/>
                <a:gd name="T69" fmla="*/ 14 h 1425"/>
                <a:gd name="T70" fmla="*/ 1687 w 2227"/>
                <a:gd name="T71" fmla="*/ 349 h 1425"/>
                <a:gd name="T72" fmla="*/ 1968 w 2227"/>
                <a:gd name="T73" fmla="*/ 935 h 14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27"/>
                <a:gd name="T112" fmla="*/ 0 h 1425"/>
                <a:gd name="T113" fmla="*/ 2227 w 2227"/>
                <a:gd name="T114" fmla="*/ 1425 h 14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27" h="1425">
                  <a:moveTo>
                    <a:pt x="2227" y="1171"/>
                  </a:moveTo>
                  <a:lnTo>
                    <a:pt x="2227" y="1171"/>
                  </a:lnTo>
                  <a:lnTo>
                    <a:pt x="2162" y="1201"/>
                  </a:lnTo>
                  <a:lnTo>
                    <a:pt x="2097" y="1228"/>
                  </a:lnTo>
                  <a:lnTo>
                    <a:pt x="2031" y="1255"/>
                  </a:lnTo>
                  <a:lnTo>
                    <a:pt x="1964" y="1279"/>
                  </a:lnTo>
                  <a:lnTo>
                    <a:pt x="1897" y="1300"/>
                  </a:lnTo>
                  <a:lnTo>
                    <a:pt x="1829" y="1322"/>
                  </a:lnTo>
                  <a:lnTo>
                    <a:pt x="1760" y="1340"/>
                  </a:lnTo>
                  <a:lnTo>
                    <a:pt x="1692" y="1358"/>
                  </a:lnTo>
                  <a:lnTo>
                    <a:pt x="1624" y="1372"/>
                  </a:lnTo>
                  <a:lnTo>
                    <a:pt x="1553" y="1385"/>
                  </a:lnTo>
                  <a:lnTo>
                    <a:pt x="1483" y="1398"/>
                  </a:lnTo>
                  <a:lnTo>
                    <a:pt x="1413" y="1407"/>
                  </a:lnTo>
                  <a:lnTo>
                    <a:pt x="1343" y="1414"/>
                  </a:lnTo>
                  <a:lnTo>
                    <a:pt x="1273" y="1419"/>
                  </a:lnTo>
                  <a:lnTo>
                    <a:pt x="1201" y="1423"/>
                  </a:lnTo>
                  <a:lnTo>
                    <a:pt x="1130" y="1425"/>
                  </a:lnTo>
                  <a:lnTo>
                    <a:pt x="1058" y="1423"/>
                  </a:lnTo>
                  <a:lnTo>
                    <a:pt x="988" y="1421"/>
                  </a:lnTo>
                  <a:lnTo>
                    <a:pt x="916" y="1417"/>
                  </a:lnTo>
                  <a:lnTo>
                    <a:pt x="844" y="1410"/>
                  </a:lnTo>
                  <a:lnTo>
                    <a:pt x="774" y="1401"/>
                  </a:lnTo>
                  <a:lnTo>
                    <a:pt x="702" y="1390"/>
                  </a:lnTo>
                  <a:lnTo>
                    <a:pt x="630" y="1378"/>
                  </a:lnTo>
                  <a:lnTo>
                    <a:pt x="560" y="1363"/>
                  </a:lnTo>
                  <a:lnTo>
                    <a:pt x="488" y="1347"/>
                  </a:lnTo>
                  <a:lnTo>
                    <a:pt x="417" y="1327"/>
                  </a:lnTo>
                  <a:lnTo>
                    <a:pt x="347" y="1308"/>
                  </a:lnTo>
                  <a:lnTo>
                    <a:pt x="277" y="1284"/>
                  </a:lnTo>
                  <a:lnTo>
                    <a:pt x="207" y="1259"/>
                  </a:lnTo>
                  <a:lnTo>
                    <a:pt x="137" y="1232"/>
                  </a:lnTo>
                  <a:lnTo>
                    <a:pt x="68" y="1203"/>
                  </a:lnTo>
                  <a:lnTo>
                    <a:pt x="0" y="1171"/>
                  </a:lnTo>
                  <a:lnTo>
                    <a:pt x="32" y="821"/>
                  </a:lnTo>
                  <a:lnTo>
                    <a:pt x="56" y="473"/>
                  </a:lnTo>
                  <a:lnTo>
                    <a:pt x="315" y="236"/>
                  </a:lnTo>
                  <a:lnTo>
                    <a:pt x="562" y="0"/>
                  </a:lnTo>
                  <a:lnTo>
                    <a:pt x="596" y="16"/>
                  </a:lnTo>
                  <a:lnTo>
                    <a:pt x="630" y="30"/>
                  </a:lnTo>
                  <a:lnTo>
                    <a:pt x="664" y="45"/>
                  </a:lnTo>
                  <a:lnTo>
                    <a:pt x="698" y="57"/>
                  </a:lnTo>
                  <a:lnTo>
                    <a:pt x="733" y="70"/>
                  </a:lnTo>
                  <a:lnTo>
                    <a:pt x="769" y="81"/>
                  </a:lnTo>
                  <a:lnTo>
                    <a:pt x="803" y="90"/>
                  </a:lnTo>
                  <a:lnTo>
                    <a:pt x="839" y="99"/>
                  </a:lnTo>
                  <a:lnTo>
                    <a:pt x="873" y="106"/>
                  </a:lnTo>
                  <a:lnTo>
                    <a:pt x="909" y="111"/>
                  </a:lnTo>
                  <a:lnTo>
                    <a:pt x="945" y="117"/>
                  </a:lnTo>
                  <a:lnTo>
                    <a:pt x="979" y="120"/>
                  </a:lnTo>
                  <a:lnTo>
                    <a:pt x="1015" y="124"/>
                  </a:lnTo>
                  <a:lnTo>
                    <a:pt x="1051" y="126"/>
                  </a:lnTo>
                  <a:lnTo>
                    <a:pt x="1085" y="126"/>
                  </a:lnTo>
                  <a:lnTo>
                    <a:pt x="1121" y="126"/>
                  </a:lnTo>
                  <a:lnTo>
                    <a:pt x="1157" y="126"/>
                  </a:lnTo>
                  <a:lnTo>
                    <a:pt x="1192" y="124"/>
                  </a:lnTo>
                  <a:lnTo>
                    <a:pt x="1228" y="120"/>
                  </a:lnTo>
                  <a:lnTo>
                    <a:pt x="1262" y="117"/>
                  </a:lnTo>
                  <a:lnTo>
                    <a:pt x="1298" y="111"/>
                  </a:lnTo>
                  <a:lnTo>
                    <a:pt x="1332" y="106"/>
                  </a:lnTo>
                  <a:lnTo>
                    <a:pt x="1366" y="99"/>
                  </a:lnTo>
                  <a:lnTo>
                    <a:pt x="1400" y="92"/>
                  </a:lnTo>
                  <a:lnTo>
                    <a:pt x="1435" y="83"/>
                  </a:lnTo>
                  <a:lnTo>
                    <a:pt x="1469" y="74"/>
                  </a:lnTo>
                  <a:lnTo>
                    <a:pt x="1501" y="63"/>
                  </a:lnTo>
                  <a:lnTo>
                    <a:pt x="1535" y="52"/>
                  </a:lnTo>
                  <a:lnTo>
                    <a:pt x="1568" y="41"/>
                  </a:lnTo>
                  <a:lnTo>
                    <a:pt x="1600" y="28"/>
                  </a:lnTo>
                  <a:lnTo>
                    <a:pt x="1633" y="14"/>
                  </a:lnTo>
                  <a:lnTo>
                    <a:pt x="1665" y="0"/>
                  </a:lnTo>
                  <a:lnTo>
                    <a:pt x="1687" y="349"/>
                  </a:lnTo>
                  <a:lnTo>
                    <a:pt x="1710" y="699"/>
                  </a:lnTo>
                  <a:lnTo>
                    <a:pt x="1968" y="935"/>
                  </a:lnTo>
                  <a:lnTo>
                    <a:pt x="2227" y="1171"/>
                  </a:lnTo>
                  <a:close/>
                </a:path>
              </a:pathLst>
            </a:custGeom>
            <a:solidFill>
              <a:schemeClr val="bg1"/>
            </a:solidFill>
            <a:ln w="38100" cap="flat" cmpd="sng" algn="ctr">
              <a:solidFill>
                <a:schemeClr val="tx2"/>
              </a:solidFill>
              <a:prstDash val="solid"/>
              <a:round/>
              <a:headEnd type="none" w="med" len="med"/>
              <a:tailEnd type="none" w="med" len="med"/>
            </a:ln>
          </p:spPr>
          <p:txBody>
            <a:bodyPr anchor="ctr"/>
            <a:lstStyle/>
            <a:p>
              <a:pPr marL="45085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a:ea typeface="+mn-ea"/>
                <a:cs typeface="Arial" charset="0"/>
              </a:endParaRPr>
            </a:p>
          </p:txBody>
        </p:sp>
        <p:sp>
          <p:nvSpPr>
            <p:cNvPr id="13" name="Freeform 74">
              <a:extLst>
                <a:ext uri="{FF2B5EF4-FFF2-40B4-BE49-F238E27FC236}">
                  <a16:creationId xmlns:a16="http://schemas.microsoft.com/office/drawing/2014/main" id="{E48DC8E5-2731-827E-BAF6-6D636CA7E34A}"/>
                </a:ext>
              </a:extLst>
            </p:cNvPr>
            <p:cNvSpPr>
              <a:spLocks noChangeAspect="1"/>
            </p:cNvSpPr>
            <p:nvPr/>
          </p:nvSpPr>
          <p:spPr bwMode="auto">
            <a:xfrm>
              <a:off x="18751697" y="4923203"/>
              <a:ext cx="769864" cy="791963"/>
            </a:xfrm>
            <a:custGeom>
              <a:avLst/>
              <a:gdLst>
                <a:gd name="T0" fmla="*/ 1952 w 1952"/>
                <a:gd name="T1" fmla="*/ 283 h 2027"/>
                <a:gd name="T2" fmla="*/ 1948 w 1952"/>
                <a:gd name="T3" fmla="*/ 283 h 2027"/>
                <a:gd name="T4" fmla="*/ 1943 w 1952"/>
                <a:gd name="T5" fmla="*/ 281 h 2027"/>
                <a:gd name="T6" fmla="*/ 1926 w 1952"/>
                <a:gd name="T7" fmla="*/ 351 h 2027"/>
                <a:gd name="T8" fmla="*/ 1887 w 1952"/>
                <a:gd name="T9" fmla="*/ 488 h 2027"/>
                <a:gd name="T10" fmla="*/ 1840 w 1952"/>
                <a:gd name="T11" fmla="*/ 623 h 2027"/>
                <a:gd name="T12" fmla="*/ 1788 w 1952"/>
                <a:gd name="T13" fmla="*/ 755 h 2027"/>
                <a:gd name="T14" fmla="*/ 1727 w 1952"/>
                <a:gd name="T15" fmla="*/ 883 h 2027"/>
                <a:gd name="T16" fmla="*/ 1660 w 1952"/>
                <a:gd name="T17" fmla="*/ 1007 h 2027"/>
                <a:gd name="T18" fmla="*/ 1586 w 1952"/>
                <a:gd name="T19" fmla="*/ 1128 h 2027"/>
                <a:gd name="T20" fmla="*/ 1505 w 1952"/>
                <a:gd name="T21" fmla="*/ 1245 h 2027"/>
                <a:gd name="T22" fmla="*/ 1419 w 1952"/>
                <a:gd name="T23" fmla="*/ 1358 h 2027"/>
                <a:gd name="T24" fmla="*/ 1325 w 1952"/>
                <a:gd name="T25" fmla="*/ 1465 h 2027"/>
                <a:gd name="T26" fmla="*/ 1226 w 1952"/>
                <a:gd name="T27" fmla="*/ 1567 h 2027"/>
                <a:gd name="T28" fmla="*/ 1120 w 1952"/>
                <a:gd name="T29" fmla="*/ 1665 h 2027"/>
                <a:gd name="T30" fmla="*/ 1008 w 1952"/>
                <a:gd name="T31" fmla="*/ 1756 h 2027"/>
                <a:gd name="T32" fmla="*/ 889 w 1952"/>
                <a:gd name="T33" fmla="*/ 1841 h 2027"/>
                <a:gd name="T34" fmla="*/ 767 w 1952"/>
                <a:gd name="T35" fmla="*/ 1920 h 2027"/>
                <a:gd name="T36" fmla="*/ 637 w 1952"/>
                <a:gd name="T37" fmla="*/ 1992 h 2027"/>
                <a:gd name="T38" fmla="*/ 571 w 1952"/>
                <a:gd name="T39" fmla="*/ 2027 h 2027"/>
                <a:gd name="T40" fmla="*/ 310 w 1952"/>
                <a:gd name="T41" fmla="*/ 1792 h 2027"/>
                <a:gd name="T42" fmla="*/ 22 w 1952"/>
                <a:gd name="T43" fmla="*/ 1207 h 2027"/>
                <a:gd name="T44" fmla="*/ 7 w 1952"/>
                <a:gd name="T45" fmla="*/ 856 h 2027"/>
                <a:gd name="T46" fmla="*/ 74 w 1952"/>
                <a:gd name="T47" fmla="*/ 821 h 2027"/>
                <a:gd name="T48" fmla="*/ 137 w 1952"/>
                <a:gd name="T49" fmla="*/ 785 h 2027"/>
                <a:gd name="T50" fmla="*/ 196 w 1952"/>
                <a:gd name="T51" fmla="*/ 746 h 2027"/>
                <a:gd name="T52" fmla="*/ 254 w 1952"/>
                <a:gd name="T53" fmla="*/ 701 h 2027"/>
                <a:gd name="T54" fmla="*/ 308 w 1952"/>
                <a:gd name="T55" fmla="*/ 656 h 2027"/>
                <a:gd name="T56" fmla="*/ 358 w 1952"/>
                <a:gd name="T57" fmla="*/ 605 h 2027"/>
                <a:gd name="T58" fmla="*/ 405 w 1952"/>
                <a:gd name="T59" fmla="*/ 553 h 2027"/>
                <a:gd name="T60" fmla="*/ 450 w 1952"/>
                <a:gd name="T61" fmla="*/ 499 h 2027"/>
                <a:gd name="T62" fmla="*/ 492 w 1952"/>
                <a:gd name="T63" fmla="*/ 443 h 2027"/>
                <a:gd name="T64" fmla="*/ 529 w 1952"/>
                <a:gd name="T65" fmla="*/ 384 h 2027"/>
                <a:gd name="T66" fmla="*/ 564 w 1952"/>
                <a:gd name="T67" fmla="*/ 324 h 2027"/>
                <a:gd name="T68" fmla="*/ 594 w 1952"/>
                <a:gd name="T69" fmla="*/ 261 h 2027"/>
                <a:gd name="T70" fmla="*/ 621 w 1952"/>
                <a:gd name="T71" fmla="*/ 198 h 2027"/>
                <a:gd name="T72" fmla="*/ 646 w 1952"/>
                <a:gd name="T73" fmla="*/ 133 h 2027"/>
                <a:gd name="T74" fmla="*/ 666 w 1952"/>
                <a:gd name="T75" fmla="*/ 67 h 2027"/>
                <a:gd name="T76" fmla="*/ 682 w 1952"/>
                <a:gd name="T77" fmla="*/ 0 h 2027"/>
                <a:gd name="T78" fmla="*/ 1257 w 1952"/>
                <a:gd name="T79" fmla="*/ 394 h 2027"/>
                <a:gd name="T80" fmla="*/ 1943 w 1952"/>
                <a:gd name="T81" fmla="*/ 281 h 202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52"/>
                <a:gd name="T124" fmla="*/ 0 h 2027"/>
                <a:gd name="T125" fmla="*/ 1952 w 1952"/>
                <a:gd name="T126" fmla="*/ 2027 h 202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52" h="2027">
                  <a:moveTo>
                    <a:pt x="1952" y="283"/>
                  </a:moveTo>
                  <a:lnTo>
                    <a:pt x="1952" y="283"/>
                  </a:lnTo>
                  <a:lnTo>
                    <a:pt x="1950" y="283"/>
                  </a:lnTo>
                  <a:lnTo>
                    <a:pt x="1948" y="283"/>
                  </a:lnTo>
                  <a:lnTo>
                    <a:pt x="1944" y="281"/>
                  </a:lnTo>
                  <a:lnTo>
                    <a:pt x="1943" y="281"/>
                  </a:lnTo>
                  <a:lnTo>
                    <a:pt x="1926" y="351"/>
                  </a:lnTo>
                  <a:lnTo>
                    <a:pt x="1907" y="420"/>
                  </a:lnTo>
                  <a:lnTo>
                    <a:pt x="1887" y="488"/>
                  </a:lnTo>
                  <a:lnTo>
                    <a:pt x="1865" y="555"/>
                  </a:lnTo>
                  <a:lnTo>
                    <a:pt x="1840" y="623"/>
                  </a:lnTo>
                  <a:lnTo>
                    <a:pt x="1815" y="688"/>
                  </a:lnTo>
                  <a:lnTo>
                    <a:pt x="1788" y="755"/>
                  </a:lnTo>
                  <a:lnTo>
                    <a:pt x="1759" y="818"/>
                  </a:lnTo>
                  <a:lnTo>
                    <a:pt x="1727" y="883"/>
                  </a:lnTo>
                  <a:lnTo>
                    <a:pt x="1694" y="946"/>
                  </a:lnTo>
                  <a:lnTo>
                    <a:pt x="1660" y="1007"/>
                  </a:lnTo>
                  <a:lnTo>
                    <a:pt x="1624" y="1068"/>
                  </a:lnTo>
                  <a:lnTo>
                    <a:pt x="1586" y="1128"/>
                  </a:lnTo>
                  <a:lnTo>
                    <a:pt x="1547" y="1187"/>
                  </a:lnTo>
                  <a:lnTo>
                    <a:pt x="1505" y="1245"/>
                  </a:lnTo>
                  <a:lnTo>
                    <a:pt x="1464" y="1302"/>
                  </a:lnTo>
                  <a:lnTo>
                    <a:pt x="1419" y="1358"/>
                  </a:lnTo>
                  <a:lnTo>
                    <a:pt x="1372" y="1412"/>
                  </a:lnTo>
                  <a:lnTo>
                    <a:pt x="1325" y="1465"/>
                  </a:lnTo>
                  <a:lnTo>
                    <a:pt x="1276" y="1517"/>
                  </a:lnTo>
                  <a:lnTo>
                    <a:pt x="1226" y="1567"/>
                  </a:lnTo>
                  <a:lnTo>
                    <a:pt x="1174" y="1618"/>
                  </a:lnTo>
                  <a:lnTo>
                    <a:pt x="1120" y="1665"/>
                  </a:lnTo>
                  <a:lnTo>
                    <a:pt x="1064" y="1711"/>
                  </a:lnTo>
                  <a:lnTo>
                    <a:pt x="1008" y="1756"/>
                  </a:lnTo>
                  <a:lnTo>
                    <a:pt x="949" y="1800"/>
                  </a:lnTo>
                  <a:lnTo>
                    <a:pt x="889" y="1841"/>
                  </a:lnTo>
                  <a:lnTo>
                    <a:pt x="828" y="1883"/>
                  </a:lnTo>
                  <a:lnTo>
                    <a:pt x="767" y="1920"/>
                  </a:lnTo>
                  <a:lnTo>
                    <a:pt x="702" y="1958"/>
                  </a:lnTo>
                  <a:lnTo>
                    <a:pt x="637" y="1992"/>
                  </a:lnTo>
                  <a:lnTo>
                    <a:pt x="571" y="2027"/>
                  </a:lnTo>
                  <a:lnTo>
                    <a:pt x="558" y="2027"/>
                  </a:lnTo>
                  <a:lnTo>
                    <a:pt x="310" y="1792"/>
                  </a:lnTo>
                  <a:lnTo>
                    <a:pt x="45" y="1553"/>
                  </a:lnTo>
                  <a:lnTo>
                    <a:pt x="22" y="1207"/>
                  </a:lnTo>
                  <a:lnTo>
                    <a:pt x="0" y="857"/>
                  </a:lnTo>
                  <a:lnTo>
                    <a:pt x="7" y="856"/>
                  </a:lnTo>
                  <a:lnTo>
                    <a:pt x="41" y="839"/>
                  </a:lnTo>
                  <a:lnTo>
                    <a:pt x="74" y="821"/>
                  </a:lnTo>
                  <a:lnTo>
                    <a:pt x="104" y="803"/>
                  </a:lnTo>
                  <a:lnTo>
                    <a:pt x="137" y="785"/>
                  </a:lnTo>
                  <a:lnTo>
                    <a:pt x="168" y="766"/>
                  </a:lnTo>
                  <a:lnTo>
                    <a:pt x="196" y="746"/>
                  </a:lnTo>
                  <a:lnTo>
                    <a:pt x="225" y="724"/>
                  </a:lnTo>
                  <a:lnTo>
                    <a:pt x="254" y="701"/>
                  </a:lnTo>
                  <a:lnTo>
                    <a:pt x="281" y="679"/>
                  </a:lnTo>
                  <a:lnTo>
                    <a:pt x="308" y="656"/>
                  </a:lnTo>
                  <a:lnTo>
                    <a:pt x="333" y="630"/>
                  </a:lnTo>
                  <a:lnTo>
                    <a:pt x="358" y="605"/>
                  </a:lnTo>
                  <a:lnTo>
                    <a:pt x="382" y="580"/>
                  </a:lnTo>
                  <a:lnTo>
                    <a:pt x="405" y="553"/>
                  </a:lnTo>
                  <a:lnTo>
                    <a:pt x="429" y="528"/>
                  </a:lnTo>
                  <a:lnTo>
                    <a:pt x="450" y="499"/>
                  </a:lnTo>
                  <a:lnTo>
                    <a:pt x="472" y="472"/>
                  </a:lnTo>
                  <a:lnTo>
                    <a:pt x="492" y="443"/>
                  </a:lnTo>
                  <a:lnTo>
                    <a:pt x="511" y="414"/>
                  </a:lnTo>
                  <a:lnTo>
                    <a:pt x="529" y="384"/>
                  </a:lnTo>
                  <a:lnTo>
                    <a:pt x="547" y="355"/>
                  </a:lnTo>
                  <a:lnTo>
                    <a:pt x="564" y="324"/>
                  </a:lnTo>
                  <a:lnTo>
                    <a:pt x="580" y="294"/>
                  </a:lnTo>
                  <a:lnTo>
                    <a:pt x="594" y="261"/>
                  </a:lnTo>
                  <a:lnTo>
                    <a:pt x="609" y="231"/>
                  </a:lnTo>
                  <a:lnTo>
                    <a:pt x="621" y="198"/>
                  </a:lnTo>
                  <a:lnTo>
                    <a:pt x="634" y="166"/>
                  </a:lnTo>
                  <a:lnTo>
                    <a:pt x="646" y="133"/>
                  </a:lnTo>
                  <a:lnTo>
                    <a:pt x="655" y="101"/>
                  </a:lnTo>
                  <a:lnTo>
                    <a:pt x="666" y="67"/>
                  </a:lnTo>
                  <a:lnTo>
                    <a:pt x="675" y="34"/>
                  </a:lnTo>
                  <a:lnTo>
                    <a:pt x="682" y="0"/>
                  </a:lnTo>
                  <a:lnTo>
                    <a:pt x="976" y="191"/>
                  </a:lnTo>
                  <a:lnTo>
                    <a:pt x="1257" y="394"/>
                  </a:lnTo>
                  <a:lnTo>
                    <a:pt x="1606" y="339"/>
                  </a:lnTo>
                  <a:lnTo>
                    <a:pt x="1943" y="281"/>
                  </a:lnTo>
                  <a:lnTo>
                    <a:pt x="1952" y="283"/>
                  </a:lnTo>
                  <a:close/>
                </a:path>
              </a:pathLst>
            </a:custGeom>
            <a:solidFill>
              <a:schemeClr val="bg1"/>
            </a:solidFill>
            <a:ln w="38100" cap="flat" cmpd="sng" algn="ctr">
              <a:solidFill>
                <a:schemeClr val="tx2"/>
              </a:solidFill>
              <a:prstDash val="solid"/>
              <a:round/>
              <a:headEnd type="none" w="med" len="med"/>
              <a:tailEnd type="none" w="med" len="med"/>
            </a:ln>
          </p:spPr>
          <p:txBody>
            <a:bodyPr anchor="ctr"/>
            <a:lstStyle/>
            <a:p>
              <a:pPr marL="35560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a:ea typeface="+mn-ea"/>
                <a:cs typeface="Arial" charset="0"/>
              </a:endParaRPr>
            </a:p>
          </p:txBody>
        </p:sp>
        <p:sp>
          <p:nvSpPr>
            <p:cNvPr id="14" name="Freeform 76">
              <a:extLst>
                <a:ext uri="{FF2B5EF4-FFF2-40B4-BE49-F238E27FC236}">
                  <a16:creationId xmlns:a16="http://schemas.microsoft.com/office/drawing/2014/main" id="{40244424-43DA-041D-B665-54F2F281C9B9}"/>
                </a:ext>
              </a:extLst>
            </p:cNvPr>
            <p:cNvSpPr>
              <a:spLocks noChangeAspect="1"/>
            </p:cNvSpPr>
            <p:nvPr/>
          </p:nvSpPr>
          <p:spPr bwMode="auto">
            <a:xfrm>
              <a:off x="18924693" y="4189711"/>
              <a:ext cx="618889" cy="888715"/>
            </a:xfrm>
            <a:custGeom>
              <a:avLst/>
              <a:gdLst>
                <a:gd name="T0" fmla="*/ 1012 w 1570"/>
                <a:gd name="T1" fmla="*/ 0 h 2275"/>
                <a:gd name="T2" fmla="*/ 1095 w 1570"/>
                <a:gd name="T3" fmla="*/ 112 h 2275"/>
                <a:gd name="T4" fmla="*/ 1174 w 1570"/>
                <a:gd name="T5" fmla="*/ 229 h 2275"/>
                <a:gd name="T6" fmla="*/ 1244 w 1570"/>
                <a:gd name="T7" fmla="*/ 350 h 2275"/>
                <a:gd name="T8" fmla="*/ 1309 w 1570"/>
                <a:gd name="T9" fmla="*/ 474 h 2275"/>
                <a:gd name="T10" fmla="*/ 1367 w 1570"/>
                <a:gd name="T11" fmla="*/ 602 h 2275"/>
                <a:gd name="T12" fmla="*/ 1419 w 1570"/>
                <a:gd name="T13" fmla="*/ 733 h 2275"/>
                <a:gd name="T14" fmla="*/ 1464 w 1570"/>
                <a:gd name="T15" fmla="*/ 868 h 2275"/>
                <a:gd name="T16" fmla="*/ 1500 w 1570"/>
                <a:gd name="T17" fmla="*/ 1005 h 2275"/>
                <a:gd name="T18" fmla="*/ 1529 w 1570"/>
                <a:gd name="T19" fmla="*/ 1144 h 2275"/>
                <a:gd name="T20" fmla="*/ 1552 w 1570"/>
                <a:gd name="T21" fmla="*/ 1286 h 2275"/>
                <a:gd name="T22" fmla="*/ 1565 w 1570"/>
                <a:gd name="T23" fmla="*/ 1431 h 2275"/>
                <a:gd name="T24" fmla="*/ 1570 w 1570"/>
                <a:gd name="T25" fmla="*/ 1575 h 2275"/>
                <a:gd name="T26" fmla="*/ 1568 w 1570"/>
                <a:gd name="T27" fmla="*/ 1721 h 2275"/>
                <a:gd name="T28" fmla="*/ 1556 w 1570"/>
                <a:gd name="T29" fmla="*/ 1866 h 2275"/>
                <a:gd name="T30" fmla="*/ 1536 w 1570"/>
                <a:gd name="T31" fmla="*/ 2014 h 2275"/>
                <a:gd name="T32" fmla="*/ 1507 w 1570"/>
                <a:gd name="T33" fmla="*/ 2162 h 2275"/>
                <a:gd name="T34" fmla="*/ 1496 w 1570"/>
                <a:gd name="T35" fmla="*/ 2162 h 2275"/>
                <a:gd name="T36" fmla="*/ 810 w 1570"/>
                <a:gd name="T37" fmla="*/ 2275 h 2275"/>
                <a:gd name="T38" fmla="*/ 240 w 1570"/>
                <a:gd name="T39" fmla="*/ 1883 h 2275"/>
                <a:gd name="T40" fmla="*/ 252 w 1570"/>
                <a:gd name="T41" fmla="*/ 1809 h 2275"/>
                <a:gd name="T42" fmla="*/ 261 w 1570"/>
                <a:gd name="T43" fmla="*/ 1735 h 2275"/>
                <a:gd name="T44" fmla="*/ 265 w 1570"/>
                <a:gd name="T45" fmla="*/ 1663 h 2275"/>
                <a:gd name="T46" fmla="*/ 267 w 1570"/>
                <a:gd name="T47" fmla="*/ 1591 h 2275"/>
                <a:gd name="T48" fmla="*/ 263 w 1570"/>
                <a:gd name="T49" fmla="*/ 1519 h 2275"/>
                <a:gd name="T50" fmla="*/ 258 w 1570"/>
                <a:gd name="T51" fmla="*/ 1449 h 2275"/>
                <a:gd name="T52" fmla="*/ 247 w 1570"/>
                <a:gd name="T53" fmla="*/ 1378 h 2275"/>
                <a:gd name="T54" fmla="*/ 233 w 1570"/>
                <a:gd name="T55" fmla="*/ 1310 h 2275"/>
                <a:gd name="T56" fmla="*/ 216 w 1570"/>
                <a:gd name="T57" fmla="*/ 1241 h 2275"/>
                <a:gd name="T58" fmla="*/ 195 w 1570"/>
                <a:gd name="T59" fmla="*/ 1175 h 2275"/>
                <a:gd name="T60" fmla="*/ 171 w 1570"/>
                <a:gd name="T61" fmla="*/ 1110 h 2275"/>
                <a:gd name="T62" fmla="*/ 143 w 1570"/>
                <a:gd name="T63" fmla="*/ 1047 h 2275"/>
                <a:gd name="T64" fmla="*/ 112 w 1570"/>
                <a:gd name="T65" fmla="*/ 986 h 2275"/>
                <a:gd name="T66" fmla="*/ 78 w 1570"/>
                <a:gd name="T67" fmla="*/ 926 h 2275"/>
                <a:gd name="T68" fmla="*/ 40 w 1570"/>
                <a:gd name="T69" fmla="*/ 867 h 2275"/>
                <a:gd name="T70" fmla="*/ 0 w 1570"/>
                <a:gd name="T71" fmla="*/ 811 h 2275"/>
                <a:gd name="T72" fmla="*/ 663 w 1570"/>
                <a:gd name="T73" fmla="*/ 609 h 2275"/>
                <a:gd name="T74" fmla="*/ 1012 w 1570"/>
                <a:gd name="T75" fmla="*/ 0 h 227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70"/>
                <a:gd name="T115" fmla="*/ 0 h 2275"/>
                <a:gd name="T116" fmla="*/ 1570 w 1570"/>
                <a:gd name="T117" fmla="*/ 2275 h 227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70" h="2275">
                  <a:moveTo>
                    <a:pt x="1012" y="0"/>
                  </a:moveTo>
                  <a:lnTo>
                    <a:pt x="1012" y="0"/>
                  </a:lnTo>
                  <a:lnTo>
                    <a:pt x="1055" y="56"/>
                  </a:lnTo>
                  <a:lnTo>
                    <a:pt x="1095" y="112"/>
                  </a:lnTo>
                  <a:lnTo>
                    <a:pt x="1135" y="171"/>
                  </a:lnTo>
                  <a:lnTo>
                    <a:pt x="1174" y="229"/>
                  </a:lnTo>
                  <a:lnTo>
                    <a:pt x="1210" y="288"/>
                  </a:lnTo>
                  <a:lnTo>
                    <a:pt x="1244" y="350"/>
                  </a:lnTo>
                  <a:lnTo>
                    <a:pt x="1279" y="413"/>
                  </a:lnTo>
                  <a:lnTo>
                    <a:pt x="1309" y="474"/>
                  </a:lnTo>
                  <a:lnTo>
                    <a:pt x="1340" y="539"/>
                  </a:lnTo>
                  <a:lnTo>
                    <a:pt x="1367" y="602"/>
                  </a:lnTo>
                  <a:lnTo>
                    <a:pt x="1394" y="668"/>
                  </a:lnTo>
                  <a:lnTo>
                    <a:pt x="1419" y="733"/>
                  </a:lnTo>
                  <a:lnTo>
                    <a:pt x="1442" y="802"/>
                  </a:lnTo>
                  <a:lnTo>
                    <a:pt x="1464" y="868"/>
                  </a:lnTo>
                  <a:lnTo>
                    <a:pt x="1482" y="937"/>
                  </a:lnTo>
                  <a:lnTo>
                    <a:pt x="1500" y="1005"/>
                  </a:lnTo>
                  <a:lnTo>
                    <a:pt x="1516" y="1076"/>
                  </a:lnTo>
                  <a:lnTo>
                    <a:pt x="1529" y="1144"/>
                  </a:lnTo>
                  <a:lnTo>
                    <a:pt x="1541" y="1216"/>
                  </a:lnTo>
                  <a:lnTo>
                    <a:pt x="1552" y="1286"/>
                  </a:lnTo>
                  <a:lnTo>
                    <a:pt x="1559" y="1358"/>
                  </a:lnTo>
                  <a:lnTo>
                    <a:pt x="1565" y="1431"/>
                  </a:lnTo>
                  <a:lnTo>
                    <a:pt x="1568" y="1503"/>
                  </a:lnTo>
                  <a:lnTo>
                    <a:pt x="1570" y="1575"/>
                  </a:lnTo>
                  <a:lnTo>
                    <a:pt x="1570" y="1647"/>
                  </a:lnTo>
                  <a:lnTo>
                    <a:pt x="1568" y="1721"/>
                  </a:lnTo>
                  <a:lnTo>
                    <a:pt x="1563" y="1794"/>
                  </a:lnTo>
                  <a:lnTo>
                    <a:pt x="1556" y="1866"/>
                  </a:lnTo>
                  <a:lnTo>
                    <a:pt x="1547" y="1940"/>
                  </a:lnTo>
                  <a:lnTo>
                    <a:pt x="1536" y="2014"/>
                  </a:lnTo>
                  <a:lnTo>
                    <a:pt x="1523" y="2088"/>
                  </a:lnTo>
                  <a:lnTo>
                    <a:pt x="1507" y="2162"/>
                  </a:lnTo>
                  <a:lnTo>
                    <a:pt x="1496" y="2162"/>
                  </a:lnTo>
                  <a:lnTo>
                    <a:pt x="1158" y="2220"/>
                  </a:lnTo>
                  <a:lnTo>
                    <a:pt x="810" y="2275"/>
                  </a:lnTo>
                  <a:lnTo>
                    <a:pt x="528" y="2072"/>
                  </a:lnTo>
                  <a:lnTo>
                    <a:pt x="240" y="1883"/>
                  </a:lnTo>
                  <a:lnTo>
                    <a:pt x="247" y="1847"/>
                  </a:lnTo>
                  <a:lnTo>
                    <a:pt x="252" y="1809"/>
                  </a:lnTo>
                  <a:lnTo>
                    <a:pt x="258" y="1773"/>
                  </a:lnTo>
                  <a:lnTo>
                    <a:pt x="261" y="1735"/>
                  </a:lnTo>
                  <a:lnTo>
                    <a:pt x="263" y="1699"/>
                  </a:lnTo>
                  <a:lnTo>
                    <a:pt x="265" y="1663"/>
                  </a:lnTo>
                  <a:lnTo>
                    <a:pt x="267" y="1627"/>
                  </a:lnTo>
                  <a:lnTo>
                    <a:pt x="267" y="1591"/>
                  </a:lnTo>
                  <a:lnTo>
                    <a:pt x="265" y="1555"/>
                  </a:lnTo>
                  <a:lnTo>
                    <a:pt x="263" y="1519"/>
                  </a:lnTo>
                  <a:lnTo>
                    <a:pt x="261" y="1483"/>
                  </a:lnTo>
                  <a:lnTo>
                    <a:pt x="258" y="1449"/>
                  </a:lnTo>
                  <a:lnTo>
                    <a:pt x="252" y="1412"/>
                  </a:lnTo>
                  <a:lnTo>
                    <a:pt x="247" y="1378"/>
                  </a:lnTo>
                  <a:lnTo>
                    <a:pt x="242" y="1344"/>
                  </a:lnTo>
                  <a:lnTo>
                    <a:pt x="233" y="1310"/>
                  </a:lnTo>
                  <a:lnTo>
                    <a:pt x="225" y="1276"/>
                  </a:lnTo>
                  <a:lnTo>
                    <a:pt x="216" y="1241"/>
                  </a:lnTo>
                  <a:lnTo>
                    <a:pt x="206" y="1209"/>
                  </a:lnTo>
                  <a:lnTo>
                    <a:pt x="195" y="1175"/>
                  </a:lnTo>
                  <a:lnTo>
                    <a:pt x="184" y="1142"/>
                  </a:lnTo>
                  <a:lnTo>
                    <a:pt x="171" y="1110"/>
                  </a:lnTo>
                  <a:lnTo>
                    <a:pt x="157" y="1077"/>
                  </a:lnTo>
                  <a:lnTo>
                    <a:pt x="143" y="1047"/>
                  </a:lnTo>
                  <a:lnTo>
                    <a:pt x="128" y="1016"/>
                  </a:lnTo>
                  <a:lnTo>
                    <a:pt x="112" y="986"/>
                  </a:lnTo>
                  <a:lnTo>
                    <a:pt x="96" y="955"/>
                  </a:lnTo>
                  <a:lnTo>
                    <a:pt x="78" y="926"/>
                  </a:lnTo>
                  <a:lnTo>
                    <a:pt x="60" y="895"/>
                  </a:lnTo>
                  <a:lnTo>
                    <a:pt x="40" y="867"/>
                  </a:lnTo>
                  <a:lnTo>
                    <a:pt x="20" y="840"/>
                  </a:lnTo>
                  <a:lnTo>
                    <a:pt x="0" y="811"/>
                  </a:lnTo>
                  <a:lnTo>
                    <a:pt x="326" y="710"/>
                  </a:lnTo>
                  <a:lnTo>
                    <a:pt x="663" y="609"/>
                  </a:lnTo>
                  <a:lnTo>
                    <a:pt x="832" y="305"/>
                  </a:lnTo>
                  <a:lnTo>
                    <a:pt x="1012" y="0"/>
                  </a:lnTo>
                  <a:close/>
                </a:path>
              </a:pathLst>
            </a:custGeom>
            <a:solidFill>
              <a:schemeClr val="bg1"/>
            </a:solidFill>
            <a:ln w="38100" cap="flat" cmpd="sng" algn="ctr">
              <a:solidFill>
                <a:schemeClr val="tx2"/>
              </a:solidFill>
              <a:prstDash val="solid"/>
              <a:round/>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a:ea typeface="+mn-ea"/>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a:ea typeface="+mn-ea"/>
                <a:cs typeface="Arial" charset="0"/>
              </a:endParaRPr>
            </a:p>
          </p:txBody>
        </p:sp>
        <p:sp>
          <p:nvSpPr>
            <p:cNvPr id="15" name="Freeform 78">
              <a:extLst>
                <a:ext uri="{FF2B5EF4-FFF2-40B4-BE49-F238E27FC236}">
                  <a16:creationId xmlns:a16="http://schemas.microsoft.com/office/drawing/2014/main" id="{41EDA1B4-FC67-2913-BCE2-9BC51CBF3343}"/>
                </a:ext>
              </a:extLst>
            </p:cNvPr>
            <p:cNvSpPr>
              <a:spLocks noChangeAspect="1"/>
            </p:cNvSpPr>
            <p:nvPr/>
          </p:nvSpPr>
          <p:spPr bwMode="auto">
            <a:xfrm>
              <a:off x="18535629" y="3814570"/>
              <a:ext cx="788718" cy="695211"/>
            </a:xfrm>
            <a:custGeom>
              <a:avLst/>
              <a:gdLst>
                <a:gd name="T0" fmla="*/ 0 w 2002"/>
                <a:gd name="T1" fmla="*/ 0 h 1778"/>
                <a:gd name="T2" fmla="*/ 141 w 2002"/>
                <a:gd name="T3" fmla="*/ 3 h 1778"/>
                <a:gd name="T4" fmla="*/ 281 w 2002"/>
                <a:gd name="T5" fmla="*/ 16 h 1778"/>
                <a:gd name="T6" fmla="*/ 421 w 2002"/>
                <a:gd name="T7" fmla="*/ 34 h 1778"/>
                <a:gd name="T8" fmla="*/ 558 w 2002"/>
                <a:gd name="T9" fmla="*/ 63 h 1778"/>
                <a:gd name="T10" fmla="*/ 695 w 2002"/>
                <a:gd name="T11" fmla="*/ 97 h 1778"/>
                <a:gd name="T12" fmla="*/ 830 w 2002"/>
                <a:gd name="T13" fmla="*/ 140 h 1778"/>
                <a:gd name="T14" fmla="*/ 963 w 2002"/>
                <a:gd name="T15" fmla="*/ 189 h 1778"/>
                <a:gd name="T16" fmla="*/ 1093 w 2002"/>
                <a:gd name="T17" fmla="*/ 246 h 1778"/>
                <a:gd name="T18" fmla="*/ 1221 w 2002"/>
                <a:gd name="T19" fmla="*/ 311 h 1778"/>
                <a:gd name="T20" fmla="*/ 1345 w 2002"/>
                <a:gd name="T21" fmla="*/ 383 h 1778"/>
                <a:gd name="T22" fmla="*/ 1466 w 2002"/>
                <a:gd name="T23" fmla="*/ 464 h 1778"/>
                <a:gd name="T24" fmla="*/ 1581 w 2002"/>
                <a:gd name="T25" fmla="*/ 551 h 1778"/>
                <a:gd name="T26" fmla="*/ 1694 w 2002"/>
                <a:gd name="T27" fmla="*/ 645 h 1778"/>
                <a:gd name="T28" fmla="*/ 1802 w 2002"/>
                <a:gd name="T29" fmla="*/ 745 h 1778"/>
                <a:gd name="T30" fmla="*/ 1905 w 2002"/>
                <a:gd name="T31" fmla="*/ 854 h 1778"/>
                <a:gd name="T32" fmla="*/ 2002 w 2002"/>
                <a:gd name="T33" fmla="*/ 967 h 1778"/>
                <a:gd name="T34" fmla="*/ 1822 w 2002"/>
                <a:gd name="T35" fmla="*/ 1272 h 1778"/>
                <a:gd name="T36" fmla="*/ 1316 w 2002"/>
                <a:gd name="T37" fmla="*/ 1677 h 1778"/>
                <a:gd name="T38" fmla="*/ 990 w 2002"/>
                <a:gd name="T39" fmla="*/ 1778 h 1778"/>
                <a:gd name="T40" fmla="*/ 942 w 2002"/>
                <a:gd name="T41" fmla="*/ 1720 h 1778"/>
                <a:gd name="T42" fmla="*/ 891 w 2002"/>
                <a:gd name="T43" fmla="*/ 1666 h 1778"/>
                <a:gd name="T44" fmla="*/ 837 w 2002"/>
                <a:gd name="T45" fmla="*/ 1616 h 1778"/>
                <a:gd name="T46" fmla="*/ 783 w 2002"/>
                <a:gd name="T47" fmla="*/ 1569 h 1778"/>
                <a:gd name="T48" fmla="*/ 726 w 2002"/>
                <a:gd name="T49" fmla="*/ 1526 h 1778"/>
                <a:gd name="T50" fmla="*/ 664 w 2002"/>
                <a:gd name="T51" fmla="*/ 1486 h 1778"/>
                <a:gd name="T52" fmla="*/ 603 w 2002"/>
                <a:gd name="T53" fmla="*/ 1450 h 1778"/>
                <a:gd name="T54" fmla="*/ 540 w 2002"/>
                <a:gd name="T55" fmla="*/ 1417 h 1778"/>
                <a:gd name="T56" fmla="*/ 475 w 2002"/>
                <a:gd name="T57" fmla="*/ 1389 h 1778"/>
                <a:gd name="T58" fmla="*/ 411 w 2002"/>
                <a:gd name="T59" fmla="*/ 1363 h 1778"/>
                <a:gd name="T60" fmla="*/ 344 w 2002"/>
                <a:gd name="T61" fmla="*/ 1344 h 1778"/>
                <a:gd name="T62" fmla="*/ 276 w 2002"/>
                <a:gd name="T63" fmla="*/ 1326 h 1778"/>
                <a:gd name="T64" fmla="*/ 207 w 2002"/>
                <a:gd name="T65" fmla="*/ 1311 h 1778"/>
                <a:gd name="T66" fmla="*/ 139 w 2002"/>
                <a:gd name="T67" fmla="*/ 1302 h 1778"/>
                <a:gd name="T68" fmla="*/ 69 w 2002"/>
                <a:gd name="T69" fmla="*/ 1297 h 1778"/>
                <a:gd name="T70" fmla="*/ 0 w 2002"/>
                <a:gd name="T71" fmla="*/ 1295 h 1778"/>
                <a:gd name="T72" fmla="*/ 258 w 2002"/>
                <a:gd name="T73" fmla="*/ 652 h 1778"/>
                <a:gd name="T74" fmla="*/ 0 w 2002"/>
                <a:gd name="T75" fmla="*/ 0 h 17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02"/>
                <a:gd name="T115" fmla="*/ 0 h 1778"/>
                <a:gd name="T116" fmla="*/ 2002 w 2002"/>
                <a:gd name="T117" fmla="*/ 1778 h 177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02" h="1778">
                  <a:moveTo>
                    <a:pt x="0" y="0"/>
                  </a:moveTo>
                  <a:lnTo>
                    <a:pt x="0" y="0"/>
                  </a:lnTo>
                  <a:lnTo>
                    <a:pt x="70" y="0"/>
                  </a:lnTo>
                  <a:lnTo>
                    <a:pt x="141" y="3"/>
                  </a:lnTo>
                  <a:lnTo>
                    <a:pt x="211" y="9"/>
                  </a:lnTo>
                  <a:lnTo>
                    <a:pt x="281" y="16"/>
                  </a:lnTo>
                  <a:lnTo>
                    <a:pt x="351" y="23"/>
                  </a:lnTo>
                  <a:lnTo>
                    <a:pt x="421" y="34"/>
                  </a:lnTo>
                  <a:lnTo>
                    <a:pt x="490" y="46"/>
                  </a:lnTo>
                  <a:lnTo>
                    <a:pt x="558" y="63"/>
                  </a:lnTo>
                  <a:lnTo>
                    <a:pt x="628" y="79"/>
                  </a:lnTo>
                  <a:lnTo>
                    <a:pt x="695" y="97"/>
                  </a:lnTo>
                  <a:lnTo>
                    <a:pt x="764" y="117"/>
                  </a:lnTo>
                  <a:lnTo>
                    <a:pt x="830" y="140"/>
                  </a:lnTo>
                  <a:lnTo>
                    <a:pt x="897" y="164"/>
                  </a:lnTo>
                  <a:lnTo>
                    <a:pt x="963" y="189"/>
                  </a:lnTo>
                  <a:lnTo>
                    <a:pt x="1028" y="218"/>
                  </a:lnTo>
                  <a:lnTo>
                    <a:pt x="1093" y="246"/>
                  </a:lnTo>
                  <a:lnTo>
                    <a:pt x="1158" y="279"/>
                  </a:lnTo>
                  <a:lnTo>
                    <a:pt x="1221" y="311"/>
                  </a:lnTo>
                  <a:lnTo>
                    <a:pt x="1284" y="347"/>
                  </a:lnTo>
                  <a:lnTo>
                    <a:pt x="1345" y="383"/>
                  </a:lnTo>
                  <a:lnTo>
                    <a:pt x="1406" y="423"/>
                  </a:lnTo>
                  <a:lnTo>
                    <a:pt x="1466" y="464"/>
                  </a:lnTo>
                  <a:lnTo>
                    <a:pt x="1523" y="506"/>
                  </a:lnTo>
                  <a:lnTo>
                    <a:pt x="1581" y="551"/>
                  </a:lnTo>
                  <a:lnTo>
                    <a:pt x="1638" y="596"/>
                  </a:lnTo>
                  <a:lnTo>
                    <a:pt x="1694" y="645"/>
                  </a:lnTo>
                  <a:lnTo>
                    <a:pt x="1748" y="693"/>
                  </a:lnTo>
                  <a:lnTo>
                    <a:pt x="1802" y="745"/>
                  </a:lnTo>
                  <a:lnTo>
                    <a:pt x="1854" y="798"/>
                  </a:lnTo>
                  <a:lnTo>
                    <a:pt x="1905" y="854"/>
                  </a:lnTo>
                  <a:lnTo>
                    <a:pt x="1953" y="909"/>
                  </a:lnTo>
                  <a:lnTo>
                    <a:pt x="2002" y="967"/>
                  </a:lnTo>
                  <a:lnTo>
                    <a:pt x="1822" y="1272"/>
                  </a:lnTo>
                  <a:lnTo>
                    <a:pt x="1653" y="1576"/>
                  </a:lnTo>
                  <a:lnTo>
                    <a:pt x="1316" y="1677"/>
                  </a:lnTo>
                  <a:lnTo>
                    <a:pt x="989" y="1776"/>
                  </a:lnTo>
                  <a:lnTo>
                    <a:pt x="990" y="1778"/>
                  </a:lnTo>
                  <a:lnTo>
                    <a:pt x="965" y="1749"/>
                  </a:lnTo>
                  <a:lnTo>
                    <a:pt x="942" y="1720"/>
                  </a:lnTo>
                  <a:lnTo>
                    <a:pt x="917" y="1693"/>
                  </a:lnTo>
                  <a:lnTo>
                    <a:pt x="891" y="1666"/>
                  </a:lnTo>
                  <a:lnTo>
                    <a:pt x="864" y="1641"/>
                  </a:lnTo>
                  <a:lnTo>
                    <a:pt x="837" y="1616"/>
                  </a:lnTo>
                  <a:lnTo>
                    <a:pt x="810" y="1592"/>
                  </a:lnTo>
                  <a:lnTo>
                    <a:pt x="783" y="1569"/>
                  </a:lnTo>
                  <a:lnTo>
                    <a:pt x="755" y="1547"/>
                  </a:lnTo>
                  <a:lnTo>
                    <a:pt x="726" y="1526"/>
                  </a:lnTo>
                  <a:lnTo>
                    <a:pt x="695" y="1506"/>
                  </a:lnTo>
                  <a:lnTo>
                    <a:pt x="664" y="1486"/>
                  </a:lnTo>
                  <a:lnTo>
                    <a:pt x="636" y="1468"/>
                  </a:lnTo>
                  <a:lnTo>
                    <a:pt x="603" y="1450"/>
                  </a:lnTo>
                  <a:lnTo>
                    <a:pt x="573" y="1434"/>
                  </a:lnTo>
                  <a:lnTo>
                    <a:pt x="540" y="1417"/>
                  </a:lnTo>
                  <a:lnTo>
                    <a:pt x="508" y="1403"/>
                  </a:lnTo>
                  <a:lnTo>
                    <a:pt x="475" y="1389"/>
                  </a:lnTo>
                  <a:lnTo>
                    <a:pt x="443" y="1376"/>
                  </a:lnTo>
                  <a:lnTo>
                    <a:pt x="411" y="1363"/>
                  </a:lnTo>
                  <a:lnTo>
                    <a:pt x="376" y="1353"/>
                  </a:lnTo>
                  <a:lnTo>
                    <a:pt x="344" y="1344"/>
                  </a:lnTo>
                  <a:lnTo>
                    <a:pt x="310" y="1333"/>
                  </a:lnTo>
                  <a:lnTo>
                    <a:pt x="276" y="1326"/>
                  </a:lnTo>
                  <a:lnTo>
                    <a:pt x="241" y="1318"/>
                  </a:lnTo>
                  <a:lnTo>
                    <a:pt x="207" y="1311"/>
                  </a:lnTo>
                  <a:lnTo>
                    <a:pt x="173" y="1306"/>
                  </a:lnTo>
                  <a:lnTo>
                    <a:pt x="139" y="1302"/>
                  </a:lnTo>
                  <a:lnTo>
                    <a:pt x="103" y="1299"/>
                  </a:lnTo>
                  <a:lnTo>
                    <a:pt x="69" y="1297"/>
                  </a:lnTo>
                  <a:lnTo>
                    <a:pt x="34" y="1295"/>
                  </a:lnTo>
                  <a:lnTo>
                    <a:pt x="0" y="1295"/>
                  </a:lnTo>
                  <a:lnTo>
                    <a:pt x="123" y="980"/>
                  </a:lnTo>
                  <a:lnTo>
                    <a:pt x="258" y="652"/>
                  </a:lnTo>
                  <a:lnTo>
                    <a:pt x="123" y="326"/>
                  </a:lnTo>
                  <a:lnTo>
                    <a:pt x="0" y="0"/>
                  </a:lnTo>
                  <a:close/>
                </a:path>
              </a:pathLst>
            </a:custGeom>
            <a:solidFill>
              <a:schemeClr val="bg1"/>
            </a:solidFill>
            <a:ln w="38100" cap="flat" cmpd="sng" algn="ctr">
              <a:solidFill>
                <a:schemeClr val="tx2"/>
              </a:solidFill>
              <a:prstDash val="solid"/>
              <a:round/>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Ubuntu"/>
                <a:ea typeface="+mn-ea"/>
                <a:cs typeface="Arial" charset="0"/>
              </a:endParaRPr>
            </a:p>
          </p:txBody>
        </p:sp>
        <p:sp>
          <p:nvSpPr>
            <p:cNvPr id="16" name="Rectangle 15">
              <a:extLst>
                <a:ext uri="{FF2B5EF4-FFF2-40B4-BE49-F238E27FC236}">
                  <a16:creationId xmlns:a16="http://schemas.microsoft.com/office/drawing/2014/main" id="{FBF5D284-A1FB-CE69-F24B-A34C7D91621A}"/>
                </a:ext>
              </a:extLst>
            </p:cNvPr>
            <p:cNvSpPr>
              <a:spLocks noChangeAspect="1" noChangeArrowheads="1"/>
            </p:cNvSpPr>
            <p:nvPr/>
          </p:nvSpPr>
          <p:spPr bwMode="auto">
            <a:xfrm>
              <a:off x="18744135" y="4139018"/>
              <a:ext cx="362279" cy="153888"/>
            </a:xfrm>
            <a:prstGeom prst="rect">
              <a:avLst/>
            </a:prstGeom>
            <a:noFill/>
            <a:ln w="38100" cap="flat" cmpd="sng" algn="ctr">
              <a:noFill/>
              <a:prstDash val="solid"/>
              <a:miter lim="800000"/>
              <a:headEnd type="none" w="lg" len="lg"/>
              <a:tailEnd type="none" w="lg" len="lg"/>
            </a:ln>
            <a:effectLst/>
          </p:spPr>
          <p:txBody>
            <a:bodyPr wrap="non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Arial" charset="0"/>
                </a:rPr>
                <a:t>Text 2</a:t>
              </a:r>
            </a:p>
          </p:txBody>
        </p:sp>
        <p:sp>
          <p:nvSpPr>
            <p:cNvPr id="20" name="Rectangle 19">
              <a:extLst>
                <a:ext uri="{FF2B5EF4-FFF2-40B4-BE49-F238E27FC236}">
                  <a16:creationId xmlns:a16="http://schemas.microsoft.com/office/drawing/2014/main" id="{E3201DC3-6D9D-3888-84E8-8099A72C368A}"/>
                </a:ext>
              </a:extLst>
            </p:cNvPr>
            <p:cNvSpPr>
              <a:spLocks noChangeAspect="1" noChangeArrowheads="1"/>
            </p:cNvSpPr>
            <p:nvPr/>
          </p:nvSpPr>
          <p:spPr bwMode="auto">
            <a:xfrm>
              <a:off x="18070896" y="4096884"/>
              <a:ext cx="362279" cy="153888"/>
            </a:xfrm>
            <a:prstGeom prst="rect">
              <a:avLst/>
            </a:prstGeom>
            <a:noFill/>
            <a:ln w="38100" cap="flat" cmpd="sng" algn="ctr">
              <a:noFill/>
              <a:prstDash val="solid"/>
              <a:miter lim="800000"/>
              <a:headEnd type="none" w="lg" len="lg"/>
              <a:tailEnd type="none" w="lg" len="lg"/>
            </a:ln>
            <a:effectLst/>
          </p:spPr>
          <p:txBody>
            <a:bodyPr wrap="non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Arial" charset="0"/>
                </a:rPr>
                <a:t>Text 1</a:t>
              </a:r>
            </a:p>
          </p:txBody>
        </p:sp>
        <p:sp>
          <p:nvSpPr>
            <p:cNvPr id="21" name="Rectangle 20">
              <a:extLst>
                <a:ext uri="{FF2B5EF4-FFF2-40B4-BE49-F238E27FC236}">
                  <a16:creationId xmlns:a16="http://schemas.microsoft.com/office/drawing/2014/main" id="{7479FB11-EF75-A348-9C1F-834ED18C8628}"/>
                </a:ext>
              </a:extLst>
            </p:cNvPr>
            <p:cNvSpPr>
              <a:spLocks noChangeAspect="1" noChangeArrowheads="1"/>
            </p:cNvSpPr>
            <p:nvPr/>
          </p:nvSpPr>
          <p:spPr bwMode="auto">
            <a:xfrm>
              <a:off x="19100786" y="4658671"/>
              <a:ext cx="362279" cy="153888"/>
            </a:xfrm>
            <a:prstGeom prst="rect">
              <a:avLst/>
            </a:prstGeom>
            <a:noFill/>
            <a:ln w="38100" cap="flat" cmpd="sng" algn="ctr">
              <a:noFill/>
              <a:prstDash val="solid"/>
              <a:miter lim="800000"/>
              <a:headEnd type="none" w="lg" len="lg"/>
              <a:tailEnd type="none" w="lg" len="lg"/>
            </a:ln>
            <a:effectLst/>
          </p:spPr>
          <p:txBody>
            <a:bodyPr wrap="non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Arial" charset="0"/>
                </a:rPr>
                <a:t>Text 3</a:t>
              </a:r>
            </a:p>
          </p:txBody>
        </p:sp>
        <p:sp>
          <p:nvSpPr>
            <p:cNvPr id="22" name="Rectangle 21">
              <a:extLst>
                <a:ext uri="{FF2B5EF4-FFF2-40B4-BE49-F238E27FC236}">
                  <a16:creationId xmlns:a16="http://schemas.microsoft.com/office/drawing/2014/main" id="{C469FD03-7D63-90D5-3FEB-6D0C001E0919}"/>
                </a:ext>
              </a:extLst>
            </p:cNvPr>
            <p:cNvSpPr>
              <a:spLocks noChangeAspect="1" noChangeArrowheads="1"/>
            </p:cNvSpPr>
            <p:nvPr/>
          </p:nvSpPr>
          <p:spPr bwMode="auto">
            <a:xfrm>
              <a:off x="18900464" y="5261031"/>
              <a:ext cx="362279" cy="153888"/>
            </a:xfrm>
            <a:prstGeom prst="rect">
              <a:avLst/>
            </a:prstGeom>
            <a:noFill/>
            <a:ln w="38100" cap="flat" cmpd="sng" algn="ctr">
              <a:noFill/>
              <a:prstDash val="solid"/>
              <a:miter lim="800000"/>
              <a:headEnd type="none" w="lg" len="lg"/>
              <a:tailEnd type="none" w="lg" len="lg"/>
            </a:ln>
            <a:effectLst/>
          </p:spPr>
          <p:txBody>
            <a:bodyPr wrap="non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Arial" charset="0"/>
                </a:rPr>
                <a:t>Text 4</a:t>
              </a:r>
            </a:p>
          </p:txBody>
        </p:sp>
        <p:sp>
          <p:nvSpPr>
            <p:cNvPr id="23" name="Rectangle 22">
              <a:extLst>
                <a:ext uri="{FF2B5EF4-FFF2-40B4-BE49-F238E27FC236}">
                  <a16:creationId xmlns:a16="http://schemas.microsoft.com/office/drawing/2014/main" id="{C37D6A90-5EF5-575F-B1E3-0F0B6E193606}"/>
                </a:ext>
              </a:extLst>
            </p:cNvPr>
            <p:cNvSpPr>
              <a:spLocks noChangeAspect="1" noChangeArrowheads="1"/>
            </p:cNvSpPr>
            <p:nvPr/>
          </p:nvSpPr>
          <p:spPr bwMode="auto">
            <a:xfrm>
              <a:off x="18285359" y="5498229"/>
              <a:ext cx="362279" cy="153888"/>
            </a:xfrm>
            <a:prstGeom prst="rect">
              <a:avLst/>
            </a:prstGeom>
            <a:noFill/>
            <a:ln w="38100" cap="flat" cmpd="sng" algn="ctr">
              <a:noFill/>
              <a:prstDash val="solid"/>
              <a:miter lim="800000"/>
              <a:headEnd type="none" w="lg" len="lg"/>
              <a:tailEnd type="none" w="lg" len="lg"/>
            </a:ln>
            <a:effectLst/>
          </p:spPr>
          <p:txBody>
            <a:bodyPr wrap="non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Arial" charset="0"/>
                </a:rPr>
                <a:t>Text 5</a:t>
              </a:r>
            </a:p>
          </p:txBody>
        </p:sp>
        <p:sp>
          <p:nvSpPr>
            <p:cNvPr id="24" name="Rectangle 23">
              <a:extLst>
                <a:ext uri="{FF2B5EF4-FFF2-40B4-BE49-F238E27FC236}">
                  <a16:creationId xmlns:a16="http://schemas.microsoft.com/office/drawing/2014/main" id="{46068B08-09E5-6D05-7F2A-EB9734F613F6}"/>
                </a:ext>
              </a:extLst>
            </p:cNvPr>
            <p:cNvSpPr>
              <a:spLocks noChangeAspect="1" noChangeArrowheads="1"/>
            </p:cNvSpPr>
            <p:nvPr/>
          </p:nvSpPr>
          <p:spPr bwMode="auto">
            <a:xfrm>
              <a:off x="17729957" y="5156476"/>
              <a:ext cx="362279" cy="153888"/>
            </a:xfrm>
            <a:prstGeom prst="rect">
              <a:avLst/>
            </a:prstGeom>
            <a:noFill/>
            <a:ln w="38100" cap="flat" cmpd="sng" algn="ctr">
              <a:noFill/>
              <a:prstDash val="solid"/>
              <a:miter lim="800000"/>
              <a:headEnd type="none" w="lg" len="lg"/>
              <a:tailEnd type="none" w="lg" len="lg"/>
            </a:ln>
            <a:effectLst/>
          </p:spPr>
          <p:txBody>
            <a:bodyPr wrap="non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Arial" charset="0"/>
                </a:rPr>
                <a:t>Text 6</a:t>
              </a:r>
            </a:p>
          </p:txBody>
        </p:sp>
        <p:sp>
          <p:nvSpPr>
            <p:cNvPr id="25" name="Rectangle 24">
              <a:extLst>
                <a:ext uri="{FF2B5EF4-FFF2-40B4-BE49-F238E27FC236}">
                  <a16:creationId xmlns:a16="http://schemas.microsoft.com/office/drawing/2014/main" id="{9E207B4B-D179-6A02-735F-904AF9EF732D}"/>
                </a:ext>
              </a:extLst>
            </p:cNvPr>
            <p:cNvSpPr>
              <a:spLocks noChangeAspect="1" noChangeArrowheads="1"/>
            </p:cNvSpPr>
            <p:nvPr/>
          </p:nvSpPr>
          <p:spPr bwMode="auto">
            <a:xfrm>
              <a:off x="17622333" y="4554115"/>
              <a:ext cx="362279" cy="153888"/>
            </a:xfrm>
            <a:prstGeom prst="rect">
              <a:avLst/>
            </a:prstGeom>
            <a:noFill/>
            <a:ln w="38100" cap="flat" cmpd="sng" algn="ctr">
              <a:noFill/>
              <a:prstDash val="solid"/>
              <a:miter lim="800000"/>
              <a:headEnd type="none" w="lg" len="lg"/>
              <a:tailEnd type="none" w="lg" len="lg"/>
            </a:ln>
            <a:effectLst/>
          </p:spPr>
          <p:txBody>
            <a:bodyPr wrap="non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Ubuntu"/>
                  <a:ea typeface="+mn-ea"/>
                  <a:cs typeface="Arial" charset="0"/>
                </a:rPr>
                <a:t>Text 7</a:t>
              </a:r>
            </a:p>
          </p:txBody>
        </p:sp>
      </p:grpSp>
      <p:sp>
        <p:nvSpPr>
          <p:cNvPr id="103" name="TextBox 102">
            <a:extLst>
              <a:ext uri="{FF2B5EF4-FFF2-40B4-BE49-F238E27FC236}">
                <a16:creationId xmlns:a16="http://schemas.microsoft.com/office/drawing/2014/main" id="{4FE3C937-0416-9BFA-2A92-7952F84C3636}"/>
              </a:ext>
            </a:extLst>
          </p:cNvPr>
          <p:cNvSpPr txBox="1"/>
          <p:nvPr/>
        </p:nvSpPr>
        <p:spPr>
          <a:xfrm>
            <a:off x="9572227" y="1270661"/>
            <a:ext cx="2087508" cy="923330"/>
          </a:xfrm>
          <a:prstGeom prst="rect">
            <a:avLst/>
          </a:prstGeom>
          <a:noFill/>
        </p:spPr>
        <p:txBody>
          <a:bodyPr wrap="square">
            <a:spAutoFit/>
          </a:bodyPr>
          <a:lstStyle/>
          <a:p>
            <a:pPr marL="0" marR="0" lvl="0" indent="0" algn="ctr" defTabSz="886968" rtl="0" eaLnBrk="1" fontAlgn="auto" latinLnBrk="0" hangingPunct="1">
              <a:lnSpc>
                <a:spcPct val="100000"/>
              </a:lnSpc>
              <a:spcBef>
                <a:spcPts val="582"/>
              </a:spcBef>
              <a:spcAft>
                <a:spcPts val="0"/>
              </a:spcAft>
              <a:buClrTx/>
              <a:buSzTx/>
              <a:buFontTx/>
              <a:buNone/>
              <a:tabLst/>
              <a:defRPr/>
            </a:pPr>
            <a:r>
              <a:rPr kumimoji="0" lang="en-US" sz="5400" i="0" u="none" strike="noStrike" kern="1200" cap="none" spc="0" normalizeH="0" baseline="0" noProof="0" dirty="0">
                <a:ln>
                  <a:noFill/>
                </a:ln>
                <a:solidFill>
                  <a:srgbClr val="0057AB"/>
                </a:solidFill>
                <a:effectLst/>
                <a:uLnTx/>
                <a:uFillTx/>
                <a:latin typeface="Ubuntu"/>
                <a:ea typeface="+mn-ea"/>
                <a:cs typeface="+mn-cs"/>
              </a:rPr>
              <a:t>XX%</a:t>
            </a:r>
          </a:p>
        </p:txBody>
      </p:sp>
      <p:grpSp>
        <p:nvGrpSpPr>
          <p:cNvPr id="105" name="Group 104" descr="Data chart">
            <a:extLst>
              <a:ext uri="{FF2B5EF4-FFF2-40B4-BE49-F238E27FC236}">
                <a16:creationId xmlns:a16="http://schemas.microsoft.com/office/drawing/2014/main" id="{A755617E-4501-FE3A-6076-C846FBE755F0}"/>
              </a:ext>
            </a:extLst>
          </p:cNvPr>
          <p:cNvGrpSpPr/>
          <p:nvPr/>
        </p:nvGrpSpPr>
        <p:grpSpPr>
          <a:xfrm>
            <a:off x="4995200" y="1298098"/>
            <a:ext cx="4726081" cy="4675694"/>
            <a:chOff x="3919934" y="1874498"/>
            <a:chExt cx="4415826" cy="4368747"/>
          </a:xfrm>
        </p:grpSpPr>
        <p:sp>
          <p:nvSpPr>
            <p:cNvPr id="106" name="Freeform 4">
              <a:extLst>
                <a:ext uri="{FF2B5EF4-FFF2-40B4-BE49-F238E27FC236}">
                  <a16:creationId xmlns:a16="http://schemas.microsoft.com/office/drawing/2014/main" id="{2C6AD949-523D-3290-FD5F-5342D6880D18}"/>
                </a:ext>
              </a:extLst>
            </p:cNvPr>
            <p:cNvSpPr>
              <a:spLocks/>
            </p:cNvSpPr>
            <p:nvPr/>
          </p:nvSpPr>
          <p:spPr bwMode="gray">
            <a:xfrm>
              <a:off x="3919934" y="1874498"/>
              <a:ext cx="2642235" cy="3269528"/>
            </a:xfrm>
            <a:custGeom>
              <a:avLst/>
              <a:gdLst>
                <a:gd name="T0" fmla="*/ 749 w 1518"/>
                <a:gd name="T1" fmla="*/ 1566 h 1899"/>
                <a:gd name="T2" fmla="*/ 715 w 1518"/>
                <a:gd name="T3" fmla="*/ 1498 h 1899"/>
                <a:gd name="T4" fmla="*/ 688 w 1518"/>
                <a:gd name="T5" fmla="*/ 1425 h 1899"/>
                <a:gd name="T6" fmla="*/ 674 w 1518"/>
                <a:gd name="T7" fmla="*/ 1347 h 1899"/>
                <a:gd name="T8" fmla="*/ 669 w 1518"/>
                <a:gd name="T9" fmla="*/ 1267 h 1899"/>
                <a:gd name="T10" fmla="*/ 669 w 1518"/>
                <a:gd name="T11" fmla="*/ 1235 h 1899"/>
                <a:gd name="T12" fmla="*/ 674 w 1518"/>
                <a:gd name="T13" fmla="*/ 1175 h 1899"/>
                <a:gd name="T14" fmla="*/ 686 w 1518"/>
                <a:gd name="T15" fmla="*/ 1116 h 1899"/>
                <a:gd name="T16" fmla="*/ 715 w 1518"/>
                <a:gd name="T17" fmla="*/ 1034 h 1899"/>
                <a:gd name="T18" fmla="*/ 771 w 1518"/>
                <a:gd name="T19" fmla="*/ 929 h 1899"/>
                <a:gd name="T20" fmla="*/ 844 w 1518"/>
                <a:gd name="T21" fmla="*/ 841 h 1899"/>
                <a:gd name="T22" fmla="*/ 934 w 1518"/>
                <a:gd name="T23" fmla="*/ 768 h 1899"/>
                <a:gd name="T24" fmla="*/ 1036 w 1518"/>
                <a:gd name="T25" fmla="*/ 713 h 1899"/>
                <a:gd name="T26" fmla="*/ 1119 w 1518"/>
                <a:gd name="T27" fmla="*/ 683 h 1899"/>
                <a:gd name="T28" fmla="*/ 1177 w 1518"/>
                <a:gd name="T29" fmla="*/ 671 h 1899"/>
                <a:gd name="T30" fmla="*/ 1238 w 1518"/>
                <a:gd name="T31" fmla="*/ 666 h 1899"/>
                <a:gd name="T32" fmla="*/ 1518 w 1518"/>
                <a:gd name="T33" fmla="*/ 343 h 1899"/>
                <a:gd name="T34" fmla="*/ 1270 w 1518"/>
                <a:gd name="T35" fmla="*/ 0 h 1899"/>
                <a:gd name="T36" fmla="*/ 1138 w 1518"/>
                <a:gd name="T37" fmla="*/ 5 h 1899"/>
                <a:gd name="T38" fmla="*/ 1012 w 1518"/>
                <a:gd name="T39" fmla="*/ 24 h 1899"/>
                <a:gd name="T40" fmla="*/ 890 w 1518"/>
                <a:gd name="T41" fmla="*/ 56 h 1899"/>
                <a:gd name="T42" fmla="*/ 773 w 1518"/>
                <a:gd name="T43" fmla="*/ 97 h 1899"/>
                <a:gd name="T44" fmla="*/ 662 w 1518"/>
                <a:gd name="T45" fmla="*/ 151 h 1899"/>
                <a:gd name="T46" fmla="*/ 559 w 1518"/>
                <a:gd name="T47" fmla="*/ 214 h 1899"/>
                <a:gd name="T48" fmla="*/ 460 w 1518"/>
                <a:gd name="T49" fmla="*/ 287 h 1899"/>
                <a:gd name="T50" fmla="*/ 370 w 1518"/>
                <a:gd name="T51" fmla="*/ 370 h 1899"/>
                <a:gd name="T52" fmla="*/ 289 w 1518"/>
                <a:gd name="T53" fmla="*/ 460 h 1899"/>
                <a:gd name="T54" fmla="*/ 216 w 1518"/>
                <a:gd name="T55" fmla="*/ 557 h 1899"/>
                <a:gd name="T56" fmla="*/ 153 w 1518"/>
                <a:gd name="T57" fmla="*/ 661 h 1899"/>
                <a:gd name="T58" fmla="*/ 100 w 1518"/>
                <a:gd name="T59" fmla="*/ 771 h 1899"/>
                <a:gd name="T60" fmla="*/ 58 w 1518"/>
                <a:gd name="T61" fmla="*/ 888 h 1899"/>
                <a:gd name="T62" fmla="*/ 27 w 1518"/>
                <a:gd name="T63" fmla="*/ 1009 h 1899"/>
                <a:gd name="T64" fmla="*/ 7 w 1518"/>
                <a:gd name="T65" fmla="*/ 1136 h 1899"/>
                <a:gd name="T66" fmla="*/ 0 w 1518"/>
                <a:gd name="T67" fmla="*/ 1267 h 1899"/>
                <a:gd name="T68" fmla="*/ 5 w 1518"/>
                <a:gd name="T69" fmla="*/ 1352 h 1899"/>
                <a:gd name="T70" fmla="*/ 27 w 1518"/>
                <a:gd name="T71" fmla="*/ 1520 h 1899"/>
                <a:gd name="T72" fmla="*/ 68 w 1518"/>
                <a:gd name="T73" fmla="*/ 1678 h 1899"/>
                <a:gd name="T74" fmla="*/ 131 w 1518"/>
                <a:gd name="T75" fmla="*/ 1829 h 1899"/>
                <a:gd name="T76" fmla="*/ 343 w 1518"/>
                <a:gd name="T77" fmla="*/ 1503 h 189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518"/>
                <a:gd name="T118" fmla="*/ 0 h 1899"/>
                <a:gd name="T119" fmla="*/ 1518 w 1518"/>
                <a:gd name="T120" fmla="*/ 1899 h 189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518" h="1899">
                  <a:moveTo>
                    <a:pt x="749" y="1566"/>
                  </a:moveTo>
                  <a:lnTo>
                    <a:pt x="749" y="1566"/>
                  </a:lnTo>
                  <a:lnTo>
                    <a:pt x="730" y="1532"/>
                  </a:lnTo>
                  <a:lnTo>
                    <a:pt x="715" y="1498"/>
                  </a:lnTo>
                  <a:lnTo>
                    <a:pt x="700" y="1462"/>
                  </a:lnTo>
                  <a:lnTo>
                    <a:pt x="688" y="1425"/>
                  </a:lnTo>
                  <a:lnTo>
                    <a:pt x="679" y="1386"/>
                  </a:lnTo>
                  <a:lnTo>
                    <a:pt x="674" y="1347"/>
                  </a:lnTo>
                  <a:lnTo>
                    <a:pt x="669" y="1308"/>
                  </a:lnTo>
                  <a:lnTo>
                    <a:pt x="669" y="1267"/>
                  </a:lnTo>
                  <a:lnTo>
                    <a:pt x="669" y="1235"/>
                  </a:lnTo>
                  <a:lnTo>
                    <a:pt x="671" y="1206"/>
                  </a:lnTo>
                  <a:lnTo>
                    <a:pt x="674" y="1175"/>
                  </a:lnTo>
                  <a:lnTo>
                    <a:pt x="681" y="1145"/>
                  </a:lnTo>
                  <a:lnTo>
                    <a:pt x="686" y="1116"/>
                  </a:lnTo>
                  <a:lnTo>
                    <a:pt x="696" y="1087"/>
                  </a:lnTo>
                  <a:lnTo>
                    <a:pt x="715" y="1034"/>
                  </a:lnTo>
                  <a:lnTo>
                    <a:pt x="739" y="980"/>
                  </a:lnTo>
                  <a:lnTo>
                    <a:pt x="771" y="929"/>
                  </a:lnTo>
                  <a:lnTo>
                    <a:pt x="805" y="883"/>
                  </a:lnTo>
                  <a:lnTo>
                    <a:pt x="844" y="841"/>
                  </a:lnTo>
                  <a:lnTo>
                    <a:pt x="888" y="803"/>
                  </a:lnTo>
                  <a:lnTo>
                    <a:pt x="934" y="768"/>
                  </a:lnTo>
                  <a:lnTo>
                    <a:pt x="983" y="737"/>
                  </a:lnTo>
                  <a:lnTo>
                    <a:pt x="1036" y="713"/>
                  </a:lnTo>
                  <a:lnTo>
                    <a:pt x="1090" y="691"/>
                  </a:lnTo>
                  <a:lnTo>
                    <a:pt x="1119" y="683"/>
                  </a:lnTo>
                  <a:lnTo>
                    <a:pt x="1148" y="676"/>
                  </a:lnTo>
                  <a:lnTo>
                    <a:pt x="1177" y="671"/>
                  </a:lnTo>
                  <a:lnTo>
                    <a:pt x="1209" y="669"/>
                  </a:lnTo>
                  <a:lnTo>
                    <a:pt x="1238" y="666"/>
                  </a:lnTo>
                  <a:lnTo>
                    <a:pt x="1270" y="664"/>
                  </a:lnTo>
                  <a:lnTo>
                    <a:pt x="1518" y="343"/>
                  </a:lnTo>
                  <a:lnTo>
                    <a:pt x="1270" y="0"/>
                  </a:lnTo>
                  <a:lnTo>
                    <a:pt x="1204" y="0"/>
                  </a:lnTo>
                  <a:lnTo>
                    <a:pt x="1138" y="5"/>
                  </a:lnTo>
                  <a:lnTo>
                    <a:pt x="1075" y="15"/>
                  </a:lnTo>
                  <a:lnTo>
                    <a:pt x="1012" y="24"/>
                  </a:lnTo>
                  <a:lnTo>
                    <a:pt x="951" y="39"/>
                  </a:lnTo>
                  <a:lnTo>
                    <a:pt x="890" y="56"/>
                  </a:lnTo>
                  <a:lnTo>
                    <a:pt x="832" y="75"/>
                  </a:lnTo>
                  <a:lnTo>
                    <a:pt x="773" y="97"/>
                  </a:lnTo>
                  <a:lnTo>
                    <a:pt x="717" y="124"/>
                  </a:lnTo>
                  <a:lnTo>
                    <a:pt x="662" y="151"/>
                  </a:lnTo>
                  <a:lnTo>
                    <a:pt x="610" y="182"/>
                  </a:lnTo>
                  <a:lnTo>
                    <a:pt x="559" y="214"/>
                  </a:lnTo>
                  <a:lnTo>
                    <a:pt x="508" y="250"/>
                  </a:lnTo>
                  <a:lnTo>
                    <a:pt x="460" y="287"/>
                  </a:lnTo>
                  <a:lnTo>
                    <a:pt x="416" y="328"/>
                  </a:lnTo>
                  <a:lnTo>
                    <a:pt x="370" y="370"/>
                  </a:lnTo>
                  <a:lnTo>
                    <a:pt x="328" y="413"/>
                  </a:lnTo>
                  <a:lnTo>
                    <a:pt x="289" y="460"/>
                  </a:lnTo>
                  <a:lnTo>
                    <a:pt x="253" y="506"/>
                  </a:lnTo>
                  <a:lnTo>
                    <a:pt x="216" y="557"/>
                  </a:lnTo>
                  <a:lnTo>
                    <a:pt x="185" y="608"/>
                  </a:lnTo>
                  <a:lnTo>
                    <a:pt x="153" y="661"/>
                  </a:lnTo>
                  <a:lnTo>
                    <a:pt x="126" y="715"/>
                  </a:lnTo>
                  <a:lnTo>
                    <a:pt x="100" y="771"/>
                  </a:lnTo>
                  <a:lnTo>
                    <a:pt x="78" y="829"/>
                  </a:lnTo>
                  <a:lnTo>
                    <a:pt x="58" y="888"/>
                  </a:lnTo>
                  <a:lnTo>
                    <a:pt x="41" y="948"/>
                  </a:lnTo>
                  <a:lnTo>
                    <a:pt x="27" y="1009"/>
                  </a:lnTo>
                  <a:lnTo>
                    <a:pt x="15" y="1072"/>
                  </a:lnTo>
                  <a:lnTo>
                    <a:pt x="7" y="1136"/>
                  </a:lnTo>
                  <a:lnTo>
                    <a:pt x="2" y="1201"/>
                  </a:lnTo>
                  <a:lnTo>
                    <a:pt x="0" y="1267"/>
                  </a:lnTo>
                  <a:lnTo>
                    <a:pt x="5" y="1352"/>
                  </a:lnTo>
                  <a:lnTo>
                    <a:pt x="12" y="1437"/>
                  </a:lnTo>
                  <a:lnTo>
                    <a:pt x="27" y="1520"/>
                  </a:lnTo>
                  <a:lnTo>
                    <a:pt x="44" y="1600"/>
                  </a:lnTo>
                  <a:lnTo>
                    <a:pt x="68" y="1678"/>
                  </a:lnTo>
                  <a:lnTo>
                    <a:pt x="97" y="1756"/>
                  </a:lnTo>
                  <a:lnTo>
                    <a:pt x="131" y="1829"/>
                  </a:lnTo>
                  <a:lnTo>
                    <a:pt x="168" y="1899"/>
                  </a:lnTo>
                  <a:lnTo>
                    <a:pt x="343" y="1503"/>
                  </a:lnTo>
                  <a:lnTo>
                    <a:pt x="749" y="1566"/>
                  </a:lnTo>
                  <a:close/>
                </a:path>
              </a:pathLst>
            </a:custGeom>
            <a:noFill/>
            <a:ln w="38100">
              <a:solidFill>
                <a:schemeClr val="accent2"/>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FFFFFF"/>
                </a:solidFill>
                <a:effectLst/>
                <a:uLnTx/>
                <a:uFillTx/>
                <a:latin typeface="Ubuntu"/>
                <a:ea typeface="+mn-ea"/>
                <a:cs typeface="+mn-cs"/>
              </a:endParaRPr>
            </a:p>
          </p:txBody>
        </p:sp>
        <p:sp>
          <p:nvSpPr>
            <p:cNvPr id="107" name="Rectangle 8">
              <a:extLst>
                <a:ext uri="{FF2B5EF4-FFF2-40B4-BE49-F238E27FC236}">
                  <a16:creationId xmlns:a16="http://schemas.microsoft.com/office/drawing/2014/main" id="{86120F1E-76BA-A8FC-6146-47CC4C9311A9}"/>
                </a:ext>
              </a:extLst>
            </p:cNvPr>
            <p:cNvSpPr>
              <a:spLocks noChangeArrowheads="1"/>
            </p:cNvSpPr>
            <p:nvPr/>
          </p:nvSpPr>
          <p:spPr bwMode="gray">
            <a:xfrm>
              <a:off x="4083301" y="3099682"/>
              <a:ext cx="1260055" cy="345686"/>
            </a:xfrm>
            <a:prstGeom prst="rect">
              <a:avLst/>
            </a:prstGeom>
            <a:noFill/>
            <a:ln w="9525">
              <a:noFill/>
              <a:miter lim="800000"/>
              <a:headEnd/>
              <a:tailEnd/>
            </a:ln>
            <a:effectLst/>
          </p:spPr>
          <p:txBody>
            <a:bodyPr wrap="square" lIns="90000" tIns="46038" rIns="90000" bIns="46038"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2000" b="1" i="0" u="none" strike="noStrike" kern="1200" cap="none" spc="0" normalizeH="0" baseline="0" noProof="0" dirty="0">
                  <a:ln>
                    <a:noFill/>
                  </a:ln>
                  <a:solidFill>
                    <a:srgbClr val="FFFFFF"/>
                  </a:solidFill>
                  <a:effectLst/>
                  <a:uLnTx/>
                  <a:uFillTx/>
                  <a:latin typeface="Ubuntu"/>
                  <a:ea typeface="+mn-ea"/>
                  <a:cs typeface="+mn-cs"/>
                </a:rPr>
                <a:t>Text</a:t>
              </a:r>
            </a:p>
          </p:txBody>
        </p:sp>
        <p:sp>
          <p:nvSpPr>
            <p:cNvPr id="108" name="Freeform 3">
              <a:extLst>
                <a:ext uri="{FF2B5EF4-FFF2-40B4-BE49-F238E27FC236}">
                  <a16:creationId xmlns:a16="http://schemas.microsoft.com/office/drawing/2014/main" id="{D3F70517-8FE2-1C0D-8295-A7122D012B3C}"/>
                </a:ext>
              </a:extLst>
            </p:cNvPr>
            <p:cNvSpPr>
              <a:spLocks/>
            </p:cNvSpPr>
            <p:nvPr/>
          </p:nvSpPr>
          <p:spPr bwMode="gray">
            <a:xfrm>
              <a:off x="6128281" y="1874498"/>
              <a:ext cx="2207479" cy="3312572"/>
            </a:xfrm>
            <a:custGeom>
              <a:avLst/>
              <a:gdLst>
                <a:gd name="T0" fmla="*/ 0 w 1269"/>
                <a:gd name="T1" fmla="*/ 0 h 1924"/>
                <a:gd name="T2" fmla="*/ 248 w 1269"/>
                <a:gd name="T3" fmla="*/ 343 h 1924"/>
                <a:gd name="T4" fmla="*/ 0 w 1269"/>
                <a:gd name="T5" fmla="*/ 664 h 1924"/>
                <a:gd name="T6" fmla="*/ 0 w 1269"/>
                <a:gd name="T7" fmla="*/ 664 h 1924"/>
                <a:gd name="T8" fmla="*/ 60 w 1269"/>
                <a:gd name="T9" fmla="*/ 669 h 1924"/>
                <a:gd name="T10" fmla="*/ 121 w 1269"/>
                <a:gd name="T11" fmla="*/ 676 h 1924"/>
                <a:gd name="T12" fmla="*/ 179 w 1269"/>
                <a:gd name="T13" fmla="*/ 691 h 1924"/>
                <a:gd name="T14" fmla="*/ 235 w 1269"/>
                <a:gd name="T15" fmla="*/ 713 h 1924"/>
                <a:gd name="T16" fmla="*/ 338 w 1269"/>
                <a:gd name="T17" fmla="*/ 768 h 1924"/>
                <a:gd name="T18" fmla="*/ 425 w 1269"/>
                <a:gd name="T19" fmla="*/ 841 h 1924"/>
                <a:gd name="T20" fmla="*/ 498 w 1269"/>
                <a:gd name="T21" fmla="*/ 929 h 1924"/>
                <a:gd name="T22" fmla="*/ 554 w 1269"/>
                <a:gd name="T23" fmla="*/ 1031 h 1924"/>
                <a:gd name="T24" fmla="*/ 576 w 1269"/>
                <a:gd name="T25" fmla="*/ 1087 h 1924"/>
                <a:gd name="T26" fmla="*/ 590 w 1269"/>
                <a:gd name="T27" fmla="*/ 1145 h 1924"/>
                <a:gd name="T28" fmla="*/ 598 w 1269"/>
                <a:gd name="T29" fmla="*/ 1206 h 1924"/>
                <a:gd name="T30" fmla="*/ 603 w 1269"/>
                <a:gd name="T31" fmla="*/ 1267 h 1924"/>
                <a:gd name="T32" fmla="*/ 600 w 1269"/>
                <a:gd name="T33" fmla="*/ 1308 h 1924"/>
                <a:gd name="T34" fmla="*/ 590 w 1269"/>
                <a:gd name="T35" fmla="*/ 1386 h 1924"/>
                <a:gd name="T36" fmla="*/ 569 w 1269"/>
                <a:gd name="T37" fmla="*/ 1462 h 1924"/>
                <a:gd name="T38" fmla="*/ 539 w 1269"/>
                <a:gd name="T39" fmla="*/ 1532 h 1924"/>
                <a:gd name="T40" fmla="*/ 702 w 1269"/>
                <a:gd name="T41" fmla="*/ 1924 h 1924"/>
                <a:gd name="T42" fmla="*/ 1101 w 1269"/>
                <a:gd name="T43" fmla="*/ 1899 h 1924"/>
                <a:gd name="T44" fmla="*/ 1172 w 1269"/>
                <a:gd name="T45" fmla="*/ 1756 h 1924"/>
                <a:gd name="T46" fmla="*/ 1225 w 1269"/>
                <a:gd name="T47" fmla="*/ 1600 h 1924"/>
                <a:gd name="T48" fmla="*/ 1257 w 1269"/>
                <a:gd name="T49" fmla="*/ 1437 h 1924"/>
                <a:gd name="T50" fmla="*/ 1269 w 1269"/>
                <a:gd name="T51" fmla="*/ 1267 h 1924"/>
                <a:gd name="T52" fmla="*/ 1267 w 1269"/>
                <a:gd name="T53" fmla="*/ 1201 h 1924"/>
                <a:gd name="T54" fmla="*/ 1254 w 1269"/>
                <a:gd name="T55" fmla="*/ 1072 h 1924"/>
                <a:gd name="T56" fmla="*/ 1228 w 1269"/>
                <a:gd name="T57" fmla="*/ 948 h 1924"/>
                <a:gd name="T58" fmla="*/ 1191 w 1269"/>
                <a:gd name="T59" fmla="*/ 829 h 1924"/>
                <a:gd name="T60" fmla="*/ 1145 w 1269"/>
                <a:gd name="T61" fmla="*/ 715 h 1924"/>
                <a:gd name="T62" fmla="*/ 1087 w 1269"/>
                <a:gd name="T63" fmla="*/ 608 h 1924"/>
                <a:gd name="T64" fmla="*/ 1019 w 1269"/>
                <a:gd name="T65" fmla="*/ 506 h 1924"/>
                <a:gd name="T66" fmla="*/ 941 w 1269"/>
                <a:gd name="T67" fmla="*/ 413 h 1924"/>
                <a:gd name="T68" fmla="*/ 856 w 1269"/>
                <a:gd name="T69" fmla="*/ 326 h 1924"/>
                <a:gd name="T70" fmla="*/ 761 w 1269"/>
                <a:gd name="T71" fmla="*/ 250 h 1924"/>
                <a:gd name="T72" fmla="*/ 659 w 1269"/>
                <a:gd name="T73" fmla="*/ 182 h 1924"/>
                <a:gd name="T74" fmla="*/ 552 w 1269"/>
                <a:gd name="T75" fmla="*/ 124 h 1924"/>
                <a:gd name="T76" fmla="*/ 437 w 1269"/>
                <a:gd name="T77" fmla="*/ 75 h 1924"/>
                <a:gd name="T78" fmla="*/ 318 w 1269"/>
                <a:gd name="T79" fmla="*/ 39 h 1924"/>
                <a:gd name="T80" fmla="*/ 194 w 1269"/>
                <a:gd name="T81" fmla="*/ 15 h 1924"/>
                <a:gd name="T82" fmla="*/ 65 w 1269"/>
                <a:gd name="T83" fmla="*/ 0 h 1924"/>
                <a:gd name="T84" fmla="*/ 0 w 1269"/>
                <a:gd name="T85" fmla="*/ 0 h 19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69"/>
                <a:gd name="T130" fmla="*/ 0 h 1924"/>
                <a:gd name="T131" fmla="*/ 1269 w 1269"/>
                <a:gd name="T132" fmla="*/ 1924 h 19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69" h="1924">
                  <a:moveTo>
                    <a:pt x="0" y="0"/>
                  </a:moveTo>
                  <a:lnTo>
                    <a:pt x="0" y="0"/>
                  </a:lnTo>
                  <a:lnTo>
                    <a:pt x="248" y="343"/>
                  </a:lnTo>
                  <a:lnTo>
                    <a:pt x="0" y="664"/>
                  </a:lnTo>
                  <a:lnTo>
                    <a:pt x="31" y="666"/>
                  </a:lnTo>
                  <a:lnTo>
                    <a:pt x="60" y="669"/>
                  </a:lnTo>
                  <a:lnTo>
                    <a:pt x="92" y="671"/>
                  </a:lnTo>
                  <a:lnTo>
                    <a:pt x="121" y="676"/>
                  </a:lnTo>
                  <a:lnTo>
                    <a:pt x="150" y="683"/>
                  </a:lnTo>
                  <a:lnTo>
                    <a:pt x="179" y="691"/>
                  </a:lnTo>
                  <a:lnTo>
                    <a:pt x="206" y="700"/>
                  </a:lnTo>
                  <a:lnTo>
                    <a:pt x="235" y="713"/>
                  </a:lnTo>
                  <a:lnTo>
                    <a:pt x="286" y="737"/>
                  </a:lnTo>
                  <a:lnTo>
                    <a:pt x="338" y="768"/>
                  </a:lnTo>
                  <a:lnTo>
                    <a:pt x="384" y="803"/>
                  </a:lnTo>
                  <a:lnTo>
                    <a:pt x="425" y="841"/>
                  </a:lnTo>
                  <a:lnTo>
                    <a:pt x="464" y="883"/>
                  </a:lnTo>
                  <a:lnTo>
                    <a:pt x="498" y="929"/>
                  </a:lnTo>
                  <a:lnTo>
                    <a:pt x="530" y="980"/>
                  </a:lnTo>
                  <a:lnTo>
                    <a:pt x="554" y="1031"/>
                  </a:lnTo>
                  <a:lnTo>
                    <a:pt x="566" y="1060"/>
                  </a:lnTo>
                  <a:lnTo>
                    <a:pt x="576" y="1087"/>
                  </a:lnTo>
                  <a:lnTo>
                    <a:pt x="583" y="1116"/>
                  </a:lnTo>
                  <a:lnTo>
                    <a:pt x="590" y="1145"/>
                  </a:lnTo>
                  <a:lnTo>
                    <a:pt x="595" y="1175"/>
                  </a:lnTo>
                  <a:lnTo>
                    <a:pt x="598" y="1206"/>
                  </a:lnTo>
                  <a:lnTo>
                    <a:pt x="600" y="1235"/>
                  </a:lnTo>
                  <a:lnTo>
                    <a:pt x="603" y="1267"/>
                  </a:lnTo>
                  <a:lnTo>
                    <a:pt x="600" y="1308"/>
                  </a:lnTo>
                  <a:lnTo>
                    <a:pt x="598" y="1347"/>
                  </a:lnTo>
                  <a:lnTo>
                    <a:pt x="590" y="1386"/>
                  </a:lnTo>
                  <a:lnTo>
                    <a:pt x="581" y="1425"/>
                  </a:lnTo>
                  <a:lnTo>
                    <a:pt x="569" y="1462"/>
                  </a:lnTo>
                  <a:lnTo>
                    <a:pt x="556" y="1498"/>
                  </a:lnTo>
                  <a:lnTo>
                    <a:pt x="539" y="1532"/>
                  </a:lnTo>
                  <a:lnTo>
                    <a:pt x="522" y="1566"/>
                  </a:lnTo>
                  <a:lnTo>
                    <a:pt x="702" y="1924"/>
                  </a:lnTo>
                  <a:lnTo>
                    <a:pt x="1101" y="1899"/>
                  </a:lnTo>
                  <a:lnTo>
                    <a:pt x="1138" y="1829"/>
                  </a:lnTo>
                  <a:lnTo>
                    <a:pt x="1172" y="1756"/>
                  </a:lnTo>
                  <a:lnTo>
                    <a:pt x="1201" y="1678"/>
                  </a:lnTo>
                  <a:lnTo>
                    <a:pt x="1225" y="1600"/>
                  </a:lnTo>
                  <a:lnTo>
                    <a:pt x="1245" y="1520"/>
                  </a:lnTo>
                  <a:lnTo>
                    <a:pt x="1257" y="1437"/>
                  </a:lnTo>
                  <a:lnTo>
                    <a:pt x="1267" y="1352"/>
                  </a:lnTo>
                  <a:lnTo>
                    <a:pt x="1269" y="1267"/>
                  </a:lnTo>
                  <a:lnTo>
                    <a:pt x="1267" y="1201"/>
                  </a:lnTo>
                  <a:lnTo>
                    <a:pt x="1262" y="1136"/>
                  </a:lnTo>
                  <a:lnTo>
                    <a:pt x="1254" y="1072"/>
                  </a:lnTo>
                  <a:lnTo>
                    <a:pt x="1242" y="1009"/>
                  </a:lnTo>
                  <a:lnTo>
                    <a:pt x="1228" y="948"/>
                  </a:lnTo>
                  <a:lnTo>
                    <a:pt x="1211" y="888"/>
                  </a:lnTo>
                  <a:lnTo>
                    <a:pt x="1191" y="829"/>
                  </a:lnTo>
                  <a:lnTo>
                    <a:pt x="1169" y="771"/>
                  </a:lnTo>
                  <a:lnTo>
                    <a:pt x="1145" y="715"/>
                  </a:lnTo>
                  <a:lnTo>
                    <a:pt x="1116" y="661"/>
                  </a:lnTo>
                  <a:lnTo>
                    <a:pt x="1087" y="608"/>
                  </a:lnTo>
                  <a:lnTo>
                    <a:pt x="1053" y="557"/>
                  </a:lnTo>
                  <a:lnTo>
                    <a:pt x="1019" y="506"/>
                  </a:lnTo>
                  <a:lnTo>
                    <a:pt x="980" y="460"/>
                  </a:lnTo>
                  <a:lnTo>
                    <a:pt x="941" y="413"/>
                  </a:lnTo>
                  <a:lnTo>
                    <a:pt x="899" y="370"/>
                  </a:lnTo>
                  <a:lnTo>
                    <a:pt x="856" y="326"/>
                  </a:lnTo>
                  <a:lnTo>
                    <a:pt x="809" y="287"/>
                  </a:lnTo>
                  <a:lnTo>
                    <a:pt x="761" y="250"/>
                  </a:lnTo>
                  <a:lnTo>
                    <a:pt x="712" y="214"/>
                  </a:lnTo>
                  <a:lnTo>
                    <a:pt x="659" y="182"/>
                  </a:lnTo>
                  <a:lnTo>
                    <a:pt x="607" y="151"/>
                  </a:lnTo>
                  <a:lnTo>
                    <a:pt x="552" y="124"/>
                  </a:lnTo>
                  <a:lnTo>
                    <a:pt x="496" y="97"/>
                  </a:lnTo>
                  <a:lnTo>
                    <a:pt x="437" y="75"/>
                  </a:lnTo>
                  <a:lnTo>
                    <a:pt x="379" y="56"/>
                  </a:lnTo>
                  <a:lnTo>
                    <a:pt x="318" y="39"/>
                  </a:lnTo>
                  <a:lnTo>
                    <a:pt x="257" y="24"/>
                  </a:lnTo>
                  <a:lnTo>
                    <a:pt x="194" y="15"/>
                  </a:lnTo>
                  <a:lnTo>
                    <a:pt x="131" y="5"/>
                  </a:lnTo>
                  <a:lnTo>
                    <a:pt x="65" y="0"/>
                  </a:lnTo>
                  <a:lnTo>
                    <a:pt x="0" y="0"/>
                  </a:lnTo>
                  <a:close/>
                </a:path>
              </a:pathLst>
            </a:custGeom>
            <a:noFill/>
            <a:ln w="38100">
              <a:solidFill>
                <a:schemeClr val="tx2"/>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FFFFFF"/>
                </a:solidFill>
                <a:effectLst/>
                <a:uLnTx/>
                <a:uFillTx/>
                <a:latin typeface="Ubuntu"/>
                <a:ea typeface="+mn-ea"/>
                <a:cs typeface="+mn-cs"/>
              </a:endParaRPr>
            </a:p>
          </p:txBody>
        </p:sp>
        <p:sp>
          <p:nvSpPr>
            <p:cNvPr id="109" name="Freeform 5">
              <a:extLst>
                <a:ext uri="{FF2B5EF4-FFF2-40B4-BE49-F238E27FC236}">
                  <a16:creationId xmlns:a16="http://schemas.microsoft.com/office/drawing/2014/main" id="{AFCEC607-A9F5-5C39-05B3-00572279F168}"/>
                </a:ext>
              </a:extLst>
            </p:cNvPr>
            <p:cNvSpPr>
              <a:spLocks/>
            </p:cNvSpPr>
            <p:nvPr/>
          </p:nvSpPr>
          <p:spPr bwMode="gray">
            <a:xfrm>
              <a:off x="4216625" y="4456245"/>
              <a:ext cx="3812737" cy="1787000"/>
            </a:xfrm>
            <a:custGeom>
              <a:avLst/>
              <a:gdLst>
                <a:gd name="T0" fmla="*/ 1624 w 2203"/>
                <a:gd name="T1" fmla="*/ 63 h 1031"/>
                <a:gd name="T2" fmla="*/ 1602 w 2203"/>
                <a:gd name="T3" fmla="*/ 97 h 1031"/>
                <a:gd name="T4" fmla="*/ 1556 w 2203"/>
                <a:gd name="T5" fmla="*/ 158 h 1031"/>
                <a:gd name="T6" fmla="*/ 1500 w 2203"/>
                <a:gd name="T7" fmla="*/ 214 h 1031"/>
                <a:gd name="T8" fmla="*/ 1440 w 2203"/>
                <a:gd name="T9" fmla="*/ 263 h 1031"/>
                <a:gd name="T10" fmla="*/ 1374 w 2203"/>
                <a:gd name="T11" fmla="*/ 301 h 1031"/>
                <a:gd name="T12" fmla="*/ 1301 w 2203"/>
                <a:gd name="T13" fmla="*/ 333 h 1031"/>
                <a:gd name="T14" fmla="*/ 1223 w 2203"/>
                <a:gd name="T15" fmla="*/ 353 h 1031"/>
                <a:gd name="T16" fmla="*/ 1143 w 2203"/>
                <a:gd name="T17" fmla="*/ 365 h 1031"/>
                <a:gd name="T18" fmla="*/ 1102 w 2203"/>
                <a:gd name="T19" fmla="*/ 365 h 1031"/>
                <a:gd name="T20" fmla="*/ 1019 w 2203"/>
                <a:gd name="T21" fmla="*/ 360 h 1031"/>
                <a:gd name="T22" fmla="*/ 941 w 2203"/>
                <a:gd name="T23" fmla="*/ 345 h 1031"/>
                <a:gd name="T24" fmla="*/ 866 w 2203"/>
                <a:gd name="T25" fmla="*/ 318 h 1031"/>
                <a:gd name="T26" fmla="*/ 795 w 2203"/>
                <a:gd name="T27" fmla="*/ 282 h 1031"/>
                <a:gd name="T28" fmla="*/ 732 w 2203"/>
                <a:gd name="T29" fmla="*/ 238 h 1031"/>
                <a:gd name="T30" fmla="*/ 673 w 2203"/>
                <a:gd name="T31" fmla="*/ 187 h 1031"/>
                <a:gd name="T32" fmla="*/ 622 w 2203"/>
                <a:gd name="T33" fmla="*/ 129 h 1031"/>
                <a:gd name="T34" fmla="*/ 581 w 2203"/>
                <a:gd name="T35" fmla="*/ 63 h 1031"/>
                <a:gd name="T36" fmla="*/ 0 w 2203"/>
                <a:gd name="T37" fmla="*/ 396 h 1031"/>
                <a:gd name="T38" fmla="*/ 44 w 2203"/>
                <a:gd name="T39" fmla="*/ 467 h 1031"/>
                <a:gd name="T40" fmla="*/ 143 w 2203"/>
                <a:gd name="T41" fmla="*/ 598 h 1031"/>
                <a:gd name="T42" fmla="*/ 258 w 2203"/>
                <a:gd name="T43" fmla="*/ 712 h 1031"/>
                <a:gd name="T44" fmla="*/ 386 w 2203"/>
                <a:gd name="T45" fmla="*/ 812 h 1031"/>
                <a:gd name="T46" fmla="*/ 528 w 2203"/>
                <a:gd name="T47" fmla="*/ 897 h 1031"/>
                <a:gd name="T48" fmla="*/ 681 w 2203"/>
                <a:gd name="T49" fmla="*/ 960 h 1031"/>
                <a:gd name="T50" fmla="*/ 844 w 2203"/>
                <a:gd name="T51" fmla="*/ 1004 h 1031"/>
                <a:gd name="T52" fmla="*/ 970 w 2203"/>
                <a:gd name="T53" fmla="*/ 1024 h 1031"/>
                <a:gd name="T54" fmla="*/ 1058 w 2203"/>
                <a:gd name="T55" fmla="*/ 1031 h 1031"/>
                <a:gd name="T56" fmla="*/ 1102 w 2203"/>
                <a:gd name="T57" fmla="*/ 1031 h 1031"/>
                <a:gd name="T58" fmla="*/ 1189 w 2203"/>
                <a:gd name="T59" fmla="*/ 1029 h 1031"/>
                <a:gd name="T60" fmla="*/ 1277 w 2203"/>
                <a:gd name="T61" fmla="*/ 1019 h 1031"/>
                <a:gd name="T62" fmla="*/ 1442 w 2203"/>
                <a:gd name="T63" fmla="*/ 985 h 1031"/>
                <a:gd name="T64" fmla="*/ 1600 w 2203"/>
                <a:gd name="T65" fmla="*/ 931 h 1031"/>
                <a:gd name="T66" fmla="*/ 1748 w 2203"/>
                <a:gd name="T67" fmla="*/ 856 h 1031"/>
                <a:gd name="T68" fmla="*/ 1885 w 2203"/>
                <a:gd name="T69" fmla="*/ 766 h 1031"/>
                <a:gd name="T70" fmla="*/ 2006 w 2203"/>
                <a:gd name="T71" fmla="*/ 656 h 1031"/>
                <a:gd name="T72" fmla="*/ 2113 w 2203"/>
                <a:gd name="T73" fmla="*/ 535 h 1031"/>
                <a:gd name="T74" fmla="*/ 2203 w 2203"/>
                <a:gd name="T75" fmla="*/ 396 h 10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203"/>
                <a:gd name="T115" fmla="*/ 0 h 1031"/>
                <a:gd name="T116" fmla="*/ 2203 w 2203"/>
                <a:gd name="T117" fmla="*/ 1031 h 103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203" h="1031">
                  <a:moveTo>
                    <a:pt x="1804" y="421"/>
                  </a:moveTo>
                  <a:lnTo>
                    <a:pt x="1624" y="63"/>
                  </a:lnTo>
                  <a:lnTo>
                    <a:pt x="1602" y="97"/>
                  </a:lnTo>
                  <a:lnTo>
                    <a:pt x="1581" y="129"/>
                  </a:lnTo>
                  <a:lnTo>
                    <a:pt x="1556" y="158"/>
                  </a:lnTo>
                  <a:lnTo>
                    <a:pt x="1530" y="187"/>
                  </a:lnTo>
                  <a:lnTo>
                    <a:pt x="1500" y="214"/>
                  </a:lnTo>
                  <a:lnTo>
                    <a:pt x="1471" y="238"/>
                  </a:lnTo>
                  <a:lnTo>
                    <a:pt x="1440" y="263"/>
                  </a:lnTo>
                  <a:lnTo>
                    <a:pt x="1408" y="282"/>
                  </a:lnTo>
                  <a:lnTo>
                    <a:pt x="1374" y="301"/>
                  </a:lnTo>
                  <a:lnTo>
                    <a:pt x="1337" y="318"/>
                  </a:lnTo>
                  <a:lnTo>
                    <a:pt x="1301" y="333"/>
                  </a:lnTo>
                  <a:lnTo>
                    <a:pt x="1262" y="345"/>
                  </a:lnTo>
                  <a:lnTo>
                    <a:pt x="1223" y="353"/>
                  </a:lnTo>
                  <a:lnTo>
                    <a:pt x="1184" y="360"/>
                  </a:lnTo>
                  <a:lnTo>
                    <a:pt x="1143" y="365"/>
                  </a:lnTo>
                  <a:lnTo>
                    <a:pt x="1102" y="365"/>
                  </a:lnTo>
                  <a:lnTo>
                    <a:pt x="1060" y="365"/>
                  </a:lnTo>
                  <a:lnTo>
                    <a:pt x="1019" y="360"/>
                  </a:lnTo>
                  <a:lnTo>
                    <a:pt x="980" y="353"/>
                  </a:lnTo>
                  <a:lnTo>
                    <a:pt x="941" y="345"/>
                  </a:lnTo>
                  <a:lnTo>
                    <a:pt x="902" y="333"/>
                  </a:lnTo>
                  <a:lnTo>
                    <a:pt x="866" y="318"/>
                  </a:lnTo>
                  <a:lnTo>
                    <a:pt x="832" y="301"/>
                  </a:lnTo>
                  <a:lnTo>
                    <a:pt x="795" y="282"/>
                  </a:lnTo>
                  <a:lnTo>
                    <a:pt x="763" y="263"/>
                  </a:lnTo>
                  <a:lnTo>
                    <a:pt x="732" y="238"/>
                  </a:lnTo>
                  <a:lnTo>
                    <a:pt x="703" y="214"/>
                  </a:lnTo>
                  <a:lnTo>
                    <a:pt x="673" y="187"/>
                  </a:lnTo>
                  <a:lnTo>
                    <a:pt x="647" y="158"/>
                  </a:lnTo>
                  <a:lnTo>
                    <a:pt x="622" y="129"/>
                  </a:lnTo>
                  <a:lnTo>
                    <a:pt x="601" y="97"/>
                  </a:lnTo>
                  <a:lnTo>
                    <a:pt x="581" y="63"/>
                  </a:lnTo>
                  <a:lnTo>
                    <a:pt x="175" y="0"/>
                  </a:lnTo>
                  <a:lnTo>
                    <a:pt x="0" y="396"/>
                  </a:lnTo>
                  <a:lnTo>
                    <a:pt x="44" y="467"/>
                  </a:lnTo>
                  <a:lnTo>
                    <a:pt x="92" y="535"/>
                  </a:lnTo>
                  <a:lnTo>
                    <a:pt x="143" y="598"/>
                  </a:lnTo>
                  <a:lnTo>
                    <a:pt x="199" y="656"/>
                  </a:lnTo>
                  <a:lnTo>
                    <a:pt x="258" y="712"/>
                  </a:lnTo>
                  <a:lnTo>
                    <a:pt x="321" y="766"/>
                  </a:lnTo>
                  <a:lnTo>
                    <a:pt x="386" y="812"/>
                  </a:lnTo>
                  <a:lnTo>
                    <a:pt x="455" y="856"/>
                  </a:lnTo>
                  <a:lnTo>
                    <a:pt x="528" y="897"/>
                  </a:lnTo>
                  <a:lnTo>
                    <a:pt x="603" y="931"/>
                  </a:lnTo>
                  <a:lnTo>
                    <a:pt x="681" y="960"/>
                  </a:lnTo>
                  <a:lnTo>
                    <a:pt x="761" y="985"/>
                  </a:lnTo>
                  <a:lnTo>
                    <a:pt x="844" y="1004"/>
                  </a:lnTo>
                  <a:lnTo>
                    <a:pt x="929" y="1019"/>
                  </a:lnTo>
                  <a:lnTo>
                    <a:pt x="970" y="1024"/>
                  </a:lnTo>
                  <a:lnTo>
                    <a:pt x="1014" y="1029"/>
                  </a:lnTo>
                  <a:lnTo>
                    <a:pt x="1058" y="1031"/>
                  </a:lnTo>
                  <a:lnTo>
                    <a:pt x="1102" y="1031"/>
                  </a:lnTo>
                  <a:lnTo>
                    <a:pt x="1145" y="1031"/>
                  </a:lnTo>
                  <a:lnTo>
                    <a:pt x="1189" y="1029"/>
                  </a:lnTo>
                  <a:lnTo>
                    <a:pt x="1233" y="1024"/>
                  </a:lnTo>
                  <a:lnTo>
                    <a:pt x="1277" y="1019"/>
                  </a:lnTo>
                  <a:lnTo>
                    <a:pt x="1359" y="1004"/>
                  </a:lnTo>
                  <a:lnTo>
                    <a:pt x="1442" y="985"/>
                  </a:lnTo>
                  <a:lnTo>
                    <a:pt x="1522" y="960"/>
                  </a:lnTo>
                  <a:lnTo>
                    <a:pt x="1600" y="931"/>
                  </a:lnTo>
                  <a:lnTo>
                    <a:pt x="1675" y="897"/>
                  </a:lnTo>
                  <a:lnTo>
                    <a:pt x="1748" y="856"/>
                  </a:lnTo>
                  <a:lnTo>
                    <a:pt x="1817" y="812"/>
                  </a:lnTo>
                  <a:lnTo>
                    <a:pt x="1885" y="766"/>
                  </a:lnTo>
                  <a:lnTo>
                    <a:pt x="1945" y="712"/>
                  </a:lnTo>
                  <a:lnTo>
                    <a:pt x="2006" y="656"/>
                  </a:lnTo>
                  <a:lnTo>
                    <a:pt x="2060" y="598"/>
                  </a:lnTo>
                  <a:lnTo>
                    <a:pt x="2113" y="535"/>
                  </a:lnTo>
                  <a:lnTo>
                    <a:pt x="2159" y="467"/>
                  </a:lnTo>
                  <a:lnTo>
                    <a:pt x="2203" y="396"/>
                  </a:lnTo>
                  <a:lnTo>
                    <a:pt x="1804" y="421"/>
                  </a:lnTo>
                  <a:close/>
                </a:path>
              </a:pathLst>
            </a:custGeom>
            <a:noFill/>
            <a:ln w="38100">
              <a:solidFill>
                <a:srgbClr val="00D5D0"/>
              </a:solidFill>
              <a:round/>
              <a:headEnd/>
              <a:tailEn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FFFFFF"/>
                </a:solidFill>
                <a:effectLst/>
                <a:uLnTx/>
                <a:uFillTx/>
                <a:latin typeface="Ubuntu"/>
                <a:ea typeface="+mn-ea"/>
                <a:cs typeface="+mn-cs"/>
              </a:endParaRPr>
            </a:p>
          </p:txBody>
        </p:sp>
        <p:sp>
          <p:nvSpPr>
            <p:cNvPr id="110" name="Rectangle 7">
              <a:extLst>
                <a:ext uri="{FF2B5EF4-FFF2-40B4-BE49-F238E27FC236}">
                  <a16:creationId xmlns:a16="http://schemas.microsoft.com/office/drawing/2014/main" id="{D3B06E07-31F1-B415-E880-B3BE83976D9D}"/>
                </a:ext>
              </a:extLst>
            </p:cNvPr>
            <p:cNvSpPr>
              <a:spLocks noChangeArrowheads="1"/>
            </p:cNvSpPr>
            <p:nvPr/>
          </p:nvSpPr>
          <p:spPr bwMode="gray">
            <a:xfrm>
              <a:off x="5261990" y="5428532"/>
              <a:ext cx="1260055" cy="345686"/>
            </a:xfrm>
            <a:prstGeom prst="rect">
              <a:avLst/>
            </a:prstGeom>
            <a:noFill/>
            <a:ln w="9525">
              <a:noFill/>
              <a:miter lim="800000"/>
              <a:headEnd/>
              <a:tailEnd/>
            </a:ln>
            <a:effectLst/>
          </p:spPr>
          <p:txBody>
            <a:bodyPr wrap="square" lIns="90000" tIns="46038" rIns="90000" bIns="46038"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2000" b="1" i="0" u="none" strike="noStrike" kern="1200" cap="none" spc="0" normalizeH="0" baseline="0" noProof="0" dirty="0">
                  <a:ln>
                    <a:noFill/>
                  </a:ln>
                  <a:solidFill>
                    <a:srgbClr val="FFFFFF"/>
                  </a:solidFill>
                  <a:effectLst/>
                  <a:uLnTx/>
                  <a:uFillTx/>
                  <a:latin typeface="Ubuntu"/>
                  <a:ea typeface="+mn-ea"/>
                  <a:cs typeface="+mn-cs"/>
                </a:rPr>
                <a:t>Text</a:t>
              </a:r>
            </a:p>
          </p:txBody>
        </p:sp>
        <p:sp>
          <p:nvSpPr>
            <p:cNvPr id="111" name="Rectangle 9">
              <a:extLst>
                <a:ext uri="{FF2B5EF4-FFF2-40B4-BE49-F238E27FC236}">
                  <a16:creationId xmlns:a16="http://schemas.microsoft.com/office/drawing/2014/main" id="{FB259E6A-D227-F2A2-BA8D-63C808C6E2AD}"/>
                </a:ext>
              </a:extLst>
            </p:cNvPr>
            <p:cNvSpPr>
              <a:spLocks noChangeArrowheads="1"/>
            </p:cNvSpPr>
            <p:nvPr/>
          </p:nvSpPr>
          <p:spPr bwMode="gray">
            <a:xfrm>
              <a:off x="6991618" y="3439340"/>
              <a:ext cx="1260055" cy="345686"/>
            </a:xfrm>
            <a:prstGeom prst="rect">
              <a:avLst/>
            </a:prstGeom>
            <a:noFill/>
            <a:ln w="9525">
              <a:noFill/>
              <a:miter lim="800000"/>
              <a:headEnd/>
              <a:tailEnd/>
            </a:ln>
            <a:effectLst/>
          </p:spPr>
          <p:txBody>
            <a:bodyPr wrap="square" lIns="90000" tIns="46038" rIns="90000" bIns="46038" anchor="ctr" anchorCtr="0">
              <a:spAutoFit/>
            </a:bodyPr>
            <a:lstStyle/>
            <a:p>
              <a:pPr marL="0" marR="0" lvl="0" indent="0" algn="ctr" defTabSz="914400" rtl="0" eaLnBrk="0" fontAlgn="auto" latinLnBrk="0" hangingPunct="0">
                <a:lnSpc>
                  <a:spcPct val="90000"/>
                </a:lnSpc>
                <a:spcBef>
                  <a:spcPts val="0"/>
                </a:spcBef>
                <a:spcAft>
                  <a:spcPts val="0"/>
                </a:spcAft>
                <a:buClrTx/>
                <a:buSzTx/>
                <a:buFontTx/>
                <a:buNone/>
                <a:tabLst>
                  <a:tab pos="6464300" algn="r"/>
                </a:tabLst>
                <a:defRPr/>
              </a:pPr>
              <a:r>
                <a:rPr kumimoji="0" lang="en-US" sz="2000" b="1" i="0" u="none" strike="noStrike" kern="1200" cap="none" spc="0" normalizeH="0" baseline="0" noProof="0" dirty="0">
                  <a:ln>
                    <a:noFill/>
                  </a:ln>
                  <a:solidFill>
                    <a:srgbClr val="FFFFFF"/>
                  </a:solidFill>
                  <a:effectLst/>
                  <a:uLnTx/>
                  <a:uFillTx/>
                  <a:latin typeface="Ubuntu"/>
                  <a:ea typeface="+mn-ea"/>
                  <a:cs typeface="+mn-cs"/>
                </a:rPr>
                <a:t>Text</a:t>
              </a:r>
            </a:p>
          </p:txBody>
        </p:sp>
      </p:grpSp>
      <p:sp>
        <p:nvSpPr>
          <p:cNvPr id="89" name="Date Placeholder 88">
            <a:extLst>
              <a:ext uri="{FF2B5EF4-FFF2-40B4-BE49-F238E27FC236}">
                <a16:creationId xmlns:a16="http://schemas.microsoft.com/office/drawing/2014/main" id="{36521700-1849-9065-0F1A-4F0ADEF7E19E}"/>
              </a:ext>
            </a:extLst>
          </p:cNvPr>
          <p:cNvSpPr>
            <a:spLocks noGrp="1"/>
          </p:cNvSpPr>
          <p:nvPr>
            <p:ph type="dt" sz="half" idx="28"/>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90" name="Footer Placeholder 89">
            <a:extLst>
              <a:ext uri="{FF2B5EF4-FFF2-40B4-BE49-F238E27FC236}">
                <a16:creationId xmlns:a16="http://schemas.microsoft.com/office/drawing/2014/main" id="{0927B328-0D89-A90D-6AA0-DCC2F67E7278}"/>
              </a:ext>
            </a:extLst>
          </p:cNvPr>
          <p:cNvSpPr>
            <a:spLocks noGrp="1"/>
          </p:cNvSpPr>
          <p:nvPr>
            <p:ph type="ftr" sz="quarter" idx="29"/>
          </p:nvPr>
        </p:nvSpPr>
        <p:spPr/>
        <p:txBody>
          <a:bodyPr/>
          <a:lstStyle/>
          <a:p>
            <a:pPr>
              <a:spcBef>
                <a:spcPts val="1000"/>
              </a:spcBef>
              <a:buFont typeface="Arial" panose="020B0604020202020204" pitchFamily="34" charset="0"/>
              <a:buNone/>
            </a:pPr>
            <a:r>
              <a:rPr lang="en-US" dirty="0"/>
              <a:t>Presentation Title | Author | Date</a:t>
            </a:r>
          </a:p>
        </p:txBody>
      </p:sp>
      <p:sp>
        <p:nvSpPr>
          <p:cNvPr id="91" name="Slide Number Placeholder 90">
            <a:extLst>
              <a:ext uri="{FF2B5EF4-FFF2-40B4-BE49-F238E27FC236}">
                <a16:creationId xmlns:a16="http://schemas.microsoft.com/office/drawing/2014/main" id="{59D95DE5-86C2-0104-C4BB-E91852561E08}"/>
              </a:ext>
            </a:extLst>
          </p:cNvPr>
          <p:cNvSpPr>
            <a:spLocks noGrp="1"/>
          </p:cNvSpPr>
          <p:nvPr>
            <p:ph type="sldNum" sz="quarter" idx="30"/>
          </p:nvPr>
        </p:nvSpPr>
        <p:spPr/>
        <p:txBody>
          <a:bodyPr/>
          <a:lstStyle/>
          <a:p>
            <a:pPr algn="r"/>
            <a:fld id="{5D9A5160-6218-4E5A-B9E6-B93E3DAE377C}" type="slidenum">
              <a:rPr lang="en-US" smtClean="0"/>
              <a:pPr algn="r"/>
              <a:t>83</a:t>
            </a:fld>
            <a:endParaRPr lang="en-US" dirty="0"/>
          </a:p>
        </p:txBody>
      </p:sp>
    </p:spTree>
    <p:custDataLst>
      <p:tags r:id="rId1"/>
    </p:custDataLst>
    <p:extLst>
      <p:ext uri="{BB962C8B-B14F-4D97-AF65-F5344CB8AC3E}">
        <p14:creationId xmlns:p14="http://schemas.microsoft.com/office/powerpoint/2010/main" val="343695673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1C0D09-3381-8D9A-AD3D-DB7F41088343}"/>
            </a:ext>
          </a:extLst>
        </p:cNvPr>
        <p:cNvGrpSpPr/>
        <p:nvPr/>
      </p:nvGrpSpPr>
      <p:grpSpPr>
        <a:xfrm>
          <a:off x="0" y="0"/>
          <a:ext cx="0" cy="0"/>
          <a:chOff x="0" y="0"/>
          <a:chExt cx="0" cy="0"/>
        </a:xfrm>
      </p:grpSpPr>
      <p:cxnSp>
        <p:nvCxnSpPr>
          <p:cNvPr id="15" name="Straight Connector 14">
            <a:extLst>
              <a:ext uri="{FF2B5EF4-FFF2-40B4-BE49-F238E27FC236}">
                <a16:creationId xmlns:a16="http://schemas.microsoft.com/office/drawing/2014/main" id="{4070DE20-D3A8-F269-997D-ADCDD390CA08}"/>
              </a:ext>
              <a:ext uri="{C183D7F6-B498-43B3-948B-1728B52AA6E4}">
                <adec:decorative xmlns:adec="http://schemas.microsoft.com/office/drawing/2017/decorative" val="1"/>
              </a:ext>
            </a:extLst>
          </p:cNvPr>
          <p:cNvCxnSpPr>
            <a:cxnSpLocks/>
          </p:cNvCxnSpPr>
          <p:nvPr/>
        </p:nvCxnSpPr>
        <p:spPr>
          <a:xfrm>
            <a:off x="6096000" y="1965870"/>
            <a:ext cx="0" cy="4892130"/>
          </a:xfrm>
          <a:prstGeom prst="line">
            <a:avLst/>
          </a:prstGeom>
          <a:ln w="38100">
            <a:solidFill>
              <a:schemeClr val="accent3"/>
            </a:solidFill>
          </a:ln>
          <a:effectLst/>
        </p:spPr>
        <p:style>
          <a:lnRef idx="2">
            <a:schemeClr val="accent1"/>
          </a:lnRef>
          <a:fillRef idx="0">
            <a:schemeClr val="accent1"/>
          </a:fillRef>
          <a:effectRef idx="1">
            <a:schemeClr val="accent1"/>
          </a:effectRef>
          <a:fontRef idx="minor">
            <a:schemeClr val="tx1"/>
          </a:fontRef>
        </p:style>
      </p:cxnSp>
      <p:sp>
        <p:nvSpPr>
          <p:cNvPr id="8" name="Rounded Rectangle 1">
            <a:extLst>
              <a:ext uri="{FF2B5EF4-FFF2-40B4-BE49-F238E27FC236}">
                <a16:creationId xmlns:a16="http://schemas.microsoft.com/office/drawing/2014/main" id="{CDA46DB5-8859-C4BB-EC67-5442D043AD6D}"/>
              </a:ext>
            </a:extLst>
          </p:cNvPr>
          <p:cNvSpPr>
            <a:spLocks noChangeAspect="1"/>
          </p:cNvSpPr>
          <p:nvPr/>
        </p:nvSpPr>
        <p:spPr>
          <a:xfrm>
            <a:off x="5605091" y="1279437"/>
            <a:ext cx="981818" cy="981818"/>
          </a:xfrm>
          <a:prstGeom prst="ellipse">
            <a:avLst/>
          </a:prstGeom>
          <a:solidFill>
            <a:schemeClr val="tx2"/>
          </a:solidFill>
          <a:ln w="19050">
            <a:noFill/>
          </a:ln>
          <a:effectLst/>
        </p:spPr>
        <p:style>
          <a:lnRef idx="1">
            <a:schemeClr val="accent1"/>
          </a:lnRef>
          <a:fillRef idx="3">
            <a:schemeClr val="accent1"/>
          </a:fillRef>
          <a:effectRef idx="2">
            <a:schemeClr val="accent1"/>
          </a:effectRef>
          <a:fontRef idx="minor">
            <a:schemeClr val="lt1"/>
          </a:fontRef>
        </p:style>
        <p:txBody>
          <a:bodyPr lIns="90000" tIns="46800" rIns="9000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FFFFFF"/>
                </a:solidFill>
                <a:effectLst/>
                <a:uLnTx/>
                <a:uFillTx/>
                <a:ea typeface="+mn-ea"/>
                <a:cs typeface="+mn-cs"/>
              </a:rPr>
              <a:t>START</a:t>
            </a:r>
          </a:p>
        </p:txBody>
      </p:sp>
      <p:sp>
        <p:nvSpPr>
          <p:cNvPr id="9" name="TextBox 8">
            <a:extLst>
              <a:ext uri="{FF2B5EF4-FFF2-40B4-BE49-F238E27FC236}">
                <a16:creationId xmlns:a16="http://schemas.microsoft.com/office/drawing/2014/main" id="{036F6B96-9514-72CE-1184-3852F00438B0}"/>
              </a:ext>
            </a:extLst>
          </p:cNvPr>
          <p:cNvSpPr txBox="1"/>
          <p:nvPr/>
        </p:nvSpPr>
        <p:spPr>
          <a:xfrm>
            <a:off x="6506386" y="2315062"/>
            <a:ext cx="2829612" cy="12157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15.06.2019</a:t>
            </a:r>
            <a:br>
              <a:rPr kumimoji="0" lang="en-US" sz="1400" b="0" i="0" u="none" strike="noStrike" kern="1200" cap="none" spc="0" normalizeH="0" baseline="0" noProof="0" dirty="0">
                <a:ln>
                  <a:noFill/>
                </a:ln>
                <a:solidFill>
                  <a:prstClr val="black"/>
                </a:solidFill>
                <a:effectLst/>
                <a:uLnTx/>
                <a:uFillTx/>
                <a:ea typeface="+mn-ea"/>
                <a:cs typeface="+mn-cs"/>
              </a:rPr>
            </a:br>
            <a:r>
              <a:rPr kumimoji="0" lang="en-US" sz="1400" b="1" i="0" u="none" strike="noStrike" kern="1200" cap="none" spc="0" normalizeH="0" baseline="0" noProof="0" dirty="0">
                <a:ln>
                  <a:noFill/>
                </a:ln>
                <a:solidFill>
                  <a:srgbClr val="0057AB"/>
                </a:solidFill>
                <a:effectLst/>
                <a:uLnTx/>
                <a:uFillTx/>
                <a:ea typeface="+mn-ea"/>
                <a:cs typeface="+mn-cs"/>
              </a:rPr>
              <a:t>Category of the event</a:t>
            </a:r>
            <a:endParaRPr kumimoji="0" lang="en-US" sz="400" b="0" i="0" u="none" strike="noStrike" kern="1200" cap="none" spc="0" normalizeH="0" baseline="0" noProof="0" dirty="0">
              <a:ln>
                <a:noFill/>
              </a:ln>
              <a:solidFill>
                <a:srgbClr val="0057AB"/>
              </a:solidFill>
              <a:effectLst/>
              <a:uLnTx/>
              <a:uFillTx/>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ea typeface="+mn-ea"/>
                <a:cs typeface="+mn-cs"/>
              </a:rPr>
              <a:t>Name of the milestone</a:t>
            </a:r>
          </a:p>
        </p:txBody>
      </p:sp>
      <p:sp>
        <p:nvSpPr>
          <p:cNvPr id="10" name="TextBox 9">
            <a:extLst>
              <a:ext uri="{FF2B5EF4-FFF2-40B4-BE49-F238E27FC236}">
                <a16:creationId xmlns:a16="http://schemas.microsoft.com/office/drawing/2014/main" id="{5521AD49-F43D-D67E-073F-BDAC818F068F}"/>
              </a:ext>
            </a:extLst>
          </p:cNvPr>
          <p:cNvSpPr txBox="1"/>
          <p:nvPr/>
        </p:nvSpPr>
        <p:spPr>
          <a:xfrm>
            <a:off x="1459055" y="2367270"/>
            <a:ext cx="4226560" cy="646331"/>
          </a:xfrm>
          <a:prstGeom prst="rect">
            <a:avLst/>
          </a:prstGeom>
          <a:noFill/>
        </p:spPr>
        <p:txBody>
          <a:bodyPr wrap="square" rtlCol="0">
            <a:spAutoFit/>
          </a:bodyPr>
          <a:lstStyle/>
          <a:p>
            <a:pPr marL="0" marR="0" lvl="0" indent="0" algn="r"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Lorem ipsum dolor sit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amet</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consectetuer</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adipiscing</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elit</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b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b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Aenean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commodo</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ligula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eget</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dolor. Aenean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massa</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b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b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Cum sociis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natoque</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penatibus</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et mag</a:t>
            </a:r>
            <a:endParaRPr kumimoji="0" lang="en-US" sz="1867" b="0" i="0" u="none" strike="noStrike" kern="1200" cap="none" spc="0" normalizeH="0" baseline="0" noProof="0" dirty="0">
              <a:ln>
                <a:noFill/>
              </a:ln>
              <a:solidFill>
                <a:prstClr val="black"/>
              </a:solidFill>
              <a:effectLst/>
              <a:uLnTx/>
              <a:uFillTx/>
              <a:ea typeface="Roboto Light" panose="02000000000000000000" pitchFamily="2" charset="0"/>
              <a:cs typeface="+mn-cs"/>
            </a:endParaRPr>
          </a:p>
        </p:txBody>
      </p:sp>
      <p:sp>
        <p:nvSpPr>
          <p:cNvPr id="11" name="TextBox 10">
            <a:extLst>
              <a:ext uri="{FF2B5EF4-FFF2-40B4-BE49-F238E27FC236}">
                <a16:creationId xmlns:a16="http://schemas.microsoft.com/office/drawing/2014/main" id="{43D87D5F-59EC-127C-062A-956D4CE0D3DF}"/>
              </a:ext>
            </a:extLst>
          </p:cNvPr>
          <p:cNvSpPr txBox="1"/>
          <p:nvPr/>
        </p:nvSpPr>
        <p:spPr>
          <a:xfrm>
            <a:off x="2711625" y="4212325"/>
            <a:ext cx="2973989" cy="121571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25.06.2019</a:t>
            </a:r>
            <a:br>
              <a:rPr kumimoji="0" lang="en-US" sz="1400" b="0" i="0" u="none" strike="noStrike" kern="1200" cap="none" spc="0" normalizeH="0" baseline="0" noProof="0" dirty="0">
                <a:ln>
                  <a:noFill/>
                </a:ln>
                <a:solidFill>
                  <a:prstClr val="black"/>
                </a:solidFill>
                <a:effectLst/>
                <a:uLnTx/>
                <a:uFillTx/>
                <a:ea typeface="+mn-ea"/>
                <a:cs typeface="+mn-cs"/>
              </a:rPr>
            </a:br>
            <a:r>
              <a:rPr kumimoji="0" lang="en-US" sz="1400" b="1" i="0" u="none" strike="noStrike" kern="1200" cap="none" spc="0" normalizeH="0" baseline="0" noProof="0" dirty="0">
                <a:ln>
                  <a:noFill/>
                </a:ln>
                <a:solidFill>
                  <a:srgbClr val="1DB6F3"/>
                </a:solidFill>
                <a:effectLst/>
                <a:uLnTx/>
                <a:uFillTx/>
                <a:ea typeface="+mn-ea"/>
                <a:cs typeface="+mn-cs"/>
              </a:rPr>
              <a:t>Category of the event</a:t>
            </a:r>
            <a:endParaRPr kumimoji="0" lang="en-US" sz="400" b="0" i="0" u="none" strike="noStrike" kern="1200" cap="none" spc="0" normalizeH="0" baseline="0" noProof="0" dirty="0">
              <a:ln>
                <a:noFill/>
              </a:ln>
              <a:solidFill>
                <a:srgbClr val="1DB6F3"/>
              </a:solidFill>
              <a:effectLst/>
              <a:uLnTx/>
              <a:uFillTx/>
              <a:ea typeface="+mn-ea"/>
              <a:cs typeface="+mn-cs"/>
            </a:endParaRPr>
          </a:p>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ea typeface="+mn-ea"/>
                <a:cs typeface="+mn-cs"/>
              </a:rPr>
              <a:t>Another milestone here</a:t>
            </a:r>
          </a:p>
        </p:txBody>
      </p:sp>
      <p:sp>
        <p:nvSpPr>
          <p:cNvPr id="12" name="TextBox 11">
            <a:extLst>
              <a:ext uri="{FF2B5EF4-FFF2-40B4-BE49-F238E27FC236}">
                <a16:creationId xmlns:a16="http://schemas.microsoft.com/office/drawing/2014/main" id="{562B9D0B-6757-2B1E-6384-762E52389404}"/>
              </a:ext>
            </a:extLst>
          </p:cNvPr>
          <p:cNvSpPr txBox="1"/>
          <p:nvPr/>
        </p:nvSpPr>
        <p:spPr>
          <a:xfrm>
            <a:off x="6506385" y="4212325"/>
            <a:ext cx="4558163"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Dis parturient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montes</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nascetur</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ridiculus</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mus. </a:t>
            </a:r>
            <a:b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b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Donec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quam</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felis</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ultricies</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nec,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pellentesque</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eu</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pretium</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quis</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b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b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Nulla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consequat</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massa</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quis</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enim</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b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b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Donec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pede</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justo</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fringilla</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vel,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aliquet</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nulputate</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eget</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arcu</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b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b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In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enim</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justo</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rhoncus</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ut</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imperdiet</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avitae</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r>
              <a:rPr kumimoji="0" lang="en-US" sz="1200" b="0" i="0" u="none" strike="noStrike" kern="1200" cap="none" spc="0" normalizeH="0" baseline="0" noProof="0" dirty="0" err="1">
                <a:ln>
                  <a:noFill/>
                </a:ln>
                <a:solidFill>
                  <a:prstClr val="black"/>
                </a:solidFill>
                <a:effectLst/>
                <a:uLnTx/>
                <a:uFillTx/>
                <a:ea typeface="Roboto Light" panose="02000000000000000000" pitchFamily="2" charset="0"/>
                <a:cs typeface="+mn-cs"/>
              </a:rPr>
              <a:t>justo</a:t>
            </a: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 </a:t>
            </a:r>
            <a:endParaRPr kumimoji="0" lang="en-US" sz="1867" b="0" i="0" u="none" strike="noStrike" kern="1200" cap="none" spc="0" normalizeH="0" baseline="0" noProof="0" dirty="0">
              <a:ln>
                <a:noFill/>
              </a:ln>
              <a:solidFill>
                <a:prstClr val="black"/>
              </a:solidFill>
              <a:effectLst/>
              <a:uLnTx/>
              <a:uFillTx/>
              <a:ea typeface="Roboto Light" panose="02000000000000000000" pitchFamily="2" charset="0"/>
              <a:cs typeface="+mn-cs"/>
            </a:endParaRPr>
          </a:p>
        </p:txBody>
      </p:sp>
      <p:sp>
        <p:nvSpPr>
          <p:cNvPr id="13" name="Oval 12">
            <a:extLst>
              <a:ext uri="{FF2B5EF4-FFF2-40B4-BE49-F238E27FC236}">
                <a16:creationId xmlns:a16="http://schemas.microsoft.com/office/drawing/2014/main" id="{471EE665-C3E8-E8B2-7333-CDC8C4660666}"/>
              </a:ext>
              <a:ext uri="{C183D7F6-B498-43B3-948B-1728B52AA6E4}">
                <adec:decorative xmlns:adec="http://schemas.microsoft.com/office/drawing/2017/decorative" val="1"/>
              </a:ext>
            </a:extLst>
          </p:cNvPr>
          <p:cNvSpPr/>
          <p:nvPr/>
        </p:nvSpPr>
        <p:spPr>
          <a:xfrm>
            <a:off x="6023993" y="2622660"/>
            <a:ext cx="144014" cy="144014"/>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14" name="Oval 13">
            <a:extLst>
              <a:ext uri="{FF2B5EF4-FFF2-40B4-BE49-F238E27FC236}">
                <a16:creationId xmlns:a16="http://schemas.microsoft.com/office/drawing/2014/main" id="{896F7267-1F2A-A4A2-84DE-2A094D65F057}"/>
              </a:ext>
              <a:ext uri="{C183D7F6-B498-43B3-948B-1728B52AA6E4}">
                <adec:decorative xmlns:adec="http://schemas.microsoft.com/office/drawing/2017/decorative" val="1"/>
              </a:ext>
            </a:extLst>
          </p:cNvPr>
          <p:cNvSpPr/>
          <p:nvPr/>
        </p:nvSpPr>
        <p:spPr>
          <a:xfrm>
            <a:off x="6023993" y="4519519"/>
            <a:ext cx="144014" cy="144014"/>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25" name="Title 24">
            <a:extLst>
              <a:ext uri="{FF2B5EF4-FFF2-40B4-BE49-F238E27FC236}">
                <a16:creationId xmlns:a16="http://schemas.microsoft.com/office/drawing/2014/main" id="{9D68D3E7-C297-1F83-83D3-6D9748CB759B}"/>
              </a:ext>
            </a:extLst>
          </p:cNvPr>
          <p:cNvSpPr>
            <a:spLocks noGrp="1"/>
          </p:cNvSpPr>
          <p:nvPr>
            <p:ph type="title"/>
          </p:nvPr>
        </p:nvSpPr>
        <p:spPr>
          <a:xfrm>
            <a:off x="551384" y="549274"/>
            <a:ext cx="11090938" cy="930372"/>
          </a:xfrm>
        </p:spPr>
        <p:txBody>
          <a:bodyPr/>
          <a:lstStyle/>
          <a:p>
            <a:r>
              <a:rPr lang="en-US" dirty="0"/>
              <a:t>Timeline start 3</a:t>
            </a:r>
            <a:br>
              <a:rPr lang="en-US" dirty="0"/>
            </a:br>
            <a:endParaRPr lang="en-US" dirty="0"/>
          </a:p>
        </p:txBody>
      </p:sp>
      <p:sp>
        <p:nvSpPr>
          <p:cNvPr id="7" name="TextBox 6">
            <a:extLst>
              <a:ext uri="{FF2B5EF4-FFF2-40B4-BE49-F238E27FC236}">
                <a16:creationId xmlns:a16="http://schemas.microsoft.com/office/drawing/2014/main" id="{5E47ED75-EC13-8374-C18D-B2CBE4DB0969}"/>
              </a:ext>
            </a:extLst>
          </p:cNvPr>
          <p:cNvSpPr txBox="1"/>
          <p:nvPr>
            <p:custDataLst>
              <p:tags r:id="rId1"/>
            </p:custDataLst>
          </p:nvPr>
        </p:nvSpPr>
        <p:spPr>
          <a:xfrm>
            <a:off x="5621" y="6093296"/>
            <a:ext cx="5541819" cy="231750"/>
          </a:xfrm>
          <a:prstGeom prst="rect">
            <a:avLst/>
          </a:prstGeom>
          <a:solidFill>
            <a:srgbClr val="FF816E"/>
          </a:solidFill>
          <a:ln>
            <a:noFill/>
          </a:ln>
        </p:spPr>
        <p:txBody>
          <a:bodyPr wrap="square" tIns="54000" bIns="54000" rtlCol="0">
            <a:noAutofit/>
          </a:bodyPr>
          <a:lstStyle>
            <a:defPPr>
              <a:defRPr lang="de-DE"/>
            </a:defPPr>
            <a:lvl1pPr algn="just">
              <a:spcBef>
                <a:spcPts val="400"/>
              </a:spcBef>
              <a:buClr>
                <a:schemeClr val="tx1"/>
              </a:buClr>
              <a:tabLst>
                <a:tab pos="809625" algn="l"/>
              </a:tabLst>
              <a:defRPr sz="1200">
                <a:latin typeface="Calibri" pitchFamily="34" charset="0"/>
              </a:defRPr>
            </a:lvl1pPr>
          </a:lstStyle>
          <a:p>
            <a:pPr marL="0" marR="0" lvl="1" indent="0" algn="l" defTabSz="914400" rtl="0" eaLnBrk="1" fontAlgn="auto" latinLnBrk="0" hangingPunct="1">
              <a:lnSpc>
                <a:spcPct val="100000"/>
              </a:lnSpc>
              <a:spcBef>
                <a:spcPts val="400"/>
              </a:spcBef>
              <a:spcAft>
                <a:spcPts val="0"/>
              </a:spcAft>
              <a:buClr>
                <a:srgbClr val="0070AD"/>
              </a:buClr>
              <a:buSzPct val="100000"/>
              <a:buFontTx/>
              <a:buNone/>
              <a:tabLst/>
              <a:defRPr/>
            </a:pPr>
            <a:r>
              <a:rPr kumimoji="0" lang="en-US" sz="800" b="1" i="0" u="none" strike="noStrike" kern="1200" cap="none" spc="0" normalizeH="0" baseline="0" noProof="0" dirty="0">
                <a:ln>
                  <a:noFill/>
                </a:ln>
                <a:solidFill>
                  <a:srgbClr val="000000"/>
                </a:solidFill>
                <a:effectLst/>
                <a:uLnTx/>
                <a:uFillTx/>
                <a:latin typeface="Ubuntu" panose="020B0504030602030204" pitchFamily="34" charset="0"/>
                <a:ea typeface="+mn-ea"/>
                <a:cs typeface="+mn-cs"/>
                <a:sym typeface="Calibri"/>
              </a:rPr>
              <a:t>TIP: </a:t>
            </a:r>
            <a:r>
              <a:rPr kumimoji="0" lang="en-US" sz="800" b="0" i="0" u="none" strike="noStrike" kern="1200" cap="none" spc="0" normalizeH="0" baseline="0" noProof="0" dirty="0">
                <a:ln>
                  <a:noFill/>
                </a:ln>
                <a:solidFill>
                  <a:srgbClr val="000000"/>
                </a:solidFill>
                <a:effectLst/>
                <a:uLnTx/>
                <a:uFillTx/>
                <a:latin typeface="Ubuntu" panose="020B0504030602030204" pitchFamily="34" charset="0"/>
                <a:ea typeface="+mn-ea"/>
                <a:cs typeface="Calibri" pitchFamily="34" charset="0"/>
              </a:rPr>
              <a:t>This slide features a transition which can be used alongside the next slide to create an animated timeline.</a:t>
            </a:r>
          </a:p>
        </p:txBody>
      </p:sp>
      <p:sp>
        <p:nvSpPr>
          <p:cNvPr id="24" name="Date Placeholder 23">
            <a:extLst>
              <a:ext uri="{FF2B5EF4-FFF2-40B4-BE49-F238E27FC236}">
                <a16:creationId xmlns:a16="http://schemas.microsoft.com/office/drawing/2014/main" id="{C6E48F3E-7FBF-A308-58A2-FA985111763F}"/>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6" name="Footer Placeholder 25">
            <a:extLst>
              <a:ext uri="{FF2B5EF4-FFF2-40B4-BE49-F238E27FC236}">
                <a16:creationId xmlns:a16="http://schemas.microsoft.com/office/drawing/2014/main" id="{CC4B3C3A-C21B-7EEE-7DB2-F32A868F43C8}"/>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7" name="Slide Number Placeholder 26">
            <a:extLst>
              <a:ext uri="{FF2B5EF4-FFF2-40B4-BE49-F238E27FC236}">
                <a16:creationId xmlns:a16="http://schemas.microsoft.com/office/drawing/2014/main" id="{C3A2428F-795A-B70C-9934-5D81B8519180}"/>
              </a:ext>
            </a:extLst>
          </p:cNvPr>
          <p:cNvSpPr>
            <a:spLocks noGrp="1"/>
          </p:cNvSpPr>
          <p:nvPr>
            <p:ph type="sldNum" sz="quarter" idx="12"/>
          </p:nvPr>
        </p:nvSpPr>
        <p:spPr/>
        <p:txBody>
          <a:bodyPr/>
          <a:lstStyle/>
          <a:p>
            <a:pPr algn="r"/>
            <a:fld id="{5D9A5160-6218-4E5A-B9E6-B93E3DAE377C}" type="slidenum">
              <a:rPr lang="en-US" smtClean="0"/>
              <a:pPr algn="r"/>
              <a:t>84</a:t>
            </a:fld>
            <a:endParaRPr lang="en-US" dirty="0"/>
          </a:p>
        </p:txBody>
      </p:sp>
    </p:spTree>
    <p:extLst>
      <p:ext uri="{BB962C8B-B14F-4D97-AF65-F5344CB8AC3E}">
        <p14:creationId xmlns:p14="http://schemas.microsoft.com/office/powerpoint/2010/main" val="1118952807"/>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DD6765-942F-198A-C4EA-A9F6BEA5D341}"/>
            </a:ext>
          </a:extLst>
        </p:cNvPr>
        <p:cNvGrpSpPr/>
        <p:nvPr/>
      </p:nvGrpSpPr>
      <p:grpSpPr>
        <a:xfrm>
          <a:off x="0" y="0"/>
          <a:ext cx="0" cy="0"/>
          <a:chOff x="0" y="0"/>
          <a:chExt cx="0" cy="0"/>
        </a:xfrm>
      </p:grpSpPr>
      <p:cxnSp>
        <p:nvCxnSpPr>
          <p:cNvPr id="16" name="Straight Connector 15">
            <a:extLst>
              <a:ext uri="{FF2B5EF4-FFF2-40B4-BE49-F238E27FC236}">
                <a16:creationId xmlns:a16="http://schemas.microsoft.com/office/drawing/2014/main" id="{1BC4D585-D24E-567F-BDCE-4D47E3AA219E}"/>
              </a:ext>
              <a:ext uri="{C183D7F6-B498-43B3-948B-1728B52AA6E4}">
                <adec:decorative xmlns:adec="http://schemas.microsoft.com/office/drawing/2017/decorative" val="1"/>
              </a:ext>
            </a:extLst>
          </p:cNvPr>
          <p:cNvCxnSpPr>
            <a:cxnSpLocks/>
          </p:cNvCxnSpPr>
          <p:nvPr/>
        </p:nvCxnSpPr>
        <p:spPr>
          <a:xfrm>
            <a:off x="6096000" y="0"/>
            <a:ext cx="0" cy="5316391"/>
          </a:xfrm>
          <a:prstGeom prst="line">
            <a:avLst/>
          </a:prstGeom>
          <a:ln w="38100">
            <a:solidFill>
              <a:schemeClr val="accent3"/>
            </a:solidFill>
          </a:ln>
          <a:effectLst/>
        </p:spPr>
        <p:style>
          <a:lnRef idx="2">
            <a:schemeClr val="accent1"/>
          </a:lnRef>
          <a:fillRef idx="0">
            <a:schemeClr val="accent1"/>
          </a:fillRef>
          <a:effectRef idx="1">
            <a:schemeClr val="accent1"/>
          </a:effectRef>
          <a:fontRef idx="minor">
            <a:schemeClr val="tx1"/>
          </a:fontRef>
        </p:style>
      </p:cxnSp>
      <p:sp>
        <p:nvSpPr>
          <p:cNvPr id="17" name="Title 16">
            <a:extLst>
              <a:ext uri="{FF2B5EF4-FFF2-40B4-BE49-F238E27FC236}">
                <a16:creationId xmlns:a16="http://schemas.microsoft.com/office/drawing/2014/main" id="{CEC6E6E2-2420-5E81-F1F9-D3EBF9925FC6}"/>
              </a:ext>
            </a:extLst>
          </p:cNvPr>
          <p:cNvSpPr txBox="1">
            <a:spLocks noGrp="1"/>
          </p:cNvSpPr>
          <p:nvPr>
            <p:ph type="title" idx="4294967295"/>
          </p:nvPr>
        </p:nvSpPr>
        <p:spPr>
          <a:xfrm>
            <a:off x="7786545" y="1690648"/>
            <a:ext cx="3853452" cy="90794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mn-lt"/>
                <a:ea typeface="+mn-ea"/>
                <a:cs typeface="+mn-cs"/>
              </a:rPr>
              <a:t>05.07.2019</a:t>
            </a:r>
            <a:br>
              <a:rPr kumimoji="0" lang="en-US" sz="1400" b="0" i="0" u="none" strike="noStrike" kern="1200" cap="none" spc="0" normalizeH="0" baseline="0" noProof="0" dirty="0">
                <a:ln>
                  <a:noFill/>
                </a:ln>
                <a:solidFill>
                  <a:prstClr val="black"/>
                </a:solidFill>
                <a:effectLst/>
                <a:uLnTx/>
                <a:uFillTx/>
                <a:latin typeface="+mn-lt"/>
                <a:ea typeface="+mn-ea"/>
                <a:cs typeface="+mn-cs"/>
              </a:rPr>
            </a:br>
            <a:r>
              <a:rPr kumimoji="0" lang="en-US" sz="1400" b="1" i="0" u="none" strike="noStrike" kern="1200" cap="none" spc="0" normalizeH="0" baseline="0" noProof="0" dirty="0">
                <a:ln>
                  <a:noFill/>
                </a:ln>
                <a:solidFill>
                  <a:srgbClr val="0057AB"/>
                </a:solidFill>
                <a:effectLst/>
                <a:uLnTx/>
                <a:uFillTx/>
                <a:latin typeface="+mn-lt"/>
                <a:ea typeface="+mn-ea"/>
                <a:cs typeface="+mn-cs"/>
              </a:rPr>
              <a:t>Category of the eve</a:t>
            </a:r>
            <a:r>
              <a:rPr kumimoji="0" lang="en-US" sz="1400" b="1" i="0" u="none" strike="noStrike" kern="1200" cap="none" spc="0" normalizeH="0" baseline="0" noProof="0" dirty="0">
                <a:ln>
                  <a:noFill/>
                </a:ln>
                <a:solidFill>
                  <a:srgbClr val="1DB6F3"/>
                </a:solidFill>
                <a:effectLst/>
                <a:uLnTx/>
                <a:uFillTx/>
                <a:latin typeface="+mn-lt"/>
                <a:ea typeface="+mn-ea"/>
                <a:cs typeface="+mn-cs"/>
              </a:rPr>
              <a:t>nt</a:t>
            </a:r>
            <a:endParaRPr kumimoji="0" lang="en-US" sz="400" b="0" i="0" u="none" strike="noStrike" kern="1200" cap="none" spc="0" normalizeH="0" baseline="0" noProof="0" dirty="0">
              <a:ln>
                <a:noFill/>
              </a:ln>
              <a:solidFill>
                <a:srgbClr val="1DB6F3"/>
              </a:solidFill>
              <a:effectLst/>
              <a:uLnTx/>
              <a:uFillTx/>
              <a:latin typeface="+mn-lt"/>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mn-lt"/>
                <a:ea typeface="+mn-ea"/>
                <a:cs typeface="+mn-cs"/>
              </a:rPr>
              <a:t>Just one more milestone</a:t>
            </a:r>
          </a:p>
        </p:txBody>
      </p:sp>
      <p:sp>
        <p:nvSpPr>
          <p:cNvPr id="18" name="TextBox 17">
            <a:extLst>
              <a:ext uri="{FF2B5EF4-FFF2-40B4-BE49-F238E27FC236}">
                <a16:creationId xmlns:a16="http://schemas.microsoft.com/office/drawing/2014/main" id="{0B0D4777-F701-399F-739D-61CFF8BC2F42}"/>
              </a:ext>
            </a:extLst>
          </p:cNvPr>
          <p:cNvSpPr txBox="1"/>
          <p:nvPr/>
        </p:nvSpPr>
        <p:spPr>
          <a:xfrm>
            <a:off x="1459055" y="1730134"/>
            <a:ext cx="4226560" cy="88229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Dessert tiramisu sweet cotton candy bear claw lollipop. Chocolate bar sweet sweet roll croissant chocolate cake chocolate bar sugar plum pastry powder.</a:t>
            </a:r>
          </a:p>
          <a:p>
            <a:pPr marL="0" marR="0" lvl="0" indent="0" algn="r"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Pudding lollipop gummies.</a:t>
            </a:r>
            <a:endParaRPr kumimoji="0" lang="en-US" sz="1867" b="0" i="0" u="none" strike="noStrike" kern="1200" cap="none" spc="0" normalizeH="0" baseline="0" noProof="0" dirty="0">
              <a:ln>
                <a:noFill/>
              </a:ln>
              <a:solidFill>
                <a:prstClr val="black"/>
              </a:solidFill>
              <a:effectLst/>
              <a:uLnTx/>
              <a:uFillTx/>
              <a:ea typeface="Roboto Light" panose="02000000000000000000" pitchFamily="2" charset="0"/>
              <a:cs typeface="+mn-cs"/>
            </a:endParaRPr>
          </a:p>
        </p:txBody>
      </p:sp>
      <p:sp>
        <p:nvSpPr>
          <p:cNvPr id="19" name="TextBox 18">
            <a:extLst>
              <a:ext uri="{FF2B5EF4-FFF2-40B4-BE49-F238E27FC236}">
                <a16:creationId xmlns:a16="http://schemas.microsoft.com/office/drawing/2014/main" id="{7FE78C3A-CFED-D2FF-E5FC-662E6C7CF191}"/>
              </a:ext>
            </a:extLst>
          </p:cNvPr>
          <p:cNvSpPr txBox="1"/>
          <p:nvPr/>
        </p:nvSpPr>
        <p:spPr>
          <a:xfrm>
            <a:off x="550863" y="3093247"/>
            <a:ext cx="3919832" cy="907941"/>
          </a:xfrm>
          <a:prstGeom prst="rect">
            <a:avLst/>
          </a:prstGeom>
          <a:noFill/>
        </p:spPr>
        <p:txBody>
          <a:bodyPr wrap="square" rtlCol="0">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15.07.2019</a:t>
            </a:r>
            <a:br>
              <a:rPr kumimoji="0" lang="en-US" sz="1400" b="0" i="0" u="none" strike="noStrike" kern="1200" cap="none" spc="0" normalizeH="0" baseline="0" noProof="0" dirty="0">
                <a:ln>
                  <a:noFill/>
                </a:ln>
                <a:solidFill>
                  <a:prstClr val="black"/>
                </a:solidFill>
                <a:effectLst/>
                <a:uLnTx/>
                <a:uFillTx/>
                <a:ea typeface="+mn-ea"/>
                <a:cs typeface="+mn-cs"/>
              </a:rPr>
            </a:br>
            <a:r>
              <a:rPr kumimoji="0" lang="en-US" sz="1400" b="1" i="0" u="none" strike="noStrike" kern="1200" cap="none" spc="0" normalizeH="0" baseline="0" noProof="0" dirty="0">
                <a:ln>
                  <a:noFill/>
                </a:ln>
                <a:solidFill>
                  <a:srgbClr val="0057AB"/>
                </a:solidFill>
                <a:effectLst/>
                <a:uLnTx/>
                <a:uFillTx/>
                <a:ea typeface="+mn-ea"/>
                <a:cs typeface="+mn-cs"/>
              </a:rPr>
              <a:t>Category of the event</a:t>
            </a:r>
            <a:endParaRPr kumimoji="0" lang="en-US" sz="400" b="0" i="0" u="none" strike="noStrike" kern="1200" cap="none" spc="0" normalizeH="0" baseline="0" noProof="0" dirty="0">
              <a:ln>
                <a:noFill/>
              </a:ln>
              <a:solidFill>
                <a:srgbClr val="0057AB"/>
              </a:solidFill>
              <a:effectLst/>
              <a:uLnTx/>
              <a:uFillTx/>
              <a:ea typeface="+mn-ea"/>
              <a:cs typeface="+mn-cs"/>
            </a:endParaRPr>
          </a:p>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ea typeface="+mn-ea"/>
                <a:cs typeface="+mn-cs"/>
              </a:rPr>
              <a:t>The last milestone</a:t>
            </a:r>
          </a:p>
        </p:txBody>
      </p:sp>
      <p:sp>
        <p:nvSpPr>
          <p:cNvPr id="20" name="TextBox 19">
            <a:extLst>
              <a:ext uri="{FF2B5EF4-FFF2-40B4-BE49-F238E27FC236}">
                <a16:creationId xmlns:a16="http://schemas.microsoft.com/office/drawing/2014/main" id="{B2B494BA-A5AB-B3EB-EDC8-1D7099B94A07}"/>
              </a:ext>
            </a:extLst>
          </p:cNvPr>
          <p:cNvSpPr txBox="1"/>
          <p:nvPr/>
        </p:nvSpPr>
        <p:spPr>
          <a:xfrm>
            <a:off x="6506385" y="3339469"/>
            <a:ext cx="4226560" cy="88229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Dessert tiramisu sweet cotton candy bear claw lollipop. Chocolate bar sweet sweet roll croissant chocolate cake chocolate bar sugar plum pastry powder.</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ea typeface="Roboto Light" panose="02000000000000000000" pitchFamily="2" charset="0"/>
                <a:cs typeface="+mn-cs"/>
              </a:rPr>
              <a:t>Pudding lollipop gummies.</a:t>
            </a:r>
            <a:endParaRPr kumimoji="0" lang="en-US" sz="1867" b="0" i="0" u="none" strike="noStrike" kern="1200" cap="none" spc="0" normalizeH="0" baseline="0" noProof="0" dirty="0">
              <a:ln>
                <a:noFill/>
              </a:ln>
              <a:solidFill>
                <a:prstClr val="black"/>
              </a:solidFill>
              <a:effectLst/>
              <a:uLnTx/>
              <a:uFillTx/>
              <a:ea typeface="Roboto Light" panose="02000000000000000000" pitchFamily="2" charset="0"/>
              <a:cs typeface="+mn-cs"/>
            </a:endParaRPr>
          </a:p>
        </p:txBody>
      </p:sp>
      <p:sp>
        <p:nvSpPr>
          <p:cNvPr id="23" name="Oval 22">
            <a:extLst>
              <a:ext uri="{FF2B5EF4-FFF2-40B4-BE49-F238E27FC236}">
                <a16:creationId xmlns:a16="http://schemas.microsoft.com/office/drawing/2014/main" id="{87536DC2-DFE6-CDEE-38F7-F5E82ACB9DC7}"/>
              </a:ext>
              <a:ext uri="{C183D7F6-B498-43B3-948B-1728B52AA6E4}">
                <adec:decorative xmlns:adec="http://schemas.microsoft.com/office/drawing/2017/decorative" val="1"/>
              </a:ext>
            </a:extLst>
          </p:cNvPr>
          <p:cNvSpPr/>
          <p:nvPr/>
        </p:nvSpPr>
        <p:spPr>
          <a:xfrm>
            <a:off x="6023993" y="2073625"/>
            <a:ext cx="144014" cy="144014"/>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sp>
        <p:nvSpPr>
          <p:cNvPr id="24" name="Oval 23">
            <a:extLst>
              <a:ext uri="{FF2B5EF4-FFF2-40B4-BE49-F238E27FC236}">
                <a16:creationId xmlns:a16="http://schemas.microsoft.com/office/drawing/2014/main" id="{21F5171B-F633-8CFF-F2D1-91B3B8CB1390}"/>
              </a:ext>
              <a:ext uri="{C183D7F6-B498-43B3-948B-1728B52AA6E4}">
                <adec:decorative xmlns:adec="http://schemas.microsoft.com/office/drawing/2017/decorative" val="1"/>
              </a:ext>
            </a:extLst>
          </p:cNvPr>
          <p:cNvSpPr/>
          <p:nvPr/>
        </p:nvSpPr>
        <p:spPr>
          <a:xfrm>
            <a:off x="6023993" y="3702397"/>
            <a:ext cx="144014" cy="144014"/>
          </a:xfrm>
          <a:prstGeom prst="ellipse">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ea typeface="+mn-ea"/>
              <a:cs typeface="+mn-cs"/>
            </a:endParaRPr>
          </a:p>
        </p:txBody>
      </p:sp>
      <p:grpSp>
        <p:nvGrpSpPr>
          <p:cNvPr id="3" name="Group 2" descr="Icon">
            <a:extLst>
              <a:ext uri="{FF2B5EF4-FFF2-40B4-BE49-F238E27FC236}">
                <a16:creationId xmlns:a16="http://schemas.microsoft.com/office/drawing/2014/main" id="{09BDBDD9-FDE8-C702-D802-EF1A1A5518C7}"/>
              </a:ext>
            </a:extLst>
          </p:cNvPr>
          <p:cNvGrpSpPr/>
          <p:nvPr/>
        </p:nvGrpSpPr>
        <p:grpSpPr>
          <a:xfrm>
            <a:off x="4661056" y="3250960"/>
            <a:ext cx="1080000" cy="1080000"/>
            <a:chOff x="4661056" y="3250960"/>
            <a:chExt cx="1080000" cy="1080000"/>
          </a:xfrm>
        </p:grpSpPr>
        <p:sp>
          <p:nvSpPr>
            <p:cNvPr id="22" name="Oval 21">
              <a:extLst>
                <a:ext uri="{FF2B5EF4-FFF2-40B4-BE49-F238E27FC236}">
                  <a16:creationId xmlns:a16="http://schemas.microsoft.com/office/drawing/2014/main" id="{15670FBE-A623-CC6A-6E0A-088F1F3C3E90}"/>
                </a:ext>
              </a:extLst>
            </p:cNvPr>
            <p:cNvSpPr/>
            <p:nvPr/>
          </p:nvSpPr>
          <p:spPr>
            <a:xfrm>
              <a:off x="4661056" y="3250960"/>
              <a:ext cx="1080000" cy="108000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ea typeface="+mn-ea"/>
                <a:cs typeface="+mn-cs"/>
              </a:endParaRPr>
            </a:p>
          </p:txBody>
        </p:sp>
        <p:sp>
          <p:nvSpPr>
            <p:cNvPr id="29" name="Graphic 2">
              <a:extLst>
                <a:ext uri="{FF2B5EF4-FFF2-40B4-BE49-F238E27FC236}">
                  <a16:creationId xmlns:a16="http://schemas.microsoft.com/office/drawing/2014/main" id="{8AAFC34A-8365-FC52-6C12-C7EE91192186}"/>
                </a:ext>
              </a:extLst>
            </p:cNvPr>
            <p:cNvSpPr/>
            <p:nvPr/>
          </p:nvSpPr>
          <p:spPr>
            <a:xfrm>
              <a:off x="4976651" y="3632181"/>
              <a:ext cx="448810" cy="336608"/>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 name="Group 1" descr="Icon">
            <a:extLst>
              <a:ext uri="{FF2B5EF4-FFF2-40B4-BE49-F238E27FC236}">
                <a16:creationId xmlns:a16="http://schemas.microsoft.com/office/drawing/2014/main" id="{414FBE13-E757-6681-A09B-8E54D27E311A}"/>
              </a:ext>
            </a:extLst>
          </p:cNvPr>
          <p:cNvGrpSpPr/>
          <p:nvPr/>
        </p:nvGrpSpPr>
        <p:grpSpPr>
          <a:xfrm>
            <a:off x="6550107" y="1628799"/>
            <a:ext cx="1080000" cy="1080000"/>
            <a:chOff x="6550107" y="1628799"/>
            <a:chExt cx="1080000" cy="1080000"/>
          </a:xfrm>
        </p:grpSpPr>
        <p:sp>
          <p:nvSpPr>
            <p:cNvPr id="21" name="Oval 20">
              <a:extLst>
                <a:ext uri="{FF2B5EF4-FFF2-40B4-BE49-F238E27FC236}">
                  <a16:creationId xmlns:a16="http://schemas.microsoft.com/office/drawing/2014/main" id="{17B4C0AC-EE95-BE86-6A33-9146A9C43247}"/>
                </a:ext>
              </a:extLst>
            </p:cNvPr>
            <p:cNvSpPr/>
            <p:nvPr/>
          </p:nvSpPr>
          <p:spPr>
            <a:xfrm>
              <a:off x="6550107" y="1628799"/>
              <a:ext cx="1080000" cy="108000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ea typeface="+mn-ea"/>
                <a:cs typeface="+mn-cs"/>
              </a:endParaRPr>
            </a:p>
          </p:txBody>
        </p:sp>
        <p:sp>
          <p:nvSpPr>
            <p:cNvPr id="30" name="Graphic 2">
              <a:extLst>
                <a:ext uri="{FF2B5EF4-FFF2-40B4-BE49-F238E27FC236}">
                  <a16:creationId xmlns:a16="http://schemas.microsoft.com/office/drawing/2014/main" id="{3F434B49-D92E-C8AA-D679-B13094BA0503}"/>
                </a:ext>
              </a:extLst>
            </p:cNvPr>
            <p:cNvSpPr/>
            <p:nvPr/>
          </p:nvSpPr>
          <p:spPr>
            <a:xfrm>
              <a:off x="6865702" y="2010020"/>
              <a:ext cx="448810" cy="336608"/>
            </a:xfrm>
            <a:custGeom>
              <a:avLst/>
              <a:gdLst>
                <a:gd name="connsiteX0" fmla="*/ 513057 w 507998"/>
                <a:gd name="connsiteY0" fmla="*/ 117928 h 380999"/>
                <a:gd name="connsiteX1" fmla="*/ 513057 w 507998"/>
                <a:gd name="connsiteY1" fmla="*/ 117928 h 380999"/>
                <a:gd name="connsiteX2" fmla="*/ 513057 w 507998"/>
                <a:gd name="connsiteY2" fmla="*/ 117928 h 380999"/>
                <a:gd name="connsiteX3" fmla="*/ 513057 w 507998"/>
                <a:gd name="connsiteY3" fmla="*/ 115207 h 380999"/>
                <a:gd name="connsiteX4" fmla="*/ 513057 w 507998"/>
                <a:gd name="connsiteY4" fmla="*/ 113937 h 380999"/>
                <a:gd name="connsiteX5" fmla="*/ 513057 w 507998"/>
                <a:gd name="connsiteY5" fmla="*/ 112485 h 380999"/>
                <a:gd name="connsiteX6" fmla="*/ 416900 w 507998"/>
                <a:gd name="connsiteY6" fmla="*/ 3084 h 380999"/>
                <a:gd name="connsiteX7" fmla="*/ 410368 w 507998"/>
                <a:gd name="connsiteY7" fmla="*/ 0 h 380999"/>
                <a:gd name="connsiteX8" fmla="*/ 105570 w 507998"/>
                <a:gd name="connsiteY8" fmla="*/ 0 h 380999"/>
                <a:gd name="connsiteX9" fmla="*/ 104118 w 507998"/>
                <a:gd name="connsiteY9" fmla="*/ 0 h 380999"/>
                <a:gd name="connsiteX10" fmla="*/ 102304 w 507998"/>
                <a:gd name="connsiteY10" fmla="*/ 0 h 380999"/>
                <a:gd name="connsiteX11" fmla="*/ 102304 w 507998"/>
                <a:gd name="connsiteY11" fmla="*/ 0 h 380999"/>
                <a:gd name="connsiteX12" fmla="*/ 100490 w 507998"/>
                <a:gd name="connsiteY12" fmla="*/ 1270 h 380999"/>
                <a:gd name="connsiteX13" fmla="*/ 99220 w 507998"/>
                <a:gd name="connsiteY13" fmla="*/ 2903 h 380999"/>
                <a:gd name="connsiteX14" fmla="*/ 99220 w 507998"/>
                <a:gd name="connsiteY14" fmla="*/ 2903 h 380999"/>
                <a:gd name="connsiteX15" fmla="*/ 2337 w 507998"/>
                <a:gd name="connsiteY15" fmla="*/ 111760 h 380999"/>
                <a:gd name="connsiteX16" fmla="*/ 2337 w 507998"/>
                <a:gd name="connsiteY16" fmla="*/ 123915 h 380999"/>
                <a:gd name="connsiteX17" fmla="*/ 251619 w 507998"/>
                <a:gd name="connsiteY17" fmla="*/ 396058 h 380999"/>
                <a:gd name="connsiteX18" fmla="*/ 251619 w 507998"/>
                <a:gd name="connsiteY18" fmla="*/ 396058 h 380999"/>
                <a:gd name="connsiteX19" fmla="*/ 252889 w 507998"/>
                <a:gd name="connsiteY19" fmla="*/ 396965 h 380999"/>
                <a:gd name="connsiteX20" fmla="*/ 253796 w 507998"/>
                <a:gd name="connsiteY20" fmla="*/ 396965 h 380999"/>
                <a:gd name="connsiteX21" fmla="*/ 254703 w 507998"/>
                <a:gd name="connsiteY21" fmla="*/ 396965 h 380999"/>
                <a:gd name="connsiteX22" fmla="*/ 254703 w 507998"/>
                <a:gd name="connsiteY22" fmla="*/ 396965 h 380999"/>
                <a:gd name="connsiteX23" fmla="*/ 257969 w 507998"/>
                <a:gd name="connsiteY23" fmla="*/ 396965 h 380999"/>
                <a:gd name="connsiteX24" fmla="*/ 257969 w 507998"/>
                <a:gd name="connsiteY24" fmla="*/ 396965 h 380999"/>
                <a:gd name="connsiteX25" fmla="*/ 261416 w 507998"/>
                <a:gd name="connsiteY25" fmla="*/ 396965 h 380999"/>
                <a:gd name="connsiteX26" fmla="*/ 262505 w 507998"/>
                <a:gd name="connsiteY26" fmla="*/ 396965 h 380999"/>
                <a:gd name="connsiteX27" fmla="*/ 262505 w 507998"/>
                <a:gd name="connsiteY27" fmla="*/ 396965 h 380999"/>
                <a:gd name="connsiteX28" fmla="*/ 263593 w 507998"/>
                <a:gd name="connsiteY28" fmla="*/ 396058 h 380999"/>
                <a:gd name="connsiteX29" fmla="*/ 263593 w 507998"/>
                <a:gd name="connsiteY29" fmla="*/ 396058 h 380999"/>
                <a:gd name="connsiteX30" fmla="*/ 509609 w 507998"/>
                <a:gd name="connsiteY30" fmla="*/ 123915 h 380999"/>
                <a:gd name="connsiteX31" fmla="*/ 510698 w 507998"/>
                <a:gd name="connsiteY31" fmla="*/ 122283 h 380999"/>
                <a:gd name="connsiteX32" fmla="*/ 510698 w 507998"/>
                <a:gd name="connsiteY32" fmla="*/ 121194 h 380999"/>
                <a:gd name="connsiteX33" fmla="*/ 513057 w 507998"/>
                <a:gd name="connsiteY33" fmla="*/ 117928 h 380999"/>
                <a:gd name="connsiteX34" fmla="*/ 102667 w 507998"/>
                <a:gd name="connsiteY34" fmla="*/ 26126 h 380999"/>
                <a:gd name="connsiteX35" fmla="*/ 135868 w 507998"/>
                <a:gd name="connsiteY35" fmla="*/ 108857 h 380999"/>
                <a:gd name="connsiteX36" fmla="*/ 29007 w 507998"/>
                <a:gd name="connsiteY36" fmla="*/ 108857 h 380999"/>
                <a:gd name="connsiteX37" fmla="*/ 353400 w 507998"/>
                <a:gd name="connsiteY37" fmla="*/ 127000 h 380999"/>
                <a:gd name="connsiteX38" fmla="*/ 257969 w 507998"/>
                <a:gd name="connsiteY38" fmla="*/ 365578 h 380999"/>
                <a:gd name="connsiteX39" fmla="*/ 162901 w 507998"/>
                <a:gd name="connsiteY39" fmla="*/ 127000 h 380999"/>
                <a:gd name="connsiteX40" fmla="*/ 171972 w 507998"/>
                <a:gd name="connsiteY40" fmla="*/ 108857 h 380999"/>
                <a:gd name="connsiteX41" fmla="*/ 258876 w 507998"/>
                <a:gd name="connsiteY41" fmla="*/ 21953 h 380999"/>
                <a:gd name="connsiteX42" fmla="*/ 344329 w 507998"/>
                <a:gd name="connsiteY42" fmla="*/ 108857 h 380999"/>
                <a:gd name="connsiteX43" fmla="*/ 280829 w 507998"/>
                <a:gd name="connsiteY43" fmla="*/ 18143 h 380999"/>
                <a:gd name="connsiteX44" fmla="*/ 396943 w 507998"/>
                <a:gd name="connsiteY44" fmla="*/ 18143 h 380999"/>
                <a:gd name="connsiteX45" fmla="*/ 363560 w 507998"/>
                <a:gd name="connsiteY45" fmla="*/ 101781 h 380999"/>
                <a:gd name="connsiteX46" fmla="*/ 153829 w 507998"/>
                <a:gd name="connsiteY46" fmla="*/ 101781 h 380999"/>
                <a:gd name="connsiteX47" fmla="*/ 119177 w 507998"/>
                <a:gd name="connsiteY47" fmla="*/ 18143 h 380999"/>
                <a:gd name="connsiteX48" fmla="*/ 235472 w 507998"/>
                <a:gd name="connsiteY48" fmla="*/ 18143 h 380999"/>
                <a:gd name="connsiteX49" fmla="*/ 143125 w 507998"/>
                <a:gd name="connsiteY49" fmla="*/ 127000 h 380999"/>
                <a:gd name="connsiteX50" fmla="*/ 231118 w 507998"/>
                <a:gd name="connsiteY50" fmla="*/ 347254 h 380999"/>
                <a:gd name="connsiteX51" fmla="*/ 29370 w 507998"/>
                <a:gd name="connsiteY51" fmla="*/ 127000 h 380999"/>
                <a:gd name="connsiteX52" fmla="*/ 372994 w 507998"/>
                <a:gd name="connsiteY52" fmla="*/ 127000 h 380999"/>
                <a:gd name="connsiteX53" fmla="*/ 483484 w 507998"/>
                <a:gd name="connsiteY53" fmla="*/ 127000 h 380999"/>
                <a:gd name="connsiteX54" fmla="*/ 285183 w 507998"/>
                <a:gd name="connsiteY54" fmla="*/ 346346 h 380999"/>
                <a:gd name="connsiteX55" fmla="*/ 380614 w 507998"/>
                <a:gd name="connsiteY55" fmla="*/ 108857 h 380999"/>
                <a:gd name="connsiteX56" fmla="*/ 413271 w 507998"/>
                <a:gd name="connsiteY56" fmla="*/ 26307 h 380999"/>
                <a:gd name="connsiteX57" fmla="*/ 484210 w 507998"/>
                <a:gd name="connsiteY57" fmla="*/ 108857 h 3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07998" h="380999">
                  <a:moveTo>
                    <a:pt x="513057" y="117928"/>
                  </a:moveTo>
                  <a:lnTo>
                    <a:pt x="513057" y="117928"/>
                  </a:lnTo>
                  <a:lnTo>
                    <a:pt x="513057" y="117928"/>
                  </a:lnTo>
                  <a:cubicBezTo>
                    <a:pt x="513229" y="117029"/>
                    <a:pt x="513229" y="116106"/>
                    <a:pt x="513057" y="115207"/>
                  </a:cubicBezTo>
                  <a:cubicBezTo>
                    <a:pt x="513151" y="114789"/>
                    <a:pt x="513151" y="114355"/>
                    <a:pt x="513057" y="113937"/>
                  </a:cubicBezTo>
                  <a:cubicBezTo>
                    <a:pt x="513122" y="113455"/>
                    <a:pt x="513122" y="112967"/>
                    <a:pt x="513057" y="112485"/>
                  </a:cubicBezTo>
                  <a:lnTo>
                    <a:pt x="416900" y="3084"/>
                  </a:lnTo>
                  <a:cubicBezTo>
                    <a:pt x="415218" y="1230"/>
                    <a:pt x="412868" y="121"/>
                    <a:pt x="410368" y="0"/>
                  </a:cubicBezTo>
                  <a:lnTo>
                    <a:pt x="105570" y="0"/>
                  </a:lnTo>
                  <a:lnTo>
                    <a:pt x="104118" y="0"/>
                  </a:lnTo>
                  <a:cubicBezTo>
                    <a:pt x="104118" y="0"/>
                    <a:pt x="102848" y="0"/>
                    <a:pt x="102304" y="0"/>
                  </a:cubicBezTo>
                  <a:lnTo>
                    <a:pt x="102304" y="0"/>
                  </a:lnTo>
                  <a:lnTo>
                    <a:pt x="100490" y="1270"/>
                  </a:lnTo>
                  <a:lnTo>
                    <a:pt x="99220" y="2903"/>
                  </a:lnTo>
                  <a:lnTo>
                    <a:pt x="99220" y="2903"/>
                  </a:lnTo>
                  <a:lnTo>
                    <a:pt x="2337" y="111760"/>
                  </a:lnTo>
                  <a:cubicBezTo>
                    <a:pt x="-779" y="115213"/>
                    <a:pt x="-779" y="120463"/>
                    <a:pt x="2337" y="123915"/>
                  </a:cubicBezTo>
                  <a:lnTo>
                    <a:pt x="251619" y="396058"/>
                  </a:lnTo>
                  <a:lnTo>
                    <a:pt x="251619" y="396058"/>
                  </a:lnTo>
                  <a:cubicBezTo>
                    <a:pt x="251962" y="396459"/>
                    <a:pt x="252399" y="396769"/>
                    <a:pt x="252889" y="396965"/>
                  </a:cubicBezTo>
                  <a:lnTo>
                    <a:pt x="253796" y="396965"/>
                  </a:lnTo>
                  <a:lnTo>
                    <a:pt x="254703" y="396965"/>
                  </a:lnTo>
                  <a:lnTo>
                    <a:pt x="254703" y="396965"/>
                  </a:lnTo>
                  <a:cubicBezTo>
                    <a:pt x="255777" y="397219"/>
                    <a:pt x="256895" y="397219"/>
                    <a:pt x="257969" y="396965"/>
                  </a:cubicBezTo>
                  <a:lnTo>
                    <a:pt x="257969" y="396965"/>
                  </a:lnTo>
                  <a:cubicBezTo>
                    <a:pt x="259103" y="397222"/>
                    <a:pt x="260282" y="397222"/>
                    <a:pt x="261416" y="396965"/>
                  </a:cubicBezTo>
                  <a:cubicBezTo>
                    <a:pt x="261416" y="396965"/>
                    <a:pt x="261416" y="396965"/>
                    <a:pt x="262505" y="396965"/>
                  </a:cubicBezTo>
                  <a:lnTo>
                    <a:pt x="262505" y="396965"/>
                  </a:lnTo>
                  <a:cubicBezTo>
                    <a:pt x="262505" y="396965"/>
                    <a:pt x="263412" y="396965"/>
                    <a:pt x="263593" y="396058"/>
                  </a:cubicBezTo>
                  <a:lnTo>
                    <a:pt x="263593" y="396058"/>
                  </a:lnTo>
                  <a:lnTo>
                    <a:pt x="509609" y="123915"/>
                  </a:lnTo>
                  <a:cubicBezTo>
                    <a:pt x="510034" y="123415"/>
                    <a:pt x="510399" y="122867"/>
                    <a:pt x="510698" y="122283"/>
                  </a:cubicBezTo>
                  <a:lnTo>
                    <a:pt x="510698" y="121194"/>
                  </a:lnTo>
                  <a:cubicBezTo>
                    <a:pt x="511770" y="120343"/>
                    <a:pt x="512585" y="119213"/>
                    <a:pt x="513057" y="117928"/>
                  </a:cubicBezTo>
                  <a:close/>
                  <a:moveTo>
                    <a:pt x="102667" y="26126"/>
                  </a:moveTo>
                  <a:lnTo>
                    <a:pt x="135868" y="108857"/>
                  </a:lnTo>
                  <a:lnTo>
                    <a:pt x="29007" y="108857"/>
                  </a:lnTo>
                  <a:close/>
                  <a:moveTo>
                    <a:pt x="353400" y="127000"/>
                  </a:moveTo>
                  <a:lnTo>
                    <a:pt x="257969" y="365578"/>
                  </a:lnTo>
                  <a:lnTo>
                    <a:pt x="162901" y="127000"/>
                  </a:lnTo>
                  <a:close/>
                  <a:moveTo>
                    <a:pt x="171972" y="108857"/>
                  </a:moveTo>
                  <a:lnTo>
                    <a:pt x="258876" y="21953"/>
                  </a:lnTo>
                  <a:lnTo>
                    <a:pt x="344329" y="108857"/>
                  </a:lnTo>
                  <a:close/>
                  <a:moveTo>
                    <a:pt x="280829" y="18143"/>
                  </a:moveTo>
                  <a:lnTo>
                    <a:pt x="396943" y="18143"/>
                  </a:lnTo>
                  <a:lnTo>
                    <a:pt x="363560" y="101781"/>
                  </a:lnTo>
                  <a:close/>
                  <a:moveTo>
                    <a:pt x="153829" y="101781"/>
                  </a:moveTo>
                  <a:lnTo>
                    <a:pt x="119177" y="18143"/>
                  </a:lnTo>
                  <a:lnTo>
                    <a:pt x="235472" y="18143"/>
                  </a:lnTo>
                  <a:close/>
                  <a:moveTo>
                    <a:pt x="143125" y="127000"/>
                  </a:moveTo>
                  <a:lnTo>
                    <a:pt x="231118" y="347254"/>
                  </a:lnTo>
                  <a:lnTo>
                    <a:pt x="29370" y="127000"/>
                  </a:lnTo>
                  <a:close/>
                  <a:moveTo>
                    <a:pt x="372994" y="127000"/>
                  </a:moveTo>
                  <a:lnTo>
                    <a:pt x="483484" y="127000"/>
                  </a:lnTo>
                  <a:lnTo>
                    <a:pt x="285183" y="346346"/>
                  </a:lnTo>
                  <a:close/>
                  <a:moveTo>
                    <a:pt x="380614" y="108857"/>
                  </a:moveTo>
                  <a:lnTo>
                    <a:pt x="413271" y="26307"/>
                  </a:lnTo>
                  <a:lnTo>
                    <a:pt x="484210" y="108857"/>
                  </a:lnTo>
                  <a:close/>
                </a:path>
              </a:pathLst>
            </a:custGeom>
            <a:solidFill>
              <a:schemeClr val="bg1"/>
            </a:solidFill>
            <a:ln w="180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5" name="Rounded Rectangle 1">
            <a:extLst>
              <a:ext uri="{FF2B5EF4-FFF2-40B4-BE49-F238E27FC236}">
                <a16:creationId xmlns:a16="http://schemas.microsoft.com/office/drawing/2014/main" id="{0452A8DD-8E02-0722-8034-3AAE41F082EF}"/>
              </a:ext>
            </a:extLst>
          </p:cNvPr>
          <p:cNvSpPr>
            <a:spLocks noChangeAspect="1"/>
          </p:cNvSpPr>
          <p:nvPr/>
        </p:nvSpPr>
        <p:spPr>
          <a:xfrm>
            <a:off x="5605091" y="4840260"/>
            <a:ext cx="981818" cy="981818"/>
          </a:xfrm>
          <a:prstGeom prst="ellipse">
            <a:avLst/>
          </a:prstGeom>
          <a:solidFill>
            <a:schemeClr val="tx2"/>
          </a:solidFill>
          <a:ln w="19050">
            <a:noFill/>
          </a:ln>
          <a:effectLst/>
        </p:spPr>
        <p:style>
          <a:lnRef idx="1">
            <a:schemeClr val="accent1"/>
          </a:lnRef>
          <a:fillRef idx="3">
            <a:schemeClr val="accent1"/>
          </a:fillRef>
          <a:effectRef idx="2">
            <a:schemeClr val="accent1"/>
          </a:effectRef>
          <a:fontRef idx="minor">
            <a:schemeClr val="lt1"/>
          </a:fontRef>
        </p:style>
        <p:txBody>
          <a:bodyPr lIns="90000" tIns="46800" rIns="9000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FFFFFF"/>
                </a:solidFill>
                <a:effectLst/>
                <a:uLnTx/>
                <a:uFillTx/>
                <a:ea typeface="+mn-ea"/>
                <a:cs typeface="+mn-cs"/>
              </a:rPr>
              <a:t>FINISH</a:t>
            </a:r>
          </a:p>
        </p:txBody>
      </p:sp>
      <p:sp>
        <p:nvSpPr>
          <p:cNvPr id="4" name="Rectangle 3">
            <a:extLst>
              <a:ext uri="{FF2B5EF4-FFF2-40B4-BE49-F238E27FC236}">
                <a16:creationId xmlns:a16="http://schemas.microsoft.com/office/drawing/2014/main" id="{E0DAF592-B8FB-0A1E-4878-3464A31F845C}"/>
              </a:ext>
            </a:extLst>
          </p:cNvPr>
          <p:cNvSpPr/>
          <p:nvPr/>
        </p:nvSpPr>
        <p:spPr>
          <a:xfrm>
            <a:off x="12192000" y="3458487"/>
            <a:ext cx="2612883" cy="1482681"/>
          </a:xfrm>
          <a:prstGeom prst="rect">
            <a:avLst/>
          </a:prstGeom>
          <a:solidFill>
            <a:srgbClr val="FF816E"/>
          </a:solidFill>
          <a:ln>
            <a:noFill/>
          </a:ln>
        </p:spPr>
        <p:txBody>
          <a:bodyPr wrap="square" tIns="54000" bIns="54000" rtlCol="0">
            <a:noAutofit/>
          </a:bodyPr>
          <a:lstStyle/>
          <a:p>
            <a:pPr marL="0" marR="0" lvl="0" indent="0" algn="l" defTabSz="914400" rtl="0" eaLnBrk="1" fontAlgn="auto" latinLnBrk="0" hangingPunct="1">
              <a:lnSpc>
                <a:spcPct val="100000"/>
              </a:lnSpc>
              <a:spcBef>
                <a:spcPts val="400"/>
              </a:spcBef>
              <a:spcAft>
                <a:spcPts val="0"/>
              </a:spcAft>
              <a:buClr>
                <a:srgbClr val="000000"/>
              </a:buClr>
              <a:buSzTx/>
              <a:buFontTx/>
              <a:buNone/>
              <a:tabLst>
                <a:tab pos="809625" algn="l"/>
              </a:tabLst>
              <a:defRPr/>
            </a:pPr>
            <a:r>
              <a:rPr kumimoji="0" lang="en-US" sz="1200" b="0" i="0" u="none" strike="noStrike" kern="1200" cap="none" spc="0" normalizeH="0" baseline="0" noProof="0" dirty="0">
                <a:ln>
                  <a:noFill/>
                </a:ln>
                <a:solidFill>
                  <a:srgbClr val="000000"/>
                </a:solidFill>
                <a:effectLst/>
                <a:uLnTx/>
                <a:uFillTx/>
                <a:latin typeface="Ubuntu" panose="020B0504030602030204" pitchFamily="34" charset="0"/>
                <a:ea typeface="+mn-ea"/>
                <a:cs typeface="+mn-cs"/>
              </a:rPr>
              <a:t>TIP: Timeline transition can continue for as many slides as needed, remember to continue the central line off the bottom of the slide for a multiple-slide transition, and finish the line at your final milestone.</a:t>
            </a:r>
          </a:p>
        </p:txBody>
      </p:sp>
      <p:sp>
        <p:nvSpPr>
          <p:cNvPr id="7" name="TextBox 6">
            <a:extLst>
              <a:ext uri="{FF2B5EF4-FFF2-40B4-BE49-F238E27FC236}">
                <a16:creationId xmlns:a16="http://schemas.microsoft.com/office/drawing/2014/main" id="{786B214C-700C-6F24-9893-953B0E3C7807}"/>
              </a:ext>
            </a:extLst>
          </p:cNvPr>
          <p:cNvSpPr txBox="1"/>
          <p:nvPr>
            <p:custDataLst>
              <p:tags r:id="rId1"/>
            </p:custDataLst>
          </p:nvPr>
        </p:nvSpPr>
        <p:spPr>
          <a:xfrm>
            <a:off x="-1" y="6093296"/>
            <a:ext cx="5541819" cy="231750"/>
          </a:xfrm>
          <a:prstGeom prst="rect">
            <a:avLst/>
          </a:prstGeom>
          <a:solidFill>
            <a:srgbClr val="FF816E"/>
          </a:solidFill>
          <a:ln>
            <a:noFill/>
          </a:ln>
        </p:spPr>
        <p:txBody>
          <a:bodyPr wrap="square" tIns="54000" bIns="54000" rtlCol="0">
            <a:noAutofit/>
          </a:bodyPr>
          <a:lstStyle>
            <a:defPPr>
              <a:defRPr lang="de-DE"/>
            </a:defPPr>
            <a:lvl1pPr algn="just">
              <a:spcBef>
                <a:spcPts val="400"/>
              </a:spcBef>
              <a:buClr>
                <a:schemeClr val="tx1"/>
              </a:buClr>
              <a:tabLst>
                <a:tab pos="809625" algn="l"/>
              </a:tabLst>
              <a:defRPr sz="1200">
                <a:latin typeface="Calibri" pitchFamily="34" charset="0"/>
              </a:defRPr>
            </a:lvl1pPr>
          </a:lstStyle>
          <a:p>
            <a:pPr marL="0" marR="0" lvl="1" indent="0" algn="l" defTabSz="914400" rtl="0" eaLnBrk="1" fontAlgn="auto" latinLnBrk="0" hangingPunct="1">
              <a:lnSpc>
                <a:spcPct val="100000"/>
              </a:lnSpc>
              <a:spcBef>
                <a:spcPts val="400"/>
              </a:spcBef>
              <a:spcAft>
                <a:spcPts val="0"/>
              </a:spcAft>
              <a:buClr>
                <a:srgbClr val="0070AD"/>
              </a:buClr>
              <a:buSzPct val="100000"/>
              <a:buFontTx/>
              <a:buNone/>
              <a:tabLst/>
              <a:defRPr/>
            </a:pPr>
            <a:r>
              <a:rPr kumimoji="0" lang="en-US" sz="800" b="1" i="0" u="none" strike="noStrike" kern="1200" cap="none" spc="0" normalizeH="0" baseline="0" noProof="0" dirty="0">
                <a:ln>
                  <a:noFill/>
                </a:ln>
                <a:solidFill>
                  <a:srgbClr val="000000"/>
                </a:solidFill>
                <a:effectLst/>
                <a:uLnTx/>
                <a:uFillTx/>
                <a:latin typeface="Ubuntu" panose="020B0504030602030204" pitchFamily="34" charset="0"/>
                <a:ea typeface="+mn-ea"/>
                <a:cs typeface="+mn-cs"/>
                <a:sym typeface="Calibri"/>
              </a:rPr>
              <a:t>TIP: </a:t>
            </a:r>
            <a:r>
              <a:rPr kumimoji="0" lang="en-US" sz="800" b="0" i="0" u="none" strike="noStrike" kern="1200" cap="none" spc="0" normalizeH="0" baseline="0" noProof="0" dirty="0">
                <a:ln>
                  <a:noFill/>
                </a:ln>
                <a:solidFill>
                  <a:srgbClr val="000000"/>
                </a:solidFill>
                <a:effectLst/>
                <a:uLnTx/>
                <a:uFillTx/>
                <a:latin typeface="Ubuntu" panose="020B0504030602030204" pitchFamily="34" charset="0"/>
                <a:ea typeface="+mn-ea"/>
                <a:cs typeface="Calibri" pitchFamily="34" charset="0"/>
              </a:rPr>
              <a:t>This slide features a transition which can be used alongside the previous slide to create an animated timeline.</a:t>
            </a:r>
          </a:p>
        </p:txBody>
      </p:sp>
      <p:sp>
        <p:nvSpPr>
          <p:cNvPr id="26" name="Date Placeholder 25">
            <a:extLst>
              <a:ext uri="{FF2B5EF4-FFF2-40B4-BE49-F238E27FC236}">
                <a16:creationId xmlns:a16="http://schemas.microsoft.com/office/drawing/2014/main" id="{2516BD0E-9D0E-50FA-8BD3-B35E8B60F396}"/>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7" name="Footer Placeholder 26">
            <a:extLst>
              <a:ext uri="{FF2B5EF4-FFF2-40B4-BE49-F238E27FC236}">
                <a16:creationId xmlns:a16="http://schemas.microsoft.com/office/drawing/2014/main" id="{E0B291CF-0FF2-9710-CE37-67C13F10FC55}"/>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8" name="Slide Number Placeholder 27">
            <a:extLst>
              <a:ext uri="{FF2B5EF4-FFF2-40B4-BE49-F238E27FC236}">
                <a16:creationId xmlns:a16="http://schemas.microsoft.com/office/drawing/2014/main" id="{341C6279-B18C-7108-84D4-52C9396B943E}"/>
              </a:ext>
            </a:extLst>
          </p:cNvPr>
          <p:cNvSpPr>
            <a:spLocks noGrp="1"/>
          </p:cNvSpPr>
          <p:nvPr>
            <p:ph type="sldNum" sz="quarter" idx="12"/>
          </p:nvPr>
        </p:nvSpPr>
        <p:spPr/>
        <p:txBody>
          <a:bodyPr/>
          <a:lstStyle/>
          <a:p>
            <a:pPr algn="r"/>
            <a:fld id="{5D9A5160-6218-4E5A-B9E6-B93E3DAE377C}" type="slidenum">
              <a:rPr lang="en-US" smtClean="0"/>
              <a:pPr algn="r"/>
              <a:t>85</a:t>
            </a:fld>
            <a:endParaRPr lang="en-US" dirty="0"/>
          </a:p>
        </p:txBody>
      </p:sp>
    </p:spTree>
    <p:extLst>
      <p:ext uri="{BB962C8B-B14F-4D97-AF65-F5344CB8AC3E}">
        <p14:creationId xmlns:p14="http://schemas.microsoft.com/office/powerpoint/2010/main" val="207106368"/>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CCB3CD-76D4-A4BA-E988-18AF28498E5D}"/>
            </a:ext>
          </a:extLst>
        </p:cNvPr>
        <p:cNvGrpSpPr/>
        <p:nvPr/>
      </p:nvGrpSpPr>
      <p:grpSpPr>
        <a:xfrm>
          <a:off x="0" y="0"/>
          <a:ext cx="0" cy="0"/>
          <a:chOff x="0" y="0"/>
          <a:chExt cx="0" cy="0"/>
        </a:xfrm>
      </p:grpSpPr>
      <p:sp>
        <p:nvSpPr>
          <p:cNvPr id="6" name="Text Box 13">
            <a:extLst>
              <a:ext uri="{FF2B5EF4-FFF2-40B4-BE49-F238E27FC236}">
                <a16:creationId xmlns:a16="http://schemas.microsoft.com/office/drawing/2014/main" id="{591AEBC2-CAEC-E1BB-9C18-AF63C7BB1C15}"/>
              </a:ext>
            </a:extLst>
          </p:cNvPr>
          <p:cNvSpPr txBox="1">
            <a:spLocks noChangeArrowheads="1"/>
          </p:cNvSpPr>
          <p:nvPr/>
        </p:nvSpPr>
        <p:spPr bwMode="gray">
          <a:xfrm>
            <a:off x="9199371" y="3341663"/>
            <a:ext cx="2372259" cy="1031051"/>
          </a:xfrm>
          <a:prstGeom prst="rect">
            <a:avLst/>
          </a:prstGeom>
          <a:noFill/>
          <a:ln w="9525" algn="ctr">
            <a:noFill/>
            <a:miter lim="800000"/>
            <a:headEnd/>
            <a:tailEnd/>
          </a:ln>
        </p:spPr>
        <p:txBody>
          <a:bodyPr wrap="square" lIns="0" tIns="0" rIns="0" bIns="0">
            <a:spAutoFit/>
          </a:bodyPr>
          <a:lstStyle/>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Ubuntu"/>
                <a:ea typeface="+mn-ea"/>
                <a:cs typeface="+mn-cs"/>
              </a:rPr>
              <a:t>Description</a:t>
            </a:r>
            <a:endParaRPr kumimoji="0" lang="en-US" sz="1200" b="0" i="0" u="none" strike="noStrike" kern="1200" cap="none" spc="0" normalizeH="0" baseline="0" noProof="0" dirty="0">
              <a:ln>
                <a:noFill/>
              </a:ln>
              <a:solidFill>
                <a:prstClr val="black"/>
              </a:solidFill>
              <a:effectLst/>
              <a:uLnTx/>
              <a:uFillTx/>
              <a:latin typeface="Ubuntu"/>
              <a:ea typeface="+mn-ea"/>
              <a:cs typeface="+mn-cs"/>
            </a:endParaRPr>
          </a:p>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This is a placeholder text. </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This text can be replaced </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with your own text. </a:t>
            </a:r>
          </a:p>
        </p:txBody>
      </p:sp>
      <p:sp>
        <p:nvSpPr>
          <p:cNvPr id="7" name="Text Box 13">
            <a:extLst>
              <a:ext uri="{FF2B5EF4-FFF2-40B4-BE49-F238E27FC236}">
                <a16:creationId xmlns:a16="http://schemas.microsoft.com/office/drawing/2014/main" id="{992A0C3B-3207-FE4A-A377-AAF0A3D6D366}"/>
              </a:ext>
            </a:extLst>
          </p:cNvPr>
          <p:cNvSpPr txBox="1">
            <a:spLocks noChangeArrowheads="1"/>
          </p:cNvSpPr>
          <p:nvPr/>
        </p:nvSpPr>
        <p:spPr bwMode="gray">
          <a:xfrm>
            <a:off x="793331" y="2656303"/>
            <a:ext cx="2232677" cy="1031051"/>
          </a:xfrm>
          <a:prstGeom prst="rect">
            <a:avLst/>
          </a:prstGeom>
          <a:noFill/>
          <a:ln w="9525" algn="ctr">
            <a:noFill/>
            <a:miter lim="800000"/>
            <a:headEnd/>
            <a:tailEnd/>
          </a:ln>
        </p:spPr>
        <p:txBody>
          <a:bodyPr wrap="square" lIns="0" tIns="0" rIns="0" bIns="0">
            <a:spAutoFit/>
          </a:bodyPr>
          <a:lstStyle/>
          <a:p>
            <a:pPr marL="0" marR="0" lvl="0" indent="0" algn="r" defTabSz="801688"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Ubuntu"/>
                <a:ea typeface="+mn-ea"/>
                <a:cs typeface="+mn-cs"/>
              </a:rPr>
              <a:t>Description</a:t>
            </a:r>
            <a:endParaRPr kumimoji="0" lang="en-US" sz="1200" b="0" i="0" u="none" strike="noStrike" kern="1200" cap="none" spc="0" normalizeH="0" baseline="0" noProof="0" dirty="0">
              <a:ln>
                <a:noFill/>
              </a:ln>
              <a:solidFill>
                <a:prstClr val="black"/>
              </a:solidFill>
              <a:effectLst/>
              <a:uLnTx/>
              <a:uFillTx/>
              <a:latin typeface="Ubuntu"/>
              <a:ea typeface="+mn-ea"/>
              <a:cs typeface="+mn-cs"/>
            </a:endParaRPr>
          </a:p>
          <a:p>
            <a:pPr marL="0" marR="0" lvl="0" indent="0" algn="r" defTabSz="801688"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This is a placeholder text. </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This text can be replaced </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with your own text. </a:t>
            </a:r>
          </a:p>
        </p:txBody>
      </p:sp>
      <p:sp>
        <p:nvSpPr>
          <p:cNvPr id="9" name="Freeform 6">
            <a:extLst>
              <a:ext uri="{FF2B5EF4-FFF2-40B4-BE49-F238E27FC236}">
                <a16:creationId xmlns:a16="http://schemas.microsoft.com/office/drawing/2014/main" id="{C331D3BB-D13B-1860-5E4F-BE1886F7C426}"/>
              </a:ext>
            </a:extLst>
          </p:cNvPr>
          <p:cNvSpPr>
            <a:spLocks/>
          </p:cNvSpPr>
          <p:nvPr/>
        </p:nvSpPr>
        <p:spPr bwMode="auto">
          <a:xfrm>
            <a:off x="6396667" y="2297107"/>
            <a:ext cx="2520000" cy="2520000"/>
          </a:xfrm>
          <a:custGeom>
            <a:avLst/>
            <a:gdLst>
              <a:gd name="T0" fmla="*/ 575 w 1151"/>
              <a:gd name="T1" fmla="*/ 0 h 1152"/>
              <a:gd name="T2" fmla="*/ 194 w 1151"/>
              <a:gd name="T3" fmla="*/ 145 h 1152"/>
              <a:gd name="T4" fmla="*/ 6 w 1151"/>
              <a:gd name="T5" fmla="*/ 496 h 1152"/>
              <a:gd name="T6" fmla="*/ 0 w 1151"/>
              <a:gd name="T7" fmla="*/ 576 h 1152"/>
              <a:gd name="T8" fmla="*/ 31 w 1151"/>
              <a:gd name="T9" fmla="*/ 762 h 1152"/>
              <a:gd name="T10" fmla="*/ 485 w 1151"/>
              <a:gd name="T11" fmla="*/ 1144 h 1152"/>
              <a:gd name="T12" fmla="*/ 575 w 1151"/>
              <a:gd name="T13" fmla="*/ 1152 h 1152"/>
              <a:gd name="T14" fmla="*/ 1151 w 1151"/>
              <a:gd name="T15" fmla="*/ 576 h 1152"/>
              <a:gd name="T16" fmla="*/ 575 w 1151"/>
              <a:gd name="T17" fmla="*/ 0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1" h="1152">
                <a:moveTo>
                  <a:pt x="575" y="0"/>
                </a:moveTo>
                <a:cubicBezTo>
                  <a:pt x="429" y="0"/>
                  <a:pt x="295" y="55"/>
                  <a:pt x="194" y="145"/>
                </a:cubicBezTo>
                <a:cubicBezTo>
                  <a:pt x="94" y="234"/>
                  <a:pt x="25" y="357"/>
                  <a:pt x="6" y="496"/>
                </a:cubicBezTo>
                <a:cubicBezTo>
                  <a:pt x="2" y="522"/>
                  <a:pt x="0" y="549"/>
                  <a:pt x="0" y="576"/>
                </a:cubicBezTo>
                <a:cubicBezTo>
                  <a:pt x="0" y="641"/>
                  <a:pt x="11" y="704"/>
                  <a:pt x="31" y="762"/>
                </a:cubicBezTo>
                <a:cubicBezTo>
                  <a:pt x="99" y="961"/>
                  <a:pt x="273" y="1111"/>
                  <a:pt x="485" y="1144"/>
                </a:cubicBezTo>
                <a:cubicBezTo>
                  <a:pt x="515" y="1149"/>
                  <a:pt x="545" y="1152"/>
                  <a:pt x="575" y="1152"/>
                </a:cubicBezTo>
                <a:cubicBezTo>
                  <a:pt x="893" y="1152"/>
                  <a:pt x="1151" y="894"/>
                  <a:pt x="1151" y="576"/>
                </a:cubicBezTo>
                <a:cubicBezTo>
                  <a:pt x="1151" y="258"/>
                  <a:pt x="893" y="0"/>
                  <a:pt x="575" y="0"/>
                </a:cubicBezTo>
                <a:close/>
              </a:path>
            </a:pathLst>
          </a:custGeom>
          <a:solidFill>
            <a:schemeClr val="accent3"/>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1DB7F3"/>
                </a:solidFill>
                <a:effectLst/>
                <a:uLnTx/>
                <a:uFillTx/>
                <a:latin typeface="Ubuntu"/>
                <a:ea typeface="+mn-ea"/>
                <a:cs typeface="+mn-cs"/>
              </a:rPr>
              <a:t>35%</a:t>
            </a:r>
            <a:br>
              <a:rPr kumimoji="0" lang="en-US" sz="3200" b="1" i="0" u="none" strike="noStrike" kern="1200" cap="none" spc="0" normalizeH="0" baseline="0" noProof="0" dirty="0">
                <a:ln>
                  <a:noFill/>
                </a:ln>
                <a:solidFill>
                  <a:srgbClr val="FFFFFF"/>
                </a:solidFill>
                <a:effectLst/>
                <a:uLnTx/>
                <a:uFillTx/>
                <a:latin typeface="Ubuntu"/>
                <a:ea typeface="+mn-ea"/>
                <a:cs typeface="+mn-cs"/>
              </a:rPr>
            </a:br>
            <a:r>
              <a:rPr kumimoji="0" lang="en-US" sz="1800" b="0" i="0" u="none" strike="noStrike" kern="1200" cap="none" spc="0" normalizeH="0" baseline="0" noProof="0" dirty="0">
                <a:ln>
                  <a:noFill/>
                </a:ln>
                <a:solidFill>
                  <a:srgbClr val="FFFFFF"/>
                </a:solidFill>
                <a:effectLst/>
                <a:uLnTx/>
                <a:uFillTx/>
                <a:latin typeface="Ubuntu"/>
                <a:ea typeface="+mn-ea"/>
                <a:cs typeface="+mn-cs"/>
              </a:rPr>
              <a:t>2018</a:t>
            </a:r>
          </a:p>
        </p:txBody>
      </p:sp>
      <p:sp>
        <p:nvSpPr>
          <p:cNvPr id="12" name="Freeform 6">
            <a:extLst>
              <a:ext uri="{FF2B5EF4-FFF2-40B4-BE49-F238E27FC236}">
                <a16:creationId xmlns:a16="http://schemas.microsoft.com/office/drawing/2014/main" id="{507EB067-5943-3AB1-E69F-260F1AECD5D5}"/>
              </a:ext>
            </a:extLst>
          </p:cNvPr>
          <p:cNvSpPr>
            <a:spLocks/>
          </p:cNvSpPr>
          <p:nvPr/>
        </p:nvSpPr>
        <p:spPr bwMode="auto">
          <a:xfrm>
            <a:off x="5219185" y="4347673"/>
            <a:ext cx="1350000" cy="1350000"/>
          </a:xfrm>
          <a:custGeom>
            <a:avLst/>
            <a:gdLst>
              <a:gd name="T0" fmla="*/ 575 w 1151"/>
              <a:gd name="T1" fmla="*/ 0 h 1152"/>
              <a:gd name="T2" fmla="*/ 194 w 1151"/>
              <a:gd name="T3" fmla="*/ 145 h 1152"/>
              <a:gd name="T4" fmla="*/ 6 w 1151"/>
              <a:gd name="T5" fmla="*/ 496 h 1152"/>
              <a:gd name="T6" fmla="*/ 0 w 1151"/>
              <a:gd name="T7" fmla="*/ 576 h 1152"/>
              <a:gd name="T8" fmla="*/ 31 w 1151"/>
              <a:gd name="T9" fmla="*/ 762 h 1152"/>
              <a:gd name="T10" fmla="*/ 485 w 1151"/>
              <a:gd name="T11" fmla="*/ 1144 h 1152"/>
              <a:gd name="T12" fmla="*/ 575 w 1151"/>
              <a:gd name="T13" fmla="*/ 1152 h 1152"/>
              <a:gd name="T14" fmla="*/ 1151 w 1151"/>
              <a:gd name="T15" fmla="*/ 576 h 1152"/>
              <a:gd name="T16" fmla="*/ 575 w 1151"/>
              <a:gd name="T17" fmla="*/ 0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1" h="1152">
                <a:moveTo>
                  <a:pt x="575" y="0"/>
                </a:moveTo>
                <a:cubicBezTo>
                  <a:pt x="429" y="0"/>
                  <a:pt x="295" y="55"/>
                  <a:pt x="194" y="145"/>
                </a:cubicBezTo>
                <a:cubicBezTo>
                  <a:pt x="94" y="234"/>
                  <a:pt x="25" y="357"/>
                  <a:pt x="6" y="496"/>
                </a:cubicBezTo>
                <a:cubicBezTo>
                  <a:pt x="2" y="522"/>
                  <a:pt x="0" y="549"/>
                  <a:pt x="0" y="576"/>
                </a:cubicBezTo>
                <a:cubicBezTo>
                  <a:pt x="0" y="641"/>
                  <a:pt x="11" y="704"/>
                  <a:pt x="31" y="762"/>
                </a:cubicBezTo>
                <a:cubicBezTo>
                  <a:pt x="99" y="961"/>
                  <a:pt x="273" y="1111"/>
                  <a:pt x="485" y="1144"/>
                </a:cubicBezTo>
                <a:cubicBezTo>
                  <a:pt x="515" y="1149"/>
                  <a:pt x="545" y="1152"/>
                  <a:pt x="575" y="1152"/>
                </a:cubicBezTo>
                <a:cubicBezTo>
                  <a:pt x="893" y="1152"/>
                  <a:pt x="1151" y="894"/>
                  <a:pt x="1151" y="576"/>
                </a:cubicBezTo>
                <a:cubicBezTo>
                  <a:pt x="1151" y="258"/>
                  <a:pt x="893" y="0"/>
                  <a:pt x="575" y="0"/>
                </a:cubicBezTo>
                <a:close/>
              </a:path>
            </a:pathLst>
          </a:custGeom>
          <a:solidFill>
            <a:schemeClr val="tx2"/>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1DB7F3"/>
                </a:solidFill>
                <a:effectLst/>
                <a:uLnTx/>
                <a:uFillTx/>
                <a:latin typeface="Ubuntu"/>
                <a:ea typeface="+mn-ea"/>
                <a:cs typeface="+mn-cs"/>
              </a:rPr>
              <a:t>15%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Ubuntu"/>
                <a:ea typeface="+mn-ea"/>
                <a:cs typeface="+mn-cs"/>
              </a:rPr>
              <a:t>2017</a:t>
            </a:r>
            <a:endParaRPr kumimoji="0" lang="en-US" sz="1200" b="1" i="0" u="none" strike="noStrike" kern="1200" cap="none" spc="0" normalizeH="0" baseline="0" noProof="0" dirty="0">
              <a:ln>
                <a:noFill/>
              </a:ln>
              <a:solidFill>
                <a:srgbClr val="FFFFFF"/>
              </a:solidFill>
              <a:effectLst/>
              <a:uLnTx/>
              <a:uFillTx/>
              <a:latin typeface="Ubuntu"/>
              <a:ea typeface="+mn-ea"/>
              <a:cs typeface="+mn-cs"/>
            </a:endParaRPr>
          </a:p>
        </p:txBody>
      </p:sp>
      <p:sp>
        <p:nvSpPr>
          <p:cNvPr id="15" name="Freeform 6">
            <a:extLst>
              <a:ext uri="{FF2B5EF4-FFF2-40B4-BE49-F238E27FC236}">
                <a16:creationId xmlns:a16="http://schemas.microsoft.com/office/drawing/2014/main" id="{EAAA9BAE-1B5E-7C20-2586-AF61B3CBDF39}"/>
              </a:ext>
            </a:extLst>
          </p:cNvPr>
          <p:cNvSpPr>
            <a:spLocks/>
          </p:cNvSpPr>
          <p:nvPr/>
        </p:nvSpPr>
        <p:spPr bwMode="auto">
          <a:xfrm>
            <a:off x="4319658" y="5476942"/>
            <a:ext cx="900000" cy="900000"/>
          </a:xfrm>
          <a:custGeom>
            <a:avLst/>
            <a:gdLst>
              <a:gd name="T0" fmla="*/ 575 w 1151"/>
              <a:gd name="T1" fmla="*/ 0 h 1152"/>
              <a:gd name="T2" fmla="*/ 194 w 1151"/>
              <a:gd name="T3" fmla="*/ 145 h 1152"/>
              <a:gd name="T4" fmla="*/ 6 w 1151"/>
              <a:gd name="T5" fmla="*/ 496 h 1152"/>
              <a:gd name="T6" fmla="*/ 0 w 1151"/>
              <a:gd name="T7" fmla="*/ 576 h 1152"/>
              <a:gd name="T8" fmla="*/ 31 w 1151"/>
              <a:gd name="T9" fmla="*/ 762 h 1152"/>
              <a:gd name="T10" fmla="*/ 485 w 1151"/>
              <a:gd name="T11" fmla="*/ 1144 h 1152"/>
              <a:gd name="T12" fmla="*/ 575 w 1151"/>
              <a:gd name="T13" fmla="*/ 1152 h 1152"/>
              <a:gd name="T14" fmla="*/ 1151 w 1151"/>
              <a:gd name="T15" fmla="*/ 576 h 1152"/>
              <a:gd name="T16" fmla="*/ 575 w 1151"/>
              <a:gd name="T17" fmla="*/ 0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1" h="1152">
                <a:moveTo>
                  <a:pt x="575" y="0"/>
                </a:moveTo>
                <a:cubicBezTo>
                  <a:pt x="429" y="0"/>
                  <a:pt x="295" y="55"/>
                  <a:pt x="194" y="145"/>
                </a:cubicBezTo>
                <a:cubicBezTo>
                  <a:pt x="94" y="234"/>
                  <a:pt x="25" y="357"/>
                  <a:pt x="6" y="496"/>
                </a:cubicBezTo>
                <a:cubicBezTo>
                  <a:pt x="2" y="522"/>
                  <a:pt x="0" y="549"/>
                  <a:pt x="0" y="576"/>
                </a:cubicBezTo>
                <a:cubicBezTo>
                  <a:pt x="0" y="641"/>
                  <a:pt x="11" y="704"/>
                  <a:pt x="31" y="762"/>
                </a:cubicBezTo>
                <a:cubicBezTo>
                  <a:pt x="99" y="961"/>
                  <a:pt x="273" y="1111"/>
                  <a:pt x="485" y="1144"/>
                </a:cubicBezTo>
                <a:cubicBezTo>
                  <a:pt x="515" y="1149"/>
                  <a:pt x="545" y="1152"/>
                  <a:pt x="575" y="1152"/>
                </a:cubicBezTo>
                <a:cubicBezTo>
                  <a:pt x="893" y="1152"/>
                  <a:pt x="1151" y="894"/>
                  <a:pt x="1151" y="576"/>
                </a:cubicBezTo>
                <a:cubicBezTo>
                  <a:pt x="1151" y="258"/>
                  <a:pt x="893" y="0"/>
                  <a:pt x="575" y="0"/>
                </a:cubicBezTo>
                <a:close/>
              </a:path>
            </a:pathLst>
          </a:custGeom>
          <a:solidFill>
            <a:schemeClr val="accent3"/>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DB7F3"/>
                </a:solidFill>
                <a:effectLst/>
                <a:uLnTx/>
                <a:uFillTx/>
                <a:latin typeface="Ubuntu"/>
                <a:ea typeface="+mn-ea"/>
                <a:cs typeface="+mn-cs"/>
              </a:rPr>
              <a:t>10%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Ubuntu"/>
                <a:ea typeface="+mn-ea"/>
                <a:cs typeface="+mn-cs"/>
              </a:rPr>
              <a:t>2016</a:t>
            </a:r>
            <a:endParaRPr kumimoji="0" lang="en-US" sz="1000" b="1" i="0" u="none" strike="noStrike" kern="1200" cap="none" spc="0" normalizeH="0" baseline="0" noProof="0" dirty="0">
              <a:ln>
                <a:noFill/>
              </a:ln>
              <a:solidFill>
                <a:srgbClr val="FFFFFF"/>
              </a:solidFill>
              <a:effectLst/>
              <a:uLnTx/>
              <a:uFillTx/>
              <a:latin typeface="Ubuntu"/>
              <a:ea typeface="+mn-ea"/>
              <a:cs typeface="+mn-cs"/>
            </a:endParaRPr>
          </a:p>
        </p:txBody>
      </p:sp>
      <p:sp>
        <p:nvSpPr>
          <p:cNvPr id="18" name="Freeform 6">
            <a:extLst>
              <a:ext uri="{FF2B5EF4-FFF2-40B4-BE49-F238E27FC236}">
                <a16:creationId xmlns:a16="http://schemas.microsoft.com/office/drawing/2014/main" id="{0E67AACF-335E-3535-1954-4B035C51FDEF}"/>
              </a:ext>
            </a:extLst>
          </p:cNvPr>
          <p:cNvSpPr>
            <a:spLocks/>
          </p:cNvSpPr>
          <p:nvPr/>
        </p:nvSpPr>
        <p:spPr bwMode="auto">
          <a:xfrm>
            <a:off x="3329658" y="1591298"/>
            <a:ext cx="2880000" cy="2880000"/>
          </a:xfrm>
          <a:custGeom>
            <a:avLst/>
            <a:gdLst>
              <a:gd name="T0" fmla="*/ 575 w 1151"/>
              <a:gd name="T1" fmla="*/ 0 h 1152"/>
              <a:gd name="T2" fmla="*/ 194 w 1151"/>
              <a:gd name="T3" fmla="*/ 145 h 1152"/>
              <a:gd name="T4" fmla="*/ 6 w 1151"/>
              <a:gd name="T5" fmla="*/ 496 h 1152"/>
              <a:gd name="T6" fmla="*/ 0 w 1151"/>
              <a:gd name="T7" fmla="*/ 576 h 1152"/>
              <a:gd name="T8" fmla="*/ 31 w 1151"/>
              <a:gd name="T9" fmla="*/ 762 h 1152"/>
              <a:gd name="T10" fmla="*/ 485 w 1151"/>
              <a:gd name="T11" fmla="*/ 1144 h 1152"/>
              <a:gd name="T12" fmla="*/ 575 w 1151"/>
              <a:gd name="T13" fmla="*/ 1152 h 1152"/>
              <a:gd name="T14" fmla="*/ 1151 w 1151"/>
              <a:gd name="T15" fmla="*/ 576 h 1152"/>
              <a:gd name="T16" fmla="*/ 575 w 1151"/>
              <a:gd name="T17" fmla="*/ 0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1" h="1152">
                <a:moveTo>
                  <a:pt x="575" y="0"/>
                </a:moveTo>
                <a:cubicBezTo>
                  <a:pt x="429" y="0"/>
                  <a:pt x="295" y="55"/>
                  <a:pt x="194" y="145"/>
                </a:cubicBezTo>
                <a:cubicBezTo>
                  <a:pt x="94" y="234"/>
                  <a:pt x="25" y="357"/>
                  <a:pt x="6" y="496"/>
                </a:cubicBezTo>
                <a:cubicBezTo>
                  <a:pt x="2" y="522"/>
                  <a:pt x="0" y="549"/>
                  <a:pt x="0" y="576"/>
                </a:cubicBezTo>
                <a:cubicBezTo>
                  <a:pt x="0" y="641"/>
                  <a:pt x="11" y="704"/>
                  <a:pt x="31" y="762"/>
                </a:cubicBezTo>
                <a:cubicBezTo>
                  <a:pt x="99" y="961"/>
                  <a:pt x="273" y="1111"/>
                  <a:pt x="485" y="1144"/>
                </a:cubicBezTo>
                <a:cubicBezTo>
                  <a:pt x="515" y="1149"/>
                  <a:pt x="545" y="1152"/>
                  <a:pt x="575" y="1152"/>
                </a:cubicBezTo>
                <a:cubicBezTo>
                  <a:pt x="893" y="1152"/>
                  <a:pt x="1151" y="894"/>
                  <a:pt x="1151" y="576"/>
                </a:cubicBezTo>
                <a:cubicBezTo>
                  <a:pt x="1151" y="258"/>
                  <a:pt x="893" y="0"/>
                  <a:pt x="575" y="0"/>
                </a:cubicBezTo>
                <a:close/>
              </a:path>
            </a:pathLst>
          </a:custGeom>
          <a:solidFill>
            <a:schemeClr val="tx2"/>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DB7F3"/>
                </a:solidFill>
                <a:effectLst/>
                <a:uLnTx/>
                <a:uFillTx/>
                <a:latin typeface="Ubuntu"/>
                <a:ea typeface="+mn-ea"/>
                <a:cs typeface="+mn-cs"/>
              </a:rPr>
              <a:t>40%</a:t>
            </a:r>
            <a:br>
              <a:rPr kumimoji="0" lang="en-US" sz="3200" b="1" i="0" u="none" strike="noStrike" kern="1200" cap="none" spc="0" normalizeH="0" baseline="0" noProof="0" dirty="0">
                <a:ln>
                  <a:noFill/>
                </a:ln>
                <a:solidFill>
                  <a:srgbClr val="FFFFFF"/>
                </a:solidFill>
                <a:effectLst/>
                <a:uLnTx/>
                <a:uFillTx/>
                <a:latin typeface="Ubuntu"/>
                <a:ea typeface="+mn-ea"/>
                <a:cs typeface="+mn-cs"/>
              </a:rPr>
            </a:br>
            <a:r>
              <a:rPr kumimoji="0" lang="en-US" sz="2400" b="0" i="0" u="none" strike="noStrike" kern="1200" cap="none" spc="0" normalizeH="0" baseline="0" noProof="0" dirty="0">
                <a:ln>
                  <a:noFill/>
                </a:ln>
                <a:solidFill>
                  <a:srgbClr val="FFFFFF"/>
                </a:solidFill>
                <a:effectLst/>
                <a:uLnTx/>
                <a:uFillTx/>
                <a:latin typeface="Ubuntu"/>
                <a:ea typeface="+mn-ea"/>
                <a:cs typeface="+mn-cs"/>
              </a:rPr>
              <a:t>2019</a:t>
            </a:r>
          </a:p>
        </p:txBody>
      </p:sp>
      <p:sp>
        <p:nvSpPr>
          <p:cNvPr id="20" name="Text Box 13">
            <a:extLst>
              <a:ext uri="{FF2B5EF4-FFF2-40B4-BE49-F238E27FC236}">
                <a16:creationId xmlns:a16="http://schemas.microsoft.com/office/drawing/2014/main" id="{247EE56D-1A05-275C-3BF2-2BBA96FFF28D}"/>
              </a:ext>
            </a:extLst>
          </p:cNvPr>
          <p:cNvSpPr txBox="1">
            <a:spLocks noChangeArrowheads="1"/>
          </p:cNvSpPr>
          <p:nvPr/>
        </p:nvSpPr>
        <p:spPr bwMode="gray">
          <a:xfrm>
            <a:off x="1604884" y="5711499"/>
            <a:ext cx="2372259" cy="600164"/>
          </a:xfrm>
          <a:prstGeom prst="rect">
            <a:avLst/>
          </a:prstGeom>
          <a:noFill/>
          <a:ln w="9525" algn="ctr">
            <a:noFill/>
            <a:miter lim="800000"/>
            <a:headEnd/>
            <a:tailEnd/>
          </a:ln>
        </p:spPr>
        <p:txBody>
          <a:bodyPr wrap="square" lIns="0" tIns="0" rIns="0" bIns="0">
            <a:spAutoFit/>
          </a:bodyPr>
          <a:lstStyle/>
          <a:p>
            <a:pPr marL="0" marR="0" lvl="0" indent="0" algn="r" defTabSz="801688"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Ubuntu"/>
                <a:ea typeface="+mn-ea"/>
                <a:cs typeface="+mn-cs"/>
              </a:rPr>
              <a:t>Description</a:t>
            </a:r>
            <a:endParaRPr kumimoji="0" lang="en-US" sz="1200" b="0" i="0" u="none" strike="noStrike" kern="1200" cap="none" spc="0" normalizeH="0" baseline="0" noProof="0" dirty="0">
              <a:ln>
                <a:noFill/>
              </a:ln>
              <a:solidFill>
                <a:prstClr val="black"/>
              </a:solidFill>
              <a:effectLst/>
              <a:uLnTx/>
              <a:uFillTx/>
              <a:latin typeface="Ubuntu"/>
              <a:ea typeface="+mn-ea"/>
              <a:cs typeface="+mn-cs"/>
            </a:endParaRPr>
          </a:p>
          <a:p>
            <a:pPr marL="0" marR="0" lvl="0" indent="0" algn="r" defTabSz="801688"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This is a placeholder text</a:t>
            </a:r>
          </a:p>
        </p:txBody>
      </p:sp>
      <p:sp>
        <p:nvSpPr>
          <p:cNvPr id="21" name="Text Box 13">
            <a:extLst>
              <a:ext uri="{FF2B5EF4-FFF2-40B4-BE49-F238E27FC236}">
                <a16:creationId xmlns:a16="http://schemas.microsoft.com/office/drawing/2014/main" id="{DE6DA85E-B6BD-C6FF-7D2E-69713D13DC1B}"/>
              </a:ext>
            </a:extLst>
          </p:cNvPr>
          <p:cNvSpPr txBox="1">
            <a:spLocks noChangeArrowheads="1"/>
          </p:cNvSpPr>
          <p:nvPr/>
        </p:nvSpPr>
        <p:spPr bwMode="gray">
          <a:xfrm>
            <a:off x="6626281" y="5307542"/>
            <a:ext cx="2372259" cy="1031051"/>
          </a:xfrm>
          <a:prstGeom prst="rect">
            <a:avLst/>
          </a:prstGeom>
          <a:noFill/>
          <a:ln w="9525" algn="ctr">
            <a:noFill/>
            <a:miter lim="800000"/>
            <a:headEnd/>
            <a:tailEnd/>
          </a:ln>
        </p:spPr>
        <p:txBody>
          <a:bodyPr wrap="square" lIns="0" tIns="0" rIns="0" bIns="0">
            <a:spAutoFit/>
          </a:bodyPr>
          <a:lstStyle/>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Ubuntu"/>
                <a:ea typeface="+mn-ea"/>
                <a:cs typeface="+mn-cs"/>
              </a:rPr>
              <a:t>Description</a:t>
            </a:r>
            <a:endParaRPr kumimoji="0" lang="en-US" sz="1200" b="0" i="0" u="none" strike="noStrike" kern="1200" cap="none" spc="0" normalizeH="0" baseline="0" noProof="0" dirty="0">
              <a:ln>
                <a:noFill/>
              </a:ln>
              <a:solidFill>
                <a:prstClr val="black"/>
              </a:solidFill>
              <a:effectLst/>
              <a:uLnTx/>
              <a:uFillTx/>
              <a:latin typeface="Ubuntu"/>
              <a:ea typeface="+mn-ea"/>
              <a:cs typeface="+mn-cs"/>
            </a:endParaRPr>
          </a:p>
          <a:p>
            <a:pPr marL="0" marR="0" lvl="0" indent="0" algn="l" defTabSz="801688" rtl="0" eaLnBrk="1" fontAlgn="auto" latinLnBrk="0" hangingPunct="1">
              <a:lnSpc>
                <a:spcPct val="100000"/>
              </a:lnSpc>
              <a:spcBef>
                <a:spcPts val="60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Ubuntu"/>
                <a:ea typeface="+mn-ea"/>
                <a:cs typeface="+mn-cs"/>
              </a:rPr>
              <a:t>This is a placeholder text. </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This text can be replaced </a:t>
            </a:r>
            <a:br>
              <a:rPr kumimoji="0" lang="en-US" sz="1400" b="0" i="0" u="none" strike="noStrike" kern="1200" cap="none" spc="0" normalizeH="0" baseline="0" noProof="0" dirty="0">
                <a:ln>
                  <a:noFill/>
                </a:ln>
                <a:solidFill>
                  <a:prstClr val="black"/>
                </a:solidFill>
                <a:effectLst/>
                <a:uLnTx/>
                <a:uFillTx/>
                <a:latin typeface="Ubuntu"/>
                <a:ea typeface="+mn-ea"/>
                <a:cs typeface="+mn-cs"/>
              </a:rPr>
            </a:br>
            <a:r>
              <a:rPr kumimoji="0" lang="en-US" sz="1400" b="0" i="0" u="none" strike="noStrike" kern="1200" cap="none" spc="0" normalizeH="0" baseline="0" noProof="0" dirty="0">
                <a:ln>
                  <a:noFill/>
                </a:ln>
                <a:solidFill>
                  <a:prstClr val="black"/>
                </a:solidFill>
                <a:effectLst/>
                <a:uLnTx/>
                <a:uFillTx/>
                <a:latin typeface="Ubuntu"/>
                <a:ea typeface="+mn-ea"/>
                <a:cs typeface="+mn-cs"/>
              </a:rPr>
              <a:t>with your own text. </a:t>
            </a:r>
          </a:p>
        </p:txBody>
      </p:sp>
      <p:sp>
        <p:nvSpPr>
          <p:cNvPr id="17" name="Title 16">
            <a:extLst>
              <a:ext uri="{FF2B5EF4-FFF2-40B4-BE49-F238E27FC236}">
                <a16:creationId xmlns:a16="http://schemas.microsoft.com/office/drawing/2014/main" id="{EEA72E5C-1F54-E188-E916-7DFB3CC3FA0E}"/>
              </a:ext>
            </a:extLst>
          </p:cNvPr>
          <p:cNvSpPr>
            <a:spLocks noGrp="1"/>
          </p:cNvSpPr>
          <p:nvPr>
            <p:ph type="title"/>
          </p:nvPr>
        </p:nvSpPr>
        <p:spPr>
          <a:xfrm>
            <a:off x="551384" y="549274"/>
            <a:ext cx="11090938" cy="930372"/>
          </a:xfrm>
        </p:spPr>
        <p:txBody>
          <a:bodyPr/>
          <a:lstStyle/>
          <a:p>
            <a:r>
              <a:rPr lang="en-US" dirty="0"/>
              <a:t>Year-by-year comparison</a:t>
            </a:r>
            <a:br>
              <a:rPr lang="en-US" dirty="0"/>
            </a:br>
            <a:endParaRPr lang="en-US" dirty="0"/>
          </a:p>
        </p:txBody>
      </p:sp>
      <p:sp>
        <p:nvSpPr>
          <p:cNvPr id="24" name="Date Placeholder 23">
            <a:extLst>
              <a:ext uri="{FF2B5EF4-FFF2-40B4-BE49-F238E27FC236}">
                <a16:creationId xmlns:a16="http://schemas.microsoft.com/office/drawing/2014/main" id="{04612892-552E-1755-B097-1ABAFEE88DC1}"/>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5" name="Footer Placeholder 24">
            <a:extLst>
              <a:ext uri="{FF2B5EF4-FFF2-40B4-BE49-F238E27FC236}">
                <a16:creationId xmlns:a16="http://schemas.microsoft.com/office/drawing/2014/main" id="{1E6D5C9F-C935-426D-7A94-EE49C3A2EBB6}"/>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6" name="Slide Number Placeholder 25">
            <a:extLst>
              <a:ext uri="{FF2B5EF4-FFF2-40B4-BE49-F238E27FC236}">
                <a16:creationId xmlns:a16="http://schemas.microsoft.com/office/drawing/2014/main" id="{25EF1C40-D161-EB45-2139-F3975F9A4DD1}"/>
              </a:ext>
            </a:extLst>
          </p:cNvPr>
          <p:cNvSpPr>
            <a:spLocks noGrp="1"/>
          </p:cNvSpPr>
          <p:nvPr>
            <p:ph type="sldNum" sz="quarter" idx="12"/>
          </p:nvPr>
        </p:nvSpPr>
        <p:spPr/>
        <p:txBody>
          <a:bodyPr/>
          <a:lstStyle/>
          <a:p>
            <a:pPr algn="r"/>
            <a:fld id="{5D9A5160-6218-4E5A-B9E6-B93E3DAE377C}" type="slidenum">
              <a:rPr lang="en-US" smtClean="0"/>
              <a:pPr algn="r"/>
              <a:t>86</a:t>
            </a:fld>
            <a:endParaRPr lang="en-US" dirty="0"/>
          </a:p>
        </p:txBody>
      </p:sp>
    </p:spTree>
    <p:extLst>
      <p:ext uri="{BB962C8B-B14F-4D97-AF65-F5344CB8AC3E}">
        <p14:creationId xmlns:p14="http://schemas.microsoft.com/office/powerpoint/2010/main" val="1397276908"/>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itre 20">
            <a:extLst>
              <a:ext uri="{FF2B5EF4-FFF2-40B4-BE49-F238E27FC236}">
                <a16:creationId xmlns:a16="http://schemas.microsoft.com/office/drawing/2014/main" id="{A5B926A1-1D49-32C1-09F4-F5E208B41353}"/>
              </a:ext>
            </a:extLst>
          </p:cNvPr>
          <p:cNvSpPr>
            <a:spLocks noGrp="1"/>
          </p:cNvSpPr>
          <p:nvPr>
            <p:ph type="title"/>
          </p:nvPr>
        </p:nvSpPr>
        <p:spPr/>
        <p:txBody>
          <a:bodyPr/>
          <a:lstStyle/>
          <a:p>
            <a:r>
              <a:rPr lang="en-US" dirty="0"/>
              <a:t>Agenda and speakers </a:t>
            </a:r>
            <a:br>
              <a:rPr lang="en-US" dirty="0"/>
            </a:br>
            <a:r>
              <a:rPr lang="en-US" dirty="0"/>
              <a:t>with photo</a:t>
            </a:r>
          </a:p>
        </p:txBody>
      </p:sp>
      <p:sp>
        <p:nvSpPr>
          <p:cNvPr id="40" name="Oval 39">
            <a:extLst>
              <a:ext uri="{FF2B5EF4-FFF2-40B4-BE49-F238E27FC236}">
                <a16:creationId xmlns:a16="http://schemas.microsoft.com/office/drawing/2014/main" id="{25DDDC94-583D-F2EB-4FC4-B73BF399C991}"/>
              </a:ext>
              <a:ext uri="{C183D7F6-B498-43B3-948B-1728B52AA6E4}">
                <adec:decorative xmlns:adec="http://schemas.microsoft.com/office/drawing/2017/decorative" val="1"/>
              </a:ext>
            </a:extLst>
          </p:cNvPr>
          <p:cNvSpPr/>
          <p:nvPr/>
        </p:nvSpPr>
        <p:spPr>
          <a:xfrm>
            <a:off x="6994101" y="413735"/>
            <a:ext cx="1188000" cy="1188000"/>
          </a:xfrm>
          <a:prstGeom prst="ellipse">
            <a:avLst/>
          </a:prstGeom>
          <a:solidFill>
            <a:schemeClr val="bg2">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41" name="TextBox 21">
            <a:extLst>
              <a:ext uri="{FF2B5EF4-FFF2-40B4-BE49-F238E27FC236}">
                <a16:creationId xmlns:a16="http://schemas.microsoft.com/office/drawing/2014/main" id="{2D0005FB-4950-550F-6D2D-9FCA24E8D8FE}"/>
              </a:ext>
            </a:extLst>
          </p:cNvPr>
          <p:cNvSpPr txBox="1"/>
          <p:nvPr/>
        </p:nvSpPr>
        <p:spPr>
          <a:xfrm>
            <a:off x="7041948" y="1611830"/>
            <a:ext cx="1506818" cy="794373"/>
          </a:xfrm>
          <a:prstGeom prst="rect">
            <a:avLst/>
          </a:prstGeom>
          <a:noFill/>
        </p:spPr>
        <p:txBody>
          <a:bodyPr wrap="square" lIns="0" tIns="108000" rIns="144000" bIns="108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57AB"/>
                </a:solidFill>
                <a:effectLst/>
                <a:uLnTx/>
                <a:uFillTx/>
                <a:ea typeface="+mn-ea"/>
                <a:cs typeface="Calibri" pitchFamily="34" charset="0"/>
              </a:rPr>
              <a:t>Title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Company</a:t>
            </a:r>
          </a:p>
        </p:txBody>
      </p:sp>
      <p:sp>
        <p:nvSpPr>
          <p:cNvPr id="43" name="Oval 42">
            <a:extLst>
              <a:ext uri="{FF2B5EF4-FFF2-40B4-BE49-F238E27FC236}">
                <a16:creationId xmlns:a16="http://schemas.microsoft.com/office/drawing/2014/main" id="{8F673D66-8C78-8AF6-9C94-6743B53D8141}"/>
              </a:ext>
              <a:ext uri="{C183D7F6-B498-43B3-948B-1728B52AA6E4}">
                <adec:decorative xmlns:adec="http://schemas.microsoft.com/office/drawing/2017/decorative" val="1"/>
              </a:ext>
            </a:extLst>
          </p:cNvPr>
          <p:cNvSpPr/>
          <p:nvPr/>
        </p:nvSpPr>
        <p:spPr>
          <a:xfrm>
            <a:off x="6994101" y="2432810"/>
            <a:ext cx="1188000" cy="1188000"/>
          </a:xfrm>
          <a:prstGeom prst="ellipse">
            <a:avLst/>
          </a:prstGeom>
          <a:solidFill>
            <a:schemeClr val="bg2">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ea typeface="+mn-ea"/>
              <a:cs typeface="+mn-cs"/>
            </a:endParaRPr>
          </a:p>
        </p:txBody>
      </p:sp>
      <p:sp>
        <p:nvSpPr>
          <p:cNvPr id="44" name="TextBox 21">
            <a:extLst>
              <a:ext uri="{FF2B5EF4-FFF2-40B4-BE49-F238E27FC236}">
                <a16:creationId xmlns:a16="http://schemas.microsoft.com/office/drawing/2014/main" id="{C293A034-3BAC-BAA5-8E8F-A6723AA20BD3}"/>
              </a:ext>
            </a:extLst>
          </p:cNvPr>
          <p:cNvSpPr txBox="1"/>
          <p:nvPr/>
        </p:nvSpPr>
        <p:spPr>
          <a:xfrm>
            <a:off x="7041948" y="3630905"/>
            <a:ext cx="1506818" cy="794373"/>
          </a:xfrm>
          <a:prstGeom prst="rect">
            <a:avLst/>
          </a:prstGeom>
          <a:noFill/>
        </p:spPr>
        <p:txBody>
          <a:bodyPr wrap="square" lIns="0" tIns="108000" rIns="144000" bIns="108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57AB"/>
                </a:solidFill>
                <a:effectLst/>
                <a:uLnTx/>
                <a:uFillTx/>
                <a:ea typeface="+mn-ea"/>
                <a:cs typeface="Calibri" pitchFamily="34" charset="0"/>
              </a:rPr>
              <a:t>Title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Company</a:t>
            </a:r>
          </a:p>
        </p:txBody>
      </p:sp>
      <p:sp>
        <p:nvSpPr>
          <p:cNvPr id="46" name="Oval 45">
            <a:extLst>
              <a:ext uri="{FF2B5EF4-FFF2-40B4-BE49-F238E27FC236}">
                <a16:creationId xmlns:a16="http://schemas.microsoft.com/office/drawing/2014/main" id="{ED9059D2-38A4-5B75-772A-F1A92A15EF99}"/>
              </a:ext>
              <a:ext uri="{C183D7F6-B498-43B3-948B-1728B52AA6E4}">
                <adec:decorative xmlns:adec="http://schemas.microsoft.com/office/drawing/2017/decorative" val="1"/>
              </a:ext>
            </a:extLst>
          </p:cNvPr>
          <p:cNvSpPr/>
          <p:nvPr/>
        </p:nvSpPr>
        <p:spPr>
          <a:xfrm>
            <a:off x="6994101" y="4451796"/>
            <a:ext cx="1188000" cy="1188000"/>
          </a:xfrm>
          <a:prstGeom prst="ellipse">
            <a:avLst/>
          </a:prstGeom>
          <a:solidFill>
            <a:schemeClr val="bg2">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ea typeface="+mn-ea"/>
              <a:cs typeface="+mn-cs"/>
            </a:endParaRPr>
          </a:p>
        </p:txBody>
      </p:sp>
      <p:sp>
        <p:nvSpPr>
          <p:cNvPr id="47" name="TextBox 21">
            <a:extLst>
              <a:ext uri="{FF2B5EF4-FFF2-40B4-BE49-F238E27FC236}">
                <a16:creationId xmlns:a16="http://schemas.microsoft.com/office/drawing/2014/main" id="{FD5B01A7-F32C-A82D-20D8-65723E45E52F}"/>
              </a:ext>
            </a:extLst>
          </p:cNvPr>
          <p:cNvSpPr txBox="1"/>
          <p:nvPr/>
        </p:nvSpPr>
        <p:spPr>
          <a:xfrm>
            <a:off x="7041948" y="5649891"/>
            <a:ext cx="1506818" cy="794373"/>
          </a:xfrm>
          <a:prstGeom prst="rect">
            <a:avLst/>
          </a:prstGeom>
          <a:noFill/>
        </p:spPr>
        <p:txBody>
          <a:bodyPr wrap="square" lIns="0" tIns="108000" rIns="144000" bIns="108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57AB"/>
                </a:solidFill>
                <a:effectLst/>
                <a:uLnTx/>
                <a:uFillTx/>
                <a:ea typeface="+mn-ea"/>
                <a:cs typeface="Calibri" pitchFamily="34" charset="0"/>
              </a:rPr>
              <a:t>Title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Company</a:t>
            </a:r>
          </a:p>
        </p:txBody>
      </p:sp>
      <p:sp>
        <p:nvSpPr>
          <p:cNvPr id="49" name="Oval 48">
            <a:extLst>
              <a:ext uri="{FF2B5EF4-FFF2-40B4-BE49-F238E27FC236}">
                <a16:creationId xmlns:a16="http://schemas.microsoft.com/office/drawing/2014/main" id="{08B2B07D-D600-D35A-E139-45DAB97727E1}"/>
              </a:ext>
              <a:ext uri="{C183D7F6-B498-43B3-948B-1728B52AA6E4}">
                <adec:decorative xmlns:adec="http://schemas.microsoft.com/office/drawing/2017/decorative" val="1"/>
              </a:ext>
            </a:extLst>
          </p:cNvPr>
          <p:cNvSpPr/>
          <p:nvPr/>
        </p:nvSpPr>
        <p:spPr>
          <a:xfrm>
            <a:off x="8547721" y="413735"/>
            <a:ext cx="1188000" cy="1188000"/>
          </a:xfrm>
          <a:prstGeom prst="ellipse">
            <a:avLst/>
          </a:prstGeom>
          <a:solidFill>
            <a:schemeClr val="bg2">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50" name="TextBox 21">
            <a:extLst>
              <a:ext uri="{FF2B5EF4-FFF2-40B4-BE49-F238E27FC236}">
                <a16:creationId xmlns:a16="http://schemas.microsoft.com/office/drawing/2014/main" id="{B929E640-4FB8-754C-7257-BCA697451330}"/>
              </a:ext>
            </a:extLst>
          </p:cNvPr>
          <p:cNvSpPr txBox="1"/>
          <p:nvPr/>
        </p:nvSpPr>
        <p:spPr>
          <a:xfrm>
            <a:off x="8595568" y="1611830"/>
            <a:ext cx="1506818" cy="794373"/>
          </a:xfrm>
          <a:prstGeom prst="rect">
            <a:avLst/>
          </a:prstGeom>
          <a:noFill/>
        </p:spPr>
        <p:txBody>
          <a:bodyPr wrap="square" lIns="0" tIns="108000" rIns="144000" bIns="108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57AB"/>
                </a:solidFill>
                <a:effectLst/>
                <a:uLnTx/>
                <a:uFillTx/>
                <a:ea typeface="+mn-ea"/>
                <a:cs typeface="Calibri" pitchFamily="34" charset="0"/>
              </a:rPr>
              <a:t>Title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Company</a:t>
            </a:r>
          </a:p>
        </p:txBody>
      </p:sp>
      <p:sp>
        <p:nvSpPr>
          <p:cNvPr id="52" name="Oval 51">
            <a:extLst>
              <a:ext uri="{FF2B5EF4-FFF2-40B4-BE49-F238E27FC236}">
                <a16:creationId xmlns:a16="http://schemas.microsoft.com/office/drawing/2014/main" id="{2091B6F8-76EF-76C3-D9EB-47E038C1C3D7}"/>
              </a:ext>
              <a:ext uri="{C183D7F6-B498-43B3-948B-1728B52AA6E4}">
                <adec:decorative xmlns:adec="http://schemas.microsoft.com/office/drawing/2017/decorative" val="1"/>
              </a:ext>
            </a:extLst>
          </p:cNvPr>
          <p:cNvSpPr/>
          <p:nvPr/>
        </p:nvSpPr>
        <p:spPr>
          <a:xfrm>
            <a:off x="8547721" y="2432810"/>
            <a:ext cx="1188000" cy="1188000"/>
          </a:xfrm>
          <a:prstGeom prst="ellipse">
            <a:avLst/>
          </a:prstGeom>
          <a:solidFill>
            <a:schemeClr val="bg2">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ea typeface="+mn-ea"/>
              <a:cs typeface="+mn-cs"/>
            </a:endParaRPr>
          </a:p>
        </p:txBody>
      </p:sp>
      <p:sp>
        <p:nvSpPr>
          <p:cNvPr id="53" name="TextBox 21">
            <a:extLst>
              <a:ext uri="{FF2B5EF4-FFF2-40B4-BE49-F238E27FC236}">
                <a16:creationId xmlns:a16="http://schemas.microsoft.com/office/drawing/2014/main" id="{4C49EAAD-C0C3-49CB-FBB4-7901E656E484}"/>
              </a:ext>
            </a:extLst>
          </p:cNvPr>
          <p:cNvSpPr txBox="1"/>
          <p:nvPr/>
        </p:nvSpPr>
        <p:spPr>
          <a:xfrm>
            <a:off x="8595568" y="3630905"/>
            <a:ext cx="1506818" cy="794373"/>
          </a:xfrm>
          <a:prstGeom prst="rect">
            <a:avLst/>
          </a:prstGeom>
          <a:noFill/>
        </p:spPr>
        <p:txBody>
          <a:bodyPr wrap="square" lIns="0" tIns="108000" rIns="144000" bIns="108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57AB"/>
                </a:solidFill>
                <a:effectLst/>
                <a:uLnTx/>
                <a:uFillTx/>
                <a:ea typeface="+mn-ea"/>
                <a:cs typeface="Calibri" pitchFamily="34" charset="0"/>
              </a:rPr>
              <a:t>Title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Company</a:t>
            </a:r>
          </a:p>
        </p:txBody>
      </p:sp>
      <p:sp>
        <p:nvSpPr>
          <p:cNvPr id="55" name="Oval 54">
            <a:extLst>
              <a:ext uri="{FF2B5EF4-FFF2-40B4-BE49-F238E27FC236}">
                <a16:creationId xmlns:a16="http://schemas.microsoft.com/office/drawing/2014/main" id="{08A91076-B5A2-8E15-5EFF-C3001D5813F8}"/>
              </a:ext>
              <a:ext uri="{C183D7F6-B498-43B3-948B-1728B52AA6E4}">
                <adec:decorative xmlns:adec="http://schemas.microsoft.com/office/drawing/2017/decorative" val="1"/>
              </a:ext>
            </a:extLst>
          </p:cNvPr>
          <p:cNvSpPr/>
          <p:nvPr/>
        </p:nvSpPr>
        <p:spPr>
          <a:xfrm>
            <a:off x="8547721" y="4451796"/>
            <a:ext cx="1188000" cy="1188000"/>
          </a:xfrm>
          <a:prstGeom prst="ellipse">
            <a:avLst/>
          </a:prstGeom>
          <a:solidFill>
            <a:schemeClr val="bg2">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ea typeface="+mn-ea"/>
              <a:cs typeface="+mn-cs"/>
            </a:endParaRPr>
          </a:p>
        </p:txBody>
      </p:sp>
      <p:sp>
        <p:nvSpPr>
          <p:cNvPr id="56" name="TextBox 21">
            <a:extLst>
              <a:ext uri="{FF2B5EF4-FFF2-40B4-BE49-F238E27FC236}">
                <a16:creationId xmlns:a16="http://schemas.microsoft.com/office/drawing/2014/main" id="{215F7A65-A724-94E8-25CE-E6FA02A14704}"/>
              </a:ext>
            </a:extLst>
          </p:cNvPr>
          <p:cNvSpPr txBox="1"/>
          <p:nvPr/>
        </p:nvSpPr>
        <p:spPr>
          <a:xfrm>
            <a:off x="8595568" y="5649891"/>
            <a:ext cx="1506818" cy="794373"/>
          </a:xfrm>
          <a:prstGeom prst="rect">
            <a:avLst/>
          </a:prstGeom>
          <a:noFill/>
        </p:spPr>
        <p:txBody>
          <a:bodyPr wrap="square" lIns="0" tIns="108000" rIns="144000" bIns="108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57AB"/>
                </a:solidFill>
                <a:effectLst/>
                <a:uLnTx/>
                <a:uFillTx/>
                <a:ea typeface="+mn-ea"/>
                <a:cs typeface="Calibri" pitchFamily="34" charset="0"/>
              </a:rPr>
              <a:t>Title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Company</a:t>
            </a:r>
          </a:p>
        </p:txBody>
      </p:sp>
      <p:sp>
        <p:nvSpPr>
          <p:cNvPr id="58" name="Oval 57">
            <a:extLst>
              <a:ext uri="{FF2B5EF4-FFF2-40B4-BE49-F238E27FC236}">
                <a16:creationId xmlns:a16="http://schemas.microsoft.com/office/drawing/2014/main" id="{224E8558-3AC9-744E-0563-BC957165638E}"/>
              </a:ext>
              <a:ext uri="{C183D7F6-B498-43B3-948B-1728B52AA6E4}">
                <adec:decorative xmlns:adec="http://schemas.microsoft.com/office/drawing/2017/decorative" val="1"/>
              </a:ext>
            </a:extLst>
          </p:cNvPr>
          <p:cNvSpPr/>
          <p:nvPr/>
        </p:nvSpPr>
        <p:spPr>
          <a:xfrm>
            <a:off x="10085952" y="413735"/>
            <a:ext cx="1188000" cy="1188000"/>
          </a:xfrm>
          <a:prstGeom prst="ellipse">
            <a:avLst/>
          </a:prstGeom>
          <a:solidFill>
            <a:schemeClr val="bg2">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Ubuntu"/>
              <a:ea typeface="+mn-ea"/>
              <a:cs typeface="+mn-cs"/>
            </a:endParaRPr>
          </a:p>
        </p:txBody>
      </p:sp>
      <p:sp>
        <p:nvSpPr>
          <p:cNvPr id="59" name="TextBox 21">
            <a:extLst>
              <a:ext uri="{FF2B5EF4-FFF2-40B4-BE49-F238E27FC236}">
                <a16:creationId xmlns:a16="http://schemas.microsoft.com/office/drawing/2014/main" id="{48B75017-8A47-2635-6994-0036BCFA2E55}"/>
              </a:ext>
            </a:extLst>
          </p:cNvPr>
          <p:cNvSpPr txBox="1"/>
          <p:nvPr/>
        </p:nvSpPr>
        <p:spPr>
          <a:xfrm>
            <a:off x="10133799" y="1611830"/>
            <a:ext cx="1506818" cy="794373"/>
          </a:xfrm>
          <a:prstGeom prst="rect">
            <a:avLst/>
          </a:prstGeom>
          <a:noFill/>
        </p:spPr>
        <p:txBody>
          <a:bodyPr wrap="square" lIns="0" tIns="108000" rIns="144000" bIns="108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57AB"/>
                </a:solidFill>
                <a:effectLst/>
                <a:uLnTx/>
                <a:uFillTx/>
                <a:ea typeface="+mn-ea"/>
                <a:cs typeface="Calibri" pitchFamily="34" charset="0"/>
              </a:rPr>
              <a:t>Title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Company</a:t>
            </a:r>
          </a:p>
        </p:txBody>
      </p:sp>
      <p:sp>
        <p:nvSpPr>
          <p:cNvPr id="61" name="Oval 60">
            <a:extLst>
              <a:ext uri="{FF2B5EF4-FFF2-40B4-BE49-F238E27FC236}">
                <a16:creationId xmlns:a16="http://schemas.microsoft.com/office/drawing/2014/main" id="{64DCF3AD-EBDA-FF9B-742B-3E38E04062F8}"/>
              </a:ext>
              <a:ext uri="{C183D7F6-B498-43B3-948B-1728B52AA6E4}">
                <adec:decorative xmlns:adec="http://schemas.microsoft.com/office/drawing/2017/decorative" val="1"/>
              </a:ext>
            </a:extLst>
          </p:cNvPr>
          <p:cNvSpPr/>
          <p:nvPr/>
        </p:nvSpPr>
        <p:spPr>
          <a:xfrm>
            <a:off x="10085952" y="2432810"/>
            <a:ext cx="1188000" cy="1188000"/>
          </a:xfrm>
          <a:prstGeom prst="ellipse">
            <a:avLst/>
          </a:prstGeom>
          <a:solidFill>
            <a:schemeClr val="bg2">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ea typeface="+mn-ea"/>
              <a:cs typeface="+mn-cs"/>
            </a:endParaRPr>
          </a:p>
        </p:txBody>
      </p:sp>
      <p:sp>
        <p:nvSpPr>
          <p:cNvPr id="62" name="TextBox 21">
            <a:extLst>
              <a:ext uri="{FF2B5EF4-FFF2-40B4-BE49-F238E27FC236}">
                <a16:creationId xmlns:a16="http://schemas.microsoft.com/office/drawing/2014/main" id="{AAF114C6-C31C-B4A8-8E4A-2098C239D293}"/>
              </a:ext>
            </a:extLst>
          </p:cNvPr>
          <p:cNvSpPr txBox="1"/>
          <p:nvPr/>
        </p:nvSpPr>
        <p:spPr>
          <a:xfrm>
            <a:off x="10133799" y="3630905"/>
            <a:ext cx="1506818" cy="794373"/>
          </a:xfrm>
          <a:prstGeom prst="rect">
            <a:avLst/>
          </a:prstGeom>
          <a:noFill/>
        </p:spPr>
        <p:txBody>
          <a:bodyPr wrap="square" lIns="0" tIns="108000" rIns="144000" bIns="108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57AB"/>
                </a:solidFill>
                <a:effectLst/>
                <a:uLnTx/>
                <a:uFillTx/>
                <a:ea typeface="+mn-ea"/>
                <a:cs typeface="Calibri" pitchFamily="34" charset="0"/>
              </a:rPr>
              <a:t>Title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Company</a:t>
            </a:r>
          </a:p>
        </p:txBody>
      </p:sp>
      <p:sp>
        <p:nvSpPr>
          <p:cNvPr id="64" name="Oval 63">
            <a:extLst>
              <a:ext uri="{FF2B5EF4-FFF2-40B4-BE49-F238E27FC236}">
                <a16:creationId xmlns:a16="http://schemas.microsoft.com/office/drawing/2014/main" id="{1F2337C0-A09B-97EF-0BB5-75157F3BEB58}"/>
              </a:ext>
              <a:ext uri="{C183D7F6-B498-43B3-948B-1728B52AA6E4}">
                <adec:decorative xmlns:adec="http://schemas.microsoft.com/office/drawing/2017/decorative" val="1"/>
              </a:ext>
            </a:extLst>
          </p:cNvPr>
          <p:cNvSpPr/>
          <p:nvPr/>
        </p:nvSpPr>
        <p:spPr>
          <a:xfrm>
            <a:off x="10085952" y="4451796"/>
            <a:ext cx="1188000" cy="1188000"/>
          </a:xfrm>
          <a:prstGeom prst="ellipse">
            <a:avLst/>
          </a:prstGeom>
          <a:solidFill>
            <a:schemeClr val="bg2">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ea typeface="+mn-ea"/>
              <a:cs typeface="+mn-cs"/>
            </a:endParaRPr>
          </a:p>
        </p:txBody>
      </p:sp>
      <p:sp>
        <p:nvSpPr>
          <p:cNvPr id="65" name="TextBox 21">
            <a:extLst>
              <a:ext uri="{FF2B5EF4-FFF2-40B4-BE49-F238E27FC236}">
                <a16:creationId xmlns:a16="http://schemas.microsoft.com/office/drawing/2014/main" id="{7901D442-8885-3184-FF17-EF69F845E98D}"/>
              </a:ext>
            </a:extLst>
          </p:cNvPr>
          <p:cNvSpPr txBox="1"/>
          <p:nvPr/>
        </p:nvSpPr>
        <p:spPr>
          <a:xfrm>
            <a:off x="10133799" y="5649891"/>
            <a:ext cx="1506818" cy="794373"/>
          </a:xfrm>
          <a:prstGeom prst="rect">
            <a:avLst/>
          </a:prstGeom>
          <a:noFill/>
        </p:spPr>
        <p:txBody>
          <a:bodyPr wrap="square" lIns="0" tIns="108000" rIns="144000" bIns="108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57AB"/>
                </a:solidFill>
                <a:effectLst/>
                <a:uLnTx/>
                <a:uFillTx/>
                <a:ea typeface="+mn-ea"/>
                <a:cs typeface="Calibri" pitchFamily="34" charset="0"/>
              </a:rPr>
              <a:t>Title</a:t>
            </a:r>
          </a:p>
          <a:p>
            <a:pPr marL="0" marR="0" lvl="0" indent="0" algn="l" defTabSz="914400" rtl="0" eaLnBrk="1" fontAlgn="auto" latinLnBrk="0" hangingPunct="1">
              <a:lnSpc>
                <a:spcPct val="80000"/>
              </a:lnSpc>
              <a:spcBef>
                <a:spcPts val="4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Company</a:t>
            </a:r>
          </a:p>
        </p:txBody>
      </p:sp>
      <p:sp>
        <p:nvSpPr>
          <p:cNvPr id="73" name="Espace réservé du texte 5">
            <a:extLst>
              <a:ext uri="{FF2B5EF4-FFF2-40B4-BE49-F238E27FC236}">
                <a16:creationId xmlns:a16="http://schemas.microsoft.com/office/drawing/2014/main" id="{2C2CBD9D-544A-4F63-C46A-8A82A8024613}"/>
              </a:ext>
            </a:extLst>
          </p:cNvPr>
          <p:cNvSpPr txBox="1">
            <a:spLocks/>
          </p:cNvSpPr>
          <p:nvPr/>
        </p:nvSpPr>
        <p:spPr>
          <a:xfrm>
            <a:off x="573369" y="3281363"/>
            <a:ext cx="336550" cy="369887"/>
          </a:xfrm>
          <a:prstGeom prst="rect">
            <a:avLst/>
          </a:prstGeom>
        </p:spPr>
        <p:txBody>
          <a:bodyPr vert="horz" lIns="0" tIns="0" rIns="0" bIns="0" rtlCol="0">
            <a:noAutofit/>
          </a:bodyPr>
          <a:lstStyle>
            <a:lvl1pPr marL="0" indent="0" algn="l" defTabSz="914400" rtl="0" eaLnBrk="1" latinLnBrk="0" hangingPunct="1">
              <a:lnSpc>
                <a:spcPct val="100000"/>
              </a:lnSpc>
              <a:spcBef>
                <a:spcPts val="600"/>
              </a:spcBef>
              <a:buFont typeface="Arial" panose="020B0604020202020204" pitchFamily="34" charset="0"/>
              <a:buNone/>
              <a:defRPr sz="2000" kern="1200">
                <a:solidFill>
                  <a:schemeClr val="tx2"/>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1400" kern="1200">
                <a:solidFill>
                  <a:schemeClr val="tx2"/>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1400" kern="1200">
                <a:solidFill>
                  <a:schemeClr val="tx2"/>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1400" kern="1200">
                <a:solidFill>
                  <a:schemeClr val="tx2"/>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ea typeface="+mn-ea"/>
                <a:cs typeface="+mn-cs"/>
              </a:rPr>
              <a:t>02</a:t>
            </a:r>
          </a:p>
        </p:txBody>
      </p:sp>
      <p:sp>
        <p:nvSpPr>
          <p:cNvPr id="74" name="Espace réservé du texte 2">
            <a:extLst>
              <a:ext uri="{FF2B5EF4-FFF2-40B4-BE49-F238E27FC236}">
                <a16:creationId xmlns:a16="http://schemas.microsoft.com/office/drawing/2014/main" id="{B6EACBEB-988B-5A51-BBF6-1563914707AA}"/>
              </a:ext>
            </a:extLst>
          </p:cNvPr>
          <p:cNvSpPr txBox="1">
            <a:spLocks/>
          </p:cNvSpPr>
          <p:nvPr/>
        </p:nvSpPr>
        <p:spPr>
          <a:xfrm>
            <a:off x="1196762" y="3281363"/>
            <a:ext cx="4464546" cy="368300"/>
          </a:xfrm>
          <a:prstGeom prst="rect">
            <a:avLst/>
          </a:prstGeom>
        </p:spPr>
        <p:txBody>
          <a:bodyPr vert="horz" lIns="0" tIns="0" rIns="0" bIns="0" rtlCol="0">
            <a:noAutofit/>
          </a:bodyPr>
          <a:lstStyle>
            <a:lvl1pPr marL="0" indent="0" algn="l" defTabSz="914400" rtl="0" eaLnBrk="1" latinLnBrk="0" hangingPunct="1">
              <a:lnSpc>
                <a:spcPct val="100000"/>
              </a:lnSpc>
              <a:spcBef>
                <a:spcPts val="600"/>
              </a:spcBef>
              <a:buFont typeface="Arial" panose="020B0604020202020204" pitchFamily="34" charset="0"/>
              <a:buNone/>
              <a:defRPr sz="2000" kern="1200">
                <a:solidFill>
                  <a:schemeClr val="tx2"/>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1400" kern="1200">
                <a:solidFill>
                  <a:schemeClr val="tx2"/>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1400" kern="1200">
                <a:solidFill>
                  <a:schemeClr val="tx2"/>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1400" kern="1200">
                <a:solidFill>
                  <a:schemeClr val="tx2"/>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0000"/>
                </a:solidFill>
                <a:effectLst/>
                <a:uLnTx/>
                <a:uFillTx/>
                <a:ea typeface="+mn-ea"/>
                <a:cs typeface="+mn-cs"/>
              </a:rPr>
              <a:t>Part 2</a:t>
            </a:r>
          </a:p>
        </p:txBody>
      </p:sp>
      <p:sp>
        <p:nvSpPr>
          <p:cNvPr id="75" name="Espace réservé du texte 6">
            <a:extLst>
              <a:ext uri="{FF2B5EF4-FFF2-40B4-BE49-F238E27FC236}">
                <a16:creationId xmlns:a16="http://schemas.microsoft.com/office/drawing/2014/main" id="{CBB0F0C0-A9D1-C1DA-8826-C6116088537E}"/>
              </a:ext>
            </a:extLst>
          </p:cNvPr>
          <p:cNvSpPr txBox="1">
            <a:spLocks/>
          </p:cNvSpPr>
          <p:nvPr/>
        </p:nvSpPr>
        <p:spPr>
          <a:xfrm>
            <a:off x="573369" y="3873500"/>
            <a:ext cx="336550" cy="369888"/>
          </a:xfrm>
          <a:prstGeom prst="rect">
            <a:avLst/>
          </a:prstGeom>
        </p:spPr>
        <p:txBody>
          <a:bodyPr vert="horz" lIns="0" tIns="0" rIns="0" bIns="0" rtlCol="0">
            <a:noAutofit/>
          </a:bodyPr>
          <a:lstStyle>
            <a:lvl1pPr marL="0" indent="0" algn="l" defTabSz="914400" rtl="0" eaLnBrk="1" latinLnBrk="0" hangingPunct="1">
              <a:lnSpc>
                <a:spcPct val="100000"/>
              </a:lnSpc>
              <a:spcBef>
                <a:spcPts val="600"/>
              </a:spcBef>
              <a:buFont typeface="Arial" panose="020B0604020202020204" pitchFamily="34" charset="0"/>
              <a:buNone/>
              <a:defRPr sz="2000" kern="1200">
                <a:solidFill>
                  <a:schemeClr val="tx2"/>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1400" kern="1200">
                <a:solidFill>
                  <a:schemeClr val="tx2"/>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1400" kern="1200">
                <a:solidFill>
                  <a:schemeClr val="tx2"/>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1400" kern="1200">
                <a:solidFill>
                  <a:schemeClr val="tx2"/>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ea typeface="+mn-ea"/>
                <a:cs typeface="+mn-cs"/>
              </a:rPr>
              <a:t>03</a:t>
            </a:r>
          </a:p>
        </p:txBody>
      </p:sp>
      <p:sp>
        <p:nvSpPr>
          <p:cNvPr id="76" name="Espace réservé du texte 3">
            <a:extLst>
              <a:ext uri="{FF2B5EF4-FFF2-40B4-BE49-F238E27FC236}">
                <a16:creationId xmlns:a16="http://schemas.microsoft.com/office/drawing/2014/main" id="{E49F4D4C-AB34-3FC5-E338-4E2FFF0EB879}"/>
              </a:ext>
            </a:extLst>
          </p:cNvPr>
          <p:cNvSpPr txBox="1">
            <a:spLocks/>
          </p:cNvSpPr>
          <p:nvPr/>
        </p:nvSpPr>
        <p:spPr>
          <a:xfrm>
            <a:off x="1196762" y="3873500"/>
            <a:ext cx="4464546" cy="369888"/>
          </a:xfrm>
          <a:prstGeom prst="rect">
            <a:avLst/>
          </a:prstGeom>
        </p:spPr>
        <p:txBody>
          <a:bodyPr vert="horz" lIns="0" tIns="0" rIns="0" bIns="0" rtlCol="0">
            <a:noAutofit/>
          </a:bodyPr>
          <a:lstStyle>
            <a:lvl1pPr marL="0" indent="0" algn="l" defTabSz="914400" rtl="0" eaLnBrk="1" latinLnBrk="0" hangingPunct="1">
              <a:lnSpc>
                <a:spcPct val="100000"/>
              </a:lnSpc>
              <a:spcBef>
                <a:spcPts val="600"/>
              </a:spcBef>
              <a:buFont typeface="Arial" panose="020B0604020202020204" pitchFamily="34" charset="0"/>
              <a:buNone/>
              <a:defRPr sz="2000" kern="1200">
                <a:solidFill>
                  <a:schemeClr val="tx2"/>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1400" kern="1200">
                <a:solidFill>
                  <a:schemeClr val="tx2"/>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1400" kern="1200">
                <a:solidFill>
                  <a:schemeClr val="tx2"/>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1400" kern="1200">
                <a:solidFill>
                  <a:schemeClr val="tx2"/>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0000"/>
                </a:solidFill>
                <a:effectLst/>
                <a:uLnTx/>
                <a:uFillTx/>
                <a:ea typeface="+mn-ea"/>
                <a:cs typeface="+mn-cs"/>
              </a:rPr>
              <a:t>Part 3</a:t>
            </a:r>
          </a:p>
        </p:txBody>
      </p:sp>
      <p:sp>
        <p:nvSpPr>
          <p:cNvPr id="80" name="Espace réservé du texte 4">
            <a:extLst>
              <a:ext uri="{FF2B5EF4-FFF2-40B4-BE49-F238E27FC236}">
                <a16:creationId xmlns:a16="http://schemas.microsoft.com/office/drawing/2014/main" id="{D31F4B32-A984-A972-FF6D-8B75A0B64E22}"/>
              </a:ext>
              <a:ext uri="{C183D7F6-B498-43B3-948B-1728B52AA6E4}">
                <adec:decorative xmlns:adec="http://schemas.microsoft.com/office/drawing/2017/decorative" val="0"/>
              </a:ext>
            </a:extLst>
          </p:cNvPr>
          <p:cNvSpPr txBox="1">
            <a:spLocks/>
          </p:cNvSpPr>
          <p:nvPr/>
        </p:nvSpPr>
        <p:spPr>
          <a:xfrm>
            <a:off x="573369" y="2687638"/>
            <a:ext cx="336550" cy="369887"/>
          </a:xfrm>
          <a:prstGeom prst="rect">
            <a:avLst/>
          </a:prstGeom>
        </p:spPr>
        <p:txBody>
          <a:bodyPr vert="horz" lIns="0" tIns="0" rIns="0" bIns="0" rtlCol="0">
            <a:noAutofit/>
          </a:bodyPr>
          <a:lstStyle>
            <a:lvl1pPr marL="0" indent="0" algn="l" defTabSz="914400" rtl="0" eaLnBrk="1" latinLnBrk="0" hangingPunct="1">
              <a:lnSpc>
                <a:spcPct val="100000"/>
              </a:lnSpc>
              <a:spcBef>
                <a:spcPts val="600"/>
              </a:spcBef>
              <a:buFont typeface="Arial" panose="020B0604020202020204" pitchFamily="34" charset="0"/>
              <a:buNone/>
              <a:defRPr sz="2000" kern="1200">
                <a:solidFill>
                  <a:schemeClr val="tx2"/>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1400" kern="1200">
                <a:solidFill>
                  <a:schemeClr val="tx2"/>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1400" kern="1200">
                <a:solidFill>
                  <a:schemeClr val="tx2"/>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1400" kern="1200">
                <a:solidFill>
                  <a:schemeClr val="tx2"/>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57AB"/>
                </a:solidFill>
                <a:effectLst/>
                <a:uLnTx/>
                <a:uFillTx/>
                <a:ea typeface="+mn-ea"/>
                <a:cs typeface="+mn-cs"/>
              </a:rPr>
              <a:t>01</a:t>
            </a:r>
          </a:p>
        </p:txBody>
      </p:sp>
      <p:sp>
        <p:nvSpPr>
          <p:cNvPr id="81" name="Espace réservé du texte 2">
            <a:extLst>
              <a:ext uri="{FF2B5EF4-FFF2-40B4-BE49-F238E27FC236}">
                <a16:creationId xmlns:a16="http://schemas.microsoft.com/office/drawing/2014/main" id="{93449F05-96EA-BDD0-0E73-6CA99152F99D}"/>
              </a:ext>
            </a:extLst>
          </p:cNvPr>
          <p:cNvSpPr txBox="1">
            <a:spLocks/>
          </p:cNvSpPr>
          <p:nvPr/>
        </p:nvSpPr>
        <p:spPr>
          <a:xfrm>
            <a:off x="1196762" y="2684773"/>
            <a:ext cx="4464546" cy="368300"/>
          </a:xfrm>
          <a:prstGeom prst="rect">
            <a:avLst/>
          </a:prstGeom>
        </p:spPr>
        <p:txBody>
          <a:bodyPr vert="horz" lIns="0" tIns="0" rIns="0" bIns="0" rtlCol="0">
            <a:noAutofit/>
          </a:bodyPr>
          <a:lstStyle>
            <a:lvl1pPr marL="0" indent="0" algn="l" defTabSz="914400" rtl="0" eaLnBrk="1" latinLnBrk="0" hangingPunct="1">
              <a:lnSpc>
                <a:spcPct val="100000"/>
              </a:lnSpc>
              <a:spcBef>
                <a:spcPts val="600"/>
              </a:spcBef>
              <a:buFont typeface="Arial" panose="020B0604020202020204" pitchFamily="34" charset="0"/>
              <a:buNone/>
              <a:defRPr sz="20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Clr>
                <a:schemeClr val="accent1"/>
              </a:buClr>
              <a:buFont typeface="Wingdings" panose="05000000000000000000" pitchFamily="2" charset="2"/>
              <a:buChar char="§"/>
              <a:defRPr sz="1400" kern="1200">
                <a:solidFill>
                  <a:schemeClr val="tx1"/>
                </a:solidFill>
                <a:latin typeface="+mn-lt"/>
                <a:ea typeface="+mn-ea"/>
                <a:cs typeface="+mn-cs"/>
              </a:defRPr>
            </a:lvl2pPr>
            <a:lvl3pPr marL="360000" indent="-180000"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3pPr>
            <a:lvl4pPr marL="539750" indent="-180000" algn="l" defTabSz="914400" rtl="0" eaLnBrk="1" latinLnBrk="0" hangingPunct="1">
              <a:lnSpc>
                <a:spcPct val="100000"/>
              </a:lnSpc>
              <a:spcBef>
                <a:spcPts val="600"/>
              </a:spcBef>
              <a:buClrTx/>
              <a:buFont typeface="Verdana" panose="020B0604030504040204" pitchFamily="34" charset="0"/>
              <a:buChar char="‒"/>
              <a:tabLst/>
              <a:defRPr sz="1400" kern="1200">
                <a:solidFill>
                  <a:schemeClr val="tx1"/>
                </a:solidFill>
                <a:latin typeface="+mn-lt"/>
                <a:ea typeface="+mn-ea"/>
                <a:cs typeface="+mn-cs"/>
              </a:defRPr>
            </a:lvl4pPr>
            <a:lvl5pPr marL="719138" indent="-180975" algn="l" defTabSz="914400" rtl="0" eaLnBrk="1" latinLnBrk="0" hangingPunct="1">
              <a:lnSpc>
                <a:spcPct val="100000"/>
              </a:lnSpc>
              <a:spcBef>
                <a:spcPts val="600"/>
              </a:spcBef>
              <a:buClrTx/>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0000"/>
                </a:solidFill>
                <a:effectLst/>
                <a:uLnTx/>
                <a:uFillTx/>
                <a:ea typeface="+mn-ea"/>
                <a:cs typeface="+mn-cs"/>
              </a:rPr>
              <a:t>Part 1</a:t>
            </a:r>
          </a:p>
        </p:txBody>
      </p:sp>
      <p:sp>
        <p:nvSpPr>
          <p:cNvPr id="2" name="Rectangle 1">
            <a:extLst>
              <a:ext uri="{FF2B5EF4-FFF2-40B4-BE49-F238E27FC236}">
                <a16:creationId xmlns:a16="http://schemas.microsoft.com/office/drawing/2014/main" id="{D388D041-0177-8FF5-83DC-FC72694C1719}"/>
              </a:ext>
              <a:ext uri="{C183D7F6-B498-43B3-948B-1728B52AA6E4}">
                <adec:decorative xmlns:adec="http://schemas.microsoft.com/office/drawing/2017/decorative" val="1"/>
              </a:ext>
            </a:extLst>
          </p:cNvPr>
          <p:cNvSpPr/>
          <p:nvPr/>
        </p:nvSpPr>
        <p:spPr>
          <a:xfrm rot="16200000">
            <a:off x="2738094" y="3347043"/>
            <a:ext cx="6874086" cy="180000"/>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Ubuntu"/>
              <a:ea typeface="+mn-ea"/>
              <a:cs typeface="+mn-cs"/>
            </a:endParaRPr>
          </a:p>
        </p:txBody>
      </p:sp>
      <p:sp>
        <p:nvSpPr>
          <p:cNvPr id="12" name="Date Placeholder 11">
            <a:extLst>
              <a:ext uri="{FF2B5EF4-FFF2-40B4-BE49-F238E27FC236}">
                <a16:creationId xmlns:a16="http://schemas.microsoft.com/office/drawing/2014/main" id="{1F256BB1-DA0F-C256-BCD3-B1144EBB29A0}"/>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3" name="Footer Placeholder 12">
            <a:extLst>
              <a:ext uri="{FF2B5EF4-FFF2-40B4-BE49-F238E27FC236}">
                <a16:creationId xmlns:a16="http://schemas.microsoft.com/office/drawing/2014/main" id="{E6A7AD1B-D405-B4C7-055D-FB2A6E0CC025}"/>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14" name="Slide Number Placeholder 13">
            <a:extLst>
              <a:ext uri="{FF2B5EF4-FFF2-40B4-BE49-F238E27FC236}">
                <a16:creationId xmlns:a16="http://schemas.microsoft.com/office/drawing/2014/main" id="{4D626D15-3F2C-3186-93E3-A0A0794FF4BA}"/>
              </a:ext>
            </a:extLst>
          </p:cNvPr>
          <p:cNvSpPr>
            <a:spLocks noGrp="1"/>
          </p:cNvSpPr>
          <p:nvPr>
            <p:ph type="sldNum" sz="quarter" idx="12"/>
          </p:nvPr>
        </p:nvSpPr>
        <p:spPr/>
        <p:txBody>
          <a:bodyPr/>
          <a:lstStyle/>
          <a:p>
            <a:pPr algn="r"/>
            <a:fld id="{5D9A5160-6218-4E5A-B9E6-B93E3DAE377C}" type="slidenum">
              <a:rPr lang="en-US" smtClean="0"/>
              <a:pPr algn="r"/>
              <a:t>87</a:t>
            </a:fld>
            <a:endParaRPr lang="en-US" dirty="0"/>
          </a:p>
        </p:txBody>
      </p:sp>
    </p:spTree>
    <p:extLst>
      <p:ext uri="{BB962C8B-B14F-4D97-AF65-F5344CB8AC3E}">
        <p14:creationId xmlns:p14="http://schemas.microsoft.com/office/powerpoint/2010/main" val="3367630204"/>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C1C15B-2A91-08A0-9B82-ECC81E3C48E2}"/>
            </a:ext>
          </a:extLst>
        </p:cNvPr>
        <p:cNvGrpSpPr/>
        <p:nvPr/>
      </p:nvGrpSpPr>
      <p:grpSpPr>
        <a:xfrm>
          <a:off x="0" y="0"/>
          <a:ext cx="0" cy="0"/>
          <a:chOff x="0" y="0"/>
          <a:chExt cx="0" cy="0"/>
        </a:xfrm>
      </p:grpSpPr>
      <p:sp>
        <p:nvSpPr>
          <p:cNvPr id="10" name="Title 9">
            <a:extLst>
              <a:ext uri="{FF2B5EF4-FFF2-40B4-BE49-F238E27FC236}">
                <a16:creationId xmlns:a16="http://schemas.microsoft.com/office/drawing/2014/main" id="{5C39D9E2-A632-0371-F2A6-2D5F7E5F2253}"/>
              </a:ext>
            </a:extLst>
          </p:cNvPr>
          <p:cNvSpPr>
            <a:spLocks noGrp="1"/>
          </p:cNvSpPr>
          <p:nvPr>
            <p:ph type="title"/>
          </p:nvPr>
        </p:nvSpPr>
        <p:spPr/>
        <p:txBody>
          <a:bodyPr/>
          <a:lstStyle/>
          <a:p>
            <a:r>
              <a:rPr lang="en-US" dirty="0"/>
              <a:t>Profiles</a:t>
            </a:r>
            <a:br>
              <a:rPr lang="en-US" dirty="0"/>
            </a:br>
            <a:endParaRPr lang="en-US" dirty="0"/>
          </a:p>
        </p:txBody>
      </p:sp>
      <p:sp>
        <p:nvSpPr>
          <p:cNvPr id="4" name="TextBox 21">
            <a:extLst>
              <a:ext uri="{FF2B5EF4-FFF2-40B4-BE49-F238E27FC236}">
                <a16:creationId xmlns:a16="http://schemas.microsoft.com/office/drawing/2014/main" id="{E1C2173A-258A-F309-F1B1-FAAA43BD65E8}"/>
              </a:ext>
            </a:extLst>
          </p:cNvPr>
          <p:cNvSpPr txBox="1"/>
          <p:nvPr/>
        </p:nvSpPr>
        <p:spPr>
          <a:xfrm>
            <a:off x="550863" y="3269896"/>
            <a:ext cx="1847563" cy="3038829"/>
          </a:xfrm>
          <a:prstGeom prst="rect">
            <a:avLst/>
          </a:prstGeom>
          <a:noFill/>
        </p:spPr>
        <p:txBody>
          <a:bodyPr wrap="square" lIns="0" tIns="180000" rIns="180000" bIns="180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57AB"/>
                </a:solidFill>
                <a:effectLst/>
                <a:uLnTx/>
                <a:uFillTx/>
                <a:ea typeface="+mn-ea"/>
                <a:cs typeface="Calibri" pitchFamily="34" charset="0"/>
              </a:rPr>
              <a:t>Job Title</a:t>
            </a:r>
          </a:p>
          <a:p>
            <a:pPr marL="0" marR="0" lvl="0" indent="0" algn="l" defTabSz="914400" rtl="0" eaLnBrk="1" fontAlgn="auto" latinLnBrk="0" hangingPunct="1">
              <a:lnSpc>
                <a:spcPct val="100000"/>
              </a:lnSpc>
              <a:spcBef>
                <a:spcPts val="400"/>
              </a:spcBef>
              <a:spcAft>
                <a:spcPts val="0"/>
              </a:spcAft>
              <a:buClrTx/>
              <a:buSzTx/>
              <a:buFontTx/>
              <a:buNone/>
              <a:tabLst/>
              <a:defRPr/>
            </a:pPr>
            <a:br>
              <a:rPr kumimoji="0" lang="en-US" sz="1200" b="0" i="0" u="none" strike="noStrike" kern="1200" cap="none" spc="0" normalizeH="0" baseline="0" noProof="0" dirty="0">
                <a:ln>
                  <a:noFill/>
                </a:ln>
                <a:solidFill>
                  <a:srgbClr val="000000"/>
                </a:solidFill>
                <a:effectLst/>
                <a:uLnTx/>
                <a:uFillTx/>
                <a:ea typeface="+mn-ea"/>
                <a:cs typeface="Calibri" pitchFamily="34" charset="0"/>
              </a:rPr>
            </a:br>
            <a:r>
              <a:rPr kumimoji="0" lang="en-US" sz="1000" b="0" i="0" u="none" strike="noStrike" kern="1200" cap="none" spc="0" normalizeH="0" baseline="0" noProof="0" dirty="0">
                <a:ln>
                  <a:noFill/>
                </a:ln>
                <a:solidFill>
                  <a:srgbClr val="000000"/>
                </a:solidFill>
                <a:effectLst/>
                <a:uLnTx/>
                <a:uFillTx/>
                <a:ea typeface="+mn-ea"/>
                <a:cs typeface="Calibri" pitchFamily="34" charset="0"/>
              </a:rPr>
              <a:t>List relevant qualifications, profile and experience.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a:t>
            </a:r>
          </a:p>
          <a:p>
            <a:pPr marL="171450" marR="0" lvl="0" indent="-171450" algn="l" defTabSz="914400" rtl="0" eaLnBrk="1" fontAlgn="auto" latinLnBrk="0" hangingPunct="1">
              <a:lnSpc>
                <a:spcPct val="100000"/>
              </a:lnSpc>
              <a:spcBef>
                <a:spcPts val="4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This is placeholder text.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p>
          <a:p>
            <a:pPr marL="171450" marR="0" lvl="0" indent="-171450" algn="l" defTabSz="914400" rtl="0" eaLnBrk="1" fontAlgn="auto" latinLnBrk="0" hangingPunct="1">
              <a:lnSpc>
                <a:spcPct val="100000"/>
              </a:lnSpc>
              <a:spcBef>
                <a:spcPts val="4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This is placeholder text.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p>
        </p:txBody>
      </p:sp>
      <p:sp>
        <p:nvSpPr>
          <p:cNvPr id="16" name="TextBox 21">
            <a:extLst>
              <a:ext uri="{FF2B5EF4-FFF2-40B4-BE49-F238E27FC236}">
                <a16:creationId xmlns:a16="http://schemas.microsoft.com/office/drawing/2014/main" id="{C45C654B-9C43-93AF-AFDE-B75391AFAA62}"/>
              </a:ext>
            </a:extLst>
          </p:cNvPr>
          <p:cNvSpPr txBox="1"/>
          <p:nvPr/>
        </p:nvSpPr>
        <p:spPr>
          <a:xfrm>
            <a:off x="2861410" y="3269896"/>
            <a:ext cx="1847563" cy="3038829"/>
          </a:xfrm>
          <a:prstGeom prst="rect">
            <a:avLst/>
          </a:prstGeom>
          <a:noFill/>
        </p:spPr>
        <p:txBody>
          <a:bodyPr wrap="square" lIns="0" tIns="180000" rIns="180000" bIns="180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57AB"/>
                </a:solidFill>
                <a:effectLst/>
                <a:uLnTx/>
                <a:uFillTx/>
                <a:ea typeface="+mn-ea"/>
                <a:cs typeface="Calibri" pitchFamily="34" charset="0"/>
              </a:rPr>
              <a:t>Job Title</a:t>
            </a:r>
          </a:p>
          <a:p>
            <a:pPr marL="0" marR="0" lvl="0" indent="0" algn="l" defTabSz="914400" rtl="0" eaLnBrk="1" fontAlgn="auto" latinLnBrk="0" hangingPunct="1">
              <a:lnSpc>
                <a:spcPct val="100000"/>
              </a:lnSpc>
              <a:spcBef>
                <a:spcPts val="400"/>
              </a:spcBef>
              <a:spcAft>
                <a:spcPts val="0"/>
              </a:spcAft>
              <a:buClrTx/>
              <a:buSzTx/>
              <a:buFontTx/>
              <a:buNone/>
              <a:tabLst/>
              <a:defRPr/>
            </a:pPr>
            <a:br>
              <a:rPr kumimoji="0" lang="en-US" sz="1200" b="0" i="0" u="none" strike="noStrike" kern="1200" cap="none" spc="0" normalizeH="0" baseline="0" noProof="0" dirty="0">
                <a:ln>
                  <a:noFill/>
                </a:ln>
                <a:solidFill>
                  <a:srgbClr val="000000"/>
                </a:solidFill>
                <a:effectLst/>
                <a:uLnTx/>
                <a:uFillTx/>
                <a:ea typeface="+mn-ea"/>
                <a:cs typeface="Calibri" pitchFamily="34" charset="0"/>
              </a:rPr>
            </a:br>
            <a:r>
              <a:rPr kumimoji="0" lang="en-US" sz="1000" b="0" i="0" u="none" strike="noStrike" kern="1200" cap="none" spc="0" normalizeH="0" baseline="0" noProof="0" dirty="0">
                <a:ln>
                  <a:noFill/>
                </a:ln>
                <a:solidFill>
                  <a:srgbClr val="000000"/>
                </a:solidFill>
                <a:effectLst/>
                <a:uLnTx/>
                <a:uFillTx/>
                <a:ea typeface="+mn-ea"/>
                <a:cs typeface="Calibri" pitchFamily="34" charset="0"/>
              </a:rPr>
              <a:t>List relevant qualifications, profile and experience.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a:t>
            </a:r>
          </a:p>
          <a:p>
            <a:pPr marL="171450" marR="0" lvl="0" indent="-171450" algn="l" defTabSz="914400" rtl="0" eaLnBrk="1" fontAlgn="auto" latinLnBrk="0" hangingPunct="1">
              <a:lnSpc>
                <a:spcPct val="100000"/>
              </a:lnSpc>
              <a:spcBef>
                <a:spcPts val="4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This is placeholder text.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p>
          <a:p>
            <a:pPr marL="171450" marR="0" lvl="0" indent="-171450" algn="l" defTabSz="914400" rtl="0" eaLnBrk="1" fontAlgn="auto" latinLnBrk="0" hangingPunct="1">
              <a:lnSpc>
                <a:spcPct val="100000"/>
              </a:lnSpc>
              <a:spcBef>
                <a:spcPts val="4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This is placeholder text.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p>
        </p:txBody>
      </p:sp>
      <p:sp>
        <p:nvSpPr>
          <p:cNvPr id="25" name="TextBox 21">
            <a:extLst>
              <a:ext uri="{FF2B5EF4-FFF2-40B4-BE49-F238E27FC236}">
                <a16:creationId xmlns:a16="http://schemas.microsoft.com/office/drawing/2014/main" id="{472CC3DF-3683-B53C-7433-EB77EBD62D04}"/>
              </a:ext>
            </a:extLst>
          </p:cNvPr>
          <p:cNvSpPr txBox="1"/>
          <p:nvPr/>
        </p:nvSpPr>
        <p:spPr>
          <a:xfrm>
            <a:off x="5171957" y="3269896"/>
            <a:ext cx="1847563" cy="3038829"/>
          </a:xfrm>
          <a:prstGeom prst="rect">
            <a:avLst/>
          </a:prstGeom>
          <a:noFill/>
        </p:spPr>
        <p:txBody>
          <a:bodyPr wrap="square" lIns="0" tIns="180000" rIns="180000" bIns="180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57AB"/>
                </a:solidFill>
                <a:effectLst/>
                <a:uLnTx/>
                <a:uFillTx/>
                <a:ea typeface="+mn-ea"/>
                <a:cs typeface="Calibri" pitchFamily="34" charset="0"/>
              </a:rPr>
              <a:t>Job Title</a:t>
            </a:r>
          </a:p>
          <a:p>
            <a:pPr marL="0" marR="0" lvl="0" indent="0" algn="l" defTabSz="914400" rtl="0" eaLnBrk="1" fontAlgn="auto" latinLnBrk="0" hangingPunct="1">
              <a:lnSpc>
                <a:spcPct val="100000"/>
              </a:lnSpc>
              <a:spcBef>
                <a:spcPts val="400"/>
              </a:spcBef>
              <a:spcAft>
                <a:spcPts val="0"/>
              </a:spcAft>
              <a:buClrTx/>
              <a:buSzTx/>
              <a:buFontTx/>
              <a:buNone/>
              <a:tabLst/>
              <a:defRPr/>
            </a:pPr>
            <a:br>
              <a:rPr kumimoji="0" lang="en-US" sz="1200" b="0" i="0" u="none" strike="noStrike" kern="1200" cap="none" spc="0" normalizeH="0" baseline="0" noProof="0" dirty="0">
                <a:ln>
                  <a:noFill/>
                </a:ln>
                <a:solidFill>
                  <a:srgbClr val="000000"/>
                </a:solidFill>
                <a:effectLst/>
                <a:uLnTx/>
                <a:uFillTx/>
                <a:ea typeface="+mn-ea"/>
                <a:cs typeface="Calibri" pitchFamily="34" charset="0"/>
              </a:rPr>
            </a:br>
            <a:r>
              <a:rPr kumimoji="0" lang="en-US" sz="1000" b="0" i="0" u="none" strike="noStrike" kern="1200" cap="none" spc="0" normalizeH="0" baseline="0" noProof="0" dirty="0">
                <a:ln>
                  <a:noFill/>
                </a:ln>
                <a:solidFill>
                  <a:srgbClr val="000000"/>
                </a:solidFill>
                <a:effectLst/>
                <a:uLnTx/>
                <a:uFillTx/>
                <a:ea typeface="+mn-ea"/>
                <a:cs typeface="Calibri" pitchFamily="34" charset="0"/>
              </a:rPr>
              <a:t>List relevant qualifications, profile and experience.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a:t>
            </a:r>
          </a:p>
          <a:p>
            <a:pPr marL="171450" marR="0" lvl="0" indent="-171450" algn="l" defTabSz="914400" rtl="0" eaLnBrk="1" fontAlgn="auto" latinLnBrk="0" hangingPunct="1">
              <a:lnSpc>
                <a:spcPct val="100000"/>
              </a:lnSpc>
              <a:spcBef>
                <a:spcPts val="4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This is placeholder text.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p>
          <a:p>
            <a:pPr marL="171450" marR="0" lvl="0" indent="-171450" algn="l" defTabSz="914400" rtl="0" eaLnBrk="1" fontAlgn="auto" latinLnBrk="0" hangingPunct="1">
              <a:lnSpc>
                <a:spcPct val="100000"/>
              </a:lnSpc>
              <a:spcBef>
                <a:spcPts val="4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This is placeholder text.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p>
        </p:txBody>
      </p:sp>
      <p:sp>
        <p:nvSpPr>
          <p:cNvPr id="33" name="TextBox 21">
            <a:extLst>
              <a:ext uri="{FF2B5EF4-FFF2-40B4-BE49-F238E27FC236}">
                <a16:creationId xmlns:a16="http://schemas.microsoft.com/office/drawing/2014/main" id="{373E2140-E119-42D0-22EC-BCE1AAEAE6C4}"/>
              </a:ext>
            </a:extLst>
          </p:cNvPr>
          <p:cNvSpPr txBox="1"/>
          <p:nvPr/>
        </p:nvSpPr>
        <p:spPr>
          <a:xfrm>
            <a:off x="7482504" y="3269896"/>
            <a:ext cx="1847563" cy="3038829"/>
          </a:xfrm>
          <a:prstGeom prst="rect">
            <a:avLst/>
          </a:prstGeom>
          <a:noFill/>
        </p:spPr>
        <p:txBody>
          <a:bodyPr wrap="square" lIns="0" tIns="180000" rIns="180000" bIns="180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57AB"/>
                </a:solidFill>
                <a:effectLst/>
                <a:uLnTx/>
                <a:uFillTx/>
                <a:ea typeface="+mn-ea"/>
                <a:cs typeface="Calibri" pitchFamily="34" charset="0"/>
              </a:rPr>
              <a:t>Job Title</a:t>
            </a:r>
          </a:p>
          <a:p>
            <a:pPr marL="0" marR="0" lvl="0" indent="0" algn="l" defTabSz="914400" rtl="0" eaLnBrk="1" fontAlgn="auto" latinLnBrk="0" hangingPunct="1">
              <a:lnSpc>
                <a:spcPct val="100000"/>
              </a:lnSpc>
              <a:spcBef>
                <a:spcPts val="400"/>
              </a:spcBef>
              <a:spcAft>
                <a:spcPts val="0"/>
              </a:spcAft>
              <a:buClrTx/>
              <a:buSzTx/>
              <a:buFontTx/>
              <a:buNone/>
              <a:tabLst/>
              <a:defRPr/>
            </a:pPr>
            <a:br>
              <a:rPr kumimoji="0" lang="en-US" sz="1200" b="0" i="0" u="none" strike="noStrike" kern="1200" cap="none" spc="0" normalizeH="0" baseline="0" noProof="0" dirty="0">
                <a:ln>
                  <a:noFill/>
                </a:ln>
                <a:solidFill>
                  <a:srgbClr val="000000"/>
                </a:solidFill>
                <a:effectLst/>
                <a:uLnTx/>
                <a:uFillTx/>
                <a:ea typeface="+mn-ea"/>
                <a:cs typeface="Calibri" pitchFamily="34" charset="0"/>
              </a:rPr>
            </a:br>
            <a:r>
              <a:rPr kumimoji="0" lang="en-US" sz="1000" b="0" i="0" u="none" strike="noStrike" kern="1200" cap="none" spc="0" normalizeH="0" baseline="0" noProof="0" dirty="0">
                <a:ln>
                  <a:noFill/>
                </a:ln>
                <a:solidFill>
                  <a:srgbClr val="000000"/>
                </a:solidFill>
                <a:effectLst/>
                <a:uLnTx/>
                <a:uFillTx/>
                <a:ea typeface="+mn-ea"/>
                <a:cs typeface="Calibri" pitchFamily="34" charset="0"/>
              </a:rPr>
              <a:t>List relevant qualifications, profile and experience.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a:t>
            </a:r>
          </a:p>
          <a:p>
            <a:pPr marL="171450" marR="0" lvl="0" indent="-171450" algn="l" defTabSz="914400" rtl="0" eaLnBrk="1" fontAlgn="auto" latinLnBrk="0" hangingPunct="1">
              <a:lnSpc>
                <a:spcPct val="100000"/>
              </a:lnSpc>
              <a:spcBef>
                <a:spcPts val="4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This is placeholder text.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p>
          <a:p>
            <a:pPr marL="171450" marR="0" lvl="0" indent="-171450" algn="l" defTabSz="914400" rtl="0" eaLnBrk="1" fontAlgn="auto" latinLnBrk="0" hangingPunct="1">
              <a:lnSpc>
                <a:spcPct val="100000"/>
              </a:lnSpc>
              <a:spcBef>
                <a:spcPts val="4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This is placeholder text.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p>
        </p:txBody>
      </p:sp>
      <p:sp>
        <p:nvSpPr>
          <p:cNvPr id="50" name="TextBox 21">
            <a:extLst>
              <a:ext uri="{FF2B5EF4-FFF2-40B4-BE49-F238E27FC236}">
                <a16:creationId xmlns:a16="http://schemas.microsoft.com/office/drawing/2014/main" id="{40BC709F-BCE8-2991-B392-B38A19F2D82A}"/>
              </a:ext>
            </a:extLst>
          </p:cNvPr>
          <p:cNvSpPr txBox="1"/>
          <p:nvPr/>
        </p:nvSpPr>
        <p:spPr>
          <a:xfrm>
            <a:off x="9793053" y="3269896"/>
            <a:ext cx="1847563" cy="3038829"/>
          </a:xfrm>
          <a:prstGeom prst="rect">
            <a:avLst/>
          </a:prstGeom>
          <a:noFill/>
        </p:spPr>
        <p:txBody>
          <a:bodyPr wrap="square" lIns="0" tIns="180000" rIns="180000" bIns="180000" rtlCol="0" anchor="t" anchorCtr="0">
            <a:noAutofit/>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ea typeface="+mn-ea"/>
                <a:cs typeface="Calibri" pitchFamily="34" charset="0"/>
              </a:rPr>
              <a:t>Name Surname</a:t>
            </a:r>
          </a:p>
          <a:p>
            <a:pPr marL="0" marR="0" lvl="0" indent="0" algn="l" defTabSz="914400" rtl="0" eaLnBrk="1" fontAlgn="auto" latinLnBrk="0" hangingPunct="1">
              <a:lnSpc>
                <a:spcPct val="100000"/>
              </a:lnSpc>
              <a:spcBef>
                <a:spcPts val="400"/>
              </a:spcBef>
              <a:spcAft>
                <a:spcPts val="0"/>
              </a:spcAft>
              <a:buClrTx/>
              <a:buSzTx/>
              <a:buFontTx/>
              <a:buNone/>
              <a:tabLst/>
              <a:defRPr/>
            </a:pPr>
            <a:r>
              <a:rPr kumimoji="0" lang="en-US" sz="1400" b="0" i="0" u="none" strike="noStrike" kern="1200" cap="none" spc="0" normalizeH="0" baseline="0" noProof="0" dirty="0">
                <a:ln>
                  <a:noFill/>
                </a:ln>
                <a:solidFill>
                  <a:srgbClr val="0057AB"/>
                </a:solidFill>
                <a:effectLst/>
                <a:uLnTx/>
                <a:uFillTx/>
                <a:ea typeface="+mn-ea"/>
                <a:cs typeface="Calibri" pitchFamily="34" charset="0"/>
              </a:rPr>
              <a:t>Job Title</a:t>
            </a:r>
          </a:p>
          <a:p>
            <a:pPr marL="0" marR="0" lvl="0" indent="0" algn="l" defTabSz="914400" rtl="0" eaLnBrk="1" fontAlgn="auto" latinLnBrk="0" hangingPunct="1">
              <a:lnSpc>
                <a:spcPct val="100000"/>
              </a:lnSpc>
              <a:spcBef>
                <a:spcPts val="400"/>
              </a:spcBef>
              <a:spcAft>
                <a:spcPts val="0"/>
              </a:spcAft>
              <a:buClrTx/>
              <a:buSzTx/>
              <a:buFontTx/>
              <a:buNone/>
              <a:tabLst/>
              <a:defRPr/>
            </a:pPr>
            <a:br>
              <a:rPr kumimoji="0" lang="en-US" sz="1200" b="0" i="0" u="none" strike="noStrike" kern="1200" cap="none" spc="0" normalizeH="0" baseline="0" noProof="0" dirty="0">
                <a:ln>
                  <a:noFill/>
                </a:ln>
                <a:solidFill>
                  <a:srgbClr val="000000"/>
                </a:solidFill>
                <a:effectLst/>
                <a:uLnTx/>
                <a:uFillTx/>
                <a:ea typeface="+mn-ea"/>
                <a:cs typeface="Calibri" pitchFamily="34" charset="0"/>
              </a:rPr>
            </a:br>
            <a:r>
              <a:rPr kumimoji="0" lang="en-US" sz="1000" b="0" i="0" u="none" strike="noStrike" kern="1200" cap="none" spc="0" normalizeH="0" baseline="0" noProof="0" dirty="0">
                <a:ln>
                  <a:noFill/>
                </a:ln>
                <a:solidFill>
                  <a:srgbClr val="000000"/>
                </a:solidFill>
                <a:effectLst/>
                <a:uLnTx/>
                <a:uFillTx/>
                <a:ea typeface="+mn-ea"/>
                <a:cs typeface="Calibri" pitchFamily="34" charset="0"/>
              </a:rPr>
              <a:t>List relevant qualifications, profile and experience.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a:t>
            </a:r>
          </a:p>
          <a:p>
            <a:pPr marL="171450" marR="0" lvl="0" indent="-171450" algn="l" defTabSz="914400" rtl="0" eaLnBrk="1" fontAlgn="auto" latinLnBrk="0" hangingPunct="1">
              <a:lnSpc>
                <a:spcPct val="100000"/>
              </a:lnSpc>
              <a:spcBef>
                <a:spcPts val="4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This is placeholder text.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p>
          <a:p>
            <a:pPr marL="171450" marR="0" lvl="0" indent="-171450" algn="l" defTabSz="914400" rtl="0" eaLnBrk="1" fontAlgn="auto" latinLnBrk="0" hangingPunct="1">
              <a:lnSpc>
                <a:spcPct val="100000"/>
              </a:lnSpc>
              <a:spcBef>
                <a:spcPts val="400"/>
              </a:spcBef>
              <a:spcAft>
                <a:spcPts val="0"/>
              </a:spcAft>
              <a:buClr>
                <a:srgbClr val="0057AB"/>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ea typeface="+mn-ea"/>
                <a:cs typeface="Calibri" pitchFamily="34" charset="0"/>
              </a:rPr>
              <a:t>This is placeholder text.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Nullam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quis</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ante.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Etiam</a:t>
            </a:r>
            <a:r>
              <a:rPr kumimoji="0" lang="en-US" sz="1000" b="0" i="0" u="none" strike="noStrike" kern="1200" cap="none" spc="0" normalizeH="0" baseline="0" noProof="0" dirty="0">
                <a:ln>
                  <a:noFill/>
                </a:ln>
                <a:solidFill>
                  <a:srgbClr val="000000"/>
                </a:solidFill>
                <a:effectLst/>
                <a:uLnTx/>
                <a:uFillTx/>
                <a:ea typeface="+mn-ea"/>
                <a:cs typeface="Calibri" pitchFamily="34" charset="0"/>
              </a:rPr>
              <a:t> sit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amet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orci</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r>
              <a:rPr kumimoji="0" lang="en-US" sz="1000" b="0" i="0" u="none" strike="noStrike" kern="1200" cap="none" spc="0" normalizeH="0" baseline="0" noProof="0" dirty="0" err="1">
                <a:ln>
                  <a:noFill/>
                </a:ln>
                <a:solidFill>
                  <a:srgbClr val="000000"/>
                </a:solidFill>
                <a:effectLst/>
                <a:uLnTx/>
                <a:uFillTx/>
                <a:ea typeface="+mn-ea"/>
                <a:cs typeface="Calibri" pitchFamily="34" charset="0"/>
              </a:rPr>
              <a:t>eget</a:t>
            </a:r>
            <a:r>
              <a:rPr kumimoji="0" lang="en-US" sz="1000" b="0" i="0" u="none" strike="noStrike" kern="1200" cap="none" spc="0" normalizeH="0" baseline="0" noProof="0" dirty="0">
                <a:ln>
                  <a:noFill/>
                </a:ln>
                <a:solidFill>
                  <a:srgbClr val="000000"/>
                </a:solidFill>
                <a:effectLst/>
                <a:uLnTx/>
                <a:uFillTx/>
                <a:ea typeface="+mn-ea"/>
                <a:cs typeface="Calibri" pitchFamily="34" charset="0"/>
              </a:rPr>
              <a:t>. </a:t>
            </a:r>
          </a:p>
        </p:txBody>
      </p:sp>
      <p:sp>
        <p:nvSpPr>
          <p:cNvPr id="15" name="Speech Bubble: Rectangle with Corners Rounded 4">
            <a:extLst>
              <a:ext uri="{FF2B5EF4-FFF2-40B4-BE49-F238E27FC236}">
                <a16:creationId xmlns:a16="http://schemas.microsoft.com/office/drawing/2014/main" id="{CBD7FA97-83FA-6D86-07FD-118E07E961A8}"/>
              </a:ext>
              <a:ext uri="{C183D7F6-B498-43B3-948B-1728B52AA6E4}">
                <adec:decorative xmlns:adec="http://schemas.microsoft.com/office/drawing/2017/decorative" val="1"/>
              </a:ext>
            </a:extLst>
          </p:cNvPr>
          <p:cNvSpPr/>
          <p:nvPr/>
        </p:nvSpPr>
        <p:spPr>
          <a:xfrm>
            <a:off x="12443989" y="-1"/>
            <a:ext cx="2857923" cy="2314575"/>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ea typeface="+mn-ea"/>
                <a:cs typeface="+mn-cs"/>
              </a:rPr>
              <a:t>Profile photos and headshots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mn-cs"/>
              </a:rPr>
              <a:t>These images should be changed to represent the relevant team members or other people being referenced. </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mn-cs"/>
              </a:rPr>
              <a:t>Portraits and headshots should be professional and should be as consistent </a:t>
            </a:r>
            <a:br>
              <a:rPr kumimoji="0" lang="en-US" sz="1000" b="0" i="0" u="none" strike="noStrike" kern="1200" cap="none" spc="0" normalizeH="0" baseline="0" noProof="0" dirty="0">
                <a:ln>
                  <a:noFill/>
                </a:ln>
                <a:solidFill>
                  <a:srgbClr val="000000"/>
                </a:solidFill>
                <a:effectLst/>
                <a:uLnTx/>
                <a:uFillTx/>
                <a:ea typeface="+mn-ea"/>
                <a:cs typeface="+mn-cs"/>
              </a:rPr>
            </a:br>
            <a:r>
              <a:rPr kumimoji="0" lang="en-US" sz="1000" b="0" i="0" u="none" strike="noStrike" kern="1200" cap="none" spc="0" normalizeH="0" baseline="0" noProof="0" dirty="0">
                <a:ln>
                  <a:noFill/>
                </a:ln>
                <a:solidFill>
                  <a:srgbClr val="000000"/>
                </a:solidFill>
                <a:effectLst/>
                <a:uLnTx/>
                <a:uFillTx/>
                <a:ea typeface="+mn-ea"/>
                <a:cs typeface="+mn-cs"/>
              </a:rPr>
              <a:t>as possible across all team members.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mn-cs"/>
              </a:rPr>
              <a:t>Use approved corporate headshots where they exist and remove and change backgrounds to be neutral and matching where other photos are provided. </a:t>
            </a:r>
            <a:endParaRPr kumimoji="0" lang="en-US" sz="1400" b="0" i="0" u="none" strike="noStrike" kern="1200" cap="none" spc="0" normalizeH="0" baseline="0" noProof="0" dirty="0">
              <a:ln>
                <a:noFill/>
              </a:ln>
              <a:solidFill>
                <a:srgbClr val="000000"/>
              </a:solidFill>
              <a:effectLst/>
              <a:uLnTx/>
              <a:uFillTx/>
              <a:ea typeface="+mn-ea"/>
              <a:cs typeface="+mn-cs"/>
            </a:endParaRPr>
          </a:p>
        </p:txBody>
      </p:sp>
      <p:sp>
        <p:nvSpPr>
          <p:cNvPr id="24" name="Date Placeholder 23">
            <a:extLst>
              <a:ext uri="{FF2B5EF4-FFF2-40B4-BE49-F238E27FC236}">
                <a16:creationId xmlns:a16="http://schemas.microsoft.com/office/drawing/2014/main" id="{C3FA224E-0F31-6CC9-A7F7-7E00463A86D9}"/>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26" name="Footer Placeholder 25">
            <a:extLst>
              <a:ext uri="{FF2B5EF4-FFF2-40B4-BE49-F238E27FC236}">
                <a16:creationId xmlns:a16="http://schemas.microsoft.com/office/drawing/2014/main" id="{18B1A6CB-AA80-86F7-D82C-D0FB83DEC1A1}"/>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7" name="Slide Number Placeholder 26">
            <a:extLst>
              <a:ext uri="{FF2B5EF4-FFF2-40B4-BE49-F238E27FC236}">
                <a16:creationId xmlns:a16="http://schemas.microsoft.com/office/drawing/2014/main" id="{884B469C-5E47-01AA-B32D-C58541F842E1}"/>
              </a:ext>
            </a:extLst>
          </p:cNvPr>
          <p:cNvSpPr>
            <a:spLocks noGrp="1"/>
          </p:cNvSpPr>
          <p:nvPr>
            <p:ph type="sldNum" sz="quarter" idx="12"/>
          </p:nvPr>
        </p:nvSpPr>
        <p:spPr/>
        <p:txBody>
          <a:bodyPr/>
          <a:lstStyle/>
          <a:p>
            <a:pPr algn="r"/>
            <a:fld id="{5D9A5160-6218-4E5A-B9E6-B93E3DAE377C}" type="slidenum">
              <a:rPr lang="en-US" smtClean="0"/>
              <a:pPr algn="r"/>
              <a:t>88</a:t>
            </a:fld>
            <a:endParaRPr lang="en-US" dirty="0"/>
          </a:p>
        </p:txBody>
      </p:sp>
      <p:pic>
        <p:nvPicPr>
          <p:cNvPr id="9" name="Picture 57">
            <a:extLst>
              <a:ext uri="{FF2B5EF4-FFF2-40B4-BE49-F238E27FC236}">
                <a16:creationId xmlns:a16="http://schemas.microsoft.com/office/drawing/2014/main" id="{99CBE40C-627B-67F5-CBB0-7ABA5D2B91D1}"/>
              </a:ext>
              <a:ext uri="{C183D7F6-B498-43B3-948B-1728B52AA6E4}">
                <adec:decorative xmlns:adec="http://schemas.microsoft.com/office/drawing/2017/decorative" val="1"/>
              </a:ext>
            </a:extLst>
          </p:cNvPr>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a:xfrm>
            <a:off x="513906" y="1348422"/>
            <a:ext cx="1921474" cy="1921474"/>
          </a:xfrm>
          <a:prstGeom prst="ellipse">
            <a:avLst/>
          </a:prstGeom>
        </p:spPr>
      </p:pic>
      <p:pic>
        <p:nvPicPr>
          <p:cNvPr id="11" name="Picture 57">
            <a:extLst>
              <a:ext uri="{FF2B5EF4-FFF2-40B4-BE49-F238E27FC236}">
                <a16:creationId xmlns:a16="http://schemas.microsoft.com/office/drawing/2014/main" id="{A602BA4A-E5DD-2B1D-4D59-1BDF5D20FD9C}"/>
              </a:ext>
              <a:ext uri="{C183D7F6-B498-43B3-948B-1728B52AA6E4}">
                <adec:decorative xmlns:adec="http://schemas.microsoft.com/office/drawing/2017/decorative" val="1"/>
              </a:ext>
            </a:extLst>
          </p:cNvPr>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a:xfrm>
            <a:off x="2824453" y="1348422"/>
            <a:ext cx="1921474" cy="1921474"/>
          </a:xfrm>
          <a:prstGeom prst="ellipse">
            <a:avLst/>
          </a:prstGeom>
        </p:spPr>
      </p:pic>
      <p:pic>
        <p:nvPicPr>
          <p:cNvPr id="12" name="Picture 57">
            <a:extLst>
              <a:ext uri="{FF2B5EF4-FFF2-40B4-BE49-F238E27FC236}">
                <a16:creationId xmlns:a16="http://schemas.microsoft.com/office/drawing/2014/main" id="{D0FC6528-D712-A2F7-4CB0-F3F391E33985}"/>
              </a:ext>
              <a:ext uri="{C183D7F6-B498-43B3-948B-1728B52AA6E4}">
                <adec:decorative xmlns:adec="http://schemas.microsoft.com/office/drawing/2017/decorative" val="1"/>
              </a:ext>
            </a:extLst>
          </p:cNvPr>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a:xfrm>
            <a:off x="5135000" y="1348422"/>
            <a:ext cx="1921474" cy="1921474"/>
          </a:xfrm>
          <a:prstGeom prst="ellipse">
            <a:avLst/>
          </a:prstGeom>
        </p:spPr>
      </p:pic>
      <p:pic>
        <p:nvPicPr>
          <p:cNvPr id="13" name="Picture 57">
            <a:extLst>
              <a:ext uri="{FF2B5EF4-FFF2-40B4-BE49-F238E27FC236}">
                <a16:creationId xmlns:a16="http://schemas.microsoft.com/office/drawing/2014/main" id="{4DAE1DB8-5887-2AB6-DA3A-088E373AB38D}"/>
              </a:ext>
              <a:ext uri="{C183D7F6-B498-43B3-948B-1728B52AA6E4}">
                <adec:decorative xmlns:adec="http://schemas.microsoft.com/office/drawing/2017/decorative" val="1"/>
              </a:ext>
            </a:extLst>
          </p:cNvPr>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a:xfrm>
            <a:off x="7445547" y="1348422"/>
            <a:ext cx="1921474" cy="1921474"/>
          </a:xfrm>
          <a:prstGeom prst="ellipse">
            <a:avLst/>
          </a:prstGeom>
        </p:spPr>
      </p:pic>
      <p:pic>
        <p:nvPicPr>
          <p:cNvPr id="17" name="Picture 57">
            <a:extLst>
              <a:ext uri="{FF2B5EF4-FFF2-40B4-BE49-F238E27FC236}">
                <a16:creationId xmlns:a16="http://schemas.microsoft.com/office/drawing/2014/main" id="{BCC68B89-A32E-04B7-F8DF-32845BB778AE}"/>
              </a:ext>
              <a:ext uri="{C183D7F6-B498-43B3-948B-1728B52AA6E4}">
                <adec:decorative xmlns:adec="http://schemas.microsoft.com/office/drawing/2017/decorative" val="1"/>
              </a:ext>
            </a:extLst>
          </p:cNvPr>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a:xfrm>
            <a:off x="9719141" y="1348422"/>
            <a:ext cx="1921474" cy="1921474"/>
          </a:xfrm>
          <a:prstGeom prst="ellipse">
            <a:avLst/>
          </a:prstGeom>
        </p:spPr>
      </p:pic>
    </p:spTree>
    <p:extLst>
      <p:ext uri="{BB962C8B-B14F-4D97-AF65-F5344CB8AC3E}">
        <p14:creationId xmlns:p14="http://schemas.microsoft.com/office/powerpoint/2010/main" val="396941219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99CD8C-69F5-261D-4161-ED89D49C8224}"/>
            </a:ext>
          </a:extLst>
        </p:cNvPr>
        <p:cNvGrpSpPr/>
        <p:nvPr/>
      </p:nvGrpSpPr>
      <p:grpSpPr>
        <a:xfrm>
          <a:off x="0" y="0"/>
          <a:ext cx="0" cy="0"/>
          <a:chOff x="0" y="0"/>
          <a:chExt cx="0" cy="0"/>
        </a:xfrm>
      </p:grpSpPr>
      <p:sp>
        <p:nvSpPr>
          <p:cNvPr id="55" name="TextBox 54">
            <a:extLst>
              <a:ext uri="{FF2B5EF4-FFF2-40B4-BE49-F238E27FC236}">
                <a16:creationId xmlns:a16="http://schemas.microsoft.com/office/drawing/2014/main" id="{FE19083D-9C62-2D13-2251-193BB924B90F}"/>
              </a:ext>
            </a:extLst>
          </p:cNvPr>
          <p:cNvSpPr txBox="1"/>
          <p:nvPr/>
        </p:nvSpPr>
        <p:spPr>
          <a:xfrm>
            <a:off x="583557" y="1273872"/>
            <a:ext cx="1397498" cy="215444"/>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400" b="1" i="0" u="none" strike="noStrike" kern="1200" cap="none" spc="-21" normalizeH="0" baseline="0" noProof="0" dirty="0">
                <a:ln>
                  <a:noFill/>
                </a:ln>
                <a:solidFill>
                  <a:srgbClr val="000000"/>
                </a:solidFill>
                <a:effectLst/>
                <a:uLnTx/>
                <a:uFillTx/>
                <a:ea typeface="+mn-ea"/>
                <a:cs typeface="+mn-cs"/>
              </a:rPr>
              <a:t>About </a:t>
            </a:r>
            <a:r>
              <a:rPr kumimoji="0" lang="en-US" sz="1400" b="1" i="0" u="none" strike="noStrike" kern="1200" cap="none" spc="-21" normalizeH="0" baseline="0" noProof="0" dirty="0" err="1">
                <a:ln>
                  <a:noFill/>
                </a:ln>
                <a:solidFill>
                  <a:srgbClr val="000000"/>
                </a:solidFill>
                <a:effectLst/>
                <a:uLnTx/>
                <a:uFillTx/>
                <a:ea typeface="+mn-ea"/>
                <a:cs typeface="+mn-cs"/>
              </a:rPr>
              <a:t>Firstname</a:t>
            </a:r>
            <a:endParaRPr kumimoji="0" lang="en-US" sz="1400" b="1" i="0" u="none" strike="noStrike" kern="1200" cap="none" spc="-21" normalizeH="0" baseline="0" noProof="0" dirty="0">
              <a:ln>
                <a:noFill/>
              </a:ln>
              <a:solidFill>
                <a:srgbClr val="000000"/>
              </a:solidFill>
              <a:effectLst/>
              <a:uLnTx/>
              <a:uFillTx/>
              <a:ea typeface="+mn-ea"/>
              <a:cs typeface="+mn-cs"/>
            </a:endParaRPr>
          </a:p>
        </p:txBody>
      </p:sp>
      <p:sp>
        <p:nvSpPr>
          <p:cNvPr id="56" name="Title 55">
            <a:extLst>
              <a:ext uri="{FF2B5EF4-FFF2-40B4-BE49-F238E27FC236}">
                <a16:creationId xmlns:a16="http://schemas.microsoft.com/office/drawing/2014/main" id="{B41B662B-CD27-9F37-BC48-CAF6D90D084D}"/>
              </a:ext>
            </a:extLst>
          </p:cNvPr>
          <p:cNvSpPr txBox="1">
            <a:spLocks noGrp="1"/>
          </p:cNvSpPr>
          <p:nvPr>
            <p:ph type="title" idx="4294967295"/>
          </p:nvPr>
        </p:nvSpPr>
        <p:spPr>
          <a:xfrm>
            <a:off x="6204686" y="743158"/>
            <a:ext cx="2173672" cy="377026"/>
          </a:xfrm>
          <a:prstGeom prst="rect">
            <a:avLst/>
          </a:prstGeom>
          <a:noFill/>
          <a:ln>
            <a:noFill/>
            <a:prstDash/>
          </a:ln>
          <a:effectLst/>
        </p:spPr>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sz="2450" b="1" i="0" u="none" strike="noStrike" kern="1200" cap="none" spc="-50" normalizeH="0" baseline="0" noProof="0" dirty="0">
                <a:ln>
                  <a:noFill/>
                </a:ln>
                <a:solidFill>
                  <a:srgbClr val="000000"/>
                </a:solidFill>
                <a:effectLst/>
                <a:uLnTx/>
                <a:uFillTx/>
                <a:latin typeface="+mn-lt"/>
                <a:ea typeface="+mn-ea"/>
                <a:cs typeface="+mn-cs"/>
              </a:rPr>
              <a:t>Name Surname</a:t>
            </a:r>
          </a:p>
        </p:txBody>
      </p:sp>
      <p:sp>
        <p:nvSpPr>
          <p:cNvPr id="57" name="TextBox 56">
            <a:extLst>
              <a:ext uri="{FF2B5EF4-FFF2-40B4-BE49-F238E27FC236}">
                <a16:creationId xmlns:a16="http://schemas.microsoft.com/office/drawing/2014/main" id="{3DB23238-8D47-F046-BC52-1CF11426E4D7}"/>
              </a:ext>
            </a:extLst>
          </p:cNvPr>
          <p:cNvSpPr txBox="1"/>
          <p:nvPr/>
        </p:nvSpPr>
        <p:spPr>
          <a:xfrm>
            <a:off x="6866125" y="1123931"/>
            <a:ext cx="1523046" cy="169277"/>
          </a:xfrm>
          <a:prstGeom prst="rect">
            <a:avLst/>
          </a:prstGeom>
          <a:noFill/>
        </p:spPr>
        <p:txBody>
          <a:bodyPr vert="horz" wrap="none" lIns="0" tIns="0" rIns="0" bIns="0" rtlCol="0" anchor="ctr">
            <a:spAutoFit/>
          </a:body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sz="1100" b="0" i="0" u="none" strike="noStrike" kern="1200" cap="none" spc="42" normalizeH="0" baseline="0" noProof="0" dirty="0">
                <a:ln>
                  <a:noFill/>
                </a:ln>
                <a:solidFill>
                  <a:srgbClr val="000000"/>
                </a:solidFill>
                <a:effectLst/>
                <a:uLnTx/>
                <a:uFillTx/>
                <a:latin typeface="Ubuntu Light" panose="020B0304030602030204" pitchFamily="34" charset="0"/>
                <a:ea typeface="+mn-ea"/>
                <a:cs typeface="+mn-cs"/>
              </a:rPr>
              <a:t>SOFTWARE ENGINEER</a:t>
            </a:r>
          </a:p>
        </p:txBody>
      </p:sp>
      <p:sp>
        <p:nvSpPr>
          <p:cNvPr id="58" name="TextBox 57">
            <a:extLst>
              <a:ext uri="{FF2B5EF4-FFF2-40B4-BE49-F238E27FC236}">
                <a16:creationId xmlns:a16="http://schemas.microsoft.com/office/drawing/2014/main" id="{386EB14D-C7BA-D68A-DD7A-5F61CF336AE9}"/>
              </a:ext>
            </a:extLst>
          </p:cNvPr>
          <p:cNvSpPr txBox="1"/>
          <p:nvPr/>
        </p:nvSpPr>
        <p:spPr>
          <a:xfrm>
            <a:off x="580437" y="1715393"/>
            <a:ext cx="7749925" cy="738664"/>
          </a:xfrm>
          <a:prstGeom prst="rect">
            <a:avLst/>
          </a:prstGeom>
          <a:noFill/>
        </p:spPr>
        <p:txBody>
          <a:bodyPr vert="horz" wrap="square" lIns="0" tIns="0" rIns="0" bIns="0" rtlCol="0" anchor="t">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000" cap="none" spc="0" normalizeH="0" baseline="0" noProof="0" dirty="0">
                <a:ln>
                  <a:noFill/>
                </a:ln>
                <a:solidFill>
                  <a:srgbClr val="000000"/>
                </a:solidFill>
                <a:effectLst/>
                <a:uLnTx/>
                <a:uFillTx/>
                <a:ea typeface="+mn-ea"/>
                <a:cs typeface="+mn-cs"/>
              </a:rPr>
              <a:t>Name Surname is a skilled full-stack developer with a BSc in Software Development from IT University of Copenhagen and an Academy Profession degree in</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000" cap="none" spc="0" normalizeH="0" baseline="0" noProof="0" dirty="0">
                <a:ln>
                  <a:noFill/>
                </a:ln>
                <a:solidFill>
                  <a:srgbClr val="000000"/>
                </a:solidFill>
                <a:effectLst/>
                <a:uLnTx/>
                <a:uFillTx/>
                <a:ea typeface="+mn-ea"/>
                <a:cs typeface="+mn-cs"/>
              </a:rPr>
              <a:t>Multimedia Design from KEA. Combining her expertise in UX/UI design and software development, she excels in building robust, scalable applications tailored to client needs. </a:t>
            </a:r>
            <a:r>
              <a:rPr lang="en-US" sz="800" kern="1000" dirty="0">
                <a:solidFill>
                  <a:srgbClr val="000000"/>
                </a:solidFill>
              </a:rPr>
              <a:t>Name</a:t>
            </a:r>
            <a:r>
              <a:rPr kumimoji="0" lang="en-US" sz="800" b="1" i="0" u="none" strike="noStrike" kern="1000" cap="none" spc="0" normalizeH="0" baseline="0" noProof="0" dirty="0">
                <a:ln>
                  <a:noFill/>
                </a:ln>
                <a:solidFill>
                  <a:srgbClr val="000000"/>
                </a:solidFill>
                <a:effectLst/>
                <a:uLnTx/>
                <a:uFillTx/>
                <a:ea typeface="+mn-ea"/>
                <a:cs typeface="+mn-cs"/>
              </a:rPr>
              <a:t>'</a:t>
            </a:r>
            <a:r>
              <a:rPr kumimoji="0" lang="en-US" sz="800" b="0" i="0" u="none" strike="noStrike" kern="1000" cap="none" spc="0" normalizeH="0" baseline="0" noProof="0" dirty="0">
                <a:ln>
                  <a:noFill/>
                </a:ln>
                <a:solidFill>
                  <a:srgbClr val="000000"/>
                </a:solidFill>
                <a:effectLst/>
                <a:uLnTx/>
                <a:uFillTx/>
                <a:ea typeface="+mn-ea"/>
                <a:cs typeface="+mn-cs"/>
              </a:rPr>
              <a:t>s experience in agile teams and Scrum, along with her problem-solving skills in algorithmic optimization, enables her to deliver efficient and innovative solutions. Known for her creativity, discipline, and teamwork, she brings a unique blend of technical and design expertise to every project. Lorem ipsum dolor sit </a:t>
            </a:r>
            <a:r>
              <a:rPr kumimoji="0" lang="en-US" sz="800" b="0" i="0" u="none" strike="noStrike" kern="1000" cap="none" spc="0" normalizeH="0" baseline="0" noProof="0" dirty="0" err="1">
                <a:ln>
                  <a:noFill/>
                </a:ln>
                <a:solidFill>
                  <a:srgbClr val="000000"/>
                </a:solidFill>
                <a:effectLst/>
                <a:uLnTx/>
                <a:uFillTx/>
                <a:ea typeface="+mn-ea"/>
                <a:cs typeface="+mn-cs"/>
              </a:rPr>
              <a:t>amet</a:t>
            </a:r>
            <a:r>
              <a:rPr kumimoji="0" lang="en-US" sz="800" b="0" i="0" u="none" strike="noStrike" kern="1000" cap="none" spc="0" normalizeH="0" baseline="0" noProof="0" dirty="0">
                <a:ln>
                  <a:noFill/>
                </a:ln>
                <a:solidFill>
                  <a:srgbClr val="000000"/>
                </a:solidFill>
                <a:effectLst/>
                <a:uLnTx/>
                <a:uFillTx/>
                <a:ea typeface="+mn-ea"/>
                <a:cs typeface="+mn-cs"/>
              </a:rPr>
              <a:t>, </a:t>
            </a:r>
            <a:r>
              <a:rPr kumimoji="0" lang="en-US" sz="800" b="0" i="0" u="none" strike="noStrike" kern="1000" cap="none" spc="0" normalizeH="0" baseline="0" noProof="0" dirty="0" err="1">
                <a:ln>
                  <a:noFill/>
                </a:ln>
                <a:solidFill>
                  <a:srgbClr val="000000"/>
                </a:solidFill>
                <a:effectLst/>
                <a:uLnTx/>
                <a:uFillTx/>
                <a:ea typeface="+mn-ea"/>
                <a:cs typeface="+mn-cs"/>
              </a:rPr>
              <a:t>consectetur</a:t>
            </a:r>
            <a:r>
              <a:rPr kumimoji="0" lang="en-US" sz="800" b="0" i="0" u="none" strike="noStrike" kern="1000" cap="none" spc="0" normalizeH="0" baseline="0" noProof="0" dirty="0">
                <a:ln>
                  <a:noFill/>
                </a:ln>
                <a:solidFill>
                  <a:srgbClr val="000000"/>
                </a:solidFill>
                <a:effectLst/>
                <a:uLnTx/>
                <a:uFillTx/>
                <a:ea typeface="+mn-ea"/>
                <a:cs typeface="+mn-cs"/>
              </a:rPr>
              <a:t> </a:t>
            </a:r>
            <a:r>
              <a:rPr kumimoji="0" lang="en-US" sz="800" b="0" i="0" u="none" strike="noStrike" kern="1000" cap="none" spc="0" normalizeH="0" baseline="0" noProof="0" dirty="0" err="1">
                <a:ln>
                  <a:noFill/>
                </a:ln>
                <a:solidFill>
                  <a:srgbClr val="000000"/>
                </a:solidFill>
                <a:effectLst/>
                <a:uLnTx/>
                <a:uFillTx/>
                <a:ea typeface="+mn-ea"/>
                <a:cs typeface="+mn-cs"/>
              </a:rPr>
              <a:t>adipiscing</a:t>
            </a:r>
            <a:r>
              <a:rPr kumimoji="0" lang="en-US" sz="800" b="0" i="0" u="none" strike="noStrike" kern="1000" cap="none" spc="0" normalizeH="0" baseline="0" noProof="0" dirty="0">
                <a:ln>
                  <a:noFill/>
                </a:ln>
                <a:solidFill>
                  <a:srgbClr val="000000"/>
                </a:solidFill>
                <a:effectLst/>
                <a:uLnTx/>
                <a:uFillTx/>
                <a:ea typeface="+mn-ea"/>
                <a:cs typeface="+mn-cs"/>
              </a:rPr>
              <a:t> </a:t>
            </a:r>
            <a:r>
              <a:rPr kumimoji="0" lang="en-US" sz="800" b="0" i="0" u="none" strike="noStrike" kern="1000" cap="none" spc="0" normalizeH="0" baseline="0" noProof="0" dirty="0" err="1">
                <a:ln>
                  <a:noFill/>
                </a:ln>
                <a:solidFill>
                  <a:srgbClr val="000000"/>
                </a:solidFill>
                <a:effectLst/>
                <a:uLnTx/>
                <a:uFillTx/>
                <a:ea typeface="+mn-ea"/>
                <a:cs typeface="+mn-cs"/>
              </a:rPr>
              <a:t>elit</a:t>
            </a:r>
            <a:r>
              <a:rPr kumimoji="0" lang="en-US" sz="800" b="0" i="0" u="none" strike="noStrike" kern="1000" cap="none" spc="0" normalizeH="0" baseline="0" noProof="0" dirty="0">
                <a:ln>
                  <a:noFill/>
                </a:ln>
                <a:solidFill>
                  <a:srgbClr val="000000"/>
                </a:solidFill>
                <a:effectLst/>
                <a:uLnTx/>
                <a:uFillTx/>
                <a:ea typeface="+mn-ea"/>
                <a:cs typeface="+mn-cs"/>
              </a:rPr>
              <a:t>, sed do </a:t>
            </a:r>
            <a:r>
              <a:rPr kumimoji="0" lang="en-US" sz="800" b="0" i="0" u="none" strike="noStrike" kern="1000" cap="none" spc="0" normalizeH="0" baseline="0" noProof="0" dirty="0" err="1">
                <a:ln>
                  <a:noFill/>
                </a:ln>
                <a:solidFill>
                  <a:srgbClr val="000000"/>
                </a:solidFill>
                <a:effectLst/>
                <a:uLnTx/>
                <a:uFillTx/>
                <a:ea typeface="+mn-ea"/>
                <a:cs typeface="+mn-cs"/>
              </a:rPr>
              <a:t>eiusmod</a:t>
            </a:r>
            <a:r>
              <a:rPr kumimoji="0" lang="en-US" sz="800" b="0" i="0" u="none" strike="noStrike" kern="1000" cap="none" spc="0" normalizeH="0" baseline="0" noProof="0" dirty="0">
                <a:ln>
                  <a:noFill/>
                </a:ln>
                <a:solidFill>
                  <a:srgbClr val="000000"/>
                </a:solidFill>
                <a:effectLst/>
                <a:uLnTx/>
                <a:uFillTx/>
                <a:ea typeface="+mn-ea"/>
                <a:cs typeface="+mn-cs"/>
              </a:rPr>
              <a:t> </a:t>
            </a:r>
            <a:r>
              <a:rPr kumimoji="0" lang="en-US" sz="800" b="0" i="0" u="none" strike="noStrike" kern="1000" cap="none" spc="0" normalizeH="0" baseline="0" noProof="0" dirty="0" err="1">
                <a:ln>
                  <a:noFill/>
                </a:ln>
                <a:solidFill>
                  <a:srgbClr val="000000"/>
                </a:solidFill>
                <a:effectLst/>
                <a:uLnTx/>
                <a:uFillTx/>
                <a:ea typeface="+mn-ea"/>
                <a:cs typeface="+mn-cs"/>
              </a:rPr>
              <a:t>tempor</a:t>
            </a:r>
            <a:r>
              <a:rPr kumimoji="0" lang="en-US" sz="800" b="0" i="0" u="none" strike="noStrike" kern="1000" cap="none" spc="0" normalizeH="0" baseline="0" noProof="0" dirty="0">
                <a:ln>
                  <a:noFill/>
                </a:ln>
                <a:solidFill>
                  <a:srgbClr val="000000"/>
                </a:solidFill>
                <a:effectLst/>
                <a:uLnTx/>
                <a:uFillTx/>
                <a:ea typeface="+mn-ea"/>
                <a:cs typeface="+mn-cs"/>
              </a:rPr>
              <a:t> </a:t>
            </a:r>
            <a:r>
              <a:rPr kumimoji="0" lang="en-US" sz="800" b="0" i="0" u="none" strike="noStrike" kern="1000" cap="none" spc="0" normalizeH="0" baseline="0" noProof="0" dirty="0" err="1">
                <a:ln>
                  <a:noFill/>
                </a:ln>
                <a:solidFill>
                  <a:srgbClr val="000000"/>
                </a:solidFill>
                <a:effectLst/>
                <a:uLnTx/>
                <a:uFillTx/>
                <a:ea typeface="+mn-ea"/>
                <a:cs typeface="+mn-cs"/>
              </a:rPr>
              <a:t>incididunt</a:t>
            </a:r>
            <a:r>
              <a:rPr kumimoji="0" lang="en-US" sz="800" b="0" i="0" u="none" strike="noStrike" kern="1000" cap="none" spc="0" normalizeH="0" baseline="0" noProof="0" dirty="0">
                <a:ln>
                  <a:noFill/>
                </a:ln>
                <a:solidFill>
                  <a:srgbClr val="000000"/>
                </a:solidFill>
                <a:effectLst/>
                <a:uLnTx/>
                <a:uFillTx/>
                <a:ea typeface="+mn-ea"/>
                <a:cs typeface="+mn-cs"/>
              </a:rPr>
              <a:t>. Lorem ipsum dolor sit </a:t>
            </a:r>
            <a:r>
              <a:rPr kumimoji="0" lang="en-US" sz="800" b="0" i="0" u="none" strike="noStrike" kern="1000" cap="none" spc="0" normalizeH="0" baseline="0" noProof="0" dirty="0" err="1">
                <a:ln>
                  <a:noFill/>
                </a:ln>
                <a:solidFill>
                  <a:srgbClr val="000000"/>
                </a:solidFill>
                <a:effectLst/>
                <a:uLnTx/>
                <a:uFillTx/>
                <a:ea typeface="+mn-ea"/>
                <a:cs typeface="+mn-cs"/>
              </a:rPr>
              <a:t>amet</a:t>
            </a:r>
            <a:r>
              <a:rPr kumimoji="0" lang="en-US" sz="800" b="0" i="0" u="none" strike="noStrike" kern="1000" cap="none" spc="0" normalizeH="0" baseline="0" noProof="0" dirty="0">
                <a:ln>
                  <a:noFill/>
                </a:ln>
                <a:solidFill>
                  <a:srgbClr val="000000"/>
                </a:solidFill>
                <a:effectLst/>
                <a:uLnTx/>
                <a:uFillTx/>
                <a:ea typeface="+mn-ea"/>
                <a:cs typeface="+mn-cs"/>
              </a:rPr>
              <a:t>, </a:t>
            </a:r>
            <a:r>
              <a:rPr kumimoji="0" lang="en-US" sz="800" b="0" i="0" u="none" strike="noStrike" kern="1000" cap="none" spc="0" normalizeH="0" baseline="0" noProof="0" dirty="0" err="1">
                <a:ln>
                  <a:noFill/>
                </a:ln>
                <a:solidFill>
                  <a:srgbClr val="000000"/>
                </a:solidFill>
                <a:effectLst/>
                <a:uLnTx/>
                <a:uFillTx/>
                <a:ea typeface="+mn-ea"/>
                <a:cs typeface="+mn-cs"/>
              </a:rPr>
              <a:t>consectetur</a:t>
            </a:r>
            <a:r>
              <a:rPr kumimoji="0" lang="en-US" sz="800" b="0" i="0" u="none" strike="noStrike" kern="1000" cap="none" spc="0" normalizeH="0" baseline="0" noProof="0" dirty="0">
                <a:ln>
                  <a:noFill/>
                </a:ln>
                <a:solidFill>
                  <a:srgbClr val="000000"/>
                </a:solidFill>
                <a:effectLst/>
                <a:uLnTx/>
                <a:uFillTx/>
                <a:ea typeface="+mn-ea"/>
                <a:cs typeface="+mn-cs"/>
              </a:rPr>
              <a:t> </a:t>
            </a:r>
            <a:r>
              <a:rPr kumimoji="0" lang="en-US" sz="800" b="0" i="0" u="none" strike="noStrike" kern="1000" cap="none" spc="0" normalizeH="0" baseline="0" noProof="0" dirty="0" err="1">
                <a:ln>
                  <a:noFill/>
                </a:ln>
                <a:solidFill>
                  <a:srgbClr val="000000"/>
                </a:solidFill>
                <a:effectLst/>
                <a:uLnTx/>
                <a:uFillTx/>
                <a:ea typeface="+mn-ea"/>
                <a:cs typeface="+mn-cs"/>
              </a:rPr>
              <a:t>adipiscing</a:t>
            </a:r>
            <a:r>
              <a:rPr kumimoji="0" lang="en-US" sz="800" b="0" i="0" u="none" strike="noStrike" kern="1000" cap="none" spc="0" normalizeH="0" baseline="0" noProof="0" dirty="0">
                <a:ln>
                  <a:noFill/>
                </a:ln>
                <a:solidFill>
                  <a:srgbClr val="000000"/>
                </a:solidFill>
                <a:effectLst/>
                <a:uLnTx/>
                <a:uFillTx/>
                <a:ea typeface="+mn-ea"/>
                <a:cs typeface="+mn-cs"/>
              </a:rPr>
              <a:t> </a:t>
            </a:r>
            <a:r>
              <a:rPr kumimoji="0" lang="en-US" sz="800" b="0" i="0" u="none" strike="noStrike" kern="1000" cap="none" spc="0" normalizeH="0" baseline="0" noProof="0" dirty="0" err="1">
                <a:ln>
                  <a:noFill/>
                </a:ln>
                <a:solidFill>
                  <a:srgbClr val="000000"/>
                </a:solidFill>
                <a:effectLst/>
                <a:uLnTx/>
                <a:uFillTx/>
                <a:ea typeface="+mn-ea"/>
                <a:cs typeface="+mn-cs"/>
              </a:rPr>
              <a:t>elit</a:t>
            </a:r>
            <a:r>
              <a:rPr kumimoji="0" lang="en-US" sz="800" b="0" i="0" u="none" strike="noStrike" kern="1000" cap="none" spc="0" normalizeH="0" baseline="0" noProof="0" dirty="0">
                <a:ln>
                  <a:noFill/>
                </a:ln>
                <a:solidFill>
                  <a:srgbClr val="000000"/>
                </a:solidFill>
                <a:effectLst/>
                <a:uLnTx/>
                <a:uFillTx/>
                <a:ea typeface="+mn-ea"/>
                <a:cs typeface="+mn-cs"/>
              </a:rPr>
              <a:t>, sed do </a:t>
            </a:r>
            <a:r>
              <a:rPr kumimoji="0" lang="en-US" sz="800" b="0" i="0" u="none" strike="noStrike" kern="1000" cap="none" spc="0" normalizeH="0" baseline="0" noProof="0" dirty="0" err="1">
                <a:ln>
                  <a:noFill/>
                </a:ln>
                <a:solidFill>
                  <a:srgbClr val="000000"/>
                </a:solidFill>
                <a:effectLst/>
                <a:uLnTx/>
                <a:uFillTx/>
                <a:ea typeface="+mn-ea"/>
                <a:cs typeface="+mn-cs"/>
              </a:rPr>
              <a:t>eiusmod</a:t>
            </a:r>
            <a:r>
              <a:rPr kumimoji="0" lang="en-US" sz="800" b="0" i="0" u="none" strike="noStrike" kern="1000" cap="none" spc="0" normalizeH="0" baseline="0" noProof="0" dirty="0">
                <a:ln>
                  <a:noFill/>
                </a:ln>
                <a:solidFill>
                  <a:srgbClr val="000000"/>
                </a:solidFill>
                <a:effectLst/>
                <a:uLnTx/>
                <a:uFillTx/>
                <a:ea typeface="+mn-ea"/>
                <a:cs typeface="+mn-cs"/>
              </a:rPr>
              <a:t> </a:t>
            </a:r>
            <a:r>
              <a:rPr kumimoji="0" lang="en-US" sz="800" b="0" i="0" u="none" strike="noStrike" kern="1000" cap="none" spc="0" normalizeH="0" baseline="0" noProof="0" dirty="0" err="1">
                <a:ln>
                  <a:noFill/>
                </a:ln>
                <a:solidFill>
                  <a:srgbClr val="000000"/>
                </a:solidFill>
                <a:effectLst/>
                <a:uLnTx/>
                <a:uFillTx/>
                <a:ea typeface="+mn-ea"/>
                <a:cs typeface="+mn-cs"/>
              </a:rPr>
              <a:t>tempor</a:t>
            </a:r>
            <a:r>
              <a:rPr kumimoji="0" lang="en-US" sz="800" b="0" i="0" u="none" strike="noStrike" kern="1000" cap="none" spc="0" normalizeH="0" baseline="0" noProof="0" dirty="0">
                <a:ln>
                  <a:noFill/>
                </a:ln>
                <a:solidFill>
                  <a:srgbClr val="000000"/>
                </a:solidFill>
                <a:effectLst/>
                <a:uLnTx/>
                <a:uFillTx/>
                <a:ea typeface="+mn-ea"/>
                <a:cs typeface="+mn-cs"/>
              </a:rPr>
              <a:t> </a:t>
            </a:r>
            <a:r>
              <a:rPr kumimoji="0" lang="en-US" sz="800" b="0" i="0" u="none" strike="noStrike" kern="1000" cap="none" spc="0" normalizeH="0" baseline="0" noProof="0" dirty="0" err="1">
                <a:ln>
                  <a:noFill/>
                </a:ln>
                <a:solidFill>
                  <a:srgbClr val="000000"/>
                </a:solidFill>
                <a:effectLst/>
                <a:uLnTx/>
                <a:uFillTx/>
                <a:ea typeface="+mn-ea"/>
                <a:cs typeface="+mn-cs"/>
              </a:rPr>
              <a:t>incididunt</a:t>
            </a:r>
            <a:r>
              <a:rPr kumimoji="0" lang="en-US" sz="800" b="0" i="0" u="none" strike="noStrike" kern="1000" cap="none" spc="0" normalizeH="0" baseline="0" noProof="0" dirty="0">
                <a:ln>
                  <a:noFill/>
                </a:ln>
                <a:solidFill>
                  <a:srgbClr val="000000"/>
                </a:solidFill>
                <a:effectLst/>
                <a:uLnTx/>
                <a:uFillTx/>
                <a:ea typeface="+mn-ea"/>
                <a:cs typeface="+mn-cs"/>
              </a:rPr>
              <a:t>. Lorem ipsum dolor sit </a:t>
            </a:r>
            <a:r>
              <a:rPr kumimoji="0" lang="en-US" sz="800" b="0" i="0" u="none" strike="noStrike" kern="1000" cap="none" spc="0" normalizeH="0" baseline="0" noProof="0" dirty="0" err="1">
                <a:ln>
                  <a:noFill/>
                </a:ln>
                <a:solidFill>
                  <a:srgbClr val="000000"/>
                </a:solidFill>
                <a:effectLst/>
                <a:uLnTx/>
                <a:uFillTx/>
                <a:ea typeface="+mn-ea"/>
                <a:cs typeface="+mn-cs"/>
              </a:rPr>
              <a:t>amet</a:t>
            </a:r>
            <a:r>
              <a:rPr kumimoji="0" lang="en-US" sz="800" b="0" i="0" u="none" strike="noStrike" kern="1000" cap="none" spc="0" normalizeH="0" baseline="0" noProof="0" dirty="0">
                <a:ln>
                  <a:noFill/>
                </a:ln>
                <a:solidFill>
                  <a:srgbClr val="000000"/>
                </a:solidFill>
                <a:effectLst/>
                <a:uLnTx/>
                <a:uFillTx/>
                <a:ea typeface="+mn-ea"/>
                <a:cs typeface="+mn-cs"/>
              </a:rPr>
              <a:t>, </a:t>
            </a:r>
            <a:r>
              <a:rPr kumimoji="0" lang="en-US" sz="800" b="0" i="0" u="none" strike="noStrike" kern="1000" cap="none" spc="0" normalizeH="0" baseline="0" noProof="0" dirty="0" err="1">
                <a:ln>
                  <a:noFill/>
                </a:ln>
                <a:solidFill>
                  <a:srgbClr val="000000"/>
                </a:solidFill>
                <a:effectLst/>
                <a:uLnTx/>
                <a:uFillTx/>
                <a:ea typeface="+mn-ea"/>
                <a:cs typeface="+mn-cs"/>
              </a:rPr>
              <a:t>consectetur</a:t>
            </a:r>
            <a:r>
              <a:rPr kumimoji="0" lang="en-US" sz="800" b="0" i="0" u="none" strike="noStrike" kern="1000" cap="none" spc="0" normalizeH="0" baseline="0" noProof="0" dirty="0">
                <a:ln>
                  <a:noFill/>
                </a:ln>
                <a:solidFill>
                  <a:srgbClr val="000000"/>
                </a:solidFill>
                <a:effectLst/>
                <a:uLnTx/>
                <a:uFillTx/>
                <a:ea typeface="+mn-ea"/>
                <a:cs typeface="+mn-cs"/>
              </a:rPr>
              <a:t> </a:t>
            </a:r>
            <a:r>
              <a:rPr kumimoji="0" lang="en-US" sz="800" b="0" i="0" u="none" strike="noStrike" kern="1000" cap="none" spc="0" normalizeH="0" baseline="0" noProof="0" dirty="0" err="1">
                <a:ln>
                  <a:noFill/>
                </a:ln>
                <a:solidFill>
                  <a:srgbClr val="000000"/>
                </a:solidFill>
                <a:effectLst/>
                <a:uLnTx/>
                <a:uFillTx/>
                <a:ea typeface="+mn-ea"/>
                <a:cs typeface="+mn-cs"/>
              </a:rPr>
              <a:t>adipiscing</a:t>
            </a:r>
            <a:r>
              <a:rPr kumimoji="0" lang="en-US" sz="800" b="0" i="0" u="none" strike="noStrike" kern="1000" cap="none" spc="0" normalizeH="0" baseline="0" noProof="0" dirty="0">
                <a:ln>
                  <a:noFill/>
                </a:ln>
                <a:solidFill>
                  <a:srgbClr val="000000"/>
                </a:solidFill>
                <a:effectLst/>
                <a:uLnTx/>
                <a:uFillTx/>
                <a:ea typeface="+mn-ea"/>
                <a:cs typeface="+mn-cs"/>
              </a:rPr>
              <a:t>.</a:t>
            </a:r>
          </a:p>
        </p:txBody>
      </p:sp>
      <p:cxnSp>
        <p:nvCxnSpPr>
          <p:cNvPr id="59" name="Straight Connector 58">
            <a:extLst>
              <a:ext uri="{FF2B5EF4-FFF2-40B4-BE49-F238E27FC236}">
                <a16:creationId xmlns:a16="http://schemas.microsoft.com/office/drawing/2014/main" id="{88611CF8-F88F-9F17-CCAD-BD135EFE528B}"/>
              </a:ext>
              <a:ext uri="{C183D7F6-B498-43B3-948B-1728B52AA6E4}">
                <adec:decorative xmlns:adec="http://schemas.microsoft.com/office/drawing/2017/decorative" val="1"/>
              </a:ext>
            </a:extLst>
          </p:cNvPr>
          <p:cNvCxnSpPr>
            <a:cxnSpLocks/>
          </p:cNvCxnSpPr>
          <p:nvPr/>
        </p:nvCxnSpPr>
        <p:spPr>
          <a:xfrm>
            <a:off x="9045274" y="5524529"/>
            <a:ext cx="3131999" cy="0"/>
          </a:xfrm>
          <a:prstGeom prst="line">
            <a:avLst/>
          </a:prstGeom>
          <a:ln w="34925">
            <a:solidFill>
              <a:schemeClr val="bg1"/>
            </a:solidFill>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4F572FB1-B115-C793-05E8-D6C762A22BE2}"/>
              </a:ext>
            </a:extLst>
          </p:cNvPr>
          <p:cNvSpPr txBox="1"/>
          <p:nvPr/>
        </p:nvSpPr>
        <p:spPr>
          <a:xfrm>
            <a:off x="9088077" y="5269513"/>
            <a:ext cx="859210" cy="215444"/>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ea typeface="+mn-ea"/>
                <a:cs typeface="+mn-cs"/>
              </a:rPr>
              <a:t>Education</a:t>
            </a:r>
          </a:p>
        </p:txBody>
      </p:sp>
      <p:grpSp>
        <p:nvGrpSpPr>
          <p:cNvPr id="61" name="Group 60">
            <a:extLst>
              <a:ext uri="{FF2B5EF4-FFF2-40B4-BE49-F238E27FC236}">
                <a16:creationId xmlns:a16="http://schemas.microsoft.com/office/drawing/2014/main" id="{F2AFFA46-9B4D-F48C-9913-F6A2C9F94229}"/>
              </a:ext>
              <a:ext uri="{C183D7F6-B498-43B3-948B-1728B52AA6E4}">
                <adec:decorative xmlns:adec="http://schemas.microsoft.com/office/drawing/2017/decorative" val="1"/>
              </a:ext>
            </a:extLst>
          </p:cNvPr>
          <p:cNvGrpSpPr/>
          <p:nvPr/>
        </p:nvGrpSpPr>
        <p:grpSpPr>
          <a:xfrm>
            <a:off x="9087442" y="5631156"/>
            <a:ext cx="1941237" cy="624457"/>
            <a:chOff x="8136686" y="6167099"/>
            <a:chExt cx="1941237" cy="624457"/>
          </a:xfrm>
        </p:grpSpPr>
        <p:sp>
          <p:nvSpPr>
            <p:cNvPr id="62" name="TextBox 61">
              <a:extLst>
                <a:ext uri="{FF2B5EF4-FFF2-40B4-BE49-F238E27FC236}">
                  <a16:creationId xmlns:a16="http://schemas.microsoft.com/office/drawing/2014/main" id="{48138680-5D90-5154-2203-076F8E0CD553}"/>
                </a:ext>
              </a:extLst>
            </p:cNvPr>
            <p:cNvSpPr txBox="1"/>
            <p:nvPr/>
          </p:nvSpPr>
          <p:spPr>
            <a:xfrm>
              <a:off x="8136686" y="6167099"/>
              <a:ext cx="1941237" cy="246221"/>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1" i="0" u="none" strike="noStrike" kern="1200" cap="none" spc="0" normalizeH="0" baseline="0" noProof="0" dirty="0">
                  <a:ln>
                    <a:noFill/>
                  </a:ln>
                  <a:solidFill>
                    <a:srgbClr val="FFFFFF"/>
                  </a:solidFill>
                  <a:effectLst/>
                  <a:uLnTx/>
                  <a:uFillTx/>
                  <a:ea typeface="+mn-ea"/>
                  <a:cs typeface="+mn-cs"/>
                </a:rPr>
                <a:t>BSc. Software Development | 2021-2024</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ea typeface="+mn-ea"/>
                  <a:cs typeface="+mn-cs"/>
                </a:rPr>
                <a:t>IT-University | Copenhagen</a:t>
              </a:r>
            </a:p>
          </p:txBody>
        </p:sp>
        <p:sp>
          <p:nvSpPr>
            <p:cNvPr id="76" name="TextBox 75">
              <a:extLst>
                <a:ext uri="{FF2B5EF4-FFF2-40B4-BE49-F238E27FC236}">
                  <a16:creationId xmlns:a16="http://schemas.microsoft.com/office/drawing/2014/main" id="{469CAD09-73C2-2F9F-76DF-5D06953DBFDE}"/>
                </a:ext>
              </a:extLst>
            </p:cNvPr>
            <p:cNvSpPr txBox="1"/>
            <p:nvPr/>
          </p:nvSpPr>
          <p:spPr>
            <a:xfrm>
              <a:off x="8136686" y="6545335"/>
              <a:ext cx="1712007" cy="246221"/>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1" i="0" u="none" strike="noStrike" kern="1200" cap="none" spc="0" normalizeH="0" baseline="0" noProof="0" dirty="0">
                  <a:ln>
                    <a:noFill/>
                  </a:ln>
                  <a:solidFill>
                    <a:srgbClr val="FFFFFF"/>
                  </a:solidFill>
                  <a:effectLst/>
                  <a:uLnTx/>
                  <a:uFillTx/>
                  <a:ea typeface="+mn-ea"/>
                  <a:cs typeface="+mn-cs"/>
                </a:rPr>
                <a:t>MSc. Computer Science | 2024-2026</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ea typeface="+mn-ea"/>
                  <a:cs typeface="+mn-cs"/>
                </a:rPr>
                <a:t>IT-University | Copenhagen</a:t>
              </a:r>
            </a:p>
          </p:txBody>
        </p:sp>
      </p:grpSp>
      <p:cxnSp>
        <p:nvCxnSpPr>
          <p:cNvPr id="78" name="Straight Connector 77">
            <a:extLst>
              <a:ext uri="{FF2B5EF4-FFF2-40B4-BE49-F238E27FC236}">
                <a16:creationId xmlns:a16="http://schemas.microsoft.com/office/drawing/2014/main" id="{989DCA7B-6A1B-36F5-63C0-1D3AD53BCCD4}"/>
              </a:ext>
              <a:ext uri="{C183D7F6-B498-43B3-948B-1728B52AA6E4}">
                <adec:decorative xmlns:adec="http://schemas.microsoft.com/office/drawing/2017/decorative" val="1"/>
              </a:ext>
            </a:extLst>
          </p:cNvPr>
          <p:cNvCxnSpPr>
            <a:cxnSpLocks/>
          </p:cNvCxnSpPr>
          <p:nvPr/>
        </p:nvCxnSpPr>
        <p:spPr>
          <a:xfrm>
            <a:off x="9045274" y="3050419"/>
            <a:ext cx="3131999" cy="0"/>
          </a:xfrm>
          <a:prstGeom prst="line">
            <a:avLst/>
          </a:prstGeom>
          <a:ln w="34925">
            <a:solidFill>
              <a:schemeClr val="bg1"/>
            </a:solidFill>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CEE3CA88-305F-BE02-7413-A4F8B5BC59CC}"/>
              </a:ext>
            </a:extLst>
          </p:cNvPr>
          <p:cNvSpPr txBox="1"/>
          <p:nvPr/>
        </p:nvSpPr>
        <p:spPr>
          <a:xfrm>
            <a:off x="9067550" y="2792465"/>
            <a:ext cx="775853" cy="215444"/>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400" b="1" i="0" u="none" strike="noStrike" kern="1200" cap="none" spc="-40" normalizeH="0" baseline="0" noProof="0" dirty="0">
                <a:ln>
                  <a:noFill/>
                </a:ln>
                <a:solidFill>
                  <a:srgbClr val="FFFFFF"/>
                </a:solidFill>
                <a:effectLst/>
                <a:uLnTx/>
                <a:uFillTx/>
                <a:ea typeface="+mn-ea"/>
                <a:cs typeface="+mn-cs"/>
              </a:rPr>
              <a:t>Key Skills</a:t>
            </a:r>
          </a:p>
        </p:txBody>
      </p:sp>
      <p:grpSp>
        <p:nvGrpSpPr>
          <p:cNvPr id="85" name="Group 84">
            <a:extLst>
              <a:ext uri="{FF2B5EF4-FFF2-40B4-BE49-F238E27FC236}">
                <a16:creationId xmlns:a16="http://schemas.microsoft.com/office/drawing/2014/main" id="{6233DE6D-A37E-2958-A5F2-3FC3C5621768}"/>
              </a:ext>
              <a:ext uri="{C183D7F6-B498-43B3-948B-1728B52AA6E4}">
                <adec:decorative xmlns:adec="http://schemas.microsoft.com/office/drawing/2017/decorative" val="1"/>
              </a:ext>
            </a:extLst>
          </p:cNvPr>
          <p:cNvGrpSpPr/>
          <p:nvPr/>
        </p:nvGrpSpPr>
        <p:grpSpPr>
          <a:xfrm>
            <a:off x="9088505" y="3127455"/>
            <a:ext cx="707886" cy="745951"/>
            <a:chOff x="8137749" y="3248829"/>
            <a:chExt cx="707886" cy="745951"/>
          </a:xfrm>
        </p:grpSpPr>
        <p:sp>
          <p:nvSpPr>
            <p:cNvPr id="86" name="TextBox 85">
              <a:extLst>
                <a:ext uri="{FF2B5EF4-FFF2-40B4-BE49-F238E27FC236}">
                  <a16:creationId xmlns:a16="http://schemas.microsoft.com/office/drawing/2014/main" id="{4412D1AD-DFF3-3E5C-D249-4B1F4DB4483D}"/>
                </a:ext>
              </a:extLst>
            </p:cNvPr>
            <p:cNvSpPr txBox="1"/>
            <p:nvPr/>
          </p:nvSpPr>
          <p:spPr>
            <a:xfrm>
              <a:off x="8137749" y="3248829"/>
              <a:ext cx="599203" cy="153888"/>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000" b="1" i="0" u="none" strike="noStrike" kern="1200" cap="none" spc="-40" normalizeH="0" baseline="0" noProof="0" dirty="0">
                  <a:ln>
                    <a:noFill/>
                  </a:ln>
                  <a:solidFill>
                    <a:srgbClr val="FFFFFF"/>
                  </a:solidFill>
                  <a:effectLst/>
                  <a:uLnTx/>
                  <a:uFillTx/>
                  <a:ea typeface="+mn-ea"/>
                  <a:cs typeface="+mn-cs"/>
                </a:rPr>
                <a:t>Hard Skills</a:t>
              </a:r>
            </a:p>
          </p:txBody>
        </p:sp>
        <p:grpSp>
          <p:nvGrpSpPr>
            <p:cNvPr id="87" name="Group 86">
              <a:extLst>
                <a:ext uri="{FF2B5EF4-FFF2-40B4-BE49-F238E27FC236}">
                  <a16:creationId xmlns:a16="http://schemas.microsoft.com/office/drawing/2014/main" id="{10482068-EE32-36AA-4BD2-0ADC750F5DAE}"/>
                </a:ext>
              </a:extLst>
            </p:cNvPr>
            <p:cNvGrpSpPr/>
            <p:nvPr/>
          </p:nvGrpSpPr>
          <p:grpSpPr>
            <a:xfrm>
              <a:off x="8137749" y="3422433"/>
              <a:ext cx="707886" cy="572347"/>
              <a:chOff x="5026025" y="3504734"/>
              <a:chExt cx="707886" cy="572347"/>
            </a:xfrm>
          </p:grpSpPr>
          <p:sp>
            <p:nvSpPr>
              <p:cNvPr id="88" name="TextBox 87">
                <a:extLst>
                  <a:ext uri="{FF2B5EF4-FFF2-40B4-BE49-F238E27FC236}">
                    <a16:creationId xmlns:a16="http://schemas.microsoft.com/office/drawing/2014/main" id="{AF8E2B47-89FF-E8C4-D694-DC490D7EE615}"/>
                  </a:ext>
                </a:extLst>
              </p:cNvPr>
              <p:cNvSpPr txBox="1"/>
              <p:nvPr/>
            </p:nvSpPr>
            <p:spPr>
              <a:xfrm>
                <a:off x="5026025" y="3504734"/>
                <a:ext cx="187872" cy="123111"/>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40" normalizeH="0" baseline="0" noProof="0" dirty="0">
                    <a:ln>
                      <a:noFill/>
                    </a:ln>
                    <a:solidFill>
                      <a:srgbClr val="FFFFFF"/>
                    </a:solidFill>
                    <a:effectLst/>
                    <a:uLnTx/>
                    <a:uFillTx/>
                    <a:ea typeface="+mn-ea"/>
                    <a:cs typeface="+mn-cs"/>
                  </a:rPr>
                  <a:t>Java</a:t>
                </a:r>
              </a:p>
            </p:txBody>
          </p:sp>
          <p:sp>
            <p:nvSpPr>
              <p:cNvPr id="89" name="TextBox 88">
                <a:extLst>
                  <a:ext uri="{FF2B5EF4-FFF2-40B4-BE49-F238E27FC236}">
                    <a16:creationId xmlns:a16="http://schemas.microsoft.com/office/drawing/2014/main" id="{BA3AF986-D3C8-5319-560B-D37655B367A8}"/>
                  </a:ext>
                </a:extLst>
              </p:cNvPr>
              <p:cNvSpPr txBox="1"/>
              <p:nvPr/>
            </p:nvSpPr>
            <p:spPr>
              <a:xfrm>
                <a:off x="5026025" y="3655326"/>
                <a:ext cx="238848" cy="123111"/>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40" normalizeH="0" baseline="0" noProof="0" dirty="0">
                    <a:ln>
                      <a:noFill/>
                    </a:ln>
                    <a:solidFill>
                      <a:srgbClr val="FFFFFF"/>
                    </a:solidFill>
                    <a:effectLst/>
                    <a:uLnTx/>
                    <a:uFillTx/>
                    <a:ea typeface="+mn-ea"/>
                    <a:cs typeface="+mn-cs"/>
                  </a:rPr>
                  <a:t>React</a:t>
                </a:r>
              </a:p>
            </p:txBody>
          </p:sp>
          <p:sp>
            <p:nvSpPr>
              <p:cNvPr id="90" name="TextBox 89">
                <a:extLst>
                  <a:ext uri="{FF2B5EF4-FFF2-40B4-BE49-F238E27FC236}">
                    <a16:creationId xmlns:a16="http://schemas.microsoft.com/office/drawing/2014/main" id="{2095857E-1AEE-3765-1897-0E2BD2EF3A3A}"/>
                  </a:ext>
                </a:extLst>
              </p:cNvPr>
              <p:cNvSpPr txBox="1"/>
              <p:nvPr/>
            </p:nvSpPr>
            <p:spPr>
              <a:xfrm>
                <a:off x="5026025" y="3810998"/>
                <a:ext cx="106761" cy="123111"/>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40" normalizeH="0" baseline="0" noProof="0" dirty="0" err="1">
                    <a:ln>
                      <a:noFill/>
                    </a:ln>
                    <a:solidFill>
                      <a:srgbClr val="FFFFFF"/>
                    </a:solidFill>
                    <a:effectLst/>
                    <a:uLnTx/>
                    <a:uFillTx/>
                    <a:ea typeface="+mn-ea"/>
                    <a:cs typeface="+mn-cs"/>
                  </a:rPr>
                  <a:t>c#</a:t>
                </a:r>
                <a:endParaRPr kumimoji="0" lang="en-US" sz="800" b="0" i="0" u="none" strike="noStrike" kern="1200" cap="none" spc="-40" normalizeH="0" baseline="0" noProof="0" dirty="0">
                  <a:ln>
                    <a:noFill/>
                  </a:ln>
                  <a:solidFill>
                    <a:srgbClr val="FFFFFF"/>
                  </a:solidFill>
                  <a:effectLst/>
                  <a:uLnTx/>
                  <a:uFillTx/>
                  <a:ea typeface="+mn-ea"/>
                  <a:cs typeface="+mn-cs"/>
                </a:endParaRPr>
              </a:p>
            </p:txBody>
          </p:sp>
          <p:sp>
            <p:nvSpPr>
              <p:cNvPr id="91" name="TextBox 90">
                <a:extLst>
                  <a:ext uri="{FF2B5EF4-FFF2-40B4-BE49-F238E27FC236}">
                    <a16:creationId xmlns:a16="http://schemas.microsoft.com/office/drawing/2014/main" id="{B9A60FA5-9223-6EE1-ACFF-5AEF27F6772F}"/>
                  </a:ext>
                </a:extLst>
              </p:cNvPr>
              <p:cNvSpPr txBox="1"/>
              <p:nvPr/>
            </p:nvSpPr>
            <p:spPr>
              <a:xfrm>
                <a:off x="5026025" y="3953970"/>
                <a:ext cx="707886" cy="123111"/>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40" normalizeH="0" baseline="0" noProof="0" dirty="0">
                    <a:ln>
                      <a:noFill/>
                    </a:ln>
                    <a:solidFill>
                      <a:srgbClr val="FFFFFF"/>
                    </a:solidFill>
                    <a:effectLst/>
                    <a:uLnTx/>
                    <a:uFillTx/>
                    <a:ea typeface="+mn-ea"/>
                    <a:cs typeface="+mn-cs"/>
                  </a:rPr>
                  <a:t>Adobe illustrator</a:t>
                </a:r>
              </a:p>
            </p:txBody>
          </p:sp>
        </p:grpSp>
      </p:grpSp>
      <p:grpSp>
        <p:nvGrpSpPr>
          <p:cNvPr id="92" name="Group 91">
            <a:extLst>
              <a:ext uri="{FF2B5EF4-FFF2-40B4-BE49-F238E27FC236}">
                <a16:creationId xmlns:a16="http://schemas.microsoft.com/office/drawing/2014/main" id="{A139D07B-171F-E03D-FB74-E014BF9C66E3}"/>
              </a:ext>
              <a:ext uri="{C183D7F6-B498-43B3-948B-1728B52AA6E4}">
                <adec:decorative xmlns:adec="http://schemas.microsoft.com/office/drawing/2017/decorative" val="1"/>
              </a:ext>
            </a:extLst>
          </p:cNvPr>
          <p:cNvGrpSpPr/>
          <p:nvPr/>
        </p:nvGrpSpPr>
        <p:grpSpPr>
          <a:xfrm>
            <a:off x="10112699" y="3114516"/>
            <a:ext cx="795089" cy="758089"/>
            <a:chOff x="8137749" y="4099729"/>
            <a:chExt cx="795089" cy="758089"/>
          </a:xfrm>
        </p:grpSpPr>
        <p:sp>
          <p:nvSpPr>
            <p:cNvPr id="93" name="TextBox 92">
              <a:extLst>
                <a:ext uri="{FF2B5EF4-FFF2-40B4-BE49-F238E27FC236}">
                  <a16:creationId xmlns:a16="http://schemas.microsoft.com/office/drawing/2014/main" id="{345D5252-8AD9-55E2-F1FB-300B3A0CE059}"/>
                </a:ext>
              </a:extLst>
            </p:cNvPr>
            <p:cNvSpPr txBox="1"/>
            <p:nvPr/>
          </p:nvSpPr>
          <p:spPr>
            <a:xfrm>
              <a:off x="8137749" y="4099729"/>
              <a:ext cx="568745" cy="153888"/>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000" b="1" i="0" u="none" strike="noStrike" kern="1200" cap="none" spc="-40" normalizeH="0" baseline="0" noProof="0" dirty="0">
                  <a:ln>
                    <a:noFill/>
                  </a:ln>
                  <a:solidFill>
                    <a:srgbClr val="FFFFFF"/>
                  </a:solidFill>
                  <a:effectLst/>
                  <a:uLnTx/>
                  <a:uFillTx/>
                  <a:ea typeface="+mn-ea"/>
                  <a:cs typeface="+mn-cs"/>
                </a:rPr>
                <a:t>Soft Skills</a:t>
              </a:r>
            </a:p>
          </p:txBody>
        </p:sp>
        <p:grpSp>
          <p:nvGrpSpPr>
            <p:cNvPr id="94" name="Group 93">
              <a:extLst>
                <a:ext uri="{FF2B5EF4-FFF2-40B4-BE49-F238E27FC236}">
                  <a16:creationId xmlns:a16="http://schemas.microsoft.com/office/drawing/2014/main" id="{9199BCEF-6F32-C13F-25C3-77B0E8D5AC27}"/>
                </a:ext>
              </a:extLst>
            </p:cNvPr>
            <p:cNvGrpSpPr/>
            <p:nvPr/>
          </p:nvGrpSpPr>
          <p:grpSpPr>
            <a:xfrm>
              <a:off x="8137749" y="4272136"/>
              <a:ext cx="795089" cy="585682"/>
              <a:chOff x="5026025" y="3495917"/>
              <a:chExt cx="795089" cy="585682"/>
            </a:xfrm>
          </p:grpSpPr>
          <p:sp>
            <p:nvSpPr>
              <p:cNvPr id="95" name="TextBox 94">
                <a:extLst>
                  <a:ext uri="{FF2B5EF4-FFF2-40B4-BE49-F238E27FC236}">
                    <a16:creationId xmlns:a16="http://schemas.microsoft.com/office/drawing/2014/main" id="{C2308FE8-4CBB-E89D-520F-FCC746A06CCE}"/>
                  </a:ext>
                </a:extLst>
              </p:cNvPr>
              <p:cNvSpPr txBox="1"/>
              <p:nvPr/>
            </p:nvSpPr>
            <p:spPr>
              <a:xfrm>
                <a:off x="5026025" y="3495917"/>
                <a:ext cx="682879" cy="123111"/>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40" normalizeH="0" baseline="0" noProof="0" dirty="0">
                    <a:ln>
                      <a:noFill/>
                    </a:ln>
                    <a:solidFill>
                      <a:srgbClr val="FFFFFF"/>
                    </a:solidFill>
                    <a:effectLst/>
                    <a:uLnTx/>
                    <a:uFillTx/>
                    <a:ea typeface="+mn-ea"/>
                    <a:cs typeface="+mn-cs"/>
                  </a:rPr>
                  <a:t>Problem Solving</a:t>
                </a:r>
              </a:p>
            </p:txBody>
          </p:sp>
          <p:sp>
            <p:nvSpPr>
              <p:cNvPr id="96" name="TextBox 95">
                <a:extLst>
                  <a:ext uri="{FF2B5EF4-FFF2-40B4-BE49-F238E27FC236}">
                    <a16:creationId xmlns:a16="http://schemas.microsoft.com/office/drawing/2014/main" id="{EAD8A97D-D1A0-D394-A9EE-D68727FE7007}"/>
                  </a:ext>
                </a:extLst>
              </p:cNvPr>
              <p:cNvSpPr txBox="1"/>
              <p:nvPr/>
            </p:nvSpPr>
            <p:spPr>
              <a:xfrm>
                <a:off x="5026025" y="3658574"/>
                <a:ext cx="400751" cy="123111"/>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40" normalizeH="0" baseline="0" noProof="0" dirty="0">
                    <a:ln>
                      <a:noFill/>
                    </a:ln>
                    <a:solidFill>
                      <a:srgbClr val="FFFFFF"/>
                    </a:solidFill>
                    <a:effectLst/>
                    <a:uLnTx/>
                    <a:uFillTx/>
                    <a:ea typeface="+mn-ea"/>
                    <a:cs typeface="+mn-cs"/>
                  </a:rPr>
                  <a:t>Creativity</a:t>
                </a:r>
              </a:p>
            </p:txBody>
          </p:sp>
          <p:sp>
            <p:nvSpPr>
              <p:cNvPr id="97" name="TextBox 96">
                <a:extLst>
                  <a:ext uri="{FF2B5EF4-FFF2-40B4-BE49-F238E27FC236}">
                    <a16:creationId xmlns:a16="http://schemas.microsoft.com/office/drawing/2014/main" id="{97675418-96AC-AF05-7A05-65A184A5B77B}"/>
                  </a:ext>
                </a:extLst>
              </p:cNvPr>
              <p:cNvSpPr txBox="1"/>
              <p:nvPr/>
            </p:nvSpPr>
            <p:spPr>
              <a:xfrm>
                <a:off x="5026025" y="3805991"/>
                <a:ext cx="795089" cy="123111"/>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40" normalizeH="0" baseline="0" noProof="0" dirty="0">
                    <a:ln>
                      <a:noFill/>
                    </a:ln>
                    <a:solidFill>
                      <a:srgbClr val="FFFFFF"/>
                    </a:solidFill>
                    <a:effectLst/>
                    <a:uLnTx/>
                    <a:uFillTx/>
                    <a:ea typeface="+mn-ea"/>
                    <a:cs typeface="+mn-cs"/>
                  </a:rPr>
                  <a:t>Time Management</a:t>
                </a:r>
              </a:p>
            </p:txBody>
          </p:sp>
          <p:sp>
            <p:nvSpPr>
              <p:cNvPr id="99" name="TextBox 98">
                <a:extLst>
                  <a:ext uri="{FF2B5EF4-FFF2-40B4-BE49-F238E27FC236}">
                    <a16:creationId xmlns:a16="http://schemas.microsoft.com/office/drawing/2014/main" id="{D12D4156-B2A9-18B3-C83C-ACF2278660EF}"/>
                  </a:ext>
                </a:extLst>
              </p:cNvPr>
              <p:cNvSpPr txBox="1"/>
              <p:nvPr/>
            </p:nvSpPr>
            <p:spPr>
              <a:xfrm>
                <a:off x="5026025" y="3958488"/>
                <a:ext cx="482824" cy="123111"/>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40" normalizeH="0" baseline="0" noProof="0" dirty="0">
                    <a:ln>
                      <a:noFill/>
                    </a:ln>
                    <a:solidFill>
                      <a:srgbClr val="FFFFFF"/>
                    </a:solidFill>
                    <a:effectLst/>
                    <a:uLnTx/>
                    <a:uFillTx/>
                    <a:ea typeface="+mn-ea"/>
                    <a:cs typeface="+mn-cs"/>
                  </a:rPr>
                  <a:t>Team Work</a:t>
                </a:r>
              </a:p>
            </p:txBody>
          </p:sp>
        </p:grpSp>
      </p:grpSp>
      <p:cxnSp>
        <p:nvCxnSpPr>
          <p:cNvPr id="100" name="Straight Connector 99">
            <a:extLst>
              <a:ext uri="{FF2B5EF4-FFF2-40B4-BE49-F238E27FC236}">
                <a16:creationId xmlns:a16="http://schemas.microsoft.com/office/drawing/2014/main" id="{A8B34D1A-9C86-464C-C0C4-550F384D7833}"/>
              </a:ext>
              <a:ext uri="{C183D7F6-B498-43B3-948B-1728B52AA6E4}">
                <adec:decorative xmlns:adec="http://schemas.microsoft.com/office/drawing/2017/decorative" val="1"/>
              </a:ext>
            </a:extLst>
          </p:cNvPr>
          <p:cNvCxnSpPr>
            <a:cxnSpLocks/>
          </p:cNvCxnSpPr>
          <p:nvPr/>
        </p:nvCxnSpPr>
        <p:spPr>
          <a:xfrm>
            <a:off x="9045274" y="4398397"/>
            <a:ext cx="3131999" cy="0"/>
          </a:xfrm>
          <a:prstGeom prst="line">
            <a:avLst/>
          </a:prstGeom>
          <a:ln w="34925">
            <a:solidFill>
              <a:schemeClr val="bg1"/>
            </a:solidFill>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9F829121-2CBF-54FE-F8AC-56383506768E}"/>
              </a:ext>
            </a:extLst>
          </p:cNvPr>
          <p:cNvSpPr txBox="1"/>
          <p:nvPr/>
        </p:nvSpPr>
        <p:spPr>
          <a:xfrm>
            <a:off x="9077372" y="4140443"/>
            <a:ext cx="1176604" cy="215444"/>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ea typeface="+mn-ea"/>
                <a:cs typeface="+mn-cs"/>
              </a:rPr>
              <a:t>Certifications</a:t>
            </a:r>
          </a:p>
        </p:txBody>
      </p:sp>
      <p:grpSp>
        <p:nvGrpSpPr>
          <p:cNvPr id="102" name="Group 101">
            <a:extLst>
              <a:ext uri="{FF2B5EF4-FFF2-40B4-BE49-F238E27FC236}">
                <a16:creationId xmlns:a16="http://schemas.microsoft.com/office/drawing/2014/main" id="{3EA85531-F584-D050-B754-888C2E77EDC5}"/>
              </a:ext>
              <a:ext uri="{C183D7F6-B498-43B3-948B-1728B52AA6E4}">
                <adec:decorative xmlns:adec="http://schemas.microsoft.com/office/drawing/2017/decorative" val="1"/>
              </a:ext>
            </a:extLst>
          </p:cNvPr>
          <p:cNvGrpSpPr/>
          <p:nvPr/>
        </p:nvGrpSpPr>
        <p:grpSpPr>
          <a:xfrm>
            <a:off x="9077372" y="4475433"/>
            <a:ext cx="1866858" cy="532147"/>
            <a:chOff x="8126616" y="5205250"/>
            <a:chExt cx="1866858" cy="532147"/>
          </a:xfrm>
        </p:grpSpPr>
        <p:sp>
          <p:nvSpPr>
            <p:cNvPr id="103" name="TextBox 102">
              <a:extLst>
                <a:ext uri="{FF2B5EF4-FFF2-40B4-BE49-F238E27FC236}">
                  <a16:creationId xmlns:a16="http://schemas.microsoft.com/office/drawing/2014/main" id="{B4C8D139-C270-2090-9C59-3F2288422E9E}"/>
                </a:ext>
              </a:extLst>
            </p:cNvPr>
            <p:cNvSpPr txBox="1"/>
            <p:nvPr/>
          </p:nvSpPr>
          <p:spPr>
            <a:xfrm>
              <a:off x="8126616" y="5205250"/>
              <a:ext cx="1446230" cy="153888"/>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000" b="1" i="0" u="none" strike="noStrike" kern="1200" cap="none" spc="-40" normalizeH="0" baseline="0" noProof="0" dirty="0">
                  <a:ln>
                    <a:noFill/>
                  </a:ln>
                  <a:solidFill>
                    <a:srgbClr val="FFFFFF"/>
                  </a:solidFill>
                  <a:effectLst/>
                  <a:uLnTx/>
                  <a:uFillTx/>
                  <a:ea typeface="+mn-ea"/>
                  <a:cs typeface="+mn-cs"/>
                </a:rPr>
                <a:t>2024 | </a:t>
              </a:r>
              <a:r>
                <a:rPr kumimoji="0" lang="en-US" sz="1000" b="0" i="0" u="none" strike="noStrike" kern="1200" cap="none" spc="-40" normalizeH="0" baseline="0" noProof="0" dirty="0">
                  <a:ln>
                    <a:noFill/>
                  </a:ln>
                  <a:solidFill>
                    <a:srgbClr val="FFFFFF"/>
                  </a:solidFill>
                  <a:effectLst/>
                  <a:uLnTx/>
                  <a:uFillTx/>
                  <a:ea typeface="+mn-ea"/>
                  <a:cs typeface="+mn-cs"/>
                </a:rPr>
                <a:t>Connected Manager</a:t>
              </a:r>
            </a:p>
          </p:txBody>
        </p:sp>
        <p:sp>
          <p:nvSpPr>
            <p:cNvPr id="104" name="TextBox 103">
              <a:extLst>
                <a:ext uri="{FF2B5EF4-FFF2-40B4-BE49-F238E27FC236}">
                  <a16:creationId xmlns:a16="http://schemas.microsoft.com/office/drawing/2014/main" id="{0F95FA09-337F-A93E-3538-EB7B3DF9CB28}"/>
                </a:ext>
              </a:extLst>
            </p:cNvPr>
            <p:cNvSpPr txBox="1"/>
            <p:nvPr/>
          </p:nvSpPr>
          <p:spPr>
            <a:xfrm>
              <a:off x="8126616" y="5382950"/>
              <a:ext cx="1866858" cy="153888"/>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000" b="1" i="0" u="none" strike="noStrike" kern="1200" cap="none" spc="-40" normalizeH="0" baseline="0" noProof="0" dirty="0">
                  <a:ln>
                    <a:noFill/>
                  </a:ln>
                  <a:solidFill>
                    <a:srgbClr val="FFFFFF"/>
                  </a:solidFill>
                  <a:effectLst/>
                  <a:uLnTx/>
                  <a:uFillTx/>
                  <a:ea typeface="+mn-ea"/>
                  <a:cs typeface="+mn-cs"/>
                </a:rPr>
                <a:t>2023 | </a:t>
              </a:r>
              <a:r>
                <a:rPr kumimoji="0" lang="en-US" sz="1000" b="0" i="0" u="none" strike="noStrike" kern="1200" cap="none" spc="-40" normalizeH="0" baseline="0" noProof="0" dirty="0">
                  <a:ln>
                    <a:noFill/>
                  </a:ln>
                  <a:solidFill>
                    <a:srgbClr val="FFFFFF"/>
                  </a:solidFill>
                  <a:effectLst/>
                  <a:uLnTx/>
                  <a:uFillTx/>
                  <a:ea typeface="+mn-ea"/>
                  <a:cs typeface="+mn-cs"/>
                </a:rPr>
                <a:t>AZ-900 Azure Fundamentals</a:t>
              </a:r>
            </a:p>
          </p:txBody>
        </p:sp>
        <p:sp>
          <p:nvSpPr>
            <p:cNvPr id="105" name="TextBox 104">
              <a:extLst>
                <a:ext uri="{FF2B5EF4-FFF2-40B4-BE49-F238E27FC236}">
                  <a16:creationId xmlns:a16="http://schemas.microsoft.com/office/drawing/2014/main" id="{DF74CFCF-6273-8795-DDB0-FAF57506DB6B}"/>
                </a:ext>
              </a:extLst>
            </p:cNvPr>
            <p:cNvSpPr txBox="1"/>
            <p:nvPr/>
          </p:nvSpPr>
          <p:spPr>
            <a:xfrm>
              <a:off x="8126616" y="5583509"/>
              <a:ext cx="1480534" cy="153888"/>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000" b="1" i="0" u="none" strike="noStrike" kern="1200" cap="none" spc="-40" normalizeH="0" baseline="0" noProof="0" dirty="0">
                  <a:ln>
                    <a:noFill/>
                  </a:ln>
                  <a:solidFill>
                    <a:srgbClr val="FFFFFF"/>
                  </a:solidFill>
                  <a:effectLst/>
                  <a:uLnTx/>
                  <a:uFillTx/>
                  <a:ea typeface="+mn-ea"/>
                  <a:cs typeface="+mn-cs"/>
                </a:rPr>
                <a:t>2018 | </a:t>
              </a:r>
              <a:r>
                <a:rPr kumimoji="0" lang="en-US" sz="1000" b="0" i="0" u="none" strike="noStrike" kern="1200" cap="none" spc="-40" normalizeH="0" baseline="0" noProof="0" dirty="0">
                  <a:ln>
                    <a:noFill/>
                  </a:ln>
                  <a:solidFill>
                    <a:srgbClr val="FFFFFF"/>
                  </a:solidFill>
                  <a:effectLst/>
                  <a:uLnTx/>
                  <a:uFillTx/>
                  <a:ea typeface="+mn-ea"/>
                  <a:cs typeface="+mn-cs"/>
                </a:rPr>
                <a:t>Google Design Sprint</a:t>
              </a:r>
            </a:p>
          </p:txBody>
        </p:sp>
      </p:grpSp>
      <p:sp>
        <p:nvSpPr>
          <p:cNvPr id="106" name="TextBox 105">
            <a:extLst>
              <a:ext uri="{FF2B5EF4-FFF2-40B4-BE49-F238E27FC236}">
                <a16:creationId xmlns:a16="http://schemas.microsoft.com/office/drawing/2014/main" id="{6D24F6CC-2D3F-E244-AD96-FEBD14471B40}"/>
              </a:ext>
            </a:extLst>
          </p:cNvPr>
          <p:cNvSpPr txBox="1"/>
          <p:nvPr/>
        </p:nvSpPr>
        <p:spPr>
          <a:xfrm>
            <a:off x="580437" y="3794130"/>
            <a:ext cx="3860119" cy="861774"/>
          </a:xfrm>
          <a:prstGeom prst="rect">
            <a:avLst/>
          </a:prstGeom>
          <a:noFill/>
        </p:spPr>
        <p:txBody>
          <a:bodyPr vert="horz" wrap="square" lIns="0" tIns="0" rIns="0" bIns="0" rtlCol="0" anchor="t">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10" normalizeH="0" baseline="0" noProof="0" dirty="0">
                <a:ln>
                  <a:noFill/>
                </a:ln>
                <a:solidFill>
                  <a:srgbClr val="000000"/>
                </a:solidFill>
                <a:effectLst/>
                <a:uLnTx/>
                <a:uFillTx/>
                <a:ea typeface="+mn-ea"/>
                <a:cs typeface="+mn-cs"/>
              </a:rPr>
              <a:t>Lorem ipsum dolor sit </a:t>
            </a:r>
            <a:r>
              <a:rPr kumimoji="0" lang="en-US" sz="800" b="0" i="0" u="none" strike="noStrike" kern="1200" cap="none" spc="10" normalizeH="0" baseline="0" noProof="0" dirty="0" err="1">
                <a:ln>
                  <a:noFill/>
                </a:ln>
                <a:solidFill>
                  <a:srgbClr val="000000"/>
                </a:solidFill>
                <a:effectLst/>
                <a:uLnTx/>
                <a:uFillTx/>
                <a:ea typeface="+mn-ea"/>
                <a:cs typeface="+mn-cs"/>
              </a:rPr>
              <a:t>amet</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consectetur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adipiscing</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elit</a:t>
            </a:r>
            <a:r>
              <a:rPr kumimoji="0" lang="en-US" sz="800" b="0" i="0" u="none" strike="noStrike" kern="1200" cap="none" spc="10" normalizeH="0" baseline="0" noProof="0" dirty="0">
                <a:ln>
                  <a:noFill/>
                </a:ln>
                <a:solidFill>
                  <a:srgbClr val="000000"/>
                </a:solidFill>
                <a:effectLst/>
                <a:uLnTx/>
                <a:uFillTx/>
                <a:ea typeface="+mn-ea"/>
                <a:cs typeface="+mn-cs"/>
              </a:rPr>
              <a:t>, sed do </a:t>
            </a:r>
            <a:r>
              <a:rPr kumimoji="0" lang="en-US" sz="800" b="0" i="0" u="none" strike="noStrike" kern="1200" cap="none" spc="10" normalizeH="0" baseline="0" noProof="0" dirty="0" err="1">
                <a:ln>
                  <a:noFill/>
                </a:ln>
                <a:solidFill>
                  <a:srgbClr val="000000"/>
                </a:solidFill>
                <a:effectLst/>
                <a:uLnTx/>
                <a:uFillTx/>
                <a:ea typeface="+mn-ea"/>
                <a:cs typeface="+mn-cs"/>
              </a:rPr>
              <a:t>eiusmod</a:t>
            </a:r>
            <a:endParaRPr kumimoji="0" lang="en-US" sz="800" b="0" i="0" u="none" strike="noStrike" kern="1200" cap="none" spc="1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10" normalizeH="0" baseline="0" noProof="0" dirty="0" err="1">
                <a:ln>
                  <a:noFill/>
                </a:ln>
                <a:solidFill>
                  <a:srgbClr val="000000"/>
                </a:solidFill>
                <a:effectLst/>
                <a:uLnTx/>
                <a:uFillTx/>
                <a:ea typeface="+mn-ea"/>
                <a:cs typeface="+mn-cs"/>
              </a:rPr>
              <a:t>tempor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incididunt</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ut</a:t>
            </a:r>
            <a:r>
              <a:rPr kumimoji="0" lang="en-US" sz="800" b="0" i="0" u="none" strike="noStrike" kern="1200" cap="none" spc="10" normalizeH="0" baseline="0" noProof="0" dirty="0">
                <a:ln>
                  <a:noFill/>
                </a:ln>
                <a:solidFill>
                  <a:srgbClr val="000000"/>
                </a:solidFill>
                <a:effectLst/>
                <a:uLnTx/>
                <a:uFillTx/>
                <a:ea typeface="+mn-ea"/>
                <a:cs typeface="+mn-cs"/>
              </a:rPr>
              <a:t> labore et dolore magna </a:t>
            </a:r>
            <a:r>
              <a:rPr kumimoji="0" lang="en-US" sz="800" b="0" i="0" u="none" strike="noStrike" kern="1200" cap="none" spc="10" normalizeH="0" baseline="0" noProof="0" dirty="0" err="1">
                <a:ln>
                  <a:noFill/>
                </a:ln>
                <a:solidFill>
                  <a:srgbClr val="000000"/>
                </a:solidFill>
                <a:effectLst/>
                <a:uLnTx/>
                <a:uFillTx/>
                <a:ea typeface="+mn-ea"/>
                <a:cs typeface="+mn-cs"/>
              </a:rPr>
              <a:t>aliqua</a:t>
            </a:r>
            <a:r>
              <a:rPr kumimoji="0" lang="en-US" sz="800" b="0" i="0" u="none" strike="noStrike" kern="1200" cap="none" spc="10" normalizeH="0" baseline="0" noProof="0" dirty="0">
                <a:ln>
                  <a:noFill/>
                </a:ln>
                <a:solidFill>
                  <a:srgbClr val="000000"/>
                </a:solidFill>
                <a:effectLst/>
                <a:uLnTx/>
                <a:uFillTx/>
                <a:ea typeface="+mn-ea"/>
                <a:cs typeface="+mn-cs"/>
              </a:rPr>
              <a:t>. Ut </a:t>
            </a:r>
            <a:r>
              <a:rPr kumimoji="0" lang="en-US" sz="800" b="0" i="0" u="none" strike="noStrike" kern="1200" cap="none" spc="10" normalizeH="0" baseline="0" noProof="0" dirty="0" err="1">
                <a:ln>
                  <a:noFill/>
                </a:ln>
                <a:solidFill>
                  <a:srgbClr val="000000"/>
                </a:solidFill>
                <a:effectLst/>
                <a:uLnTx/>
                <a:uFillTx/>
                <a:ea typeface="+mn-ea"/>
                <a:cs typeface="+mn-cs"/>
              </a:rPr>
              <a:t>enim</a:t>
            </a:r>
            <a:r>
              <a:rPr kumimoji="0" lang="en-US" sz="800" b="0" i="0" u="none" strike="noStrike" kern="1200" cap="none" spc="10" normalizeH="0" baseline="0" noProof="0" dirty="0">
                <a:ln>
                  <a:noFill/>
                </a:ln>
                <a:solidFill>
                  <a:srgbClr val="000000"/>
                </a:solidFill>
                <a:effectLst/>
                <a:uLnTx/>
                <a:uFillTx/>
                <a:ea typeface="+mn-ea"/>
                <a:cs typeface="+mn-cs"/>
              </a:rPr>
              <a:t> ad minim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10" normalizeH="0" baseline="0" noProof="0" dirty="0" err="1">
                <a:ln>
                  <a:noFill/>
                </a:ln>
                <a:solidFill>
                  <a:srgbClr val="000000"/>
                </a:solidFill>
                <a:effectLst/>
                <a:uLnTx/>
                <a:uFillTx/>
                <a:ea typeface="+mn-ea"/>
                <a:cs typeface="+mn-cs"/>
              </a:rPr>
              <a:t>veniam</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quis</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nostrud</a:t>
            </a:r>
            <a:r>
              <a:rPr kumimoji="0" lang="en-US" sz="800" b="0" i="0" u="none" strike="noStrike" kern="1200" cap="none" spc="10" normalizeH="0" baseline="0" noProof="0" dirty="0">
                <a:ln>
                  <a:noFill/>
                </a:ln>
                <a:solidFill>
                  <a:srgbClr val="000000"/>
                </a:solidFill>
                <a:effectLst/>
                <a:uLnTx/>
                <a:uFillTx/>
                <a:ea typeface="+mn-ea"/>
                <a:cs typeface="+mn-cs"/>
              </a:rPr>
              <a:t> exercitation. Lorem ipsum dolor sit </a:t>
            </a:r>
            <a:r>
              <a:rPr kumimoji="0" lang="en-US" sz="800" b="0" i="0" u="none" strike="noStrike" kern="1200" cap="none" spc="10" normalizeH="0" baseline="0" noProof="0" dirty="0" err="1">
                <a:ln>
                  <a:noFill/>
                </a:ln>
                <a:solidFill>
                  <a:srgbClr val="000000"/>
                </a:solidFill>
                <a:effectLst/>
                <a:uLnTx/>
                <a:uFillTx/>
                <a:ea typeface="+mn-ea"/>
                <a:cs typeface="+mn-cs"/>
              </a:rPr>
              <a:t>amet</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consectetur</a:t>
            </a:r>
            <a:endParaRPr kumimoji="0" lang="en-US" sz="800" b="0" i="0" u="none" strike="noStrike" kern="1200" cap="none" spc="1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10" normalizeH="0" baseline="0" noProof="0" dirty="0" err="1">
                <a:ln>
                  <a:noFill/>
                </a:ln>
                <a:solidFill>
                  <a:srgbClr val="000000"/>
                </a:solidFill>
                <a:effectLst/>
                <a:uLnTx/>
                <a:uFillTx/>
                <a:ea typeface="+mn-ea"/>
                <a:cs typeface="+mn-cs"/>
              </a:rPr>
              <a:t>adipiscing</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elit</a:t>
            </a:r>
            <a:r>
              <a:rPr kumimoji="0" lang="en-US" sz="800" b="0" i="0" u="none" strike="noStrike" kern="1200" cap="none" spc="10" normalizeH="0" baseline="0" noProof="0" dirty="0">
                <a:ln>
                  <a:noFill/>
                </a:ln>
                <a:solidFill>
                  <a:srgbClr val="000000"/>
                </a:solidFill>
                <a:effectLst/>
                <a:uLnTx/>
                <a:uFillTx/>
                <a:ea typeface="+mn-ea"/>
                <a:cs typeface="+mn-cs"/>
              </a:rPr>
              <a:t>, sed do </a:t>
            </a:r>
            <a:r>
              <a:rPr kumimoji="0" lang="en-US" sz="800" b="0" i="0" u="none" strike="noStrike" kern="1200" cap="none" spc="10" normalizeH="0" baseline="0" noProof="0" dirty="0" err="1">
                <a:ln>
                  <a:noFill/>
                </a:ln>
                <a:solidFill>
                  <a:srgbClr val="000000"/>
                </a:solidFill>
                <a:effectLst/>
                <a:uLnTx/>
                <a:uFillTx/>
                <a:ea typeface="+mn-ea"/>
                <a:cs typeface="+mn-cs"/>
              </a:rPr>
              <a:t>eiusmod</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tempor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incididunt</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consectetur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adipiscing</a:t>
            </a:r>
            <a:endParaRPr kumimoji="0" lang="en-US" sz="800" b="0" i="0" u="none" strike="noStrike" kern="1200" cap="none" spc="1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10" normalizeH="0" baseline="0" noProof="0" dirty="0" err="1">
                <a:ln>
                  <a:noFill/>
                </a:ln>
                <a:solidFill>
                  <a:srgbClr val="000000"/>
                </a:solidFill>
                <a:effectLst/>
                <a:uLnTx/>
                <a:uFillTx/>
                <a:ea typeface="+mn-ea"/>
                <a:cs typeface="+mn-cs"/>
              </a:rPr>
              <a:t>elit</a:t>
            </a:r>
            <a:r>
              <a:rPr kumimoji="0" lang="en-US" sz="800" b="0" i="0" u="none" strike="noStrike" kern="1200" cap="none" spc="10" normalizeH="0" baseline="0" noProof="0" dirty="0">
                <a:ln>
                  <a:noFill/>
                </a:ln>
                <a:solidFill>
                  <a:srgbClr val="000000"/>
                </a:solidFill>
                <a:effectLst/>
                <a:uLnTx/>
                <a:uFillTx/>
                <a:ea typeface="+mn-ea"/>
                <a:cs typeface="+mn-cs"/>
              </a:rPr>
              <a:t>, sed do </a:t>
            </a:r>
            <a:r>
              <a:rPr kumimoji="0" lang="en-US" sz="800" b="0" i="0" u="none" strike="noStrike" kern="1200" cap="none" spc="10" normalizeH="0" baseline="0" noProof="0" dirty="0" err="1">
                <a:ln>
                  <a:noFill/>
                </a:ln>
                <a:solidFill>
                  <a:srgbClr val="000000"/>
                </a:solidFill>
                <a:effectLst/>
                <a:uLnTx/>
                <a:uFillTx/>
                <a:ea typeface="+mn-ea"/>
                <a:cs typeface="+mn-cs"/>
              </a:rPr>
              <a:t>eiusmod</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tempor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incididunt</a:t>
            </a:r>
            <a:r>
              <a:rPr kumimoji="0" lang="en-US" sz="800" b="0" i="0" u="none" strike="noStrike" kern="1200" cap="none" spc="10" normalizeH="0" baseline="0" noProof="0" dirty="0">
                <a:ln>
                  <a:noFill/>
                </a:ln>
                <a:solidFill>
                  <a:srgbClr val="000000"/>
                </a:solidFill>
                <a:effectLst/>
                <a:uLnTx/>
                <a:uFillTx/>
                <a:ea typeface="+mn-ea"/>
                <a:cs typeface="+mn-cs"/>
              </a:rPr>
              <a:t>.</a:t>
            </a:r>
          </a:p>
          <a:p>
            <a:pPr marL="88900" marR="0" lvl="0" indent="-88900" algn="l" defTabSz="914400" rtl="0" eaLnBrk="1" fontAlgn="auto" latinLnBrk="0" hangingPunct="1">
              <a:lnSpc>
                <a:spcPct val="100000"/>
              </a:lnSpc>
              <a:spcBef>
                <a:spcPct val="0"/>
              </a:spcBef>
              <a:spcAft>
                <a:spcPts val="0"/>
              </a:spcAft>
              <a:buClr>
                <a:srgbClr val="0057AB"/>
              </a:buClr>
              <a:buSzTx/>
              <a:buFont typeface="Arial" panose="020B0604020202020204" pitchFamily="34" charset="0"/>
              <a:buChar char="•"/>
              <a:tabLst/>
              <a:defRPr/>
            </a:pPr>
            <a:r>
              <a:rPr kumimoji="0" lang="en-US" sz="800" b="0" i="0" u="none" strike="noStrike" kern="1200" cap="none" spc="10" normalizeH="0" baseline="0" noProof="0" dirty="0">
                <a:ln>
                  <a:noFill/>
                </a:ln>
                <a:solidFill>
                  <a:srgbClr val="000000"/>
                </a:solidFill>
                <a:effectLst/>
                <a:uLnTx/>
                <a:uFillTx/>
                <a:ea typeface="+mn-ea"/>
                <a:cs typeface="+mn-cs"/>
              </a:rPr>
              <a:t>Ut </a:t>
            </a:r>
            <a:r>
              <a:rPr kumimoji="0" lang="en-US" sz="800" b="0" i="0" u="none" strike="noStrike" kern="1200" cap="none" spc="10" normalizeH="0" baseline="0" noProof="0" dirty="0" err="1">
                <a:ln>
                  <a:noFill/>
                </a:ln>
                <a:solidFill>
                  <a:srgbClr val="000000"/>
                </a:solidFill>
                <a:effectLst/>
                <a:uLnTx/>
                <a:uFillTx/>
                <a:ea typeface="+mn-ea"/>
                <a:cs typeface="+mn-cs"/>
              </a:rPr>
              <a:t>enim</a:t>
            </a:r>
            <a:r>
              <a:rPr kumimoji="0" lang="en-US" sz="800" b="0" i="0" u="none" strike="noStrike" kern="1200" cap="none" spc="10" normalizeH="0" baseline="0" noProof="0" dirty="0">
                <a:ln>
                  <a:noFill/>
                </a:ln>
                <a:solidFill>
                  <a:srgbClr val="000000"/>
                </a:solidFill>
                <a:effectLst/>
                <a:uLnTx/>
                <a:uFillTx/>
                <a:ea typeface="+mn-ea"/>
                <a:cs typeface="+mn-cs"/>
              </a:rPr>
              <a:t> ad minim </a:t>
            </a:r>
            <a:r>
              <a:rPr kumimoji="0" lang="en-US" sz="800" b="0" i="0" u="none" strike="noStrike" kern="1200" cap="none" spc="10" normalizeH="0" baseline="0" noProof="0" dirty="0" err="1">
                <a:ln>
                  <a:noFill/>
                </a:ln>
                <a:solidFill>
                  <a:srgbClr val="000000"/>
                </a:solidFill>
                <a:effectLst/>
                <a:uLnTx/>
                <a:uFillTx/>
                <a:ea typeface="+mn-ea"/>
                <a:cs typeface="+mn-cs"/>
              </a:rPr>
              <a:t>veniam</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quis</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nostrud</a:t>
            </a:r>
            <a:r>
              <a:rPr kumimoji="0" lang="en-US" sz="800" b="0" i="0" u="none" strike="noStrike" kern="1200" cap="none" spc="10" normalizeH="0" baseline="0" noProof="0" dirty="0">
                <a:ln>
                  <a:noFill/>
                </a:ln>
                <a:solidFill>
                  <a:srgbClr val="000000"/>
                </a:solidFill>
                <a:effectLst/>
                <a:uLnTx/>
                <a:uFillTx/>
                <a:ea typeface="+mn-ea"/>
                <a:cs typeface="+mn-cs"/>
              </a:rPr>
              <a:t> exercitation</a:t>
            </a:r>
          </a:p>
          <a:p>
            <a:pPr marL="88900" marR="0" lvl="0" indent="-88900" algn="l" defTabSz="914400" rtl="0" eaLnBrk="1" fontAlgn="auto" latinLnBrk="0" hangingPunct="1">
              <a:lnSpc>
                <a:spcPct val="100000"/>
              </a:lnSpc>
              <a:spcBef>
                <a:spcPct val="0"/>
              </a:spcBef>
              <a:spcAft>
                <a:spcPts val="0"/>
              </a:spcAft>
              <a:buClr>
                <a:srgbClr val="0057AB"/>
              </a:buClr>
              <a:buSzTx/>
              <a:buFont typeface="Arial" panose="020B0604020202020204" pitchFamily="34" charset="0"/>
              <a:buChar char="•"/>
              <a:tabLst/>
              <a:defRPr/>
            </a:pPr>
            <a:r>
              <a:rPr kumimoji="0" lang="en-US" sz="800" b="0" i="0" u="none" strike="noStrike" kern="1200" cap="none" spc="10" normalizeH="0" baseline="0" noProof="0" dirty="0">
                <a:ln>
                  <a:noFill/>
                </a:ln>
                <a:solidFill>
                  <a:srgbClr val="000000"/>
                </a:solidFill>
                <a:effectLst/>
                <a:uLnTx/>
                <a:uFillTx/>
                <a:ea typeface="+mn-ea"/>
                <a:cs typeface="+mn-cs"/>
              </a:rPr>
              <a:t>Ut </a:t>
            </a:r>
            <a:r>
              <a:rPr kumimoji="0" lang="en-US" sz="800" b="0" i="0" u="none" strike="noStrike" kern="1200" cap="none" spc="10" normalizeH="0" baseline="0" noProof="0" dirty="0" err="1">
                <a:ln>
                  <a:noFill/>
                </a:ln>
                <a:solidFill>
                  <a:srgbClr val="000000"/>
                </a:solidFill>
                <a:effectLst/>
                <a:uLnTx/>
                <a:uFillTx/>
                <a:ea typeface="+mn-ea"/>
                <a:cs typeface="+mn-cs"/>
              </a:rPr>
              <a:t>enim</a:t>
            </a:r>
            <a:r>
              <a:rPr kumimoji="0" lang="en-US" sz="800" b="0" i="0" u="none" strike="noStrike" kern="1200" cap="none" spc="10" normalizeH="0" baseline="0" noProof="0" dirty="0">
                <a:ln>
                  <a:noFill/>
                </a:ln>
                <a:solidFill>
                  <a:srgbClr val="000000"/>
                </a:solidFill>
                <a:effectLst/>
                <a:uLnTx/>
                <a:uFillTx/>
                <a:ea typeface="+mn-ea"/>
                <a:cs typeface="+mn-cs"/>
              </a:rPr>
              <a:t> ad minim </a:t>
            </a:r>
            <a:r>
              <a:rPr kumimoji="0" lang="en-US" sz="800" b="0" i="0" u="none" strike="noStrike" kern="1200" cap="none" spc="10" normalizeH="0" baseline="0" noProof="0" dirty="0" err="1">
                <a:ln>
                  <a:noFill/>
                </a:ln>
                <a:solidFill>
                  <a:srgbClr val="000000"/>
                </a:solidFill>
                <a:effectLst/>
                <a:uLnTx/>
                <a:uFillTx/>
                <a:ea typeface="+mn-ea"/>
                <a:cs typeface="+mn-cs"/>
              </a:rPr>
              <a:t>veniam</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quis</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nostrud</a:t>
            </a:r>
            <a:r>
              <a:rPr kumimoji="0" lang="en-US" sz="800" b="0" i="0" u="none" strike="noStrike" kern="1200" cap="none" spc="10" normalizeH="0" baseline="0" noProof="0" dirty="0">
                <a:ln>
                  <a:noFill/>
                </a:ln>
                <a:solidFill>
                  <a:srgbClr val="000000"/>
                </a:solidFill>
                <a:effectLst/>
                <a:uLnTx/>
                <a:uFillTx/>
                <a:ea typeface="+mn-ea"/>
                <a:cs typeface="+mn-cs"/>
              </a:rPr>
              <a:t> exercitation</a:t>
            </a:r>
          </a:p>
        </p:txBody>
      </p:sp>
      <p:sp>
        <p:nvSpPr>
          <p:cNvPr id="107" name="TextBox 106">
            <a:extLst>
              <a:ext uri="{FF2B5EF4-FFF2-40B4-BE49-F238E27FC236}">
                <a16:creationId xmlns:a16="http://schemas.microsoft.com/office/drawing/2014/main" id="{16F7240D-1381-C444-FBCF-0793CCEC8251}"/>
              </a:ext>
            </a:extLst>
          </p:cNvPr>
          <p:cNvSpPr txBox="1"/>
          <p:nvPr/>
        </p:nvSpPr>
        <p:spPr>
          <a:xfrm>
            <a:off x="580438" y="3234786"/>
            <a:ext cx="2209900" cy="153888"/>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000" b="1" i="0" u="none" strike="noStrike" kern="1200" cap="none" spc="30" normalizeH="0" baseline="0" noProof="0" dirty="0">
                <a:ln>
                  <a:noFill/>
                </a:ln>
                <a:solidFill>
                  <a:srgbClr val="000000"/>
                </a:solidFill>
                <a:effectLst/>
                <a:uLnTx/>
                <a:uFillTx/>
                <a:ea typeface="+mn-ea"/>
                <a:cs typeface="+mn-cs"/>
              </a:rPr>
              <a:t>First Job Assignment | 2019 - 2022</a:t>
            </a:r>
          </a:p>
        </p:txBody>
      </p:sp>
      <p:sp>
        <p:nvSpPr>
          <p:cNvPr id="108" name="TextBox 107">
            <a:extLst>
              <a:ext uri="{FF2B5EF4-FFF2-40B4-BE49-F238E27FC236}">
                <a16:creationId xmlns:a16="http://schemas.microsoft.com/office/drawing/2014/main" id="{4D4A207E-7CAC-82BC-D1A8-1256D0D3DA8C}"/>
              </a:ext>
            </a:extLst>
          </p:cNvPr>
          <p:cNvSpPr txBox="1"/>
          <p:nvPr/>
        </p:nvSpPr>
        <p:spPr>
          <a:xfrm>
            <a:off x="580438" y="3406997"/>
            <a:ext cx="1161857" cy="130805"/>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50" b="0" i="0" u="none" strike="noStrike" kern="1200" cap="none" spc="-30" normalizeH="0" baseline="0" noProof="0" dirty="0">
                <a:ln>
                  <a:noFill/>
                </a:ln>
                <a:solidFill>
                  <a:srgbClr val="000000"/>
                </a:solidFill>
                <a:effectLst/>
                <a:uLnTx/>
                <a:uFillTx/>
                <a:ea typeface="+mn-ea"/>
                <a:cs typeface="+mn-cs"/>
              </a:rPr>
              <a:t>Company name | Industry</a:t>
            </a:r>
          </a:p>
        </p:txBody>
      </p:sp>
      <p:sp>
        <p:nvSpPr>
          <p:cNvPr id="109" name="TextBox 108">
            <a:extLst>
              <a:ext uri="{FF2B5EF4-FFF2-40B4-BE49-F238E27FC236}">
                <a16:creationId xmlns:a16="http://schemas.microsoft.com/office/drawing/2014/main" id="{111DEBCF-ACC2-4E74-9EE9-E78A30575636}"/>
              </a:ext>
            </a:extLst>
          </p:cNvPr>
          <p:cNvSpPr txBox="1"/>
          <p:nvPr/>
        </p:nvSpPr>
        <p:spPr>
          <a:xfrm>
            <a:off x="580438" y="3647127"/>
            <a:ext cx="2216954" cy="153888"/>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ea typeface="+mn-ea"/>
                <a:cs typeface="+mn-cs"/>
              </a:rPr>
              <a:t>Java  ·  React   ·   GitHub  ·  Illustrator</a:t>
            </a:r>
          </a:p>
        </p:txBody>
      </p:sp>
      <p:sp>
        <p:nvSpPr>
          <p:cNvPr id="110" name="TextBox 109">
            <a:extLst>
              <a:ext uri="{FF2B5EF4-FFF2-40B4-BE49-F238E27FC236}">
                <a16:creationId xmlns:a16="http://schemas.microsoft.com/office/drawing/2014/main" id="{1881A7F1-2DE2-63D7-B404-3C046E4861E8}"/>
              </a:ext>
            </a:extLst>
          </p:cNvPr>
          <p:cNvSpPr txBox="1"/>
          <p:nvPr/>
        </p:nvSpPr>
        <p:spPr>
          <a:xfrm>
            <a:off x="4798176" y="3794130"/>
            <a:ext cx="3293721" cy="615553"/>
          </a:xfrm>
          <a:prstGeom prst="rect">
            <a:avLst/>
          </a:prstGeom>
          <a:noFill/>
        </p:spPr>
        <p:txBody>
          <a:bodyPr vert="horz" wrap="square" lIns="0" tIns="0" rIns="0" bIns="0" rtlCol="0" anchor="t">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10" normalizeH="0" baseline="0" noProof="0" dirty="0">
                <a:ln>
                  <a:noFill/>
                </a:ln>
                <a:solidFill>
                  <a:srgbClr val="000000"/>
                </a:solidFill>
                <a:effectLst/>
                <a:uLnTx/>
                <a:uFillTx/>
                <a:ea typeface="+mn-ea"/>
                <a:cs typeface="+mn-cs"/>
              </a:rPr>
              <a:t>Lorem ipsum dolor sit </a:t>
            </a:r>
            <a:r>
              <a:rPr kumimoji="0" lang="en-US" sz="800" b="0" i="0" u="none" strike="noStrike" kern="1200" cap="none" spc="10" normalizeH="0" baseline="0" noProof="0" dirty="0" err="1">
                <a:ln>
                  <a:noFill/>
                </a:ln>
                <a:solidFill>
                  <a:srgbClr val="000000"/>
                </a:solidFill>
                <a:effectLst/>
                <a:uLnTx/>
                <a:uFillTx/>
                <a:ea typeface="+mn-ea"/>
                <a:cs typeface="+mn-cs"/>
              </a:rPr>
              <a:t>amet</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consectetur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adipiscing</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elit</a:t>
            </a:r>
            <a:r>
              <a:rPr kumimoji="0" lang="en-US" sz="800" b="0" i="0" u="none" strike="noStrike" kern="1200" cap="none" spc="10" normalizeH="0" baseline="0" noProof="0" dirty="0">
                <a:ln>
                  <a:noFill/>
                </a:ln>
                <a:solidFill>
                  <a:srgbClr val="000000"/>
                </a:solidFill>
                <a:effectLst/>
                <a:uLnTx/>
                <a:uFillTx/>
                <a:ea typeface="+mn-ea"/>
                <a:cs typeface="+mn-cs"/>
              </a:rPr>
              <a:t>, sed do </a:t>
            </a:r>
            <a:r>
              <a:rPr kumimoji="0" lang="en-US" sz="800" b="0" i="0" u="none" strike="noStrike" kern="1200" cap="none" spc="10" normalizeH="0" baseline="0" noProof="0" dirty="0" err="1">
                <a:ln>
                  <a:noFill/>
                </a:ln>
                <a:solidFill>
                  <a:srgbClr val="000000"/>
                </a:solidFill>
                <a:effectLst/>
                <a:uLnTx/>
                <a:uFillTx/>
                <a:ea typeface="+mn-ea"/>
                <a:cs typeface="+mn-cs"/>
              </a:rPr>
              <a:t>eiusmod</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adipiscing</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elit</a:t>
            </a:r>
            <a:r>
              <a:rPr kumimoji="0" lang="en-US" sz="800" b="0" i="0" u="none" strike="noStrike" kern="1200" cap="none" spc="10" normalizeH="0" baseline="0" noProof="0" dirty="0">
                <a:ln>
                  <a:noFill/>
                </a:ln>
                <a:solidFill>
                  <a:srgbClr val="000000"/>
                </a:solidFill>
                <a:effectLst/>
                <a:uLnTx/>
                <a:uFillTx/>
                <a:ea typeface="+mn-ea"/>
                <a:cs typeface="+mn-cs"/>
              </a:rPr>
              <a:t>, sed do </a:t>
            </a:r>
            <a:r>
              <a:rPr kumimoji="0" lang="en-US" sz="800" b="0" i="0" u="none" strike="noStrike" kern="1200" cap="none" spc="10" normalizeH="0" baseline="0" noProof="0" dirty="0" err="1">
                <a:ln>
                  <a:noFill/>
                </a:ln>
                <a:solidFill>
                  <a:srgbClr val="000000"/>
                </a:solidFill>
                <a:effectLst/>
                <a:uLnTx/>
                <a:uFillTx/>
                <a:ea typeface="+mn-ea"/>
                <a:cs typeface="+mn-cs"/>
              </a:rPr>
              <a:t>eiusmod</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tempor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incididunt</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consectetur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adipiscing</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elit</a:t>
            </a:r>
            <a:r>
              <a:rPr kumimoji="0" lang="en-US" sz="800" b="0" i="0" u="none" strike="noStrike" kern="1200" cap="none" spc="10" normalizeH="0" baseline="0" noProof="0" dirty="0">
                <a:ln>
                  <a:noFill/>
                </a:ln>
                <a:solidFill>
                  <a:srgbClr val="000000"/>
                </a:solidFill>
                <a:effectLst/>
                <a:uLnTx/>
                <a:uFillTx/>
                <a:ea typeface="+mn-ea"/>
                <a:cs typeface="+mn-cs"/>
              </a:rPr>
              <a:t>, sed do </a:t>
            </a:r>
            <a:r>
              <a:rPr kumimoji="0" lang="en-US" sz="800" b="0" i="0" u="none" strike="noStrike" kern="1200" cap="none" spc="10" normalizeH="0" baseline="0" noProof="0" dirty="0" err="1">
                <a:ln>
                  <a:noFill/>
                </a:ln>
                <a:solidFill>
                  <a:srgbClr val="000000"/>
                </a:solidFill>
                <a:effectLst/>
                <a:uLnTx/>
                <a:uFillTx/>
                <a:ea typeface="+mn-ea"/>
                <a:cs typeface="+mn-cs"/>
              </a:rPr>
              <a:t>eiusmod</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tempor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incididunt</a:t>
            </a:r>
            <a:r>
              <a:rPr kumimoji="0" lang="en-US" sz="800" b="0" i="0" u="none" strike="noStrike" kern="1200" cap="none" spc="10" normalizeH="0" baseline="0" noProof="0" dirty="0">
                <a:ln>
                  <a:noFill/>
                </a:ln>
                <a:solidFill>
                  <a:srgbClr val="000000"/>
                </a:solidFill>
                <a:effectLst/>
                <a:uLnTx/>
                <a:uFillTx/>
                <a:ea typeface="+mn-ea"/>
                <a:cs typeface="+mn-cs"/>
              </a:rPr>
              <a:t>.</a:t>
            </a:r>
          </a:p>
          <a:p>
            <a:pPr marL="88900" marR="0" lvl="0" indent="-88900" algn="l" defTabSz="914400" rtl="0" eaLnBrk="1" fontAlgn="auto" latinLnBrk="0" hangingPunct="1">
              <a:lnSpc>
                <a:spcPct val="100000"/>
              </a:lnSpc>
              <a:spcBef>
                <a:spcPct val="0"/>
              </a:spcBef>
              <a:spcAft>
                <a:spcPts val="0"/>
              </a:spcAft>
              <a:buClr>
                <a:srgbClr val="0057AB"/>
              </a:buClr>
              <a:buSzTx/>
              <a:buFont typeface="Arial" panose="020B0604020202020204" pitchFamily="34" charset="0"/>
              <a:buChar char="•"/>
              <a:tabLst/>
              <a:defRPr/>
            </a:pPr>
            <a:r>
              <a:rPr kumimoji="0" lang="en-US" sz="800" b="0" i="0" u="none" strike="noStrike" kern="1200" cap="none" spc="10" normalizeH="0" baseline="0" noProof="0" dirty="0">
                <a:ln>
                  <a:noFill/>
                </a:ln>
                <a:solidFill>
                  <a:srgbClr val="000000"/>
                </a:solidFill>
                <a:effectLst/>
                <a:uLnTx/>
                <a:uFillTx/>
                <a:ea typeface="+mn-ea"/>
                <a:cs typeface="+mn-cs"/>
              </a:rPr>
              <a:t>Ut </a:t>
            </a:r>
            <a:r>
              <a:rPr kumimoji="0" lang="en-US" sz="800" b="0" i="0" u="none" strike="noStrike" kern="1200" cap="none" spc="10" normalizeH="0" baseline="0" noProof="0" dirty="0" err="1">
                <a:ln>
                  <a:noFill/>
                </a:ln>
                <a:solidFill>
                  <a:srgbClr val="000000"/>
                </a:solidFill>
                <a:effectLst/>
                <a:uLnTx/>
                <a:uFillTx/>
                <a:ea typeface="+mn-ea"/>
                <a:cs typeface="+mn-cs"/>
              </a:rPr>
              <a:t>enim</a:t>
            </a:r>
            <a:r>
              <a:rPr kumimoji="0" lang="en-US" sz="800" b="0" i="0" u="none" strike="noStrike" kern="1200" cap="none" spc="10" normalizeH="0" baseline="0" noProof="0" dirty="0">
                <a:ln>
                  <a:noFill/>
                </a:ln>
                <a:solidFill>
                  <a:srgbClr val="000000"/>
                </a:solidFill>
                <a:effectLst/>
                <a:uLnTx/>
                <a:uFillTx/>
                <a:ea typeface="+mn-ea"/>
                <a:cs typeface="+mn-cs"/>
              </a:rPr>
              <a:t> ad minim </a:t>
            </a:r>
            <a:r>
              <a:rPr kumimoji="0" lang="en-US" sz="800" b="0" i="0" u="none" strike="noStrike" kern="1200" cap="none" spc="10" normalizeH="0" baseline="0" noProof="0" dirty="0" err="1">
                <a:ln>
                  <a:noFill/>
                </a:ln>
                <a:solidFill>
                  <a:srgbClr val="000000"/>
                </a:solidFill>
                <a:effectLst/>
                <a:uLnTx/>
                <a:uFillTx/>
                <a:ea typeface="+mn-ea"/>
                <a:cs typeface="+mn-cs"/>
              </a:rPr>
              <a:t>veniam</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quis</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nostrud</a:t>
            </a:r>
            <a:r>
              <a:rPr kumimoji="0" lang="en-US" sz="800" b="0" i="0" u="none" strike="noStrike" kern="1200" cap="none" spc="10" normalizeH="0" baseline="0" noProof="0" dirty="0">
                <a:ln>
                  <a:noFill/>
                </a:ln>
                <a:solidFill>
                  <a:srgbClr val="000000"/>
                </a:solidFill>
                <a:effectLst/>
                <a:uLnTx/>
                <a:uFillTx/>
                <a:ea typeface="+mn-ea"/>
                <a:cs typeface="+mn-cs"/>
              </a:rPr>
              <a:t> exercitation</a:t>
            </a:r>
          </a:p>
          <a:p>
            <a:pPr marL="88900" marR="0" lvl="0" indent="-88900" algn="l" defTabSz="914400" rtl="0" eaLnBrk="1" fontAlgn="auto" latinLnBrk="0" hangingPunct="1">
              <a:lnSpc>
                <a:spcPct val="100000"/>
              </a:lnSpc>
              <a:spcBef>
                <a:spcPct val="0"/>
              </a:spcBef>
              <a:spcAft>
                <a:spcPts val="0"/>
              </a:spcAft>
              <a:buClr>
                <a:srgbClr val="0057AB"/>
              </a:buClr>
              <a:buSzTx/>
              <a:buFont typeface="Arial" panose="020B0604020202020204" pitchFamily="34" charset="0"/>
              <a:buChar char="•"/>
              <a:tabLst/>
              <a:defRPr/>
            </a:pPr>
            <a:r>
              <a:rPr kumimoji="0" lang="en-US" sz="800" b="0" i="0" u="none" strike="noStrike" kern="1200" cap="none" spc="10" normalizeH="0" baseline="0" noProof="0" dirty="0">
                <a:ln>
                  <a:noFill/>
                </a:ln>
                <a:solidFill>
                  <a:srgbClr val="000000"/>
                </a:solidFill>
                <a:effectLst/>
                <a:uLnTx/>
                <a:uFillTx/>
                <a:ea typeface="+mn-ea"/>
                <a:cs typeface="+mn-cs"/>
              </a:rPr>
              <a:t>Ut </a:t>
            </a:r>
            <a:r>
              <a:rPr kumimoji="0" lang="en-US" sz="800" b="0" i="0" u="none" strike="noStrike" kern="1200" cap="none" spc="10" normalizeH="0" baseline="0" noProof="0" dirty="0" err="1">
                <a:ln>
                  <a:noFill/>
                </a:ln>
                <a:solidFill>
                  <a:srgbClr val="000000"/>
                </a:solidFill>
                <a:effectLst/>
                <a:uLnTx/>
                <a:uFillTx/>
                <a:ea typeface="+mn-ea"/>
                <a:cs typeface="+mn-cs"/>
              </a:rPr>
              <a:t>enim</a:t>
            </a:r>
            <a:r>
              <a:rPr kumimoji="0" lang="en-US" sz="800" b="0" i="0" u="none" strike="noStrike" kern="1200" cap="none" spc="10" normalizeH="0" baseline="0" noProof="0" dirty="0">
                <a:ln>
                  <a:noFill/>
                </a:ln>
                <a:solidFill>
                  <a:srgbClr val="000000"/>
                </a:solidFill>
                <a:effectLst/>
                <a:uLnTx/>
                <a:uFillTx/>
                <a:ea typeface="+mn-ea"/>
                <a:cs typeface="+mn-cs"/>
              </a:rPr>
              <a:t> ad minim </a:t>
            </a:r>
            <a:r>
              <a:rPr kumimoji="0" lang="en-US" sz="800" b="0" i="0" u="none" strike="noStrike" kern="1200" cap="none" spc="10" normalizeH="0" baseline="0" noProof="0" dirty="0" err="1">
                <a:ln>
                  <a:noFill/>
                </a:ln>
                <a:solidFill>
                  <a:srgbClr val="000000"/>
                </a:solidFill>
                <a:effectLst/>
                <a:uLnTx/>
                <a:uFillTx/>
                <a:ea typeface="+mn-ea"/>
                <a:cs typeface="+mn-cs"/>
              </a:rPr>
              <a:t>veniam</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quis</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nostrud</a:t>
            </a:r>
            <a:r>
              <a:rPr kumimoji="0" lang="en-US" sz="800" b="0" i="0" u="none" strike="noStrike" kern="1200" cap="none" spc="10" normalizeH="0" baseline="0" noProof="0" dirty="0">
                <a:ln>
                  <a:noFill/>
                </a:ln>
                <a:solidFill>
                  <a:srgbClr val="000000"/>
                </a:solidFill>
                <a:effectLst/>
                <a:uLnTx/>
                <a:uFillTx/>
                <a:ea typeface="+mn-ea"/>
                <a:cs typeface="+mn-cs"/>
              </a:rPr>
              <a:t> exercitation</a:t>
            </a:r>
          </a:p>
        </p:txBody>
      </p:sp>
      <p:sp>
        <p:nvSpPr>
          <p:cNvPr id="111" name="TextBox 110">
            <a:extLst>
              <a:ext uri="{FF2B5EF4-FFF2-40B4-BE49-F238E27FC236}">
                <a16:creationId xmlns:a16="http://schemas.microsoft.com/office/drawing/2014/main" id="{DE9891BD-C340-3C60-702D-55E963D0C9AA}"/>
              </a:ext>
            </a:extLst>
          </p:cNvPr>
          <p:cNvSpPr txBox="1"/>
          <p:nvPr/>
        </p:nvSpPr>
        <p:spPr>
          <a:xfrm>
            <a:off x="4798176" y="3234786"/>
            <a:ext cx="2246769" cy="153888"/>
          </a:xfrm>
          <a:prstGeom prst="rect">
            <a:avLst/>
          </a:prstGeom>
          <a:noFill/>
        </p:spPr>
        <p:txBody>
          <a:bodyPr vert="horz" wrap="none" lIns="0" tIns="0" rIns="0" bIns="0" rtlCol="0" anchor="ctr">
            <a:spAutoFit/>
          </a:bodyPr>
          <a:lstStyle/>
          <a:p>
            <a:pPr lvl="0">
              <a:spcBef>
                <a:spcPct val="0"/>
              </a:spcBef>
              <a:defRPr/>
            </a:pPr>
            <a:r>
              <a:rPr lang="en-US" sz="1000" b="1" spc="30" dirty="0">
                <a:solidFill>
                  <a:srgbClr val="000000"/>
                </a:solidFill>
              </a:rPr>
              <a:t>Third Job Assignment</a:t>
            </a:r>
            <a:r>
              <a:rPr kumimoji="0" lang="en-US" sz="1000" b="1" i="0" u="none" strike="noStrike" kern="1200" cap="none" spc="30" normalizeH="0" baseline="0" noProof="0" dirty="0">
                <a:ln>
                  <a:noFill/>
                </a:ln>
                <a:solidFill>
                  <a:srgbClr val="000000"/>
                </a:solidFill>
                <a:effectLst/>
                <a:uLnTx/>
                <a:uFillTx/>
                <a:ea typeface="+mn-ea"/>
                <a:cs typeface="+mn-cs"/>
              </a:rPr>
              <a:t> | 2019 - 2022</a:t>
            </a:r>
          </a:p>
        </p:txBody>
      </p:sp>
      <p:sp>
        <p:nvSpPr>
          <p:cNvPr id="112" name="TextBox 111">
            <a:extLst>
              <a:ext uri="{FF2B5EF4-FFF2-40B4-BE49-F238E27FC236}">
                <a16:creationId xmlns:a16="http://schemas.microsoft.com/office/drawing/2014/main" id="{76024F45-57CF-AF21-8DA0-C4584A9442D3}"/>
              </a:ext>
            </a:extLst>
          </p:cNvPr>
          <p:cNvSpPr txBox="1"/>
          <p:nvPr/>
        </p:nvSpPr>
        <p:spPr>
          <a:xfrm>
            <a:off x="4798176" y="3406997"/>
            <a:ext cx="1161857" cy="130805"/>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50" b="0" i="0" u="none" strike="noStrike" kern="1200" cap="none" spc="-30" normalizeH="0" baseline="0" noProof="0" dirty="0">
                <a:ln>
                  <a:noFill/>
                </a:ln>
                <a:solidFill>
                  <a:srgbClr val="000000"/>
                </a:solidFill>
                <a:effectLst/>
                <a:uLnTx/>
                <a:uFillTx/>
                <a:ea typeface="+mn-ea"/>
                <a:cs typeface="+mn-cs"/>
              </a:rPr>
              <a:t>Company name | Industry</a:t>
            </a:r>
          </a:p>
        </p:txBody>
      </p:sp>
      <p:sp>
        <p:nvSpPr>
          <p:cNvPr id="113" name="TextBox 112">
            <a:extLst>
              <a:ext uri="{FF2B5EF4-FFF2-40B4-BE49-F238E27FC236}">
                <a16:creationId xmlns:a16="http://schemas.microsoft.com/office/drawing/2014/main" id="{C97B1B28-2542-5E6E-3EEA-D7AD323D72A9}"/>
              </a:ext>
            </a:extLst>
          </p:cNvPr>
          <p:cNvSpPr txBox="1"/>
          <p:nvPr/>
        </p:nvSpPr>
        <p:spPr>
          <a:xfrm>
            <a:off x="4798176" y="3647127"/>
            <a:ext cx="2216954" cy="153888"/>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ea typeface="+mn-ea"/>
                <a:cs typeface="+mn-cs"/>
              </a:rPr>
              <a:t>Java  ·  React   ·   GitHub  ·  Illustrator</a:t>
            </a:r>
          </a:p>
        </p:txBody>
      </p:sp>
      <p:sp>
        <p:nvSpPr>
          <p:cNvPr id="114" name="TextBox 113">
            <a:extLst>
              <a:ext uri="{FF2B5EF4-FFF2-40B4-BE49-F238E27FC236}">
                <a16:creationId xmlns:a16="http://schemas.microsoft.com/office/drawing/2014/main" id="{10D7FF73-A522-6EA5-6FC4-D01AAED7CCE8}"/>
              </a:ext>
            </a:extLst>
          </p:cNvPr>
          <p:cNvSpPr txBox="1"/>
          <p:nvPr/>
        </p:nvSpPr>
        <p:spPr>
          <a:xfrm>
            <a:off x="580437" y="5454480"/>
            <a:ext cx="3860119" cy="861774"/>
          </a:xfrm>
          <a:prstGeom prst="rect">
            <a:avLst/>
          </a:prstGeom>
          <a:noFill/>
        </p:spPr>
        <p:txBody>
          <a:bodyPr vert="horz" wrap="square" lIns="0" tIns="0" rIns="0" bIns="0" rtlCol="0" anchor="t">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10" normalizeH="0" baseline="0" noProof="0" dirty="0">
                <a:ln>
                  <a:noFill/>
                </a:ln>
                <a:solidFill>
                  <a:srgbClr val="000000"/>
                </a:solidFill>
                <a:effectLst/>
                <a:uLnTx/>
                <a:uFillTx/>
                <a:ea typeface="+mn-ea"/>
                <a:cs typeface="+mn-cs"/>
              </a:rPr>
              <a:t>Lorem ipsum dolor sit </a:t>
            </a:r>
            <a:r>
              <a:rPr kumimoji="0" lang="en-US" sz="800" b="0" i="0" u="none" strike="noStrike" kern="1200" cap="none" spc="10" normalizeH="0" baseline="0" noProof="0" dirty="0" err="1">
                <a:ln>
                  <a:noFill/>
                </a:ln>
                <a:solidFill>
                  <a:srgbClr val="000000"/>
                </a:solidFill>
                <a:effectLst/>
                <a:uLnTx/>
                <a:uFillTx/>
                <a:ea typeface="+mn-ea"/>
                <a:cs typeface="+mn-cs"/>
              </a:rPr>
              <a:t>amet</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consectetur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adipiscing</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elit</a:t>
            </a:r>
            <a:r>
              <a:rPr kumimoji="0" lang="en-US" sz="800" b="0" i="0" u="none" strike="noStrike" kern="1200" cap="none" spc="10" normalizeH="0" baseline="0" noProof="0" dirty="0">
                <a:ln>
                  <a:noFill/>
                </a:ln>
                <a:solidFill>
                  <a:srgbClr val="000000"/>
                </a:solidFill>
                <a:effectLst/>
                <a:uLnTx/>
                <a:uFillTx/>
                <a:ea typeface="+mn-ea"/>
                <a:cs typeface="+mn-cs"/>
              </a:rPr>
              <a:t>, sed do </a:t>
            </a:r>
            <a:r>
              <a:rPr kumimoji="0" lang="en-US" sz="800" b="0" i="0" u="none" strike="noStrike" kern="1200" cap="none" spc="10" normalizeH="0" baseline="0" noProof="0" dirty="0" err="1">
                <a:ln>
                  <a:noFill/>
                </a:ln>
                <a:solidFill>
                  <a:srgbClr val="000000"/>
                </a:solidFill>
                <a:effectLst/>
                <a:uLnTx/>
                <a:uFillTx/>
                <a:ea typeface="+mn-ea"/>
                <a:cs typeface="+mn-cs"/>
              </a:rPr>
              <a:t>eiusmod</a:t>
            </a:r>
            <a:endParaRPr kumimoji="0" lang="en-US" sz="800" b="0" i="0" u="none" strike="noStrike" kern="1200" cap="none" spc="1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10" normalizeH="0" baseline="0" noProof="0" dirty="0" err="1">
                <a:ln>
                  <a:noFill/>
                </a:ln>
                <a:solidFill>
                  <a:srgbClr val="000000"/>
                </a:solidFill>
                <a:effectLst/>
                <a:uLnTx/>
                <a:uFillTx/>
                <a:ea typeface="+mn-ea"/>
                <a:cs typeface="+mn-cs"/>
              </a:rPr>
              <a:t>tempor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incididunt</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ut</a:t>
            </a:r>
            <a:r>
              <a:rPr kumimoji="0" lang="en-US" sz="800" b="0" i="0" u="none" strike="noStrike" kern="1200" cap="none" spc="10" normalizeH="0" baseline="0" noProof="0" dirty="0">
                <a:ln>
                  <a:noFill/>
                </a:ln>
                <a:solidFill>
                  <a:srgbClr val="000000"/>
                </a:solidFill>
                <a:effectLst/>
                <a:uLnTx/>
                <a:uFillTx/>
                <a:ea typeface="+mn-ea"/>
                <a:cs typeface="+mn-cs"/>
              </a:rPr>
              <a:t> labore et dolore magna </a:t>
            </a:r>
            <a:r>
              <a:rPr kumimoji="0" lang="en-US" sz="800" b="0" i="0" u="none" strike="noStrike" kern="1200" cap="none" spc="10" normalizeH="0" baseline="0" noProof="0" dirty="0" err="1">
                <a:ln>
                  <a:noFill/>
                </a:ln>
                <a:solidFill>
                  <a:srgbClr val="000000"/>
                </a:solidFill>
                <a:effectLst/>
                <a:uLnTx/>
                <a:uFillTx/>
                <a:ea typeface="+mn-ea"/>
                <a:cs typeface="+mn-cs"/>
              </a:rPr>
              <a:t>aliqua</a:t>
            </a:r>
            <a:r>
              <a:rPr kumimoji="0" lang="en-US" sz="800" b="0" i="0" u="none" strike="noStrike" kern="1200" cap="none" spc="10" normalizeH="0" baseline="0" noProof="0" dirty="0">
                <a:ln>
                  <a:noFill/>
                </a:ln>
                <a:solidFill>
                  <a:srgbClr val="000000"/>
                </a:solidFill>
                <a:effectLst/>
                <a:uLnTx/>
                <a:uFillTx/>
                <a:ea typeface="+mn-ea"/>
                <a:cs typeface="+mn-cs"/>
              </a:rPr>
              <a:t>. Ut </a:t>
            </a:r>
            <a:r>
              <a:rPr kumimoji="0" lang="en-US" sz="800" b="0" i="0" u="none" strike="noStrike" kern="1200" cap="none" spc="10" normalizeH="0" baseline="0" noProof="0" dirty="0" err="1">
                <a:ln>
                  <a:noFill/>
                </a:ln>
                <a:solidFill>
                  <a:srgbClr val="000000"/>
                </a:solidFill>
                <a:effectLst/>
                <a:uLnTx/>
                <a:uFillTx/>
                <a:ea typeface="+mn-ea"/>
                <a:cs typeface="+mn-cs"/>
              </a:rPr>
              <a:t>enim</a:t>
            </a:r>
            <a:r>
              <a:rPr kumimoji="0" lang="en-US" sz="800" b="0" i="0" u="none" strike="noStrike" kern="1200" cap="none" spc="10" normalizeH="0" baseline="0" noProof="0" dirty="0">
                <a:ln>
                  <a:noFill/>
                </a:ln>
                <a:solidFill>
                  <a:srgbClr val="000000"/>
                </a:solidFill>
                <a:effectLst/>
                <a:uLnTx/>
                <a:uFillTx/>
                <a:ea typeface="+mn-ea"/>
                <a:cs typeface="+mn-cs"/>
              </a:rPr>
              <a:t> ad minim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10" normalizeH="0" baseline="0" noProof="0" dirty="0" err="1">
                <a:ln>
                  <a:noFill/>
                </a:ln>
                <a:solidFill>
                  <a:srgbClr val="000000"/>
                </a:solidFill>
                <a:effectLst/>
                <a:uLnTx/>
                <a:uFillTx/>
                <a:ea typeface="+mn-ea"/>
                <a:cs typeface="+mn-cs"/>
              </a:rPr>
              <a:t>veniam</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quis</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nostrud</a:t>
            </a:r>
            <a:r>
              <a:rPr kumimoji="0" lang="en-US" sz="800" b="0" i="0" u="none" strike="noStrike" kern="1200" cap="none" spc="10" normalizeH="0" baseline="0" noProof="0" dirty="0">
                <a:ln>
                  <a:noFill/>
                </a:ln>
                <a:solidFill>
                  <a:srgbClr val="000000"/>
                </a:solidFill>
                <a:effectLst/>
                <a:uLnTx/>
                <a:uFillTx/>
                <a:ea typeface="+mn-ea"/>
                <a:cs typeface="+mn-cs"/>
              </a:rPr>
              <a:t> exercitation. Lorem ipsum dolor sit </a:t>
            </a:r>
            <a:r>
              <a:rPr kumimoji="0" lang="en-US" sz="800" b="0" i="0" u="none" strike="noStrike" kern="1200" cap="none" spc="10" normalizeH="0" baseline="0" noProof="0" dirty="0" err="1">
                <a:ln>
                  <a:noFill/>
                </a:ln>
                <a:solidFill>
                  <a:srgbClr val="000000"/>
                </a:solidFill>
                <a:effectLst/>
                <a:uLnTx/>
                <a:uFillTx/>
                <a:ea typeface="+mn-ea"/>
                <a:cs typeface="+mn-cs"/>
              </a:rPr>
              <a:t>amet</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consectetur</a:t>
            </a:r>
            <a:endParaRPr kumimoji="0" lang="en-US" sz="800" b="0" i="0" u="none" strike="noStrike" kern="1200" cap="none" spc="1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10" normalizeH="0" baseline="0" noProof="0" dirty="0" err="1">
                <a:ln>
                  <a:noFill/>
                </a:ln>
                <a:solidFill>
                  <a:srgbClr val="000000"/>
                </a:solidFill>
                <a:effectLst/>
                <a:uLnTx/>
                <a:uFillTx/>
                <a:ea typeface="+mn-ea"/>
                <a:cs typeface="+mn-cs"/>
              </a:rPr>
              <a:t>adipiscing</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elit</a:t>
            </a:r>
            <a:r>
              <a:rPr kumimoji="0" lang="en-US" sz="800" b="0" i="0" u="none" strike="noStrike" kern="1200" cap="none" spc="10" normalizeH="0" baseline="0" noProof="0" dirty="0">
                <a:ln>
                  <a:noFill/>
                </a:ln>
                <a:solidFill>
                  <a:srgbClr val="000000"/>
                </a:solidFill>
                <a:effectLst/>
                <a:uLnTx/>
                <a:uFillTx/>
                <a:ea typeface="+mn-ea"/>
                <a:cs typeface="+mn-cs"/>
              </a:rPr>
              <a:t>, sed do </a:t>
            </a:r>
            <a:r>
              <a:rPr kumimoji="0" lang="en-US" sz="800" b="0" i="0" u="none" strike="noStrike" kern="1200" cap="none" spc="10" normalizeH="0" baseline="0" noProof="0" dirty="0" err="1">
                <a:ln>
                  <a:noFill/>
                </a:ln>
                <a:solidFill>
                  <a:srgbClr val="000000"/>
                </a:solidFill>
                <a:effectLst/>
                <a:uLnTx/>
                <a:uFillTx/>
                <a:ea typeface="+mn-ea"/>
                <a:cs typeface="+mn-cs"/>
              </a:rPr>
              <a:t>eiusmod</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tempor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incididunt</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consectetur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adipiscing</a:t>
            </a:r>
            <a:endParaRPr kumimoji="0" lang="en-US" sz="800" b="0" i="0" u="none" strike="noStrike" kern="1200" cap="none" spc="10" normalizeH="0" baseline="0" noProof="0" dirty="0">
              <a:ln>
                <a:noFill/>
              </a:ln>
              <a:solidFill>
                <a:srgbClr val="000000"/>
              </a:solidFill>
              <a:effectLst/>
              <a:uLnTx/>
              <a:uFillTx/>
              <a:ea typeface="+mn-ea"/>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10" normalizeH="0" baseline="0" noProof="0" dirty="0" err="1">
                <a:ln>
                  <a:noFill/>
                </a:ln>
                <a:solidFill>
                  <a:srgbClr val="000000"/>
                </a:solidFill>
                <a:effectLst/>
                <a:uLnTx/>
                <a:uFillTx/>
                <a:ea typeface="+mn-ea"/>
                <a:cs typeface="+mn-cs"/>
              </a:rPr>
              <a:t>elit</a:t>
            </a:r>
            <a:r>
              <a:rPr kumimoji="0" lang="en-US" sz="800" b="0" i="0" u="none" strike="noStrike" kern="1200" cap="none" spc="10" normalizeH="0" baseline="0" noProof="0" dirty="0">
                <a:ln>
                  <a:noFill/>
                </a:ln>
                <a:solidFill>
                  <a:srgbClr val="000000"/>
                </a:solidFill>
                <a:effectLst/>
                <a:uLnTx/>
                <a:uFillTx/>
                <a:ea typeface="+mn-ea"/>
                <a:cs typeface="+mn-cs"/>
              </a:rPr>
              <a:t>, sed do </a:t>
            </a:r>
            <a:r>
              <a:rPr kumimoji="0" lang="en-US" sz="800" b="0" i="0" u="none" strike="noStrike" kern="1200" cap="none" spc="10" normalizeH="0" baseline="0" noProof="0" dirty="0" err="1">
                <a:ln>
                  <a:noFill/>
                </a:ln>
                <a:solidFill>
                  <a:srgbClr val="000000"/>
                </a:solidFill>
                <a:effectLst/>
                <a:uLnTx/>
                <a:uFillTx/>
                <a:ea typeface="+mn-ea"/>
                <a:cs typeface="+mn-cs"/>
              </a:rPr>
              <a:t>eiusmod</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tempor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incididunt</a:t>
            </a:r>
            <a:r>
              <a:rPr kumimoji="0" lang="en-US" sz="800" b="0" i="0" u="none" strike="noStrike" kern="1200" cap="none" spc="10" normalizeH="0" baseline="0" noProof="0" dirty="0">
                <a:ln>
                  <a:noFill/>
                </a:ln>
                <a:solidFill>
                  <a:srgbClr val="000000"/>
                </a:solidFill>
                <a:effectLst/>
                <a:uLnTx/>
                <a:uFillTx/>
                <a:ea typeface="+mn-ea"/>
                <a:cs typeface="+mn-cs"/>
              </a:rPr>
              <a:t>.</a:t>
            </a:r>
          </a:p>
          <a:p>
            <a:pPr marL="88900" marR="0" lvl="0" indent="-88900" algn="l" defTabSz="914400" rtl="0" eaLnBrk="1" fontAlgn="auto" latinLnBrk="0" hangingPunct="1">
              <a:lnSpc>
                <a:spcPct val="100000"/>
              </a:lnSpc>
              <a:spcBef>
                <a:spcPct val="0"/>
              </a:spcBef>
              <a:spcAft>
                <a:spcPts val="0"/>
              </a:spcAft>
              <a:buClr>
                <a:srgbClr val="0057AB"/>
              </a:buClr>
              <a:buSzTx/>
              <a:buFont typeface="Arial" panose="020B0604020202020204" pitchFamily="34" charset="0"/>
              <a:buChar char="•"/>
              <a:tabLst/>
              <a:defRPr/>
            </a:pPr>
            <a:r>
              <a:rPr kumimoji="0" lang="en-US" sz="800" b="0" i="0" u="none" strike="noStrike" kern="1200" cap="none" spc="10" normalizeH="0" baseline="0" noProof="0" dirty="0">
                <a:ln>
                  <a:noFill/>
                </a:ln>
                <a:solidFill>
                  <a:srgbClr val="000000"/>
                </a:solidFill>
                <a:effectLst/>
                <a:uLnTx/>
                <a:uFillTx/>
                <a:ea typeface="+mn-ea"/>
                <a:cs typeface="+mn-cs"/>
              </a:rPr>
              <a:t>Ut </a:t>
            </a:r>
            <a:r>
              <a:rPr kumimoji="0" lang="en-US" sz="800" b="0" i="0" u="none" strike="noStrike" kern="1200" cap="none" spc="10" normalizeH="0" baseline="0" noProof="0" dirty="0" err="1">
                <a:ln>
                  <a:noFill/>
                </a:ln>
                <a:solidFill>
                  <a:srgbClr val="000000"/>
                </a:solidFill>
                <a:effectLst/>
                <a:uLnTx/>
                <a:uFillTx/>
                <a:ea typeface="+mn-ea"/>
                <a:cs typeface="+mn-cs"/>
              </a:rPr>
              <a:t>enim</a:t>
            </a:r>
            <a:r>
              <a:rPr kumimoji="0" lang="en-US" sz="800" b="0" i="0" u="none" strike="noStrike" kern="1200" cap="none" spc="10" normalizeH="0" baseline="0" noProof="0" dirty="0">
                <a:ln>
                  <a:noFill/>
                </a:ln>
                <a:solidFill>
                  <a:srgbClr val="000000"/>
                </a:solidFill>
                <a:effectLst/>
                <a:uLnTx/>
                <a:uFillTx/>
                <a:ea typeface="+mn-ea"/>
                <a:cs typeface="+mn-cs"/>
              </a:rPr>
              <a:t> ad minim </a:t>
            </a:r>
            <a:r>
              <a:rPr kumimoji="0" lang="en-US" sz="800" b="0" i="0" u="none" strike="noStrike" kern="1200" cap="none" spc="10" normalizeH="0" baseline="0" noProof="0" dirty="0" err="1">
                <a:ln>
                  <a:noFill/>
                </a:ln>
                <a:solidFill>
                  <a:srgbClr val="000000"/>
                </a:solidFill>
                <a:effectLst/>
                <a:uLnTx/>
                <a:uFillTx/>
                <a:ea typeface="+mn-ea"/>
                <a:cs typeface="+mn-cs"/>
              </a:rPr>
              <a:t>veniam</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quis</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nostrud</a:t>
            </a:r>
            <a:r>
              <a:rPr kumimoji="0" lang="en-US" sz="800" b="0" i="0" u="none" strike="noStrike" kern="1200" cap="none" spc="10" normalizeH="0" baseline="0" noProof="0" dirty="0">
                <a:ln>
                  <a:noFill/>
                </a:ln>
                <a:solidFill>
                  <a:srgbClr val="000000"/>
                </a:solidFill>
                <a:effectLst/>
                <a:uLnTx/>
                <a:uFillTx/>
                <a:ea typeface="+mn-ea"/>
                <a:cs typeface="+mn-cs"/>
              </a:rPr>
              <a:t> exercitation</a:t>
            </a:r>
          </a:p>
          <a:p>
            <a:pPr marL="88900" marR="0" lvl="0" indent="-88900" algn="l" defTabSz="914400" rtl="0" eaLnBrk="1" fontAlgn="auto" latinLnBrk="0" hangingPunct="1">
              <a:lnSpc>
                <a:spcPct val="100000"/>
              </a:lnSpc>
              <a:spcBef>
                <a:spcPct val="0"/>
              </a:spcBef>
              <a:spcAft>
                <a:spcPts val="0"/>
              </a:spcAft>
              <a:buClr>
                <a:srgbClr val="0057AB"/>
              </a:buClr>
              <a:buSzTx/>
              <a:buFont typeface="Arial" panose="020B0604020202020204" pitchFamily="34" charset="0"/>
              <a:buChar char="•"/>
              <a:tabLst/>
              <a:defRPr/>
            </a:pPr>
            <a:r>
              <a:rPr kumimoji="0" lang="en-US" sz="800" b="0" i="0" u="none" strike="noStrike" kern="1200" cap="none" spc="10" normalizeH="0" baseline="0" noProof="0" dirty="0">
                <a:ln>
                  <a:noFill/>
                </a:ln>
                <a:solidFill>
                  <a:srgbClr val="000000"/>
                </a:solidFill>
                <a:effectLst/>
                <a:uLnTx/>
                <a:uFillTx/>
                <a:ea typeface="+mn-ea"/>
                <a:cs typeface="+mn-cs"/>
              </a:rPr>
              <a:t>Ut </a:t>
            </a:r>
            <a:r>
              <a:rPr kumimoji="0" lang="en-US" sz="800" b="0" i="0" u="none" strike="noStrike" kern="1200" cap="none" spc="10" normalizeH="0" baseline="0" noProof="0" dirty="0" err="1">
                <a:ln>
                  <a:noFill/>
                </a:ln>
                <a:solidFill>
                  <a:srgbClr val="000000"/>
                </a:solidFill>
                <a:effectLst/>
                <a:uLnTx/>
                <a:uFillTx/>
                <a:ea typeface="+mn-ea"/>
                <a:cs typeface="+mn-cs"/>
              </a:rPr>
              <a:t>enim</a:t>
            </a:r>
            <a:r>
              <a:rPr kumimoji="0" lang="en-US" sz="800" b="0" i="0" u="none" strike="noStrike" kern="1200" cap="none" spc="10" normalizeH="0" baseline="0" noProof="0" dirty="0">
                <a:ln>
                  <a:noFill/>
                </a:ln>
                <a:solidFill>
                  <a:srgbClr val="000000"/>
                </a:solidFill>
                <a:effectLst/>
                <a:uLnTx/>
                <a:uFillTx/>
                <a:ea typeface="+mn-ea"/>
                <a:cs typeface="+mn-cs"/>
              </a:rPr>
              <a:t> ad minim </a:t>
            </a:r>
            <a:r>
              <a:rPr kumimoji="0" lang="en-US" sz="800" b="0" i="0" u="none" strike="noStrike" kern="1200" cap="none" spc="10" normalizeH="0" baseline="0" noProof="0" dirty="0" err="1">
                <a:ln>
                  <a:noFill/>
                </a:ln>
                <a:solidFill>
                  <a:srgbClr val="000000"/>
                </a:solidFill>
                <a:effectLst/>
                <a:uLnTx/>
                <a:uFillTx/>
                <a:ea typeface="+mn-ea"/>
                <a:cs typeface="+mn-cs"/>
              </a:rPr>
              <a:t>veniam</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quis</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nostrud</a:t>
            </a:r>
            <a:r>
              <a:rPr kumimoji="0" lang="en-US" sz="800" b="0" i="0" u="none" strike="noStrike" kern="1200" cap="none" spc="10" normalizeH="0" baseline="0" noProof="0" dirty="0">
                <a:ln>
                  <a:noFill/>
                </a:ln>
                <a:solidFill>
                  <a:srgbClr val="000000"/>
                </a:solidFill>
                <a:effectLst/>
                <a:uLnTx/>
                <a:uFillTx/>
                <a:ea typeface="+mn-ea"/>
                <a:cs typeface="+mn-cs"/>
              </a:rPr>
              <a:t> exercitation</a:t>
            </a:r>
          </a:p>
        </p:txBody>
      </p:sp>
      <p:sp>
        <p:nvSpPr>
          <p:cNvPr id="115" name="TextBox 114">
            <a:extLst>
              <a:ext uri="{FF2B5EF4-FFF2-40B4-BE49-F238E27FC236}">
                <a16:creationId xmlns:a16="http://schemas.microsoft.com/office/drawing/2014/main" id="{34BDB35D-689C-B529-C906-B3999351561F}"/>
              </a:ext>
            </a:extLst>
          </p:cNvPr>
          <p:cNvSpPr txBox="1"/>
          <p:nvPr/>
        </p:nvSpPr>
        <p:spPr>
          <a:xfrm>
            <a:off x="580438" y="4895136"/>
            <a:ext cx="2374048" cy="153888"/>
          </a:xfrm>
          <a:prstGeom prst="rect">
            <a:avLst/>
          </a:prstGeom>
          <a:noFill/>
        </p:spPr>
        <p:txBody>
          <a:bodyPr vert="horz" wrap="none" lIns="0" tIns="0" rIns="0" bIns="0" rtlCol="0" anchor="ctr">
            <a:spAutoFit/>
          </a:bodyPr>
          <a:lstStyle/>
          <a:p>
            <a:pPr lvl="0">
              <a:spcBef>
                <a:spcPct val="0"/>
              </a:spcBef>
              <a:defRPr/>
            </a:pPr>
            <a:r>
              <a:rPr lang="en-US" sz="1000" b="1" spc="30" dirty="0">
                <a:solidFill>
                  <a:srgbClr val="000000"/>
                </a:solidFill>
              </a:rPr>
              <a:t>Second Job Assignment</a:t>
            </a:r>
            <a:r>
              <a:rPr kumimoji="0" lang="en-US" sz="1000" b="1" i="0" u="none" strike="noStrike" kern="1200" cap="none" spc="30" normalizeH="0" baseline="0" noProof="0" dirty="0">
                <a:ln>
                  <a:noFill/>
                </a:ln>
                <a:solidFill>
                  <a:srgbClr val="000000"/>
                </a:solidFill>
                <a:effectLst/>
                <a:uLnTx/>
                <a:uFillTx/>
                <a:ea typeface="+mn-ea"/>
                <a:cs typeface="+mn-cs"/>
              </a:rPr>
              <a:t> | 2019 - 2022</a:t>
            </a:r>
          </a:p>
        </p:txBody>
      </p:sp>
      <p:sp>
        <p:nvSpPr>
          <p:cNvPr id="116" name="TextBox 115">
            <a:extLst>
              <a:ext uri="{FF2B5EF4-FFF2-40B4-BE49-F238E27FC236}">
                <a16:creationId xmlns:a16="http://schemas.microsoft.com/office/drawing/2014/main" id="{D6E63B69-591E-1891-C1C7-02A1D01F3170}"/>
              </a:ext>
            </a:extLst>
          </p:cNvPr>
          <p:cNvSpPr txBox="1"/>
          <p:nvPr/>
        </p:nvSpPr>
        <p:spPr>
          <a:xfrm>
            <a:off x="580438" y="5067347"/>
            <a:ext cx="1161857" cy="130805"/>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50" b="0" i="0" u="none" strike="noStrike" kern="1200" cap="none" spc="-30" normalizeH="0" baseline="0" noProof="0" dirty="0">
                <a:ln>
                  <a:noFill/>
                </a:ln>
                <a:solidFill>
                  <a:srgbClr val="000000"/>
                </a:solidFill>
                <a:effectLst/>
                <a:uLnTx/>
                <a:uFillTx/>
                <a:ea typeface="+mn-ea"/>
                <a:cs typeface="+mn-cs"/>
              </a:rPr>
              <a:t>Company name | Industry</a:t>
            </a:r>
          </a:p>
        </p:txBody>
      </p:sp>
      <p:sp>
        <p:nvSpPr>
          <p:cNvPr id="117" name="TextBox 116">
            <a:extLst>
              <a:ext uri="{FF2B5EF4-FFF2-40B4-BE49-F238E27FC236}">
                <a16:creationId xmlns:a16="http://schemas.microsoft.com/office/drawing/2014/main" id="{9CCC6B3F-C233-8B74-D665-DA47E2B58612}"/>
              </a:ext>
            </a:extLst>
          </p:cNvPr>
          <p:cNvSpPr txBox="1"/>
          <p:nvPr/>
        </p:nvSpPr>
        <p:spPr>
          <a:xfrm>
            <a:off x="580438" y="5307477"/>
            <a:ext cx="2216954" cy="153888"/>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ea typeface="+mn-ea"/>
                <a:cs typeface="+mn-cs"/>
              </a:rPr>
              <a:t>Java  ·  React   ·   GitHub  ·  Illustrator</a:t>
            </a:r>
          </a:p>
        </p:txBody>
      </p:sp>
      <p:sp>
        <p:nvSpPr>
          <p:cNvPr id="118" name="TextBox 117">
            <a:extLst>
              <a:ext uri="{FF2B5EF4-FFF2-40B4-BE49-F238E27FC236}">
                <a16:creationId xmlns:a16="http://schemas.microsoft.com/office/drawing/2014/main" id="{0BE43458-6900-EA81-8B2D-8CA1E24DB580}"/>
              </a:ext>
            </a:extLst>
          </p:cNvPr>
          <p:cNvSpPr txBox="1"/>
          <p:nvPr/>
        </p:nvSpPr>
        <p:spPr>
          <a:xfrm>
            <a:off x="4798176" y="5454480"/>
            <a:ext cx="3293721" cy="738664"/>
          </a:xfrm>
          <a:prstGeom prst="rect">
            <a:avLst/>
          </a:prstGeom>
          <a:noFill/>
        </p:spPr>
        <p:txBody>
          <a:bodyPr vert="horz" wrap="square" lIns="0" tIns="0" rIns="0" bIns="0" rtlCol="0" anchor="t">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10" normalizeH="0" baseline="0" noProof="0" dirty="0">
                <a:ln>
                  <a:noFill/>
                </a:ln>
                <a:solidFill>
                  <a:srgbClr val="000000"/>
                </a:solidFill>
                <a:effectLst/>
                <a:uLnTx/>
                <a:uFillTx/>
                <a:ea typeface="+mn-ea"/>
                <a:cs typeface="+mn-cs"/>
              </a:rPr>
              <a:t>Lorem ipsum dolor sit </a:t>
            </a:r>
            <a:r>
              <a:rPr kumimoji="0" lang="en-US" sz="800" b="0" i="0" u="none" strike="noStrike" kern="1200" cap="none" spc="10" normalizeH="0" baseline="0" noProof="0" dirty="0" err="1">
                <a:ln>
                  <a:noFill/>
                </a:ln>
                <a:solidFill>
                  <a:srgbClr val="000000"/>
                </a:solidFill>
                <a:effectLst/>
                <a:uLnTx/>
                <a:uFillTx/>
                <a:ea typeface="+mn-ea"/>
                <a:cs typeface="+mn-cs"/>
              </a:rPr>
              <a:t>amet</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consectetur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adipiscing</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elit</a:t>
            </a:r>
            <a:r>
              <a:rPr kumimoji="0" lang="en-US" sz="800" b="0" i="0" u="none" strike="noStrike" kern="1200" cap="none" spc="10" normalizeH="0" baseline="0" noProof="0" dirty="0">
                <a:ln>
                  <a:noFill/>
                </a:ln>
                <a:solidFill>
                  <a:srgbClr val="000000"/>
                </a:solidFill>
                <a:effectLst/>
                <a:uLnTx/>
                <a:uFillTx/>
                <a:ea typeface="+mn-ea"/>
                <a:cs typeface="+mn-cs"/>
              </a:rPr>
              <a:t>, sed do</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10" normalizeH="0" baseline="0" noProof="0" dirty="0" err="1">
                <a:ln>
                  <a:noFill/>
                </a:ln>
                <a:solidFill>
                  <a:srgbClr val="000000"/>
                </a:solidFill>
                <a:effectLst/>
                <a:uLnTx/>
                <a:uFillTx/>
                <a:ea typeface="+mn-ea"/>
                <a:cs typeface="+mn-cs"/>
              </a:rPr>
              <a:t>tempor</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incididunt</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ut</a:t>
            </a:r>
            <a:r>
              <a:rPr kumimoji="0" lang="en-US" sz="800" b="0" i="0" u="none" strike="noStrike" kern="1200" cap="none" spc="10" normalizeH="0" baseline="0" noProof="0" dirty="0">
                <a:ln>
                  <a:noFill/>
                </a:ln>
                <a:solidFill>
                  <a:srgbClr val="000000"/>
                </a:solidFill>
                <a:effectLst/>
                <a:uLnTx/>
                <a:uFillTx/>
                <a:ea typeface="+mn-ea"/>
                <a:cs typeface="+mn-cs"/>
              </a:rPr>
              <a:t> labore et dolore magna </a:t>
            </a:r>
            <a:r>
              <a:rPr kumimoji="0" lang="en-US" sz="800" b="0" i="0" u="none" strike="noStrike" kern="1200" cap="none" spc="10" normalizeH="0" baseline="0" noProof="0" dirty="0" err="1">
                <a:ln>
                  <a:noFill/>
                </a:ln>
                <a:solidFill>
                  <a:srgbClr val="000000"/>
                </a:solidFill>
                <a:effectLst/>
                <a:uLnTx/>
                <a:uFillTx/>
                <a:ea typeface="+mn-ea"/>
                <a:cs typeface="+mn-cs"/>
              </a:rPr>
              <a:t>aliqua</a:t>
            </a:r>
            <a:r>
              <a:rPr kumimoji="0" lang="en-US" sz="800" b="0" i="0" u="none" strike="noStrike" kern="1200" cap="none" spc="10" normalizeH="0" baseline="0" noProof="0" dirty="0">
                <a:ln>
                  <a:noFill/>
                </a:ln>
                <a:solidFill>
                  <a:srgbClr val="000000"/>
                </a:solidFill>
                <a:effectLst/>
                <a:uLnTx/>
                <a:uFillTx/>
                <a:ea typeface="+mn-ea"/>
                <a:cs typeface="+mn-cs"/>
              </a:rPr>
              <a:t>. Ut </a:t>
            </a:r>
            <a:r>
              <a:rPr kumimoji="0" lang="en-US" sz="800" b="0" i="0" u="none" strike="noStrike" kern="1200" cap="none" spc="10" normalizeH="0" baseline="0" noProof="0" dirty="0" err="1">
                <a:ln>
                  <a:noFill/>
                </a:ln>
                <a:solidFill>
                  <a:srgbClr val="000000"/>
                </a:solidFill>
                <a:effectLst/>
                <a:uLnTx/>
                <a:uFillTx/>
                <a:ea typeface="+mn-ea"/>
                <a:cs typeface="+mn-cs"/>
              </a:rPr>
              <a:t>enim</a:t>
            </a:r>
            <a:r>
              <a:rPr kumimoji="0" lang="en-US" sz="800" b="0" i="0" u="none" strike="noStrike" kern="1200" cap="none" spc="10" normalizeH="0" baseline="0" noProof="0" dirty="0">
                <a:ln>
                  <a:noFill/>
                </a:ln>
                <a:solidFill>
                  <a:srgbClr val="000000"/>
                </a:solidFill>
                <a:effectLst/>
                <a:uLnTx/>
                <a:uFillTx/>
                <a:ea typeface="+mn-ea"/>
                <a:cs typeface="+mn-cs"/>
              </a:rPr>
              <a:t> ad minim </a:t>
            </a:r>
            <a:r>
              <a:rPr kumimoji="0" lang="en-US" sz="800" b="0" i="0" u="none" strike="noStrike" kern="1200" cap="none" spc="10" normalizeH="0" baseline="0" noProof="0" dirty="0" err="1">
                <a:ln>
                  <a:noFill/>
                </a:ln>
                <a:solidFill>
                  <a:srgbClr val="000000"/>
                </a:solidFill>
                <a:effectLst/>
                <a:uLnTx/>
                <a:uFillTx/>
                <a:ea typeface="+mn-ea"/>
                <a:cs typeface="+mn-cs"/>
              </a:rPr>
              <a:t>veniam</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quis</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nostrud</a:t>
            </a:r>
            <a:r>
              <a:rPr kumimoji="0" lang="en-US" sz="800" b="0" i="0" u="none" strike="noStrike" kern="1200" cap="none" spc="10" normalizeH="0" baseline="0" noProof="0" dirty="0">
                <a:ln>
                  <a:noFill/>
                </a:ln>
                <a:solidFill>
                  <a:srgbClr val="000000"/>
                </a:solidFill>
                <a:effectLst/>
                <a:uLnTx/>
                <a:uFillTx/>
                <a:ea typeface="+mn-ea"/>
                <a:cs typeface="+mn-cs"/>
              </a:rPr>
              <a:t> exercitation. Lorem ipsum dolor sit </a:t>
            </a:r>
            <a:r>
              <a:rPr kumimoji="0" lang="en-US" sz="800" b="0" i="0" u="none" strike="noStrike" kern="1200" cap="none" spc="10" normalizeH="0" baseline="0" noProof="0" dirty="0" err="1">
                <a:ln>
                  <a:noFill/>
                </a:ln>
                <a:solidFill>
                  <a:srgbClr val="000000"/>
                </a:solidFill>
                <a:effectLst/>
                <a:uLnTx/>
                <a:uFillTx/>
                <a:ea typeface="+mn-ea"/>
                <a:cs typeface="+mn-cs"/>
              </a:rPr>
              <a:t>amet</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consectetur</a:t>
            </a:r>
            <a:endParaRPr kumimoji="0" lang="en-US" sz="800" b="0" i="0" u="none" strike="noStrike" kern="1200" cap="none" spc="10" normalizeH="0" baseline="0" noProof="0" dirty="0">
              <a:ln>
                <a:noFill/>
              </a:ln>
              <a:solidFill>
                <a:srgbClr val="000000"/>
              </a:solidFill>
              <a:effectLst/>
              <a:uLnTx/>
              <a:uFillTx/>
              <a:ea typeface="+mn-ea"/>
              <a:cs typeface="+mn-cs"/>
            </a:endParaRPr>
          </a:p>
          <a:p>
            <a:pPr marL="88900" marR="0" lvl="0" indent="-88900" algn="l" defTabSz="914400" rtl="0" eaLnBrk="1" fontAlgn="auto" latinLnBrk="0" hangingPunct="1">
              <a:lnSpc>
                <a:spcPct val="100000"/>
              </a:lnSpc>
              <a:spcBef>
                <a:spcPct val="0"/>
              </a:spcBef>
              <a:spcAft>
                <a:spcPts val="0"/>
              </a:spcAft>
              <a:buClr>
                <a:srgbClr val="0057AB"/>
              </a:buClr>
              <a:buSzTx/>
              <a:buFont typeface="Arial" panose="020B0604020202020204" pitchFamily="34" charset="0"/>
              <a:buChar char="•"/>
              <a:tabLst/>
              <a:defRPr/>
            </a:pPr>
            <a:r>
              <a:rPr kumimoji="0" lang="en-US" sz="800" b="0" i="0" u="none" strike="noStrike" kern="1200" cap="none" spc="10" normalizeH="0" baseline="0" noProof="0" dirty="0">
                <a:ln>
                  <a:noFill/>
                </a:ln>
                <a:solidFill>
                  <a:srgbClr val="000000"/>
                </a:solidFill>
                <a:effectLst/>
                <a:uLnTx/>
                <a:uFillTx/>
                <a:ea typeface="+mn-ea"/>
                <a:cs typeface="+mn-cs"/>
              </a:rPr>
              <a:t>Ut </a:t>
            </a:r>
            <a:r>
              <a:rPr kumimoji="0" lang="en-US" sz="800" b="0" i="0" u="none" strike="noStrike" kern="1200" cap="none" spc="10" normalizeH="0" baseline="0" noProof="0" dirty="0" err="1">
                <a:ln>
                  <a:noFill/>
                </a:ln>
                <a:solidFill>
                  <a:srgbClr val="000000"/>
                </a:solidFill>
                <a:effectLst/>
                <a:uLnTx/>
                <a:uFillTx/>
                <a:ea typeface="+mn-ea"/>
                <a:cs typeface="+mn-cs"/>
              </a:rPr>
              <a:t>enim</a:t>
            </a:r>
            <a:r>
              <a:rPr kumimoji="0" lang="en-US" sz="800" b="0" i="0" u="none" strike="noStrike" kern="1200" cap="none" spc="10" normalizeH="0" baseline="0" noProof="0" dirty="0">
                <a:ln>
                  <a:noFill/>
                </a:ln>
                <a:solidFill>
                  <a:srgbClr val="000000"/>
                </a:solidFill>
                <a:effectLst/>
                <a:uLnTx/>
                <a:uFillTx/>
                <a:ea typeface="+mn-ea"/>
                <a:cs typeface="+mn-cs"/>
              </a:rPr>
              <a:t> ad minim </a:t>
            </a:r>
            <a:r>
              <a:rPr kumimoji="0" lang="en-US" sz="800" b="0" i="0" u="none" strike="noStrike" kern="1200" cap="none" spc="10" normalizeH="0" baseline="0" noProof="0" dirty="0" err="1">
                <a:ln>
                  <a:noFill/>
                </a:ln>
                <a:solidFill>
                  <a:srgbClr val="000000"/>
                </a:solidFill>
                <a:effectLst/>
                <a:uLnTx/>
                <a:uFillTx/>
                <a:ea typeface="+mn-ea"/>
                <a:cs typeface="+mn-cs"/>
              </a:rPr>
              <a:t>veniam</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quis</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nostrud</a:t>
            </a:r>
            <a:r>
              <a:rPr kumimoji="0" lang="en-US" sz="800" b="0" i="0" u="none" strike="noStrike" kern="1200" cap="none" spc="10" normalizeH="0" baseline="0" noProof="0" dirty="0">
                <a:ln>
                  <a:noFill/>
                </a:ln>
                <a:solidFill>
                  <a:srgbClr val="000000"/>
                </a:solidFill>
                <a:effectLst/>
                <a:uLnTx/>
                <a:uFillTx/>
                <a:ea typeface="+mn-ea"/>
                <a:cs typeface="+mn-cs"/>
              </a:rPr>
              <a:t> exercitation</a:t>
            </a:r>
          </a:p>
          <a:p>
            <a:pPr marL="88900" marR="0" lvl="0" indent="-88900" algn="l" defTabSz="914400" rtl="0" eaLnBrk="1" fontAlgn="auto" latinLnBrk="0" hangingPunct="1">
              <a:lnSpc>
                <a:spcPct val="100000"/>
              </a:lnSpc>
              <a:spcBef>
                <a:spcPct val="0"/>
              </a:spcBef>
              <a:spcAft>
                <a:spcPts val="0"/>
              </a:spcAft>
              <a:buClr>
                <a:srgbClr val="0057AB"/>
              </a:buClr>
              <a:buSzTx/>
              <a:buFont typeface="Arial" panose="020B0604020202020204" pitchFamily="34" charset="0"/>
              <a:buChar char="•"/>
              <a:tabLst/>
              <a:defRPr/>
            </a:pPr>
            <a:r>
              <a:rPr kumimoji="0" lang="en-US" sz="800" b="0" i="0" u="none" strike="noStrike" kern="1200" cap="none" spc="10" normalizeH="0" baseline="0" noProof="0" dirty="0">
                <a:ln>
                  <a:noFill/>
                </a:ln>
                <a:solidFill>
                  <a:srgbClr val="000000"/>
                </a:solidFill>
                <a:effectLst/>
                <a:uLnTx/>
                <a:uFillTx/>
                <a:ea typeface="+mn-ea"/>
                <a:cs typeface="+mn-cs"/>
              </a:rPr>
              <a:t>Ut </a:t>
            </a:r>
            <a:r>
              <a:rPr kumimoji="0" lang="en-US" sz="800" b="0" i="0" u="none" strike="noStrike" kern="1200" cap="none" spc="10" normalizeH="0" baseline="0" noProof="0" dirty="0" err="1">
                <a:ln>
                  <a:noFill/>
                </a:ln>
                <a:solidFill>
                  <a:srgbClr val="000000"/>
                </a:solidFill>
                <a:effectLst/>
                <a:uLnTx/>
                <a:uFillTx/>
                <a:ea typeface="+mn-ea"/>
                <a:cs typeface="+mn-cs"/>
              </a:rPr>
              <a:t>enim</a:t>
            </a:r>
            <a:r>
              <a:rPr kumimoji="0" lang="en-US" sz="800" b="0" i="0" u="none" strike="noStrike" kern="1200" cap="none" spc="10" normalizeH="0" baseline="0" noProof="0" dirty="0">
                <a:ln>
                  <a:noFill/>
                </a:ln>
                <a:solidFill>
                  <a:srgbClr val="000000"/>
                </a:solidFill>
                <a:effectLst/>
                <a:uLnTx/>
                <a:uFillTx/>
                <a:ea typeface="+mn-ea"/>
                <a:cs typeface="+mn-cs"/>
              </a:rPr>
              <a:t> ad minim </a:t>
            </a:r>
            <a:r>
              <a:rPr kumimoji="0" lang="en-US" sz="800" b="0" i="0" u="none" strike="noStrike" kern="1200" cap="none" spc="10" normalizeH="0" baseline="0" noProof="0" dirty="0" err="1">
                <a:ln>
                  <a:noFill/>
                </a:ln>
                <a:solidFill>
                  <a:srgbClr val="000000"/>
                </a:solidFill>
                <a:effectLst/>
                <a:uLnTx/>
                <a:uFillTx/>
                <a:ea typeface="+mn-ea"/>
                <a:cs typeface="+mn-cs"/>
              </a:rPr>
              <a:t>veniam</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quis</a:t>
            </a:r>
            <a:r>
              <a:rPr kumimoji="0" lang="en-US" sz="800" b="0" i="0" u="none" strike="noStrike" kern="1200" cap="none" spc="10" normalizeH="0" baseline="0" noProof="0" dirty="0">
                <a:ln>
                  <a:noFill/>
                </a:ln>
                <a:solidFill>
                  <a:srgbClr val="000000"/>
                </a:solidFill>
                <a:effectLst/>
                <a:uLnTx/>
                <a:uFillTx/>
                <a:ea typeface="+mn-ea"/>
                <a:cs typeface="+mn-cs"/>
              </a:rPr>
              <a:t> </a:t>
            </a:r>
            <a:r>
              <a:rPr kumimoji="0" lang="en-US" sz="800" b="0" i="0" u="none" strike="noStrike" kern="1200" cap="none" spc="10" normalizeH="0" baseline="0" noProof="0" dirty="0" err="1">
                <a:ln>
                  <a:noFill/>
                </a:ln>
                <a:solidFill>
                  <a:srgbClr val="000000"/>
                </a:solidFill>
                <a:effectLst/>
                <a:uLnTx/>
                <a:uFillTx/>
                <a:ea typeface="+mn-ea"/>
                <a:cs typeface="+mn-cs"/>
              </a:rPr>
              <a:t>nostrud</a:t>
            </a:r>
            <a:r>
              <a:rPr kumimoji="0" lang="en-US" sz="800" b="0" i="0" u="none" strike="noStrike" kern="1200" cap="none" spc="10" normalizeH="0" baseline="0" noProof="0" dirty="0">
                <a:ln>
                  <a:noFill/>
                </a:ln>
                <a:solidFill>
                  <a:srgbClr val="000000"/>
                </a:solidFill>
                <a:effectLst/>
                <a:uLnTx/>
                <a:uFillTx/>
                <a:ea typeface="+mn-ea"/>
                <a:cs typeface="+mn-cs"/>
              </a:rPr>
              <a:t> exercitation</a:t>
            </a:r>
          </a:p>
        </p:txBody>
      </p:sp>
      <p:sp>
        <p:nvSpPr>
          <p:cNvPr id="119" name="TextBox 118">
            <a:extLst>
              <a:ext uri="{FF2B5EF4-FFF2-40B4-BE49-F238E27FC236}">
                <a16:creationId xmlns:a16="http://schemas.microsoft.com/office/drawing/2014/main" id="{D585E12E-1C3F-1E1D-13EC-40B7F4EF62FC}"/>
              </a:ext>
            </a:extLst>
          </p:cNvPr>
          <p:cNvSpPr txBox="1"/>
          <p:nvPr/>
        </p:nvSpPr>
        <p:spPr>
          <a:xfrm>
            <a:off x="4798176" y="4895136"/>
            <a:ext cx="2343590" cy="153888"/>
          </a:xfrm>
          <a:prstGeom prst="rect">
            <a:avLst/>
          </a:prstGeom>
          <a:noFill/>
        </p:spPr>
        <p:txBody>
          <a:bodyPr vert="horz" wrap="none" lIns="0" tIns="0" rIns="0" bIns="0" rtlCol="0" anchor="ctr">
            <a:spAutoFit/>
          </a:bodyPr>
          <a:lstStyle/>
          <a:p>
            <a:pPr lvl="0">
              <a:spcBef>
                <a:spcPct val="0"/>
              </a:spcBef>
              <a:defRPr/>
            </a:pPr>
            <a:r>
              <a:rPr lang="en-US" sz="1000" b="1" spc="30" dirty="0">
                <a:solidFill>
                  <a:srgbClr val="000000"/>
                </a:solidFill>
              </a:rPr>
              <a:t>Fourth Job Assignment</a:t>
            </a:r>
            <a:r>
              <a:rPr kumimoji="0" lang="en-US" sz="1000" b="1" i="0" u="none" strike="noStrike" kern="1200" cap="none" spc="30" normalizeH="0" baseline="0" noProof="0" dirty="0">
                <a:ln>
                  <a:noFill/>
                </a:ln>
                <a:solidFill>
                  <a:srgbClr val="000000"/>
                </a:solidFill>
                <a:effectLst/>
                <a:uLnTx/>
                <a:uFillTx/>
                <a:ea typeface="+mn-ea"/>
                <a:cs typeface="+mn-cs"/>
              </a:rPr>
              <a:t> | 2019 - 2022</a:t>
            </a:r>
          </a:p>
        </p:txBody>
      </p:sp>
      <p:sp>
        <p:nvSpPr>
          <p:cNvPr id="120" name="TextBox 119">
            <a:extLst>
              <a:ext uri="{FF2B5EF4-FFF2-40B4-BE49-F238E27FC236}">
                <a16:creationId xmlns:a16="http://schemas.microsoft.com/office/drawing/2014/main" id="{498158C6-2621-8A1E-FF5F-CF4326C64061}"/>
              </a:ext>
            </a:extLst>
          </p:cNvPr>
          <p:cNvSpPr txBox="1"/>
          <p:nvPr/>
        </p:nvSpPr>
        <p:spPr>
          <a:xfrm>
            <a:off x="4798176" y="5067347"/>
            <a:ext cx="1161857" cy="130805"/>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50" b="0" i="0" u="none" strike="noStrike" kern="1200" cap="none" spc="-30" normalizeH="0" baseline="0" noProof="0" dirty="0">
                <a:ln>
                  <a:noFill/>
                </a:ln>
                <a:solidFill>
                  <a:srgbClr val="000000"/>
                </a:solidFill>
                <a:effectLst/>
                <a:uLnTx/>
                <a:uFillTx/>
                <a:ea typeface="+mn-ea"/>
                <a:cs typeface="+mn-cs"/>
              </a:rPr>
              <a:t>Company name | Industry</a:t>
            </a:r>
          </a:p>
        </p:txBody>
      </p:sp>
      <p:sp>
        <p:nvSpPr>
          <p:cNvPr id="121" name="TextBox 120">
            <a:extLst>
              <a:ext uri="{FF2B5EF4-FFF2-40B4-BE49-F238E27FC236}">
                <a16:creationId xmlns:a16="http://schemas.microsoft.com/office/drawing/2014/main" id="{404395BE-E3C5-62AA-796E-D1B0C23827F5}"/>
              </a:ext>
            </a:extLst>
          </p:cNvPr>
          <p:cNvSpPr txBox="1"/>
          <p:nvPr/>
        </p:nvSpPr>
        <p:spPr>
          <a:xfrm>
            <a:off x="4798176" y="5307477"/>
            <a:ext cx="2216954" cy="153888"/>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ea typeface="+mn-ea"/>
                <a:cs typeface="+mn-cs"/>
              </a:rPr>
              <a:t>Java  ·  React   ·   GitHub  ·  Illustrator</a:t>
            </a:r>
          </a:p>
        </p:txBody>
      </p:sp>
      <p:cxnSp>
        <p:nvCxnSpPr>
          <p:cNvPr id="123" name="Straight Connector 122">
            <a:extLst>
              <a:ext uri="{FF2B5EF4-FFF2-40B4-BE49-F238E27FC236}">
                <a16:creationId xmlns:a16="http://schemas.microsoft.com/office/drawing/2014/main" id="{432C4941-AC22-4A6F-1B2A-FF6B4BC13043}"/>
              </a:ext>
              <a:ext uri="{C183D7F6-B498-43B3-948B-1728B52AA6E4}">
                <adec:decorative xmlns:adec="http://schemas.microsoft.com/office/drawing/2017/decorative" val="1"/>
              </a:ext>
            </a:extLst>
          </p:cNvPr>
          <p:cNvCxnSpPr>
            <a:cxnSpLocks/>
          </p:cNvCxnSpPr>
          <p:nvPr/>
        </p:nvCxnSpPr>
        <p:spPr>
          <a:xfrm>
            <a:off x="580438" y="1513839"/>
            <a:ext cx="7772400"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96DB0C34-56D1-059D-FE0A-384EF25CF3F7}"/>
              </a:ext>
              <a:ext uri="{C183D7F6-B498-43B3-948B-1728B52AA6E4}">
                <adec:decorative xmlns:adec="http://schemas.microsoft.com/office/drawing/2017/decorative" val="1"/>
              </a:ext>
            </a:extLst>
          </p:cNvPr>
          <p:cNvCxnSpPr>
            <a:cxnSpLocks/>
          </p:cNvCxnSpPr>
          <p:nvPr/>
        </p:nvCxnSpPr>
        <p:spPr>
          <a:xfrm>
            <a:off x="562914" y="3050419"/>
            <a:ext cx="7772400"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125" name="TextBox 124">
            <a:extLst>
              <a:ext uri="{FF2B5EF4-FFF2-40B4-BE49-F238E27FC236}">
                <a16:creationId xmlns:a16="http://schemas.microsoft.com/office/drawing/2014/main" id="{EE28C61A-06E0-F153-2CB8-09D8913E14CF}"/>
              </a:ext>
            </a:extLst>
          </p:cNvPr>
          <p:cNvSpPr txBox="1"/>
          <p:nvPr/>
        </p:nvSpPr>
        <p:spPr>
          <a:xfrm>
            <a:off x="580438" y="2812434"/>
            <a:ext cx="1283172" cy="215444"/>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400" b="1" i="0" u="none" strike="noStrike" kern="1200" cap="none" spc="-21" normalizeH="0" baseline="0" noProof="0" dirty="0">
                <a:ln>
                  <a:noFill/>
                </a:ln>
                <a:solidFill>
                  <a:srgbClr val="000000"/>
                </a:solidFill>
                <a:effectLst/>
                <a:uLnTx/>
                <a:uFillTx/>
                <a:ea typeface="+mn-ea"/>
                <a:cs typeface="+mn-cs"/>
              </a:rPr>
              <a:t>Key Experience</a:t>
            </a:r>
          </a:p>
        </p:txBody>
      </p:sp>
      <p:grpSp>
        <p:nvGrpSpPr>
          <p:cNvPr id="126" name="Group 125">
            <a:extLst>
              <a:ext uri="{FF2B5EF4-FFF2-40B4-BE49-F238E27FC236}">
                <a16:creationId xmlns:a16="http://schemas.microsoft.com/office/drawing/2014/main" id="{41C9B95B-33BB-0CDB-9AAF-C6B7C8DEA153}"/>
              </a:ext>
              <a:ext uri="{C183D7F6-B498-43B3-948B-1728B52AA6E4}">
                <adec:decorative xmlns:adec="http://schemas.microsoft.com/office/drawing/2017/decorative" val="1"/>
              </a:ext>
            </a:extLst>
          </p:cNvPr>
          <p:cNvGrpSpPr/>
          <p:nvPr/>
        </p:nvGrpSpPr>
        <p:grpSpPr>
          <a:xfrm>
            <a:off x="11186098" y="3105724"/>
            <a:ext cx="726254" cy="623549"/>
            <a:chOff x="12613950" y="3456418"/>
            <a:chExt cx="726254" cy="623549"/>
          </a:xfrm>
        </p:grpSpPr>
        <p:sp>
          <p:nvSpPr>
            <p:cNvPr id="127" name="TextBox 126">
              <a:extLst>
                <a:ext uri="{FF2B5EF4-FFF2-40B4-BE49-F238E27FC236}">
                  <a16:creationId xmlns:a16="http://schemas.microsoft.com/office/drawing/2014/main" id="{5FCF9500-F705-6968-1676-2363AC8EA6F7}"/>
                </a:ext>
              </a:extLst>
            </p:cNvPr>
            <p:cNvSpPr txBox="1"/>
            <p:nvPr/>
          </p:nvSpPr>
          <p:spPr>
            <a:xfrm>
              <a:off x="12615130" y="3456418"/>
              <a:ext cx="655629" cy="153888"/>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ea typeface="+mn-ea"/>
                  <a:cs typeface="+mn-cs"/>
                </a:rPr>
                <a:t>Languages</a:t>
              </a:r>
            </a:p>
          </p:txBody>
        </p:sp>
        <p:sp>
          <p:nvSpPr>
            <p:cNvPr id="128" name="TextBox 127">
              <a:extLst>
                <a:ext uri="{FF2B5EF4-FFF2-40B4-BE49-F238E27FC236}">
                  <a16:creationId xmlns:a16="http://schemas.microsoft.com/office/drawing/2014/main" id="{789CD210-DB87-82C0-084E-D4CD1DA908B5}"/>
                </a:ext>
              </a:extLst>
            </p:cNvPr>
            <p:cNvSpPr txBox="1"/>
            <p:nvPr/>
          </p:nvSpPr>
          <p:spPr>
            <a:xfrm>
              <a:off x="12613950" y="3652056"/>
              <a:ext cx="319639" cy="123111"/>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40" normalizeH="0" baseline="0" noProof="0" dirty="0">
                  <a:ln>
                    <a:noFill/>
                  </a:ln>
                  <a:solidFill>
                    <a:srgbClr val="FFFFFF"/>
                  </a:solidFill>
                  <a:effectLst/>
                  <a:uLnTx/>
                  <a:uFillTx/>
                  <a:ea typeface="+mn-ea"/>
                  <a:cs typeface="+mn-cs"/>
                </a:rPr>
                <a:t>English </a:t>
              </a:r>
            </a:p>
          </p:txBody>
        </p:sp>
        <p:grpSp>
          <p:nvGrpSpPr>
            <p:cNvPr id="129" name="Group 128">
              <a:extLst>
                <a:ext uri="{FF2B5EF4-FFF2-40B4-BE49-F238E27FC236}">
                  <a16:creationId xmlns:a16="http://schemas.microsoft.com/office/drawing/2014/main" id="{0031F3A7-7D13-C5C7-97DE-8C3ECAC733FB}"/>
                </a:ext>
              </a:extLst>
            </p:cNvPr>
            <p:cNvGrpSpPr/>
            <p:nvPr/>
          </p:nvGrpSpPr>
          <p:grpSpPr>
            <a:xfrm>
              <a:off x="13031109" y="3690751"/>
              <a:ext cx="309095" cy="45719"/>
              <a:chOff x="8185967" y="7317377"/>
              <a:chExt cx="309095" cy="45719"/>
            </a:xfrm>
            <a:solidFill>
              <a:schemeClr val="bg1"/>
            </a:solidFill>
          </p:grpSpPr>
          <p:sp>
            <p:nvSpPr>
              <p:cNvPr id="144" name="Oval 143">
                <a:extLst>
                  <a:ext uri="{FF2B5EF4-FFF2-40B4-BE49-F238E27FC236}">
                    <a16:creationId xmlns:a16="http://schemas.microsoft.com/office/drawing/2014/main" id="{B42C2F70-C165-1D37-5FC4-C963AF3EDA4F}"/>
                  </a:ext>
                </a:extLst>
              </p:cNvPr>
              <p:cNvSpPr/>
              <p:nvPr/>
            </p:nvSpPr>
            <p:spPr>
              <a:xfrm>
                <a:off x="8185967" y="7317377"/>
                <a:ext cx="45719" cy="45719"/>
              </a:xfrm>
              <a:prstGeom prst="ellipse">
                <a:avLst/>
              </a:prstGeom>
              <a:grp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sp>
            <p:nvSpPr>
              <p:cNvPr id="145" name="Oval 144">
                <a:extLst>
                  <a:ext uri="{FF2B5EF4-FFF2-40B4-BE49-F238E27FC236}">
                    <a16:creationId xmlns:a16="http://schemas.microsoft.com/office/drawing/2014/main" id="{8428CFBA-AA61-4063-95CD-516A55D98000}"/>
                  </a:ext>
                </a:extLst>
              </p:cNvPr>
              <p:cNvSpPr/>
              <p:nvPr/>
            </p:nvSpPr>
            <p:spPr>
              <a:xfrm>
                <a:off x="8251811" y="7317377"/>
                <a:ext cx="45719" cy="45719"/>
              </a:xfrm>
              <a:prstGeom prst="ellipse">
                <a:avLst/>
              </a:prstGeom>
              <a:grp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sp>
            <p:nvSpPr>
              <p:cNvPr id="146" name="Oval 145">
                <a:extLst>
                  <a:ext uri="{FF2B5EF4-FFF2-40B4-BE49-F238E27FC236}">
                    <a16:creationId xmlns:a16="http://schemas.microsoft.com/office/drawing/2014/main" id="{C6F334E9-4010-0405-3AB6-D74084A3604D}"/>
                  </a:ext>
                </a:extLst>
              </p:cNvPr>
              <p:cNvSpPr/>
              <p:nvPr/>
            </p:nvSpPr>
            <p:spPr>
              <a:xfrm>
                <a:off x="8317655" y="7317377"/>
                <a:ext cx="45719" cy="45719"/>
              </a:xfrm>
              <a:prstGeom prst="ellipse">
                <a:avLst/>
              </a:prstGeom>
              <a:grp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sp>
            <p:nvSpPr>
              <p:cNvPr id="147" name="Oval 146">
                <a:extLst>
                  <a:ext uri="{FF2B5EF4-FFF2-40B4-BE49-F238E27FC236}">
                    <a16:creationId xmlns:a16="http://schemas.microsoft.com/office/drawing/2014/main" id="{706B615C-A3FA-1137-2313-B64EDEC845BA}"/>
                  </a:ext>
                </a:extLst>
              </p:cNvPr>
              <p:cNvSpPr/>
              <p:nvPr/>
            </p:nvSpPr>
            <p:spPr>
              <a:xfrm>
                <a:off x="8383499" y="7317377"/>
                <a:ext cx="45719" cy="45719"/>
              </a:xfrm>
              <a:prstGeom prst="ellipse">
                <a:avLst/>
              </a:prstGeom>
              <a:grp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sp>
            <p:nvSpPr>
              <p:cNvPr id="148" name="Oval 147">
                <a:extLst>
                  <a:ext uri="{FF2B5EF4-FFF2-40B4-BE49-F238E27FC236}">
                    <a16:creationId xmlns:a16="http://schemas.microsoft.com/office/drawing/2014/main" id="{E45A5283-82AF-7B2E-C591-37CEC7E37E76}"/>
                  </a:ext>
                </a:extLst>
              </p:cNvPr>
              <p:cNvSpPr/>
              <p:nvPr/>
            </p:nvSpPr>
            <p:spPr>
              <a:xfrm>
                <a:off x="8449343" y="7317377"/>
                <a:ext cx="45719" cy="45719"/>
              </a:xfrm>
              <a:prstGeom prst="ellipse">
                <a:avLst/>
              </a:prstGeom>
              <a:grp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grpSp>
        <p:grpSp>
          <p:nvGrpSpPr>
            <p:cNvPr id="130" name="Group 129">
              <a:extLst>
                <a:ext uri="{FF2B5EF4-FFF2-40B4-BE49-F238E27FC236}">
                  <a16:creationId xmlns:a16="http://schemas.microsoft.com/office/drawing/2014/main" id="{81B6E96B-B434-073B-25ED-152ECE3F4193}"/>
                </a:ext>
              </a:extLst>
            </p:cNvPr>
            <p:cNvGrpSpPr/>
            <p:nvPr/>
          </p:nvGrpSpPr>
          <p:grpSpPr>
            <a:xfrm>
              <a:off x="13031109" y="3846538"/>
              <a:ext cx="309095" cy="45719"/>
              <a:chOff x="8185967" y="7317377"/>
              <a:chExt cx="309095" cy="45719"/>
            </a:xfrm>
            <a:solidFill>
              <a:schemeClr val="bg1"/>
            </a:solidFill>
          </p:grpSpPr>
          <p:sp>
            <p:nvSpPr>
              <p:cNvPr id="139" name="Oval 138">
                <a:extLst>
                  <a:ext uri="{FF2B5EF4-FFF2-40B4-BE49-F238E27FC236}">
                    <a16:creationId xmlns:a16="http://schemas.microsoft.com/office/drawing/2014/main" id="{B4E7C9E3-C3A8-D545-88CF-A112D92D2900}"/>
                  </a:ext>
                </a:extLst>
              </p:cNvPr>
              <p:cNvSpPr/>
              <p:nvPr/>
            </p:nvSpPr>
            <p:spPr>
              <a:xfrm>
                <a:off x="8185967" y="7317377"/>
                <a:ext cx="45719" cy="45719"/>
              </a:xfrm>
              <a:prstGeom prst="ellipse">
                <a:avLst/>
              </a:prstGeom>
              <a:grp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sp>
            <p:nvSpPr>
              <p:cNvPr id="140" name="Oval 139">
                <a:extLst>
                  <a:ext uri="{FF2B5EF4-FFF2-40B4-BE49-F238E27FC236}">
                    <a16:creationId xmlns:a16="http://schemas.microsoft.com/office/drawing/2014/main" id="{AAD71181-817C-42E6-913C-DB831FF4F755}"/>
                  </a:ext>
                </a:extLst>
              </p:cNvPr>
              <p:cNvSpPr/>
              <p:nvPr/>
            </p:nvSpPr>
            <p:spPr>
              <a:xfrm>
                <a:off x="8251811" y="7317377"/>
                <a:ext cx="45719" cy="45719"/>
              </a:xfrm>
              <a:prstGeom prst="ellipse">
                <a:avLst/>
              </a:prstGeom>
              <a:grp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sp>
            <p:nvSpPr>
              <p:cNvPr id="141" name="Oval 140">
                <a:extLst>
                  <a:ext uri="{FF2B5EF4-FFF2-40B4-BE49-F238E27FC236}">
                    <a16:creationId xmlns:a16="http://schemas.microsoft.com/office/drawing/2014/main" id="{04D4C492-8E0B-A21D-CA06-02BC40B2165F}"/>
                  </a:ext>
                </a:extLst>
              </p:cNvPr>
              <p:cNvSpPr/>
              <p:nvPr/>
            </p:nvSpPr>
            <p:spPr>
              <a:xfrm>
                <a:off x="8317655" y="7317377"/>
                <a:ext cx="45719" cy="45719"/>
              </a:xfrm>
              <a:prstGeom prst="ellipse">
                <a:avLst/>
              </a:prstGeom>
              <a:grp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sp>
            <p:nvSpPr>
              <p:cNvPr id="142" name="Oval 141">
                <a:extLst>
                  <a:ext uri="{FF2B5EF4-FFF2-40B4-BE49-F238E27FC236}">
                    <a16:creationId xmlns:a16="http://schemas.microsoft.com/office/drawing/2014/main" id="{39BFCBCC-8059-C8EA-F644-B9082F346579}"/>
                  </a:ext>
                </a:extLst>
              </p:cNvPr>
              <p:cNvSpPr/>
              <p:nvPr/>
            </p:nvSpPr>
            <p:spPr>
              <a:xfrm>
                <a:off x="8383499" y="7317377"/>
                <a:ext cx="45719" cy="45719"/>
              </a:xfrm>
              <a:prstGeom prst="ellipse">
                <a:avLst/>
              </a:prstGeom>
              <a:grp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sp>
            <p:nvSpPr>
              <p:cNvPr id="143" name="Oval 142">
                <a:extLst>
                  <a:ext uri="{FF2B5EF4-FFF2-40B4-BE49-F238E27FC236}">
                    <a16:creationId xmlns:a16="http://schemas.microsoft.com/office/drawing/2014/main" id="{C36F491A-638E-74DF-329C-E09FD2F35F3D}"/>
                  </a:ext>
                </a:extLst>
              </p:cNvPr>
              <p:cNvSpPr/>
              <p:nvPr/>
            </p:nvSpPr>
            <p:spPr>
              <a:xfrm>
                <a:off x="8449343" y="7317377"/>
                <a:ext cx="45719" cy="45719"/>
              </a:xfrm>
              <a:prstGeom prst="ellipse">
                <a:avLst/>
              </a:prstGeom>
              <a:no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grpSp>
        <p:grpSp>
          <p:nvGrpSpPr>
            <p:cNvPr id="131" name="Group 130">
              <a:extLst>
                <a:ext uri="{FF2B5EF4-FFF2-40B4-BE49-F238E27FC236}">
                  <a16:creationId xmlns:a16="http://schemas.microsoft.com/office/drawing/2014/main" id="{5F68AD59-4214-210D-A32D-8B5163A00793}"/>
                </a:ext>
              </a:extLst>
            </p:cNvPr>
            <p:cNvGrpSpPr/>
            <p:nvPr/>
          </p:nvGrpSpPr>
          <p:grpSpPr>
            <a:xfrm>
              <a:off x="13031109" y="4002324"/>
              <a:ext cx="309095" cy="45719"/>
              <a:chOff x="8185967" y="7317377"/>
              <a:chExt cx="309095" cy="45719"/>
            </a:xfrm>
            <a:solidFill>
              <a:schemeClr val="bg1"/>
            </a:solidFill>
          </p:grpSpPr>
          <p:sp>
            <p:nvSpPr>
              <p:cNvPr id="134" name="Oval 133">
                <a:extLst>
                  <a:ext uri="{FF2B5EF4-FFF2-40B4-BE49-F238E27FC236}">
                    <a16:creationId xmlns:a16="http://schemas.microsoft.com/office/drawing/2014/main" id="{E74923B2-C0FD-9498-6906-AD140B7909FC}"/>
                  </a:ext>
                </a:extLst>
              </p:cNvPr>
              <p:cNvSpPr/>
              <p:nvPr/>
            </p:nvSpPr>
            <p:spPr>
              <a:xfrm>
                <a:off x="8185967" y="7317377"/>
                <a:ext cx="45719" cy="45719"/>
              </a:xfrm>
              <a:prstGeom prst="ellipse">
                <a:avLst/>
              </a:prstGeom>
              <a:grp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sp>
            <p:nvSpPr>
              <p:cNvPr id="135" name="Oval 134">
                <a:extLst>
                  <a:ext uri="{FF2B5EF4-FFF2-40B4-BE49-F238E27FC236}">
                    <a16:creationId xmlns:a16="http://schemas.microsoft.com/office/drawing/2014/main" id="{3F082B27-4C00-95DA-D464-BA105F53CB6E}"/>
                  </a:ext>
                </a:extLst>
              </p:cNvPr>
              <p:cNvSpPr/>
              <p:nvPr/>
            </p:nvSpPr>
            <p:spPr>
              <a:xfrm>
                <a:off x="8251811" y="7317377"/>
                <a:ext cx="45719" cy="45719"/>
              </a:xfrm>
              <a:prstGeom prst="ellipse">
                <a:avLst/>
              </a:prstGeom>
              <a:grp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sp>
            <p:nvSpPr>
              <p:cNvPr id="136" name="Oval 135">
                <a:extLst>
                  <a:ext uri="{FF2B5EF4-FFF2-40B4-BE49-F238E27FC236}">
                    <a16:creationId xmlns:a16="http://schemas.microsoft.com/office/drawing/2014/main" id="{5041AC2E-5F17-5A28-E8C7-ACA1DC1FE4C7}"/>
                  </a:ext>
                </a:extLst>
              </p:cNvPr>
              <p:cNvSpPr/>
              <p:nvPr/>
            </p:nvSpPr>
            <p:spPr>
              <a:xfrm>
                <a:off x="8317655" y="7317377"/>
                <a:ext cx="45719" cy="45719"/>
              </a:xfrm>
              <a:prstGeom prst="ellipse">
                <a:avLst/>
              </a:prstGeom>
              <a:no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sp>
            <p:nvSpPr>
              <p:cNvPr id="137" name="Oval 136">
                <a:extLst>
                  <a:ext uri="{FF2B5EF4-FFF2-40B4-BE49-F238E27FC236}">
                    <a16:creationId xmlns:a16="http://schemas.microsoft.com/office/drawing/2014/main" id="{825B421F-0777-BF99-B7AD-5A6029E829E6}"/>
                  </a:ext>
                </a:extLst>
              </p:cNvPr>
              <p:cNvSpPr/>
              <p:nvPr/>
            </p:nvSpPr>
            <p:spPr>
              <a:xfrm>
                <a:off x="8383499" y="7317377"/>
                <a:ext cx="45719" cy="45719"/>
              </a:xfrm>
              <a:prstGeom prst="ellipse">
                <a:avLst/>
              </a:prstGeom>
              <a:no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sp>
            <p:nvSpPr>
              <p:cNvPr id="138" name="Oval 137">
                <a:extLst>
                  <a:ext uri="{FF2B5EF4-FFF2-40B4-BE49-F238E27FC236}">
                    <a16:creationId xmlns:a16="http://schemas.microsoft.com/office/drawing/2014/main" id="{E784EC26-2881-CF9F-B437-3D05F48E8B5B}"/>
                  </a:ext>
                </a:extLst>
              </p:cNvPr>
              <p:cNvSpPr/>
              <p:nvPr/>
            </p:nvSpPr>
            <p:spPr>
              <a:xfrm>
                <a:off x="8449343" y="7317377"/>
                <a:ext cx="45719" cy="45719"/>
              </a:xfrm>
              <a:prstGeom prst="ellipse">
                <a:avLst/>
              </a:prstGeom>
              <a:noFill/>
              <a:ln w="63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ea typeface="+mn-ea"/>
                  <a:cs typeface="+mn-cs"/>
                </a:endParaRPr>
              </a:p>
            </p:txBody>
          </p:sp>
        </p:grpSp>
        <p:sp>
          <p:nvSpPr>
            <p:cNvPr id="132" name="TextBox 131">
              <a:extLst>
                <a:ext uri="{FF2B5EF4-FFF2-40B4-BE49-F238E27FC236}">
                  <a16:creationId xmlns:a16="http://schemas.microsoft.com/office/drawing/2014/main" id="{32739829-C9AF-BD13-7E19-395D9F4BF9D9}"/>
                </a:ext>
              </a:extLst>
            </p:cNvPr>
            <p:cNvSpPr txBox="1"/>
            <p:nvPr/>
          </p:nvSpPr>
          <p:spPr>
            <a:xfrm>
              <a:off x="12613950" y="3794295"/>
              <a:ext cx="286617" cy="123111"/>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40" normalizeH="0" baseline="0" noProof="0" dirty="0">
                  <a:ln>
                    <a:noFill/>
                  </a:ln>
                  <a:solidFill>
                    <a:srgbClr val="FFFFFF"/>
                  </a:solidFill>
                  <a:effectLst/>
                  <a:uLnTx/>
                  <a:uFillTx/>
                  <a:ea typeface="+mn-ea"/>
                  <a:cs typeface="+mn-cs"/>
                </a:rPr>
                <a:t>Danish</a:t>
              </a:r>
            </a:p>
          </p:txBody>
        </p:sp>
        <p:sp>
          <p:nvSpPr>
            <p:cNvPr id="133" name="TextBox 132">
              <a:extLst>
                <a:ext uri="{FF2B5EF4-FFF2-40B4-BE49-F238E27FC236}">
                  <a16:creationId xmlns:a16="http://schemas.microsoft.com/office/drawing/2014/main" id="{C743A1D3-9373-3C8B-71CC-39FE930647B7}"/>
                </a:ext>
              </a:extLst>
            </p:cNvPr>
            <p:cNvSpPr txBox="1"/>
            <p:nvPr/>
          </p:nvSpPr>
          <p:spPr>
            <a:xfrm>
              <a:off x="12613950" y="3956856"/>
              <a:ext cx="323165" cy="123111"/>
            </a:xfrm>
            <a:prstGeom prst="rect">
              <a:avLst/>
            </a:prstGeom>
            <a:noFill/>
          </p:spPr>
          <p:txBody>
            <a:bodyPr vert="horz" wrap="none" lIns="0" tIns="0" rIns="0" bIns="0" rtlCol="0" anchor="ctr">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800" b="0" i="0" u="none" strike="noStrike" kern="1200" cap="none" spc="-40" normalizeH="0" baseline="0" noProof="0" dirty="0">
                  <a:ln>
                    <a:noFill/>
                  </a:ln>
                  <a:solidFill>
                    <a:srgbClr val="FFFFFF"/>
                  </a:solidFill>
                  <a:effectLst/>
                  <a:uLnTx/>
                  <a:uFillTx/>
                  <a:ea typeface="+mn-ea"/>
                  <a:cs typeface="+mn-cs"/>
                </a:rPr>
                <a:t>Spanish</a:t>
              </a:r>
            </a:p>
          </p:txBody>
        </p:sp>
      </p:grpSp>
      <p:grpSp>
        <p:nvGrpSpPr>
          <p:cNvPr id="270" name="Group 2">
            <a:extLst>
              <a:ext uri="{FF2B5EF4-FFF2-40B4-BE49-F238E27FC236}">
                <a16:creationId xmlns:a16="http://schemas.microsoft.com/office/drawing/2014/main" id="{56652CE7-E980-1FD7-B696-BBA79486EBE8}"/>
              </a:ext>
              <a:ext uri="{C183D7F6-B498-43B3-948B-1728B52AA6E4}">
                <adec:decorative xmlns:adec="http://schemas.microsoft.com/office/drawing/2017/decorative" val="1"/>
              </a:ext>
            </a:extLst>
          </p:cNvPr>
          <p:cNvGrpSpPr>
            <a:grpSpLocks noChangeAspect="1"/>
          </p:cNvGrpSpPr>
          <p:nvPr/>
        </p:nvGrpSpPr>
        <p:grpSpPr>
          <a:xfrm>
            <a:off x="553061" y="546957"/>
            <a:ext cx="1185286" cy="266480"/>
            <a:chOff x="5094083" y="5360390"/>
            <a:chExt cx="3039349" cy="683316"/>
          </a:xfrm>
          <a:solidFill>
            <a:schemeClr val="tx2"/>
          </a:solidFill>
        </p:grpSpPr>
        <p:sp>
          <p:nvSpPr>
            <p:cNvPr id="271" name="Freeform: Shape 4">
              <a:extLst>
                <a:ext uri="{FF2B5EF4-FFF2-40B4-BE49-F238E27FC236}">
                  <a16:creationId xmlns:a16="http://schemas.microsoft.com/office/drawing/2014/main" id="{22A42215-E145-6544-82E5-B3D76FA65EFA}"/>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272" name="Freeform: Shape 5">
              <a:extLst>
                <a:ext uri="{FF2B5EF4-FFF2-40B4-BE49-F238E27FC236}">
                  <a16:creationId xmlns:a16="http://schemas.microsoft.com/office/drawing/2014/main" id="{A0D83632-DB86-19BA-2D94-832FCEFAEC88}"/>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273" name="Freeform: Shape 6">
              <a:extLst>
                <a:ext uri="{FF2B5EF4-FFF2-40B4-BE49-F238E27FC236}">
                  <a16:creationId xmlns:a16="http://schemas.microsoft.com/office/drawing/2014/main" id="{992F9082-42F3-DC5B-BC42-B9727FC8894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274" name="Freeform: Shape 7">
              <a:extLst>
                <a:ext uri="{FF2B5EF4-FFF2-40B4-BE49-F238E27FC236}">
                  <a16:creationId xmlns:a16="http://schemas.microsoft.com/office/drawing/2014/main" id="{8AB60A4E-F2D6-8FB9-B9D8-A5B20A4D7982}"/>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sp>
          <p:nvSpPr>
            <p:cNvPr id="275" name="Freeform: Shape 8">
              <a:extLst>
                <a:ext uri="{FF2B5EF4-FFF2-40B4-BE49-F238E27FC236}">
                  <a16:creationId xmlns:a16="http://schemas.microsoft.com/office/drawing/2014/main" id="{5F85AC33-A3E8-B70C-6799-D5F393D216D6}"/>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6F6F6"/>
                </a:solidFill>
                <a:effectLst/>
                <a:uLnTx/>
                <a:uFillTx/>
                <a:latin typeface="Ubuntu"/>
                <a:ea typeface="+mn-ea"/>
                <a:cs typeface="+mn-cs"/>
              </a:endParaRPr>
            </a:p>
          </p:txBody>
        </p:sp>
      </p:grpSp>
      <p:sp>
        <p:nvSpPr>
          <p:cNvPr id="22" name="Speech Bubble: Rectangle with Corners Rounded 4">
            <a:extLst>
              <a:ext uri="{FF2B5EF4-FFF2-40B4-BE49-F238E27FC236}">
                <a16:creationId xmlns:a16="http://schemas.microsoft.com/office/drawing/2014/main" id="{7BA64944-205E-FB41-DC8C-92FB2BC34544}"/>
              </a:ext>
              <a:ext uri="{C183D7F6-B498-43B3-948B-1728B52AA6E4}">
                <adec:decorative xmlns:adec="http://schemas.microsoft.com/office/drawing/2017/decorative" val="1"/>
              </a:ext>
            </a:extLst>
          </p:cNvPr>
          <p:cNvSpPr/>
          <p:nvPr/>
        </p:nvSpPr>
        <p:spPr>
          <a:xfrm>
            <a:off x="12443989" y="-1"/>
            <a:ext cx="2857923" cy="2314575"/>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ea typeface="+mn-ea"/>
                <a:cs typeface="+mn-cs"/>
              </a:rPr>
              <a:t>Profile photos and headshots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mn-cs"/>
              </a:rPr>
              <a:t>These images should be changed to represent the relevant team members or other people being referenced. </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mn-cs"/>
              </a:rPr>
              <a:t>Portraits and headshots should be professional and should be as consistent </a:t>
            </a:r>
            <a:br>
              <a:rPr kumimoji="0" lang="en-US" sz="1000" b="0" i="0" u="none" strike="noStrike" kern="1200" cap="none" spc="0" normalizeH="0" baseline="0" noProof="0" dirty="0">
                <a:ln>
                  <a:noFill/>
                </a:ln>
                <a:solidFill>
                  <a:srgbClr val="000000"/>
                </a:solidFill>
                <a:effectLst/>
                <a:uLnTx/>
                <a:uFillTx/>
                <a:ea typeface="+mn-ea"/>
                <a:cs typeface="+mn-cs"/>
              </a:rPr>
            </a:br>
            <a:r>
              <a:rPr kumimoji="0" lang="en-US" sz="1000" b="0" i="0" u="none" strike="noStrike" kern="1200" cap="none" spc="0" normalizeH="0" baseline="0" noProof="0" dirty="0">
                <a:ln>
                  <a:noFill/>
                </a:ln>
                <a:solidFill>
                  <a:srgbClr val="000000"/>
                </a:solidFill>
                <a:effectLst/>
                <a:uLnTx/>
                <a:uFillTx/>
                <a:ea typeface="+mn-ea"/>
                <a:cs typeface="+mn-cs"/>
              </a:rPr>
              <a:t>as possible across all team members.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ea typeface="+mn-ea"/>
                <a:cs typeface="+mn-cs"/>
              </a:rPr>
              <a:t>Use approved corporate headshots where they exist and remove and change backgrounds to be neutral and matching where other photos are provided. </a:t>
            </a:r>
            <a:endParaRPr kumimoji="0" lang="en-US" sz="1400" b="0" i="0" u="none" strike="noStrike" kern="1200" cap="none" spc="0" normalizeH="0" baseline="0" noProof="0" dirty="0">
              <a:ln>
                <a:noFill/>
              </a:ln>
              <a:solidFill>
                <a:srgbClr val="000000"/>
              </a:solidFill>
              <a:effectLst/>
              <a:uLnTx/>
              <a:uFillTx/>
              <a:ea typeface="+mn-ea"/>
              <a:cs typeface="+mn-cs"/>
            </a:endParaRPr>
          </a:p>
        </p:txBody>
      </p:sp>
      <p:sp>
        <p:nvSpPr>
          <p:cNvPr id="29" name="Date Placeholder 28">
            <a:extLst>
              <a:ext uri="{FF2B5EF4-FFF2-40B4-BE49-F238E27FC236}">
                <a16:creationId xmlns:a16="http://schemas.microsoft.com/office/drawing/2014/main" id="{B13A058D-FDC3-9AC9-F31E-E517D410A61A}"/>
              </a:ext>
            </a:extLst>
          </p:cNvPr>
          <p:cNvSpPr>
            <a:spLocks noGrp="1"/>
          </p:cNvSpPr>
          <p:nvPr>
            <p:ph type="dt" sz="half" idx="24"/>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0" name="Footer Placeholder 29">
            <a:extLst>
              <a:ext uri="{FF2B5EF4-FFF2-40B4-BE49-F238E27FC236}">
                <a16:creationId xmlns:a16="http://schemas.microsoft.com/office/drawing/2014/main" id="{D9CEA397-BF0C-590E-5565-A508C992F5B2}"/>
              </a:ext>
            </a:extLst>
          </p:cNvPr>
          <p:cNvSpPr>
            <a:spLocks noGrp="1"/>
          </p:cNvSpPr>
          <p:nvPr>
            <p:ph type="ftr" sz="quarter" idx="25"/>
          </p:nvPr>
        </p:nvSpPr>
        <p:spPr/>
        <p:txBody>
          <a:bodyPr/>
          <a:lstStyle/>
          <a:p>
            <a:pPr>
              <a:spcBef>
                <a:spcPts val="1000"/>
              </a:spcBef>
              <a:buFont typeface="Arial" panose="020B0604020202020204" pitchFamily="34" charset="0"/>
              <a:buNone/>
            </a:pPr>
            <a:r>
              <a:rPr lang="en-US" dirty="0"/>
              <a:t>Presentation Title | Author | Date</a:t>
            </a:r>
          </a:p>
        </p:txBody>
      </p:sp>
      <p:sp>
        <p:nvSpPr>
          <p:cNvPr id="31" name="Slide Number Placeholder 30">
            <a:extLst>
              <a:ext uri="{FF2B5EF4-FFF2-40B4-BE49-F238E27FC236}">
                <a16:creationId xmlns:a16="http://schemas.microsoft.com/office/drawing/2014/main" id="{B6739860-67E8-475A-B00D-B3B534EF6D96}"/>
              </a:ext>
            </a:extLst>
          </p:cNvPr>
          <p:cNvSpPr>
            <a:spLocks noGrp="1"/>
          </p:cNvSpPr>
          <p:nvPr>
            <p:ph type="sldNum" sz="quarter" idx="26"/>
          </p:nvPr>
        </p:nvSpPr>
        <p:spPr/>
        <p:txBody>
          <a:bodyPr/>
          <a:lstStyle/>
          <a:p>
            <a:pPr algn="r"/>
            <a:fld id="{5D9A5160-6218-4E5A-B9E6-B93E3DAE377C}" type="slidenum">
              <a:rPr lang="en-US" smtClean="0"/>
              <a:pPr algn="r"/>
              <a:t>89</a:t>
            </a:fld>
            <a:endParaRPr lang="en-US" dirty="0"/>
          </a:p>
        </p:txBody>
      </p:sp>
      <p:pic>
        <p:nvPicPr>
          <p:cNvPr id="2" name="Picture Placeholder 16">
            <a:extLst>
              <a:ext uri="{FF2B5EF4-FFF2-40B4-BE49-F238E27FC236}">
                <a16:creationId xmlns:a16="http://schemas.microsoft.com/office/drawing/2014/main" id="{8C8FA321-B628-0746-3B45-4DE7721E44C0}"/>
              </a:ext>
            </a:extLst>
          </p:cNvPr>
          <p:cNvPicPr>
            <a:picLocks noChangeAspect="1"/>
          </p:cNvPicPr>
          <p:nvPr/>
        </p:nvPicPr>
        <p:blipFill>
          <a:blip r:embed="rId3" cstate="print">
            <a:extLst>
              <a:ext uri="{28A0092B-C50C-407E-A947-70E740481C1C}">
                <a14:useLocalDpi xmlns:a14="http://schemas.microsoft.com/office/drawing/2010/main"/>
              </a:ext>
            </a:extLst>
          </a:blip>
          <a:srcRect/>
          <a:stretch>
            <a:fillRect/>
          </a:stretch>
        </p:blipFill>
        <p:spPr>
          <a:xfrm>
            <a:off x="8863367" y="0"/>
            <a:ext cx="3328633" cy="2565557"/>
          </a:xfrm>
          <a:prstGeom prst="rect">
            <a:avLst/>
          </a:prstGeom>
        </p:spPr>
      </p:pic>
    </p:spTree>
    <p:extLst>
      <p:ext uri="{BB962C8B-B14F-4D97-AF65-F5344CB8AC3E}">
        <p14:creationId xmlns:p14="http://schemas.microsoft.com/office/powerpoint/2010/main" val="2998072745"/>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9FF63DE-96D4-8C33-5EBF-746CF4EB6F39}"/>
            </a:ext>
          </a:extLst>
        </p:cNvPr>
        <p:cNvGrpSpPr/>
        <p:nvPr/>
      </p:nvGrpSpPr>
      <p:grpSpPr>
        <a:xfrm>
          <a:off x="0" y="0"/>
          <a:ext cx="0" cy="0"/>
          <a:chOff x="0" y="0"/>
          <a:chExt cx="0" cy="0"/>
        </a:xfrm>
      </p:grpSpPr>
      <p:sp>
        <p:nvSpPr>
          <p:cNvPr id="2" name="Date Placeholder 1">
            <a:extLst>
              <a:ext uri="{FF2B5EF4-FFF2-40B4-BE49-F238E27FC236}">
                <a16:creationId xmlns:a16="http://schemas.microsoft.com/office/drawing/2014/main" id="{7C869F35-77B4-2CA2-4F6B-2EAD3708075A}"/>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p>
        </p:txBody>
      </p:sp>
      <p:sp>
        <p:nvSpPr>
          <p:cNvPr id="3" name="Footer Placeholder 2">
            <a:extLst>
              <a:ext uri="{FF2B5EF4-FFF2-40B4-BE49-F238E27FC236}">
                <a16:creationId xmlns:a16="http://schemas.microsoft.com/office/drawing/2014/main" id="{FA34D0E0-976E-7975-9696-CB4E1FA5E4F4}"/>
              </a:ext>
            </a:extLst>
          </p:cNvPr>
          <p:cNvSpPr>
            <a:spLocks noGrp="1"/>
          </p:cNvSpPr>
          <p:nvPr>
            <p:ph type="ftr" sz="quarter" idx="11"/>
          </p:nvPr>
        </p:nvSpPr>
        <p:spPr/>
        <p:txBody>
          <a:bodyPr/>
          <a:lstStyle/>
          <a:p>
            <a:pPr>
              <a:spcBef>
                <a:spcPts val="1000"/>
              </a:spcBef>
              <a:buFont typeface="Arial" panose="020B0604020202020204" pitchFamily="34" charset="0"/>
              <a:buNone/>
            </a:pPr>
            <a:r>
              <a:rPr lang="en-US"/>
              <a:t>Presentation Title | Author | Date</a:t>
            </a:r>
          </a:p>
        </p:txBody>
      </p:sp>
      <p:sp>
        <p:nvSpPr>
          <p:cNvPr id="4" name="Slide Number Placeholder 3">
            <a:extLst>
              <a:ext uri="{FF2B5EF4-FFF2-40B4-BE49-F238E27FC236}">
                <a16:creationId xmlns:a16="http://schemas.microsoft.com/office/drawing/2014/main" id="{F64BBDC8-4C4B-A2D3-3AB5-B4D51A1FC71B}"/>
              </a:ext>
            </a:extLst>
          </p:cNvPr>
          <p:cNvSpPr>
            <a:spLocks noGrp="1"/>
          </p:cNvSpPr>
          <p:nvPr>
            <p:ph type="sldNum" sz="quarter" idx="12"/>
          </p:nvPr>
        </p:nvSpPr>
        <p:spPr/>
        <p:txBody>
          <a:bodyPr/>
          <a:lstStyle/>
          <a:p>
            <a:pPr algn="r"/>
            <a:fld id="{5D9A5160-6218-4E5A-B9E6-B93E3DAE377C}" type="slidenum">
              <a:rPr lang="en-US" smtClean="0"/>
              <a:pPr algn="r"/>
              <a:t>90</a:t>
            </a:fld>
            <a:endParaRPr lang="en-US"/>
          </a:p>
        </p:txBody>
      </p:sp>
      <p:sp>
        <p:nvSpPr>
          <p:cNvPr id="36" name="Title 2">
            <a:extLst>
              <a:ext uri="{FF2B5EF4-FFF2-40B4-BE49-F238E27FC236}">
                <a16:creationId xmlns:a16="http://schemas.microsoft.com/office/drawing/2014/main" id="{C61D215A-F584-02A0-7487-059C44167FA1}"/>
              </a:ext>
            </a:extLst>
          </p:cNvPr>
          <p:cNvSpPr txBox="1">
            <a:spLocks noGrp="1"/>
          </p:cNvSpPr>
          <p:nvPr>
            <p:ph type="title" idx="4294967295"/>
          </p:nvPr>
        </p:nvSpPr>
        <p:spPr>
          <a:xfrm>
            <a:off x="0" y="1666875"/>
            <a:ext cx="6480175" cy="1677988"/>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marL="0" marR="0" indent="0" algn="l" defTabSz="914400" rtl="0" eaLnBrk="1" fontAlgn="auto" latinLnBrk="0" hangingPunct="1">
              <a:lnSpc>
                <a:spcPct val="90000"/>
              </a:lnSpc>
              <a:spcBef>
                <a:spcPct val="0"/>
              </a:spcBef>
              <a:spcAft>
                <a:spcPts val="0"/>
              </a:spcAft>
              <a:buClrTx/>
              <a:buSzTx/>
              <a:buFontTx/>
              <a:buNone/>
              <a:tabLst/>
              <a:defRPr kumimoji="0" lang="en-US" sz="3200" b="0" i="0" u="none" strike="noStrike" kern="1200" cap="none" spc="0" normalizeH="0" baseline="0" noProof="0" dirty="0">
                <a:ln>
                  <a:noFill/>
                </a:ln>
                <a:solidFill>
                  <a:schemeClr val="bg1"/>
                </a:solidFill>
                <a:effectLst/>
                <a:uLnTx/>
                <a:uFillTx/>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9600" b="0" i="0" u="none" strike="noStrike" kern="1200" cap="none" spc="0" normalizeH="0" baseline="0" noProof="0" dirty="0">
                <a:ln>
                  <a:noFill/>
                </a:ln>
                <a:solidFill>
                  <a:srgbClr val="FFFFFF"/>
                </a:solidFill>
                <a:effectLst/>
                <a:uLnTx/>
                <a:uFillTx/>
                <a:latin typeface="+mn-lt"/>
                <a:ea typeface="+mj-ea"/>
                <a:cs typeface="+mj-cs"/>
              </a:rPr>
              <a:t>	Thank</a:t>
            </a:r>
            <a:br>
              <a:rPr kumimoji="0" lang="en-US" sz="9600" b="0" i="0" u="none" strike="noStrike" kern="1200" cap="none" spc="0" normalizeH="0" baseline="0" noProof="0" dirty="0">
                <a:ln>
                  <a:noFill/>
                </a:ln>
                <a:solidFill>
                  <a:srgbClr val="FFFFFF"/>
                </a:solidFill>
                <a:effectLst/>
                <a:uLnTx/>
                <a:uFillTx/>
                <a:latin typeface="+mn-lt"/>
                <a:ea typeface="+mj-ea"/>
                <a:cs typeface="+mj-cs"/>
              </a:rPr>
            </a:br>
            <a:r>
              <a:rPr kumimoji="0" lang="en-US" sz="9600" b="0" i="0" u="none" strike="noStrike" kern="1200" cap="none" spc="0" normalizeH="0" baseline="0" noProof="0" dirty="0">
                <a:ln>
                  <a:noFill/>
                </a:ln>
                <a:solidFill>
                  <a:srgbClr val="FFFFFF"/>
                </a:solidFill>
                <a:effectLst/>
                <a:uLnTx/>
                <a:uFillTx/>
                <a:latin typeface="+mn-lt"/>
                <a:ea typeface="+mj-ea"/>
                <a:cs typeface="+mj-cs"/>
              </a:rPr>
              <a:t>		 	 you.</a:t>
            </a:r>
            <a:br>
              <a:rPr kumimoji="0" lang="en-US" sz="9600" b="0" i="0" u="none" strike="noStrike" kern="1200" cap="none" spc="0" normalizeH="0" baseline="0" noProof="0" dirty="0">
                <a:ln>
                  <a:noFill/>
                </a:ln>
                <a:solidFill>
                  <a:srgbClr val="FFFFFF"/>
                </a:solidFill>
                <a:effectLst/>
                <a:uLnTx/>
                <a:uFillTx/>
                <a:latin typeface="+mn-lt"/>
                <a:ea typeface="+mj-ea"/>
                <a:cs typeface="+mj-cs"/>
              </a:rPr>
            </a:br>
            <a:endParaRPr kumimoji="0" lang="en-US" sz="9600" b="0" i="0" u="none" strike="noStrike" kern="1200" cap="none" spc="0" normalizeH="0" baseline="0" noProof="0" dirty="0">
              <a:ln>
                <a:noFill/>
              </a:ln>
              <a:solidFill>
                <a:srgbClr val="1DB6F3"/>
              </a:solidFill>
              <a:effectLst/>
              <a:uLnTx/>
              <a:uFillTx/>
              <a:latin typeface="+mn-lt"/>
              <a:ea typeface="+mj-ea"/>
              <a:cs typeface="+mj-cs"/>
            </a:endParaRPr>
          </a:p>
        </p:txBody>
      </p:sp>
      <p:sp>
        <p:nvSpPr>
          <p:cNvPr id="37" name="Text Placeholder 4">
            <a:extLst>
              <a:ext uri="{FF2B5EF4-FFF2-40B4-BE49-F238E27FC236}">
                <a16:creationId xmlns:a16="http://schemas.microsoft.com/office/drawing/2014/main" id="{0B793EB5-C812-C4F5-9EA0-760E8E226E15}"/>
              </a:ext>
            </a:extLst>
          </p:cNvPr>
          <p:cNvSpPr txBox="1">
            <a:spLocks/>
          </p:cNvSpPr>
          <p:nvPr/>
        </p:nvSpPr>
        <p:spPr>
          <a:xfrm>
            <a:off x="5661555" y="5083326"/>
            <a:ext cx="3482445" cy="519762"/>
          </a:xfrm>
          <a:prstGeom prst="rect">
            <a:avLst/>
          </a:prstGeom>
        </p:spPr>
        <p:txBody>
          <a:bodyPr wrap="none" lIns="0" tIns="0" rIns="0" bIns="0" anchor="ctr" anchorCtr="0">
            <a:noAutofit/>
          </a:bodyPr>
          <a:lstStyle>
            <a:defPPr>
              <a:defRPr lang="pt-PT"/>
            </a:defPPr>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kumimoji="0" lang="en-PL" sz="800" b="0" i="0" u="none" strike="noStrike" kern="1200" cap="none" spc="0" normalizeH="0" baseline="0">
                <a:ln>
                  <a:noFill/>
                </a:ln>
                <a:solidFill>
                  <a:srgbClr val="FFFFFF">
                    <a:lumMod val="65000"/>
                  </a:srgbClr>
                </a:solidFill>
                <a:effectLst/>
                <a:uLnTx/>
                <a:uFillTx/>
                <a:latin typeface="Ubuntu"/>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5400" b="0" i="0" u="none" strike="noStrike" kern="1200" cap="none" spc="0" normalizeH="0" baseline="0" noProof="0" dirty="0">
                <a:ln>
                  <a:noFill/>
                </a:ln>
                <a:solidFill>
                  <a:srgbClr val="FFFFFF"/>
                </a:solidFill>
                <a:effectLst/>
                <a:uLnTx/>
                <a:uFillTx/>
                <a:latin typeface="Ubuntu Light" panose="020B0304030602030204" pitchFamily="34" charset="0"/>
                <a:ea typeface="+mn-ea"/>
                <a:cs typeface="+mn-cs"/>
              </a:rPr>
              <a:t>Make it </a:t>
            </a:r>
            <a:r>
              <a:rPr kumimoji="0" lang="en-US" sz="5400" b="0" i="0" u="none" strike="noStrike" kern="1200" cap="none" spc="0" normalizeH="0" baseline="0" noProof="0" dirty="0">
                <a:ln>
                  <a:noFill/>
                </a:ln>
                <a:solidFill>
                  <a:srgbClr val="1DB6F3"/>
                </a:solidFill>
                <a:effectLst/>
                <a:uLnTx/>
                <a:uFillTx/>
                <a:latin typeface="Ubuntu Light" panose="020B0304030602030204" pitchFamily="34" charset="0"/>
                <a:ea typeface="+mn-ea"/>
                <a:cs typeface="+mn-cs"/>
              </a:rPr>
              <a:t>real.</a:t>
            </a:r>
          </a:p>
        </p:txBody>
      </p:sp>
      <p:grpSp>
        <p:nvGrpSpPr>
          <p:cNvPr id="38" name="Group 2" descr="Capgemini logo">
            <a:extLst>
              <a:ext uri="{FF2B5EF4-FFF2-40B4-BE49-F238E27FC236}">
                <a16:creationId xmlns:a16="http://schemas.microsoft.com/office/drawing/2014/main" id="{81C72337-0BFD-F2F4-883F-E75D49E7181D}"/>
              </a:ext>
            </a:extLst>
          </p:cNvPr>
          <p:cNvGrpSpPr>
            <a:grpSpLocks noChangeAspect="1"/>
          </p:cNvGrpSpPr>
          <p:nvPr/>
        </p:nvGrpSpPr>
        <p:grpSpPr>
          <a:xfrm>
            <a:off x="9912013" y="409248"/>
            <a:ext cx="1872000" cy="420870"/>
            <a:chOff x="5094083" y="5360390"/>
            <a:chExt cx="3039349" cy="683316"/>
          </a:xfrm>
          <a:solidFill>
            <a:schemeClr val="bg2"/>
          </a:solidFill>
        </p:grpSpPr>
        <p:sp>
          <p:nvSpPr>
            <p:cNvPr id="39" name="Freeform: Shape 4">
              <a:extLst>
                <a:ext uri="{FF2B5EF4-FFF2-40B4-BE49-F238E27FC236}">
                  <a16:creationId xmlns:a16="http://schemas.microsoft.com/office/drawing/2014/main" id="{9379114B-901A-83D3-3D27-E6B36F5A8DA0}"/>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40" name="Freeform: Shape 5">
              <a:extLst>
                <a:ext uri="{FF2B5EF4-FFF2-40B4-BE49-F238E27FC236}">
                  <a16:creationId xmlns:a16="http://schemas.microsoft.com/office/drawing/2014/main" id="{B48404A5-7DE8-6FFC-E2B9-84AF4B51FF3A}"/>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41" name="Freeform: Shape 6">
              <a:extLst>
                <a:ext uri="{FF2B5EF4-FFF2-40B4-BE49-F238E27FC236}">
                  <a16:creationId xmlns:a16="http://schemas.microsoft.com/office/drawing/2014/main" id="{96648199-CCC8-9174-8E7C-AD4FF49DF665}"/>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42" name="Freeform: Shape 7">
              <a:extLst>
                <a:ext uri="{FF2B5EF4-FFF2-40B4-BE49-F238E27FC236}">
                  <a16:creationId xmlns:a16="http://schemas.microsoft.com/office/drawing/2014/main" id="{1E12063A-58C6-F6E0-023B-74F8D35E6B76}"/>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43" name="Freeform: Shape 8">
              <a:extLst>
                <a:ext uri="{FF2B5EF4-FFF2-40B4-BE49-F238E27FC236}">
                  <a16:creationId xmlns:a16="http://schemas.microsoft.com/office/drawing/2014/main" id="{2AA12793-4B6E-C64E-2214-9FC6E5AE0B83}"/>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grpSp>
      <p:sp>
        <p:nvSpPr>
          <p:cNvPr id="44" name="Rectangle 43">
            <a:extLst>
              <a:ext uri="{FF2B5EF4-FFF2-40B4-BE49-F238E27FC236}">
                <a16:creationId xmlns:a16="http://schemas.microsoft.com/office/drawing/2014/main" id="{C1BCF05B-C321-B05C-7BC8-23694F38C236}"/>
              </a:ext>
              <a:ext uri="{C183D7F6-B498-43B3-948B-1728B52AA6E4}">
                <adec:decorative xmlns:adec="http://schemas.microsoft.com/office/drawing/2017/decorative" val="1"/>
              </a:ext>
            </a:extLst>
          </p:cNvPr>
          <p:cNvSpPr/>
          <p:nvPr/>
        </p:nvSpPr>
        <p:spPr>
          <a:xfrm>
            <a:off x="-2770798" y="2164029"/>
            <a:ext cx="6096000" cy="607725"/>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Ubuntu"/>
              <a:ea typeface="+mn-ea"/>
              <a:cs typeface="+mn-cs"/>
            </a:endParaRPr>
          </a:p>
        </p:txBody>
      </p:sp>
      <p:sp>
        <p:nvSpPr>
          <p:cNvPr id="47" name="Rectangle 46">
            <a:extLst>
              <a:ext uri="{FF2B5EF4-FFF2-40B4-BE49-F238E27FC236}">
                <a16:creationId xmlns:a16="http://schemas.microsoft.com/office/drawing/2014/main" id="{188BC699-DBFF-616E-6F7D-12805D790268}"/>
              </a:ext>
              <a:ext uri="{C183D7F6-B498-43B3-948B-1728B52AA6E4}">
                <adec:decorative xmlns:adec="http://schemas.microsoft.com/office/drawing/2017/decorative" val="1"/>
              </a:ext>
            </a:extLst>
          </p:cNvPr>
          <p:cNvSpPr/>
          <p:nvPr/>
        </p:nvSpPr>
        <p:spPr>
          <a:xfrm>
            <a:off x="9699876" y="5021490"/>
            <a:ext cx="6096000" cy="607725"/>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Ubuntu"/>
              <a:ea typeface="+mn-ea"/>
              <a:cs typeface="+mn-cs"/>
            </a:endParaRPr>
          </a:p>
        </p:txBody>
      </p:sp>
      <p:sp>
        <p:nvSpPr>
          <p:cNvPr id="8" name="Speech Bubble: Rectangle with Corners Rounded 4">
            <a:extLst>
              <a:ext uri="{FF2B5EF4-FFF2-40B4-BE49-F238E27FC236}">
                <a16:creationId xmlns:a16="http://schemas.microsoft.com/office/drawing/2014/main" id="{F835B2B2-7E4D-C1A9-D3F1-4EE18F60D858}"/>
              </a:ext>
              <a:ext uri="{C183D7F6-B498-43B3-948B-1728B52AA6E4}">
                <adec:decorative xmlns:adec="http://schemas.microsoft.com/office/drawing/2017/decorative" val="1"/>
              </a:ext>
            </a:extLst>
          </p:cNvPr>
          <p:cNvSpPr/>
          <p:nvPr/>
        </p:nvSpPr>
        <p:spPr>
          <a:xfrm>
            <a:off x="12443989" y="0"/>
            <a:ext cx="4655291" cy="3429000"/>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Ubuntu"/>
                <a:ea typeface="+mn-ea"/>
                <a:cs typeface="+mn-cs"/>
              </a:rPr>
              <a:t>Impact slides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These slide designs and messages are </a:t>
            </a:r>
            <a:r>
              <a:rPr kumimoji="0" lang="en-US" sz="1000" b="1" i="0" u="none" strike="noStrike" kern="1200" cap="none" spc="0" normalizeH="0" baseline="0" noProof="0" dirty="0">
                <a:ln>
                  <a:noFill/>
                </a:ln>
                <a:solidFill>
                  <a:schemeClr val="tx1"/>
                </a:solidFill>
                <a:effectLst/>
                <a:uLnTx/>
                <a:uFillTx/>
                <a:latin typeface="Ubuntu"/>
                <a:ea typeface="+mn-ea"/>
                <a:cs typeface="+mn-cs"/>
              </a:rPr>
              <a:t>inspirational only</a:t>
            </a:r>
            <a:r>
              <a:rPr kumimoji="0" lang="en-US" sz="1000" b="0" i="0" u="none" strike="noStrike" kern="1200" cap="none" spc="0" normalizeH="0" baseline="0" noProof="0" dirty="0">
                <a:ln>
                  <a:noFill/>
                </a:ln>
                <a:solidFill>
                  <a:schemeClr val="tx1"/>
                </a:solidFill>
                <a:effectLst/>
                <a:uLnTx/>
                <a:uFillTx/>
                <a:latin typeface="Ubuntu"/>
                <a:ea typeface="+mn-ea"/>
                <a:cs typeface="+mn-cs"/>
              </a:rPr>
              <a:t>. Please modify text boxes and positioning as needed based on the message and overall composition. Always consider the legibility and contrast of copy and content for maximum usability.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Any and all photography in these designs is given as an example. While you can use them, it’s better to </a:t>
            </a:r>
            <a:r>
              <a:rPr kumimoji="0" lang="en-US" sz="1000" b="1" i="0" u="none" strike="noStrike" kern="1200" cap="none" spc="0" normalizeH="0" baseline="0" noProof="0" dirty="0">
                <a:ln>
                  <a:noFill/>
                </a:ln>
                <a:solidFill>
                  <a:schemeClr val="tx1"/>
                </a:solidFill>
                <a:effectLst/>
                <a:uLnTx/>
                <a:uFillTx/>
                <a:latin typeface="Ubuntu"/>
                <a:ea typeface="+mn-ea"/>
                <a:cs typeface="+mn-cs"/>
              </a:rPr>
              <a:t>change the photography</a:t>
            </a:r>
            <a:r>
              <a:rPr kumimoji="0" lang="en-US" sz="1000" b="0" i="0" u="none" strike="noStrike" kern="1200" cap="none" spc="0" normalizeH="0" baseline="0" noProof="0" dirty="0">
                <a:ln>
                  <a:noFill/>
                </a:ln>
                <a:solidFill>
                  <a:schemeClr val="tx1"/>
                </a:solidFill>
                <a:effectLst/>
                <a:uLnTx/>
                <a:uFillTx/>
                <a:latin typeface="Ubuntu"/>
                <a:ea typeface="+mn-ea"/>
                <a:cs typeface="+mn-cs"/>
              </a:rPr>
              <a:t> to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To do so, right click on the picture or placeholder to change/insert a photo. </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3">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chemeClr val="tx1"/>
              </a:solidFill>
              <a:effectLst/>
              <a:uLnTx/>
              <a:uFillTx/>
              <a:latin typeface="Ubuntu"/>
              <a:ea typeface="+mn-ea"/>
              <a:cs typeface="+mn-cs"/>
            </a:endParaRP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4">
                  <a:extLst>
                    <a:ext uri="{A12FA001-AC4F-418D-AE19-62706E023703}">
                      <ahyp:hlinkClr xmlns:ahyp="http://schemas.microsoft.com/office/drawing/2018/hyperlinkcolor" val="tx"/>
                    </a:ext>
                  </a:extLst>
                </a:hlinkClick>
              </a:rPr>
              <a:t>Getty images</a:t>
            </a:r>
            <a:r>
              <a:rPr kumimoji="0" lang="en-US" sz="1000" b="0" i="0" u="none" strike="noStrike" kern="1200" cap="none" spc="0" normalizeH="0" baseline="0" noProof="0" dirty="0">
                <a:ln>
                  <a:noFill/>
                </a:ln>
                <a:solidFill>
                  <a:schemeClr val="tx1"/>
                </a:solidFill>
                <a:effectLst/>
                <a:uLnTx/>
                <a:uFillTx/>
                <a:latin typeface="Ubuntu"/>
                <a:ea typeface="+mn-ea"/>
                <a:cs typeface="+mn-cs"/>
              </a:rPr>
              <a:t> (Recommended), </a:t>
            </a: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5">
                  <a:extLst>
                    <a:ext uri="{A12FA001-AC4F-418D-AE19-62706E023703}">
                      <ahyp:hlinkClr xmlns:ahyp="http://schemas.microsoft.com/office/drawing/2018/hyperlinkcolor" val="tx"/>
                    </a:ext>
                  </a:extLst>
                </a:hlinkClick>
              </a:rPr>
              <a:t>Shutterstock</a:t>
            </a:r>
            <a:r>
              <a:rPr kumimoji="0" lang="en-US" sz="1000" b="0" i="0" u="none" strike="noStrike" kern="1200" cap="none" spc="0" normalizeH="0" baseline="0" noProof="0" dirty="0">
                <a:ln>
                  <a:noFill/>
                </a:ln>
                <a:solidFill>
                  <a:schemeClr val="tx1"/>
                </a:solidFill>
                <a:effectLst/>
                <a:uLnTx/>
                <a:uFillTx/>
                <a:latin typeface="Ubuntu"/>
                <a:ea typeface="+mn-ea"/>
                <a:cs typeface="+mn-cs"/>
              </a:rPr>
              <a:t>, </a:t>
            </a: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6">
                  <a:extLst>
                    <a:ext uri="{A12FA001-AC4F-418D-AE19-62706E023703}">
                      <ahyp:hlinkClr xmlns:ahyp="http://schemas.microsoft.com/office/drawing/2018/hyperlinkcolor" val="tx"/>
                    </a:ext>
                  </a:extLst>
                </a:hlinkClick>
              </a:rPr>
              <a:t>Adobe images</a:t>
            </a:r>
            <a:r>
              <a:rPr kumimoji="0" lang="en-US" sz="1000" b="0" i="0" u="none" strike="noStrike" kern="1200" cap="none" spc="0" normalizeH="0" baseline="0" noProof="0" dirty="0">
                <a:ln>
                  <a:noFill/>
                </a:ln>
                <a:solidFill>
                  <a:schemeClr val="tx1"/>
                </a:solidFill>
                <a:effectLst/>
                <a:uLnTx/>
                <a:uFillTx/>
                <a:latin typeface="Ubuntu"/>
                <a:ea typeface="+mn-ea"/>
                <a:cs typeface="+mn-cs"/>
              </a:rPr>
              <a:t> (check with your M&amp;C design team):</a:t>
            </a:r>
          </a:p>
          <a:p>
            <a:pPr lvl="0">
              <a:spcBef>
                <a:spcPts val="600"/>
              </a:spcBef>
              <a:defRPr/>
            </a:pPr>
            <a:r>
              <a:rPr lang="en-US" sz="1000" b="1" dirty="0">
                <a:solidFill>
                  <a:srgbClr val="000000"/>
                </a:solidFill>
              </a:rPr>
              <a:t>Further examples and inspiration </a:t>
            </a:r>
            <a:r>
              <a:rPr lang="en-US" sz="1000" dirty="0">
                <a:solidFill>
                  <a:srgbClr val="000000"/>
                </a:solidFill>
              </a:rPr>
              <a:t>are available in Extras file in your </a:t>
            </a:r>
            <a:r>
              <a:rPr lang="en-US" sz="1000" dirty="0" err="1">
                <a:solidFill>
                  <a:srgbClr val="000000"/>
                </a:solidFill>
              </a:rPr>
              <a:t>Powerpoint</a:t>
            </a:r>
            <a:br>
              <a:rPr lang="en-US" sz="1000" dirty="0">
                <a:solidFill>
                  <a:srgbClr val="000000"/>
                </a:solidFill>
              </a:rPr>
            </a:br>
            <a:r>
              <a:rPr lang="en-US" sz="1000" dirty="0">
                <a:solidFill>
                  <a:srgbClr val="000000"/>
                </a:solidFill>
              </a:rPr>
              <a:t> -&gt; File -&gt; New from template…</a:t>
            </a:r>
            <a:endParaRPr lang="en-US" sz="1400" dirty="0">
              <a:solidFill>
                <a:srgbClr val="000000"/>
              </a:solidFill>
            </a:endParaRPr>
          </a:p>
        </p:txBody>
      </p:sp>
    </p:spTree>
    <p:extLst>
      <p:ext uri="{BB962C8B-B14F-4D97-AF65-F5344CB8AC3E}">
        <p14:creationId xmlns:p14="http://schemas.microsoft.com/office/powerpoint/2010/main" val="2893998379"/>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F705C6-22E9-7243-86EE-1F8980C7E5EC}"/>
            </a:ext>
          </a:extLst>
        </p:cNvPr>
        <p:cNvGrpSpPr/>
        <p:nvPr/>
      </p:nvGrpSpPr>
      <p:grpSpPr>
        <a:xfrm>
          <a:off x="0" y="0"/>
          <a:ext cx="0" cy="0"/>
          <a:chOff x="0" y="0"/>
          <a:chExt cx="0" cy="0"/>
        </a:xfrm>
      </p:grpSpPr>
      <p:pic>
        <p:nvPicPr>
          <p:cNvPr id="3" name="Picture 2" descr="A blurry image of a rainbow colored light">
            <a:extLst>
              <a:ext uri="{FF2B5EF4-FFF2-40B4-BE49-F238E27FC236}">
                <a16:creationId xmlns:a16="http://schemas.microsoft.com/office/drawing/2014/main" id="{AEDA94BA-A609-82D0-32F8-D611DBEB410A}"/>
              </a:ext>
            </a:extLst>
          </p:cNvPr>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a:xfrm>
            <a:off x="-1" y="7889"/>
            <a:ext cx="12191999" cy="6850111"/>
          </a:xfrm>
          <a:prstGeom prst="rect">
            <a:avLst/>
          </a:prstGeom>
        </p:spPr>
      </p:pic>
      <p:sp>
        <p:nvSpPr>
          <p:cNvPr id="36" name="Title 2">
            <a:extLst>
              <a:ext uri="{FF2B5EF4-FFF2-40B4-BE49-F238E27FC236}">
                <a16:creationId xmlns:a16="http://schemas.microsoft.com/office/drawing/2014/main" id="{2232812C-CAD1-7597-B23B-2E51A359D9A6}"/>
              </a:ext>
            </a:extLst>
          </p:cNvPr>
          <p:cNvSpPr txBox="1">
            <a:spLocks noGrp="1"/>
          </p:cNvSpPr>
          <p:nvPr>
            <p:ph type="title" idx="4294967295"/>
          </p:nvPr>
        </p:nvSpPr>
        <p:spPr>
          <a:xfrm>
            <a:off x="2663825" y="3208314"/>
            <a:ext cx="6480175" cy="1677988"/>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marL="0" marR="0" indent="0" algn="l" defTabSz="914400" rtl="0" eaLnBrk="1" fontAlgn="auto" latinLnBrk="0" hangingPunct="1">
              <a:lnSpc>
                <a:spcPct val="90000"/>
              </a:lnSpc>
              <a:spcBef>
                <a:spcPct val="0"/>
              </a:spcBef>
              <a:spcAft>
                <a:spcPts val="0"/>
              </a:spcAft>
              <a:buClrTx/>
              <a:buSzTx/>
              <a:buFontTx/>
              <a:buNone/>
              <a:tabLst/>
              <a:defRPr kumimoji="0" lang="en-US" sz="3200" b="0" i="0" u="none" strike="noStrike" kern="1200" cap="none" spc="0" normalizeH="0" baseline="0" noProof="0" dirty="0">
                <a:ln>
                  <a:noFill/>
                </a:ln>
                <a:solidFill>
                  <a:schemeClr val="bg1"/>
                </a:solidFill>
                <a:effectLst/>
                <a:uLnTx/>
                <a:uFillTx/>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8000" b="0" i="0" u="none" strike="noStrike" kern="1200" cap="none" spc="0" normalizeH="0" baseline="0" noProof="0" dirty="0">
                <a:ln>
                  <a:noFill/>
                </a:ln>
                <a:solidFill>
                  <a:srgbClr val="FFFFFF"/>
                </a:solidFill>
                <a:effectLst/>
                <a:uLnTx/>
                <a:uFillTx/>
                <a:latin typeface="Ubuntu Light" panose="020B0304030602030204" pitchFamily="34" charset="0"/>
                <a:ea typeface="+mj-ea"/>
                <a:cs typeface="+mj-cs"/>
              </a:rPr>
              <a:t>Thank you.</a:t>
            </a:r>
            <a:endParaRPr kumimoji="0" lang="en-US" sz="8000" b="0" i="0" u="none" strike="noStrike" kern="1200" cap="none" spc="0" normalizeH="0" baseline="0" noProof="0" dirty="0">
              <a:ln>
                <a:noFill/>
              </a:ln>
              <a:solidFill>
                <a:srgbClr val="1DB6F3"/>
              </a:solidFill>
              <a:effectLst/>
              <a:uLnTx/>
              <a:uFillTx/>
              <a:latin typeface="Ubuntu Light" panose="020B0304030602030204" pitchFamily="34" charset="0"/>
              <a:ea typeface="+mj-ea"/>
              <a:cs typeface="+mj-cs"/>
            </a:endParaRPr>
          </a:p>
        </p:txBody>
      </p:sp>
      <p:sp>
        <p:nvSpPr>
          <p:cNvPr id="37" name="Text Placeholder 4">
            <a:extLst>
              <a:ext uri="{FF2B5EF4-FFF2-40B4-BE49-F238E27FC236}">
                <a16:creationId xmlns:a16="http://schemas.microsoft.com/office/drawing/2014/main" id="{50F02C4F-1784-3466-0AB8-3A5B9B31C4CE}"/>
              </a:ext>
            </a:extLst>
          </p:cNvPr>
          <p:cNvSpPr txBox="1">
            <a:spLocks/>
          </p:cNvSpPr>
          <p:nvPr/>
        </p:nvSpPr>
        <p:spPr>
          <a:xfrm>
            <a:off x="4354778" y="5083326"/>
            <a:ext cx="3482445" cy="215900"/>
          </a:xfrm>
          <a:prstGeom prst="rect">
            <a:avLst/>
          </a:prstGeom>
        </p:spPr>
        <p:txBody>
          <a:bodyPr wrap="none" lIns="0" tIns="0" rIns="0" bIns="0" anchor="ctr" anchorCtr="0">
            <a:noAutofit/>
          </a:bodyPr>
          <a:lstStyle>
            <a:defPPr>
              <a:defRPr lang="pt-PT"/>
            </a:defPPr>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kumimoji="0" lang="en-PL" sz="800" b="0" i="0" u="none" strike="noStrike" kern="1200" cap="none" spc="0" normalizeH="0" baseline="0">
                <a:ln>
                  <a:noFill/>
                </a:ln>
                <a:solidFill>
                  <a:srgbClr val="FFFFFF">
                    <a:lumMod val="65000"/>
                  </a:srgbClr>
                </a:solidFill>
                <a:effectLst/>
                <a:uLnTx/>
                <a:uFillTx/>
                <a:latin typeface="Ubuntu"/>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srgbClr val="FFFFFF"/>
                </a:solidFill>
                <a:effectLst/>
                <a:uLnTx/>
                <a:uFillTx/>
                <a:latin typeface="Ubuntu Light" panose="020B0304030602030204" pitchFamily="34" charset="0"/>
                <a:ea typeface="+mn-ea"/>
                <a:cs typeface="+mn-cs"/>
              </a:rPr>
              <a:t>Make it </a:t>
            </a:r>
            <a:r>
              <a:rPr kumimoji="0" lang="en-US" sz="3200" b="0" i="0" u="none" strike="noStrike" kern="1200" cap="none" spc="0" normalizeH="0" baseline="0" noProof="0" dirty="0">
                <a:ln>
                  <a:noFill/>
                </a:ln>
                <a:solidFill>
                  <a:srgbClr val="1DB6F3"/>
                </a:solidFill>
                <a:effectLst/>
                <a:uLnTx/>
                <a:uFillTx/>
                <a:latin typeface="Ubuntu Light" panose="020B0304030602030204" pitchFamily="34" charset="0"/>
                <a:ea typeface="+mn-ea"/>
                <a:cs typeface="+mn-cs"/>
              </a:rPr>
              <a:t>real.</a:t>
            </a:r>
          </a:p>
        </p:txBody>
      </p:sp>
      <p:grpSp>
        <p:nvGrpSpPr>
          <p:cNvPr id="38" name="Group 2" descr="Capgemini logo">
            <a:extLst>
              <a:ext uri="{FF2B5EF4-FFF2-40B4-BE49-F238E27FC236}">
                <a16:creationId xmlns:a16="http://schemas.microsoft.com/office/drawing/2014/main" id="{0CACA055-E29B-157A-8593-C42CD62D19E0}"/>
              </a:ext>
            </a:extLst>
          </p:cNvPr>
          <p:cNvGrpSpPr>
            <a:grpSpLocks noChangeAspect="1"/>
          </p:cNvGrpSpPr>
          <p:nvPr/>
        </p:nvGrpSpPr>
        <p:grpSpPr>
          <a:xfrm>
            <a:off x="9912013" y="6032318"/>
            <a:ext cx="1872000" cy="420870"/>
            <a:chOff x="5094083" y="5360390"/>
            <a:chExt cx="3039349" cy="683316"/>
          </a:xfrm>
          <a:solidFill>
            <a:schemeClr val="bg2"/>
          </a:solidFill>
        </p:grpSpPr>
        <p:sp>
          <p:nvSpPr>
            <p:cNvPr id="39" name="Freeform: Shape 4">
              <a:extLst>
                <a:ext uri="{FF2B5EF4-FFF2-40B4-BE49-F238E27FC236}">
                  <a16:creationId xmlns:a16="http://schemas.microsoft.com/office/drawing/2014/main" id="{E7E3EB70-AD0C-BAC2-94E2-106CBB86ED6A}"/>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40" name="Freeform: Shape 5">
              <a:extLst>
                <a:ext uri="{FF2B5EF4-FFF2-40B4-BE49-F238E27FC236}">
                  <a16:creationId xmlns:a16="http://schemas.microsoft.com/office/drawing/2014/main" id="{CE40E35C-A35B-E9CC-A786-1E795BBB8866}"/>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41" name="Freeform: Shape 6">
              <a:extLst>
                <a:ext uri="{FF2B5EF4-FFF2-40B4-BE49-F238E27FC236}">
                  <a16:creationId xmlns:a16="http://schemas.microsoft.com/office/drawing/2014/main" id="{12E2F7C5-B069-6C52-D21C-CCE94D893DF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42" name="Freeform: Shape 7">
              <a:extLst>
                <a:ext uri="{FF2B5EF4-FFF2-40B4-BE49-F238E27FC236}">
                  <a16:creationId xmlns:a16="http://schemas.microsoft.com/office/drawing/2014/main" id="{817CFCE3-13F8-6A04-F520-35DBF0FB4894}"/>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sp>
          <p:nvSpPr>
            <p:cNvPr id="43" name="Freeform: Shape 8">
              <a:extLst>
                <a:ext uri="{FF2B5EF4-FFF2-40B4-BE49-F238E27FC236}">
                  <a16:creationId xmlns:a16="http://schemas.microsoft.com/office/drawing/2014/main" id="{4C22A9D4-3C7F-0556-3949-E3C8B2333C56}"/>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Ubuntu"/>
                <a:ea typeface="+mn-ea"/>
                <a:cs typeface="+mn-cs"/>
              </a:endParaRPr>
            </a:p>
          </p:txBody>
        </p:sp>
      </p:grpSp>
      <p:sp>
        <p:nvSpPr>
          <p:cNvPr id="44" name="Rectangle 43">
            <a:extLst>
              <a:ext uri="{FF2B5EF4-FFF2-40B4-BE49-F238E27FC236}">
                <a16:creationId xmlns:a16="http://schemas.microsoft.com/office/drawing/2014/main" id="{07DDC77A-9AD7-7762-EE00-395FBB76F0C5}"/>
              </a:ext>
              <a:ext uri="{C183D7F6-B498-43B3-948B-1728B52AA6E4}">
                <adec:decorative xmlns:adec="http://schemas.microsoft.com/office/drawing/2017/decorative" val="1"/>
              </a:ext>
            </a:extLst>
          </p:cNvPr>
          <p:cNvSpPr/>
          <p:nvPr/>
        </p:nvSpPr>
        <p:spPr>
          <a:xfrm>
            <a:off x="7444359" y="5097737"/>
            <a:ext cx="6096000" cy="257736"/>
          </a:xfrm>
          <a:prstGeom prst="rect">
            <a:avLst/>
          </a:prstGeom>
          <a:gradFill>
            <a:gsLst>
              <a:gs pos="99000">
                <a:srgbClr val="00D5D0"/>
              </a:gs>
              <a:gs pos="0">
                <a:srgbClr val="121A38"/>
              </a:gs>
              <a:gs pos="30000">
                <a:srgbClr val="0058AB"/>
              </a:gs>
              <a:gs pos="70000">
                <a:srgbClr val="1DB7F3"/>
              </a:gs>
            </a:gsLst>
            <a:lin ang="0" scaled="0"/>
          </a:grad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Ubuntu"/>
              <a:ea typeface="+mn-ea"/>
              <a:cs typeface="+mn-cs"/>
            </a:endParaRPr>
          </a:p>
        </p:txBody>
      </p:sp>
      <p:sp>
        <p:nvSpPr>
          <p:cNvPr id="9" name="Speech Bubble: Rectangle with Corners Rounded 4">
            <a:extLst>
              <a:ext uri="{FF2B5EF4-FFF2-40B4-BE49-F238E27FC236}">
                <a16:creationId xmlns:a16="http://schemas.microsoft.com/office/drawing/2014/main" id="{2F8E7470-6265-0BF7-00C8-72AB9A2037A1}"/>
              </a:ext>
              <a:ext uri="{C183D7F6-B498-43B3-948B-1728B52AA6E4}">
                <adec:decorative xmlns:adec="http://schemas.microsoft.com/office/drawing/2017/decorative" val="1"/>
              </a:ext>
            </a:extLst>
          </p:cNvPr>
          <p:cNvSpPr/>
          <p:nvPr/>
        </p:nvSpPr>
        <p:spPr>
          <a:xfrm>
            <a:off x="12443989" y="0"/>
            <a:ext cx="4655291" cy="3429000"/>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Ubuntu"/>
                <a:ea typeface="+mn-ea"/>
                <a:cs typeface="+mn-cs"/>
              </a:rPr>
              <a:t>Impact slides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These slide designs and messages are </a:t>
            </a:r>
            <a:r>
              <a:rPr kumimoji="0" lang="en-US" sz="1000" b="1" i="0" u="none" strike="noStrike" kern="1200" cap="none" spc="0" normalizeH="0" baseline="0" noProof="0" dirty="0">
                <a:ln>
                  <a:noFill/>
                </a:ln>
                <a:solidFill>
                  <a:schemeClr val="tx1"/>
                </a:solidFill>
                <a:effectLst/>
                <a:uLnTx/>
                <a:uFillTx/>
                <a:latin typeface="Ubuntu"/>
                <a:ea typeface="+mn-ea"/>
                <a:cs typeface="+mn-cs"/>
              </a:rPr>
              <a:t>inspirational only</a:t>
            </a:r>
            <a:r>
              <a:rPr kumimoji="0" lang="en-US" sz="1000" b="0" i="0" u="none" strike="noStrike" kern="1200" cap="none" spc="0" normalizeH="0" baseline="0" noProof="0" dirty="0">
                <a:ln>
                  <a:noFill/>
                </a:ln>
                <a:solidFill>
                  <a:schemeClr val="tx1"/>
                </a:solidFill>
                <a:effectLst/>
                <a:uLnTx/>
                <a:uFillTx/>
                <a:latin typeface="Ubuntu"/>
                <a:ea typeface="+mn-ea"/>
                <a:cs typeface="+mn-cs"/>
              </a:rPr>
              <a:t>. Please modify text boxes and positioning as needed based on the message and overall composition. Always consider the legibility and contrast of copy and content for maximum usability.</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Any and all photography in these designs is given as an example. While you can use them, it’s better to </a:t>
            </a:r>
            <a:r>
              <a:rPr kumimoji="0" lang="en-US" sz="1000" b="1" i="0" u="none" strike="noStrike" kern="1200" cap="none" spc="0" normalizeH="0" baseline="0" noProof="0" dirty="0">
                <a:ln>
                  <a:noFill/>
                </a:ln>
                <a:solidFill>
                  <a:schemeClr val="tx1"/>
                </a:solidFill>
                <a:effectLst/>
                <a:uLnTx/>
                <a:uFillTx/>
                <a:latin typeface="Ubuntu"/>
                <a:ea typeface="+mn-ea"/>
                <a:cs typeface="+mn-cs"/>
              </a:rPr>
              <a:t>change the photography</a:t>
            </a:r>
            <a:r>
              <a:rPr kumimoji="0" lang="en-US" sz="1000" b="0" i="0" u="none" strike="noStrike" kern="1200" cap="none" spc="0" normalizeH="0" baseline="0" noProof="0" dirty="0">
                <a:ln>
                  <a:noFill/>
                </a:ln>
                <a:solidFill>
                  <a:schemeClr val="tx1"/>
                </a:solidFill>
                <a:effectLst/>
                <a:uLnTx/>
                <a:uFillTx/>
                <a:latin typeface="Ubuntu"/>
                <a:ea typeface="+mn-ea"/>
                <a:cs typeface="+mn-cs"/>
              </a:rPr>
              <a:t> to match your content.</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To do so, right click on the picture or placeholder to change/insert a photo. </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Where to find photography:</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4">
                  <a:extLst>
                    <a:ext uri="{A12FA001-AC4F-418D-AE19-62706E023703}">
                      <ahyp:hlinkClr xmlns:ahyp="http://schemas.microsoft.com/office/drawing/2018/hyperlinkcolor" val="tx"/>
                    </a:ext>
                  </a:extLst>
                </a:hlinkClick>
              </a:rPr>
              <a:t>Photo library</a:t>
            </a:r>
            <a:endParaRPr kumimoji="0" lang="en-US" sz="1000" b="0" i="0" u="none" strike="noStrike" kern="1200" cap="none" spc="0" normalizeH="0" baseline="0" noProof="0" dirty="0">
              <a:ln>
                <a:noFill/>
              </a:ln>
              <a:solidFill>
                <a:schemeClr val="tx1"/>
              </a:solidFill>
              <a:effectLst/>
              <a:uLnTx/>
              <a:uFillTx/>
              <a:latin typeface="Ubuntu"/>
              <a:ea typeface="+mn-ea"/>
              <a:cs typeface="+mn-cs"/>
            </a:endParaRP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5">
                  <a:extLst>
                    <a:ext uri="{A12FA001-AC4F-418D-AE19-62706E023703}">
                      <ahyp:hlinkClr xmlns:ahyp="http://schemas.microsoft.com/office/drawing/2018/hyperlinkcolor" val="tx"/>
                    </a:ext>
                  </a:extLst>
                </a:hlinkClick>
              </a:rPr>
              <a:t>Getty images</a:t>
            </a:r>
            <a:r>
              <a:rPr kumimoji="0" lang="en-US" sz="1000" b="0" i="0" u="none" strike="noStrike" kern="1200" cap="none" spc="0" normalizeH="0" baseline="0" noProof="0" dirty="0">
                <a:ln>
                  <a:noFill/>
                </a:ln>
                <a:solidFill>
                  <a:schemeClr val="tx1"/>
                </a:solidFill>
                <a:effectLst/>
                <a:uLnTx/>
                <a:uFillTx/>
                <a:latin typeface="Ubuntu"/>
                <a:ea typeface="+mn-ea"/>
                <a:cs typeface="+mn-cs"/>
              </a:rPr>
              <a:t> (Recommended), </a:t>
            </a: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6">
                  <a:extLst>
                    <a:ext uri="{A12FA001-AC4F-418D-AE19-62706E023703}">
                      <ahyp:hlinkClr xmlns:ahyp="http://schemas.microsoft.com/office/drawing/2018/hyperlinkcolor" val="tx"/>
                    </a:ext>
                  </a:extLst>
                </a:hlinkClick>
              </a:rPr>
              <a:t>Shutterstock</a:t>
            </a:r>
            <a:r>
              <a:rPr kumimoji="0" lang="en-US" sz="1000" b="0" i="0" u="none" strike="noStrike" kern="1200" cap="none" spc="0" normalizeH="0" baseline="0" noProof="0" dirty="0">
                <a:ln>
                  <a:noFill/>
                </a:ln>
                <a:solidFill>
                  <a:schemeClr val="tx1"/>
                </a:solidFill>
                <a:effectLst/>
                <a:uLnTx/>
                <a:uFillTx/>
                <a:latin typeface="Ubuntu"/>
                <a:ea typeface="+mn-ea"/>
                <a:cs typeface="+mn-cs"/>
              </a:rPr>
              <a:t>, </a:t>
            </a: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7">
                  <a:extLst>
                    <a:ext uri="{A12FA001-AC4F-418D-AE19-62706E023703}">
                      <ahyp:hlinkClr xmlns:ahyp="http://schemas.microsoft.com/office/drawing/2018/hyperlinkcolor" val="tx"/>
                    </a:ext>
                  </a:extLst>
                </a:hlinkClick>
              </a:rPr>
              <a:t>Adobe images</a:t>
            </a:r>
            <a:r>
              <a:rPr kumimoji="0" lang="en-US" sz="1000" b="0" i="0" u="none" strike="noStrike" kern="1200" cap="none" spc="0" normalizeH="0" baseline="0" noProof="0" dirty="0">
                <a:ln>
                  <a:noFill/>
                </a:ln>
                <a:solidFill>
                  <a:schemeClr val="tx1"/>
                </a:solidFill>
                <a:effectLst/>
                <a:uLnTx/>
                <a:uFillTx/>
                <a:latin typeface="Ubuntu"/>
                <a:ea typeface="+mn-ea"/>
                <a:cs typeface="+mn-cs"/>
              </a:rPr>
              <a:t> (check with your M&amp;C design team):</a:t>
            </a:r>
          </a:p>
          <a:p>
            <a:pPr lvl="0">
              <a:spcBef>
                <a:spcPts val="600"/>
              </a:spcBef>
              <a:defRPr/>
            </a:pPr>
            <a:r>
              <a:rPr lang="en-US" sz="1000" b="1" dirty="0">
                <a:solidFill>
                  <a:srgbClr val="000000"/>
                </a:solidFill>
              </a:rPr>
              <a:t>Further examples and inspiration </a:t>
            </a:r>
            <a:r>
              <a:rPr lang="en-US" sz="1000" dirty="0">
                <a:solidFill>
                  <a:srgbClr val="000000"/>
                </a:solidFill>
              </a:rPr>
              <a:t>are available in Extras file in your </a:t>
            </a:r>
            <a:r>
              <a:rPr lang="en-US" sz="1000" dirty="0" err="1">
                <a:solidFill>
                  <a:srgbClr val="000000"/>
                </a:solidFill>
              </a:rPr>
              <a:t>Powerpoint</a:t>
            </a:r>
            <a:br>
              <a:rPr lang="en-US" sz="1000" dirty="0">
                <a:solidFill>
                  <a:srgbClr val="000000"/>
                </a:solidFill>
              </a:rPr>
            </a:br>
            <a:r>
              <a:rPr lang="en-US" sz="1000" dirty="0">
                <a:solidFill>
                  <a:srgbClr val="000000"/>
                </a:solidFill>
              </a:rPr>
              <a:t> -&gt; File -&gt; New from template…</a:t>
            </a:r>
            <a:endParaRPr lang="en-US" sz="1400" dirty="0">
              <a:solidFill>
                <a:srgbClr val="000000"/>
              </a:solidFill>
            </a:endParaRPr>
          </a:p>
        </p:txBody>
      </p:sp>
    </p:spTree>
    <p:extLst>
      <p:ext uri="{BB962C8B-B14F-4D97-AF65-F5344CB8AC3E}">
        <p14:creationId xmlns:p14="http://schemas.microsoft.com/office/powerpoint/2010/main" val="278581211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AB1E482-7114-C5B7-DAC9-4CEAE6FED137}"/>
              </a:ext>
            </a:extLst>
          </p:cNvPr>
          <p:cNvSpPr>
            <a:spLocks noGrp="1"/>
          </p:cNvSpPr>
          <p:nvPr>
            <p:ph type="title"/>
          </p:nvPr>
        </p:nvSpPr>
        <p:spPr>
          <a:xfrm>
            <a:off x="551384" y="549274"/>
            <a:ext cx="11090938" cy="930372"/>
          </a:xfrm>
        </p:spPr>
        <p:txBody>
          <a:bodyPr/>
          <a:lstStyle/>
          <a:p>
            <a:r>
              <a:rPr lang="en-US" dirty="0"/>
              <a:t>Example icons 1</a:t>
            </a:r>
            <a:br>
              <a:rPr lang="en-US" dirty="0"/>
            </a:br>
            <a:endParaRPr lang="en-US" dirty="0"/>
          </a:p>
        </p:txBody>
      </p:sp>
      <p:grpSp>
        <p:nvGrpSpPr>
          <p:cNvPr id="1682" name="Group 1681" descr="Icons">
            <a:extLst>
              <a:ext uri="{FF2B5EF4-FFF2-40B4-BE49-F238E27FC236}">
                <a16:creationId xmlns:a16="http://schemas.microsoft.com/office/drawing/2014/main" id="{23E3A63A-73E2-4E78-A4F1-73A2805F368A}"/>
              </a:ext>
            </a:extLst>
          </p:cNvPr>
          <p:cNvGrpSpPr/>
          <p:nvPr/>
        </p:nvGrpSpPr>
        <p:grpSpPr>
          <a:xfrm>
            <a:off x="407988" y="1883891"/>
            <a:ext cx="11376025" cy="4353422"/>
            <a:chOff x="407988" y="2220617"/>
            <a:chExt cx="10496117" cy="4016695"/>
          </a:xfrm>
        </p:grpSpPr>
        <p:grpSp>
          <p:nvGrpSpPr>
            <p:cNvPr id="1674" name="Group 1673">
              <a:extLst>
                <a:ext uri="{FF2B5EF4-FFF2-40B4-BE49-F238E27FC236}">
                  <a16:creationId xmlns:a16="http://schemas.microsoft.com/office/drawing/2014/main" id="{673C9F9D-5722-0D16-F21D-E75D416617A1}"/>
                </a:ext>
              </a:extLst>
            </p:cNvPr>
            <p:cNvGrpSpPr/>
            <p:nvPr/>
          </p:nvGrpSpPr>
          <p:grpSpPr>
            <a:xfrm>
              <a:off x="407988" y="2220617"/>
              <a:ext cx="5173939" cy="4008804"/>
              <a:chOff x="533894" y="1716167"/>
              <a:chExt cx="5173939" cy="4008804"/>
            </a:xfrm>
          </p:grpSpPr>
          <p:grpSp>
            <p:nvGrpSpPr>
              <p:cNvPr id="46" name="Group 3942">
                <a:extLst>
                  <a:ext uri="{FF2B5EF4-FFF2-40B4-BE49-F238E27FC236}">
                    <a16:creationId xmlns:a16="http://schemas.microsoft.com/office/drawing/2014/main" id="{84A7ADCD-FC4F-05FC-AA01-5A6D98DC722B}"/>
                  </a:ext>
                  <a:ext uri="{C183D7F6-B498-43B3-948B-1728B52AA6E4}">
                    <adec:decorative xmlns:adec="http://schemas.microsoft.com/office/drawing/2017/decorative" val="1"/>
                  </a:ext>
                </a:extLst>
              </p:cNvPr>
              <p:cNvGrpSpPr>
                <a:grpSpLocks noChangeAspect="1"/>
              </p:cNvGrpSpPr>
              <p:nvPr/>
            </p:nvGrpSpPr>
            <p:grpSpPr>
              <a:xfrm>
                <a:off x="817608" y="3638046"/>
                <a:ext cx="127394" cy="124708"/>
                <a:chOff x="858362" y="2902607"/>
                <a:chExt cx="127394" cy="124708"/>
              </a:xfrm>
            </p:grpSpPr>
            <p:sp>
              <p:nvSpPr>
                <p:cNvPr id="47" name="Freeform: Shape 3943">
                  <a:extLst>
                    <a:ext uri="{FF2B5EF4-FFF2-40B4-BE49-F238E27FC236}">
                      <a16:creationId xmlns:a16="http://schemas.microsoft.com/office/drawing/2014/main" id="{1548175E-54CE-390A-7687-47B933A0397E}"/>
                    </a:ext>
                  </a:extLst>
                </p:cNvPr>
                <p:cNvSpPr/>
                <p:nvPr/>
              </p:nvSpPr>
              <p:spPr>
                <a:xfrm>
                  <a:off x="949933" y="2991492"/>
                  <a:ext cx="35823" cy="35823"/>
                </a:xfrm>
                <a:custGeom>
                  <a:avLst/>
                  <a:gdLst>
                    <a:gd name="connsiteX0" fmla="*/ 21717 w 35822"/>
                    <a:gd name="connsiteY0" fmla="*/ 18135 h 35822"/>
                    <a:gd name="connsiteX1" fmla="*/ 36494 w 35822"/>
                    <a:gd name="connsiteY1" fmla="*/ 3806 h 35822"/>
                    <a:gd name="connsiteX2" fmla="*/ 36494 w 35822"/>
                    <a:gd name="connsiteY2" fmla="*/ 672 h 35822"/>
                    <a:gd name="connsiteX3" fmla="*/ 33360 w 35822"/>
                    <a:gd name="connsiteY3" fmla="*/ 672 h 35822"/>
                    <a:gd name="connsiteX4" fmla="*/ 18583 w 35822"/>
                    <a:gd name="connsiteY4" fmla="*/ 15001 h 35822"/>
                    <a:gd name="connsiteX5" fmla="*/ 3806 w 35822"/>
                    <a:gd name="connsiteY5" fmla="*/ 672 h 35822"/>
                    <a:gd name="connsiteX6" fmla="*/ 672 w 35822"/>
                    <a:gd name="connsiteY6" fmla="*/ 672 h 35822"/>
                    <a:gd name="connsiteX7" fmla="*/ 672 w 35822"/>
                    <a:gd name="connsiteY7" fmla="*/ 3806 h 35822"/>
                    <a:gd name="connsiteX8" fmla="*/ 15448 w 35822"/>
                    <a:gd name="connsiteY8" fmla="*/ 18135 h 35822"/>
                    <a:gd name="connsiteX9" fmla="*/ 672 w 35822"/>
                    <a:gd name="connsiteY9" fmla="*/ 32464 h 35822"/>
                    <a:gd name="connsiteX10" fmla="*/ 672 w 35822"/>
                    <a:gd name="connsiteY10" fmla="*/ 35599 h 35822"/>
                    <a:gd name="connsiteX11" fmla="*/ 2463 w 35822"/>
                    <a:gd name="connsiteY11" fmla="*/ 36494 h 35822"/>
                    <a:gd name="connsiteX12" fmla="*/ 3806 w 35822"/>
                    <a:gd name="connsiteY12" fmla="*/ 36046 h 35822"/>
                    <a:gd name="connsiteX13" fmla="*/ 18583 w 35822"/>
                    <a:gd name="connsiteY13" fmla="*/ 21717 h 35822"/>
                    <a:gd name="connsiteX14" fmla="*/ 33360 w 35822"/>
                    <a:gd name="connsiteY14" fmla="*/ 36046 h 35822"/>
                    <a:gd name="connsiteX15" fmla="*/ 34703 w 35822"/>
                    <a:gd name="connsiteY15" fmla="*/ 36494 h 35822"/>
                    <a:gd name="connsiteX16" fmla="*/ 36494 w 35822"/>
                    <a:gd name="connsiteY16" fmla="*/ 35599 h 35822"/>
                    <a:gd name="connsiteX17" fmla="*/ 36494 w 35822"/>
                    <a:gd name="connsiteY17" fmla="*/ 32464 h 35822"/>
                    <a:gd name="connsiteX18" fmla="*/ 21717 w 35822"/>
                    <a:gd name="connsiteY18" fmla="*/ 18135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22" h="35822">
                      <a:moveTo>
                        <a:pt x="21717" y="18135"/>
                      </a:moveTo>
                      <a:lnTo>
                        <a:pt x="36494" y="3806"/>
                      </a:lnTo>
                      <a:cubicBezTo>
                        <a:pt x="37390" y="2911"/>
                        <a:pt x="37390" y="1567"/>
                        <a:pt x="36494" y="672"/>
                      </a:cubicBezTo>
                      <a:cubicBezTo>
                        <a:pt x="35599" y="-224"/>
                        <a:pt x="34255" y="-224"/>
                        <a:pt x="33360" y="672"/>
                      </a:cubicBezTo>
                      <a:lnTo>
                        <a:pt x="18583" y="15001"/>
                      </a:lnTo>
                      <a:lnTo>
                        <a:pt x="3806" y="672"/>
                      </a:lnTo>
                      <a:cubicBezTo>
                        <a:pt x="2911" y="-224"/>
                        <a:pt x="1567" y="-224"/>
                        <a:pt x="672" y="672"/>
                      </a:cubicBezTo>
                      <a:cubicBezTo>
                        <a:pt x="-224" y="1567"/>
                        <a:pt x="-224" y="2911"/>
                        <a:pt x="672" y="3806"/>
                      </a:cubicBezTo>
                      <a:lnTo>
                        <a:pt x="15448" y="18135"/>
                      </a:lnTo>
                      <a:lnTo>
                        <a:pt x="672" y="32464"/>
                      </a:lnTo>
                      <a:cubicBezTo>
                        <a:pt x="-224" y="33360"/>
                        <a:pt x="-224" y="34703"/>
                        <a:pt x="672" y="35599"/>
                      </a:cubicBezTo>
                      <a:cubicBezTo>
                        <a:pt x="1119" y="36046"/>
                        <a:pt x="1567" y="36494"/>
                        <a:pt x="2463" y="36494"/>
                      </a:cubicBezTo>
                      <a:cubicBezTo>
                        <a:pt x="2911" y="36494"/>
                        <a:pt x="3806" y="36494"/>
                        <a:pt x="3806" y="36046"/>
                      </a:cubicBezTo>
                      <a:lnTo>
                        <a:pt x="18583" y="21717"/>
                      </a:lnTo>
                      <a:lnTo>
                        <a:pt x="33360" y="36046"/>
                      </a:lnTo>
                      <a:cubicBezTo>
                        <a:pt x="33808" y="36494"/>
                        <a:pt x="34255" y="36494"/>
                        <a:pt x="34703" y="36494"/>
                      </a:cubicBezTo>
                      <a:cubicBezTo>
                        <a:pt x="35151" y="36494"/>
                        <a:pt x="36046" y="36046"/>
                        <a:pt x="36494" y="35599"/>
                      </a:cubicBezTo>
                      <a:cubicBezTo>
                        <a:pt x="37390" y="34703"/>
                        <a:pt x="37390" y="33360"/>
                        <a:pt x="36494" y="32464"/>
                      </a:cubicBezTo>
                      <a:lnTo>
                        <a:pt x="21717" y="1813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8" name="Freeform: Shape 3944">
                  <a:extLst>
                    <a:ext uri="{FF2B5EF4-FFF2-40B4-BE49-F238E27FC236}">
                      <a16:creationId xmlns:a16="http://schemas.microsoft.com/office/drawing/2014/main" id="{4ECAA28A-B661-675B-70ED-AA90266A5371}"/>
                    </a:ext>
                  </a:extLst>
                </p:cNvPr>
                <p:cNvSpPr/>
                <p:nvPr/>
              </p:nvSpPr>
              <p:spPr>
                <a:xfrm>
                  <a:off x="871796" y="29160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6568"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9" name="Freeform: Shape 3945">
                  <a:extLst>
                    <a:ext uri="{FF2B5EF4-FFF2-40B4-BE49-F238E27FC236}">
                      <a16:creationId xmlns:a16="http://schemas.microsoft.com/office/drawing/2014/main" id="{F6D1D20F-9C9B-478C-0E82-F95F3EA9B321}"/>
                    </a:ext>
                  </a:extLst>
                </p:cNvPr>
                <p:cNvSpPr/>
                <p:nvPr/>
              </p:nvSpPr>
              <p:spPr>
                <a:xfrm>
                  <a:off x="871796" y="29563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6568"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0" name="Freeform: Shape 3946">
                  <a:extLst>
                    <a:ext uri="{FF2B5EF4-FFF2-40B4-BE49-F238E27FC236}">
                      <a16:creationId xmlns:a16="http://schemas.microsoft.com/office/drawing/2014/main" id="{5FAD5B30-5B27-A7FC-15BA-4C9C00DF7410}"/>
                    </a:ext>
                  </a:extLst>
                </p:cNvPr>
                <p:cNvSpPr/>
                <p:nvPr/>
              </p:nvSpPr>
              <p:spPr>
                <a:xfrm>
                  <a:off x="871796" y="29966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6568"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1" name="Freeform: Shape 3947">
                  <a:extLst>
                    <a:ext uri="{FF2B5EF4-FFF2-40B4-BE49-F238E27FC236}">
                      <a16:creationId xmlns:a16="http://schemas.microsoft.com/office/drawing/2014/main" id="{EF79C4A8-8671-59FC-F7FA-9076E8AA6131}"/>
                    </a:ext>
                  </a:extLst>
                </p:cNvPr>
                <p:cNvSpPr/>
                <p:nvPr/>
              </p:nvSpPr>
              <p:spPr>
                <a:xfrm>
                  <a:off x="858362" y="2902607"/>
                  <a:ext cx="111945" cy="120901"/>
                </a:xfrm>
                <a:custGeom>
                  <a:avLst/>
                  <a:gdLst>
                    <a:gd name="connsiteX0" fmla="*/ 98960 w 111945"/>
                    <a:gd name="connsiteY0" fmla="*/ 0 h 120901"/>
                    <a:gd name="connsiteX1" fmla="*/ 12986 w 111945"/>
                    <a:gd name="connsiteY1" fmla="*/ 0 h 120901"/>
                    <a:gd name="connsiteX2" fmla="*/ 0 w 111945"/>
                    <a:gd name="connsiteY2" fmla="*/ 12538 h 120901"/>
                    <a:gd name="connsiteX3" fmla="*/ 0 w 111945"/>
                    <a:gd name="connsiteY3" fmla="*/ 42091 h 120901"/>
                    <a:gd name="connsiteX4" fmla="*/ 0 w 111945"/>
                    <a:gd name="connsiteY4" fmla="*/ 42091 h 120901"/>
                    <a:gd name="connsiteX5" fmla="*/ 0 w 111945"/>
                    <a:gd name="connsiteY5" fmla="*/ 42091 h 120901"/>
                    <a:gd name="connsiteX6" fmla="*/ 0 w 111945"/>
                    <a:gd name="connsiteY6" fmla="*/ 82392 h 120901"/>
                    <a:gd name="connsiteX7" fmla="*/ 0 w 111945"/>
                    <a:gd name="connsiteY7" fmla="*/ 82392 h 120901"/>
                    <a:gd name="connsiteX8" fmla="*/ 0 w 111945"/>
                    <a:gd name="connsiteY8" fmla="*/ 82392 h 120901"/>
                    <a:gd name="connsiteX9" fmla="*/ 0 w 111945"/>
                    <a:gd name="connsiteY9" fmla="*/ 111945 h 120901"/>
                    <a:gd name="connsiteX10" fmla="*/ 12986 w 111945"/>
                    <a:gd name="connsiteY10" fmla="*/ 124483 h 120901"/>
                    <a:gd name="connsiteX11" fmla="*/ 77466 w 111945"/>
                    <a:gd name="connsiteY11" fmla="*/ 124483 h 120901"/>
                    <a:gd name="connsiteX12" fmla="*/ 79705 w 111945"/>
                    <a:gd name="connsiteY12" fmla="*/ 122244 h 120901"/>
                    <a:gd name="connsiteX13" fmla="*/ 77466 w 111945"/>
                    <a:gd name="connsiteY13" fmla="*/ 120005 h 120901"/>
                    <a:gd name="connsiteX14" fmla="*/ 12986 w 111945"/>
                    <a:gd name="connsiteY14" fmla="*/ 120005 h 120901"/>
                    <a:gd name="connsiteX15" fmla="*/ 4478 w 111945"/>
                    <a:gd name="connsiteY15" fmla="*/ 111945 h 120901"/>
                    <a:gd name="connsiteX16" fmla="*/ 4478 w 111945"/>
                    <a:gd name="connsiteY16" fmla="*/ 84631 h 120901"/>
                    <a:gd name="connsiteX17" fmla="*/ 77466 w 111945"/>
                    <a:gd name="connsiteY17" fmla="*/ 84631 h 120901"/>
                    <a:gd name="connsiteX18" fmla="*/ 79705 w 111945"/>
                    <a:gd name="connsiteY18" fmla="*/ 82392 h 120901"/>
                    <a:gd name="connsiteX19" fmla="*/ 77466 w 111945"/>
                    <a:gd name="connsiteY19" fmla="*/ 80153 h 120901"/>
                    <a:gd name="connsiteX20" fmla="*/ 4478 w 111945"/>
                    <a:gd name="connsiteY20" fmla="*/ 80153 h 120901"/>
                    <a:gd name="connsiteX21" fmla="*/ 4478 w 111945"/>
                    <a:gd name="connsiteY21" fmla="*/ 44330 h 120901"/>
                    <a:gd name="connsiteX22" fmla="*/ 107468 w 111945"/>
                    <a:gd name="connsiteY22" fmla="*/ 44330 h 120901"/>
                    <a:gd name="connsiteX23" fmla="*/ 107468 w 111945"/>
                    <a:gd name="connsiteY23" fmla="*/ 72988 h 120901"/>
                    <a:gd name="connsiteX24" fmla="*/ 109707 w 111945"/>
                    <a:gd name="connsiteY24" fmla="*/ 75227 h 120901"/>
                    <a:gd name="connsiteX25" fmla="*/ 111945 w 111945"/>
                    <a:gd name="connsiteY25" fmla="*/ 72988 h 120901"/>
                    <a:gd name="connsiteX26" fmla="*/ 111945 w 111945"/>
                    <a:gd name="connsiteY26" fmla="*/ 12538 h 120901"/>
                    <a:gd name="connsiteX27" fmla="*/ 98960 w 111945"/>
                    <a:gd name="connsiteY27" fmla="*/ 0 h 120901"/>
                    <a:gd name="connsiteX28" fmla="*/ 4478 w 111945"/>
                    <a:gd name="connsiteY28" fmla="*/ 39853 h 120901"/>
                    <a:gd name="connsiteX29" fmla="*/ 4478 w 111945"/>
                    <a:gd name="connsiteY29" fmla="*/ 12538 h 120901"/>
                    <a:gd name="connsiteX30" fmla="*/ 12986 w 111945"/>
                    <a:gd name="connsiteY30" fmla="*/ 4478 h 120901"/>
                    <a:gd name="connsiteX31" fmla="*/ 98960 w 111945"/>
                    <a:gd name="connsiteY31" fmla="*/ 4478 h 120901"/>
                    <a:gd name="connsiteX32" fmla="*/ 107468 w 111945"/>
                    <a:gd name="connsiteY32" fmla="*/ 12538 h 120901"/>
                    <a:gd name="connsiteX33" fmla="*/ 107468 w 111945"/>
                    <a:gd name="connsiteY33" fmla="*/ 39853 h 120901"/>
                    <a:gd name="connsiteX34" fmla="*/ 4478 w 111945"/>
                    <a:gd name="connsiteY34" fmla="*/ 39853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1945" h="120901">
                      <a:moveTo>
                        <a:pt x="98960" y="0"/>
                      </a:moveTo>
                      <a:lnTo>
                        <a:pt x="12986" y="0"/>
                      </a:lnTo>
                      <a:cubicBezTo>
                        <a:pt x="5821" y="0"/>
                        <a:pt x="0" y="5821"/>
                        <a:pt x="0" y="12538"/>
                      </a:cubicBezTo>
                      <a:lnTo>
                        <a:pt x="0" y="42091"/>
                      </a:lnTo>
                      <a:cubicBezTo>
                        <a:pt x="0" y="42091"/>
                        <a:pt x="0" y="42091"/>
                        <a:pt x="0" y="42091"/>
                      </a:cubicBezTo>
                      <a:cubicBezTo>
                        <a:pt x="0" y="42091"/>
                        <a:pt x="0" y="42091"/>
                        <a:pt x="0" y="42091"/>
                      </a:cubicBezTo>
                      <a:lnTo>
                        <a:pt x="0" y="82392"/>
                      </a:lnTo>
                      <a:cubicBezTo>
                        <a:pt x="0" y="82392"/>
                        <a:pt x="0" y="82392"/>
                        <a:pt x="0" y="82392"/>
                      </a:cubicBezTo>
                      <a:cubicBezTo>
                        <a:pt x="0" y="82392"/>
                        <a:pt x="0" y="82392"/>
                        <a:pt x="0" y="82392"/>
                      </a:cubicBezTo>
                      <a:lnTo>
                        <a:pt x="0" y="111945"/>
                      </a:lnTo>
                      <a:cubicBezTo>
                        <a:pt x="0" y="119110"/>
                        <a:pt x="5821" y="124483"/>
                        <a:pt x="12986" y="124483"/>
                      </a:cubicBezTo>
                      <a:lnTo>
                        <a:pt x="77466" y="124483"/>
                      </a:lnTo>
                      <a:cubicBezTo>
                        <a:pt x="78810" y="124483"/>
                        <a:pt x="79705" y="123588"/>
                        <a:pt x="79705" y="122244"/>
                      </a:cubicBezTo>
                      <a:cubicBezTo>
                        <a:pt x="79705" y="120901"/>
                        <a:pt x="78810" y="120005"/>
                        <a:pt x="77466" y="120005"/>
                      </a:cubicBezTo>
                      <a:lnTo>
                        <a:pt x="12986" y="120005"/>
                      </a:lnTo>
                      <a:cubicBezTo>
                        <a:pt x="8508" y="120005"/>
                        <a:pt x="4478" y="116423"/>
                        <a:pt x="4478" y="111945"/>
                      </a:cubicBezTo>
                      <a:lnTo>
                        <a:pt x="4478" y="84631"/>
                      </a:lnTo>
                      <a:lnTo>
                        <a:pt x="77466" y="84631"/>
                      </a:lnTo>
                      <a:cubicBezTo>
                        <a:pt x="78810" y="84631"/>
                        <a:pt x="79705" y="83735"/>
                        <a:pt x="79705" y="82392"/>
                      </a:cubicBezTo>
                      <a:cubicBezTo>
                        <a:pt x="79705" y="81048"/>
                        <a:pt x="78810" y="80153"/>
                        <a:pt x="77466" y="80153"/>
                      </a:cubicBezTo>
                      <a:lnTo>
                        <a:pt x="4478" y="80153"/>
                      </a:lnTo>
                      <a:lnTo>
                        <a:pt x="4478" y="44330"/>
                      </a:lnTo>
                      <a:lnTo>
                        <a:pt x="107468" y="44330"/>
                      </a:lnTo>
                      <a:lnTo>
                        <a:pt x="107468" y="72988"/>
                      </a:lnTo>
                      <a:cubicBezTo>
                        <a:pt x="107468" y="74332"/>
                        <a:pt x="108363" y="75227"/>
                        <a:pt x="109707" y="75227"/>
                      </a:cubicBezTo>
                      <a:cubicBezTo>
                        <a:pt x="111050" y="75227"/>
                        <a:pt x="111945" y="74332"/>
                        <a:pt x="111945" y="72988"/>
                      </a:cubicBezTo>
                      <a:lnTo>
                        <a:pt x="111945" y="12538"/>
                      </a:lnTo>
                      <a:cubicBezTo>
                        <a:pt x="111945" y="5373"/>
                        <a:pt x="106124" y="0"/>
                        <a:pt x="98960" y="0"/>
                      </a:cubicBezTo>
                      <a:close/>
                      <a:moveTo>
                        <a:pt x="4478" y="39853"/>
                      </a:moveTo>
                      <a:lnTo>
                        <a:pt x="4478" y="12538"/>
                      </a:lnTo>
                      <a:cubicBezTo>
                        <a:pt x="4478" y="8060"/>
                        <a:pt x="8508" y="4478"/>
                        <a:pt x="12986" y="4478"/>
                      </a:cubicBezTo>
                      <a:lnTo>
                        <a:pt x="98960" y="4478"/>
                      </a:lnTo>
                      <a:cubicBezTo>
                        <a:pt x="103438" y="4478"/>
                        <a:pt x="107468" y="8060"/>
                        <a:pt x="107468" y="12538"/>
                      </a:cubicBezTo>
                      <a:lnTo>
                        <a:pt x="107468" y="39853"/>
                      </a:lnTo>
                      <a:lnTo>
                        <a:pt x="4478" y="3985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52" name="Group 3948">
                <a:extLst>
                  <a:ext uri="{FF2B5EF4-FFF2-40B4-BE49-F238E27FC236}">
                    <a16:creationId xmlns:a16="http://schemas.microsoft.com/office/drawing/2014/main" id="{A15782B8-1B50-8545-C779-5D046BB3C2F1}"/>
                  </a:ext>
                  <a:ext uri="{C183D7F6-B498-43B3-948B-1728B52AA6E4}">
                    <adec:decorative xmlns:adec="http://schemas.microsoft.com/office/drawing/2017/decorative" val="1"/>
                  </a:ext>
                </a:extLst>
              </p:cNvPr>
              <p:cNvGrpSpPr>
                <a:grpSpLocks noChangeAspect="1"/>
              </p:cNvGrpSpPr>
              <p:nvPr/>
            </p:nvGrpSpPr>
            <p:grpSpPr>
              <a:xfrm>
                <a:off x="1087620" y="3638046"/>
                <a:ext cx="130907" cy="123547"/>
                <a:chOff x="1128374" y="2902607"/>
                <a:chExt cx="130907" cy="123547"/>
              </a:xfrm>
            </p:grpSpPr>
            <p:sp>
              <p:nvSpPr>
                <p:cNvPr id="53" name="Freeform: Shape 3949">
                  <a:extLst>
                    <a:ext uri="{FF2B5EF4-FFF2-40B4-BE49-F238E27FC236}">
                      <a16:creationId xmlns:a16="http://schemas.microsoft.com/office/drawing/2014/main" id="{99067953-08CA-2088-1A05-40BBCF006235}"/>
                    </a:ext>
                  </a:extLst>
                </p:cNvPr>
                <p:cNvSpPr/>
                <p:nvPr/>
              </p:nvSpPr>
              <p:spPr>
                <a:xfrm>
                  <a:off x="1142256" y="2916041"/>
                  <a:ext cx="13433" cy="4478"/>
                </a:xfrm>
                <a:custGeom>
                  <a:avLst/>
                  <a:gdLst>
                    <a:gd name="connsiteX0" fmla="*/ 15225 w 13433"/>
                    <a:gd name="connsiteY0" fmla="*/ 4478 h 4477"/>
                    <a:gd name="connsiteX1" fmla="*/ 2239 w 13433"/>
                    <a:gd name="connsiteY1" fmla="*/ 4478 h 4477"/>
                    <a:gd name="connsiteX2" fmla="*/ 0 w 13433"/>
                    <a:gd name="connsiteY2" fmla="*/ 2239 h 4477"/>
                    <a:gd name="connsiteX3" fmla="*/ 2239 w 13433"/>
                    <a:gd name="connsiteY3" fmla="*/ 0 h 4477"/>
                    <a:gd name="connsiteX4" fmla="*/ 15225 w 13433"/>
                    <a:gd name="connsiteY4" fmla="*/ 0 h 4477"/>
                    <a:gd name="connsiteX5" fmla="*/ 17464 w 13433"/>
                    <a:gd name="connsiteY5" fmla="*/ 2239 h 4477"/>
                    <a:gd name="connsiteX6" fmla="*/ 15225 w 13433"/>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 h="4477">
                      <a:moveTo>
                        <a:pt x="15225" y="4478"/>
                      </a:moveTo>
                      <a:lnTo>
                        <a:pt x="2239" y="4478"/>
                      </a:lnTo>
                      <a:cubicBezTo>
                        <a:pt x="896" y="4478"/>
                        <a:pt x="0" y="3582"/>
                        <a:pt x="0" y="2239"/>
                      </a:cubicBezTo>
                      <a:cubicBezTo>
                        <a:pt x="0" y="895"/>
                        <a:pt x="896" y="0"/>
                        <a:pt x="2239" y="0"/>
                      </a:cubicBezTo>
                      <a:lnTo>
                        <a:pt x="15225" y="0"/>
                      </a:lnTo>
                      <a:cubicBezTo>
                        <a:pt x="16568" y="0"/>
                        <a:pt x="17464" y="895"/>
                        <a:pt x="17464" y="2239"/>
                      </a:cubicBezTo>
                      <a:cubicBezTo>
                        <a:pt x="17464" y="3582"/>
                        <a:pt x="16568" y="4478"/>
                        <a:pt x="15225"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4" name="Freeform: Shape 3950">
                  <a:extLst>
                    <a:ext uri="{FF2B5EF4-FFF2-40B4-BE49-F238E27FC236}">
                      <a16:creationId xmlns:a16="http://schemas.microsoft.com/office/drawing/2014/main" id="{E7ED7DFA-78FA-1D1C-8B75-959DC009926A}"/>
                    </a:ext>
                  </a:extLst>
                </p:cNvPr>
                <p:cNvSpPr/>
                <p:nvPr/>
              </p:nvSpPr>
              <p:spPr>
                <a:xfrm>
                  <a:off x="1142256" y="2956341"/>
                  <a:ext cx="13433" cy="4478"/>
                </a:xfrm>
                <a:custGeom>
                  <a:avLst/>
                  <a:gdLst>
                    <a:gd name="connsiteX0" fmla="*/ 15225 w 13433"/>
                    <a:gd name="connsiteY0" fmla="*/ 4478 h 4477"/>
                    <a:gd name="connsiteX1" fmla="*/ 2239 w 13433"/>
                    <a:gd name="connsiteY1" fmla="*/ 4478 h 4477"/>
                    <a:gd name="connsiteX2" fmla="*/ 0 w 13433"/>
                    <a:gd name="connsiteY2" fmla="*/ 2239 h 4477"/>
                    <a:gd name="connsiteX3" fmla="*/ 2239 w 13433"/>
                    <a:gd name="connsiteY3" fmla="*/ 0 h 4477"/>
                    <a:gd name="connsiteX4" fmla="*/ 15225 w 13433"/>
                    <a:gd name="connsiteY4" fmla="*/ 0 h 4477"/>
                    <a:gd name="connsiteX5" fmla="*/ 17464 w 13433"/>
                    <a:gd name="connsiteY5" fmla="*/ 2239 h 4477"/>
                    <a:gd name="connsiteX6" fmla="*/ 15225 w 13433"/>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 h="4477">
                      <a:moveTo>
                        <a:pt x="15225" y="4478"/>
                      </a:moveTo>
                      <a:lnTo>
                        <a:pt x="2239" y="4478"/>
                      </a:lnTo>
                      <a:cubicBezTo>
                        <a:pt x="896" y="4478"/>
                        <a:pt x="0" y="3582"/>
                        <a:pt x="0" y="2239"/>
                      </a:cubicBezTo>
                      <a:cubicBezTo>
                        <a:pt x="0" y="895"/>
                        <a:pt x="896" y="0"/>
                        <a:pt x="2239" y="0"/>
                      </a:cubicBezTo>
                      <a:lnTo>
                        <a:pt x="15225" y="0"/>
                      </a:lnTo>
                      <a:cubicBezTo>
                        <a:pt x="16568" y="0"/>
                        <a:pt x="17464" y="895"/>
                        <a:pt x="17464" y="2239"/>
                      </a:cubicBezTo>
                      <a:cubicBezTo>
                        <a:pt x="17464" y="3582"/>
                        <a:pt x="16568" y="4478"/>
                        <a:pt x="15225"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5" name="Freeform: Shape 3951">
                  <a:extLst>
                    <a:ext uri="{FF2B5EF4-FFF2-40B4-BE49-F238E27FC236}">
                      <a16:creationId xmlns:a16="http://schemas.microsoft.com/office/drawing/2014/main" id="{36F2F62C-555A-DD55-309C-BE1390911FF1}"/>
                    </a:ext>
                  </a:extLst>
                </p:cNvPr>
                <p:cNvSpPr/>
                <p:nvPr/>
              </p:nvSpPr>
              <p:spPr>
                <a:xfrm>
                  <a:off x="1142256" y="2996641"/>
                  <a:ext cx="13433" cy="4478"/>
                </a:xfrm>
                <a:custGeom>
                  <a:avLst/>
                  <a:gdLst>
                    <a:gd name="connsiteX0" fmla="*/ 15225 w 13433"/>
                    <a:gd name="connsiteY0" fmla="*/ 4478 h 4477"/>
                    <a:gd name="connsiteX1" fmla="*/ 2239 w 13433"/>
                    <a:gd name="connsiteY1" fmla="*/ 4478 h 4477"/>
                    <a:gd name="connsiteX2" fmla="*/ 0 w 13433"/>
                    <a:gd name="connsiteY2" fmla="*/ 2239 h 4477"/>
                    <a:gd name="connsiteX3" fmla="*/ 2239 w 13433"/>
                    <a:gd name="connsiteY3" fmla="*/ 0 h 4477"/>
                    <a:gd name="connsiteX4" fmla="*/ 15225 w 13433"/>
                    <a:gd name="connsiteY4" fmla="*/ 0 h 4477"/>
                    <a:gd name="connsiteX5" fmla="*/ 17464 w 13433"/>
                    <a:gd name="connsiteY5" fmla="*/ 2239 h 4477"/>
                    <a:gd name="connsiteX6" fmla="*/ 15225 w 13433"/>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 h="4477">
                      <a:moveTo>
                        <a:pt x="15225" y="4478"/>
                      </a:moveTo>
                      <a:lnTo>
                        <a:pt x="2239" y="4478"/>
                      </a:lnTo>
                      <a:cubicBezTo>
                        <a:pt x="896" y="4478"/>
                        <a:pt x="0" y="3582"/>
                        <a:pt x="0" y="2239"/>
                      </a:cubicBezTo>
                      <a:cubicBezTo>
                        <a:pt x="0" y="895"/>
                        <a:pt x="896" y="0"/>
                        <a:pt x="2239" y="0"/>
                      </a:cubicBezTo>
                      <a:lnTo>
                        <a:pt x="15225" y="0"/>
                      </a:lnTo>
                      <a:cubicBezTo>
                        <a:pt x="16568" y="0"/>
                        <a:pt x="17464" y="895"/>
                        <a:pt x="17464" y="2239"/>
                      </a:cubicBezTo>
                      <a:cubicBezTo>
                        <a:pt x="17464" y="3582"/>
                        <a:pt x="16568" y="4478"/>
                        <a:pt x="15225"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6" name="Freeform: Shape 3952">
                  <a:extLst>
                    <a:ext uri="{FF2B5EF4-FFF2-40B4-BE49-F238E27FC236}">
                      <a16:creationId xmlns:a16="http://schemas.microsoft.com/office/drawing/2014/main" id="{49F0B71F-9999-2A55-3660-23E9F0174452}"/>
                    </a:ext>
                  </a:extLst>
                </p:cNvPr>
                <p:cNvSpPr/>
                <p:nvPr/>
              </p:nvSpPr>
              <p:spPr>
                <a:xfrm>
                  <a:off x="1128374" y="2902607"/>
                  <a:ext cx="111945" cy="120901"/>
                </a:xfrm>
                <a:custGeom>
                  <a:avLst/>
                  <a:gdLst>
                    <a:gd name="connsiteX0" fmla="*/ 98960 w 111945"/>
                    <a:gd name="connsiteY0" fmla="*/ 0 h 120901"/>
                    <a:gd name="connsiteX1" fmla="*/ 12986 w 111945"/>
                    <a:gd name="connsiteY1" fmla="*/ 0 h 120901"/>
                    <a:gd name="connsiteX2" fmla="*/ 0 w 111945"/>
                    <a:gd name="connsiteY2" fmla="*/ 12538 h 120901"/>
                    <a:gd name="connsiteX3" fmla="*/ 0 w 111945"/>
                    <a:gd name="connsiteY3" fmla="*/ 42091 h 120901"/>
                    <a:gd name="connsiteX4" fmla="*/ 0 w 111945"/>
                    <a:gd name="connsiteY4" fmla="*/ 42091 h 120901"/>
                    <a:gd name="connsiteX5" fmla="*/ 0 w 111945"/>
                    <a:gd name="connsiteY5" fmla="*/ 42091 h 120901"/>
                    <a:gd name="connsiteX6" fmla="*/ 0 w 111945"/>
                    <a:gd name="connsiteY6" fmla="*/ 82392 h 120901"/>
                    <a:gd name="connsiteX7" fmla="*/ 0 w 111945"/>
                    <a:gd name="connsiteY7" fmla="*/ 82392 h 120901"/>
                    <a:gd name="connsiteX8" fmla="*/ 0 w 111945"/>
                    <a:gd name="connsiteY8" fmla="*/ 82392 h 120901"/>
                    <a:gd name="connsiteX9" fmla="*/ 0 w 111945"/>
                    <a:gd name="connsiteY9" fmla="*/ 112393 h 120901"/>
                    <a:gd name="connsiteX10" fmla="*/ 12986 w 111945"/>
                    <a:gd name="connsiteY10" fmla="*/ 124931 h 120901"/>
                    <a:gd name="connsiteX11" fmla="*/ 75227 w 111945"/>
                    <a:gd name="connsiteY11" fmla="*/ 124931 h 120901"/>
                    <a:gd name="connsiteX12" fmla="*/ 77466 w 111945"/>
                    <a:gd name="connsiteY12" fmla="*/ 122692 h 120901"/>
                    <a:gd name="connsiteX13" fmla="*/ 75227 w 111945"/>
                    <a:gd name="connsiteY13" fmla="*/ 120453 h 120901"/>
                    <a:gd name="connsiteX14" fmla="*/ 12986 w 111945"/>
                    <a:gd name="connsiteY14" fmla="*/ 120453 h 120901"/>
                    <a:gd name="connsiteX15" fmla="*/ 4478 w 111945"/>
                    <a:gd name="connsiteY15" fmla="*/ 112393 h 120901"/>
                    <a:gd name="connsiteX16" fmla="*/ 4478 w 111945"/>
                    <a:gd name="connsiteY16" fmla="*/ 84631 h 120901"/>
                    <a:gd name="connsiteX17" fmla="*/ 77466 w 111945"/>
                    <a:gd name="connsiteY17" fmla="*/ 84631 h 120901"/>
                    <a:gd name="connsiteX18" fmla="*/ 79705 w 111945"/>
                    <a:gd name="connsiteY18" fmla="*/ 82392 h 120901"/>
                    <a:gd name="connsiteX19" fmla="*/ 77466 w 111945"/>
                    <a:gd name="connsiteY19" fmla="*/ 80153 h 120901"/>
                    <a:gd name="connsiteX20" fmla="*/ 4478 w 111945"/>
                    <a:gd name="connsiteY20" fmla="*/ 80153 h 120901"/>
                    <a:gd name="connsiteX21" fmla="*/ 4478 w 111945"/>
                    <a:gd name="connsiteY21" fmla="*/ 44330 h 120901"/>
                    <a:gd name="connsiteX22" fmla="*/ 107468 w 111945"/>
                    <a:gd name="connsiteY22" fmla="*/ 44330 h 120901"/>
                    <a:gd name="connsiteX23" fmla="*/ 107468 w 111945"/>
                    <a:gd name="connsiteY23" fmla="*/ 72541 h 120901"/>
                    <a:gd name="connsiteX24" fmla="*/ 109707 w 111945"/>
                    <a:gd name="connsiteY24" fmla="*/ 74779 h 120901"/>
                    <a:gd name="connsiteX25" fmla="*/ 111945 w 111945"/>
                    <a:gd name="connsiteY25" fmla="*/ 72541 h 120901"/>
                    <a:gd name="connsiteX26" fmla="*/ 111945 w 111945"/>
                    <a:gd name="connsiteY26" fmla="*/ 12538 h 120901"/>
                    <a:gd name="connsiteX27" fmla="*/ 98960 w 111945"/>
                    <a:gd name="connsiteY27" fmla="*/ 0 h 120901"/>
                    <a:gd name="connsiteX28" fmla="*/ 4478 w 111945"/>
                    <a:gd name="connsiteY28" fmla="*/ 40300 h 120901"/>
                    <a:gd name="connsiteX29" fmla="*/ 4478 w 111945"/>
                    <a:gd name="connsiteY29" fmla="*/ 12538 h 120901"/>
                    <a:gd name="connsiteX30" fmla="*/ 12986 w 111945"/>
                    <a:gd name="connsiteY30" fmla="*/ 4478 h 120901"/>
                    <a:gd name="connsiteX31" fmla="*/ 98960 w 111945"/>
                    <a:gd name="connsiteY31" fmla="*/ 4478 h 120901"/>
                    <a:gd name="connsiteX32" fmla="*/ 107468 w 111945"/>
                    <a:gd name="connsiteY32" fmla="*/ 12538 h 120901"/>
                    <a:gd name="connsiteX33" fmla="*/ 107468 w 111945"/>
                    <a:gd name="connsiteY33" fmla="*/ 40300 h 120901"/>
                    <a:gd name="connsiteX34" fmla="*/ 4478 w 111945"/>
                    <a:gd name="connsiteY34" fmla="*/ 40300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1945" h="120901">
                      <a:moveTo>
                        <a:pt x="98960" y="0"/>
                      </a:moveTo>
                      <a:lnTo>
                        <a:pt x="12986" y="0"/>
                      </a:lnTo>
                      <a:cubicBezTo>
                        <a:pt x="5821" y="0"/>
                        <a:pt x="0" y="5821"/>
                        <a:pt x="0" y="12538"/>
                      </a:cubicBezTo>
                      <a:lnTo>
                        <a:pt x="0" y="42091"/>
                      </a:lnTo>
                      <a:cubicBezTo>
                        <a:pt x="0" y="42091"/>
                        <a:pt x="0" y="42091"/>
                        <a:pt x="0" y="42091"/>
                      </a:cubicBezTo>
                      <a:cubicBezTo>
                        <a:pt x="0" y="42091"/>
                        <a:pt x="0" y="42091"/>
                        <a:pt x="0" y="42091"/>
                      </a:cubicBezTo>
                      <a:lnTo>
                        <a:pt x="0" y="82392"/>
                      </a:lnTo>
                      <a:cubicBezTo>
                        <a:pt x="0" y="82392"/>
                        <a:pt x="0" y="82392"/>
                        <a:pt x="0" y="82392"/>
                      </a:cubicBezTo>
                      <a:cubicBezTo>
                        <a:pt x="0" y="82392"/>
                        <a:pt x="0" y="82392"/>
                        <a:pt x="0" y="82392"/>
                      </a:cubicBezTo>
                      <a:lnTo>
                        <a:pt x="0" y="112393"/>
                      </a:lnTo>
                      <a:cubicBezTo>
                        <a:pt x="0" y="119558"/>
                        <a:pt x="5821" y="124931"/>
                        <a:pt x="12986" y="124931"/>
                      </a:cubicBezTo>
                      <a:lnTo>
                        <a:pt x="75227" y="124931"/>
                      </a:lnTo>
                      <a:cubicBezTo>
                        <a:pt x="76571" y="124931"/>
                        <a:pt x="77466" y="124035"/>
                        <a:pt x="77466" y="122692"/>
                      </a:cubicBezTo>
                      <a:cubicBezTo>
                        <a:pt x="77466" y="121349"/>
                        <a:pt x="76571" y="120453"/>
                        <a:pt x="75227" y="120453"/>
                      </a:cubicBezTo>
                      <a:lnTo>
                        <a:pt x="12986" y="120453"/>
                      </a:lnTo>
                      <a:cubicBezTo>
                        <a:pt x="8508" y="120453"/>
                        <a:pt x="4478" y="116871"/>
                        <a:pt x="4478" y="112393"/>
                      </a:cubicBezTo>
                      <a:lnTo>
                        <a:pt x="4478" y="84631"/>
                      </a:lnTo>
                      <a:lnTo>
                        <a:pt x="77466" y="84631"/>
                      </a:lnTo>
                      <a:cubicBezTo>
                        <a:pt x="78810" y="84631"/>
                        <a:pt x="79705" y="83735"/>
                        <a:pt x="79705" y="82392"/>
                      </a:cubicBezTo>
                      <a:cubicBezTo>
                        <a:pt x="79705" y="81048"/>
                        <a:pt x="78810" y="80153"/>
                        <a:pt x="77466" y="80153"/>
                      </a:cubicBezTo>
                      <a:lnTo>
                        <a:pt x="4478" y="80153"/>
                      </a:lnTo>
                      <a:lnTo>
                        <a:pt x="4478" y="44330"/>
                      </a:lnTo>
                      <a:lnTo>
                        <a:pt x="107468" y="44330"/>
                      </a:lnTo>
                      <a:lnTo>
                        <a:pt x="107468" y="72541"/>
                      </a:lnTo>
                      <a:cubicBezTo>
                        <a:pt x="107468" y="73884"/>
                        <a:pt x="108363" y="74779"/>
                        <a:pt x="109707" y="74779"/>
                      </a:cubicBezTo>
                      <a:cubicBezTo>
                        <a:pt x="111050" y="74779"/>
                        <a:pt x="111945" y="73884"/>
                        <a:pt x="111945" y="72541"/>
                      </a:cubicBezTo>
                      <a:lnTo>
                        <a:pt x="111945" y="12538"/>
                      </a:lnTo>
                      <a:cubicBezTo>
                        <a:pt x="111945" y="5373"/>
                        <a:pt x="106124" y="0"/>
                        <a:pt x="98960" y="0"/>
                      </a:cubicBezTo>
                      <a:close/>
                      <a:moveTo>
                        <a:pt x="4478" y="40300"/>
                      </a:moveTo>
                      <a:lnTo>
                        <a:pt x="4478" y="12538"/>
                      </a:lnTo>
                      <a:cubicBezTo>
                        <a:pt x="4478" y="8060"/>
                        <a:pt x="8508" y="4478"/>
                        <a:pt x="12986" y="4478"/>
                      </a:cubicBezTo>
                      <a:lnTo>
                        <a:pt x="98960" y="4478"/>
                      </a:lnTo>
                      <a:cubicBezTo>
                        <a:pt x="103438" y="4478"/>
                        <a:pt x="107468" y="8060"/>
                        <a:pt x="107468" y="12538"/>
                      </a:cubicBezTo>
                      <a:lnTo>
                        <a:pt x="107468" y="40300"/>
                      </a:lnTo>
                      <a:lnTo>
                        <a:pt x="4478" y="4030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7" name="Freeform: Shape 3953">
                  <a:extLst>
                    <a:ext uri="{FF2B5EF4-FFF2-40B4-BE49-F238E27FC236}">
                      <a16:creationId xmlns:a16="http://schemas.microsoft.com/office/drawing/2014/main" id="{4C3D2E14-A799-95FC-BDC6-E25ADC4A4B9D}"/>
                    </a:ext>
                  </a:extLst>
                </p:cNvPr>
                <p:cNvSpPr/>
                <p:nvPr/>
              </p:nvSpPr>
              <p:spPr>
                <a:xfrm>
                  <a:off x="1205547" y="2985854"/>
                  <a:ext cx="53734" cy="40300"/>
                </a:xfrm>
                <a:custGeom>
                  <a:avLst/>
                  <a:gdLst>
                    <a:gd name="connsiteX0" fmla="*/ 24474 w 53733"/>
                    <a:gd name="connsiteY0" fmla="*/ 42132 h 40300"/>
                    <a:gd name="connsiteX1" fmla="*/ 23131 w 53733"/>
                    <a:gd name="connsiteY1" fmla="*/ 41684 h 40300"/>
                    <a:gd name="connsiteX2" fmla="*/ 742 w 53733"/>
                    <a:gd name="connsiteY2" fmla="*/ 22877 h 40300"/>
                    <a:gd name="connsiteX3" fmla="*/ 294 w 53733"/>
                    <a:gd name="connsiteY3" fmla="*/ 19743 h 40300"/>
                    <a:gd name="connsiteX4" fmla="*/ 3429 w 53733"/>
                    <a:gd name="connsiteY4" fmla="*/ 19295 h 40300"/>
                    <a:gd name="connsiteX5" fmla="*/ 24027 w 53733"/>
                    <a:gd name="connsiteY5" fmla="*/ 36311 h 40300"/>
                    <a:gd name="connsiteX6" fmla="*/ 49998 w 53733"/>
                    <a:gd name="connsiteY6" fmla="*/ 936 h 40300"/>
                    <a:gd name="connsiteX7" fmla="*/ 53132 w 53733"/>
                    <a:gd name="connsiteY7" fmla="*/ 488 h 40300"/>
                    <a:gd name="connsiteX8" fmla="*/ 53580 w 53733"/>
                    <a:gd name="connsiteY8" fmla="*/ 3623 h 40300"/>
                    <a:gd name="connsiteX9" fmla="*/ 26265 w 53733"/>
                    <a:gd name="connsiteY9" fmla="*/ 41236 h 40300"/>
                    <a:gd name="connsiteX10" fmla="*/ 24474 w 53733"/>
                    <a:gd name="connsiteY10" fmla="*/ 42132 h 40300"/>
                    <a:gd name="connsiteX11" fmla="*/ 24474 w 53733"/>
                    <a:gd name="connsiteY11" fmla="*/ 42132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33" h="40300">
                      <a:moveTo>
                        <a:pt x="24474" y="42132"/>
                      </a:moveTo>
                      <a:cubicBezTo>
                        <a:pt x="24027" y="42132"/>
                        <a:pt x="23579" y="42132"/>
                        <a:pt x="23131" y="41684"/>
                      </a:cubicBezTo>
                      <a:lnTo>
                        <a:pt x="742" y="22877"/>
                      </a:lnTo>
                      <a:cubicBezTo>
                        <a:pt x="-154" y="21982"/>
                        <a:pt x="-154" y="20638"/>
                        <a:pt x="294" y="19743"/>
                      </a:cubicBezTo>
                      <a:cubicBezTo>
                        <a:pt x="1190" y="18847"/>
                        <a:pt x="2533" y="18847"/>
                        <a:pt x="3429" y="19295"/>
                      </a:cubicBezTo>
                      <a:lnTo>
                        <a:pt x="24027" y="36311"/>
                      </a:lnTo>
                      <a:lnTo>
                        <a:pt x="49998" y="936"/>
                      </a:lnTo>
                      <a:cubicBezTo>
                        <a:pt x="50893" y="40"/>
                        <a:pt x="52237" y="-407"/>
                        <a:pt x="53132" y="488"/>
                      </a:cubicBezTo>
                      <a:cubicBezTo>
                        <a:pt x="54028" y="1384"/>
                        <a:pt x="54476" y="2727"/>
                        <a:pt x="53580" y="3623"/>
                      </a:cubicBezTo>
                      <a:lnTo>
                        <a:pt x="26265" y="41236"/>
                      </a:lnTo>
                      <a:cubicBezTo>
                        <a:pt x="25818" y="41684"/>
                        <a:pt x="25370" y="41684"/>
                        <a:pt x="24474" y="42132"/>
                      </a:cubicBezTo>
                      <a:cubicBezTo>
                        <a:pt x="24474" y="42132"/>
                        <a:pt x="24474" y="42132"/>
                        <a:pt x="24474" y="4213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58" name="Group 3954">
                <a:extLst>
                  <a:ext uri="{FF2B5EF4-FFF2-40B4-BE49-F238E27FC236}">
                    <a16:creationId xmlns:a16="http://schemas.microsoft.com/office/drawing/2014/main" id="{546C208F-8582-98A9-05FB-53A32DE94DBE}"/>
                  </a:ext>
                  <a:ext uri="{C183D7F6-B498-43B3-948B-1728B52AA6E4}">
                    <adec:decorative xmlns:adec="http://schemas.microsoft.com/office/drawing/2017/decorative" val="1"/>
                  </a:ext>
                </a:extLst>
              </p:cNvPr>
              <p:cNvGrpSpPr>
                <a:grpSpLocks noChangeAspect="1"/>
              </p:cNvGrpSpPr>
              <p:nvPr/>
            </p:nvGrpSpPr>
            <p:grpSpPr>
              <a:xfrm>
                <a:off x="1347334" y="3638046"/>
                <a:ext cx="124035" cy="122916"/>
                <a:chOff x="1388088" y="2902607"/>
                <a:chExt cx="124035" cy="122916"/>
              </a:xfrm>
            </p:grpSpPr>
            <p:sp>
              <p:nvSpPr>
                <p:cNvPr id="59" name="Freeform: Shape 3955">
                  <a:extLst>
                    <a:ext uri="{FF2B5EF4-FFF2-40B4-BE49-F238E27FC236}">
                      <a16:creationId xmlns:a16="http://schemas.microsoft.com/office/drawing/2014/main" id="{47D464D0-FB72-A2C2-E3C1-7A410EE50EE9}"/>
                    </a:ext>
                  </a:extLst>
                </p:cNvPr>
                <p:cNvSpPr/>
                <p:nvPr/>
              </p:nvSpPr>
              <p:spPr>
                <a:xfrm>
                  <a:off x="1401521" y="29160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6568"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0" name="Freeform: Shape 3956">
                  <a:extLst>
                    <a:ext uri="{FF2B5EF4-FFF2-40B4-BE49-F238E27FC236}">
                      <a16:creationId xmlns:a16="http://schemas.microsoft.com/office/drawing/2014/main" id="{3159ACFF-204C-CA71-9391-882EAB7B0F6D}"/>
                    </a:ext>
                  </a:extLst>
                </p:cNvPr>
                <p:cNvSpPr/>
                <p:nvPr/>
              </p:nvSpPr>
              <p:spPr>
                <a:xfrm>
                  <a:off x="1401521" y="29563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6568"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1" name="Freeform: Shape 3957">
                  <a:extLst>
                    <a:ext uri="{FF2B5EF4-FFF2-40B4-BE49-F238E27FC236}">
                      <a16:creationId xmlns:a16="http://schemas.microsoft.com/office/drawing/2014/main" id="{29072DB4-35FA-8D94-4020-D12E10421B06}"/>
                    </a:ext>
                  </a:extLst>
                </p:cNvPr>
                <p:cNvSpPr/>
                <p:nvPr/>
              </p:nvSpPr>
              <p:spPr>
                <a:xfrm>
                  <a:off x="1401521" y="29966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6568"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2" name="Freeform: Shape 3958">
                  <a:extLst>
                    <a:ext uri="{FF2B5EF4-FFF2-40B4-BE49-F238E27FC236}">
                      <a16:creationId xmlns:a16="http://schemas.microsoft.com/office/drawing/2014/main" id="{809232E5-8C7C-B598-A222-0C62B52460AA}"/>
                    </a:ext>
                  </a:extLst>
                </p:cNvPr>
                <p:cNvSpPr/>
                <p:nvPr/>
              </p:nvSpPr>
              <p:spPr>
                <a:xfrm>
                  <a:off x="1388088" y="2902607"/>
                  <a:ext cx="111945" cy="120901"/>
                </a:xfrm>
                <a:custGeom>
                  <a:avLst/>
                  <a:gdLst>
                    <a:gd name="connsiteX0" fmla="*/ 98960 w 111945"/>
                    <a:gd name="connsiteY0" fmla="*/ 0 h 120901"/>
                    <a:gd name="connsiteX1" fmla="*/ 12986 w 111945"/>
                    <a:gd name="connsiteY1" fmla="*/ 0 h 120901"/>
                    <a:gd name="connsiteX2" fmla="*/ 0 w 111945"/>
                    <a:gd name="connsiteY2" fmla="*/ 12538 h 120901"/>
                    <a:gd name="connsiteX3" fmla="*/ 0 w 111945"/>
                    <a:gd name="connsiteY3" fmla="*/ 112393 h 120901"/>
                    <a:gd name="connsiteX4" fmla="*/ 12986 w 111945"/>
                    <a:gd name="connsiteY4" fmla="*/ 124931 h 120901"/>
                    <a:gd name="connsiteX5" fmla="*/ 76123 w 111945"/>
                    <a:gd name="connsiteY5" fmla="*/ 124931 h 120901"/>
                    <a:gd name="connsiteX6" fmla="*/ 78362 w 111945"/>
                    <a:gd name="connsiteY6" fmla="*/ 122692 h 120901"/>
                    <a:gd name="connsiteX7" fmla="*/ 76123 w 111945"/>
                    <a:gd name="connsiteY7" fmla="*/ 120453 h 120901"/>
                    <a:gd name="connsiteX8" fmla="*/ 12986 w 111945"/>
                    <a:gd name="connsiteY8" fmla="*/ 120453 h 120901"/>
                    <a:gd name="connsiteX9" fmla="*/ 4478 w 111945"/>
                    <a:gd name="connsiteY9" fmla="*/ 112393 h 120901"/>
                    <a:gd name="connsiteX10" fmla="*/ 4478 w 111945"/>
                    <a:gd name="connsiteY10" fmla="*/ 84631 h 120901"/>
                    <a:gd name="connsiteX11" fmla="*/ 77466 w 111945"/>
                    <a:gd name="connsiteY11" fmla="*/ 84631 h 120901"/>
                    <a:gd name="connsiteX12" fmla="*/ 79705 w 111945"/>
                    <a:gd name="connsiteY12" fmla="*/ 82392 h 120901"/>
                    <a:gd name="connsiteX13" fmla="*/ 77466 w 111945"/>
                    <a:gd name="connsiteY13" fmla="*/ 80153 h 120901"/>
                    <a:gd name="connsiteX14" fmla="*/ 4478 w 111945"/>
                    <a:gd name="connsiteY14" fmla="*/ 80153 h 120901"/>
                    <a:gd name="connsiteX15" fmla="*/ 4478 w 111945"/>
                    <a:gd name="connsiteY15" fmla="*/ 44330 h 120901"/>
                    <a:gd name="connsiteX16" fmla="*/ 107468 w 111945"/>
                    <a:gd name="connsiteY16" fmla="*/ 44330 h 120901"/>
                    <a:gd name="connsiteX17" fmla="*/ 107468 w 111945"/>
                    <a:gd name="connsiteY17" fmla="*/ 68958 h 120901"/>
                    <a:gd name="connsiteX18" fmla="*/ 109707 w 111945"/>
                    <a:gd name="connsiteY18" fmla="*/ 71197 h 120901"/>
                    <a:gd name="connsiteX19" fmla="*/ 111945 w 111945"/>
                    <a:gd name="connsiteY19" fmla="*/ 68958 h 120901"/>
                    <a:gd name="connsiteX20" fmla="*/ 111945 w 111945"/>
                    <a:gd name="connsiteY20" fmla="*/ 12538 h 120901"/>
                    <a:gd name="connsiteX21" fmla="*/ 98960 w 111945"/>
                    <a:gd name="connsiteY21" fmla="*/ 0 h 120901"/>
                    <a:gd name="connsiteX22" fmla="*/ 4478 w 111945"/>
                    <a:gd name="connsiteY22" fmla="*/ 40300 h 120901"/>
                    <a:gd name="connsiteX23" fmla="*/ 4478 w 111945"/>
                    <a:gd name="connsiteY23" fmla="*/ 12538 h 120901"/>
                    <a:gd name="connsiteX24" fmla="*/ 12986 w 111945"/>
                    <a:gd name="connsiteY24" fmla="*/ 4478 h 120901"/>
                    <a:gd name="connsiteX25" fmla="*/ 98960 w 111945"/>
                    <a:gd name="connsiteY25" fmla="*/ 4478 h 120901"/>
                    <a:gd name="connsiteX26" fmla="*/ 107468 w 111945"/>
                    <a:gd name="connsiteY26" fmla="*/ 12538 h 120901"/>
                    <a:gd name="connsiteX27" fmla="*/ 107468 w 111945"/>
                    <a:gd name="connsiteY27" fmla="*/ 40300 h 120901"/>
                    <a:gd name="connsiteX28" fmla="*/ 4478 w 111945"/>
                    <a:gd name="connsiteY28" fmla="*/ 40300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945" h="120901">
                      <a:moveTo>
                        <a:pt x="98960" y="0"/>
                      </a:moveTo>
                      <a:lnTo>
                        <a:pt x="12986" y="0"/>
                      </a:lnTo>
                      <a:cubicBezTo>
                        <a:pt x="5821" y="0"/>
                        <a:pt x="0" y="5821"/>
                        <a:pt x="0" y="12538"/>
                      </a:cubicBezTo>
                      <a:lnTo>
                        <a:pt x="0" y="112393"/>
                      </a:lnTo>
                      <a:cubicBezTo>
                        <a:pt x="0" y="119558"/>
                        <a:pt x="5821" y="124931"/>
                        <a:pt x="12986" y="124931"/>
                      </a:cubicBezTo>
                      <a:lnTo>
                        <a:pt x="76123" y="124931"/>
                      </a:lnTo>
                      <a:cubicBezTo>
                        <a:pt x="77466" y="124931"/>
                        <a:pt x="78362" y="124035"/>
                        <a:pt x="78362" y="122692"/>
                      </a:cubicBezTo>
                      <a:cubicBezTo>
                        <a:pt x="78362" y="121349"/>
                        <a:pt x="77466" y="120453"/>
                        <a:pt x="76123" y="120453"/>
                      </a:cubicBezTo>
                      <a:lnTo>
                        <a:pt x="12986" y="120453"/>
                      </a:lnTo>
                      <a:cubicBezTo>
                        <a:pt x="8508" y="120453"/>
                        <a:pt x="4478" y="116871"/>
                        <a:pt x="4478" y="112393"/>
                      </a:cubicBezTo>
                      <a:lnTo>
                        <a:pt x="4478" y="84631"/>
                      </a:lnTo>
                      <a:lnTo>
                        <a:pt x="77466" y="84631"/>
                      </a:lnTo>
                      <a:cubicBezTo>
                        <a:pt x="78810" y="84631"/>
                        <a:pt x="79705" y="83735"/>
                        <a:pt x="79705" y="82392"/>
                      </a:cubicBezTo>
                      <a:cubicBezTo>
                        <a:pt x="79705" y="81048"/>
                        <a:pt x="78810" y="80153"/>
                        <a:pt x="77466" y="80153"/>
                      </a:cubicBezTo>
                      <a:lnTo>
                        <a:pt x="4478" y="80153"/>
                      </a:lnTo>
                      <a:lnTo>
                        <a:pt x="4478" y="44330"/>
                      </a:lnTo>
                      <a:lnTo>
                        <a:pt x="107468" y="44330"/>
                      </a:lnTo>
                      <a:lnTo>
                        <a:pt x="107468" y="68958"/>
                      </a:lnTo>
                      <a:cubicBezTo>
                        <a:pt x="107468" y="70302"/>
                        <a:pt x="108363" y="71197"/>
                        <a:pt x="109707" y="71197"/>
                      </a:cubicBezTo>
                      <a:cubicBezTo>
                        <a:pt x="111050" y="71197"/>
                        <a:pt x="111945" y="70302"/>
                        <a:pt x="111945" y="68958"/>
                      </a:cubicBezTo>
                      <a:lnTo>
                        <a:pt x="111945" y="12538"/>
                      </a:lnTo>
                      <a:cubicBezTo>
                        <a:pt x="111945" y="5373"/>
                        <a:pt x="106124" y="0"/>
                        <a:pt x="98960" y="0"/>
                      </a:cubicBezTo>
                      <a:close/>
                      <a:moveTo>
                        <a:pt x="4478" y="40300"/>
                      </a:moveTo>
                      <a:lnTo>
                        <a:pt x="4478" y="12538"/>
                      </a:lnTo>
                      <a:cubicBezTo>
                        <a:pt x="4478" y="8060"/>
                        <a:pt x="8508" y="4478"/>
                        <a:pt x="12986" y="4478"/>
                      </a:cubicBezTo>
                      <a:lnTo>
                        <a:pt x="98960" y="4478"/>
                      </a:lnTo>
                      <a:cubicBezTo>
                        <a:pt x="103438" y="4478"/>
                        <a:pt x="107468" y="8060"/>
                        <a:pt x="107468" y="12538"/>
                      </a:cubicBezTo>
                      <a:lnTo>
                        <a:pt x="107468" y="40300"/>
                      </a:lnTo>
                      <a:lnTo>
                        <a:pt x="4478" y="4030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3" name="Freeform: Shape 3959">
                  <a:extLst>
                    <a:ext uri="{FF2B5EF4-FFF2-40B4-BE49-F238E27FC236}">
                      <a16:creationId xmlns:a16="http://schemas.microsoft.com/office/drawing/2014/main" id="{A5383F2F-58CA-4E79-9E4D-E99625857929}"/>
                    </a:ext>
                  </a:extLst>
                </p:cNvPr>
                <p:cNvSpPr/>
                <p:nvPr/>
              </p:nvSpPr>
              <p:spPr>
                <a:xfrm>
                  <a:off x="1471823" y="2976267"/>
                  <a:ext cx="40300" cy="49256"/>
                </a:xfrm>
                <a:custGeom>
                  <a:avLst/>
                  <a:gdLst>
                    <a:gd name="connsiteX0" fmla="*/ 20150 w 40300"/>
                    <a:gd name="connsiteY0" fmla="*/ 9627 h 49255"/>
                    <a:gd name="connsiteX1" fmla="*/ 14777 w 40300"/>
                    <a:gd name="connsiteY1" fmla="*/ 9627 h 49255"/>
                    <a:gd name="connsiteX2" fmla="*/ 20598 w 40300"/>
                    <a:gd name="connsiteY2" fmla="*/ 3806 h 49255"/>
                    <a:gd name="connsiteX3" fmla="*/ 20598 w 40300"/>
                    <a:gd name="connsiteY3" fmla="*/ 672 h 49255"/>
                    <a:gd name="connsiteX4" fmla="*/ 17463 w 40300"/>
                    <a:gd name="connsiteY4" fmla="*/ 672 h 49255"/>
                    <a:gd name="connsiteX5" fmla="*/ 8060 w 40300"/>
                    <a:gd name="connsiteY5" fmla="*/ 10075 h 49255"/>
                    <a:gd name="connsiteX6" fmla="*/ 8060 w 40300"/>
                    <a:gd name="connsiteY6" fmla="*/ 13210 h 49255"/>
                    <a:gd name="connsiteX7" fmla="*/ 17463 w 40300"/>
                    <a:gd name="connsiteY7" fmla="*/ 22613 h 49255"/>
                    <a:gd name="connsiteX8" fmla="*/ 19255 w 40300"/>
                    <a:gd name="connsiteY8" fmla="*/ 23061 h 49255"/>
                    <a:gd name="connsiteX9" fmla="*/ 21046 w 40300"/>
                    <a:gd name="connsiteY9" fmla="*/ 22613 h 49255"/>
                    <a:gd name="connsiteX10" fmla="*/ 21046 w 40300"/>
                    <a:gd name="connsiteY10" fmla="*/ 19478 h 49255"/>
                    <a:gd name="connsiteX11" fmla="*/ 15672 w 40300"/>
                    <a:gd name="connsiteY11" fmla="*/ 14105 h 49255"/>
                    <a:gd name="connsiteX12" fmla="*/ 21046 w 40300"/>
                    <a:gd name="connsiteY12" fmla="*/ 14105 h 49255"/>
                    <a:gd name="connsiteX13" fmla="*/ 37614 w 40300"/>
                    <a:gd name="connsiteY13" fmla="*/ 30673 h 49255"/>
                    <a:gd name="connsiteX14" fmla="*/ 21046 w 40300"/>
                    <a:gd name="connsiteY14" fmla="*/ 47241 h 49255"/>
                    <a:gd name="connsiteX15" fmla="*/ 4478 w 40300"/>
                    <a:gd name="connsiteY15" fmla="*/ 30673 h 49255"/>
                    <a:gd name="connsiteX16" fmla="*/ 2239 w 40300"/>
                    <a:gd name="connsiteY16" fmla="*/ 28434 h 49255"/>
                    <a:gd name="connsiteX17" fmla="*/ 0 w 40300"/>
                    <a:gd name="connsiteY17" fmla="*/ 30673 h 49255"/>
                    <a:gd name="connsiteX18" fmla="*/ 21046 w 40300"/>
                    <a:gd name="connsiteY18" fmla="*/ 51719 h 49255"/>
                    <a:gd name="connsiteX19" fmla="*/ 42091 w 40300"/>
                    <a:gd name="connsiteY19" fmla="*/ 30673 h 49255"/>
                    <a:gd name="connsiteX20" fmla="*/ 20150 w 40300"/>
                    <a:gd name="connsiteY20" fmla="*/ 9627 h 4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00" h="49255">
                      <a:moveTo>
                        <a:pt x="20150" y="9627"/>
                      </a:moveTo>
                      <a:lnTo>
                        <a:pt x="14777" y="9627"/>
                      </a:lnTo>
                      <a:lnTo>
                        <a:pt x="20598" y="3806"/>
                      </a:lnTo>
                      <a:cubicBezTo>
                        <a:pt x="21494" y="2911"/>
                        <a:pt x="21494" y="1567"/>
                        <a:pt x="20598" y="672"/>
                      </a:cubicBezTo>
                      <a:cubicBezTo>
                        <a:pt x="19702" y="-224"/>
                        <a:pt x="18359" y="-224"/>
                        <a:pt x="17463" y="672"/>
                      </a:cubicBezTo>
                      <a:lnTo>
                        <a:pt x="8060" y="10075"/>
                      </a:lnTo>
                      <a:cubicBezTo>
                        <a:pt x="7164" y="10971"/>
                        <a:pt x="7164" y="12314"/>
                        <a:pt x="8060" y="13210"/>
                      </a:cubicBezTo>
                      <a:lnTo>
                        <a:pt x="17463" y="22613"/>
                      </a:lnTo>
                      <a:cubicBezTo>
                        <a:pt x="17911" y="23061"/>
                        <a:pt x="18359" y="23061"/>
                        <a:pt x="19255" y="23061"/>
                      </a:cubicBezTo>
                      <a:cubicBezTo>
                        <a:pt x="20150" y="23061"/>
                        <a:pt x="20598" y="23061"/>
                        <a:pt x="21046" y="22613"/>
                      </a:cubicBezTo>
                      <a:cubicBezTo>
                        <a:pt x="21941" y="21717"/>
                        <a:pt x="21941" y="20374"/>
                        <a:pt x="21046" y="19478"/>
                      </a:cubicBezTo>
                      <a:lnTo>
                        <a:pt x="15672" y="14105"/>
                      </a:lnTo>
                      <a:lnTo>
                        <a:pt x="21046" y="14105"/>
                      </a:lnTo>
                      <a:cubicBezTo>
                        <a:pt x="30001" y="14105"/>
                        <a:pt x="37614" y="21717"/>
                        <a:pt x="37614" y="30673"/>
                      </a:cubicBezTo>
                      <a:cubicBezTo>
                        <a:pt x="37614" y="39629"/>
                        <a:pt x="30001" y="47241"/>
                        <a:pt x="21046" y="47241"/>
                      </a:cubicBezTo>
                      <a:cubicBezTo>
                        <a:pt x="12090" y="47241"/>
                        <a:pt x="4478" y="39629"/>
                        <a:pt x="4478" y="30673"/>
                      </a:cubicBezTo>
                      <a:cubicBezTo>
                        <a:pt x="4478" y="29330"/>
                        <a:pt x="3582" y="28434"/>
                        <a:pt x="2239" y="28434"/>
                      </a:cubicBezTo>
                      <a:cubicBezTo>
                        <a:pt x="896" y="28434"/>
                        <a:pt x="0" y="29330"/>
                        <a:pt x="0" y="30673"/>
                      </a:cubicBezTo>
                      <a:cubicBezTo>
                        <a:pt x="0" y="42315"/>
                        <a:pt x="9403" y="51719"/>
                        <a:pt x="21046" y="51719"/>
                      </a:cubicBezTo>
                      <a:cubicBezTo>
                        <a:pt x="32688" y="51719"/>
                        <a:pt x="42091" y="42315"/>
                        <a:pt x="42091" y="30673"/>
                      </a:cubicBezTo>
                      <a:cubicBezTo>
                        <a:pt x="42091" y="19031"/>
                        <a:pt x="31792" y="9627"/>
                        <a:pt x="20150" y="962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64" name="Group 3960">
                <a:extLst>
                  <a:ext uri="{FF2B5EF4-FFF2-40B4-BE49-F238E27FC236}">
                    <a16:creationId xmlns:a16="http://schemas.microsoft.com/office/drawing/2014/main" id="{A20DCF05-AA0C-4A08-35AB-646826F92F93}"/>
                  </a:ext>
                  <a:ext uri="{C183D7F6-B498-43B3-948B-1728B52AA6E4}">
                    <adec:decorative xmlns:adec="http://schemas.microsoft.com/office/drawing/2017/decorative" val="1"/>
                  </a:ext>
                </a:extLst>
              </p:cNvPr>
              <p:cNvGrpSpPr>
                <a:grpSpLocks noChangeAspect="1"/>
              </p:cNvGrpSpPr>
              <p:nvPr/>
            </p:nvGrpSpPr>
            <p:grpSpPr>
              <a:xfrm>
                <a:off x="1877060" y="3638046"/>
                <a:ext cx="125379" cy="123140"/>
                <a:chOff x="1917814" y="2902607"/>
                <a:chExt cx="125379" cy="123140"/>
              </a:xfrm>
            </p:grpSpPr>
            <p:sp>
              <p:nvSpPr>
                <p:cNvPr id="65" name="Freeform: Shape 3961">
                  <a:extLst>
                    <a:ext uri="{FF2B5EF4-FFF2-40B4-BE49-F238E27FC236}">
                      <a16:creationId xmlns:a16="http://schemas.microsoft.com/office/drawing/2014/main" id="{E5A723A4-0009-3698-9774-B00C3326AD6A}"/>
                    </a:ext>
                  </a:extLst>
                </p:cNvPr>
                <p:cNvSpPr/>
                <p:nvPr/>
              </p:nvSpPr>
              <p:spPr>
                <a:xfrm>
                  <a:off x="1931247" y="2915593"/>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6568"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6" name="Freeform: Shape 3962">
                  <a:extLst>
                    <a:ext uri="{FF2B5EF4-FFF2-40B4-BE49-F238E27FC236}">
                      <a16:creationId xmlns:a16="http://schemas.microsoft.com/office/drawing/2014/main" id="{455BC3BE-7CA4-8703-F236-A95C5075E6B0}"/>
                    </a:ext>
                  </a:extLst>
                </p:cNvPr>
                <p:cNvSpPr/>
                <p:nvPr/>
              </p:nvSpPr>
              <p:spPr>
                <a:xfrm>
                  <a:off x="1931247" y="29563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6568"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7" name="Freeform: Shape 3963">
                  <a:extLst>
                    <a:ext uri="{FF2B5EF4-FFF2-40B4-BE49-F238E27FC236}">
                      <a16:creationId xmlns:a16="http://schemas.microsoft.com/office/drawing/2014/main" id="{91EF4C0C-0A80-40B4-030B-66AE24E272F9}"/>
                    </a:ext>
                  </a:extLst>
                </p:cNvPr>
                <p:cNvSpPr/>
                <p:nvPr/>
              </p:nvSpPr>
              <p:spPr>
                <a:xfrm>
                  <a:off x="1931247" y="29966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6568"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8" name="Freeform: Shape 3964">
                  <a:extLst>
                    <a:ext uri="{FF2B5EF4-FFF2-40B4-BE49-F238E27FC236}">
                      <a16:creationId xmlns:a16="http://schemas.microsoft.com/office/drawing/2014/main" id="{0995C480-8FCD-DE1E-6F4F-D9AD885B8B2F}"/>
                    </a:ext>
                  </a:extLst>
                </p:cNvPr>
                <p:cNvSpPr/>
                <p:nvPr/>
              </p:nvSpPr>
              <p:spPr>
                <a:xfrm>
                  <a:off x="1917814" y="2902607"/>
                  <a:ext cx="111945" cy="120901"/>
                </a:xfrm>
                <a:custGeom>
                  <a:avLst/>
                  <a:gdLst>
                    <a:gd name="connsiteX0" fmla="*/ 98960 w 111945"/>
                    <a:gd name="connsiteY0" fmla="*/ 0 h 120901"/>
                    <a:gd name="connsiteX1" fmla="*/ 12986 w 111945"/>
                    <a:gd name="connsiteY1" fmla="*/ 0 h 120901"/>
                    <a:gd name="connsiteX2" fmla="*/ 0 w 111945"/>
                    <a:gd name="connsiteY2" fmla="*/ 12538 h 120901"/>
                    <a:gd name="connsiteX3" fmla="*/ 0 w 111945"/>
                    <a:gd name="connsiteY3" fmla="*/ 112393 h 120901"/>
                    <a:gd name="connsiteX4" fmla="*/ 12986 w 111945"/>
                    <a:gd name="connsiteY4" fmla="*/ 124931 h 120901"/>
                    <a:gd name="connsiteX5" fmla="*/ 69406 w 111945"/>
                    <a:gd name="connsiteY5" fmla="*/ 124931 h 120901"/>
                    <a:gd name="connsiteX6" fmla="*/ 71645 w 111945"/>
                    <a:gd name="connsiteY6" fmla="*/ 122692 h 120901"/>
                    <a:gd name="connsiteX7" fmla="*/ 69406 w 111945"/>
                    <a:gd name="connsiteY7" fmla="*/ 120453 h 120901"/>
                    <a:gd name="connsiteX8" fmla="*/ 12986 w 111945"/>
                    <a:gd name="connsiteY8" fmla="*/ 120453 h 120901"/>
                    <a:gd name="connsiteX9" fmla="*/ 4478 w 111945"/>
                    <a:gd name="connsiteY9" fmla="*/ 112393 h 120901"/>
                    <a:gd name="connsiteX10" fmla="*/ 4478 w 111945"/>
                    <a:gd name="connsiteY10" fmla="*/ 84631 h 120901"/>
                    <a:gd name="connsiteX11" fmla="*/ 77466 w 111945"/>
                    <a:gd name="connsiteY11" fmla="*/ 84631 h 120901"/>
                    <a:gd name="connsiteX12" fmla="*/ 79705 w 111945"/>
                    <a:gd name="connsiteY12" fmla="*/ 82392 h 120901"/>
                    <a:gd name="connsiteX13" fmla="*/ 77466 w 111945"/>
                    <a:gd name="connsiteY13" fmla="*/ 80153 h 120901"/>
                    <a:gd name="connsiteX14" fmla="*/ 4478 w 111945"/>
                    <a:gd name="connsiteY14" fmla="*/ 80153 h 120901"/>
                    <a:gd name="connsiteX15" fmla="*/ 4478 w 111945"/>
                    <a:gd name="connsiteY15" fmla="*/ 44330 h 120901"/>
                    <a:gd name="connsiteX16" fmla="*/ 107468 w 111945"/>
                    <a:gd name="connsiteY16" fmla="*/ 44330 h 120901"/>
                    <a:gd name="connsiteX17" fmla="*/ 107468 w 111945"/>
                    <a:gd name="connsiteY17" fmla="*/ 68958 h 120901"/>
                    <a:gd name="connsiteX18" fmla="*/ 109707 w 111945"/>
                    <a:gd name="connsiteY18" fmla="*/ 71197 h 120901"/>
                    <a:gd name="connsiteX19" fmla="*/ 111945 w 111945"/>
                    <a:gd name="connsiteY19" fmla="*/ 68958 h 120901"/>
                    <a:gd name="connsiteX20" fmla="*/ 111945 w 111945"/>
                    <a:gd name="connsiteY20" fmla="*/ 12538 h 120901"/>
                    <a:gd name="connsiteX21" fmla="*/ 98960 w 111945"/>
                    <a:gd name="connsiteY21" fmla="*/ 0 h 120901"/>
                    <a:gd name="connsiteX22" fmla="*/ 4478 w 111945"/>
                    <a:gd name="connsiteY22" fmla="*/ 40300 h 120901"/>
                    <a:gd name="connsiteX23" fmla="*/ 4478 w 111945"/>
                    <a:gd name="connsiteY23" fmla="*/ 12538 h 120901"/>
                    <a:gd name="connsiteX24" fmla="*/ 12986 w 111945"/>
                    <a:gd name="connsiteY24" fmla="*/ 4478 h 120901"/>
                    <a:gd name="connsiteX25" fmla="*/ 98960 w 111945"/>
                    <a:gd name="connsiteY25" fmla="*/ 4478 h 120901"/>
                    <a:gd name="connsiteX26" fmla="*/ 107468 w 111945"/>
                    <a:gd name="connsiteY26" fmla="*/ 12538 h 120901"/>
                    <a:gd name="connsiteX27" fmla="*/ 107468 w 111945"/>
                    <a:gd name="connsiteY27" fmla="*/ 39853 h 120901"/>
                    <a:gd name="connsiteX28" fmla="*/ 4478 w 111945"/>
                    <a:gd name="connsiteY28" fmla="*/ 39853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945" h="120901">
                      <a:moveTo>
                        <a:pt x="98960" y="0"/>
                      </a:moveTo>
                      <a:lnTo>
                        <a:pt x="12986" y="0"/>
                      </a:lnTo>
                      <a:cubicBezTo>
                        <a:pt x="5821" y="0"/>
                        <a:pt x="0" y="5821"/>
                        <a:pt x="0" y="12538"/>
                      </a:cubicBezTo>
                      <a:lnTo>
                        <a:pt x="0" y="112393"/>
                      </a:lnTo>
                      <a:cubicBezTo>
                        <a:pt x="0" y="119558"/>
                        <a:pt x="5821" y="124931"/>
                        <a:pt x="12986" y="124931"/>
                      </a:cubicBezTo>
                      <a:lnTo>
                        <a:pt x="69406" y="124931"/>
                      </a:lnTo>
                      <a:cubicBezTo>
                        <a:pt x="70750" y="124931"/>
                        <a:pt x="71645" y="124035"/>
                        <a:pt x="71645" y="122692"/>
                      </a:cubicBezTo>
                      <a:cubicBezTo>
                        <a:pt x="71645" y="121349"/>
                        <a:pt x="70750" y="120453"/>
                        <a:pt x="69406" y="120453"/>
                      </a:cubicBezTo>
                      <a:lnTo>
                        <a:pt x="12986" y="120453"/>
                      </a:lnTo>
                      <a:cubicBezTo>
                        <a:pt x="8508" y="120453"/>
                        <a:pt x="4478" y="116871"/>
                        <a:pt x="4478" y="112393"/>
                      </a:cubicBezTo>
                      <a:lnTo>
                        <a:pt x="4478" y="84631"/>
                      </a:lnTo>
                      <a:lnTo>
                        <a:pt x="77466" y="84631"/>
                      </a:lnTo>
                      <a:cubicBezTo>
                        <a:pt x="78810" y="84631"/>
                        <a:pt x="79705" y="83735"/>
                        <a:pt x="79705" y="82392"/>
                      </a:cubicBezTo>
                      <a:cubicBezTo>
                        <a:pt x="79705" y="81048"/>
                        <a:pt x="78810" y="80153"/>
                        <a:pt x="77466" y="80153"/>
                      </a:cubicBezTo>
                      <a:lnTo>
                        <a:pt x="4478" y="80153"/>
                      </a:lnTo>
                      <a:lnTo>
                        <a:pt x="4478" y="44330"/>
                      </a:lnTo>
                      <a:lnTo>
                        <a:pt x="107468" y="44330"/>
                      </a:lnTo>
                      <a:lnTo>
                        <a:pt x="107468" y="68958"/>
                      </a:lnTo>
                      <a:cubicBezTo>
                        <a:pt x="107468" y="70302"/>
                        <a:pt x="108363" y="71197"/>
                        <a:pt x="109707" y="71197"/>
                      </a:cubicBezTo>
                      <a:cubicBezTo>
                        <a:pt x="111050" y="71197"/>
                        <a:pt x="111945" y="70302"/>
                        <a:pt x="111945" y="68958"/>
                      </a:cubicBezTo>
                      <a:lnTo>
                        <a:pt x="111945" y="12538"/>
                      </a:lnTo>
                      <a:cubicBezTo>
                        <a:pt x="111945" y="5373"/>
                        <a:pt x="106124" y="0"/>
                        <a:pt x="98960" y="0"/>
                      </a:cubicBezTo>
                      <a:close/>
                      <a:moveTo>
                        <a:pt x="4478" y="40300"/>
                      </a:moveTo>
                      <a:lnTo>
                        <a:pt x="4478" y="12538"/>
                      </a:lnTo>
                      <a:cubicBezTo>
                        <a:pt x="4478" y="8060"/>
                        <a:pt x="8508" y="4478"/>
                        <a:pt x="12986" y="4478"/>
                      </a:cubicBezTo>
                      <a:lnTo>
                        <a:pt x="98960" y="4478"/>
                      </a:lnTo>
                      <a:cubicBezTo>
                        <a:pt x="103438" y="4478"/>
                        <a:pt x="107468" y="8060"/>
                        <a:pt x="107468" y="12538"/>
                      </a:cubicBezTo>
                      <a:lnTo>
                        <a:pt x="107468" y="39853"/>
                      </a:lnTo>
                      <a:lnTo>
                        <a:pt x="4478" y="3985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9" name="Freeform: Shape 3965">
                  <a:extLst>
                    <a:ext uri="{FF2B5EF4-FFF2-40B4-BE49-F238E27FC236}">
                      <a16:creationId xmlns:a16="http://schemas.microsoft.com/office/drawing/2014/main" id="{79862660-ACE4-9DE1-CC5A-DB035D23C8AA}"/>
                    </a:ext>
                  </a:extLst>
                </p:cNvPr>
                <p:cNvSpPr/>
                <p:nvPr/>
              </p:nvSpPr>
              <p:spPr>
                <a:xfrm>
                  <a:off x="1998415" y="2980969"/>
                  <a:ext cx="44778" cy="44778"/>
                </a:xfrm>
                <a:custGeom>
                  <a:avLst/>
                  <a:gdLst>
                    <a:gd name="connsiteX0" fmla="*/ 42539 w 44778"/>
                    <a:gd name="connsiteY0" fmla="*/ 15672 h 44778"/>
                    <a:gd name="connsiteX1" fmla="*/ 35375 w 44778"/>
                    <a:gd name="connsiteY1" fmla="*/ 15672 h 44778"/>
                    <a:gd name="connsiteX2" fmla="*/ 35375 w 44778"/>
                    <a:gd name="connsiteY2" fmla="*/ 12986 h 44778"/>
                    <a:gd name="connsiteX3" fmla="*/ 22389 w 44778"/>
                    <a:gd name="connsiteY3" fmla="*/ 0 h 44778"/>
                    <a:gd name="connsiteX4" fmla="*/ 9403 w 44778"/>
                    <a:gd name="connsiteY4" fmla="*/ 12986 h 44778"/>
                    <a:gd name="connsiteX5" fmla="*/ 9403 w 44778"/>
                    <a:gd name="connsiteY5" fmla="*/ 15672 h 44778"/>
                    <a:gd name="connsiteX6" fmla="*/ 2239 w 44778"/>
                    <a:gd name="connsiteY6" fmla="*/ 15672 h 44778"/>
                    <a:gd name="connsiteX7" fmla="*/ 0 w 44778"/>
                    <a:gd name="connsiteY7" fmla="*/ 17911 h 44778"/>
                    <a:gd name="connsiteX8" fmla="*/ 0 w 44778"/>
                    <a:gd name="connsiteY8" fmla="*/ 44778 h 44778"/>
                    <a:gd name="connsiteX9" fmla="*/ 2239 w 44778"/>
                    <a:gd name="connsiteY9" fmla="*/ 47017 h 44778"/>
                    <a:gd name="connsiteX10" fmla="*/ 42539 w 44778"/>
                    <a:gd name="connsiteY10" fmla="*/ 47017 h 44778"/>
                    <a:gd name="connsiteX11" fmla="*/ 44778 w 44778"/>
                    <a:gd name="connsiteY11" fmla="*/ 44778 h 44778"/>
                    <a:gd name="connsiteX12" fmla="*/ 44778 w 44778"/>
                    <a:gd name="connsiteY12" fmla="*/ 17911 h 44778"/>
                    <a:gd name="connsiteX13" fmla="*/ 42539 w 44778"/>
                    <a:gd name="connsiteY13" fmla="*/ 15672 h 44778"/>
                    <a:gd name="connsiteX14" fmla="*/ 13881 w 44778"/>
                    <a:gd name="connsiteY14" fmla="*/ 12538 h 44778"/>
                    <a:gd name="connsiteX15" fmla="*/ 22389 w 44778"/>
                    <a:gd name="connsiteY15" fmla="*/ 4030 h 44778"/>
                    <a:gd name="connsiteX16" fmla="*/ 30897 w 44778"/>
                    <a:gd name="connsiteY16" fmla="*/ 12538 h 44778"/>
                    <a:gd name="connsiteX17" fmla="*/ 30897 w 44778"/>
                    <a:gd name="connsiteY17" fmla="*/ 15225 h 44778"/>
                    <a:gd name="connsiteX18" fmla="*/ 13881 w 44778"/>
                    <a:gd name="connsiteY18" fmla="*/ 15225 h 44778"/>
                    <a:gd name="connsiteX19" fmla="*/ 13881 w 44778"/>
                    <a:gd name="connsiteY19" fmla="*/ 12538 h 44778"/>
                    <a:gd name="connsiteX20" fmla="*/ 40300 w 44778"/>
                    <a:gd name="connsiteY20" fmla="*/ 42539 h 44778"/>
                    <a:gd name="connsiteX21" fmla="*/ 4478 w 44778"/>
                    <a:gd name="connsiteY21" fmla="*/ 42539 h 44778"/>
                    <a:gd name="connsiteX22" fmla="*/ 4478 w 44778"/>
                    <a:gd name="connsiteY22" fmla="*/ 20150 h 44778"/>
                    <a:gd name="connsiteX23" fmla="*/ 40300 w 44778"/>
                    <a:gd name="connsiteY23" fmla="*/ 20150 h 44778"/>
                    <a:gd name="connsiteX24" fmla="*/ 40300 w 44778"/>
                    <a:gd name="connsiteY24" fmla="*/ 42539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4778" h="44778">
                      <a:moveTo>
                        <a:pt x="42539" y="15672"/>
                      </a:moveTo>
                      <a:lnTo>
                        <a:pt x="35375" y="15672"/>
                      </a:lnTo>
                      <a:lnTo>
                        <a:pt x="35375" y="12986"/>
                      </a:lnTo>
                      <a:cubicBezTo>
                        <a:pt x="35375" y="5821"/>
                        <a:pt x="29554" y="0"/>
                        <a:pt x="22389" y="0"/>
                      </a:cubicBezTo>
                      <a:cubicBezTo>
                        <a:pt x="15225" y="0"/>
                        <a:pt x="9403" y="5821"/>
                        <a:pt x="9403" y="12986"/>
                      </a:cubicBezTo>
                      <a:lnTo>
                        <a:pt x="9403" y="15672"/>
                      </a:lnTo>
                      <a:lnTo>
                        <a:pt x="2239" y="15672"/>
                      </a:lnTo>
                      <a:cubicBezTo>
                        <a:pt x="896" y="15672"/>
                        <a:pt x="0" y="16568"/>
                        <a:pt x="0" y="17911"/>
                      </a:cubicBezTo>
                      <a:lnTo>
                        <a:pt x="0" y="44778"/>
                      </a:lnTo>
                      <a:cubicBezTo>
                        <a:pt x="0" y="46121"/>
                        <a:pt x="896" y="47017"/>
                        <a:pt x="2239" y="47017"/>
                      </a:cubicBezTo>
                      <a:lnTo>
                        <a:pt x="42539" y="47017"/>
                      </a:lnTo>
                      <a:cubicBezTo>
                        <a:pt x="43883" y="47017"/>
                        <a:pt x="44778" y="46121"/>
                        <a:pt x="44778" y="44778"/>
                      </a:cubicBezTo>
                      <a:lnTo>
                        <a:pt x="44778" y="17911"/>
                      </a:lnTo>
                      <a:cubicBezTo>
                        <a:pt x="44778" y="16568"/>
                        <a:pt x="43435" y="15672"/>
                        <a:pt x="42539" y="15672"/>
                      </a:cubicBezTo>
                      <a:close/>
                      <a:moveTo>
                        <a:pt x="13881" y="12538"/>
                      </a:moveTo>
                      <a:cubicBezTo>
                        <a:pt x="13881" y="8060"/>
                        <a:pt x="17463" y="4030"/>
                        <a:pt x="22389" y="4030"/>
                      </a:cubicBezTo>
                      <a:cubicBezTo>
                        <a:pt x="26867" y="4030"/>
                        <a:pt x="30897" y="7612"/>
                        <a:pt x="30897" y="12538"/>
                      </a:cubicBezTo>
                      <a:lnTo>
                        <a:pt x="30897" y="15225"/>
                      </a:lnTo>
                      <a:lnTo>
                        <a:pt x="13881" y="15225"/>
                      </a:lnTo>
                      <a:lnTo>
                        <a:pt x="13881" y="12538"/>
                      </a:lnTo>
                      <a:close/>
                      <a:moveTo>
                        <a:pt x="40300" y="42539"/>
                      </a:moveTo>
                      <a:lnTo>
                        <a:pt x="4478" y="42539"/>
                      </a:lnTo>
                      <a:lnTo>
                        <a:pt x="4478" y="20150"/>
                      </a:lnTo>
                      <a:lnTo>
                        <a:pt x="40300" y="20150"/>
                      </a:lnTo>
                      <a:lnTo>
                        <a:pt x="40300" y="4253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70" name="Freeform: Shape 3966">
                <a:extLst>
                  <a:ext uri="{FF2B5EF4-FFF2-40B4-BE49-F238E27FC236}">
                    <a16:creationId xmlns:a16="http://schemas.microsoft.com/office/drawing/2014/main" id="{6105325A-3190-924F-495D-37C9987EB49A}"/>
                  </a:ext>
                  <a:ext uri="{C183D7F6-B498-43B3-948B-1728B52AA6E4}">
                    <adec:decorative xmlns:adec="http://schemas.microsoft.com/office/drawing/2017/decorative" val="1"/>
                  </a:ext>
                </a:extLst>
              </p:cNvPr>
              <p:cNvSpPr>
                <a:spLocks noChangeAspect="1"/>
              </p:cNvSpPr>
              <p:nvPr/>
            </p:nvSpPr>
            <p:spPr>
              <a:xfrm>
                <a:off x="538640" y="1716167"/>
                <a:ext cx="4478" cy="4478"/>
              </a:xfrm>
              <a:custGeom>
                <a:avLst/>
                <a:gdLst/>
                <a:ahLst/>
                <a:cxnLst/>
                <a:rect l="l" t="t" r="r" b="b"/>
                <a:pathLst>
                  <a:path/>
                </a:pathLst>
              </a:custGeom>
              <a:solidFill>
                <a:srgbClr val="231F20">
                  <a:alpha val="10000"/>
                </a:srgbClr>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71" name="Group 3967">
                <a:extLst>
                  <a:ext uri="{FF2B5EF4-FFF2-40B4-BE49-F238E27FC236}">
                    <a16:creationId xmlns:a16="http://schemas.microsoft.com/office/drawing/2014/main" id="{A0D6BDDF-E1C8-4A6F-A9C6-AE8B4922A92F}"/>
                  </a:ext>
                  <a:ext uri="{C183D7F6-B498-43B3-948B-1728B52AA6E4}">
                    <adec:decorative xmlns:adec="http://schemas.microsoft.com/office/drawing/2017/decorative" val="1"/>
                  </a:ext>
                </a:extLst>
              </p:cNvPr>
              <p:cNvGrpSpPr>
                <a:grpSpLocks noChangeAspect="1"/>
              </p:cNvGrpSpPr>
              <p:nvPr/>
            </p:nvGrpSpPr>
            <p:grpSpPr>
              <a:xfrm>
                <a:off x="2147072" y="3638046"/>
                <a:ext cx="131928" cy="128626"/>
                <a:chOff x="2187826" y="2902607"/>
                <a:chExt cx="131928" cy="128626"/>
              </a:xfrm>
            </p:grpSpPr>
            <p:sp>
              <p:nvSpPr>
                <p:cNvPr id="72" name="Freeform: Shape 3968">
                  <a:extLst>
                    <a:ext uri="{FF2B5EF4-FFF2-40B4-BE49-F238E27FC236}">
                      <a16:creationId xmlns:a16="http://schemas.microsoft.com/office/drawing/2014/main" id="{4C14A1AA-D977-27BB-C7DE-39045A3BAA73}"/>
                    </a:ext>
                  </a:extLst>
                </p:cNvPr>
                <p:cNvSpPr/>
                <p:nvPr/>
              </p:nvSpPr>
              <p:spPr>
                <a:xfrm>
                  <a:off x="2201260" y="2915593"/>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5" y="4478"/>
                        <a:pt x="0" y="3582"/>
                        <a:pt x="0" y="2239"/>
                      </a:cubicBezTo>
                      <a:cubicBezTo>
                        <a:pt x="0" y="895"/>
                        <a:pt x="895" y="0"/>
                        <a:pt x="2239" y="0"/>
                      </a:cubicBezTo>
                      <a:lnTo>
                        <a:pt x="15672" y="0"/>
                      </a:lnTo>
                      <a:cubicBezTo>
                        <a:pt x="17016" y="0"/>
                        <a:pt x="17911" y="895"/>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3" name="Freeform: Shape 3969">
                  <a:extLst>
                    <a:ext uri="{FF2B5EF4-FFF2-40B4-BE49-F238E27FC236}">
                      <a16:creationId xmlns:a16="http://schemas.microsoft.com/office/drawing/2014/main" id="{3BE41CB3-9615-3A46-C800-17250E9DCF8B}"/>
                    </a:ext>
                  </a:extLst>
                </p:cNvPr>
                <p:cNvSpPr/>
                <p:nvPr/>
              </p:nvSpPr>
              <p:spPr>
                <a:xfrm>
                  <a:off x="2201260" y="29563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5" y="4478"/>
                        <a:pt x="0" y="3582"/>
                        <a:pt x="0" y="2239"/>
                      </a:cubicBezTo>
                      <a:cubicBezTo>
                        <a:pt x="0" y="895"/>
                        <a:pt x="895" y="0"/>
                        <a:pt x="2239" y="0"/>
                      </a:cubicBezTo>
                      <a:lnTo>
                        <a:pt x="15672" y="0"/>
                      </a:lnTo>
                      <a:cubicBezTo>
                        <a:pt x="17016" y="0"/>
                        <a:pt x="17911" y="895"/>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4" name="Freeform: Shape 3970">
                  <a:extLst>
                    <a:ext uri="{FF2B5EF4-FFF2-40B4-BE49-F238E27FC236}">
                      <a16:creationId xmlns:a16="http://schemas.microsoft.com/office/drawing/2014/main" id="{B057AD05-E57B-E9CD-BD7B-BED0BD63FCCC}"/>
                    </a:ext>
                  </a:extLst>
                </p:cNvPr>
                <p:cNvSpPr/>
                <p:nvPr/>
              </p:nvSpPr>
              <p:spPr>
                <a:xfrm>
                  <a:off x="2201260" y="29966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5" y="4478"/>
                        <a:pt x="0" y="3582"/>
                        <a:pt x="0" y="2239"/>
                      </a:cubicBezTo>
                      <a:cubicBezTo>
                        <a:pt x="0" y="895"/>
                        <a:pt x="895" y="0"/>
                        <a:pt x="2239" y="0"/>
                      </a:cubicBezTo>
                      <a:lnTo>
                        <a:pt x="15672" y="0"/>
                      </a:lnTo>
                      <a:cubicBezTo>
                        <a:pt x="17016" y="0"/>
                        <a:pt x="17911" y="895"/>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5" name="Freeform: Shape 3971">
                  <a:extLst>
                    <a:ext uri="{FF2B5EF4-FFF2-40B4-BE49-F238E27FC236}">
                      <a16:creationId xmlns:a16="http://schemas.microsoft.com/office/drawing/2014/main" id="{424ADA34-7EB2-17CB-990F-A7F67842B1A6}"/>
                    </a:ext>
                  </a:extLst>
                </p:cNvPr>
                <p:cNvSpPr/>
                <p:nvPr/>
              </p:nvSpPr>
              <p:spPr>
                <a:xfrm>
                  <a:off x="2187826" y="2902607"/>
                  <a:ext cx="111945" cy="120901"/>
                </a:xfrm>
                <a:custGeom>
                  <a:avLst/>
                  <a:gdLst>
                    <a:gd name="connsiteX0" fmla="*/ 98960 w 111945"/>
                    <a:gd name="connsiteY0" fmla="*/ 0 h 120901"/>
                    <a:gd name="connsiteX1" fmla="*/ 12986 w 111945"/>
                    <a:gd name="connsiteY1" fmla="*/ 0 h 120901"/>
                    <a:gd name="connsiteX2" fmla="*/ 0 w 111945"/>
                    <a:gd name="connsiteY2" fmla="*/ 12538 h 120901"/>
                    <a:gd name="connsiteX3" fmla="*/ 0 w 111945"/>
                    <a:gd name="connsiteY3" fmla="*/ 112393 h 120901"/>
                    <a:gd name="connsiteX4" fmla="*/ 12986 w 111945"/>
                    <a:gd name="connsiteY4" fmla="*/ 124931 h 120901"/>
                    <a:gd name="connsiteX5" fmla="*/ 69406 w 111945"/>
                    <a:gd name="connsiteY5" fmla="*/ 124931 h 120901"/>
                    <a:gd name="connsiteX6" fmla="*/ 71645 w 111945"/>
                    <a:gd name="connsiteY6" fmla="*/ 122692 h 120901"/>
                    <a:gd name="connsiteX7" fmla="*/ 69406 w 111945"/>
                    <a:gd name="connsiteY7" fmla="*/ 120453 h 120901"/>
                    <a:gd name="connsiteX8" fmla="*/ 12986 w 111945"/>
                    <a:gd name="connsiteY8" fmla="*/ 120453 h 120901"/>
                    <a:gd name="connsiteX9" fmla="*/ 4478 w 111945"/>
                    <a:gd name="connsiteY9" fmla="*/ 112393 h 120901"/>
                    <a:gd name="connsiteX10" fmla="*/ 4478 w 111945"/>
                    <a:gd name="connsiteY10" fmla="*/ 84631 h 120901"/>
                    <a:gd name="connsiteX11" fmla="*/ 77466 w 111945"/>
                    <a:gd name="connsiteY11" fmla="*/ 84631 h 120901"/>
                    <a:gd name="connsiteX12" fmla="*/ 79705 w 111945"/>
                    <a:gd name="connsiteY12" fmla="*/ 82392 h 120901"/>
                    <a:gd name="connsiteX13" fmla="*/ 77466 w 111945"/>
                    <a:gd name="connsiteY13" fmla="*/ 80153 h 120901"/>
                    <a:gd name="connsiteX14" fmla="*/ 4478 w 111945"/>
                    <a:gd name="connsiteY14" fmla="*/ 80153 h 120901"/>
                    <a:gd name="connsiteX15" fmla="*/ 4478 w 111945"/>
                    <a:gd name="connsiteY15" fmla="*/ 44330 h 120901"/>
                    <a:gd name="connsiteX16" fmla="*/ 107468 w 111945"/>
                    <a:gd name="connsiteY16" fmla="*/ 44330 h 120901"/>
                    <a:gd name="connsiteX17" fmla="*/ 107468 w 111945"/>
                    <a:gd name="connsiteY17" fmla="*/ 68958 h 120901"/>
                    <a:gd name="connsiteX18" fmla="*/ 109707 w 111945"/>
                    <a:gd name="connsiteY18" fmla="*/ 71197 h 120901"/>
                    <a:gd name="connsiteX19" fmla="*/ 111945 w 111945"/>
                    <a:gd name="connsiteY19" fmla="*/ 68958 h 120901"/>
                    <a:gd name="connsiteX20" fmla="*/ 111945 w 111945"/>
                    <a:gd name="connsiteY20" fmla="*/ 12538 h 120901"/>
                    <a:gd name="connsiteX21" fmla="*/ 98960 w 111945"/>
                    <a:gd name="connsiteY21" fmla="*/ 0 h 120901"/>
                    <a:gd name="connsiteX22" fmla="*/ 4478 w 111945"/>
                    <a:gd name="connsiteY22" fmla="*/ 40300 h 120901"/>
                    <a:gd name="connsiteX23" fmla="*/ 4478 w 111945"/>
                    <a:gd name="connsiteY23" fmla="*/ 12538 h 120901"/>
                    <a:gd name="connsiteX24" fmla="*/ 12986 w 111945"/>
                    <a:gd name="connsiteY24" fmla="*/ 4478 h 120901"/>
                    <a:gd name="connsiteX25" fmla="*/ 98960 w 111945"/>
                    <a:gd name="connsiteY25" fmla="*/ 4478 h 120901"/>
                    <a:gd name="connsiteX26" fmla="*/ 107468 w 111945"/>
                    <a:gd name="connsiteY26" fmla="*/ 12538 h 120901"/>
                    <a:gd name="connsiteX27" fmla="*/ 107468 w 111945"/>
                    <a:gd name="connsiteY27" fmla="*/ 39853 h 120901"/>
                    <a:gd name="connsiteX28" fmla="*/ 4478 w 111945"/>
                    <a:gd name="connsiteY28" fmla="*/ 39853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945" h="120901">
                      <a:moveTo>
                        <a:pt x="98960" y="0"/>
                      </a:moveTo>
                      <a:lnTo>
                        <a:pt x="12986" y="0"/>
                      </a:lnTo>
                      <a:cubicBezTo>
                        <a:pt x="5821" y="0"/>
                        <a:pt x="0" y="5821"/>
                        <a:pt x="0" y="12538"/>
                      </a:cubicBezTo>
                      <a:lnTo>
                        <a:pt x="0" y="112393"/>
                      </a:lnTo>
                      <a:cubicBezTo>
                        <a:pt x="0" y="119558"/>
                        <a:pt x="5821" y="124931"/>
                        <a:pt x="12986" y="124931"/>
                      </a:cubicBezTo>
                      <a:lnTo>
                        <a:pt x="69406" y="124931"/>
                      </a:lnTo>
                      <a:cubicBezTo>
                        <a:pt x="70749" y="124931"/>
                        <a:pt x="71645" y="124035"/>
                        <a:pt x="71645" y="122692"/>
                      </a:cubicBezTo>
                      <a:cubicBezTo>
                        <a:pt x="71645" y="121349"/>
                        <a:pt x="70749" y="120453"/>
                        <a:pt x="69406" y="120453"/>
                      </a:cubicBezTo>
                      <a:lnTo>
                        <a:pt x="12986" y="120453"/>
                      </a:lnTo>
                      <a:cubicBezTo>
                        <a:pt x="8508" y="120453"/>
                        <a:pt x="4478" y="116871"/>
                        <a:pt x="4478" y="112393"/>
                      </a:cubicBezTo>
                      <a:lnTo>
                        <a:pt x="4478" y="84631"/>
                      </a:lnTo>
                      <a:lnTo>
                        <a:pt x="77466" y="84631"/>
                      </a:lnTo>
                      <a:cubicBezTo>
                        <a:pt x="78809" y="84631"/>
                        <a:pt x="79705" y="83735"/>
                        <a:pt x="79705" y="82392"/>
                      </a:cubicBezTo>
                      <a:cubicBezTo>
                        <a:pt x="79705" y="81048"/>
                        <a:pt x="78809" y="80153"/>
                        <a:pt x="77466" y="80153"/>
                      </a:cubicBezTo>
                      <a:lnTo>
                        <a:pt x="4478" y="80153"/>
                      </a:lnTo>
                      <a:lnTo>
                        <a:pt x="4478" y="44330"/>
                      </a:lnTo>
                      <a:lnTo>
                        <a:pt x="107468" y="44330"/>
                      </a:lnTo>
                      <a:lnTo>
                        <a:pt x="107468" y="68958"/>
                      </a:lnTo>
                      <a:cubicBezTo>
                        <a:pt x="107468" y="70302"/>
                        <a:pt x="108363" y="71197"/>
                        <a:pt x="109707" y="71197"/>
                      </a:cubicBezTo>
                      <a:cubicBezTo>
                        <a:pt x="111050" y="71197"/>
                        <a:pt x="111945" y="70302"/>
                        <a:pt x="111945" y="68958"/>
                      </a:cubicBezTo>
                      <a:lnTo>
                        <a:pt x="111945" y="12538"/>
                      </a:lnTo>
                      <a:cubicBezTo>
                        <a:pt x="111945" y="5373"/>
                        <a:pt x="106124" y="0"/>
                        <a:pt x="98960" y="0"/>
                      </a:cubicBezTo>
                      <a:close/>
                      <a:moveTo>
                        <a:pt x="4478" y="40300"/>
                      </a:moveTo>
                      <a:lnTo>
                        <a:pt x="4478" y="12538"/>
                      </a:lnTo>
                      <a:cubicBezTo>
                        <a:pt x="4478" y="8060"/>
                        <a:pt x="8508" y="4478"/>
                        <a:pt x="12986" y="4478"/>
                      </a:cubicBezTo>
                      <a:lnTo>
                        <a:pt x="98960" y="4478"/>
                      </a:lnTo>
                      <a:cubicBezTo>
                        <a:pt x="103437" y="4478"/>
                        <a:pt x="107468" y="8060"/>
                        <a:pt x="107468" y="12538"/>
                      </a:cubicBezTo>
                      <a:lnTo>
                        <a:pt x="107468" y="39853"/>
                      </a:lnTo>
                      <a:lnTo>
                        <a:pt x="4478" y="3985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6" name="Freeform: Shape 3972">
                  <a:extLst>
                    <a:ext uri="{FF2B5EF4-FFF2-40B4-BE49-F238E27FC236}">
                      <a16:creationId xmlns:a16="http://schemas.microsoft.com/office/drawing/2014/main" id="{1F155022-13D7-40BB-C483-46BE40F23A72}"/>
                    </a:ext>
                  </a:extLst>
                </p:cNvPr>
                <p:cNvSpPr/>
                <p:nvPr/>
              </p:nvSpPr>
              <p:spPr>
                <a:xfrm>
                  <a:off x="2279454" y="2995410"/>
                  <a:ext cx="40300" cy="35823"/>
                </a:xfrm>
                <a:custGeom>
                  <a:avLst/>
                  <a:gdLst>
                    <a:gd name="connsiteX0" fmla="*/ 42707 w 40300"/>
                    <a:gd name="connsiteY0" fmla="*/ 10187 h 35822"/>
                    <a:gd name="connsiteX1" fmla="*/ 33304 w 40300"/>
                    <a:gd name="connsiteY1" fmla="*/ 784 h 35822"/>
                    <a:gd name="connsiteX2" fmla="*/ 32408 w 40300"/>
                    <a:gd name="connsiteY2" fmla="*/ 336 h 35822"/>
                    <a:gd name="connsiteX3" fmla="*/ 30617 w 40300"/>
                    <a:gd name="connsiteY3" fmla="*/ 336 h 35822"/>
                    <a:gd name="connsiteX4" fmla="*/ 29721 w 40300"/>
                    <a:gd name="connsiteY4" fmla="*/ 784 h 35822"/>
                    <a:gd name="connsiteX5" fmla="*/ 20318 w 40300"/>
                    <a:gd name="connsiteY5" fmla="*/ 10187 h 35822"/>
                    <a:gd name="connsiteX6" fmla="*/ 20318 w 40300"/>
                    <a:gd name="connsiteY6" fmla="*/ 13321 h 35822"/>
                    <a:gd name="connsiteX7" fmla="*/ 22109 w 40300"/>
                    <a:gd name="connsiteY7" fmla="*/ 13769 h 35822"/>
                    <a:gd name="connsiteX8" fmla="*/ 23900 w 40300"/>
                    <a:gd name="connsiteY8" fmla="*/ 13321 h 35822"/>
                    <a:gd name="connsiteX9" fmla="*/ 29274 w 40300"/>
                    <a:gd name="connsiteY9" fmla="*/ 7948 h 35822"/>
                    <a:gd name="connsiteX10" fmla="*/ 29274 w 40300"/>
                    <a:gd name="connsiteY10" fmla="*/ 12874 h 35822"/>
                    <a:gd name="connsiteX11" fmla="*/ 10467 w 40300"/>
                    <a:gd name="connsiteY11" fmla="*/ 31681 h 35822"/>
                    <a:gd name="connsiteX12" fmla="*/ 3302 w 40300"/>
                    <a:gd name="connsiteY12" fmla="*/ 30337 h 35822"/>
                    <a:gd name="connsiteX13" fmla="*/ 168 w 40300"/>
                    <a:gd name="connsiteY13" fmla="*/ 31681 h 35822"/>
                    <a:gd name="connsiteX14" fmla="*/ 1511 w 40300"/>
                    <a:gd name="connsiteY14" fmla="*/ 34815 h 35822"/>
                    <a:gd name="connsiteX15" fmla="*/ 10467 w 40300"/>
                    <a:gd name="connsiteY15" fmla="*/ 36606 h 35822"/>
                    <a:gd name="connsiteX16" fmla="*/ 33752 w 40300"/>
                    <a:gd name="connsiteY16" fmla="*/ 13321 h 35822"/>
                    <a:gd name="connsiteX17" fmla="*/ 33752 w 40300"/>
                    <a:gd name="connsiteY17" fmla="*/ 8396 h 35822"/>
                    <a:gd name="connsiteX18" fmla="*/ 39125 w 40300"/>
                    <a:gd name="connsiteY18" fmla="*/ 13769 h 35822"/>
                    <a:gd name="connsiteX19" fmla="*/ 42259 w 40300"/>
                    <a:gd name="connsiteY19" fmla="*/ 13769 h 35822"/>
                    <a:gd name="connsiteX20" fmla="*/ 42707 w 40300"/>
                    <a:gd name="connsiteY20" fmla="*/ 10187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00" h="35822">
                      <a:moveTo>
                        <a:pt x="42707" y="10187"/>
                      </a:moveTo>
                      <a:lnTo>
                        <a:pt x="33304" y="784"/>
                      </a:lnTo>
                      <a:cubicBezTo>
                        <a:pt x="33304" y="784"/>
                        <a:pt x="32856" y="336"/>
                        <a:pt x="32408" y="336"/>
                      </a:cubicBezTo>
                      <a:cubicBezTo>
                        <a:pt x="31960" y="-112"/>
                        <a:pt x="31065" y="-112"/>
                        <a:pt x="30617" y="336"/>
                      </a:cubicBezTo>
                      <a:cubicBezTo>
                        <a:pt x="30169" y="336"/>
                        <a:pt x="30169" y="784"/>
                        <a:pt x="29721" y="784"/>
                      </a:cubicBezTo>
                      <a:lnTo>
                        <a:pt x="20318" y="10187"/>
                      </a:lnTo>
                      <a:cubicBezTo>
                        <a:pt x="19422" y="11083"/>
                        <a:pt x="19422" y="12426"/>
                        <a:pt x="20318" y="13321"/>
                      </a:cubicBezTo>
                      <a:cubicBezTo>
                        <a:pt x="20766" y="13769"/>
                        <a:pt x="21214" y="13769"/>
                        <a:pt x="22109" y="13769"/>
                      </a:cubicBezTo>
                      <a:cubicBezTo>
                        <a:pt x="23005" y="13769"/>
                        <a:pt x="23453" y="13769"/>
                        <a:pt x="23900" y="13321"/>
                      </a:cubicBezTo>
                      <a:lnTo>
                        <a:pt x="29274" y="7948"/>
                      </a:lnTo>
                      <a:lnTo>
                        <a:pt x="29274" y="12874"/>
                      </a:lnTo>
                      <a:cubicBezTo>
                        <a:pt x="29274" y="23173"/>
                        <a:pt x="20766" y="31681"/>
                        <a:pt x="10467" y="31681"/>
                      </a:cubicBezTo>
                      <a:cubicBezTo>
                        <a:pt x="7780" y="31681"/>
                        <a:pt x="5541" y="31233"/>
                        <a:pt x="3302" y="30337"/>
                      </a:cubicBezTo>
                      <a:cubicBezTo>
                        <a:pt x="1959" y="29889"/>
                        <a:pt x="1063" y="30337"/>
                        <a:pt x="168" y="31681"/>
                      </a:cubicBezTo>
                      <a:cubicBezTo>
                        <a:pt x="-280" y="33024"/>
                        <a:pt x="168" y="33919"/>
                        <a:pt x="1511" y="34815"/>
                      </a:cubicBezTo>
                      <a:cubicBezTo>
                        <a:pt x="4198" y="36158"/>
                        <a:pt x="7332" y="36606"/>
                        <a:pt x="10467" y="36606"/>
                      </a:cubicBezTo>
                      <a:cubicBezTo>
                        <a:pt x="23453" y="36606"/>
                        <a:pt x="33752" y="26307"/>
                        <a:pt x="33752" y="13321"/>
                      </a:cubicBezTo>
                      <a:lnTo>
                        <a:pt x="33752" y="8396"/>
                      </a:lnTo>
                      <a:lnTo>
                        <a:pt x="39125" y="13769"/>
                      </a:lnTo>
                      <a:cubicBezTo>
                        <a:pt x="40020" y="14665"/>
                        <a:pt x="41364" y="14665"/>
                        <a:pt x="42259" y="13769"/>
                      </a:cubicBezTo>
                      <a:cubicBezTo>
                        <a:pt x="43155" y="12874"/>
                        <a:pt x="43603" y="11083"/>
                        <a:pt x="42707" y="1018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7" name="Freeform: Shape 3973">
                  <a:extLst>
                    <a:ext uri="{FF2B5EF4-FFF2-40B4-BE49-F238E27FC236}">
                      <a16:creationId xmlns:a16="http://schemas.microsoft.com/office/drawing/2014/main" id="{63B982C3-F751-F6D2-583E-BE4CBE78CA3D}"/>
                    </a:ext>
                  </a:extLst>
                </p:cNvPr>
                <p:cNvSpPr/>
                <p:nvPr/>
              </p:nvSpPr>
              <p:spPr>
                <a:xfrm>
                  <a:off x="2255665" y="2983208"/>
                  <a:ext cx="40300" cy="35823"/>
                </a:xfrm>
                <a:custGeom>
                  <a:avLst/>
                  <a:gdLst>
                    <a:gd name="connsiteX0" fmla="*/ 41420 w 40300"/>
                    <a:gd name="connsiteY0" fmla="*/ 1791 h 35822"/>
                    <a:gd name="connsiteX1" fmla="*/ 32464 w 40300"/>
                    <a:gd name="connsiteY1" fmla="*/ 0 h 35822"/>
                    <a:gd name="connsiteX2" fmla="*/ 9180 w 40300"/>
                    <a:gd name="connsiteY2" fmla="*/ 23285 h 35822"/>
                    <a:gd name="connsiteX3" fmla="*/ 9180 w 40300"/>
                    <a:gd name="connsiteY3" fmla="*/ 28210 h 35822"/>
                    <a:gd name="connsiteX4" fmla="*/ 3806 w 40300"/>
                    <a:gd name="connsiteY4" fmla="*/ 22837 h 35822"/>
                    <a:gd name="connsiteX5" fmla="*/ 672 w 40300"/>
                    <a:gd name="connsiteY5" fmla="*/ 22837 h 35822"/>
                    <a:gd name="connsiteX6" fmla="*/ 672 w 40300"/>
                    <a:gd name="connsiteY6" fmla="*/ 25971 h 35822"/>
                    <a:gd name="connsiteX7" fmla="*/ 10075 w 40300"/>
                    <a:gd name="connsiteY7" fmla="*/ 35375 h 35822"/>
                    <a:gd name="connsiteX8" fmla="*/ 10075 w 40300"/>
                    <a:gd name="connsiteY8" fmla="*/ 35375 h 35822"/>
                    <a:gd name="connsiteX9" fmla="*/ 10971 w 40300"/>
                    <a:gd name="connsiteY9" fmla="*/ 35823 h 35822"/>
                    <a:gd name="connsiteX10" fmla="*/ 11866 w 40300"/>
                    <a:gd name="connsiteY10" fmla="*/ 35823 h 35822"/>
                    <a:gd name="connsiteX11" fmla="*/ 12762 w 40300"/>
                    <a:gd name="connsiteY11" fmla="*/ 35823 h 35822"/>
                    <a:gd name="connsiteX12" fmla="*/ 13657 w 40300"/>
                    <a:gd name="connsiteY12" fmla="*/ 35375 h 35822"/>
                    <a:gd name="connsiteX13" fmla="*/ 23061 w 40300"/>
                    <a:gd name="connsiteY13" fmla="*/ 25971 h 35822"/>
                    <a:gd name="connsiteX14" fmla="*/ 23061 w 40300"/>
                    <a:gd name="connsiteY14" fmla="*/ 22837 h 35822"/>
                    <a:gd name="connsiteX15" fmla="*/ 19926 w 40300"/>
                    <a:gd name="connsiteY15" fmla="*/ 22837 h 35822"/>
                    <a:gd name="connsiteX16" fmla="*/ 14553 w 40300"/>
                    <a:gd name="connsiteY16" fmla="*/ 28210 h 35822"/>
                    <a:gd name="connsiteX17" fmla="*/ 14553 w 40300"/>
                    <a:gd name="connsiteY17" fmla="*/ 23285 h 35822"/>
                    <a:gd name="connsiteX18" fmla="*/ 33360 w 40300"/>
                    <a:gd name="connsiteY18" fmla="*/ 4478 h 35822"/>
                    <a:gd name="connsiteX19" fmla="*/ 40524 w 40300"/>
                    <a:gd name="connsiteY19" fmla="*/ 5821 h 35822"/>
                    <a:gd name="connsiteX20" fmla="*/ 43659 w 40300"/>
                    <a:gd name="connsiteY20" fmla="*/ 4478 h 35822"/>
                    <a:gd name="connsiteX21" fmla="*/ 41420 w 40300"/>
                    <a:gd name="connsiteY21" fmla="*/ 1791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300" h="35822">
                      <a:moveTo>
                        <a:pt x="41420" y="1791"/>
                      </a:moveTo>
                      <a:cubicBezTo>
                        <a:pt x="38733" y="448"/>
                        <a:pt x="35599" y="0"/>
                        <a:pt x="32464" y="0"/>
                      </a:cubicBezTo>
                      <a:cubicBezTo>
                        <a:pt x="19479" y="0"/>
                        <a:pt x="9180" y="10299"/>
                        <a:pt x="9180" y="23285"/>
                      </a:cubicBezTo>
                      <a:lnTo>
                        <a:pt x="9180" y="28210"/>
                      </a:lnTo>
                      <a:lnTo>
                        <a:pt x="3806" y="22837"/>
                      </a:lnTo>
                      <a:cubicBezTo>
                        <a:pt x="2911" y="21941"/>
                        <a:pt x="1567" y="21941"/>
                        <a:pt x="672" y="22837"/>
                      </a:cubicBezTo>
                      <a:cubicBezTo>
                        <a:pt x="-224" y="23732"/>
                        <a:pt x="-224" y="25076"/>
                        <a:pt x="672" y="25971"/>
                      </a:cubicBezTo>
                      <a:lnTo>
                        <a:pt x="10075" y="35375"/>
                      </a:lnTo>
                      <a:cubicBezTo>
                        <a:pt x="10075" y="35375"/>
                        <a:pt x="10075" y="35375"/>
                        <a:pt x="10075" y="35375"/>
                      </a:cubicBezTo>
                      <a:cubicBezTo>
                        <a:pt x="10075" y="35375"/>
                        <a:pt x="10523" y="35823"/>
                        <a:pt x="10971" y="35823"/>
                      </a:cubicBezTo>
                      <a:cubicBezTo>
                        <a:pt x="11418" y="35823"/>
                        <a:pt x="11418" y="35823"/>
                        <a:pt x="11866" y="35823"/>
                      </a:cubicBezTo>
                      <a:cubicBezTo>
                        <a:pt x="12314" y="35823"/>
                        <a:pt x="12314" y="35823"/>
                        <a:pt x="12762" y="35823"/>
                      </a:cubicBezTo>
                      <a:cubicBezTo>
                        <a:pt x="13210" y="35823"/>
                        <a:pt x="13210" y="35375"/>
                        <a:pt x="13657" y="35375"/>
                      </a:cubicBezTo>
                      <a:lnTo>
                        <a:pt x="23061" y="25971"/>
                      </a:lnTo>
                      <a:cubicBezTo>
                        <a:pt x="23956" y="25076"/>
                        <a:pt x="23956" y="23732"/>
                        <a:pt x="23061" y="22837"/>
                      </a:cubicBezTo>
                      <a:cubicBezTo>
                        <a:pt x="22165" y="21941"/>
                        <a:pt x="20822" y="21941"/>
                        <a:pt x="19926" y="22837"/>
                      </a:cubicBezTo>
                      <a:lnTo>
                        <a:pt x="14553" y="28210"/>
                      </a:lnTo>
                      <a:lnTo>
                        <a:pt x="14553" y="23285"/>
                      </a:lnTo>
                      <a:cubicBezTo>
                        <a:pt x="14553" y="12986"/>
                        <a:pt x="23061" y="4478"/>
                        <a:pt x="33360" y="4478"/>
                      </a:cubicBezTo>
                      <a:cubicBezTo>
                        <a:pt x="36046" y="4478"/>
                        <a:pt x="38285" y="4925"/>
                        <a:pt x="40524" y="5821"/>
                      </a:cubicBezTo>
                      <a:cubicBezTo>
                        <a:pt x="41868" y="6269"/>
                        <a:pt x="42763" y="5821"/>
                        <a:pt x="43659" y="4478"/>
                      </a:cubicBezTo>
                      <a:cubicBezTo>
                        <a:pt x="43211" y="3582"/>
                        <a:pt x="42763" y="2239"/>
                        <a:pt x="41420" y="179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78" name="Freeform: Shape 3974">
                <a:extLst>
                  <a:ext uri="{FF2B5EF4-FFF2-40B4-BE49-F238E27FC236}">
                    <a16:creationId xmlns:a16="http://schemas.microsoft.com/office/drawing/2014/main" id="{B9848F1A-5F89-A9AD-55C7-D01D4BC039F0}"/>
                  </a:ext>
                  <a:ext uri="{C183D7F6-B498-43B3-948B-1728B52AA6E4}">
                    <adec:decorative xmlns:adec="http://schemas.microsoft.com/office/drawing/2017/decorative" val="1"/>
                  </a:ext>
                </a:extLst>
              </p:cNvPr>
              <p:cNvSpPr>
                <a:spLocks noChangeAspect="1"/>
              </p:cNvSpPr>
              <p:nvPr/>
            </p:nvSpPr>
            <p:spPr>
              <a:xfrm>
                <a:off x="538640" y="1716167"/>
                <a:ext cx="4478" cy="4478"/>
              </a:xfrm>
              <a:custGeom>
                <a:avLst/>
                <a:gdLst/>
                <a:ahLst/>
                <a:cxnLst/>
                <a:rect l="l" t="t" r="r" b="b"/>
                <a:pathLst>
                  <a:path/>
                </a:pathLst>
              </a:custGeom>
              <a:solidFill>
                <a:srgbClr val="231F20">
                  <a:alpha val="10000"/>
                </a:srgbClr>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79" name="Group 3975">
                <a:extLst>
                  <a:ext uri="{FF2B5EF4-FFF2-40B4-BE49-F238E27FC236}">
                    <a16:creationId xmlns:a16="http://schemas.microsoft.com/office/drawing/2014/main" id="{AFA46F02-33D6-663E-0F97-9E3F5A82F04C}"/>
                  </a:ext>
                  <a:ext uri="{C183D7F6-B498-43B3-948B-1728B52AA6E4}">
                    <adec:decorative xmlns:adec="http://schemas.microsoft.com/office/drawing/2017/decorative" val="1"/>
                  </a:ext>
                </a:extLst>
              </p:cNvPr>
              <p:cNvGrpSpPr>
                <a:grpSpLocks noChangeAspect="1"/>
              </p:cNvGrpSpPr>
              <p:nvPr/>
            </p:nvGrpSpPr>
            <p:grpSpPr>
              <a:xfrm>
                <a:off x="2667395" y="3638046"/>
                <a:ext cx="127618" cy="125379"/>
                <a:chOff x="2708149" y="2902607"/>
                <a:chExt cx="127618" cy="125379"/>
              </a:xfrm>
            </p:grpSpPr>
            <p:sp>
              <p:nvSpPr>
                <p:cNvPr id="80" name="Freeform: Shape 3976">
                  <a:extLst>
                    <a:ext uri="{FF2B5EF4-FFF2-40B4-BE49-F238E27FC236}">
                      <a16:creationId xmlns:a16="http://schemas.microsoft.com/office/drawing/2014/main" id="{4A3F1479-4424-09F8-A1B7-ACFCA5BCBF1E}"/>
                    </a:ext>
                  </a:extLst>
                </p:cNvPr>
                <p:cNvSpPr/>
                <p:nvPr/>
              </p:nvSpPr>
              <p:spPr>
                <a:xfrm>
                  <a:off x="2721582" y="2915593"/>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1" name="Freeform: Shape 3977">
                  <a:extLst>
                    <a:ext uri="{FF2B5EF4-FFF2-40B4-BE49-F238E27FC236}">
                      <a16:creationId xmlns:a16="http://schemas.microsoft.com/office/drawing/2014/main" id="{622E0B1F-3B3D-9675-7BEB-1C8AB34B97E4}"/>
                    </a:ext>
                  </a:extLst>
                </p:cNvPr>
                <p:cNvSpPr/>
                <p:nvPr/>
              </p:nvSpPr>
              <p:spPr>
                <a:xfrm>
                  <a:off x="2721582" y="29563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2" name="Freeform: Shape 3978">
                  <a:extLst>
                    <a:ext uri="{FF2B5EF4-FFF2-40B4-BE49-F238E27FC236}">
                      <a16:creationId xmlns:a16="http://schemas.microsoft.com/office/drawing/2014/main" id="{1E430CEF-CDD0-8FFC-EA8D-E8E98D881F17}"/>
                    </a:ext>
                  </a:extLst>
                </p:cNvPr>
                <p:cNvSpPr/>
                <p:nvPr/>
              </p:nvSpPr>
              <p:spPr>
                <a:xfrm>
                  <a:off x="2721582" y="29966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3" name="Freeform: Shape 3979">
                  <a:extLst>
                    <a:ext uri="{FF2B5EF4-FFF2-40B4-BE49-F238E27FC236}">
                      <a16:creationId xmlns:a16="http://schemas.microsoft.com/office/drawing/2014/main" id="{27CD8A6F-99E7-FFF4-D674-6AB821FB00DF}"/>
                    </a:ext>
                  </a:extLst>
                </p:cNvPr>
                <p:cNvSpPr/>
                <p:nvPr/>
              </p:nvSpPr>
              <p:spPr>
                <a:xfrm>
                  <a:off x="2708149" y="2902607"/>
                  <a:ext cx="111945" cy="120901"/>
                </a:xfrm>
                <a:custGeom>
                  <a:avLst/>
                  <a:gdLst>
                    <a:gd name="connsiteX0" fmla="*/ 98960 w 111945"/>
                    <a:gd name="connsiteY0" fmla="*/ 0 h 120901"/>
                    <a:gd name="connsiteX1" fmla="*/ 12986 w 111945"/>
                    <a:gd name="connsiteY1" fmla="*/ 0 h 120901"/>
                    <a:gd name="connsiteX2" fmla="*/ 0 w 111945"/>
                    <a:gd name="connsiteY2" fmla="*/ 12538 h 120901"/>
                    <a:gd name="connsiteX3" fmla="*/ 0 w 111945"/>
                    <a:gd name="connsiteY3" fmla="*/ 112393 h 120901"/>
                    <a:gd name="connsiteX4" fmla="*/ 12986 w 111945"/>
                    <a:gd name="connsiteY4" fmla="*/ 124931 h 120901"/>
                    <a:gd name="connsiteX5" fmla="*/ 35823 w 111945"/>
                    <a:gd name="connsiteY5" fmla="*/ 124931 h 120901"/>
                    <a:gd name="connsiteX6" fmla="*/ 38061 w 111945"/>
                    <a:gd name="connsiteY6" fmla="*/ 122692 h 120901"/>
                    <a:gd name="connsiteX7" fmla="*/ 35823 w 111945"/>
                    <a:gd name="connsiteY7" fmla="*/ 120453 h 120901"/>
                    <a:gd name="connsiteX8" fmla="*/ 12986 w 111945"/>
                    <a:gd name="connsiteY8" fmla="*/ 120453 h 120901"/>
                    <a:gd name="connsiteX9" fmla="*/ 4478 w 111945"/>
                    <a:gd name="connsiteY9" fmla="*/ 112393 h 120901"/>
                    <a:gd name="connsiteX10" fmla="*/ 4478 w 111945"/>
                    <a:gd name="connsiteY10" fmla="*/ 84631 h 120901"/>
                    <a:gd name="connsiteX11" fmla="*/ 55973 w 111945"/>
                    <a:gd name="connsiteY11" fmla="*/ 84631 h 120901"/>
                    <a:gd name="connsiteX12" fmla="*/ 58212 w 111945"/>
                    <a:gd name="connsiteY12" fmla="*/ 82392 h 120901"/>
                    <a:gd name="connsiteX13" fmla="*/ 55973 w 111945"/>
                    <a:gd name="connsiteY13" fmla="*/ 80153 h 120901"/>
                    <a:gd name="connsiteX14" fmla="*/ 4478 w 111945"/>
                    <a:gd name="connsiteY14" fmla="*/ 80153 h 120901"/>
                    <a:gd name="connsiteX15" fmla="*/ 4478 w 111945"/>
                    <a:gd name="connsiteY15" fmla="*/ 44330 h 120901"/>
                    <a:gd name="connsiteX16" fmla="*/ 107468 w 111945"/>
                    <a:gd name="connsiteY16" fmla="*/ 44330 h 120901"/>
                    <a:gd name="connsiteX17" fmla="*/ 107468 w 111945"/>
                    <a:gd name="connsiteY17" fmla="*/ 55525 h 120901"/>
                    <a:gd name="connsiteX18" fmla="*/ 109707 w 111945"/>
                    <a:gd name="connsiteY18" fmla="*/ 57764 h 120901"/>
                    <a:gd name="connsiteX19" fmla="*/ 111945 w 111945"/>
                    <a:gd name="connsiteY19" fmla="*/ 55525 h 120901"/>
                    <a:gd name="connsiteX20" fmla="*/ 111945 w 111945"/>
                    <a:gd name="connsiteY20" fmla="*/ 12538 h 120901"/>
                    <a:gd name="connsiteX21" fmla="*/ 98960 w 111945"/>
                    <a:gd name="connsiteY21" fmla="*/ 0 h 120901"/>
                    <a:gd name="connsiteX22" fmla="*/ 4478 w 111945"/>
                    <a:gd name="connsiteY22" fmla="*/ 40300 h 120901"/>
                    <a:gd name="connsiteX23" fmla="*/ 4478 w 111945"/>
                    <a:gd name="connsiteY23" fmla="*/ 12538 h 120901"/>
                    <a:gd name="connsiteX24" fmla="*/ 12986 w 111945"/>
                    <a:gd name="connsiteY24" fmla="*/ 4478 h 120901"/>
                    <a:gd name="connsiteX25" fmla="*/ 98960 w 111945"/>
                    <a:gd name="connsiteY25" fmla="*/ 4478 h 120901"/>
                    <a:gd name="connsiteX26" fmla="*/ 107468 w 111945"/>
                    <a:gd name="connsiteY26" fmla="*/ 12538 h 120901"/>
                    <a:gd name="connsiteX27" fmla="*/ 107468 w 111945"/>
                    <a:gd name="connsiteY27" fmla="*/ 39853 h 120901"/>
                    <a:gd name="connsiteX28" fmla="*/ 4478 w 111945"/>
                    <a:gd name="connsiteY28" fmla="*/ 39853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945" h="120901">
                      <a:moveTo>
                        <a:pt x="98960" y="0"/>
                      </a:moveTo>
                      <a:lnTo>
                        <a:pt x="12986" y="0"/>
                      </a:lnTo>
                      <a:cubicBezTo>
                        <a:pt x="5821" y="0"/>
                        <a:pt x="0" y="5821"/>
                        <a:pt x="0" y="12538"/>
                      </a:cubicBezTo>
                      <a:lnTo>
                        <a:pt x="0" y="112393"/>
                      </a:lnTo>
                      <a:cubicBezTo>
                        <a:pt x="0" y="119558"/>
                        <a:pt x="5821" y="124931"/>
                        <a:pt x="12986" y="124931"/>
                      </a:cubicBezTo>
                      <a:lnTo>
                        <a:pt x="35823" y="124931"/>
                      </a:lnTo>
                      <a:cubicBezTo>
                        <a:pt x="37166" y="124931"/>
                        <a:pt x="38061" y="124035"/>
                        <a:pt x="38061" y="122692"/>
                      </a:cubicBezTo>
                      <a:cubicBezTo>
                        <a:pt x="38061" y="121349"/>
                        <a:pt x="37166" y="120453"/>
                        <a:pt x="35823" y="120453"/>
                      </a:cubicBezTo>
                      <a:lnTo>
                        <a:pt x="12986" y="120453"/>
                      </a:lnTo>
                      <a:cubicBezTo>
                        <a:pt x="8508" y="120453"/>
                        <a:pt x="4478" y="116871"/>
                        <a:pt x="4478" y="112393"/>
                      </a:cubicBezTo>
                      <a:lnTo>
                        <a:pt x="4478" y="84631"/>
                      </a:lnTo>
                      <a:lnTo>
                        <a:pt x="55973" y="84631"/>
                      </a:lnTo>
                      <a:cubicBezTo>
                        <a:pt x="57316" y="84631"/>
                        <a:pt x="58212" y="83735"/>
                        <a:pt x="58212" y="82392"/>
                      </a:cubicBezTo>
                      <a:cubicBezTo>
                        <a:pt x="58212" y="81048"/>
                        <a:pt x="57316" y="80153"/>
                        <a:pt x="55973" y="80153"/>
                      </a:cubicBezTo>
                      <a:lnTo>
                        <a:pt x="4478" y="80153"/>
                      </a:lnTo>
                      <a:lnTo>
                        <a:pt x="4478" y="44330"/>
                      </a:lnTo>
                      <a:lnTo>
                        <a:pt x="107468" y="44330"/>
                      </a:lnTo>
                      <a:lnTo>
                        <a:pt x="107468" y="55525"/>
                      </a:lnTo>
                      <a:cubicBezTo>
                        <a:pt x="107468" y="56868"/>
                        <a:pt x="108363" y="57764"/>
                        <a:pt x="109707" y="57764"/>
                      </a:cubicBezTo>
                      <a:cubicBezTo>
                        <a:pt x="111050" y="57764"/>
                        <a:pt x="111945" y="56868"/>
                        <a:pt x="111945" y="55525"/>
                      </a:cubicBezTo>
                      <a:lnTo>
                        <a:pt x="111945" y="12538"/>
                      </a:lnTo>
                      <a:cubicBezTo>
                        <a:pt x="111945" y="5373"/>
                        <a:pt x="106124" y="0"/>
                        <a:pt x="98960" y="0"/>
                      </a:cubicBezTo>
                      <a:close/>
                      <a:moveTo>
                        <a:pt x="4478" y="40300"/>
                      </a:moveTo>
                      <a:lnTo>
                        <a:pt x="4478" y="12538"/>
                      </a:lnTo>
                      <a:cubicBezTo>
                        <a:pt x="4478" y="8060"/>
                        <a:pt x="8508" y="4478"/>
                        <a:pt x="12986" y="4478"/>
                      </a:cubicBezTo>
                      <a:lnTo>
                        <a:pt x="98960" y="4478"/>
                      </a:lnTo>
                      <a:cubicBezTo>
                        <a:pt x="103438" y="4478"/>
                        <a:pt x="107468" y="8060"/>
                        <a:pt x="107468" y="12538"/>
                      </a:cubicBezTo>
                      <a:lnTo>
                        <a:pt x="107468" y="39853"/>
                      </a:lnTo>
                      <a:lnTo>
                        <a:pt x="4478" y="3985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4" name="Freeform: Shape 3980">
                  <a:extLst>
                    <a:ext uri="{FF2B5EF4-FFF2-40B4-BE49-F238E27FC236}">
                      <a16:creationId xmlns:a16="http://schemas.microsoft.com/office/drawing/2014/main" id="{236B87F2-30F2-FACE-32A2-E1C88E02870F}"/>
                    </a:ext>
                  </a:extLst>
                </p:cNvPr>
                <p:cNvSpPr/>
                <p:nvPr/>
              </p:nvSpPr>
              <p:spPr>
                <a:xfrm>
                  <a:off x="2755166" y="2969774"/>
                  <a:ext cx="80601" cy="58212"/>
                </a:xfrm>
                <a:custGeom>
                  <a:avLst/>
                  <a:gdLst>
                    <a:gd name="connsiteX0" fmla="*/ 82392 w 80600"/>
                    <a:gd name="connsiteY0" fmla="*/ 53734 h 58211"/>
                    <a:gd name="connsiteX1" fmla="*/ 78362 w 80600"/>
                    <a:gd name="connsiteY1" fmla="*/ 53734 h 58211"/>
                    <a:gd name="connsiteX2" fmla="*/ 78362 w 80600"/>
                    <a:gd name="connsiteY2" fmla="*/ 2239 h 58211"/>
                    <a:gd name="connsiteX3" fmla="*/ 76123 w 80600"/>
                    <a:gd name="connsiteY3" fmla="*/ 0 h 58211"/>
                    <a:gd name="connsiteX4" fmla="*/ 62689 w 80600"/>
                    <a:gd name="connsiteY4" fmla="*/ 0 h 58211"/>
                    <a:gd name="connsiteX5" fmla="*/ 60451 w 80600"/>
                    <a:gd name="connsiteY5" fmla="*/ 2239 h 58211"/>
                    <a:gd name="connsiteX6" fmla="*/ 60451 w 80600"/>
                    <a:gd name="connsiteY6" fmla="*/ 53734 h 58211"/>
                    <a:gd name="connsiteX7" fmla="*/ 51495 w 80600"/>
                    <a:gd name="connsiteY7" fmla="*/ 53734 h 58211"/>
                    <a:gd name="connsiteX8" fmla="*/ 51495 w 80600"/>
                    <a:gd name="connsiteY8" fmla="*/ 15672 h 58211"/>
                    <a:gd name="connsiteX9" fmla="*/ 49256 w 80600"/>
                    <a:gd name="connsiteY9" fmla="*/ 13433 h 58211"/>
                    <a:gd name="connsiteX10" fmla="*/ 35823 w 80600"/>
                    <a:gd name="connsiteY10" fmla="*/ 13433 h 58211"/>
                    <a:gd name="connsiteX11" fmla="*/ 33584 w 80600"/>
                    <a:gd name="connsiteY11" fmla="*/ 15672 h 58211"/>
                    <a:gd name="connsiteX12" fmla="*/ 33584 w 80600"/>
                    <a:gd name="connsiteY12" fmla="*/ 53734 h 58211"/>
                    <a:gd name="connsiteX13" fmla="*/ 24628 w 80600"/>
                    <a:gd name="connsiteY13" fmla="*/ 53734 h 58211"/>
                    <a:gd name="connsiteX14" fmla="*/ 24628 w 80600"/>
                    <a:gd name="connsiteY14" fmla="*/ 29106 h 58211"/>
                    <a:gd name="connsiteX15" fmla="*/ 22389 w 80600"/>
                    <a:gd name="connsiteY15" fmla="*/ 26867 h 58211"/>
                    <a:gd name="connsiteX16" fmla="*/ 8956 w 80600"/>
                    <a:gd name="connsiteY16" fmla="*/ 26867 h 58211"/>
                    <a:gd name="connsiteX17" fmla="*/ 6717 w 80600"/>
                    <a:gd name="connsiteY17" fmla="*/ 29106 h 58211"/>
                    <a:gd name="connsiteX18" fmla="*/ 6717 w 80600"/>
                    <a:gd name="connsiteY18" fmla="*/ 53734 h 58211"/>
                    <a:gd name="connsiteX19" fmla="*/ 2239 w 80600"/>
                    <a:gd name="connsiteY19" fmla="*/ 53734 h 58211"/>
                    <a:gd name="connsiteX20" fmla="*/ 0 w 80600"/>
                    <a:gd name="connsiteY20" fmla="*/ 55973 h 58211"/>
                    <a:gd name="connsiteX21" fmla="*/ 2239 w 80600"/>
                    <a:gd name="connsiteY21" fmla="*/ 58212 h 58211"/>
                    <a:gd name="connsiteX22" fmla="*/ 8956 w 80600"/>
                    <a:gd name="connsiteY22" fmla="*/ 58212 h 58211"/>
                    <a:gd name="connsiteX23" fmla="*/ 22389 w 80600"/>
                    <a:gd name="connsiteY23" fmla="*/ 58212 h 58211"/>
                    <a:gd name="connsiteX24" fmla="*/ 35823 w 80600"/>
                    <a:gd name="connsiteY24" fmla="*/ 58212 h 58211"/>
                    <a:gd name="connsiteX25" fmla="*/ 49256 w 80600"/>
                    <a:gd name="connsiteY25" fmla="*/ 58212 h 58211"/>
                    <a:gd name="connsiteX26" fmla="*/ 62689 w 80600"/>
                    <a:gd name="connsiteY26" fmla="*/ 58212 h 58211"/>
                    <a:gd name="connsiteX27" fmla="*/ 76123 w 80600"/>
                    <a:gd name="connsiteY27" fmla="*/ 58212 h 58211"/>
                    <a:gd name="connsiteX28" fmla="*/ 82392 w 80600"/>
                    <a:gd name="connsiteY28" fmla="*/ 58212 h 58211"/>
                    <a:gd name="connsiteX29" fmla="*/ 84631 w 80600"/>
                    <a:gd name="connsiteY29" fmla="*/ 55973 h 58211"/>
                    <a:gd name="connsiteX30" fmla="*/ 82392 w 80600"/>
                    <a:gd name="connsiteY30" fmla="*/ 53734 h 58211"/>
                    <a:gd name="connsiteX31" fmla="*/ 11195 w 80600"/>
                    <a:gd name="connsiteY31" fmla="*/ 53734 h 58211"/>
                    <a:gd name="connsiteX32" fmla="*/ 11195 w 80600"/>
                    <a:gd name="connsiteY32" fmla="*/ 31345 h 58211"/>
                    <a:gd name="connsiteX33" fmla="*/ 20150 w 80600"/>
                    <a:gd name="connsiteY33" fmla="*/ 31345 h 58211"/>
                    <a:gd name="connsiteX34" fmla="*/ 20150 w 80600"/>
                    <a:gd name="connsiteY34" fmla="*/ 53734 h 58211"/>
                    <a:gd name="connsiteX35" fmla="*/ 11195 w 80600"/>
                    <a:gd name="connsiteY35" fmla="*/ 53734 h 58211"/>
                    <a:gd name="connsiteX36" fmla="*/ 38061 w 80600"/>
                    <a:gd name="connsiteY36" fmla="*/ 53734 h 58211"/>
                    <a:gd name="connsiteX37" fmla="*/ 38061 w 80600"/>
                    <a:gd name="connsiteY37" fmla="*/ 17911 h 58211"/>
                    <a:gd name="connsiteX38" fmla="*/ 47017 w 80600"/>
                    <a:gd name="connsiteY38" fmla="*/ 17911 h 58211"/>
                    <a:gd name="connsiteX39" fmla="*/ 47017 w 80600"/>
                    <a:gd name="connsiteY39" fmla="*/ 53734 h 58211"/>
                    <a:gd name="connsiteX40" fmla="*/ 38061 w 80600"/>
                    <a:gd name="connsiteY40" fmla="*/ 53734 h 58211"/>
                    <a:gd name="connsiteX41" fmla="*/ 64928 w 80600"/>
                    <a:gd name="connsiteY41" fmla="*/ 53734 h 58211"/>
                    <a:gd name="connsiteX42" fmla="*/ 64928 w 80600"/>
                    <a:gd name="connsiteY42" fmla="*/ 4478 h 58211"/>
                    <a:gd name="connsiteX43" fmla="*/ 73884 w 80600"/>
                    <a:gd name="connsiteY43" fmla="*/ 4478 h 58211"/>
                    <a:gd name="connsiteX44" fmla="*/ 73884 w 80600"/>
                    <a:gd name="connsiteY44" fmla="*/ 53734 h 58211"/>
                    <a:gd name="connsiteX45" fmla="*/ 64928 w 80600"/>
                    <a:gd name="connsiteY45" fmla="*/ 53734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80600" h="58211">
                      <a:moveTo>
                        <a:pt x="82392" y="53734"/>
                      </a:moveTo>
                      <a:lnTo>
                        <a:pt x="78362" y="53734"/>
                      </a:lnTo>
                      <a:lnTo>
                        <a:pt x="78362" y="2239"/>
                      </a:lnTo>
                      <a:cubicBezTo>
                        <a:pt x="78362" y="895"/>
                        <a:pt x="77466" y="0"/>
                        <a:pt x="76123" y="0"/>
                      </a:cubicBezTo>
                      <a:lnTo>
                        <a:pt x="62689" y="0"/>
                      </a:lnTo>
                      <a:cubicBezTo>
                        <a:pt x="61346" y="0"/>
                        <a:pt x="60451" y="895"/>
                        <a:pt x="60451" y="2239"/>
                      </a:cubicBezTo>
                      <a:lnTo>
                        <a:pt x="60451" y="53734"/>
                      </a:lnTo>
                      <a:lnTo>
                        <a:pt x="51495" y="53734"/>
                      </a:lnTo>
                      <a:lnTo>
                        <a:pt x="51495" y="15672"/>
                      </a:lnTo>
                      <a:cubicBezTo>
                        <a:pt x="51495" y="14329"/>
                        <a:pt x="50599" y="13433"/>
                        <a:pt x="49256" y="13433"/>
                      </a:cubicBezTo>
                      <a:lnTo>
                        <a:pt x="35823" y="13433"/>
                      </a:lnTo>
                      <a:cubicBezTo>
                        <a:pt x="34479" y="13433"/>
                        <a:pt x="33584" y="14329"/>
                        <a:pt x="33584" y="15672"/>
                      </a:cubicBezTo>
                      <a:lnTo>
                        <a:pt x="33584" y="53734"/>
                      </a:lnTo>
                      <a:lnTo>
                        <a:pt x="24628" y="53734"/>
                      </a:lnTo>
                      <a:lnTo>
                        <a:pt x="24628" y="29106"/>
                      </a:lnTo>
                      <a:cubicBezTo>
                        <a:pt x="24628" y="27762"/>
                        <a:pt x="23733" y="26867"/>
                        <a:pt x="22389" y="26867"/>
                      </a:cubicBezTo>
                      <a:lnTo>
                        <a:pt x="8956" y="26867"/>
                      </a:lnTo>
                      <a:cubicBezTo>
                        <a:pt x="7612" y="26867"/>
                        <a:pt x="6717" y="27762"/>
                        <a:pt x="6717" y="29106"/>
                      </a:cubicBezTo>
                      <a:lnTo>
                        <a:pt x="6717" y="53734"/>
                      </a:lnTo>
                      <a:lnTo>
                        <a:pt x="2239" y="53734"/>
                      </a:lnTo>
                      <a:cubicBezTo>
                        <a:pt x="896" y="53734"/>
                        <a:pt x="0" y="54629"/>
                        <a:pt x="0" y="55973"/>
                      </a:cubicBezTo>
                      <a:cubicBezTo>
                        <a:pt x="0" y="57316"/>
                        <a:pt x="896" y="58212"/>
                        <a:pt x="2239" y="58212"/>
                      </a:cubicBezTo>
                      <a:lnTo>
                        <a:pt x="8956" y="58212"/>
                      </a:lnTo>
                      <a:lnTo>
                        <a:pt x="22389" y="58212"/>
                      </a:lnTo>
                      <a:lnTo>
                        <a:pt x="35823" y="58212"/>
                      </a:lnTo>
                      <a:lnTo>
                        <a:pt x="49256" y="58212"/>
                      </a:lnTo>
                      <a:lnTo>
                        <a:pt x="62689" y="58212"/>
                      </a:lnTo>
                      <a:lnTo>
                        <a:pt x="76123" y="58212"/>
                      </a:lnTo>
                      <a:lnTo>
                        <a:pt x="82392" y="58212"/>
                      </a:lnTo>
                      <a:cubicBezTo>
                        <a:pt x="83735" y="58212"/>
                        <a:pt x="84631" y="57316"/>
                        <a:pt x="84631" y="55973"/>
                      </a:cubicBezTo>
                      <a:cubicBezTo>
                        <a:pt x="84631" y="54629"/>
                        <a:pt x="83735" y="53734"/>
                        <a:pt x="82392" y="53734"/>
                      </a:cubicBezTo>
                      <a:close/>
                      <a:moveTo>
                        <a:pt x="11195" y="53734"/>
                      </a:moveTo>
                      <a:lnTo>
                        <a:pt x="11195" y="31345"/>
                      </a:lnTo>
                      <a:lnTo>
                        <a:pt x="20150" y="31345"/>
                      </a:lnTo>
                      <a:lnTo>
                        <a:pt x="20150" y="53734"/>
                      </a:lnTo>
                      <a:lnTo>
                        <a:pt x="11195" y="53734"/>
                      </a:lnTo>
                      <a:close/>
                      <a:moveTo>
                        <a:pt x="38061" y="53734"/>
                      </a:moveTo>
                      <a:lnTo>
                        <a:pt x="38061" y="17911"/>
                      </a:lnTo>
                      <a:lnTo>
                        <a:pt x="47017" y="17911"/>
                      </a:lnTo>
                      <a:lnTo>
                        <a:pt x="47017" y="53734"/>
                      </a:lnTo>
                      <a:lnTo>
                        <a:pt x="38061" y="53734"/>
                      </a:lnTo>
                      <a:close/>
                      <a:moveTo>
                        <a:pt x="64928" y="53734"/>
                      </a:moveTo>
                      <a:lnTo>
                        <a:pt x="64928" y="4478"/>
                      </a:lnTo>
                      <a:lnTo>
                        <a:pt x="73884" y="4478"/>
                      </a:lnTo>
                      <a:lnTo>
                        <a:pt x="73884" y="53734"/>
                      </a:lnTo>
                      <a:lnTo>
                        <a:pt x="64928" y="537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85" name="Group 3981">
                <a:extLst>
                  <a:ext uri="{FF2B5EF4-FFF2-40B4-BE49-F238E27FC236}">
                    <a16:creationId xmlns:a16="http://schemas.microsoft.com/office/drawing/2014/main" id="{2761F713-DE7A-CCE1-68AE-DB9011E80DCB}"/>
                  </a:ext>
                  <a:ext uri="{C183D7F6-B498-43B3-948B-1728B52AA6E4}">
                    <adec:decorative xmlns:adec="http://schemas.microsoft.com/office/drawing/2017/decorative" val="1"/>
                  </a:ext>
                </a:extLst>
              </p:cNvPr>
              <p:cNvGrpSpPr>
                <a:grpSpLocks noChangeAspect="1"/>
              </p:cNvGrpSpPr>
              <p:nvPr/>
            </p:nvGrpSpPr>
            <p:grpSpPr>
              <a:xfrm>
                <a:off x="2406786" y="3638046"/>
                <a:ext cx="111945" cy="120901"/>
                <a:chOff x="2447540" y="2902607"/>
                <a:chExt cx="111945" cy="120901"/>
              </a:xfrm>
            </p:grpSpPr>
            <p:sp>
              <p:nvSpPr>
                <p:cNvPr id="86" name="Freeform: Shape 3982">
                  <a:extLst>
                    <a:ext uri="{FF2B5EF4-FFF2-40B4-BE49-F238E27FC236}">
                      <a16:creationId xmlns:a16="http://schemas.microsoft.com/office/drawing/2014/main" id="{529A24E6-8D7A-E2F4-0C73-5E147D360E8E}"/>
                    </a:ext>
                  </a:extLst>
                </p:cNvPr>
                <p:cNvSpPr/>
                <p:nvPr/>
              </p:nvSpPr>
              <p:spPr>
                <a:xfrm>
                  <a:off x="2460973" y="2915593"/>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5" y="4478"/>
                        <a:pt x="0" y="3582"/>
                        <a:pt x="0" y="2239"/>
                      </a:cubicBezTo>
                      <a:cubicBezTo>
                        <a:pt x="0" y="895"/>
                        <a:pt x="895" y="0"/>
                        <a:pt x="2239" y="0"/>
                      </a:cubicBezTo>
                      <a:lnTo>
                        <a:pt x="15672" y="0"/>
                      </a:lnTo>
                      <a:cubicBezTo>
                        <a:pt x="17016" y="0"/>
                        <a:pt x="17911" y="895"/>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7" name="Freeform: Shape 3983">
                  <a:extLst>
                    <a:ext uri="{FF2B5EF4-FFF2-40B4-BE49-F238E27FC236}">
                      <a16:creationId xmlns:a16="http://schemas.microsoft.com/office/drawing/2014/main" id="{DA07BCF7-981B-D886-12B0-EB47869592FA}"/>
                    </a:ext>
                  </a:extLst>
                </p:cNvPr>
                <p:cNvSpPr/>
                <p:nvPr/>
              </p:nvSpPr>
              <p:spPr>
                <a:xfrm>
                  <a:off x="2460973" y="29563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5" y="4478"/>
                        <a:pt x="0" y="3582"/>
                        <a:pt x="0" y="2239"/>
                      </a:cubicBezTo>
                      <a:cubicBezTo>
                        <a:pt x="0" y="895"/>
                        <a:pt x="895" y="0"/>
                        <a:pt x="2239" y="0"/>
                      </a:cubicBezTo>
                      <a:lnTo>
                        <a:pt x="15672" y="0"/>
                      </a:lnTo>
                      <a:cubicBezTo>
                        <a:pt x="17016" y="0"/>
                        <a:pt x="17911" y="895"/>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8" name="Freeform: Shape 3984">
                  <a:extLst>
                    <a:ext uri="{FF2B5EF4-FFF2-40B4-BE49-F238E27FC236}">
                      <a16:creationId xmlns:a16="http://schemas.microsoft.com/office/drawing/2014/main" id="{6B485B63-6A22-F972-707B-33671BB748F5}"/>
                    </a:ext>
                  </a:extLst>
                </p:cNvPr>
                <p:cNvSpPr/>
                <p:nvPr/>
              </p:nvSpPr>
              <p:spPr>
                <a:xfrm>
                  <a:off x="2460973" y="29966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5" y="4478"/>
                        <a:pt x="0" y="3582"/>
                        <a:pt x="0" y="2239"/>
                      </a:cubicBezTo>
                      <a:cubicBezTo>
                        <a:pt x="0" y="895"/>
                        <a:pt x="895" y="0"/>
                        <a:pt x="2239" y="0"/>
                      </a:cubicBezTo>
                      <a:lnTo>
                        <a:pt x="15672" y="0"/>
                      </a:lnTo>
                      <a:cubicBezTo>
                        <a:pt x="17016" y="0"/>
                        <a:pt x="17911" y="895"/>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9" name="Freeform: Shape 3985">
                  <a:extLst>
                    <a:ext uri="{FF2B5EF4-FFF2-40B4-BE49-F238E27FC236}">
                      <a16:creationId xmlns:a16="http://schemas.microsoft.com/office/drawing/2014/main" id="{15FDDC96-CE4C-6A0E-5BAE-BB066DDC3769}"/>
                    </a:ext>
                  </a:extLst>
                </p:cNvPr>
                <p:cNvSpPr/>
                <p:nvPr/>
              </p:nvSpPr>
              <p:spPr>
                <a:xfrm>
                  <a:off x="2447540" y="2902607"/>
                  <a:ext cx="111945" cy="120901"/>
                </a:xfrm>
                <a:custGeom>
                  <a:avLst/>
                  <a:gdLst>
                    <a:gd name="connsiteX0" fmla="*/ 98960 w 111945"/>
                    <a:gd name="connsiteY0" fmla="*/ 0 h 120901"/>
                    <a:gd name="connsiteX1" fmla="*/ 12986 w 111945"/>
                    <a:gd name="connsiteY1" fmla="*/ 0 h 120901"/>
                    <a:gd name="connsiteX2" fmla="*/ 0 w 111945"/>
                    <a:gd name="connsiteY2" fmla="*/ 12538 h 120901"/>
                    <a:gd name="connsiteX3" fmla="*/ 0 w 111945"/>
                    <a:gd name="connsiteY3" fmla="*/ 112393 h 120901"/>
                    <a:gd name="connsiteX4" fmla="*/ 12986 w 111945"/>
                    <a:gd name="connsiteY4" fmla="*/ 124931 h 120901"/>
                    <a:gd name="connsiteX5" fmla="*/ 98960 w 111945"/>
                    <a:gd name="connsiteY5" fmla="*/ 124931 h 120901"/>
                    <a:gd name="connsiteX6" fmla="*/ 111945 w 111945"/>
                    <a:gd name="connsiteY6" fmla="*/ 111945 h 120901"/>
                    <a:gd name="connsiteX7" fmla="*/ 111945 w 111945"/>
                    <a:gd name="connsiteY7" fmla="*/ 12538 h 120901"/>
                    <a:gd name="connsiteX8" fmla="*/ 98960 w 111945"/>
                    <a:gd name="connsiteY8" fmla="*/ 0 h 120901"/>
                    <a:gd name="connsiteX9" fmla="*/ 4478 w 111945"/>
                    <a:gd name="connsiteY9" fmla="*/ 44778 h 120901"/>
                    <a:gd name="connsiteX10" fmla="*/ 107468 w 111945"/>
                    <a:gd name="connsiteY10" fmla="*/ 44778 h 120901"/>
                    <a:gd name="connsiteX11" fmla="*/ 107468 w 111945"/>
                    <a:gd name="connsiteY11" fmla="*/ 80601 h 120901"/>
                    <a:gd name="connsiteX12" fmla="*/ 4478 w 111945"/>
                    <a:gd name="connsiteY12" fmla="*/ 80601 h 120901"/>
                    <a:gd name="connsiteX13" fmla="*/ 4478 w 111945"/>
                    <a:gd name="connsiteY13" fmla="*/ 44778 h 120901"/>
                    <a:gd name="connsiteX14" fmla="*/ 12986 w 111945"/>
                    <a:gd name="connsiteY14" fmla="*/ 4478 h 120901"/>
                    <a:gd name="connsiteX15" fmla="*/ 98960 w 111945"/>
                    <a:gd name="connsiteY15" fmla="*/ 4478 h 120901"/>
                    <a:gd name="connsiteX16" fmla="*/ 107468 w 111945"/>
                    <a:gd name="connsiteY16" fmla="*/ 12538 h 120901"/>
                    <a:gd name="connsiteX17" fmla="*/ 107468 w 111945"/>
                    <a:gd name="connsiteY17" fmla="*/ 39853 h 120901"/>
                    <a:gd name="connsiteX18" fmla="*/ 4478 w 111945"/>
                    <a:gd name="connsiteY18" fmla="*/ 39853 h 120901"/>
                    <a:gd name="connsiteX19" fmla="*/ 4478 w 111945"/>
                    <a:gd name="connsiteY19" fmla="*/ 12538 h 120901"/>
                    <a:gd name="connsiteX20" fmla="*/ 12986 w 111945"/>
                    <a:gd name="connsiteY20" fmla="*/ 4478 h 120901"/>
                    <a:gd name="connsiteX21" fmla="*/ 98960 w 111945"/>
                    <a:gd name="connsiteY21" fmla="*/ 120901 h 120901"/>
                    <a:gd name="connsiteX22" fmla="*/ 12986 w 111945"/>
                    <a:gd name="connsiteY22" fmla="*/ 120901 h 120901"/>
                    <a:gd name="connsiteX23" fmla="*/ 4478 w 111945"/>
                    <a:gd name="connsiteY23" fmla="*/ 112841 h 120901"/>
                    <a:gd name="connsiteX24" fmla="*/ 4478 w 111945"/>
                    <a:gd name="connsiteY24" fmla="*/ 85079 h 120901"/>
                    <a:gd name="connsiteX25" fmla="*/ 107468 w 111945"/>
                    <a:gd name="connsiteY25" fmla="*/ 85079 h 120901"/>
                    <a:gd name="connsiteX26" fmla="*/ 107468 w 111945"/>
                    <a:gd name="connsiteY26" fmla="*/ 112393 h 120901"/>
                    <a:gd name="connsiteX27" fmla="*/ 98960 w 111945"/>
                    <a:gd name="connsiteY27" fmla="*/ 120901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1945" h="120901">
                      <a:moveTo>
                        <a:pt x="98960" y="0"/>
                      </a:moveTo>
                      <a:lnTo>
                        <a:pt x="12986" y="0"/>
                      </a:lnTo>
                      <a:cubicBezTo>
                        <a:pt x="5821" y="0"/>
                        <a:pt x="0" y="5821"/>
                        <a:pt x="0" y="12538"/>
                      </a:cubicBezTo>
                      <a:lnTo>
                        <a:pt x="0" y="112393"/>
                      </a:lnTo>
                      <a:cubicBezTo>
                        <a:pt x="0" y="119558"/>
                        <a:pt x="5821" y="124931"/>
                        <a:pt x="12986" y="124931"/>
                      </a:cubicBezTo>
                      <a:lnTo>
                        <a:pt x="98960" y="124931"/>
                      </a:lnTo>
                      <a:cubicBezTo>
                        <a:pt x="106124" y="124931"/>
                        <a:pt x="111945" y="119110"/>
                        <a:pt x="111945" y="111945"/>
                      </a:cubicBezTo>
                      <a:lnTo>
                        <a:pt x="111945" y="12538"/>
                      </a:lnTo>
                      <a:cubicBezTo>
                        <a:pt x="111945" y="5373"/>
                        <a:pt x="106124" y="0"/>
                        <a:pt x="98960" y="0"/>
                      </a:cubicBezTo>
                      <a:close/>
                      <a:moveTo>
                        <a:pt x="4478" y="44778"/>
                      </a:moveTo>
                      <a:lnTo>
                        <a:pt x="107468" y="44778"/>
                      </a:lnTo>
                      <a:lnTo>
                        <a:pt x="107468" y="80601"/>
                      </a:lnTo>
                      <a:lnTo>
                        <a:pt x="4478" y="80601"/>
                      </a:lnTo>
                      <a:lnTo>
                        <a:pt x="4478" y="44778"/>
                      </a:lnTo>
                      <a:close/>
                      <a:moveTo>
                        <a:pt x="12986" y="4478"/>
                      </a:moveTo>
                      <a:lnTo>
                        <a:pt x="98960" y="4478"/>
                      </a:lnTo>
                      <a:cubicBezTo>
                        <a:pt x="103437" y="4478"/>
                        <a:pt x="107468" y="8060"/>
                        <a:pt x="107468" y="12538"/>
                      </a:cubicBezTo>
                      <a:lnTo>
                        <a:pt x="107468" y="39853"/>
                      </a:lnTo>
                      <a:lnTo>
                        <a:pt x="4478" y="39853"/>
                      </a:lnTo>
                      <a:lnTo>
                        <a:pt x="4478" y="12538"/>
                      </a:lnTo>
                      <a:cubicBezTo>
                        <a:pt x="4478" y="8060"/>
                        <a:pt x="8060" y="4478"/>
                        <a:pt x="12986" y="4478"/>
                      </a:cubicBezTo>
                      <a:close/>
                      <a:moveTo>
                        <a:pt x="98960" y="120901"/>
                      </a:moveTo>
                      <a:lnTo>
                        <a:pt x="12986" y="120901"/>
                      </a:lnTo>
                      <a:cubicBezTo>
                        <a:pt x="8508" y="120901"/>
                        <a:pt x="4478" y="117319"/>
                        <a:pt x="4478" y="112841"/>
                      </a:cubicBezTo>
                      <a:lnTo>
                        <a:pt x="4478" y="85079"/>
                      </a:lnTo>
                      <a:lnTo>
                        <a:pt x="107468" y="85079"/>
                      </a:lnTo>
                      <a:lnTo>
                        <a:pt x="107468" y="112393"/>
                      </a:lnTo>
                      <a:cubicBezTo>
                        <a:pt x="107468" y="116871"/>
                        <a:pt x="103437" y="120901"/>
                        <a:pt x="98960" y="12090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90" name="Freeform: Shape 3986">
                <a:extLst>
                  <a:ext uri="{FF2B5EF4-FFF2-40B4-BE49-F238E27FC236}">
                    <a16:creationId xmlns:a16="http://schemas.microsoft.com/office/drawing/2014/main" id="{5AE22450-EC1A-4CC5-6F26-25ECD3AA0D00}"/>
                  </a:ext>
                  <a:ext uri="{C183D7F6-B498-43B3-948B-1728B52AA6E4}">
                    <adec:decorative xmlns:adec="http://schemas.microsoft.com/office/drawing/2017/decorative" val="1"/>
                  </a:ext>
                </a:extLst>
              </p:cNvPr>
              <p:cNvSpPr>
                <a:spLocks noChangeAspect="1"/>
              </p:cNvSpPr>
              <p:nvPr/>
            </p:nvSpPr>
            <p:spPr>
              <a:xfrm>
                <a:off x="538640" y="1716167"/>
                <a:ext cx="4478" cy="4478"/>
              </a:xfrm>
              <a:custGeom>
                <a:avLst/>
                <a:gdLst/>
                <a:ahLst/>
                <a:cxnLst/>
                <a:rect l="l" t="t" r="r" b="b"/>
                <a:pathLst>
                  <a:path/>
                </a:pathLst>
              </a:custGeom>
              <a:solidFill>
                <a:srgbClr val="231F20">
                  <a:alpha val="10000"/>
                </a:srgbClr>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1" name="Freeform: Shape 3987">
                <a:extLst>
                  <a:ext uri="{FF2B5EF4-FFF2-40B4-BE49-F238E27FC236}">
                    <a16:creationId xmlns:a16="http://schemas.microsoft.com/office/drawing/2014/main" id="{0F1ABFB8-D4AD-522F-3E79-A444CDDEB2A1}"/>
                  </a:ext>
                  <a:ext uri="{C183D7F6-B498-43B3-948B-1728B52AA6E4}">
                    <adec:decorative xmlns:adec="http://schemas.microsoft.com/office/drawing/2017/decorative" val="1"/>
                  </a:ext>
                </a:extLst>
              </p:cNvPr>
              <p:cNvSpPr>
                <a:spLocks noChangeAspect="1"/>
              </p:cNvSpPr>
              <p:nvPr/>
            </p:nvSpPr>
            <p:spPr>
              <a:xfrm>
                <a:off x="5547079" y="3339823"/>
                <a:ext cx="125379" cy="138812"/>
              </a:xfrm>
              <a:custGeom>
                <a:avLst/>
                <a:gdLst>
                  <a:gd name="connsiteX0" fmla="*/ 125379 w 125378"/>
                  <a:gd name="connsiteY0" fmla="*/ 25523 h 138812"/>
                  <a:gd name="connsiteX1" fmla="*/ 62689 w 125378"/>
                  <a:gd name="connsiteY1" fmla="*/ 0 h 138812"/>
                  <a:gd name="connsiteX2" fmla="*/ 0 w 125378"/>
                  <a:gd name="connsiteY2" fmla="*/ 25523 h 138812"/>
                  <a:gd name="connsiteX3" fmla="*/ 0 w 125378"/>
                  <a:gd name="connsiteY3" fmla="*/ 25971 h 138812"/>
                  <a:gd name="connsiteX4" fmla="*/ 0 w 125378"/>
                  <a:gd name="connsiteY4" fmla="*/ 26419 h 138812"/>
                  <a:gd name="connsiteX5" fmla="*/ 0 w 125378"/>
                  <a:gd name="connsiteY5" fmla="*/ 112841 h 138812"/>
                  <a:gd name="connsiteX6" fmla="*/ 0 w 125378"/>
                  <a:gd name="connsiteY6" fmla="*/ 113289 h 138812"/>
                  <a:gd name="connsiteX7" fmla="*/ 0 w 125378"/>
                  <a:gd name="connsiteY7" fmla="*/ 113737 h 138812"/>
                  <a:gd name="connsiteX8" fmla="*/ 62689 w 125378"/>
                  <a:gd name="connsiteY8" fmla="*/ 139260 h 138812"/>
                  <a:gd name="connsiteX9" fmla="*/ 125379 w 125378"/>
                  <a:gd name="connsiteY9" fmla="*/ 113737 h 138812"/>
                  <a:gd name="connsiteX10" fmla="*/ 125379 w 125378"/>
                  <a:gd name="connsiteY10" fmla="*/ 113289 h 138812"/>
                  <a:gd name="connsiteX11" fmla="*/ 125379 w 125378"/>
                  <a:gd name="connsiteY11" fmla="*/ 112841 h 138812"/>
                  <a:gd name="connsiteX12" fmla="*/ 125379 w 125378"/>
                  <a:gd name="connsiteY12" fmla="*/ 26419 h 138812"/>
                  <a:gd name="connsiteX13" fmla="*/ 125379 w 125378"/>
                  <a:gd name="connsiteY13" fmla="*/ 25523 h 138812"/>
                  <a:gd name="connsiteX14" fmla="*/ 125379 w 125378"/>
                  <a:gd name="connsiteY14" fmla="*/ 25523 h 138812"/>
                  <a:gd name="connsiteX15" fmla="*/ 62689 w 125378"/>
                  <a:gd name="connsiteY15" fmla="*/ 4478 h 138812"/>
                  <a:gd name="connsiteX16" fmla="*/ 120901 w 125378"/>
                  <a:gd name="connsiteY16" fmla="*/ 25523 h 138812"/>
                  <a:gd name="connsiteX17" fmla="*/ 62689 w 125378"/>
                  <a:gd name="connsiteY17" fmla="*/ 46569 h 138812"/>
                  <a:gd name="connsiteX18" fmla="*/ 4478 w 125378"/>
                  <a:gd name="connsiteY18" fmla="*/ 25523 h 138812"/>
                  <a:gd name="connsiteX19" fmla="*/ 62689 w 125378"/>
                  <a:gd name="connsiteY19" fmla="*/ 4478 h 138812"/>
                  <a:gd name="connsiteX20" fmla="*/ 120901 w 125378"/>
                  <a:gd name="connsiteY20" fmla="*/ 112841 h 138812"/>
                  <a:gd name="connsiteX21" fmla="*/ 120901 w 125378"/>
                  <a:gd name="connsiteY21" fmla="*/ 112841 h 138812"/>
                  <a:gd name="connsiteX22" fmla="*/ 62689 w 125378"/>
                  <a:gd name="connsiteY22" fmla="*/ 134335 h 138812"/>
                  <a:gd name="connsiteX23" fmla="*/ 4478 w 125378"/>
                  <a:gd name="connsiteY23" fmla="*/ 113289 h 138812"/>
                  <a:gd name="connsiteX24" fmla="*/ 4478 w 125378"/>
                  <a:gd name="connsiteY24" fmla="*/ 112841 h 138812"/>
                  <a:gd name="connsiteX25" fmla="*/ 4478 w 125378"/>
                  <a:gd name="connsiteY25" fmla="*/ 112393 h 138812"/>
                  <a:gd name="connsiteX26" fmla="*/ 4478 w 125378"/>
                  <a:gd name="connsiteY26" fmla="*/ 93586 h 138812"/>
                  <a:gd name="connsiteX27" fmla="*/ 62689 w 125378"/>
                  <a:gd name="connsiteY27" fmla="*/ 109707 h 138812"/>
                  <a:gd name="connsiteX28" fmla="*/ 120901 w 125378"/>
                  <a:gd name="connsiteY28" fmla="*/ 93586 h 138812"/>
                  <a:gd name="connsiteX29" fmla="*/ 120901 w 125378"/>
                  <a:gd name="connsiteY29" fmla="*/ 112841 h 138812"/>
                  <a:gd name="connsiteX30" fmla="*/ 120901 w 125378"/>
                  <a:gd name="connsiteY30" fmla="*/ 112841 h 138812"/>
                  <a:gd name="connsiteX31" fmla="*/ 120901 w 125378"/>
                  <a:gd name="connsiteY31" fmla="*/ 84183 h 138812"/>
                  <a:gd name="connsiteX32" fmla="*/ 62689 w 125378"/>
                  <a:gd name="connsiteY32" fmla="*/ 105229 h 138812"/>
                  <a:gd name="connsiteX33" fmla="*/ 4478 w 125378"/>
                  <a:gd name="connsiteY33" fmla="*/ 84183 h 138812"/>
                  <a:gd name="connsiteX34" fmla="*/ 4478 w 125378"/>
                  <a:gd name="connsiteY34" fmla="*/ 64481 h 138812"/>
                  <a:gd name="connsiteX35" fmla="*/ 62689 w 125378"/>
                  <a:gd name="connsiteY35" fmla="*/ 80601 h 138812"/>
                  <a:gd name="connsiteX36" fmla="*/ 120901 w 125378"/>
                  <a:gd name="connsiteY36" fmla="*/ 64481 h 138812"/>
                  <a:gd name="connsiteX37" fmla="*/ 120901 w 125378"/>
                  <a:gd name="connsiteY37" fmla="*/ 84183 h 138812"/>
                  <a:gd name="connsiteX38" fmla="*/ 120901 w 125378"/>
                  <a:gd name="connsiteY38" fmla="*/ 55077 h 138812"/>
                  <a:gd name="connsiteX39" fmla="*/ 62689 w 125378"/>
                  <a:gd name="connsiteY39" fmla="*/ 76123 h 138812"/>
                  <a:gd name="connsiteX40" fmla="*/ 4478 w 125378"/>
                  <a:gd name="connsiteY40" fmla="*/ 55077 h 138812"/>
                  <a:gd name="connsiteX41" fmla="*/ 4478 w 125378"/>
                  <a:gd name="connsiteY41" fmla="*/ 35375 h 138812"/>
                  <a:gd name="connsiteX42" fmla="*/ 62689 w 125378"/>
                  <a:gd name="connsiteY42" fmla="*/ 51495 h 138812"/>
                  <a:gd name="connsiteX43" fmla="*/ 120901 w 125378"/>
                  <a:gd name="connsiteY43" fmla="*/ 35375 h 138812"/>
                  <a:gd name="connsiteX44" fmla="*/ 120901 w 125378"/>
                  <a:gd name="connsiteY44" fmla="*/ 55077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5378" h="138812">
                    <a:moveTo>
                      <a:pt x="125379" y="25523"/>
                    </a:moveTo>
                    <a:cubicBezTo>
                      <a:pt x="125379" y="11195"/>
                      <a:pt x="98064" y="0"/>
                      <a:pt x="62689" y="0"/>
                    </a:cubicBezTo>
                    <a:cubicBezTo>
                      <a:pt x="27315" y="0"/>
                      <a:pt x="0" y="11195"/>
                      <a:pt x="0" y="25523"/>
                    </a:cubicBezTo>
                    <a:cubicBezTo>
                      <a:pt x="0" y="25523"/>
                      <a:pt x="0" y="25971"/>
                      <a:pt x="0" y="25971"/>
                    </a:cubicBezTo>
                    <a:cubicBezTo>
                      <a:pt x="0" y="25971"/>
                      <a:pt x="0" y="25971"/>
                      <a:pt x="0" y="26419"/>
                    </a:cubicBezTo>
                    <a:lnTo>
                      <a:pt x="0" y="112841"/>
                    </a:lnTo>
                    <a:cubicBezTo>
                      <a:pt x="0" y="112841"/>
                      <a:pt x="0" y="112841"/>
                      <a:pt x="0" y="113289"/>
                    </a:cubicBezTo>
                    <a:cubicBezTo>
                      <a:pt x="0" y="113289"/>
                      <a:pt x="0" y="113289"/>
                      <a:pt x="0" y="113737"/>
                    </a:cubicBezTo>
                    <a:cubicBezTo>
                      <a:pt x="0" y="128066"/>
                      <a:pt x="27315" y="139260"/>
                      <a:pt x="62689" y="139260"/>
                    </a:cubicBezTo>
                    <a:cubicBezTo>
                      <a:pt x="98064" y="139260"/>
                      <a:pt x="125379" y="128066"/>
                      <a:pt x="125379" y="113737"/>
                    </a:cubicBezTo>
                    <a:cubicBezTo>
                      <a:pt x="125379" y="113737"/>
                      <a:pt x="125379" y="113737"/>
                      <a:pt x="125379" y="113289"/>
                    </a:cubicBezTo>
                    <a:cubicBezTo>
                      <a:pt x="125379" y="113289"/>
                      <a:pt x="125379" y="113289"/>
                      <a:pt x="125379" y="112841"/>
                    </a:cubicBezTo>
                    <a:lnTo>
                      <a:pt x="125379" y="26419"/>
                    </a:lnTo>
                    <a:cubicBezTo>
                      <a:pt x="125379" y="26419"/>
                      <a:pt x="124931" y="25971"/>
                      <a:pt x="125379" y="25523"/>
                    </a:cubicBezTo>
                    <a:cubicBezTo>
                      <a:pt x="124931" y="25971"/>
                      <a:pt x="125379" y="25971"/>
                      <a:pt x="125379" y="25523"/>
                    </a:cubicBezTo>
                    <a:close/>
                    <a:moveTo>
                      <a:pt x="62689" y="4478"/>
                    </a:moveTo>
                    <a:cubicBezTo>
                      <a:pt x="97617" y="4478"/>
                      <a:pt x="120901" y="15225"/>
                      <a:pt x="120901" y="25523"/>
                    </a:cubicBezTo>
                    <a:cubicBezTo>
                      <a:pt x="120901" y="35823"/>
                      <a:pt x="97617" y="46569"/>
                      <a:pt x="62689" y="46569"/>
                    </a:cubicBezTo>
                    <a:cubicBezTo>
                      <a:pt x="27762" y="46569"/>
                      <a:pt x="4478" y="35823"/>
                      <a:pt x="4478" y="25523"/>
                    </a:cubicBezTo>
                    <a:cubicBezTo>
                      <a:pt x="4478" y="15225"/>
                      <a:pt x="27762" y="4478"/>
                      <a:pt x="62689" y="4478"/>
                    </a:cubicBezTo>
                    <a:close/>
                    <a:moveTo>
                      <a:pt x="120901" y="112841"/>
                    </a:moveTo>
                    <a:cubicBezTo>
                      <a:pt x="120901" y="113289"/>
                      <a:pt x="120901" y="113289"/>
                      <a:pt x="120901" y="112841"/>
                    </a:cubicBezTo>
                    <a:cubicBezTo>
                      <a:pt x="120901" y="123140"/>
                      <a:pt x="97617" y="134335"/>
                      <a:pt x="62689" y="134335"/>
                    </a:cubicBezTo>
                    <a:cubicBezTo>
                      <a:pt x="27762" y="134335"/>
                      <a:pt x="4478" y="123588"/>
                      <a:pt x="4478" y="113289"/>
                    </a:cubicBezTo>
                    <a:cubicBezTo>
                      <a:pt x="4478" y="113289"/>
                      <a:pt x="4478" y="113289"/>
                      <a:pt x="4478" y="112841"/>
                    </a:cubicBezTo>
                    <a:cubicBezTo>
                      <a:pt x="4478" y="112841"/>
                      <a:pt x="4478" y="112841"/>
                      <a:pt x="4478" y="112393"/>
                    </a:cubicBezTo>
                    <a:lnTo>
                      <a:pt x="4478" y="93586"/>
                    </a:lnTo>
                    <a:cubicBezTo>
                      <a:pt x="13433" y="102990"/>
                      <a:pt x="35823" y="109707"/>
                      <a:pt x="62689" y="109707"/>
                    </a:cubicBezTo>
                    <a:cubicBezTo>
                      <a:pt x="89556" y="109707"/>
                      <a:pt x="111945" y="102990"/>
                      <a:pt x="120901" y="93586"/>
                    </a:cubicBezTo>
                    <a:lnTo>
                      <a:pt x="120901" y="112841"/>
                    </a:lnTo>
                    <a:cubicBezTo>
                      <a:pt x="120901" y="112841"/>
                      <a:pt x="120901" y="112841"/>
                      <a:pt x="120901" y="112841"/>
                    </a:cubicBezTo>
                    <a:close/>
                    <a:moveTo>
                      <a:pt x="120901" y="84183"/>
                    </a:moveTo>
                    <a:cubicBezTo>
                      <a:pt x="120901" y="94482"/>
                      <a:pt x="97617" y="105229"/>
                      <a:pt x="62689" y="105229"/>
                    </a:cubicBezTo>
                    <a:cubicBezTo>
                      <a:pt x="27762" y="105229"/>
                      <a:pt x="4478" y="94482"/>
                      <a:pt x="4478" y="84183"/>
                    </a:cubicBezTo>
                    <a:lnTo>
                      <a:pt x="4478" y="64481"/>
                    </a:lnTo>
                    <a:cubicBezTo>
                      <a:pt x="13433" y="73884"/>
                      <a:pt x="35823" y="80601"/>
                      <a:pt x="62689" y="80601"/>
                    </a:cubicBezTo>
                    <a:cubicBezTo>
                      <a:pt x="89556" y="80601"/>
                      <a:pt x="111945" y="73884"/>
                      <a:pt x="120901" y="64481"/>
                    </a:cubicBezTo>
                    <a:lnTo>
                      <a:pt x="120901" y="84183"/>
                    </a:lnTo>
                    <a:close/>
                    <a:moveTo>
                      <a:pt x="120901" y="55077"/>
                    </a:moveTo>
                    <a:cubicBezTo>
                      <a:pt x="120901" y="65376"/>
                      <a:pt x="97617" y="76123"/>
                      <a:pt x="62689" y="76123"/>
                    </a:cubicBezTo>
                    <a:cubicBezTo>
                      <a:pt x="27762" y="76123"/>
                      <a:pt x="4478" y="65376"/>
                      <a:pt x="4478" y="55077"/>
                    </a:cubicBezTo>
                    <a:lnTo>
                      <a:pt x="4478" y="35375"/>
                    </a:lnTo>
                    <a:cubicBezTo>
                      <a:pt x="13433" y="44778"/>
                      <a:pt x="35823" y="51495"/>
                      <a:pt x="62689" y="51495"/>
                    </a:cubicBezTo>
                    <a:cubicBezTo>
                      <a:pt x="89556" y="51495"/>
                      <a:pt x="111945" y="44778"/>
                      <a:pt x="120901" y="35375"/>
                    </a:cubicBezTo>
                    <a:lnTo>
                      <a:pt x="120901" y="5507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92" name="Group 3988">
                <a:extLst>
                  <a:ext uri="{FF2B5EF4-FFF2-40B4-BE49-F238E27FC236}">
                    <a16:creationId xmlns:a16="http://schemas.microsoft.com/office/drawing/2014/main" id="{73594A5D-CD6B-9094-0B19-0FF3F8039FDB}"/>
                  </a:ext>
                  <a:ext uri="{C183D7F6-B498-43B3-948B-1728B52AA6E4}">
                    <adec:decorative xmlns:adec="http://schemas.microsoft.com/office/drawing/2017/decorative" val="1"/>
                  </a:ext>
                </a:extLst>
              </p:cNvPr>
              <p:cNvGrpSpPr>
                <a:grpSpLocks noChangeAspect="1"/>
              </p:cNvGrpSpPr>
              <p:nvPr/>
            </p:nvGrpSpPr>
            <p:grpSpPr>
              <a:xfrm>
                <a:off x="5032578" y="3339823"/>
                <a:ext cx="125379" cy="138812"/>
                <a:chOff x="5073332" y="2604384"/>
                <a:chExt cx="125379" cy="138812"/>
              </a:xfrm>
            </p:grpSpPr>
            <p:sp>
              <p:nvSpPr>
                <p:cNvPr id="93" name="Freeform: Shape 3989">
                  <a:extLst>
                    <a:ext uri="{FF2B5EF4-FFF2-40B4-BE49-F238E27FC236}">
                      <a16:creationId xmlns:a16="http://schemas.microsoft.com/office/drawing/2014/main" id="{C86AF4D4-F03D-0E4D-0CFE-0CEE25D2585E}"/>
                    </a:ext>
                  </a:extLst>
                </p:cNvPr>
                <p:cNvSpPr/>
                <p:nvPr/>
              </p:nvSpPr>
              <p:spPr>
                <a:xfrm>
                  <a:off x="5073332" y="2604384"/>
                  <a:ext cx="125379" cy="138812"/>
                </a:xfrm>
                <a:custGeom>
                  <a:avLst/>
                  <a:gdLst>
                    <a:gd name="connsiteX0" fmla="*/ 125379 w 125378"/>
                    <a:gd name="connsiteY0" fmla="*/ 25523 h 138812"/>
                    <a:gd name="connsiteX1" fmla="*/ 62689 w 125378"/>
                    <a:gd name="connsiteY1" fmla="*/ 0 h 138812"/>
                    <a:gd name="connsiteX2" fmla="*/ 0 w 125378"/>
                    <a:gd name="connsiteY2" fmla="*/ 25523 h 138812"/>
                    <a:gd name="connsiteX3" fmla="*/ 0 w 125378"/>
                    <a:gd name="connsiteY3" fmla="*/ 25971 h 138812"/>
                    <a:gd name="connsiteX4" fmla="*/ 0 w 125378"/>
                    <a:gd name="connsiteY4" fmla="*/ 26419 h 138812"/>
                    <a:gd name="connsiteX5" fmla="*/ 0 w 125378"/>
                    <a:gd name="connsiteY5" fmla="*/ 112841 h 138812"/>
                    <a:gd name="connsiteX6" fmla="*/ 0 w 125378"/>
                    <a:gd name="connsiteY6" fmla="*/ 113289 h 138812"/>
                    <a:gd name="connsiteX7" fmla="*/ 0 w 125378"/>
                    <a:gd name="connsiteY7" fmla="*/ 113737 h 138812"/>
                    <a:gd name="connsiteX8" fmla="*/ 62689 w 125378"/>
                    <a:gd name="connsiteY8" fmla="*/ 139260 h 138812"/>
                    <a:gd name="connsiteX9" fmla="*/ 64928 w 125378"/>
                    <a:gd name="connsiteY9" fmla="*/ 137021 h 138812"/>
                    <a:gd name="connsiteX10" fmla="*/ 62689 w 125378"/>
                    <a:gd name="connsiteY10" fmla="*/ 134782 h 138812"/>
                    <a:gd name="connsiteX11" fmla="*/ 4478 w 125378"/>
                    <a:gd name="connsiteY11" fmla="*/ 113737 h 138812"/>
                    <a:gd name="connsiteX12" fmla="*/ 4478 w 125378"/>
                    <a:gd name="connsiteY12" fmla="*/ 113289 h 138812"/>
                    <a:gd name="connsiteX13" fmla="*/ 4478 w 125378"/>
                    <a:gd name="connsiteY13" fmla="*/ 112841 h 138812"/>
                    <a:gd name="connsiteX14" fmla="*/ 4478 w 125378"/>
                    <a:gd name="connsiteY14" fmla="*/ 94034 h 138812"/>
                    <a:gd name="connsiteX15" fmla="*/ 62689 w 125378"/>
                    <a:gd name="connsiteY15" fmla="*/ 110154 h 138812"/>
                    <a:gd name="connsiteX16" fmla="*/ 64928 w 125378"/>
                    <a:gd name="connsiteY16" fmla="*/ 107915 h 138812"/>
                    <a:gd name="connsiteX17" fmla="*/ 62689 w 125378"/>
                    <a:gd name="connsiteY17" fmla="*/ 105677 h 138812"/>
                    <a:gd name="connsiteX18" fmla="*/ 4478 w 125378"/>
                    <a:gd name="connsiteY18" fmla="*/ 84631 h 138812"/>
                    <a:gd name="connsiteX19" fmla="*/ 4478 w 125378"/>
                    <a:gd name="connsiteY19" fmla="*/ 64481 h 138812"/>
                    <a:gd name="connsiteX20" fmla="*/ 62689 w 125378"/>
                    <a:gd name="connsiteY20" fmla="*/ 80601 h 138812"/>
                    <a:gd name="connsiteX21" fmla="*/ 120901 w 125378"/>
                    <a:gd name="connsiteY21" fmla="*/ 64481 h 138812"/>
                    <a:gd name="connsiteX22" fmla="*/ 120901 w 125378"/>
                    <a:gd name="connsiteY22" fmla="*/ 80601 h 138812"/>
                    <a:gd name="connsiteX23" fmla="*/ 123140 w 125378"/>
                    <a:gd name="connsiteY23" fmla="*/ 82840 h 138812"/>
                    <a:gd name="connsiteX24" fmla="*/ 125379 w 125378"/>
                    <a:gd name="connsiteY24" fmla="*/ 80601 h 138812"/>
                    <a:gd name="connsiteX25" fmla="*/ 125379 w 125378"/>
                    <a:gd name="connsiteY25" fmla="*/ 26419 h 138812"/>
                    <a:gd name="connsiteX26" fmla="*/ 125379 w 125378"/>
                    <a:gd name="connsiteY26" fmla="*/ 25523 h 138812"/>
                    <a:gd name="connsiteX27" fmla="*/ 125379 w 125378"/>
                    <a:gd name="connsiteY27" fmla="*/ 25523 h 138812"/>
                    <a:gd name="connsiteX28" fmla="*/ 62689 w 125378"/>
                    <a:gd name="connsiteY28" fmla="*/ 4478 h 138812"/>
                    <a:gd name="connsiteX29" fmla="*/ 120901 w 125378"/>
                    <a:gd name="connsiteY29" fmla="*/ 25523 h 138812"/>
                    <a:gd name="connsiteX30" fmla="*/ 62689 w 125378"/>
                    <a:gd name="connsiteY30" fmla="*/ 46569 h 138812"/>
                    <a:gd name="connsiteX31" fmla="*/ 4478 w 125378"/>
                    <a:gd name="connsiteY31" fmla="*/ 25523 h 138812"/>
                    <a:gd name="connsiteX32" fmla="*/ 62689 w 125378"/>
                    <a:gd name="connsiteY32" fmla="*/ 4478 h 138812"/>
                    <a:gd name="connsiteX33" fmla="*/ 120901 w 125378"/>
                    <a:gd name="connsiteY33" fmla="*/ 55077 h 138812"/>
                    <a:gd name="connsiteX34" fmla="*/ 62689 w 125378"/>
                    <a:gd name="connsiteY34" fmla="*/ 76123 h 138812"/>
                    <a:gd name="connsiteX35" fmla="*/ 4478 w 125378"/>
                    <a:gd name="connsiteY35" fmla="*/ 55077 h 138812"/>
                    <a:gd name="connsiteX36" fmla="*/ 4478 w 125378"/>
                    <a:gd name="connsiteY36" fmla="*/ 35375 h 138812"/>
                    <a:gd name="connsiteX37" fmla="*/ 62689 w 125378"/>
                    <a:gd name="connsiteY37" fmla="*/ 51495 h 138812"/>
                    <a:gd name="connsiteX38" fmla="*/ 120901 w 125378"/>
                    <a:gd name="connsiteY38" fmla="*/ 35375 h 138812"/>
                    <a:gd name="connsiteX39" fmla="*/ 120901 w 125378"/>
                    <a:gd name="connsiteY39" fmla="*/ 55077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5378" h="138812">
                      <a:moveTo>
                        <a:pt x="125379" y="25523"/>
                      </a:moveTo>
                      <a:cubicBezTo>
                        <a:pt x="125379" y="11195"/>
                        <a:pt x="98064" y="0"/>
                        <a:pt x="62689" y="0"/>
                      </a:cubicBezTo>
                      <a:cubicBezTo>
                        <a:pt x="27315" y="0"/>
                        <a:pt x="0" y="11195"/>
                        <a:pt x="0" y="25523"/>
                      </a:cubicBezTo>
                      <a:cubicBezTo>
                        <a:pt x="0" y="25523"/>
                        <a:pt x="0" y="25971"/>
                        <a:pt x="0" y="25971"/>
                      </a:cubicBezTo>
                      <a:cubicBezTo>
                        <a:pt x="0" y="25971"/>
                        <a:pt x="0" y="25971"/>
                        <a:pt x="0" y="26419"/>
                      </a:cubicBezTo>
                      <a:lnTo>
                        <a:pt x="0" y="112841"/>
                      </a:lnTo>
                      <a:cubicBezTo>
                        <a:pt x="0" y="112841"/>
                        <a:pt x="0" y="112841"/>
                        <a:pt x="0" y="113289"/>
                      </a:cubicBezTo>
                      <a:cubicBezTo>
                        <a:pt x="0" y="113289"/>
                        <a:pt x="0" y="113289"/>
                        <a:pt x="0" y="113737"/>
                      </a:cubicBezTo>
                      <a:cubicBezTo>
                        <a:pt x="0" y="128066"/>
                        <a:pt x="27315" y="139260"/>
                        <a:pt x="62689" y="139260"/>
                      </a:cubicBezTo>
                      <a:cubicBezTo>
                        <a:pt x="64033" y="139260"/>
                        <a:pt x="64928" y="138365"/>
                        <a:pt x="64928" y="137021"/>
                      </a:cubicBezTo>
                      <a:cubicBezTo>
                        <a:pt x="64928" y="135678"/>
                        <a:pt x="64033" y="134782"/>
                        <a:pt x="62689" y="134782"/>
                      </a:cubicBezTo>
                      <a:cubicBezTo>
                        <a:pt x="27763" y="134782"/>
                        <a:pt x="4478" y="124035"/>
                        <a:pt x="4478" y="113737"/>
                      </a:cubicBezTo>
                      <a:cubicBezTo>
                        <a:pt x="4478" y="113737"/>
                        <a:pt x="4478" y="113737"/>
                        <a:pt x="4478" y="113289"/>
                      </a:cubicBezTo>
                      <a:cubicBezTo>
                        <a:pt x="4478" y="113289"/>
                        <a:pt x="4478" y="113289"/>
                        <a:pt x="4478" y="112841"/>
                      </a:cubicBezTo>
                      <a:lnTo>
                        <a:pt x="4478" y="94034"/>
                      </a:lnTo>
                      <a:cubicBezTo>
                        <a:pt x="13433" y="103438"/>
                        <a:pt x="35823" y="110154"/>
                        <a:pt x="62689" y="110154"/>
                      </a:cubicBezTo>
                      <a:cubicBezTo>
                        <a:pt x="64033" y="110154"/>
                        <a:pt x="64928" y="109259"/>
                        <a:pt x="64928" y="107915"/>
                      </a:cubicBezTo>
                      <a:cubicBezTo>
                        <a:pt x="64928" y="106572"/>
                        <a:pt x="64033" y="105677"/>
                        <a:pt x="62689" y="105677"/>
                      </a:cubicBezTo>
                      <a:cubicBezTo>
                        <a:pt x="27763" y="105677"/>
                        <a:pt x="4478" y="94930"/>
                        <a:pt x="4478" y="84631"/>
                      </a:cubicBezTo>
                      <a:lnTo>
                        <a:pt x="4478" y="64481"/>
                      </a:lnTo>
                      <a:cubicBezTo>
                        <a:pt x="13433" y="73884"/>
                        <a:pt x="35823" y="80601"/>
                        <a:pt x="62689" y="80601"/>
                      </a:cubicBezTo>
                      <a:cubicBezTo>
                        <a:pt x="89556" y="80601"/>
                        <a:pt x="111945" y="73884"/>
                        <a:pt x="120901" y="64481"/>
                      </a:cubicBezTo>
                      <a:lnTo>
                        <a:pt x="120901" y="80601"/>
                      </a:lnTo>
                      <a:cubicBezTo>
                        <a:pt x="120901" y="81944"/>
                        <a:pt x="121797" y="82840"/>
                        <a:pt x="123140" y="82840"/>
                      </a:cubicBezTo>
                      <a:cubicBezTo>
                        <a:pt x="124484" y="82840"/>
                        <a:pt x="125379" y="81944"/>
                        <a:pt x="125379" y="80601"/>
                      </a:cubicBezTo>
                      <a:lnTo>
                        <a:pt x="125379" y="26419"/>
                      </a:lnTo>
                      <a:cubicBezTo>
                        <a:pt x="125379" y="26419"/>
                        <a:pt x="125379" y="25971"/>
                        <a:pt x="125379" y="25523"/>
                      </a:cubicBezTo>
                      <a:cubicBezTo>
                        <a:pt x="125379" y="25971"/>
                        <a:pt x="125379" y="25971"/>
                        <a:pt x="125379" y="25523"/>
                      </a:cubicBezTo>
                      <a:close/>
                      <a:moveTo>
                        <a:pt x="62689" y="4478"/>
                      </a:moveTo>
                      <a:cubicBezTo>
                        <a:pt x="97617" y="4478"/>
                        <a:pt x="120901" y="15225"/>
                        <a:pt x="120901" y="25523"/>
                      </a:cubicBezTo>
                      <a:cubicBezTo>
                        <a:pt x="120901" y="35823"/>
                        <a:pt x="97617" y="46569"/>
                        <a:pt x="62689" y="46569"/>
                      </a:cubicBezTo>
                      <a:cubicBezTo>
                        <a:pt x="27763" y="46569"/>
                        <a:pt x="4478" y="35823"/>
                        <a:pt x="4478" y="25523"/>
                      </a:cubicBezTo>
                      <a:cubicBezTo>
                        <a:pt x="4478" y="15672"/>
                        <a:pt x="27763" y="4478"/>
                        <a:pt x="62689" y="4478"/>
                      </a:cubicBezTo>
                      <a:close/>
                      <a:moveTo>
                        <a:pt x="120901" y="55077"/>
                      </a:moveTo>
                      <a:cubicBezTo>
                        <a:pt x="120901" y="65376"/>
                        <a:pt x="97617" y="76123"/>
                        <a:pt x="62689" y="76123"/>
                      </a:cubicBezTo>
                      <a:cubicBezTo>
                        <a:pt x="27763" y="76123"/>
                        <a:pt x="4478" y="65376"/>
                        <a:pt x="4478" y="55077"/>
                      </a:cubicBezTo>
                      <a:lnTo>
                        <a:pt x="4478" y="35375"/>
                      </a:lnTo>
                      <a:cubicBezTo>
                        <a:pt x="13433" y="44778"/>
                        <a:pt x="35823" y="51495"/>
                        <a:pt x="62689" y="51495"/>
                      </a:cubicBezTo>
                      <a:cubicBezTo>
                        <a:pt x="89556" y="51495"/>
                        <a:pt x="111945" y="44778"/>
                        <a:pt x="120901" y="35375"/>
                      </a:cubicBezTo>
                      <a:lnTo>
                        <a:pt x="120901" y="5507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4" name="Freeform: Shape 3990">
                  <a:extLst>
                    <a:ext uri="{FF2B5EF4-FFF2-40B4-BE49-F238E27FC236}">
                      <a16:creationId xmlns:a16="http://schemas.microsoft.com/office/drawing/2014/main" id="{64CA4E2E-6103-6AD8-777E-4C4AD08E0CAC}"/>
                    </a:ext>
                  </a:extLst>
                </p:cNvPr>
                <p:cNvSpPr/>
                <p:nvPr/>
              </p:nvSpPr>
              <p:spPr>
                <a:xfrm>
                  <a:off x="5153933" y="2692150"/>
                  <a:ext cx="44778" cy="49256"/>
                </a:xfrm>
                <a:custGeom>
                  <a:avLst/>
                  <a:gdLst>
                    <a:gd name="connsiteX0" fmla="*/ 42539 w 44778"/>
                    <a:gd name="connsiteY0" fmla="*/ 17463 h 49255"/>
                    <a:gd name="connsiteX1" fmla="*/ 36270 w 44778"/>
                    <a:gd name="connsiteY1" fmla="*/ 17463 h 49255"/>
                    <a:gd name="connsiteX2" fmla="*/ 36270 w 44778"/>
                    <a:gd name="connsiteY2" fmla="*/ 13881 h 49255"/>
                    <a:gd name="connsiteX3" fmla="*/ 22389 w 44778"/>
                    <a:gd name="connsiteY3" fmla="*/ 0 h 49255"/>
                    <a:gd name="connsiteX4" fmla="*/ 8508 w 44778"/>
                    <a:gd name="connsiteY4" fmla="*/ 13881 h 49255"/>
                    <a:gd name="connsiteX5" fmla="*/ 8508 w 44778"/>
                    <a:gd name="connsiteY5" fmla="*/ 17463 h 49255"/>
                    <a:gd name="connsiteX6" fmla="*/ 2239 w 44778"/>
                    <a:gd name="connsiteY6" fmla="*/ 17463 h 49255"/>
                    <a:gd name="connsiteX7" fmla="*/ 0 w 44778"/>
                    <a:gd name="connsiteY7" fmla="*/ 19702 h 49255"/>
                    <a:gd name="connsiteX8" fmla="*/ 0 w 44778"/>
                    <a:gd name="connsiteY8" fmla="*/ 48808 h 49255"/>
                    <a:gd name="connsiteX9" fmla="*/ 2239 w 44778"/>
                    <a:gd name="connsiteY9" fmla="*/ 51047 h 49255"/>
                    <a:gd name="connsiteX10" fmla="*/ 42539 w 44778"/>
                    <a:gd name="connsiteY10" fmla="*/ 51047 h 49255"/>
                    <a:gd name="connsiteX11" fmla="*/ 44778 w 44778"/>
                    <a:gd name="connsiteY11" fmla="*/ 48808 h 49255"/>
                    <a:gd name="connsiteX12" fmla="*/ 44778 w 44778"/>
                    <a:gd name="connsiteY12" fmla="*/ 19702 h 49255"/>
                    <a:gd name="connsiteX13" fmla="*/ 42539 w 44778"/>
                    <a:gd name="connsiteY13" fmla="*/ 17463 h 49255"/>
                    <a:gd name="connsiteX14" fmla="*/ 12986 w 44778"/>
                    <a:gd name="connsiteY14" fmla="*/ 13881 h 49255"/>
                    <a:gd name="connsiteX15" fmla="*/ 22389 w 44778"/>
                    <a:gd name="connsiteY15" fmla="*/ 4478 h 49255"/>
                    <a:gd name="connsiteX16" fmla="*/ 31792 w 44778"/>
                    <a:gd name="connsiteY16" fmla="*/ 13881 h 49255"/>
                    <a:gd name="connsiteX17" fmla="*/ 31792 w 44778"/>
                    <a:gd name="connsiteY17" fmla="*/ 17463 h 49255"/>
                    <a:gd name="connsiteX18" fmla="*/ 13433 w 44778"/>
                    <a:gd name="connsiteY18" fmla="*/ 17463 h 49255"/>
                    <a:gd name="connsiteX19" fmla="*/ 13433 w 44778"/>
                    <a:gd name="connsiteY19" fmla="*/ 13881 h 49255"/>
                    <a:gd name="connsiteX20" fmla="*/ 40300 w 44778"/>
                    <a:gd name="connsiteY20" fmla="*/ 46569 h 49255"/>
                    <a:gd name="connsiteX21" fmla="*/ 4478 w 44778"/>
                    <a:gd name="connsiteY21" fmla="*/ 46569 h 49255"/>
                    <a:gd name="connsiteX22" fmla="*/ 4478 w 44778"/>
                    <a:gd name="connsiteY22" fmla="*/ 21941 h 49255"/>
                    <a:gd name="connsiteX23" fmla="*/ 40300 w 44778"/>
                    <a:gd name="connsiteY23" fmla="*/ 21941 h 49255"/>
                    <a:gd name="connsiteX24" fmla="*/ 40300 w 44778"/>
                    <a:gd name="connsiteY24" fmla="*/ 46569 h 4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4778" h="49255">
                      <a:moveTo>
                        <a:pt x="42539" y="17463"/>
                      </a:moveTo>
                      <a:lnTo>
                        <a:pt x="36270" y="17463"/>
                      </a:lnTo>
                      <a:lnTo>
                        <a:pt x="36270" y="13881"/>
                      </a:lnTo>
                      <a:cubicBezTo>
                        <a:pt x="36270" y="6269"/>
                        <a:pt x="30002" y="0"/>
                        <a:pt x="22389" y="0"/>
                      </a:cubicBezTo>
                      <a:cubicBezTo>
                        <a:pt x="14777" y="0"/>
                        <a:pt x="8508" y="6269"/>
                        <a:pt x="8508" y="13881"/>
                      </a:cubicBezTo>
                      <a:lnTo>
                        <a:pt x="8508" y="17463"/>
                      </a:lnTo>
                      <a:lnTo>
                        <a:pt x="2239" y="17463"/>
                      </a:lnTo>
                      <a:cubicBezTo>
                        <a:pt x="896" y="17463"/>
                        <a:pt x="0" y="18359"/>
                        <a:pt x="0" y="19702"/>
                      </a:cubicBezTo>
                      <a:lnTo>
                        <a:pt x="0" y="48808"/>
                      </a:lnTo>
                      <a:cubicBezTo>
                        <a:pt x="0" y="50151"/>
                        <a:pt x="896" y="51047"/>
                        <a:pt x="2239" y="51047"/>
                      </a:cubicBezTo>
                      <a:lnTo>
                        <a:pt x="42539" y="51047"/>
                      </a:lnTo>
                      <a:cubicBezTo>
                        <a:pt x="43883" y="51047"/>
                        <a:pt x="44778" y="50151"/>
                        <a:pt x="44778" y="48808"/>
                      </a:cubicBezTo>
                      <a:lnTo>
                        <a:pt x="44778" y="19702"/>
                      </a:lnTo>
                      <a:cubicBezTo>
                        <a:pt x="44778" y="18359"/>
                        <a:pt x="43435" y="17463"/>
                        <a:pt x="42539" y="17463"/>
                      </a:cubicBezTo>
                      <a:close/>
                      <a:moveTo>
                        <a:pt x="12986" y="13881"/>
                      </a:moveTo>
                      <a:cubicBezTo>
                        <a:pt x="12986" y="8508"/>
                        <a:pt x="17016" y="4478"/>
                        <a:pt x="22389" y="4478"/>
                      </a:cubicBezTo>
                      <a:cubicBezTo>
                        <a:pt x="27315" y="4478"/>
                        <a:pt x="31792" y="8508"/>
                        <a:pt x="31792" y="13881"/>
                      </a:cubicBezTo>
                      <a:lnTo>
                        <a:pt x="31792" y="17463"/>
                      </a:lnTo>
                      <a:lnTo>
                        <a:pt x="13433" y="17463"/>
                      </a:lnTo>
                      <a:lnTo>
                        <a:pt x="13433" y="13881"/>
                      </a:lnTo>
                      <a:close/>
                      <a:moveTo>
                        <a:pt x="40300" y="46569"/>
                      </a:moveTo>
                      <a:lnTo>
                        <a:pt x="4478" y="46569"/>
                      </a:lnTo>
                      <a:lnTo>
                        <a:pt x="4478" y="21941"/>
                      </a:lnTo>
                      <a:lnTo>
                        <a:pt x="40300" y="21941"/>
                      </a:lnTo>
                      <a:lnTo>
                        <a:pt x="40300" y="4656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5" name="Group 3991">
                <a:extLst>
                  <a:ext uri="{FF2B5EF4-FFF2-40B4-BE49-F238E27FC236}">
                    <a16:creationId xmlns:a16="http://schemas.microsoft.com/office/drawing/2014/main" id="{C642798B-2831-A443-B280-298A97855A7C}"/>
                  </a:ext>
                  <a:ext uri="{C183D7F6-B498-43B3-948B-1728B52AA6E4}">
                    <adec:decorative xmlns:adec="http://schemas.microsoft.com/office/drawing/2017/decorative" val="1"/>
                  </a:ext>
                </a:extLst>
              </p:cNvPr>
              <p:cNvGrpSpPr>
                <a:grpSpLocks noChangeAspect="1"/>
              </p:cNvGrpSpPr>
              <p:nvPr/>
            </p:nvGrpSpPr>
            <p:grpSpPr>
              <a:xfrm>
                <a:off x="5286022" y="3339823"/>
                <a:ext cx="131480" cy="138812"/>
                <a:chOff x="5326776" y="2604384"/>
                <a:chExt cx="131480" cy="138812"/>
              </a:xfrm>
            </p:grpSpPr>
            <p:sp>
              <p:nvSpPr>
                <p:cNvPr id="96" name="Freeform: Shape 3992">
                  <a:extLst>
                    <a:ext uri="{FF2B5EF4-FFF2-40B4-BE49-F238E27FC236}">
                      <a16:creationId xmlns:a16="http://schemas.microsoft.com/office/drawing/2014/main" id="{773F98C7-048F-64AD-B80A-FDB1A030F507}"/>
                    </a:ext>
                  </a:extLst>
                </p:cNvPr>
                <p:cNvSpPr/>
                <p:nvPr/>
              </p:nvSpPr>
              <p:spPr>
                <a:xfrm>
                  <a:off x="5326776" y="2604384"/>
                  <a:ext cx="125379" cy="138812"/>
                </a:xfrm>
                <a:custGeom>
                  <a:avLst/>
                  <a:gdLst>
                    <a:gd name="connsiteX0" fmla="*/ 125379 w 125378"/>
                    <a:gd name="connsiteY0" fmla="*/ 25523 h 138812"/>
                    <a:gd name="connsiteX1" fmla="*/ 62689 w 125378"/>
                    <a:gd name="connsiteY1" fmla="*/ 0 h 138812"/>
                    <a:gd name="connsiteX2" fmla="*/ 0 w 125378"/>
                    <a:gd name="connsiteY2" fmla="*/ 25523 h 138812"/>
                    <a:gd name="connsiteX3" fmla="*/ 0 w 125378"/>
                    <a:gd name="connsiteY3" fmla="*/ 25971 h 138812"/>
                    <a:gd name="connsiteX4" fmla="*/ 0 w 125378"/>
                    <a:gd name="connsiteY4" fmla="*/ 26419 h 138812"/>
                    <a:gd name="connsiteX5" fmla="*/ 0 w 125378"/>
                    <a:gd name="connsiteY5" fmla="*/ 112841 h 138812"/>
                    <a:gd name="connsiteX6" fmla="*/ 0 w 125378"/>
                    <a:gd name="connsiteY6" fmla="*/ 113289 h 138812"/>
                    <a:gd name="connsiteX7" fmla="*/ 0 w 125378"/>
                    <a:gd name="connsiteY7" fmla="*/ 113737 h 138812"/>
                    <a:gd name="connsiteX8" fmla="*/ 62689 w 125378"/>
                    <a:gd name="connsiteY8" fmla="*/ 139260 h 138812"/>
                    <a:gd name="connsiteX9" fmla="*/ 64928 w 125378"/>
                    <a:gd name="connsiteY9" fmla="*/ 137021 h 138812"/>
                    <a:gd name="connsiteX10" fmla="*/ 62689 w 125378"/>
                    <a:gd name="connsiteY10" fmla="*/ 134782 h 138812"/>
                    <a:gd name="connsiteX11" fmla="*/ 4478 w 125378"/>
                    <a:gd name="connsiteY11" fmla="*/ 113737 h 138812"/>
                    <a:gd name="connsiteX12" fmla="*/ 4478 w 125378"/>
                    <a:gd name="connsiteY12" fmla="*/ 113289 h 138812"/>
                    <a:gd name="connsiteX13" fmla="*/ 4478 w 125378"/>
                    <a:gd name="connsiteY13" fmla="*/ 112841 h 138812"/>
                    <a:gd name="connsiteX14" fmla="*/ 4478 w 125378"/>
                    <a:gd name="connsiteY14" fmla="*/ 94034 h 138812"/>
                    <a:gd name="connsiteX15" fmla="*/ 47913 w 125378"/>
                    <a:gd name="connsiteY15" fmla="*/ 109259 h 138812"/>
                    <a:gd name="connsiteX16" fmla="*/ 47913 w 125378"/>
                    <a:gd name="connsiteY16" fmla="*/ 109259 h 138812"/>
                    <a:gd name="connsiteX17" fmla="*/ 50152 w 125378"/>
                    <a:gd name="connsiteY17" fmla="*/ 107020 h 138812"/>
                    <a:gd name="connsiteX18" fmla="*/ 47913 w 125378"/>
                    <a:gd name="connsiteY18" fmla="*/ 104781 h 138812"/>
                    <a:gd name="connsiteX19" fmla="*/ 4030 w 125378"/>
                    <a:gd name="connsiteY19" fmla="*/ 84183 h 138812"/>
                    <a:gd name="connsiteX20" fmla="*/ 4030 w 125378"/>
                    <a:gd name="connsiteY20" fmla="*/ 64481 h 138812"/>
                    <a:gd name="connsiteX21" fmla="*/ 62242 w 125378"/>
                    <a:gd name="connsiteY21" fmla="*/ 80601 h 138812"/>
                    <a:gd name="connsiteX22" fmla="*/ 120453 w 125378"/>
                    <a:gd name="connsiteY22" fmla="*/ 64481 h 138812"/>
                    <a:gd name="connsiteX23" fmla="*/ 120453 w 125378"/>
                    <a:gd name="connsiteY23" fmla="*/ 80601 h 138812"/>
                    <a:gd name="connsiteX24" fmla="*/ 122692 w 125378"/>
                    <a:gd name="connsiteY24" fmla="*/ 82840 h 138812"/>
                    <a:gd name="connsiteX25" fmla="*/ 124931 w 125378"/>
                    <a:gd name="connsiteY25" fmla="*/ 80601 h 138812"/>
                    <a:gd name="connsiteX26" fmla="*/ 124931 w 125378"/>
                    <a:gd name="connsiteY26" fmla="*/ 26419 h 138812"/>
                    <a:gd name="connsiteX27" fmla="*/ 125379 w 125378"/>
                    <a:gd name="connsiteY27" fmla="*/ 25523 h 138812"/>
                    <a:gd name="connsiteX28" fmla="*/ 125379 w 125378"/>
                    <a:gd name="connsiteY28" fmla="*/ 25523 h 138812"/>
                    <a:gd name="connsiteX29" fmla="*/ 62689 w 125378"/>
                    <a:gd name="connsiteY29" fmla="*/ 4478 h 138812"/>
                    <a:gd name="connsiteX30" fmla="*/ 120901 w 125378"/>
                    <a:gd name="connsiteY30" fmla="*/ 25523 h 138812"/>
                    <a:gd name="connsiteX31" fmla="*/ 62689 w 125378"/>
                    <a:gd name="connsiteY31" fmla="*/ 46569 h 138812"/>
                    <a:gd name="connsiteX32" fmla="*/ 4478 w 125378"/>
                    <a:gd name="connsiteY32" fmla="*/ 25523 h 138812"/>
                    <a:gd name="connsiteX33" fmla="*/ 62689 w 125378"/>
                    <a:gd name="connsiteY33" fmla="*/ 4478 h 138812"/>
                    <a:gd name="connsiteX34" fmla="*/ 120901 w 125378"/>
                    <a:gd name="connsiteY34" fmla="*/ 55077 h 138812"/>
                    <a:gd name="connsiteX35" fmla="*/ 62689 w 125378"/>
                    <a:gd name="connsiteY35" fmla="*/ 76123 h 138812"/>
                    <a:gd name="connsiteX36" fmla="*/ 4478 w 125378"/>
                    <a:gd name="connsiteY36" fmla="*/ 55077 h 138812"/>
                    <a:gd name="connsiteX37" fmla="*/ 4478 w 125378"/>
                    <a:gd name="connsiteY37" fmla="*/ 35375 h 138812"/>
                    <a:gd name="connsiteX38" fmla="*/ 62689 w 125378"/>
                    <a:gd name="connsiteY38" fmla="*/ 51495 h 138812"/>
                    <a:gd name="connsiteX39" fmla="*/ 120901 w 125378"/>
                    <a:gd name="connsiteY39" fmla="*/ 35375 h 138812"/>
                    <a:gd name="connsiteX40" fmla="*/ 120901 w 125378"/>
                    <a:gd name="connsiteY40" fmla="*/ 55077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5378" h="138812">
                      <a:moveTo>
                        <a:pt x="125379" y="25523"/>
                      </a:moveTo>
                      <a:cubicBezTo>
                        <a:pt x="125379" y="11195"/>
                        <a:pt x="98064" y="0"/>
                        <a:pt x="62689" y="0"/>
                      </a:cubicBezTo>
                      <a:cubicBezTo>
                        <a:pt x="27315" y="0"/>
                        <a:pt x="0" y="11195"/>
                        <a:pt x="0" y="25523"/>
                      </a:cubicBezTo>
                      <a:cubicBezTo>
                        <a:pt x="0" y="25523"/>
                        <a:pt x="0" y="25971"/>
                        <a:pt x="0" y="25971"/>
                      </a:cubicBezTo>
                      <a:cubicBezTo>
                        <a:pt x="0" y="25971"/>
                        <a:pt x="0" y="25971"/>
                        <a:pt x="0" y="26419"/>
                      </a:cubicBezTo>
                      <a:lnTo>
                        <a:pt x="0" y="112841"/>
                      </a:lnTo>
                      <a:cubicBezTo>
                        <a:pt x="0" y="112841"/>
                        <a:pt x="0" y="112841"/>
                        <a:pt x="0" y="113289"/>
                      </a:cubicBezTo>
                      <a:cubicBezTo>
                        <a:pt x="0" y="113289"/>
                        <a:pt x="0" y="113289"/>
                        <a:pt x="0" y="113737"/>
                      </a:cubicBezTo>
                      <a:cubicBezTo>
                        <a:pt x="0" y="128066"/>
                        <a:pt x="27315" y="139260"/>
                        <a:pt x="62689" y="139260"/>
                      </a:cubicBezTo>
                      <a:cubicBezTo>
                        <a:pt x="64033" y="139260"/>
                        <a:pt x="64928" y="138365"/>
                        <a:pt x="64928" y="137021"/>
                      </a:cubicBezTo>
                      <a:cubicBezTo>
                        <a:pt x="64928" y="135678"/>
                        <a:pt x="64033" y="134782"/>
                        <a:pt x="62689" y="134782"/>
                      </a:cubicBezTo>
                      <a:cubicBezTo>
                        <a:pt x="27763" y="134782"/>
                        <a:pt x="4478" y="124035"/>
                        <a:pt x="4478" y="113737"/>
                      </a:cubicBezTo>
                      <a:cubicBezTo>
                        <a:pt x="4478" y="113737"/>
                        <a:pt x="4478" y="113737"/>
                        <a:pt x="4478" y="113289"/>
                      </a:cubicBezTo>
                      <a:cubicBezTo>
                        <a:pt x="4478" y="113289"/>
                        <a:pt x="4478" y="113289"/>
                        <a:pt x="4478" y="112841"/>
                      </a:cubicBezTo>
                      <a:lnTo>
                        <a:pt x="4478" y="94034"/>
                      </a:lnTo>
                      <a:cubicBezTo>
                        <a:pt x="11643" y="101646"/>
                        <a:pt x="27315" y="107468"/>
                        <a:pt x="47913" y="109259"/>
                      </a:cubicBezTo>
                      <a:cubicBezTo>
                        <a:pt x="47913" y="109259"/>
                        <a:pt x="47913" y="109259"/>
                        <a:pt x="47913" y="109259"/>
                      </a:cubicBezTo>
                      <a:cubicBezTo>
                        <a:pt x="49256" y="109259"/>
                        <a:pt x="50152" y="108363"/>
                        <a:pt x="50152" y="107020"/>
                      </a:cubicBezTo>
                      <a:cubicBezTo>
                        <a:pt x="50152" y="105677"/>
                        <a:pt x="49256" y="104781"/>
                        <a:pt x="47913" y="104781"/>
                      </a:cubicBezTo>
                      <a:cubicBezTo>
                        <a:pt x="22837" y="102542"/>
                        <a:pt x="4030" y="93586"/>
                        <a:pt x="4030" y="84183"/>
                      </a:cubicBezTo>
                      <a:lnTo>
                        <a:pt x="4030" y="64481"/>
                      </a:lnTo>
                      <a:cubicBezTo>
                        <a:pt x="12986" y="73884"/>
                        <a:pt x="35375" y="80601"/>
                        <a:pt x="62242" y="80601"/>
                      </a:cubicBezTo>
                      <a:cubicBezTo>
                        <a:pt x="89109" y="80601"/>
                        <a:pt x="111050" y="73884"/>
                        <a:pt x="120453" y="64481"/>
                      </a:cubicBezTo>
                      <a:lnTo>
                        <a:pt x="120453" y="80601"/>
                      </a:lnTo>
                      <a:cubicBezTo>
                        <a:pt x="120453" y="81944"/>
                        <a:pt x="121349" y="82840"/>
                        <a:pt x="122692" y="82840"/>
                      </a:cubicBezTo>
                      <a:cubicBezTo>
                        <a:pt x="124036" y="82840"/>
                        <a:pt x="124931" y="81944"/>
                        <a:pt x="124931" y="80601"/>
                      </a:cubicBezTo>
                      <a:lnTo>
                        <a:pt x="124931" y="26419"/>
                      </a:lnTo>
                      <a:cubicBezTo>
                        <a:pt x="125379" y="26419"/>
                        <a:pt x="125379" y="25971"/>
                        <a:pt x="125379" y="25523"/>
                      </a:cubicBezTo>
                      <a:cubicBezTo>
                        <a:pt x="125379" y="25971"/>
                        <a:pt x="125379" y="25971"/>
                        <a:pt x="125379" y="25523"/>
                      </a:cubicBezTo>
                      <a:close/>
                      <a:moveTo>
                        <a:pt x="62689" y="4478"/>
                      </a:moveTo>
                      <a:cubicBezTo>
                        <a:pt x="97617" y="4478"/>
                        <a:pt x="120901" y="15225"/>
                        <a:pt x="120901" y="25523"/>
                      </a:cubicBezTo>
                      <a:cubicBezTo>
                        <a:pt x="120901" y="35823"/>
                        <a:pt x="97617" y="46569"/>
                        <a:pt x="62689" y="46569"/>
                      </a:cubicBezTo>
                      <a:cubicBezTo>
                        <a:pt x="27763" y="46569"/>
                        <a:pt x="4478" y="35823"/>
                        <a:pt x="4478" y="25523"/>
                      </a:cubicBezTo>
                      <a:cubicBezTo>
                        <a:pt x="4478" y="15225"/>
                        <a:pt x="28210" y="4478"/>
                        <a:pt x="62689" y="4478"/>
                      </a:cubicBezTo>
                      <a:close/>
                      <a:moveTo>
                        <a:pt x="120901" y="55077"/>
                      </a:moveTo>
                      <a:cubicBezTo>
                        <a:pt x="120901" y="65376"/>
                        <a:pt x="97617" y="76123"/>
                        <a:pt x="62689" y="76123"/>
                      </a:cubicBezTo>
                      <a:cubicBezTo>
                        <a:pt x="27763" y="76123"/>
                        <a:pt x="4478" y="65376"/>
                        <a:pt x="4478" y="55077"/>
                      </a:cubicBezTo>
                      <a:lnTo>
                        <a:pt x="4478" y="35375"/>
                      </a:lnTo>
                      <a:cubicBezTo>
                        <a:pt x="13433" y="44778"/>
                        <a:pt x="35823" y="51495"/>
                        <a:pt x="62689" y="51495"/>
                      </a:cubicBezTo>
                      <a:cubicBezTo>
                        <a:pt x="89556" y="51495"/>
                        <a:pt x="111498" y="44778"/>
                        <a:pt x="120901" y="35375"/>
                      </a:cubicBezTo>
                      <a:lnTo>
                        <a:pt x="120901" y="5507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7" name="Freeform: Shape 3993">
                  <a:extLst>
                    <a:ext uri="{FF2B5EF4-FFF2-40B4-BE49-F238E27FC236}">
                      <a16:creationId xmlns:a16="http://schemas.microsoft.com/office/drawing/2014/main" id="{B19F3AE0-421B-F9C8-4714-9A92EDA18234}"/>
                    </a:ext>
                  </a:extLst>
                </p:cNvPr>
                <p:cNvSpPr/>
                <p:nvPr/>
              </p:nvSpPr>
              <p:spPr>
                <a:xfrm>
                  <a:off x="5417956" y="2709613"/>
                  <a:ext cx="40300" cy="31345"/>
                </a:xfrm>
                <a:custGeom>
                  <a:avLst/>
                  <a:gdLst>
                    <a:gd name="connsiteX0" fmla="*/ 39573 w 40300"/>
                    <a:gd name="connsiteY0" fmla="*/ 9403 h 31344"/>
                    <a:gd name="connsiteX1" fmla="*/ 31065 w 40300"/>
                    <a:gd name="connsiteY1" fmla="*/ 448 h 31344"/>
                    <a:gd name="connsiteX2" fmla="*/ 31065 w 40300"/>
                    <a:gd name="connsiteY2" fmla="*/ 448 h 31344"/>
                    <a:gd name="connsiteX3" fmla="*/ 29274 w 40300"/>
                    <a:gd name="connsiteY3" fmla="*/ 0 h 31344"/>
                    <a:gd name="connsiteX4" fmla="*/ 27482 w 40300"/>
                    <a:gd name="connsiteY4" fmla="*/ 448 h 31344"/>
                    <a:gd name="connsiteX5" fmla="*/ 27482 w 40300"/>
                    <a:gd name="connsiteY5" fmla="*/ 448 h 31344"/>
                    <a:gd name="connsiteX6" fmla="*/ 18975 w 40300"/>
                    <a:gd name="connsiteY6" fmla="*/ 9403 h 31344"/>
                    <a:gd name="connsiteX7" fmla="*/ 18975 w 40300"/>
                    <a:gd name="connsiteY7" fmla="*/ 12538 h 31344"/>
                    <a:gd name="connsiteX8" fmla="*/ 22109 w 40300"/>
                    <a:gd name="connsiteY8" fmla="*/ 12538 h 31344"/>
                    <a:gd name="connsiteX9" fmla="*/ 27035 w 40300"/>
                    <a:gd name="connsiteY9" fmla="*/ 7612 h 31344"/>
                    <a:gd name="connsiteX10" fmla="*/ 27035 w 40300"/>
                    <a:gd name="connsiteY10" fmla="*/ 11642 h 31344"/>
                    <a:gd name="connsiteX11" fmla="*/ 10019 w 40300"/>
                    <a:gd name="connsiteY11" fmla="*/ 29106 h 31344"/>
                    <a:gd name="connsiteX12" fmla="*/ 3303 w 40300"/>
                    <a:gd name="connsiteY12" fmla="*/ 27762 h 31344"/>
                    <a:gd name="connsiteX13" fmla="*/ 168 w 40300"/>
                    <a:gd name="connsiteY13" fmla="*/ 29106 h 31344"/>
                    <a:gd name="connsiteX14" fmla="*/ 1511 w 40300"/>
                    <a:gd name="connsiteY14" fmla="*/ 32240 h 31344"/>
                    <a:gd name="connsiteX15" fmla="*/ 10019 w 40300"/>
                    <a:gd name="connsiteY15" fmla="*/ 34031 h 31344"/>
                    <a:gd name="connsiteX16" fmla="*/ 31513 w 40300"/>
                    <a:gd name="connsiteY16" fmla="*/ 12090 h 31344"/>
                    <a:gd name="connsiteX17" fmla="*/ 31513 w 40300"/>
                    <a:gd name="connsiteY17" fmla="*/ 8060 h 31344"/>
                    <a:gd name="connsiteX18" fmla="*/ 36438 w 40300"/>
                    <a:gd name="connsiteY18" fmla="*/ 12986 h 31344"/>
                    <a:gd name="connsiteX19" fmla="*/ 38229 w 40300"/>
                    <a:gd name="connsiteY19" fmla="*/ 13433 h 31344"/>
                    <a:gd name="connsiteX20" fmla="*/ 40021 w 40300"/>
                    <a:gd name="connsiteY20" fmla="*/ 12986 h 31344"/>
                    <a:gd name="connsiteX21" fmla="*/ 39573 w 40300"/>
                    <a:gd name="connsiteY21" fmla="*/ 9403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300" h="31344">
                      <a:moveTo>
                        <a:pt x="39573" y="9403"/>
                      </a:moveTo>
                      <a:lnTo>
                        <a:pt x="31065" y="448"/>
                      </a:lnTo>
                      <a:cubicBezTo>
                        <a:pt x="31065" y="448"/>
                        <a:pt x="31065" y="448"/>
                        <a:pt x="31065" y="448"/>
                      </a:cubicBezTo>
                      <a:cubicBezTo>
                        <a:pt x="30617" y="0"/>
                        <a:pt x="30170" y="0"/>
                        <a:pt x="29274" y="0"/>
                      </a:cubicBezTo>
                      <a:cubicBezTo>
                        <a:pt x="28826" y="0"/>
                        <a:pt x="27931" y="448"/>
                        <a:pt x="27482" y="448"/>
                      </a:cubicBezTo>
                      <a:cubicBezTo>
                        <a:pt x="27482" y="448"/>
                        <a:pt x="27482" y="448"/>
                        <a:pt x="27482" y="448"/>
                      </a:cubicBezTo>
                      <a:lnTo>
                        <a:pt x="18975" y="9403"/>
                      </a:lnTo>
                      <a:cubicBezTo>
                        <a:pt x="18079" y="10299"/>
                        <a:pt x="18079" y="11642"/>
                        <a:pt x="18975" y="12538"/>
                      </a:cubicBezTo>
                      <a:cubicBezTo>
                        <a:pt x="19870" y="13433"/>
                        <a:pt x="21214" y="13433"/>
                        <a:pt x="22109" y="12538"/>
                      </a:cubicBezTo>
                      <a:lnTo>
                        <a:pt x="27035" y="7612"/>
                      </a:lnTo>
                      <a:lnTo>
                        <a:pt x="27035" y="11642"/>
                      </a:lnTo>
                      <a:cubicBezTo>
                        <a:pt x="27035" y="21046"/>
                        <a:pt x="19423" y="29106"/>
                        <a:pt x="10019" y="29106"/>
                      </a:cubicBezTo>
                      <a:cubicBezTo>
                        <a:pt x="7780" y="29106"/>
                        <a:pt x="5542" y="28658"/>
                        <a:pt x="3303" y="27762"/>
                      </a:cubicBezTo>
                      <a:cubicBezTo>
                        <a:pt x="1959" y="27315"/>
                        <a:pt x="1064" y="27762"/>
                        <a:pt x="168" y="29106"/>
                      </a:cubicBezTo>
                      <a:cubicBezTo>
                        <a:pt x="-280" y="30449"/>
                        <a:pt x="168" y="31345"/>
                        <a:pt x="1511" y="32240"/>
                      </a:cubicBezTo>
                      <a:cubicBezTo>
                        <a:pt x="4198" y="33584"/>
                        <a:pt x="6885" y="34031"/>
                        <a:pt x="10019" y="34031"/>
                      </a:cubicBezTo>
                      <a:cubicBezTo>
                        <a:pt x="22109" y="34031"/>
                        <a:pt x="31513" y="24180"/>
                        <a:pt x="31513" y="12090"/>
                      </a:cubicBezTo>
                      <a:lnTo>
                        <a:pt x="31513" y="8060"/>
                      </a:lnTo>
                      <a:lnTo>
                        <a:pt x="36438" y="12986"/>
                      </a:lnTo>
                      <a:cubicBezTo>
                        <a:pt x="36886" y="13433"/>
                        <a:pt x="37334" y="13433"/>
                        <a:pt x="38229" y="13433"/>
                      </a:cubicBezTo>
                      <a:cubicBezTo>
                        <a:pt x="38677" y="13433"/>
                        <a:pt x="39573" y="13433"/>
                        <a:pt x="40021" y="12986"/>
                      </a:cubicBezTo>
                      <a:cubicBezTo>
                        <a:pt x="40468" y="11642"/>
                        <a:pt x="40468" y="10299"/>
                        <a:pt x="39573" y="940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8" name="Freeform: Shape 3994">
                  <a:extLst>
                    <a:ext uri="{FF2B5EF4-FFF2-40B4-BE49-F238E27FC236}">
                      <a16:creationId xmlns:a16="http://schemas.microsoft.com/office/drawing/2014/main" id="{3AB7CA1D-AAED-BEE6-04EB-767495164935}"/>
                    </a:ext>
                  </a:extLst>
                </p:cNvPr>
                <p:cNvSpPr/>
                <p:nvPr/>
              </p:nvSpPr>
              <p:spPr>
                <a:xfrm>
                  <a:off x="5395959" y="2697971"/>
                  <a:ext cx="35823" cy="31345"/>
                </a:xfrm>
                <a:custGeom>
                  <a:avLst/>
                  <a:gdLst>
                    <a:gd name="connsiteX0" fmla="*/ 38733 w 35822"/>
                    <a:gd name="connsiteY0" fmla="*/ 1791 h 31344"/>
                    <a:gd name="connsiteX1" fmla="*/ 30225 w 35822"/>
                    <a:gd name="connsiteY1" fmla="*/ 0 h 31344"/>
                    <a:gd name="connsiteX2" fmla="*/ 8732 w 35822"/>
                    <a:gd name="connsiteY2" fmla="*/ 21941 h 31344"/>
                    <a:gd name="connsiteX3" fmla="*/ 8732 w 35822"/>
                    <a:gd name="connsiteY3" fmla="*/ 25971 h 31344"/>
                    <a:gd name="connsiteX4" fmla="*/ 3806 w 35822"/>
                    <a:gd name="connsiteY4" fmla="*/ 21046 h 31344"/>
                    <a:gd name="connsiteX5" fmla="*/ 672 w 35822"/>
                    <a:gd name="connsiteY5" fmla="*/ 21046 h 31344"/>
                    <a:gd name="connsiteX6" fmla="*/ 672 w 35822"/>
                    <a:gd name="connsiteY6" fmla="*/ 24180 h 31344"/>
                    <a:gd name="connsiteX7" fmla="*/ 9179 w 35822"/>
                    <a:gd name="connsiteY7" fmla="*/ 33136 h 31344"/>
                    <a:gd name="connsiteX8" fmla="*/ 9179 w 35822"/>
                    <a:gd name="connsiteY8" fmla="*/ 33136 h 31344"/>
                    <a:gd name="connsiteX9" fmla="*/ 10075 w 35822"/>
                    <a:gd name="connsiteY9" fmla="*/ 33584 h 31344"/>
                    <a:gd name="connsiteX10" fmla="*/ 10971 w 35822"/>
                    <a:gd name="connsiteY10" fmla="*/ 33584 h 31344"/>
                    <a:gd name="connsiteX11" fmla="*/ 11866 w 35822"/>
                    <a:gd name="connsiteY11" fmla="*/ 33584 h 31344"/>
                    <a:gd name="connsiteX12" fmla="*/ 12762 w 35822"/>
                    <a:gd name="connsiteY12" fmla="*/ 33136 h 31344"/>
                    <a:gd name="connsiteX13" fmla="*/ 12762 w 35822"/>
                    <a:gd name="connsiteY13" fmla="*/ 33136 h 31344"/>
                    <a:gd name="connsiteX14" fmla="*/ 21270 w 35822"/>
                    <a:gd name="connsiteY14" fmla="*/ 24180 h 31344"/>
                    <a:gd name="connsiteX15" fmla="*/ 21270 w 35822"/>
                    <a:gd name="connsiteY15" fmla="*/ 21046 h 31344"/>
                    <a:gd name="connsiteX16" fmla="*/ 18135 w 35822"/>
                    <a:gd name="connsiteY16" fmla="*/ 21046 h 31344"/>
                    <a:gd name="connsiteX17" fmla="*/ 13209 w 35822"/>
                    <a:gd name="connsiteY17" fmla="*/ 25971 h 31344"/>
                    <a:gd name="connsiteX18" fmla="*/ 13209 w 35822"/>
                    <a:gd name="connsiteY18" fmla="*/ 21941 h 31344"/>
                    <a:gd name="connsiteX19" fmla="*/ 30225 w 35822"/>
                    <a:gd name="connsiteY19" fmla="*/ 4478 h 31344"/>
                    <a:gd name="connsiteX20" fmla="*/ 36942 w 35822"/>
                    <a:gd name="connsiteY20" fmla="*/ 5821 h 31344"/>
                    <a:gd name="connsiteX21" fmla="*/ 40076 w 35822"/>
                    <a:gd name="connsiteY21" fmla="*/ 4478 h 31344"/>
                    <a:gd name="connsiteX22" fmla="*/ 38733 w 35822"/>
                    <a:gd name="connsiteY22" fmla="*/ 1791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822" h="31344">
                      <a:moveTo>
                        <a:pt x="38733" y="1791"/>
                      </a:moveTo>
                      <a:cubicBezTo>
                        <a:pt x="36046" y="448"/>
                        <a:pt x="33360" y="0"/>
                        <a:pt x="30225" y="0"/>
                      </a:cubicBezTo>
                      <a:cubicBezTo>
                        <a:pt x="18583" y="0"/>
                        <a:pt x="8732" y="9851"/>
                        <a:pt x="8732" y="21941"/>
                      </a:cubicBezTo>
                      <a:lnTo>
                        <a:pt x="8732" y="25971"/>
                      </a:lnTo>
                      <a:lnTo>
                        <a:pt x="3806" y="21046"/>
                      </a:lnTo>
                      <a:cubicBezTo>
                        <a:pt x="2911" y="20150"/>
                        <a:pt x="1567" y="20150"/>
                        <a:pt x="672" y="21046"/>
                      </a:cubicBezTo>
                      <a:cubicBezTo>
                        <a:pt x="-224" y="21941"/>
                        <a:pt x="-224" y="23285"/>
                        <a:pt x="672" y="24180"/>
                      </a:cubicBezTo>
                      <a:lnTo>
                        <a:pt x="9179" y="33136"/>
                      </a:lnTo>
                      <a:cubicBezTo>
                        <a:pt x="9179" y="33136"/>
                        <a:pt x="9179" y="33136"/>
                        <a:pt x="9179" y="33136"/>
                      </a:cubicBezTo>
                      <a:cubicBezTo>
                        <a:pt x="9179" y="33136"/>
                        <a:pt x="9628" y="33584"/>
                        <a:pt x="10075" y="33584"/>
                      </a:cubicBezTo>
                      <a:cubicBezTo>
                        <a:pt x="10523" y="33584"/>
                        <a:pt x="10523" y="33584"/>
                        <a:pt x="10971" y="33584"/>
                      </a:cubicBezTo>
                      <a:cubicBezTo>
                        <a:pt x="11418" y="33584"/>
                        <a:pt x="11418" y="33584"/>
                        <a:pt x="11866" y="33584"/>
                      </a:cubicBezTo>
                      <a:cubicBezTo>
                        <a:pt x="12314" y="33584"/>
                        <a:pt x="12314" y="33136"/>
                        <a:pt x="12762" y="33136"/>
                      </a:cubicBezTo>
                      <a:cubicBezTo>
                        <a:pt x="12762" y="33136"/>
                        <a:pt x="12762" y="33136"/>
                        <a:pt x="12762" y="33136"/>
                      </a:cubicBezTo>
                      <a:lnTo>
                        <a:pt x="21270" y="24180"/>
                      </a:lnTo>
                      <a:cubicBezTo>
                        <a:pt x="22165" y="23285"/>
                        <a:pt x="22165" y="21941"/>
                        <a:pt x="21270" y="21046"/>
                      </a:cubicBezTo>
                      <a:cubicBezTo>
                        <a:pt x="20374" y="20150"/>
                        <a:pt x="19031" y="20150"/>
                        <a:pt x="18135" y="21046"/>
                      </a:cubicBezTo>
                      <a:lnTo>
                        <a:pt x="13209" y="25971"/>
                      </a:lnTo>
                      <a:lnTo>
                        <a:pt x="13209" y="21941"/>
                      </a:lnTo>
                      <a:cubicBezTo>
                        <a:pt x="13209" y="12538"/>
                        <a:pt x="20822" y="4478"/>
                        <a:pt x="30225" y="4478"/>
                      </a:cubicBezTo>
                      <a:cubicBezTo>
                        <a:pt x="32464" y="4478"/>
                        <a:pt x="34703" y="4926"/>
                        <a:pt x="36942" y="5821"/>
                      </a:cubicBezTo>
                      <a:cubicBezTo>
                        <a:pt x="38285" y="6269"/>
                        <a:pt x="39181" y="5821"/>
                        <a:pt x="40076" y="4478"/>
                      </a:cubicBezTo>
                      <a:cubicBezTo>
                        <a:pt x="40076" y="3582"/>
                        <a:pt x="39629" y="2239"/>
                        <a:pt x="38733" y="179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9" name="Group 3995">
                <a:extLst>
                  <a:ext uri="{FF2B5EF4-FFF2-40B4-BE49-F238E27FC236}">
                    <a16:creationId xmlns:a16="http://schemas.microsoft.com/office/drawing/2014/main" id="{8429F475-EC9B-5309-F4F6-FBE77771A264}"/>
                  </a:ext>
                  <a:ext uri="{C183D7F6-B498-43B3-948B-1728B52AA6E4}">
                    <adec:decorative xmlns:adec="http://schemas.microsoft.com/office/drawing/2017/decorative" val="1"/>
                  </a:ext>
                </a:extLst>
              </p:cNvPr>
              <p:cNvGrpSpPr>
                <a:grpSpLocks noChangeAspect="1"/>
              </p:cNvGrpSpPr>
              <p:nvPr/>
            </p:nvGrpSpPr>
            <p:grpSpPr>
              <a:xfrm>
                <a:off x="4242243" y="3339823"/>
                <a:ext cx="125379" cy="138812"/>
                <a:chOff x="4282997" y="2604384"/>
                <a:chExt cx="125379" cy="138812"/>
              </a:xfrm>
            </p:grpSpPr>
            <p:sp>
              <p:nvSpPr>
                <p:cNvPr id="100" name="Freeform: Shape 3996">
                  <a:extLst>
                    <a:ext uri="{FF2B5EF4-FFF2-40B4-BE49-F238E27FC236}">
                      <a16:creationId xmlns:a16="http://schemas.microsoft.com/office/drawing/2014/main" id="{A3E020B0-603D-AD01-0213-2727318BFE4D}"/>
                    </a:ext>
                  </a:extLst>
                </p:cNvPr>
                <p:cNvSpPr/>
                <p:nvPr/>
              </p:nvSpPr>
              <p:spPr>
                <a:xfrm>
                  <a:off x="4282997" y="2604384"/>
                  <a:ext cx="125379" cy="138812"/>
                </a:xfrm>
                <a:custGeom>
                  <a:avLst/>
                  <a:gdLst>
                    <a:gd name="connsiteX0" fmla="*/ 125379 w 125378"/>
                    <a:gd name="connsiteY0" fmla="*/ 25523 h 138812"/>
                    <a:gd name="connsiteX1" fmla="*/ 62689 w 125378"/>
                    <a:gd name="connsiteY1" fmla="*/ 0 h 138812"/>
                    <a:gd name="connsiteX2" fmla="*/ 0 w 125378"/>
                    <a:gd name="connsiteY2" fmla="*/ 25523 h 138812"/>
                    <a:gd name="connsiteX3" fmla="*/ 0 w 125378"/>
                    <a:gd name="connsiteY3" fmla="*/ 25971 h 138812"/>
                    <a:gd name="connsiteX4" fmla="*/ 0 w 125378"/>
                    <a:gd name="connsiteY4" fmla="*/ 26419 h 138812"/>
                    <a:gd name="connsiteX5" fmla="*/ 0 w 125378"/>
                    <a:gd name="connsiteY5" fmla="*/ 112841 h 138812"/>
                    <a:gd name="connsiteX6" fmla="*/ 0 w 125378"/>
                    <a:gd name="connsiteY6" fmla="*/ 113289 h 138812"/>
                    <a:gd name="connsiteX7" fmla="*/ 0 w 125378"/>
                    <a:gd name="connsiteY7" fmla="*/ 113737 h 138812"/>
                    <a:gd name="connsiteX8" fmla="*/ 62689 w 125378"/>
                    <a:gd name="connsiteY8" fmla="*/ 139260 h 138812"/>
                    <a:gd name="connsiteX9" fmla="*/ 64928 w 125378"/>
                    <a:gd name="connsiteY9" fmla="*/ 137021 h 138812"/>
                    <a:gd name="connsiteX10" fmla="*/ 62689 w 125378"/>
                    <a:gd name="connsiteY10" fmla="*/ 134782 h 138812"/>
                    <a:gd name="connsiteX11" fmla="*/ 4478 w 125378"/>
                    <a:gd name="connsiteY11" fmla="*/ 113737 h 138812"/>
                    <a:gd name="connsiteX12" fmla="*/ 4478 w 125378"/>
                    <a:gd name="connsiteY12" fmla="*/ 113289 h 138812"/>
                    <a:gd name="connsiteX13" fmla="*/ 4478 w 125378"/>
                    <a:gd name="connsiteY13" fmla="*/ 112841 h 138812"/>
                    <a:gd name="connsiteX14" fmla="*/ 4478 w 125378"/>
                    <a:gd name="connsiteY14" fmla="*/ 94034 h 138812"/>
                    <a:gd name="connsiteX15" fmla="*/ 62689 w 125378"/>
                    <a:gd name="connsiteY15" fmla="*/ 110154 h 138812"/>
                    <a:gd name="connsiteX16" fmla="*/ 64928 w 125378"/>
                    <a:gd name="connsiteY16" fmla="*/ 107915 h 138812"/>
                    <a:gd name="connsiteX17" fmla="*/ 62689 w 125378"/>
                    <a:gd name="connsiteY17" fmla="*/ 105677 h 138812"/>
                    <a:gd name="connsiteX18" fmla="*/ 4478 w 125378"/>
                    <a:gd name="connsiteY18" fmla="*/ 84631 h 138812"/>
                    <a:gd name="connsiteX19" fmla="*/ 4478 w 125378"/>
                    <a:gd name="connsiteY19" fmla="*/ 64481 h 138812"/>
                    <a:gd name="connsiteX20" fmla="*/ 62689 w 125378"/>
                    <a:gd name="connsiteY20" fmla="*/ 80601 h 138812"/>
                    <a:gd name="connsiteX21" fmla="*/ 120901 w 125378"/>
                    <a:gd name="connsiteY21" fmla="*/ 64481 h 138812"/>
                    <a:gd name="connsiteX22" fmla="*/ 120901 w 125378"/>
                    <a:gd name="connsiteY22" fmla="*/ 81049 h 138812"/>
                    <a:gd name="connsiteX23" fmla="*/ 123140 w 125378"/>
                    <a:gd name="connsiteY23" fmla="*/ 83287 h 138812"/>
                    <a:gd name="connsiteX24" fmla="*/ 125379 w 125378"/>
                    <a:gd name="connsiteY24" fmla="*/ 81049 h 138812"/>
                    <a:gd name="connsiteX25" fmla="*/ 125379 w 125378"/>
                    <a:gd name="connsiteY25" fmla="*/ 25971 h 138812"/>
                    <a:gd name="connsiteX26" fmla="*/ 125379 w 125378"/>
                    <a:gd name="connsiteY26" fmla="*/ 25523 h 138812"/>
                    <a:gd name="connsiteX27" fmla="*/ 125379 w 125378"/>
                    <a:gd name="connsiteY27" fmla="*/ 25523 h 138812"/>
                    <a:gd name="connsiteX28" fmla="*/ 62689 w 125378"/>
                    <a:gd name="connsiteY28" fmla="*/ 4478 h 138812"/>
                    <a:gd name="connsiteX29" fmla="*/ 120901 w 125378"/>
                    <a:gd name="connsiteY29" fmla="*/ 25523 h 138812"/>
                    <a:gd name="connsiteX30" fmla="*/ 62689 w 125378"/>
                    <a:gd name="connsiteY30" fmla="*/ 46569 h 138812"/>
                    <a:gd name="connsiteX31" fmla="*/ 4478 w 125378"/>
                    <a:gd name="connsiteY31" fmla="*/ 25523 h 138812"/>
                    <a:gd name="connsiteX32" fmla="*/ 62689 w 125378"/>
                    <a:gd name="connsiteY32" fmla="*/ 4478 h 138812"/>
                    <a:gd name="connsiteX33" fmla="*/ 120901 w 125378"/>
                    <a:gd name="connsiteY33" fmla="*/ 55077 h 138812"/>
                    <a:gd name="connsiteX34" fmla="*/ 62689 w 125378"/>
                    <a:gd name="connsiteY34" fmla="*/ 76123 h 138812"/>
                    <a:gd name="connsiteX35" fmla="*/ 4478 w 125378"/>
                    <a:gd name="connsiteY35" fmla="*/ 55077 h 138812"/>
                    <a:gd name="connsiteX36" fmla="*/ 4478 w 125378"/>
                    <a:gd name="connsiteY36" fmla="*/ 35375 h 138812"/>
                    <a:gd name="connsiteX37" fmla="*/ 62689 w 125378"/>
                    <a:gd name="connsiteY37" fmla="*/ 51495 h 138812"/>
                    <a:gd name="connsiteX38" fmla="*/ 120901 w 125378"/>
                    <a:gd name="connsiteY38" fmla="*/ 35375 h 138812"/>
                    <a:gd name="connsiteX39" fmla="*/ 120901 w 125378"/>
                    <a:gd name="connsiteY39" fmla="*/ 55077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5378" h="138812">
                      <a:moveTo>
                        <a:pt x="125379" y="25523"/>
                      </a:moveTo>
                      <a:cubicBezTo>
                        <a:pt x="125379" y="11195"/>
                        <a:pt x="98064" y="0"/>
                        <a:pt x="62689" y="0"/>
                      </a:cubicBezTo>
                      <a:cubicBezTo>
                        <a:pt x="27315" y="0"/>
                        <a:pt x="0" y="11195"/>
                        <a:pt x="0" y="25523"/>
                      </a:cubicBezTo>
                      <a:cubicBezTo>
                        <a:pt x="0" y="25523"/>
                        <a:pt x="0" y="25971"/>
                        <a:pt x="0" y="25971"/>
                      </a:cubicBezTo>
                      <a:cubicBezTo>
                        <a:pt x="0" y="25971"/>
                        <a:pt x="0" y="25971"/>
                        <a:pt x="0" y="26419"/>
                      </a:cubicBezTo>
                      <a:lnTo>
                        <a:pt x="0" y="112841"/>
                      </a:lnTo>
                      <a:cubicBezTo>
                        <a:pt x="0" y="112841"/>
                        <a:pt x="0" y="112841"/>
                        <a:pt x="0" y="113289"/>
                      </a:cubicBezTo>
                      <a:cubicBezTo>
                        <a:pt x="0" y="113289"/>
                        <a:pt x="0" y="113289"/>
                        <a:pt x="0" y="113737"/>
                      </a:cubicBezTo>
                      <a:cubicBezTo>
                        <a:pt x="0" y="128066"/>
                        <a:pt x="27763" y="139260"/>
                        <a:pt x="62689" y="139260"/>
                      </a:cubicBezTo>
                      <a:cubicBezTo>
                        <a:pt x="64033" y="139260"/>
                        <a:pt x="64928" y="138365"/>
                        <a:pt x="64928" y="137021"/>
                      </a:cubicBezTo>
                      <a:cubicBezTo>
                        <a:pt x="64928" y="135678"/>
                        <a:pt x="64033" y="134782"/>
                        <a:pt x="62689" y="134782"/>
                      </a:cubicBezTo>
                      <a:cubicBezTo>
                        <a:pt x="27763" y="134782"/>
                        <a:pt x="4478" y="124035"/>
                        <a:pt x="4478" y="113737"/>
                      </a:cubicBezTo>
                      <a:cubicBezTo>
                        <a:pt x="4478" y="113737"/>
                        <a:pt x="4478" y="113737"/>
                        <a:pt x="4478" y="113289"/>
                      </a:cubicBezTo>
                      <a:cubicBezTo>
                        <a:pt x="4478" y="113289"/>
                        <a:pt x="4478" y="113289"/>
                        <a:pt x="4478" y="112841"/>
                      </a:cubicBezTo>
                      <a:lnTo>
                        <a:pt x="4478" y="94034"/>
                      </a:lnTo>
                      <a:cubicBezTo>
                        <a:pt x="13433" y="103438"/>
                        <a:pt x="35823" y="110154"/>
                        <a:pt x="62689" y="110154"/>
                      </a:cubicBezTo>
                      <a:cubicBezTo>
                        <a:pt x="64033" y="110154"/>
                        <a:pt x="64928" y="109259"/>
                        <a:pt x="64928" y="107915"/>
                      </a:cubicBezTo>
                      <a:cubicBezTo>
                        <a:pt x="64928" y="106572"/>
                        <a:pt x="64033" y="105677"/>
                        <a:pt x="62689" y="105677"/>
                      </a:cubicBezTo>
                      <a:cubicBezTo>
                        <a:pt x="27763" y="105677"/>
                        <a:pt x="4478" y="94930"/>
                        <a:pt x="4478" y="84631"/>
                      </a:cubicBezTo>
                      <a:lnTo>
                        <a:pt x="4478" y="64481"/>
                      </a:lnTo>
                      <a:cubicBezTo>
                        <a:pt x="13433" y="73884"/>
                        <a:pt x="35823" y="80601"/>
                        <a:pt x="62689" y="80601"/>
                      </a:cubicBezTo>
                      <a:cubicBezTo>
                        <a:pt x="89556" y="80601"/>
                        <a:pt x="111945" y="73884"/>
                        <a:pt x="120901" y="64481"/>
                      </a:cubicBezTo>
                      <a:lnTo>
                        <a:pt x="120901" y="81049"/>
                      </a:lnTo>
                      <a:cubicBezTo>
                        <a:pt x="120901" y="82392"/>
                        <a:pt x="121797" y="83287"/>
                        <a:pt x="123140" y="83287"/>
                      </a:cubicBezTo>
                      <a:cubicBezTo>
                        <a:pt x="124484" y="83287"/>
                        <a:pt x="125379" y="82392"/>
                        <a:pt x="125379" y="81049"/>
                      </a:cubicBezTo>
                      <a:lnTo>
                        <a:pt x="125379" y="25971"/>
                      </a:lnTo>
                      <a:cubicBezTo>
                        <a:pt x="125379" y="26419"/>
                        <a:pt x="124931" y="25971"/>
                        <a:pt x="125379" y="25523"/>
                      </a:cubicBezTo>
                      <a:cubicBezTo>
                        <a:pt x="124931" y="25971"/>
                        <a:pt x="125379" y="25971"/>
                        <a:pt x="125379" y="25523"/>
                      </a:cubicBezTo>
                      <a:close/>
                      <a:moveTo>
                        <a:pt x="62689" y="4478"/>
                      </a:moveTo>
                      <a:cubicBezTo>
                        <a:pt x="97617" y="4478"/>
                        <a:pt x="120901" y="15225"/>
                        <a:pt x="120901" y="25523"/>
                      </a:cubicBezTo>
                      <a:cubicBezTo>
                        <a:pt x="120901" y="35823"/>
                        <a:pt x="97617" y="46569"/>
                        <a:pt x="62689" y="46569"/>
                      </a:cubicBezTo>
                      <a:cubicBezTo>
                        <a:pt x="27763" y="46569"/>
                        <a:pt x="4478" y="35823"/>
                        <a:pt x="4478" y="25523"/>
                      </a:cubicBezTo>
                      <a:cubicBezTo>
                        <a:pt x="4478" y="15225"/>
                        <a:pt x="27763" y="4478"/>
                        <a:pt x="62689" y="4478"/>
                      </a:cubicBezTo>
                      <a:close/>
                      <a:moveTo>
                        <a:pt x="120901" y="55077"/>
                      </a:moveTo>
                      <a:cubicBezTo>
                        <a:pt x="120901" y="65376"/>
                        <a:pt x="97617" y="76123"/>
                        <a:pt x="62689" y="76123"/>
                      </a:cubicBezTo>
                      <a:cubicBezTo>
                        <a:pt x="27763" y="76123"/>
                        <a:pt x="4478" y="65376"/>
                        <a:pt x="4478" y="55077"/>
                      </a:cubicBezTo>
                      <a:lnTo>
                        <a:pt x="4478" y="35375"/>
                      </a:lnTo>
                      <a:cubicBezTo>
                        <a:pt x="13433" y="44778"/>
                        <a:pt x="35823" y="51495"/>
                        <a:pt x="62689" y="51495"/>
                      </a:cubicBezTo>
                      <a:cubicBezTo>
                        <a:pt x="89556" y="51495"/>
                        <a:pt x="111945" y="44778"/>
                        <a:pt x="120901" y="35375"/>
                      </a:cubicBezTo>
                      <a:lnTo>
                        <a:pt x="120901" y="5507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1" name="Freeform: Shape 3997">
                  <a:extLst>
                    <a:ext uri="{FF2B5EF4-FFF2-40B4-BE49-F238E27FC236}">
                      <a16:creationId xmlns:a16="http://schemas.microsoft.com/office/drawing/2014/main" id="{E0F2EFD9-476C-F83B-CA49-C739E1C001FD}"/>
                    </a:ext>
                  </a:extLst>
                </p:cNvPr>
                <p:cNvSpPr/>
                <p:nvPr/>
              </p:nvSpPr>
              <p:spPr>
                <a:xfrm>
                  <a:off x="4354796" y="2703752"/>
                  <a:ext cx="49256" cy="35823"/>
                </a:xfrm>
                <a:custGeom>
                  <a:avLst/>
                  <a:gdLst>
                    <a:gd name="connsiteX0" fmla="*/ 22683 w 49255"/>
                    <a:gd name="connsiteY0" fmla="*/ 39445 h 35822"/>
                    <a:gd name="connsiteX1" fmla="*/ 21340 w 49255"/>
                    <a:gd name="connsiteY1" fmla="*/ 38997 h 35822"/>
                    <a:gd name="connsiteX2" fmla="*/ 742 w 49255"/>
                    <a:gd name="connsiteY2" fmla="*/ 21534 h 35822"/>
                    <a:gd name="connsiteX3" fmla="*/ 294 w 49255"/>
                    <a:gd name="connsiteY3" fmla="*/ 18399 h 35822"/>
                    <a:gd name="connsiteX4" fmla="*/ 3429 w 49255"/>
                    <a:gd name="connsiteY4" fmla="*/ 17952 h 35822"/>
                    <a:gd name="connsiteX5" fmla="*/ 22235 w 49255"/>
                    <a:gd name="connsiteY5" fmla="*/ 34072 h 35822"/>
                    <a:gd name="connsiteX6" fmla="*/ 46416 w 49255"/>
                    <a:gd name="connsiteY6" fmla="*/ 936 h 35822"/>
                    <a:gd name="connsiteX7" fmla="*/ 49550 w 49255"/>
                    <a:gd name="connsiteY7" fmla="*/ 488 h 35822"/>
                    <a:gd name="connsiteX8" fmla="*/ 49998 w 49255"/>
                    <a:gd name="connsiteY8" fmla="*/ 3623 h 35822"/>
                    <a:gd name="connsiteX9" fmla="*/ 24474 w 49255"/>
                    <a:gd name="connsiteY9" fmla="*/ 38550 h 35822"/>
                    <a:gd name="connsiteX10" fmla="*/ 22683 w 49255"/>
                    <a:gd name="connsiteY10" fmla="*/ 39445 h 35822"/>
                    <a:gd name="connsiteX11" fmla="*/ 22683 w 49255"/>
                    <a:gd name="connsiteY11" fmla="*/ 39445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55" h="35822">
                      <a:moveTo>
                        <a:pt x="22683" y="39445"/>
                      </a:moveTo>
                      <a:cubicBezTo>
                        <a:pt x="22235" y="39445"/>
                        <a:pt x="21788" y="39445"/>
                        <a:pt x="21340" y="38997"/>
                      </a:cubicBezTo>
                      <a:lnTo>
                        <a:pt x="742" y="21534"/>
                      </a:lnTo>
                      <a:cubicBezTo>
                        <a:pt x="-154" y="20638"/>
                        <a:pt x="-154" y="19295"/>
                        <a:pt x="294" y="18399"/>
                      </a:cubicBezTo>
                      <a:cubicBezTo>
                        <a:pt x="1190" y="17504"/>
                        <a:pt x="2533" y="17504"/>
                        <a:pt x="3429" y="17952"/>
                      </a:cubicBezTo>
                      <a:lnTo>
                        <a:pt x="22235" y="34072"/>
                      </a:lnTo>
                      <a:lnTo>
                        <a:pt x="46416" y="936"/>
                      </a:lnTo>
                      <a:cubicBezTo>
                        <a:pt x="47311" y="40"/>
                        <a:pt x="48655" y="-407"/>
                        <a:pt x="49550" y="488"/>
                      </a:cubicBezTo>
                      <a:cubicBezTo>
                        <a:pt x="50446" y="1384"/>
                        <a:pt x="50894" y="2727"/>
                        <a:pt x="49998" y="3623"/>
                      </a:cubicBezTo>
                      <a:lnTo>
                        <a:pt x="24474" y="38550"/>
                      </a:lnTo>
                      <a:cubicBezTo>
                        <a:pt x="24027" y="38997"/>
                        <a:pt x="23579" y="39445"/>
                        <a:pt x="22683" y="39445"/>
                      </a:cubicBezTo>
                      <a:cubicBezTo>
                        <a:pt x="22683" y="39445"/>
                        <a:pt x="22683" y="39445"/>
                        <a:pt x="22683" y="394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2" name="Group 3998">
                <a:extLst>
                  <a:ext uri="{FF2B5EF4-FFF2-40B4-BE49-F238E27FC236}">
                    <a16:creationId xmlns:a16="http://schemas.microsoft.com/office/drawing/2014/main" id="{FDAD64FB-65DC-A786-963F-2895A6325E5C}"/>
                  </a:ext>
                  <a:ext uri="{C183D7F6-B498-43B3-948B-1728B52AA6E4}">
                    <adec:decorative xmlns:adec="http://schemas.microsoft.com/office/drawing/2017/decorative" val="1"/>
                  </a:ext>
                </a:extLst>
              </p:cNvPr>
              <p:cNvGrpSpPr>
                <a:grpSpLocks noChangeAspect="1"/>
              </p:cNvGrpSpPr>
              <p:nvPr/>
            </p:nvGrpSpPr>
            <p:grpSpPr>
              <a:xfrm>
                <a:off x="4512256" y="3339823"/>
                <a:ext cx="125379" cy="138812"/>
                <a:chOff x="4553010" y="2604384"/>
                <a:chExt cx="125379" cy="138812"/>
              </a:xfrm>
            </p:grpSpPr>
            <p:sp>
              <p:nvSpPr>
                <p:cNvPr id="103" name="Freeform: Shape 3999">
                  <a:extLst>
                    <a:ext uri="{FF2B5EF4-FFF2-40B4-BE49-F238E27FC236}">
                      <a16:creationId xmlns:a16="http://schemas.microsoft.com/office/drawing/2014/main" id="{C55F63E9-9AF4-06CB-425A-F38F8342652C}"/>
                    </a:ext>
                  </a:extLst>
                </p:cNvPr>
                <p:cNvSpPr/>
                <p:nvPr/>
              </p:nvSpPr>
              <p:spPr>
                <a:xfrm>
                  <a:off x="4553010" y="2604384"/>
                  <a:ext cx="125379" cy="138812"/>
                </a:xfrm>
                <a:custGeom>
                  <a:avLst/>
                  <a:gdLst>
                    <a:gd name="connsiteX0" fmla="*/ 125379 w 125378"/>
                    <a:gd name="connsiteY0" fmla="*/ 25523 h 138812"/>
                    <a:gd name="connsiteX1" fmla="*/ 62689 w 125378"/>
                    <a:gd name="connsiteY1" fmla="*/ 0 h 138812"/>
                    <a:gd name="connsiteX2" fmla="*/ 0 w 125378"/>
                    <a:gd name="connsiteY2" fmla="*/ 25523 h 138812"/>
                    <a:gd name="connsiteX3" fmla="*/ 0 w 125378"/>
                    <a:gd name="connsiteY3" fmla="*/ 25971 h 138812"/>
                    <a:gd name="connsiteX4" fmla="*/ 0 w 125378"/>
                    <a:gd name="connsiteY4" fmla="*/ 26419 h 138812"/>
                    <a:gd name="connsiteX5" fmla="*/ 0 w 125378"/>
                    <a:gd name="connsiteY5" fmla="*/ 112841 h 138812"/>
                    <a:gd name="connsiteX6" fmla="*/ 0 w 125378"/>
                    <a:gd name="connsiteY6" fmla="*/ 113289 h 138812"/>
                    <a:gd name="connsiteX7" fmla="*/ 0 w 125378"/>
                    <a:gd name="connsiteY7" fmla="*/ 113737 h 138812"/>
                    <a:gd name="connsiteX8" fmla="*/ 62689 w 125378"/>
                    <a:gd name="connsiteY8" fmla="*/ 139260 h 138812"/>
                    <a:gd name="connsiteX9" fmla="*/ 64928 w 125378"/>
                    <a:gd name="connsiteY9" fmla="*/ 137021 h 138812"/>
                    <a:gd name="connsiteX10" fmla="*/ 62689 w 125378"/>
                    <a:gd name="connsiteY10" fmla="*/ 134782 h 138812"/>
                    <a:gd name="connsiteX11" fmla="*/ 4478 w 125378"/>
                    <a:gd name="connsiteY11" fmla="*/ 113737 h 138812"/>
                    <a:gd name="connsiteX12" fmla="*/ 4478 w 125378"/>
                    <a:gd name="connsiteY12" fmla="*/ 113289 h 138812"/>
                    <a:gd name="connsiteX13" fmla="*/ 4478 w 125378"/>
                    <a:gd name="connsiteY13" fmla="*/ 112841 h 138812"/>
                    <a:gd name="connsiteX14" fmla="*/ 4478 w 125378"/>
                    <a:gd name="connsiteY14" fmla="*/ 94034 h 138812"/>
                    <a:gd name="connsiteX15" fmla="*/ 62689 w 125378"/>
                    <a:gd name="connsiteY15" fmla="*/ 110154 h 138812"/>
                    <a:gd name="connsiteX16" fmla="*/ 64928 w 125378"/>
                    <a:gd name="connsiteY16" fmla="*/ 107915 h 138812"/>
                    <a:gd name="connsiteX17" fmla="*/ 62689 w 125378"/>
                    <a:gd name="connsiteY17" fmla="*/ 105677 h 138812"/>
                    <a:gd name="connsiteX18" fmla="*/ 4478 w 125378"/>
                    <a:gd name="connsiteY18" fmla="*/ 84631 h 138812"/>
                    <a:gd name="connsiteX19" fmla="*/ 4478 w 125378"/>
                    <a:gd name="connsiteY19" fmla="*/ 64481 h 138812"/>
                    <a:gd name="connsiteX20" fmla="*/ 62689 w 125378"/>
                    <a:gd name="connsiteY20" fmla="*/ 80601 h 138812"/>
                    <a:gd name="connsiteX21" fmla="*/ 120901 w 125378"/>
                    <a:gd name="connsiteY21" fmla="*/ 64481 h 138812"/>
                    <a:gd name="connsiteX22" fmla="*/ 120901 w 125378"/>
                    <a:gd name="connsiteY22" fmla="*/ 81049 h 138812"/>
                    <a:gd name="connsiteX23" fmla="*/ 123140 w 125378"/>
                    <a:gd name="connsiteY23" fmla="*/ 83287 h 138812"/>
                    <a:gd name="connsiteX24" fmla="*/ 125379 w 125378"/>
                    <a:gd name="connsiteY24" fmla="*/ 81049 h 138812"/>
                    <a:gd name="connsiteX25" fmla="*/ 125379 w 125378"/>
                    <a:gd name="connsiteY25" fmla="*/ 25971 h 138812"/>
                    <a:gd name="connsiteX26" fmla="*/ 125379 w 125378"/>
                    <a:gd name="connsiteY26" fmla="*/ 25523 h 138812"/>
                    <a:gd name="connsiteX27" fmla="*/ 125379 w 125378"/>
                    <a:gd name="connsiteY27" fmla="*/ 25523 h 138812"/>
                    <a:gd name="connsiteX28" fmla="*/ 62689 w 125378"/>
                    <a:gd name="connsiteY28" fmla="*/ 4478 h 138812"/>
                    <a:gd name="connsiteX29" fmla="*/ 120901 w 125378"/>
                    <a:gd name="connsiteY29" fmla="*/ 25523 h 138812"/>
                    <a:gd name="connsiteX30" fmla="*/ 62689 w 125378"/>
                    <a:gd name="connsiteY30" fmla="*/ 46569 h 138812"/>
                    <a:gd name="connsiteX31" fmla="*/ 4478 w 125378"/>
                    <a:gd name="connsiteY31" fmla="*/ 25523 h 138812"/>
                    <a:gd name="connsiteX32" fmla="*/ 62689 w 125378"/>
                    <a:gd name="connsiteY32" fmla="*/ 4478 h 138812"/>
                    <a:gd name="connsiteX33" fmla="*/ 120901 w 125378"/>
                    <a:gd name="connsiteY33" fmla="*/ 55077 h 138812"/>
                    <a:gd name="connsiteX34" fmla="*/ 62689 w 125378"/>
                    <a:gd name="connsiteY34" fmla="*/ 76123 h 138812"/>
                    <a:gd name="connsiteX35" fmla="*/ 4478 w 125378"/>
                    <a:gd name="connsiteY35" fmla="*/ 55077 h 138812"/>
                    <a:gd name="connsiteX36" fmla="*/ 4478 w 125378"/>
                    <a:gd name="connsiteY36" fmla="*/ 35375 h 138812"/>
                    <a:gd name="connsiteX37" fmla="*/ 62689 w 125378"/>
                    <a:gd name="connsiteY37" fmla="*/ 51495 h 138812"/>
                    <a:gd name="connsiteX38" fmla="*/ 120901 w 125378"/>
                    <a:gd name="connsiteY38" fmla="*/ 35375 h 138812"/>
                    <a:gd name="connsiteX39" fmla="*/ 120901 w 125378"/>
                    <a:gd name="connsiteY39" fmla="*/ 55077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5378" h="138812">
                      <a:moveTo>
                        <a:pt x="125379" y="25523"/>
                      </a:moveTo>
                      <a:cubicBezTo>
                        <a:pt x="125379" y="11195"/>
                        <a:pt x="98064" y="0"/>
                        <a:pt x="62689" y="0"/>
                      </a:cubicBezTo>
                      <a:cubicBezTo>
                        <a:pt x="27315" y="0"/>
                        <a:pt x="0" y="11195"/>
                        <a:pt x="0" y="25523"/>
                      </a:cubicBezTo>
                      <a:cubicBezTo>
                        <a:pt x="0" y="25523"/>
                        <a:pt x="0" y="25971"/>
                        <a:pt x="0" y="25971"/>
                      </a:cubicBezTo>
                      <a:cubicBezTo>
                        <a:pt x="0" y="25971"/>
                        <a:pt x="0" y="25971"/>
                        <a:pt x="0" y="26419"/>
                      </a:cubicBezTo>
                      <a:lnTo>
                        <a:pt x="0" y="112841"/>
                      </a:lnTo>
                      <a:cubicBezTo>
                        <a:pt x="0" y="112841"/>
                        <a:pt x="0" y="112841"/>
                        <a:pt x="0" y="113289"/>
                      </a:cubicBezTo>
                      <a:cubicBezTo>
                        <a:pt x="0" y="113289"/>
                        <a:pt x="0" y="113289"/>
                        <a:pt x="0" y="113737"/>
                      </a:cubicBezTo>
                      <a:cubicBezTo>
                        <a:pt x="0" y="128066"/>
                        <a:pt x="27315" y="139260"/>
                        <a:pt x="62689" y="139260"/>
                      </a:cubicBezTo>
                      <a:cubicBezTo>
                        <a:pt x="64033" y="139260"/>
                        <a:pt x="64928" y="138365"/>
                        <a:pt x="64928" y="137021"/>
                      </a:cubicBezTo>
                      <a:cubicBezTo>
                        <a:pt x="64928" y="135678"/>
                        <a:pt x="64033" y="134782"/>
                        <a:pt x="62689" y="134782"/>
                      </a:cubicBezTo>
                      <a:cubicBezTo>
                        <a:pt x="27762" y="134782"/>
                        <a:pt x="4478" y="124035"/>
                        <a:pt x="4478" y="113737"/>
                      </a:cubicBezTo>
                      <a:cubicBezTo>
                        <a:pt x="4478" y="113737"/>
                        <a:pt x="4478" y="113737"/>
                        <a:pt x="4478" y="113289"/>
                      </a:cubicBezTo>
                      <a:cubicBezTo>
                        <a:pt x="4478" y="113289"/>
                        <a:pt x="4478" y="113289"/>
                        <a:pt x="4478" y="112841"/>
                      </a:cubicBezTo>
                      <a:lnTo>
                        <a:pt x="4478" y="94034"/>
                      </a:lnTo>
                      <a:cubicBezTo>
                        <a:pt x="13433" y="103438"/>
                        <a:pt x="35823" y="110154"/>
                        <a:pt x="62689" y="110154"/>
                      </a:cubicBezTo>
                      <a:cubicBezTo>
                        <a:pt x="64033" y="110154"/>
                        <a:pt x="64928" y="109259"/>
                        <a:pt x="64928" y="107915"/>
                      </a:cubicBezTo>
                      <a:cubicBezTo>
                        <a:pt x="64928" y="106572"/>
                        <a:pt x="64033" y="105677"/>
                        <a:pt x="62689" y="105677"/>
                      </a:cubicBezTo>
                      <a:cubicBezTo>
                        <a:pt x="27762" y="105677"/>
                        <a:pt x="4478" y="94930"/>
                        <a:pt x="4478" y="84631"/>
                      </a:cubicBezTo>
                      <a:lnTo>
                        <a:pt x="4478" y="64481"/>
                      </a:lnTo>
                      <a:cubicBezTo>
                        <a:pt x="13433" y="73884"/>
                        <a:pt x="35823" y="80601"/>
                        <a:pt x="62689" y="80601"/>
                      </a:cubicBezTo>
                      <a:cubicBezTo>
                        <a:pt x="89556" y="80601"/>
                        <a:pt x="111945" y="73884"/>
                        <a:pt x="120901" y="64481"/>
                      </a:cubicBezTo>
                      <a:lnTo>
                        <a:pt x="120901" y="81049"/>
                      </a:lnTo>
                      <a:cubicBezTo>
                        <a:pt x="120901" y="82392"/>
                        <a:pt x="121796" y="83287"/>
                        <a:pt x="123140" y="83287"/>
                      </a:cubicBezTo>
                      <a:cubicBezTo>
                        <a:pt x="124483" y="83287"/>
                        <a:pt x="125379" y="82392"/>
                        <a:pt x="125379" y="81049"/>
                      </a:cubicBezTo>
                      <a:lnTo>
                        <a:pt x="125379" y="25971"/>
                      </a:lnTo>
                      <a:cubicBezTo>
                        <a:pt x="125379" y="26419"/>
                        <a:pt x="125379" y="25971"/>
                        <a:pt x="125379" y="25523"/>
                      </a:cubicBezTo>
                      <a:cubicBezTo>
                        <a:pt x="125379" y="25971"/>
                        <a:pt x="125379" y="25971"/>
                        <a:pt x="125379" y="25523"/>
                      </a:cubicBezTo>
                      <a:close/>
                      <a:moveTo>
                        <a:pt x="62689" y="4478"/>
                      </a:moveTo>
                      <a:cubicBezTo>
                        <a:pt x="97616" y="4478"/>
                        <a:pt x="120901" y="15225"/>
                        <a:pt x="120901" y="25523"/>
                      </a:cubicBezTo>
                      <a:cubicBezTo>
                        <a:pt x="120901" y="35823"/>
                        <a:pt x="97616" y="46569"/>
                        <a:pt x="62689" y="46569"/>
                      </a:cubicBezTo>
                      <a:cubicBezTo>
                        <a:pt x="27762" y="46569"/>
                        <a:pt x="4478" y="35823"/>
                        <a:pt x="4478" y="25523"/>
                      </a:cubicBezTo>
                      <a:cubicBezTo>
                        <a:pt x="4478" y="15225"/>
                        <a:pt x="27762" y="4478"/>
                        <a:pt x="62689" y="4478"/>
                      </a:cubicBezTo>
                      <a:close/>
                      <a:moveTo>
                        <a:pt x="120901" y="55077"/>
                      </a:moveTo>
                      <a:cubicBezTo>
                        <a:pt x="120901" y="65376"/>
                        <a:pt x="97616" y="76123"/>
                        <a:pt x="62689" y="76123"/>
                      </a:cubicBezTo>
                      <a:cubicBezTo>
                        <a:pt x="27762" y="76123"/>
                        <a:pt x="4478" y="65376"/>
                        <a:pt x="4478" y="55077"/>
                      </a:cubicBezTo>
                      <a:lnTo>
                        <a:pt x="4478" y="35375"/>
                      </a:lnTo>
                      <a:cubicBezTo>
                        <a:pt x="13433" y="44778"/>
                        <a:pt x="35823" y="51495"/>
                        <a:pt x="62689" y="51495"/>
                      </a:cubicBezTo>
                      <a:cubicBezTo>
                        <a:pt x="89556" y="51495"/>
                        <a:pt x="111945" y="44778"/>
                        <a:pt x="120901" y="35375"/>
                      </a:cubicBezTo>
                      <a:lnTo>
                        <a:pt x="120901" y="5507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4" name="Freeform: Shape 4000">
                  <a:extLst>
                    <a:ext uri="{FF2B5EF4-FFF2-40B4-BE49-F238E27FC236}">
                      <a16:creationId xmlns:a16="http://schemas.microsoft.com/office/drawing/2014/main" id="{6A2A8A73-29DE-4D9E-FB74-99B4C49C3BF6}"/>
                    </a:ext>
                  </a:extLst>
                </p:cNvPr>
                <p:cNvSpPr/>
                <p:nvPr/>
              </p:nvSpPr>
              <p:spPr>
                <a:xfrm>
                  <a:off x="4633163" y="2695060"/>
                  <a:ext cx="35823" cy="44778"/>
                </a:xfrm>
                <a:custGeom>
                  <a:avLst/>
                  <a:gdLst>
                    <a:gd name="connsiteX0" fmla="*/ 19703 w 35822"/>
                    <a:gd name="connsiteY0" fmla="*/ 8732 h 44778"/>
                    <a:gd name="connsiteX1" fmla="*/ 14777 w 35822"/>
                    <a:gd name="connsiteY1" fmla="*/ 8732 h 44778"/>
                    <a:gd name="connsiteX2" fmla="*/ 19703 w 35822"/>
                    <a:gd name="connsiteY2" fmla="*/ 3806 h 44778"/>
                    <a:gd name="connsiteX3" fmla="*/ 19703 w 35822"/>
                    <a:gd name="connsiteY3" fmla="*/ 672 h 44778"/>
                    <a:gd name="connsiteX4" fmla="*/ 16568 w 35822"/>
                    <a:gd name="connsiteY4" fmla="*/ 672 h 44778"/>
                    <a:gd name="connsiteX5" fmla="*/ 8060 w 35822"/>
                    <a:gd name="connsiteY5" fmla="*/ 9627 h 44778"/>
                    <a:gd name="connsiteX6" fmla="*/ 8060 w 35822"/>
                    <a:gd name="connsiteY6" fmla="*/ 12762 h 44778"/>
                    <a:gd name="connsiteX7" fmla="*/ 16568 w 35822"/>
                    <a:gd name="connsiteY7" fmla="*/ 21718 h 44778"/>
                    <a:gd name="connsiteX8" fmla="*/ 18359 w 35822"/>
                    <a:gd name="connsiteY8" fmla="*/ 22165 h 44778"/>
                    <a:gd name="connsiteX9" fmla="*/ 20150 w 35822"/>
                    <a:gd name="connsiteY9" fmla="*/ 21718 h 44778"/>
                    <a:gd name="connsiteX10" fmla="*/ 20150 w 35822"/>
                    <a:gd name="connsiteY10" fmla="*/ 18583 h 44778"/>
                    <a:gd name="connsiteX11" fmla="*/ 15225 w 35822"/>
                    <a:gd name="connsiteY11" fmla="*/ 13657 h 44778"/>
                    <a:gd name="connsiteX12" fmla="*/ 19703 w 35822"/>
                    <a:gd name="connsiteY12" fmla="*/ 13657 h 44778"/>
                    <a:gd name="connsiteX13" fmla="*/ 34927 w 35822"/>
                    <a:gd name="connsiteY13" fmla="*/ 28882 h 44778"/>
                    <a:gd name="connsiteX14" fmla="*/ 19703 w 35822"/>
                    <a:gd name="connsiteY14" fmla="*/ 44107 h 44778"/>
                    <a:gd name="connsiteX15" fmla="*/ 4478 w 35822"/>
                    <a:gd name="connsiteY15" fmla="*/ 28882 h 44778"/>
                    <a:gd name="connsiteX16" fmla="*/ 2239 w 35822"/>
                    <a:gd name="connsiteY16" fmla="*/ 26643 h 44778"/>
                    <a:gd name="connsiteX17" fmla="*/ 0 w 35822"/>
                    <a:gd name="connsiteY17" fmla="*/ 28882 h 44778"/>
                    <a:gd name="connsiteX18" fmla="*/ 19703 w 35822"/>
                    <a:gd name="connsiteY18" fmla="*/ 48584 h 44778"/>
                    <a:gd name="connsiteX19" fmla="*/ 39405 w 35822"/>
                    <a:gd name="connsiteY19" fmla="*/ 28882 h 44778"/>
                    <a:gd name="connsiteX20" fmla="*/ 19703 w 35822"/>
                    <a:gd name="connsiteY20" fmla="*/ 8732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5822" h="44778">
                      <a:moveTo>
                        <a:pt x="19703" y="8732"/>
                      </a:moveTo>
                      <a:lnTo>
                        <a:pt x="14777" y="8732"/>
                      </a:lnTo>
                      <a:lnTo>
                        <a:pt x="19703" y="3806"/>
                      </a:lnTo>
                      <a:cubicBezTo>
                        <a:pt x="20598" y="2911"/>
                        <a:pt x="20598" y="1567"/>
                        <a:pt x="19703" y="672"/>
                      </a:cubicBezTo>
                      <a:cubicBezTo>
                        <a:pt x="18807" y="-224"/>
                        <a:pt x="17464" y="-224"/>
                        <a:pt x="16568" y="672"/>
                      </a:cubicBezTo>
                      <a:lnTo>
                        <a:pt x="8060" y="9627"/>
                      </a:lnTo>
                      <a:cubicBezTo>
                        <a:pt x="7165" y="10523"/>
                        <a:pt x="7165" y="11866"/>
                        <a:pt x="8060" y="12762"/>
                      </a:cubicBezTo>
                      <a:lnTo>
                        <a:pt x="16568" y="21718"/>
                      </a:lnTo>
                      <a:cubicBezTo>
                        <a:pt x="17016" y="22165"/>
                        <a:pt x="17464" y="22165"/>
                        <a:pt x="18359" y="22165"/>
                      </a:cubicBezTo>
                      <a:cubicBezTo>
                        <a:pt x="18807" y="22165"/>
                        <a:pt x="19703" y="22165"/>
                        <a:pt x="20150" y="21718"/>
                      </a:cubicBezTo>
                      <a:cubicBezTo>
                        <a:pt x="21046" y="20822"/>
                        <a:pt x="21046" y="19479"/>
                        <a:pt x="20150" y="18583"/>
                      </a:cubicBezTo>
                      <a:lnTo>
                        <a:pt x="15225" y="13657"/>
                      </a:lnTo>
                      <a:lnTo>
                        <a:pt x="19703" y="13657"/>
                      </a:lnTo>
                      <a:cubicBezTo>
                        <a:pt x="28210" y="13657"/>
                        <a:pt x="34927" y="20374"/>
                        <a:pt x="34927" y="28882"/>
                      </a:cubicBezTo>
                      <a:cubicBezTo>
                        <a:pt x="34927" y="37390"/>
                        <a:pt x="28210" y="44107"/>
                        <a:pt x="19703" y="44107"/>
                      </a:cubicBezTo>
                      <a:cubicBezTo>
                        <a:pt x="11195" y="44107"/>
                        <a:pt x="4478" y="37390"/>
                        <a:pt x="4478" y="28882"/>
                      </a:cubicBezTo>
                      <a:cubicBezTo>
                        <a:pt x="4478" y="27539"/>
                        <a:pt x="3582" y="26643"/>
                        <a:pt x="2239" y="26643"/>
                      </a:cubicBezTo>
                      <a:cubicBezTo>
                        <a:pt x="896" y="26643"/>
                        <a:pt x="0" y="27539"/>
                        <a:pt x="0" y="28882"/>
                      </a:cubicBezTo>
                      <a:cubicBezTo>
                        <a:pt x="0" y="39629"/>
                        <a:pt x="8956" y="48584"/>
                        <a:pt x="19703" y="48584"/>
                      </a:cubicBezTo>
                      <a:cubicBezTo>
                        <a:pt x="30449" y="48584"/>
                        <a:pt x="39405" y="39629"/>
                        <a:pt x="39405" y="28882"/>
                      </a:cubicBezTo>
                      <a:cubicBezTo>
                        <a:pt x="39405" y="18135"/>
                        <a:pt x="30449" y="8732"/>
                        <a:pt x="19703" y="873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5" name="Group 4001">
                <a:extLst>
                  <a:ext uri="{FF2B5EF4-FFF2-40B4-BE49-F238E27FC236}">
                    <a16:creationId xmlns:a16="http://schemas.microsoft.com/office/drawing/2014/main" id="{AB809EB5-7DFA-45A9-4B15-029BA04F45AD}"/>
                  </a:ext>
                  <a:ext uri="{C183D7F6-B498-43B3-948B-1728B52AA6E4}">
                    <adec:decorative xmlns:adec="http://schemas.microsoft.com/office/drawing/2017/decorative" val="1"/>
                  </a:ext>
                </a:extLst>
              </p:cNvPr>
              <p:cNvGrpSpPr>
                <a:grpSpLocks noChangeAspect="1"/>
              </p:cNvGrpSpPr>
              <p:nvPr/>
            </p:nvGrpSpPr>
            <p:grpSpPr>
              <a:xfrm>
                <a:off x="4771969" y="3339823"/>
                <a:ext cx="125379" cy="138812"/>
                <a:chOff x="4812723" y="2604384"/>
                <a:chExt cx="125379" cy="138812"/>
              </a:xfrm>
            </p:grpSpPr>
            <p:sp>
              <p:nvSpPr>
                <p:cNvPr id="106" name="Freeform: Shape 4002">
                  <a:extLst>
                    <a:ext uri="{FF2B5EF4-FFF2-40B4-BE49-F238E27FC236}">
                      <a16:creationId xmlns:a16="http://schemas.microsoft.com/office/drawing/2014/main" id="{A9C4A629-182E-394A-35A7-E93322D96AB4}"/>
                    </a:ext>
                  </a:extLst>
                </p:cNvPr>
                <p:cNvSpPr/>
                <p:nvPr/>
              </p:nvSpPr>
              <p:spPr>
                <a:xfrm>
                  <a:off x="4812723" y="2604384"/>
                  <a:ext cx="125379" cy="138812"/>
                </a:xfrm>
                <a:custGeom>
                  <a:avLst/>
                  <a:gdLst>
                    <a:gd name="connsiteX0" fmla="*/ 125379 w 125378"/>
                    <a:gd name="connsiteY0" fmla="*/ 25523 h 138812"/>
                    <a:gd name="connsiteX1" fmla="*/ 62689 w 125378"/>
                    <a:gd name="connsiteY1" fmla="*/ 0 h 138812"/>
                    <a:gd name="connsiteX2" fmla="*/ 0 w 125378"/>
                    <a:gd name="connsiteY2" fmla="*/ 25523 h 138812"/>
                    <a:gd name="connsiteX3" fmla="*/ 0 w 125378"/>
                    <a:gd name="connsiteY3" fmla="*/ 25971 h 138812"/>
                    <a:gd name="connsiteX4" fmla="*/ 0 w 125378"/>
                    <a:gd name="connsiteY4" fmla="*/ 26419 h 138812"/>
                    <a:gd name="connsiteX5" fmla="*/ 0 w 125378"/>
                    <a:gd name="connsiteY5" fmla="*/ 112841 h 138812"/>
                    <a:gd name="connsiteX6" fmla="*/ 0 w 125378"/>
                    <a:gd name="connsiteY6" fmla="*/ 113289 h 138812"/>
                    <a:gd name="connsiteX7" fmla="*/ 0 w 125378"/>
                    <a:gd name="connsiteY7" fmla="*/ 113737 h 138812"/>
                    <a:gd name="connsiteX8" fmla="*/ 62689 w 125378"/>
                    <a:gd name="connsiteY8" fmla="*/ 139260 h 138812"/>
                    <a:gd name="connsiteX9" fmla="*/ 64928 w 125378"/>
                    <a:gd name="connsiteY9" fmla="*/ 137021 h 138812"/>
                    <a:gd name="connsiteX10" fmla="*/ 62689 w 125378"/>
                    <a:gd name="connsiteY10" fmla="*/ 134782 h 138812"/>
                    <a:gd name="connsiteX11" fmla="*/ 4478 w 125378"/>
                    <a:gd name="connsiteY11" fmla="*/ 113737 h 138812"/>
                    <a:gd name="connsiteX12" fmla="*/ 4478 w 125378"/>
                    <a:gd name="connsiteY12" fmla="*/ 113289 h 138812"/>
                    <a:gd name="connsiteX13" fmla="*/ 4478 w 125378"/>
                    <a:gd name="connsiteY13" fmla="*/ 112841 h 138812"/>
                    <a:gd name="connsiteX14" fmla="*/ 4478 w 125378"/>
                    <a:gd name="connsiteY14" fmla="*/ 94034 h 138812"/>
                    <a:gd name="connsiteX15" fmla="*/ 62689 w 125378"/>
                    <a:gd name="connsiteY15" fmla="*/ 110154 h 138812"/>
                    <a:gd name="connsiteX16" fmla="*/ 64928 w 125378"/>
                    <a:gd name="connsiteY16" fmla="*/ 107915 h 138812"/>
                    <a:gd name="connsiteX17" fmla="*/ 62689 w 125378"/>
                    <a:gd name="connsiteY17" fmla="*/ 105677 h 138812"/>
                    <a:gd name="connsiteX18" fmla="*/ 4478 w 125378"/>
                    <a:gd name="connsiteY18" fmla="*/ 84631 h 138812"/>
                    <a:gd name="connsiteX19" fmla="*/ 4478 w 125378"/>
                    <a:gd name="connsiteY19" fmla="*/ 64481 h 138812"/>
                    <a:gd name="connsiteX20" fmla="*/ 62689 w 125378"/>
                    <a:gd name="connsiteY20" fmla="*/ 80601 h 138812"/>
                    <a:gd name="connsiteX21" fmla="*/ 120901 w 125378"/>
                    <a:gd name="connsiteY21" fmla="*/ 64481 h 138812"/>
                    <a:gd name="connsiteX22" fmla="*/ 120901 w 125378"/>
                    <a:gd name="connsiteY22" fmla="*/ 81049 h 138812"/>
                    <a:gd name="connsiteX23" fmla="*/ 123140 w 125378"/>
                    <a:gd name="connsiteY23" fmla="*/ 83287 h 138812"/>
                    <a:gd name="connsiteX24" fmla="*/ 125379 w 125378"/>
                    <a:gd name="connsiteY24" fmla="*/ 81049 h 138812"/>
                    <a:gd name="connsiteX25" fmla="*/ 125379 w 125378"/>
                    <a:gd name="connsiteY25" fmla="*/ 25971 h 138812"/>
                    <a:gd name="connsiteX26" fmla="*/ 125379 w 125378"/>
                    <a:gd name="connsiteY26" fmla="*/ 25523 h 138812"/>
                    <a:gd name="connsiteX27" fmla="*/ 125379 w 125378"/>
                    <a:gd name="connsiteY27" fmla="*/ 25523 h 138812"/>
                    <a:gd name="connsiteX28" fmla="*/ 62689 w 125378"/>
                    <a:gd name="connsiteY28" fmla="*/ 4478 h 138812"/>
                    <a:gd name="connsiteX29" fmla="*/ 120901 w 125378"/>
                    <a:gd name="connsiteY29" fmla="*/ 25523 h 138812"/>
                    <a:gd name="connsiteX30" fmla="*/ 62689 w 125378"/>
                    <a:gd name="connsiteY30" fmla="*/ 46569 h 138812"/>
                    <a:gd name="connsiteX31" fmla="*/ 4478 w 125378"/>
                    <a:gd name="connsiteY31" fmla="*/ 25523 h 138812"/>
                    <a:gd name="connsiteX32" fmla="*/ 62689 w 125378"/>
                    <a:gd name="connsiteY32" fmla="*/ 4478 h 138812"/>
                    <a:gd name="connsiteX33" fmla="*/ 120901 w 125378"/>
                    <a:gd name="connsiteY33" fmla="*/ 55077 h 138812"/>
                    <a:gd name="connsiteX34" fmla="*/ 62689 w 125378"/>
                    <a:gd name="connsiteY34" fmla="*/ 76123 h 138812"/>
                    <a:gd name="connsiteX35" fmla="*/ 4478 w 125378"/>
                    <a:gd name="connsiteY35" fmla="*/ 55077 h 138812"/>
                    <a:gd name="connsiteX36" fmla="*/ 4478 w 125378"/>
                    <a:gd name="connsiteY36" fmla="*/ 35375 h 138812"/>
                    <a:gd name="connsiteX37" fmla="*/ 62689 w 125378"/>
                    <a:gd name="connsiteY37" fmla="*/ 51495 h 138812"/>
                    <a:gd name="connsiteX38" fmla="*/ 120901 w 125378"/>
                    <a:gd name="connsiteY38" fmla="*/ 35375 h 138812"/>
                    <a:gd name="connsiteX39" fmla="*/ 120901 w 125378"/>
                    <a:gd name="connsiteY39" fmla="*/ 55077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5378" h="138812">
                      <a:moveTo>
                        <a:pt x="125379" y="25523"/>
                      </a:moveTo>
                      <a:cubicBezTo>
                        <a:pt x="125379" y="11195"/>
                        <a:pt x="98064" y="0"/>
                        <a:pt x="62689" y="0"/>
                      </a:cubicBezTo>
                      <a:cubicBezTo>
                        <a:pt x="27315" y="0"/>
                        <a:pt x="0" y="11195"/>
                        <a:pt x="0" y="25523"/>
                      </a:cubicBezTo>
                      <a:cubicBezTo>
                        <a:pt x="0" y="25523"/>
                        <a:pt x="0" y="25971"/>
                        <a:pt x="0" y="25971"/>
                      </a:cubicBezTo>
                      <a:cubicBezTo>
                        <a:pt x="0" y="25971"/>
                        <a:pt x="0" y="25971"/>
                        <a:pt x="0" y="26419"/>
                      </a:cubicBezTo>
                      <a:lnTo>
                        <a:pt x="0" y="112841"/>
                      </a:lnTo>
                      <a:cubicBezTo>
                        <a:pt x="0" y="112841"/>
                        <a:pt x="0" y="112841"/>
                        <a:pt x="0" y="113289"/>
                      </a:cubicBezTo>
                      <a:cubicBezTo>
                        <a:pt x="0" y="113289"/>
                        <a:pt x="0" y="113289"/>
                        <a:pt x="0" y="113737"/>
                      </a:cubicBezTo>
                      <a:cubicBezTo>
                        <a:pt x="0" y="128066"/>
                        <a:pt x="27315" y="139260"/>
                        <a:pt x="62689" y="139260"/>
                      </a:cubicBezTo>
                      <a:cubicBezTo>
                        <a:pt x="64033" y="139260"/>
                        <a:pt x="64928" y="138365"/>
                        <a:pt x="64928" y="137021"/>
                      </a:cubicBezTo>
                      <a:cubicBezTo>
                        <a:pt x="64928" y="135678"/>
                        <a:pt x="64033" y="134782"/>
                        <a:pt x="62689" y="134782"/>
                      </a:cubicBezTo>
                      <a:cubicBezTo>
                        <a:pt x="27762" y="134782"/>
                        <a:pt x="4478" y="124035"/>
                        <a:pt x="4478" y="113737"/>
                      </a:cubicBezTo>
                      <a:cubicBezTo>
                        <a:pt x="4478" y="113737"/>
                        <a:pt x="4478" y="113737"/>
                        <a:pt x="4478" y="113289"/>
                      </a:cubicBezTo>
                      <a:cubicBezTo>
                        <a:pt x="4478" y="113289"/>
                        <a:pt x="4478" y="113289"/>
                        <a:pt x="4478" y="112841"/>
                      </a:cubicBezTo>
                      <a:lnTo>
                        <a:pt x="4478" y="94034"/>
                      </a:lnTo>
                      <a:cubicBezTo>
                        <a:pt x="13433" y="103438"/>
                        <a:pt x="35823" y="110154"/>
                        <a:pt x="62689" y="110154"/>
                      </a:cubicBezTo>
                      <a:cubicBezTo>
                        <a:pt x="64033" y="110154"/>
                        <a:pt x="64928" y="109259"/>
                        <a:pt x="64928" y="107915"/>
                      </a:cubicBezTo>
                      <a:cubicBezTo>
                        <a:pt x="64928" y="106572"/>
                        <a:pt x="64033" y="105677"/>
                        <a:pt x="62689" y="105677"/>
                      </a:cubicBezTo>
                      <a:cubicBezTo>
                        <a:pt x="27762" y="105677"/>
                        <a:pt x="4478" y="94930"/>
                        <a:pt x="4478" y="84631"/>
                      </a:cubicBezTo>
                      <a:lnTo>
                        <a:pt x="4478" y="64481"/>
                      </a:lnTo>
                      <a:cubicBezTo>
                        <a:pt x="13433" y="73884"/>
                        <a:pt x="35823" y="80601"/>
                        <a:pt x="62689" y="80601"/>
                      </a:cubicBezTo>
                      <a:cubicBezTo>
                        <a:pt x="89556" y="80601"/>
                        <a:pt x="111945" y="73884"/>
                        <a:pt x="120901" y="64481"/>
                      </a:cubicBezTo>
                      <a:lnTo>
                        <a:pt x="120901" y="81049"/>
                      </a:lnTo>
                      <a:cubicBezTo>
                        <a:pt x="120901" y="82392"/>
                        <a:pt x="121796" y="83287"/>
                        <a:pt x="123140" y="83287"/>
                      </a:cubicBezTo>
                      <a:cubicBezTo>
                        <a:pt x="124483" y="83287"/>
                        <a:pt x="125379" y="82392"/>
                        <a:pt x="125379" y="81049"/>
                      </a:cubicBezTo>
                      <a:lnTo>
                        <a:pt x="125379" y="25971"/>
                      </a:lnTo>
                      <a:cubicBezTo>
                        <a:pt x="125379" y="26419"/>
                        <a:pt x="125379" y="25971"/>
                        <a:pt x="125379" y="25523"/>
                      </a:cubicBezTo>
                      <a:cubicBezTo>
                        <a:pt x="125379" y="25971"/>
                        <a:pt x="125379" y="25971"/>
                        <a:pt x="125379" y="25523"/>
                      </a:cubicBezTo>
                      <a:close/>
                      <a:moveTo>
                        <a:pt x="62689" y="4478"/>
                      </a:moveTo>
                      <a:cubicBezTo>
                        <a:pt x="97616" y="4478"/>
                        <a:pt x="120901" y="15225"/>
                        <a:pt x="120901" y="25523"/>
                      </a:cubicBezTo>
                      <a:cubicBezTo>
                        <a:pt x="120901" y="35823"/>
                        <a:pt x="97616" y="46569"/>
                        <a:pt x="62689" y="46569"/>
                      </a:cubicBezTo>
                      <a:cubicBezTo>
                        <a:pt x="27762" y="46569"/>
                        <a:pt x="4478" y="35823"/>
                        <a:pt x="4478" y="25523"/>
                      </a:cubicBezTo>
                      <a:cubicBezTo>
                        <a:pt x="4478" y="15225"/>
                        <a:pt x="27762" y="4478"/>
                        <a:pt x="62689" y="4478"/>
                      </a:cubicBezTo>
                      <a:close/>
                      <a:moveTo>
                        <a:pt x="120901" y="55077"/>
                      </a:moveTo>
                      <a:cubicBezTo>
                        <a:pt x="120901" y="65376"/>
                        <a:pt x="97616" y="76123"/>
                        <a:pt x="62689" y="76123"/>
                      </a:cubicBezTo>
                      <a:cubicBezTo>
                        <a:pt x="27762" y="76123"/>
                        <a:pt x="4478" y="65376"/>
                        <a:pt x="4478" y="55077"/>
                      </a:cubicBezTo>
                      <a:lnTo>
                        <a:pt x="4478" y="35375"/>
                      </a:lnTo>
                      <a:cubicBezTo>
                        <a:pt x="13433" y="44778"/>
                        <a:pt x="35823" y="51495"/>
                        <a:pt x="62689" y="51495"/>
                      </a:cubicBezTo>
                      <a:cubicBezTo>
                        <a:pt x="89556" y="51495"/>
                        <a:pt x="111945" y="44778"/>
                        <a:pt x="120901" y="35375"/>
                      </a:cubicBezTo>
                      <a:lnTo>
                        <a:pt x="120901" y="5507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7" name="Freeform: Shape 4003">
                  <a:extLst>
                    <a:ext uri="{FF2B5EF4-FFF2-40B4-BE49-F238E27FC236}">
                      <a16:creationId xmlns:a16="http://schemas.microsoft.com/office/drawing/2014/main" id="{A144FF6F-7103-F332-0301-5BE082605FBD}"/>
                    </a:ext>
                  </a:extLst>
                </p:cNvPr>
                <p:cNvSpPr/>
                <p:nvPr/>
              </p:nvSpPr>
              <p:spPr>
                <a:xfrm>
                  <a:off x="4890189" y="2692597"/>
                  <a:ext cx="44778" cy="49256"/>
                </a:xfrm>
                <a:custGeom>
                  <a:avLst/>
                  <a:gdLst>
                    <a:gd name="connsiteX0" fmla="*/ 43435 w 44778"/>
                    <a:gd name="connsiteY0" fmla="*/ 11195 h 49255"/>
                    <a:gd name="connsiteX1" fmla="*/ 23732 w 44778"/>
                    <a:gd name="connsiteY1" fmla="*/ 0 h 49255"/>
                    <a:gd name="connsiteX2" fmla="*/ 23732 w 44778"/>
                    <a:gd name="connsiteY2" fmla="*/ 0 h 49255"/>
                    <a:gd name="connsiteX3" fmla="*/ 23285 w 44778"/>
                    <a:gd name="connsiteY3" fmla="*/ 0 h 49255"/>
                    <a:gd name="connsiteX4" fmla="*/ 22837 w 44778"/>
                    <a:gd name="connsiteY4" fmla="*/ 0 h 49255"/>
                    <a:gd name="connsiteX5" fmla="*/ 22389 w 44778"/>
                    <a:gd name="connsiteY5" fmla="*/ 0 h 49255"/>
                    <a:gd name="connsiteX6" fmla="*/ 21941 w 44778"/>
                    <a:gd name="connsiteY6" fmla="*/ 0 h 49255"/>
                    <a:gd name="connsiteX7" fmla="*/ 21493 w 44778"/>
                    <a:gd name="connsiteY7" fmla="*/ 0 h 49255"/>
                    <a:gd name="connsiteX8" fmla="*/ 21046 w 44778"/>
                    <a:gd name="connsiteY8" fmla="*/ 0 h 49255"/>
                    <a:gd name="connsiteX9" fmla="*/ 21046 w 44778"/>
                    <a:gd name="connsiteY9" fmla="*/ 0 h 49255"/>
                    <a:gd name="connsiteX10" fmla="*/ 1343 w 44778"/>
                    <a:gd name="connsiteY10" fmla="*/ 11195 h 49255"/>
                    <a:gd name="connsiteX11" fmla="*/ 0 w 44778"/>
                    <a:gd name="connsiteY11" fmla="*/ 13433 h 49255"/>
                    <a:gd name="connsiteX12" fmla="*/ 21941 w 44778"/>
                    <a:gd name="connsiteY12" fmla="*/ 50599 h 49255"/>
                    <a:gd name="connsiteX13" fmla="*/ 22389 w 44778"/>
                    <a:gd name="connsiteY13" fmla="*/ 50599 h 49255"/>
                    <a:gd name="connsiteX14" fmla="*/ 22389 w 44778"/>
                    <a:gd name="connsiteY14" fmla="*/ 50599 h 49255"/>
                    <a:gd name="connsiteX15" fmla="*/ 22389 w 44778"/>
                    <a:gd name="connsiteY15" fmla="*/ 50599 h 49255"/>
                    <a:gd name="connsiteX16" fmla="*/ 22389 w 44778"/>
                    <a:gd name="connsiteY16" fmla="*/ 50599 h 49255"/>
                    <a:gd name="connsiteX17" fmla="*/ 22389 w 44778"/>
                    <a:gd name="connsiteY17" fmla="*/ 50599 h 49255"/>
                    <a:gd name="connsiteX18" fmla="*/ 22837 w 44778"/>
                    <a:gd name="connsiteY18" fmla="*/ 50599 h 49255"/>
                    <a:gd name="connsiteX19" fmla="*/ 44778 w 44778"/>
                    <a:gd name="connsiteY19" fmla="*/ 13433 h 49255"/>
                    <a:gd name="connsiteX20" fmla="*/ 43435 w 44778"/>
                    <a:gd name="connsiteY20" fmla="*/ 11195 h 49255"/>
                    <a:gd name="connsiteX21" fmla="*/ 22837 w 44778"/>
                    <a:gd name="connsiteY21" fmla="*/ 46122 h 49255"/>
                    <a:gd name="connsiteX22" fmla="*/ 4925 w 44778"/>
                    <a:gd name="connsiteY22" fmla="*/ 14777 h 49255"/>
                    <a:gd name="connsiteX23" fmla="*/ 22837 w 44778"/>
                    <a:gd name="connsiteY23" fmla="*/ 4478 h 49255"/>
                    <a:gd name="connsiteX24" fmla="*/ 40748 w 44778"/>
                    <a:gd name="connsiteY24" fmla="*/ 14777 h 49255"/>
                    <a:gd name="connsiteX25" fmla="*/ 22837 w 44778"/>
                    <a:gd name="connsiteY25" fmla="*/ 46122 h 4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4778" h="49255">
                      <a:moveTo>
                        <a:pt x="43435" y="11195"/>
                      </a:moveTo>
                      <a:cubicBezTo>
                        <a:pt x="34031" y="8060"/>
                        <a:pt x="24180" y="0"/>
                        <a:pt x="23732" y="0"/>
                      </a:cubicBezTo>
                      <a:cubicBezTo>
                        <a:pt x="23732" y="0"/>
                        <a:pt x="23732" y="0"/>
                        <a:pt x="23732" y="0"/>
                      </a:cubicBezTo>
                      <a:cubicBezTo>
                        <a:pt x="23732" y="0"/>
                        <a:pt x="23285" y="0"/>
                        <a:pt x="23285" y="0"/>
                      </a:cubicBezTo>
                      <a:cubicBezTo>
                        <a:pt x="23285" y="0"/>
                        <a:pt x="22837" y="0"/>
                        <a:pt x="22837" y="0"/>
                      </a:cubicBezTo>
                      <a:cubicBezTo>
                        <a:pt x="22837" y="0"/>
                        <a:pt x="22389" y="0"/>
                        <a:pt x="22389" y="0"/>
                      </a:cubicBezTo>
                      <a:cubicBezTo>
                        <a:pt x="22389" y="0"/>
                        <a:pt x="21941" y="0"/>
                        <a:pt x="21941" y="0"/>
                      </a:cubicBezTo>
                      <a:cubicBezTo>
                        <a:pt x="21941" y="0"/>
                        <a:pt x="21493" y="0"/>
                        <a:pt x="21493" y="0"/>
                      </a:cubicBezTo>
                      <a:cubicBezTo>
                        <a:pt x="21493" y="0"/>
                        <a:pt x="21046" y="0"/>
                        <a:pt x="21046" y="0"/>
                      </a:cubicBezTo>
                      <a:cubicBezTo>
                        <a:pt x="21046" y="0"/>
                        <a:pt x="21046" y="0"/>
                        <a:pt x="21046" y="0"/>
                      </a:cubicBezTo>
                      <a:cubicBezTo>
                        <a:pt x="21046" y="0"/>
                        <a:pt x="11195" y="8060"/>
                        <a:pt x="1343" y="11195"/>
                      </a:cubicBezTo>
                      <a:cubicBezTo>
                        <a:pt x="448" y="11642"/>
                        <a:pt x="0" y="12538"/>
                        <a:pt x="0" y="13433"/>
                      </a:cubicBezTo>
                      <a:cubicBezTo>
                        <a:pt x="0" y="45674"/>
                        <a:pt x="21941" y="50599"/>
                        <a:pt x="21941" y="50599"/>
                      </a:cubicBezTo>
                      <a:cubicBezTo>
                        <a:pt x="21941" y="50599"/>
                        <a:pt x="22389" y="50599"/>
                        <a:pt x="22389" y="50599"/>
                      </a:cubicBezTo>
                      <a:cubicBezTo>
                        <a:pt x="22389" y="50599"/>
                        <a:pt x="22389" y="50599"/>
                        <a:pt x="22389" y="50599"/>
                      </a:cubicBezTo>
                      <a:lnTo>
                        <a:pt x="22389" y="50599"/>
                      </a:lnTo>
                      <a:lnTo>
                        <a:pt x="22389" y="50599"/>
                      </a:lnTo>
                      <a:cubicBezTo>
                        <a:pt x="22389" y="50599"/>
                        <a:pt x="22389" y="50599"/>
                        <a:pt x="22389" y="50599"/>
                      </a:cubicBezTo>
                      <a:cubicBezTo>
                        <a:pt x="22389" y="50599"/>
                        <a:pt x="22837" y="50599"/>
                        <a:pt x="22837" y="50599"/>
                      </a:cubicBezTo>
                      <a:cubicBezTo>
                        <a:pt x="22837" y="50599"/>
                        <a:pt x="44778" y="45674"/>
                        <a:pt x="44778" y="13433"/>
                      </a:cubicBezTo>
                      <a:cubicBezTo>
                        <a:pt x="45226" y="12538"/>
                        <a:pt x="44330" y="11642"/>
                        <a:pt x="43435" y="11195"/>
                      </a:cubicBezTo>
                      <a:close/>
                      <a:moveTo>
                        <a:pt x="22837" y="46122"/>
                      </a:moveTo>
                      <a:cubicBezTo>
                        <a:pt x="20150" y="45226"/>
                        <a:pt x="5373" y="39853"/>
                        <a:pt x="4925" y="14777"/>
                      </a:cubicBezTo>
                      <a:cubicBezTo>
                        <a:pt x="12538" y="11642"/>
                        <a:pt x="19702" y="6717"/>
                        <a:pt x="22837" y="4478"/>
                      </a:cubicBezTo>
                      <a:cubicBezTo>
                        <a:pt x="25971" y="6717"/>
                        <a:pt x="33136" y="12090"/>
                        <a:pt x="40748" y="14777"/>
                      </a:cubicBezTo>
                      <a:cubicBezTo>
                        <a:pt x="39852" y="39853"/>
                        <a:pt x="25524" y="45226"/>
                        <a:pt x="22837" y="4612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8" name="Group 4004">
                <a:extLst>
                  <a:ext uri="{FF2B5EF4-FFF2-40B4-BE49-F238E27FC236}">
                    <a16:creationId xmlns:a16="http://schemas.microsoft.com/office/drawing/2014/main" id="{00013F68-2A95-E020-C794-3DEB9903BD15}"/>
                  </a:ext>
                  <a:ext uri="{C183D7F6-B498-43B3-948B-1728B52AA6E4}">
                    <adec:decorative xmlns:adec="http://schemas.microsoft.com/office/drawing/2017/decorative" val="1"/>
                  </a:ext>
                </a:extLst>
              </p:cNvPr>
              <p:cNvGrpSpPr>
                <a:grpSpLocks noChangeAspect="1"/>
              </p:cNvGrpSpPr>
              <p:nvPr/>
            </p:nvGrpSpPr>
            <p:grpSpPr>
              <a:xfrm>
                <a:off x="4287469" y="2086035"/>
                <a:ext cx="71645" cy="125379"/>
                <a:chOff x="4328223" y="1350596"/>
                <a:chExt cx="71645" cy="125379"/>
              </a:xfrm>
            </p:grpSpPr>
            <p:sp>
              <p:nvSpPr>
                <p:cNvPr id="109" name="Freeform: Shape 4005">
                  <a:extLst>
                    <a:ext uri="{FF2B5EF4-FFF2-40B4-BE49-F238E27FC236}">
                      <a16:creationId xmlns:a16="http://schemas.microsoft.com/office/drawing/2014/main" id="{0221822F-1E13-D56F-5A86-DCEE7B4EC8AA}"/>
                    </a:ext>
                  </a:extLst>
                </p:cNvPr>
                <p:cNvSpPr/>
                <p:nvPr/>
              </p:nvSpPr>
              <p:spPr>
                <a:xfrm>
                  <a:off x="4328223" y="1350596"/>
                  <a:ext cx="71645" cy="125379"/>
                </a:xfrm>
                <a:custGeom>
                  <a:avLst/>
                  <a:gdLst>
                    <a:gd name="connsiteX0" fmla="*/ 55973 w 71645"/>
                    <a:gd name="connsiteY0" fmla="*/ 125379 h 125378"/>
                    <a:gd name="connsiteX1" fmla="*/ 15672 w 71645"/>
                    <a:gd name="connsiteY1" fmla="*/ 125379 h 125378"/>
                    <a:gd name="connsiteX2" fmla="*/ 0 w 71645"/>
                    <a:gd name="connsiteY2" fmla="*/ 109707 h 125378"/>
                    <a:gd name="connsiteX3" fmla="*/ 0 w 71645"/>
                    <a:gd name="connsiteY3" fmla="*/ 15672 h 125378"/>
                    <a:gd name="connsiteX4" fmla="*/ 15672 w 71645"/>
                    <a:gd name="connsiteY4" fmla="*/ 0 h 125378"/>
                    <a:gd name="connsiteX5" fmla="*/ 55973 w 71645"/>
                    <a:gd name="connsiteY5" fmla="*/ 0 h 125378"/>
                    <a:gd name="connsiteX6" fmla="*/ 71645 w 71645"/>
                    <a:gd name="connsiteY6" fmla="*/ 15672 h 125378"/>
                    <a:gd name="connsiteX7" fmla="*/ 71645 w 71645"/>
                    <a:gd name="connsiteY7" fmla="*/ 109707 h 125378"/>
                    <a:gd name="connsiteX8" fmla="*/ 55973 w 71645"/>
                    <a:gd name="connsiteY8" fmla="*/ 125379 h 125378"/>
                    <a:gd name="connsiteX9" fmla="*/ 15672 w 71645"/>
                    <a:gd name="connsiteY9" fmla="*/ 4478 h 125378"/>
                    <a:gd name="connsiteX10" fmla="*/ 4478 w 71645"/>
                    <a:gd name="connsiteY10" fmla="*/ 15672 h 125378"/>
                    <a:gd name="connsiteX11" fmla="*/ 4478 w 71645"/>
                    <a:gd name="connsiteY11" fmla="*/ 109707 h 125378"/>
                    <a:gd name="connsiteX12" fmla="*/ 15672 w 71645"/>
                    <a:gd name="connsiteY12" fmla="*/ 120901 h 125378"/>
                    <a:gd name="connsiteX13" fmla="*/ 55973 w 71645"/>
                    <a:gd name="connsiteY13" fmla="*/ 120901 h 125378"/>
                    <a:gd name="connsiteX14" fmla="*/ 67167 w 71645"/>
                    <a:gd name="connsiteY14" fmla="*/ 109707 h 125378"/>
                    <a:gd name="connsiteX15" fmla="*/ 67167 w 71645"/>
                    <a:gd name="connsiteY15" fmla="*/ 15672 h 125378"/>
                    <a:gd name="connsiteX16" fmla="*/ 55973 w 71645"/>
                    <a:gd name="connsiteY16" fmla="*/ 4478 h 125378"/>
                    <a:gd name="connsiteX17" fmla="*/ 15672 w 71645"/>
                    <a:gd name="connsiteY17"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1645" h="125378">
                      <a:moveTo>
                        <a:pt x="55973" y="125379"/>
                      </a:moveTo>
                      <a:lnTo>
                        <a:pt x="15672" y="125379"/>
                      </a:lnTo>
                      <a:cubicBezTo>
                        <a:pt x="7164" y="125379"/>
                        <a:pt x="0" y="118214"/>
                        <a:pt x="0" y="109707"/>
                      </a:cubicBezTo>
                      <a:lnTo>
                        <a:pt x="0" y="15672"/>
                      </a:lnTo>
                      <a:cubicBezTo>
                        <a:pt x="0" y="7165"/>
                        <a:pt x="7164" y="0"/>
                        <a:pt x="15672" y="0"/>
                      </a:cubicBezTo>
                      <a:lnTo>
                        <a:pt x="55973" y="0"/>
                      </a:lnTo>
                      <a:cubicBezTo>
                        <a:pt x="64480" y="0"/>
                        <a:pt x="71645" y="7165"/>
                        <a:pt x="71645" y="15672"/>
                      </a:cubicBezTo>
                      <a:lnTo>
                        <a:pt x="71645" y="109707"/>
                      </a:lnTo>
                      <a:cubicBezTo>
                        <a:pt x="71645" y="118214"/>
                        <a:pt x="64480" y="125379"/>
                        <a:pt x="55973" y="125379"/>
                      </a:cubicBezTo>
                      <a:close/>
                      <a:moveTo>
                        <a:pt x="15672" y="4478"/>
                      </a:moveTo>
                      <a:cubicBezTo>
                        <a:pt x="9403" y="4478"/>
                        <a:pt x="4478" y="9403"/>
                        <a:pt x="4478" y="15672"/>
                      </a:cubicBezTo>
                      <a:lnTo>
                        <a:pt x="4478" y="109707"/>
                      </a:lnTo>
                      <a:cubicBezTo>
                        <a:pt x="4478" y="115975"/>
                        <a:pt x="9403" y="120901"/>
                        <a:pt x="15672" y="120901"/>
                      </a:cubicBezTo>
                      <a:lnTo>
                        <a:pt x="55973" y="120901"/>
                      </a:lnTo>
                      <a:cubicBezTo>
                        <a:pt x="62242" y="120901"/>
                        <a:pt x="67167" y="115975"/>
                        <a:pt x="67167" y="109707"/>
                      </a:cubicBezTo>
                      <a:lnTo>
                        <a:pt x="67167" y="15672"/>
                      </a:lnTo>
                      <a:cubicBezTo>
                        <a:pt x="67167" y="9403"/>
                        <a:pt x="62242" y="4478"/>
                        <a:pt x="55973" y="4478"/>
                      </a:cubicBezTo>
                      <a:lnTo>
                        <a:pt x="15672"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0" name="Freeform: Shape 4006">
                  <a:extLst>
                    <a:ext uri="{FF2B5EF4-FFF2-40B4-BE49-F238E27FC236}">
                      <a16:creationId xmlns:a16="http://schemas.microsoft.com/office/drawing/2014/main" id="{079079B1-821F-362D-4B11-83540775BB51}"/>
                    </a:ext>
                  </a:extLst>
                </p:cNvPr>
                <p:cNvSpPr/>
                <p:nvPr/>
              </p:nvSpPr>
              <p:spPr>
                <a:xfrm>
                  <a:off x="4355090" y="1358656"/>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6"/>
                        <a:pt x="896" y="0"/>
                        <a:pt x="2239" y="0"/>
                      </a:cubicBezTo>
                      <a:lnTo>
                        <a:pt x="15672" y="0"/>
                      </a:lnTo>
                      <a:cubicBezTo>
                        <a:pt x="17016" y="0"/>
                        <a:pt x="17911" y="896"/>
                        <a:pt x="17911" y="2239"/>
                      </a:cubicBezTo>
                      <a:cubicBezTo>
                        <a:pt x="17911" y="3582"/>
                        <a:pt x="16568"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1" name="Freeform: Shape 4007">
                  <a:extLst>
                    <a:ext uri="{FF2B5EF4-FFF2-40B4-BE49-F238E27FC236}">
                      <a16:creationId xmlns:a16="http://schemas.microsoft.com/office/drawing/2014/main" id="{BC9257F5-5C90-9A96-0C5C-B45D1E9CF7EC}"/>
                    </a:ext>
                  </a:extLst>
                </p:cNvPr>
                <p:cNvSpPr/>
                <p:nvPr/>
              </p:nvSpPr>
              <p:spPr>
                <a:xfrm>
                  <a:off x="4357329" y="1453585"/>
                  <a:ext cx="13433" cy="13433"/>
                </a:xfrm>
                <a:custGeom>
                  <a:avLst/>
                  <a:gdLst>
                    <a:gd name="connsiteX0" fmla="*/ 13434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4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4" y="6717"/>
                      </a:moveTo>
                      <a:cubicBezTo>
                        <a:pt x="13434" y="10426"/>
                        <a:pt x="10426" y="13433"/>
                        <a:pt x="6717" y="13433"/>
                      </a:cubicBezTo>
                      <a:cubicBezTo>
                        <a:pt x="3007" y="13433"/>
                        <a:pt x="0" y="10426"/>
                        <a:pt x="0" y="6717"/>
                      </a:cubicBezTo>
                      <a:cubicBezTo>
                        <a:pt x="0" y="3007"/>
                        <a:pt x="3007" y="0"/>
                        <a:pt x="6717" y="0"/>
                      </a:cubicBezTo>
                      <a:cubicBezTo>
                        <a:pt x="10426" y="0"/>
                        <a:pt x="13434" y="3007"/>
                        <a:pt x="13434"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2" name="Group 4008">
                <a:extLst>
                  <a:ext uri="{FF2B5EF4-FFF2-40B4-BE49-F238E27FC236}">
                    <a16:creationId xmlns:a16="http://schemas.microsoft.com/office/drawing/2014/main" id="{30BD71BB-E695-13EA-B107-903B2FE12D23}"/>
                  </a:ext>
                  <a:ext uri="{C183D7F6-B498-43B3-948B-1728B52AA6E4}">
                    <adec:decorative xmlns:adec="http://schemas.microsoft.com/office/drawing/2017/decorative" val="1"/>
                  </a:ext>
                </a:extLst>
              </p:cNvPr>
              <p:cNvGrpSpPr>
                <a:grpSpLocks noChangeAspect="1"/>
              </p:cNvGrpSpPr>
              <p:nvPr/>
            </p:nvGrpSpPr>
            <p:grpSpPr>
              <a:xfrm>
                <a:off x="4533301" y="2086035"/>
                <a:ext cx="98512" cy="125379"/>
                <a:chOff x="4574055" y="1350596"/>
                <a:chExt cx="98512" cy="125379"/>
              </a:xfrm>
            </p:grpSpPr>
            <p:sp>
              <p:nvSpPr>
                <p:cNvPr id="113" name="Freeform: Shape 4009">
                  <a:extLst>
                    <a:ext uri="{FF2B5EF4-FFF2-40B4-BE49-F238E27FC236}">
                      <a16:creationId xmlns:a16="http://schemas.microsoft.com/office/drawing/2014/main" id="{CF0B9C14-A0D6-4F00-036A-EE6E43150AFE}"/>
                    </a:ext>
                  </a:extLst>
                </p:cNvPr>
                <p:cNvSpPr/>
                <p:nvPr/>
              </p:nvSpPr>
              <p:spPr>
                <a:xfrm>
                  <a:off x="4574055" y="1350596"/>
                  <a:ext cx="98512" cy="125379"/>
                </a:xfrm>
                <a:custGeom>
                  <a:avLst/>
                  <a:gdLst>
                    <a:gd name="connsiteX0" fmla="*/ 82840 w 98511"/>
                    <a:gd name="connsiteY0" fmla="*/ 125379 h 125378"/>
                    <a:gd name="connsiteX1" fmla="*/ 15672 w 98511"/>
                    <a:gd name="connsiteY1" fmla="*/ 125379 h 125378"/>
                    <a:gd name="connsiteX2" fmla="*/ 0 w 98511"/>
                    <a:gd name="connsiteY2" fmla="*/ 109707 h 125378"/>
                    <a:gd name="connsiteX3" fmla="*/ 0 w 98511"/>
                    <a:gd name="connsiteY3" fmla="*/ 15672 h 125378"/>
                    <a:gd name="connsiteX4" fmla="*/ 15672 w 98511"/>
                    <a:gd name="connsiteY4" fmla="*/ 0 h 125378"/>
                    <a:gd name="connsiteX5" fmla="*/ 82840 w 98511"/>
                    <a:gd name="connsiteY5" fmla="*/ 0 h 125378"/>
                    <a:gd name="connsiteX6" fmla="*/ 98512 w 98511"/>
                    <a:gd name="connsiteY6" fmla="*/ 15672 h 125378"/>
                    <a:gd name="connsiteX7" fmla="*/ 98512 w 98511"/>
                    <a:gd name="connsiteY7" fmla="*/ 109707 h 125378"/>
                    <a:gd name="connsiteX8" fmla="*/ 82840 w 98511"/>
                    <a:gd name="connsiteY8" fmla="*/ 125379 h 125378"/>
                    <a:gd name="connsiteX9" fmla="*/ 15672 w 98511"/>
                    <a:gd name="connsiteY9" fmla="*/ 4478 h 125378"/>
                    <a:gd name="connsiteX10" fmla="*/ 4478 w 98511"/>
                    <a:gd name="connsiteY10" fmla="*/ 15672 h 125378"/>
                    <a:gd name="connsiteX11" fmla="*/ 4478 w 98511"/>
                    <a:gd name="connsiteY11" fmla="*/ 109707 h 125378"/>
                    <a:gd name="connsiteX12" fmla="*/ 15672 w 98511"/>
                    <a:gd name="connsiteY12" fmla="*/ 120901 h 125378"/>
                    <a:gd name="connsiteX13" fmla="*/ 82840 w 98511"/>
                    <a:gd name="connsiteY13" fmla="*/ 120901 h 125378"/>
                    <a:gd name="connsiteX14" fmla="*/ 94034 w 98511"/>
                    <a:gd name="connsiteY14" fmla="*/ 109707 h 125378"/>
                    <a:gd name="connsiteX15" fmla="*/ 94034 w 98511"/>
                    <a:gd name="connsiteY15" fmla="*/ 15672 h 125378"/>
                    <a:gd name="connsiteX16" fmla="*/ 82840 w 98511"/>
                    <a:gd name="connsiteY16" fmla="*/ 4478 h 125378"/>
                    <a:gd name="connsiteX17" fmla="*/ 15672 w 98511"/>
                    <a:gd name="connsiteY17"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511" h="125378">
                      <a:moveTo>
                        <a:pt x="82840" y="125379"/>
                      </a:moveTo>
                      <a:lnTo>
                        <a:pt x="15672" y="125379"/>
                      </a:lnTo>
                      <a:cubicBezTo>
                        <a:pt x="7165" y="125379"/>
                        <a:pt x="0" y="118214"/>
                        <a:pt x="0" y="109707"/>
                      </a:cubicBezTo>
                      <a:lnTo>
                        <a:pt x="0" y="15672"/>
                      </a:lnTo>
                      <a:cubicBezTo>
                        <a:pt x="0" y="7165"/>
                        <a:pt x="7165" y="0"/>
                        <a:pt x="15672" y="0"/>
                      </a:cubicBezTo>
                      <a:lnTo>
                        <a:pt x="82840" y="0"/>
                      </a:lnTo>
                      <a:cubicBezTo>
                        <a:pt x="91348" y="0"/>
                        <a:pt x="98512" y="7165"/>
                        <a:pt x="98512" y="15672"/>
                      </a:cubicBezTo>
                      <a:lnTo>
                        <a:pt x="98512" y="109707"/>
                      </a:lnTo>
                      <a:cubicBezTo>
                        <a:pt x="98512" y="118214"/>
                        <a:pt x="91795" y="125379"/>
                        <a:pt x="82840" y="125379"/>
                      </a:cubicBezTo>
                      <a:close/>
                      <a:moveTo>
                        <a:pt x="15672" y="4478"/>
                      </a:moveTo>
                      <a:cubicBezTo>
                        <a:pt x="9404" y="4478"/>
                        <a:pt x="4478" y="9403"/>
                        <a:pt x="4478" y="15672"/>
                      </a:cubicBezTo>
                      <a:lnTo>
                        <a:pt x="4478" y="109707"/>
                      </a:lnTo>
                      <a:cubicBezTo>
                        <a:pt x="4478" y="115975"/>
                        <a:pt x="9404" y="120901"/>
                        <a:pt x="15672" y="120901"/>
                      </a:cubicBezTo>
                      <a:lnTo>
                        <a:pt x="82840" y="120901"/>
                      </a:lnTo>
                      <a:cubicBezTo>
                        <a:pt x="89109" y="120901"/>
                        <a:pt x="94034" y="115975"/>
                        <a:pt x="94034" y="109707"/>
                      </a:cubicBezTo>
                      <a:lnTo>
                        <a:pt x="94034" y="15672"/>
                      </a:lnTo>
                      <a:cubicBezTo>
                        <a:pt x="94034" y="9403"/>
                        <a:pt x="89109" y="4478"/>
                        <a:pt x="82840" y="4478"/>
                      </a:cubicBezTo>
                      <a:lnTo>
                        <a:pt x="15672"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4" name="Freeform: Shape 4010">
                  <a:extLst>
                    <a:ext uri="{FF2B5EF4-FFF2-40B4-BE49-F238E27FC236}">
                      <a16:creationId xmlns:a16="http://schemas.microsoft.com/office/drawing/2014/main" id="{F16A641C-0C00-E78E-A98F-D8B920A2B7D5}"/>
                    </a:ext>
                  </a:extLst>
                </p:cNvPr>
                <p:cNvSpPr/>
                <p:nvPr/>
              </p:nvSpPr>
              <p:spPr>
                <a:xfrm>
                  <a:off x="4614356" y="1358656"/>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6"/>
                        <a:pt x="896" y="0"/>
                        <a:pt x="2239" y="0"/>
                      </a:cubicBezTo>
                      <a:lnTo>
                        <a:pt x="15672" y="0"/>
                      </a:lnTo>
                      <a:cubicBezTo>
                        <a:pt x="17016" y="0"/>
                        <a:pt x="17911" y="896"/>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5" name="Freeform: Shape 4011">
                  <a:extLst>
                    <a:ext uri="{FF2B5EF4-FFF2-40B4-BE49-F238E27FC236}">
                      <a16:creationId xmlns:a16="http://schemas.microsoft.com/office/drawing/2014/main" id="{B74D8933-3F8C-F0A0-9102-D29621A783C9}"/>
                    </a:ext>
                  </a:extLst>
                </p:cNvPr>
                <p:cNvSpPr/>
                <p:nvPr/>
              </p:nvSpPr>
              <p:spPr>
                <a:xfrm>
                  <a:off x="4616595" y="1453585"/>
                  <a:ext cx="13433" cy="13433"/>
                </a:xfrm>
                <a:custGeom>
                  <a:avLst/>
                  <a:gdLst>
                    <a:gd name="connsiteX0" fmla="*/ 13433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3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3" y="6717"/>
                      </a:moveTo>
                      <a:cubicBezTo>
                        <a:pt x="13433" y="10426"/>
                        <a:pt x="10426" y="13433"/>
                        <a:pt x="6717" y="13433"/>
                      </a:cubicBezTo>
                      <a:cubicBezTo>
                        <a:pt x="3007" y="13433"/>
                        <a:pt x="0" y="10426"/>
                        <a:pt x="0" y="6717"/>
                      </a:cubicBezTo>
                      <a:cubicBezTo>
                        <a:pt x="0" y="3007"/>
                        <a:pt x="3007" y="0"/>
                        <a:pt x="6717" y="0"/>
                      </a:cubicBezTo>
                      <a:cubicBezTo>
                        <a:pt x="10426" y="0"/>
                        <a:pt x="13433" y="3007"/>
                        <a:pt x="13433"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16" name="Freeform: Shape 4012">
                <a:extLst>
                  <a:ext uri="{FF2B5EF4-FFF2-40B4-BE49-F238E27FC236}">
                    <a16:creationId xmlns:a16="http://schemas.microsoft.com/office/drawing/2014/main" id="{1EBF11E2-8022-70BF-EAC2-65C33F3822C1}"/>
                  </a:ext>
                  <a:ext uri="{C183D7F6-B498-43B3-948B-1728B52AA6E4}">
                    <adec:decorative xmlns:adec="http://schemas.microsoft.com/office/drawing/2017/decorative" val="1"/>
                  </a:ext>
                </a:extLst>
              </p:cNvPr>
              <p:cNvSpPr>
                <a:spLocks noChangeAspect="1"/>
              </p:cNvSpPr>
              <p:nvPr/>
            </p:nvSpPr>
            <p:spPr>
              <a:xfrm>
                <a:off x="4776895" y="2099468"/>
                <a:ext cx="152246" cy="98512"/>
              </a:xfrm>
              <a:custGeom>
                <a:avLst/>
                <a:gdLst>
                  <a:gd name="connsiteX0" fmla="*/ 150007 w 152245"/>
                  <a:gd name="connsiteY0" fmla="*/ 80601 h 98511"/>
                  <a:gd name="connsiteX1" fmla="*/ 138812 w 152245"/>
                  <a:gd name="connsiteY1" fmla="*/ 80601 h 98511"/>
                  <a:gd name="connsiteX2" fmla="*/ 138812 w 152245"/>
                  <a:gd name="connsiteY2" fmla="*/ 15672 h 98511"/>
                  <a:gd name="connsiteX3" fmla="*/ 123140 w 152245"/>
                  <a:gd name="connsiteY3" fmla="*/ 0 h 98511"/>
                  <a:gd name="connsiteX4" fmla="*/ 29106 w 152245"/>
                  <a:gd name="connsiteY4" fmla="*/ 0 h 98511"/>
                  <a:gd name="connsiteX5" fmla="*/ 13433 w 152245"/>
                  <a:gd name="connsiteY5" fmla="*/ 15672 h 98511"/>
                  <a:gd name="connsiteX6" fmla="*/ 13433 w 152245"/>
                  <a:gd name="connsiteY6" fmla="*/ 80601 h 98511"/>
                  <a:gd name="connsiteX7" fmla="*/ 2239 w 152245"/>
                  <a:gd name="connsiteY7" fmla="*/ 80601 h 98511"/>
                  <a:gd name="connsiteX8" fmla="*/ 0 w 152245"/>
                  <a:gd name="connsiteY8" fmla="*/ 82840 h 98511"/>
                  <a:gd name="connsiteX9" fmla="*/ 15672 w 152245"/>
                  <a:gd name="connsiteY9" fmla="*/ 98512 h 98511"/>
                  <a:gd name="connsiteX10" fmla="*/ 136573 w 152245"/>
                  <a:gd name="connsiteY10" fmla="*/ 98512 h 98511"/>
                  <a:gd name="connsiteX11" fmla="*/ 152246 w 152245"/>
                  <a:gd name="connsiteY11" fmla="*/ 82840 h 98511"/>
                  <a:gd name="connsiteX12" fmla="*/ 152246 w 152245"/>
                  <a:gd name="connsiteY12" fmla="*/ 82840 h 98511"/>
                  <a:gd name="connsiteX13" fmla="*/ 150007 w 152245"/>
                  <a:gd name="connsiteY13" fmla="*/ 80601 h 98511"/>
                  <a:gd name="connsiteX14" fmla="*/ 17911 w 152245"/>
                  <a:gd name="connsiteY14" fmla="*/ 15672 h 98511"/>
                  <a:gd name="connsiteX15" fmla="*/ 29106 w 152245"/>
                  <a:gd name="connsiteY15" fmla="*/ 4478 h 98511"/>
                  <a:gd name="connsiteX16" fmla="*/ 123140 w 152245"/>
                  <a:gd name="connsiteY16" fmla="*/ 4478 h 98511"/>
                  <a:gd name="connsiteX17" fmla="*/ 134335 w 152245"/>
                  <a:gd name="connsiteY17" fmla="*/ 15672 h 98511"/>
                  <a:gd name="connsiteX18" fmla="*/ 134335 w 152245"/>
                  <a:gd name="connsiteY18" fmla="*/ 80601 h 98511"/>
                  <a:gd name="connsiteX19" fmla="*/ 17911 w 152245"/>
                  <a:gd name="connsiteY19" fmla="*/ 80601 h 98511"/>
                  <a:gd name="connsiteX20" fmla="*/ 17911 w 152245"/>
                  <a:gd name="connsiteY20" fmla="*/ 15672 h 98511"/>
                  <a:gd name="connsiteX21" fmla="*/ 138812 w 152245"/>
                  <a:gd name="connsiteY21" fmla="*/ 93586 h 98511"/>
                  <a:gd name="connsiteX22" fmla="*/ 138812 w 152245"/>
                  <a:gd name="connsiteY22" fmla="*/ 88661 h 98511"/>
                  <a:gd name="connsiteX23" fmla="*/ 134335 w 152245"/>
                  <a:gd name="connsiteY23" fmla="*/ 88661 h 98511"/>
                  <a:gd name="connsiteX24" fmla="*/ 134335 w 152245"/>
                  <a:gd name="connsiteY24" fmla="*/ 93586 h 98511"/>
                  <a:gd name="connsiteX25" fmla="*/ 125379 w 152245"/>
                  <a:gd name="connsiteY25" fmla="*/ 93586 h 98511"/>
                  <a:gd name="connsiteX26" fmla="*/ 125379 w 152245"/>
                  <a:gd name="connsiteY26" fmla="*/ 88661 h 98511"/>
                  <a:gd name="connsiteX27" fmla="*/ 120901 w 152245"/>
                  <a:gd name="connsiteY27" fmla="*/ 88661 h 98511"/>
                  <a:gd name="connsiteX28" fmla="*/ 120901 w 152245"/>
                  <a:gd name="connsiteY28" fmla="*/ 93586 h 98511"/>
                  <a:gd name="connsiteX29" fmla="*/ 111945 w 152245"/>
                  <a:gd name="connsiteY29" fmla="*/ 93586 h 98511"/>
                  <a:gd name="connsiteX30" fmla="*/ 111945 w 152245"/>
                  <a:gd name="connsiteY30" fmla="*/ 88661 h 98511"/>
                  <a:gd name="connsiteX31" fmla="*/ 107468 w 152245"/>
                  <a:gd name="connsiteY31" fmla="*/ 88661 h 98511"/>
                  <a:gd name="connsiteX32" fmla="*/ 107468 w 152245"/>
                  <a:gd name="connsiteY32" fmla="*/ 93586 h 98511"/>
                  <a:gd name="connsiteX33" fmla="*/ 15672 w 152245"/>
                  <a:gd name="connsiteY33" fmla="*/ 93586 h 98511"/>
                  <a:gd name="connsiteX34" fmla="*/ 4478 w 152245"/>
                  <a:gd name="connsiteY34" fmla="*/ 84631 h 98511"/>
                  <a:gd name="connsiteX35" fmla="*/ 147320 w 152245"/>
                  <a:gd name="connsiteY35" fmla="*/ 84631 h 98511"/>
                  <a:gd name="connsiteX36" fmla="*/ 138812 w 152245"/>
                  <a:gd name="connsiteY36" fmla="*/ 93586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2245" h="98511">
                    <a:moveTo>
                      <a:pt x="150007" y="80601"/>
                    </a:moveTo>
                    <a:lnTo>
                      <a:pt x="138812" y="80601"/>
                    </a:lnTo>
                    <a:lnTo>
                      <a:pt x="138812" y="15672"/>
                    </a:lnTo>
                    <a:cubicBezTo>
                      <a:pt x="138812" y="7165"/>
                      <a:pt x="131648" y="0"/>
                      <a:pt x="123140" y="0"/>
                    </a:cubicBezTo>
                    <a:lnTo>
                      <a:pt x="29106" y="0"/>
                    </a:lnTo>
                    <a:cubicBezTo>
                      <a:pt x="20598" y="0"/>
                      <a:pt x="13433" y="7165"/>
                      <a:pt x="13433" y="15672"/>
                    </a:cubicBezTo>
                    <a:lnTo>
                      <a:pt x="13433" y="80601"/>
                    </a:lnTo>
                    <a:lnTo>
                      <a:pt x="2239" y="80601"/>
                    </a:lnTo>
                    <a:cubicBezTo>
                      <a:pt x="896" y="80601"/>
                      <a:pt x="0" y="81496"/>
                      <a:pt x="0" y="82840"/>
                    </a:cubicBezTo>
                    <a:cubicBezTo>
                      <a:pt x="0" y="91347"/>
                      <a:pt x="7164" y="98512"/>
                      <a:pt x="15672" y="98512"/>
                    </a:cubicBezTo>
                    <a:lnTo>
                      <a:pt x="136573" y="98512"/>
                    </a:lnTo>
                    <a:cubicBezTo>
                      <a:pt x="145081" y="98512"/>
                      <a:pt x="152246" y="91347"/>
                      <a:pt x="152246" y="82840"/>
                    </a:cubicBezTo>
                    <a:lnTo>
                      <a:pt x="152246" y="82840"/>
                    </a:lnTo>
                    <a:cubicBezTo>
                      <a:pt x="152246" y="81496"/>
                      <a:pt x="150903" y="80601"/>
                      <a:pt x="150007" y="80601"/>
                    </a:cubicBezTo>
                    <a:close/>
                    <a:moveTo>
                      <a:pt x="17911" y="15672"/>
                    </a:moveTo>
                    <a:cubicBezTo>
                      <a:pt x="17911" y="9403"/>
                      <a:pt x="22837" y="4478"/>
                      <a:pt x="29106" y="4478"/>
                    </a:cubicBezTo>
                    <a:lnTo>
                      <a:pt x="123140" y="4478"/>
                    </a:lnTo>
                    <a:cubicBezTo>
                      <a:pt x="129409" y="4478"/>
                      <a:pt x="134335" y="9403"/>
                      <a:pt x="134335" y="15672"/>
                    </a:cubicBezTo>
                    <a:lnTo>
                      <a:pt x="134335" y="80601"/>
                    </a:lnTo>
                    <a:lnTo>
                      <a:pt x="17911" y="80601"/>
                    </a:lnTo>
                    <a:lnTo>
                      <a:pt x="17911" y="15672"/>
                    </a:lnTo>
                    <a:close/>
                    <a:moveTo>
                      <a:pt x="138812" y="93586"/>
                    </a:moveTo>
                    <a:lnTo>
                      <a:pt x="138812" y="88661"/>
                    </a:lnTo>
                    <a:lnTo>
                      <a:pt x="134335" y="88661"/>
                    </a:lnTo>
                    <a:lnTo>
                      <a:pt x="134335" y="93586"/>
                    </a:lnTo>
                    <a:lnTo>
                      <a:pt x="125379" y="93586"/>
                    </a:lnTo>
                    <a:lnTo>
                      <a:pt x="125379" y="88661"/>
                    </a:lnTo>
                    <a:lnTo>
                      <a:pt x="120901" y="88661"/>
                    </a:lnTo>
                    <a:lnTo>
                      <a:pt x="120901" y="93586"/>
                    </a:lnTo>
                    <a:lnTo>
                      <a:pt x="111945" y="93586"/>
                    </a:lnTo>
                    <a:lnTo>
                      <a:pt x="111945" y="88661"/>
                    </a:lnTo>
                    <a:lnTo>
                      <a:pt x="107468" y="88661"/>
                    </a:lnTo>
                    <a:lnTo>
                      <a:pt x="107468" y="93586"/>
                    </a:lnTo>
                    <a:lnTo>
                      <a:pt x="15672" y="93586"/>
                    </a:lnTo>
                    <a:cubicBezTo>
                      <a:pt x="10299" y="93586"/>
                      <a:pt x="5821" y="89556"/>
                      <a:pt x="4478" y="84631"/>
                    </a:cubicBezTo>
                    <a:lnTo>
                      <a:pt x="147320" y="84631"/>
                    </a:lnTo>
                    <a:cubicBezTo>
                      <a:pt x="146425" y="89556"/>
                      <a:pt x="142843" y="92691"/>
                      <a:pt x="138812" y="9358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17" name="Group 4013">
                <a:extLst>
                  <a:ext uri="{FF2B5EF4-FFF2-40B4-BE49-F238E27FC236}">
                    <a16:creationId xmlns:a16="http://schemas.microsoft.com/office/drawing/2014/main" id="{307356E2-612C-B75D-8D82-5B0F4448290B}"/>
                  </a:ext>
                  <a:ext uri="{C183D7F6-B498-43B3-948B-1728B52AA6E4}">
                    <adec:decorative xmlns:adec="http://schemas.microsoft.com/office/drawing/2017/decorative" val="1"/>
                  </a:ext>
                </a:extLst>
              </p:cNvPr>
              <p:cNvGrpSpPr>
                <a:grpSpLocks noChangeAspect="1"/>
              </p:cNvGrpSpPr>
              <p:nvPr/>
            </p:nvGrpSpPr>
            <p:grpSpPr>
              <a:xfrm>
                <a:off x="5309307" y="2086035"/>
                <a:ext cx="125379" cy="125379"/>
                <a:chOff x="5350061" y="1350596"/>
                <a:chExt cx="125379" cy="125379"/>
              </a:xfrm>
            </p:grpSpPr>
            <p:sp>
              <p:nvSpPr>
                <p:cNvPr id="118" name="Freeform: Shape 4014">
                  <a:extLst>
                    <a:ext uri="{FF2B5EF4-FFF2-40B4-BE49-F238E27FC236}">
                      <a16:creationId xmlns:a16="http://schemas.microsoft.com/office/drawing/2014/main" id="{43C4E5B5-69D0-A27A-0E46-75261CCC5777}"/>
                    </a:ext>
                  </a:extLst>
                </p:cNvPr>
                <p:cNvSpPr/>
                <p:nvPr/>
              </p:nvSpPr>
              <p:spPr>
                <a:xfrm>
                  <a:off x="5350061" y="1350596"/>
                  <a:ext cx="125379" cy="125379"/>
                </a:xfrm>
                <a:custGeom>
                  <a:avLst/>
                  <a:gdLst>
                    <a:gd name="connsiteX0" fmla="*/ 109707 w 125378"/>
                    <a:gd name="connsiteY0" fmla="*/ 67167 h 125378"/>
                    <a:gd name="connsiteX1" fmla="*/ 98512 w 125378"/>
                    <a:gd name="connsiteY1" fmla="*/ 67167 h 125378"/>
                    <a:gd name="connsiteX2" fmla="*/ 98512 w 125378"/>
                    <a:gd name="connsiteY2" fmla="*/ 2239 h 125378"/>
                    <a:gd name="connsiteX3" fmla="*/ 96273 w 125378"/>
                    <a:gd name="connsiteY3" fmla="*/ 0 h 125378"/>
                    <a:gd name="connsiteX4" fmla="*/ 29106 w 125378"/>
                    <a:gd name="connsiteY4" fmla="*/ 0 h 125378"/>
                    <a:gd name="connsiteX5" fmla="*/ 26867 w 125378"/>
                    <a:gd name="connsiteY5" fmla="*/ 2239 h 125378"/>
                    <a:gd name="connsiteX6" fmla="*/ 26867 w 125378"/>
                    <a:gd name="connsiteY6" fmla="*/ 67167 h 125378"/>
                    <a:gd name="connsiteX7" fmla="*/ 15672 w 125378"/>
                    <a:gd name="connsiteY7" fmla="*/ 67167 h 125378"/>
                    <a:gd name="connsiteX8" fmla="*/ 0 w 125378"/>
                    <a:gd name="connsiteY8" fmla="*/ 82840 h 125378"/>
                    <a:gd name="connsiteX9" fmla="*/ 0 w 125378"/>
                    <a:gd name="connsiteY9" fmla="*/ 109707 h 125378"/>
                    <a:gd name="connsiteX10" fmla="*/ 15672 w 125378"/>
                    <a:gd name="connsiteY10" fmla="*/ 125379 h 125378"/>
                    <a:gd name="connsiteX11" fmla="*/ 109707 w 125378"/>
                    <a:gd name="connsiteY11" fmla="*/ 125379 h 125378"/>
                    <a:gd name="connsiteX12" fmla="*/ 125379 w 125378"/>
                    <a:gd name="connsiteY12" fmla="*/ 109707 h 125378"/>
                    <a:gd name="connsiteX13" fmla="*/ 125379 w 125378"/>
                    <a:gd name="connsiteY13" fmla="*/ 82840 h 125378"/>
                    <a:gd name="connsiteX14" fmla="*/ 109707 w 125378"/>
                    <a:gd name="connsiteY14" fmla="*/ 67167 h 125378"/>
                    <a:gd name="connsiteX15" fmla="*/ 31345 w 125378"/>
                    <a:gd name="connsiteY15" fmla="*/ 4478 h 125378"/>
                    <a:gd name="connsiteX16" fmla="*/ 94034 w 125378"/>
                    <a:gd name="connsiteY16" fmla="*/ 4478 h 125378"/>
                    <a:gd name="connsiteX17" fmla="*/ 94034 w 125378"/>
                    <a:gd name="connsiteY17" fmla="*/ 67167 h 125378"/>
                    <a:gd name="connsiteX18" fmla="*/ 31345 w 125378"/>
                    <a:gd name="connsiteY18" fmla="*/ 67167 h 125378"/>
                    <a:gd name="connsiteX19" fmla="*/ 31345 w 125378"/>
                    <a:gd name="connsiteY19" fmla="*/ 4478 h 125378"/>
                    <a:gd name="connsiteX20" fmla="*/ 120901 w 125378"/>
                    <a:gd name="connsiteY20" fmla="*/ 109707 h 125378"/>
                    <a:gd name="connsiteX21" fmla="*/ 109707 w 125378"/>
                    <a:gd name="connsiteY21" fmla="*/ 120901 h 125378"/>
                    <a:gd name="connsiteX22" fmla="*/ 15672 w 125378"/>
                    <a:gd name="connsiteY22" fmla="*/ 120901 h 125378"/>
                    <a:gd name="connsiteX23" fmla="*/ 4478 w 125378"/>
                    <a:gd name="connsiteY23" fmla="*/ 109707 h 125378"/>
                    <a:gd name="connsiteX24" fmla="*/ 4478 w 125378"/>
                    <a:gd name="connsiteY24" fmla="*/ 82840 h 125378"/>
                    <a:gd name="connsiteX25" fmla="*/ 15672 w 125378"/>
                    <a:gd name="connsiteY25" fmla="*/ 71645 h 125378"/>
                    <a:gd name="connsiteX26" fmla="*/ 29106 w 125378"/>
                    <a:gd name="connsiteY26" fmla="*/ 71645 h 125378"/>
                    <a:gd name="connsiteX27" fmla="*/ 96273 w 125378"/>
                    <a:gd name="connsiteY27" fmla="*/ 71645 h 125378"/>
                    <a:gd name="connsiteX28" fmla="*/ 109707 w 125378"/>
                    <a:gd name="connsiteY28" fmla="*/ 71645 h 125378"/>
                    <a:gd name="connsiteX29" fmla="*/ 120901 w 125378"/>
                    <a:gd name="connsiteY29" fmla="*/ 82840 h 125378"/>
                    <a:gd name="connsiteX30" fmla="*/ 120901 w 125378"/>
                    <a:gd name="connsiteY30" fmla="*/ 109707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5378" h="125378">
                      <a:moveTo>
                        <a:pt x="109707" y="67167"/>
                      </a:moveTo>
                      <a:lnTo>
                        <a:pt x="98512" y="67167"/>
                      </a:lnTo>
                      <a:lnTo>
                        <a:pt x="98512" y="2239"/>
                      </a:lnTo>
                      <a:cubicBezTo>
                        <a:pt x="98512" y="896"/>
                        <a:pt x="97616" y="0"/>
                        <a:pt x="96273" y="0"/>
                      </a:cubicBezTo>
                      <a:lnTo>
                        <a:pt x="29106" y="0"/>
                      </a:lnTo>
                      <a:cubicBezTo>
                        <a:pt x="27762" y="0"/>
                        <a:pt x="26867" y="896"/>
                        <a:pt x="26867" y="2239"/>
                      </a:cubicBezTo>
                      <a:lnTo>
                        <a:pt x="26867" y="67167"/>
                      </a:lnTo>
                      <a:lnTo>
                        <a:pt x="15672" y="67167"/>
                      </a:lnTo>
                      <a:cubicBezTo>
                        <a:pt x="7164" y="67167"/>
                        <a:pt x="0" y="74332"/>
                        <a:pt x="0" y="82840"/>
                      </a:cubicBezTo>
                      <a:lnTo>
                        <a:pt x="0" y="109707"/>
                      </a:lnTo>
                      <a:cubicBezTo>
                        <a:pt x="0" y="118214"/>
                        <a:pt x="7164" y="125379"/>
                        <a:pt x="15672" y="125379"/>
                      </a:cubicBezTo>
                      <a:lnTo>
                        <a:pt x="109707" y="125379"/>
                      </a:lnTo>
                      <a:cubicBezTo>
                        <a:pt x="118215" y="125379"/>
                        <a:pt x="125379" y="118214"/>
                        <a:pt x="125379" y="109707"/>
                      </a:cubicBezTo>
                      <a:lnTo>
                        <a:pt x="125379" y="82840"/>
                      </a:lnTo>
                      <a:cubicBezTo>
                        <a:pt x="125379" y="74332"/>
                        <a:pt x="118662" y="67167"/>
                        <a:pt x="109707" y="67167"/>
                      </a:cubicBezTo>
                      <a:close/>
                      <a:moveTo>
                        <a:pt x="31345" y="4478"/>
                      </a:moveTo>
                      <a:lnTo>
                        <a:pt x="94034" y="4478"/>
                      </a:lnTo>
                      <a:lnTo>
                        <a:pt x="94034" y="67167"/>
                      </a:lnTo>
                      <a:lnTo>
                        <a:pt x="31345" y="67167"/>
                      </a:lnTo>
                      <a:lnTo>
                        <a:pt x="31345" y="4478"/>
                      </a:lnTo>
                      <a:close/>
                      <a:moveTo>
                        <a:pt x="120901" y="109707"/>
                      </a:moveTo>
                      <a:cubicBezTo>
                        <a:pt x="120901" y="115975"/>
                        <a:pt x="115976" y="120901"/>
                        <a:pt x="109707" y="120901"/>
                      </a:cubicBezTo>
                      <a:lnTo>
                        <a:pt x="15672" y="120901"/>
                      </a:lnTo>
                      <a:cubicBezTo>
                        <a:pt x="9403" y="120901"/>
                        <a:pt x="4478" y="115975"/>
                        <a:pt x="4478" y="109707"/>
                      </a:cubicBezTo>
                      <a:lnTo>
                        <a:pt x="4478" y="82840"/>
                      </a:lnTo>
                      <a:cubicBezTo>
                        <a:pt x="4478" y="76571"/>
                        <a:pt x="9403" y="71645"/>
                        <a:pt x="15672" y="71645"/>
                      </a:cubicBezTo>
                      <a:lnTo>
                        <a:pt x="29106" y="71645"/>
                      </a:lnTo>
                      <a:lnTo>
                        <a:pt x="96273" y="71645"/>
                      </a:lnTo>
                      <a:lnTo>
                        <a:pt x="109707" y="71645"/>
                      </a:lnTo>
                      <a:cubicBezTo>
                        <a:pt x="115976" y="71645"/>
                        <a:pt x="120901" y="76571"/>
                        <a:pt x="120901" y="82840"/>
                      </a:cubicBezTo>
                      <a:lnTo>
                        <a:pt x="120901" y="10970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9" name="Freeform: Shape 4015">
                  <a:extLst>
                    <a:ext uri="{FF2B5EF4-FFF2-40B4-BE49-F238E27FC236}">
                      <a16:creationId xmlns:a16="http://schemas.microsoft.com/office/drawing/2014/main" id="{7581D826-5993-5D46-2796-ED8E74215378}"/>
                    </a:ext>
                  </a:extLst>
                </p:cNvPr>
                <p:cNvSpPr/>
                <p:nvPr/>
              </p:nvSpPr>
              <p:spPr>
                <a:xfrm>
                  <a:off x="5390362" y="1364029"/>
                  <a:ext cx="44778" cy="4478"/>
                </a:xfrm>
                <a:custGeom>
                  <a:avLst/>
                  <a:gdLst>
                    <a:gd name="connsiteX0" fmla="*/ 42539 w 44778"/>
                    <a:gd name="connsiteY0" fmla="*/ 4478 h 4477"/>
                    <a:gd name="connsiteX1" fmla="*/ 2239 w 44778"/>
                    <a:gd name="connsiteY1" fmla="*/ 4478 h 4477"/>
                    <a:gd name="connsiteX2" fmla="*/ 0 w 44778"/>
                    <a:gd name="connsiteY2" fmla="*/ 2239 h 4477"/>
                    <a:gd name="connsiteX3" fmla="*/ 2239 w 44778"/>
                    <a:gd name="connsiteY3" fmla="*/ 0 h 4477"/>
                    <a:gd name="connsiteX4" fmla="*/ 42539 w 44778"/>
                    <a:gd name="connsiteY4" fmla="*/ 0 h 4477"/>
                    <a:gd name="connsiteX5" fmla="*/ 44778 w 44778"/>
                    <a:gd name="connsiteY5" fmla="*/ 2239 h 4477"/>
                    <a:gd name="connsiteX6" fmla="*/ 42539 w 44778"/>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8" h="4477">
                      <a:moveTo>
                        <a:pt x="42539" y="4478"/>
                      </a:moveTo>
                      <a:lnTo>
                        <a:pt x="2239" y="4478"/>
                      </a:lnTo>
                      <a:cubicBezTo>
                        <a:pt x="895" y="4478"/>
                        <a:pt x="0" y="3582"/>
                        <a:pt x="0" y="2239"/>
                      </a:cubicBezTo>
                      <a:cubicBezTo>
                        <a:pt x="0" y="896"/>
                        <a:pt x="895" y="0"/>
                        <a:pt x="2239" y="0"/>
                      </a:cubicBezTo>
                      <a:lnTo>
                        <a:pt x="42539" y="0"/>
                      </a:lnTo>
                      <a:cubicBezTo>
                        <a:pt x="43882" y="0"/>
                        <a:pt x="44778" y="896"/>
                        <a:pt x="44778" y="2239"/>
                      </a:cubicBezTo>
                      <a:cubicBezTo>
                        <a:pt x="44778" y="3582"/>
                        <a:pt x="43882" y="4478"/>
                        <a:pt x="4253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0" name="Freeform: Shape 4016">
                  <a:extLst>
                    <a:ext uri="{FF2B5EF4-FFF2-40B4-BE49-F238E27FC236}">
                      <a16:creationId xmlns:a16="http://schemas.microsoft.com/office/drawing/2014/main" id="{E9A4FAD3-86C1-1AC0-E320-97907C4B81D1}"/>
                    </a:ext>
                  </a:extLst>
                </p:cNvPr>
                <p:cNvSpPr/>
                <p:nvPr/>
              </p:nvSpPr>
              <p:spPr>
                <a:xfrm>
                  <a:off x="5390362" y="1377463"/>
                  <a:ext cx="44778" cy="4478"/>
                </a:xfrm>
                <a:custGeom>
                  <a:avLst/>
                  <a:gdLst>
                    <a:gd name="connsiteX0" fmla="*/ 42539 w 44778"/>
                    <a:gd name="connsiteY0" fmla="*/ 4478 h 4477"/>
                    <a:gd name="connsiteX1" fmla="*/ 2239 w 44778"/>
                    <a:gd name="connsiteY1" fmla="*/ 4478 h 4477"/>
                    <a:gd name="connsiteX2" fmla="*/ 0 w 44778"/>
                    <a:gd name="connsiteY2" fmla="*/ 2239 h 4477"/>
                    <a:gd name="connsiteX3" fmla="*/ 2239 w 44778"/>
                    <a:gd name="connsiteY3" fmla="*/ 0 h 4477"/>
                    <a:gd name="connsiteX4" fmla="*/ 42539 w 44778"/>
                    <a:gd name="connsiteY4" fmla="*/ 0 h 4477"/>
                    <a:gd name="connsiteX5" fmla="*/ 44778 w 44778"/>
                    <a:gd name="connsiteY5" fmla="*/ 2239 h 4477"/>
                    <a:gd name="connsiteX6" fmla="*/ 42539 w 44778"/>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8" h="4477">
                      <a:moveTo>
                        <a:pt x="42539" y="4478"/>
                      </a:moveTo>
                      <a:lnTo>
                        <a:pt x="2239" y="4478"/>
                      </a:lnTo>
                      <a:cubicBezTo>
                        <a:pt x="895" y="4478"/>
                        <a:pt x="0" y="3582"/>
                        <a:pt x="0" y="2239"/>
                      </a:cubicBezTo>
                      <a:cubicBezTo>
                        <a:pt x="0" y="896"/>
                        <a:pt x="895" y="0"/>
                        <a:pt x="2239" y="0"/>
                      </a:cubicBezTo>
                      <a:lnTo>
                        <a:pt x="42539" y="0"/>
                      </a:lnTo>
                      <a:cubicBezTo>
                        <a:pt x="43882" y="0"/>
                        <a:pt x="44778" y="896"/>
                        <a:pt x="44778" y="2239"/>
                      </a:cubicBezTo>
                      <a:cubicBezTo>
                        <a:pt x="44778" y="3582"/>
                        <a:pt x="43882" y="4478"/>
                        <a:pt x="4253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1" name="Freeform: Shape 4017">
                  <a:extLst>
                    <a:ext uri="{FF2B5EF4-FFF2-40B4-BE49-F238E27FC236}">
                      <a16:creationId xmlns:a16="http://schemas.microsoft.com/office/drawing/2014/main" id="{E7CE4789-4D14-426E-AD0C-35CEF6B6C68A}"/>
                    </a:ext>
                  </a:extLst>
                </p:cNvPr>
                <p:cNvSpPr/>
                <p:nvPr/>
              </p:nvSpPr>
              <p:spPr>
                <a:xfrm>
                  <a:off x="5390362" y="1390896"/>
                  <a:ext cx="44778" cy="4478"/>
                </a:xfrm>
                <a:custGeom>
                  <a:avLst/>
                  <a:gdLst>
                    <a:gd name="connsiteX0" fmla="*/ 42539 w 44778"/>
                    <a:gd name="connsiteY0" fmla="*/ 4478 h 4477"/>
                    <a:gd name="connsiteX1" fmla="*/ 2239 w 44778"/>
                    <a:gd name="connsiteY1" fmla="*/ 4478 h 4477"/>
                    <a:gd name="connsiteX2" fmla="*/ 0 w 44778"/>
                    <a:gd name="connsiteY2" fmla="*/ 2239 h 4477"/>
                    <a:gd name="connsiteX3" fmla="*/ 2239 w 44778"/>
                    <a:gd name="connsiteY3" fmla="*/ 0 h 4477"/>
                    <a:gd name="connsiteX4" fmla="*/ 42539 w 44778"/>
                    <a:gd name="connsiteY4" fmla="*/ 0 h 4477"/>
                    <a:gd name="connsiteX5" fmla="*/ 44778 w 44778"/>
                    <a:gd name="connsiteY5" fmla="*/ 2239 h 4477"/>
                    <a:gd name="connsiteX6" fmla="*/ 42539 w 44778"/>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8" h="4477">
                      <a:moveTo>
                        <a:pt x="42539" y="4478"/>
                      </a:moveTo>
                      <a:lnTo>
                        <a:pt x="2239" y="4478"/>
                      </a:lnTo>
                      <a:cubicBezTo>
                        <a:pt x="895" y="4478"/>
                        <a:pt x="0" y="3582"/>
                        <a:pt x="0" y="2239"/>
                      </a:cubicBezTo>
                      <a:cubicBezTo>
                        <a:pt x="0" y="896"/>
                        <a:pt x="895" y="0"/>
                        <a:pt x="2239" y="0"/>
                      </a:cubicBezTo>
                      <a:lnTo>
                        <a:pt x="42539" y="0"/>
                      </a:lnTo>
                      <a:cubicBezTo>
                        <a:pt x="43882" y="0"/>
                        <a:pt x="44778" y="896"/>
                        <a:pt x="44778" y="2239"/>
                      </a:cubicBezTo>
                      <a:cubicBezTo>
                        <a:pt x="44778" y="3582"/>
                        <a:pt x="43882" y="4478"/>
                        <a:pt x="4253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2" name="Group 4018">
                <a:extLst>
                  <a:ext uri="{FF2B5EF4-FFF2-40B4-BE49-F238E27FC236}">
                    <a16:creationId xmlns:a16="http://schemas.microsoft.com/office/drawing/2014/main" id="{585FAA98-013E-1257-F835-B4D55A966207}"/>
                  </a:ext>
                  <a:ext uri="{C183D7F6-B498-43B3-948B-1728B52AA6E4}">
                    <adec:decorative xmlns:adec="http://schemas.microsoft.com/office/drawing/2017/decorative" val="1"/>
                  </a:ext>
                </a:extLst>
              </p:cNvPr>
              <p:cNvGrpSpPr>
                <a:grpSpLocks noChangeAspect="1"/>
              </p:cNvGrpSpPr>
              <p:nvPr/>
            </p:nvGrpSpPr>
            <p:grpSpPr>
              <a:xfrm>
                <a:off x="5595888" y="2086035"/>
                <a:ext cx="71645" cy="125379"/>
                <a:chOff x="5636642" y="1350596"/>
                <a:chExt cx="71645" cy="125379"/>
              </a:xfrm>
            </p:grpSpPr>
            <p:sp>
              <p:nvSpPr>
                <p:cNvPr id="123" name="Freeform: Shape 4019">
                  <a:extLst>
                    <a:ext uri="{FF2B5EF4-FFF2-40B4-BE49-F238E27FC236}">
                      <a16:creationId xmlns:a16="http://schemas.microsoft.com/office/drawing/2014/main" id="{87C2AC86-1E0D-8794-6388-91609EC08CBE}"/>
                    </a:ext>
                  </a:extLst>
                </p:cNvPr>
                <p:cNvSpPr/>
                <p:nvPr/>
              </p:nvSpPr>
              <p:spPr>
                <a:xfrm>
                  <a:off x="5636642" y="1350596"/>
                  <a:ext cx="71645" cy="125379"/>
                </a:xfrm>
                <a:custGeom>
                  <a:avLst/>
                  <a:gdLst>
                    <a:gd name="connsiteX0" fmla="*/ 55973 w 71645"/>
                    <a:gd name="connsiteY0" fmla="*/ 125379 h 125378"/>
                    <a:gd name="connsiteX1" fmla="*/ 15672 w 71645"/>
                    <a:gd name="connsiteY1" fmla="*/ 125379 h 125378"/>
                    <a:gd name="connsiteX2" fmla="*/ 0 w 71645"/>
                    <a:gd name="connsiteY2" fmla="*/ 109707 h 125378"/>
                    <a:gd name="connsiteX3" fmla="*/ 0 w 71645"/>
                    <a:gd name="connsiteY3" fmla="*/ 15672 h 125378"/>
                    <a:gd name="connsiteX4" fmla="*/ 15672 w 71645"/>
                    <a:gd name="connsiteY4" fmla="*/ 0 h 125378"/>
                    <a:gd name="connsiteX5" fmla="*/ 55973 w 71645"/>
                    <a:gd name="connsiteY5" fmla="*/ 0 h 125378"/>
                    <a:gd name="connsiteX6" fmla="*/ 71645 w 71645"/>
                    <a:gd name="connsiteY6" fmla="*/ 15672 h 125378"/>
                    <a:gd name="connsiteX7" fmla="*/ 71645 w 71645"/>
                    <a:gd name="connsiteY7" fmla="*/ 109707 h 125378"/>
                    <a:gd name="connsiteX8" fmla="*/ 55973 w 71645"/>
                    <a:gd name="connsiteY8" fmla="*/ 125379 h 125378"/>
                    <a:gd name="connsiteX9" fmla="*/ 15672 w 71645"/>
                    <a:gd name="connsiteY9" fmla="*/ 4478 h 125378"/>
                    <a:gd name="connsiteX10" fmla="*/ 4478 w 71645"/>
                    <a:gd name="connsiteY10" fmla="*/ 15672 h 125378"/>
                    <a:gd name="connsiteX11" fmla="*/ 4478 w 71645"/>
                    <a:gd name="connsiteY11" fmla="*/ 109707 h 125378"/>
                    <a:gd name="connsiteX12" fmla="*/ 15672 w 71645"/>
                    <a:gd name="connsiteY12" fmla="*/ 120901 h 125378"/>
                    <a:gd name="connsiteX13" fmla="*/ 55973 w 71645"/>
                    <a:gd name="connsiteY13" fmla="*/ 120901 h 125378"/>
                    <a:gd name="connsiteX14" fmla="*/ 67167 w 71645"/>
                    <a:gd name="connsiteY14" fmla="*/ 109707 h 125378"/>
                    <a:gd name="connsiteX15" fmla="*/ 67167 w 71645"/>
                    <a:gd name="connsiteY15" fmla="*/ 15672 h 125378"/>
                    <a:gd name="connsiteX16" fmla="*/ 55973 w 71645"/>
                    <a:gd name="connsiteY16" fmla="*/ 4478 h 125378"/>
                    <a:gd name="connsiteX17" fmla="*/ 15672 w 71645"/>
                    <a:gd name="connsiteY17"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1645" h="125378">
                      <a:moveTo>
                        <a:pt x="55973" y="125379"/>
                      </a:moveTo>
                      <a:lnTo>
                        <a:pt x="15672" y="125379"/>
                      </a:lnTo>
                      <a:cubicBezTo>
                        <a:pt x="7164" y="125379"/>
                        <a:pt x="0" y="118214"/>
                        <a:pt x="0" y="109707"/>
                      </a:cubicBezTo>
                      <a:lnTo>
                        <a:pt x="0" y="15672"/>
                      </a:lnTo>
                      <a:cubicBezTo>
                        <a:pt x="0" y="7165"/>
                        <a:pt x="7164" y="0"/>
                        <a:pt x="15672" y="0"/>
                      </a:cubicBezTo>
                      <a:lnTo>
                        <a:pt x="55973" y="0"/>
                      </a:lnTo>
                      <a:cubicBezTo>
                        <a:pt x="64481" y="0"/>
                        <a:pt x="71645" y="7165"/>
                        <a:pt x="71645" y="15672"/>
                      </a:cubicBezTo>
                      <a:lnTo>
                        <a:pt x="71645" y="109707"/>
                      </a:lnTo>
                      <a:cubicBezTo>
                        <a:pt x="71645" y="118214"/>
                        <a:pt x="64928" y="125379"/>
                        <a:pt x="55973" y="125379"/>
                      </a:cubicBezTo>
                      <a:close/>
                      <a:moveTo>
                        <a:pt x="15672" y="4478"/>
                      </a:moveTo>
                      <a:cubicBezTo>
                        <a:pt x="9403" y="4478"/>
                        <a:pt x="4478" y="9403"/>
                        <a:pt x="4478" y="15672"/>
                      </a:cubicBezTo>
                      <a:lnTo>
                        <a:pt x="4478" y="109707"/>
                      </a:lnTo>
                      <a:cubicBezTo>
                        <a:pt x="4478" y="115975"/>
                        <a:pt x="9403" y="120901"/>
                        <a:pt x="15672" y="120901"/>
                      </a:cubicBezTo>
                      <a:lnTo>
                        <a:pt x="55973" y="120901"/>
                      </a:lnTo>
                      <a:cubicBezTo>
                        <a:pt x="62242" y="120901"/>
                        <a:pt x="67167" y="115975"/>
                        <a:pt x="67167" y="109707"/>
                      </a:cubicBezTo>
                      <a:lnTo>
                        <a:pt x="67167" y="15672"/>
                      </a:lnTo>
                      <a:cubicBezTo>
                        <a:pt x="67167" y="9403"/>
                        <a:pt x="62242" y="4478"/>
                        <a:pt x="55973" y="4478"/>
                      </a:cubicBezTo>
                      <a:lnTo>
                        <a:pt x="15672"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4" name="Freeform: Shape 4020">
                  <a:extLst>
                    <a:ext uri="{FF2B5EF4-FFF2-40B4-BE49-F238E27FC236}">
                      <a16:creationId xmlns:a16="http://schemas.microsoft.com/office/drawing/2014/main" id="{ECA4E517-4265-D93E-6609-128C8A35FB13}"/>
                    </a:ext>
                  </a:extLst>
                </p:cNvPr>
                <p:cNvSpPr/>
                <p:nvPr/>
              </p:nvSpPr>
              <p:spPr>
                <a:xfrm>
                  <a:off x="5665747" y="1453585"/>
                  <a:ext cx="13433" cy="13433"/>
                </a:xfrm>
                <a:custGeom>
                  <a:avLst/>
                  <a:gdLst>
                    <a:gd name="connsiteX0" fmla="*/ 13434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4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4" y="6717"/>
                      </a:moveTo>
                      <a:cubicBezTo>
                        <a:pt x="13434" y="10426"/>
                        <a:pt x="10426" y="13433"/>
                        <a:pt x="6717" y="13433"/>
                      </a:cubicBezTo>
                      <a:cubicBezTo>
                        <a:pt x="3008" y="13433"/>
                        <a:pt x="0" y="10426"/>
                        <a:pt x="0" y="6717"/>
                      </a:cubicBezTo>
                      <a:cubicBezTo>
                        <a:pt x="0" y="3007"/>
                        <a:pt x="3008" y="0"/>
                        <a:pt x="6717" y="0"/>
                      </a:cubicBezTo>
                      <a:cubicBezTo>
                        <a:pt x="10426" y="0"/>
                        <a:pt x="13434" y="3007"/>
                        <a:pt x="13434"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25" name="Freeform: Shape 4021">
                <a:extLst>
                  <a:ext uri="{FF2B5EF4-FFF2-40B4-BE49-F238E27FC236}">
                    <a16:creationId xmlns:a16="http://schemas.microsoft.com/office/drawing/2014/main" id="{7982D765-75DA-251C-4922-BD033A79A9CD}"/>
                  </a:ext>
                  <a:ext uri="{C183D7F6-B498-43B3-948B-1728B52AA6E4}">
                    <adec:decorative xmlns:adec="http://schemas.microsoft.com/office/drawing/2017/decorative" val="1"/>
                  </a:ext>
                </a:extLst>
              </p:cNvPr>
              <p:cNvSpPr>
                <a:spLocks noChangeAspect="1"/>
              </p:cNvSpPr>
              <p:nvPr/>
            </p:nvSpPr>
            <p:spPr>
              <a:xfrm>
                <a:off x="2387531" y="2427244"/>
                <a:ext cx="152246" cy="111945"/>
              </a:xfrm>
              <a:custGeom>
                <a:avLst/>
                <a:gdLst>
                  <a:gd name="connsiteX0" fmla="*/ 145529 w 152245"/>
                  <a:gd name="connsiteY0" fmla="*/ 0 h 111945"/>
                  <a:gd name="connsiteX1" fmla="*/ 6717 w 152245"/>
                  <a:gd name="connsiteY1" fmla="*/ 0 h 111945"/>
                  <a:gd name="connsiteX2" fmla="*/ 0 w 152245"/>
                  <a:gd name="connsiteY2" fmla="*/ 6717 h 111945"/>
                  <a:gd name="connsiteX3" fmla="*/ 0 w 152245"/>
                  <a:gd name="connsiteY3" fmla="*/ 91795 h 111945"/>
                  <a:gd name="connsiteX4" fmla="*/ 6717 w 152245"/>
                  <a:gd name="connsiteY4" fmla="*/ 98512 h 111945"/>
                  <a:gd name="connsiteX5" fmla="*/ 73884 w 152245"/>
                  <a:gd name="connsiteY5" fmla="*/ 98512 h 111945"/>
                  <a:gd name="connsiteX6" fmla="*/ 73884 w 152245"/>
                  <a:gd name="connsiteY6" fmla="*/ 107468 h 111945"/>
                  <a:gd name="connsiteX7" fmla="*/ 42539 w 152245"/>
                  <a:gd name="connsiteY7" fmla="*/ 107468 h 111945"/>
                  <a:gd name="connsiteX8" fmla="*/ 40300 w 152245"/>
                  <a:gd name="connsiteY8" fmla="*/ 109707 h 111945"/>
                  <a:gd name="connsiteX9" fmla="*/ 42539 w 152245"/>
                  <a:gd name="connsiteY9" fmla="*/ 111945 h 111945"/>
                  <a:gd name="connsiteX10" fmla="*/ 109707 w 152245"/>
                  <a:gd name="connsiteY10" fmla="*/ 111945 h 111945"/>
                  <a:gd name="connsiteX11" fmla="*/ 111945 w 152245"/>
                  <a:gd name="connsiteY11" fmla="*/ 109707 h 111945"/>
                  <a:gd name="connsiteX12" fmla="*/ 109707 w 152245"/>
                  <a:gd name="connsiteY12" fmla="*/ 107468 h 111945"/>
                  <a:gd name="connsiteX13" fmla="*/ 78362 w 152245"/>
                  <a:gd name="connsiteY13" fmla="*/ 107468 h 111945"/>
                  <a:gd name="connsiteX14" fmla="*/ 78362 w 152245"/>
                  <a:gd name="connsiteY14" fmla="*/ 98512 h 111945"/>
                  <a:gd name="connsiteX15" fmla="*/ 145529 w 152245"/>
                  <a:gd name="connsiteY15" fmla="*/ 98512 h 111945"/>
                  <a:gd name="connsiteX16" fmla="*/ 152246 w 152245"/>
                  <a:gd name="connsiteY16" fmla="*/ 91795 h 111945"/>
                  <a:gd name="connsiteX17" fmla="*/ 152246 w 152245"/>
                  <a:gd name="connsiteY17" fmla="*/ 6717 h 111945"/>
                  <a:gd name="connsiteX18" fmla="*/ 145529 w 152245"/>
                  <a:gd name="connsiteY18" fmla="*/ 0 h 111945"/>
                  <a:gd name="connsiteX19" fmla="*/ 147768 w 152245"/>
                  <a:gd name="connsiteY19" fmla="*/ 91795 h 111945"/>
                  <a:gd name="connsiteX20" fmla="*/ 145529 w 152245"/>
                  <a:gd name="connsiteY20" fmla="*/ 94034 h 111945"/>
                  <a:gd name="connsiteX21" fmla="*/ 6717 w 152245"/>
                  <a:gd name="connsiteY21" fmla="*/ 94034 h 111945"/>
                  <a:gd name="connsiteX22" fmla="*/ 4478 w 152245"/>
                  <a:gd name="connsiteY22" fmla="*/ 91795 h 111945"/>
                  <a:gd name="connsiteX23" fmla="*/ 4478 w 152245"/>
                  <a:gd name="connsiteY23" fmla="*/ 6717 h 111945"/>
                  <a:gd name="connsiteX24" fmla="*/ 6717 w 152245"/>
                  <a:gd name="connsiteY24" fmla="*/ 4478 h 111945"/>
                  <a:gd name="connsiteX25" fmla="*/ 145529 w 152245"/>
                  <a:gd name="connsiteY25" fmla="*/ 4478 h 111945"/>
                  <a:gd name="connsiteX26" fmla="*/ 147768 w 152245"/>
                  <a:gd name="connsiteY26" fmla="*/ 6717 h 111945"/>
                  <a:gd name="connsiteX27" fmla="*/ 147768 w 152245"/>
                  <a:gd name="connsiteY27" fmla="*/ 91795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2245" h="111945">
                    <a:moveTo>
                      <a:pt x="145529" y="0"/>
                    </a:moveTo>
                    <a:lnTo>
                      <a:pt x="6717" y="0"/>
                    </a:lnTo>
                    <a:cubicBezTo>
                      <a:pt x="3135" y="0"/>
                      <a:pt x="0" y="3134"/>
                      <a:pt x="0" y="6717"/>
                    </a:cubicBezTo>
                    <a:lnTo>
                      <a:pt x="0" y="91795"/>
                    </a:lnTo>
                    <a:cubicBezTo>
                      <a:pt x="0" y="95378"/>
                      <a:pt x="3135" y="98512"/>
                      <a:pt x="6717" y="98512"/>
                    </a:cubicBezTo>
                    <a:lnTo>
                      <a:pt x="73884" y="98512"/>
                    </a:lnTo>
                    <a:lnTo>
                      <a:pt x="73884" y="107468"/>
                    </a:lnTo>
                    <a:lnTo>
                      <a:pt x="42539" y="107468"/>
                    </a:lnTo>
                    <a:cubicBezTo>
                      <a:pt x="41196" y="107468"/>
                      <a:pt x="40300" y="108363"/>
                      <a:pt x="40300" y="109707"/>
                    </a:cubicBezTo>
                    <a:cubicBezTo>
                      <a:pt x="40300" y="111050"/>
                      <a:pt x="41196" y="111945"/>
                      <a:pt x="42539" y="111945"/>
                    </a:cubicBezTo>
                    <a:lnTo>
                      <a:pt x="109707" y="111945"/>
                    </a:lnTo>
                    <a:cubicBezTo>
                      <a:pt x="111050" y="111945"/>
                      <a:pt x="111945" y="111050"/>
                      <a:pt x="111945" y="109707"/>
                    </a:cubicBezTo>
                    <a:cubicBezTo>
                      <a:pt x="111945" y="108363"/>
                      <a:pt x="111050" y="107468"/>
                      <a:pt x="109707" y="107468"/>
                    </a:cubicBezTo>
                    <a:lnTo>
                      <a:pt x="78362" y="107468"/>
                    </a:lnTo>
                    <a:lnTo>
                      <a:pt x="78362" y="98512"/>
                    </a:lnTo>
                    <a:lnTo>
                      <a:pt x="145529" y="98512"/>
                    </a:lnTo>
                    <a:cubicBezTo>
                      <a:pt x="149111" y="98512"/>
                      <a:pt x="152246" y="95378"/>
                      <a:pt x="152246" y="91795"/>
                    </a:cubicBezTo>
                    <a:lnTo>
                      <a:pt x="152246" y="6717"/>
                    </a:lnTo>
                    <a:cubicBezTo>
                      <a:pt x="152246" y="2687"/>
                      <a:pt x="149111" y="0"/>
                      <a:pt x="145529" y="0"/>
                    </a:cubicBezTo>
                    <a:close/>
                    <a:moveTo>
                      <a:pt x="147768" y="91795"/>
                    </a:moveTo>
                    <a:cubicBezTo>
                      <a:pt x="147768" y="93139"/>
                      <a:pt x="146873" y="94034"/>
                      <a:pt x="145529" y="94034"/>
                    </a:cubicBezTo>
                    <a:lnTo>
                      <a:pt x="6717" y="94034"/>
                    </a:lnTo>
                    <a:cubicBezTo>
                      <a:pt x="5373" y="94034"/>
                      <a:pt x="4478" y="93139"/>
                      <a:pt x="4478" y="91795"/>
                    </a:cubicBezTo>
                    <a:lnTo>
                      <a:pt x="4478" y="6717"/>
                    </a:lnTo>
                    <a:cubicBezTo>
                      <a:pt x="4478" y="5373"/>
                      <a:pt x="5373" y="4478"/>
                      <a:pt x="6717" y="4478"/>
                    </a:cubicBezTo>
                    <a:lnTo>
                      <a:pt x="145529" y="4478"/>
                    </a:lnTo>
                    <a:cubicBezTo>
                      <a:pt x="146873" y="4478"/>
                      <a:pt x="147768" y="5373"/>
                      <a:pt x="147768" y="6717"/>
                    </a:cubicBezTo>
                    <a:lnTo>
                      <a:pt x="147768" y="917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6" name="Freeform: Shape 4022">
                <a:extLst>
                  <a:ext uri="{FF2B5EF4-FFF2-40B4-BE49-F238E27FC236}">
                    <a16:creationId xmlns:a16="http://schemas.microsoft.com/office/drawing/2014/main" id="{79F410AA-C747-81F0-5AA3-026FEAEB9E5C}"/>
                  </a:ext>
                  <a:ext uri="{C183D7F6-B498-43B3-948B-1728B52AA6E4}">
                    <adec:decorative xmlns:adec="http://schemas.microsoft.com/office/drawing/2017/decorative" val="1"/>
                  </a:ext>
                </a:extLst>
              </p:cNvPr>
              <p:cNvSpPr>
                <a:spLocks noChangeAspect="1"/>
              </p:cNvSpPr>
              <p:nvPr/>
            </p:nvSpPr>
            <p:spPr>
              <a:xfrm>
                <a:off x="2670977" y="2427244"/>
                <a:ext cx="125379" cy="125379"/>
              </a:xfrm>
              <a:custGeom>
                <a:avLst/>
                <a:gdLst>
                  <a:gd name="connsiteX0" fmla="*/ 118662 w 125378"/>
                  <a:gd name="connsiteY0" fmla="*/ 0 h 125378"/>
                  <a:gd name="connsiteX1" fmla="*/ 6717 w 125378"/>
                  <a:gd name="connsiteY1" fmla="*/ 0 h 125378"/>
                  <a:gd name="connsiteX2" fmla="*/ 0 w 125378"/>
                  <a:gd name="connsiteY2" fmla="*/ 6717 h 125378"/>
                  <a:gd name="connsiteX3" fmla="*/ 0 w 125378"/>
                  <a:gd name="connsiteY3" fmla="*/ 105229 h 125378"/>
                  <a:gd name="connsiteX4" fmla="*/ 6717 w 125378"/>
                  <a:gd name="connsiteY4" fmla="*/ 111945 h 125378"/>
                  <a:gd name="connsiteX5" fmla="*/ 60451 w 125378"/>
                  <a:gd name="connsiteY5" fmla="*/ 111945 h 125378"/>
                  <a:gd name="connsiteX6" fmla="*/ 60451 w 125378"/>
                  <a:gd name="connsiteY6" fmla="*/ 120901 h 125378"/>
                  <a:gd name="connsiteX7" fmla="*/ 29106 w 125378"/>
                  <a:gd name="connsiteY7" fmla="*/ 120901 h 125378"/>
                  <a:gd name="connsiteX8" fmla="*/ 26867 w 125378"/>
                  <a:gd name="connsiteY8" fmla="*/ 123140 h 125378"/>
                  <a:gd name="connsiteX9" fmla="*/ 29106 w 125378"/>
                  <a:gd name="connsiteY9" fmla="*/ 125379 h 125378"/>
                  <a:gd name="connsiteX10" fmla="*/ 96273 w 125378"/>
                  <a:gd name="connsiteY10" fmla="*/ 125379 h 125378"/>
                  <a:gd name="connsiteX11" fmla="*/ 98512 w 125378"/>
                  <a:gd name="connsiteY11" fmla="*/ 123140 h 125378"/>
                  <a:gd name="connsiteX12" fmla="*/ 96273 w 125378"/>
                  <a:gd name="connsiteY12" fmla="*/ 120901 h 125378"/>
                  <a:gd name="connsiteX13" fmla="*/ 64928 w 125378"/>
                  <a:gd name="connsiteY13" fmla="*/ 120901 h 125378"/>
                  <a:gd name="connsiteX14" fmla="*/ 64928 w 125378"/>
                  <a:gd name="connsiteY14" fmla="*/ 111945 h 125378"/>
                  <a:gd name="connsiteX15" fmla="*/ 118662 w 125378"/>
                  <a:gd name="connsiteY15" fmla="*/ 111945 h 125378"/>
                  <a:gd name="connsiteX16" fmla="*/ 125379 w 125378"/>
                  <a:gd name="connsiteY16" fmla="*/ 105229 h 125378"/>
                  <a:gd name="connsiteX17" fmla="*/ 125379 w 125378"/>
                  <a:gd name="connsiteY17" fmla="*/ 6717 h 125378"/>
                  <a:gd name="connsiteX18" fmla="*/ 118662 w 125378"/>
                  <a:gd name="connsiteY18" fmla="*/ 0 h 125378"/>
                  <a:gd name="connsiteX19" fmla="*/ 120901 w 125378"/>
                  <a:gd name="connsiteY19" fmla="*/ 105229 h 125378"/>
                  <a:gd name="connsiteX20" fmla="*/ 118662 w 125378"/>
                  <a:gd name="connsiteY20" fmla="*/ 107468 h 125378"/>
                  <a:gd name="connsiteX21" fmla="*/ 6717 w 125378"/>
                  <a:gd name="connsiteY21" fmla="*/ 107468 h 125378"/>
                  <a:gd name="connsiteX22" fmla="*/ 4478 w 125378"/>
                  <a:gd name="connsiteY22" fmla="*/ 105229 h 125378"/>
                  <a:gd name="connsiteX23" fmla="*/ 4478 w 125378"/>
                  <a:gd name="connsiteY23" fmla="*/ 6717 h 125378"/>
                  <a:gd name="connsiteX24" fmla="*/ 6717 w 125378"/>
                  <a:gd name="connsiteY24" fmla="*/ 4478 h 125378"/>
                  <a:gd name="connsiteX25" fmla="*/ 118662 w 125378"/>
                  <a:gd name="connsiteY25" fmla="*/ 4478 h 125378"/>
                  <a:gd name="connsiteX26" fmla="*/ 120901 w 125378"/>
                  <a:gd name="connsiteY26" fmla="*/ 6717 h 125378"/>
                  <a:gd name="connsiteX27" fmla="*/ 120901 w 125378"/>
                  <a:gd name="connsiteY27" fmla="*/ 105229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5378" h="125378">
                    <a:moveTo>
                      <a:pt x="118662" y="0"/>
                    </a:moveTo>
                    <a:lnTo>
                      <a:pt x="6717" y="0"/>
                    </a:lnTo>
                    <a:cubicBezTo>
                      <a:pt x="3134" y="0"/>
                      <a:pt x="0" y="3134"/>
                      <a:pt x="0" y="6717"/>
                    </a:cubicBezTo>
                    <a:lnTo>
                      <a:pt x="0" y="105229"/>
                    </a:lnTo>
                    <a:cubicBezTo>
                      <a:pt x="0" y="108811"/>
                      <a:pt x="3134" y="111945"/>
                      <a:pt x="6717" y="111945"/>
                    </a:cubicBezTo>
                    <a:lnTo>
                      <a:pt x="60451" y="111945"/>
                    </a:lnTo>
                    <a:lnTo>
                      <a:pt x="60451" y="120901"/>
                    </a:lnTo>
                    <a:lnTo>
                      <a:pt x="29106" y="120901"/>
                    </a:lnTo>
                    <a:cubicBezTo>
                      <a:pt x="27762" y="120901"/>
                      <a:pt x="26867" y="121797"/>
                      <a:pt x="26867" y="123140"/>
                    </a:cubicBezTo>
                    <a:cubicBezTo>
                      <a:pt x="26867" y="124483"/>
                      <a:pt x="27762" y="125379"/>
                      <a:pt x="29106" y="125379"/>
                    </a:cubicBezTo>
                    <a:lnTo>
                      <a:pt x="96273" y="125379"/>
                    </a:lnTo>
                    <a:cubicBezTo>
                      <a:pt x="97616" y="125379"/>
                      <a:pt x="98512" y="124483"/>
                      <a:pt x="98512" y="123140"/>
                    </a:cubicBezTo>
                    <a:cubicBezTo>
                      <a:pt x="98512" y="121797"/>
                      <a:pt x="97616" y="120901"/>
                      <a:pt x="96273" y="120901"/>
                    </a:cubicBezTo>
                    <a:lnTo>
                      <a:pt x="64928" y="120901"/>
                    </a:lnTo>
                    <a:lnTo>
                      <a:pt x="64928" y="111945"/>
                    </a:lnTo>
                    <a:lnTo>
                      <a:pt x="118662" y="111945"/>
                    </a:lnTo>
                    <a:cubicBezTo>
                      <a:pt x="122244" y="111945"/>
                      <a:pt x="125379" y="108811"/>
                      <a:pt x="125379" y="105229"/>
                    </a:cubicBezTo>
                    <a:lnTo>
                      <a:pt x="125379" y="6717"/>
                    </a:lnTo>
                    <a:cubicBezTo>
                      <a:pt x="125379" y="2687"/>
                      <a:pt x="122692" y="0"/>
                      <a:pt x="118662" y="0"/>
                    </a:cubicBezTo>
                    <a:close/>
                    <a:moveTo>
                      <a:pt x="120901" y="105229"/>
                    </a:moveTo>
                    <a:cubicBezTo>
                      <a:pt x="120901" y="106572"/>
                      <a:pt x="120005" y="107468"/>
                      <a:pt x="118662" y="107468"/>
                    </a:cubicBezTo>
                    <a:lnTo>
                      <a:pt x="6717" y="107468"/>
                    </a:lnTo>
                    <a:cubicBezTo>
                      <a:pt x="5373" y="107468"/>
                      <a:pt x="4478" y="106572"/>
                      <a:pt x="4478" y="105229"/>
                    </a:cubicBezTo>
                    <a:lnTo>
                      <a:pt x="4478" y="6717"/>
                    </a:lnTo>
                    <a:cubicBezTo>
                      <a:pt x="4478" y="5373"/>
                      <a:pt x="5373" y="4478"/>
                      <a:pt x="6717" y="4478"/>
                    </a:cubicBezTo>
                    <a:lnTo>
                      <a:pt x="118662" y="4478"/>
                    </a:lnTo>
                    <a:cubicBezTo>
                      <a:pt x="120005" y="4478"/>
                      <a:pt x="120901" y="5373"/>
                      <a:pt x="120901" y="6717"/>
                    </a:cubicBezTo>
                    <a:lnTo>
                      <a:pt x="120901" y="10522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27" name="Group 4023">
                <a:extLst>
                  <a:ext uri="{FF2B5EF4-FFF2-40B4-BE49-F238E27FC236}">
                    <a16:creationId xmlns:a16="http://schemas.microsoft.com/office/drawing/2014/main" id="{4B95B431-4A46-C993-DE60-95DF95F35186}"/>
                  </a:ext>
                  <a:ext uri="{C183D7F6-B498-43B3-948B-1728B52AA6E4}">
                    <adec:decorative xmlns:adec="http://schemas.microsoft.com/office/drawing/2017/decorative" val="1"/>
                  </a:ext>
                </a:extLst>
              </p:cNvPr>
              <p:cNvGrpSpPr>
                <a:grpSpLocks noChangeAspect="1"/>
              </p:cNvGrpSpPr>
              <p:nvPr/>
            </p:nvGrpSpPr>
            <p:grpSpPr>
              <a:xfrm>
                <a:off x="1598092" y="2440678"/>
                <a:ext cx="152246" cy="98512"/>
                <a:chOff x="1638846" y="1705239"/>
                <a:chExt cx="152246" cy="98512"/>
              </a:xfrm>
            </p:grpSpPr>
            <p:sp>
              <p:nvSpPr>
                <p:cNvPr id="128" name="Freeform: Shape 4024">
                  <a:extLst>
                    <a:ext uri="{FF2B5EF4-FFF2-40B4-BE49-F238E27FC236}">
                      <a16:creationId xmlns:a16="http://schemas.microsoft.com/office/drawing/2014/main" id="{BA6AC8A9-A400-898C-BA2C-FA76DF179A2F}"/>
                    </a:ext>
                  </a:extLst>
                </p:cNvPr>
                <p:cNvSpPr/>
                <p:nvPr/>
              </p:nvSpPr>
              <p:spPr>
                <a:xfrm>
                  <a:off x="1638846" y="1705239"/>
                  <a:ext cx="152246" cy="98512"/>
                </a:xfrm>
                <a:custGeom>
                  <a:avLst/>
                  <a:gdLst>
                    <a:gd name="connsiteX0" fmla="*/ 150007 w 152245"/>
                    <a:gd name="connsiteY0" fmla="*/ 80601 h 98511"/>
                    <a:gd name="connsiteX1" fmla="*/ 138812 w 152245"/>
                    <a:gd name="connsiteY1" fmla="*/ 80601 h 98511"/>
                    <a:gd name="connsiteX2" fmla="*/ 138812 w 152245"/>
                    <a:gd name="connsiteY2" fmla="*/ 15672 h 98511"/>
                    <a:gd name="connsiteX3" fmla="*/ 123140 w 152245"/>
                    <a:gd name="connsiteY3" fmla="*/ 0 h 98511"/>
                    <a:gd name="connsiteX4" fmla="*/ 29106 w 152245"/>
                    <a:gd name="connsiteY4" fmla="*/ 0 h 98511"/>
                    <a:gd name="connsiteX5" fmla="*/ 13433 w 152245"/>
                    <a:gd name="connsiteY5" fmla="*/ 15672 h 98511"/>
                    <a:gd name="connsiteX6" fmla="*/ 13433 w 152245"/>
                    <a:gd name="connsiteY6" fmla="*/ 80601 h 98511"/>
                    <a:gd name="connsiteX7" fmla="*/ 2239 w 152245"/>
                    <a:gd name="connsiteY7" fmla="*/ 80601 h 98511"/>
                    <a:gd name="connsiteX8" fmla="*/ 0 w 152245"/>
                    <a:gd name="connsiteY8" fmla="*/ 82840 h 98511"/>
                    <a:gd name="connsiteX9" fmla="*/ 15672 w 152245"/>
                    <a:gd name="connsiteY9" fmla="*/ 98512 h 98511"/>
                    <a:gd name="connsiteX10" fmla="*/ 136573 w 152245"/>
                    <a:gd name="connsiteY10" fmla="*/ 98512 h 98511"/>
                    <a:gd name="connsiteX11" fmla="*/ 152246 w 152245"/>
                    <a:gd name="connsiteY11" fmla="*/ 82840 h 98511"/>
                    <a:gd name="connsiteX12" fmla="*/ 152246 w 152245"/>
                    <a:gd name="connsiteY12" fmla="*/ 82840 h 98511"/>
                    <a:gd name="connsiteX13" fmla="*/ 150007 w 152245"/>
                    <a:gd name="connsiteY13" fmla="*/ 80601 h 98511"/>
                    <a:gd name="connsiteX14" fmla="*/ 17911 w 152245"/>
                    <a:gd name="connsiteY14" fmla="*/ 15672 h 98511"/>
                    <a:gd name="connsiteX15" fmla="*/ 29106 w 152245"/>
                    <a:gd name="connsiteY15" fmla="*/ 4478 h 98511"/>
                    <a:gd name="connsiteX16" fmla="*/ 123140 w 152245"/>
                    <a:gd name="connsiteY16" fmla="*/ 4478 h 98511"/>
                    <a:gd name="connsiteX17" fmla="*/ 134335 w 152245"/>
                    <a:gd name="connsiteY17" fmla="*/ 15672 h 98511"/>
                    <a:gd name="connsiteX18" fmla="*/ 134335 w 152245"/>
                    <a:gd name="connsiteY18" fmla="*/ 80601 h 98511"/>
                    <a:gd name="connsiteX19" fmla="*/ 17911 w 152245"/>
                    <a:gd name="connsiteY19" fmla="*/ 80601 h 98511"/>
                    <a:gd name="connsiteX20" fmla="*/ 17911 w 152245"/>
                    <a:gd name="connsiteY20" fmla="*/ 15672 h 98511"/>
                    <a:gd name="connsiteX21" fmla="*/ 136573 w 152245"/>
                    <a:gd name="connsiteY21" fmla="*/ 94034 h 98511"/>
                    <a:gd name="connsiteX22" fmla="*/ 15672 w 152245"/>
                    <a:gd name="connsiteY22" fmla="*/ 94034 h 98511"/>
                    <a:gd name="connsiteX23" fmla="*/ 4478 w 152245"/>
                    <a:gd name="connsiteY23" fmla="*/ 85079 h 98511"/>
                    <a:gd name="connsiteX24" fmla="*/ 147320 w 152245"/>
                    <a:gd name="connsiteY24" fmla="*/ 85079 h 98511"/>
                    <a:gd name="connsiteX25" fmla="*/ 136573 w 152245"/>
                    <a:gd name="connsiteY25" fmla="*/ 94034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245" h="98511">
                      <a:moveTo>
                        <a:pt x="150007" y="80601"/>
                      </a:moveTo>
                      <a:lnTo>
                        <a:pt x="138812" y="80601"/>
                      </a:lnTo>
                      <a:lnTo>
                        <a:pt x="138812" y="15672"/>
                      </a:lnTo>
                      <a:cubicBezTo>
                        <a:pt x="138812" y="7164"/>
                        <a:pt x="131648" y="0"/>
                        <a:pt x="123140" y="0"/>
                      </a:cubicBezTo>
                      <a:lnTo>
                        <a:pt x="29106" y="0"/>
                      </a:lnTo>
                      <a:cubicBezTo>
                        <a:pt x="20598" y="0"/>
                        <a:pt x="13433" y="7164"/>
                        <a:pt x="13433" y="15672"/>
                      </a:cubicBezTo>
                      <a:lnTo>
                        <a:pt x="13433" y="80601"/>
                      </a:lnTo>
                      <a:lnTo>
                        <a:pt x="2239" y="80601"/>
                      </a:lnTo>
                      <a:cubicBezTo>
                        <a:pt x="896" y="80601"/>
                        <a:pt x="0" y="81496"/>
                        <a:pt x="0" y="82840"/>
                      </a:cubicBezTo>
                      <a:cubicBezTo>
                        <a:pt x="0" y="91347"/>
                        <a:pt x="7164" y="98512"/>
                        <a:pt x="15672" y="98512"/>
                      </a:cubicBezTo>
                      <a:lnTo>
                        <a:pt x="136573" y="98512"/>
                      </a:lnTo>
                      <a:cubicBezTo>
                        <a:pt x="145081" y="98512"/>
                        <a:pt x="152246" y="91347"/>
                        <a:pt x="152246" y="82840"/>
                      </a:cubicBezTo>
                      <a:lnTo>
                        <a:pt x="152246" y="82840"/>
                      </a:lnTo>
                      <a:cubicBezTo>
                        <a:pt x="152246" y="81496"/>
                        <a:pt x="151350" y="80601"/>
                        <a:pt x="150007" y="80601"/>
                      </a:cubicBezTo>
                      <a:close/>
                      <a:moveTo>
                        <a:pt x="17911" y="15672"/>
                      </a:moveTo>
                      <a:cubicBezTo>
                        <a:pt x="17911" y="9403"/>
                        <a:pt x="22837" y="4478"/>
                        <a:pt x="29106" y="4478"/>
                      </a:cubicBezTo>
                      <a:lnTo>
                        <a:pt x="123140" y="4478"/>
                      </a:lnTo>
                      <a:cubicBezTo>
                        <a:pt x="129409" y="4478"/>
                        <a:pt x="134335" y="9403"/>
                        <a:pt x="134335" y="15672"/>
                      </a:cubicBezTo>
                      <a:lnTo>
                        <a:pt x="134335" y="80601"/>
                      </a:lnTo>
                      <a:lnTo>
                        <a:pt x="17911" y="80601"/>
                      </a:lnTo>
                      <a:lnTo>
                        <a:pt x="17911" y="15672"/>
                      </a:lnTo>
                      <a:close/>
                      <a:moveTo>
                        <a:pt x="136573" y="94034"/>
                      </a:moveTo>
                      <a:lnTo>
                        <a:pt x="15672" y="94034"/>
                      </a:lnTo>
                      <a:cubicBezTo>
                        <a:pt x="10299" y="94034"/>
                        <a:pt x="5821" y="90004"/>
                        <a:pt x="4478" y="85079"/>
                      </a:cubicBezTo>
                      <a:lnTo>
                        <a:pt x="147320" y="85079"/>
                      </a:lnTo>
                      <a:cubicBezTo>
                        <a:pt x="146425" y="90004"/>
                        <a:pt x="141947" y="94034"/>
                        <a:pt x="136573" y="9403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9" name="Freeform: Shape 4025">
                  <a:extLst>
                    <a:ext uri="{FF2B5EF4-FFF2-40B4-BE49-F238E27FC236}">
                      <a16:creationId xmlns:a16="http://schemas.microsoft.com/office/drawing/2014/main" id="{E0B45823-B1DD-415A-0601-78DC97D065D2}"/>
                    </a:ext>
                  </a:extLst>
                </p:cNvPr>
                <p:cNvSpPr/>
                <p:nvPr/>
              </p:nvSpPr>
              <p:spPr>
                <a:xfrm>
                  <a:off x="1706013" y="1718672"/>
                  <a:ext cx="44778" cy="35823"/>
                </a:xfrm>
                <a:custGeom>
                  <a:avLst/>
                  <a:gdLst>
                    <a:gd name="connsiteX0" fmla="*/ 15672 w 44778"/>
                    <a:gd name="connsiteY0" fmla="*/ 38061 h 35822"/>
                    <a:gd name="connsiteX1" fmla="*/ 13881 w 44778"/>
                    <a:gd name="connsiteY1" fmla="*/ 37166 h 35822"/>
                    <a:gd name="connsiteX2" fmla="*/ 9851 w 44778"/>
                    <a:gd name="connsiteY2" fmla="*/ 31345 h 35822"/>
                    <a:gd name="connsiteX3" fmla="*/ 2239 w 44778"/>
                    <a:gd name="connsiteY3" fmla="*/ 31345 h 35822"/>
                    <a:gd name="connsiteX4" fmla="*/ 0 w 44778"/>
                    <a:gd name="connsiteY4" fmla="*/ 29106 h 35822"/>
                    <a:gd name="connsiteX5" fmla="*/ 0 w 44778"/>
                    <a:gd name="connsiteY5" fmla="*/ 2239 h 35822"/>
                    <a:gd name="connsiteX6" fmla="*/ 2239 w 44778"/>
                    <a:gd name="connsiteY6" fmla="*/ 0 h 35822"/>
                    <a:gd name="connsiteX7" fmla="*/ 42539 w 44778"/>
                    <a:gd name="connsiteY7" fmla="*/ 0 h 35822"/>
                    <a:gd name="connsiteX8" fmla="*/ 44778 w 44778"/>
                    <a:gd name="connsiteY8" fmla="*/ 2239 h 35822"/>
                    <a:gd name="connsiteX9" fmla="*/ 44778 w 44778"/>
                    <a:gd name="connsiteY9" fmla="*/ 29106 h 35822"/>
                    <a:gd name="connsiteX10" fmla="*/ 42539 w 44778"/>
                    <a:gd name="connsiteY10" fmla="*/ 31345 h 35822"/>
                    <a:gd name="connsiteX11" fmla="*/ 21493 w 44778"/>
                    <a:gd name="connsiteY11" fmla="*/ 31345 h 35822"/>
                    <a:gd name="connsiteX12" fmla="*/ 17463 w 44778"/>
                    <a:gd name="connsiteY12" fmla="*/ 37166 h 35822"/>
                    <a:gd name="connsiteX13" fmla="*/ 15672 w 44778"/>
                    <a:gd name="connsiteY13" fmla="*/ 38061 h 35822"/>
                    <a:gd name="connsiteX14" fmla="*/ 4478 w 44778"/>
                    <a:gd name="connsiteY14" fmla="*/ 26867 h 35822"/>
                    <a:gd name="connsiteX15" fmla="*/ 11195 w 44778"/>
                    <a:gd name="connsiteY15" fmla="*/ 26867 h 35822"/>
                    <a:gd name="connsiteX16" fmla="*/ 12986 w 44778"/>
                    <a:gd name="connsiteY16" fmla="*/ 27762 h 35822"/>
                    <a:gd name="connsiteX17" fmla="*/ 15672 w 44778"/>
                    <a:gd name="connsiteY17" fmla="*/ 31792 h 35822"/>
                    <a:gd name="connsiteX18" fmla="*/ 18359 w 44778"/>
                    <a:gd name="connsiteY18" fmla="*/ 27762 h 35822"/>
                    <a:gd name="connsiteX19" fmla="*/ 20150 w 44778"/>
                    <a:gd name="connsiteY19" fmla="*/ 26867 h 35822"/>
                    <a:gd name="connsiteX20" fmla="*/ 40300 w 44778"/>
                    <a:gd name="connsiteY20" fmla="*/ 26867 h 35822"/>
                    <a:gd name="connsiteX21" fmla="*/ 40300 w 44778"/>
                    <a:gd name="connsiteY21" fmla="*/ 4478 h 35822"/>
                    <a:gd name="connsiteX22" fmla="*/ 4478 w 44778"/>
                    <a:gd name="connsiteY22" fmla="*/ 4478 h 35822"/>
                    <a:gd name="connsiteX23" fmla="*/ 4478 w 44778"/>
                    <a:gd name="connsiteY23" fmla="*/ 26867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778" h="35822">
                      <a:moveTo>
                        <a:pt x="15672" y="38061"/>
                      </a:moveTo>
                      <a:cubicBezTo>
                        <a:pt x="14777" y="38061"/>
                        <a:pt x="14329" y="37614"/>
                        <a:pt x="13881" y="37166"/>
                      </a:cubicBezTo>
                      <a:lnTo>
                        <a:pt x="9851" y="31345"/>
                      </a:lnTo>
                      <a:lnTo>
                        <a:pt x="2239" y="31345"/>
                      </a:lnTo>
                      <a:cubicBezTo>
                        <a:pt x="896" y="31345"/>
                        <a:pt x="0" y="30449"/>
                        <a:pt x="0" y="29106"/>
                      </a:cubicBezTo>
                      <a:lnTo>
                        <a:pt x="0" y="2239"/>
                      </a:lnTo>
                      <a:cubicBezTo>
                        <a:pt x="0" y="896"/>
                        <a:pt x="896" y="0"/>
                        <a:pt x="2239" y="0"/>
                      </a:cubicBezTo>
                      <a:lnTo>
                        <a:pt x="42539" y="0"/>
                      </a:lnTo>
                      <a:cubicBezTo>
                        <a:pt x="43883" y="0"/>
                        <a:pt x="44778" y="896"/>
                        <a:pt x="44778" y="2239"/>
                      </a:cubicBezTo>
                      <a:lnTo>
                        <a:pt x="44778" y="29106"/>
                      </a:lnTo>
                      <a:cubicBezTo>
                        <a:pt x="44778" y="30449"/>
                        <a:pt x="43883" y="31345"/>
                        <a:pt x="42539" y="31345"/>
                      </a:cubicBezTo>
                      <a:lnTo>
                        <a:pt x="21493" y="31345"/>
                      </a:lnTo>
                      <a:lnTo>
                        <a:pt x="17463" y="37166"/>
                      </a:lnTo>
                      <a:cubicBezTo>
                        <a:pt x="17016" y="37614"/>
                        <a:pt x="16568" y="38061"/>
                        <a:pt x="15672" y="38061"/>
                      </a:cubicBezTo>
                      <a:close/>
                      <a:moveTo>
                        <a:pt x="4478" y="26867"/>
                      </a:moveTo>
                      <a:lnTo>
                        <a:pt x="11195" y="26867"/>
                      </a:lnTo>
                      <a:cubicBezTo>
                        <a:pt x="12090" y="26867"/>
                        <a:pt x="12538" y="27315"/>
                        <a:pt x="12986" y="27762"/>
                      </a:cubicBezTo>
                      <a:lnTo>
                        <a:pt x="15672" y="31792"/>
                      </a:lnTo>
                      <a:lnTo>
                        <a:pt x="18359" y="27762"/>
                      </a:lnTo>
                      <a:cubicBezTo>
                        <a:pt x="18807" y="27315"/>
                        <a:pt x="19255" y="26867"/>
                        <a:pt x="20150" y="26867"/>
                      </a:cubicBezTo>
                      <a:lnTo>
                        <a:pt x="40300" y="26867"/>
                      </a:lnTo>
                      <a:lnTo>
                        <a:pt x="40300" y="4478"/>
                      </a:lnTo>
                      <a:lnTo>
                        <a:pt x="4478" y="4478"/>
                      </a:lnTo>
                      <a:lnTo>
                        <a:pt x="4478" y="268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0" name="Group 4026">
                <a:extLst>
                  <a:ext uri="{FF2B5EF4-FFF2-40B4-BE49-F238E27FC236}">
                    <a16:creationId xmlns:a16="http://schemas.microsoft.com/office/drawing/2014/main" id="{1661494B-F0CE-8549-3E19-06B29943B4EC}"/>
                  </a:ext>
                  <a:ext uri="{C183D7F6-B498-43B3-948B-1728B52AA6E4}">
                    <adec:decorative xmlns:adec="http://schemas.microsoft.com/office/drawing/2017/decorative" val="1"/>
                  </a:ext>
                </a:extLst>
              </p:cNvPr>
              <p:cNvGrpSpPr>
                <a:grpSpLocks noChangeAspect="1"/>
              </p:cNvGrpSpPr>
              <p:nvPr/>
            </p:nvGrpSpPr>
            <p:grpSpPr>
              <a:xfrm>
                <a:off x="1898106" y="2427244"/>
                <a:ext cx="71645" cy="125379"/>
                <a:chOff x="1938860" y="1691805"/>
                <a:chExt cx="71645" cy="125379"/>
              </a:xfrm>
            </p:grpSpPr>
            <p:sp>
              <p:nvSpPr>
                <p:cNvPr id="131" name="Freeform: Shape 4027">
                  <a:extLst>
                    <a:ext uri="{FF2B5EF4-FFF2-40B4-BE49-F238E27FC236}">
                      <a16:creationId xmlns:a16="http://schemas.microsoft.com/office/drawing/2014/main" id="{74DC0002-9C42-350B-3A06-4E26335E0410}"/>
                    </a:ext>
                  </a:extLst>
                </p:cNvPr>
                <p:cNvSpPr/>
                <p:nvPr/>
              </p:nvSpPr>
              <p:spPr>
                <a:xfrm>
                  <a:off x="1938860" y="1691805"/>
                  <a:ext cx="71645" cy="125379"/>
                </a:xfrm>
                <a:custGeom>
                  <a:avLst/>
                  <a:gdLst>
                    <a:gd name="connsiteX0" fmla="*/ 55973 w 71645"/>
                    <a:gd name="connsiteY0" fmla="*/ 125379 h 125378"/>
                    <a:gd name="connsiteX1" fmla="*/ 15672 w 71645"/>
                    <a:gd name="connsiteY1" fmla="*/ 125379 h 125378"/>
                    <a:gd name="connsiteX2" fmla="*/ 0 w 71645"/>
                    <a:gd name="connsiteY2" fmla="*/ 109707 h 125378"/>
                    <a:gd name="connsiteX3" fmla="*/ 0 w 71645"/>
                    <a:gd name="connsiteY3" fmla="*/ 15672 h 125378"/>
                    <a:gd name="connsiteX4" fmla="*/ 15672 w 71645"/>
                    <a:gd name="connsiteY4" fmla="*/ 0 h 125378"/>
                    <a:gd name="connsiteX5" fmla="*/ 55973 w 71645"/>
                    <a:gd name="connsiteY5" fmla="*/ 0 h 125378"/>
                    <a:gd name="connsiteX6" fmla="*/ 71645 w 71645"/>
                    <a:gd name="connsiteY6" fmla="*/ 15672 h 125378"/>
                    <a:gd name="connsiteX7" fmla="*/ 71645 w 71645"/>
                    <a:gd name="connsiteY7" fmla="*/ 109707 h 125378"/>
                    <a:gd name="connsiteX8" fmla="*/ 55973 w 71645"/>
                    <a:gd name="connsiteY8" fmla="*/ 125379 h 125378"/>
                    <a:gd name="connsiteX9" fmla="*/ 15672 w 71645"/>
                    <a:gd name="connsiteY9" fmla="*/ 4478 h 125378"/>
                    <a:gd name="connsiteX10" fmla="*/ 4478 w 71645"/>
                    <a:gd name="connsiteY10" fmla="*/ 15672 h 125378"/>
                    <a:gd name="connsiteX11" fmla="*/ 4478 w 71645"/>
                    <a:gd name="connsiteY11" fmla="*/ 109707 h 125378"/>
                    <a:gd name="connsiteX12" fmla="*/ 15672 w 71645"/>
                    <a:gd name="connsiteY12" fmla="*/ 120901 h 125378"/>
                    <a:gd name="connsiteX13" fmla="*/ 55973 w 71645"/>
                    <a:gd name="connsiteY13" fmla="*/ 120901 h 125378"/>
                    <a:gd name="connsiteX14" fmla="*/ 67167 w 71645"/>
                    <a:gd name="connsiteY14" fmla="*/ 109707 h 125378"/>
                    <a:gd name="connsiteX15" fmla="*/ 67167 w 71645"/>
                    <a:gd name="connsiteY15" fmla="*/ 15672 h 125378"/>
                    <a:gd name="connsiteX16" fmla="*/ 55973 w 71645"/>
                    <a:gd name="connsiteY16" fmla="*/ 4478 h 125378"/>
                    <a:gd name="connsiteX17" fmla="*/ 15672 w 71645"/>
                    <a:gd name="connsiteY17"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1645" h="125378">
                      <a:moveTo>
                        <a:pt x="55973" y="125379"/>
                      </a:moveTo>
                      <a:lnTo>
                        <a:pt x="15672" y="125379"/>
                      </a:lnTo>
                      <a:cubicBezTo>
                        <a:pt x="7165" y="125379"/>
                        <a:pt x="0" y="118214"/>
                        <a:pt x="0" y="109707"/>
                      </a:cubicBezTo>
                      <a:lnTo>
                        <a:pt x="0" y="15672"/>
                      </a:lnTo>
                      <a:cubicBezTo>
                        <a:pt x="0" y="7164"/>
                        <a:pt x="7165" y="0"/>
                        <a:pt x="15672" y="0"/>
                      </a:cubicBezTo>
                      <a:lnTo>
                        <a:pt x="55973" y="0"/>
                      </a:lnTo>
                      <a:cubicBezTo>
                        <a:pt x="64481" y="0"/>
                        <a:pt x="71645" y="7164"/>
                        <a:pt x="71645" y="15672"/>
                      </a:cubicBezTo>
                      <a:lnTo>
                        <a:pt x="71645" y="109707"/>
                      </a:lnTo>
                      <a:cubicBezTo>
                        <a:pt x="71645" y="118214"/>
                        <a:pt x="64481" y="125379"/>
                        <a:pt x="55973" y="125379"/>
                      </a:cubicBezTo>
                      <a:close/>
                      <a:moveTo>
                        <a:pt x="15672" y="4478"/>
                      </a:moveTo>
                      <a:cubicBezTo>
                        <a:pt x="9403" y="4478"/>
                        <a:pt x="4478" y="9403"/>
                        <a:pt x="4478" y="15672"/>
                      </a:cubicBezTo>
                      <a:lnTo>
                        <a:pt x="4478" y="109707"/>
                      </a:lnTo>
                      <a:cubicBezTo>
                        <a:pt x="4478" y="115975"/>
                        <a:pt x="9403" y="120901"/>
                        <a:pt x="15672" y="120901"/>
                      </a:cubicBezTo>
                      <a:lnTo>
                        <a:pt x="55973" y="120901"/>
                      </a:lnTo>
                      <a:cubicBezTo>
                        <a:pt x="62242" y="120901"/>
                        <a:pt x="67167" y="115975"/>
                        <a:pt x="67167" y="109707"/>
                      </a:cubicBezTo>
                      <a:lnTo>
                        <a:pt x="67167" y="15672"/>
                      </a:lnTo>
                      <a:cubicBezTo>
                        <a:pt x="67167" y="9403"/>
                        <a:pt x="62242" y="4478"/>
                        <a:pt x="55973" y="4478"/>
                      </a:cubicBezTo>
                      <a:lnTo>
                        <a:pt x="15672"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2" name="Freeform: Shape 4028">
                  <a:extLst>
                    <a:ext uri="{FF2B5EF4-FFF2-40B4-BE49-F238E27FC236}">
                      <a16:creationId xmlns:a16="http://schemas.microsoft.com/office/drawing/2014/main" id="{E4C27ED0-0D33-A08F-2092-7AC4640E3BFD}"/>
                    </a:ext>
                  </a:extLst>
                </p:cNvPr>
                <p:cNvSpPr/>
                <p:nvPr/>
              </p:nvSpPr>
              <p:spPr>
                <a:xfrm>
                  <a:off x="1965726" y="1693596"/>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5" y="4478"/>
                        <a:pt x="0" y="3582"/>
                        <a:pt x="0" y="2239"/>
                      </a:cubicBezTo>
                      <a:cubicBezTo>
                        <a:pt x="0" y="896"/>
                        <a:pt x="895" y="0"/>
                        <a:pt x="2239" y="0"/>
                      </a:cubicBezTo>
                      <a:lnTo>
                        <a:pt x="15672" y="0"/>
                      </a:lnTo>
                      <a:cubicBezTo>
                        <a:pt x="17016" y="0"/>
                        <a:pt x="17911" y="896"/>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3" name="Freeform: Shape 4029">
                  <a:extLst>
                    <a:ext uri="{FF2B5EF4-FFF2-40B4-BE49-F238E27FC236}">
                      <a16:creationId xmlns:a16="http://schemas.microsoft.com/office/drawing/2014/main" id="{8A0F0510-0E3C-F945-89AA-19F2FA717481}"/>
                    </a:ext>
                  </a:extLst>
                </p:cNvPr>
                <p:cNvSpPr/>
                <p:nvPr/>
              </p:nvSpPr>
              <p:spPr>
                <a:xfrm>
                  <a:off x="1967965" y="1794795"/>
                  <a:ext cx="13433" cy="13433"/>
                </a:xfrm>
                <a:custGeom>
                  <a:avLst/>
                  <a:gdLst>
                    <a:gd name="connsiteX0" fmla="*/ 13433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3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3" y="6717"/>
                      </a:moveTo>
                      <a:cubicBezTo>
                        <a:pt x="13433" y="10426"/>
                        <a:pt x="10426" y="13433"/>
                        <a:pt x="6717" y="13433"/>
                      </a:cubicBezTo>
                      <a:cubicBezTo>
                        <a:pt x="3007" y="13433"/>
                        <a:pt x="0" y="10426"/>
                        <a:pt x="0" y="6717"/>
                      </a:cubicBezTo>
                      <a:cubicBezTo>
                        <a:pt x="0" y="3007"/>
                        <a:pt x="3007" y="0"/>
                        <a:pt x="6717" y="0"/>
                      </a:cubicBezTo>
                      <a:cubicBezTo>
                        <a:pt x="10426" y="0"/>
                        <a:pt x="13433" y="3007"/>
                        <a:pt x="13433"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4" name="Freeform: Shape 4030">
                  <a:extLst>
                    <a:ext uri="{FF2B5EF4-FFF2-40B4-BE49-F238E27FC236}">
                      <a16:creationId xmlns:a16="http://schemas.microsoft.com/office/drawing/2014/main" id="{02667AAB-8DA9-112A-37BA-5264AD431960}"/>
                    </a:ext>
                  </a:extLst>
                </p:cNvPr>
                <p:cNvSpPr/>
                <p:nvPr/>
              </p:nvSpPr>
              <p:spPr>
                <a:xfrm>
                  <a:off x="1952293" y="1718672"/>
                  <a:ext cx="44778" cy="35823"/>
                </a:xfrm>
                <a:custGeom>
                  <a:avLst/>
                  <a:gdLst>
                    <a:gd name="connsiteX0" fmla="*/ 15672 w 44778"/>
                    <a:gd name="connsiteY0" fmla="*/ 38061 h 35822"/>
                    <a:gd name="connsiteX1" fmla="*/ 13881 w 44778"/>
                    <a:gd name="connsiteY1" fmla="*/ 37166 h 35822"/>
                    <a:gd name="connsiteX2" fmla="*/ 9851 w 44778"/>
                    <a:gd name="connsiteY2" fmla="*/ 31345 h 35822"/>
                    <a:gd name="connsiteX3" fmla="*/ 2239 w 44778"/>
                    <a:gd name="connsiteY3" fmla="*/ 31345 h 35822"/>
                    <a:gd name="connsiteX4" fmla="*/ 0 w 44778"/>
                    <a:gd name="connsiteY4" fmla="*/ 29106 h 35822"/>
                    <a:gd name="connsiteX5" fmla="*/ 0 w 44778"/>
                    <a:gd name="connsiteY5" fmla="*/ 2239 h 35822"/>
                    <a:gd name="connsiteX6" fmla="*/ 2239 w 44778"/>
                    <a:gd name="connsiteY6" fmla="*/ 0 h 35822"/>
                    <a:gd name="connsiteX7" fmla="*/ 42539 w 44778"/>
                    <a:gd name="connsiteY7" fmla="*/ 0 h 35822"/>
                    <a:gd name="connsiteX8" fmla="*/ 44778 w 44778"/>
                    <a:gd name="connsiteY8" fmla="*/ 2239 h 35822"/>
                    <a:gd name="connsiteX9" fmla="*/ 44778 w 44778"/>
                    <a:gd name="connsiteY9" fmla="*/ 29106 h 35822"/>
                    <a:gd name="connsiteX10" fmla="*/ 42539 w 44778"/>
                    <a:gd name="connsiteY10" fmla="*/ 31345 h 35822"/>
                    <a:gd name="connsiteX11" fmla="*/ 21493 w 44778"/>
                    <a:gd name="connsiteY11" fmla="*/ 31345 h 35822"/>
                    <a:gd name="connsiteX12" fmla="*/ 17463 w 44778"/>
                    <a:gd name="connsiteY12" fmla="*/ 37166 h 35822"/>
                    <a:gd name="connsiteX13" fmla="*/ 15672 w 44778"/>
                    <a:gd name="connsiteY13" fmla="*/ 38061 h 35822"/>
                    <a:gd name="connsiteX14" fmla="*/ 4478 w 44778"/>
                    <a:gd name="connsiteY14" fmla="*/ 26867 h 35822"/>
                    <a:gd name="connsiteX15" fmla="*/ 11195 w 44778"/>
                    <a:gd name="connsiteY15" fmla="*/ 26867 h 35822"/>
                    <a:gd name="connsiteX16" fmla="*/ 12986 w 44778"/>
                    <a:gd name="connsiteY16" fmla="*/ 27762 h 35822"/>
                    <a:gd name="connsiteX17" fmla="*/ 15672 w 44778"/>
                    <a:gd name="connsiteY17" fmla="*/ 31792 h 35822"/>
                    <a:gd name="connsiteX18" fmla="*/ 18359 w 44778"/>
                    <a:gd name="connsiteY18" fmla="*/ 27762 h 35822"/>
                    <a:gd name="connsiteX19" fmla="*/ 20150 w 44778"/>
                    <a:gd name="connsiteY19" fmla="*/ 26867 h 35822"/>
                    <a:gd name="connsiteX20" fmla="*/ 40300 w 44778"/>
                    <a:gd name="connsiteY20" fmla="*/ 26867 h 35822"/>
                    <a:gd name="connsiteX21" fmla="*/ 40300 w 44778"/>
                    <a:gd name="connsiteY21" fmla="*/ 4478 h 35822"/>
                    <a:gd name="connsiteX22" fmla="*/ 4478 w 44778"/>
                    <a:gd name="connsiteY22" fmla="*/ 4478 h 35822"/>
                    <a:gd name="connsiteX23" fmla="*/ 4478 w 44778"/>
                    <a:gd name="connsiteY23" fmla="*/ 26867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778" h="35822">
                      <a:moveTo>
                        <a:pt x="15672" y="38061"/>
                      </a:moveTo>
                      <a:cubicBezTo>
                        <a:pt x="15225" y="38061"/>
                        <a:pt x="14329" y="37614"/>
                        <a:pt x="13881" y="37166"/>
                      </a:cubicBezTo>
                      <a:lnTo>
                        <a:pt x="9851" y="31345"/>
                      </a:lnTo>
                      <a:lnTo>
                        <a:pt x="2239" y="31345"/>
                      </a:lnTo>
                      <a:cubicBezTo>
                        <a:pt x="895" y="31345"/>
                        <a:pt x="0" y="30449"/>
                        <a:pt x="0" y="29106"/>
                      </a:cubicBezTo>
                      <a:lnTo>
                        <a:pt x="0" y="2239"/>
                      </a:lnTo>
                      <a:cubicBezTo>
                        <a:pt x="0" y="896"/>
                        <a:pt x="895" y="0"/>
                        <a:pt x="2239" y="0"/>
                      </a:cubicBezTo>
                      <a:lnTo>
                        <a:pt x="42539" y="0"/>
                      </a:lnTo>
                      <a:cubicBezTo>
                        <a:pt x="43883" y="0"/>
                        <a:pt x="44778" y="896"/>
                        <a:pt x="44778" y="2239"/>
                      </a:cubicBezTo>
                      <a:lnTo>
                        <a:pt x="44778" y="29106"/>
                      </a:lnTo>
                      <a:cubicBezTo>
                        <a:pt x="44778" y="30449"/>
                        <a:pt x="43883" y="31345"/>
                        <a:pt x="42539" y="31345"/>
                      </a:cubicBezTo>
                      <a:lnTo>
                        <a:pt x="21493" y="31345"/>
                      </a:lnTo>
                      <a:lnTo>
                        <a:pt x="17463" y="37166"/>
                      </a:lnTo>
                      <a:cubicBezTo>
                        <a:pt x="17016" y="37614"/>
                        <a:pt x="16568" y="38061"/>
                        <a:pt x="15672" y="38061"/>
                      </a:cubicBezTo>
                      <a:close/>
                      <a:moveTo>
                        <a:pt x="4478" y="26867"/>
                      </a:moveTo>
                      <a:lnTo>
                        <a:pt x="11195" y="26867"/>
                      </a:lnTo>
                      <a:cubicBezTo>
                        <a:pt x="12090" y="26867"/>
                        <a:pt x="12538" y="27315"/>
                        <a:pt x="12986" y="27762"/>
                      </a:cubicBezTo>
                      <a:lnTo>
                        <a:pt x="15672" y="31792"/>
                      </a:lnTo>
                      <a:lnTo>
                        <a:pt x="18359" y="27762"/>
                      </a:lnTo>
                      <a:cubicBezTo>
                        <a:pt x="18807" y="27315"/>
                        <a:pt x="19255" y="26867"/>
                        <a:pt x="20150" y="26867"/>
                      </a:cubicBezTo>
                      <a:lnTo>
                        <a:pt x="40300" y="26867"/>
                      </a:lnTo>
                      <a:lnTo>
                        <a:pt x="40300" y="4478"/>
                      </a:lnTo>
                      <a:lnTo>
                        <a:pt x="4478" y="4478"/>
                      </a:lnTo>
                      <a:lnTo>
                        <a:pt x="4478" y="268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5" name="Group 4031">
                <a:extLst>
                  <a:ext uri="{FF2B5EF4-FFF2-40B4-BE49-F238E27FC236}">
                    <a16:creationId xmlns:a16="http://schemas.microsoft.com/office/drawing/2014/main" id="{4BF971E4-CF97-C533-DED6-633FC941C84A}"/>
                  </a:ext>
                  <a:ext uri="{C183D7F6-B498-43B3-948B-1728B52AA6E4}">
                    <adec:decorative xmlns:adec="http://schemas.microsoft.com/office/drawing/2017/decorative" val="1"/>
                  </a:ext>
                </a:extLst>
              </p:cNvPr>
              <p:cNvGrpSpPr>
                <a:grpSpLocks noChangeAspect="1"/>
              </p:cNvGrpSpPr>
              <p:nvPr/>
            </p:nvGrpSpPr>
            <p:grpSpPr>
              <a:xfrm>
                <a:off x="2127818" y="2427244"/>
                <a:ext cx="152246" cy="111945"/>
                <a:chOff x="2168572" y="1691805"/>
                <a:chExt cx="152246" cy="111945"/>
              </a:xfrm>
            </p:grpSpPr>
            <p:sp>
              <p:nvSpPr>
                <p:cNvPr id="136" name="Freeform: Shape 4032">
                  <a:extLst>
                    <a:ext uri="{FF2B5EF4-FFF2-40B4-BE49-F238E27FC236}">
                      <a16:creationId xmlns:a16="http://schemas.microsoft.com/office/drawing/2014/main" id="{C00CCFA8-B312-FEEC-78C1-1E6119A7BD97}"/>
                    </a:ext>
                  </a:extLst>
                </p:cNvPr>
                <p:cNvSpPr/>
                <p:nvPr/>
              </p:nvSpPr>
              <p:spPr>
                <a:xfrm>
                  <a:off x="2168572" y="1691805"/>
                  <a:ext cx="152246" cy="111945"/>
                </a:xfrm>
                <a:custGeom>
                  <a:avLst/>
                  <a:gdLst>
                    <a:gd name="connsiteX0" fmla="*/ 145529 w 152245"/>
                    <a:gd name="connsiteY0" fmla="*/ 0 h 111945"/>
                    <a:gd name="connsiteX1" fmla="*/ 6717 w 152245"/>
                    <a:gd name="connsiteY1" fmla="*/ 0 h 111945"/>
                    <a:gd name="connsiteX2" fmla="*/ 0 w 152245"/>
                    <a:gd name="connsiteY2" fmla="*/ 6717 h 111945"/>
                    <a:gd name="connsiteX3" fmla="*/ 0 w 152245"/>
                    <a:gd name="connsiteY3" fmla="*/ 91795 h 111945"/>
                    <a:gd name="connsiteX4" fmla="*/ 6717 w 152245"/>
                    <a:gd name="connsiteY4" fmla="*/ 98512 h 111945"/>
                    <a:gd name="connsiteX5" fmla="*/ 73884 w 152245"/>
                    <a:gd name="connsiteY5" fmla="*/ 98512 h 111945"/>
                    <a:gd name="connsiteX6" fmla="*/ 73884 w 152245"/>
                    <a:gd name="connsiteY6" fmla="*/ 107468 h 111945"/>
                    <a:gd name="connsiteX7" fmla="*/ 42539 w 152245"/>
                    <a:gd name="connsiteY7" fmla="*/ 107468 h 111945"/>
                    <a:gd name="connsiteX8" fmla="*/ 40300 w 152245"/>
                    <a:gd name="connsiteY8" fmla="*/ 109707 h 111945"/>
                    <a:gd name="connsiteX9" fmla="*/ 42539 w 152245"/>
                    <a:gd name="connsiteY9" fmla="*/ 111945 h 111945"/>
                    <a:gd name="connsiteX10" fmla="*/ 109707 w 152245"/>
                    <a:gd name="connsiteY10" fmla="*/ 111945 h 111945"/>
                    <a:gd name="connsiteX11" fmla="*/ 111945 w 152245"/>
                    <a:gd name="connsiteY11" fmla="*/ 109707 h 111945"/>
                    <a:gd name="connsiteX12" fmla="*/ 109707 w 152245"/>
                    <a:gd name="connsiteY12" fmla="*/ 107468 h 111945"/>
                    <a:gd name="connsiteX13" fmla="*/ 78362 w 152245"/>
                    <a:gd name="connsiteY13" fmla="*/ 107468 h 111945"/>
                    <a:gd name="connsiteX14" fmla="*/ 78362 w 152245"/>
                    <a:gd name="connsiteY14" fmla="*/ 98512 h 111945"/>
                    <a:gd name="connsiteX15" fmla="*/ 145529 w 152245"/>
                    <a:gd name="connsiteY15" fmla="*/ 98512 h 111945"/>
                    <a:gd name="connsiteX16" fmla="*/ 152246 w 152245"/>
                    <a:gd name="connsiteY16" fmla="*/ 91795 h 111945"/>
                    <a:gd name="connsiteX17" fmla="*/ 152246 w 152245"/>
                    <a:gd name="connsiteY17" fmla="*/ 6717 h 111945"/>
                    <a:gd name="connsiteX18" fmla="*/ 145529 w 152245"/>
                    <a:gd name="connsiteY18" fmla="*/ 0 h 111945"/>
                    <a:gd name="connsiteX19" fmla="*/ 147768 w 152245"/>
                    <a:gd name="connsiteY19" fmla="*/ 91795 h 111945"/>
                    <a:gd name="connsiteX20" fmla="*/ 145529 w 152245"/>
                    <a:gd name="connsiteY20" fmla="*/ 94034 h 111945"/>
                    <a:gd name="connsiteX21" fmla="*/ 6717 w 152245"/>
                    <a:gd name="connsiteY21" fmla="*/ 94034 h 111945"/>
                    <a:gd name="connsiteX22" fmla="*/ 4478 w 152245"/>
                    <a:gd name="connsiteY22" fmla="*/ 91795 h 111945"/>
                    <a:gd name="connsiteX23" fmla="*/ 4478 w 152245"/>
                    <a:gd name="connsiteY23" fmla="*/ 6717 h 111945"/>
                    <a:gd name="connsiteX24" fmla="*/ 6717 w 152245"/>
                    <a:gd name="connsiteY24" fmla="*/ 4478 h 111945"/>
                    <a:gd name="connsiteX25" fmla="*/ 145529 w 152245"/>
                    <a:gd name="connsiteY25" fmla="*/ 4478 h 111945"/>
                    <a:gd name="connsiteX26" fmla="*/ 147768 w 152245"/>
                    <a:gd name="connsiteY26" fmla="*/ 6717 h 111945"/>
                    <a:gd name="connsiteX27" fmla="*/ 147768 w 152245"/>
                    <a:gd name="connsiteY27" fmla="*/ 91795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2245" h="111945">
                      <a:moveTo>
                        <a:pt x="145529" y="0"/>
                      </a:moveTo>
                      <a:lnTo>
                        <a:pt x="6717" y="0"/>
                      </a:lnTo>
                      <a:cubicBezTo>
                        <a:pt x="3135" y="0"/>
                        <a:pt x="0" y="3134"/>
                        <a:pt x="0" y="6717"/>
                      </a:cubicBezTo>
                      <a:lnTo>
                        <a:pt x="0" y="91795"/>
                      </a:lnTo>
                      <a:cubicBezTo>
                        <a:pt x="0" y="95378"/>
                        <a:pt x="3135" y="98512"/>
                        <a:pt x="6717" y="98512"/>
                      </a:cubicBezTo>
                      <a:lnTo>
                        <a:pt x="73884" y="98512"/>
                      </a:lnTo>
                      <a:lnTo>
                        <a:pt x="73884" y="107468"/>
                      </a:lnTo>
                      <a:lnTo>
                        <a:pt x="42539" y="107468"/>
                      </a:lnTo>
                      <a:cubicBezTo>
                        <a:pt x="41196" y="107468"/>
                        <a:pt x="40300" y="108363"/>
                        <a:pt x="40300" y="109707"/>
                      </a:cubicBezTo>
                      <a:cubicBezTo>
                        <a:pt x="40300" y="111050"/>
                        <a:pt x="41196" y="111945"/>
                        <a:pt x="42539" y="111945"/>
                      </a:cubicBezTo>
                      <a:lnTo>
                        <a:pt x="109707" y="111945"/>
                      </a:lnTo>
                      <a:cubicBezTo>
                        <a:pt x="111050" y="111945"/>
                        <a:pt x="111945" y="111050"/>
                        <a:pt x="111945" y="109707"/>
                      </a:cubicBezTo>
                      <a:cubicBezTo>
                        <a:pt x="111945" y="108363"/>
                        <a:pt x="111050" y="107468"/>
                        <a:pt x="109707" y="107468"/>
                      </a:cubicBezTo>
                      <a:lnTo>
                        <a:pt x="78362" y="107468"/>
                      </a:lnTo>
                      <a:lnTo>
                        <a:pt x="78362" y="98512"/>
                      </a:lnTo>
                      <a:lnTo>
                        <a:pt x="145529" y="98512"/>
                      </a:lnTo>
                      <a:cubicBezTo>
                        <a:pt x="149111" y="98512"/>
                        <a:pt x="152246" y="95378"/>
                        <a:pt x="152246" y="91795"/>
                      </a:cubicBezTo>
                      <a:lnTo>
                        <a:pt x="152246" y="6717"/>
                      </a:lnTo>
                      <a:cubicBezTo>
                        <a:pt x="152246" y="2687"/>
                        <a:pt x="149559" y="0"/>
                        <a:pt x="145529" y="0"/>
                      </a:cubicBezTo>
                      <a:close/>
                      <a:moveTo>
                        <a:pt x="147768" y="91795"/>
                      </a:moveTo>
                      <a:cubicBezTo>
                        <a:pt x="147768" y="93139"/>
                        <a:pt x="146873" y="94034"/>
                        <a:pt x="145529" y="94034"/>
                      </a:cubicBezTo>
                      <a:lnTo>
                        <a:pt x="6717" y="94034"/>
                      </a:lnTo>
                      <a:cubicBezTo>
                        <a:pt x="5373" y="94034"/>
                        <a:pt x="4478" y="93139"/>
                        <a:pt x="4478" y="91795"/>
                      </a:cubicBezTo>
                      <a:lnTo>
                        <a:pt x="4478" y="6717"/>
                      </a:lnTo>
                      <a:cubicBezTo>
                        <a:pt x="4478" y="5373"/>
                        <a:pt x="5373" y="4478"/>
                        <a:pt x="6717" y="4478"/>
                      </a:cubicBezTo>
                      <a:lnTo>
                        <a:pt x="145529" y="4478"/>
                      </a:lnTo>
                      <a:cubicBezTo>
                        <a:pt x="146873" y="4478"/>
                        <a:pt x="147768" y="5373"/>
                        <a:pt x="147768" y="6717"/>
                      </a:cubicBezTo>
                      <a:lnTo>
                        <a:pt x="147768" y="917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7" name="Freeform: Shape 4033">
                  <a:extLst>
                    <a:ext uri="{FF2B5EF4-FFF2-40B4-BE49-F238E27FC236}">
                      <a16:creationId xmlns:a16="http://schemas.microsoft.com/office/drawing/2014/main" id="{217F8E56-E1E5-772D-9EE3-F387BE5AE9BE}"/>
                    </a:ext>
                  </a:extLst>
                </p:cNvPr>
                <p:cNvSpPr/>
                <p:nvPr/>
              </p:nvSpPr>
              <p:spPr>
                <a:xfrm>
                  <a:off x="2249172" y="1705239"/>
                  <a:ext cx="58212" cy="49256"/>
                </a:xfrm>
                <a:custGeom>
                  <a:avLst/>
                  <a:gdLst>
                    <a:gd name="connsiteX0" fmla="*/ 15672 w 58211"/>
                    <a:gd name="connsiteY0" fmla="*/ 51495 h 49255"/>
                    <a:gd name="connsiteX1" fmla="*/ 13881 w 58211"/>
                    <a:gd name="connsiteY1" fmla="*/ 50599 h 49255"/>
                    <a:gd name="connsiteX2" fmla="*/ 9851 w 58211"/>
                    <a:gd name="connsiteY2" fmla="*/ 44778 h 49255"/>
                    <a:gd name="connsiteX3" fmla="*/ 2239 w 58211"/>
                    <a:gd name="connsiteY3" fmla="*/ 44778 h 49255"/>
                    <a:gd name="connsiteX4" fmla="*/ 0 w 58211"/>
                    <a:gd name="connsiteY4" fmla="*/ 42539 h 49255"/>
                    <a:gd name="connsiteX5" fmla="*/ 0 w 58211"/>
                    <a:gd name="connsiteY5" fmla="*/ 2239 h 49255"/>
                    <a:gd name="connsiteX6" fmla="*/ 2239 w 58211"/>
                    <a:gd name="connsiteY6" fmla="*/ 0 h 49255"/>
                    <a:gd name="connsiteX7" fmla="*/ 55973 w 58211"/>
                    <a:gd name="connsiteY7" fmla="*/ 0 h 49255"/>
                    <a:gd name="connsiteX8" fmla="*/ 58212 w 58211"/>
                    <a:gd name="connsiteY8" fmla="*/ 2239 h 49255"/>
                    <a:gd name="connsiteX9" fmla="*/ 58212 w 58211"/>
                    <a:gd name="connsiteY9" fmla="*/ 42539 h 49255"/>
                    <a:gd name="connsiteX10" fmla="*/ 55973 w 58211"/>
                    <a:gd name="connsiteY10" fmla="*/ 44778 h 49255"/>
                    <a:gd name="connsiteX11" fmla="*/ 21494 w 58211"/>
                    <a:gd name="connsiteY11" fmla="*/ 44778 h 49255"/>
                    <a:gd name="connsiteX12" fmla="*/ 17463 w 58211"/>
                    <a:gd name="connsiteY12" fmla="*/ 50599 h 49255"/>
                    <a:gd name="connsiteX13" fmla="*/ 15672 w 58211"/>
                    <a:gd name="connsiteY13" fmla="*/ 51495 h 49255"/>
                    <a:gd name="connsiteX14" fmla="*/ 4478 w 58211"/>
                    <a:gd name="connsiteY14" fmla="*/ 40300 h 49255"/>
                    <a:gd name="connsiteX15" fmla="*/ 11195 w 58211"/>
                    <a:gd name="connsiteY15" fmla="*/ 40300 h 49255"/>
                    <a:gd name="connsiteX16" fmla="*/ 12986 w 58211"/>
                    <a:gd name="connsiteY16" fmla="*/ 41196 h 49255"/>
                    <a:gd name="connsiteX17" fmla="*/ 15672 w 58211"/>
                    <a:gd name="connsiteY17" fmla="*/ 45226 h 49255"/>
                    <a:gd name="connsiteX18" fmla="*/ 18359 w 58211"/>
                    <a:gd name="connsiteY18" fmla="*/ 41196 h 49255"/>
                    <a:gd name="connsiteX19" fmla="*/ 20150 w 58211"/>
                    <a:gd name="connsiteY19" fmla="*/ 40300 h 49255"/>
                    <a:gd name="connsiteX20" fmla="*/ 53734 w 58211"/>
                    <a:gd name="connsiteY20" fmla="*/ 40300 h 49255"/>
                    <a:gd name="connsiteX21" fmla="*/ 53734 w 58211"/>
                    <a:gd name="connsiteY21" fmla="*/ 4478 h 49255"/>
                    <a:gd name="connsiteX22" fmla="*/ 4478 w 58211"/>
                    <a:gd name="connsiteY22" fmla="*/ 4478 h 49255"/>
                    <a:gd name="connsiteX23" fmla="*/ 4478 w 58211"/>
                    <a:gd name="connsiteY23" fmla="*/ 40300 h 4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211" h="49255">
                      <a:moveTo>
                        <a:pt x="15672" y="51495"/>
                      </a:moveTo>
                      <a:cubicBezTo>
                        <a:pt x="14777" y="51495"/>
                        <a:pt x="14329" y="51047"/>
                        <a:pt x="13881" y="50599"/>
                      </a:cubicBezTo>
                      <a:lnTo>
                        <a:pt x="9851" y="44778"/>
                      </a:lnTo>
                      <a:lnTo>
                        <a:pt x="2239" y="44778"/>
                      </a:lnTo>
                      <a:cubicBezTo>
                        <a:pt x="896" y="44778"/>
                        <a:pt x="0" y="43883"/>
                        <a:pt x="0" y="42539"/>
                      </a:cubicBezTo>
                      <a:lnTo>
                        <a:pt x="0" y="2239"/>
                      </a:lnTo>
                      <a:cubicBezTo>
                        <a:pt x="0" y="896"/>
                        <a:pt x="896" y="0"/>
                        <a:pt x="2239" y="0"/>
                      </a:cubicBezTo>
                      <a:lnTo>
                        <a:pt x="55973" y="0"/>
                      </a:lnTo>
                      <a:cubicBezTo>
                        <a:pt x="57316" y="0"/>
                        <a:pt x="58212" y="896"/>
                        <a:pt x="58212" y="2239"/>
                      </a:cubicBezTo>
                      <a:lnTo>
                        <a:pt x="58212" y="42539"/>
                      </a:lnTo>
                      <a:cubicBezTo>
                        <a:pt x="58212" y="43883"/>
                        <a:pt x="57316" y="44778"/>
                        <a:pt x="55973" y="44778"/>
                      </a:cubicBezTo>
                      <a:lnTo>
                        <a:pt x="21494" y="44778"/>
                      </a:lnTo>
                      <a:lnTo>
                        <a:pt x="17463" y="50599"/>
                      </a:lnTo>
                      <a:cubicBezTo>
                        <a:pt x="17016" y="51047"/>
                        <a:pt x="16568" y="51495"/>
                        <a:pt x="15672" y="51495"/>
                      </a:cubicBezTo>
                      <a:close/>
                      <a:moveTo>
                        <a:pt x="4478" y="40300"/>
                      </a:moveTo>
                      <a:lnTo>
                        <a:pt x="11195" y="40300"/>
                      </a:lnTo>
                      <a:cubicBezTo>
                        <a:pt x="12090" y="40300"/>
                        <a:pt x="12538" y="40748"/>
                        <a:pt x="12986" y="41196"/>
                      </a:cubicBezTo>
                      <a:lnTo>
                        <a:pt x="15672" y="45226"/>
                      </a:lnTo>
                      <a:lnTo>
                        <a:pt x="18359" y="41196"/>
                      </a:lnTo>
                      <a:cubicBezTo>
                        <a:pt x="18807" y="40748"/>
                        <a:pt x="19255" y="40300"/>
                        <a:pt x="20150" y="40300"/>
                      </a:cubicBezTo>
                      <a:lnTo>
                        <a:pt x="53734" y="40300"/>
                      </a:lnTo>
                      <a:lnTo>
                        <a:pt x="53734" y="4478"/>
                      </a:lnTo>
                      <a:lnTo>
                        <a:pt x="4478" y="4478"/>
                      </a:lnTo>
                      <a:lnTo>
                        <a:pt x="4478" y="4030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8" name="Group 4034">
                <a:extLst>
                  <a:ext uri="{FF2B5EF4-FFF2-40B4-BE49-F238E27FC236}">
                    <a16:creationId xmlns:a16="http://schemas.microsoft.com/office/drawing/2014/main" id="{0F99C55B-F671-17F7-FE3A-8FAD161E6FCA}"/>
                  </a:ext>
                  <a:ext uri="{C183D7F6-B498-43B3-948B-1728B52AA6E4}">
                    <adec:decorative xmlns:adec="http://schemas.microsoft.com/office/drawing/2017/decorative" val="1"/>
                  </a:ext>
                </a:extLst>
              </p:cNvPr>
              <p:cNvGrpSpPr>
                <a:grpSpLocks noChangeAspect="1"/>
              </p:cNvGrpSpPr>
              <p:nvPr/>
            </p:nvGrpSpPr>
            <p:grpSpPr>
              <a:xfrm>
                <a:off x="2917257" y="2427244"/>
                <a:ext cx="152246" cy="111945"/>
                <a:chOff x="2958011" y="1691805"/>
                <a:chExt cx="152246" cy="111945"/>
              </a:xfrm>
            </p:grpSpPr>
            <p:sp>
              <p:nvSpPr>
                <p:cNvPr id="139" name="Freeform: Shape 4035">
                  <a:extLst>
                    <a:ext uri="{FF2B5EF4-FFF2-40B4-BE49-F238E27FC236}">
                      <a16:creationId xmlns:a16="http://schemas.microsoft.com/office/drawing/2014/main" id="{AC25D0EC-1FE5-0186-D40A-C5B6DEE0D4AC}"/>
                    </a:ext>
                  </a:extLst>
                </p:cNvPr>
                <p:cNvSpPr/>
                <p:nvPr/>
              </p:nvSpPr>
              <p:spPr>
                <a:xfrm>
                  <a:off x="2958011" y="1691805"/>
                  <a:ext cx="152246" cy="111945"/>
                </a:xfrm>
                <a:custGeom>
                  <a:avLst/>
                  <a:gdLst>
                    <a:gd name="connsiteX0" fmla="*/ 145529 w 152245"/>
                    <a:gd name="connsiteY0" fmla="*/ 0 h 111945"/>
                    <a:gd name="connsiteX1" fmla="*/ 6717 w 152245"/>
                    <a:gd name="connsiteY1" fmla="*/ 0 h 111945"/>
                    <a:gd name="connsiteX2" fmla="*/ 0 w 152245"/>
                    <a:gd name="connsiteY2" fmla="*/ 6717 h 111945"/>
                    <a:gd name="connsiteX3" fmla="*/ 0 w 152245"/>
                    <a:gd name="connsiteY3" fmla="*/ 91795 h 111945"/>
                    <a:gd name="connsiteX4" fmla="*/ 6717 w 152245"/>
                    <a:gd name="connsiteY4" fmla="*/ 98512 h 111945"/>
                    <a:gd name="connsiteX5" fmla="*/ 73884 w 152245"/>
                    <a:gd name="connsiteY5" fmla="*/ 98512 h 111945"/>
                    <a:gd name="connsiteX6" fmla="*/ 73884 w 152245"/>
                    <a:gd name="connsiteY6" fmla="*/ 107468 h 111945"/>
                    <a:gd name="connsiteX7" fmla="*/ 42539 w 152245"/>
                    <a:gd name="connsiteY7" fmla="*/ 107468 h 111945"/>
                    <a:gd name="connsiteX8" fmla="*/ 40300 w 152245"/>
                    <a:gd name="connsiteY8" fmla="*/ 109707 h 111945"/>
                    <a:gd name="connsiteX9" fmla="*/ 42539 w 152245"/>
                    <a:gd name="connsiteY9" fmla="*/ 111945 h 111945"/>
                    <a:gd name="connsiteX10" fmla="*/ 109707 w 152245"/>
                    <a:gd name="connsiteY10" fmla="*/ 111945 h 111945"/>
                    <a:gd name="connsiteX11" fmla="*/ 111945 w 152245"/>
                    <a:gd name="connsiteY11" fmla="*/ 109707 h 111945"/>
                    <a:gd name="connsiteX12" fmla="*/ 109707 w 152245"/>
                    <a:gd name="connsiteY12" fmla="*/ 107468 h 111945"/>
                    <a:gd name="connsiteX13" fmla="*/ 78362 w 152245"/>
                    <a:gd name="connsiteY13" fmla="*/ 107468 h 111945"/>
                    <a:gd name="connsiteX14" fmla="*/ 78362 w 152245"/>
                    <a:gd name="connsiteY14" fmla="*/ 98512 h 111945"/>
                    <a:gd name="connsiteX15" fmla="*/ 145529 w 152245"/>
                    <a:gd name="connsiteY15" fmla="*/ 98512 h 111945"/>
                    <a:gd name="connsiteX16" fmla="*/ 152246 w 152245"/>
                    <a:gd name="connsiteY16" fmla="*/ 91795 h 111945"/>
                    <a:gd name="connsiteX17" fmla="*/ 152246 w 152245"/>
                    <a:gd name="connsiteY17" fmla="*/ 6717 h 111945"/>
                    <a:gd name="connsiteX18" fmla="*/ 145529 w 152245"/>
                    <a:gd name="connsiteY18" fmla="*/ 0 h 111945"/>
                    <a:gd name="connsiteX19" fmla="*/ 147768 w 152245"/>
                    <a:gd name="connsiteY19" fmla="*/ 91795 h 111945"/>
                    <a:gd name="connsiteX20" fmla="*/ 145529 w 152245"/>
                    <a:gd name="connsiteY20" fmla="*/ 94034 h 111945"/>
                    <a:gd name="connsiteX21" fmla="*/ 6717 w 152245"/>
                    <a:gd name="connsiteY21" fmla="*/ 94034 h 111945"/>
                    <a:gd name="connsiteX22" fmla="*/ 4478 w 152245"/>
                    <a:gd name="connsiteY22" fmla="*/ 91795 h 111945"/>
                    <a:gd name="connsiteX23" fmla="*/ 4478 w 152245"/>
                    <a:gd name="connsiteY23" fmla="*/ 6717 h 111945"/>
                    <a:gd name="connsiteX24" fmla="*/ 6717 w 152245"/>
                    <a:gd name="connsiteY24" fmla="*/ 4478 h 111945"/>
                    <a:gd name="connsiteX25" fmla="*/ 145529 w 152245"/>
                    <a:gd name="connsiteY25" fmla="*/ 4478 h 111945"/>
                    <a:gd name="connsiteX26" fmla="*/ 147768 w 152245"/>
                    <a:gd name="connsiteY26" fmla="*/ 6717 h 111945"/>
                    <a:gd name="connsiteX27" fmla="*/ 147768 w 152245"/>
                    <a:gd name="connsiteY27" fmla="*/ 91795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2245" h="111945">
                      <a:moveTo>
                        <a:pt x="145529" y="0"/>
                      </a:moveTo>
                      <a:lnTo>
                        <a:pt x="6717" y="0"/>
                      </a:lnTo>
                      <a:cubicBezTo>
                        <a:pt x="3135" y="0"/>
                        <a:pt x="0" y="3134"/>
                        <a:pt x="0" y="6717"/>
                      </a:cubicBezTo>
                      <a:lnTo>
                        <a:pt x="0" y="91795"/>
                      </a:lnTo>
                      <a:cubicBezTo>
                        <a:pt x="0" y="95378"/>
                        <a:pt x="3135" y="98512"/>
                        <a:pt x="6717" y="98512"/>
                      </a:cubicBezTo>
                      <a:lnTo>
                        <a:pt x="73884" y="98512"/>
                      </a:lnTo>
                      <a:lnTo>
                        <a:pt x="73884" y="107468"/>
                      </a:lnTo>
                      <a:lnTo>
                        <a:pt x="42539" y="107468"/>
                      </a:lnTo>
                      <a:cubicBezTo>
                        <a:pt x="41196" y="107468"/>
                        <a:pt x="40300" y="108363"/>
                        <a:pt x="40300" y="109707"/>
                      </a:cubicBezTo>
                      <a:cubicBezTo>
                        <a:pt x="40300" y="111050"/>
                        <a:pt x="41196" y="111945"/>
                        <a:pt x="42539" y="111945"/>
                      </a:cubicBezTo>
                      <a:lnTo>
                        <a:pt x="109707" y="111945"/>
                      </a:lnTo>
                      <a:cubicBezTo>
                        <a:pt x="111050" y="111945"/>
                        <a:pt x="111945" y="111050"/>
                        <a:pt x="111945" y="109707"/>
                      </a:cubicBezTo>
                      <a:cubicBezTo>
                        <a:pt x="111945" y="108363"/>
                        <a:pt x="111050" y="107468"/>
                        <a:pt x="109707" y="107468"/>
                      </a:cubicBezTo>
                      <a:lnTo>
                        <a:pt x="78362" y="107468"/>
                      </a:lnTo>
                      <a:lnTo>
                        <a:pt x="78362" y="98512"/>
                      </a:lnTo>
                      <a:lnTo>
                        <a:pt x="145529" y="98512"/>
                      </a:lnTo>
                      <a:cubicBezTo>
                        <a:pt x="149111" y="98512"/>
                        <a:pt x="152246" y="95378"/>
                        <a:pt x="152246" y="91795"/>
                      </a:cubicBezTo>
                      <a:lnTo>
                        <a:pt x="152246" y="6717"/>
                      </a:lnTo>
                      <a:cubicBezTo>
                        <a:pt x="152246" y="2687"/>
                        <a:pt x="149111" y="0"/>
                        <a:pt x="145529" y="0"/>
                      </a:cubicBezTo>
                      <a:close/>
                      <a:moveTo>
                        <a:pt x="147768" y="91795"/>
                      </a:moveTo>
                      <a:cubicBezTo>
                        <a:pt x="147768" y="93139"/>
                        <a:pt x="146872" y="94034"/>
                        <a:pt x="145529" y="94034"/>
                      </a:cubicBezTo>
                      <a:lnTo>
                        <a:pt x="6717" y="94034"/>
                      </a:lnTo>
                      <a:cubicBezTo>
                        <a:pt x="5373" y="94034"/>
                        <a:pt x="4478" y="93139"/>
                        <a:pt x="4478" y="91795"/>
                      </a:cubicBezTo>
                      <a:lnTo>
                        <a:pt x="4478" y="6717"/>
                      </a:lnTo>
                      <a:cubicBezTo>
                        <a:pt x="4478" y="5373"/>
                        <a:pt x="5373" y="4478"/>
                        <a:pt x="6717" y="4478"/>
                      </a:cubicBezTo>
                      <a:lnTo>
                        <a:pt x="145529" y="4478"/>
                      </a:lnTo>
                      <a:cubicBezTo>
                        <a:pt x="146872" y="4478"/>
                        <a:pt x="147768" y="5373"/>
                        <a:pt x="147768" y="6717"/>
                      </a:cubicBezTo>
                      <a:lnTo>
                        <a:pt x="147768" y="917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0" name="Freeform: Shape 4036">
                  <a:extLst>
                    <a:ext uri="{FF2B5EF4-FFF2-40B4-BE49-F238E27FC236}">
                      <a16:creationId xmlns:a16="http://schemas.microsoft.com/office/drawing/2014/main" id="{FA66BF51-5DBA-DAB7-180C-0B1EA0272248}"/>
                    </a:ext>
                  </a:extLst>
                </p:cNvPr>
                <p:cNvSpPr/>
                <p:nvPr/>
              </p:nvSpPr>
              <p:spPr>
                <a:xfrm>
                  <a:off x="2984878" y="1705239"/>
                  <a:ext cx="98512" cy="71645"/>
                </a:xfrm>
                <a:custGeom>
                  <a:avLst/>
                  <a:gdLst>
                    <a:gd name="connsiteX0" fmla="*/ 96273 w 98511"/>
                    <a:gd name="connsiteY0" fmla="*/ 67167 h 71645"/>
                    <a:gd name="connsiteX1" fmla="*/ 85079 w 98511"/>
                    <a:gd name="connsiteY1" fmla="*/ 67167 h 71645"/>
                    <a:gd name="connsiteX2" fmla="*/ 85079 w 98511"/>
                    <a:gd name="connsiteY2" fmla="*/ 2239 h 71645"/>
                    <a:gd name="connsiteX3" fmla="*/ 82840 w 98511"/>
                    <a:gd name="connsiteY3" fmla="*/ 0 h 71645"/>
                    <a:gd name="connsiteX4" fmla="*/ 69406 w 98511"/>
                    <a:gd name="connsiteY4" fmla="*/ 0 h 71645"/>
                    <a:gd name="connsiteX5" fmla="*/ 67167 w 98511"/>
                    <a:gd name="connsiteY5" fmla="*/ 2239 h 71645"/>
                    <a:gd name="connsiteX6" fmla="*/ 67167 w 98511"/>
                    <a:gd name="connsiteY6" fmla="*/ 67167 h 71645"/>
                    <a:gd name="connsiteX7" fmla="*/ 58212 w 98511"/>
                    <a:gd name="connsiteY7" fmla="*/ 67167 h 71645"/>
                    <a:gd name="connsiteX8" fmla="*/ 58212 w 98511"/>
                    <a:gd name="connsiteY8" fmla="*/ 15672 h 71645"/>
                    <a:gd name="connsiteX9" fmla="*/ 55973 w 98511"/>
                    <a:gd name="connsiteY9" fmla="*/ 13433 h 71645"/>
                    <a:gd name="connsiteX10" fmla="*/ 42539 w 98511"/>
                    <a:gd name="connsiteY10" fmla="*/ 13433 h 71645"/>
                    <a:gd name="connsiteX11" fmla="*/ 40300 w 98511"/>
                    <a:gd name="connsiteY11" fmla="*/ 15672 h 71645"/>
                    <a:gd name="connsiteX12" fmla="*/ 40300 w 98511"/>
                    <a:gd name="connsiteY12" fmla="*/ 67167 h 71645"/>
                    <a:gd name="connsiteX13" fmla="*/ 31345 w 98511"/>
                    <a:gd name="connsiteY13" fmla="*/ 67167 h 71645"/>
                    <a:gd name="connsiteX14" fmla="*/ 31345 w 98511"/>
                    <a:gd name="connsiteY14" fmla="*/ 29106 h 71645"/>
                    <a:gd name="connsiteX15" fmla="*/ 29106 w 98511"/>
                    <a:gd name="connsiteY15" fmla="*/ 26867 h 71645"/>
                    <a:gd name="connsiteX16" fmla="*/ 15672 w 98511"/>
                    <a:gd name="connsiteY16" fmla="*/ 26867 h 71645"/>
                    <a:gd name="connsiteX17" fmla="*/ 13433 w 98511"/>
                    <a:gd name="connsiteY17" fmla="*/ 29106 h 71645"/>
                    <a:gd name="connsiteX18" fmla="*/ 13433 w 98511"/>
                    <a:gd name="connsiteY18" fmla="*/ 67167 h 71645"/>
                    <a:gd name="connsiteX19" fmla="*/ 2239 w 98511"/>
                    <a:gd name="connsiteY19" fmla="*/ 67167 h 71645"/>
                    <a:gd name="connsiteX20" fmla="*/ 0 w 98511"/>
                    <a:gd name="connsiteY20" fmla="*/ 69406 h 71645"/>
                    <a:gd name="connsiteX21" fmla="*/ 2239 w 98511"/>
                    <a:gd name="connsiteY21" fmla="*/ 71645 h 71645"/>
                    <a:gd name="connsiteX22" fmla="*/ 15672 w 98511"/>
                    <a:gd name="connsiteY22" fmla="*/ 71645 h 71645"/>
                    <a:gd name="connsiteX23" fmla="*/ 29106 w 98511"/>
                    <a:gd name="connsiteY23" fmla="*/ 71645 h 71645"/>
                    <a:gd name="connsiteX24" fmla="*/ 42539 w 98511"/>
                    <a:gd name="connsiteY24" fmla="*/ 71645 h 71645"/>
                    <a:gd name="connsiteX25" fmla="*/ 55973 w 98511"/>
                    <a:gd name="connsiteY25" fmla="*/ 71645 h 71645"/>
                    <a:gd name="connsiteX26" fmla="*/ 69406 w 98511"/>
                    <a:gd name="connsiteY26" fmla="*/ 71645 h 71645"/>
                    <a:gd name="connsiteX27" fmla="*/ 82840 w 98511"/>
                    <a:gd name="connsiteY27" fmla="*/ 71645 h 71645"/>
                    <a:gd name="connsiteX28" fmla="*/ 96273 w 98511"/>
                    <a:gd name="connsiteY28" fmla="*/ 71645 h 71645"/>
                    <a:gd name="connsiteX29" fmla="*/ 98512 w 98511"/>
                    <a:gd name="connsiteY29" fmla="*/ 69406 h 71645"/>
                    <a:gd name="connsiteX30" fmla="*/ 96273 w 98511"/>
                    <a:gd name="connsiteY30" fmla="*/ 67167 h 71645"/>
                    <a:gd name="connsiteX31" fmla="*/ 17911 w 98511"/>
                    <a:gd name="connsiteY31" fmla="*/ 67167 h 71645"/>
                    <a:gd name="connsiteX32" fmla="*/ 17911 w 98511"/>
                    <a:gd name="connsiteY32" fmla="*/ 31345 h 71645"/>
                    <a:gd name="connsiteX33" fmla="*/ 26867 w 98511"/>
                    <a:gd name="connsiteY33" fmla="*/ 31345 h 71645"/>
                    <a:gd name="connsiteX34" fmla="*/ 26867 w 98511"/>
                    <a:gd name="connsiteY34" fmla="*/ 67167 h 71645"/>
                    <a:gd name="connsiteX35" fmla="*/ 17911 w 98511"/>
                    <a:gd name="connsiteY35" fmla="*/ 67167 h 71645"/>
                    <a:gd name="connsiteX36" fmla="*/ 44778 w 98511"/>
                    <a:gd name="connsiteY36" fmla="*/ 67167 h 71645"/>
                    <a:gd name="connsiteX37" fmla="*/ 44778 w 98511"/>
                    <a:gd name="connsiteY37" fmla="*/ 17911 h 71645"/>
                    <a:gd name="connsiteX38" fmla="*/ 53734 w 98511"/>
                    <a:gd name="connsiteY38" fmla="*/ 17911 h 71645"/>
                    <a:gd name="connsiteX39" fmla="*/ 53734 w 98511"/>
                    <a:gd name="connsiteY39" fmla="*/ 67167 h 71645"/>
                    <a:gd name="connsiteX40" fmla="*/ 44778 w 98511"/>
                    <a:gd name="connsiteY40" fmla="*/ 67167 h 71645"/>
                    <a:gd name="connsiteX41" fmla="*/ 71645 w 98511"/>
                    <a:gd name="connsiteY41" fmla="*/ 67167 h 71645"/>
                    <a:gd name="connsiteX42" fmla="*/ 71645 w 98511"/>
                    <a:gd name="connsiteY42" fmla="*/ 4478 h 71645"/>
                    <a:gd name="connsiteX43" fmla="*/ 80601 w 98511"/>
                    <a:gd name="connsiteY43" fmla="*/ 4478 h 71645"/>
                    <a:gd name="connsiteX44" fmla="*/ 80601 w 98511"/>
                    <a:gd name="connsiteY44" fmla="*/ 67167 h 71645"/>
                    <a:gd name="connsiteX45" fmla="*/ 71645 w 98511"/>
                    <a:gd name="connsiteY45" fmla="*/ 67167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8511" h="71645">
                      <a:moveTo>
                        <a:pt x="96273" y="67167"/>
                      </a:moveTo>
                      <a:lnTo>
                        <a:pt x="85079" y="67167"/>
                      </a:lnTo>
                      <a:lnTo>
                        <a:pt x="85079" y="2239"/>
                      </a:lnTo>
                      <a:cubicBezTo>
                        <a:pt x="85079" y="896"/>
                        <a:pt x="84183" y="0"/>
                        <a:pt x="82840" y="0"/>
                      </a:cubicBezTo>
                      <a:lnTo>
                        <a:pt x="69406" y="0"/>
                      </a:lnTo>
                      <a:cubicBezTo>
                        <a:pt x="68063" y="0"/>
                        <a:pt x="67167" y="896"/>
                        <a:pt x="67167" y="2239"/>
                      </a:cubicBezTo>
                      <a:lnTo>
                        <a:pt x="67167" y="67167"/>
                      </a:lnTo>
                      <a:lnTo>
                        <a:pt x="58212" y="67167"/>
                      </a:lnTo>
                      <a:lnTo>
                        <a:pt x="58212" y="15672"/>
                      </a:lnTo>
                      <a:cubicBezTo>
                        <a:pt x="58212" y="14329"/>
                        <a:pt x="57316" y="13433"/>
                        <a:pt x="55973" y="13433"/>
                      </a:cubicBezTo>
                      <a:lnTo>
                        <a:pt x="42539" y="13433"/>
                      </a:lnTo>
                      <a:cubicBezTo>
                        <a:pt x="41196" y="13433"/>
                        <a:pt x="40300" y="14329"/>
                        <a:pt x="40300" y="15672"/>
                      </a:cubicBezTo>
                      <a:lnTo>
                        <a:pt x="40300" y="67167"/>
                      </a:lnTo>
                      <a:lnTo>
                        <a:pt x="31345" y="67167"/>
                      </a:lnTo>
                      <a:lnTo>
                        <a:pt x="31345" y="29106"/>
                      </a:lnTo>
                      <a:cubicBezTo>
                        <a:pt x="31345" y="27762"/>
                        <a:pt x="30449" y="26867"/>
                        <a:pt x="29106" y="26867"/>
                      </a:cubicBezTo>
                      <a:lnTo>
                        <a:pt x="15672" y="26867"/>
                      </a:lnTo>
                      <a:cubicBezTo>
                        <a:pt x="14329" y="26867"/>
                        <a:pt x="13433" y="27762"/>
                        <a:pt x="13433" y="29106"/>
                      </a:cubicBezTo>
                      <a:lnTo>
                        <a:pt x="13433" y="67167"/>
                      </a:lnTo>
                      <a:lnTo>
                        <a:pt x="2239" y="67167"/>
                      </a:lnTo>
                      <a:cubicBezTo>
                        <a:pt x="896" y="67167"/>
                        <a:pt x="0" y="68063"/>
                        <a:pt x="0" y="69406"/>
                      </a:cubicBezTo>
                      <a:cubicBezTo>
                        <a:pt x="0" y="70750"/>
                        <a:pt x="896" y="71645"/>
                        <a:pt x="2239" y="71645"/>
                      </a:cubicBezTo>
                      <a:lnTo>
                        <a:pt x="15672" y="71645"/>
                      </a:lnTo>
                      <a:lnTo>
                        <a:pt x="29106" y="71645"/>
                      </a:lnTo>
                      <a:lnTo>
                        <a:pt x="42539" y="71645"/>
                      </a:lnTo>
                      <a:lnTo>
                        <a:pt x="55973" y="71645"/>
                      </a:lnTo>
                      <a:lnTo>
                        <a:pt x="69406" y="71645"/>
                      </a:lnTo>
                      <a:lnTo>
                        <a:pt x="82840" y="71645"/>
                      </a:lnTo>
                      <a:lnTo>
                        <a:pt x="96273" y="71645"/>
                      </a:lnTo>
                      <a:cubicBezTo>
                        <a:pt x="97616" y="71645"/>
                        <a:pt x="98512" y="70750"/>
                        <a:pt x="98512" y="69406"/>
                      </a:cubicBezTo>
                      <a:cubicBezTo>
                        <a:pt x="98512" y="68063"/>
                        <a:pt x="97616" y="67167"/>
                        <a:pt x="96273" y="67167"/>
                      </a:cubicBezTo>
                      <a:close/>
                      <a:moveTo>
                        <a:pt x="17911" y="67167"/>
                      </a:moveTo>
                      <a:lnTo>
                        <a:pt x="17911" y="31345"/>
                      </a:lnTo>
                      <a:lnTo>
                        <a:pt x="26867" y="31345"/>
                      </a:lnTo>
                      <a:lnTo>
                        <a:pt x="26867" y="67167"/>
                      </a:lnTo>
                      <a:lnTo>
                        <a:pt x="17911" y="67167"/>
                      </a:lnTo>
                      <a:close/>
                      <a:moveTo>
                        <a:pt x="44778" y="67167"/>
                      </a:moveTo>
                      <a:lnTo>
                        <a:pt x="44778" y="17911"/>
                      </a:lnTo>
                      <a:lnTo>
                        <a:pt x="53734" y="17911"/>
                      </a:lnTo>
                      <a:lnTo>
                        <a:pt x="53734" y="67167"/>
                      </a:lnTo>
                      <a:lnTo>
                        <a:pt x="44778" y="67167"/>
                      </a:lnTo>
                      <a:close/>
                      <a:moveTo>
                        <a:pt x="71645" y="67167"/>
                      </a:moveTo>
                      <a:lnTo>
                        <a:pt x="71645" y="4478"/>
                      </a:lnTo>
                      <a:lnTo>
                        <a:pt x="80601" y="4478"/>
                      </a:lnTo>
                      <a:lnTo>
                        <a:pt x="80601" y="67167"/>
                      </a:lnTo>
                      <a:lnTo>
                        <a:pt x="71645" y="671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41" name="Group 4037">
                <a:extLst>
                  <a:ext uri="{FF2B5EF4-FFF2-40B4-BE49-F238E27FC236}">
                    <a16:creationId xmlns:a16="http://schemas.microsoft.com/office/drawing/2014/main" id="{4EA9245E-3E45-FA20-3510-BF37B6547CA9}"/>
                  </a:ext>
                  <a:ext uri="{C183D7F6-B498-43B3-948B-1728B52AA6E4}">
                    <adec:decorative xmlns:adec="http://schemas.microsoft.com/office/drawing/2017/decorative" val="1"/>
                  </a:ext>
                </a:extLst>
              </p:cNvPr>
              <p:cNvGrpSpPr>
                <a:grpSpLocks noChangeAspect="1"/>
              </p:cNvGrpSpPr>
              <p:nvPr/>
            </p:nvGrpSpPr>
            <p:grpSpPr>
              <a:xfrm>
                <a:off x="3446983" y="2440678"/>
                <a:ext cx="152246" cy="111945"/>
                <a:chOff x="3487737" y="1705239"/>
                <a:chExt cx="152246" cy="111945"/>
              </a:xfrm>
            </p:grpSpPr>
            <p:sp>
              <p:nvSpPr>
                <p:cNvPr id="142" name="Freeform: Shape 4038">
                  <a:extLst>
                    <a:ext uri="{FF2B5EF4-FFF2-40B4-BE49-F238E27FC236}">
                      <a16:creationId xmlns:a16="http://schemas.microsoft.com/office/drawing/2014/main" id="{1D39F95F-C3C4-CCF3-6A6E-FC019391A0A7}"/>
                    </a:ext>
                  </a:extLst>
                </p:cNvPr>
                <p:cNvSpPr/>
                <p:nvPr/>
              </p:nvSpPr>
              <p:spPr>
                <a:xfrm>
                  <a:off x="3487737" y="1705239"/>
                  <a:ext cx="152246" cy="111945"/>
                </a:xfrm>
                <a:custGeom>
                  <a:avLst/>
                  <a:gdLst>
                    <a:gd name="connsiteX0" fmla="*/ 145529 w 152245"/>
                    <a:gd name="connsiteY0" fmla="*/ 0 h 111945"/>
                    <a:gd name="connsiteX1" fmla="*/ 6717 w 152245"/>
                    <a:gd name="connsiteY1" fmla="*/ 0 h 111945"/>
                    <a:gd name="connsiteX2" fmla="*/ 0 w 152245"/>
                    <a:gd name="connsiteY2" fmla="*/ 6717 h 111945"/>
                    <a:gd name="connsiteX3" fmla="*/ 0 w 152245"/>
                    <a:gd name="connsiteY3" fmla="*/ 91795 h 111945"/>
                    <a:gd name="connsiteX4" fmla="*/ 6717 w 152245"/>
                    <a:gd name="connsiteY4" fmla="*/ 98512 h 111945"/>
                    <a:gd name="connsiteX5" fmla="*/ 73884 w 152245"/>
                    <a:gd name="connsiteY5" fmla="*/ 98512 h 111945"/>
                    <a:gd name="connsiteX6" fmla="*/ 73884 w 152245"/>
                    <a:gd name="connsiteY6" fmla="*/ 107468 h 111945"/>
                    <a:gd name="connsiteX7" fmla="*/ 42539 w 152245"/>
                    <a:gd name="connsiteY7" fmla="*/ 107468 h 111945"/>
                    <a:gd name="connsiteX8" fmla="*/ 40300 w 152245"/>
                    <a:gd name="connsiteY8" fmla="*/ 109707 h 111945"/>
                    <a:gd name="connsiteX9" fmla="*/ 42539 w 152245"/>
                    <a:gd name="connsiteY9" fmla="*/ 111945 h 111945"/>
                    <a:gd name="connsiteX10" fmla="*/ 109707 w 152245"/>
                    <a:gd name="connsiteY10" fmla="*/ 111945 h 111945"/>
                    <a:gd name="connsiteX11" fmla="*/ 111945 w 152245"/>
                    <a:gd name="connsiteY11" fmla="*/ 109707 h 111945"/>
                    <a:gd name="connsiteX12" fmla="*/ 109707 w 152245"/>
                    <a:gd name="connsiteY12" fmla="*/ 107468 h 111945"/>
                    <a:gd name="connsiteX13" fmla="*/ 78362 w 152245"/>
                    <a:gd name="connsiteY13" fmla="*/ 107468 h 111945"/>
                    <a:gd name="connsiteX14" fmla="*/ 78362 w 152245"/>
                    <a:gd name="connsiteY14" fmla="*/ 98512 h 111945"/>
                    <a:gd name="connsiteX15" fmla="*/ 145529 w 152245"/>
                    <a:gd name="connsiteY15" fmla="*/ 98512 h 111945"/>
                    <a:gd name="connsiteX16" fmla="*/ 152246 w 152245"/>
                    <a:gd name="connsiteY16" fmla="*/ 91795 h 111945"/>
                    <a:gd name="connsiteX17" fmla="*/ 152246 w 152245"/>
                    <a:gd name="connsiteY17" fmla="*/ 6717 h 111945"/>
                    <a:gd name="connsiteX18" fmla="*/ 145529 w 152245"/>
                    <a:gd name="connsiteY18" fmla="*/ 0 h 111945"/>
                    <a:gd name="connsiteX19" fmla="*/ 147768 w 152245"/>
                    <a:gd name="connsiteY19" fmla="*/ 91795 h 111945"/>
                    <a:gd name="connsiteX20" fmla="*/ 145529 w 152245"/>
                    <a:gd name="connsiteY20" fmla="*/ 94034 h 111945"/>
                    <a:gd name="connsiteX21" fmla="*/ 6717 w 152245"/>
                    <a:gd name="connsiteY21" fmla="*/ 94034 h 111945"/>
                    <a:gd name="connsiteX22" fmla="*/ 4478 w 152245"/>
                    <a:gd name="connsiteY22" fmla="*/ 91795 h 111945"/>
                    <a:gd name="connsiteX23" fmla="*/ 4478 w 152245"/>
                    <a:gd name="connsiteY23" fmla="*/ 6717 h 111945"/>
                    <a:gd name="connsiteX24" fmla="*/ 6717 w 152245"/>
                    <a:gd name="connsiteY24" fmla="*/ 4478 h 111945"/>
                    <a:gd name="connsiteX25" fmla="*/ 145529 w 152245"/>
                    <a:gd name="connsiteY25" fmla="*/ 4478 h 111945"/>
                    <a:gd name="connsiteX26" fmla="*/ 147768 w 152245"/>
                    <a:gd name="connsiteY26" fmla="*/ 6717 h 111945"/>
                    <a:gd name="connsiteX27" fmla="*/ 147768 w 152245"/>
                    <a:gd name="connsiteY27" fmla="*/ 91795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2245" h="111945">
                      <a:moveTo>
                        <a:pt x="145529" y="0"/>
                      </a:moveTo>
                      <a:lnTo>
                        <a:pt x="6717" y="0"/>
                      </a:lnTo>
                      <a:cubicBezTo>
                        <a:pt x="3135" y="0"/>
                        <a:pt x="0" y="3134"/>
                        <a:pt x="0" y="6717"/>
                      </a:cubicBezTo>
                      <a:lnTo>
                        <a:pt x="0" y="91795"/>
                      </a:lnTo>
                      <a:cubicBezTo>
                        <a:pt x="0" y="95378"/>
                        <a:pt x="3135" y="98512"/>
                        <a:pt x="6717" y="98512"/>
                      </a:cubicBezTo>
                      <a:lnTo>
                        <a:pt x="73884" y="98512"/>
                      </a:lnTo>
                      <a:lnTo>
                        <a:pt x="73884" y="107468"/>
                      </a:lnTo>
                      <a:lnTo>
                        <a:pt x="42539" y="107468"/>
                      </a:lnTo>
                      <a:cubicBezTo>
                        <a:pt x="41196" y="107468"/>
                        <a:pt x="40300" y="108363"/>
                        <a:pt x="40300" y="109707"/>
                      </a:cubicBezTo>
                      <a:cubicBezTo>
                        <a:pt x="40300" y="111050"/>
                        <a:pt x="41196" y="111945"/>
                        <a:pt x="42539" y="111945"/>
                      </a:cubicBezTo>
                      <a:lnTo>
                        <a:pt x="109707" y="111945"/>
                      </a:lnTo>
                      <a:cubicBezTo>
                        <a:pt x="111050" y="111945"/>
                        <a:pt x="111945" y="111050"/>
                        <a:pt x="111945" y="109707"/>
                      </a:cubicBezTo>
                      <a:cubicBezTo>
                        <a:pt x="111945" y="108363"/>
                        <a:pt x="111050" y="107468"/>
                        <a:pt x="109707" y="107468"/>
                      </a:cubicBezTo>
                      <a:lnTo>
                        <a:pt x="78362" y="107468"/>
                      </a:lnTo>
                      <a:lnTo>
                        <a:pt x="78362" y="98512"/>
                      </a:lnTo>
                      <a:lnTo>
                        <a:pt x="145529" y="98512"/>
                      </a:lnTo>
                      <a:cubicBezTo>
                        <a:pt x="149111" y="98512"/>
                        <a:pt x="152246" y="95378"/>
                        <a:pt x="152246" y="91795"/>
                      </a:cubicBezTo>
                      <a:lnTo>
                        <a:pt x="152246" y="6717"/>
                      </a:lnTo>
                      <a:cubicBezTo>
                        <a:pt x="152246" y="2687"/>
                        <a:pt x="149559" y="0"/>
                        <a:pt x="145529" y="0"/>
                      </a:cubicBezTo>
                      <a:close/>
                      <a:moveTo>
                        <a:pt x="147768" y="91795"/>
                      </a:moveTo>
                      <a:cubicBezTo>
                        <a:pt x="147768" y="93139"/>
                        <a:pt x="146872" y="94034"/>
                        <a:pt x="145529" y="94034"/>
                      </a:cubicBezTo>
                      <a:lnTo>
                        <a:pt x="6717" y="94034"/>
                      </a:lnTo>
                      <a:cubicBezTo>
                        <a:pt x="5373" y="94034"/>
                        <a:pt x="4478" y="93139"/>
                        <a:pt x="4478" y="91795"/>
                      </a:cubicBezTo>
                      <a:lnTo>
                        <a:pt x="4478" y="6717"/>
                      </a:lnTo>
                      <a:cubicBezTo>
                        <a:pt x="4478" y="5373"/>
                        <a:pt x="5373" y="4478"/>
                        <a:pt x="6717" y="4478"/>
                      </a:cubicBezTo>
                      <a:lnTo>
                        <a:pt x="145529" y="4478"/>
                      </a:lnTo>
                      <a:cubicBezTo>
                        <a:pt x="146872" y="4478"/>
                        <a:pt x="147768" y="5373"/>
                        <a:pt x="147768" y="6717"/>
                      </a:cubicBezTo>
                      <a:lnTo>
                        <a:pt x="147768" y="917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3" name="Freeform: Shape 4039">
                  <a:extLst>
                    <a:ext uri="{FF2B5EF4-FFF2-40B4-BE49-F238E27FC236}">
                      <a16:creationId xmlns:a16="http://schemas.microsoft.com/office/drawing/2014/main" id="{235F1A23-CE00-1C13-0D03-FCF214CC6FA0}"/>
                    </a:ext>
                  </a:extLst>
                </p:cNvPr>
                <p:cNvSpPr/>
                <p:nvPr/>
              </p:nvSpPr>
              <p:spPr>
                <a:xfrm>
                  <a:off x="3519529" y="1716881"/>
                  <a:ext cx="85079" cy="40300"/>
                </a:xfrm>
                <a:custGeom>
                  <a:avLst/>
                  <a:gdLst>
                    <a:gd name="connsiteX0" fmla="*/ 80601 w 85078"/>
                    <a:gd name="connsiteY0" fmla="*/ 17911 h 40300"/>
                    <a:gd name="connsiteX1" fmla="*/ 75675 w 85078"/>
                    <a:gd name="connsiteY1" fmla="*/ 19255 h 40300"/>
                    <a:gd name="connsiteX2" fmla="*/ 65824 w 85078"/>
                    <a:gd name="connsiteY2" fmla="*/ 11195 h 40300"/>
                    <a:gd name="connsiteX3" fmla="*/ 66720 w 85078"/>
                    <a:gd name="connsiteY3" fmla="*/ 8060 h 40300"/>
                    <a:gd name="connsiteX4" fmla="*/ 58212 w 85078"/>
                    <a:gd name="connsiteY4" fmla="*/ 0 h 40300"/>
                    <a:gd name="connsiteX5" fmla="*/ 50152 w 85078"/>
                    <a:gd name="connsiteY5" fmla="*/ 8060 h 40300"/>
                    <a:gd name="connsiteX6" fmla="*/ 51047 w 85078"/>
                    <a:gd name="connsiteY6" fmla="*/ 12090 h 40300"/>
                    <a:gd name="connsiteX7" fmla="*/ 34032 w 85078"/>
                    <a:gd name="connsiteY7" fmla="*/ 29106 h 40300"/>
                    <a:gd name="connsiteX8" fmla="*/ 30001 w 85078"/>
                    <a:gd name="connsiteY8" fmla="*/ 28210 h 40300"/>
                    <a:gd name="connsiteX9" fmla="*/ 25972 w 85078"/>
                    <a:gd name="connsiteY9" fmla="*/ 29106 h 40300"/>
                    <a:gd name="connsiteX10" fmla="*/ 15225 w 85078"/>
                    <a:gd name="connsiteY10" fmla="*/ 18359 h 40300"/>
                    <a:gd name="connsiteX11" fmla="*/ 16120 w 85078"/>
                    <a:gd name="connsiteY11" fmla="*/ 14329 h 40300"/>
                    <a:gd name="connsiteX12" fmla="*/ 8060 w 85078"/>
                    <a:gd name="connsiteY12" fmla="*/ 6269 h 40300"/>
                    <a:gd name="connsiteX13" fmla="*/ 0 w 85078"/>
                    <a:gd name="connsiteY13" fmla="*/ 14329 h 40300"/>
                    <a:gd name="connsiteX14" fmla="*/ 8060 w 85078"/>
                    <a:gd name="connsiteY14" fmla="*/ 22389 h 40300"/>
                    <a:gd name="connsiteX15" fmla="*/ 12090 w 85078"/>
                    <a:gd name="connsiteY15" fmla="*/ 21494 h 40300"/>
                    <a:gd name="connsiteX16" fmla="*/ 22837 w 85078"/>
                    <a:gd name="connsiteY16" fmla="*/ 32240 h 40300"/>
                    <a:gd name="connsiteX17" fmla="*/ 21941 w 85078"/>
                    <a:gd name="connsiteY17" fmla="*/ 36270 h 40300"/>
                    <a:gd name="connsiteX18" fmla="*/ 30001 w 85078"/>
                    <a:gd name="connsiteY18" fmla="*/ 44330 h 40300"/>
                    <a:gd name="connsiteX19" fmla="*/ 38061 w 85078"/>
                    <a:gd name="connsiteY19" fmla="*/ 36270 h 40300"/>
                    <a:gd name="connsiteX20" fmla="*/ 37166 w 85078"/>
                    <a:gd name="connsiteY20" fmla="*/ 32240 h 40300"/>
                    <a:gd name="connsiteX21" fmla="*/ 54182 w 85078"/>
                    <a:gd name="connsiteY21" fmla="*/ 15225 h 40300"/>
                    <a:gd name="connsiteX22" fmla="*/ 58212 w 85078"/>
                    <a:gd name="connsiteY22" fmla="*/ 16120 h 40300"/>
                    <a:gd name="connsiteX23" fmla="*/ 63137 w 85078"/>
                    <a:gd name="connsiteY23" fmla="*/ 14777 h 40300"/>
                    <a:gd name="connsiteX24" fmla="*/ 72989 w 85078"/>
                    <a:gd name="connsiteY24" fmla="*/ 22837 h 40300"/>
                    <a:gd name="connsiteX25" fmla="*/ 72093 w 85078"/>
                    <a:gd name="connsiteY25" fmla="*/ 25971 h 40300"/>
                    <a:gd name="connsiteX26" fmla="*/ 80153 w 85078"/>
                    <a:gd name="connsiteY26" fmla="*/ 34031 h 40300"/>
                    <a:gd name="connsiteX27" fmla="*/ 88213 w 85078"/>
                    <a:gd name="connsiteY27" fmla="*/ 25971 h 40300"/>
                    <a:gd name="connsiteX28" fmla="*/ 80601 w 85078"/>
                    <a:gd name="connsiteY28" fmla="*/ 17911 h 40300"/>
                    <a:gd name="connsiteX29" fmla="*/ 4478 w 85078"/>
                    <a:gd name="connsiteY29" fmla="*/ 13881 h 40300"/>
                    <a:gd name="connsiteX30" fmla="*/ 8060 w 85078"/>
                    <a:gd name="connsiteY30" fmla="*/ 10299 h 40300"/>
                    <a:gd name="connsiteX31" fmla="*/ 11642 w 85078"/>
                    <a:gd name="connsiteY31" fmla="*/ 13881 h 40300"/>
                    <a:gd name="connsiteX32" fmla="*/ 8060 w 85078"/>
                    <a:gd name="connsiteY32" fmla="*/ 17464 h 40300"/>
                    <a:gd name="connsiteX33" fmla="*/ 4478 w 85078"/>
                    <a:gd name="connsiteY33" fmla="*/ 13881 h 40300"/>
                    <a:gd name="connsiteX34" fmla="*/ 30449 w 85078"/>
                    <a:gd name="connsiteY34" fmla="*/ 39853 h 40300"/>
                    <a:gd name="connsiteX35" fmla="*/ 26867 w 85078"/>
                    <a:gd name="connsiteY35" fmla="*/ 36270 h 40300"/>
                    <a:gd name="connsiteX36" fmla="*/ 30449 w 85078"/>
                    <a:gd name="connsiteY36" fmla="*/ 32688 h 40300"/>
                    <a:gd name="connsiteX37" fmla="*/ 34032 w 85078"/>
                    <a:gd name="connsiteY37" fmla="*/ 36270 h 40300"/>
                    <a:gd name="connsiteX38" fmla="*/ 30449 w 85078"/>
                    <a:gd name="connsiteY38" fmla="*/ 39853 h 40300"/>
                    <a:gd name="connsiteX39" fmla="*/ 54629 w 85078"/>
                    <a:gd name="connsiteY39" fmla="*/ 8060 h 40300"/>
                    <a:gd name="connsiteX40" fmla="*/ 58212 w 85078"/>
                    <a:gd name="connsiteY40" fmla="*/ 4478 h 40300"/>
                    <a:gd name="connsiteX41" fmla="*/ 62242 w 85078"/>
                    <a:gd name="connsiteY41" fmla="*/ 8060 h 40300"/>
                    <a:gd name="connsiteX42" fmla="*/ 58212 w 85078"/>
                    <a:gd name="connsiteY42" fmla="*/ 11642 h 40300"/>
                    <a:gd name="connsiteX43" fmla="*/ 54629 w 85078"/>
                    <a:gd name="connsiteY43" fmla="*/ 8060 h 40300"/>
                    <a:gd name="connsiteX44" fmla="*/ 80601 w 85078"/>
                    <a:gd name="connsiteY44" fmla="*/ 30001 h 40300"/>
                    <a:gd name="connsiteX45" fmla="*/ 77019 w 85078"/>
                    <a:gd name="connsiteY45" fmla="*/ 26419 h 40300"/>
                    <a:gd name="connsiteX46" fmla="*/ 80601 w 85078"/>
                    <a:gd name="connsiteY46" fmla="*/ 22389 h 40300"/>
                    <a:gd name="connsiteX47" fmla="*/ 84183 w 85078"/>
                    <a:gd name="connsiteY47" fmla="*/ 26419 h 40300"/>
                    <a:gd name="connsiteX48" fmla="*/ 80601 w 85078"/>
                    <a:gd name="connsiteY48" fmla="*/ 30001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078" h="40300">
                      <a:moveTo>
                        <a:pt x="80601" y="17911"/>
                      </a:moveTo>
                      <a:cubicBezTo>
                        <a:pt x="78810" y="17911"/>
                        <a:pt x="77019" y="18359"/>
                        <a:pt x="75675" y="19255"/>
                      </a:cubicBezTo>
                      <a:lnTo>
                        <a:pt x="65824" y="11195"/>
                      </a:lnTo>
                      <a:cubicBezTo>
                        <a:pt x="66272" y="10299"/>
                        <a:pt x="66720" y="8956"/>
                        <a:pt x="66720" y="8060"/>
                      </a:cubicBezTo>
                      <a:cubicBezTo>
                        <a:pt x="66720" y="3582"/>
                        <a:pt x="63137" y="0"/>
                        <a:pt x="58212" y="0"/>
                      </a:cubicBezTo>
                      <a:cubicBezTo>
                        <a:pt x="53734" y="0"/>
                        <a:pt x="50152" y="3582"/>
                        <a:pt x="50152" y="8060"/>
                      </a:cubicBezTo>
                      <a:cubicBezTo>
                        <a:pt x="50152" y="9403"/>
                        <a:pt x="50600" y="10747"/>
                        <a:pt x="51047" y="12090"/>
                      </a:cubicBezTo>
                      <a:lnTo>
                        <a:pt x="34032" y="29106"/>
                      </a:lnTo>
                      <a:cubicBezTo>
                        <a:pt x="32688" y="28210"/>
                        <a:pt x="31345" y="28210"/>
                        <a:pt x="30001" y="28210"/>
                      </a:cubicBezTo>
                      <a:cubicBezTo>
                        <a:pt x="28658" y="28210"/>
                        <a:pt x="27315" y="28658"/>
                        <a:pt x="25972" y="29106"/>
                      </a:cubicBezTo>
                      <a:lnTo>
                        <a:pt x="15225" y="18359"/>
                      </a:lnTo>
                      <a:cubicBezTo>
                        <a:pt x="16120" y="17016"/>
                        <a:pt x="16120" y="15672"/>
                        <a:pt x="16120" y="14329"/>
                      </a:cubicBezTo>
                      <a:cubicBezTo>
                        <a:pt x="16120" y="9851"/>
                        <a:pt x="12538" y="6269"/>
                        <a:pt x="8060" y="6269"/>
                      </a:cubicBezTo>
                      <a:cubicBezTo>
                        <a:pt x="3582" y="6269"/>
                        <a:pt x="0" y="9851"/>
                        <a:pt x="0" y="14329"/>
                      </a:cubicBezTo>
                      <a:cubicBezTo>
                        <a:pt x="0" y="18807"/>
                        <a:pt x="3582" y="22389"/>
                        <a:pt x="8060" y="22389"/>
                      </a:cubicBezTo>
                      <a:cubicBezTo>
                        <a:pt x="9404" y="22389"/>
                        <a:pt x="10747" y="21941"/>
                        <a:pt x="12090" y="21494"/>
                      </a:cubicBezTo>
                      <a:lnTo>
                        <a:pt x="22837" y="32240"/>
                      </a:lnTo>
                      <a:cubicBezTo>
                        <a:pt x="21941" y="33584"/>
                        <a:pt x="21941" y="34927"/>
                        <a:pt x="21941" y="36270"/>
                      </a:cubicBezTo>
                      <a:cubicBezTo>
                        <a:pt x="21941" y="40748"/>
                        <a:pt x="25524" y="44330"/>
                        <a:pt x="30001" y="44330"/>
                      </a:cubicBezTo>
                      <a:cubicBezTo>
                        <a:pt x="34479" y="44330"/>
                        <a:pt x="38061" y="40748"/>
                        <a:pt x="38061" y="36270"/>
                      </a:cubicBezTo>
                      <a:cubicBezTo>
                        <a:pt x="38061" y="34927"/>
                        <a:pt x="37614" y="33584"/>
                        <a:pt x="37166" y="32240"/>
                      </a:cubicBezTo>
                      <a:lnTo>
                        <a:pt x="54182" y="15225"/>
                      </a:lnTo>
                      <a:cubicBezTo>
                        <a:pt x="55525" y="16120"/>
                        <a:pt x="56868" y="16120"/>
                        <a:pt x="58212" y="16120"/>
                      </a:cubicBezTo>
                      <a:cubicBezTo>
                        <a:pt x="60003" y="16120"/>
                        <a:pt x="61794" y="15672"/>
                        <a:pt x="63137" y="14777"/>
                      </a:cubicBezTo>
                      <a:lnTo>
                        <a:pt x="72989" y="22837"/>
                      </a:lnTo>
                      <a:cubicBezTo>
                        <a:pt x="72541" y="23732"/>
                        <a:pt x="72093" y="25076"/>
                        <a:pt x="72093" y="25971"/>
                      </a:cubicBezTo>
                      <a:cubicBezTo>
                        <a:pt x="72093" y="30449"/>
                        <a:pt x="75675" y="34031"/>
                        <a:pt x="80153" y="34031"/>
                      </a:cubicBezTo>
                      <a:cubicBezTo>
                        <a:pt x="84631" y="34031"/>
                        <a:pt x="88213" y="30449"/>
                        <a:pt x="88213" y="25971"/>
                      </a:cubicBezTo>
                      <a:cubicBezTo>
                        <a:pt x="88213" y="21494"/>
                        <a:pt x="85079" y="17911"/>
                        <a:pt x="80601" y="17911"/>
                      </a:cubicBezTo>
                      <a:close/>
                      <a:moveTo>
                        <a:pt x="4478" y="13881"/>
                      </a:moveTo>
                      <a:cubicBezTo>
                        <a:pt x="4478" y="11642"/>
                        <a:pt x="6269" y="10299"/>
                        <a:pt x="8060" y="10299"/>
                      </a:cubicBezTo>
                      <a:cubicBezTo>
                        <a:pt x="10299" y="10299"/>
                        <a:pt x="11642" y="12090"/>
                        <a:pt x="11642" y="13881"/>
                      </a:cubicBezTo>
                      <a:cubicBezTo>
                        <a:pt x="11642" y="16120"/>
                        <a:pt x="9851" y="17464"/>
                        <a:pt x="8060" y="17464"/>
                      </a:cubicBezTo>
                      <a:cubicBezTo>
                        <a:pt x="6269" y="17911"/>
                        <a:pt x="4478" y="16120"/>
                        <a:pt x="4478" y="13881"/>
                      </a:cubicBezTo>
                      <a:close/>
                      <a:moveTo>
                        <a:pt x="30449" y="39853"/>
                      </a:moveTo>
                      <a:cubicBezTo>
                        <a:pt x="28210" y="39853"/>
                        <a:pt x="26867" y="38061"/>
                        <a:pt x="26867" y="36270"/>
                      </a:cubicBezTo>
                      <a:cubicBezTo>
                        <a:pt x="26867" y="34031"/>
                        <a:pt x="28658" y="32688"/>
                        <a:pt x="30449" y="32688"/>
                      </a:cubicBezTo>
                      <a:cubicBezTo>
                        <a:pt x="32240" y="32688"/>
                        <a:pt x="34032" y="34479"/>
                        <a:pt x="34032" y="36270"/>
                      </a:cubicBezTo>
                      <a:cubicBezTo>
                        <a:pt x="34032" y="38061"/>
                        <a:pt x="32240" y="39853"/>
                        <a:pt x="30449" y="39853"/>
                      </a:cubicBezTo>
                      <a:close/>
                      <a:moveTo>
                        <a:pt x="54629" y="8060"/>
                      </a:moveTo>
                      <a:cubicBezTo>
                        <a:pt x="54629" y="5821"/>
                        <a:pt x="56421" y="4478"/>
                        <a:pt x="58212" y="4478"/>
                      </a:cubicBezTo>
                      <a:cubicBezTo>
                        <a:pt x="60451" y="4478"/>
                        <a:pt x="62242" y="6269"/>
                        <a:pt x="62242" y="8060"/>
                      </a:cubicBezTo>
                      <a:cubicBezTo>
                        <a:pt x="62242" y="9851"/>
                        <a:pt x="60451" y="11642"/>
                        <a:pt x="58212" y="11642"/>
                      </a:cubicBezTo>
                      <a:cubicBezTo>
                        <a:pt x="56421" y="11642"/>
                        <a:pt x="54629" y="9851"/>
                        <a:pt x="54629" y="8060"/>
                      </a:cubicBezTo>
                      <a:close/>
                      <a:moveTo>
                        <a:pt x="80601" y="30001"/>
                      </a:moveTo>
                      <a:cubicBezTo>
                        <a:pt x="78362" y="30001"/>
                        <a:pt x="77019" y="28210"/>
                        <a:pt x="77019" y="26419"/>
                      </a:cubicBezTo>
                      <a:cubicBezTo>
                        <a:pt x="77019" y="24180"/>
                        <a:pt x="78810" y="22389"/>
                        <a:pt x="80601" y="22389"/>
                      </a:cubicBezTo>
                      <a:cubicBezTo>
                        <a:pt x="82392" y="22389"/>
                        <a:pt x="84183" y="24180"/>
                        <a:pt x="84183" y="26419"/>
                      </a:cubicBezTo>
                      <a:cubicBezTo>
                        <a:pt x="84631" y="28210"/>
                        <a:pt x="82840" y="30001"/>
                        <a:pt x="80601" y="3000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4" name="Freeform: Shape 4040">
                  <a:extLst>
                    <a:ext uri="{FF2B5EF4-FFF2-40B4-BE49-F238E27FC236}">
                      <a16:creationId xmlns:a16="http://schemas.microsoft.com/office/drawing/2014/main" id="{99EA4628-D4B9-9FC0-78E3-A2099906C05C}"/>
                    </a:ext>
                  </a:extLst>
                </p:cNvPr>
                <p:cNvSpPr/>
                <p:nvPr/>
              </p:nvSpPr>
              <p:spPr>
                <a:xfrm>
                  <a:off x="3514156" y="1745091"/>
                  <a:ext cx="98512" cy="44778"/>
                </a:xfrm>
                <a:custGeom>
                  <a:avLst/>
                  <a:gdLst>
                    <a:gd name="connsiteX0" fmla="*/ 96721 w 98511"/>
                    <a:gd name="connsiteY0" fmla="*/ 12538 h 44778"/>
                    <a:gd name="connsiteX1" fmla="*/ 94482 w 98511"/>
                    <a:gd name="connsiteY1" fmla="*/ 14777 h 44778"/>
                    <a:gd name="connsiteX2" fmla="*/ 94482 w 98511"/>
                    <a:gd name="connsiteY2" fmla="*/ 40748 h 44778"/>
                    <a:gd name="connsiteX3" fmla="*/ 65824 w 98511"/>
                    <a:gd name="connsiteY3" fmla="*/ 40748 h 44778"/>
                    <a:gd name="connsiteX4" fmla="*/ 65824 w 98511"/>
                    <a:gd name="connsiteY4" fmla="*/ 2239 h 44778"/>
                    <a:gd name="connsiteX5" fmla="*/ 63585 w 98511"/>
                    <a:gd name="connsiteY5" fmla="*/ 0 h 44778"/>
                    <a:gd name="connsiteX6" fmla="*/ 61346 w 98511"/>
                    <a:gd name="connsiteY6" fmla="*/ 2239 h 44778"/>
                    <a:gd name="connsiteX7" fmla="*/ 61346 w 98511"/>
                    <a:gd name="connsiteY7" fmla="*/ 40748 h 44778"/>
                    <a:gd name="connsiteX8" fmla="*/ 37614 w 98511"/>
                    <a:gd name="connsiteY8" fmla="*/ 40748 h 44778"/>
                    <a:gd name="connsiteX9" fmla="*/ 37614 w 98511"/>
                    <a:gd name="connsiteY9" fmla="*/ 25076 h 44778"/>
                    <a:gd name="connsiteX10" fmla="*/ 35375 w 98511"/>
                    <a:gd name="connsiteY10" fmla="*/ 22837 h 44778"/>
                    <a:gd name="connsiteX11" fmla="*/ 33136 w 98511"/>
                    <a:gd name="connsiteY11" fmla="*/ 25076 h 44778"/>
                    <a:gd name="connsiteX12" fmla="*/ 33136 w 98511"/>
                    <a:gd name="connsiteY12" fmla="*/ 40748 h 44778"/>
                    <a:gd name="connsiteX13" fmla="*/ 4478 w 98511"/>
                    <a:gd name="connsiteY13" fmla="*/ 40748 h 44778"/>
                    <a:gd name="connsiteX14" fmla="*/ 4478 w 98511"/>
                    <a:gd name="connsiteY14" fmla="*/ 2687 h 44778"/>
                    <a:gd name="connsiteX15" fmla="*/ 2239 w 98511"/>
                    <a:gd name="connsiteY15" fmla="*/ 448 h 44778"/>
                    <a:gd name="connsiteX16" fmla="*/ 0 w 98511"/>
                    <a:gd name="connsiteY16" fmla="*/ 2687 h 44778"/>
                    <a:gd name="connsiteX17" fmla="*/ 0 w 98511"/>
                    <a:gd name="connsiteY17" fmla="*/ 42987 h 44778"/>
                    <a:gd name="connsiteX18" fmla="*/ 2239 w 98511"/>
                    <a:gd name="connsiteY18" fmla="*/ 45226 h 44778"/>
                    <a:gd name="connsiteX19" fmla="*/ 96273 w 98511"/>
                    <a:gd name="connsiteY19" fmla="*/ 45226 h 44778"/>
                    <a:gd name="connsiteX20" fmla="*/ 98512 w 98511"/>
                    <a:gd name="connsiteY20" fmla="*/ 42987 h 44778"/>
                    <a:gd name="connsiteX21" fmla="*/ 98512 w 98511"/>
                    <a:gd name="connsiteY21" fmla="*/ 14777 h 44778"/>
                    <a:gd name="connsiteX22" fmla="*/ 96721 w 98511"/>
                    <a:gd name="connsiteY22" fmla="*/ 1253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8511" h="44778">
                      <a:moveTo>
                        <a:pt x="96721" y="12538"/>
                      </a:moveTo>
                      <a:cubicBezTo>
                        <a:pt x="95377" y="12538"/>
                        <a:pt x="94482" y="13433"/>
                        <a:pt x="94482" y="14777"/>
                      </a:cubicBezTo>
                      <a:lnTo>
                        <a:pt x="94482" y="40748"/>
                      </a:lnTo>
                      <a:lnTo>
                        <a:pt x="65824" y="40748"/>
                      </a:lnTo>
                      <a:lnTo>
                        <a:pt x="65824" y="2239"/>
                      </a:lnTo>
                      <a:cubicBezTo>
                        <a:pt x="65824" y="896"/>
                        <a:pt x="64928" y="0"/>
                        <a:pt x="63585" y="0"/>
                      </a:cubicBezTo>
                      <a:cubicBezTo>
                        <a:pt x="62242" y="0"/>
                        <a:pt x="61346" y="896"/>
                        <a:pt x="61346" y="2239"/>
                      </a:cubicBezTo>
                      <a:lnTo>
                        <a:pt x="61346" y="40748"/>
                      </a:lnTo>
                      <a:lnTo>
                        <a:pt x="37614" y="40748"/>
                      </a:lnTo>
                      <a:lnTo>
                        <a:pt x="37614" y="25076"/>
                      </a:lnTo>
                      <a:cubicBezTo>
                        <a:pt x="37614" y="23732"/>
                        <a:pt x="36718" y="22837"/>
                        <a:pt x="35375" y="22837"/>
                      </a:cubicBezTo>
                      <a:cubicBezTo>
                        <a:pt x="34031" y="22837"/>
                        <a:pt x="33136" y="23732"/>
                        <a:pt x="33136" y="25076"/>
                      </a:cubicBezTo>
                      <a:lnTo>
                        <a:pt x="33136" y="40748"/>
                      </a:lnTo>
                      <a:lnTo>
                        <a:pt x="4478" y="40748"/>
                      </a:lnTo>
                      <a:lnTo>
                        <a:pt x="4478" y="2687"/>
                      </a:lnTo>
                      <a:cubicBezTo>
                        <a:pt x="4478" y="1343"/>
                        <a:pt x="3582" y="448"/>
                        <a:pt x="2239" y="448"/>
                      </a:cubicBezTo>
                      <a:cubicBezTo>
                        <a:pt x="895" y="448"/>
                        <a:pt x="0" y="1343"/>
                        <a:pt x="0" y="2687"/>
                      </a:cubicBezTo>
                      <a:lnTo>
                        <a:pt x="0" y="42987"/>
                      </a:lnTo>
                      <a:cubicBezTo>
                        <a:pt x="0" y="44330"/>
                        <a:pt x="895" y="45226"/>
                        <a:pt x="2239" y="45226"/>
                      </a:cubicBezTo>
                      <a:lnTo>
                        <a:pt x="96273" y="45226"/>
                      </a:lnTo>
                      <a:cubicBezTo>
                        <a:pt x="97616" y="45226"/>
                        <a:pt x="98512" y="44330"/>
                        <a:pt x="98512" y="42987"/>
                      </a:cubicBezTo>
                      <a:lnTo>
                        <a:pt x="98512" y="14777"/>
                      </a:lnTo>
                      <a:cubicBezTo>
                        <a:pt x="98960" y="13433"/>
                        <a:pt x="98064" y="12538"/>
                        <a:pt x="96721" y="1253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45" name="Freeform: Shape 4041">
                <a:extLst>
                  <a:ext uri="{FF2B5EF4-FFF2-40B4-BE49-F238E27FC236}">
                    <a16:creationId xmlns:a16="http://schemas.microsoft.com/office/drawing/2014/main" id="{C9E64F41-478C-3B60-14BD-1F9E3E091D0A}"/>
                  </a:ext>
                  <a:ext uri="{C183D7F6-B498-43B3-948B-1728B52AA6E4}">
                    <adec:decorative xmlns:adec="http://schemas.microsoft.com/office/drawing/2017/decorative" val="1"/>
                  </a:ext>
                </a:extLst>
              </p:cNvPr>
              <p:cNvSpPr>
                <a:spLocks noChangeAspect="1"/>
              </p:cNvSpPr>
              <p:nvPr/>
            </p:nvSpPr>
            <p:spPr>
              <a:xfrm>
                <a:off x="538640" y="1716167"/>
                <a:ext cx="4478" cy="4478"/>
              </a:xfrm>
              <a:custGeom>
                <a:avLst/>
                <a:gdLst/>
                <a:ahLst/>
                <a:cxnLst/>
                <a:rect l="l" t="t" r="r" b="b"/>
                <a:pathLst>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6" name="Freeform: Shape 4042">
                <a:extLst>
                  <a:ext uri="{FF2B5EF4-FFF2-40B4-BE49-F238E27FC236}">
                    <a16:creationId xmlns:a16="http://schemas.microsoft.com/office/drawing/2014/main" id="{4F2A8F6B-0206-6548-4C6B-BD1B631A7AC5}"/>
                  </a:ext>
                  <a:ext uri="{C183D7F6-B498-43B3-948B-1728B52AA6E4}">
                    <adec:decorative xmlns:adec="http://schemas.microsoft.com/office/drawing/2017/decorative" val="1"/>
                  </a:ext>
                </a:extLst>
              </p:cNvPr>
              <p:cNvSpPr>
                <a:spLocks noChangeAspect="1"/>
              </p:cNvSpPr>
              <p:nvPr/>
            </p:nvSpPr>
            <p:spPr>
              <a:xfrm>
                <a:off x="538640" y="1716167"/>
                <a:ext cx="4478" cy="4478"/>
              </a:xfrm>
              <a:custGeom>
                <a:avLst/>
                <a:gdLst/>
                <a:ahLst/>
                <a:cxnLst/>
                <a:rect l="l" t="t" r="r" b="b"/>
                <a:pathLst>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47" name="Group 4043">
                <a:extLst>
                  <a:ext uri="{FF2B5EF4-FFF2-40B4-BE49-F238E27FC236}">
                    <a16:creationId xmlns:a16="http://schemas.microsoft.com/office/drawing/2014/main" id="{8217F453-EF66-0F8F-3040-DEC240B13F62}"/>
                  </a:ext>
                  <a:ext uri="{C183D7F6-B498-43B3-948B-1728B52AA6E4}">
                    <adec:decorative xmlns:adec="http://schemas.microsoft.com/office/drawing/2017/decorative" val="1"/>
                  </a:ext>
                </a:extLst>
              </p:cNvPr>
              <p:cNvGrpSpPr>
                <a:grpSpLocks noChangeAspect="1"/>
              </p:cNvGrpSpPr>
              <p:nvPr/>
            </p:nvGrpSpPr>
            <p:grpSpPr>
              <a:xfrm>
                <a:off x="3716995" y="2440678"/>
                <a:ext cx="152246" cy="111945"/>
                <a:chOff x="3757749" y="1705239"/>
                <a:chExt cx="152246" cy="111945"/>
              </a:xfrm>
            </p:grpSpPr>
            <p:sp>
              <p:nvSpPr>
                <p:cNvPr id="148" name="Freeform: Shape 4044">
                  <a:extLst>
                    <a:ext uri="{FF2B5EF4-FFF2-40B4-BE49-F238E27FC236}">
                      <a16:creationId xmlns:a16="http://schemas.microsoft.com/office/drawing/2014/main" id="{EAD8AEC0-A45F-2C6F-7DE5-495398B0124E}"/>
                    </a:ext>
                  </a:extLst>
                </p:cNvPr>
                <p:cNvSpPr/>
                <p:nvPr/>
              </p:nvSpPr>
              <p:spPr>
                <a:xfrm>
                  <a:off x="3757749" y="1705239"/>
                  <a:ext cx="152246" cy="111945"/>
                </a:xfrm>
                <a:custGeom>
                  <a:avLst/>
                  <a:gdLst>
                    <a:gd name="connsiteX0" fmla="*/ 145529 w 152245"/>
                    <a:gd name="connsiteY0" fmla="*/ 0 h 111945"/>
                    <a:gd name="connsiteX1" fmla="*/ 6717 w 152245"/>
                    <a:gd name="connsiteY1" fmla="*/ 0 h 111945"/>
                    <a:gd name="connsiteX2" fmla="*/ 0 w 152245"/>
                    <a:gd name="connsiteY2" fmla="*/ 6717 h 111945"/>
                    <a:gd name="connsiteX3" fmla="*/ 0 w 152245"/>
                    <a:gd name="connsiteY3" fmla="*/ 91795 h 111945"/>
                    <a:gd name="connsiteX4" fmla="*/ 6717 w 152245"/>
                    <a:gd name="connsiteY4" fmla="*/ 98512 h 111945"/>
                    <a:gd name="connsiteX5" fmla="*/ 73884 w 152245"/>
                    <a:gd name="connsiteY5" fmla="*/ 98512 h 111945"/>
                    <a:gd name="connsiteX6" fmla="*/ 73884 w 152245"/>
                    <a:gd name="connsiteY6" fmla="*/ 107468 h 111945"/>
                    <a:gd name="connsiteX7" fmla="*/ 42539 w 152245"/>
                    <a:gd name="connsiteY7" fmla="*/ 107468 h 111945"/>
                    <a:gd name="connsiteX8" fmla="*/ 40300 w 152245"/>
                    <a:gd name="connsiteY8" fmla="*/ 109707 h 111945"/>
                    <a:gd name="connsiteX9" fmla="*/ 42539 w 152245"/>
                    <a:gd name="connsiteY9" fmla="*/ 111945 h 111945"/>
                    <a:gd name="connsiteX10" fmla="*/ 109707 w 152245"/>
                    <a:gd name="connsiteY10" fmla="*/ 111945 h 111945"/>
                    <a:gd name="connsiteX11" fmla="*/ 111945 w 152245"/>
                    <a:gd name="connsiteY11" fmla="*/ 109707 h 111945"/>
                    <a:gd name="connsiteX12" fmla="*/ 109707 w 152245"/>
                    <a:gd name="connsiteY12" fmla="*/ 107468 h 111945"/>
                    <a:gd name="connsiteX13" fmla="*/ 78362 w 152245"/>
                    <a:gd name="connsiteY13" fmla="*/ 107468 h 111945"/>
                    <a:gd name="connsiteX14" fmla="*/ 78362 w 152245"/>
                    <a:gd name="connsiteY14" fmla="*/ 98512 h 111945"/>
                    <a:gd name="connsiteX15" fmla="*/ 145529 w 152245"/>
                    <a:gd name="connsiteY15" fmla="*/ 98512 h 111945"/>
                    <a:gd name="connsiteX16" fmla="*/ 152246 w 152245"/>
                    <a:gd name="connsiteY16" fmla="*/ 91795 h 111945"/>
                    <a:gd name="connsiteX17" fmla="*/ 152246 w 152245"/>
                    <a:gd name="connsiteY17" fmla="*/ 6717 h 111945"/>
                    <a:gd name="connsiteX18" fmla="*/ 145529 w 152245"/>
                    <a:gd name="connsiteY18" fmla="*/ 0 h 111945"/>
                    <a:gd name="connsiteX19" fmla="*/ 147768 w 152245"/>
                    <a:gd name="connsiteY19" fmla="*/ 91795 h 111945"/>
                    <a:gd name="connsiteX20" fmla="*/ 145529 w 152245"/>
                    <a:gd name="connsiteY20" fmla="*/ 94034 h 111945"/>
                    <a:gd name="connsiteX21" fmla="*/ 6717 w 152245"/>
                    <a:gd name="connsiteY21" fmla="*/ 94034 h 111945"/>
                    <a:gd name="connsiteX22" fmla="*/ 4478 w 152245"/>
                    <a:gd name="connsiteY22" fmla="*/ 91795 h 111945"/>
                    <a:gd name="connsiteX23" fmla="*/ 4478 w 152245"/>
                    <a:gd name="connsiteY23" fmla="*/ 6717 h 111945"/>
                    <a:gd name="connsiteX24" fmla="*/ 6717 w 152245"/>
                    <a:gd name="connsiteY24" fmla="*/ 4478 h 111945"/>
                    <a:gd name="connsiteX25" fmla="*/ 145529 w 152245"/>
                    <a:gd name="connsiteY25" fmla="*/ 4478 h 111945"/>
                    <a:gd name="connsiteX26" fmla="*/ 147768 w 152245"/>
                    <a:gd name="connsiteY26" fmla="*/ 6717 h 111945"/>
                    <a:gd name="connsiteX27" fmla="*/ 147768 w 152245"/>
                    <a:gd name="connsiteY27" fmla="*/ 91795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2245" h="111945">
                      <a:moveTo>
                        <a:pt x="145529" y="0"/>
                      </a:moveTo>
                      <a:lnTo>
                        <a:pt x="6717" y="0"/>
                      </a:lnTo>
                      <a:cubicBezTo>
                        <a:pt x="3135" y="0"/>
                        <a:pt x="0" y="3134"/>
                        <a:pt x="0" y="6717"/>
                      </a:cubicBezTo>
                      <a:lnTo>
                        <a:pt x="0" y="91795"/>
                      </a:lnTo>
                      <a:cubicBezTo>
                        <a:pt x="0" y="95378"/>
                        <a:pt x="3135" y="98512"/>
                        <a:pt x="6717" y="98512"/>
                      </a:cubicBezTo>
                      <a:lnTo>
                        <a:pt x="73884" y="98512"/>
                      </a:lnTo>
                      <a:lnTo>
                        <a:pt x="73884" y="107468"/>
                      </a:lnTo>
                      <a:lnTo>
                        <a:pt x="42539" y="107468"/>
                      </a:lnTo>
                      <a:cubicBezTo>
                        <a:pt x="41196" y="107468"/>
                        <a:pt x="40300" y="108363"/>
                        <a:pt x="40300" y="109707"/>
                      </a:cubicBezTo>
                      <a:cubicBezTo>
                        <a:pt x="40300" y="111050"/>
                        <a:pt x="41196" y="111945"/>
                        <a:pt x="42539" y="111945"/>
                      </a:cubicBezTo>
                      <a:lnTo>
                        <a:pt x="109707" y="111945"/>
                      </a:lnTo>
                      <a:cubicBezTo>
                        <a:pt x="111050" y="111945"/>
                        <a:pt x="111945" y="111050"/>
                        <a:pt x="111945" y="109707"/>
                      </a:cubicBezTo>
                      <a:cubicBezTo>
                        <a:pt x="111945" y="108363"/>
                        <a:pt x="111050" y="107468"/>
                        <a:pt x="109707" y="107468"/>
                      </a:cubicBezTo>
                      <a:lnTo>
                        <a:pt x="78362" y="107468"/>
                      </a:lnTo>
                      <a:lnTo>
                        <a:pt x="78362" y="98512"/>
                      </a:lnTo>
                      <a:lnTo>
                        <a:pt x="145529" y="98512"/>
                      </a:lnTo>
                      <a:cubicBezTo>
                        <a:pt x="149111" y="98512"/>
                        <a:pt x="152246" y="95378"/>
                        <a:pt x="152246" y="91795"/>
                      </a:cubicBezTo>
                      <a:lnTo>
                        <a:pt x="152246" y="6717"/>
                      </a:lnTo>
                      <a:cubicBezTo>
                        <a:pt x="152246" y="2687"/>
                        <a:pt x="149559" y="0"/>
                        <a:pt x="145529" y="0"/>
                      </a:cubicBezTo>
                      <a:close/>
                      <a:moveTo>
                        <a:pt x="147768" y="91795"/>
                      </a:moveTo>
                      <a:cubicBezTo>
                        <a:pt x="147768" y="93139"/>
                        <a:pt x="146872" y="94034"/>
                        <a:pt x="145529" y="94034"/>
                      </a:cubicBezTo>
                      <a:lnTo>
                        <a:pt x="6717" y="94034"/>
                      </a:lnTo>
                      <a:cubicBezTo>
                        <a:pt x="5373" y="94034"/>
                        <a:pt x="4478" y="93139"/>
                        <a:pt x="4478" y="91795"/>
                      </a:cubicBezTo>
                      <a:lnTo>
                        <a:pt x="4478" y="6717"/>
                      </a:lnTo>
                      <a:cubicBezTo>
                        <a:pt x="4478" y="5373"/>
                        <a:pt x="5373" y="4478"/>
                        <a:pt x="6717" y="4478"/>
                      </a:cubicBezTo>
                      <a:lnTo>
                        <a:pt x="145529" y="4478"/>
                      </a:lnTo>
                      <a:cubicBezTo>
                        <a:pt x="146872" y="4478"/>
                        <a:pt x="147768" y="5373"/>
                        <a:pt x="147768" y="6717"/>
                      </a:cubicBezTo>
                      <a:lnTo>
                        <a:pt x="147768" y="917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9" name="Freeform: Shape 4045">
                  <a:extLst>
                    <a:ext uri="{FF2B5EF4-FFF2-40B4-BE49-F238E27FC236}">
                      <a16:creationId xmlns:a16="http://schemas.microsoft.com/office/drawing/2014/main" id="{825328ED-E358-5F78-93AC-10387BAC90D5}"/>
                    </a:ext>
                  </a:extLst>
                </p:cNvPr>
                <p:cNvSpPr/>
                <p:nvPr/>
              </p:nvSpPr>
              <p:spPr>
                <a:xfrm>
                  <a:off x="3784616" y="1718672"/>
                  <a:ext cx="17911" cy="71645"/>
                </a:xfrm>
                <a:custGeom>
                  <a:avLst/>
                  <a:gdLst>
                    <a:gd name="connsiteX0" fmla="*/ 15672 w 17911"/>
                    <a:gd name="connsiteY0" fmla="*/ 26867 h 71645"/>
                    <a:gd name="connsiteX1" fmla="*/ 11195 w 17911"/>
                    <a:gd name="connsiteY1" fmla="*/ 26867 h 71645"/>
                    <a:gd name="connsiteX2" fmla="*/ 11195 w 17911"/>
                    <a:gd name="connsiteY2" fmla="*/ 2239 h 71645"/>
                    <a:gd name="connsiteX3" fmla="*/ 8956 w 17911"/>
                    <a:gd name="connsiteY3" fmla="*/ 0 h 71645"/>
                    <a:gd name="connsiteX4" fmla="*/ 6717 w 17911"/>
                    <a:gd name="connsiteY4" fmla="*/ 2239 h 71645"/>
                    <a:gd name="connsiteX5" fmla="*/ 6717 w 17911"/>
                    <a:gd name="connsiteY5" fmla="*/ 26867 h 71645"/>
                    <a:gd name="connsiteX6" fmla="*/ 2239 w 17911"/>
                    <a:gd name="connsiteY6" fmla="*/ 26867 h 71645"/>
                    <a:gd name="connsiteX7" fmla="*/ 0 w 17911"/>
                    <a:gd name="connsiteY7" fmla="*/ 29106 h 71645"/>
                    <a:gd name="connsiteX8" fmla="*/ 0 w 17911"/>
                    <a:gd name="connsiteY8" fmla="*/ 42539 h 71645"/>
                    <a:gd name="connsiteX9" fmla="*/ 2239 w 17911"/>
                    <a:gd name="connsiteY9" fmla="*/ 44778 h 71645"/>
                    <a:gd name="connsiteX10" fmla="*/ 6717 w 17911"/>
                    <a:gd name="connsiteY10" fmla="*/ 44778 h 71645"/>
                    <a:gd name="connsiteX11" fmla="*/ 6717 w 17911"/>
                    <a:gd name="connsiteY11" fmla="*/ 69406 h 71645"/>
                    <a:gd name="connsiteX12" fmla="*/ 8956 w 17911"/>
                    <a:gd name="connsiteY12" fmla="*/ 71645 h 71645"/>
                    <a:gd name="connsiteX13" fmla="*/ 11195 w 17911"/>
                    <a:gd name="connsiteY13" fmla="*/ 69406 h 71645"/>
                    <a:gd name="connsiteX14" fmla="*/ 11195 w 17911"/>
                    <a:gd name="connsiteY14" fmla="*/ 44778 h 71645"/>
                    <a:gd name="connsiteX15" fmla="*/ 15672 w 17911"/>
                    <a:gd name="connsiteY15" fmla="*/ 44778 h 71645"/>
                    <a:gd name="connsiteX16" fmla="*/ 17911 w 17911"/>
                    <a:gd name="connsiteY16" fmla="*/ 42539 h 71645"/>
                    <a:gd name="connsiteX17" fmla="*/ 17911 w 17911"/>
                    <a:gd name="connsiteY17" fmla="*/ 29106 h 71645"/>
                    <a:gd name="connsiteX18" fmla="*/ 15672 w 17911"/>
                    <a:gd name="connsiteY18" fmla="*/ 26867 h 71645"/>
                    <a:gd name="connsiteX19" fmla="*/ 13433 w 17911"/>
                    <a:gd name="connsiteY19" fmla="*/ 40300 h 71645"/>
                    <a:gd name="connsiteX20" fmla="*/ 4478 w 17911"/>
                    <a:gd name="connsiteY20" fmla="*/ 40300 h 71645"/>
                    <a:gd name="connsiteX21" fmla="*/ 4478 w 17911"/>
                    <a:gd name="connsiteY21" fmla="*/ 31345 h 71645"/>
                    <a:gd name="connsiteX22" fmla="*/ 8956 w 17911"/>
                    <a:gd name="connsiteY22" fmla="*/ 31345 h 71645"/>
                    <a:gd name="connsiteX23" fmla="*/ 8956 w 17911"/>
                    <a:gd name="connsiteY23" fmla="*/ 31345 h 71645"/>
                    <a:gd name="connsiteX24" fmla="*/ 8956 w 17911"/>
                    <a:gd name="connsiteY24" fmla="*/ 31345 h 71645"/>
                    <a:gd name="connsiteX25" fmla="*/ 13433 w 17911"/>
                    <a:gd name="connsiteY25" fmla="*/ 31345 h 71645"/>
                    <a:gd name="connsiteX26" fmla="*/ 13433 w 17911"/>
                    <a:gd name="connsiteY26" fmla="*/ 40300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911" h="71645">
                      <a:moveTo>
                        <a:pt x="15672" y="26867"/>
                      </a:moveTo>
                      <a:lnTo>
                        <a:pt x="11195" y="26867"/>
                      </a:lnTo>
                      <a:lnTo>
                        <a:pt x="11195" y="2239"/>
                      </a:lnTo>
                      <a:cubicBezTo>
                        <a:pt x="11195" y="896"/>
                        <a:pt x="10299" y="0"/>
                        <a:pt x="8956" y="0"/>
                      </a:cubicBezTo>
                      <a:cubicBezTo>
                        <a:pt x="7612" y="0"/>
                        <a:pt x="6717" y="896"/>
                        <a:pt x="6717" y="2239"/>
                      </a:cubicBezTo>
                      <a:lnTo>
                        <a:pt x="6717" y="26867"/>
                      </a:lnTo>
                      <a:lnTo>
                        <a:pt x="2239" y="26867"/>
                      </a:lnTo>
                      <a:cubicBezTo>
                        <a:pt x="896" y="26867"/>
                        <a:pt x="0" y="27762"/>
                        <a:pt x="0" y="29106"/>
                      </a:cubicBezTo>
                      <a:lnTo>
                        <a:pt x="0" y="42539"/>
                      </a:lnTo>
                      <a:cubicBezTo>
                        <a:pt x="0" y="43883"/>
                        <a:pt x="896" y="44778"/>
                        <a:pt x="2239" y="44778"/>
                      </a:cubicBezTo>
                      <a:lnTo>
                        <a:pt x="6717" y="44778"/>
                      </a:lnTo>
                      <a:lnTo>
                        <a:pt x="6717" y="69406"/>
                      </a:lnTo>
                      <a:cubicBezTo>
                        <a:pt x="6717" y="70750"/>
                        <a:pt x="7612" y="71645"/>
                        <a:pt x="8956" y="71645"/>
                      </a:cubicBezTo>
                      <a:cubicBezTo>
                        <a:pt x="10299" y="71645"/>
                        <a:pt x="11195" y="70750"/>
                        <a:pt x="11195" y="69406"/>
                      </a:cubicBezTo>
                      <a:lnTo>
                        <a:pt x="11195" y="44778"/>
                      </a:lnTo>
                      <a:lnTo>
                        <a:pt x="15672" y="44778"/>
                      </a:lnTo>
                      <a:cubicBezTo>
                        <a:pt x="17016" y="44778"/>
                        <a:pt x="17911" y="43883"/>
                        <a:pt x="17911" y="42539"/>
                      </a:cubicBezTo>
                      <a:lnTo>
                        <a:pt x="17911" y="29106"/>
                      </a:lnTo>
                      <a:cubicBezTo>
                        <a:pt x="17911" y="27762"/>
                        <a:pt x="17016" y="26867"/>
                        <a:pt x="15672" y="26867"/>
                      </a:cubicBezTo>
                      <a:close/>
                      <a:moveTo>
                        <a:pt x="13433" y="40300"/>
                      </a:moveTo>
                      <a:lnTo>
                        <a:pt x="4478" y="40300"/>
                      </a:lnTo>
                      <a:lnTo>
                        <a:pt x="4478" y="31345"/>
                      </a:lnTo>
                      <a:lnTo>
                        <a:pt x="8956" y="31345"/>
                      </a:lnTo>
                      <a:cubicBezTo>
                        <a:pt x="8956" y="31345"/>
                        <a:pt x="8956" y="31345"/>
                        <a:pt x="8956" y="31345"/>
                      </a:cubicBezTo>
                      <a:cubicBezTo>
                        <a:pt x="8956" y="31345"/>
                        <a:pt x="8956" y="31345"/>
                        <a:pt x="8956" y="31345"/>
                      </a:cubicBezTo>
                      <a:lnTo>
                        <a:pt x="13433" y="31345"/>
                      </a:lnTo>
                      <a:lnTo>
                        <a:pt x="13433" y="4030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0" name="Freeform: Shape 4046">
                  <a:extLst>
                    <a:ext uri="{FF2B5EF4-FFF2-40B4-BE49-F238E27FC236}">
                      <a16:creationId xmlns:a16="http://schemas.microsoft.com/office/drawing/2014/main" id="{0A781977-F787-6A35-D8B3-2E4383186176}"/>
                    </a:ext>
                  </a:extLst>
                </p:cNvPr>
                <p:cNvSpPr/>
                <p:nvPr/>
              </p:nvSpPr>
              <p:spPr>
                <a:xfrm>
                  <a:off x="3811483" y="1718672"/>
                  <a:ext cx="17911" cy="71645"/>
                </a:xfrm>
                <a:custGeom>
                  <a:avLst/>
                  <a:gdLst>
                    <a:gd name="connsiteX0" fmla="*/ 15672 w 17911"/>
                    <a:gd name="connsiteY0" fmla="*/ 40300 h 71645"/>
                    <a:gd name="connsiteX1" fmla="*/ 11195 w 17911"/>
                    <a:gd name="connsiteY1" fmla="*/ 40300 h 71645"/>
                    <a:gd name="connsiteX2" fmla="*/ 11195 w 17911"/>
                    <a:gd name="connsiteY2" fmla="*/ 2239 h 71645"/>
                    <a:gd name="connsiteX3" fmla="*/ 8956 w 17911"/>
                    <a:gd name="connsiteY3" fmla="*/ 0 h 71645"/>
                    <a:gd name="connsiteX4" fmla="*/ 6717 w 17911"/>
                    <a:gd name="connsiteY4" fmla="*/ 2239 h 71645"/>
                    <a:gd name="connsiteX5" fmla="*/ 6717 w 17911"/>
                    <a:gd name="connsiteY5" fmla="*/ 40300 h 71645"/>
                    <a:gd name="connsiteX6" fmla="*/ 2239 w 17911"/>
                    <a:gd name="connsiteY6" fmla="*/ 40300 h 71645"/>
                    <a:gd name="connsiteX7" fmla="*/ 0 w 17911"/>
                    <a:gd name="connsiteY7" fmla="*/ 42539 h 71645"/>
                    <a:gd name="connsiteX8" fmla="*/ 0 w 17911"/>
                    <a:gd name="connsiteY8" fmla="*/ 55973 h 71645"/>
                    <a:gd name="connsiteX9" fmla="*/ 2239 w 17911"/>
                    <a:gd name="connsiteY9" fmla="*/ 58212 h 71645"/>
                    <a:gd name="connsiteX10" fmla="*/ 6717 w 17911"/>
                    <a:gd name="connsiteY10" fmla="*/ 58212 h 71645"/>
                    <a:gd name="connsiteX11" fmla="*/ 6717 w 17911"/>
                    <a:gd name="connsiteY11" fmla="*/ 69406 h 71645"/>
                    <a:gd name="connsiteX12" fmla="*/ 8956 w 17911"/>
                    <a:gd name="connsiteY12" fmla="*/ 71645 h 71645"/>
                    <a:gd name="connsiteX13" fmla="*/ 11195 w 17911"/>
                    <a:gd name="connsiteY13" fmla="*/ 69406 h 71645"/>
                    <a:gd name="connsiteX14" fmla="*/ 11195 w 17911"/>
                    <a:gd name="connsiteY14" fmla="*/ 58212 h 71645"/>
                    <a:gd name="connsiteX15" fmla="*/ 15672 w 17911"/>
                    <a:gd name="connsiteY15" fmla="*/ 58212 h 71645"/>
                    <a:gd name="connsiteX16" fmla="*/ 17911 w 17911"/>
                    <a:gd name="connsiteY16" fmla="*/ 55973 h 71645"/>
                    <a:gd name="connsiteX17" fmla="*/ 17911 w 17911"/>
                    <a:gd name="connsiteY17" fmla="*/ 42539 h 71645"/>
                    <a:gd name="connsiteX18" fmla="*/ 15672 w 17911"/>
                    <a:gd name="connsiteY18" fmla="*/ 40300 h 71645"/>
                    <a:gd name="connsiteX19" fmla="*/ 13433 w 17911"/>
                    <a:gd name="connsiteY19" fmla="*/ 53734 h 71645"/>
                    <a:gd name="connsiteX20" fmla="*/ 4478 w 17911"/>
                    <a:gd name="connsiteY20" fmla="*/ 53734 h 71645"/>
                    <a:gd name="connsiteX21" fmla="*/ 4478 w 17911"/>
                    <a:gd name="connsiteY21" fmla="*/ 44778 h 71645"/>
                    <a:gd name="connsiteX22" fmla="*/ 13433 w 17911"/>
                    <a:gd name="connsiteY22" fmla="*/ 44778 h 71645"/>
                    <a:gd name="connsiteX23" fmla="*/ 13433 w 17911"/>
                    <a:gd name="connsiteY23" fmla="*/ 53734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11" h="71645">
                      <a:moveTo>
                        <a:pt x="15672" y="40300"/>
                      </a:moveTo>
                      <a:lnTo>
                        <a:pt x="11195" y="40300"/>
                      </a:lnTo>
                      <a:lnTo>
                        <a:pt x="11195" y="2239"/>
                      </a:lnTo>
                      <a:cubicBezTo>
                        <a:pt x="11195" y="896"/>
                        <a:pt x="10299" y="0"/>
                        <a:pt x="8956" y="0"/>
                      </a:cubicBezTo>
                      <a:cubicBezTo>
                        <a:pt x="7612" y="0"/>
                        <a:pt x="6717" y="896"/>
                        <a:pt x="6717" y="2239"/>
                      </a:cubicBezTo>
                      <a:lnTo>
                        <a:pt x="6717" y="40300"/>
                      </a:lnTo>
                      <a:lnTo>
                        <a:pt x="2239" y="40300"/>
                      </a:lnTo>
                      <a:cubicBezTo>
                        <a:pt x="896" y="40300"/>
                        <a:pt x="0" y="41196"/>
                        <a:pt x="0" y="42539"/>
                      </a:cubicBezTo>
                      <a:lnTo>
                        <a:pt x="0" y="55973"/>
                      </a:lnTo>
                      <a:cubicBezTo>
                        <a:pt x="0" y="57316"/>
                        <a:pt x="896" y="58212"/>
                        <a:pt x="2239" y="58212"/>
                      </a:cubicBezTo>
                      <a:lnTo>
                        <a:pt x="6717" y="58212"/>
                      </a:lnTo>
                      <a:lnTo>
                        <a:pt x="6717" y="69406"/>
                      </a:lnTo>
                      <a:cubicBezTo>
                        <a:pt x="6717" y="70750"/>
                        <a:pt x="7612" y="71645"/>
                        <a:pt x="8956" y="71645"/>
                      </a:cubicBezTo>
                      <a:cubicBezTo>
                        <a:pt x="10299" y="71645"/>
                        <a:pt x="11195" y="70750"/>
                        <a:pt x="11195" y="69406"/>
                      </a:cubicBezTo>
                      <a:lnTo>
                        <a:pt x="11195" y="58212"/>
                      </a:lnTo>
                      <a:lnTo>
                        <a:pt x="15672" y="58212"/>
                      </a:lnTo>
                      <a:cubicBezTo>
                        <a:pt x="17016" y="58212"/>
                        <a:pt x="17911" y="57316"/>
                        <a:pt x="17911" y="55973"/>
                      </a:cubicBezTo>
                      <a:lnTo>
                        <a:pt x="17911" y="42539"/>
                      </a:lnTo>
                      <a:cubicBezTo>
                        <a:pt x="17911" y="41196"/>
                        <a:pt x="17016" y="40300"/>
                        <a:pt x="15672" y="40300"/>
                      </a:cubicBezTo>
                      <a:close/>
                      <a:moveTo>
                        <a:pt x="13433" y="53734"/>
                      </a:moveTo>
                      <a:lnTo>
                        <a:pt x="4478" y="53734"/>
                      </a:lnTo>
                      <a:lnTo>
                        <a:pt x="4478" y="44778"/>
                      </a:lnTo>
                      <a:lnTo>
                        <a:pt x="13433" y="44778"/>
                      </a:lnTo>
                      <a:lnTo>
                        <a:pt x="13433" y="537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1" name="Freeform: Shape 4047">
                  <a:extLst>
                    <a:ext uri="{FF2B5EF4-FFF2-40B4-BE49-F238E27FC236}">
                      <a16:creationId xmlns:a16="http://schemas.microsoft.com/office/drawing/2014/main" id="{2EB2C357-96C2-DE6A-B81C-2E0F2939687C}"/>
                    </a:ext>
                  </a:extLst>
                </p:cNvPr>
                <p:cNvSpPr/>
                <p:nvPr/>
              </p:nvSpPr>
              <p:spPr>
                <a:xfrm>
                  <a:off x="3838350" y="1718672"/>
                  <a:ext cx="17911" cy="71645"/>
                </a:xfrm>
                <a:custGeom>
                  <a:avLst/>
                  <a:gdLst>
                    <a:gd name="connsiteX0" fmla="*/ 15672 w 17911"/>
                    <a:gd name="connsiteY0" fmla="*/ 13433 h 71645"/>
                    <a:gd name="connsiteX1" fmla="*/ 11195 w 17911"/>
                    <a:gd name="connsiteY1" fmla="*/ 13433 h 71645"/>
                    <a:gd name="connsiteX2" fmla="*/ 11195 w 17911"/>
                    <a:gd name="connsiteY2" fmla="*/ 2239 h 71645"/>
                    <a:gd name="connsiteX3" fmla="*/ 8956 w 17911"/>
                    <a:gd name="connsiteY3" fmla="*/ 0 h 71645"/>
                    <a:gd name="connsiteX4" fmla="*/ 6717 w 17911"/>
                    <a:gd name="connsiteY4" fmla="*/ 2239 h 71645"/>
                    <a:gd name="connsiteX5" fmla="*/ 6717 w 17911"/>
                    <a:gd name="connsiteY5" fmla="*/ 13433 h 71645"/>
                    <a:gd name="connsiteX6" fmla="*/ 2239 w 17911"/>
                    <a:gd name="connsiteY6" fmla="*/ 13433 h 71645"/>
                    <a:gd name="connsiteX7" fmla="*/ 0 w 17911"/>
                    <a:gd name="connsiteY7" fmla="*/ 15672 h 71645"/>
                    <a:gd name="connsiteX8" fmla="*/ 0 w 17911"/>
                    <a:gd name="connsiteY8" fmla="*/ 29106 h 71645"/>
                    <a:gd name="connsiteX9" fmla="*/ 2239 w 17911"/>
                    <a:gd name="connsiteY9" fmla="*/ 31345 h 71645"/>
                    <a:gd name="connsiteX10" fmla="*/ 6717 w 17911"/>
                    <a:gd name="connsiteY10" fmla="*/ 31345 h 71645"/>
                    <a:gd name="connsiteX11" fmla="*/ 6717 w 17911"/>
                    <a:gd name="connsiteY11" fmla="*/ 69406 h 71645"/>
                    <a:gd name="connsiteX12" fmla="*/ 8956 w 17911"/>
                    <a:gd name="connsiteY12" fmla="*/ 71645 h 71645"/>
                    <a:gd name="connsiteX13" fmla="*/ 11195 w 17911"/>
                    <a:gd name="connsiteY13" fmla="*/ 69406 h 71645"/>
                    <a:gd name="connsiteX14" fmla="*/ 11195 w 17911"/>
                    <a:gd name="connsiteY14" fmla="*/ 31345 h 71645"/>
                    <a:gd name="connsiteX15" fmla="*/ 15672 w 17911"/>
                    <a:gd name="connsiteY15" fmla="*/ 31345 h 71645"/>
                    <a:gd name="connsiteX16" fmla="*/ 17911 w 17911"/>
                    <a:gd name="connsiteY16" fmla="*/ 29106 h 71645"/>
                    <a:gd name="connsiteX17" fmla="*/ 17911 w 17911"/>
                    <a:gd name="connsiteY17" fmla="*/ 15672 h 71645"/>
                    <a:gd name="connsiteX18" fmla="*/ 15672 w 17911"/>
                    <a:gd name="connsiteY18" fmla="*/ 13433 h 71645"/>
                    <a:gd name="connsiteX19" fmla="*/ 13433 w 17911"/>
                    <a:gd name="connsiteY19" fmla="*/ 26867 h 71645"/>
                    <a:gd name="connsiteX20" fmla="*/ 8956 w 17911"/>
                    <a:gd name="connsiteY20" fmla="*/ 26867 h 71645"/>
                    <a:gd name="connsiteX21" fmla="*/ 8956 w 17911"/>
                    <a:gd name="connsiteY21" fmla="*/ 26867 h 71645"/>
                    <a:gd name="connsiteX22" fmla="*/ 8956 w 17911"/>
                    <a:gd name="connsiteY22" fmla="*/ 26867 h 71645"/>
                    <a:gd name="connsiteX23" fmla="*/ 4478 w 17911"/>
                    <a:gd name="connsiteY23" fmla="*/ 26867 h 71645"/>
                    <a:gd name="connsiteX24" fmla="*/ 4478 w 17911"/>
                    <a:gd name="connsiteY24" fmla="*/ 17911 h 71645"/>
                    <a:gd name="connsiteX25" fmla="*/ 13433 w 17911"/>
                    <a:gd name="connsiteY25" fmla="*/ 17911 h 71645"/>
                    <a:gd name="connsiteX26" fmla="*/ 13433 w 17911"/>
                    <a:gd name="connsiteY26" fmla="*/ 26867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911" h="71645">
                      <a:moveTo>
                        <a:pt x="15672" y="13433"/>
                      </a:moveTo>
                      <a:lnTo>
                        <a:pt x="11195" y="13433"/>
                      </a:lnTo>
                      <a:lnTo>
                        <a:pt x="11195" y="2239"/>
                      </a:lnTo>
                      <a:cubicBezTo>
                        <a:pt x="11195" y="896"/>
                        <a:pt x="10299" y="0"/>
                        <a:pt x="8956" y="0"/>
                      </a:cubicBezTo>
                      <a:cubicBezTo>
                        <a:pt x="7612" y="0"/>
                        <a:pt x="6717" y="896"/>
                        <a:pt x="6717" y="2239"/>
                      </a:cubicBezTo>
                      <a:lnTo>
                        <a:pt x="6717" y="13433"/>
                      </a:lnTo>
                      <a:lnTo>
                        <a:pt x="2239" y="13433"/>
                      </a:lnTo>
                      <a:cubicBezTo>
                        <a:pt x="896" y="13433"/>
                        <a:pt x="0" y="14329"/>
                        <a:pt x="0" y="15672"/>
                      </a:cubicBezTo>
                      <a:lnTo>
                        <a:pt x="0" y="29106"/>
                      </a:lnTo>
                      <a:cubicBezTo>
                        <a:pt x="0" y="30449"/>
                        <a:pt x="896" y="31345"/>
                        <a:pt x="2239" y="31345"/>
                      </a:cubicBezTo>
                      <a:lnTo>
                        <a:pt x="6717" y="31345"/>
                      </a:lnTo>
                      <a:lnTo>
                        <a:pt x="6717" y="69406"/>
                      </a:lnTo>
                      <a:cubicBezTo>
                        <a:pt x="6717" y="70750"/>
                        <a:pt x="7612" y="71645"/>
                        <a:pt x="8956" y="71645"/>
                      </a:cubicBezTo>
                      <a:cubicBezTo>
                        <a:pt x="10299" y="71645"/>
                        <a:pt x="11195" y="70750"/>
                        <a:pt x="11195" y="69406"/>
                      </a:cubicBezTo>
                      <a:lnTo>
                        <a:pt x="11195" y="31345"/>
                      </a:lnTo>
                      <a:lnTo>
                        <a:pt x="15672" y="31345"/>
                      </a:lnTo>
                      <a:cubicBezTo>
                        <a:pt x="17016" y="31345"/>
                        <a:pt x="17911" y="30449"/>
                        <a:pt x="17911" y="29106"/>
                      </a:cubicBezTo>
                      <a:lnTo>
                        <a:pt x="17911" y="15672"/>
                      </a:lnTo>
                      <a:cubicBezTo>
                        <a:pt x="17911" y="14329"/>
                        <a:pt x="17016" y="13433"/>
                        <a:pt x="15672" y="13433"/>
                      </a:cubicBezTo>
                      <a:close/>
                      <a:moveTo>
                        <a:pt x="13433" y="26867"/>
                      </a:moveTo>
                      <a:lnTo>
                        <a:pt x="8956" y="26867"/>
                      </a:lnTo>
                      <a:cubicBezTo>
                        <a:pt x="8956" y="26867"/>
                        <a:pt x="8956" y="26867"/>
                        <a:pt x="8956" y="26867"/>
                      </a:cubicBezTo>
                      <a:cubicBezTo>
                        <a:pt x="8956" y="26867"/>
                        <a:pt x="8956" y="26867"/>
                        <a:pt x="8956" y="26867"/>
                      </a:cubicBezTo>
                      <a:lnTo>
                        <a:pt x="4478" y="26867"/>
                      </a:lnTo>
                      <a:lnTo>
                        <a:pt x="4478" y="17911"/>
                      </a:lnTo>
                      <a:lnTo>
                        <a:pt x="13433" y="17911"/>
                      </a:lnTo>
                      <a:lnTo>
                        <a:pt x="13433" y="268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2" name="Freeform: Shape 4048">
                  <a:extLst>
                    <a:ext uri="{FF2B5EF4-FFF2-40B4-BE49-F238E27FC236}">
                      <a16:creationId xmlns:a16="http://schemas.microsoft.com/office/drawing/2014/main" id="{1A64E39B-2076-61D6-A0C6-21D918FC0A35}"/>
                    </a:ext>
                  </a:extLst>
                </p:cNvPr>
                <p:cNvSpPr/>
                <p:nvPr/>
              </p:nvSpPr>
              <p:spPr>
                <a:xfrm>
                  <a:off x="3865217" y="1718672"/>
                  <a:ext cx="17911" cy="71645"/>
                </a:xfrm>
                <a:custGeom>
                  <a:avLst/>
                  <a:gdLst>
                    <a:gd name="connsiteX0" fmla="*/ 15672 w 17911"/>
                    <a:gd name="connsiteY0" fmla="*/ 26867 h 71645"/>
                    <a:gd name="connsiteX1" fmla="*/ 11195 w 17911"/>
                    <a:gd name="connsiteY1" fmla="*/ 26867 h 71645"/>
                    <a:gd name="connsiteX2" fmla="*/ 11195 w 17911"/>
                    <a:gd name="connsiteY2" fmla="*/ 2239 h 71645"/>
                    <a:gd name="connsiteX3" fmla="*/ 8956 w 17911"/>
                    <a:gd name="connsiteY3" fmla="*/ 0 h 71645"/>
                    <a:gd name="connsiteX4" fmla="*/ 6717 w 17911"/>
                    <a:gd name="connsiteY4" fmla="*/ 2239 h 71645"/>
                    <a:gd name="connsiteX5" fmla="*/ 6717 w 17911"/>
                    <a:gd name="connsiteY5" fmla="*/ 26867 h 71645"/>
                    <a:gd name="connsiteX6" fmla="*/ 2239 w 17911"/>
                    <a:gd name="connsiteY6" fmla="*/ 26867 h 71645"/>
                    <a:gd name="connsiteX7" fmla="*/ 0 w 17911"/>
                    <a:gd name="connsiteY7" fmla="*/ 29106 h 71645"/>
                    <a:gd name="connsiteX8" fmla="*/ 0 w 17911"/>
                    <a:gd name="connsiteY8" fmla="*/ 42539 h 71645"/>
                    <a:gd name="connsiteX9" fmla="*/ 2239 w 17911"/>
                    <a:gd name="connsiteY9" fmla="*/ 44778 h 71645"/>
                    <a:gd name="connsiteX10" fmla="*/ 6717 w 17911"/>
                    <a:gd name="connsiteY10" fmla="*/ 44778 h 71645"/>
                    <a:gd name="connsiteX11" fmla="*/ 6717 w 17911"/>
                    <a:gd name="connsiteY11" fmla="*/ 69406 h 71645"/>
                    <a:gd name="connsiteX12" fmla="*/ 8956 w 17911"/>
                    <a:gd name="connsiteY12" fmla="*/ 71645 h 71645"/>
                    <a:gd name="connsiteX13" fmla="*/ 11195 w 17911"/>
                    <a:gd name="connsiteY13" fmla="*/ 69406 h 71645"/>
                    <a:gd name="connsiteX14" fmla="*/ 11195 w 17911"/>
                    <a:gd name="connsiteY14" fmla="*/ 44778 h 71645"/>
                    <a:gd name="connsiteX15" fmla="*/ 15672 w 17911"/>
                    <a:gd name="connsiteY15" fmla="*/ 44778 h 71645"/>
                    <a:gd name="connsiteX16" fmla="*/ 17911 w 17911"/>
                    <a:gd name="connsiteY16" fmla="*/ 42539 h 71645"/>
                    <a:gd name="connsiteX17" fmla="*/ 17911 w 17911"/>
                    <a:gd name="connsiteY17" fmla="*/ 29106 h 71645"/>
                    <a:gd name="connsiteX18" fmla="*/ 15672 w 17911"/>
                    <a:gd name="connsiteY18" fmla="*/ 26867 h 71645"/>
                    <a:gd name="connsiteX19" fmla="*/ 13433 w 17911"/>
                    <a:gd name="connsiteY19" fmla="*/ 40300 h 71645"/>
                    <a:gd name="connsiteX20" fmla="*/ 4478 w 17911"/>
                    <a:gd name="connsiteY20" fmla="*/ 40300 h 71645"/>
                    <a:gd name="connsiteX21" fmla="*/ 4478 w 17911"/>
                    <a:gd name="connsiteY21" fmla="*/ 31345 h 71645"/>
                    <a:gd name="connsiteX22" fmla="*/ 13433 w 17911"/>
                    <a:gd name="connsiteY22" fmla="*/ 31345 h 71645"/>
                    <a:gd name="connsiteX23" fmla="*/ 13433 w 17911"/>
                    <a:gd name="connsiteY23" fmla="*/ 40300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11" h="71645">
                      <a:moveTo>
                        <a:pt x="15672" y="26867"/>
                      </a:moveTo>
                      <a:lnTo>
                        <a:pt x="11195" y="26867"/>
                      </a:lnTo>
                      <a:lnTo>
                        <a:pt x="11195" y="2239"/>
                      </a:lnTo>
                      <a:cubicBezTo>
                        <a:pt x="11195" y="896"/>
                        <a:pt x="10299" y="0"/>
                        <a:pt x="8956" y="0"/>
                      </a:cubicBezTo>
                      <a:cubicBezTo>
                        <a:pt x="7612" y="0"/>
                        <a:pt x="6717" y="896"/>
                        <a:pt x="6717" y="2239"/>
                      </a:cubicBezTo>
                      <a:lnTo>
                        <a:pt x="6717" y="26867"/>
                      </a:lnTo>
                      <a:lnTo>
                        <a:pt x="2239" y="26867"/>
                      </a:lnTo>
                      <a:cubicBezTo>
                        <a:pt x="896" y="26867"/>
                        <a:pt x="0" y="27762"/>
                        <a:pt x="0" y="29106"/>
                      </a:cubicBezTo>
                      <a:lnTo>
                        <a:pt x="0" y="42539"/>
                      </a:lnTo>
                      <a:cubicBezTo>
                        <a:pt x="0" y="43883"/>
                        <a:pt x="896" y="44778"/>
                        <a:pt x="2239" y="44778"/>
                      </a:cubicBezTo>
                      <a:lnTo>
                        <a:pt x="6717" y="44778"/>
                      </a:lnTo>
                      <a:lnTo>
                        <a:pt x="6717" y="69406"/>
                      </a:lnTo>
                      <a:cubicBezTo>
                        <a:pt x="6717" y="70750"/>
                        <a:pt x="7612" y="71645"/>
                        <a:pt x="8956" y="71645"/>
                      </a:cubicBezTo>
                      <a:cubicBezTo>
                        <a:pt x="10299" y="71645"/>
                        <a:pt x="11195" y="70750"/>
                        <a:pt x="11195" y="69406"/>
                      </a:cubicBezTo>
                      <a:lnTo>
                        <a:pt x="11195" y="44778"/>
                      </a:lnTo>
                      <a:lnTo>
                        <a:pt x="15672" y="44778"/>
                      </a:lnTo>
                      <a:cubicBezTo>
                        <a:pt x="17016" y="44778"/>
                        <a:pt x="17911" y="43883"/>
                        <a:pt x="17911" y="42539"/>
                      </a:cubicBezTo>
                      <a:lnTo>
                        <a:pt x="17911" y="29106"/>
                      </a:lnTo>
                      <a:cubicBezTo>
                        <a:pt x="17911" y="27762"/>
                        <a:pt x="17016" y="26867"/>
                        <a:pt x="15672" y="26867"/>
                      </a:cubicBezTo>
                      <a:close/>
                      <a:moveTo>
                        <a:pt x="13433" y="40300"/>
                      </a:moveTo>
                      <a:lnTo>
                        <a:pt x="4478" y="40300"/>
                      </a:lnTo>
                      <a:lnTo>
                        <a:pt x="4478" y="31345"/>
                      </a:lnTo>
                      <a:lnTo>
                        <a:pt x="13433" y="31345"/>
                      </a:lnTo>
                      <a:lnTo>
                        <a:pt x="13433" y="4030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53" name="Freeform: Shape 4049">
                <a:extLst>
                  <a:ext uri="{FF2B5EF4-FFF2-40B4-BE49-F238E27FC236}">
                    <a16:creationId xmlns:a16="http://schemas.microsoft.com/office/drawing/2014/main" id="{FAF46F26-6C48-33FF-AB39-2153DDD8B420}"/>
                  </a:ext>
                  <a:ext uri="{C183D7F6-B498-43B3-948B-1728B52AA6E4}">
                    <adec:decorative xmlns:adec="http://schemas.microsoft.com/office/drawing/2017/decorative" val="1"/>
                  </a:ext>
                </a:extLst>
              </p:cNvPr>
              <p:cNvSpPr>
                <a:spLocks noChangeAspect="1"/>
              </p:cNvSpPr>
              <p:nvPr/>
            </p:nvSpPr>
            <p:spPr>
              <a:xfrm>
                <a:off x="3990142" y="2443364"/>
                <a:ext cx="138812" cy="94034"/>
              </a:xfrm>
              <a:custGeom>
                <a:avLst/>
                <a:gdLst>
                  <a:gd name="connsiteX0" fmla="*/ 102990 w 138812"/>
                  <a:gd name="connsiteY0" fmla="*/ 95825 h 94034"/>
                  <a:gd name="connsiteX1" fmla="*/ 29106 w 138812"/>
                  <a:gd name="connsiteY1" fmla="*/ 95825 h 94034"/>
                  <a:gd name="connsiteX2" fmla="*/ 0 w 138812"/>
                  <a:gd name="connsiteY2" fmla="*/ 66720 h 94034"/>
                  <a:gd name="connsiteX3" fmla="*/ 13433 w 138812"/>
                  <a:gd name="connsiteY3" fmla="*/ 42092 h 94034"/>
                  <a:gd name="connsiteX4" fmla="*/ 55973 w 138812"/>
                  <a:gd name="connsiteY4" fmla="*/ 0 h 94034"/>
                  <a:gd name="connsiteX5" fmla="*/ 94930 w 138812"/>
                  <a:gd name="connsiteY5" fmla="*/ 25076 h 94034"/>
                  <a:gd name="connsiteX6" fmla="*/ 102990 w 138812"/>
                  <a:gd name="connsiteY6" fmla="*/ 24180 h 94034"/>
                  <a:gd name="connsiteX7" fmla="*/ 138812 w 138812"/>
                  <a:gd name="connsiteY7" fmla="*/ 60003 h 94034"/>
                  <a:gd name="connsiteX8" fmla="*/ 102990 w 138812"/>
                  <a:gd name="connsiteY8" fmla="*/ 95825 h 94034"/>
                  <a:gd name="connsiteX9" fmla="*/ 55973 w 138812"/>
                  <a:gd name="connsiteY9" fmla="*/ 4478 h 94034"/>
                  <a:gd name="connsiteX10" fmla="*/ 17911 w 138812"/>
                  <a:gd name="connsiteY10" fmla="*/ 42539 h 94034"/>
                  <a:gd name="connsiteX11" fmla="*/ 17911 w 138812"/>
                  <a:gd name="connsiteY11" fmla="*/ 43435 h 94034"/>
                  <a:gd name="connsiteX12" fmla="*/ 17016 w 138812"/>
                  <a:gd name="connsiteY12" fmla="*/ 45226 h 94034"/>
                  <a:gd name="connsiteX13" fmla="*/ 4478 w 138812"/>
                  <a:gd name="connsiteY13" fmla="*/ 66720 h 94034"/>
                  <a:gd name="connsiteX14" fmla="*/ 29106 w 138812"/>
                  <a:gd name="connsiteY14" fmla="*/ 91348 h 94034"/>
                  <a:gd name="connsiteX15" fmla="*/ 102990 w 138812"/>
                  <a:gd name="connsiteY15" fmla="*/ 91348 h 94034"/>
                  <a:gd name="connsiteX16" fmla="*/ 134335 w 138812"/>
                  <a:gd name="connsiteY16" fmla="*/ 60003 h 94034"/>
                  <a:gd name="connsiteX17" fmla="*/ 102990 w 138812"/>
                  <a:gd name="connsiteY17" fmla="*/ 28658 h 94034"/>
                  <a:gd name="connsiteX18" fmla="*/ 94034 w 138812"/>
                  <a:gd name="connsiteY18" fmla="*/ 30001 h 94034"/>
                  <a:gd name="connsiteX19" fmla="*/ 91348 w 138812"/>
                  <a:gd name="connsiteY19" fmla="*/ 28658 h 94034"/>
                  <a:gd name="connsiteX20" fmla="*/ 55973 w 138812"/>
                  <a:gd name="connsiteY20" fmla="*/ 4478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8812" h="94034">
                    <a:moveTo>
                      <a:pt x="102990" y="95825"/>
                    </a:moveTo>
                    <a:lnTo>
                      <a:pt x="29106" y="95825"/>
                    </a:lnTo>
                    <a:cubicBezTo>
                      <a:pt x="12986" y="95825"/>
                      <a:pt x="0" y="82840"/>
                      <a:pt x="0" y="66720"/>
                    </a:cubicBezTo>
                    <a:cubicBezTo>
                      <a:pt x="0" y="56868"/>
                      <a:pt x="4926" y="47465"/>
                      <a:pt x="13433" y="42092"/>
                    </a:cubicBezTo>
                    <a:cubicBezTo>
                      <a:pt x="13433" y="18807"/>
                      <a:pt x="32688" y="0"/>
                      <a:pt x="55973" y="0"/>
                    </a:cubicBezTo>
                    <a:cubicBezTo>
                      <a:pt x="72541" y="0"/>
                      <a:pt x="88213" y="9851"/>
                      <a:pt x="94930" y="25076"/>
                    </a:cubicBezTo>
                    <a:cubicBezTo>
                      <a:pt x="97616" y="24628"/>
                      <a:pt x="100303" y="24180"/>
                      <a:pt x="102990" y="24180"/>
                    </a:cubicBezTo>
                    <a:cubicBezTo>
                      <a:pt x="122692" y="24180"/>
                      <a:pt x="138812" y="40300"/>
                      <a:pt x="138812" y="60003"/>
                    </a:cubicBezTo>
                    <a:cubicBezTo>
                      <a:pt x="138812" y="79705"/>
                      <a:pt x="122692" y="95825"/>
                      <a:pt x="102990" y="95825"/>
                    </a:cubicBezTo>
                    <a:close/>
                    <a:moveTo>
                      <a:pt x="55973" y="4478"/>
                    </a:moveTo>
                    <a:cubicBezTo>
                      <a:pt x="34927" y="4478"/>
                      <a:pt x="17911" y="21494"/>
                      <a:pt x="17911" y="42539"/>
                    </a:cubicBezTo>
                    <a:lnTo>
                      <a:pt x="17911" y="43435"/>
                    </a:lnTo>
                    <a:cubicBezTo>
                      <a:pt x="17911" y="44330"/>
                      <a:pt x="17464" y="44778"/>
                      <a:pt x="17016" y="45226"/>
                    </a:cubicBezTo>
                    <a:cubicBezTo>
                      <a:pt x="9404" y="49704"/>
                      <a:pt x="4478" y="57764"/>
                      <a:pt x="4478" y="66720"/>
                    </a:cubicBezTo>
                    <a:cubicBezTo>
                      <a:pt x="4478" y="80153"/>
                      <a:pt x="15672" y="91348"/>
                      <a:pt x="29106" y="91348"/>
                    </a:cubicBezTo>
                    <a:lnTo>
                      <a:pt x="102990" y="91348"/>
                    </a:lnTo>
                    <a:cubicBezTo>
                      <a:pt x="120453" y="91348"/>
                      <a:pt x="134335" y="77466"/>
                      <a:pt x="134335" y="60003"/>
                    </a:cubicBezTo>
                    <a:cubicBezTo>
                      <a:pt x="134335" y="42539"/>
                      <a:pt x="120453" y="28658"/>
                      <a:pt x="102990" y="28658"/>
                    </a:cubicBezTo>
                    <a:cubicBezTo>
                      <a:pt x="99855" y="28658"/>
                      <a:pt x="97169" y="29106"/>
                      <a:pt x="94034" y="30001"/>
                    </a:cubicBezTo>
                    <a:cubicBezTo>
                      <a:pt x="92691" y="30449"/>
                      <a:pt x="91795" y="29554"/>
                      <a:pt x="91348" y="28658"/>
                    </a:cubicBezTo>
                    <a:cubicBezTo>
                      <a:pt x="85974" y="13881"/>
                      <a:pt x="71645" y="4478"/>
                      <a:pt x="5597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54" name="Group 4050">
                <a:extLst>
                  <a:ext uri="{FF2B5EF4-FFF2-40B4-BE49-F238E27FC236}">
                    <a16:creationId xmlns:a16="http://schemas.microsoft.com/office/drawing/2014/main" id="{73BED633-BDE4-0E7D-8F51-6A9759B746A9}"/>
                  </a:ext>
                  <a:ext uri="{C183D7F6-B498-43B3-948B-1728B52AA6E4}">
                    <adec:decorative xmlns:adec="http://schemas.microsoft.com/office/drawing/2017/decorative" val="1"/>
                  </a:ext>
                </a:extLst>
              </p:cNvPr>
              <p:cNvGrpSpPr>
                <a:grpSpLocks noChangeAspect="1"/>
              </p:cNvGrpSpPr>
              <p:nvPr/>
            </p:nvGrpSpPr>
            <p:grpSpPr>
              <a:xfrm>
                <a:off x="4260602" y="2443364"/>
                <a:ext cx="138812" cy="108811"/>
                <a:chOff x="4301356" y="1707925"/>
                <a:chExt cx="138812" cy="108811"/>
              </a:xfrm>
            </p:grpSpPr>
            <p:sp>
              <p:nvSpPr>
                <p:cNvPr id="155" name="Freeform: Shape 4051">
                  <a:extLst>
                    <a:ext uri="{FF2B5EF4-FFF2-40B4-BE49-F238E27FC236}">
                      <a16:creationId xmlns:a16="http://schemas.microsoft.com/office/drawing/2014/main" id="{DFFDD21F-FC34-655C-26F7-9EB306D7CE44}"/>
                    </a:ext>
                  </a:extLst>
                </p:cNvPr>
                <p:cNvSpPr/>
                <p:nvPr/>
              </p:nvSpPr>
              <p:spPr>
                <a:xfrm>
                  <a:off x="4301356" y="1707925"/>
                  <a:ext cx="138812" cy="94034"/>
                </a:xfrm>
                <a:custGeom>
                  <a:avLst/>
                  <a:gdLst>
                    <a:gd name="connsiteX0" fmla="*/ 89556 w 138812"/>
                    <a:gd name="connsiteY0" fmla="*/ 95825 h 94034"/>
                    <a:gd name="connsiteX1" fmla="*/ 87317 w 138812"/>
                    <a:gd name="connsiteY1" fmla="*/ 93586 h 94034"/>
                    <a:gd name="connsiteX2" fmla="*/ 89556 w 138812"/>
                    <a:gd name="connsiteY2" fmla="*/ 91348 h 94034"/>
                    <a:gd name="connsiteX3" fmla="*/ 102990 w 138812"/>
                    <a:gd name="connsiteY3" fmla="*/ 91348 h 94034"/>
                    <a:gd name="connsiteX4" fmla="*/ 134335 w 138812"/>
                    <a:gd name="connsiteY4" fmla="*/ 60003 h 94034"/>
                    <a:gd name="connsiteX5" fmla="*/ 102990 w 138812"/>
                    <a:gd name="connsiteY5" fmla="*/ 28658 h 94034"/>
                    <a:gd name="connsiteX6" fmla="*/ 94034 w 138812"/>
                    <a:gd name="connsiteY6" fmla="*/ 30001 h 94034"/>
                    <a:gd name="connsiteX7" fmla="*/ 91347 w 138812"/>
                    <a:gd name="connsiteY7" fmla="*/ 28658 h 94034"/>
                    <a:gd name="connsiteX8" fmla="*/ 55973 w 138812"/>
                    <a:gd name="connsiteY8" fmla="*/ 4478 h 94034"/>
                    <a:gd name="connsiteX9" fmla="*/ 17911 w 138812"/>
                    <a:gd name="connsiteY9" fmla="*/ 42539 h 94034"/>
                    <a:gd name="connsiteX10" fmla="*/ 17911 w 138812"/>
                    <a:gd name="connsiteY10" fmla="*/ 43435 h 94034"/>
                    <a:gd name="connsiteX11" fmla="*/ 17016 w 138812"/>
                    <a:gd name="connsiteY11" fmla="*/ 45226 h 94034"/>
                    <a:gd name="connsiteX12" fmla="*/ 4478 w 138812"/>
                    <a:gd name="connsiteY12" fmla="*/ 66720 h 94034"/>
                    <a:gd name="connsiteX13" fmla="*/ 29106 w 138812"/>
                    <a:gd name="connsiteY13" fmla="*/ 91348 h 94034"/>
                    <a:gd name="connsiteX14" fmla="*/ 49256 w 138812"/>
                    <a:gd name="connsiteY14" fmla="*/ 91348 h 94034"/>
                    <a:gd name="connsiteX15" fmla="*/ 51495 w 138812"/>
                    <a:gd name="connsiteY15" fmla="*/ 93586 h 94034"/>
                    <a:gd name="connsiteX16" fmla="*/ 49256 w 138812"/>
                    <a:gd name="connsiteY16" fmla="*/ 95825 h 94034"/>
                    <a:gd name="connsiteX17" fmla="*/ 49256 w 138812"/>
                    <a:gd name="connsiteY17" fmla="*/ 95825 h 94034"/>
                    <a:gd name="connsiteX18" fmla="*/ 29106 w 138812"/>
                    <a:gd name="connsiteY18" fmla="*/ 95825 h 94034"/>
                    <a:gd name="connsiteX19" fmla="*/ 0 w 138812"/>
                    <a:gd name="connsiteY19" fmla="*/ 66720 h 94034"/>
                    <a:gd name="connsiteX20" fmla="*/ 13433 w 138812"/>
                    <a:gd name="connsiteY20" fmla="*/ 42092 h 94034"/>
                    <a:gd name="connsiteX21" fmla="*/ 55973 w 138812"/>
                    <a:gd name="connsiteY21" fmla="*/ 0 h 94034"/>
                    <a:gd name="connsiteX22" fmla="*/ 94930 w 138812"/>
                    <a:gd name="connsiteY22" fmla="*/ 25076 h 94034"/>
                    <a:gd name="connsiteX23" fmla="*/ 102990 w 138812"/>
                    <a:gd name="connsiteY23" fmla="*/ 24180 h 94034"/>
                    <a:gd name="connsiteX24" fmla="*/ 138812 w 138812"/>
                    <a:gd name="connsiteY24" fmla="*/ 60003 h 94034"/>
                    <a:gd name="connsiteX25" fmla="*/ 102990 w 138812"/>
                    <a:gd name="connsiteY25" fmla="*/ 95825 h 94034"/>
                    <a:gd name="connsiteX26" fmla="*/ 89556 w 138812"/>
                    <a:gd name="connsiteY26" fmla="*/ 95825 h 94034"/>
                    <a:gd name="connsiteX27" fmla="*/ 89556 w 138812"/>
                    <a:gd name="connsiteY27" fmla="*/ 9582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812" h="94034">
                      <a:moveTo>
                        <a:pt x="89556" y="95825"/>
                      </a:moveTo>
                      <a:cubicBezTo>
                        <a:pt x="88213" y="95825"/>
                        <a:pt x="87317" y="94930"/>
                        <a:pt x="87317" y="93586"/>
                      </a:cubicBezTo>
                      <a:cubicBezTo>
                        <a:pt x="87317" y="92243"/>
                        <a:pt x="88213" y="91348"/>
                        <a:pt x="89556" y="91348"/>
                      </a:cubicBezTo>
                      <a:lnTo>
                        <a:pt x="102990" y="91348"/>
                      </a:lnTo>
                      <a:cubicBezTo>
                        <a:pt x="120453" y="91348"/>
                        <a:pt x="134335" y="77466"/>
                        <a:pt x="134335" y="60003"/>
                      </a:cubicBezTo>
                      <a:cubicBezTo>
                        <a:pt x="134335" y="42539"/>
                        <a:pt x="120453" y="28658"/>
                        <a:pt x="102990" y="28658"/>
                      </a:cubicBezTo>
                      <a:cubicBezTo>
                        <a:pt x="99855" y="28658"/>
                        <a:pt x="97169" y="29106"/>
                        <a:pt x="94034" y="30001"/>
                      </a:cubicBezTo>
                      <a:cubicBezTo>
                        <a:pt x="92691" y="30449"/>
                        <a:pt x="91795" y="29554"/>
                        <a:pt x="91347" y="28658"/>
                      </a:cubicBezTo>
                      <a:cubicBezTo>
                        <a:pt x="85526" y="14329"/>
                        <a:pt x="71645" y="4478"/>
                        <a:pt x="55973" y="4478"/>
                      </a:cubicBezTo>
                      <a:cubicBezTo>
                        <a:pt x="34927" y="4478"/>
                        <a:pt x="17911" y="21494"/>
                        <a:pt x="17911" y="42539"/>
                      </a:cubicBezTo>
                      <a:lnTo>
                        <a:pt x="17911" y="43435"/>
                      </a:lnTo>
                      <a:cubicBezTo>
                        <a:pt x="17911" y="44330"/>
                        <a:pt x="17463" y="44778"/>
                        <a:pt x="17016" y="45226"/>
                      </a:cubicBezTo>
                      <a:cubicBezTo>
                        <a:pt x="9403" y="49704"/>
                        <a:pt x="4478" y="57764"/>
                        <a:pt x="4478" y="66720"/>
                      </a:cubicBezTo>
                      <a:cubicBezTo>
                        <a:pt x="4478" y="80153"/>
                        <a:pt x="15672" y="91348"/>
                        <a:pt x="29106" y="91348"/>
                      </a:cubicBezTo>
                      <a:lnTo>
                        <a:pt x="49256" y="91348"/>
                      </a:lnTo>
                      <a:cubicBezTo>
                        <a:pt x="50599" y="91348"/>
                        <a:pt x="51495" y="92243"/>
                        <a:pt x="51495" y="93586"/>
                      </a:cubicBezTo>
                      <a:cubicBezTo>
                        <a:pt x="51495" y="94930"/>
                        <a:pt x="50599" y="95825"/>
                        <a:pt x="49256" y="95825"/>
                      </a:cubicBezTo>
                      <a:lnTo>
                        <a:pt x="49256" y="95825"/>
                      </a:lnTo>
                      <a:lnTo>
                        <a:pt x="29106" y="95825"/>
                      </a:lnTo>
                      <a:cubicBezTo>
                        <a:pt x="12986" y="95825"/>
                        <a:pt x="0" y="82840"/>
                        <a:pt x="0" y="66720"/>
                      </a:cubicBezTo>
                      <a:cubicBezTo>
                        <a:pt x="0" y="56868"/>
                        <a:pt x="4925" y="47465"/>
                        <a:pt x="13433" y="42092"/>
                      </a:cubicBezTo>
                      <a:cubicBezTo>
                        <a:pt x="13433" y="18807"/>
                        <a:pt x="32688" y="0"/>
                        <a:pt x="55973" y="0"/>
                      </a:cubicBezTo>
                      <a:cubicBezTo>
                        <a:pt x="72541" y="0"/>
                        <a:pt x="88213" y="9851"/>
                        <a:pt x="94930" y="25076"/>
                      </a:cubicBezTo>
                      <a:cubicBezTo>
                        <a:pt x="97616" y="24628"/>
                        <a:pt x="100303" y="24180"/>
                        <a:pt x="102990" y="24180"/>
                      </a:cubicBezTo>
                      <a:cubicBezTo>
                        <a:pt x="122692" y="24180"/>
                        <a:pt x="138812" y="40300"/>
                        <a:pt x="138812" y="60003"/>
                      </a:cubicBezTo>
                      <a:cubicBezTo>
                        <a:pt x="138812" y="79705"/>
                        <a:pt x="122692" y="95825"/>
                        <a:pt x="102990" y="95825"/>
                      </a:cubicBezTo>
                      <a:lnTo>
                        <a:pt x="89556" y="95825"/>
                      </a:lnTo>
                      <a:cubicBezTo>
                        <a:pt x="89556" y="95825"/>
                        <a:pt x="89556" y="95825"/>
                        <a:pt x="89556" y="958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6" name="Freeform: Shape 4052">
                  <a:extLst>
                    <a:ext uri="{FF2B5EF4-FFF2-40B4-BE49-F238E27FC236}">
                      <a16:creationId xmlns:a16="http://schemas.microsoft.com/office/drawing/2014/main" id="{5A79D9ED-4318-7CAB-D8C7-8D4EA2E1F426}"/>
                    </a:ext>
                  </a:extLst>
                </p:cNvPr>
                <p:cNvSpPr/>
                <p:nvPr/>
              </p:nvSpPr>
              <p:spPr>
                <a:xfrm>
                  <a:off x="4362031" y="1771958"/>
                  <a:ext cx="13433" cy="44778"/>
                </a:xfrm>
                <a:custGeom>
                  <a:avLst/>
                  <a:gdLst>
                    <a:gd name="connsiteX0" fmla="*/ 16792 w 13433"/>
                    <a:gd name="connsiteY0" fmla="*/ 34479 h 44778"/>
                    <a:gd name="connsiteX1" fmla="*/ 13657 w 13433"/>
                    <a:gd name="connsiteY1" fmla="*/ 34479 h 44778"/>
                    <a:gd name="connsiteX2" fmla="*/ 10971 w 13433"/>
                    <a:gd name="connsiteY2" fmla="*/ 37166 h 44778"/>
                    <a:gd name="connsiteX3" fmla="*/ 10971 w 13433"/>
                    <a:gd name="connsiteY3" fmla="*/ 2239 h 44778"/>
                    <a:gd name="connsiteX4" fmla="*/ 8732 w 13433"/>
                    <a:gd name="connsiteY4" fmla="*/ 0 h 44778"/>
                    <a:gd name="connsiteX5" fmla="*/ 6493 w 13433"/>
                    <a:gd name="connsiteY5" fmla="*/ 2239 h 44778"/>
                    <a:gd name="connsiteX6" fmla="*/ 6493 w 13433"/>
                    <a:gd name="connsiteY6" fmla="*/ 37166 h 44778"/>
                    <a:gd name="connsiteX7" fmla="*/ 3806 w 13433"/>
                    <a:gd name="connsiteY7" fmla="*/ 34479 h 44778"/>
                    <a:gd name="connsiteX8" fmla="*/ 672 w 13433"/>
                    <a:gd name="connsiteY8" fmla="*/ 34479 h 44778"/>
                    <a:gd name="connsiteX9" fmla="*/ 672 w 13433"/>
                    <a:gd name="connsiteY9" fmla="*/ 37614 h 44778"/>
                    <a:gd name="connsiteX10" fmla="*/ 7388 w 13433"/>
                    <a:gd name="connsiteY10" fmla="*/ 44330 h 44778"/>
                    <a:gd name="connsiteX11" fmla="*/ 8284 w 13433"/>
                    <a:gd name="connsiteY11" fmla="*/ 44778 h 44778"/>
                    <a:gd name="connsiteX12" fmla="*/ 8284 w 13433"/>
                    <a:gd name="connsiteY12" fmla="*/ 44778 h 44778"/>
                    <a:gd name="connsiteX13" fmla="*/ 8284 w 13433"/>
                    <a:gd name="connsiteY13" fmla="*/ 44778 h 44778"/>
                    <a:gd name="connsiteX14" fmla="*/ 9179 w 13433"/>
                    <a:gd name="connsiteY14" fmla="*/ 44778 h 44778"/>
                    <a:gd name="connsiteX15" fmla="*/ 10075 w 13433"/>
                    <a:gd name="connsiteY15" fmla="*/ 44778 h 44778"/>
                    <a:gd name="connsiteX16" fmla="*/ 10971 w 13433"/>
                    <a:gd name="connsiteY16" fmla="*/ 44330 h 44778"/>
                    <a:gd name="connsiteX17" fmla="*/ 17687 w 13433"/>
                    <a:gd name="connsiteY17" fmla="*/ 37614 h 44778"/>
                    <a:gd name="connsiteX18" fmla="*/ 16792 w 13433"/>
                    <a:gd name="connsiteY18" fmla="*/ 34479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433" h="44778">
                      <a:moveTo>
                        <a:pt x="16792" y="34479"/>
                      </a:moveTo>
                      <a:cubicBezTo>
                        <a:pt x="15896" y="33584"/>
                        <a:pt x="14553" y="33584"/>
                        <a:pt x="13657" y="34479"/>
                      </a:cubicBezTo>
                      <a:lnTo>
                        <a:pt x="10971" y="37166"/>
                      </a:lnTo>
                      <a:lnTo>
                        <a:pt x="10971" y="2239"/>
                      </a:lnTo>
                      <a:cubicBezTo>
                        <a:pt x="10971" y="896"/>
                        <a:pt x="10075" y="0"/>
                        <a:pt x="8732" y="0"/>
                      </a:cubicBezTo>
                      <a:cubicBezTo>
                        <a:pt x="7388" y="0"/>
                        <a:pt x="6493" y="896"/>
                        <a:pt x="6493" y="2239"/>
                      </a:cubicBezTo>
                      <a:lnTo>
                        <a:pt x="6493" y="37166"/>
                      </a:lnTo>
                      <a:lnTo>
                        <a:pt x="3806" y="34479"/>
                      </a:lnTo>
                      <a:cubicBezTo>
                        <a:pt x="2911" y="33584"/>
                        <a:pt x="1567" y="33584"/>
                        <a:pt x="672" y="34479"/>
                      </a:cubicBezTo>
                      <a:cubicBezTo>
                        <a:pt x="-224" y="35375"/>
                        <a:pt x="-224" y="36718"/>
                        <a:pt x="672" y="37614"/>
                      </a:cubicBezTo>
                      <a:lnTo>
                        <a:pt x="7388" y="44330"/>
                      </a:lnTo>
                      <a:cubicBezTo>
                        <a:pt x="7388" y="44330"/>
                        <a:pt x="7836" y="44778"/>
                        <a:pt x="8284" y="44778"/>
                      </a:cubicBezTo>
                      <a:cubicBezTo>
                        <a:pt x="8284" y="44778"/>
                        <a:pt x="8284" y="44778"/>
                        <a:pt x="8284" y="44778"/>
                      </a:cubicBezTo>
                      <a:cubicBezTo>
                        <a:pt x="8284" y="44778"/>
                        <a:pt x="8284" y="44778"/>
                        <a:pt x="8284" y="44778"/>
                      </a:cubicBezTo>
                      <a:cubicBezTo>
                        <a:pt x="8732" y="44778"/>
                        <a:pt x="8732" y="44778"/>
                        <a:pt x="9179" y="44778"/>
                      </a:cubicBezTo>
                      <a:cubicBezTo>
                        <a:pt x="9627" y="44778"/>
                        <a:pt x="9627" y="44778"/>
                        <a:pt x="10075" y="44778"/>
                      </a:cubicBezTo>
                      <a:cubicBezTo>
                        <a:pt x="10523" y="44778"/>
                        <a:pt x="10523" y="44330"/>
                        <a:pt x="10971" y="44330"/>
                      </a:cubicBezTo>
                      <a:lnTo>
                        <a:pt x="17687" y="37614"/>
                      </a:lnTo>
                      <a:cubicBezTo>
                        <a:pt x="17687" y="36718"/>
                        <a:pt x="17687" y="35375"/>
                        <a:pt x="16792" y="3447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7" name="Group 4053">
                <a:extLst>
                  <a:ext uri="{FF2B5EF4-FFF2-40B4-BE49-F238E27FC236}">
                    <a16:creationId xmlns:a16="http://schemas.microsoft.com/office/drawing/2014/main" id="{382A66EE-2A9D-05AF-D727-14BAFC4CA681}"/>
                  </a:ext>
                  <a:ext uri="{C183D7F6-B498-43B3-948B-1728B52AA6E4}">
                    <adec:decorative xmlns:adec="http://schemas.microsoft.com/office/drawing/2017/decorative" val="1"/>
                  </a:ext>
                </a:extLst>
              </p:cNvPr>
              <p:cNvGrpSpPr>
                <a:grpSpLocks noChangeAspect="1"/>
              </p:cNvGrpSpPr>
              <p:nvPr/>
            </p:nvGrpSpPr>
            <p:grpSpPr>
              <a:xfrm>
                <a:off x="4519868" y="2443364"/>
                <a:ext cx="138812" cy="109259"/>
                <a:chOff x="4560622" y="1707925"/>
                <a:chExt cx="138812" cy="109259"/>
              </a:xfrm>
            </p:grpSpPr>
            <p:sp>
              <p:nvSpPr>
                <p:cNvPr id="158" name="Freeform: Shape 4054">
                  <a:extLst>
                    <a:ext uri="{FF2B5EF4-FFF2-40B4-BE49-F238E27FC236}">
                      <a16:creationId xmlns:a16="http://schemas.microsoft.com/office/drawing/2014/main" id="{68C0CF36-9FED-8578-D1F9-F758788B5C14}"/>
                    </a:ext>
                  </a:extLst>
                </p:cNvPr>
                <p:cNvSpPr/>
                <p:nvPr/>
              </p:nvSpPr>
              <p:spPr>
                <a:xfrm>
                  <a:off x="4560622" y="1707925"/>
                  <a:ext cx="138812" cy="94034"/>
                </a:xfrm>
                <a:custGeom>
                  <a:avLst/>
                  <a:gdLst>
                    <a:gd name="connsiteX0" fmla="*/ 89556 w 138812"/>
                    <a:gd name="connsiteY0" fmla="*/ 95825 h 94034"/>
                    <a:gd name="connsiteX1" fmla="*/ 87317 w 138812"/>
                    <a:gd name="connsiteY1" fmla="*/ 93586 h 94034"/>
                    <a:gd name="connsiteX2" fmla="*/ 89556 w 138812"/>
                    <a:gd name="connsiteY2" fmla="*/ 91348 h 94034"/>
                    <a:gd name="connsiteX3" fmla="*/ 102990 w 138812"/>
                    <a:gd name="connsiteY3" fmla="*/ 91348 h 94034"/>
                    <a:gd name="connsiteX4" fmla="*/ 134335 w 138812"/>
                    <a:gd name="connsiteY4" fmla="*/ 60003 h 94034"/>
                    <a:gd name="connsiteX5" fmla="*/ 102990 w 138812"/>
                    <a:gd name="connsiteY5" fmla="*/ 28658 h 94034"/>
                    <a:gd name="connsiteX6" fmla="*/ 94034 w 138812"/>
                    <a:gd name="connsiteY6" fmla="*/ 30001 h 94034"/>
                    <a:gd name="connsiteX7" fmla="*/ 91348 w 138812"/>
                    <a:gd name="connsiteY7" fmla="*/ 28658 h 94034"/>
                    <a:gd name="connsiteX8" fmla="*/ 55973 w 138812"/>
                    <a:gd name="connsiteY8" fmla="*/ 4478 h 94034"/>
                    <a:gd name="connsiteX9" fmla="*/ 17911 w 138812"/>
                    <a:gd name="connsiteY9" fmla="*/ 42539 h 94034"/>
                    <a:gd name="connsiteX10" fmla="*/ 17911 w 138812"/>
                    <a:gd name="connsiteY10" fmla="*/ 43435 h 94034"/>
                    <a:gd name="connsiteX11" fmla="*/ 17016 w 138812"/>
                    <a:gd name="connsiteY11" fmla="*/ 45226 h 94034"/>
                    <a:gd name="connsiteX12" fmla="*/ 4478 w 138812"/>
                    <a:gd name="connsiteY12" fmla="*/ 66720 h 94034"/>
                    <a:gd name="connsiteX13" fmla="*/ 29106 w 138812"/>
                    <a:gd name="connsiteY13" fmla="*/ 91348 h 94034"/>
                    <a:gd name="connsiteX14" fmla="*/ 49256 w 138812"/>
                    <a:gd name="connsiteY14" fmla="*/ 91348 h 94034"/>
                    <a:gd name="connsiteX15" fmla="*/ 51495 w 138812"/>
                    <a:gd name="connsiteY15" fmla="*/ 93586 h 94034"/>
                    <a:gd name="connsiteX16" fmla="*/ 49256 w 138812"/>
                    <a:gd name="connsiteY16" fmla="*/ 95825 h 94034"/>
                    <a:gd name="connsiteX17" fmla="*/ 49256 w 138812"/>
                    <a:gd name="connsiteY17" fmla="*/ 95825 h 94034"/>
                    <a:gd name="connsiteX18" fmla="*/ 29106 w 138812"/>
                    <a:gd name="connsiteY18" fmla="*/ 95825 h 94034"/>
                    <a:gd name="connsiteX19" fmla="*/ 0 w 138812"/>
                    <a:gd name="connsiteY19" fmla="*/ 66720 h 94034"/>
                    <a:gd name="connsiteX20" fmla="*/ 13433 w 138812"/>
                    <a:gd name="connsiteY20" fmla="*/ 42092 h 94034"/>
                    <a:gd name="connsiteX21" fmla="*/ 55973 w 138812"/>
                    <a:gd name="connsiteY21" fmla="*/ 0 h 94034"/>
                    <a:gd name="connsiteX22" fmla="*/ 94930 w 138812"/>
                    <a:gd name="connsiteY22" fmla="*/ 25076 h 94034"/>
                    <a:gd name="connsiteX23" fmla="*/ 102990 w 138812"/>
                    <a:gd name="connsiteY23" fmla="*/ 24180 h 94034"/>
                    <a:gd name="connsiteX24" fmla="*/ 138812 w 138812"/>
                    <a:gd name="connsiteY24" fmla="*/ 60003 h 94034"/>
                    <a:gd name="connsiteX25" fmla="*/ 102990 w 138812"/>
                    <a:gd name="connsiteY25" fmla="*/ 95825 h 94034"/>
                    <a:gd name="connsiteX26" fmla="*/ 89556 w 138812"/>
                    <a:gd name="connsiteY26" fmla="*/ 95825 h 94034"/>
                    <a:gd name="connsiteX27" fmla="*/ 89556 w 138812"/>
                    <a:gd name="connsiteY27" fmla="*/ 9582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812" h="94034">
                      <a:moveTo>
                        <a:pt x="89556" y="95825"/>
                      </a:moveTo>
                      <a:cubicBezTo>
                        <a:pt x="88213" y="95825"/>
                        <a:pt x="87317" y="94930"/>
                        <a:pt x="87317" y="93586"/>
                      </a:cubicBezTo>
                      <a:cubicBezTo>
                        <a:pt x="87317" y="92243"/>
                        <a:pt x="88213" y="91348"/>
                        <a:pt x="89556" y="91348"/>
                      </a:cubicBezTo>
                      <a:lnTo>
                        <a:pt x="102990" y="91348"/>
                      </a:lnTo>
                      <a:cubicBezTo>
                        <a:pt x="120453" y="91348"/>
                        <a:pt x="134335" y="77466"/>
                        <a:pt x="134335" y="60003"/>
                      </a:cubicBezTo>
                      <a:cubicBezTo>
                        <a:pt x="134335" y="42539"/>
                        <a:pt x="120453" y="28658"/>
                        <a:pt x="102990" y="28658"/>
                      </a:cubicBezTo>
                      <a:cubicBezTo>
                        <a:pt x="99856" y="28658"/>
                        <a:pt x="97169" y="29106"/>
                        <a:pt x="94034" y="30001"/>
                      </a:cubicBezTo>
                      <a:cubicBezTo>
                        <a:pt x="92691" y="30449"/>
                        <a:pt x="91795" y="29554"/>
                        <a:pt x="91348" y="28658"/>
                      </a:cubicBezTo>
                      <a:cubicBezTo>
                        <a:pt x="85526" y="14329"/>
                        <a:pt x="71645" y="4478"/>
                        <a:pt x="55973" y="4478"/>
                      </a:cubicBezTo>
                      <a:cubicBezTo>
                        <a:pt x="34927" y="4478"/>
                        <a:pt x="17911" y="21494"/>
                        <a:pt x="17911" y="42539"/>
                      </a:cubicBezTo>
                      <a:lnTo>
                        <a:pt x="17911" y="43435"/>
                      </a:lnTo>
                      <a:cubicBezTo>
                        <a:pt x="17911" y="44330"/>
                        <a:pt x="17464" y="44778"/>
                        <a:pt x="17016" y="45226"/>
                      </a:cubicBezTo>
                      <a:cubicBezTo>
                        <a:pt x="9404" y="49704"/>
                        <a:pt x="4478" y="57764"/>
                        <a:pt x="4478" y="66720"/>
                      </a:cubicBezTo>
                      <a:cubicBezTo>
                        <a:pt x="4478" y="80153"/>
                        <a:pt x="15672" y="91348"/>
                        <a:pt x="29106" y="91348"/>
                      </a:cubicBezTo>
                      <a:lnTo>
                        <a:pt x="49256" y="91348"/>
                      </a:lnTo>
                      <a:cubicBezTo>
                        <a:pt x="50600" y="91348"/>
                        <a:pt x="51495" y="92243"/>
                        <a:pt x="51495" y="93586"/>
                      </a:cubicBezTo>
                      <a:cubicBezTo>
                        <a:pt x="51495" y="94930"/>
                        <a:pt x="50600" y="95825"/>
                        <a:pt x="49256" y="95825"/>
                      </a:cubicBezTo>
                      <a:lnTo>
                        <a:pt x="49256" y="95825"/>
                      </a:lnTo>
                      <a:lnTo>
                        <a:pt x="29106" y="95825"/>
                      </a:lnTo>
                      <a:cubicBezTo>
                        <a:pt x="12986" y="95825"/>
                        <a:pt x="0" y="82840"/>
                        <a:pt x="0" y="66720"/>
                      </a:cubicBezTo>
                      <a:cubicBezTo>
                        <a:pt x="0" y="56868"/>
                        <a:pt x="4926" y="47465"/>
                        <a:pt x="13433" y="42092"/>
                      </a:cubicBezTo>
                      <a:cubicBezTo>
                        <a:pt x="13433" y="18807"/>
                        <a:pt x="32688" y="0"/>
                        <a:pt x="55973" y="0"/>
                      </a:cubicBezTo>
                      <a:cubicBezTo>
                        <a:pt x="72541" y="0"/>
                        <a:pt x="88213" y="9851"/>
                        <a:pt x="94930" y="25076"/>
                      </a:cubicBezTo>
                      <a:cubicBezTo>
                        <a:pt x="97617" y="24628"/>
                        <a:pt x="100303" y="24180"/>
                        <a:pt x="102990" y="24180"/>
                      </a:cubicBezTo>
                      <a:cubicBezTo>
                        <a:pt x="122692" y="24180"/>
                        <a:pt x="138812" y="40300"/>
                        <a:pt x="138812" y="60003"/>
                      </a:cubicBezTo>
                      <a:cubicBezTo>
                        <a:pt x="138812" y="79705"/>
                        <a:pt x="122692" y="95825"/>
                        <a:pt x="102990" y="95825"/>
                      </a:cubicBezTo>
                      <a:lnTo>
                        <a:pt x="89556" y="95825"/>
                      </a:lnTo>
                      <a:cubicBezTo>
                        <a:pt x="89556" y="95825"/>
                        <a:pt x="89556" y="95825"/>
                        <a:pt x="89556" y="958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9" name="Freeform: Shape 4055">
                  <a:extLst>
                    <a:ext uri="{FF2B5EF4-FFF2-40B4-BE49-F238E27FC236}">
                      <a16:creationId xmlns:a16="http://schemas.microsoft.com/office/drawing/2014/main" id="{EFBA29F2-CC0B-07B5-C900-5017EDDC2AB1}"/>
                    </a:ext>
                  </a:extLst>
                </p:cNvPr>
                <p:cNvSpPr/>
                <p:nvPr/>
              </p:nvSpPr>
              <p:spPr>
                <a:xfrm>
                  <a:off x="4620849" y="1772406"/>
                  <a:ext cx="17911" cy="44778"/>
                </a:xfrm>
                <a:custGeom>
                  <a:avLst/>
                  <a:gdLst>
                    <a:gd name="connsiteX0" fmla="*/ 17687 w 17911"/>
                    <a:gd name="connsiteY0" fmla="*/ 7164 h 44778"/>
                    <a:gd name="connsiteX1" fmla="*/ 10971 w 17911"/>
                    <a:gd name="connsiteY1" fmla="*/ 448 h 44778"/>
                    <a:gd name="connsiteX2" fmla="*/ 10075 w 17911"/>
                    <a:gd name="connsiteY2" fmla="*/ 0 h 44778"/>
                    <a:gd name="connsiteX3" fmla="*/ 9627 w 17911"/>
                    <a:gd name="connsiteY3" fmla="*/ 0 h 44778"/>
                    <a:gd name="connsiteX4" fmla="*/ 8284 w 17911"/>
                    <a:gd name="connsiteY4" fmla="*/ 0 h 44778"/>
                    <a:gd name="connsiteX5" fmla="*/ 8284 w 17911"/>
                    <a:gd name="connsiteY5" fmla="*/ 0 h 44778"/>
                    <a:gd name="connsiteX6" fmla="*/ 8284 w 17911"/>
                    <a:gd name="connsiteY6" fmla="*/ 0 h 44778"/>
                    <a:gd name="connsiteX7" fmla="*/ 7388 w 17911"/>
                    <a:gd name="connsiteY7" fmla="*/ 448 h 44778"/>
                    <a:gd name="connsiteX8" fmla="*/ 672 w 17911"/>
                    <a:gd name="connsiteY8" fmla="*/ 7164 h 44778"/>
                    <a:gd name="connsiteX9" fmla="*/ 672 w 17911"/>
                    <a:gd name="connsiteY9" fmla="*/ 10299 h 44778"/>
                    <a:gd name="connsiteX10" fmla="*/ 2463 w 17911"/>
                    <a:gd name="connsiteY10" fmla="*/ 10747 h 44778"/>
                    <a:gd name="connsiteX11" fmla="*/ 4254 w 17911"/>
                    <a:gd name="connsiteY11" fmla="*/ 10299 h 44778"/>
                    <a:gd name="connsiteX12" fmla="*/ 6940 w 17911"/>
                    <a:gd name="connsiteY12" fmla="*/ 7612 h 44778"/>
                    <a:gd name="connsiteX13" fmla="*/ 6940 w 17911"/>
                    <a:gd name="connsiteY13" fmla="*/ 42539 h 44778"/>
                    <a:gd name="connsiteX14" fmla="*/ 9179 w 17911"/>
                    <a:gd name="connsiteY14" fmla="*/ 44778 h 44778"/>
                    <a:gd name="connsiteX15" fmla="*/ 11418 w 17911"/>
                    <a:gd name="connsiteY15" fmla="*/ 42539 h 44778"/>
                    <a:gd name="connsiteX16" fmla="*/ 11418 w 17911"/>
                    <a:gd name="connsiteY16" fmla="*/ 7612 h 44778"/>
                    <a:gd name="connsiteX17" fmla="*/ 14105 w 17911"/>
                    <a:gd name="connsiteY17" fmla="*/ 10299 h 44778"/>
                    <a:gd name="connsiteX18" fmla="*/ 17240 w 17911"/>
                    <a:gd name="connsiteY18" fmla="*/ 10299 h 44778"/>
                    <a:gd name="connsiteX19" fmla="*/ 17687 w 17911"/>
                    <a:gd name="connsiteY19" fmla="*/ 7164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911" h="44778">
                      <a:moveTo>
                        <a:pt x="17687" y="7164"/>
                      </a:moveTo>
                      <a:lnTo>
                        <a:pt x="10971" y="448"/>
                      </a:lnTo>
                      <a:cubicBezTo>
                        <a:pt x="10523" y="0"/>
                        <a:pt x="10523" y="0"/>
                        <a:pt x="10075" y="0"/>
                      </a:cubicBezTo>
                      <a:cubicBezTo>
                        <a:pt x="10075" y="0"/>
                        <a:pt x="10075" y="0"/>
                        <a:pt x="9627" y="0"/>
                      </a:cubicBezTo>
                      <a:cubicBezTo>
                        <a:pt x="9179" y="0"/>
                        <a:pt x="8732" y="0"/>
                        <a:pt x="8284" y="0"/>
                      </a:cubicBezTo>
                      <a:cubicBezTo>
                        <a:pt x="8284" y="0"/>
                        <a:pt x="8284" y="0"/>
                        <a:pt x="8284" y="0"/>
                      </a:cubicBezTo>
                      <a:cubicBezTo>
                        <a:pt x="8284" y="0"/>
                        <a:pt x="8284" y="0"/>
                        <a:pt x="8284" y="0"/>
                      </a:cubicBezTo>
                      <a:cubicBezTo>
                        <a:pt x="7836" y="0"/>
                        <a:pt x="7836" y="448"/>
                        <a:pt x="7388" y="448"/>
                      </a:cubicBezTo>
                      <a:lnTo>
                        <a:pt x="672" y="7164"/>
                      </a:lnTo>
                      <a:cubicBezTo>
                        <a:pt x="-224" y="8060"/>
                        <a:pt x="-224" y="9403"/>
                        <a:pt x="672" y="10299"/>
                      </a:cubicBezTo>
                      <a:cubicBezTo>
                        <a:pt x="1119" y="10747"/>
                        <a:pt x="1567" y="10747"/>
                        <a:pt x="2463" y="10747"/>
                      </a:cubicBezTo>
                      <a:cubicBezTo>
                        <a:pt x="3358" y="10747"/>
                        <a:pt x="3806" y="10747"/>
                        <a:pt x="4254" y="10299"/>
                      </a:cubicBezTo>
                      <a:lnTo>
                        <a:pt x="6940" y="7612"/>
                      </a:lnTo>
                      <a:lnTo>
                        <a:pt x="6940" y="42539"/>
                      </a:lnTo>
                      <a:cubicBezTo>
                        <a:pt x="6940" y="43883"/>
                        <a:pt x="7836" y="44778"/>
                        <a:pt x="9179" y="44778"/>
                      </a:cubicBezTo>
                      <a:cubicBezTo>
                        <a:pt x="10523" y="44778"/>
                        <a:pt x="11418" y="43883"/>
                        <a:pt x="11418" y="42539"/>
                      </a:cubicBezTo>
                      <a:lnTo>
                        <a:pt x="11418" y="7612"/>
                      </a:lnTo>
                      <a:lnTo>
                        <a:pt x="14105" y="10299"/>
                      </a:lnTo>
                      <a:cubicBezTo>
                        <a:pt x="15001" y="11195"/>
                        <a:pt x="16344" y="11195"/>
                        <a:pt x="17240" y="10299"/>
                      </a:cubicBezTo>
                      <a:cubicBezTo>
                        <a:pt x="18583" y="9403"/>
                        <a:pt x="18583" y="8060"/>
                        <a:pt x="17687" y="716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0" name="Group 4056">
                <a:extLst>
                  <a:ext uri="{FF2B5EF4-FFF2-40B4-BE49-F238E27FC236}">
                    <a16:creationId xmlns:a16="http://schemas.microsoft.com/office/drawing/2014/main" id="{3AA51C48-F0BE-5E2F-7DD7-8B95B5930367}"/>
                  </a:ext>
                  <a:ext uri="{C183D7F6-B498-43B3-948B-1728B52AA6E4}">
                    <adec:decorative xmlns:adec="http://schemas.microsoft.com/office/drawing/2017/decorative" val="1"/>
                  </a:ext>
                </a:extLst>
              </p:cNvPr>
              <p:cNvGrpSpPr>
                <a:grpSpLocks noChangeAspect="1"/>
              </p:cNvGrpSpPr>
              <p:nvPr/>
            </p:nvGrpSpPr>
            <p:grpSpPr>
              <a:xfrm>
                <a:off x="4789881" y="2443364"/>
                <a:ext cx="134335" cy="94706"/>
                <a:chOff x="4830635" y="1707925"/>
                <a:chExt cx="134335" cy="94706"/>
              </a:xfrm>
            </p:grpSpPr>
            <p:sp>
              <p:nvSpPr>
                <p:cNvPr id="161" name="Freeform: Shape 4057">
                  <a:extLst>
                    <a:ext uri="{FF2B5EF4-FFF2-40B4-BE49-F238E27FC236}">
                      <a16:creationId xmlns:a16="http://schemas.microsoft.com/office/drawing/2014/main" id="{95782D2B-EEAF-FCBC-C0E5-6F7ADCC29065}"/>
                    </a:ext>
                  </a:extLst>
                </p:cNvPr>
                <p:cNvSpPr/>
                <p:nvPr/>
              </p:nvSpPr>
              <p:spPr>
                <a:xfrm>
                  <a:off x="4830635" y="1707925"/>
                  <a:ext cx="134335" cy="94034"/>
                </a:xfrm>
                <a:custGeom>
                  <a:avLst/>
                  <a:gdLst>
                    <a:gd name="connsiteX0" fmla="*/ 83287 w 134334"/>
                    <a:gd name="connsiteY0" fmla="*/ 95825 h 94034"/>
                    <a:gd name="connsiteX1" fmla="*/ 29106 w 134334"/>
                    <a:gd name="connsiteY1" fmla="*/ 95825 h 94034"/>
                    <a:gd name="connsiteX2" fmla="*/ 0 w 134334"/>
                    <a:gd name="connsiteY2" fmla="*/ 66720 h 94034"/>
                    <a:gd name="connsiteX3" fmla="*/ 13433 w 134334"/>
                    <a:gd name="connsiteY3" fmla="*/ 42092 h 94034"/>
                    <a:gd name="connsiteX4" fmla="*/ 55973 w 134334"/>
                    <a:gd name="connsiteY4" fmla="*/ 0 h 94034"/>
                    <a:gd name="connsiteX5" fmla="*/ 94930 w 134334"/>
                    <a:gd name="connsiteY5" fmla="*/ 25076 h 94034"/>
                    <a:gd name="connsiteX6" fmla="*/ 102990 w 134334"/>
                    <a:gd name="connsiteY6" fmla="*/ 24180 h 94034"/>
                    <a:gd name="connsiteX7" fmla="*/ 137917 w 134334"/>
                    <a:gd name="connsiteY7" fmla="*/ 52838 h 94034"/>
                    <a:gd name="connsiteX8" fmla="*/ 136126 w 134334"/>
                    <a:gd name="connsiteY8" fmla="*/ 55525 h 94034"/>
                    <a:gd name="connsiteX9" fmla="*/ 133439 w 134334"/>
                    <a:gd name="connsiteY9" fmla="*/ 53734 h 94034"/>
                    <a:gd name="connsiteX10" fmla="*/ 102542 w 134334"/>
                    <a:gd name="connsiteY10" fmla="*/ 28658 h 94034"/>
                    <a:gd name="connsiteX11" fmla="*/ 93586 w 134334"/>
                    <a:gd name="connsiteY11" fmla="*/ 30001 h 94034"/>
                    <a:gd name="connsiteX12" fmla="*/ 90900 w 134334"/>
                    <a:gd name="connsiteY12" fmla="*/ 28658 h 94034"/>
                    <a:gd name="connsiteX13" fmla="*/ 55525 w 134334"/>
                    <a:gd name="connsiteY13" fmla="*/ 4478 h 94034"/>
                    <a:gd name="connsiteX14" fmla="*/ 17463 w 134334"/>
                    <a:gd name="connsiteY14" fmla="*/ 42539 h 94034"/>
                    <a:gd name="connsiteX15" fmla="*/ 17463 w 134334"/>
                    <a:gd name="connsiteY15" fmla="*/ 43435 h 94034"/>
                    <a:gd name="connsiteX16" fmla="*/ 16568 w 134334"/>
                    <a:gd name="connsiteY16" fmla="*/ 45226 h 94034"/>
                    <a:gd name="connsiteX17" fmla="*/ 4030 w 134334"/>
                    <a:gd name="connsiteY17" fmla="*/ 66720 h 94034"/>
                    <a:gd name="connsiteX18" fmla="*/ 28658 w 134334"/>
                    <a:gd name="connsiteY18" fmla="*/ 91348 h 94034"/>
                    <a:gd name="connsiteX19" fmla="*/ 83287 w 134334"/>
                    <a:gd name="connsiteY19" fmla="*/ 91348 h 94034"/>
                    <a:gd name="connsiteX20" fmla="*/ 85526 w 134334"/>
                    <a:gd name="connsiteY20" fmla="*/ 93586 h 94034"/>
                    <a:gd name="connsiteX21" fmla="*/ 83287 w 134334"/>
                    <a:gd name="connsiteY21" fmla="*/ 9582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4334" h="94034">
                      <a:moveTo>
                        <a:pt x="83287" y="95825"/>
                      </a:moveTo>
                      <a:lnTo>
                        <a:pt x="29106" y="95825"/>
                      </a:lnTo>
                      <a:cubicBezTo>
                        <a:pt x="12986" y="95825"/>
                        <a:pt x="0" y="82840"/>
                        <a:pt x="0" y="66720"/>
                      </a:cubicBezTo>
                      <a:cubicBezTo>
                        <a:pt x="0" y="56868"/>
                        <a:pt x="4925" y="47465"/>
                        <a:pt x="13433" y="42092"/>
                      </a:cubicBezTo>
                      <a:cubicBezTo>
                        <a:pt x="13433" y="18807"/>
                        <a:pt x="32688" y="0"/>
                        <a:pt x="55973" y="0"/>
                      </a:cubicBezTo>
                      <a:cubicBezTo>
                        <a:pt x="72540" y="0"/>
                        <a:pt x="88213" y="9851"/>
                        <a:pt x="94930" y="25076"/>
                      </a:cubicBezTo>
                      <a:cubicBezTo>
                        <a:pt x="97616" y="24628"/>
                        <a:pt x="100303" y="24180"/>
                        <a:pt x="102990" y="24180"/>
                      </a:cubicBezTo>
                      <a:cubicBezTo>
                        <a:pt x="120005" y="24180"/>
                        <a:pt x="134782" y="36270"/>
                        <a:pt x="137917" y="52838"/>
                      </a:cubicBezTo>
                      <a:cubicBezTo>
                        <a:pt x="138364" y="54182"/>
                        <a:pt x="137469" y="55077"/>
                        <a:pt x="136126" y="55525"/>
                      </a:cubicBezTo>
                      <a:cubicBezTo>
                        <a:pt x="134782" y="55973"/>
                        <a:pt x="133887" y="55077"/>
                        <a:pt x="133439" y="53734"/>
                      </a:cubicBezTo>
                      <a:cubicBezTo>
                        <a:pt x="130304" y="39405"/>
                        <a:pt x="117767" y="28658"/>
                        <a:pt x="102542" y="28658"/>
                      </a:cubicBezTo>
                      <a:cubicBezTo>
                        <a:pt x="99407" y="28658"/>
                        <a:pt x="96721" y="29106"/>
                        <a:pt x="93586" y="30001"/>
                      </a:cubicBezTo>
                      <a:cubicBezTo>
                        <a:pt x="92243" y="30449"/>
                        <a:pt x="91347" y="29554"/>
                        <a:pt x="90900" y="28658"/>
                      </a:cubicBezTo>
                      <a:cubicBezTo>
                        <a:pt x="85079" y="14329"/>
                        <a:pt x="71197" y="4478"/>
                        <a:pt x="55525" y="4478"/>
                      </a:cubicBezTo>
                      <a:cubicBezTo>
                        <a:pt x="34479" y="4478"/>
                        <a:pt x="17463" y="21494"/>
                        <a:pt x="17463" y="42539"/>
                      </a:cubicBezTo>
                      <a:lnTo>
                        <a:pt x="17463" y="43435"/>
                      </a:lnTo>
                      <a:cubicBezTo>
                        <a:pt x="17463" y="44330"/>
                        <a:pt x="17016" y="44778"/>
                        <a:pt x="16568" y="45226"/>
                      </a:cubicBezTo>
                      <a:cubicBezTo>
                        <a:pt x="8956" y="49704"/>
                        <a:pt x="4030" y="57764"/>
                        <a:pt x="4030" y="66720"/>
                      </a:cubicBezTo>
                      <a:cubicBezTo>
                        <a:pt x="4030" y="80153"/>
                        <a:pt x="15224" y="91348"/>
                        <a:pt x="28658" y="91348"/>
                      </a:cubicBezTo>
                      <a:lnTo>
                        <a:pt x="83287" y="91348"/>
                      </a:lnTo>
                      <a:cubicBezTo>
                        <a:pt x="84631" y="91348"/>
                        <a:pt x="85526" y="92243"/>
                        <a:pt x="85526" y="93586"/>
                      </a:cubicBezTo>
                      <a:cubicBezTo>
                        <a:pt x="85526" y="94930"/>
                        <a:pt x="84183" y="95825"/>
                        <a:pt x="83287" y="958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2" name="Freeform: Shape 4058">
                  <a:extLst>
                    <a:ext uri="{FF2B5EF4-FFF2-40B4-BE49-F238E27FC236}">
                      <a16:creationId xmlns:a16="http://schemas.microsoft.com/office/drawing/2014/main" id="{6AEA763E-DE35-9119-E964-2F63337970F0}"/>
                    </a:ext>
                  </a:extLst>
                </p:cNvPr>
                <p:cNvSpPr/>
                <p:nvPr/>
              </p:nvSpPr>
              <p:spPr>
                <a:xfrm>
                  <a:off x="4928922" y="1775764"/>
                  <a:ext cx="35823" cy="26867"/>
                </a:xfrm>
                <a:custGeom>
                  <a:avLst/>
                  <a:gdLst>
                    <a:gd name="connsiteX0" fmla="*/ 11866 w 35822"/>
                    <a:gd name="connsiteY0" fmla="*/ 29330 h 26866"/>
                    <a:gd name="connsiteX1" fmla="*/ 10075 w 35822"/>
                    <a:gd name="connsiteY1" fmla="*/ 28882 h 26866"/>
                    <a:gd name="connsiteX2" fmla="*/ 672 w 35822"/>
                    <a:gd name="connsiteY2" fmla="*/ 19478 h 26866"/>
                    <a:gd name="connsiteX3" fmla="*/ 672 w 35822"/>
                    <a:gd name="connsiteY3" fmla="*/ 16344 h 26866"/>
                    <a:gd name="connsiteX4" fmla="*/ 3806 w 35822"/>
                    <a:gd name="connsiteY4" fmla="*/ 16344 h 26866"/>
                    <a:gd name="connsiteX5" fmla="*/ 11866 w 35822"/>
                    <a:gd name="connsiteY5" fmla="*/ 24404 h 26866"/>
                    <a:gd name="connsiteX6" fmla="*/ 35599 w 35822"/>
                    <a:gd name="connsiteY6" fmla="*/ 672 h 26866"/>
                    <a:gd name="connsiteX7" fmla="*/ 38733 w 35822"/>
                    <a:gd name="connsiteY7" fmla="*/ 672 h 26866"/>
                    <a:gd name="connsiteX8" fmla="*/ 38733 w 35822"/>
                    <a:gd name="connsiteY8" fmla="*/ 3806 h 26866"/>
                    <a:gd name="connsiteX9" fmla="*/ 13657 w 35822"/>
                    <a:gd name="connsiteY9" fmla="*/ 28882 h 26866"/>
                    <a:gd name="connsiteX10" fmla="*/ 11866 w 35822"/>
                    <a:gd name="connsiteY10" fmla="*/ 29330 h 26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22" h="26866">
                      <a:moveTo>
                        <a:pt x="11866" y="29330"/>
                      </a:moveTo>
                      <a:cubicBezTo>
                        <a:pt x="11419" y="29330"/>
                        <a:pt x="10523" y="29330"/>
                        <a:pt x="10075" y="28882"/>
                      </a:cubicBezTo>
                      <a:lnTo>
                        <a:pt x="672" y="19478"/>
                      </a:lnTo>
                      <a:cubicBezTo>
                        <a:pt x="-224" y="18583"/>
                        <a:pt x="-224" y="17240"/>
                        <a:pt x="672" y="16344"/>
                      </a:cubicBezTo>
                      <a:cubicBezTo>
                        <a:pt x="1567" y="15448"/>
                        <a:pt x="2911" y="15448"/>
                        <a:pt x="3806" y="16344"/>
                      </a:cubicBezTo>
                      <a:lnTo>
                        <a:pt x="11866" y="24404"/>
                      </a:lnTo>
                      <a:lnTo>
                        <a:pt x="35599" y="672"/>
                      </a:lnTo>
                      <a:cubicBezTo>
                        <a:pt x="36494" y="-224"/>
                        <a:pt x="37838" y="-224"/>
                        <a:pt x="38733" y="672"/>
                      </a:cubicBezTo>
                      <a:cubicBezTo>
                        <a:pt x="39629" y="1567"/>
                        <a:pt x="39629" y="2911"/>
                        <a:pt x="38733" y="3806"/>
                      </a:cubicBezTo>
                      <a:lnTo>
                        <a:pt x="13657" y="28882"/>
                      </a:lnTo>
                      <a:cubicBezTo>
                        <a:pt x="12762" y="29330"/>
                        <a:pt x="12314" y="29330"/>
                        <a:pt x="11866" y="2933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63" name="Freeform: Shape 4059">
                <a:extLst>
                  <a:ext uri="{FF2B5EF4-FFF2-40B4-BE49-F238E27FC236}">
                    <a16:creationId xmlns:a16="http://schemas.microsoft.com/office/drawing/2014/main" id="{C0845906-D2C6-F4EA-482E-84261D021ED9}"/>
                  </a:ext>
                  <a:ext uri="{C183D7F6-B498-43B3-948B-1728B52AA6E4}">
                    <adec:decorative xmlns:adec="http://schemas.microsoft.com/office/drawing/2017/decorative" val="1"/>
                  </a:ext>
                </a:extLst>
              </p:cNvPr>
              <p:cNvSpPr>
                <a:spLocks noChangeAspect="1"/>
              </p:cNvSpPr>
              <p:nvPr/>
            </p:nvSpPr>
            <p:spPr>
              <a:xfrm>
                <a:off x="538640" y="1729600"/>
                <a:ext cx="152246" cy="111945"/>
              </a:xfrm>
              <a:custGeom>
                <a:avLst/>
                <a:gdLst>
                  <a:gd name="connsiteX0" fmla="*/ 136573 w 152245"/>
                  <a:gd name="connsiteY0" fmla="*/ 111945 h 111945"/>
                  <a:gd name="connsiteX1" fmla="*/ 15672 w 152245"/>
                  <a:gd name="connsiteY1" fmla="*/ 111945 h 111945"/>
                  <a:gd name="connsiteX2" fmla="*/ 0 w 152245"/>
                  <a:gd name="connsiteY2" fmla="*/ 96273 h 111945"/>
                  <a:gd name="connsiteX3" fmla="*/ 0 w 152245"/>
                  <a:gd name="connsiteY3" fmla="*/ 15672 h 111945"/>
                  <a:gd name="connsiteX4" fmla="*/ 15672 w 152245"/>
                  <a:gd name="connsiteY4" fmla="*/ 0 h 111945"/>
                  <a:gd name="connsiteX5" fmla="*/ 62689 w 152245"/>
                  <a:gd name="connsiteY5" fmla="*/ 0 h 111945"/>
                  <a:gd name="connsiteX6" fmla="*/ 71645 w 152245"/>
                  <a:gd name="connsiteY6" fmla="*/ 8956 h 111945"/>
                  <a:gd name="connsiteX7" fmla="*/ 76123 w 152245"/>
                  <a:gd name="connsiteY7" fmla="*/ 13433 h 111945"/>
                  <a:gd name="connsiteX8" fmla="*/ 136573 w 152245"/>
                  <a:gd name="connsiteY8" fmla="*/ 13433 h 111945"/>
                  <a:gd name="connsiteX9" fmla="*/ 152246 w 152245"/>
                  <a:gd name="connsiteY9" fmla="*/ 29106 h 111945"/>
                  <a:gd name="connsiteX10" fmla="*/ 152246 w 152245"/>
                  <a:gd name="connsiteY10" fmla="*/ 96273 h 111945"/>
                  <a:gd name="connsiteX11" fmla="*/ 136573 w 152245"/>
                  <a:gd name="connsiteY11" fmla="*/ 111945 h 111945"/>
                  <a:gd name="connsiteX12" fmla="*/ 15672 w 152245"/>
                  <a:gd name="connsiteY12" fmla="*/ 4478 h 111945"/>
                  <a:gd name="connsiteX13" fmla="*/ 4478 w 152245"/>
                  <a:gd name="connsiteY13" fmla="*/ 15672 h 111945"/>
                  <a:gd name="connsiteX14" fmla="*/ 4478 w 152245"/>
                  <a:gd name="connsiteY14" fmla="*/ 96273 h 111945"/>
                  <a:gd name="connsiteX15" fmla="*/ 15672 w 152245"/>
                  <a:gd name="connsiteY15" fmla="*/ 107468 h 111945"/>
                  <a:gd name="connsiteX16" fmla="*/ 136573 w 152245"/>
                  <a:gd name="connsiteY16" fmla="*/ 107468 h 111945"/>
                  <a:gd name="connsiteX17" fmla="*/ 147768 w 152245"/>
                  <a:gd name="connsiteY17" fmla="*/ 96273 h 111945"/>
                  <a:gd name="connsiteX18" fmla="*/ 147768 w 152245"/>
                  <a:gd name="connsiteY18" fmla="*/ 29106 h 111945"/>
                  <a:gd name="connsiteX19" fmla="*/ 136573 w 152245"/>
                  <a:gd name="connsiteY19" fmla="*/ 17911 h 111945"/>
                  <a:gd name="connsiteX20" fmla="*/ 76123 w 152245"/>
                  <a:gd name="connsiteY20" fmla="*/ 17911 h 111945"/>
                  <a:gd name="connsiteX21" fmla="*/ 67167 w 152245"/>
                  <a:gd name="connsiteY21" fmla="*/ 8956 h 111945"/>
                  <a:gd name="connsiteX22" fmla="*/ 62689 w 152245"/>
                  <a:gd name="connsiteY22" fmla="*/ 4478 h 111945"/>
                  <a:gd name="connsiteX23" fmla="*/ 15672 w 152245"/>
                  <a:gd name="connsiteY23" fmla="*/ 4478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2245" h="111945">
                    <a:moveTo>
                      <a:pt x="136573" y="111945"/>
                    </a:moveTo>
                    <a:lnTo>
                      <a:pt x="15672" y="111945"/>
                    </a:lnTo>
                    <a:cubicBezTo>
                      <a:pt x="7165" y="111945"/>
                      <a:pt x="0" y="104781"/>
                      <a:pt x="0" y="96273"/>
                    </a:cubicBezTo>
                    <a:lnTo>
                      <a:pt x="0" y="15672"/>
                    </a:lnTo>
                    <a:cubicBezTo>
                      <a:pt x="0" y="7165"/>
                      <a:pt x="7165" y="0"/>
                      <a:pt x="15672" y="0"/>
                    </a:cubicBezTo>
                    <a:lnTo>
                      <a:pt x="62689" y="0"/>
                    </a:lnTo>
                    <a:cubicBezTo>
                      <a:pt x="67615" y="0"/>
                      <a:pt x="71645" y="4030"/>
                      <a:pt x="71645" y="8956"/>
                    </a:cubicBezTo>
                    <a:cubicBezTo>
                      <a:pt x="71645" y="11642"/>
                      <a:pt x="73436" y="13433"/>
                      <a:pt x="76123" y="13433"/>
                    </a:cubicBezTo>
                    <a:lnTo>
                      <a:pt x="136573" y="13433"/>
                    </a:lnTo>
                    <a:cubicBezTo>
                      <a:pt x="145081" y="13433"/>
                      <a:pt x="152246" y="20598"/>
                      <a:pt x="152246" y="29106"/>
                    </a:cubicBezTo>
                    <a:lnTo>
                      <a:pt x="152246" y="96273"/>
                    </a:lnTo>
                    <a:cubicBezTo>
                      <a:pt x="152246" y="104781"/>
                      <a:pt x="145081" y="111945"/>
                      <a:pt x="136573" y="111945"/>
                    </a:cubicBezTo>
                    <a:close/>
                    <a:moveTo>
                      <a:pt x="15672" y="4478"/>
                    </a:moveTo>
                    <a:cubicBezTo>
                      <a:pt x="9403" y="4478"/>
                      <a:pt x="4478" y="9403"/>
                      <a:pt x="4478" y="15672"/>
                    </a:cubicBezTo>
                    <a:lnTo>
                      <a:pt x="4478" y="96273"/>
                    </a:lnTo>
                    <a:cubicBezTo>
                      <a:pt x="4478" y="102542"/>
                      <a:pt x="9403" y="107468"/>
                      <a:pt x="15672" y="107468"/>
                    </a:cubicBezTo>
                    <a:lnTo>
                      <a:pt x="136573" y="107468"/>
                    </a:lnTo>
                    <a:cubicBezTo>
                      <a:pt x="142842" y="107468"/>
                      <a:pt x="147768" y="102542"/>
                      <a:pt x="147768" y="96273"/>
                    </a:cubicBezTo>
                    <a:lnTo>
                      <a:pt x="147768" y="29106"/>
                    </a:lnTo>
                    <a:cubicBezTo>
                      <a:pt x="147768" y="22837"/>
                      <a:pt x="142842" y="17911"/>
                      <a:pt x="136573" y="17911"/>
                    </a:cubicBezTo>
                    <a:lnTo>
                      <a:pt x="76123" y="17911"/>
                    </a:lnTo>
                    <a:cubicBezTo>
                      <a:pt x="71197" y="17911"/>
                      <a:pt x="67167" y="13881"/>
                      <a:pt x="67167" y="8956"/>
                    </a:cubicBezTo>
                    <a:cubicBezTo>
                      <a:pt x="67167" y="6269"/>
                      <a:pt x="65376" y="4478"/>
                      <a:pt x="62689" y="4478"/>
                    </a:cubicBezTo>
                    <a:lnTo>
                      <a:pt x="15672"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4" name="Freeform: Shape 4060">
                <a:extLst>
                  <a:ext uri="{FF2B5EF4-FFF2-40B4-BE49-F238E27FC236}">
                    <a16:creationId xmlns:a16="http://schemas.microsoft.com/office/drawing/2014/main" id="{019A014F-5B6E-BEEF-1609-9B6BBD9D6726}"/>
                  </a:ext>
                  <a:ext uri="{C183D7F6-B498-43B3-948B-1728B52AA6E4}">
                    <adec:decorative xmlns:adec="http://schemas.microsoft.com/office/drawing/2017/decorative" val="1"/>
                  </a:ext>
                </a:extLst>
              </p:cNvPr>
              <p:cNvSpPr>
                <a:spLocks noChangeAspect="1"/>
              </p:cNvSpPr>
              <p:nvPr/>
            </p:nvSpPr>
            <p:spPr>
              <a:xfrm>
                <a:off x="2387531" y="1729600"/>
                <a:ext cx="147768" cy="125379"/>
              </a:xfrm>
              <a:custGeom>
                <a:avLst/>
                <a:gdLst>
                  <a:gd name="connsiteX0" fmla="*/ 137917 w 147767"/>
                  <a:gd name="connsiteY0" fmla="*/ 13433 h 125378"/>
                  <a:gd name="connsiteX1" fmla="*/ 82392 w 147767"/>
                  <a:gd name="connsiteY1" fmla="*/ 13433 h 125378"/>
                  <a:gd name="connsiteX2" fmla="*/ 78362 w 147767"/>
                  <a:gd name="connsiteY2" fmla="*/ 8956 h 125378"/>
                  <a:gd name="connsiteX3" fmla="*/ 69854 w 147767"/>
                  <a:gd name="connsiteY3" fmla="*/ 0 h 125378"/>
                  <a:gd name="connsiteX4" fmla="*/ 26867 w 147767"/>
                  <a:gd name="connsiteY4" fmla="*/ 0 h 125378"/>
                  <a:gd name="connsiteX5" fmla="*/ 12538 w 147767"/>
                  <a:gd name="connsiteY5" fmla="*/ 13433 h 125378"/>
                  <a:gd name="connsiteX6" fmla="*/ 0 w 147767"/>
                  <a:gd name="connsiteY6" fmla="*/ 29106 h 125378"/>
                  <a:gd name="connsiteX7" fmla="*/ 0 w 147767"/>
                  <a:gd name="connsiteY7" fmla="*/ 109707 h 125378"/>
                  <a:gd name="connsiteX8" fmla="*/ 14329 w 147767"/>
                  <a:gd name="connsiteY8" fmla="*/ 125379 h 125378"/>
                  <a:gd name="connsiteX9" fmla="*/ 124036 w 147767"/>
                  <a:gd name="connsiteY9" fmla="*/ 125379 h 125378"/>
                  <a:gd name="connsiteX10" fmla="*/ 138365 w 147767"/>
                  <a:gd name="connsiteY10" fmla="*/ 111945 h 125378"/>
                  <a:gd name="connsiteX11" fmla="*/ 151798 w 147767"/>
                  <a:gd name="connsiteY11" fmla="*/ 96273 h 125378"/>
                  <a:gd name="connsiteX12" fmla="*/ 151798 w 147767"/>
                  <a:gd name="connsiteY12" fmla="*/ 29106 h 125378"/>
                  <a:gd name="connsiteX13" fmla="*/ 137917 w 147767"/>
                  <a:gd name="connsiteY13" fmla="*/ 13433 h 125378"/>
                  <a:gd name="connsiteX14" fmla="*/ 134335 w 147767"/>
                  <a:gd name="connsiteY14" fmla="*/ 109707 h 125378"/>
                  <a:gd name="connsiteX15" fmla="*/ 124483 w 147767"/>
                  <a:gd name="connsiteY15" fmla="*/ 120901 h 125378"/>
                  <a:gd name="connsiteX16" fmla="*/ 14777 w 147767"/>
                  <a:gd name="connsiteY16" fmla="*/ 120901 h 125378"/>
                  <a:gd name="connsiteX17" fmla="*/ 4926 w 147767"/>
                  <a:gd name="connsiteY17" fmla="*/ 109707 h 125378"/>
                  <a:gd name="connsiteX18" fmla="*/ 4926 w 147767"/>
                  <a:gd name="connsiteY18" fmla="*/ 29106 h 125378"/>
                  <a:gd name="connsiteX19" fmla="*/ 14777 w 147767"/>
                  <a:gd name="connsiteY19" fmla="*/ 17911 h 125378"/>
                  <a:gd name="connsiteX20" fmla="*/ 14777 w 147767"/>
                  <a:gd name="connsiteY20" fmla="*/ 17911 h 125378"/>
                  <a:gd name="connsiteX21" fmla="*/ 14777 w 147767"/>
                  <a:gd name="connsiteY21" fmla="*/ 17911 h 125378"/>
                  <a:gd name="connsiteX22" fmla="*/ 14777 w 147767"/>
                  <a:gd name="connsiteY22" fmla="*/ 17911 h 125378"/>
                  <a:gd name="connsiteX23" fmla="*/ 57316 w 147767"/>
                  <a:gd name="connsiteY23" fmla="*/ 17911 h 125378"/>
                  <a:gd name="connsiteX24" fmla="*/ 61346 w 147767"/>
                  <a:gd name="connsiteY24" fmla="*/ 22389 h 125378"/>
                  <a:gd name="connsiteX25" fmla="*/ 69854 w 147767"/>
                  <a:gd name="connsiteY25" fmla="*/ 31345 h 125378"/>
                  <a:gd name="connsiteX26" fmla="*/ 124931 w 147767"/>
                  <a:gd name="connsiteY26" fmla="*/ 31345 h 125378"/>
                  <a:gd name="connsiteX27" fmla="*/ 134782 w 147767"/>
                  <a:gd name="connsiteY27" fmla="*/ 42539 h 125378"/>
                  <a:gd name="connsiteX28" fmla="*/ 134782 w 147767"/>
                  <a:gd name="connsiteY28" fmla="*/ 109707 h 125378"/>
                  <a:gd name="connsiteX29" fmla="*/ 147768 w 147767"/>
                  <a:gd name="connsiteY29" fmla="*/ 96273 h 125378"/>
                  <a:gd name="connsiteX30" fmla="*/ 138812 w 147767"/>
                  <a:gd name="connsiteY30" fmla="*/ 107468 h 125378"/>
                  <a:gd name="connsiteX31" fmla="*/ 138812 w 147767"/>
                  <a:gd name="connsiteY31" fmla="*/ 42539 h 125378"/>
                  <a:gd name="connsiteX32" fmla="*/ 124483 w 147767"/>
                  <a:gd name="connsiteY32" fmla="*/ 26867 h 125378"/>
                  <a:gd name="connsiteX33" fmla="*/ 69406 w 147767"/>
                  <a:gd name="connsiteY33" fmla="*/ 26867 h 125378"/>
                  <a:gd name="connsiteX34" fmla="*/ 65376 w 147767"/>
                  <a:gd name="connsiteY34" fmla="*/ 22389 h 125378"/>
                  <a:gd name="connsiteX35" fmla="*/ 56868 w 147767"/>
                  <a:gd name="connsiteY35" fmla="*/ 13433 h 125378"/>
                  <a:gd name="connsiteX36" fmla="*/ 16568 w 147767"/>
                  <a:gd name="connsiteY36" fmla="*/ 13433 h 125378"/>
                  <a:gd name="connsiteX37" fmla="*/ 26419 w 147767"/>
                  <a:gd name="connsiteY37" fmla="*/ 4478 h 125378"/>
                  <a:gd name="connsiteX38" fmla="*/ 69406 w 147767"/>
                  <a:gd name="connsiteY38" fmla="*/ 4478 h 125378"/>
                  <a:gd name="connsiteX39" fmla="*/ 73436 w 147767"/>
                  <a:gd name="connsiteY39" fmla="*/ 8956 h 125378"/>
                  <a:gd name="connsiteX40" fmla="*/ 81944 w 147767"/>
                  <a:gd name="connsiteY40" fmla="*/ 17911 h 125378"/>
                  <a:gd name="connsiteX41" fmla="*/ 137469 w 147767"/>
                  <a:gd name="connsiteY41" fmla="*/ 17911 h 125378"/>
                  <a:gd name="connsiteX42" fmla="*/ 147768 w 147767"/>
                  <a:gd name="connsiteY42" fmla="*/ 29106 h 125378"/>
                  <a:gd name="connsiteX43" fmla="*/ 147768 w 147767"/>
                  <a:gd name="connsiteY43" fmla="*/ 96273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47767" h="125378">
                    <a:moveTo>
                      <a:pt x="137917" y="13433"/>
                    </a:moveTo>
                    <a:lnTo>
                      <a:pt x="82392" y="13433"/>
                    </a:lnTo>
                    <a:cubicBezTo>
                      <a:pt x="80153" y="13433"/>
                      <a:pt x="78362" y="11642"/>
                      <a:pt x="78362" y="8956"/>
                    </a:cubicBezTo>
                    <a:cubicBezTo>
                      <a:pt x="78362" y="4030"/>
                      <a:pt x="74780" y="0"/>
                      <a:pt x="69854" y="0"/>
                    </a:cubicBezTo>
                    <a:lnTo>
                      <a:pt x="26867" y="0"/>
                    </a:lnTo>
                    <a:cubicBezTo>
                      <a:pt x="19702" y="0"/>
                      <a:pt x="13433" y="5821"/>
                      <a:pt x="12538" y="13433"/>
                    </a:cubicBezTo>
                    <a:cubicBezTo>
                      <a:pt x="5373" y="14329"/>
                      <a:pt x="0" y="21046"/>
                      <a:pt x="0" y="29106"/>
                    </a:cubicBezTo>
                    <a:lnTo>
                      <a:pt x="0" y="109707"/>
                    </a:lnTo>
                    <a:cubicBezTo>
                      <a:pt x="0" y="118214"/>
                      <a:pt x="6269" y="125379"/>
                      <a:pt x="14329" y="125379"/>
                    </a:cubicBezTo>
                    <a:lnTo>
                      <a:pt x="124036" y="125379"/>
                    </a:lnTo>
                    <a:cubicBezTo>
                      <a:pt x="131200" y="125379"/>
                      <a:pt x="137469" y="119558"/>
                      <a:pt x="138365" y="111945"/>
                    </a:cubicBezTo>
                    <a:cubicBezTo>
                      <a:pt x="145977" y="111498"/>
                      <a:pt x="151798" y="104781"/>
                      <a:pt x="151798" y="96273"/>
                    </a:cubicBezTo>
                    <a:lnTo>
                      <a:pt x="151798" y="29106"/>
                    </a:lnTo>
                    <a:cubicBezTo>
                      <a:pt x="152246" y="20598"/>
                      <a:pt x="145977" y="13433"/>
                      <a:pt x="137917" y="13433"/>
                    </a:cubicBezTo>
                    <a:close/>
                    <a:moveTo>
                      <a:pt x="134335" y="109707"/>
                    </a:moveTo>
                    <a:cubicBezTo>
                      <a:pt x="134335" y="115975"/>
                      <a:pt x="129857" y="120901"/>
                      <a:pt x="124483" y="120901"/>
                    </a:cubicBezTo>
                    <a:lnTo>
                      <a:pt x="14777" y="120901"/>
                    </a:lnTo>
                    <a:cubicBezTo>
                      <a:pt x="9403" y="120901"/>
                      <a:pt x="4926" y="115975"/>
                      <a:pt x="4926" y="109707"/>
                    </a:cubicBezTo>
                    <a:lnTo>
                      <a:pt x="4926" y="29106"/>
                    </a:lnTo>
                    <a:cubicBezTo>
                      <a:pt x="4926" y="22837"/>
                      <a:pt x="9403" y="17911"/>
                      <a:pt x="14777" y="17911"/>
                    </a:cubicBezTo>
                    <a:lnTo>
                      <a:pt x="14777" y="17911"/>
                    </a:lnTo>
                    <a:cubicBezTo>
                      <a:pt x="14777" y="17911"/>
                      <a:pt x="14777" y="17911"/>
                      <a:pt x="14777" y="17911"/>
                    </a:cubicBezTo>
                    <a:cubicBezTo>
                      <a:pt x="14777" y="17911"/>
                      <a:pt x="14777" y="17911"/>
                      <a:pt x="14777" y="17911"/>
                    </a:cubicBezTo>
                    <a:lnTo>
                      <a:pt x="57316" y="17911"/>
                    </a:lnTo>
                    <a:cubicBezTo>
                      <a:pt x="59555" y="17911"/>
                      <a:pt x="61346" y="19702"/>
                      <a:pt x="61346" y="22389"/>
                    </a:cubicBezTo>
                    <a:cubicBezTo>
                      <a:pt x="61346" y="27315"/>
                      <a:pt x="64928" y="31345"/>
                      <a:pt x="69854" y="31345"/>
                    </a:cubicBezTo>
                    <a:lnTo>
                      <a:pt x="124931" y="31345"/>
                    </a:lnTo>
                    <a:cubicBezTo>
                      <a:pt x="130305" y="31345"/>
                      <a:pt x="134782" y="36270"/>
                      <a:pt x="134782" y="42539"/>
                    </a:cubicBezTo>
                    <a:lnTo>
                      <a:pt x="134782" y="109707"/>
                    </a:lnTo>
                    <a:close/>
                    <a:moveTo>
                      <a:pt x="147768" y="96273"/>
                    </a:moveTo>
                    <a:cubicBezTo>
                      <a:pt x="147768" y="102094"/>
                      <a:pt x="143738" y="106572"/>
                      <a:pt x="138812" y="107468"/>
                    </a:cubicBezTo>
                    <a:lnTo>
                      <a:pt x="138812" y="42539"/>
                    </a:lnTo>
                    <a:cubicBezTo>
                      <a:pt x="138812" y="34031"/>
                      <a:pt x="132543" y="26867"/>
                      <a:pt x="124483" y="26867"/>
                    </a:cubicBezTo>
                    <a:lnTo>
                      <a:pt x="69406" y="26867"/>
                    </a:lnTo>
                    <a:cubicBezTo>
                      <a:pt x="67167" y="26867"/>
                      <a:pt x="65376" y="25076"/>
                      <a:pt x="65376" y="22389"/>
                    </a:cubicBezTo>
                    <a:cubicBezTo>
                      <a:pt x="65376" y="17463"/>
                      <a:pt x="61794" y="13433"/>
                      <a:pt x="56868" y="13433"/>
                    </a:cubicBezTo>
                    <a:lnTo>
                      <a:pt x="16568" y="13433"/>
                    </a:lnTo>
                    <a:cubicBezTo>
                      <a:pt x="17463" y="8508"/>
                      <a:pt x="21494" y="4478"/>
                      <a:pt x="26419" y="4478"/>
                    </a:cubicBezTo>
                    <a:lnTo>
                      <a:pt x="69406" y="4478"/>
                    </a:lnTo>
                    <a:cubicBezTo>
                      <a:pt x="71645" y="4478"/>
                      <a:pt x="73436" y="6269"/>
                      <a:pt x="73436" y="8956"/>
                    </a:cubicBezTo>
                    <a:cubicBezTo>
                      <a:pt x="73436" y="13881"/>
                      <a:pt x="77019" y="17911"/>
                      <a:pt x="81944" y="17911"/>
                    </a:cubicBezTo>
                    <a:lnTo>
                      <a:pt x="137469" y="17911"/>
                    </a:lnTo>
                    <a:cubicBezTo>
                      <a:pt x="142842" y="17911"/>
                      <a:pt x="147768" y="22837"/>
                      <a:pt x="147768" y="29106"/>
                    </a:cubicBezTo>
                    <a:lnTo>
                      <a:pt x="147768" y="9627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65" name="Group 4061">
                <a:extLst>
                  <a:ext uri="{FF2B5EF4-FFF2-40B4-BE49-F238E27FC236}">
                    <a16:creationId xmlns:a16="http://schemas.microsoft.com/office/drawing/2014/main" id="{F0F08A97-7652-038E-2C66-0BC779068C33}"/>
                  </a:ext>
                  <a:ext uri="{C183D7F6-B498-43B3-948B-1728B52AA6E4}">
                    <adec:decorative xmlns:adec="http://schemas.microsoft.com/office/drawing/2017/decorative" val="1"/>
                  </a:ext>
                </a:extLst>
              </p:cNvPr>
              <p:cNvGrpSpPr>
                <a:grpSpLocks noChangeAspect="1"/>
              </p:cNvGrpSpPr>
              <p:nvPr/>
            </p:nvGrpSpPr>
            <p:grpSpPr>
              <a:xfrm>
                <a:off x="1598092" y="1729600"/>
                <a:ext cx="152246" cy="111945"/>
                <a:chOff x="1638846" y="994161"/>
                <a:chExt cx="152246" cy="111945"/>
              </a:xfrm>
            </p:grpSpPr>
            <p:sp>
              <p:nvSpPr>
                <p:cNvPr id="166" name="Freeform: Shape 4062">
                  <a:extLst>
                    <a:ext uri="{FF2B5EF4-FFF2-40B4-BE49-F238E27FC236}">
                      <a16:creationId xmlns:a16="http://schemas.microsoft.com/office/drawing/2014/main" id="{2B36F04E-45F2-22F6-8A51-90EB6C7FCB7B}"/>
                    </a:ext>
                  </a:extLst>
                </p:cNvPr>
                <p:cNvSpPr/>
                <p:nvPr/>
              </p:nvSpPr>
              <p:spPr>
                <a:xfrm>
                  <a:off x="1638846" y="994161"/>
                  <a:ext cx="152246" cy="111945"/>
                </a:xfrm>
                <a:custGeom>
                  <a:avLst/>
                  <a:gdLst>
                    <a:gd name="connsiteX0" fmla="*/ 136573 w 152245"/>
                    <a:gd name="connsiteY0" fmla="*/ 111945 h 111945"/>
                    <a:gd name="connsiteX1" fmla="*/ 15672 w 152245"/>
                    <a:gd name="connsiteY1" fmla="*/ 111945 h 111945"/>
                    <a:gd name="connsiteX2" fmla="*/ 0 w 152245"/>
                    <a:gd name="connsiteY2" fmla="*/ 96273 h 111945"/>
                    <a:gd name="connsiteX3" fmla="*/ 0 w 152245"/>
                    <a:gd name="connsiteY3" fmla="*/ 15672 h 111945"/>
                    <a:gd name="connsiteX4" fmla="*/ 15672 w 152245"/>
                    <a:gd name="connsiteY4" fmla="*/ 0 h 111945"/>
                    <a:gd name="connsiteX5" fmla="*/ 62689 w 152245"/>
                    <a:gd name="connsiteY5" fmla="*/ 0 h 111945"/>
                    <a:gd name="connsiteX6" fmla="*/ 71645 w 152245"/>
                    <a:gd name="connsiteY6" fmla="*/ 8956 h 111945"/>
                    <a:gd name="connsiteX7" fmla="*/ 76123 w 152245"/>
                    <a:gd name="connsiteY7" fmla="*/ 13433 h 111945"/>
                    <a:gd name="connsiteX8" fmla="*/ 136573 w 152245"/>
                    <a:gd name="connsiteY8" fmla="*/ 13433 h 111945"/>
                    <a:gd name="connsiteX9" fmla="*/ 152246 w 152245"/>
                    <a:gd name="connsiteY9" fmla="*/ 29106 h 111945"/>
                    <a:gd name="connsiteX10" fmla="*/ 152246 w 152245"/>
                    <a:gd name="connsiteY10" fmla="*/ 96273 h 111945"/>
                    <a:gd name="connsiteX11" fmla="*/ 136573 w 152245"/>
                    <a:gd name="connsiteY11" fmla="*/ 111945 h 111945"/>
                    <a:gd name="connsiteX12" fmla="*/ 15672 w 152245"/>
                    <a:gd name="connsiteY12" fmla="*/ 4478 h 111945"/>
                    <a:gd name="connsiteX13" fmla="*/ 4478 w 152245"/>
                    <a:gd name="connsiteY13" fmla="*/ 15672 h 111945"/>
                    <a:gd name="connsiteX14" fmla="*/ 4478 w 152245"/>
                    <a:gd name="connsiteY14" fmla="*/ 96273 h 111945"/>
                    <a:gd name="connsiteX15" fmla="*/ 15672 w 152245"/>
                    <a:gd name="connsiteY15" fmla="*/ 107468 h 111945"/>
                    <a:gd name="connsiteX16" fmla="*/ 136573 w 152245"/>
                    <a:gd name="connsiteY16" fmla="*/ 107468 h 111945"/>
                    <a:gd name="connsiteX17" fmla="*/ 147768 w 152245"/>
                    <a:gd name="connsiteY17" fmla="*/ 96273 h 111945"/>
                    <a:gd name="connsiteX18" fmla="*/ 147768 w 152245"/>
                    <a:gd name="connsiteY18" fmla="*/ 29106 h 111945"/>
                    <a:gd name="connsiteX19" fmla="*/ 136573 w 152245"/>
                    <a:gd name="connsiteY19" fmla="*/ 17911 h 111945"/>
                    <a:gd name="connsiteX20" fmla="*/ 76123 w 152245"/>
                    <a:gd name="connsiteY20" fmla="*/ 17911 h 111945"/>
                    <a:gd name="connsiteX21" fmla="*/ 67167 w 152245"/>
                    <a:gd name="connsiteY21" fmla="*/ 8956 h 111945"/>
                    <a:gd name="connsiteX22" fmla="*/ 62689 w 152245"/>
                    <a:gd name="connsiteY22" fmla="*/ 4478 h 111945"/>
                    <a:gd name="connsiteX23" fmla="*/ 15672 w 152245"/>
                    <a:gd name="connsiteY23" fmla="*/ 4478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2245" h="111945">
                      <a:moveTo>
                        <a:pt x="136573" y="111945"/>
                      </a:moveTo>
                      <a:lnTo>
                        <a:pt x="15672" y="111945"/>
                      </a:lnTo>
                      <a:cubicBezTo>
                        <a:pt x="7164" y="111945"/>
                        <a:pt x="0" y="104781"/>
                        <a:pt x="0" y="96273"/>
                      </a:cubicBezTo>
                      <a:lnTo>
                        <a:pt x="0" y="15672"/>
                      </a:lnTo>
                      <a:cubicBezTo>
                        <a:pt x="0" y="7165"/>
                        <a:pt x="7164" y="0"/>
                        <a:pt x="15672" y="0"/>
                      </a:cubicBezTo>
                      <a:lnTo>
                        <a:pt x="62689" y="0"/>
                      </a:lnTo>
                      <a:cubicBezTo>
                        <a:pt x="67615" y="0"/>
                        <a:pt x="71645" y="4030"/>
                        <a:pt x="71645" y="8956"/>
                      </a:cubicBezTo>
                      <a:cubicBezTo>
                        <a:pt x="71645" y="11642"/>
                        <a:pt x="73436" y="13433"/>
                        <a:pt x="76123" y="13433"/>
                      </a:cubicBezTo>
                      <a:lnTo>
                        <a:pt x="136573" y="13433"/>
                      </a:lnTo>
                      <a:cubicBezTo>
                        <a:pt x="145081" y="13433"/>
                        <a:pt x="152246" y="20598"/>
                        <a:pt x="152246" y="29106"/>
                      </a:cubicBezTo>
                      <a:lnTo>
                        <a:pt x="152246" y="96273"/>
                      </a:lnTo>
                      <a:cubicBezTo>
                        <a:pt x="152246" y="104781"/>
                        <a:pt x="145081" y="111945"/>
                        <a:pt x="136573" y="111945"/>
                      </a:cubicBezTo>
                      <a:close/>
                      <a:moveTo>
                        <a:pt x="15672" y="4478"/>
                      </a:moveTo>
                      <a:cubicBezTo>
                        <a:pt x="9403" y="4478"/>
                        <a:pt x="4478" y="9403"/>
                        <a:pt x="4478" y="15672"/>
                      </a:cubicBezTo>
                      <a:lnTo>
                        <a:pt x="4478" y="96273"/>
                      </a:lnTo>
                      <a:cubicBezTo>
                        <a:pt x="4478" y="102542"/>
                        <a:pt x="9403" y="107468"/>
                        <a:pt x="15672" y="107468"/>
                      </a:cubicBezTo>
                      <a:lnTo>
                        <a:pt x="136573" y="107468"/>
                      </a:lnTo>
                      <a:cubicBezTo>
                        <a:pt x="142842" y="107468"/>
                        <a:pt x="147768" y="102542"/>
                        <a:pt x="147768" y="96273"/>
                      </a:cubicBezTo>
                      <a:lnTo>
                        <a:pt x="147768" y="29106"/>
                      </a:lnTo>
                      <a:cubicBezTo>
                        <a:pt x="147768" y="22837"/>
                        <a:pt x="142842" y="17911"/>
                        <a:pt x="136573" y="17911"/>
                      </a:cubicBezTo>
                      <a:lnTo>
                        <a:pt x="76123" y="17911"/>
                      </a:lnTo>
                      <a:cubicBezTo>
                        <a:pt x="71197" y="17911"/>
                        <a:pt x="67167" y="13881"/>
                        <a:pt x="67167" y="8956"/>
                      </a:cubicBezTo>
                      <a:cubicBezTo>
                        <a:pt x="67167" y="6269"/>
                        <a:pt x="65376" y="4478"/>
                        <a:pt x="62689" y="4478"/>
                      </a:cubicBezTo>
                      <a:lnTo>
                        <a:pt x="15672"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7" name="Freeform: Shape 4063">
                  <a:extLst>
                    <a:ext uri="{FF2B5EF4-FFF2-40B4-BE49-F238E27FC236}">
                      <a16:creationId xmlns:a16="http://schemas.microsoft.com/office/drawing/2014/main" id="{6CB51ED7-1A0F-4B1D-9CF6-4382AB2065B0}"/>
                    </a:ext>
                  </a:extLst>
                </p:cNvPr>
                <p:cNvSpPr/>
                <p:nvPr/>
              </p:nvSpPr>
              <p:spPr>
                <a:xfrm>
                  <a:off x="1686087" y="1034686"/>
                  <a:ext cx="62689" cy="40300"/>
                </a:xfrm>
                <a:custGeom>
                  <a:avLst/>
                  <a:gdLst>
                    <a:gd name="connsiteX0" fmla="*/ 22165 w 62689"/>
                    <a:gd name="connsiteY0" fmla="*/ 44106 h 40300"/>
                    <a:gd name="connsiteX1" fmla="*/ 20822 w 62689"/>
                    <a:gd name="connsiteY1" fmla="*/ 43659 h 40300"/>
                    <a:gd name="connsiteX2" fmla="*/ 672 w 62689"/>
                    <a:gd name="connsiteY2" fmla="*/ 23956 h 40300"/>
                    <a:gd name="connsiteX3" fmla="*/ 672 w 62689"/>
                    <a:gd name="connsiteY3" fmla="*/ 20822 h 40300"/>
                    <a:gd name="connsiteX4" fmla="*/ 3806 w 62689"/>
                    <a:gd name="connsiteY4" fmla="*/ 20822 h 40300"/>
                    <a:gd name="connsiteX5" fmla="*/ 22613 w 62689"/>
                    <a:gd name="connsiteY5" fmla="*/ 39181 h 40300"/>
                    <a:gd name="connsiteX6" fmla="*/ 61122 w 62689"/>
                    <a:gd name="connsiteY6" fmla="*/ 672 h 40300"/>
                    <a:gd name="connsiteX7" fmla="*/ 64257 w 62689"/>
                    <a:gd name="connsiteY7" fmla="*/ 672 h 40300"/>
                    <a:gd name="connsiteX8" fmla="*/ 64257 w 62689"/>
                    <a:gd name="connsiteY8" fmla="*/ 3806 h 40300"/>
                    <a:gd name="connsiteX9" fmla="*/ 23956 w 62689"/>
                    <a:gd name="connsiteY9" fmla="*/ 44106 h 40300"/>
                    <a:gd name="connsiteX10" fmla="*/ 22165 w 62689"/>
                    <a:gd name="connsiteY10" fmla="*/ 44106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689" h="40300">
                      <a:moveTo>
                        <a:pt x="22165" y="44106"/>
                      </a:moveTo>
                      <a:cubicBezTo>
                        <a:pt x="21717" y="44106"/>
                        <a:pt x="20822" y="44106"/>
                        <a:pt x="20822" y="43659"/>
                      </a:cubicBezTo>
                      <a:lnTo>
                        <a:pt x="672" y="23956"/>
                      </a:lnTo>
                      <a:cubicBezTo>
                        <a:pt x="-224" y="23061"/>
                        <a:pt x="-224" y="21717"/>
                        <a:pt x="672" y="20822"/>
                      </a:cubicBezTo>
                      <a:cubicBezTo>
                        <a:pt x="1567" y="19926"/>
                        <a:pt x="2911" y="19926"/>
                        <a:pt x="3806" y="20822"/>
                      </a:cubicBezTo>
                      <a:lnTo>
                        <a:pt x="22613" y="39181"/>
                      </a:lnTo>
                      <a:lnTo>
                        <a:pt x="61122" y="672"/>
                      </a:lnTo>
                      <a:cubicBezTo>
                        <a:pt x="62018" y="-224"/>
                        <a:pt x="63361" y="-224"/>
                        <a:pt x="64257" y="672"/>
                      </a:cubicBezTo>
                      <a:cubicBezTo>
                        <a:pt x="65152" y="1567"/>
                        <a:pt x="65152" y="2911"/>
                        <a:pt x="64257" y="3806"/>
                      </a:cubicBezTo>
                      <a:lnTo>
                        <a:pt x="23956" y="44106"/>
                      </a:lnTo>
                      <a:cubicBezTo>
                        <a:pt x="23508" y="44106"/>
                        <a:pt x="23061" y="44106"/>
                        <a:pt x="22165" y="4410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8" name="Group 4064">
                <a:extLst>
                  <a:ext uri="{FF2B5EF4-FFF2-40B4-BE49-F238E27FC236}">
                    <a16:creationId xmlns:a16="http://schemas.microsoft.com/office/drawing/2014/main" id="{6C22E712-6186-1E74-3487-AA40000CD827}"/>
                  </a:ext>
                  <a:ext uri="{C183D7F6-B498-43B3-948B-1728B52AA6E4}">
                    <adec:decorative xmlns:adec="http://schemas.microsoft.com/office/drawing/2017/decorative" val="1"/>
                  </a:ext>
                </a:extLst>
              </p:cNvPr>
              <p:cNvGrpSpPr>
                <a:grpSpLocks noChangeAspect="1"/>
              </p:cNvGrpSpPr>
              <p:nvPr/>
            </p:nvGrpSpPr>
            <p:grpSpPr>
              <a:xfrm>
                <a:off x="3716995" y="1716615"/>
                <a:ext cx="152246" cy="138364"/>
                <a:chOff x="3757749" y="981176"/>
                <a:chExt cx="152246" cy="138364"/>
              </a:xfrm>
            </p:grpSpPr>
            <p:sp>
              <p:nvSpPr>
                <p:cNvPr id="169" name="Freeform: Shape 4065">
                  <a:extLst>
                    <a:ext uri="{FF2B5EF4-FFF2-40B4-BE49-F238E27FC236}">
                      <a16:creationId xmlns:a16="http://schemas.microsoft.com/office/drawing/2014/main" id="{F7A37880-4D80-F1C1-3704-AECFDB51924F}"/>
                    </a:ext>
                  </a:extLst>
                </p:cNvPr>
                <p:cNvSpPr/>
                <p:nvPr/>
              </p:nvSpPr>
              <p:spPr>
                <a:xfrm>
                  <a:off x="3757749" y="1007595"/>
                  <a:ext cx="152246" cy="111945"/>
                </a:xfrm>
                <a:custGeom>
                  <a:avLst/>
                  <a:gdLst>
                    <a:gd name="connsiteX0" fmla="*/ 151798 w 152245"/>
                    <a:gd name="connsiteY0" fmla="*/ 41196 h 111945"/>
                    <a:gd name="connsiteX1" fmla="*/ 111498 w 152245"/>
                    <a:gd name="connsiteY1" fmla="*/ 896 h 111945"/>
                    <a:gd name="connsiteX2" fmla="*/ 109707 w 152245"/>
                    <a:gd name="connsiteY2" fmla="*/ 0 h 111945"/>
                    <a:gd name="connsiteX3" fmla="*/ 90452 w 152245"/>
                    <a:gd name="connsiteY3" fmla="*/ 0 h 111945"/>
                    <a:gd name="connsiteX4" fmla="*/ 88213 w 152245"/>
                    <a:gd name="connsiteY4" fmla="*/ 2239 h 111945"/>
                    <a:gd name="connsiteX5" fmla="*/ 88213 w 152245"/>
                    <a:gd name="connsiteY5" fmla="*/ 13433 h 111945"/>
                    <a:gd name="connsiteX6" fmla="*/ 90452 w 152245"/>
                    <a:gd name="connsiteY6" fmla="*/ 15672 h 111945"/>
                    <a:gd name="connsiteX7" fmla="*/ 92691 w 152245"/>
                    <a:gd name="connsiteY7" fmla="*/ 13433 h 111945"/>
                    <a:gd name="connsiteX8" fmla="*/ 92691 w 152245"/>
                    <a:gd name="connsiteY8" fmla="*/ 4478 h 111945"/>
                    <a:gd name="connsiteX9" fmla="*/ 108811 w 152245"/>
                    <a:gd name="connsiteY9" fmla="*/ 4478 h 111945"/>
                    <a:gd name="connsiteX10" fmla="*/ 144633 w 152245"/>
                    <a:gd name="connsiteY10" fmla="*/ 40300 h 111945"/>
                    <a:gd name="connsiteX11" fmla="*/ 123588 w 152245"/>
                    <a:gd name="connsiteY11" fmla="*/ 40300 h 111945"/>
                    <a:gd name="connsiteX12" fmla="*/ 107468 w 152245"/>
                    <a:gd name="connsiteY12" fmla="*/ 56420 h 111945"/>
                    <a:gd name="connsiteX13" fmla="*/ 107468 w 152245"/>
                    <a:gd name="connsiteY13" fmla="*/ 67167 h 111945"/>
                    <a:gd name="connsiteX14" fmla="*/ 44778 w 152245"/>
                    <a:gd name="connsiteY14" fmla="*/ 67167 h 111945"/>
                    <a:gd name="connsiteX15" fmla="*/ 44778 w 152245"/>
                    <a:gd name="connsiteY15" fmla="*/ 56420 h 111945"/>
                    <a:gd name="connsiteX16" fmla="*/ 28658 w 152245"/>
                    <a:gd name="connsiteY16" fmla="*/ 40300 h 111945"/>
                    <a:gd name="connsiteX17" fmla="*/ 7612 w 152245"/>
                    <a:gd name="connsiteY17" fmla="*/ 40300 h 111945"/>
                    <a:gd name="connsiteX18" fmla="*/ 43435 w 152245"/>
                    <a:gd name="connsiteY18" fmla="*/ 4478 h 111945"/>
                    <a:gd name="connsiteX19" fmla="*/ 60003 w 152245"/>
                    <a:gd name="connsiteY19" fmla="*/ 4478 h 111945"/>
                    <a:gd name="connsiteX20" fmla="*/ 60003 w 152245"/>
                    <a:gd name="connsiteY20" fmla="*/ 13433 h 111945"/>
                    <a:gd name="connsiteX21" fmla="*/ 62242 w 152245"/>
                    <a:gd name="connsiteY21" fmla="*/ 15672 h 111945"/>
                    <a:gd name="connsiteX22" fmla="*/ 64481 w 152245"/>
                    <a:gd name="connsiteY22" fmla="*/ 13433 h 111945"/>
                    <a:gd name="connsiteX23" fmla="*/ 64481 w 152245"/>
                    <a:gd name="connsiteY23" fmla="*/ 2239 h 111945"/>
                    <a:gd name="connsiteX24" fmla="*/ 62242 w 152245"/>
                    <a:gd name="connsiteY24" fmla="*/ 0 h 111945"/>
                    <a:gd name="connsiteX25" fmla="*/ 42539 w 152245"/>
                    <a:gd name="connsiteY25" fmla="*/ 0 h 111945"/>
                    <a:gd name="connsiteX26" fmla="*/ 40748 w 152245"/>
                    <a:gd name="connsiteY26" fmla="*/ 448 h 111945"/>
                    <a:gd name="connsiteX27" fmla="*/ 448 w 152245"/>
                    <a:gd name="connsiteY27" fmla="*/ 40748 h 111945"/>
                    <a:gd name="connsiteX28" fmla="*/ 0 w 152245"/>
                    <a:gd name="connsiteY28" fmla="*/ 42539 h 111945"/>
                    <a:gd name="connsiteX29" fmla="*/ 0 w 152245"/>
                    <a:gd name="connsiteY29" fmla="*/ 95825 h 111945"/>
                    <a:gd name="connsiteX30" fmla="*/ 16120 w 152245"/>
                    <a:gd name="connsiteY30" fmla="*/ 111945 h 111945"/>
                    <a:gd name="connsiteX31" fmla="*/ 135678 w 152245"/>
                    <a:gd name="connsiteY31" fmla="*/ 111945 h 111945"/>
                    <a:gd name="connsiteX32" fmla="*/ 151798 w 152245"/>
                    <a:gd name="connsiteY32" fmla="*/ 95825 h 111945"/>
                    <a:gd name="connsiteX33" fmla="*/ 151798 w 152245"/>
                    <a:gd name="connsiteY33" fmla="*/ 42539 h 111945"/>
                    <a:gd name="connsiteX34" fmla="*/ 151798 w 152245"/>
                    <a:gd name="connsiteY34" fmla="*/ 41196 h 111945"/>
                    <a:gd name="connsiteX35" fmla="*/ 136126 w 152245"/>
                    <a:gd name="connsiteY35" fmla="*/ 107468 h 111945"/>
                    <a:gd name="connsiteX36" fmla="*/ 16568 w 152245"/>
                    <a:gd name="connsiteY36" fmla="*/ 107468 h 111945"/>
                    <a:gd name="connsiteX37" fmla="*/ 4926 w 152245"/>
                    <a:gd name="connsiteY37" fmla="*/ 95825 h 111945"/>
                    <a:gd name="connsiteX38" fmla="*/ 4926 w 152245"/>
                    <a:gd name="connsiteY38" fmla="*/ 44778 h 111945"/>
                    <a:gd name="connsiteX39" fmla="*/ 29106 w 152245"/>
                    <a:gd name="connsiteY39" fmla="*/ 44778 h 111945"/>
                    <a:gd name="connsiteX40" fmla="*/ 40748 w 152245"/>
                    <a:gd name="connsiteY40" fmla="*/ 56420 h 111945"/>
                    <a:gd name="connsiteX41" fmla="*/ 40748 w 152245"/>
                    <a:gd name="connsiteY41" fmla="*/ 69406 h 111945"/>
                    <a:gd name="connsiteX42" fmla="*/ 42987 w 152245"/>
                    <a:gd name="connsiteY42" fmla="*/ 71645 h 111945"/>
                    <a:gd name="connsiteX43" fmla="*/ 110154 w 152245"/>
                    <a:gd name="connsiteY43" fmla="*/ 71645 h 111945"/>
                    <a:gd name="connsiteX44" fmla="*/ 112393 w 152245"/>
                    <a:gd name="connsiteY44" fmla="*/ 69406 h 111945"/>
                    <a:gd name="connsiteX45" fmla="*/ 112393 w 152245"/>
                    <a:gd name="connsiteY45" fmla="*/ 56420 h 111945"/>
                    <a:gd name="connsiteX46" fmla="*/ 124036 w 152245"/>
                    <a:gd name="connsiteY46" fmla="*/ 44778 h 111945"/>
                    <a:gd name="connsiteX47" fmla="*/ 148216 w 152245"/>
                    <a:gd name="connsiteY47" fmla="*/ 44778 h 111945"/>
                    <a:gd name="connsiteX48" fmla="*/ 148216 w 152245"/>
                    <a:gd name="connsiteY48" fmla="*/ 95825 h 111945"/>
                    <a:gd name="connsiteX49" fmla="*/ 136126 w 152245"/>
                    <a:gd name="connsiteY49" fmla="*/ 107468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2245" h="111945">
                      <a:moveTo>
                        <a:pt x="151798" y="41196"/>
                      </a:moveTo>
                      <a:lnTo>
                        <a:pt x="111498" y="896"/>
                      </a:lnTo>
                      <a:cubicBezTo>
                        <a:pt x="111050" y="0"/>
                        <a:pt x="110602" y="0"/>
                        <a:pt x="109707" y="0"/>
                      </a:cubicBezTo>
                      <a:lnTo>
                        <a:pt x="90452" y="0"/>
                      </a:lnTo>
                      <a:cubicBezTo>
                        <a:pt x="89109" y="0"/>
                        <a:pt x="88213" y="896"/>
                        <a:pt x="88213" y="2239"/>
                      </a:cubicBezTo>
                      <a:lnTo>
                        <a:pt x="88213" y="13433"/>
                      </a:lnTo>
                      <a:cubicBezTo>
                        <a:pt x="88213" y="14777"/>
                        <a:pt x="89109" y="15672"/>
                        <a:pt x="90452" y="15672"/>
                      </a:cubicBezTo>
                      <a:cubicBezTo>
                        <a:pt x="91795" y="15672"/>
                        <a:pt x="92691" y="14777"/>
                        <a:pt x="92691" y="13433"/>
                      </a:cubicBezTo>
                      <a:lnTo>
                        <a:pt x="92691" y="4478"/>
                      </a:lnTo>
                      <a:lnTo>
                        <a:pt x="108811" y="4478"/>
                      </a:lnTo>
                      <a:lnTo>
                        <a:pt x="144633" y="40300"/>
                      </a:lnTo>
                      <a:lnTo>
                        <a:pt x="123588" y="40300"/>
                      </a:lnTo>
                      <a:cubicBezTo>
                        <a:pt x="114632" y="40300"/>
                        <a:pt x="107468" y="47465"/>
                        <a:pt x="107468" y="56420"/>
                      </a:cubicBezTo>
                      <a:lnTo>
                        <a:pt x="107468" y="67167"/>
                      </a:lnTo>
                      <a:lnTo>
                        <a:pt x="44778" y="67167"/>
                      </a:lnTo>
                      <a:lnTo>
                        <a:pt x="44778" y="56420"/>
                      </a:lnTo>
                      <a:cubicBezTo>
                        <a:pt x="44778" y="47465"/>
                        <a:pt x="37614" y="40300"/>
                        <a:pt x="28658" y="40300"/>
                      </a:cubicBezTo>
                      <a:lnTo>
                        <a:pt x="7612" y="40300"/>
                      </a:lnTo>
                      <a:lnTo>
                        <a:pt x="43435" y="4478"/>
                      </a:lnTo>
                      <a:lnTo>
                        <a:pt x="60003" y="4478"/>
                      </a:lnTo>
                      <a:lnTo>
                        <a:pt x="60003" y="13433"/>
                      </a:lnTo>
                      <a:cubicBezTo>
                        <a:pt x="60003" y="14777"/>
                        <a:pt x="60898" y="15672"/>
                        <a:pt x="62242" y="15672"/>
                      </a:cubicBezTo>
                      <a:cubicBezTo>
                        <a:pt x="63137" y="15672"/>
                        <a:pt x="64481" y="14777"/>
                        <a:pt x="64481" y="13433"/>
                      </a:cubicBezTo>
                      <a:lnTo>
                        <a:pt x="64481" y="2239"/>
                      </a:lnTo>
                      <a:cubicBezTo>
                        <a:pt x="64481" y="896"/>
                        <a:pt x="63585" y="0"/>
                        <a:pt x="62242" y="0"/>
                      </a:cubicBezTo>
                      <a:lnTo>
                        <a:pt x="42539" y="0"/>
                      </a:lnTo>
                      <a:cubicBezTo>
                        <a:pt x="42092" y="0"/>
                        <a:pt x="41196" y="448"/>
                        <a:pt x="40748" y="448"/>
                      </a:cubicBezTo>
                      <a:lnTo>
                        <a:pt x="448" y="40748"/>
                      </a:lnTo>
                      <a:cubicBezTo>
                        <a:pt x="0" y="41196"/>
                        <a:pt x="0" y="41644"/>
                        <a:pt x="0" y="42539"/>
                      </a:cubicBezTo>
                      <a:lnTo>
                        <a:pt x="0" y="95825"/>
                      </a:lnTo>
                      <a:cubicBezTo>
                        <a:pt x="0" y="104781"/>
                        <a:pt x="7165" y="111945"/>
                        <a:pt x="16120" y="111945"/>
                      </a:cubicBezTo>
                      <a:lnTo>
                        <a:pt x="135678" y="111945"/>
                      </a:lnTo>
                      <a:cubicBezTo>
                        <a:pt x="144633" y="111945"/>
                        <a:pt x="151798" y="104781"/>
                        <a:pt x="151798" y="95825"/>
                      </a:cubicBezTo>
                      <a:lnTo>
                        <a:pt x="151798" y="42539"/>
                      </a:lnTo>
                      <a:cubicBezTo>
                        <a:pt x="152694" y="42091"/>
                        <a:pt x="152246" y="41196"/>
                        <a:pt x="151798" y="41196"/>
                      </a:cubicBezTo>
                      <a:close/>
                      <a:moveTo>
                        <a:pt x="136126" y="107468"/>
                      </a:moveTo>
                      <a:lnTo>
                        <a:pt x="16568" y="107468"/>
                      </a:lnTo>
                      <a:cubicBezTo>
                        <a:pt x="9851" y="107468"/>
                        <a:pt x="4926" y="102094"/>
                        <a:pt x="4926" y="95825"/>
                      </a:cubicBezTo>
                      <a:lnTo>
                        <a:pt x="4926" y="44778"/>
                      </a:lnTo>
                      <a:lnTo>
                        <a:pt x="29106" y="44778"/>
                      </a:lnTo>
                      <a:cubicBezTo>
                        <a:pt x="35375" y="44778"/>
                        <a:pt x="40748" y="50152"/>
                        <a:pt x="40748" y="56420"/>
                      </a:cubicBezTo>
                      <a:lnTo>
                        <a:pt x="40748" y="69406"/>
                      </a:lnTo>
                      <a:cubicBezTo>
                        <a:pt x="40748" y="70750"/>
                        <a:pt x="41644" y="71645"/>
                        <a:pt x="42987" y="71645"/>
                      </a:cubicBezTo>
                      <a:lnTo>
                        <a:pt x="110154" y="71645"/>
                      </a:lnTo>
                      <a:cubicBezTo>
                        <a:pt x="111498" y="71645"/>
                        <a:pt x="112393" y="70750"/>
                        <a:pt x="112393" y="69406"/>
                      </a:cubicBezTo>
                      <a:lnTo>
                        <a:pt x="112393" y="56420"/>
                      </a:lnTo>
                      <a:cubicBezTo>
                        <a:pt x="112393" y="50152"/>
                        <a:pt x="117767" y="44778"/>
                        <a:pt x="124036" y="44778"/>
                      </a:cubicBezTo>
                      <a:lnTo>
                        <a:pt x="148216" y="44778"/>
                      </a:lnTo>
                      <a:lnTo>
                        <a:pt x="148216" y="95825"/>
                      </a:lnTo>
                      <a:cubicBezTo>
                        <a:pt x="148216" y="102094"/>
                        <a:pt x="142843" y="107468"/>
                        <a:pt x="136126" y="10746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70" name="Freeform: Shape 4066">
                  <a:extLst>
                    <a:ext uri="{FF2B5EF4-FFF2-40B4-BE49-F238E27FC236}">
                      <a16:creationId xmlns:a16="http://schemas.microsoft.com/office/drawing/2014/main" id="{1DC7BD39-7413-9380-5315-79E9FD047BE5}"/>
                    </a:ext>
                  </a:extLst>
                </p:cNvPr>
                <p:cNvSpPr/>
                <p:nvPr/>
              </p:nvSpPr>
              <p:spPr>
                <a:xfrm>
                  <a:off x="3816185" y="981176"/>
                  <a:ext cx="35823" cy="80601"/>
                </a:xfrm>
                <a:custGeom>
                  <a:avLst/>
                  <a:gdLst>
                    <a:gd name="connsiteX0" fmla="*/ 35151 w 35822"/>
                    <a:gd name="connsiteY0" fmla="*/ 16120 h 80600"/>
                    <a:gd name="connsiteX1" fmla="*/ 19479 w 35822"/>
                    <a:gd name="connsiteY1" fmla="*/ 448 h 80600"/>
                    <a:gd name="connsiteX2" fmla="*/ 18583 w 35822"/>
                    <a:gd name="connsiteY2" fmla="*/ 0 h 80600"/>
                    <a:gd name="connsiteX3" fmla="*/ 18583 w 35822"/>
                    <a:gd name="connsiteY3" fmla="*/ 0 h 80600"/>
                    <a:gd name="connsiteX4" fmla="*/ 18583 w 35822"/>
                    <a:gd name="connsiteY4" fmla="*/ 0 h 80600"/>
                    <a:gd name="connsiteX5" fmla="*/ 17240 w 35822"/>
                    <a:gd name="connsiteY5" fmla="*/ 0 h 80600"/>
                    <a:gd name="connsiteX6" fmla="*/ 16792 w 35822"/>
                    <a:gd name="connsiteY6" fmla="*/ 0 h 80600"/>
                    <a:gd name="connsiteX7" fmla="*/ 15896 w 35822"/>
                    <a:gd name="connsiteY7" fmla="*/ 448 h 80600"/>
                    <a:gd name="connsiteX8" fmla="*/ 672 w 35822"/>
                    <a:gd name="connsiteY8" fmla="*/ 16120 h 80600"/>
                    <a:gd name="connsiteX9" fmla="*/ 672 w 35822"/>
                    <a:gd name="connsiteY9" fmla="*/ 19255 h 80600"/>
                    <a:gd name="connsiteX10" fmla="*/ 3806 w 35822"/>
                    <a:gd name="connsiteY10" fmla="*/ 19255 h 80600"/>
                    <a:gd name="connsiteX11" fmla="*/ 15448 w 35822"/>
                    <a:gd name="connsiteY11" fmla="*/ 7612 h 80600"/>
                    <a:gd name="connsiteX12" fmla="*/ 15448 w 35822"/>
                    <a:gd name="connsiteY12" fmla="*/ 80153 h 80600"/>
                    <a:gd name="connsiteX13" fmla="*/ 17687 w 35822"/>
                    <a:gd name="connsiteY13" fmla="*/ 82392 h 80600"/>
                    <a:gd name="connsiteX14" fmla="*/ 19926 w 35822"/>
                    <a:gd name="connsiteY14" fmla="*/ 80153 h 80600"/>
                    <a:gd name="connsiteX15" fmla="*/ 19926 w 35822"/>
                    <a:gd name="connsiteY15" fmla="*/ 7165 h 80600"/>
                    <a:gd name="connsiteX16" fmla="*/ 31569 w 35822"/>
                    <a:gd name="connsiteY16" fmla="*/ 18807 h 80600"/>
                    <a:gd name="connsiteX17" fmla="*/ 33360 w 35822"/>
                    <a:gd name="connsiteY17" fmla="*/ 19255 h 80600"/>
                    <a:gd name="connsiteX18" fmla="*/ 35151 w 35822"/>
                    <a:gd name="connsiteY18" fmla="*/ 18807 h 80600"/>
                    <a:gd name="connsiteX19" fmla="*/ 35151 w 35822"/>
                    <a:gd name="connsiteY19" fmla="*/ 16120 h 8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2" h="80600">
                      <a:moveTo>
                        <a:pt x="35151" y="16120"/>
                      </a:moveTo>
                      <a:lnTo>
                        <a:pt x="19479" y="448"/>
                      </a:lnTo>
                      <a:cubicBezTo>
                        <a:pt x="19479" y="448"/>
                        <a:pt x="19031" y="0"/>
                        <a:pt x="18583" y="0"/>
                      </a:cubicBezTo>
                      <a:cubicBezTo>
                        <a:pt x="18583" y="0"/>
                        <a:pt x="18583" y="0"/>
                        <a:pt x="18583" y="0"/>
                      </a:cubicBezTo>
                      <a:cubicBezTo>
                        <a:pt x="18583" y="0"/>
                        <a:pt x="18583" y="0"/>
                        <a:pt x="18583" y="0"/>
                      </a:cubicBezTo>
                      <a:cubicBezTo>
                        <a:pt x="18135" y="0"/>
                        <a:pt x="17687" y="0"/>
                        <a:pt x="17240" y="0"/>
                      </a:cubicBezTo>
                      <a:cubicBezTo>
                        <a:pt x="17240" y="0"/>
                        <a:pt x="17240" y="0"/>
                        <a:pt x="16792" y="0"/>
                      </a:cubicBezTo>
                      <a:cubicBezTo>
                        <a:pt x="16344" y="0"/>
                        <a:pt x="15896" y="448"/>
                        <a:pt x="15896" y="448"/>
                      </a:cubicBezTo>
                      <a:lnTo>
                        <a:pt x="672" y="16120"/>
                      </a:lnTo>
                      <a:cubicBezTo>
                        <a:pt x="-224" y="17016"/>
                        <a:pt x="-224" y="18359"/>
                        <a:pt x="672" y="19255"/>
                      </a:cubicBezTo>
                      <a:cubicBezTo>
                        <a:pt x="1567" y="20150"/>
                        <a:pt x="2911" y="20150"/>
                        <a:pt x="3806" y="19255"/>
                      </a:cubicBezTo>
                      <a:lnTo>
                        <a:pt x="15448" y="7612"/>
                      </a:lnTo>
                      <a:lnTo>
                        <a:pt x="15448" y="80153"/>
                      </a:lnTo>
                      <a:cubicBezTo>
                        <a:pt x="15448" y="81496"/>
                        <a:pt x="16344" y="82392"/>
                        <a:pt x="17687" y="82392"/>
                      </a:cubicBezTo>
                      <a:cubicBezTo>
                        <a:pt x="19031" y="82392"/>
                        <a:pt x="19926" y="81496"/>
                        <a:pt x="19926" y="80153"/>
                      </a:cubicBezTo>
                      <a:lnTo>
                        <a:pt x="19926" y="7165"/>
                      </a:lnTo>
                      <a:lnTo>
                        <a:pt x="31569" y="18807"/>
                      </a:lnTo>
                      <a:cubicBezTo>
                        <a:pt x="32016" y="19255"/>
                        <a:pt x="32464" y="19255"/>
                        <a:pt x="33360" y="19255"/>
                      </a:cubicBezTo>
                      <a:cubicBezTo>
                        <a:pt x="34255" y="19255"/>
                        <a:pt x="34703" y="19255"/>
                        <a:pt x="35151" y="18807"/>
                      </a:cubicBezTo>
                      <a:cubicBezTo>
                        <a:pt x="36047" y="18359"/>
                        <a:pt x="36047" y="16568"/>
                        <a:pt x="35151" y="1612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71" name="Group 4067">
                <a:extLst>
                  <a:ext uri="{FF2B5EF4-FFF2-40B4-BE49-F238E27FC236}">
                    <a16:creationId xmlns:a16="http://schemas.microsoft.com/office/drawing/2014/main" id="{D6C0CEB2-F43C-AC2C-D522-0D49DA90EB74}"/>
                  </a:ext>
                  <a:ext uri="{C183D7F6-B498-43B3-948B-1728B52AA6E4}">
                    <adec:decorative xmlns:adec="http://schemas.microsoft.com/office/drawing/2017/decorative" val="1"/>
                  </a:ext>
                </a:extLst>
              </p:cNvPr>
              <p:cNvGrpSpPr>
                <a:grpSpLocks noChangeAspect="1"/>
              </p:cNvGrpSpPr>
              <p:nvPr/>
            </p:nvGrpSpPr>
            <p:grpSpPr>
              <a:xfrm>
                <a:off x="4506434" y="1716167"/>
                <a:ext cx="152246" cy="152246"/>
                <a:chOff x="4547188" y="980728"/>
                <a:chExt cx="152246" cy="152246"/>
              </a:xfrm>
            </p:grpSpPr>
            <p:sp>
              <p:nvSpPr>
                <p:cNvPr id="172" name="Freeform: Shape 4068">
                  <a:extLst>
                    <a:ext uri="{FF2B5EF4-FFF2-40B4-BE49-F238E27FC236}">
                      <a16:creationId xmlns:a16="http://schemas.microsoft.com/office/drawing/2014/main" id="{AC3B452B-CD2A-59FE-101C-F4E747AC585F}"/>
                    </a:ext>
                  </a:extLst>
                </p:cNvPr>
                <p:cNvSpPr/>
                <p:nvPr/>
              </p:nvSpPr>
              <p:spPr>
                <a:xfrm>
                  <a:off x="4547188" y="980728"/>
                  <a:ext cx="152246" cy="152246"/>
                </a:xfrm>
                <a:custGeom>
                  <a:avLst/>
                  <a:gdLst>
                    <a:gd name="connsiteX0" fmla="*/ 145529 w 152245"/>
                    <a:gd name="connsiteY0" fmla="*/ 17911 h 152245"/>
                    <a:gd name="connsiteX1" fmla="*/ 125379 w 152245"/>
                    <a:gd name="connsiteY1" fmla="*/ 17911 h 152245"/>
                    <a:gd name="connsiteX2" fmla="*/ 125379 w 152245"/>
                    <a:gd name="connsiteY2" fmla="*/ 6717 h 152245"/>
                    <a:gd name="connsiteX3" fmla="*/ 118662 w 152245"/>
                    <a:gd name="connsiteY3" fmla="*/ 0 h 152245"/>
                    <a:gd name="connsiteX4" fmla="*/ 6717 w 152245"/>
                    <a:gd name="connsiteY4" fmla="*/ 0 h 152245"/>
                    <a:gd name="connsiteX5" fmla="*/ 0 w 152245"/>
                    <a:gd name="connsiteY5" fmla="*/ 6717 h 152245"/>
                    <a:gd name="connsiteX6" fmla="*/ 0 w 152245"/>
                    <a:gd name="connsiteY6" fmla="*/ 132096 h 152245"/>
                    <a:gd name="connsiteX7" fmla="*/ 6717 w 152245"/>
                    <a:gd name="connsiteY7" fmla="*/ 138812 h 152245"/>
                    <a:gd name="connsiteX8" fmla="*/ 26867 w 152245"/>
                    <a:gd name="connsiteY8" fmla="*/ 138812 h 152245"/>
                    <a:gd name="connsiteX9" fmla="*/ 26867 w 152245"/>
                    <a:gd name="connsiteY9" fmla="*/ 145529 h 152245"/>
                    <a:gd name="connsiteX10" fmla="*/ 33584 w 152245"/>
                    <a:gd name="connsiteY10" fmla="*/ 152246 h 152245"/>
                    <a:gd name="connsiteX11" fmla="*/ 145529 w 152245"/>
                    <a:gd name="connsiteY11" fmla="*/ 152246 h 152245"/>
                    <a:gd name="connsiteX12" fmla="*/ 152246 w 152245"/>
                    <a:gd name="connsiteY12" fmla="*/ 145529 h 152245"/>
                    <a:gd name="connsiteX13" fmla="*/ 152246 w 152245"/>
                    <a:gd name="connsiteY13" fmla="*/ 24628 h 152245"/>
                    <a:gd name="connsiteX14" fmla="*/ 145529 w 152245"/>
                    <a:gd name="connsiteY14" fmla="*/ 17911 h 152245"/>
                    <a:gd name="connsiteX15" fmla="*/ 4478 w 152245"/>
                    <a:gd name="connsiteY15" fmla="*/ 132096 h 152245"/>
                    <a:gd name="connsiteX16" fmla="*/ 4478 w 152245"/>
                    <a:gd name="connsiteY16" fmla="*/ 6717 h 152245"/>
                    <a:gd name="connsiteX17" fmla="*/ 6717 w 152245"/>
                    <a:gd name="connsiteY17" fmla="*/ 4478 h 152245"/>
                    <a:gd name="connsiteX18" fmla="*/ 118662 w 152245"/>
                    <a:gd name="connsiteY18" fmla="*/ 4478 h 152245"/>
                    <a:gd name="connsiteX19" fmla="*/ 120901 w 152245"/>
                    <a:gd name="connsiteY19" fmla="*/ 6717 h 152245"/>
                    <a:gd name="connsiteX20" fmla="*/ 120901 w 152245"/>
                    <a:gd name="connsiteY20" fmla="*/ 132096 h 152245"/>
                    <a:gd name="connsiteX21" fmla="*/ 118662 w 152245"/>
                    <a:gd name="connsiteY21" fmla="*/ 134335 h 152245"/>
                    <a:gd name="connsiteX22" fmla="*/ 6717 w 152245"/>
                    <a:gd name="connsiteY22" fmla="*/ 134335 h 152245"/>
                    <a:gd name="connsiteX23" fmla="*/ 4478 w 152245"/>
                    <a:gd name="connsiteY23" fmla="*/ 132096 h 152245"/>
                    <a:gd name="connsiteX24" fmla="*/ 147768 w 152245"/>
                    <a:gd name="connsiteY24" fmla="*/ 145529 h 152245"/>
                    <a:gd name="connsiteX25" fmla="*/ 145529 w 152245"/>
                    <a:gd name="connsiteY25" fmla="*/ 147768 h 152245"/>
                    <a:gd name="connsiteX26" fmla="*/ 33584 w 152245"/>
                    <a:gd name="connsiteY26" fmla="*/ 147768 h 152245"/>
                    <a:gd name="connsiteX27" fmla="*/ 31345 w 152245"/>
                    <a:gd name="connsiteY27" fmla="*/ 145529 h 152245"/>
                    <a:gd name="connsiteX28" fmla="*/ 31345 w 152245"/>
                    <a:gd name="connsiteY28" fmla="*/ 138812 h 152245"/>
                    <a:gd name="connsiteX29" fmla="*/ 118662 w 152245"/>
                    <a:gd name="connsiteY29" fmla="*/ 138812 h 152245"/>
                    <a:gd name="connsiteX30" fmla="*/ 125379 w 152245"/>
                    <a:gd name="connsiteY30" fmla="*/ 132096 h 152245"/>
                    <a:gd name="connsiteX31" fmla="*/ 125379 w 152245"/>
                    <a:gd name="connsiteY31" fmla="*/ 22389 h 152245"/>
                    <a:gd name="connsiteX32" fmla="*/ 145529 w 152245"/>
                    <a:gd name="connsiteY32" fmla="*/ 22389 h 152245"/>
                    <a:gd name="connsiteX33" fmla="*/ 147768 w 152245"/>
                    <a:gd name="connsiteY33" fmla="*/ 24628 h 152245"/>
                    <a:gd name="connsiteX34" fmla="*/ 147768 w 152245"/>
                    <a:gd name="connsiteY34" fmla="*/ 145529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2245" h="152245">
                      <a:moveTo>
                        <a:pt x="145529" y="17911"/>
                      </a:moveTo>
                      <a:lnTo>
                        <a:pt x="125379" y="17911"/>
                      </a:lnTo>
                      <a:lnTo>
                        <a:pt x="125379" y="6717"/>
                      </a:lnTo>
                      <a:cubicBezTo>
                        <a:pt x="125379" y="3134"/>
                        <a:pt x="122245" y="0"/>
                        <a:pt x="118662" y="0"/>
                      </a:cubicBezTo>
                      <a:lnTo>
                        <a:pt x="6717" y="0"/>
                      </a:lnTo>
                      <a:cubicBezTo>
                        <a:pt x="3135" y="0"/>
                        <a:pt x="0" y="3134"/>
                        <a:pt x="0" y="6717"/>
                      </a:cubicBezTo>
                      <a:lnTo>
                        <a:pt x="0" y="132096"/>
                      </a:lnTo>
                      <a:cubicBezTo>
                        <a:pt x="0" y="135678"/>
                        <a:pt x="3135" y="138812"/>
                        <a:pt x="6717" y="138812"/>
                      </a:cubicBezTo>
                      <a:lnTo>
                        <a:pt x="26867" y="138812"/>
                      </a:lnTo>
                      <a:lnTo>
                        <a:pt x="26867" y="145529"/>
                      </a:lnTo>
                      <a:cubicBezTo>
                        <a:pt x="26867" y="149111"/>
                        <a:pt x="30001" y="152246"/>
                        <a:pt x="33584" y="152246"/>
                      </a:cubicBezTo>
                      <a:lnTo>
                        <a:pt x="145529" y="152246"/>
                      </a:lnTo>
                      <a:cubicBezTo>
                        <a:pt x="149112" y="152246"/>
                        <a:pt x="152246" y="149111"/>
                        <a:pt x="152246" y="145529"/>
                      </a:cubicBezTo>
                      <a:lnTo>
                        <a:pt x="152246" y="24628"/>
                      </a:lnTo>
                      <a:cubicBezTo>
                        <a:pt x="152246" y="20598"/>
                        <a:pt x="149559" y="17911"/>
                        <a:pt x="145529" y="17911"/>
                      </a:cubicBezTo>
                      <a:close/>
                      <a:moveTo>
                        <a:pt x="4478" y="132096"/>
                      </a:moveTo>
                      <a:lnTo>
                        <a:pt x="4478" y="6717"/>
                      </a:lnTo>
                      <a:cubicBezTo>
                        <a:pt x="4478" y="5373"/>
                        <a:pt x="5373" y="4478"/>
                        <a:pt x="6717" y="4478"/>
                      </a:cubicBezTo>
                      <a:lnTo>
                        <a:pt x="118662" y="4478"/>
                      </a:lnTo>
                      <a:cubicBezTo>
                        <a:pt x="120006" y="4478"/>
                        <a:pt x="120901" y="5373"/>
                        <a:pt x="120901" y="6717"/>
                      </a:cubicBezTo>
                      <a:lnTo>
                        <a:pt x="120901" y="132096"/>
                      </a:lnTo>
                      <a:cubicBezTo>
                        <a:pt x="120901" y="133439"/>
                        <a:pt x="120006" y="134335"/>
                        <a:pt x="118662" y="134335"/>
                      </a:cubicBezTo>
                      <a:lnTo>
                        <a:pt x="6717" y="134335"/>
                      </a:lnTo>
                      <a:cubicBezTo>
                        <a:pt x="5821" y="134335"/>
                        <a:pt x="4478" y="133439"/>
                        <a:pt x="4478" y="132096"/>
                      </a:cubicBezTo>
                      <a:close/>
                      <a:moveTo>
                        <a:pt x="147768" y="145529"/>
                      </a:moveTo>
                      <a:cubicBezTo>
                        <a:pt x="147768" y="146872"/>
                        <a:pt x="146873" y="147768"/>
                        <a:pt x="145529" y="147768"/>
                      </a:cubicBezTo>
                      <a:lnTo>
                        <a:pt x="33584" y="147768"/>
                      </a:lnTo>
                      <a:cubicBezTo>
                        <a:pt x="32240" y="147768"/>
                        <a:pt x="31345" y="146872"/>
                        <a:pt x="31345" y="145529"/>
                      </a:cubicBezTo>
                      <a:lnTo>
                        <a:pt x="31345" y="138812"/>
                      </a:lnTo>
                      <a:lnTo>
                        <a:pt x="118662" y="138812"/>
                      </a:lnTo>
                      <a:cubicBezTo>
                        <a:pt x="122245" y="138812"/>
                        <a:pt x="125379" y="135678"/>
                        <a:pt x="125379" y="132096"/>
                      </a:cubicBezTo>
                      <a:lnTo>
                        <a:pt x="125379" y="22389"/>
                      </a:lnTo>
                      <a:lnTo>
                        <a:pt x="145529" y="22389"/>
                      </a:lnTo>
                      <a:cubicBezTo>
                        <a:pt x="146873" y="22389"/>
                        <a:pt x="147768" y="23285"/>
                        <a:pt x="147768" y="24628"/>
                      </a:cubicBezTo>
                      <a:lnTo>
                        <a:pt x="147768" y="14552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73" name="Freeform: Shape 4069">
                  <a:extLst>
                    <a:ext uri="{FF2B5EF4-FFF2-40B4-BE49-F238E27FC236}">
                      <a16:creationId xmlns:a16="http://schemas.microsoft.com/office/drawing/2014/main" id="{99D1E368-0459-B65E-489D-CA4617551F71}"/>
                    </a:ext>
                  </a:extLst>
                </p:cNvPr>
                <p:cNvSpPr/>
                <p:nvPr/>
              </p:nvSpPr>
              <p:spPr>
                <a:xfrm>
                  <a:off x="4564652" y="1007595"/>
                  <a:ext cx="85079" cy="4478"/>
                </a:xfrm>
                <a:custGeom>
                  <a:avLst/>
                  <a:gdLst>
                    <a:gd name="connsiteX0" fmla="*/ 85526 w 85078"/>
                    <a:gd name="connsiteY0" fmla="*/ 4478 h 4477"/>
                    <a:gd name="connsiteX1" fmla="*/ 2239 w 85078"/>
                    <a:gd name="connsiteY1" fmla="*/ 4478 h 4477"/>
                    <a:gd name="connsiteX2" fmla="*/ 0 w 85078"/>
                    <a:gd name="connsiteY2" fmla="*/ 2239 h 4477"/>
                    <a:gd name="connsiteX3" fmla="*/ 2239 w 85078"/>
                    <a:gd name="connsiteY3" fmla="*/ 0 h 4477"/>
                    <a:gd name="connsiteX4" fmla="*/ 85526 w 85078"/>
                    <a:gd name="connsiteY4" fmla="*/ 0 h 4477"/>
                    <a:gd name="connsiteX5" fmla="*/ 87765 w 85078"/>
                    <a:gd name="connsiteY5" fmla="*/ 2239 h 4477"/>
                    <a:gd name="connsiteX6" fmla="*/ 85526 w 85078"/>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078" h="4477">
                      <a:moveTo>
                        <a:pt x="85526" y="4478"/>
                      </a:moveTo>
                      <a:lnTo>
                        <a:pt x="2239" y="4478"/>
                      </a:lnTo>
                      <a:cubicBezTo>
                        <a:pt x="896" y="4478"/>
                        <a:pt x="0" y="3582"/>
                        <a:pt x="0" y="2239"/>
                      </a:cubicBezTo>
                      <a:cubicBezTo>
                        <a:pt x="0" y="896"/>
                        <a:pt x="896" y="0"/>
                        <a:pt x="2239" y="0"/>
                      </a:cubicBezTo>
                      <a:lnTo>
                        <a:pt x="85526" y="0"/>
                      </a:lnTo>
                      <a:cubicBezTo>
                        <a:pt x="86870" y="0"/>
                        <a:pt x="87765" y="896"/>
                        <a:pt x="87765" y="2239"/>
                      </a:cubicBezTo>
                      <a:cubicBezTo>
                        <a:pt x="87765" y="3582"/>
                        <a:pt x="86870" y="4478"/>
                        <a:pt x="8552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74" name="Freeform: Shape 4070">
                  <a:extLst>
                    <a:ext uri="{FF2B5EF4-FFF2-40B4-BE49-F238E27FC236}">
                      <a16:creationId xmlns:a16="http://schemas.microsoft.com/office/drawing/2014/main" id="{305B38B5-E328-6854-B022-B3C535D261F3}"/>
                    </a:ext>
                  </a:extLst>
                </p:cNvPr>
                <p:cNvSpPr/>
                <p:nvPr/>
              </p:nvSpPr>
              <p:spPr>
                <a:xfrm>
                  <a:off x="4564652" y="1061329"/>
                  <a:ext cx="85079" cy="4478"/>
                </a:xfrm>
                <a:custGeom>
                  <a:avLst/>
                  <a:gdLst>
                    <a:gd name="connsiteX0" fmla="*/ 85526 w 85078"/>
                    <a:gd name="connsiteY0" fmla="*/ 4478 h 4477"/>
                    <a:gd name="connsiteX1" fmla="*/ 2239 w 85078"/>
                    <a:gd name="connsiteY1" fmla="*/ 4478 h 4477"/>
                    <a:gd name="connsiteX2" fmla="*/ 0 w 85078"/>
                    <a:gd name="connsiteY2" fmla="*/ 2239 h 4477"/>
                    <a:gd name="connsiteX3" fmla="*/ 2239 w 85078"/>
                    <a:gd name="connsiteY3" fmla="*/ 0 h 4477"/>
                    <a:gd name="connsiteX4" fmla="*/ 85526 w 85078"/>
                    <a:gd name="connsiteY4" fmla="*/ 0 h 4477"/>
                    <a:gd name="connsiteX5" fmla="*/ 87765 w 85078"/>
                    <a:gd name="connsiteY5" fmla="*/ 2239 h 4477"/>
                    <a:gd name="connsiteX6" fmla="*/ 85526 w 85078"/>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078" h="4477">
                      <a:moveTo>
                        <a:pt x="85526" y="4478"/>
                      </a:moveTo>
                      <a:lnTo>
                        <a:pt x="2239" y="4478"/>
                      </a:lnTo>
                      <a:cubicBezTo>
                        <a:pt x="896" y="4478"/>
                        <a:pt x="0" y="3582"/>
                        <a:pt x="0" y="2239"/>
                      </a:cubicBezTo>
                      <a:cubicBezTo>
                        <a:pt x="0" y="896"/>
                        <a:pt x="896" y="0"/>
                        <a:pt x="2239" y="0"/>
                      </a:cubicBezTo>
                      <a:lnTo>
                        <a:pt x="85526" y="0"/>
                      </a:lnTo>
                      <a:cubicBezTo>
                        <a:pt x="86870" y="0"/>
                        <a:pt x="87765" y="896"/>
                        <a:pt x="87765" y="2239"/>
                      </a:cubicBezTo>
                      <a:cubicBezTo>
                        <a:pt x="87765" y="3582"/>
                        <a:pt x="86870" y="4478"/>
                        <a:pt x="8552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75" name="Freeform: Shape 4071">
                  <a:extLst>
                    <a:ext uri="{FF2B5EF4-FFF2-40B4-BE49-F238E27FC236}">
                      <a16:creationId xmlns:a16="http://schemas.microsoft.com/office/drawing/2014/main" id="{A0627864-5D98-0504-B45C-F2A5267A42B2}"/>
                    </a:ext>
                  </a:extLst>
                </p:cNvPr>
                <p:cNvSpPr/>
                <p:nvPr/>
              </p:nvSpPr>
              <p:spPr>
                <a:xfrm>
                  <a:off x="4564652" y="1034462"/>
                  <a:ext cx="67167" cy="4478"/>
                </a:xfrm>
                <a:custGeom>
                  <a:avLst/>
                  <a:gdLst>
                    <a:gd name="connsiteX0" fmla="*/ 67615 w 67167"/>
                    <a:gd name="connsiteY0" fmla="*/ 4478 h 4477"/>
                    <a:gd name="connsiteX1" fmla="*/ 2239 w 67167"/>
                    <a:gd name="connsiteY1" fmla="*/ 4478 h 4477"/>
                    <a:gd name="connsiteX2" fmla="*/ 0 w 67167"/>
                    <a:gd name="connsiteY2" fmla="*/ 2239 h 4477"/>
                    <a:gd name="connsiteX3" fmla="*/ 2239 w 67167"/>
                    <a:gd name="connsiteY3" fmla="*/ 0 h 4477"/>
                    <a:gd name="connsiteX4" fmla="*/ 67615 w 67167"/>
                    <a:gd name="connsiteY4" fmla="*/ 0 h 4477"/>
                    <a:gd name="connsiteX5" fmla="*/ 69854 w 67167"/>
                    <a:gd name="connsiteY5" fmla="*/ 2239 h 4477"/>
                    <a:gd name="connsiteX6" fmla="*/ 67615 w 67167"/>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67" h="4477">
                      <a:moveTo>
                        <a:pt x="67615" y="4478"/>
                      </a:moveTo>
                      <a:lnTo>
                        <a:pt x="2239" y="4478"/>
                      </a:lnTo>
                      <a:cubicBezTo>
                        <a:pt x="896" y="4478"/>
                        <a:pt x="0" y="3582"/>
                        <a:pt x="0" y="2239"/>
                      </a:cubicBezTo>
                      <a:cubicBezTo>
                        <a:pt x="0" y="896"/>
                        <a:pt x="896" y="0"/>
                        <a:pt x="2239" y="0"/>
                      </a:cubicBezTo>
                      <a:lnTo>
                        <a:pt x="67615" y="0"/>
                      </a:lnTo>
                      <a:cubicBezTo>
                        <a:pt x="68959" y="0"/>
                        <a:pt x="69854" y="896"/>
                        <a:pt x="69854" y="2239"/>
                      </a:cubicBezTo>
                      <a:cubicBezTo>
                        <a:pt x="69854" y="3582"/>
                        <a:pt x="68959" y="4478"/>
                        <a:pt x="67615"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76" name="Freeform: Shape 4072">
                <a:extLst>
                  <a:ext uri="{FF2B5EF4-FFF2-40B4-BE49-F238E27FC236}">
                    <a16:creationId xmlns:a16="http://schemas.microsoft.com/office/drawing/2014/main" id="{D4280607-5E41-F728-7E89-3CADEEF909B5}"/>
                  </a:ext>
                  <a:ext uri="{C183D7F6-B498-43B3-948B-1728B52AA6E4}">
                    <adec:decorative xmlns:adec="http://schemas.microsoft.com/office/drawing/2017/decorative" val="1"/>
                  </a:ext>
                </a:extLst>
              </p:cNvPr>
              <p:cNvSpPr>
                <a:spLocks noChangeAspect="1"/>
              </p:cNvSpPr>
              <p:nvPr/>
            </p:nvSpPr>
            <p:spPr>
              <a:xfrm>
                <a:off x="4776895" y="1729600"/>
                <a:ext cx="152246" cy="138812"/>
              </a:xfrm>
              <a:custGeom>
                <a:avLst/>
                <a:gdLst>
                  <a:gd name="connsiteX0" fmla="*/ 38509 w 152245"/>
                  <a:gd name="connsiteY0" fmla="*/ 138812 h 138812"/>
                  <a:gd name="connsiteX1" fmla="*/ 0 w 152245"/>
                  <a:gd name="connsiteY1" fmla="*/ 100303 h 138812"/>
                  <a:gd name="connsiteX2" fmla="*/ 11195 w 152245"/>
                  <a:gd name="connsiteY2" fmla="*/ 72988 h 138812"/>
                  <a:gd name="connsiteX3" fmla="*/ 53734 w 152245"/>
                  <a:gd name="connsiteY3" fmla="*/ 30449 h 138812"/>
                  <a:gd name="connsiteX4" fmla="*/ 56868 w 152245"/>
                  <a:gd name="connsiteY4" fmla="*/ 30449 h 138812"/>
                  <a:gd name="connsiteX5" fmla="*/ 56868 w 152245"/>
                  <a:gd name="connsiteY5" fmla="*/ 33584 h 138812"/>
                  <a:gd name="connsiteX6" fmla="*/ 14329 w 152245"/>
                  <a:gd name="connsiteY6" fmla="*/ 76123 h 138812"/>
                  <a:gd name="connsiteX7" fmla="*/ 4478 w 152245"/>
                  <a:gd name="connsiteY7" fmla="*/ 100303 h 138812"/>
                  <a:gd name="connsiteX8" fmla="*/ 38509 w 152245"/>
                  <a:gd name="connsiteY8" fmla="*/ 134335 h 138812"/>
                  <a:gd name="connsiteX9" fmla="*/ 62689 w 152245"/>
                  <a:gd name="connsiteY9" fmla="*/ 124483 h 138812"/>
                  <a:gd name="connsiteX10" fmla="*/ 140604 w 152245"/>
                  <a:gd name="connsiteY10" fmla="*/ 47017 h 138812"/>
                  <a:gd name="connsiteX11" fmla="*/ 147768 w 152245"/>
                  <a:gd name="connsiteY11" fmla="*/ 29554 h 138812"/>
                  <a:gd name="connsiteX12" fmla="*/ 122692 w 152245"/>
                  <a:gd name="connsiteY12" fmla="*/ 4478 h 138812"/>
                  <a:gd name="connsiteX13" fmla="*/ 105229 w 152245"/>
                  <a:gd name="connsiteY13" fmla="*/ 11642 h 138812"/>
                  <a:gd name="connsiteX14" fmla="*/ 28658 w 152245"/>
                  <a:gd name="connsiteY14" fmla="*/ 87765 h 138812"/>
                  <a:gd name="connsiteX15" fmla="*/ 24180 w 152245"/>
                  <a:gd name="connsiteY15" fmla="*/ 98960 h 138812"/>
                  <a:gd name="connsiteX16" fmla="*/ 40300 w 152245"/>
                  <a:gd name="connsiteY16" fmla="*/ 114632 h 138812"/>
                  <a:gd name="connsiteX17" fmla="*/ 51495 w 152245"/>
                  <a:gd name="connsiteY17" fmla="*/ 110154 h 138812"/>
                  <a:gd name="connsiteX18" fmla="*/ 93139 w 152245"/>
                  <a:gd name="connsiteY18" fmla="*/ 68958 h 138812"/>
                  <a:gd name="connsiteX19" fmla="*/ 96273 w 152245"/>
                  <a:gd name="connsiteY19" fmla="*/ 68958 h 138812"/>
                  <a:gd name="connsiteX20" fmla="*/ 96273 w 152245"/>
                  <a:gd name="connsiteY20" fmla="*/ 72093 h 138812"/>
                  <a:gd name="connsiteX21" fmla="*/ 54629 w 152245"/>
                  <a:gd name="connsiteY21" fmla="*/ 113289 h 138812"/>
                  <a:gd name="connsiteX22" fmla="*/ 40300 w 152245"/>
                  <a:gd name="connsiteY22" fmla="*/ 119110 h 138812"/>
                  <a:gd name="connsiteX23" fmla="*/ 19703 w 152245"/>
                  <a:gd name="connsiteY23" fmla="*/ 98960 h 138812"/>
                  <a:gd name="connsiteX24" fmla="*/ 25524 w 152245"/>
                  <a:gd name="connsiteY24" fmla="*/ 84631 h 138812"/>
                  <a:gd name="connsiteX25" fmla="*/ 102094 w 152245"/>
                  <a:gd name="connsiteY25" fmla="*/ 8508 h 138812"/>
                  <a:gd name="connsiteX26" fmla="*/ 123140 w 152245"/>
                  <a:gd name="connsiteY26" fmla="*/ 0 h 138812"/>
                  <a:gd name="connsiteX27" fmla="*/ 152693 w 152245"/>
                  <a:gd name="connsiteY27" fmla="*/ 29554 h 138812"/>
                  <a:gd name="connsiteX28" fmla="*/ 144186 w 152245"/>
                  <a:gd name="connsiteY28" fmla="*/ 50152 h 138812"/>
                  <a:gd name="connsiteX29" fmla="*/ 66272 w 152245"/>
                  <a:gd name="connsiteY29" fmla="*/ 127618 h 138812"/>
                  <a:gd name="connsiteX30" fmla="*/ 38509 w 152245"/>
                  <a:gd name="connsiteY30" fmla="*/ 138812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2245" h="138812">
                    <a:moveTo>
                      <a:pt x="38509" y="138812"/>
                    </a:moveTo>
                    <a:cubicBezTo>
                      <a:pt x="17464" y="138812"/>
                      <a:pt x="0" y="121797"/>
                      <a:pt x="0" y="100303"/>
                    </a:cubicBezTo>
                    <a:cubicBezTo>
                      <a:pt x="0" y="90004"/>
                      <a:pt x="4030" y="80601"/>
                      <a:pt x="11195" y="72988"/>
                    </a:cubicBezTo>
                    <a:lnTo>
                      <a:pt x="53734" y="30449"/>
                    </a:lnTo>
                    <a:cubicBezTo>
                      <a:pt x="54629" y="29554"/>
                      <a:pt x="55973" y="29554"/>
                      <a:pt x="56868" y="30449"/>
                    </a:cubicBezTo>
                    <a:cubicBezTo>
                      <a:pt x="57764" y="31345"/>
                      <a:pt x="57764" y="32688"/>
                      <a:pt x="56868" y="33584"/>
                    </a:cubicBezTo>
                    <a:lnTo>
                      <a:pt x="14329" y="76123"/>
                    </a:lnTo>
                    <a:cubicBezTo>
                      <a:pt x="8060" y="82392"/>
                      <a:pt x="4478" y="90900"/>
                      <a:pt x="4478" y="100303"/>
                    </a:cubicBezTo>
                    <a:cubicBezTo>
                      <a:pt x="4478" y="119110"/>
                      <a:pt x="19703" y="134335"/>
                      <a:pt x="38509" y="134335"/>
                    </a:cubicBezTo>
                    <a:cubicBezTo>
                      <a:pt x="47465" y="134335"/>
                      <a:pt x="55973" y="130752"/>
                      <a:pt x="62689" y="124483"/>
                    </a:cubicBezTo>
                    <a:lnTo>
                      <a:pt x="140604" y="47017"/>
                    </a:lnTo>
                    <a:cubicBezTo>
                      <a:pt x="145529" y="42091"/>
                      <a:pt x="147768" y="36270"/>
                      <a:pt x="147768" y="29554"/>
                    </a:cubicBezTo>
                    <a:cubicBezTo>
                      <a:pt x="147768" y="15672"/>
                      <a:pt x="136573" y="4478"/>
                      <a:pt x="122692" y="4478"/>
                    </a:cubicBezTo>
                    <a:cubicBezTo>
                      <a:pt x="115976" y="4478"/>
                      <a:pt x="109707" y="7165"/>
                      <a:pt x="105229" y="11642"/>
                    </a:cubicBezTo>
                    <a:lnTo>
                      <a:pt x="28658" y="87765"/>
                    </a:lnTo>
                    <a:cubicBezTo>
                      <a:pt x="25524" y="90900"/>
                      <a:pt x="24180" y="94930"/>
                      <a:pt x="24180" y="98960"/>
                    </a:cubicBezTo>
                    <a:cubicBezTo>
                      <a:pt x="24180" y="107915"/>
                      <a:pt x="31345" y="114632"/>
                      <a:pt x="40300" y="114632"/>
                    </a:cubicBezTo>
                    <a:cubicBezTo>
                      <a:pt x="44778" y="114632"/>
                      <a:pt x="48360" y="112841"/>
                      <a:pt x="51495" y="110154"/>
                    </a:cubicBezTo>
                    <a:lnTo>
                      <a:pt x="93139" y="68958"/>
                    </a:lnTo>
                    <a:cubicBezTo>
                      <a:pt x="94034" y="68063"/>
                      <a:pt x="95377" y="68063"/>
                      <a:pt x="96273" y="68958"/>
                    </a:cubicBezTo>
                    <a:cubicBezTo>
                      <a:pt x="97169" y="69854"/>
                      <a:pt x="97169" y="71197"/>
                      <a:pt x="96273" y="72093"/>
                    </a:cubicBezTo>
                    <a:lnTo>
                      <a:pt x="54629" y="113289"/>
                    </a:lnTo>
                    <a:cubicBezTo>
                      <a:pt x="50599" y="117319"/>
                      <a:pt x="45674" y="119110"/>
                      <a:pt x="40300" y="119110"/>
                    </a:cubicBezTo>
                    <a:cubicBezTo>
                      <a:pt x="29106" y="119110"/>
                      <a:pt x="19703" y="110154"/>
                      <a:pt x="19703" y="98960"/>
                    </a:cubicBezTo>
                    <a:cubicBezTo>
                      <a:pt x="19703" y="93586"/>
                      <a:pt x="21941" y="88213"/>
                      <a:pt x="25524" y="84631"/>
                    </a:cubicBezTo>
                    <a:lnTo>
                      <a:pt x="102094" y="8508"/>
                    </a:lnTo>
                    <a:cubicBezTo>
                      <a:pt x="107468" y="3134"/>
                      <a:pt x="115080" y="0"/>
                      <a:pt x="123140" y="0"/>
                    </a:cubicBezTo>
                    <a:cubicBezTo>
                      <a:pt x="139260" y="0"/>
                      <a:pt x="152693" y="12986"/>
                      <a:pt x="152693" y="29554"/>
                    </a:cubicBezTo>
                    <a:cubicBezTo>
                      <a:pt x="152693" y="37614"/>
                      <a:pt x="149559" y="44778"/>
                      <a:pt x="144186" y="50152"/>
                    </a:cubicBezTo>
                    <a:lnTo>
                      <a:pt x="66272" y="127618"/>
                    </a:lnTo>
                    <a:cubicBezTo>
                      <a:pt x="58212" y="134782"/>
                      <a:pt x="48808" y="138812"/>
                      <a:pt x="38509" y="13881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77" name="Freeform: Shape 4073">
                <a:extLst>
                  <a:ext uri="{FF2B5EF4-FFF2-40B4-BE49-F238E27FC236}">
                    <a16:creationId xmlns:a16="http://schemas.microsoft.com/office/drawing/2014/main" id="{C6FEF0B9-3E60-DAE7-9CF5-FDDEE2C74D38}"/>
                  </a:ext>
                  <a:ext uri="{C183D7F6-B498-43B3-948B-1728B52AA6E4}">
                    <adec:decorative xmlns:adec="http://schemas.microsoft.com/office/drawing/2017/decorative" val="1"/>
                  </a:ext>
                </a:extLst>
              </p:cNvPr>
              <p:cNvSpPr>
                <a:spLocks noChangeAspect="1"/>
              </p:cNvSpPr>
              <p:nvPr/>
            </p:nvSpPr>
            <p:spPr>
              <a:xfrm>
                <a:off x="2657544" y="1729600"/>
                <a:ext cx="152246" cy="138812"/>
              </a:xfrm>
              <a:custGeom>
                <a:avLst/>
                <a:gdLst>
                  <a:gd name="connsiteX0" fmla="*/ 138812 w 152245"/>
                  <a:gd name="connsiteY0" fmla="*/ 40748 h 138812"/>
                  <a:gd name="connsiteX1" fmla="*/ 138812 w 152245"/>
                  <a:gd name="connsiteY1" fmla="*/ 15672 h 138812"/>
                  <a:gd name="connsiteX2" fmla="*/ 123140 w 152245"/>
                  <a:gd name="connsiteY2" fmla="*/ 0 h 138812"/>
                  <a:gd name="connsiteX3" fmla="*/ 29106 w 152245"/>
                  <a:gd name="connsiteY3" fmla="*/ 0 h 138812"/>
                  <a:gd name="connsiteX4" fmla="*/ 13433 w 152245"/>
                  <a:gd name="connsiteY4" fmla="*/ 15672 h 138812"/>
                  <a:gd name="connsiteX5" fmla="*/ 13433 w 152245"/>
                  <a:gd name="connsiteY5" fmla="*/ 26867 h 138812"/>
                  <a:gd name="connsiteX6" fmla="*/ 0 w 152245"/>
                  <a:gd name="connsiteY6" fmla="*/ 42539 h 138812"/>
                  <a:gd name="connsiteX7" fmla="*/ 0 w 152245"/>
                  <a:gd name="connsiteY7" fmla="*/ 123140 h 138812"/>
                  <a:gd name="connsiteX8" fmla="*/ 15672 w 152245"/>
                  <a:gd name="connsiteY8" fmla="*/ 138812 h 138812"/>
                  <a:gd name="connsiteX9" fmla="*/ 136573 w 152245"/>
                  <a:gd name="connsiteY9" fmla="*/ 138812 h 138812"/>
                  <a:gd name="connsiteX10" fmla="*/ 152246 w 152245"/>
                  <a:gd name="connsiteY10" fmla="*/ 123140 h 138812"/>
                  <a:gd name="connsiteX11" fmla="*/ 152246 w 152245"/>
                  <a:gd name="connsiteY11" fmla="*/ 55973 h 138812"/>
                  <a:gd name="connsiteX12" fmla="*/ 138812 w 152245"/>
                  <a:gd name="connsiteY12" fmla="*/ 40748 h 138812"/>
                  <a:gd name="connsiteX13" fmla="*/ 29106 w 152245"/>
                  <a:gd name="connsiteY13" fmla="*/ 4478 h 138812"/>
                  <a:gd name="connsiteX14" fmla="*/ 123140 w 152245"/>
                  <a:gd name="connsiteY14" fmla="*/ 4478 h 138812"/>
                  <a:gd name="connsiteX15" fmla="*/ 134335 w 152245"/>
                  <a:gd name="connsiteY15" fmla="*/ 15672 h 138812"/>
                  <a:gd name="connsiteX16" fmla="*/ 134335 w 152245"/>
                  <a:gd name="connsiteY16" fmla="*/ 40300 h 138812"/>
                  <a:gd name="connsiteX17" fmla="*/ 76123 w 152245"/>
                  <a:gd name="connsiteY17" fmla="*/ 40300 h 138812"/>
                  <a:gd name="connsiteX18" fmla="*/ 71645 w 152245"/>
                  <a:gd name="connsiteY18" fmla="*/ 35823 h 138812"/>
                  <a:gd name="connsiteX19" fmla="*/ 62689 w 152245"/>
                  <a:gd name="connsiteY19" fmla="*/ 26867 h 138812"/>
                  <a:gd name="connsiteX20" fmla="*/ 17911 w 152245"/>
                  <a:gd name="connsiteY20" fmla="*/ 26867 h 138812"/>
                  <a:gd name="connsiteX21" fmla="*/ 17911 w 152245"/>
                  <a:gd name="connsiteY21" fmla="*/ 15672 h 138812"/>
                  <a:gd name="connsiteX22" fmla="*/ 29106 w 152245"/>
                  <a:gd name="connsiteY22" fmla="*/ 4478 h 138812"/>
                  <a:gd name="connsiteX23" fmla="*/ 147768 w 152245"/>
                  <a:gd name="connsiteY23" fmla="*/ 123140 h 138812"/>
                  <a:gd name="connsiteX24" fmla="*/ 136573 w 152245"/>
                  <a:gd name="connsiteY24" fmla="*/ 134335 h 138812"/>
                  <a:gd name="connsiteX25" fmla="*/ 15672 w 152245"/>
                  <a:gd name="connsiteY25" fmla="*/ 134335 h 138812"/>
                  <a:gd name="connsiteX26" fmla="*/ 4478 w 152245"/>
                  <a:gd name="connsiteY26" fmla="*/ 123140 h 138812"/>
                  <a:gd name="connsiteX27" fmla="*/ 4478 w 152245"/>
                  <a:gd name="connsiteY27" fmla="*/ 42539 h 138812"/>
                  <a:gd name="connsiteX28" fmla="*/ 15672 w 152245"/>
                  <a:gd name="connsiteY28" fmla="*/ 31345 h 138812"/>
                  <a:gd name="connsiteX29" fmla="*/ 62689 w 152245"/>
                  <a:gd name="connsiteY29" fmla="*/ 31345 h 138812"/>
                  <a:gd name="connsiteX30" fmla="*/ 67167 w 152245"/>
                  <a:gd name="connsiteY30" fmla="*/ 35823 h 138812"/>
                  <a:gd name="connsiteX31" fmla="*/ 76123 w 152245"/>
                  <a:gd name="connsiteY31" fmla="*/ 44778 h 138812"/>
                  <a:gd name="connsiteX32" fmla="*/ 136573 w 152245"/>
                  <a:gd name="connsiteY32" fmla="*/ 44778 h 138812"/>
                  <a:gd name="connsiteX33" fmla="*/ 147768 w 152245"/>
                  <a:gd name="connsiteY33" fmla="*/ 55973 h 138812"/>
                  <a:gd name="connsiteX34" fmla="*/ 147768 w 152245"/>
                  <a:gd name="connsiteY34" fmla="*/ 123140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2245" h="138812">
                    <a:moveTo>
                      <a:pt x="138812" y="40748"/>
                    </a:moveTo>
                    <a:lnTo>
                      <a:pt x="138812" y="15672"/>
                    </a:lnTo>
                    <a:cubicBezTo>
                      <a:pt x="138812" y="7165"/>
                      <a:pt x="131648" y="0"/>
                      <a:pt x="123140" y="0"/>
                    </a:cubicBezTo>
                    <a:lnTo>
                      <a:pt x="29106" y="0"/>
                    </a:lnTo>
                    <a:cubicBezTo>
                      <a:pt x="20598" y="0"/>
                      <a:pt x="13433" y="7165"/>
                      <a:pt x="13433" y="15672"/>
                    </a:cubicBezTo>
                    <a:lnTo>
                      <a:pt x="13433" y="26867"/>
                    </a:lnTo>
                    <a:cubicBezTo>
                      <a:pt x="5821" y="27762"/>
                      <a:pt x="0" y="34479"/>
                      <a:pt x="0" y="42539"/>
                    </a:cubicBezTo>
                    <a:lnTo>
                      <a:pt x="0" y="123140"/>
                    </a:lnTo>
                    <a:cubicBezTo>
                      <a:pt x="0" y="131648"/>
                      <a:pt x="7164" y="138812"/>
                      <a:pt x="15672" y="138812"/>
                    </a:cubicBezTo>
                    <a:lnTo>
                      <a:pt x="136573" y="138812"/>
                    </a:lnTo>
                    <a:cubicBezTo>
                      <a:pt x="145081" y="138812"/>
                      <a:pt x="152246" y="131648"/>
                      <a:pt x="152246" y="123140"/>
                    </a:cubicBezTo>
                    <a:lnTo>
                      <a:pt x="152246" y="55973"/>
                    </a:lnTo>
                    <a:cubicBezTo>
                      <a:pt x="152246" y="47913"/>
                      <a:pt x="146425" y="41644"/>
                      <a:pt x="138812" y="40748"/>
                    </a:cubicBezTo>
                    <a:close/>
                    <a:moveTo>
                      <a:pt x="29106" y="4478"/>
                    </a:moveTo>
                    <a:lnTo>
                      <a:pt x="123140" y="4478"/>
                    </a:lnTo>
                    <a:cubicBezTo>
                      <a:pt x="129409" y="4478"/>
                      <a:pt x="134335" y="9403"/>
                      <a:pt x="134335" y="15672"/>
                    </a:cubicBezTo>
                    <a:lnTo>
                      <a:pt x="134335" y="40300"/>
                    </a:lnTo>
                    <a:lnTo>
                      <a:pt x="76123" y="40300"/>
                    </a:lnTo>
                    <a:cubicBezTo>
                      <a:pt x="73436" y="40300"/>
                      <a:pt x="71645" y="38509"/>
                      <a:pt x="71645" y="35823"/>
                    </a:cubicBezTo>
                    <a:cubicBezTo>
                      <a:pt x="71645" y="30897"/>
                      <a:pt x="67615" y="26867"/>
                      <a:pt x="62689" y="26867"/>
                    </a:cubicBezTo>
                    <a:lnTo>
                      <a:pt x="17911" y="26867"/>
                    </a:lnTo>
                    <a:lnTo>
                      <a:pt x="17911" y="15672"/>
                    </a:lnTo>
                    <a:cubicBezTo>
                      <a:pt x="17911" y="9403"/>
                      <a:pt x="23285" y="4478"/>
                      <a:pt x="29106" y="4478"/>
                    </a:cubicBezTo>
                    <a:close/>
                    <a:moveTo>
                      <a:pt x="147768" y="123140"/>
                    </a:moveTo>
                    <a:cubicBezTo>
                      <a:pt x="147768" y="129409"/>
                      <a:pt x="142842" y="134335"/>
                      <a:pt x="136573" y="134335"/>
                    </a:cubicBezTo>
                    <a:lnTo>
                      <a:pt x="15672" y="134335"/>
                    </a:lnTo>
                    <a:cubicBezTo>
                      <a:pt x="9403" y="134335"/>
                      <a:pt x="4478" y="129409"/>
                      <a:pt x="4478" y="123140"/>
                    </a:cubicBezTo>
                    <a:lnTo>
                      <a:pt x="4478" y="42539"/>
                    </a:lnTo>
                    <a:cubicBezTo>
                      <a:pt x="4478" y="36270"/>
                      <a:pt x="9403" y="31345"/>
                      <a:pt x="15672" y="31345"/>
                    </a:cubicBezTo>
                    <a:lnTo>
                      <a:pt x="62689" y="31345"/>
                    </a:lnTo>
                    <a:cubicBezTo>
                      <a:pt x="65376" y="31345"/>
                      <a:pt x="67167" y="33136"/>
                      <a:pt x="67167" y="35823"/>
                    </a:cubicBezTo>
                    <a:cubicBezTo>
                      <a:pt x="67167" y="40748"/>
                      <a:pt x="71197" y="44778"/>
                      <a:pt x="76123" y="44778"/>
                    </a:cubicBezTo>
                    <a:lnTo>
                      <a:pt x="136573" y="44778"/>
                    </a:lnTo>
                    <a:cubicBezTo>
                      <a:pt x="142842" y="44778"/>
                      <a:pt x="147768" y="49704"/>
                      <a:pt x="147768" y="55973"/>
                    </a:cubicBezTo>
                    <a:lnTo>
                      <a:pt x="147768" y="12314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78" name="Freeform: Shape 4074">
                <a:extLst>
                  <a:ext uri="{FF2B5EF4-FFF2-40B4-BE49-F238E27FC236}">
                    <a16:creationId xmlns:a16="http://schemas.microsoft.com/office/drawing/2014/main" id="{20FA31F8-A541-537C-6833-100AF770A93E}"/>
                  </a:ext>
                  <a:ext uri="{C183D7F6-B498-43B3-948B-1728B52AA6E4}">
                    <adec:decorative xmlns:adec="http://schemas.microsoft.com/office/drawing/2017/decorative" val="1"/>
                  </a:ext>
                </a:extLst>
              </p:cNvPr>
              <p:cNvSpPr>
                <a:spLocks noChangeAspect="1"/>
              </p:cNvSpPr>
              <p:nvPr/>
            </p:nvSpPr>
            <p:spPr>
              <a:xfrm>
                <a:off x="4247169" y="1729600"/>
                <a:ext cx="152246" cy="125379"/>
              </a:xfrm>
              <a:custGeom>
                <a:avLst/>
                <a:gdLst>
                  <a:gd name="connsiteX0" fmla="*/ 136573 w 152245"/>
                  <a:gd name="connsiteY0" fmla="*/ 0 h 125378"/>
                  <a:gd name="connsiteX1" fmla="*/ 15672 w 152245"/>
                  <a:gd name="connsiteY1" fmla="*/ 0 h 125378"/>
                  <a:gd name="connsiteX2" fmla="*/ 0 w 152245"/>
                  <a:gd name="connsiteY2" fmla="*/ 15672 h 125378"/>
                  <a:gd name="connsiteX3" fmla="*/ 0 w 152245"/>
                  <a:gd name="connsiteY3" fmla="*/ 17016 h 125378"/>
                  <a:gd name="connsiteX4" fmla="*/ 0 w 152245"/>
                  <a:gd name="connsiteY4" fmla="*/ 109707 h 125378"/>
                  <a:gd name="connsiteX5" fmla="*/ 15672 w 152245"/>
                  <a:gd name="connsiteY5" fmla="*/ 125379 h 125378"/>
                  <a:gd name="connsiteX6" fmla="*/ 136573 w 152245"/>
                  <a:gd name="connsiteY6" fmla="*/ 125379 h 125378"/>
                  <a:gd name="connsiteX7" fmla="*/ 152246 w 152245"/>
                  <a:gd name="connsiteY7" fmla="*/ 109707 h 125378"/>
                  <a:gd name="connsiteX8" fmla="*/ 152246 w 152245"/>
                  <a:gd name="connsiteY8" fmla="*/ 15672 h 125378"/>
                  <a:gd name="connsiteX9" fmla="*/ 136573 w 152245"/>
                  <a:gd name="connsiteY9" fmla="*/ 0 h 125378"/>
                  <a:gd name="connsiteX10" fmla="*/ 15672 w 152245"/>
                  <a:gd name="connsiteY10" fmla="*/ 4478 h 125378"/>
                  <a:gd name="connsiteX11" fmla="*/ 136573 w 152245"/>
                  <a:gd name="connsiteY11" fmla="*/ 4478 h 125378"/>
                  <a:gd name="connsiteX12" fmla="*/ 147768 w 152245"/>
                  <a:gd name="connsiteY12" fmla="*/ 15225 h 125378"/>
                  <a:gd name="connsiteX13" fmla="*/ 83735 w 152245"/>
                  <a:gd name="connsiteY13" fmla="*/ 65824 h 125378"/>
                  <a:gd name="connsiteX14" fmla="*/ 68958 w 152245"/>
                  <a:gd name="connsiteY14" fmla="*/ 65824 h 125378"/>
                  <a:gd name="connsiteX15" fmla="*/ 4478 w 152245"/>
                  <a:gd name="connsiteY15" fmla="*/ 15225 h 125378"/>
                  <a:gd name="connsiteX16" fmla="*/ 15672 w 152245"/>
                  <a:gd name="connsiteY16" fmla="*/ 4478 h 125378"/>
                  <a:gd name="connsiteX17" fmla="*/ 136573 w 152245"/>
                  <a:gd name="connsiteY17" fmla="*/ 120901 h 125378"/>
                  <a:gd name="connsiteX18" fmla="*/ 15672 w 152245"/>
                  <a:gd name="connsiteY18" fmla="*/ 120901 h 125378"/>
                  <a:gd name="connsiteX19" fmla="*/ 4478 w 152245"/>
                  <a:gd name="connsiteY19" fmla="*/ 109707 h 125378"/>
                  <a:gd name="connsiteX20" fmla="*/ 4478 w 152245"/>
                  <a:gd name="connsiteY20" fmla="*/ 21046 h 125378"/>
                  <a:gd name="connsiteX21" fmla="*/ 65824 w 152245"/>
                  <a:gd name="connsiteY21" fmla="*/ 69406 h 125378"/>
                  <a:gd name="connsiteX22" fmla="*/ 76123 w 152245"/>
                  <a:gd name="connsiteY22" fmla="*/ 72541 h 125378"/>
                  <a:gd name="connsiteX23" fmla="*/ 86422 w 152245"/>
                  <a:gd name="connsiteY23" fmla="*/ 68958 h 125378"/>
                  <a:gd name="connsiteX24" fmla="*/ 147768 w 152245"/>
                  <a:gd name="connsiteY24" fmla="*/ 20598 h 125378"/>
                  <a:gd name="connsiteX25" fmla="*/ 147768 w 152245"/>
                  <a:gd name="connsiteY25" fmla="*/ 109259 h 125378"/>
                  <a:gd name="connsiteX26" fmla="*/ 136573 w 152245"/>
                  <a:gd name="connsiteY26" fmla="*/ 120901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2245" h="125378">
                    <a:moveTo>
                      <a:pt x="136573" y="0"/>
                    </a:moveTo>
                    <a:lnTo>
                      <a:pt x="15672" y="0"/>
                    </a:lnTo>
                    <a:cubicBezTo>
                      <a:pt x="7164" y="0"/>
                      <a:pt x="0" y="6717"/>
                      <a:pt x="0" y="15672"/>
                    </a:cubicBezTo>
                    <a:cubicBezTo>
                      <a:pt x="0" y="16120"/>
                      <a:pt x="0" y="16568"/>
                      <a:pt x="0" y="17016"/>
                    </a:cubicBezTo>
                    <a:lnTo>
                      <a:pt x="0" y="109707"/>
                    </a:lnTo>
                    <a:cubicBezTo>
                      <a:pt x="0" y="118214"/>
                      <a:pt x="7164" y="125379"/>
                      <a:pt x="15672" y="125379"/>
                    </a:cubicBezTo>
                    <a:lnTo>
                      <a:pt x="136573" y="125379"/>
                    </a:lnTo>
                    <a:cubicBezTo>
                      <a:pt x="145081" y="125379"/>
                      <a:pt x="152246" y="118214"/>
                      <a:pt x="152246" y="109707"/>
                    </a:cubicBezTo>
                    <a:lnTo>
                      <a:pt x="152246" y="15672"/>
                    </a:lnTo>
                    <a:cubicBezTo>
                      <a:pt x="152246" y="7165"/>
                      <a:pt x="145081" y="0"/>
                      <a:pt x="136573" y="0"/>
                    </a:cubicBezTo>
                    <a:close/>
                    <a:moveTo>
                      <a:pt x="15672" y="4478"/>
                    </a:moveTo>
                    <a:lnTo>
                      <a:pt x="136573" y="4478"/>
                    </a:lnTo>
                    <a:cubicBezTo>
                      <a:pt x="142395" y="4478"/>
                      <a:pt x="147320" y="9403"/>
                      <a:pt x="147768" y="15225"/>
                    </a:cubicBezTo>
                    <a:lnTo>
                      <a:pt x="83735" y="65824"/>
                    </a:lnTo>
                    <a:cubicBezTo>
                      <a:pt x="79257" y="68958"/>
                      <a:pt x="72988" y="68958"/>
                      <a:pt x="68958" y="65824"/>
                    </a:cubicBezTo>
                    <a:lnTo>
                      <a:pt x="4478" y="15225"/>
                    </a:lnTo>
                    <a:cubicBezTo>
                      <a:pt x="4478" y="9403"/>
                      <a:pt x="9403" y="4478"/>
                      <a:pt x="15672" y="4478"/>
                    </a:cubicBezTo>
                    <a:close/>
                    <a:moveTo>
                      <a:pt x="136573" y="120901"/>
                    </a:moveTo>
                    <a:lnTo>
                      <a:pt x="15672" y="120901"/>
                    </a:lnTo>
                    <a:cubicBezTo>
                      <a:pt x="9403" y="120901"/>
                      <a:pt x="4478" y="115975"/>
                      <a:pt x="4478" y="109707"/>
                    </a:cubicBezTo>
                    <a:lnTo>
                      <a:pt x="4478" y="21046"/>
                    </a:lnTo>
                    <a:lnTo>
                      <a:pt x="65824" y="69406"/>
                    </a:lnTo>
                    <a:cubicBezTo>
                      <a:pt x="68958" y="71645"/>
                      <a:pt x="72093" y="72541"/>
                      <a:pt x="76123" y="72541"/>
                    </a:cubicBezTo>
                    <a:cubicBezTo>
                      <a:pt x="79705" y="72541"/>
                      <a:pt x="83287" y="71197"/>
                      <a:pt x="86422" y="68958"/>
                    </a:cubicBezTo>
                    <a:lnTo>
                      <a:pt x="147768" y="20598"/>
                    </a:lnTo>
                    <a:lnTo>
                      <a:pt x="147768" y="109259"/>
                    </a:lnTo>
                    <a:cubicBezTo>
                      <a:pt x="147768" y="115975"/>
                      <a:pt x="142395" y="120901"/>
                      <a:pt x="136573" y="12090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79" name="Group 4075">
                <a:extLst>
                  <a:ext uri="{FF2B5EF4-FFF2-40B4-BE49-F238E27FC236}">
                    <a16:creationId xmlns:a16="http://schemas.microsoft.com/office/drawing/2014/main" id="{C76C87E8-3F78-D434-2433-8F05643CA652}"/>
                  </a:ext>
                  <a:ext uri="{C183D7F6-B498-43B3-948B-1728B52AA6E4}">
                    <adec:decorative xmlns:adec="http://schemas.microsoft.com/office/drawing/2017/decorative" val="1"/>
                  </a:ext>
                </a:extLst>
              </p:cNvPr>
              <p:cNvGrpSpPr>
                <a:grpSpLocks noChangeAspect="1"/>
              </p:cNvGrpSpPr>
              <p:nvPr/>
            </p:nvGrpSpPr>
            <p:grpSpPr>
              <a:xfrm>
                <a:off x="5569469" y="1716167"/>
                <a:ext cx="125379" cy="152246"/>
                <a:chOff x="5610223" y="980728"/>
                <a:chExt cx="125379" cy="152246"/>
              </a:xfrm>
            </p:grpSpPr>
            <p:sp>
              <p:nvSpPr>
                <p:cNvPr id="180" name="Freeform: Shape 4076">
                  <a:extLst>
                    <a:ext uri="{FF2B5EF4-FFF2-40B4-BE49-F238E27FC236}">
                      <a16:creationId xmlns:a16="http://schemas.microsoft.com/office/drawing/2014/main" id="{CE8DC258-C7CA-919D-4CC8-1CAEA8F7AD2F}"/>
                    </a:ext>
                  </a:extLst>
                </p:cNvPr>
                <p:cNvSpPr/>
                <p:nvPr/>
              </p:nvSpPr>
              <p:spPr>
                <a:xfrm>
                  <a:off x="5610223" y="980728"/>
                  <a:ext cx="125379" cy="152246"/>
                </a:xfrm>
                <a:custGeom>
                  <a:avLst/>
                  <a:gdLst>
                    <a:gd name="connsiteX0" fmla="*/ 121796 w 125378"/>
                    <a:gd name="connsiteY0" fmla="*/ 54629 h 152245"/>
                    <a:gd name="connsiteX1" fmla="*/ 121349 w 125378"/>
                    <a:gd name="connsiteY1" fmla="*/ 54182 h 152245"/>
                    <a:gd name="connsiteX2" fmla="*/ 120453 w 125378"/>
                    <a:gd name="connsiteY2" fmla="*/ 52838 h 152245"/>
                    <a:gd name="connsiteX3" fmla="*/ 71645 w 125378"/>
                    <a:gd name="connsiteY3" fmla="*/ 4478 h 152245"/>
                    <a:gd name="connsiteX4" fmla="*/ 71197 w 125378"/>
                    <a:gd name="connsiteY4" fmla="*/ 4030 h 152245"/>
                    <a:gd name="connsiteX5" fmla="*/ 70750 w 125378"/>
                    <a:gd name="connsiteY5" fmla="*/ 3582 h 152245"/>
                    <a:gd name="connsiteX6" fmla="*/ 60898 w 125378"/>
                    <a:gd name="connsiteY6" fmla="*/ 0 h 152245"/>
                    <a:gd name="connsiteX7" fmla="*/ 11195 w 125378"/>
                    <a:gd name="connsiteY7" fmla="*/ 0 h 152245"/>
                    <a:gd name="connsiteX8" fmla="*/ 0 w 125378"/>
                    <a:gd name="connsiteY8" fmla="*/ 11195 h 152245"/>
                    <a:gd name="connsiteX9" fmla="*/ 0 w 125378"/>
                    <a:gd name="connsiteY9" fmla="*/ 141499 h 152245"/>
                    <a:gd name="connsiteX10" fmla="*/ 11195 w 125378"/>
                    <a:gd name="connsiteY10" fmla="*/ 152694 h 152245"/>
                    <a:gd name="connsiteX11" fmla="*/ 114184 w 125378"/>
                    <a:gd name="connsiteY11" fmla="*/ 152694 h 152245"/>
                    <a:gd name="connsiteX12" fmla="*/ 125379 w 125378"/>
                    <a:gd name="connsiteY12" fmla="*/ 141499 h 152245"/>
                    <a:gd name="connsiteX13" fmla="*/ 125379 w 125378"/>
                    <a:gd name="connsiteY13" fmla="*/ 64033 h 152245"/>
                    <a:gd name="connsiteX14" fmla="*/ 121796 w 125378"/>
                    <a:gd name="connsiteY14" fmla="*/ 54629 h 152245"/>
                    <a:gd name="connsiteX15" fmla="*/ 114632 w 125378"/>
                    <a:gd name="connsiteY15" fmla="*/ 53734 h 152245"/>
                    <a:gd name="connsiteX16" fmla="*/ 82392 w 125378"/>
                    <a:gd name="connsiteY16" fmla="*/ 53734 h 152245"/>
                    <a:gd name="connsiteX17" fmla="*/ 71197 w 125378"/>
                    <a:gd name="connsiteY17" fmla="*/ 42539 h 152245"/>
                    <a:gd name="connsiteX18" fmla="*/ 71197 w 125378"/>
                    <a:gd name="connsiteY18" fmla="*/ 10747 h 152245"/>
                    <a:gd name="connsiteX19" fmla="*/ 114632 w 125378"/>
                    <a:gd name="connsiteY19" fmla="*/ 53734 h 152245"/>
                    <a:gd name="connsiteX20" fmla="*/ 120453 w 125378"/>
                    <a:gd name="connsiteY20" fmla="*/ 141499 h 152245"/>
                    <a:gd name="connsiteX21" fmla="*/ 113737 w 125378"/>
                    <a:gd name="connsiteY21" fmla="*/ 148216 h 152245"/>
                    <a:gd name="connsiteX22" fmla="*/ 10747 w 125378"/>
                    <a:gd name="connsiteY22" fmla="*/ 148216 h 152245"/>
                    <a:gd name="connsiteX23" fmla="*/ 4030 w 125378"/>
                    <a:gd name="connsiteY23" fmla="*/ 141499 h 152245"/>
                    <a:gd name="connsiteX24" fmla="*/ 4030 w 125378"/>
                    <a:gd name="connsiteY24" fmla="*/ 11195 h 152245"/>
                    <a:gd name="connsiteX25" fmla="*/ 10747 w 125378"/>
                    <a:gd name="connsiteY25" fmla="*/ 4478 h 152245"/>
                    <a:gd name="connsiteX26" fmla="*/ 60451 w 125378"/>
                    <a:gd name="connsiteY26" fmla="*/ 4478 h 152245"/>
                    <a:gd name="connsiteX27" fmla="*/ 66720 w 125378"/>
                    <a:gd name="connsiteY27" fmla="*/ 6717 h 152245"/>
                    <a:gd name="connsiteX28" fmla="*/ 66720 w 125378"/>
                    <a:gd name="connsiteY28" fmla="*/ 42539 h 152245"/>
                    <a:gd name="connsiteX29" fmla="*/ 82392 w 125378"/>
                    <a:gd name="connsiteY29" fmla="*/ 58212 h 152245"/>
                    <a:gd name="connsiteX30" fmla="*/ 118662 w 125378"/>
                    <a:gd name="connsiteY30" fmla="*/ 58212 h 152245"/>
                    <a:gd name="connsiteX31" fmla="*/ 120453 w 125378"/>
                    <a:gd name="connsiteY31" fmla="*/ 64033 h 152245"/>
                    <a:gd name="connsiteX32" fmla="*/ 120453 w 125378"/>
                    <a:gd name="connsiteY32" fmla="*/ 141499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378" h="152245">
                      <a:moveTo>
                        <a:pt x="121796" y="54629"/>
                      </a:moveTo>
                      <a:cubicBezTo>
                        <a:pt x="121796" y="54629"/>
                        <a:pt x="121349" y="54182"/>
                        <a:pt x="121349" y="54182"/>
                      </a:cubicBezTo>
                      <a:cubicBezTo>
                        <a:pt x="120901" y="53734"/>
                        <a:pt x="120453" y="53286"/>
                        <a:pt x="120453" y="52838"/>
                      </a:cubicBezTo>
                      <a:lnTo>
                        <a:pt x="71645" y="4478"/>
                      </a:lnTo>
                      <a:cubicBezTo>
                        <a:pt x="71645" y="4478"/>
                        <a:pt x="71197" y="4030"/>
                        <a:pt x="71197" y="4030"/>
                      </a:cubicBezTo>
                      <a:cubicBezTo>
                        <a:pt x="71197" y="4030"/>
                        <a:pt x="70750" y="3582"/>
                        <a:pt x="70750" y="3582"/>
                      </a:cubicBezTo>
                      <a:cubicBezTo>
                        <a:pt x="68063" y="1343"/>
                        <a:pt x="64481" y="0"/>
                        <a:pt x="60898" y="0"/>
                      </a:cubicBezTo>
                      <a:lnTo>
                        <a:pt x="11195" y="0"/>
                      </a:lnTo>
                      <a:cubicBezTo>
                        <a:pt x="4925" y="0"/>
                        <a:pt x="0" y="4926"/>
                        <a:pt x="0" y="11195"/>
                      </a:cubicBezTo>
                      <a:lnTo>
                        <a:pt x="0" y="141499"/>
                      </a:lnTo>
                      <a:cubicBezTo>
                        <a:pt x="0" y="147768"/>
                        <a:pt x="4925" y="152694"/>
                        <a:pt x="11195" y="152694"/>
                      </a:cubicBezTo>
                      <a:lnTo>
                        <a:pt x="114184" y="152694"/>
                      </a:lnTo>
                      <a:cubicBezTo>
                        <a:pt x="120453" y="152694"/>
                        <a:pt x="125379" y="147768"/>
                        <a:pt x="125379" y="141499"/>
                      </a:cubicBezTo>
                      <a:lnTo>
                        <a:pt x="125379" y="64033"/>
                      </a:lnTo>
                      <a:cubicBezTo>
                        <a:pt x="124931" y="60898"/>
                        <a:pt x="124035" y="57316"/>
                        <a:pt x="121796" y="54629"/>
                      </a:cubicBezTo>
                      <a:close/>
                      <a:moveTo>
                        <a:pt x="114632" y="53734"/>
                      </a:moveTo>
                      <a:lnTo>
                        <a:pt x="82392" y="53734"/>
                      </a:lnTo>
                      <a:cubicBezTo>
                        <a:pt x="76123" y="53734"/>
                        <a:pt x="71197" y="48808"/>
                        <a:pt x="71197" y="42539"/>
                      </a:cubicBezTo>
                      <a:lnTo>
                        <a:pt x="71197" y="10747"/>
                      </a:lnTo>
                      <a:lnTo>
                        <a:pt x="114632" y="53734"/>
                      </a:lnTo>
                      <a:close/>
                      <a:moveTo>
                        <a:pt x="120453" y="141499"/>
                      </a:moveTo>
                      <a:cubicBezTo>
                        <a:pt x="120453" y="145081"/>
                        <a:pt x="117319" y="148216"/>
                        <a:pt x="113737" y="148216"/>
                      </a:cubicBezTo>
                      <a:lnTo>
                        <a:pt x="10747" y="148216"/>
                      </a:lnTo>
                      <a:cubicBezTo>
                        <a:pt x="7164" y="148216"/>
                        <a:pt x="4030" y="145081"/>
                        <a:pt x="4030" y="141499"/>
                      </a:cubicBezTo>
                      <a:lnTo>
                        <a:pt x="4030" y="11195"/>
                      </a:lnTo>
                      <a:cubicBezTo>
                        <a:pt x="4030" y="7612"/>
                        <a:pt x="7164" y="4478"/>
                        <a:pt x="10747" y="4478"/>
                      </a:cubicBezTo>
                      <a:lnTo>
                        <a:pt x="60451" y="4478"/>
                      </a:lnTo>
                      <a:cubicBezTo>
                        <a:pt x="62689" y="4478"/>
                        <a:pt x="64928" y="5373"/>
                        <a:pt x="66720" y="6717"/>
                      </a:cubicBezTo>
                      <a:lnTo>
                        <a:pt x="66720" y="42539"/>
                      </a:lnTo>
                      <a:cubicBezTo>
                        <a:pt x="66720" y="51047"/>
                        <a:pt x="73884" y="58212"/>
                        <a:pt x="82392" y="58212"/>
                      </a:cubicBezTo>
                      <a:lnTo>
                        <a:pt x="118662" y="58212"/>
                      </a:lnTo>
                      <a:cubicBezTo>
                        <a:pt x="119558" y="60003"/>
                        <a:pt x="120453" y="62242"/>
                        <a:pt x="120453" y="64033"/>
                      </a:cubicBezTo>
                      <a:lnTo>
                        <a:pt x="120453" y="14149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81" name="Freeform: Shape 4077">
                  <a:extLst>
                    <a:ext uri="{FF2B5EF4-FFF2-40B4-BE49-F238E27FC236}">
                      <a16:creationId xmlns:a16="http://schemas.microsoft.com/office/drawing/2014/main" id="{5FBC9FF4-6304-5A41-AD38-62C8D6226618}"/>
                    </a:ext>
                  </a:extLst>
                </p:cNvPr>
                <p:cNvSpPr/>
                <p:nvPr/>
              </p:nvSpPr>
              <p:spPr>
                <a:xfrm>
                  <a:off x="5638545" y="1038492"/>
                  <a:ext cx="67167" cy="62689"/>
                </a:xfrm>
                <a:custGeom>
                  <a:avLst/>
                  <a:gdLst>
                    <a:gd name="connsiteX0" fmla="*/ 67951 w 67167"/>
                    <a:gd name="connsiteY0" fmla="*/ 52838 h 62689"/>
                    <a:gd name="connsiteX1" fmla="*/ 57204 w 67167"/>
                    <a:gd name="connsiteY1" fmla="*/ 35375 h 62689"/>
                    <a:gd name="connsiteX2" fmla="*/ 59443 w 67167"/>
                    <a:gd name="connsiteY2" fmla="*/ 25076 h 62689"/>
                    <a:gd name="connsiteX3" fmla="*/ 34367 w 67167"/>
                    <a:gd name="connsiteY3" fmla="*/ 0 h 62689"/>
                    <a:gd name="connsiteX4" fmla="*/ 9291 w 67167"/>
                    <a:gd name="connsiteY4" fmla="*/ 25076 h 62689"/>
                    <a:gd name="connsiteX5" fmla="*/ 11530 w 67167"/>
                    <a:gd name="connsiteY5" fmla="*/ 35375 h 62689"/>
                    <a:gd name="connsiteX6" fmla="*/ 336 w 67167"/>
                    <a:gd name="connsiteY6" fmla="*/ 53286 h 62689"/>
                    <a:gd name="connsiteX7" fmla="*/ 336 w 67167"/>
                    <a:gd name="connsiteY7" fmla="*/ 55525 h 62689"/>
                    <a:gd name="connsiteX8" fmla="*/ 2127 w 67167"/>
                    <a:gd name="connsiteY8" fmla="*/ 56868 h 62689"/>
                    <a:gd name="connsiteX9" fmla="*/ 11978 w 67167"/>
                    <a:gd name="connsiteY9" fmla="*/ 56868 h 62689"/>
                    <a:gd name="connsiteX10" fmla="*/ 17799 w 67167"/>
                    <a:gd name="connsiteY10" fmla="*/ 65376 h 62689"/>
                    <a:gd name="connsiteX11" fmla="*/ 19590 w 67167"/>
                    <a:gd name="connsiteY11" fmla="*/ 66272 h 62689"/>
                    <a:gd name="connsiteX12" fmla="*/ 19590 w 67167"/>
                    <a:gd name="connsiteY12" fmla="*/ 66272 h 62689"/>
                    <a:gd name="connsiteX13" fmla="*/ 21381 w 67167"/>
                    <a:gd name="connsiteY13" fmla="*/ 65376 h 62689"/>
                    <a:gd name="connsiteX14" fmla="*/ 30785 w 67167"/>
                    <a:gd name="connsiteY14" fmla="*/ 50152 h 62689"/>
                    <a:gd name="connsiteX15" fmla="*/ 33472 w 67167"/>
                    <a:gd name="connsiteY15" fmla="*/ 50152 h 62689"/>
                    <a:gd name="connsiteX16" fmla="*/ 36158 w 67167"/>
                    <a:gd name="connsiteY16" fmla="*/ 50152 h 62689"/>
                    <a:gd name="connsiteX17" fmla="*/ 45562 w 67167"/>
                    <a:gd name="connsiteY17" fmla="*/ 65376 h 62689"/>
                    <a:gd name="connsiteX18" fmla="*/ 47353 w 67167"/>
                    <a:gd name="connsiteY18" fmla="*/ 66272 h 62689"/>
                    <a:gd name="connsiteX19" fmla="*/ 47353 w 67167"/>
                    <a:gd name="connsiteY19" fmla="*/ 66272 h 62689"/>
                    <a:gd name="connsiteX20" fmla="*/ 49144 w 67167"/>
                    <a:gd name="connsiteY20" fmla="*/ 65376 h 62689"/>
                    <a:gd name="connsiteX21" fmla="*/ 54965 w 67167"/>
                    <a:gd name="connsiteY21" fmla="*/ 56868 h 62689"/>
                    <a:gd name="connsiteX22" fmla="*/ 64816 w 67167"/>
                    <a:gd name="connsiteY22" fmla="*/ 56868 h 62689"/>
                    <a:gd name="connsiteX23" fmla="*/ 66607 w 67167"/>
                    <a:gd name="connsiteY23" fmla="*/ 55525 h 62689"/>
                    <a:gd name="connsiteX24" fmla="*/ 67951 w 67167"/>
                    <a:gd name="connsiteY24" fmla="*/ 52838 h 62689"/>
                    <a:gd name="connsiteX25" fmla="*/ 20038 w 67167"/>
                    <a:gd name="connsiteY25" fmla="*/ 59555 h 62689"/>
                    <a:gd name="connsiteX26" fmla="*/ 15112 w 67167"/>
                    <a:gd name="connsiteY26" fmla="*/ 52838 h 62689"/>
                    <a:gd name="connsiteX27" fmla="*/ 13322 w 67167"/>
                    <a:gd name="connsiteY27" fmla="*/ 51943 h 62689"/>
                    <a:gd name="connsiteX28" fmla="*/ 6157 w 67167"/>
                    <a:gd name="connsiteY28" fmla="*/ 51943 h 62689"/>
                    <a:gd name="connsiteX29" fmla="*/ 13769 w 67167"/>
                    <a:gd name="connsiteY29" fmla="*/ 39853 h 62689"/>
                    <a:gd name="connsiteX30" fmla="*/ 26755 w 67167"/>
                    <a:gd name="connsiteY30" fmla="*/ 49256 h 62689"/>
                    <a:gd name="connsiteX31" fmla="*/ 20038 w 67167"/>
                    <a:gd name="connsiteY31" fmla="*/ 59555 h 62689"/>
                    <a:gd name="connsiteX32" fmla="*/ 13769 w 67167"/>
                    <a:gd name="connsiteY32" fmla="*/ 25076 h 62689"/>
                    <a:gd name="connsiteX33" fmla="*/ 34367 w 67167"/>
                    <a:gd name="connsiteY33" fmla="*/ 4478 h 62689"/>
                    <a:gd name="connsiteX34" fmla="*/ 54965 w 67167"/>
                    <a:gd name="connsiteY34" fmla="*/ 25076 h 62689"/>
                    <a:gd name="connsiteX35" fmla="*/ 34367 w 67167"/>
                    <a:gd name="connsiteY35" fmla="*/ 45674 h 62689"/>
                    <a:gd name="connsiteX36" fmla="*/ 13769 w 67167"/>
                    <a:gd name="connsiteY36" fmla="*/ 25076 h 62689"/>
                    <a:gd name="connsiteX37" fmla="*/ 54965 w 67167"/>
                    <a:gd name="connsiteY37" fmla="*/ 51943 h 62689"/>
                    <a:gd name="connsiteX38" fmla="*/ 53174 w 67167"/>
                    <a:gd name="connsiteY38" fmla="*/ 52838 h 62689"/>
                    <a:gd name="connsiteX39" fmla="*/ 48248 w 67167"/>
                    <a:gd name="connsiteY39" fmla="*/ 59555 h 62689"/>
                    <a:gd name="connsiteX40" fmla="*/ 41531 w 67167"/>
                    <a:gd name="connsiteY40" fmla="*/ 48808 h 62689"/>
                    <a:gd name="connsiteX41" fmla="*/ 54517 w 67167"/>
                    <a:gd name="connsiteY41" fmla="*/ 39405 h 62689"/>
                    <a:gd name="connsiteX42" fmla="*/ 62129 w 67167"/>
                    <a:gd name="connsiteY42" fmla="*/ 51495 h 62689"/>
                    <a:gd name="connsiteX43" fmla="*/ 54965 w 67167"/>
                    <a:gd name="connsiteY43" fmla="*/ 51495 h 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67" h="62689">
                      <a:moveTo>
                        <a:pt x="67951" y="52838"/>
                      </a:moveTo>
                      <a:lnTo>
                        <a:pt x="57204" y="35375"/>
                      </a:lnTo>
                      <a:cubicBezTo>
                        <a:pt x="58547" y="32240"/>
                        <a:pt x="59443" y="28658"/>
                        <a:pt x="59443" y="25076"/>
                      </a:cubicBezTo>
                      <a:cubicBezTo>
                        <a:pt x="59443" y="11195"/>
                        <a:pt x="48248" y="0"/>
                        <a:pt x="34367" y="0"/>
                      </a:cubicBezTo>
                      <a:cubicBezTo>
                        <a:pt x="20486" y="0"/>
                        <a:pt x="9291" y="11195"/>
                        <a:pt x="9291" y="25076"/>
                      </a:cubicBezTo>
                      <a:cubicBezTo>
                        <a:pt x="9291" y="28658"/>
                        <a:pt x="10187" y="32240"/>
                        <a:pt x="11530" y="35375"/>
                      </a:cubicBezTo>
                      <a:lnTo>
                        <a:pt x="336" y="53286"/>
                      </a:lnTo>
                      <a:cubicBezTo>
                        <a:pt x="-112" y="54182"/>
                        <a:pt x="-112" y="54629"/>
                        <a:pt x="336" y="55525"/>
                      </a:cubicBezTo>
                      <a:cubicBezTo>
                        <a:pt x="783" y="56420"/>
                        <a:pt x="1679" y="56868"/>
                        <a:pt x="2127" y="56868"/>
                      </a:cubicBezTo>
                      <a:lnTo>
                        <a:pt x="11978" y="56868"/>
                      </a:lnTo>
                      <a:lnTo>
                        <a:pt x="17799" y="65376"/>
                      </a:lnTo>
                      <a:cubicBezTo>
                        <a:pt x="18247" y="65824"/>
                        <a:pt x="18695" y="66272"/>
                        <a:pt x="19590" y="66272"/>
                      </a:cubicBezTo>
                      <a:cubicBezTo>
                        <a:pt x="19590" y="66272"/>
                        <a:pt x="19590" y="66272"/>
                        <a:pt x="19590" y="66272"/>
                      </a:cubicBezTo>
                      <a:cubicBezTo>
                        <a:pt x="20486" y="66272"/>
                        <a:pt x="20934" y="65824"/>
                        <a:pt x="21381" y="65376"/>
                      </a:cubicBezTo>
                      <a:lnTo>
                        <a:pt x="30785" y="50152"/>
                      </a:lnTo>
                      <a:cubicBezTo>
                        <a:pt x="31680" y="50152"/>
                        <a:pt x="32576" y="50152"/>
                        <a:pt x="33472" y="50152"/>
                      </a:cubicBezTo>
                      <a:cubicBezTo>
                        <a:pt x="34367" y="50152"/>
                        <a:pt x="35262" y="50152"/>
                        <a:pt x="36158" y="50152"/>
                      </a:cubicBezTo>
                      <a:lnTo>
                        <a:pt x="45562" y="65376"/>
                      </a:lnTo>
                      <a:cubicBezTo>
                        <a:pt x="46009" y="65824"/>
                        <a:pt x="46457" y="66272"/>
                        <a:pt x="47353" y="66272"/>
                      </a:cubicBezTo>
                      <a:cubicBezTo>
                        <a:pt x="47353" y="66272"/>
                        <a:pt x="47353" y="66272"/>
                        <a:pt x="47353" y="66272"/>
                      </a:cubicBezTo>
                      <a:cubicBezTo>
                        <a:pt x="48248" y="66272"/>
                        <a:pt x="48696" y="65824"/>
                        <a:pt x="49144" y="65376"/>
                      </a:cubicBezTo>
                      <a:lnTo>
                        <a:pt x="54965" y="56868"/>
                      </a:lnTo>
                      <a:lnTo>
                        <a:pt x="64816" y="56868"/>
                      </a:lnTo>
                      <a:cubicBezTo>
                        <a:pt x="65712" y="56868"/>
                        <a:pt x="66159" y="56420"/>
                        <a:pt x="66607" y="55525"/>
                      </a:cubicBezTo>
                      <a:cubicBezTo>
                        <a:pt x="68398" y="54629"/>
                        <a:pt x="68398" y="53734"/>
                        <a:pt x="67951" y="52838"/>
                      </a:cubicBezTo>
                      <a:close/>
                      <a:moveTo>
                        <a:pt x="20038" y="59555"/>
                      </a:moveTo>
                      <a:lnTo>
                        <a:pt x="15112" y="52838"/>
                      </a:lnTo>
                      <a:cubicBezTo>
                        <a:pt x="14665" y="52390"/>
                        <a:pt x="14217" y="51943"/>
                        <a:pt x="13322" y="51943"/>
                      </a:cubicBezTo>
                      <a:lnTo>
                        <a:pt x="6157" y="51943"/>
                      </a:lnTo>
                      <a:lnTo>
                        <a:pt x="13769" y="39853"/>
                      </a:lnTo>
                      <a:cubicBezTo>
                        <a:pt x="16903" y="44330"/>
                        <a:pt x="21381" y="47465"/>
                        <a:pt x="26755" y="49256"/>
                      </a:cubicBezTo>
                      <a:lnTo>
                        <a:pt x="20038" y="59555"/>
                      </a:lnTo>
                      <a:close/>
                      <a:moveTo>
                        <a:pt x="13769" y="25076"/>
                      </a:moveTo>
                      <a:cubicBezTo>
                        <a:pt x="13769" y="13881"/>
                        <a:pt x="23173" y="4478"/>
                        <a:pt x="34367" y="4478"/>
                      </a:cubicBezTo>
                      <a:cubicBezTo>
                        <a:pt x="45562" y="4478"/>
                        <a:pt x="54965" y="13881"/>
                        <a:pt x="54965" y="25076"/>
                      </a:cubicBezTo>
                      <a:cubicBezTo>
                        <a:pt x="54965" y="36270"/>
                        <a:pt x="45562" y="45674"/>
                        <a:pt x="34367" y="45674"/>
                      </a:cubicBezTo>
                      <a:cubicBezTo>
                        <a:pt x="23173" y="45674"/>
                        <a:pt x="13769" y="36270"/>
                        <a:pt x="13769" y="25076"/>
                      </a:cubicBezTo>
                      <a:close/>
                      <a:moveTo>
                        <a:pt x="54965" y="51943"/>
                      </a:moveTo>
                      <a:cubicBezTo>
                        <a:pt x="54070" y="51943"/>
                        <a:pt x="53622" y="52390"/>
                        <a:pt x="53174" y="52838"/>
                      </a:cubicBezTo>
                      <a:lnTo>
                        <a:pt x="48248" y="59555"/>
                      </a:lnTo>
                      <a:lnTo>
                        <a:pt x="41531" y="48808"/>
                      </a:lnTo>
                      <a:cubicBezTo>
                        <a:pt x="46905" y="47017"/>
                        <a:pt x="51383" y="43883"/>
                        <a:pt x="54517" y="39405"/>
                      </a:cubicBezTo>
                      <a:lnTo>
                        <a:pt x="62129" y="51495"/>
                      </a:lnTo>
                      <a:lnTo>
                        <a:pt x="54965" y="514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82" name="Freeform: Shape 4078">
                <a:extLst>
                  <a:ext uri="{FF2B5EF4-FFF2-40B4-BE49-F238E27FC236}">
                    <a16:creationId xmlns:a16="http://schemas.microsoft.com/office/drawing/2014/main" id="{232994BD-FF55-871E-7AAF-9657238738C8}"/>
                  </a:ext>
                  <a:ext uri="{C183D7F6-B498-43B3-948B-1728B52AA6E4}">
                    <adec:decorative xmlns:adec="http://schemas.microsoft.com/office/drawing/2017/decorative" val="1"/>
                  </a:ext>
                </a:extLst>
              </p:cNvPr>
              <p:cNvSpPr>
                <a:spLocks noChangeAspect="1"/>
              </p:cNvSpPr>
              <p:nvPr/>
            </p:nvSpPr>
            <p:spPr>
              <a:xfrm>
                <a:off x="5050042" y="1716167"/>
                <a:ext cx="125379" cy="152246"/>
              </a:xfrm>
              <a:custGeom>
                <a:avLst/>
                <a:gdLst>
                  <a:gd name="connsiteX0" fmla="*/ 121796 w 125378"/>
                  <a:gd name="connsiteY0" fmla="*/ 54629 h 152245"/>
                  <a:gd name="connsiteX1" fmla="*/ 121349 w 125378"/>
                  <a:gd name="connsiteY1" fmla="*/ 54182 h 152245"/>
                  <a:gd name="connsiteX2" fmla="*/ 120453 w 125378"/>
                  <a:gd name="connsiteY2" fmla="*/ 52838 h 152245"/>
                  <a:gd name="connsiteX3" fmla="*/ 71645 w 125378"/>
                  <a:gd name="connsiteY3" fmla="*/ 4478 h 152245"/>
                  <a:gd name="connsiteX4" fmla="*/ 71197 w 125378"/>
                  <a:gd name="connsiteY4" fmla="*/ 4030 h 152245"/>
                  <a:gd name="connsiteX5" fmla="*/ 70749 w 125378"/>
                  <a:gd name="connsiteY5" fmla="*/ 3582 h 152245"/>
                  <a:gd name="connsiteX6" fmla="*/ 60898 w 125378"/>
                  <a:gd name="connsiteY6" fmla="*/ 0 h 152245"/>
                  <a:gd name="connsiteX7" fmla="*/ 11195 w 125378"/>
                  <a:gd name="connsiteY7" fmla="*/ 0 h 152245"/>
                  <a:gd name="connsiteX8" fmla="*/ 0 w 125378"/>
                  <a:gd name="connsiteY8" fmla="*/ 11195 h 152245"/>
                  <a:gd name="connsiteX9" fmla="*/ 0 w 125378"/>
                  <a:gd name="connsiteY9" fmla="*/ 141499 h 152245"/>
                  <a:gd name="connsiteX10" fmla="*/ 11195 w 125378"/>
                  <a:gd name="connsiteY10" fmla="*/ 152694 h 152245"/>
                  <a:gd name="connsiteX11" fmla="*/ 114184 w 125378"/>
                  <a:gd name="connsiteY11" fmla="*/ 152694 h 152245"/>
                  <a:gd name="connsiteX12" fmla="*/ 125379 w 125378"/>
                  <a:gd name="connsiteY12" fmla="*/ 141499 h 152245"/>
                  <a:gd name="connsiteX13" fmla="*/ 125379 w 125378"/>
                  <a:gd name="connsiteY13" fmla="*/ 64033 h 152245"/>
                  <a:gd name="connsiteX14" fmla="*/ 121796 w 125378"/>
                  <a:gd name="connsiteY14" fmla="*/ 54629 h 152245"/>
                  <a:gd name="connsiteX15" fmla="*/ 115080 w 125378"/>
                  <a:gd name="connsiteY15" fmla="*/ 53734 h 152245"/>
                  <a:gd name="connsiteX16" fmla="*/ 82840 w 125378"/>
                  <a:gd name="connsiteY16" fmla="*/ 53734 h 152245"/>
                  <a:gd name="connsiteX17" fmla="*/ 71645 w 125378"/>
                  <a:gd name="connsiteY17" fmla="*/ 42539 h 152245"/>
                  <a:gd name="connsiteX18" fmla="*/ 71645 w 125378"/>
                  <a:gd name="connsiteY18" fmla="*/ 10747 h 152245"/>
                  <a:gd name="connsiteX19" fmla="*/ 115080 w 125378"/>
                  <a:gd name="connsiteY19" fmla="*/ 53734 h 152245"/>
                  <a:gd name="connsiteX20" fmla="*/ 120453 w 125378"/>
                  <a:gd name="connsiteY20" fmla="*/ 141499 h 152245"/>
                  <a:gd name="connsiteX21" fmla="*/ 113737 w 125378"/>
                  <a:gd name="connsiteY21" fmla="*/ 148216 h 152245"/>
                  <a:gd name="connsiteX22" fmla="*/ 10747 w 125378"/>
                  <a:gd name="connsiteY22" fmla="*/ 148216 h 152245"/>
                  <a:gd name="connsiteX23" fmla="*/ 4030 w 125378"/>
                  <a:gd name="connsiteY23" fmla="*/ 141499 h 152245"/>
                  <a:gd name="connsiteX24" fmla="*/ 4030 w 125378"/>
                  <a:gd name="connsiteY24" fmla="*/ 11195 h 152245"/>
                  <a:gd name="connsiteX25" fmla="*/ 10747 w 125378"/>
                  <a:gd name="connsiteY25" fmla="*/ 4478 h 152245"/>
                  <a:gd name="connsiteX26" fmla="*/ 60451 w 125378"/>
                  <a:gd name="connsiteY26" fmla="*/ 4478 h 152245"/>
                  <a:gd name="connsiteX27" fmla="*/ 66720 w 125378"/>
                  <a:gd name="connsiteY27" fmla="*/ 6717 h 152245"/>
                  <a:gd name="connsiteX28" fmla="*/ 66720 w 125378"/>
                  <a:gd name="connsiteY28" fmla="*/ 42539 h 152245"/>
                  <a:gd name="connsiteX29" fmla="*/ 82392 w 125378"/>
                  <a:gd name="connsiteY29" fmla="*/ 58212 h 152245"/>
                  <a:gd name="connsiteX30" fmla="*/ 118662 w 125378"/>
                  <a:gd name="connsiteY30" fmla="*/ 58212 h 152245"/>
                  <a:gd name="connsiteX31" fmla="*/ 120453 w 125378"/>
                  <a:gd name="connsiteY31" fmla="*/ 64033 h 152245"/>
                  <a:gd name="connsiteX32" fmla="*/ 120453 w 125378"/>
                  <a:gd name="connsiteY32" fmla="*/ 141499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378" h="152245">
                    <a:moveTo>
                      <a:pt x="121796" y="54629"/>
                    </a:moveTo>
                    <a:cubicBezTo>
                      <a:pt x="121796" y="54629"/>
                      <a:pt x="121349" y="54182"/>
                      <a:pt x="121349" y="54182"/>
                    </a:cubicBezTo>
                    <a:cubicBezTo>
                      <a:pt x="120901" y="53734"/>
                      <a:pt x="120453" y="53286"/>
                      <a:pt x="120453" y="52838"/>
                    </a:cubicBezTo>
                    <a:lnTo>
                      <a:pt x="71645" y="4478"/>
                    </a:lnTo>
                    <a:cubicBezTo>
                      <a:pt x="71645" y="4478"/>
                      <a:pt x="71197" y="4030"/>
                      <a:pt x="71197" y="4030"/>
                    </a:cubicBezTo>
                    <a:cubicBezTo>
                      <a:pt x="71197" y="4030"/>
                      <a:pt x="70749" y="3582"/>
                      <a:pt x="70749" y="3582"/>
                    </a:cubicBezTo>
                    <a:cubicBezTo>
                      <a:pt x="68063" y="1343"/>
                      <a:pt x="64481" y="0"/>
                      <a:pt x="60898" y="0"/>
                    </a:cubicBezTo>
                    <a:lnTo>
                      <a:pt x="11195" y="0"/>
                    </a:lnTo>
                    <a:cubicBezTo>
                      <a:pt x="4925" y="0"/>
                      <a:pt x="0" y="4926"/>
                      <a:pt x="0" y="11195"/>
                    </a:cubicBezTo>
                    <a:lnTo>
                      <a:pt x="0" y="141499"/>
                    </a:lnTo>
                    <a:cubicBezTo>
                      <a:pt x="0" y="147768"/>
                      <a:pt x="4925" y="152694"/>
                      <a:pt x="11195" y="152694"/>
                    </a:cubicBezTo>
                    <a:lnTo>
                      <a:pt x="114184" y="152694"/>
                    </a:lnTo>
                    <a:cubicBezTo>
                      <a:pt x="120453" y="152694"/>
                      <a:pt x="125379" y="147768"/>
                      <a:pt x="125379" y="141499"/>
                    </a:cubicBezTo>
                    <a:lnTo>
                      <a:pt x="125379" y="64033"/>
                    </a:lnTo>
                    <a:cubicBezTo>
                      <a:pt x="124931" y="60898"/>
                      <a:pt x="124035" y="57316"/>
                      <a:pt x="121796" y="54629"/>
                    </a:cubicBezTo>
                    <a:close/>
                    <a:moveTo>
                      <a:pt x="115080" y="53734"/>
                    </a:moveTo>
                    <a:lnTo>
                      <a:pt x="82840" y="53734"/>
                    </a:lnTo>
                    <a:cubicBezTo>
                      <a:pt x="76571" y="53734"/>
                      <a:pt x="71645" y="48808"/>
                      <a:pt x="71645" y="42539"/>
                    </a:cubicBezTo>
                    <a:lnTo>
                      <a:pt x="71645" y="10747"/>
                    </a:lnTo>
                    <a:lnTo>
                      <a:pt x="115080" y="53734"/>
                    </a:lnTo>
                    <a:close/>
                    <a:moveTo>
                      <a:pt x="120453" y="141499"/>
                    </a:moveTo>
                    <a:cubicBezTo>
                      <a:pt x="120453" y="145081"/>
                      <a:pt x="117319" y="148216"/>
                      <a:pt x="113737" y="148216"/>
                    </a:cubicBezTo>
                    <a:lnTo>
                      <a:pt x="10747" y="148216"/>
                    </a:lnTo>
                    <a:cubicBezTo>
                      <a:pt x="7164" y="148216"/>
                      <a:pt x="4030" y="145081"/>
                      <a:pt x="4030" y="141499"/>
                    </a:cubicBezTo>
                    <a:lnTo>
                      <a:pt x="4030" y="11195"/>
                    </a:lnTo>
                    <a:cubicBezTo>
                      <a:pt x="4030" y="7612"/>
                      <a:pt x="7164" y="4478"/>
                      <a:pt x="10747" y="4478"/>
                    </a:cubicBezTo>
                    <a:lnTo>
                      <a:pt x="60451" y="4478"/>
                    </a:lnTo>
                    <a:cubicBezTo>
                      <a:pt x="62689" y="4478"/>
                      <a:pt x="64928" y="5373"/>
                      <a:pt x="66720" y="6717"/>
                    </a:cubicBezTo>
                    <a:lnTo>
                      <a:pt x="66720" y="42539"/>
                    </a:lnTo>
                    <a:cubicBezTo>
                      <a:pt x="66720" y="51047"/>
                      <a:pt x="73884" y="58212"/>
                      <a:pt x="82392" y="58212"/>
                    </a:cubicBezTo>
                    <a:lnTo>
                      <a:pt x="118662" y="58212"/>
                    </a:lnTo>
                    <a:cubicBezTo>
                      <a:pt x="119558" y="60003"/>
                      <a:pt x="120453" y="62242"/>
                      <a:pt x="120453" y="64033"/>
                    </a:cubicBezTo>
                    <a:lnTo>
                      <a:pt x="120453" y="14149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83" name="Group 4079">
                <a:extLst>
                  <a:ext uri="{FF2B5EF4-FFF2-40B4-BE49-F238E27FC236}">
                    <a16:creationId xmlns:a16="http://schemas.microsoft.com/office/drawing/2014/main" id="{5A4B5E3C-BEEF-C1E0-143B-97317757B481}"/>
                  </a:ext>
                  <a:ext uri="{C183D7F6-B498-43B3-948B-1728B52AA6E4}">
                    <adec:decorative xmlns:adec="http://schemas.microsoft.com/office/drawing/2017/decorative" val="1"/>
                  </a:ext>
                </a:extLst>
              </p:cNvPr>
              <p:cNvGrpSpPr>
                <a:grpSpLocks noChangeAspect="1"/>
              </p:cNvGrpSpPr>
              <p:nvPr/>
            </p:nvGrpSpPr>
            <p:grpSpPr>
              <a:xfrm>
                <a:off x="5309755" y="1716167"/>
                <a:ext cx="125379" cy="152246"/>
                <a:chOff x="5350509" y="980728"/>
                <a:chExt cx="125379" cy="152246"/>
              </a:xfrm>
            </p:grpSpPr>
            <p:sp>
              <p:nvSpPr>
                <p:cNvPr id="184" name="Freeform: Shape 4080">
                  <a:extLst>
                    <a:ext uri="{FF2B5EF4-FFF2-40B4-BE49-F238E27FC236}">
                      <a16:creationId xmlns:a16="http://schemas.microsoft.com/office/drawing/2014/main" id="{F7517A2D-2D41-1ECB-7453-12B78D9B2EEA}"/>
                    </a:ext>
                  </a:extLst>
                </p:cNvPr>
                <p:cNvSpPr/>
                <p:nvPr/>
              </p:nvSpPr>
              <p:spPr>
                <a:xfrm>
                  <a:off x="5350509" y="980728"/>
                  <a:ext cx="125379" cy="152246"/>
                </a:xfrm>
                <a:custGeom>
                  <a:avLst/>
                  <a:gdLst>
                    <a:gd name="connsiteX0" fmla="*/ 121796 w 125378"/>
                    <a:gd name="connsiteY0" fmla="*/ 54629 h 152245"/>
                    <a:gd name="connsiteX1" fmla="*/ 121349 w 125378"/>
                    <a:gd name="connsiteY1" fmla="*/ 54182 h 152245"/>
                    <a:gd name="connsiteX2" fmla="*/ 120453 w 125378"/>
                    <a:gd name="connsiteY2" fmla="*/ 52838 h 152245"/>
                    <a:gd name="connsiteX3" fmla="*/ 71645 w 125378"/>
                    <a:gd name="connsiteY3" fmla="*/ 4478 h 152245"/>
                    <a:gd name="connsiteX4" fmla="*/ 71197 w 125378"/>
                    <a:gd name="connsiteY4" fmla="*/ 4030 h 152245"/>
                    <a:gd name="connsiteX5" fmla="*/ 70750 w 125378"/>
                    <a:gd name="connsiteY5" fmla="*/ 3582 h 152245"/>
                    <a:gd name="connsiteX6" fmla="*/ 60898 w 125378"/>
                    <a:gd name="connsiteY6" fmla="*/ 0 h 152245"/>
                    <a:gd name="connsiteX7" fmla="*/ 11195 w 125378"/>
                    <a:gd name="connsiteY7" fmla="*/ 0 h 152245"/>
                    <a:gd name="connsiteX8" fmla="*/ 0 w 125378"/>
                    <a:gd name="connsiteY8" fmla="*/ 11195 h 152245"/>
                    <a:gd name="connsiteX9" fmla="*/ 0 w 125378"/>
                    <a:gd name="connsiteY9" fmla="*/ 141499 h 152245"/>
                    <a:gd name="connsiteX10" fmla="*/ 11195 w 125378"/>
                    <a:gd name="connsiteY10" fmla="*/ 152694 h 152245"/>
                    <a:gd name="connsiteX11" fmla="*/ 114184 w 125378"/>
                    <a:gd name="connsiteY11" fmla="*/ 152694 h 152245"/>
                    <a:gd name="connsiteX12" fmla="*/ 125379 w 125378"/>
                    <a:gd name="connsiteY12" fmla="*/ 141499 h 152245"/>
                    <a:gd name="connsiteX13" fmla="*/ 125379 w 125378"/>
                    <a:gd name="connsiteY13" fmla="*/ 64033 h 152245"/>
                    <a:gd name="connsiteX14" fmla="*/ 121796 w 125378"/>
                    <a:gd name="connsiteY14" fmla="*/ 54629 h 152245"/>
                    <a:gd name="connsiteX15" fmla="*/ 114632 w 125378"/>
                    <a:gd name="connsiteY15" fmla="*/ 53734 h 152245"/>
                    <a:gd name="connsiteX16" fmla="*/ 82392 w 125378"/>
                    <a:gd name="connsiteY16" fmla="*/ 53734 h 152245"/>
                    <a:gd name="connsiteX17" fmla="*/ 71197 w 125378"/>
                    <a:gd name="connsiteY17" fmla="*/ 42539 h 152245"/>
                    <a:gd name="connsiteX18" fmla="*/ 71197 w 125378"/>
                    <a:gd name="connsiteY18" fmla="*/ 10747 h 152245"/>
                    <a:gd name="connsiteX19" fmla="*/ 114632 w 125378"/>
                    <a:gd name="connsiteY19" fmla="*/ 53734 h 152245"/>
                    <a:gd name="connsiteX20" fmla="*/ 120453 w 125378"/>
                    <a:gd name="connsiteY20" fmla="*/ 141499 h 152245"/>
                    <a:gd name="connsiteX21" fmla="*/ 113737 w 125378"/>
                    <a:gd name="connsiteY21" fmla="*/ 148216 h 152245"/>
                    <a:gd name="connsiteX22" fmla="*/ 10747 w 125378"/>
                    <a:gd name="connsiteY22" fmla="*/ 148216 h 152245"/>
                    <a:gd name="connsiteX23" fmla="*/ 4030 w 125378"/>
                    <a:gd name="connsiteY23" fmla="*/ 141499 h 152245"/>
                    <a:gd name="connsiteX24" fmla="*/ 4030 w 125378"/>
                    <a:gd name="connsiteY24" fmla="*/ 11195 h 152245"/>
                    <a:gd name="connsiteX25" fmla="*/ 10747 w 125378"/>
                    <a:gd name="connsiteY25" fmla="*/ 4478 h 152245"/>
                    <a:gd name="connsiteX26" fmla="*/ 60451 w 125378"/>
                    <a:gd name="connsiteY26" fmla="*/ 4478 h 152245"/>
                    <a:gd name="connsiteX27" fmla="*/ 66720 w 125378"/>
                    <a:gd name="connsiteY27" fmla="*/ 6717 h 152245"/>
                    <a:gd name="connsiteX28" fmla="*/ 66720 w 125378"/>
                    <a:gd name="connsiteY28" fmla="*/ 42539 h 152245"/>
                    <a:gd name="connsiteX29" fmla="*/ 82392 w 125378"/>
                    <a:gd name="connsiteY29" fmla="*/ 58212 h 152245"/>
                    <a:gd name="connsiteX30" fmla="*/ 118662 w 125378"/>
                    <a:gd name="connsiteY30" fmla="*/ 58212 h 152245"/>
                    <a:gd name="connsiteX31" fmla="*/ 120453 w 125378"/>
                    <a:gd name="connsiteY31" fmla="*/ 64033 h 152245"/>
                    <a:gd name="connsiteX32" fmla="*/ 120453 w 125378"/>
                    <a:gd name="connsiteY32" fmla="*/ 141499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378" h="152245">
                      <a:moveTo>
                        <a:pt x="121796" y="54629"/>
                      </a:moveTo>
                      <a:cubicBezTo>
                        <a:pt x="121796" y="54629"/>
                        <a:pt x="121349" y="54182"/>
                        <a:pt x="121349" y="54182"/>
                      </a:cubicBezTo>
                      <a:cubicBezTo>
                        <a:pt x="120901" y="53734"/>
                        <a:pt x="120453" y="53286"/>
                        <a:pt x="120453" y="52838"/>
                      </a:cubicBezTo>
                      <a:lnTo>
                        <a:pt x="71645" y="4478"/>
                      </a:lnTo>
                      <a:cubicBezTo>
                        <a:pt x="71645" y="4478"/>
                        <a:pt x="71197" y="4030"/>
                        <a:pt x="71197" y="4030"/>
                      </a:cubicBezTo>
                      <a:cubicBezTo>
                        <a:pt x="71197" y="4030"/>
                        <a:pt x="70750" y="3582"/>
                        <a:pt x="70750" y="3582"/>
                      </a:cubicBezTo>
                      <a:cubicBezTo>
                        <a:pt x="68063" y="1343"/>
                        <a:pt x="64481" y="0"/>
                        <a:pt x="60898" y="0"/>
                      </a:cubicBezTo>
                      <a:lnTo>
                        <a:pt x="11195" y="0"/>
                      </a:lnTo>
                      <a:cubicBezTo>
                        <a:pt x="4925" y="0"/>
                        <a:pt x="0" y="4926"/>
                        <a:pt x="0" y="11195"/>
                      </a:cubicBezTo>
                      <a:lnTo>
                        <a:pt x="0" y="141499"/>
                      </a:lnTo>
                      <a:cubicBezTo>
                        <a:pt x="0" y="147768"/>
                        <a:pt x="4925" y="152694"/>
                        <a:pt x="11195" y="152694"/>
                      </a:cubicBezTo>
                      <a:lnTo>
                        <a:pt x="114184" y="152694"/>
                      </a:lnTo>
                      <a:cubicBezTo>
                        <a:pt x="120453" y="152694"/>
                        <a:pt x="125379" y="147768"/>
                        <a:pt x="125379" y="141499"/>
                      </a:cubicBezTo>
                      <a:lnTo>
                        <a:pt x="125379" y="64033"/>
                      </a:lnTo>
                      <a:cubicBezTo>
                        <a:pt x="124931" y="60898"/>
                        <a:pt x="124035" y="57316"/>
                        <a:pt x="121796" y="54629"/>
                      </a:cubicBezTo>
                      <a:close/>
                      <a:moveTo>
                        <a:pt x="114632" y="53734"/>
                      </a:moveTo>
                      <a:lnTo>
                        <a:pt x="82392" y="53734"/>
                      </a:lnTo>
                      <a:cubicBezTo>
                        <a:pt x="76123" y="53734"/>
                        <a:pt x="71197" y="48808"/>
                        <a:pt x="71197" y="42539"/>
                      </a:cubicBezTo>
                      <a:lnTo>
                        <a:pt x="71197" y="10747"/>
                      </a:lnTo>
                      <a:lnTo>
                        <a:pt x="114632" y="53734"/>
                      </a:lnTo>
                      <a:close/>
                      <a:moveTo>
                        <a:pt x="120453" y="141499"/>
                      </a:moveTo>
                      <a:cubicBezTo>
                        <a:pt x="120453" y="145081"/>
                        <a:pt x="117319" y="148216"/>
                        <a:pt x="113737" y="148216"/>
                      </a:cubicBezTo>
                      <a:lnTo>
                        <a:pt x="10747" y="148216"/>
                      </a:lnTo>
                      <a:cubicBezTo>
                        <a:pt x="7164" y="148216"/>
                        <a:pt x="4030" y="145081"/>
                        <a:pt x="4030" y="141499"/>
                      </a:cubicBezTo>
                      <a:lnTo>
                        <a:pt x="4030" y="11195"/>
                      </a:lnTo>
                      <a:cubicBezTo>
                        <a:pt x="4030" y="7612"/>
                        <a:pt x="7164" y="4478"/>
                        <a:pt x="10747" y="4478"/>
                      </a:cubicBezTo>
                      <a:lnTo>
                        <a:pt x="60451" y="4478"/>
                      </a:lnTo>
                      <a:cubicBezTo>
                        <a:pt x="62689" y="4478"/>
                        <a:pt x="64928" y="5373"/>
                        <a:pt x="66720" y="6717"/>
                      </a:cubicBezTo>
                      <a:lnTo>
                        <a:pt x="66720" y="42539"/>
                      </a:lnTo>
                      <a:cubicBezTo>
                        <a:pt x="66720" y="51047"/>
                        <a:pt x="73884" y="58212"/>
                        <a:pt x="82392" y="58212"/>
                      </a:cubicBezTo>
                      <a:lnTo>
                        <a:pt x="118662" y="58212"/>
                      </a:lnTo>
                      <a:cubicBezTo>
                        <a:pt x="119558" y="60003"/>
                        <a:pt x="120453" y="62242"/>
                        <a:pt x="120453" y="64033"/>
                      </a:cubicBezTo>
                      <a:lnTo>
                        <a:pt x="120453" y="14149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85" name="Freeform: Shape 4081">
                  <a:extLst>
                    <a:ext uri="{FF2B5EF4-FFF2-40B4-BE49-F238E27FC236}">
                      <a16:creationId xmlns:a16="http://schemas.microsoft.com/office/drawing/2014/main" id="{E58E210E-BC6F-8C3E-ADC1-6E6030CE9DB6}"/>
                    </a:ext>
                  </a:extLst>
                </p:cNvPr>
                <p:cNvSpPr/>
                <p:nvPr/>
              </p:nvSpPr>
              <p:spPr>
                <a:xfrm>
                  <a:off x="5363943" y="1047895"/>
                  <a:ext cx="71645" cy="4478"/>
                </a:xfrm>
                <a:custGeom>
                  <a:avLst/>
                  <a:gdLst>
                    <a:gd name="connsiteX0" fmla="*/ 69406 w 71645"/>
                    <a:gd name="connsiteY0" fmla="*/ 4478 h 4477"/>
                    <a:gd name="connsiteX1" fmla="*/ 2239 w 71645"/>
                    <a:gd name="connsiteY1" fmla="*/ 4478 h 4477"/>
                    <a:gd name="connsiteX2" fmla="*/ 0 w 71645"/>
                    <a:gd name="connsiteY2" fmla="*/ 2239 h 4477"/>
                    <a:gd name="connsiteX3" fmla="*/ 2239 w 71645"/>
                    <a:gd name="connsiteY3" fmla="*/ 0 h 4477"/>
                    <a:gd name="connsiteX4" fmla="*/ 69406 w 71645"/>
                    <a:gd name="connsiteY4" fmla="*/ 0 h 4477"/>
                    <a:gd name="connsiteX5" fmla="*/ 71645 w 71645"/>
                    <a:gd name="connsiteY5" fmla="*/ 2239 h 4477"/>
                    <a:gd name="connsiteX6" fmla="*/ 69406 w 71645"/>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645" h="4477">
                      <a:moveTo>
                        <a:pt x="69406" y="4478"/>
                      </a:moveTo>
                      <a:lnTo>
                        <a:pt x="2239" y="4478"/>
                      </a:lnTo>
                      <a:cubicBezTo>
                        <a:pt x="895" y="4478"/>
                        <a:pt x="0" y="3582"/>
                        <a:pt x="0" y="2239"/>
                      </a:cubicBezTo>
                      <a:cubicBezTo>
                        <a:pt x="0" y="896"/>
                        <a:pt x="895" y="0"/>
                        <a:pt x="2239" y="0"/>
                      </a:cubicBezTo>
                      <a:lnTo>
                        <a:pt x="69406" y="0"/>
                      </a:lnTo>
                      <a:cubicBezTo>
                        <a:pt x="70750" y="0"/>
                        <a:pt x="71645" y="896"/>
                        <a:pt x="71645" y="2239"/>
                      </a:cubicBezTo>
                      <a:cubicBezTo>
                        <a:pt x="71645" y="3582"/>
                        <a:pt x="70750" y="4478"/>
                        <a:pt x="6940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86" name="Freeform: Shape 4082">
                  <a:extLst>
                    <a:ext uri="{FF2B5EF4-FFF2-40B4-BE49-F238E27FC236}">
                      <a16:creationId xmlns:a16="http://schemas.microsoft.com/office/drawing/2014/main" id="{5C3E12DA-A44F-5CE5-ECA5-735446A11FD2}"/>
                    </a:ext>
                  </a:extLst>
                </p:cNvPr>
                <p:cNvSpPr/>
                <p:nvPr/>
              </p:nvSpPr>
              <p:spPr>
                <a:xfrm>
                  <a:off x="5363943" y="1101629"/>
                  <a:ext cx="71645" cy="4478"/>
                </a:xfrm>
                <a:custGeom>
                  <a:avLst/>
                  <a:gdLst>
                    <a:gd name="connsiteX0" fmla="*/ 69406 w 71645"/>
                    <a:gd name="connsiteY0" fmla="*/ 4478 h 4477"/>
                    <a:gd name="connsiteX1" fmla="*/ 2239 w 71645"/>
                    <a:gd name="connsiteY1" fmla="*/ 4478 h 4477"/>
                    <a:gd name="connsiteX2" fmla="*/ 0 w 71645"/>
                    <a:gd name="connsiteY2" fmla="*/ 2239 h 4477"/>
                    <a:gd name="connsiteX3" fmla="*/ 2239 w 71645"/>
                    <a:gd name="connsiteY3" fmla="*/ 0 h 4477"/>
                    <a:gd name="connsiteX4" fmla="*/ 69406 w 71645"/>
                    <a:gd name="connsiteY4" fmla="*/ 0 h 4477"/>
                    <a:gd name="connsiteX5" fmla="*/ 71645 w 71645"/>
                    <a:gd name="connsiteY5" fmla="*/ 2239 h 4477"/>
                    <a:gd name="connsiteX6" fmla="*/ 69406 w 71645"/>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645" h="4477">
                      <a:moveTo>
                        <a:pt x="69406" y="4478"/>
                      </a:moveTo>
                      <a:lnTo>
                        <a:pt x="2239" y="4478"/>
                      </a:lnTo>
                      <a:cubicBezTo>
                        <a:pt x="895" y="4478"/>
                        <a:pt x="0" y="3582"/>
                        <a:pt x="0" y="2239"/>
                      </a:cubicBezTo>
                      <a:cubicBezTo>
                        <a:pt x="0" y="896"/>
                        <a:pt x="895" y="0"/>
                        <a:pt x="2239" y="0"/>
                      </a:cubicBezTo>
                      <a:lnTo>
                        <a:pt x="69406" y="0"/>
                      </a:lnTo>
                      <a:cubicBezTo>
                        <a:pt x="70750" y="0"/>
                        <a:pt x="71645" y="896"/>
                        <a:pt x="71645" y="2239"/>
                      </a:cubicBezTo>
                      <a:cubicBezTo>
                        <a:pt x="71645" y="3582"/>
                        <a:pt x="70750" y="4478"/>
                        <a:pt x="6940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87" name="Freeform: Shape 4083">
                  <a:extLst>
                    <a:ext uri="{FF2B5EF4-FFF2-40B4-BE49-F238E27FC236}">
                      <a16:creationId xmlns:a16="http://schemas.microsoft.com/office/drawing/2014/main" id="{8838157A-C4C5-6BB1-3043-7A6FC6C8F6C8}"/>
                    </a:ext>
                  </a:extLst>
                </p:cNvPr>
                <p:cNvSpPr/>
                <p:nvPr/>
              </p:nvSpPr>
              <p:spPr>
                <a:xfrm>
                  <a:off x="5363495" y="1074762"/>
                  <a:ext cx="53734" cy="4478"/>
                </a:xfrm>
                <a:custGeom>
                  <a:avLst/>
                  <a:gdLst>
                    <a:gd name="connsiteX0" fmla="*/ 54629 w 53733"/>
                    <a:gd name="connsiteY0" fmla="*/ 4478 h 4477"/>
                    <a:gd name="connsiteX1" fmla="*/ 2239 w 53733"/>
                    <a:gd name="connsiteY1" fmla="*/ 4478 h 4477"/>
                    <a:gd name="connsiteX2" fmla="*/ 0 w 53733"/>
                    <a:gd name="connsiteY2" fmla="*/ 2239 h 4477"/>
                    <a:gd name="connsiteX3" fmla="*/ 2239 w 53733"/>
                    <a:gd name="connsiteY3" fmla="*/ 0 h 4477"/>
                    <a:gd name="connsiteX4" fmla="*/ 54629 w 53733"/>
                    <a:gd name="connsiteY4" fmla="*/ 0 h 4477"/>
                    <a:gd name="connsiteX5" fmla="*/ 56868 w 53733"/>
                    <a:gd name="connsiteY5" fmla="*/ 2239 h 4477"/>
                    <a:gd name="connsiteX6" fmla="*/ 54629 w 53733"/>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33" h="4477">
                      <a:moveTo>
                        <a:pt x="54629" y="4478"/>
                      </a:moveTo>
                      <a:lnTo>
                        <a:pt x="2239" y="4478"/>
                      </a:lnTo>
                      <a:cubicBezTo>
                        <a:pt x="895" y="4478"/>
                        <a:pt x="0" y="3582"/>
                        <a:pt x="0" y="2239"/>
                      </a:cubicBezTo>
                      <a:cubicBezTo>
                        <a:pt x="0" y="896"/>
                        <a:pt x="895" y="0"/>
                        <a:pt x="2239" y="0"/>
                      </a:cubicBezTo>
                      <a:lnTo>
                        <a:pt x="54629" y="0"/>
                      </a:lnTo>
                      <a:cubicBezTo>
                        <a:pt x="55973" y="0"/>
                        <a:pt x="56868" y="896"/>
                        <a:pt x="56868" y="2239"/>
                      </a:cubicBezTo>
                      <a:cubicBezTo>
                        <a:pt x="56868" y="3582"/>
                        <a:pt x="55973" y="4478"/>
                        <a:pt x="5462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88" name="Group 4084">
                <a:extLst>
                  <a:ext uri="{FF2B5EF4-FFF2-40B4-BE49-F238E27FC236}">
                    <a16:creationId xmlns:a16="http://schemas.microsoft.com/office/drawing/2014/main" id="{19D18DD3-5C7B-3CFE-A4F0-3B159BAEF563}"/>
                  </a:ext>
                  <a:ext uri="{C183D7F6-B498-43B3-948B-1728B52AA6E4}">
                    <adec:decorative xmlns:adec="http://schemas.microsoft.com/office/drawing/2017/decorative" val="1"/>
                  </a:ext>
                </a:extLst>
              </p:cNvPr>
              <p:cNvGrpSpPr>
                <a:grpSpLocks noChangeAspect="1"/>
              </p:cNvGrpSpPr>
              <p:nvPr/>
            </p:nvGrpSpPr>
            <p:grpSpPr>
              <a:xfrm>
                <a:off x="3193090" y="1716615"/>
                <a:ext cx="152246" cy="124930"/>
                <a:chOff x="3233844" y="981176"/>
                <a:chExt cx="152246" cy="124930"/>
              </a:xfrm>
            </p:grpSpPr>
            <p:sp>
              <p:nvSpPr>
                <p:cNvPr id="189" name="Freeform: Shape 4085">
                  <a:extLst>
                    <a:ext uri="{FF2B5EF4-FFF2-40B4-BE49-F238E27FC236}">
                      <a16:creationId xmlns:a16="http://schemas.microsoft.com/office/drawing/2014/main" id="{B43E0531-7D91-F7CD-4DB6-AF0E9E56E541}"/>
                    </a:ext>
                  </a:extLst>
                </p:cNvPr>
                <p:cNvSpPr/>
                <p:nvPr/>
              </p:nvSpPr>
              <p:spPr>
                <a:xfrm>
                  <a:off x="3233844" y="994161"/>
                  <a:ext cx="152246" cy="111945"/>
                </a:xfrm>
                <a:custGeom>
                  <a:avLst/>
                  <a:gdLst>
                    <a:gd name="connsiteX0" fmla="*/ 136573 w 152245"/>
                    <a:gd name="connsiteY0" fmla="*/ 111945 h 111945"/>
                    <a:gd name="connsiteX1" fmla="*/ 15672 w 152245"/>
                    <a:gd name="connsiteY1" fmla="*/ 111945 h 111945"/>
                    <a:gd name="connsiteX2" fmla="*/ 0 w 152245"/>
                    <a:gd name="connsiteY2" fmla="*/ 96273 h 111945"/>
                    <a:gd name="connsiteX3" fmla="*/ 0 w 152245"/>
                    <a:gd name="connsiteY3" fmla="*/ 15672 h 111945"/>
                    <a:gd name="connsiteX4" fmla="*/ 15672 w 152245"/>
                    <a:gd name="connsiteY4" fmla="*/ 0 h 111945"/>
                    <a:gd name="connsiteX5" fmla="*/ 62689 w 152245"/>
                    <a:gd name="connsiteY5" fmla="*/ 0 h 111945"/>
                    <a:gd name="connsiteX6" fmla="*/ 71645 w 152245"/>
                    <a:gd name="connsiteY6" fmla="*/ 8956 h 111945"/>
                    <a:gd name="connsiteX7" fmla="*/ 76123 w 152245"/>
                    <a:gd name="connsiteY7" fmla="*/ 13433 h 111945"/>
                    <a:gd name="connsiteX8" fmla="*/ 82840 w 152245"/>
                    <a:gd name="connsiteY8" fmla="*/ 13433 h 111945"/>
                    <a:gd name="connsiteX9" fmla="*/ 85079 w 152245"/>
                    <a:gd name="connsiteY9" fmla="*/ 15672 h 111945"/>
                    <a:gd name="connsiteX10" fmla="*/ 82840 w 152245"/>
                    <a:gd name="connsiteY10" fmla="*/ 17911 h 111945"/>
                    <a:gd name="connsiteX11" fmla="*/ 76123 w 152245"/>
                    <a:gd name="connsiteY11" fmla="*/ 17911 h 111945"/>
                    <a:gd name="connsiteX12" fmla="*/ 67167 w 152245"/>
                    <a:gd name="connsiteY12" fmla="*/ 8956 h 111945"/>
                    <a:gd name="connsiteX13" fmla="*/ 62689 w 152245"/>
                    <a:gd name="connsiteY13" fmla="*/ 4478 h 111945"/>
                    <a:gd name="connsiteX14" fmla="*/ 15672 w 152245"/>
                    <a:gd name="connsiteY14" fmla="*/ 4478 h 111945"/>
                    <a:gd name="connsiteX15" fmla="*/ 4478 w 152245"/>
                    <a:gd name="connsiteY15" fmla="*/ 15672 h 111945"/>
                    <a:gd name="connsiteX16" fmla="*/ 4478 w 152245"/>
                    <a:gd name="connsiteY16" fmla="*/ 96273 h 111945"/>
                    <a:gd name="connsiteX17" fmla="*/ 15672 w 152245"/>
                    <a:gd name="connsiteY17" fmla="*/ 107468 h 111945"/>
                    <a:gd name="connsiteX18" fmla="*/ 136573 w 152245"/>
                    <a:gd name="connsiteY18" fmla="*/ 107468 h 111945"/>
                    <a:gd name="connsiteX19" fmla="*/ 147768 w 152245"/>
                    <a:gd name="connsiteY19" fmla="*/ 96273 h 111945"/>
                    <a:gd name="connsiteX20" fmla="*/ 147768 w 152245"/>
                    <a:gd name="connsiteY20" fmla="*/ 29106 h 111945"/>
                    <a:gd name="connsiteX21" fmla="*/ 136573 w 152245"/>
                    <a:gd name="connsiteY21" fmla="*/ 17911 h 111945"/>
                    <a:gd name="connsiteX22" fmla="*/ 123140 w 152245"/>
                    <a:gd name="connsiteY22" fmla="*/ 17911 h 111945"/>
                    <a:gd name="connsiteX23" fmla="*/ 120901 w 152245"/>
                    <a:gd name="connsiteY23" fmla="*/ 15672 h 111945"/>
                    <a:gd name="connsiteX24" fmla="*/ 123140 w 152245"/>
                    <a:gd name="connsiteY24" fmla="*/ 13433 h 111945"/>
                    <a:gd name="connsiteX25" fmla="*/ 136573 w 152245"/>
                    <a:gd name="connsiteY25" fmla="*/ 13433 h 111945"/>
                    <a:gd name="connsiteX26" fmla="*/ 152246 w 152245"/>
                    <a:gd name="connsiteY26" fmla="*/ 29106 h 111945"/>
                    <a:gd name="connsiteX27" fmla="*/ 152246 w 152245"/>
                    <a:gd name="connsiteY27" fmla="*/ 96273 h 111945"/>
                    <a:gd name="connsiteX28" fmla="*/ 136573 w 152245"/>
                    <a:gd name="connsiteY28" fmla="*/ 111945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2245" h="111945">
                      <a:moveTo>
                        <a:pt x="136573" y="111945"/>
                      </a:moveTo>
                      <a:lnTo>
                        <a:pt x="15672" y="111945"/>
                      </a:lnTo>
                      <a:cubicBezTo>
                        <a:pt x="7165" y="111945"/>
                        <a:pt x="0" y="104781"/>
                        <a:pt x="0" y="96273"/>
                      </a:cubicBezTo>
                      <a:lnTo>
                        <a:pt x="0" y="15672"/>
                      </a:lnTo>
                      <a:cubicBezTo>
                        <a:pt x="0" y="7165"/>
                        <a:pt x="7165" y="0"/>
                        <a:pt x="15672" y="0"/>
                      </a:cubicBezTo>
                      <a:lnTo>
                        <a:pt x="62689" y="0"/>
                      </a:lnTo>
                      <a:cubicBezTo>
                        <a:pt x="67615" y="0"/>
                        <a:pt x="71645" y="4030"/>
                        <a:pt x="71645" y="8956"/>
                      </a:cubicBezTo>
                      <a:cubicBezTo>
                        <a:pt x="71645" y="11642"/>
                        <a:pt x="73436" y="13433"/>
                        <a:pt x="76123" y="13433"/>
                      </a:cubicBezTo>
                      <a:lnTo>
                        <a:pt x="82840" y="13433"/>
                      </a:lnTo>
                      <a:cubicBezTo>
                        <a:pt x="84183" y="13433"/>
                        <a:pt x="85079" y="14329"/>
                        <a:pt x="85079" y="15672"/>
                      </a:cubicBezTo>
                      <a:cubicBezTo>
                        <a:pt x="85079" y="17016"/>
                        <a:pt x="84183" y="17911"/>
                        <a:pt x="82840" y="17911"/>
                      </a:cubicBezTo>
                      <a:lnTo>
                        <a:pt x="76123" y="17911"/>
                      </a:lnTo>
                      <a:cubicBezTo>
                        <a:pt x="71197" y="17911"/>
                        <a:pt x="67167" y="13881"/>
                        <a:pt x="67167" y="8956"/>
                      </a:cubicBezTo>
                      <a:cubicBezTo>
                        <a:pt x="67167" y="6269"/>
                        <a:pt x="65376" y="4478"/>
                        <a:pt x="62689" y="4478"/>
                      </a:cubicBezTo>
                      <a:lnTo>
                        <a:pt x="15672" y="4478"/>
                      </a:lnTo>
                      <a:cubicBezTo>
                        <a:pt x="9404" y="4478"/>
                        <a:pt x="4478" y="9403"/>
                        <a:pt x="4478" y="15672"/>
                      </a:cubicBezTo>
                      <a:lnTo>
                        <a:pt x="4478" y="96273"/>
                      </a:lnTo>
                      <a:cubicBezTo>
                        <a:pt x="4478" y="102542"/>
                        <a:pt x="9404" y="107468"/>
                        <a:pt x="15672" y="107468"/>
                      </a:cubicBezTo>
                      <a:lnTo>
                        <a:pt x="136573" y="107468"/>
                      </a:lnTo>
                      <a:cubicBezTo>
                        <a:pt x="142843" y="107468"/>
                        <a:pt x="147768" y="102542"/>
                        <a:pt x="147768" y="96273"/>
                      </a:cubicBezTo>
                      <a:lnTo>
                        <a:pt x="147768" y="29106"/>
                      </a:lnTo>
                      <a:cubicBezTo>
                        <a:pt x="147768" y="22837"/>
                        <a:pt x="142843" y="17911"/>
                        <a:pt x="136573" y="17911"/>
                      </a:cubicBezTo>
                      <a:lnTo>
                        <a:pt x="123140" y="17911"/>
                      </a:lnTo>
                      <a:cubicBezTo>
                        <a:pt x="121797" y="17911"/>
                        <a:pt x="120901" y="17016"/>
                        <a:pt x="120901" y="15672"/>
                      </a:cubicBezTo>
                      <a:cubicBezTo>
                        <a:pt x="120901" y="14329"/>
                        <a:pt x="121797" y="13433"/>
                        <a:pt x="123140" y="13433"/>
                      </a:cubicBezTo>
                      <a:lnTo>
                        <a:pt x="136573" y="13433"/>
                      </a:lnTo>
                      <a:cubicBezTo>
                        <a:pt x="145081" y="13433"/>
                        <a:pt x="152246" y="20598"/>
                        <a:pt x="152246" y="29106"/>
                      </a:cubicBezTo>
                      <a:lnTo>
                        <a:pt x="152246" y="96273"/>
                      </a:lnTo>
                      <a:cubicBezTo>
                        <a:pt x="152246" y="105229"/>
                        <a:pt x="145081" y="111945"/>
                        <a:pt x="136573" y="1119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0" name="Freeform: Shape 4086">
                  <a:extLst>
                    <a:ext uri="{FF2B5EF4-FFF2-40B4-BE49-F238E27FC236}">
                      <a16:creationId xmlns:a16="http://schemas.microsoft.com/office/drawing/2014/main" id="{54099410-0832-7765-DB1C-62ADA2FFBBC0}"/>
                    </a:ext>
                  </a:extLst>
                </p:cNvPr>
                <p:cNvSpPr/>
                <p:nvPr/>
              </p:nvSpPr>
              <p:spPr>
                <a:xfrm>
                  <a:off x="3318251" y="981176"/>
                  <a:ext cx="35823" cy="98512"/>
                </a:xfrm>
                <a:custGeom>
                  <a:avLst/>
                  <a:gdLst>
                    <a:gd name="connsiteX0" fmla="*/ 35599 w 35822"/>
                    <a:gd name="connsiteY0" fmla="*/ 16120 h 98511"/>
                    <a:gd name="connsiteX1" fmla="*/ 19926 w 35822"/>
                    <a:gd name="connsiteY1" fmla="*/ 448 h 98511"/>
                    <a:gd name="connsiteX2" fmla="*/ 19031 w 35822"/>
                    <a:gd name="connsiteY2" fmla="*/ 0 h 98511"/>
                    <a:gd name="connsiteX3" fmla="*/ 19031 w 35822"/>
                    <a:gd name="connsiteY3" fmla="*/ 0 h 98511"/>
                    <a:gd name="connsiteX4" fmla="*/ 19031 w 35822"/>
                    <a:gd name="connsiteY4" fmla="*/ 0 h 98511"/>
                    <a:gd name="connsiteX5" fmla="*/ 17687 w 35822"/>
                    <a:gd name="connsiteY5" fmla="*/ 0 h 98511"/>
                    <a:gd name="connsiteX6" fmla="*/ 17240 w 35822"/>
                    <a:gd name="connsiteY6" fmla="*/ 0 h 98511"/>
                    <a:gd name="connsiteX7" fmla="*/ 16344 w 35822"/>
                    <a:gd name="connsiteY7" fmla="*/ 448 h 98511"/>
                    <a:gd name="connsiteX8" fmla="*/ 672 w 35822"/>
                    <a:gd name="connsiteY8" fmla="*/ 16120 h 98511"/>
                    <a:gd name="connsiteX9" fmla="*/ 672 w 35822"/>
                    <a:gd name="connsiteY9" fmla="*/ 19255 h 98511"/>
                    <a:gd name="connsiteX10" fmla="*/ 3806 w 35822"/>
                    <a:gd name="connsiteY10" fmla="*/ 19255 h 98511"/>
                    <a:gd name="connsiteX11" fmla="*/ 15448 w 35822"/>
                    <a:gd name="connsiteY11" fmla="*/ 7612 h 98511"/>
                    <a:gd name="connsiteX12" fmla="*/ 15448 w 35822"/>
                    <a:gd name="connsiteY12" fmla="*/ 96273 h 98511"/>
                    <a:gd name="connsiteX13" fmla="*/ 17687 w 35822"/>
                    <a:gd name="connsiteY13" fmla="*/ 98512 h 98511"/>
                    <a:gd name="connsiteX14" fmla="*/ 19926 w 35822"/>
                    <a:gd name="connsiteY14" fmla="*/ 96273 h 98511"/>
                    <a:gd name="connsiteX15" fmla="*/ 19926 w 35822"/>
                    <a:gd name="connsiteY15" fmla="*/ 7612 h 98511"/>
                    <a:gd name="connsiteX16" fmla="*/ 31569 w 35822"/>
                    <a:gd name="connsiteY16" fmla="*/ 19255 h 98511"/>
                    <a:gd name="connsiteX17" fmla="*/ 33360 w 35822"/>
                    <a:gd name="connsiteY17" fmla="*/ 19702 h 98511"/>
                    <a:gd name="connsiteX18" fmla="*/ 35151 w 35822"/>
                    <a:gd name="connsiteY18" fmla="*/ 19255 h 98511"/>
                    <a:gd name="connsiteX19" fmla="*/ 35599 w 35822"/>
                    <a:gd name="connsiteY19" fmla="*/ 16120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2" h="98511">
                      <a:moveTo>
                        <a:pt x="35599" y="16120"/>
                      </a:moveTo>
                      <a:lnTo>
                        <a:pt x="19926" y="448"/>
                      </a:lnTo>
                      <a:cubicBezTo>
                        <a:pt x="19926" y="448"/>
                        <a:pt x="19479" y="0"/>
                        <a:pt x="19031" y="0"/>
                      </a:cubicBezTo>
                      <a:cubicBezTo>
                        <a:pt x="19031" y="0"/>
                        <a:pt x="19031" y="0"/>
                        <a:pt x="19031" y="0"/>
                      </a:cubicBezTo>
                      <a:cubicBezTo>
                        <a:pt x="19031" y="0"/>
                        <a:pt x="19031" y="0"/>
                        <a:pt x="19031" y="0"/>
                      </a:cubicBezTo>
                      <a:cubicBezTo>
                        <a:pt x="18583" y="0"/>
                        <a:pt x="18135" y="0"/>
                        <a:pt x="17687" y="0"/>
                      </a:cubicBezTo>
                      <a:cubicBezTo>
                        <a:pt x="17687" y="0"/>
                        <a:pt x="17687" y="0"/>
                        <a:pt x="17240" y="0"/>
                      </a:cubicBezTo>
                      <a:cubicBezTo>
                        <a:pt x="16792" y="0"/>
                        <a:pt x="16344" y="448"/>
                        <a:pt x="16344" y="448"/>
                      </a:cubicBezTo>
                      <a:lnTo>
                        <a:pt x="672" y="16120"/>
                      </a:lnTo>
                      <a:cubicBezTo>
                        <a:pt x="-224" y="17016"/>
                        <a:pt x="-224" y="18359"/>
                        <a:pt x="672" y="19255"/>
                      </a:cubicBezTo>
                      <a:cubicBezTo>
                        <a:pt x="1567" y="20150"/>
                        <a:pt x="2911" y="20150"/>
                        <a:pt x="3806" y="19255"/>
                      </a:cubicBezTo>
                      <a:lnTo>
                        <a:pt x="15448" y="7612"/>
                      </a:lnTo>
                      <a:lnTo>
                        <a:pt x="15448" y="96273"/>
                      </a:lnTo>
                      <a:cubicBezTo>
                        <a:pt x="15448" y="97616"/>
                        <a:pt x="16344" y="98512"/>
                        <a:pt x="17687" y="98512"/>
                      </a:cubicBezTo>
                      <a:cubicBezTo>
                        <a:pt x="19031" y="98512"/>
                        <a:pt x="19926" y="97616"/>
                        <a:pt x="19926" y="96273"/>
                      </a:cubicBezTo>
                      <a:lnTo>
                        <a:pt x="19926" y="7612"/>
                      </a:lnTo>
                      <a:lnTo>
                        <a:pt x="31569" y="19255"/>
                      </a:lnTo>
                      <a:cubicBezTo>
                        <a:pt x="32016" y="19702"/>
                        <a:pt x="32464" y="19702"/>
                        <a:pt x="33360" y="19702"/>
                      </a:cubicBezTo>
                      <a:cubicBezTo>
                        <a:pt x="34255" y="19702"/>
                        <a:pt x="34703" y="19702"/>
                        <a:pt x="35151" y="19255"/>
                      </a:cubicBezTo>
                      <a:cubicBezTo>
                        <a:pt x="36494" y="18359"/>
                        <a:pt x="36494" y="17016"/>
                        <a:pt x="35599" y="1612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91" name="Group 4087">
                <a:extLst>
                  <a:ext uri="{FF2B5EF4-FFF2-40B4-BE49-F238E27FC236}">
                    <a16:creationId xmlns:a16="http://schemas.microsoft.com/office/drawing/2014/main" id="{9617FB84-8B6E-9B92-F92C-C5FC7F7800FC}"/>
                  </a:ext>
                  <a:ext uri="{C183D7F6-B498-43B3-948B-1728B52AA6E4}">
                    <adec:decorative xmlns:adec="http://schemas.microsoft.com/office/drawing/2017/decorative" val="1"/>
                  </a:ext>
                </a:extLst>
              </p:cNvPr>
              <p:cNvGrpSpPr>
                <a:grpSpLocks noChangeAspect="1"/>
              </p:cNvGrpSpPr>
              <p:nvPr/>
            </p:nvGrpSpPr>
            <p:grpSpPr>
              <a:xfrm>
                <a:off x="3446983" y="1716167"/>
                <a:ext cx="152246" cy="125378"/>
                <a:chOff x="3487737" y="980728"/>
                <a:chExt cx="152246" cy="125378"/>
              </a:xfrm>
            </p:grpSpPr>
            <p:sp>
              <p:nvSpPr>
                <p:cNvPr id="192" name="Freeform: Shape 4088">
                  <a:extLst>
                    <a:ext uri="{FF2B5EF4-FFF2-40B4-BE49-F238E27FC236}">
                      <a16:creationId xmlns:a16="http://schemas.microsoft.com/office/drawing/2014/main" id="{740B8E6E-AD5F-EDC1-D46C-CCA06C85A0BE}"/>
                    </a:ext>
                  </a:extLst>
                </p:cNvPr>
                <p:cNvSpPr/>
                <p:nvPr/>
              </p:nvSpPr>
              <p:spPr>
                <a:xfrm>
                  <a:off x="3487737" y="994161"/>
                  <a:ext cx="152246" cy="111945"/>
                </a:xfrm>
                <a:custGeom>
                  <a:avLst/>
                  <a:gdLst>
                    <a:gd name="connsiteX0" fmla="*/ 136573 w 152245"/>
                    <a:gd name="connsiteY0" fmla="*/ 111945 h 111945"/>
                    <a:gd name="connsiteX1" fmla="*/ 15672 w 152245"/>
                    <a:gd name="connsiteY1" fmla="*/ 111945 h 111945"/>
                    <a:gd name="connsiteX2" fmla="*/ 0 w 152245"/>
                    <a:gd name="connsiteY2" fmla="*/ 96273 h 111945"/>
                    <a:gd name="connsiteX3" fmla="*/ 0 w 152245"/>
                    <a:gd name="connsiteY3" fmla="*/ 15672 h 111945"/>
                    <a:gd name="connsiteX4" fmla="*/ 15672 w 152245"/>
                    <a:gd name="connsiteY4" fmla="*/ 0 h 111945"/>
                    <a:gd name="connsiteX5" fmla="*/ 62689 w 152245"/>
                    <a:gd name="connsiteY5" fmla="*/ 0 h 111945"/>
                    <a:gd name="connsiteX6" fmla="*/ 71645 w 152245"/>
                    <a:gd name="connsiteY6" fmla="*/ 8956 h 111945"/>
                    <a:gd name="connsiteX7" fmla="*/ 76123 w 152245"/>
                    <a:gd name="connsiteY7" fmla="*/ 13433 h 111945"/>
                    <a:gd name="connsiteX8" fmla="*/ 96273 w 152245"/>
                    <a:gd name="connsiteY8" fmla="*/ 13433 h 111945"/>
                    <a:gd name="connsiteX9" fmla="*/ 98512 w 152245"/>
                    <a:gd name="connsiteY9" fmla="*/ 15672 h 111945"/>
                    <a:gd name="connsiteX10" fmla="*/ 96273 w 152245"/>
                    <a:gd name="connsiteY10" fmla="*/ 17911 h 111945"/>
                    <a:gd name="connsiteX11" fmla="*/ 76123 w 152245"/>
                    <a:gd name="connsiteY11" fmla="*/ 17911 h 111945"/>
                    <a:gd name="connsiteX12" fmla="*/ 67167 w 152245"/>
                    <a:gd name="connsiteY12" fmla="*/ 8956 h 111945"/>
                    <a:gd name="connsiteX13" fmla="*/ 62689 w 152245"/>
                    <a:gd name="connsiteY13" fmla="*/ 4478 h 111945"/>
                    <a:gd name="connsiteX14" fmla="*/ 15672 w 152245"/>
                    <a:gd name="connsiteY14" fmla="*/ 4478 h 111945"/>
                    <a:gd name="connsiteX15" fmla="*/ 4478 w 152245"/>
                    <a:gd name="connsiteY15" fmla="*/ 15672 h 111945"/>
                    <a:gd name="connsiteX16" fmla="*/ 4478 w 152245"/>
                    <a:gd name="connsiteY16" fmla="*/ 96273 h 111945"/>
                    <a:gd name="connsiteX17" fmla="*/ 15672 w 152245"/>
                    <a:gd name="connsiteY17" fmla="*/ 107468 h 111945"/>
                    <a:gd name="connsiteX18" fmla="*/ 136573 w 152245"/>
                    <a:gd name="connsiteY18" fmla="*/ 107468 h 111945"/>
                    <a:gd name="connsiteX19" fmla="*/ 147768 w 152245"/>
                    <a:gd name="connsiteY19" fmla="*/ 96273 h 111945"/>
                    <a:gd name="connsiteX20" fmla="*/ 147768 w 152245"/>
                    <a:gd name="connsiteY20" fmla="*/ 29106 h 111945"/>
                    <a:gd name="connsiteX21" fmla="*/ 136573 w 152245"/>
                    <a:gd name="connsiteY21" fmla="*/ 18359 h 111945"/>
                    <a:gd name="connsiteX22" fmla="*/ 123140 w 152245"/>
                    <a:gd name="connsiteY22" fmla="*/ 18359 h 111945"/>
                    <a:gd name="connsiteX23" fmla="*/ 120901 w 152245"/>
                    <a:gd name="connsiteY23" fmla="*/ 16120 h 111945"/>
                    <a:gd name="connsiteX24" fmla="*/ 123140 w 152245"/>
                    <a:gd name="connsiteY24" fmla="*/ 13433 h 111945"/>
                    <a:gd name="connsiteX25" fmla="*/ 136573 w 152245"/>
                    <a:gd name="connsiteY25" fmla="*/ 13433 h 111945"/>
                    <a:gd name="connsiteX26" fmla="*/ 152246 w 152245"/>
                    <a:gd name="connsiteY26" fmla="*/ 28658 h 111945"/>
                    <a:gd name="connsiteX27" fmla="*/ 152246 w 152245"/>
                    <a:gd name="connsiteY27" fmla="*/ 95825 h 111945"/>
                    <a:gd name="connsiteX28" fmla="*/ 136573 w 152245"/>
                    <a:gd name="connsiteY28" fmla="*/ 111945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2245" h="111945">
                      <a:moveTo>
                        <a:pt x="136573" y="111945"/>
                      </a:moveTo>
                      <a:lnTo>
                        <a:pt x="15672" y="111945"/>
                      </a:lnTo>
                      <a:cubicBezTo>
                        <a:pt x="7164" y="111945"/>
                        <a:pt x="0" y="104781"/>
                        <a:pt x="0" y="96273"/>
                      </a:cubicBezTo>
                      <a:lnTo>
                        <a:pt x="0" y="15672"/>
                      </a:lnTo>
                      <a:cubicBezTo>
                        <a:pt x="0" y="7165"/>
                        <a:pt x="7164" y="0"/>
                        <a:pt x="15672" y="0"/>
                      </a:cubicBezTo>
                      <a:lnTo>
                        <a:pt x="62689" y="0"/>
                      </a:lnTo>
                      <a:cubicBezTo>
                        <a:pt x="67615" y="0"/>
                        <a:pt x="71645" y="4030"/>
                        <a:pt x="71645" y="8956"/>
                      </a:cubicBezTo>
                      <a:cubicBezTo>
                        <a:pt x="71645" y="11642"/>
                        <a:pt x="73436" y="13433"/>
                        <a:pt x="76123" y="13433"/>
                      </a:cubicBezTo>
                      <a:lnTo>
                        <a:pt x="96273" y="13433"/>
                      </a:lnTo>
                      <a:cubicBezTo>
                        <a:pt x="97616" y="13433"/>
                        <a:pt x="98512" y="14329"/>
                        <a:pt x="98512" y="15672"/>
                      </a:cubicBezTo>
                      <a:cubicBezTo>
                        <a:pt x="98512" y="17016"/>
                        <a:pt x="97616" y="17911"/>
                        <a:pt x="96273" y="17911"/>
                      </a:cubicBezTo>
                      <a:lnTo>
                        <a:pt x="76123" y="17911"/>
                      </a:lnTo>
                      <a:cubicBezTo>
                        <a:pt x="71197" y="17911"/>
                        <a:pt x="67167" y="13881"/>
                        <a:pt x="67167" y="8956"/>
                      </a:cubicBezTo>
                      <a:cubicBezTo>
                        <a:pt x="67167" y="6269"/>
                        <a:pt x="65376" y="4478"/>
                        <a:pt x="62689" y="4478"/>
                      </a:cubicBezTo>
                      <a:lnTo>
                        <a:pt x="15672" y="4478"/>
                      </a:lnTo>
                      <a:cubicBezTo>
                        <a:pt x="9403" y="4478"/>
                        <a:pt x="4478" y="9403"/>
                        <a:pt x="4478" y="15672"/>
                      </a:cubicBezTo>
                      <a:lnTo>
                        <a:pt x="4478" y="96273"/>
                      </a:lnTo>
                      <a:cubicBezTo>
                        <a:pt x="4478" y="102542"/>
                        <a:pt x="9403" y="107468"/>
                        <a:pt x="15672" y="107468"/>
                      </a:cubicBezTo>
                      <a:lnTo>
                        <a:pt x="136573" y="107468"/>
                      </a:lnTo>
                      <a:cubicBezTo>
                        <a:pt x="142843" y="107468"/>
                        <a:pt x="147768" y="102542"/>
                        <a:pt x="147768" y="96273"/>
                      </a:cubicBezTo>
                      <a:lnTo>
                        <a:pt x="147768" y="29106"/>
                      </a:lnTo>
                      <a:cubicBezTo>
                        <a:pt x="147768" y="22837"/>
                        <a:pt x="142843" y="18359"/>
                        <a:pt x="136573" y="18359"/>
                      </a:cubicBezTo>
                      <a:lnTo>
                        <a:pt x="123140" y="18359"/>
                      </a:lnTo>
                      <a:cubicBezTo>
                        <a:pt x="121797" y="18359"/>
                        <a:pt x="120901" y="17463"/>
                        <a:pt x="120901" y="16120"/>
                      </a:cubicBezTo>
                      <a:cubicBezTo>
                        <a:pt x="120901" y="14777"/>
                        <a:pt x="122244" y="13433"/>
                        <a:pt x="123140" y="13433"/>
                      </a:cubicBezTo>
                      <a:lnTo>
                        <a:pt x="136573" y="13433"/>
                      </a:lnTo>
                      <a:cubicBezTo>
                        <a:pt x="145529" y="13433"/>
                        <a:pt x="152246" y="20150"/>
                        <a:pt x="152246" y="28658"/>
                      </a:cubicBezTo>
                      <a:lnTo>
                        <a:pt x="152246" y="95825"/>
                      </a:lnTo>
                      <a:cubicBezTo>
                        <a:pt x="152246" y="104781"/>
                        <a:pt x="145529" y="111945"/>
                        <a:pt x="136573" y="1119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3" name="Freeform: Shape 4089">
                  <a:extLst>
                    <a:ext uri="{FF2B5EF4-FFF2-40B4-BE49-F238E27FC236}">
                      <a16:creationId xmlns:a16="http://schemas.microsoft.com/office/drawing/2014/main" id="{0BC4F9D9-BEDA-4233-DB8A-776EC18CDFFD}"/>
                    </a:ext>
                  </a:extLst>
                </p:cNvPr>
                <p:cNvSpPr/>
                <p:nvPr/>
              </p:nvSpPr>
              <p:spPr>
                <a:xfrm>
                  <a:off x="3580204" y="980728"/>
                  <a:ext cx="31345" cy="98512"/>
                </a:xfrm>
                <a:custGeom>
                  <a:avLst/>
                  <a:gdLst>
                    <a:gd name="connsiteX0" fmla="*/ 34703 w 31344"/>
                    <a:gd name="connsiteY0" fmla="*/ 79257 h 98511"/>
                    <a:gd name="connsiteX1" fmla="*/ 31569 w 31344"/>
                    <a:gd name="connsiteY1" fmla="*/ 79257 h 98511"/>
                    <a:gd name="connsiteX2" fmla="*/ 19926 w 31344"/>
                    <a:gd name="connsiteY2" fmla="*/ 90900 h 98511"/>
                    <a:gd name="connsiteX3" fmla="*/ 19926 w 31344"/>
                    <a:gd name="connsiteY3" fmla="*/ 2239 h 98511"/>
                    <a:gd name="connsiteX4" fmla="*/ 17687 w 31344"/>
                    <a:gd name="connsiteY4" fmla="*/ 0 h 98511"/>
                    <a:gd name="connsiteX5" fmla="*/ 15448 w 31344"/>
                    <a:gd name="connsiteY5" fmla="*/ 2239 h 98511"/>
                    <a:gd name="connsiteX6" fmla="*/ 15448 w 31344"/>
                    <a:gd name="connsiteY6" fmla="*/ 90900 h 98511"/>
                    <a:gd name="connsiteX7" fmla="*/ 3806 w 31344"/>
                    <a:gd name="connsiteY7" fmla="*/ 79257 h 98511"/>
                    <a:gd name="connsiteX8" fmla="*/ 672 w 31344"/>
                    <a:gd name="connsiteY8" fmla="*/ 79257 h 98511"/>
                    <a:gd name="connsiteX9" fmla="*/ 672 w 31344"/>
                    <a:gd name="connsiteY9" fmla="*/ 82392 h 98511"/>
                    <a:gd name="connsiteX10" fmla="*/ 16344 w 31344"/>
                    <a:gd name="connsiteY10" fmla="*/ 98064 h 98511"/>
                    <a:gd name="connsiteX11" fmla="*/ 17240 w 31344"/>
                    <a:gd name="connsiteY11" fmla="*/ 98512 h 98511"/>
                    <a:gd name="connsiteX12" fmla="*/ 17240 w 31344"/>
                    <a:gd name="connsiteY12" fmla="*/ 98512 h 98511"/>
                    <a:gd name="connsiteX13" fmla="*/ 17240 w 31344"/>
                    <a:gd name="connsiteY13" fmla="*/ 98512 h 98511"/>
                    <a:gd name="connsiteX14" fmla="*/ 18135 w 31344"/>
                    <a:gd name="connsiteY14" fmla="*/ 98512 h 98511"/>
                    <a:gd name="connsiteX15" fmla="*/ 19031 w 31344"/>
                    <a:gd name="connsiteY15" fmla="*/ 98512 h 98511"/>
                    <a:gd name="connsiteX16" fmla="*/ 19926 w 31344"/>
                    <a:gd name="connsiteY16" fmla="*/ 98064 h 98511"/>
                    <a:gd name="connsiteX17" fmla="*/ 35599 w 31344"/>
                    <a:gd name="connsiteY17" fmla="*/ 82392 h 98511"/>
                    <a:gd name="connsiteX18" fmla="*/ 34703 w 31344"/>
                    <a:gd name="connsiteY18" fmla="*/ 79257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344" h="98511">
                      <a:moveTo>
                        <a:pt x="34703" y="79257"/>
                      </a:moveTo>
                      <a:cubicBezTo>
                        <a:pt x="33808" y="78362"/>
                        <a:pt x="32464" y="78362"/>
                        <a:pt x="31569" y="79257"/>
                      </a:cubicBezTo>
                      <a:lnTo>
                        <a:pt x="19926" y="90900"/>
                      </a:lnTo>
                      <a:lnTo>
                        <a:pt x="19926" y="2239"/>
                      </a:lnTo>
                      <a:cubicBezTo>
                        <a:pt x="19926" y="896"/>
                        <a:pt x="19031" y="0"/>
                        <a:pt x="17687" y="0"/>
                      </a:cubicBezTo>
                      <a:cubicBezTo>
                        <a:pt x="16344" y="0"/>
                        <a:pt x="15448" y="896"/>
                        <a:pt x="15448" y="2239"/>
                      </a:cubicBezTo>
                      <a:lnTo>
                        <a:pt x="15448" y="90900"/>
                      </a:lnTo>
                      <a:lnTo>
                        <a:pt x="3806" y="79257"/>
                      </a:lnTo>
                      <a:cubicBezTo>
                        <a:pt x="2911" y="78362"/>
                        <a:pt x="1567" y="78362"/>
                        <a:pt x="672" y="79257"/>
                      </a:cubicBezTo>
                      <a:cubicBezTo>
                        <a:pt x="-224" y="80153"/>
                        <a:pt x="-224" y="81496"/>
                        <a:pt x="672" y="82392"/>
                      </a:cubicBezTo>
                      <a:lnTo>
                        <a:pt x="16344" y="98064"/>
                      </a:lnTo>
                      <a:cubicBezTo>
                        <a:pt x="16344" y="98064"/>
                        <a:pt x="16792" y="98512"/>
                        <a:pt x="17240" y="98512"/>
                      </a:cubicBezTo>
                      <a:cubicBezTo>
                        <a:pt x="17240" y="98512"/>
                        <a:pt x="17240" y="98512"/>
                        <a:pt x="17240" y="98512"/>
                      </a:cubicBezTo>
                      <a:cubicBezTo>
                        <a:pt x="17240" y="98512"/>
                        <a:pt x="17240" y="98512"/>
                        <a:pt x="17240" y="98512"/>
                      </a:cubicBezTo>
                      <a:cubicBezTo>
                        <a:pt x="17687" y="98512"/>
                        <a:pt x="17687" y="98512"/>
                        <a:pt x="18135" y="98512"/>
                      </a:cubicBezTo>
                      <a:cubicBezTo>
                        <a:pt x="18583" y="98512"/>
                        <a:pt x="18583" y="98512"/>
                        <a:pt x="19031" y="98512"/>
                      </a:cubicBezTo>
                      <a:cubicBezTo>
                        <a:pt x="19479" y="98512"/>
                        <a:pt x="19479" y="98064"/>
                        <a:pt x="19926" y="98064"/>
                      </a:cubicBezTo>
                      <a:lnTo>
                        <a:pt x="35599" y="82392"/>
                      </a:lnTo>
                      <a:cubicBezTo>
                        <a:pt x="35599" y="81496"/>
                        <a:pt x="35599" y="79705"/>
                        <a:pt x="34703" y="7925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94" name="Group 4090">
                <a:extLst>
                  <a:ext uri="{FF2B5EF4-FFF2-40B4-BE49-F238E27FC236}">
                    <a16:creationId xmlns:a16="http://schemas.microsoft.com/office/drawing/2014/main" id="{6B6F917D-D4BA-59B0-155C-CF601F2F9B91}"/>
                  </a:ext>
                  <a:ext uri="{C183D7F6-B498-43B3-948B-1728B52AA6E4}">
                    <adec:decorative xmlns:adec="http://schemas.microsoft.com/office/drawing/2017/decorative" val="1"/>
                  </a:ext>
                </a:extLst>
              </p:cNvPr>
              <p:cNvGrpSpPr>
                <a:grpSpLocks noChangeAspect="1"/>
              </p:cNvGrpSpPr>
              <p:nvPr/>
            </p:nvGrpSpPr>
            <p:grpSpPr>
              <a:xfrm>
                <a:off x="2917257" y="1729600"/>
                <a:ext cx="152246" cy="138812"/>
                <a:chOff x="2958011" y="994161"/>
                <a:chExt cx="152246" cy="138812"/>
              </a:xfrm>
            </p:grpSpPr>
            <p:sp>
              <p:nvSpPr>
                <p:cNvPr id="195" name="Freeform: Shape 4091">
                  <a:extLst>
                    <a:ext uri="{FF2B5EF4-FFF2-40B4-BE49-F238E27FC236}">
                      <a16:creationId xmlns:a16="http://schemas.microsoft.com/office/drawing/2014/main" id="{E9DB8C3A-8078-62B5-7334-5A1F2F61F9CD}"/>
                    </a:ext>
                  </a:extLst>
                </p:cNvPr>
                <p:cNvSpPr/>
                <p:nvPr/>
              </p:nvSpPr>
              <p:spPr>
                <a:xfrm>
                  <a:off x="2958011" y="994161"/>
                  <a:ext cx="152246" cy="138812"/>
                </a:xfrm>
                <a:custGeom>
                  <a:avLst/>
                  <a:gdLst>
                    <a:gd name="connsiteX0" fmla="*/ 136573 w 152245"/>
                    <a:gd name="connsiteY0" fmla="*/ 40300 h 138812"/>
                    <a:gd name="connsiteX1" fmla="*/ 125379 w 152245"/>
                    <a:gd name="connsiteY1" fmla="*/ 40300 h 138812"/>
                    <a:gd name="connsiteX2" fmla="*/ 125379 w 152245"/>
                    <a:gd name="connsiteY2" fmla="*/ 29106 h 138812"/>
                    <a:gd name="connsiteX3" fmla="*/ 109707 w 152245"/>
                    <a:gd name="connsiteY3" fmla="*/ 13433 h 138812"/>
                    <a:gd name="connsiteX4" fmla="*/ 76123 w 152245"/>
                    <a:gd name="connsiteY4" fmla="*/ 13433 h 138812"/>
                    <a:gd name="connsiteX5" fmla="*/ 71645 w 152245"/>
                    <a:gd name="connsiteY5" fmla="*/ 8956 h 138812"/>
                    <a:gd name="connsiteX6" fmla="*/ 62689 w 152245"/>
                    <a:gd name="connsiteY6" fmla="*/ 0 h 138812"/>
                    <a:gd name="connsiteX7" fmla="*/ 15672 w 152245"/>
                    <a:gd name="connsiteY7" fmla="*/ 0 h 138812"/>
                    <a:gd name="connsiteX8" fmla="*/ 0 w 152245"/>
                    <a:gd name="connsiteY8" fmla="*/ 15672 h 138812"/>
                    <a:gd name="connsiteX9" fmla="*/ 0 w 152245"/>
                    <a:gd name="connsiteY9" fmla="*/ 96273 h 138812"/>
                    <a:gd name="connsiteX10" fmla="*/ 15672 w 152245"/>
                    <a:gd name="connsiteY10" fmla="*/ 111945 h 138812"/>
                    <a:gd name="connsiteX11" fmla="*/ 26867 w 152245"/>
                    <a:gd name="connsiteY11" fmla="*/ 111945 h 138812"/>
                    <a:gd name="connsiteX12" fmla="*/ 26867 w 152245"/>
                    <a:gd name="connsiteY12" fmla="*/ 123140 h 138812"/>
                    <a:gd name="connsiteX13" fmla="*/ 42539 w 152245"/>
                    <a:gd name="connsiteY13" fmla="*/ 138812 h 138812"/>
                    <a:gd name="connsiteX14" fmla="*/ 136573 w 152245"/>
                    <a:gd name="connsiteY14" fmla="*/ 138812 h 138812"/>
                    <a:gd name="connsiteX15" fmla="*/ 152246 w 152245"/>
                    <a:gd name="connsiteY15" fmla="*/ 123140 h 138812"/>
                    <a:gd name="connsiteX16" fmla="*/ 152246 w 152245"/>
                    <a:gd name="connsiteY16" fmla="*/ 55973 h 138812"/>
                    <a:gd name="connsiteX17" fmla="*/ 136573 w 152245"/>
                    <a:gd name="connsiteY17" fmla="*/ 40300 h 138812"/>
                    <a:gd name="connsiteX18" fmla="*/ 15672 w 152245"/>
                    <a:gd name="connsiteY18" fmla="*/ 107468 h 138812"/>
                    <a:gd name="connsiteX19" fmla="*/ 4478 w 152245"/>
                    <a:gd name="connsiteY19" fmla="*/ 96273 h 138812"/>
                    <a:gd name="connsiteX20" fmla="*/ 4478 w 152245"/>
                    <a:gd name="connsiteY20" fmla="*/ 15672 h 138812"/>
                    <a:gd name="connsiteX21" fmla="*/ 15672 w 152245"/>
                    <a:gd name="connsiteY21" fmla="*/ 4478 h 138812"/>
                    <a:gd name="connsiteX22" fmla="*/ 62689 w 152245"/>
                    <a:gd name="connsiteY22" fmla="*/ 4478 h 138812"/>
                    <a:gd name="connsiteX23" fmla="*/ 67167 w 152245"/>
                    <a:gd name="connsiteY23" fmla="*/ 8956 h 138812"/>
                    <a:gd name="connsiteX24" fmla="*/ 76123 w 152245"/>
                    <a:gd name="connsiteY24" fmla="*/ 17911 h 138812"/>
                    <a:gd name="connsiteX25" fmla="*/ 109707 w 152245"/>
                    <a:gd name="connsiteY25" fmla="*/ 17911 h 138812"/>
                    <a:gd name="connsiteX26" fmla="*/ 120901 w 152245"/>
                    <a:gd name="connsiteY26" fmla="*/ 29106 h 138812"/>
                    <a:gd name="connsiteX27" fmla="*/ 120901 w 152245"/>
                    <a:gd name="connsiteY27" fmla="*/ 40300 h 138812"/>
                    <a:gd name="connsiteX28" fmla="*/ 102990 w 152245"/>
                    <a:gd name="connsiteY28" fmla="*/ 40300 h 138812"/>
                    <a:gd name="connsiteX29" fmla="*/ 98512 w 152245"/>
                    <a:gd name="connsiteY29" fmla="*/ 35823 h 138812"/>
                    <a:gd name="connsiteX30" fmla="*/ 89556 w 152245"/>
                    <a:gd name="connsiteY30" fmla="*/ 26867 h 138812"/>
                    <a:gd name="connsiteX31" fmla="*/ 42539 w 152245"/>
                    <a:gd name="connsiteY31" fmla="*/ 26867 h 138812"/>
                    <a:gd name="connsiteX32" fmla="*/ 26867 w 152245"/>
                    <a:gd name="connsiteY32" fmla="*/ 42539 h 138812"/>
                    <a:gd name="connsiteX33" fmla="*/ 26867 w 152245"/>
                    <a:gd name="connsiteY33" fmla="*/ 107468 h 138812"/>
                    <a:gd name="connsiteX34" fmla="*/ 15672 w 152245"/>
                    <a:gd name="connsiteY34" fmla="*/ 107468 h 138812"/>
                    <a:gd name="connsiteX35" fmla="*/ 147768 w 152245"/>
                    <a:gd name="connsiteY35" fmla="*/ 123140 h 138812"/>
                    <a:gd name="connsiteX36" fmla="*/ 136573 w 152245"/>
                    <a:gd name="connsiteY36" fmla="*/ 134335 h 138812"/>
                    <a:gd name="connsiteX37" fmla="*/ 42539 w 152245"/>
                    <a:gd name="connsiteY37" fmla="*/ 134335 h 138812"/>
                    <a:gd name="connsiteX38" fmla="*/ 31345 w 152245"/>
                    <a:gd name="connsiteY38" fmla="*/ 123140 h 138812"/>
                    <a:gd name="connsiteX39" fmla="*/ 31345 w 152245"/>
                    <a:gd name="connsiteY39" fmla="*/ 42539 h 138812"/>
                    <a:gd name="connsiteX40" fmla="*/ 42539 w 152245"/>
                    <a:gd name="connsiteY40" fmla="*/ 31345 h 138812"/>
                    <a:gd name="connsiteX41" fmla="*/ 89556 w 152245"/>
                    <a:gd name="connsiteY41" fmla="*/ 31345 h 138812"/>
                    <a:gd name="connsiteX42" fmla="*/ 94034 w 152245"/>
                    <a:gd name="connsiteY42" fmla="*/ 35823 h 138812"/>
                    <a:gd name="connsiteX43" fmla="*/ 102990 w 152245"/>
                    <a:gd name="connsiteY43" fmla="*/ 44778 h 138812"/>
                    <a:gd name="connsiteX44" fmla="*/ 136573 w 152245"/>
                    <a:gd name="connsiteY44" fmla="*/ 44778 h 138812"/>
                    <a:gd name="connsiteX45" fmla="*/ 147768 w 152245"/>
                    <a:gd name="connsiteY45" fmla="*/ 55973 h 138812"/>
                    <a:gd name="connsiteX46" fmla="*/ 147768 w 152245"/>
                    <a:gd name="connsiteY46" fmla="*/ 123140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52245" h="138812">
                      <a:moveTo>
                        <a:pt x="136573" y="40300"/>
                      </a:moveTo>
                      <a:lnTo>
                        <a:pt x="125379" y="40300"/>
                      </a:lnTo>
                      <a:lnTo>
                        <a:pt x="125379" y="29106"/>
                      </a:lnTo>
                      <a:cubicBezTo>
                        <a:pt x="125379" y="20598"/>
                        <a:pt x="118214" y="13433"/>
                        <a:pt x="109707" y="13433"/>
                      </a:cubicBezTo>
                      <a:lnTo>
                        <a:pt x="76123" y="13433"/>
                      </a:lnTo>
                      <a:cubicBezTo>
                        <a:pt x="73436" y="13433"/>
                        <a:pt x="71645" y="11642"/>
                        <a:pt x="71645" y="8956"/>
                      </a:cubicBezTo>
                      <a:cubicBezTo>
                        <a:pt x="71645" y="4030"/>
                        <a:pt x="67615" y="0"/>
                        <a:pt x="62689" y="0"/>
                      </a:cubicBezTo>
                      <a:lnTo>
                        <a:pt x="15672" y="0"/>
                      </a:lnTo>
                      <a:cubicBezTo>
                        <a:pt x="7164" y="0"/>
                        <a:pt x="0" y="7165"/>
                        <a:pt x="0" y="15672"/>
                      </a:cubicBezTo>
                      <a:lnTo>
                        <a:pt x="0" y="96273"/>
                      </a:lnTo>
                      <a:cubicBezTo>
                        <a:pt x="0" y="104781"/>
                        <a:pt x="7164" y="111945"/>
                        <a:pt x="15672" y="111945"/>
                      </a:cubicBezTo>
                      <a:lnTo>
                        <a:pt x="26867" y="111945"/>
                      </a:lnTo>
                      <a:lnTo>
                        <a:pt x="26867" y="123140"/>
                      </a:lnTo>
                      <a:cubicBezTo>
                        <a:pt x="26867" y="131648"/>
                        <a:pt x="34031" y="138812"/>
                        <a:pt x="42539" y="138812"/>
                      </a:cubicBezTo>
                      <a:lnTo>
                        <a:pt x="136573" y="138812"/>
                      </a:lnTo>
                      <a:cubicBezTo>
                        <a:pt x="145081" y="138812"/>
                        <a:pt x="152246" y="131648"/>
                        <a:pt x="152246" y="123140"/>
                      </a:cubicBezTo>
                      <a:lnTo>
                        <a:pt x="152246" y="55973"/>
                      </a:lnTo>
                      <a:cubicBezTo>
                        <a:pt x="152246" y="47465"/>
                        <a:pt x="145529" y="40300"/>
                        <a:pt x="136573" y="40300"/>
                      </a:cubicBezTo>
                      <a:close/>
                      <a:moveTo>
                        <a:pt x="15672" y="107468"/>
                      </a:moveTo>
                      <a:cubicBezTo>
                        <a:pt x="9403" y="107468"/>
                        <a:pt x="4478" y="102542"/>
                        <a:pt x="4478" y="96273"/>
                      </a:cubicBezTo>
                      <a:lnTo>
                        <a:pt x="4478" y="15672"/>
                      </a:lnTo>
                      <a:cubicBezTo>
                        <a:pt x="4478" y="9403"/>
                        <a:pt x="9403" y="4478"/>
                        <a:pt x="15672" y="4478"/>
                      </a:cubicBezTo>
                      <a:lnTo>
                        <a:pt x="62689" y="4478"/>
                      </a:lnTo>
                      <a:cubicBezTo>
                        <a:pt x="65376" y="4478"/>
                        <a:pt x="67167" y="6269"/>
                        <a:pt x="67167" y="8956"/>
                      </a:cubicBezTo>
                      <a:cubicBezTo>
                        <a:pt x="67167" y="13881"/>
                        <a:pt x="71197" y="17911"/>
                        <a:pt x="76123" y="17911"/>
                      </a:cubicBezTo>
                      <a:lnTo>
                        <a:pt x="109707" y="17911"/>
                      </a:lnTo>
                      <a:cubicBezTo>
                        <a:pt x="115975" y="17911"/>
                        <a:pt x="120901" y="22837"/>
                        <a:pt x="120901" y="29106"/>
                      </a:cubicBezTo>
                      <a:lnTo>
                        <a:pt x="120901" y="40300"/>
                      </a:lnTo>
                      <a:lnTo>
                        <a:pt x="102990" y="40300"/>
                      </a:lnTo>
                      <a:cubicBezTo>
                        <a:pt x="100303" y="40300"/>
                        <a:pt x="98512" y="38509"/>
                        <a:pt x="98512" y="35823"/>
                      </a:cubicBezTo>
                      <a:cubicBezTo>
                        <a:pt x="98512" y="30897"/>
                        <a:pt x="94482" y="26867"/>
                        <a:pt x="89556" y="26867"/>
                      </a:cubicBezTo>
                      <a:lnTo>
                        <a:pt x="42539" y="26867"/>
                      </a:lnTo>
                      <a:cubicBezTo>
                        <a:pt x="34031" y="26867"/>
                        <a:pt x="26867" y="34031"/>
                        <a:pt x="26867" y="42539"/>
                      </a:cubicBezTo>
                      <a:lnTo>
                        <a:pt x="26867" y="107468"/>
                      </a:lnTo>
                      <a:lnTo>
                        <a:pt x="15672" y="107468"/>
                      </a:lnTo>
                      <a:close/>
                      <a:moveTo>
                        <a:pt x="147768" y="123140"/>
                      </a:moveTo>
                      <a:cubicBezTo>
                        <a:pt x="147768" y="129409"/>
                        <a:pt x="142842" y="134335"/>
                        <a:pt x="136573" y="134335"/>
                      </a:cubicBezTo>
                      <a:lnTo>
                        <a:pt x="42539" y="134335"/>
                      </a:lnTo>
                      <a:cubicBezTo>
                        <a:pt x="36270" y="134335"/>
                        <a:pt x="31345" y="129409"/>
                        <a:pt x="31345" y="123140"/>
                      </a:cubicBezTo>
                      <a:lnTo>
                        <a:pt x="31345" y="42539"/>
                      </a:lnTo>
                      <a:cubicBezTo>
                        <a:pt x="31345" y="36270"/>
                        <a:pt x="36270" y="31345"/>
                        <a:pt x="42539" y="31345"/>
                      </a:cubicBezTo>
                      <a:lnTo>
                        <a:pt x="89556" y="31345"/>
                      </a:lnTo>
                      <a:cubicBezTo>
                        <a:pt x="92243" y="31345"/>
                        <a:pt x="94034" y="33136"/>
                        <a:pt x="94034" y="35823"/>
                      </a:cubicBezTo>
                      <a:cubicBezTo>
                        <a:pt x="94034" y="40748"/>
                        <a:pt x="98064" y="44778"/>
                        <a:pt x="102990" y="44778"/>
                      </a:cubicBezTo>
                      <a:lnTo>
                        <a:pt x="136573" y="44778"/>
                      </a:lnTo>
                      <a:cubicBezTo>
                        <a:pt x="142842" y="44778"/>
                        <a:pt x="147768" y="49704"/>
                        <a:pt x="147768" y="55973"/>
                      </a:cubicBezTo>
                      <a:lnTo>
                        <a:pt x="147768" y="12314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6" name="Freeform: Shape 4092">
                  <a:extLst>
                    <a:ext uri="{FF2B5EF4-FFF2-40B4-BE49-F238E27FC236}">
                      <a16:creationId xmlns:a16="http://schemas.microsoft.com/office/drawing/2014/main" id="{6EA891E7-8425-4BA1-46BF-E3348B57E0BE}"/>
                    </a:ext>
                  </a:extLst>
                </p:cNvPr>
                <p:cNvSpPr/>
                <p:nvPr/>
              </p:nvSpPr>
              <p:spPr>
                <a:xfrm>
                  <a:off x="3018685" y="1061553"/>
                  <a:ext cx="62689" cy="44778"/>
                </a:xfrm>
                <a:custGeom>
                  <a:avLst/>
                  <a:gdLst>
                    <a:gd name="connsiteX0" fmla="*/ 22613 w 62689"/>
                    <a:gd name="connsiteY0" fmla="*/ 45450 h 44778"/>
                    <a:gd name="connsiteX1" fmla="*/ 672 w 62689"/>
                    <a:gd name="connsiteY1" fmla="*/ 23956 h 44778"/>
                    <a:gd name="connsiteX2" fmla="*/ 672 w 62689"/>
                    <a:gd name="connsiteY2" fmla="*/ 20822 h 44778"/>
                    <a:gd name="connsiteX3" fmla="*/ 3806 w 62689"/>
                    <a:gd name="connsiteY3" fmla="*/ 20822 h 44778"/>
                    <a:gd name="connsiteX4" fmla="*/ 22613 w 62689"/>
                    <a:gd name="connsiteY4" fmla="*/ 39181 h 44778"/>
                    <a:gd name="connsiteX5" fmla="*/ 61122 w 62689"/>
                    <a:gd name="connsiteY5" fmla="*/ 672 h 44778"/>
                    <a:gd name="connsiteX6" fmla="*/ 64257 w 62689"/>
                    <a:gd name="connsiteY6" fmla="*/ 672 h 44778"/>
                    <a:gd name="connsiteX7" fmla="*/ 64257 w 62689"/>
                    <a:gd name="connsiteY7" fmla="*/ 3806 h 44778"/>
                    <a:gd name="connsiteX8" fmla="*/ 22613 w 62689"/>
                    <a:gd name="connsiteY8" fmla="*/ 45450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689" h="44778">
                      <a:moveTo>
                        <a:pt x="22613" y="45450"/>
                      </a:moveTo>
                      <a:lnTo>
                        <a:pt x="672" y="23956"/>
                      </a:lnTo>
                      <a:cubicBezTo>
                        <a:pt x="-224" y="23061"/>
                        <a:pt x="-224" y="21717"/>
                        <a:pt x="672" y="20822"/>
                      </a:cubicBezTo>
                      <a:cubicBezTo>
                        <a:pt x="1567" y="19926"/>
                        <a:pt x="2911" y="19926"/>
                        <a:pt x="3806" y="20822"/>
                      </a:cubicBezTo>
                      <a:lnTo>
                        <a:pt x="22613" y="39181"/>
                      </a:lnTo>
                      <a:lnTo>
                        <a:pt x="61122" y="672"/>
                      </a:lnTo>
                      <a:cubicBezTo>
                        <a:pt x="62018" y="-224"/>
                        <a:pt x="63361" y="-224"/>
                        <a:pt x="64257" y="672"/>
                      </a:cubicBezTo>
                      <a:cubicBezTo>
                        <a:pt x="65152" y="1567"/>
                        <a:pt x="65152" y="2911"/>
                        <a:pt x="64257" y="3806"/>
                      </a:cubicBezTo>
                      <a:lnTo>
                        <a:pt x="22613" y="4545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97" name="Group 4093">
                <a:extLst>
                  <a:ext uri="{FF2B5EF4-FFF2-40B4-BE49-F238E27FC236}">
                    <a16:creationId xmlns:a16="http://schemas.microsoft.com/office/drawing/2014/main" id="{360C2AAA-2DA6-D69C-5FCA-912994FC0AA8}"/>
                  </a:ext>
                  <a:ext uri="{C183D7F6-B498-43B3-948B-1728B52AA6E4}">
                    <adec:decorative xmlns:adec="http://schemas.microsoft.com/office/drawing/2017/decorative" val="1"/>
                  </a:ext>
                </a:extLst>
              </p:cNvPr>
              <p:cNvGrpSpPr>
                <a:grpSpLocks noChangeAspect="1"/>
              </p:cNvGrpSpPr>
              <p:nvPr/>
            </p:nvGrpSpPr>
            <p:grpSpPr>
              <a:xfrm>
                <a:off x="5050489" y="2443364"/>
                <a:ext cx="136398" cy="109259"/>
                <a:chOff x="5091243" y="1707925"/>
                <a:chExt cx="136398" cy="109259"/>
              </a:xfrm>
            </p:grpSpPr>
            <p:sp>
              <p:nvSpPr>
                <p:cNvPr id="198" name="Freeform: Shape 4094">
                  <a:extLst>
                    <a:ext uri="{FF2B5EF4-FFF2-40B4-BE49-F238E27FC236}">
                      <a16:creationId xmlns:a16="http://schemas.microsoft.com/office/drawing/2014/main" id="{7D9253FC-0065-2CD4-25DA-C68C8FF8B3DF}"/>
                    </a:ext>
                  </a:extLst>
                </p:cNvPr>
                <p:cNvSpPr/>
                <p:nvPr/>
              </p:nvSpPr>
              <p:spPr>
                <a:xfrm>
                  <a:off x="5091243" y="1707925"/>
                  <a:ext cx="134335" cy="94034"/>
                </a:xfrm>
                <a:custGeom>
                  <a:avLst/>
                  <a:gdLst>
                    <a:gd name="connsiteX0" fmla="*/ 68959 w 134334"/>
                    <a:gd name="connsiteY0" fmla="*/ 95825 h 94034"/>
                    <a:gd name="connsiteX1" fmla="*/ 29106 w 134334"/>
                    <a:gd name="connsiteY1" fmla="*/ 95825 h 94034"/>
                    <a:gd name="connsiteX2" fmla="*/ 0 w 134334"/>
                    <a:gd name="connsiteY2" fmla="*/ 66720 h 94034"/>
                    <a:gd name="connsiteX3" fmla="*/ 13433 w 134334"/>
                    <a:gd name="connsiteY3" fmla="*/ 42092 h 94034"/>
                    <a:gd name="connsiteX4" fmla="*/ 55973 w 134334"/>
                    <a:gd name="connsiteY4" fmla="*/ 0 h 94034"/>
                    <a:gd name="connsiteX5" fmla="*/ 94930 w 134334"/>
                    <a:gd name="connsiteY5" fmla="*/ 25076 h 94034"/>
                    <a:gd name="connsiteX6" fmla="*/ 102990 w 134334"/>
                    <a:gd name="connsiteY6" fmla="*/ 24180 h 94034"/>
                    <a:gd name="connsiteX7" fmla="*/ 135678 w 134334"/>
                    <a:gd name="connsiteY7" fmla="*/ 45674 h 94034"/>
                    <a:gd name="connsiteX8" fmla="*/ 134335 w 134334"/>
                    <a:gd name="connsiteY8" fmla="*/ 48808 h 94034"/>
                    <a:gd name="connsiteX9" fmla="*/ 131200 w 134334"/>
                    <a:gd name="connsiteY9" fmla="*/ 47465 h 94034"/>
                    <a:gd name="connsiteX10" fmla="*/ 102542 w 134334"/>
                    <a:gd name="connsiteY10" fmla="*/ 28658 h 94034"/>
                    <a:gd name="connsiteX11" fmla="*/ 93587 w 134334"/>
                    <a:gd name="connsiteY11" fmla="*/ 30001 h 94034"/>
                    <a:gd name="connsiteX12" fmla="*/ 90900 w 134334"/>
                    <a:gd name="connsiteY12" fmla="*/ 28658 h 94034"/>
                    <a:gd name="connsiteX13" fmla="*/ 55525 w 134334"/>
                    <a:gd name="connsiteY13" fmla="*/ 4478 h 94034"/>
                    <a:gd name="connsiteX14" fmla="*/ 17464 w 134334"/>
                    <a:gd name="connsiteY14" fmla="*/ 42539 h 94034"/>
                    <a:gd name="connsiteX15" fmla="*/ 17464 w 134334"/>
                    <a:gd name="connsiteY15" fmla="*/ 43435 h 94034"/>
                    <a:gd name="connsiteX16" fmla="*/ 16568 w 134334"/>
                    <a:gd name="connsiteY16" fmla="*/ 45226 h 94034"/>
                    <a:gd name="connsiteX17" fmla="*/ 4030 w 134334"/>
                    <a:gd name="connsiteY17" fmla="*/ 66720 h 94034"/>
                    <a:gd name="connsiteX18" fmla="*/ 28658 w 134334"/>
                    <a:gd name="connsiteY18" fmla="*/ 91348 h 94034"/>
                    <a:gd name="connsiteX19" fmla="*/ 68511 w 134334"/>
                    <a:gd name="connsiteY19" fmla="*/ 91348 h 94034"/>
                    <a:gd name="connsiteX20" fmla="*/ 70750 w 134334"/>
                    <a:gd name="connsiteY20" fmla="*/ 93586 h 94034"/>
                    <a:gd name="connsiteX21" fmla="*/ 68959 w 134334"/>
                    <a:gd name="connsiteY21" fmla="*/ 9582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4334" h="94034">
                      <a:moveTo>
                        <a:pt x="68959" y="95825"/>
                      </a:moveTo>
                      <a:lnTo>
                        <a:pt x="29106" y="95825"/>
                      </a:lnTo>
                      <a:cubicBezTo>
                        <a:pt x="12986" y="95825"/>
                        <a:pt x="0" y="82840"/>
                        <a:pt x="0" y="66720"/>
                      </a:cubicBezTo>
                      <a:cubicBezTo>
                        <a:pt x="0" y="56868"/>
                        <a:pt x="4926" y="47465"/>
                        <a:pt x="13433" y="42092"/>
                      </a:cubicBezTo>
                      <a:cubicBezTo>
                        <a:pt x="13433" y="18807"/>
                        <a:pt x="32688" y="0"/>
                        <a:pt x="55973" y="0"/>
                      </a:cubicBezTo>
                      <a:cubicBezTo>
                        <a:pt x="72541" y="0"/>
                        <a:pt x="88213" y="9851"/>
                        <a:pt x="94930" y="25076"/>
                      </a:cubicBezTo>
                      <a:cubicBezTo>
                        <a:pt x="97617" y="24628"/>
                        <a:pt x="100303" y="24180"/>
                        <a:pt x="102990" y="24180"/>
                      </a:cubicBezTo>
                      <a:cubicBezTo>
                        <a:pt x="117319" y="24180"/>
                        <a:pt x="130304" y="32688"/>
                        <a:pt x="135678" y="45674"/>
                      </a:cubicBezTo>
                      <a:cubicBezTo>
                        <a:pt x="136126" y="47017"/>
                        <a:pt x="135678" y="47913"/>
                        <a:pt x="134335" y="48808"/>
                      </a:cubicBezTo>
                      <a:cubicBezTo>
                        <a:pt x="132992" y="49256"/>
                        <a:pt x="132096" y="48808"/>
                        <a:pt x="131200" y="47465"/>
                      </a:cubicBezTo>
                      <a:cubicBezTo>
                        <a:pt x="126275" y="35823"/>
                        <a:pt x="115080" y="28658"/>
                        <a:pt x="102542" y="28658"/>
                      </a:cubicBezTo>
                      <a:cubicBezTo>
                        <a:pt x="99408" y="28658"/>
                        <a:pt x="96721" y="29106"/>
                        <a:pt x="93587" y="30001"/>
                      </a:cubicBezTo>
                      <a:cubicBezTo>
                        <a:pt x="92243" y="30449"/>
                        <a:pt x="91348" y="29554"/>
                        <a:pt x="90900" y="28658"/>
                      </a:cubicBezTo>
                      <a:cubicBezTo>
                        <a:pt x="85079" y="14329"/>
                        <a:pt x="71197" y="4478"/>
                        <a:pt x="55525" y="4478"/>
                      </a:cubicBezTo>
                      <a:cubicBezTo>
                        <a:pt x="34479" y="4478"/>
                        <a:pt x="17464" y="21494"/>
                        <a:pt x="17464" y="42539"/>
                      </a:cubicBezTo>
                      <a:lnTo>
                        <a:pt x="17464" y="43435"/>
                      </a:lnTo>
                      <a:cubicBezTo>
                        <a:pt x="17464" y="44330"/>
                        <a:pt x="17016" y="44778"/>
                        <a:pt x="16568" y="45226"/>
                      </a:cubicBezTo>
                      <a:cubicBezTo>
                        <a:pt x="8956" y="49704"/>
                        <a:pt x="4030" y="57764"/>
                        <a:pt x="4030" y="66720"/>
                      </a:cubicBezTo>
                      <a:cubicBezTo>
                        <a:pt x="4030" y="80153"/>
                        <a:pt x="15225" y="91348"/>
                        <a:pt x="28658" y="91348"/>
                      </a:cubicBezTo>
                      <a:lnTo>
                        <a:pt x="68511" y="91348"/>
                      </a:lnTo>
                      <a:cubicBezTo>
                        <a:pt x="69854" y="91348"/>
                        <a:pt x="70750" y="92243"/>
                        <a:pt x="70750" y="93586"/>
                      </a:cubicBezTo>
                      <a:cubicBezTo>
                        <a:pt x="70750" y="94930"/>
                        <a:pt x="69854" y="95825"/>
                        <a:pt x="68959" y="958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9" name="Freeform: Shape 4095">
                  <a:extLst>
                    <a:ext uri="{FF2B5EF4-FFF2-40B4-BE49-F238E27FC236}">
                      <a16:creationId xmlns:a16="http://schemas.microsoft.com/office/drawing/2014/main" id="{B5D06514-D779-5BA3-C857-415293E459BE}"/>
                    </a:ext>
                  </a:extLst>
                </p:cNvPr>
                <p:cNvSpPr/>
                <p:nvPr/>
              </p:nvSpPr>
              <p:spPr>
                <a:xfrm>
                  <a:off x="5173907" y="1754495"/>
                  <a:ext cx="53734" cy="62689"/>
                </a:xfrm>
                <a:custGeom>
                  <a:avLst/>
                  <a:gdLst>
                    <a:gd name="connsiteX0" fmla="*/ 26595 w 53733"/>
                    <a:gd name="connsiteY0" fmla="*/ 4478 h 62689"/>
                    <a:gd name="connsiteX1" fmla="*/ 5549 w 53733"/>
                    <a:gd name="connsiteY1" fmla="*/ 13433 h 62689"/>
                    <a:gd name="connsiteX2" fmla="*/ 5549 w 53733"/>
                    <a:gd name="connsiteY2" fmla="*/ 2239 h 62689"/>
                    <a:gd name="connsiteX3" fmla="*/ 3310 w 53733"/>
                    <a:gd name="connsiteY3" fmla="*/ 0 h 62689"/>
                    <a:gd name="connsiteX4" fmla="*/ 1072 w 53733"/>
                    <a:gd name="connsiteY4" fmla="*/ 2239 h 62689"/>
                    <a:gd name="connsiteX5" fmla="*/ 1072 w 53733"/>
                    <a:gd name="connsiteY5" fmla="*/ 20150 h 62689"/>
                    <a:gd name="connsiteX6" fmla="*/ 1072 w 53733"/>
                    <a:gd name="connsiteY6" fmla="*/ 20598 h 62689"/>
                    <a:gd name="connsiteX7" fmla="*/ 1072 w 53733"/>
                    <a:gd name="connsiteY7" fmla="*/ 21046 h 62689"/>
                    <a:gd name="connsiteX8" fmla="*/ 1072 w 53733"/>
                    <a:gd name="connsiteY8" fmla="*/ 21494 h 62689"/>
                    <a:gd name="connsiteX9" fmla="*/ 1072 w 53733"/>
                    <a:gd name="connsiteY9" fmla="*/ 21941 h 62689"/>
                    <a:gd name="connsiteX10" fmla="*/ 1519 w 53733"/>
                    <a:gd name="connsiteY10" fmla="*/ 22389 h 62689"/>
                    <a:gd name="connsiteX11" fmla="*/ 1519 w 53733"/>
                    <a:gd name="connsiteY11" fmla="*/ 22389 h 62689"/>
                    <a:gd name="connsiteX12" fmla="*/ 1519 w 53733"/>
                    <a:gd name="connsiteY12" fmla="*/ 22389 h 62689"/>
                    <a:gd name="connsiteX13" fmla="*/ 1967 w 53733"/>
                    <a:gd name="connsiteY13" fmla="*/ 22389 h 62689"/>
                    <a:gd name="connsiteX14" fmla="*/ 2415 w 53733"/>
                    <a:gd name="connsiteY14" fmla="*/ 22389 h 62689"/>
                    <a:gd name="connsiteX15" fmla="*/ 2415 w 53733"/>
                    <a:gd name="connsiteY15" fmla="*/ 22389 h 62689"/>
                    <a:gd name="connsiteX16" fmla="*/ 20773 w 53733"/>
                    <a:gd name="connsiteY16" fmla="*/ 22389 h 62689"/>
                    <a:gd name="connsiteX17" fmla="*/ 23012 w 53733"/>
                    <a:gd name="connsiteY17" fmla="*/ 20150 h 62689"/>
                    <a:gd name="connsiteX18" fmla="*/ 20773 w 53733"/>
                    <a:gd name="connsiteY18" fmla="*/ 17911 h 62689"/>
                    <a:gd name="connsiteX19" fmla="*/ 6892 w 53733"/>
                    <a:gd name="connsiteY19" fmla="*/ 17911 h 62689"/>
                    <a:gd name="connsiteX20" fmla="*/ 25700 w 53733"/>
                    <a:gd name="connsiteY20" fmla="*/ 8956 h 62689"/>
                    <a:gd name="connsiteX21" fmla="*/ 50328 w 53733"/>
                    <a:gd name="connsiteY21" fmla="*/ 33584 h 62689"/>
                    <a:gd name="connsiteX22" fmla="*/ 25700 w 53733"/>
                    <a:gd name="connsiteY22" fmla="*/ 58212 h 62689"/>
                    <a:gd name="connsiteX23" fmla="*/ 4206 w 53733"/>
                    <a:gd name="connsiteY23" fmla="*/ 45674 h 62689"/>
                    <a:gd name="connsiteX24" fmla="*/ 1072 w 53733"/>
                    <a:gd name="connsiteY24" fmla="*/ 44778 h 62689"/>
                    <a:gd name="connsiteX25" fmla="*/ 176 w 53733"/>
                    <a:gd name="connsiteY25" fmla="*/ 47913 h 62689"/>
                    <a:gd name="connsiteX26" fmla="*/ 25251 w 53733"/>
                    <a:gd name="connsiteY26" fmla="*/ 62689 h 62689"/>
                    <a:gd name="connsiteX27" fmla="*/ 54357 w 53733"/>
                    <a:gd name="connsiteY27" fmla="*/ 33584 h 62689"/>
                    <a:gd name="connsiteX28" fmla="*/ 26595 w 53733"/>
                    <a:gd name="connsiteY28" fmla="*/ 4478 h 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3733" h="62689">
                      <a:moveTo>
                        <a:pt x="26595" y="4478"/>
                      </a:moveTo>
                      <a:cubicBezTo>
                        <a:pt x="18535" y="4478"/>
                        <a:pt x="10922" y="8060"/>
                        <a:pt x="5549" y="13433"/>
                      </a:cubicBezTo>
                      <a:lnTo>
                        <a:pt x="5549" y="2239"/>
                      </a:lnTo>
                      <a:cubicBezTo>
                        <a:pt x="5549" y="896"/>
                        <a:pt x="4653" y="0"/>
                        <a:pt x="3310" y="0"/>
                      </a:cubicBezTo>
                      <a:cubicBezTo>
                        <a:pt x="1967" y="0"/>
                        <a:pt x="1072" y="896"/>
                        <a:pt x="1072" y="2239"/>
                      </a:cubicBezTo>
                      <a:lnTo>
                        <a:pt x="1072" y="20150"/>
                      </a:lnTo>
                      <a:cubicBezTo>
                        <a:pt x="1072" y="20150"/>
                        <a:pt x="1072" y="20150"/>
                        <a:pt x="1072" y="20598"/>
                      </a:cubicBezTo>
                      <a:cubicBezTo>
                        <a:pt x="1072" y="20598"/>
                        <a:pt x="1072" y="21046"/>
                        <a:pt x="1072" y="21046"/>
                      </a:cubicBezTo>
                      <a:cubicBezTo>
                        <a:pt x="1072" y="21046"/>
                        <a:pt x="1072" y="21494"/>
                        <a:pt x="1072" y="21494"/>
                      </a:cubicBezTo>
                      <a:cubicBezTo>
                        <a:pt x="1072" y="21494"/>
                        <a:pt x="1072" y="21494"/>
                        <a:pt x="1072" y="21941"/>
                      </a:cubicBezTo>
                      <a:cubicBezTo>
                        <a:pt x="1072" y="21941"/>
                        <a:pt x="1519" y="22389"/>
                        <a:pt x="1519" y="22389"/>
                      </a:cubicBezTo>
                      <a:cubicBezTo>
                        <a:pt x="1519" y="22389"/>
                        <a:pt x="1519" y="22389"/>
                        <a:pt x="1519" y="22389"/>
                      </a:cubicBezTo>
                      <a:cubicBezTo>
                        <a:pt x="1519" y="22389"/>
                        <a:pt x="1519" y="22389"/>
                        <a:pt x="1519" y="22389"/>
                      </a:cubicBezTo>
                      <a:cubicBezTo>
                        <a:pt x="1519" y="22389"/>
                        <a:pt x="1967" y="22389"/>
                        <a:pt x="1967" y="22389"/>
                      </a:cubicBezTo>
                      <a:cubicBezTo>
                        <a:pt x="1967" y="22389"/>
                        <a:pt x="2415" y="22389"/>
                        <a:pt x="2415" y="22389"/>
                      </a:cubicBezTo>
                      <a:cubicBezTo>
                        <a:pt x="2415" y="22389"/>
                        <a:pt x="2415" y="22389"/>
                        <a:pt x="2415" y="22389"/>
                      </a:cubicBezTo>
                      <a:lnTo>
                        <a:pt x="20773" y="22389"/>
                      </a:lnTo>
                      <a:cubicBezTo>
                        <a:pt x="22117" y="22389"/>
                        <a:pt x="23012" y="21494"/>
                        <a:pt x="23012" y="20150"/>
                      </a:cubicBezTo>
                      <a:cubicBezTo>
                        <a:pt x="23012" y="18807"/>
                        <a:pt x="22117" y="17911"/>
                        <a:pt x="20773" y="17911"/>
                      </a:cubicBezTo>
                      <a:lnTo>
                        <a:pt x="6892" y="17911"/>
                      </a:lnTo>
                      <a:cubicBezTo>
                        <a:pt x="11370" y="12538"/>
                        <a:pt x="18535" y="8956"/>
                        <a:pt x="25700" y="8956"/>
                      </a:cubicBezTo>
                      <a:cubicBezTo>
                        <a:pt x="39133" y="8956"/>
                        <a:pt x="50328" y="20150"/>
                        <a:pt x="50328" y="33584"/>
                      </a:cubicBezTo>
                      <a:cubicBezTo>
                        <a:pt x="50328" y="47017"/>
                        <a:pt x="39133" y="58212"/>
                        <a:pt x="25700" y="58212"/>
                      </a:cubicBezTo>
                      <a:cubicBezTo>
                        <a:pt x="16744" y="58212"/>
                        <a:pt x="8684" y="53286"/>
                        <a:pt x="4206" y="45674"/>
                      </a:cubicBezTo>
                      <a:cubicBezTo>
                        <a:pt x="3758" y="44778"/>
                        <a:pt x="2415" y="44330"/>
                        <a:pt x="1072" y="44778"/>
                      </a:cubicBezTo>
                      <a:cubicBezTo>
                        <a:pt x="176" y="45226"/>
                        <a:pt x="-272" y="46569"/>
                        <a:pt x="176" y="47913"/>
                      </a:cubicBezTo>
                      <a:cubicBezTo>
                        <a:pt x="5549" y="56868"/>
                        <a:pt x="14953" y="62689"/>
                        <a:pt x="25251" y="62689"/>
                      </a:cubicBezTo>
                      <a:cubicBezTo>
                        <a:pt x="41372" y="62689"/>
                        <a:pt x="54357" y="49704"/>
                        <a:pt x="54357" y="33584"/>
                      </a:cubicBezTo>
                      <a:cubicBezTo>
                        <a:pt x="55701" y="17463"/>
                        <a:pt x="42267" y="4478"/>
                        <a:pt x="26595"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00" name="Group 4096">
                <a:extLst>
                  <a:ext uri="{FF2B5EF4-FFF2-40B4-BE49-F238E27FC236}">
                    <a16:creationId xmlns:a16="http://schemas.microsoft.com/office/drawing/2014/main" id="{CC9BC67D-F705-FA90-5E67-37A13FAA0D95}"/>
                  </a:ext>
                  <a:ext uri="{C183D7F6-B498-43B3-948B-1728B52AA6E4}">
                    <adec:decorative xmlns:adec="http://schemas.microsoft.com/office/drawing/2017/decorative" val="1"/>
                  </a:ext>
                </a:extLst>
              </p:cNvPr>
              <p:cNvGrpSpPr>
                <a:grpSpLocks noChangeAspect="1"/>
              </p:cNvGrpSpPr>
              <p:nvPr/>
            </p:nvGrpSpPr>
            <p:grpSpPr>
              <a:xfrm>
                <a:off x="5309755" y="2443364"/>
                <a:ext cx="142377" cy="105230"/>
                <a:chOff x="5350509" y="1707925"/>
                <a:chExt cx="142377" cy="105230"/>
              </a:xfrm>
            </p:grpSpPr>
            <p:sp>
              <p:nvSpPr>
                <p:cNvPr id="201" name="Freeform: Shape 4097">
                  <a:extLst>
                    <a:ext uri="{FF2B5EF4-FFF2-40B4-BE49-F238E27FC236}">
                      <a16:creationId xmlns:a16="http://schemas.microsoft.com/office/drawing/2014/main" id="{1B374492-3A1F-0D2D-3918-6B2072B8C73C}"/>
                    </a:ext>
                  </a:extLst>
                </p:cNvPr>
                <p:cNvSpPr/>
                <p:nvPr/>
              </p:nvSpPr>
              <p:spPr>
                <a:xfrm>
                  <a:off x="5350509" y="1707925"/>
                  <a:ext cx="134335" cy="94034"/>
                </a:xfrm>
                <a:custGeom>
                  <a:avLst/>
                  <a:gdLst>
                    <a:gd name="connsiteX0" fmla="*/ 62242 w 134334"/>
                    <a:gd name="connsiteY0" fmla="*/ 95825 h 94034"/>
                    <a:gd name="connsiteX1" fmla="*/ 29106 w 134334"/>
                    <a:gd name="connsiteY1" fmla="*/ 95825 h 94034"/>
                    <a:gd name="connsiteX2" fmla="*/ 0 w 134334"/>
                    <a:gd name="connsiteY2" fmla="*/ 66720 h 94034"/>
                    <a:gd name="connsiteX3" fmla="*/ 13433 w 134334"/>
                    <a:gd name="connsiteY3" fmla="*/ 42092 h 94034"/>
                    <a:gd name="connsiteX4" fmla="*/ 55973 w 134334"/>
                    <a:gd name="connsiteY4" fmla="*/ 0 h 94034"/>
                    <a:gd name="connsiteX5" fmla="*/ 94930 w 134334"/>
                    <a:gd name="connsiteY5" fmla="*/ 25076 h 94034"/>
                    <a:gd name="connsiteX6" fmla="*/ 102990 w 134334"/>
                    <a:gd name="connsiteY6" fmla="*/ 24180 h 94034"/>
                    <a:gd name="connsiteX7" fmla="*/ 135678 w 134334"/>
                    <a:gd name="connsiteY7" fmla="*/ 45674 h 94034"/>
                    <a:gd name="connsiteX8" fmla="*/ 134335 w 134334"/>
                    <a:gd name="connsiteY8" fmla="*/ 48808 h 94034"/>
                    <a:gd name="connsiteX9" fmla="*/ 131200 w 134334"/>
                    <a:gd name="connsiteY9" fmla="*/ 47465 h 94034"/>
                    <a:gd name="connsiteX10" fmla="*/ 102542 w 134334"/>
                    <a:gd name="connsiteY10" fmla="*/ 28658 h 94034"/>
                    <a:gd name="connsiteX11" fmla="*/ 93587 w 134334"/>
                    <a:gd name="connsiteY11" fmla="*/ 30001 h 94034"/>
                    <a:gd name="connsiteX12" fmla="*/ 90900 w 134334"/>
                    <a:gd name="connsiteY12" fmla="*/ 28658 h 94034"/>
                    <a:gd name="connsiteX13" fmla="*/ 55525 w 134334"/>
                    <a:gd name="connsiteY13" fmla="*/ 4478 h 94034"/>
                    <a:gd name="connsiteX14" fmla="*/ 17464 w 134334"/>
                    <a:gd name="connsiteY14" fmla="*/ 42539 h 94034"/>
                    <a:gd name="connsiteX15" fmla="*/ 17464 w 134334"/>
                    <a:gd name="connsiteY15" fmla="*/ 43435 h 94034"/>
                    <a:gd name="connsiteX16" fmla="*/ 16568 w 134334"/>
                    <a:gd name="connsiteY16" fmla="*/ 45226 h 94034"/>
                    <a:gd name="connsiteX17" fmla="*/ 4030 w 134334"/>
                    <a:gd name="connsiteY17" fmla="*/ 66720 h 94034"/>
                    <a:gd name="connsiteX18" fmla="*/ 28658 w 134334"/>
                    <a:gd name="connsiteY18" fmla="*/ 91348 h 94034"/>
                    <a:gd name="connsiteX19" fmla="*/ 61794 w 134334"/>
                    <a:gd name="connsiteY19" fmla="*/ 91348 h 94034"/>
                    <a:gd name="connsiteX20" fmla="*/ 64033 w 134334"/>
                    <a:gd name="connsiteY20" fmla="*/ 93586 h 94034"/>
                    <a:gd name="connsiteX21" fmla="*/ 62242 w 134334"/>
                    <a:gd name="connsiteY21" fmla="*/ 9582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4334" h="94034">
                      <a:moveTo>
                        <a:pt x="62242" y="95825"/>
                      </a:moveTo>
                      <a:lnTo>
                        <a:pt x="29106" y="95825"/>
                      </a:lnTo>
                      <a:cubicBezTo>
                        <a:pt x="12986" y="95825"/>
                        <a:pt x="0" y="82840"/>
                        <a:pt x="0" y="66720"/>
                      </a:cubicBezTo>
                      <a:cubicBezTo>
                        <a:pt x="0" y="56868"/>
                        <a:pt x="4925" y="47465"/>
                        <a:pt x="13433" y="42092"/>
                      </a:cubicBezTo>
                      <a:cubicBezTo>
                        <a:pt x="13433" y="18807"/>
                        <a:pt x="32688" y="0"/>
                        <a:pt x="55973" y="0"/>
                      </a:cubicBezTo>
                      <a:cubicBezTo>
                        <a:pt x="72540" y="0"/>
                        <a:pt x="88213" y="9851"/>
                        <a:pt x="94930" y="25076"/>
                      </a:cubicBezTo>
                      <a:cubicBezTo>
                        <a:pt x="97617" y="24628"/>
                        <a:pt x="100303" y="24180"/>
                        <a:pt x="102990" y="24180"/>
                      </a:cubicBezTo>
                      <a:cubicBezTo>
                        <a:pt x="117319" y="24180"/>
                        <a:pt x="130304" y="32688"/>
                        <a:pt x="135678" y="45674"/>
                      </a:cubicBezTo>
                      <a:cubicBezTo>
                        <a:pt x="136126" y="47017"/>
                        <a:pt x="135678" y="47913"/>
                        <a:pt x="134335" y="48808"/>
                      </a:cubicBezTo>
                      <a:cubicBezTo>
                        <a:pt x="132991" y="49256"/>
                        <a:pt x="132096" y="48808"/>
                        <a:pt x="131200" y="47465"/>
                      </a:cubicBezTo>
                      <a:cubicBezTo>
                        <a:pt x="126274" y="35823"/>
                        <a:pt x="115080" y="28658"/>
                        <a:pt x="102542" y="28658"/>
                      </a:cubicBezTo>
                      <a:cubicBezTo>
                        <a:pt x="99407" y="28658"/>
                        <a:pt x="96721" y="29106"/>
                        <a:pt x="93587" y="30001"/>
                      </a:cubicBezTo>
                      <a:cubicBezTo>
                        <a:pt x="92243" y="30449"/>
                        <a:pt x="91348" y="29554"/>
                        <a:pt x="90900" y="28658"/>
                      </a:cubicBezTo>
                      <a:cubicBezTo>
                        <a:pt x="85079" y="14329"/>
                        <a:pt x="71197" y="4478"/>
                        <a:pt x="55525" y="4478"/>
                      </a:cubicBezTo>
                      <a:cubicBezTo>
                        <a:pt x="34479" y="4478"/>
                        <a:pt x="17464" y="21494"/>
                        <a:pt x="17464" y="42539"/>
                      </a:cubicBezTo>
                      <a:lnTo>
                        <a:pt x="17464" y="43435"/>
                      </a:lnTo>
                      <a:cubicBezTo>
                        <a:pt x="17464" y="44330"/>
                        <a:pt x="17016" y="44778"/>
                        <a:pt x="16568" y="45226"/>
                      </a:cubicBezTo>
                      <a:cubicBezTo>
                        <a:pt x="8956" y="49704"/>
                        <a:pt x="4030" y="57764"/>
                        <a:pt x="4030" y="66720"/>
                      </a:cubicBezTo>
                      <a:cubicBezTo>
                        <a:pt x="4030" y="80153"/>
                        <a:pt x="15225" y="91348"/>
                        <a:pt x="28658" y="91348"/>
                      </a:cubicBezTo>
                      <a:lnTo>
                        <a:pt x="61794" y="91348"/>
                      </a:lnTo>
                      <a:cubicBezTo>
                        <a:pt x="63137" y="91348"/>
                        <a:pt x="64033" y="92243"/>
                        <a:pt x="64033" y="93586"/>
                      </a:cubicBezTo>
                      <a:cubicBezTo>
                        <a:pt x="64033" y="94930"/>
                        <a:pt x="63585" y="95825"/>
                        <a:pt x="62242" y="958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02" name="Freeform: Shape 4098">
                  <a:extLst>
                    <a:ext uri="{FF2B5EF4-FFF2-40B4-BE49-F238E27FC236}">
                      <a16:creationId xmlns:a16="http://schemas.microsoft.com/office/drawing/2014/main" id="{645D9757-C362-97BE-7248-DD6D18484986}"/>
                    </a:ext>
                  </a:extLst>
                </p:cNvPr>
                <p:cNvSpPr/>
                <p:nvPr/>
              </p:nvSpPr>
              <p:spPr>
                <a:xfrm>
                  <a:off x="5423778" y="1758973"/>
                  <a:ext cx="49256" cy="44778"/>
                </a:xfrm>
                <a:custGeom>
                  <a:avLst/>
                  <a:gdLst>
                    <a:gd name="connsiteX0" fmla="*/ 51663 w 49255"/>
                    <a:gd name="connsiteY0" fmla="*/ 4478 h 44778"/>
                    <a:gd name="connsiteX1" fmla="*/ 35990 w 49255"/>
                    <a:gd name="connsiteY1" fmla="*/ 0 h 44778"/>
                    <a:gd name="connsiteX2" fmla="*/ 6885 w 49255"/>
                    <a:gd name="connsiteY2" fmla="*/ 29106 h 44778"/>
                    <a:gd name="connsiteX3" fmla="*/ 8676 w 49255"/>
                    <a:gd name="connsiteY3" fmla="*/ 38957 h 44778"/>
                    <a:gd name="connsiteX4" fmla="*/ 3302 w 49255"/>
                    <a:gd name="connsiteY4" fmla="*/ 36718 h 44778"/>
                    <a:gd name="connsiteX5" fmla="*/ 168 w 49255"/>
                    <a:gd name="connsiteY5" fmla="*/ 38061 h 44778"/>
                    <a:gd name="connsiteX6" fmla="*/ 1511 w 49255"/>
                    <a:gd name="connsiteY6" fmla="*/ 41196 h 44778"/>
                    <a:gd name="connsiteX7" fmla="*/ 11810 w 49255"/>
                    <a:gd name="connsiteY7" fmla="*/ 45674 h 44778"/>
                    <a:gd name="connsiteX8" fmla="*/ 12705 w 49255"/>
                    <a:gd name="connsiteY8" fmla="*/ 45674 h 44778"/>
                    <a:gd name="connsiteX9" fmla="*/ 14944 w 49255"/>
                    <a:gd name="connsiteY9" fmla="*/ 44330 h 44778"/>
                    <a:gd name="connsiteX10" fmla="*/ 14944 w 49255"/>
                    <a:gd name="connsiteY10" fmla="*/ 44330 h 44778"/>
                    <a:gd name="connsiteX11" fmla="*/ 14944 w 49255"/>
                    <a:gd name="connsiteY11" fmla="*/ 44330 h 44778"/>
                    <a:gd name="connsiteX12" fmla="*/ 21213 w 49255"/>
                    <a:gd name="connsiteY12" fmla="*/ 34927 h 44778"/>
                    <a:gd name="connsiteX13" fmla="*/ 20766 w 49255"/>
                    <a:gd name="connsiteY13" fmla="*/ 31792 h 44778"/>
                    <a:gd name="connsiteX14" fmla="*/ 17631 w 49255"/>
                    <a:gd name="connsiteY14" fmla="*/ 32240 h 44778"/>
                    <a:gd name="connsiteX15" fmla="*/ 13601 w 49255"/>
                    <a:gd name="connsiteY15" fmla="*/ 38061 h 44778"/>
                    <a:gd name="connsiteX16" fmla="*/ 11810 w 49255"/>
                    <a:gd name="connsiteY16" fmla="*/ 29106 h 44778"/>
                    <a:gd name="connsiteX17" fmla="*/ 36438 w 49255"/>
                    <a:gd name="connsiteY17" fmla="*/ 4478 h 44778"/>
                    <a:gd name="connsiteX18" fmla="*/ 49424 w 49255"/>
                    <a:gd name="connsiteY18" fmla="*/ 8508 h 44778"/>
                    <a:gd name="connsiteX19" fmla="*/ 52558 w 49255"/>
                    <a:gd name="connsiteY19" fmla="*/ 7612 h 44778"/>
                    <a:gd name="connsiteX20" fmla="*/ 51663 w 49255"/>
                    <a:gd name="connsiteY20" fmla="*/ 44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9255" h="44778">
                      <a:moveTo>
                        <a:pt x="51663" y="4478"/>
                      </a:moveTo>
                      <a:cubicBezTo>
                        <a:pt x="47185" y="1343"/>
                        <a:pt x="41811" y="0"/>
                        <a:pt x="35990" y="0"/>
                      </a:cubicBezTo>
                      <a:cubicBezTo>
                        <a:pt x="19870" y="0"/>
                        <a:pt x="6885" y="12986"/>
                        <a:pt x="6885" y="29106"/>
                      </a:cubicBezTo>
                      <a:cubicBezTo>
                        <a:pt x="6885" y="32688"/>
                        <a:pt x="7332" y="35823"/>
                        <a:pt x="8676" y="38957"/>
                      </a:cubicBezTo>
                      <a:lnTo>
                        <a:pt x="3302" y="36718"/>
                      </a:lnTo>
                      <a:cubicBezTo>
                        <a:pt x="1959" y="36270"/>
                        <a:pt x="1063" y="36718"/>
                        <a:pt x="168" y="38061"/>
                      </a:cubicBezTo>
                      <a:cubicBezTo>
                        <a:pt x="-280" y="39405"/>
                        <a:pt x="168" y="40300"/>
                        <a:pt x="1511" y="41196"/>
                      </a:cubicBezTo>
                      <a:lnTo>
                        <a:pt x="11810" y="45674"/>
                      </a:lnTo>
                      <a:cubicBezTo>
                        <a:pt x="12258" y="45674"/>
                        <a:pt x="12258" y="45674"/>
                        <a:pt x="12705" y="45674"/>
                      </a:cubicBezTo>
                      <a:cubicBezTo>
                        <a:pt x="13601" y="45674"/>
                        <a:pt x="14497" y="45226"/>
                        <a:pt x="14944" y="44330"/>
                      </a:cubicBezTo>
                      <a:cubicBezTo>
                        <a:pt x="14944" y="44330"/>
                        <a:pt x="14944" y="44330"/>
                        <a:pt x="14944" y="44330"/>
                      </a:cubicBezTo>
                      <a:cubicBezTo>
                        <a:pt x="14944" y="44330"/>
                        <a:pt x="14944" y="44330"/>
                        <a:pt x="14944" y="44330"/>
                      </a:cubicBezTo>
                      <a:lnTo>
                        <a:pt x="21213" y="34927"/>
                      </a:lnTo>
                      <a:cubicBezTo>
                        <a:pt x="22109" y="34031"/>
                        <a:pt x="21661" y="32688"/>
                        <a:pt x="20766" y="31792"/>
                      </a:cubicBezTo>
                      <a:cubicBezTo>
                        <a:pt x="19870" y="30897"/>
                        <a:pt x="18527" y="31345"/>
                        <a:pt x="17631" y="32240"/>
                      </a:cubicBezTo>
                      <a:lnTo>
                        <a:pt x="13601" y="38061"/>
                      </a:lnTo>
                      <a:cubicBezTo>
                        <a:pt x="12258" y="35375"/>
                        <a:pt x="11810" y="32240"/>
                        <a:pt x="11810" y="29106"/>
                      </a:cubicBezTo>
                      <a:cubicBezTo>
                        <a:pt x="11810" y="15672"/>
                        <a:pt x="23005" y="4478"/>
                        <a:pt x="36438" y="4478"/>
                      </a:cubicBezTo>
                      <a:cubicBezTo>
                        <a:pt x="40916" y="4478"/>
                        <a:pt x="45841" y="5821"/>
                        <a:pt x="49424" y="8508"/>
                      </a:cubicBezTo>
                      <a:cubicBezTo>
                        <a:pt x="50319" y="8956"/>
                        <a:pt x="51663" y="8956"/>
                        <a:pt x="52558" y="7612"/>
                      </a:cubicBezTo>
                      <a:cubicBezTo>
                        <a:pt x="53006" y="6269"/>
                        <a:pt x="53006" y="4926"/>
                        <a:pt x="5166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03" name="Freeform: Shape 4099">
                  <a:extLst>
                    <a:ext uri="{FF2B5EF4-FFF2-40B4-BE49-F238E27FC236}">
                      <a16:creationId xmlns:a16="http://schemas.microsoft.com/office/drawing/2014/main" id="{B74DF6ED-CBC3-1E7F-F9D7-23B9E1A66F38}"/>
                    </a:ext>
                  </a:extLst>
                </p:cNvPr>
                <p:cNvSpPr/>
                <p:nvPr/>
              </p:nvSpPr>
              <p:spPr>
                <a:xfrm>
                  <a:off x="5443630" y="1777332"/>
                  <a:ext cx="49256" cy="35823"/>
                </a:xfrm>
                <a:custGeom>
                  <a:avLst/>
                  <a:gdLst>
                    <a:gd name="connsiteX0" fmla="*/ 51961 w 49255"/>
                    <a:gd name="connsiteY0" fmla="*/ 7165 h 35822"/>
                    <a:gd name="connsiteX1" fmla="*/ 43005 w 49255"/>
                    <a:gd name="connsiteY1" fmla="*/ 448 h 35822"/>
                    <a:gd name="connsiteX2" fmla="*/ 42109 w 49255"/>
                    <a:gd name="connsiteY2" fmla="*/ 0 h 35822"/>
                    <a:gd name="connsiteX3" fmla="*/ 42109 w 49255"/>
                    <a:gd name="connsiteY3" fmla="*/ 0 h 35822"/>
                    <a:gd name="connsiteX4" fmla="*/ 42109 w 49255"/>
                    <a:gd name="connsiteY4" fmla="*/ 0 h 35822"/>
                    <a:gd name="connsiteX5" fmla="*/ 41214 w 49255"/>
                    <a:gd name="connsiteY5" fmla="*/ 0 h 35822"/>
                    <a:gd name="connsiteX6" fmla="*/ 40766 w 49255"/>
                    <a:gd name="connsiteY6" fmla="*/ 0 h 35822"/>
                    <a:gd name="connsiteX7" fmla="*/ 39871 w 49255"/>
                    <a:gd name="connsiteY7" fmla="*/ 448 h 35822"/>
                    <a:gd name="connsiteX8" fmla="*/ 39871 w 49255"/>
                    <a:gd name="connsiteY8" fmla="*/ 448 h 35822"/>
                    <a:gd name="connsiteX9" fmla="*/ 39871 w 49255"/>
                    <a:gd name="connsiteY9" fmla="*/ 448 h 35822"/>
                    <a:gd name="connsiteX10" fmla="*/ 34050 w 49255"/>
                    <a:gd name="connsiteY10" fmla="*/ 8956 h 35822"/>
                    <a:gd name="connsiteX11" fmla="*/ 34497 w 49255"/>
                    <a:gd name="connsiteY11" fmla="*/ 12090 h 35822"/>
                    <a:gd name="connsiteX12" fmla="*/ 37632 w 49255"/>
                    <a:gd name="connsiteY12" fmla="*/ 11642 h 35822"/>
                    <a:gd name="connsiteX13" fmla="*/ 40766 w 49255"/>
                    <a:gd name="connsiteY13" fmla="*/ 7165 h 35822"/>
                    <a:gd name="connsiteX14" fmla="*/ 40766 w 49255"/>
                    <a:gd name="connsiteY14" fmla="*/ 10299 h 35822"/>
                    <a:gd name="connsiteX15" fmla="*/ 16138 w 49255"/>
                    <a:gd name="connsiteY15" fmla="*/ 34927 h 35822"/>
                    <a:gd name="connsiteX16" fmla="*/ 3600 w 49255"/>
                    <a:gd name="connsiteY16" fmla="*/ 31793 h 35822"/>
                    <a:gd name="connsiteX17" fmla="*/ 466 w 49255"/>
                    <a:gd name="connsiteY17" fmla="*/ 32688 h 35822"/>
                    <a:gd name="connsiteX18" fmla="*/ 1361 w 49255"/>
                    <a:gd name="connsiteY18" fmla="*/ 35823 h 35822"/>
                    <a:gd name="connsiteX19" fmla="*/ 16138 w 49255"/>
                    <a:gd name="connsiteY19" fmla="*/ 39853 h 35822"/>
                    <a:gd name="connsiteX20" fmla="*/ 45244 w 49255"/>
                    <a:gd name="connsiteY20" fmla="*/ 10747 h 35822"/>
                    <a:gd name="connsiteX21" fmla="*/ 44797 w 49255"/>
                    <a:gd name="connsiteY21" fmla="*/ 7612 h 35822"/>
                    <a:gd name="connsiteX22" fmla="*/ 48826 w 49255"/>
                    <a:gd name="connsiteY22" fmla="*/ 10747 h 35822"/>
                    <a:gd name="connsiteX23" fmla="*/ 50170 w 49255"/>
                    <a:gd name="connsiteY23" fmla="*/ 11195 h 35822"/>
                    <a:gd name="connsiteX24" fmla="*/ 51961 w 49255"/>
                    <a:gd name="connsiteY24" fmla="*/ 10299 h 35822"/>
                    <a:gd name="connsiteX25" fmla="*/ 51961 w 49255"/>
                    <a:gd name="connsiteY25" fmla="*/ 7165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9255" h="35822">
                      <a:moveTo>
                        <a:pt x="51961" y="7165"/>
                      </a:moveTo>
                      <a:lnTo>
                        <a:pt x="43005" y="448"/>
                      </a:lnTo>
                      <a:cubicBezTo>
                        <a:pt x="42558" y="448"/>
                        <a:pt x="42558" y="0"/>
                        <a:pt x="42109" y="0"/>
                      </a:cubicBezTo>
                      <a:cubicBezTo>
                        <a:pt x="42109" y="0"/>
                        <a:pt x="42109" y="0"/>
                        <a:pt x="42109" y="0"/>
                      </a:cubicBezTo>
                      <a:cubicBezTo>
                        <a:pt x="42109" y="0"/>
                        <a:pt x="42109" y="0"/>
                        <a:pt x="42109" y="0"/>
                      </a:cubicBezTo>
                      <a:cubicBezTo>
                        <a:pt x="41662" y="0"/>
                        <a:pt x="41662" y="0"/>
                        <a:pt x="41214" y="0"/>
                      </a:cubicBezTo>
                      <a:cubicBezTo>
                        <a:pt x="41214" y="0"/>
                        <a:pt x="41214" y="0"/>
                        <a:pt x="40766" y="0"/>
                      </a:cubicBezTo>
                      <a:cubicBezTo>
                        <a:pt x="40319" y="0"/>
                        <a:pt x="40319" y="448"/>
                        <a:pt x="39871" y="448"/>
                      </a:cubicBezTo>
                      <a:cubicBezTo>
                        <a:pt x="39871" y="448"/>
                        <a:pt x="39871" y="448"/>
                        <a:pt x="39871" y="448"/>
                      </a:cubicBezTo>
                      <a:cubicBezTo>
                        <a:pt x="39871" y="448"/>
                        <a:pt x="39871" y="448"/>
                        <a:pt x="39871" y="448"/>
                      </a:cubicBezTo>
                      <a:lnTo>
                        <a:pt x="34050" y="8956"/>
                      </a:lnTo>
                      <a:cubicBezTo>
                        <a:pt x="33154" y="9851"/>
                        <a:pt x="33602" y="11195"/>
                        <a:pt x="34497" y="12090"/>
                      </a:cubicBezTo>
                      <a:cubicBezTo>
                        <a:pt x="35393" y="12986"/>
                        <a:pt x="36736" y="12538"/>
                        <a:pt x="37632" y="11642"/>
                      </a:cubicBezTo>
                      <a:lnTo>
                        <a:pt x="40766" y="7165"/>
                      </a:lnTo>
                      <a:cubicBezTo>
                        <a:pt x="40766" y="8060"/>
                        <a:pt x="40766" y="9403"/>
                        <a:pt x="40766" y="10299"/>
                      </a:cubicBezTo>
                      <a:cubicBezTo>
                        <a:pt x="40766" y="23732"/>
                        <a:pt x="29572" y="34927"/>
                        <a:pt x="16138" y="34927"/>
                      </a:cubicBezTo>
                      <a:cubicBezTo>
                        <a:pt x="11661" y="34927"/>
                        <a:pt x="7630" y="33584"/>
                        <a:pt x="3600" y="31793"/>
                      </a:cubicBezTo>
                      <a:cubicBezTo>
                        <a:pt x="2705" y="31345"/>
                        <a:pt x="1361" y="31345"/>
                        <a:pt x="466" y="32688"/>
                      </a:cubicBezTo>
                      <a:cubicBezTo>
                        <a:pt x="-430" y="34031"/>
                        <a:pt x="18" y="34927"/>
                        <a:pt x="1361" y="35823"/>
                      </a:cubicBezTo>
                      <a:cubicBezTo>
                        <a:pt x="5839" y="38509"/>
                        <a:pt x="10765" y="39853"/>
                        <a:pt x="16138" y="39853"/>
                      </a:cubicBezTo>
                      <a:cubicBezTo>
                        <a:pt x="32258" y="39853"/>
                        <a:pt x="45244" y="26867"/>
                        <a:pt x="45244" y="10747"/>
                      </a:cubicBezTo>
                      <a:cubicBezTo>
                        <a:pt x="45244" y="9851"/>
                        <a:pt x="45244" y="8508"/>
                        <a:pt x="44797" y="7612"/>
                      </a:cubicBezTo>
                      <a:lnTo>
                        <a:pt x="48826" y="10747"/>
                      </a:lnTo>
                      <a:cubicBezTo>
                        <a:pt x="49274" y="11195"/>
                        <a:pt x="49722" y="11195"/>
                        <a:pt x="50170" y="11195"/>
                      </a:cubicBezTo>
                      <a:cubicBezTo>
                        <a:pt x="51065" y="11195"/>
                        <a:pt x="51513" y="10747"/>
                        <a:pt x="51961" y="10299"/>
                      </a:cubicBezTo>
                      <a:cubicBezTo>
                        <a:pt x="53304" y="9403"/>
                        <a:pt x="53304" y="7612"/>
                        <a:pt x="51961" y="716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04" name="Group 4100">
                <a:extLst>
                  <a:ext uri="{FF2B5EF4-FFF2-40B4-BE49-F238E27FC236}">
                    <a16:creationId xmlns:a16="http://schemas.microsoft.com/office/drawing/2014/main" id="{0F381D63-96C8-9B7B-45E6-53F31DDD59DD}"/>
                  </a:ext>
                  <a:ext uri="{C183D7F6-B498-43B3-948B-1728B52AA6E4}">
                    <adec:decorative xmlns:adec="http://schemas.microsoft.com/office/drawing/2017/decorative" val="1"/>
                  </a:ext>
                </a:extLst>
              </p:cNvPr>
              <p:cNvGrpSpPr>
                <a:grpSpLocks noChangeAspect="1"/>
              </p:cNvGrpSpPr>
              <p:nvPr/>
            </p:nvGrpSpPr>
            <p:grpSpPr>
              <a:xfrm>
                <a:off x="811787" y="2753229"/>
                <a:ext cx="138812" cy="100304"/>
                <a:chOff x="852541" y="2017790"/>
                <a:chExt cx="138812" cy="100304"/>
              </a:xfrm>
            </p:grpSpPr>
            <p:sp>
              <p:nvSpPr>
                <p:cNvPr id="205" name="Freeform: Shape 4101">
                  <a:extLst>
                    <a:ext uri="{FF2B5EF4-FFF2-40B4-BE49-F238E27FC236}">
                      <a16:creationId xmlns:a16="http://schemas.microsoft.com/office/drawing/2014/main" id="{32726ECC-F946-ACBA-E400-3CFB2F85FDB8}"/>
                    </a:ext>
                  </a:extLst>
                </p:cNvPr>
                <p:cNvSpPr/>
                <p:nvPr/>
              </p:nvSpPr>
              <p:spPr>
                <a:xfrm>
                  <a:off x="852541" y="2017790"/>
                  <a:ext cx="138812" cy="94034"/>
                </a:xfrm>
                <a:custGeom>
                  <a:avLst/>
                  <a:gdLst>
                    <a:gd name="connsiteX0" fmla="*/ 69406 w 138812"/>
                    <a:gd name="connsiteY0" fmla="*/ 95825 h 94034"/>
                    <a:gd name="connsiteX1" fmla="*/ 29106 w 138812"/>
                    <a:gd name="connsiteY1" fmla="*/ 95825 h 94034"/>
                    <a:gd name="connsiteX2" fmla="*/ 0 w 138812"/>
                    <a:gd name="connsiteY2" fmla="*/ 66719 h 94034"/>
                    <a:gd name="connsiteX3" fmla="*/ 13433 w 138812"/>
                    <a:gd name="connsiteY3" fmla="*/ 42091 h 94034"/>
                    <a:gd name="connsiteX4" fmla="*/ 55973 w 138812"/>
                    <a:gd name="connsiteY4" fmla="*/ 0 h 94034"/>
                    <a:gd name="connsiteX5" fmla="*/ 94930 w 138812"/>
                    <a:gd name="connsiteY5" fmla="*/ 25076 h 94034"/>
                    <a:gd name="connsiteX6" fmla="*/ 102990 w 138812"/>
                    <a:gd name="connsiteY6" fmla="*/ 24180 h 94034"/>
                    <a:gd name="connsiteX7" fmla="*/ 138812 w 138812"/>
                    <a:gd name="connsiteY7" fmla="*/ 60003 h 94034"/>
                    <a:gd name="connsiteX8" fmla="*/ 136573 w 138812"/>
                    <a:gd name="connsiteY8" fmla="*/ 62242 h 94034"/>
                    <a:gd name="connsiteX9" fmla="*/ 134335 w 138812"/>
                    <a:gd name="connsiteY9" fmla="*/ 60003 h 94034"/>
                    <a:gd name="connsiteX10" fmla="*/ 102990 w 138812"/>
                    <a:gd name="connsiteY10" fmla="*/ 28658 h 94034"/>
                    <a:gd name="connsiteX11" fmla="*/ 94034 w 138812"/>
                    <a:gd name="connsiteY11" fmla="*/ 30001 h 94034"/>
                    <a:gd name="connsiteX12" fmla="*/ 91347 w 138812"/>
                    <a:gd name="connsiteY12" fmla="*/ 28658 h 94034"/>
                    <a:gd name="connsiteX13" fmla="*/ 55973 w 138812"/>
                    <a:gd name="connsiteY13" fmla="*/ 4478 h 94034"/>
                    <a:gd name="connsiteX14" fmla="*/ 17911 w 138812"/>
                    <a:gd name="connsiteY14" fmla="*/ 42539 h 94034"/>
                    <a:gd name="connsiteX15" fmla="*/ 17911 w 138812"/>
                    <a:gd name="connsiteY15" fmla="*/ 43435 h 94034"/>
                    <a:gd name="connsiteX16" fmla="*/ 17016 w 138812"/>
                    <a:gd name="connsiteY16" fmla="*/ 45226 h 94034"/>
                    <a:gd name="connsiteX17" fmla="*/ 4478 w 138812"/>
                    <a:gd name="connsiteY17" fmla="*/ 66719 h 94034"/>
                    <a:gd name="connsiteX18" fmla="*/ 29106 w 138812"/>
                    <a:gd name="connsiteY18" fmla="*/ 91347 h 94034"/>
                    <a:gd name="connsiteX19" fmla="*/ 69406 w 138812"/>
                    <a:gd name="connsiteY19" fmla="*/ 91347 h 94034"/>
                    <a:gd name="connsiteX20" fmla="*/ 71645 w 138812"/>
                    <a:gd name="connsiteY20" fmla="*/ 93586 h 94034"/>
                    <a:gd name="connsiteX21" fmla="*/ 69406 w 138812"/>
                    <a:gd name="connsiteY21" fmla="*/ 9582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8812" h="94034">
                      <a:moveTo>
                        <a:pt x="69406" y="95825"/>
                      </a:moveTo>
                      <a:lnTo>
                        <a:pt x="29106" y="95825"/>
                      </a:lnTo>
                      <a:cubicBezTo>
                        <a:pt x="12986" y="95825"/>
                        <a:pt x="0" y="82840"/>
                        <a:pt x="0" y="66719"/>
                      </a:cubicBezTo>
                      <a:cubicBezTo>
                        <a:pt x="0" y="56868"/>
                        <a:pt x="4926" y="47465"/>
                        <a:pt x="13433" y="42091"/>
                      </a:cubicBezTo>
                      <a:cubicBezTo>
                        <a:pt x="13433" y="18807"/>
                        <a:pt x="32688" y="0"/>
                        <a:pt x="55973" y="0"/>
                      </a:cubicBezTo>
                      <a:cubicBezTo>
                        <a:pt x="72541" y="0"/>
                        <a:pt x="88213" y="9851"/>
                        <a:pt x="94930" y="25076"/>
                      </a:cubicBezTo>
                      <a:cubicBezTo>
                        <a:pt x="97616" y="24628"/>
                        <a:pt x="100303" y="24180"/>
                        <a:pt x="102990" y="24180"/>
                      </a:cubicBezTo>
                      <a:cubicBezTo>
                        <a:pt x="122692" y="24180"/>
                        <a:pt x="138812" y="40300"/>
                        <a:pt x="138812" y="60003"/>
                      </a:cubicBezTo>
                      <a:cubicBezTo>
                        <a:pt x="138812" y="61346"/>
                        <a:pt x="137917" y="62242"/>
                        <a:pt x="136573" y="62242"/>
                      </a:cubicBezTo>
                      <a:cubicBezTo>
                        <a:pt x="135230" y="62242"/>
                        <a:pt x="134335" y="60898"/>
                        <a:pt x="134335" y="60003"/>
                      </a:cubicBezTo>
                      <a:cubicBezTo>
                        <a:pt x="134335" y="42539"/>
                        <a:pt x="120453" y="28658"/>
                        <a:pt x="102990" y="28658"/>
                      </a:cubicBezTo>
                      <a:cubicBezTo>
                        <a:pt x="99855" y="28658"/>
                        <a:pt x="97169" y="29106"/>
                        <a:pt x="94034" y="30001"/>
                      </a:cubicBezTo>
                      <a:cubicBezTo>
                        <a:pt x="93139" y="30449"/>
                        <a:pt x="91795" y="29554"/>
                        <a:pt x="91347" y="28658"/>
                      </a:cubicBezTo>
                      <a:cubicBezTo>
                        <a:pt x="85526" y="14329"/>
                        <a:pt x="71645" y="4478"/>
                        <a:pt x="55973" y="4478"/>
                      </a:cubicBezTo>
                      <a:cubicBezTo>
                        <a:pt x="34927" y="4478"/>
                        <a:pt x="17911" y="21493"/>
                        <a:pt x="17911" y="42539"/>
                      </a:cubicBezTo>
                      <a:lnTo>
                        <a:pt x="17911" y="43435"/>
                      </a:lnTo>
                      <a:cubicBezTo>
                        <a:pt x="17911" y="44330"/>
                        <a:pt x="17463" y="44778"/>
                        <a:pt x="17016" y="45226"/>
                      </a:cubicBezTo>
                      <a:cubicBezTo>
                        <a:pt x="9403" y="49704"/>
                        <a:pt x="4478" y="57764"/>
                        <a:pt x="4478" y="66719"/>
                      </a:cubicBezTo>
                      <a:cubicBezTo>
                        <a:pt x="4478" y="80153"/>
                        <a:pt x="15672" y="91347"/>
                        <a:pt x="29106" y="91347"/>
                      </a:cubicBezTo>
                      <a:lnTo>
                        <a:pt x="69406" y="91347"/>
                      </a:lnTo>
                      <a:cubicBezTo>
                        <a:pt x="70750" y="91347"/>
                        <a:pt x="71645" y="92243"/>
                        <a:pt x="71645" y="93586"/>
                      </a:cubicBezTo>
                      <a:cubicBezTo>
                        <a:pt x="71645" y="94930"/>
                        <a:pt x="70750" y="95825"/>
                        <a:pt x="69406" y="958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06" name="Freeform: Shape 4102">
                  <a:extLst>
                    <a:ext uri="{FF2B5EF4-FFF2-40B4-BE49-F238E27FC236}">
                      <a16:creationId xmlns:a16="http://schemas.microsoft.com/office/drawing/2014/main" id="{49398042-D614-8769-0535-7868B8AAB2C9}"/>
                    </a:ext>
                  </a:extLst>
                </p:cNvPr>
                <p:cNvSpPr/>
                <p:nvPr/>
              </p:nvSpPr>
              <p:spPr>
                <a:xfrm>
                  <a:off x="933142" y="2068838"/>
                  <a:ext cx="49256" cy="49256"/>
                </a:xfrm>
                <a:custGeom>
                  <a:avLst/>
                  <a:gdLst>
                    <a:gd name="connsiteX0" fmla="*/ 50599 w 49255"/>
                    <a:gd name="connsiteY0" fmla="*/ 47465 h 49255"/>
                    <a:gd name="connsiteX1" fmla="*/ 38957 w 49255"/>
                    <a:gd name="connsiteY1" fmla="*/ 37166 h 49255"/>
                    <a:gd name="connsiteX2" fmla="*/ 44778 w 49255"/>
                    <a:gd name="connsiteY2" fmla="*/ 22389 h 49255"/>
                    <a:gd name="connsiteX3" fmla="*/ 22389 w 49255"/>
                    <a:gd name="connsiteY3" fmla="*/ 0 h 49255"/>
                    <a:gd name="connsiteX4" fmla="*/ 0 w 49255"/>
                    <a:gd name="connsiteY4" fmla="*/ 22389 h 49255"/>
                    <a:gd name="connsiteX5" fmla="*/ 22389 w 49255"/>
                    <a:gd name="connsiteY5" fmla="*/ 44778 h 49255"/>
                    <a:gd name="connsiteX6" fmla="*/ 35823 w 49255"/>
                    <a:gd name="connsiteY6" fmla="*/ 40300 h 49255"/>
                    <a:gd name="connsiteX7" fmla="*/ 47913 w 49255"/>
                    <a:gd name="connsiteY7" fmla="*/ 51047 h 49255"/>
                    <a:gd name="connsiteX8" fmla="*/ 50599 w 49255"/>
                    <a:gd name="connsiteY8" fmla="*/ 47465 h 49255"/>
                    <a:gd name="connsiteX9" fmla="*/ 4478 w 49255"/>
                    <a:gd name="connsiteY9" fmla="*/ 22389 h 49255"/>
                    <a:gd name="connsiteX10" fmla="*/ 22389 w 49255"/>
                    <a:gd name="connsiteY10" fmla="*/ 4478 h 49255"/>
                    <a:gd name="connsiteX11" fmla="*/ 40300 w 49255"/>
                    <a:gd name="connsiteY11" fmla="*/ 22389 h 49255"/>
                    <a:gd name="connsiteX12" fmla="*/ 22389 w 49255"/>
                    <a:gd name="connsiteY12" fmla="*/ 40300 h 49255"/>
                    <a:gd name="connsiteX13" fmla="*/ 4478 w 49255"/>
                    <a:gd name="connsiteY13" fmla="*/ 22389 h 4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49255">
                      <a:moveTo>
                        <a:pt x="50599" y="47465"/>
                      </a:moveTo>
                      <a:lnTo>
                        <a:pt x="38957" y="37166"/>
                      </a:lnTo>
                      <a:cubicBezTo>
                        <a:pt x="42539" y="33136"/>
                        <a:pt x="44778" y="28210"/>
                        <a:pt x="44778" y="22389"/>
                      </a:cubicBezTo>
                      <a:cubicBezTo>
                        <a:pt x="44778" y="9851"/>
                        <a:pt x="34927" y="0"/>
                        <a:pt x="22389" y="0"/>
                      </a:cubicBezTo>
                      <a:cubicBezTo>
                        <a:pt x="9851" y="0"/>
                        <a:pt x="0" y="9851"/>
                        <a:pt x="0" y="22389"/>
                      </a:cubicBezTo>
                      <a:cubicBezTo>
                        <a:pt x="0" y="34927"/>
                        <a:pt x="9851" y="44778"/>
                        <a:pt x="22389" y="44778"/>
                      </a:cubicBezTo>
                      <a:cubicBezTo>
                        <a:pt x="27315" y="44778"/>
                        <a:pt x="31793" y="42987"/>
                        <a:pt x="35823" y="40300"/>
                      </a:cubicBezTo>
                      <a:lnTo>
                        <a:pt x="47913" y="51047"/>
                      </a:lnTo>
                      <a:lnTo>
                        <a:pt x="50599" y="47465"/>
                      </a:lnTo>
                      <a:close/>
                      <a:moveTo>
                        <a:pt x="4478" y="22389"/>
                      </a:moveTo>
                      <a:cubicBezTo>
                        <a:pt x="4478" y="12538"/>
                        <a:pt x="12538" y="4478"/>
                        <a:pt x="22389" y="4478"/>
                      </a:cubicBezTo>
                      <a:cubicBezTo>
                        <a:pt x="32240" y="4478"/>
                        <a:pt x="40300" y="12538"/>
                        <a:pt x="40300" y="22389"/>
                      </a:cubicBezTo>
                      <a:cubicBezTo>
                        <a:pt x="40300" y="32240"/>
                        <a:pt x="32240" y="40300"/>
                        <a:pt x="22389" y="40300"/>
                      </a:cubicBezTo>
                      <a:cubicBezTo>
                        <a:pt x="12538" y="40300"/>
                        <a:pt x="4478" y="32240"/>
                        <a:pt x="4478" y="2238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207" name="Freeform: Shape 4103">
                <a:extLst>
                  <a:ext uri="{FF2B5EF4-FFF2-40B4-BE49-F238E27FC236}">
                    <a16:creationId xmlns:a16="http://schemas.microsoft.com/office/drawing/2014/main" id="{B9B39C19-D67E-10B8-7FB2-D376FAD978CA}"/>
                  </a:ext>
                  <a:ext uri="{C183D7F6-B498-43B3-948B-1728B52AA6E4}">
                    <adec:decorative xmlns:adec="http://schemas.microsoft.com/office/drawing/2017/decorative" val="1"/>
                  </a:ext>
                </a:extLst>
              </p:cNvPr>
              <p:cNvSpPr>
                <a:spLocks noChangeAspect="1"/>
              </p:cNvSpPr>
              <p:nvPr/>
            </p:nvSpPr>
            <p:spPr>
              <a:xfrm>
                <a:off x="1341513" y="2753229"/>
                <a:ext cx="138812" cy="94034"/>
              </a:xfrm>
              <a:custGeom>
                <a:avLst/>
                <a:gdLst>
                  <a:gd name="connsiteX0" fmla="*/ 102990 w 138812"/>
                  <a:gd name="connsiteY0" fmla="*/ 95825 h 94034"/>
                  <a:gd name="connsiteX1" fmla="*/ 96273 w 138812"/>
                  <a:gd name="connsiteY1" fmla="*/ 95825 h 94034"/>
                  <a:gd name="connsiteX2" fmla="*/ 94034 w 138812"/>
                  <a:gd name="connsiteY2" fmla="*/ 93586 h 94034"/>
                  <a:gd name="connsiteX3" fmla="*/ 96273 w 138812"/>
                  <a:gd name="connsiteY3" fmla="*/ 91347 h 94034"/>
                  <a:gd name="connsiteX4" fmla="*/ 102990 w 138812"/>
                  <a:gd name="connsiteY4" fmla="*/ 91347 h 94034"/>
                  <a:gd name="connsiteX5" fmla="*/ 134335 w 138812"/>
                  <a:gd name="connsiteY5" fmla="*/ 60003 h 94034"/>
                  <a:gd name="connsiteX6" fmla="*/ 102990 w 138812"/>
                  <a:gd name="connsiteY6" fmla="*/ 28658 h 94034"/>
                  <a:gd name="connsiteX7" fmla="*/ 94034 w 138812"/>
                  <a:gd name="connsiteY7" fmla="*/ 30001 h 94034"/>
                  <a:gd name="connsiteX8" fmla="*/ 91347 w 138812"/>
                  <a:gd name="connsiteY8" fmla="*/ 28658 h 94034"/>
                  <a:gd name="connsiteX9" fmla="*/ 55973 w 138812"/>
                  <a:gd name="connsiteY9" fmla="*/ 4478 h 94034"/>
                  <a:gd name="connsiteX10" fmla="*/ 17911 w 138812"/>
                  <a:gd name="connsiteY10" fmla="*/ 42539 h 94034"/>
                  <a:gd name="connsiteX11" fmla="*/ 17911 w 138812"/>
                  <a:gd name="connsiteY11" fmla="*/ 43435 h 94034"/>
                  <a:gd name="connsiteX12" fmla="*/ 17016 w 138812"/>
                  <a:gd name="connsiteY12" fmla="*/ 45226 h 94034"/>
                  <a:gd name="connsiteX13" fmla="*/ 4478 w 138812"/>
                  <a:gd name="connsiteY13" fmla="*/ 66719 h 94034"/>
                  <a:gd name="connsiteX14" fmla="*/ 29106 w 138812"/>
                  <a:gd name="connsiteY14" fmla="*/ 91347 h 94034"/>
                  <a:gd name="connsiteX15" fmla="*/ 55973 w 138812"/>
                  <a:gd name="connsiteY15" fmla="*/ 91347 h 94034"/>
                  <a:gd name="connsiteX16" fmla="*/ 58212 w 138812"/>
                  <a:gd name="connsiteY16" fmla="*/ 93586 h 94034"/>
                  <a:gd name="connsiteX17" fmla="*/ 55973 w 138812"/>
                  <a:gd name="connsiteY17" fmla="*/ 95825 h 94034"/>
                  <a:gd name="connsiteX18" fmla="*/ 29106 w 138812"/>
                  <a:gd name="connsiteY18" fmla="*/ 95825 h 94034"/>
                  <a:gd name="connsiteX19" fmla="*/ 0 w 138812"/>
                  <a:gd name="connsiteY19" fmla="*/ 66719 h 94034"/>
                  <a:gd name="connsiteX20" fmla="*/ 13433 w 138812"/>
                  <a:gd name="connsiteY20" fmla="*/ 42091 h 94034"/>
                  <a:gd name="connsiteX21" fmla="*/ 55973 w 138812"/>
                  <a:gd name="connsiteY21" fmla="*/ 0 h 94034"/>
                  <a:gd name="connsiteX22" fmla="*/ 94930 w 138812"/>
                  <a:gd name="connsiteY22" fmla="*/ 25076 h 94034"/>
                  <a:gd name="connsiteX23" fmla="*/ 102990 w 138812"/>
                  <a:gd name="connsiteY23" fmla="*/ 24180 h 94034"/>
                  <a:gd name="connsiteX24" fmla="*/ 138812 w 138812"/>
                  <a:gd name="connsiteY24" fmla="*/ 60003 h 94034"/>
                  <a:gd name="connsiteX25" fmla="*/ 102990 w 138812"/>
                  <a:gd name="connsiteY25" fmla="*/ 9582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8812" h="94034">
                    <a:moveTo>
                      <a:pt x="102990" y="95825"/>
                    </a:moveTo>
                    <a:lnTo>
                      <a:pt x="96273" y="95825"/>
                    </a:lnTo>
                    <a:cubicBezTo>
                      <a:pt x="94930" y="95825"/>
                      <a:pt x="94034" y="94930"/>
                      <a:pt x="94034" y="93586"/>
                    </a:cubicBezTo>
                    <a:cubicBezTo>
                      <a:pt x="94034" y="92243"/>
                      <a:pt x="94930" y="91347"/>
                      <a:pt x="96273" y="91347"/>
                    </a:cubicBezTo>
                    <a:lnTo>
                      <a:pt x="102990" y="91347"/>
                    </a:lnTo>
                    <a:cubicBezTo>
                      <a:pt x="120453" y="91347"/>
                      <a:pt x="134335" y="77466"/>
                      <a:pt x="134335" y="60003"/>
                    </a:cubicBezTo>
                    <a:cubicBezTo>
                      <a:pt x="134335" y="42539"/>
                      <a:pt x="120453" y="28658"/>
                      <a:pt x="102990" y="28658"/>
                    </a:cubicBezTo>
                    <a:cubicBezTo>
                      <a:pt x="99855" y="28658"/>
                      <a:pt x="97169" y="29106"/>
                      <a:pt x="94034" y="30001"/>
                    </a:cubicBezTo>
                    <a:cubicBezTo>
                      <a:pt x="93139" y="30449"/>
                      <a:pt x="91795" y="29554"/>
                      <a:pt x="91347" y="28658"/>
                    </a:cubicBezTo>
                    <a:cubicBezTo>
                      <a:pt x="85526" y="14329"/>
                      <a:pt x="71645" y="4478"/>
                      <a:pt x="55973" y="4478"/>
                    </a:cubicBezTo>
                    <a:cubicBezTo>
                      <a:pt x="34927" y="4478"/>
                      <a:pt x="17911" y="21493"/>
                      <a:pt x="17911" y="42539"/>
                    </a:cubicBezTo>
                    <a:lnTo>
                      <a:pt x="17911" y="43435"/>
                    </a:lnTo>
                    <a:cubicBezTo>
                      <a:pt x="17911" y="44330"/>
                      <a:pt x="17463" y="44778"/>
                      <a:pt x="17016" y="45226"/>
                    </a:cubicBezTo>
                    <a:cubicBezTo>
                      <a:pt x="9403" y="49704"/>
                      <a:pt x="4478" y="57764"/>
                      <a:pt x="4478" y="66719"/>
                    </a:cubicBezTo>
                    <a:cubicBezTo>
                      <a:pt x="4478" y="80153"/>
                      <a:pt x="15672" y="91347"/>
                      <a:pt x="29106" y="91347"/>
                    </a:cubicBezTo>
                    <a:lnTo>
                      <a:pt x="55973" y="91347"/>
                    </a:lnTo>
                    <a:cubicBezTo>
                      <a:pt x="57316" y="91347"/>
                      <a:pt x="58212" y="92243"/>
                      <a:pt x="58212" y="93586"/>
                    </a:cubicBezTo>
                    <a:cubicBezTo>
                      <a:pt x="58212" y="94930"/>
                      <a:pt x="57316" y="95825"/>
                      <a:pt x="55973" y="95825"/>
                    </a:cubicBezTo>
                    <a:lnTo>
                      <a:pt x="29106" y="95825"/>
                    </a:lnTo>
                    <a:cubicBezTo>
                      <a:pt x="12986" y="95825"/>
                      <a:pt x="0" y="82840"/>
                      <a:pt x="0" y="66719"/>
                    </a:cubicBezTo>
                    <a:cubicBezTo>
                      <a:pt x="0" y="56868"/>
                      <a:pt x="4926" y="47465"/>
                      <a:pt x="13433" y="42091"/>
                    </a:cubicBezTo>
                    <a:cubicBezTo>
                      <a:pt x="13433" y="18807"/>
                      <a:pt x="32688" y="0"/>
                      <a:pt x="55973" y="0"/>
                    </a:cubicBezTo>
                    <a:cubicBezTo>
                      <a:pt x="72541" y="0"/>
                      <a:pt x="88213" y="9851"/>
                      <a:pt x="94930" y="25076"/>
                    </a:cubicBezTo>
                    <a:cubicBezTo>
                      <a:pt x="97616" y="24628"/>
                      <a:pt x="100303" y="24180"/>
                      <a:pt x="102990" y="24180"/>
                    </a:cubicBezTo>
                    <a:cubicBezTo>
                      <a:pt x="122692" y="24180"/>
                      <a:pt x="138812" y="40300"/>
                      <a:pt x="138812" y="60003"/>
                    </a:cubicBezTo>
                    <a:cubicBezTo>
                      <a:pt x="138812" y="79705"/>
                      <a:pt x="122692" y="95825"/>
                      <a:pt x="102990" y="958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208" name="Group 4104">
                <a:extLst>
                  <a:ext uri="{FF2B5EF4-FFF2-40B4-BE49-F238E27FC236}">
                    <a16:creationId xmlns:a16="http://schemas.microsoft.com/office/drawing/2014/main" id="{82845651-71E9-793A-6B5B-3F27EA1D2E27}"/>
                  </a:ext>
                  <a:ext uri="{C183D7F6-B498-43B3-948B-1728B52AA6E4}">
                    <adec:decorative xmlns:adec="http://schemas.microsoft.com/office/drawing/2017/decorative" val="1"/>
                  </a:ext>
                </a:extLst>
              </p:cNvPr>
              <p:cNvGrpSpPr>
                <a:grpSpLocks noChangeAspect="1"/>
              </p:cNvGrpSpPr>
              <p:nvPr/>
            </p:nvGrpSpPr>
            <p:grpSpPr>
              <a:xfrm>
                <a:off x="1601226" y="2753229"/>
                <a:ext cx="134335" cy="109259"/>
                <a:chOff x="1641980" y="2017790"/>
                <a:chExt cx="134335" cy="109259"/>
              </a:xfrm>
            </p:grpSpPr>
            <p:sp>
              <p:nvSpPr>
                <p:cNvPr id="209" name="Freeform: Shape 4105">
                  <a:extLst>
                    <a:ext uri="{FF2B5EF4-FFF2-40B4-BE49-F238E27FC236}">
                      <a16:creationId xmlns:a16="http://schemas.microsoft.com/office/drawing/2014/main" id="{6D90C654-B03D-87FC-E3A2-9C4165AFA422}"/>
                    </a:ext>
                  </a:extLst>
                </p:cNvPr>
                <p:cNvSpPr/>
                <p:nvPr/>
              </p:nvSpPr>
              <p:spPr>
                <a:xfrm>
                  <a:off x="1641980" y="2017790"/>
                  <a:ext cx="134335" cy="94034"/>
                </a:xfrm>
                <a:custGeom>
                  <a:avLst/>
                  <a:gdLst>
                    <a:gd name="connsiteX0" fmla="*/ 46122 w 134334"/>
                    <a:gd name="connsiteY0" fmla="*/ 95825 h 94034"/>
                    <a:gd name="connsiteX1" fmla="*/ 46122 w 134334"/>
                    <a:gd name="connsiteY1" fmla="*/ 95825 h 94034"/>
                    <a:gd name="connsiteX2" fmla="*/ 29106 w 134334"/>
                    <a:gd name="connsiteY2" fmla="*/ 95825 h 94034"/>
                    <a:gd name="connsiteX3" fmla="*/ 0 w 134334"/>
                    <a:gd name="connsiteY3" fmla="*/ 66719 h 94034"/>
                    <a:gd name="connsiteX4" fmla="*/ 13433 w 134334"/>
                    <a:gd name="connsiteY4" fmla="*/ 42091 h 94034"/>
                    <a:gd name="connsiteX5" fmla="*/ 55973 w 134334"/>
                    <a:gd name="connsiteY5" fmla="*/ 0 h 94034"/>
                    <a:gd name="connsiteX6" fmla="*/ 94930 w 134334"/>
                    <a:gd name="connsiteY6" fmla="*/ 25076 h 94034"/>
                    <a:gd name="connsiteX7" fmla="*/ 102990 w 134334"/>
                    <a:gd name="connsiteY7" fmla="*/ 24180 h 94034"/>
                    <a:gd name="connsiteX8" fmla="*/ 138812 w 134334"/>
                    <a:gd name="connsiteY8" fmla="*/ 60003 h 94034"/>
                    <a:gd name="connsiteX9" fmla="*/ 114184 w 134334"/>
                    <a:gd name="connsiteY9" fmla="*/ 94034 h 94034"/>
                    <a:gd name="connsiteX10" fmla="*/ 111498 w 134334"/>
                    <a:gd name="connsiteY10" fmla="*/ 92691 h 94034"/>
                    <a:gd name="connsiteX11" fmla="*/ 112841 w 134334"/>
                    <a:gd name="connsiteY11" fmla="*/ 90004 h 94034"/>
                    <a:gd name="connsiteX12" fmla="*/ 134334 w 134334"/>
                    <a:gd name="connsiteY12" fmla="*/ 60003 h 94034"/>
                    <a:gd name="connsiteX13" fmla="*/ 102990 w 134334"/>
                    <a:gd name="connsiteY13" fmla="*/ 28658 h 94034"/>
                    <a:gd name="connsiteX14" fmla="*/ 94034 w 134334"/>
                    <a:gd name="connsiteY14" fmla="*/ 30001 h 94034"/>
                    <a:gd name="connsiteX15" fmla="*/ 91348 w 134334"/>
                    <a:gd name="connsiteY15" fmla="*/ 28658 h 94034"/>
                    <a:gd name="connsiteX16" fmla="*/ 55973 w 134334"/>
                    <a:gd name="connsiteY16" fmla="*/ 4478 h 94034"/>
                    <a:gd name="connsiteX17" fmla="*/ 17911 w 134334"/>
                    <a:gd name="connsiteY17" fmla="*/ 42539 h 94034"/>
                    <a:gd name="connsiteX18" fmla="*/ 17911 w 134334"/>
                    <a:gd name="connsiteY18" fmla="*/ 43435 h 94034"/>
                    <a:gd name="connsiteX19" fmla="*/ 17016 w 134334"/>
                    <a:gd name="connsiteY19" fmla="*/ 45226 h 94034"/>
                    <a:gd name="connsiteX20" fmla="*/ 4478 w 134334"/>
                    <a:gd name="connsiteY20" fmla="*/ 66719 h 94034"/>
                    <a:gd name="connsiteX21" fmla="*/ 29106 w 134334"/>
                    <a:gd name="connsiteY21" fmla="*/ 91347 h 94034"/>
                    <a:gd name="connsiteX22" fmla="*/ 46122 w 134334"/>
                    <a:gd name="connsiteY22" fmla="*/ 91347 h 94034"/>
                    <a:gd name="connsiteX23" fmla="*/ 48360 w 134334"/>
                    <a:gd name="connsiteY23" fmla="*/ 93586 h 94034"/>
                    <a:gd name="connsiteX24" fmla="*/ 46122 w 134334"/>
                    <a:gd name="connsiteY24" fmla="*/ 9582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334" h="94034">
                      <a:moveTo>
                        <a:pt x="46122" y="95825"/>
                      </a:moveTo>
                      <a:cubicBezTo>
                        <a:pt x="46122" y="95825"/>
                        <a:pt x="46122" y="95825"/>
                        <a:pt x="46122" y="95825"/>
                      </a:cubicBezTo>
                      <a:lnTo>
                        <a:pt x="29106" y="95825"/>
                      </a:lnTo>
                      <a:cubicBezTo>
                        <a:pt x="12986" y="95825"/>
                        <a:pt x="0" y="82840"/>
                        <a:pt x="0" y="66719"/>
                      </a:cubicBezTo>
                      <a:cubicBezTo>
                        <a:pt x="0" y="56868"/>
                        <a:pt x="4926" y="47465"/>
                        <a:pt x="13433" y="42091"/>
                      </a:cubicBezTo>
                      <a:cubicBezTo>
                        <a:pt x="13433" y="18807"/>
                        <a:pt x="32688" y="0"/>
                        <a:pt x="55973" y="0"/>
                      </a:cubicBezTo>
                      <a:cubicBezTo>
                        <a:pt x="72541" y="0"/>
                        <a:pt x="88213" y="9851"/>
                        <a:pt x="94930" y="25076"/>
                      </a:cubicBezTo>
                      <a:cubicBezTo>
                        <a:pt x="97616" y="24628"/>
                        <a:pt x="100303" y="24180"/>
                        <a:pt x="102990" y="24180"/>
                      </a:cubicBezTo>
                      <a:cubicBezTo>
                        <a:pt x="122692" y="24180"/>
                        <a:pt x="138812" y="40300"/>
                        <a:pt x="138812" y="60003"/>
                      </a:cubicBezTo>
                      <a:cubicBezTo>
                        <a:pt x="138812" y="75675"/>
                        <a:pt x="128961" y="89109"/>
                        <a:pt x="114184" y="94034"/>
                      </a:cubicBezTo>
                      <a:cubicBezTo>
                        <a:pt x="112841" y="94482"/>
                        <a:pt x="111945" y="93586"/>
                        <a:pt x="111498" y="92691"/>
                      </a:cubicBezTo>
                      <a:cubicBezTo>
                        <a:pt x="111050" y="91795"/>
                        <a:pt x="111945" y="90452"/>
                        <a:pt x="112841" y="90004"/>
                      </a:cubicBezTo>
                      <a:cubicBezTo>
                        <a:pt x="125827" y="85974"/>
                        <a:pt x="134334" y="73884"/>
                        <a:pt x="134334" y="60003"/>
                      </a:cubicBezTo>
                      <a:cubicBezTo>
                        <a:pt x="134334" y="42539"/>
                        <a:pt x="120453" y="28658"/>
                        <a:pt x="102990" y="28658"/>
                      </a:cubicBezTo>
                      <a:cubicBezTo>
                        <a:pt x="99855" y="28658"/>
                        <a:pt x="97169" y="29106"/>
                        <a:pt x="94034" y="30001"/>
                      </a:cubicBezTo>
                      <a:cubicBezTo>
                        <a:pt x="93139" y="30449"/>
                        <a:pt x="91795" y="29554"/>
                        <a:pt x="91348" y="28658"/>
                      </a:cubicBezTo>
                      <a:cubicBezTo>
                        <a:pt x="85526" y="14329"/>
                        <a:pt x="71645" y="4478"/>
                        <a:pt x="55973" y="4478"/>
                      </a:cubicBezTo>
                      <a:cubicBezTo>
                        <a:pt x="34927" y="4478"/>
                        <a:pt x="17911" y="21493"/>
                        <a:pt x="17911" y="42539"/>
                      </a:cubicBezTo>
                      <a:lnTo>
                        <a:pt x="17911" y="43435"/>
                      </a:lnTo>
                      <a:cubicBezTo>
                        <a:pt x="17911" y="44330"/>
                        <a:pt x="17463" y="44778"/>
                        <a:pt x="17016" y="45226"/>
                      </a:cubicBezTo>
                      <a:cubicBezTo>
                        <a:pt x="9403" y="49704"/>
                        <a:pt x="4478" y="57764"/>
                        <a:pt x="4478" y="66719"/>
                      </a:cubicBezTo>
                      <a:cubicBezTo>
                        <a:pt x="4478" y="80153"/>
                        <a:pt x="15672" y="91347"/>
                        <a:pt x="29106" y="91347"/>
                      </a:cubicBezTo>
                      <a:lnTo>
                        <a:pt x="46122" y="91347"/>
                      </a:lnTo>
                      <a:cubicBezTo>
                        <a:pt x="47465" y="91347"/>
                        <a:pt x="48360" y="92243"/>
                        <a:pt x="48360" y="93586"/>
                      </a:cubicBezTo>
                      <a:cubicBezTo>
                        <a:pt x="48360" y="94482"/>
                        <a:pt x="47465" y="95825"/>
                        <a:pt x="46122" y="958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0" name="Freeform: Shape 4106">
                  <a:extLst>
                    <a:ext uri="{FF2B5EF4-FFF2-40B4-BE49-F238E27FC236}">
                      <a16:creationId xmlns:a16="http://schemas.microsoft.com/office/drawing/2014/main" id="{43AF9B2F-4EC2-E3A4-0A1A-92CBA09660B9}"/>
                    </a:ext>
                  </a:extLst>
                </p:cNvPr>
                <p:cNvSpPr/>
                <p:nvPr/>
              </p:nvSpPr>
              <p:spPr>
                <a:xfrm>
                  <a:off x="1699968" y="2081823"/>
                  <a:ext cx="13433" cy="44778"/>
                </a:xfrm>
                <a:custGeom>
                  <a:avLst/>
                  <a:gdLst>
                    <a:gd name="connsiteX0" fmla="*/ 16792 w 13433"/>
                    <a:gd name="connsiteY0" fmla="*/ 34479 h 44778"/>
                    <a:gd name="connsiteX1" fmla="*/ 13657 w 13433"/>
                    <a:gd name="connsiteY1" fmla="*/ 34479 h 44778"/>
                    <a:gd name="connsiteX2" fmla="*/ 10971 w 13433"/>
                    <a:gd name="connsiteY2" fmla="*/ 37166 h 44778"/>
                    <a:gd name="connsiteX3" fmla="*/ 10971 w 13433"/>
                    <a:gd name="connsiteY3" fmla="*/ 2239 h 44778"/>
                    <a:gd name="connsiteX4" fmla="*/ 8732 w 13433"/>
                    <a:gd name="connsiteY4" fmla="*/ 0 h 44778"/>
                    <a:gd name="connsiteX5" fmla="*/ 6493 w 13433"/>
                    <a:gd name="connsiteY5" fmla="*/ 2239 h 44778"/>
                    <a:gd name="connsiteX6" fmla="*/ 6493 w 13433"/>
                    <a:gd name="connsiteY6" fmla="*/ 37166 h 44778"/>
                    <a:gd name="connsiteX7" fmla="*/ 3806 w 13433"/>
                    <a:gd name="connsiteY7" fmla="*/ 34479 h 44778"/>
                    <a:gd name="connsiteX8" fmla="*/ 672 w 13433"/>
                    <a:gd name="connsiteY8" fmla="*/ 34479 h 44778"/>
                    <a:gd name="connsiteX9" fmla="*/ 672 w 13433"/>
                    <a:gd name="connsiteY9" fmla="*/ 37614 h 44778"/>
                    <a:gd name="connsiteX10" fmla="*/ 7388 w 13433"/>
                    <a:gd name="connsiteY10" fmla="*/ 44330 h 44778"/>
                    <a:gd name="connsiteX11" fmla="*/ 8284 w 13433"/>
                    <a:gd name="connsiteY11" fmla="*/ 44778 h 44778"/>
                    <a:gd name="connsiteX12" fmla="*/ 8284 w 13433"/>
                    <a:gd name="connsiteY12" fmla="*/ 44778 h 44778"/>
                    <a:gd name="connsiteX13" fmla="*/ 8284 w 13433"/>
                    <a:gd name="connsiteY13" fmla="*/ 44778 h 44778"/>
                    <a:gd name="connsiteX14" fmla="*/ 9180 w 13433"/>
                    <a:gd name="connsiteY14" fmla="*/ 44778 h 44778"/>
                    <a:gd name="connsiteX15" fmla="*/ 9180 w 13433"/>
                    <a:gd name="connsiteY15" fmla="*/ 44778 h 44778"/>
                    <a:gd name="connsiteX16" fmla="*/ 9180 w 13433"/>
                    <a:gd name="connsiteY16" fmla="*/ 44778 h 44778"/>
                    <a:gd name="connsiteX17" fmla="*/ 9180 w 13433"/>
                    <a:gd name="connsiteY17" fmla="*/ 44778 h 44778"/>
                    <a:gd name="connsiteX18" fmla="*/ 10075 w 13433"/>
                    <a:gd name="connsiteY18" fmla="*/ 44778 h 44778"/>
                    <a:gd name="connsiteX19" fmla="*/ 10971 w 13433"/>
                    <a:gd name="connsiteY19" fmla="*/ 44330 h 44778"/>
                    <a:gd name="connsiteX20" fmla="*/ 17687 w 13433"/>
                    <a:gd name="connsiteY20" fmla="*/ 37614 h 44778"/>
                    <a:gd name="connsiteX21" fmla="*/ 16792 w 13433"/>
                    <a:gd name="connsiteY21" fmla="*/ 34479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433" h="44778">
                      <a:moveTo>
                        <a:pt x="16792" y="34479"/>
                      </a:moveTo>
                      <a:cubicBezTo>
                        <a:pt x="15896" y="33584"/>
                        <a:pt x="14553" y="33584"/>
                        <a:pt x="13657" y="34479"/>
                      </a:cubicBezTo>
                      <a:lnTo>
                        <a:pt x="10971" y="37166"/>
                      </a:lnTo>
                      <a:lnTo>
                        <a:pt x="10971" y="2239"/>
                      </a:lnTo>
                      <a:cubicBezTo>
                        <a:pt x="10971" y="896"/>
                        <a:pt x="10075" y="0"/>
                        <a:pt x="8732" y="0"/>
                      </a:cubicBezTo>
                      <a:cubicBezTo>
                        <a:pt x="7388" y="0"/>
                        <a:pt x="6493" y="896"/>
                        <a:pt x="6493" y="2239"/>
                      </a:cubicBezTo>
                      <a:lnTo>
                        <a:pt x="6493" y="37166"/>
                      </a:lnTo>
                      <a:lnTo>
                        <a:pt x="3806" y="34479"/>
                      </a:lnTo>
                      <a:cubicBezTo>
                        <a:pt x="2911" y="33584"/>
                        <a:pt x="1567" y="33584"/>
                        <a:pt x="672" y="34479"/>
                      </a:cubicBezTo>
                      <a:cubicBezTo>
                        <a:pt x="-224" y="35375"/>
                        <a:pt x="-224" y="36718"/>
                        <a:pt x="672" y="37614"/>
                      </a:cubicBezTo>
                      <a:lnTo>
                        <a:pt x="7388" y="44330"/>
                      </a:lnTo>
                      <a:cubicBezTo>
                        <a:pt x="7388" y="44330"/>
                        <a:pt x="7836" y="44778"/>
                        <a:pt x="8284" y="44778"/>
                      </a:cubicBezTo>
                      <a:cubicBezTo>
                        <a:pt x="8284" y="44778"/>
                        <a:pt x="8284" y="44778"/>
                        <a:pt x="8284" y="44778"/>
                      </a:cubicBezTo>
                      <a:cubicBezTo>
                        <a:pt x="8284" y="44778"/>
                        <a:pt x="8284" y="44778"/>
                        <a:pt x="8284" y="44778"/>
                      </a:cubicBezTo>
                      <a:cubicBezTo>
                        <a:pt x="8732" y="44778"/>
                        <a:pt x="8732" y="44778"/>
                        <a:pt x="9180" y="44778"/>
                      </a:cubicBezTo>
                      <a:cubicBezTo>
                        <a:pt x="9180" y="44778"/>
                        <a:pt x="9180" y="44778"/>
                        <a:pt x="9180" y="44778"/>
                      </a:cubicBezTo>
                      <a:lnTo>
                        <a:pt x="9180" y="44778"/>
                      </a:lnTo>
                      <a:lnTo>
                        <a:pt x="9180" y="44778"/>
                      </a:lnTo>
                      <a:cubicBezTo>
                        <a:pt x="9627" y="44778"/>
                        <a:pt x="9627" y="44778"/>
                        <a:pt x="10075" y="44778"/>
                      </a:cubicBezTo>
                      <a:cubicBezTo>
                        <a:pt x="10523" y="44778"/>
                        <a:pt x="10523" y="44330"/>
                        <a:pt x="10971" y="44330"/>
                      </a:cubicBezTo>
                      <a:lnTo>
                        <a:pt x="17687" y="37614"/>
                      </a:lnTo>
                      <a:cubicBezTo>
                        <a:pt x="17687" y="36718"/>
                        <a:pt x="17687" y="35375"/>
                        <a:pt x="16792" y="3447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1" name="Freeform: Shape 4107">
                  <a:extLst>
                    <a:ext uri="{FF2B5EF4-FFF2-40B4-BE49-F238E27FC236}">
                      <a16:creationId xmlns:a16="http://schemas.microsoft.com/office/drawing/2014/main" id="{3B56F4E7-15EF-8103-6CB9-D1CF4A8FB6EB}"/>
                    </a:ext>
                  </a:extLst>
                </p:cNvPr>
                <p:cNvSpPr/>
                <p:nvPr/>
              </p:nvSpPr>
              <p:spPr>
                <a:xfrm>
                  <a:off x="1725939" y="2082271"/>
                  <a:ext cx="17911" cy="44778"/>
                </a:xfrm>
                <a:custGeom>
                  <a:avLst/>
                  <a:gdLst>
                    <a:gd name="connsiteX0" fmla="*/ 17687 w 17911"/>
                    <a:gd name="connsiteY0" fmla="*/ 7165 h 44778"/>
                    <a:gd name="connsiteX1" fmla="*/ 10971 w 17911"/>
                    <a:gd name="connsiteY1" fmla="*/ 448 h 44778"/>
                    <a:gd name="connsiteX2" fmla="*/ 10075 w 17911"/>
                    <a:gd name="connsiteY2" fmla="*/ 0 h 44778"/>
                    <a:gd name="connsiteX3" fmla="*/ 9627 w 17911"/>
                    <a:gd name="connsiteY3" fmla="*/ 0 h 44778"/>
                    <a:gd name="connsiteX4" fmla="*/ 8284 w 17911"/>
                    <a:gd name="connsiteY4" fmla="*/ 0 h 44778"/>
                    <a:gd name="connsiteX5" fmla="*/ 8284 w 17911"/>
                    <a:gd name="connsiteY5" fmla="*/ 0 h 44778"/>
                    <a:gd name="connsiteX6" fmla="*/ 8284 w 17911"/>
                    <a:gd name="connsiteY6" fmla="*/ 0 h 44778"/>
                    <a:gd name="connsiteX7" fmla="*/ 7388 w 17911"/>
                    <a:gd name="connsiteY7" fmla="*/ 448 h 44778"/>
                    <a:gd name="connsiteX8" fmla="*/ 672 w 17911"/>
                    <a:gd name="connsiteY8" fmla="*/ 7165 h 44778"/>
                    <a:gd name="connsiteX9" fmla="*/ 672 w 17911"/>
                    <a:gd name="connsiteY9" fmla="*/ 10299 h 44778"/>
                    <a:gd name="connsiteX10" fmla="*/ 2463 w 17911"/>
                    <a:gd name="connsiteY10" fmla="*/ 10747 h 44778"/>
                    <a:gd name="connsiteX11" fmla="*/ 4254 w 17911"/>
                    <a:gd name="connsiteY11" fmla="*/ 10299 h 44778"/>
                    <a:gd name="connsiteX12" fmla="*/ 6941 w 17911"/>
                    <a:gd name="connsiteY12" fmla="*/ 7612 h 44778"/>
                    <a:gd name="connsiteX13" fmla="*/ 6941 w 17911"/>
                    <a:gd name="connsiteY13" fmla="*/ 42539 h 44778"/>
                    <a:gd name="connsiteX14" fmla="*/ 9180 w 17911"/>
                    <a:gd name="connsiteY14" fmla="*/ 44778 h 44778"/>
                    <a:gd name="connsiteX15" fmla="*/ 11418 w 17911"/>
                    <a:gd name="connsiteY15" fmla="*/ 42539 h 44778"/>
                    <a:gd name="connsiteX16" fmla="*/ 11418 w 17911"/>
                    <a:gd name="connsiteY16" fmla="*/ 7612 h 44778"/>
                    <a:gd name="connsiteX17" fmla="*/ 14105 w 17911"/>
                    <a:gd name="connsiteY17" fmla="*/ 10299 h 44778"/>
                    <a:gd name="connsiteX18" fmla="*/ 17240 w 17911"/>
                    <a:gd name="connsiteY18" fmla="*/ 10299 h 44778"/>
                    <a:gd name="connsiteX19" fmla="*/ 17687 w 17911"/>
                    <a:gd name="connsiteY19" fmla="*/ 7165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911" h="44778">
                      <a:moveTo>
                        <a:pt x="17687" y="7165"/>
                      </a:moveTo>
                      <a:lnTo>
                        <a:pt x="10971" y="448"/>
                      </a:lnTo>
                      <a:cubicBezTo>
                        <a:pt x="10523" y="0"/>
                        <a:pt x="10523" y="0"/>
                        <a:pt x="10075" y="0"/>
                      </a:cubicBezTo>
                      <a:cubicBezTo>
                        <a:pt x="10075" y="0"/>
                        <a:pt x="10075" y="0"/>
                        <a:pt x="9627" y="0"/>
                      </a:cubicBezTo>
                      <a:cubicBezTo>
                        <a:pt x="9180" y="0"/>
                        <a:pt x="8732" y="0"/>
                        <a:pt x="8284" y="0"/>
                      </a:cubicBezTo>
                      <a:cubicBezTo>
                        <a:pt x="8284" y="0"/>
                        <a:pt x="8284" y="0"/>
                        <a:pt x="8284" y="0"/>
                      </a:cubicBezTo>
                      <a:cubicBezTo>
                        <a:pt x="8284" y="0"/>
                        <a:pt x="8284" y="0"/>
                        <a:pt x="8284" y="0"/>
                      </a:cubicBezTo>
                      <a:cubicBezTo>
                        <a:pt x="7836" y="0"/>
                        <a:pt x="7836" y="448"/>
                        <a:pt x="7388" y="448"/>
                      </a:cubicBezTo>
                      <a:lnTo>
                        <a:pt x="672" y="7165"/>
                      </a:lnTo>
                      <a:cubicBezTo>
                        <a:pt x="-224" y="8060"/>
                        <a:pt x="-224" y="9403"/>
                        <a:pt x="672" y="10299"/>
                      </a:cubicBezTo>
                      <a:cubicBezTo>
                        <a:pt x="1119" y="10747"/>
                        <a:pt x="1567" y="10747"/>
                        <a:pt x="2463" y="10747"/>
                      </a:cubicBezTo>
                      <a:cubicBezTo>
                        <a:pt x="3358" y="10747"/>
                        <a:pt x="3806" y="10747"/>
                        <a:pt x="4254" y="10299"/>
                      </a:cubicBezTo>
                      <a:lnTo>
                        <a:pt x="6941" y="7612"/>
                      </a:lnTo>
                      <a:lnTo>
                        <a:pt x="6941" y="42539"/>
                      </a:lnTo>
                      <a:cubicBezTo>
                        <a:pt x="6941" y="43883"/>
                        <a:pt x="7836" y="44778"/>
                        <a:pt x="9180" y="44778"/>
                      </a:cubicBezTo>
                      <a:cubicBezTo>
                        <a:pt x="10523" y="44778"/>
                        <a:pt x="11418" y="43883"/>
                        <a:pt x="11418" y="42539"/>
                      </a:cubicBezTo>
                      <a:lnTo>
                        <a:pt x="11418" y="7612"/>
                      </a:lnTo>
                      <a:lnTo>
                        <a:pt x="14105" y="10299"/>
                      </a:lnTo>
                      <a:cubicBezTo>
                        <a:pt x="15001" y="11195"/>
                        <a:pt x="16344" y="11195"/>
                        <a:pt x="17240" y="10299"/>
                      </a:cubicBezTo>
                      <a:cubicBezTo>
                        <a:pt x="18583" y="9403"/>
                        <a:pt x="18583" y="8060"/>
                        <a:pt x="17687" y="716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12" name="Group 4108">
                <a:extLst>
                  <a:ext uri="{FF2B5EF4-FFF2-40B4-BE49-F238E27FC236}">
                    <a16:creationId xmlns:a16="http://schemas.microsoft.com/office/drawing/2014/main" id="{D6FDD190-1B0D-EA9C-DF5E-B62FBC943E9B}"/>
                  </a:ext>
                  <a:ext uri="{C183D7F6-B498-43B3-948B-1728B52AA6E4}">
                    <adec:decorative xmlns:adec="http://schemas.microsoft.com/office/drawing/2017/decorative" val="1"/>
                  </a:ext>
                </a:extLst>
              </p:cNvPr>
              <p:cNvGrpSpPr>
                <a:grpSpLocks noChangeAspect="1"/>
              </p:cNvGrpSpPr>
              <p:nvPr/>
            </p:nvGrpSpPr>
            <p:grpSpPr>
              <a:xfrm>
                <a:off x="1871239" y="2753229"/>
                <a:ext cx="138812" cy="105005"/>
                <a:chOff x="1911993" y="2017790"/>
                <a:chExt cx="138812" cy="105005"/>
              </a:xfrm>
            </p:grpSpPr>
            <p:sp>
              <p:nvSpPr>
                <p:cNvPr id="213" name="Freeform: Shape 4109">
                  <a:extLst>
                    <a:ext uri="{FF2B5EF4-FFF2-40B4-BE49-F238E27FC236}">
                      <a16:creationId xmlns:a16="http://schemas.microsoft.com/office/drawing/2014/main" id="{0FEE0EA0-D088-E958-F36B-9E24A82F39BE}"/>
                    </a:ext>
                  </a:extLst>
                </p:cNvPr>
                <p:cNvSpPr/>
                <p:nvPr/>
              </p:nvSpPr>
              <p:spPr>
                <a:xfrm>
                  <a:off x="1911993" y="2017790"/>
                  <a:ext cx="138812" cy="94034"/>
                </a:xfrm>
                <a:custGeom>
                  <a:avLst/>
                  <a:gdLst>
                    <a:gd name="connsiteX0" fmla="*/ 102990 w 138812"/>
                    <a:gd name="connsiteY0" fmla="*/ 95825 h 94034"/>
                    <a:gd name="connsiteX1" fmla="*/ 96273 w 138812"/>
                    <a:gd name="connsiteY1" fmla="*/ 95825 h 94034"/>
                    <a:gd name="connsiteX2" fmla="*/ 94034 w 138812"/>
                    <a:gd name="connsiteY2" fmla="*/ 93586 h 94034"/>
                    <a:gd name="connsiteX3" fmla="*/ 96273 w 138812"/>
                    <a:gd name="connsiteY3" fmla="*/ 91347 h 94034"/>
                    <a:gd name="connsiteX4" fmla="*/ 102990 w 138812"/>
                    <a:gd name="connsiteY4" fmla="*/ 91347 h 94034"/>
                    <a:gd name="connsiteX5" fmla="*/ 134335 w 138812"/>
                    <a:gd name="connsiteY5" fmla="*/ 60003 h 94034"/>
                    <a:gd name="connsiteX6" fmla="*/ 102990 w 138812"/>
                    <a:gd name="connsiteY6" fmla="*/ 28658 h 94034"/>
                    <a:gd name="connsiteX7" fmla="*/ 94034 w 138812"/>
                    <a:gd name="connsiteY7" fmla="*/ 30001 h 94034"/>
                    <a:gd name="connsiteX8" fmla="*/ 91347 w 138812"/>
                    <a:gd name="connsiteY8" fmla="*/ 28658 h 94034"/>
                    <a:gd name="connsiteX9" fmla="*/ 55973 w 138812"/>
                    <a:gd name="connsiteY9" fmla="*/ 4478 h 94034"/>
                    <a:gd name="connsiteX10" fmla="*/ 17911 w 138812"/>
                    <a:gd name="connsiteY10" fmla="*/ 42539 h 94034"/>
                    <a:gd name="connsiteX11" fmla="*/ 17911 w 138812"/>
                    <a:gd name="connsiteY11" fmla="*/ 43435 h 94034"/>
                    <a:gd name="connsiteX12" fmla="*/ 17016 w 138812"/>
                    <a:gd name="connsiteY12" fmla="*/ 45226 h 94034"/>
                    <a:gd name="connsiteX13" fmla="*/ 4478 w 138812"/>
                    <a:gd name="connsiteY13" fmla="*/ 66719 h 94034"/>
                    <a:gd name="connsiteX14" fmla="*/ 29106 w 138812"/>
                    <a:gd name="connsiteY14" fmla="*/ 91347 h 94034"/>
                    <a:gd name="connsiteX15" fmla="*/ 42539 w 138812"/>
                    <a:gd name="connsiteY15" fmla="*/ 91347 h 94034"/>
                    <a:gd name="connsiteX16" fmla="*/ 44778 w 138812"/>
                    <a:gd name="connsiteY16" fmla="*/ 93586 h 94034"/>
                    <a:gd name="connsiteX17" fmla="*/ 42539 w 138812"/>
                    <a:gd name="connsiteY17" fmla="*/ 95825 h 94034"/>
                    <a:gd name="connsiteX18" fmla="*/ 29106 w 138812"/>
                    <a:gd name="connsiteY18" fmla="*/ 95825 h 94034"/>
                    <a:gd name="connsiteX19" fmla="*/ 0 w 138812"/>
                    <a:gd name="connsiteY19" fmla="*/ 66719 h 94034"/>
                    <a:gd name="connsiteX20" fmla="*/ 13433 w 138812"/>
                    <a:gd name="connsiteY20" fmla="*/ 42091 h 94034"/>
                    <a:gd name="connsiteX21" fmla="*/ 55973 w 138812"/>
                    <a:gd name="connsiteY21" fmla="*/ 0 h 94034"/>
                    <a:gd name="connsiteX22" fmla="*/ 94930 w 138812"/>
                    <a:gd name="connsiteY22" fmla="*/ 25076 h 94034"/>
                    <a:gd name="connsiteX23" fmla="*/ 102990 w 138812"/>
                    <a:gd name="connsiteY23" fmla="*/ 24180 h 94034"/>
                    <a:gd name="connsiteX24" fmla="*/ 138812 w 138812"/>
                    <a:gd name="connsiteY24" fmla="*/ 60003 h 94034"/>
                    <a:gd name="connsiteX25" fmla="*/ 102990 w 138812"/>
                    <a:gd name="connsiteY25" fmla="*/ 9582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8812" h="94034">
                      <a:moveTo>
                        <a:pt x="102990" y="95825"/>
                      </a:moveTo>
                      <a:lnTo>
                        <a:pt x="96273" y="95825"/>
                      </a:lnTo>
                      <a:cubicBezTo>
                        <a:pt x="94930" y="95825"/>
                        <a:pt x="94034" y="94930"/>
                        <a:pt x="94034" y="93586"/>
                      </a:cubicBezTo>
                      <a:cubicBezTo>
                        <a:pt x="94034" y="92243"/>
                        <a:pt x="94930" y="91347"/>
                        <a:pt x="96273" y="91347"/>
                      </a:cubicBezTo>
                      <a:lnTo>
                        <a:pt x="102990" y="91347"/>
                      </a:lnTo>
                      <a:cubicBezTo>
                        <a:pt x="120453" y="91347"/>
                        <a:pt x="134335" y="77466"/>
                        <a:pt x="134335" y="60003"/>
                      </a:cubicBezTo>
                      <a:cubicBezTo>
                        <a:pt x="134335" y="42539"/>
                        <a:pt x="120453" y="28658"/>
                        <a:pt x="102990" y="28658"/>
                      </a:cubicBezTo>
                      <a:cubicBezTo>
                        <a:pt x="99855" y="28658"/>
                        <a:pt x="97169" y="29106"/>
                        <a:pt x="94034" y="30001"/>
                      </a:cubicBezTo>
                      <a:cubicBezTo>
                        <a:pt x="93139" y="30449"/>
                        <a:pt x="91795" y="29554"/>
                        <a:pt x="91347" y="28658"/>
                      </a:cubicBezTo>
                      <a:cubicBezTo>
                        <a:pt x="85526" y="14329"/>
                        <a:pt x="71645" y="4478"/>
                        <a:pt x="55973" y="4478"/>
                      </a:cubicBezTo>
                      <a:cubicBezTo>
                        <a:pt x="34927" y="4478"/>
                        <a:pt x="17911" y="21493"/>
                        <a:pt x="17911" y="42539"/>
                      </a:cubicBezTo>
                      <a:lnTo>
                        <a:pt x="17911" y="43435"/>
                      </a:lnTo>
                      <a:cubicBezTo>
                        <a:pt x="17911" y="44330"/>
                        <a:pt x="17463" y="44778"/>
                        <a:pt x="17016" y="45226"/>
                      </a:cubicBezTo>
                      <a:cubicBezTo>
                        <a:pt x="9403" y="49704"/>
                        <a:pt x="4478" y="57764"/>
                        <a:pt x="4478" y="66719"/>
                      </a:cubicBezTo>
                      <a:cubicBezTo>
                        <a:pt x="4478" y="80153"/>
                        <a:pt x="15672" y="91347"/>
                        <a:pt x="29106" y="91347"/>
                      </a:cubicBezTo>
                      <a:lnTo>
                        <a:pt x="42539" y="91347"/>
                      </a:lnTo>
                      <a:cubicBezTo>
                        <a:pt x="43883" y="91347"/>
                        <a:pt x="44778" y="92243"/>
                        <a:pt x="44778" y="93586"/>
                      </a:cubicBezTo>
                      <a:cubicBezTo>
                        <a:pt x="44778" y="94930"/>
                        <a:pt x="43883" y="95825"/>
                        <a:pt x="42539" y="95825"/>
                      </a:cubicBezTo>
                      <a:lnTo>
                        <a:pt x="29106" y="95825"/>
                      </a:lnTo>
                      <a:cubicBezTo>
                        <a:pt x="12986" y="95825"/>
                        <a:pt x="0" y="82840"/>
                        <a:pt x="0" y="66719"/>
                      </a:cubicBezTo>
                      <a:cubicBezTo>
                        <a:pt x="0" y="56868"/>
                        <a:pt x="4926" y="47465"/>
                        <a:pt x="13433" y="42091"/>
                      </a:cubicBezTo>
                      <a:cubicBezTo>
                        <a:pt x="13433" y="18807"/>
                        <a:pt x="32688" y="0"/>
                        <a:pt x="55973" y="0"/>
                      </a:cubicBezTo>
                      <a:cubicBezTo>
                        <a:pt x="72541" y="0"/>
                        <a:pt x="88213" y="9851"/>
                        <a:pt x="94930" y="25076"/>
                      </a:cubicBezTo>
                      <a:cubicBezTo>
                        <a:pt x="97616" y="24628"/>
                        <a:pt x="100303" y="24180"/>
                        <a:pt x="102990" y="24180"/>
                      </a:cubicBezTo>
                      <a:cubicBezTo>
                        <a:pt x="122692" y="24180"/>
                        <a:pt x="138812" y="40300"/>
                        <a:pt x="138812" y="60003"/>
                      </a:cubicBezTo>
                      <a:cubicBezTo>
                        <a:pt x="138812" y="79705"/>
                        <a:pt x="122692" y="95825"/>
                        <a:pt x="102990" y="958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4" name="Freeform: Shape 4110">
                  <a:extLst>
                    <a:ext uri="{FF2B5EF4-FFF2-40B4-BE49-F238E27FC236}">
                      <a16:creationId xmlns:a16="http://schemas.microsoft.com/office/drawing/2014/main" id="{7A1EC616-2852-599D-FD6B-7997F3833840}"/>
                    </a:ext>
                  </a:extLst>
                </p:cNvPr>
                <p:cNvSpPr/>
                <p:nvPr/>
              </p:nvSpPr>
              <p:spPr>
                <a:xfrm>
                  <a:off x="1965950" y="2095928"/>
                  <a:ext cx="31345" cy="26867"/>
                </a:xfrm>
                <a:custGeom>
                  <a:avLst/>
                  <a:gdLst>
                    <a:gd name="connsiteX0" fmla="*/ 18583 w 31344"/>
                    <a:gd name="connsiteY0" fmla="*/ 15448 h 26866"/>
                    <a:gd name="connsiteX1" fmla="*/ 30225 w 31344"/>
                    <a:gd name="connsiteY1" fmla="*/ 3806 h 26866"/>
                    <a:gd name="connsiteX2" fmla="*/ 30225 w 31344"/>
                    <a:gd name="connsiteY2" fmla="*/ 672 h 26866"/>
                    <a:gd name="connsiteX3" fmla="*/ 27091 w 31344"/>
                    <a:gd name="connsiteY3" fmla="*/ 672 h 26866"/>
                    <a:gd name="connsiteX4" fmla="*/ 15448 w 31344"/>
                    <a:gd name="connsiteY4" fmla="*/ 12314 h 26866"/>
                    <a:gd name="connsiteX5" fmla="*/ 3806 w 31344"/>
                    <a:gd name="connsiteY5" fmla="*/ 672 h 26866"/>
                    <a:gd name="connsiteX6" fmla="*/ 672 w 31344"/>
                    <a:gd name="connsiteY6" fmla="*/ 672 h 26866"/>
                    <a:gd name="connsiteX7" fmla="*/ 672 w 31344"/>
                    <a:gd name="connsiteY7" fmla="*/ 3806 h 26866"/>
                    <a:gd name="connsiteX8" fmla="*/ 12314 w 31344"/>
                    <a:gd name="connsiteY8" fmla="*/ 15448 h 26866"/>
                    <a:gd name="connsiteX9" fmla="*/ 672 w 31344"/>
                    <a:gd name="connsiteY9" fmla="*/ 27091 h 26866"/>
                    <a:gd name="connsiteX10" fmla="*/ 672 w 31344"/>
                    <a:gd name="connsiteY10" fmla="*/ 30225 h 26866"/>
                    <a:gd name="connsiteX11" fmla="*/ 2463 w 31344"/>
                    <a:gd name="connsiteY11" fmla="*/ 30673 h 26866"/>
                    <a:gd name="connsiteX12" fmla="*/ 4254 w 31344"/>
                    <a:gd name="connsiteY12" fmla="*/ 30225 h 26866"/>
                    <a:gd name="connsiteX13" fmla="*/ 15896 w 31344"/>
                    <a:gd name="connsiteY13" fmla="*/ 18583 h 26866"/>
                    <a:gd name="connsiteX14" fmla="*/ 27539 w 31344"/>
                    <a:gd name="connsiteY14" fmla="*/ 30225 h 26866"/>
                    <a:gd name="connsiteX15" fmla="*/ 29330 w 31344"/>
                    <a:gd name="connsiteY15" fmla="*/ 30673 h 26866"/>
                    <a:gd name="connsiteX16" fmla="*/ 31121 w 31344"/>
                    <a:gd name="connsiteY16" fmla="*/ 30225 h 26866"/>
                    <a:gd name="connsiteX17" fmla="*/ 31121 w 31344"/>
                    <a:gd name="connsiteY17" fmla="*/ 27091 h 26866"/>
                    <a:gd name="connsiteX18" fmla="*/ 18583 w 31344"/>
                    <a:gd name="connsiteY18" fmla="*/ 15448 h 26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344" h="26866">
                      <a:moveTo>
                        <a:pt x="18583" y="15448"/>
                      </a:moveTo>
                      <a:lnTo>
                        <a:pt x="30225" y="3806"/>
                      </a:lnTo>
                      <a:cubicBezTo>
                        <a:pt x="31121" y="2911"/>
                        <a:pt x="31121" y="1567"/>
                        <a:pt x="30225" y="672"/>
                      </a:cubicBezTo>
                      <a:cubicBezTo>
                        <a:pt x="29330" y="-224"/>
                        <a:pt x="27986" y="-224"/>
                        <a:pt x="27091" y="672"/>
                      </a:cubicBezTo>
                      <a:lnTo>
                        <a:pt x="15448" y="12314"/>
                      </a:lnTo>
                      <a:lnTo>
                        <a:pt x="3806" y="672"/>
                      </a:lnTo>
                      <a:cubicBezTo>
                        <a:pt x="2911" y="-224"/>
                        <a:pt x="1567" y="-224"/>
                        <a:pt x="672" y="672"/>
                      </a:cubicBezTo>
                      <a:cubicBezTo>
                        <a:pt x="-224" y="1567"/>
                        <a:pt x="-224" y="2911"/>
                        <a:pt x="672" y="3806"/>
                      </a:cubicBezTo>
                      <a:lnTo>
                        <a:pt x="12314" y="15448"/>
                      </a:lnTo>
                      <a:lnTo>
                        <a:pt x="672" y="27091"/>
                      </a:lnTo>
                      <a:cubicBezTo>
                        <a:pt x="-224" y="27986"/>
                        <a:pt x="-224" y="29330"/>
                        <a:pt x="672" y="30225"/>
                      </a:cubicBezTo>
                      <a:cubicBezTo>
                        <a:pt x="1119" y="30673"/>
                        <a:pt x="1567" y="30673"/>
                        <a:pt x="2463" y="30673"/>
                      </a:cubicBezTo>
                      <a:cubicBezTo>
                        <a:pt x="3358" y="30673"/>
                        <a:pt x="3806" y="30673"/>
                        <a:pt x="4254" y="30225"/>
                      </a:cubicBezTo>
                      <a:lnTo>
                        <a:pt x="15896" y="18583"/>
                      </a:lnTo>
                      <a:lnTo>
                        <a:pt x="27539" y="30225"/>
                      </a:lnTo>
                      <a:cubicBezTo>
                        <a:pt x="27986" y="30673"/>
                        <a:pt x="28434" y="30673"/>
                        <a:pt x="29330" y="30673"/>
                      </a:cubicBezTo>
                      <a:cubicBezTo>
                        <a:pt x="30225" y="30673"/>
                        <a:pt x="30673" y="30673"/>
                        <a:pt x="31121" y="30225"/>
                      </a:cubicBezTo>
                      <a:cubicBezTo>
                        <a:pt x="32016" y="29330"/>
                        <a:pt x="32016" y="27986"/>
                        <a:pt x="31121" y="27091"/>
                      </a:cubicBezTo>
                      <a:lnTo>
                        <a:pt x="18583" y="1544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15" name="Group 4111">
                <a:extLst>
                  <a:ext uri="{FF2B5EF4-FFF2-40B4-BE49-F238E27FC236}">
                    <a16:creationId xmlns:a16="http://schemas.microsoft.com/office/drawing/2014/main" id="{3B097AAE-4774-38D5-EABC-F72BEA764B62}"/>
                  </a:ext>
                  <a:ext uri="{C183D7F6-B498-43B3-948B-1728B52AA6E4}">
                    <adec:decorative xmlns:adec="http://schemas.microsoft.com/office/drawing/2017/decorative" val="1"/>
                  </a:ext>
                </a:extLst>
              </p:cNvPr>
              <p:cNvGrpSpPr>
                <a:grpSpLocks noChangeAspect="1"/>
              </p:cNvGrpSpPr>
              <p:nvPr/>
            </p:nvGrpSpPr>
            <p:grpSpPr>
              <a:xfrm>
                <a:off x="2141251" y="2737109"/>
                <a:ext cx="125379" cy="138813"/>
                <a:chOff x="2182005" y="2001670"/>
                <a:chExt cx="125379" cy="138813"/>
              </a:xfrm>
            </p:grpSpPr>
            <p:sp>
              <p:nvSpPr>
                <p:cNvPr id="216" name="Freeform: Shape 4112">
                  <a:extLst>
                    <a:ext uri="{FF2B5EF4-FFF2-40B4-BE49-F238E27FC236}">
                      <a16:creationId xmlns:a16="http://schemas.microsoft.com/office/drawing/2014/main" id="{F487CFF0-A897-EFB0-25A4-C3BAAB18AFAF}"/>
                    </a:ext>
                  </a:extLst>
                </p:cNvPr>
                <p:cNvSpPr/>
                <p:nvPr/>
              </p:nvSpPr>
              <p:spPr>
                <a:xfrm>
                  <a:off x="2182005" y="2001670"/>
                  <a:ext cx="71645" cy="58212"/>
                </a:xfrm>
                <a:custGeom>
                  <a:avLst/>
                  <a:gdLst>
                    <a:gd name="connsiteX0" fmla="*/ 64928 w 71645"/>
                    <a:gd name="connsiteY0" fmla="*/ 0 h 58211"/>
                    <a:gd name="connsiteX1" fmla="*/ 6717 w 71645"/>
                    <a:gd name="connsiteY1" fmla="*/ 0 h 58211"/>
                    <a:gd name="connsiteX2" fmla="*/ 0 w 71645"/>
                    <a:gd name="connsiteY2" fmla="*/ 6717 h 58211"/>
                    <a:gd name="connsiteX3" fmla="*/ 0 w 71645"/>
                    <a:gd name="connsiteY3" fmla="*/ 38061 h 58211"/>
                    <a:gd name="connsiteX4" fmla="*/ 6717 w 71645"/>
                    <a:gd name="connsiteY4" fmla="*/ 44778 h 58211"/>
                    <a:gd name="connsiteX5" fmla="*/ 33584 w 71645"/>
                    <a:gd name="connsiteY5" fmla="*/ 44778 h 58211"/>
                    <a:gd name="connsiteX6" fmla="*/ 33584 w 71645"/>
                    <a:gd name="connsiteY6" fmla="*/ 53734 h 58211"/>
                    <a:gd name="connsiteX7" fmla="*/ 20598 w 71645"/>
                    <a:gd name="connsiteY7" fmla="*/ 53734 h 58211"/>
                    <a:gd name="connsiteX8" fmla="*/ 18359 w 71645"/>
                    <a:gd name="connsiteY8" fmla="*/ 55973 h 58211"/>
                    <a:gd name="connsiteX9" fmla="*/ 20598 w 71645"/>
                    <a:gd name="connsiteY9" fmla="*/ 58212 h 58211"/>
                    <a:gd name="connsiteX10" fmla="*/ 51047 w 71645"/>
                    <a:gd name="connsiteY10" fmla="*/ 58212 h 58211"/>
                    <a:gd name="connsiteX11" fmla="*/ 53286 w 71645"/>
                    <a:gd name="connsiteY11" fmla="*/ 55973 h 58211"/>
                    <a:gd name="connsiteX12" fmla="*/ 51047 w 71645"/>
                    <a:gd name="connsiteY12" fmla="*/ 53734 h 58211"/>
                    <a:gd name="connsiteX13" fmla="*/ 38061 w 71645"/>
                    <a:gd name="connsiteY13" fmla="*/ 53734 h 58211"/>
                    <a:gd name="connsiteX14" fmla="*/ 38061 w 71645"/>
                    <a:gd name="connsiteY14" fmla="*/ 44778 h 58211"/>
                    <a:gd name="connsiteX15" fmla="*/ 64928 w 71645"/>
                    <a:gd name="connsiteY15" fmla="*/ 44778 h 58211"/>
                    <a:gd name="connsiteX16" fmla="*/ 71645 w 71645"/>
                    <a:gd name="connsiteY16" fmla="*/ 38061 h 58211"/>
                    <a:gd name="connsiteX17" fmla="*/ 71645 w 71645"/>
                    <a:gd name="connsiteY17" fmla="*/ 6717 h 58211"/>
                    <a:gd name="connsiteX18" fmla="*/ 64928 w 71645"/>
                    <a:gd name="connsiteY18" fmla="*/ 0 h 58211"/>
                    <a:gd name="connsiteX19" fmla="*/ 67167 w 71645"/>
                    <a:gd name="connsiteY19" fmla="*/ 38061 h 58211"/>
                    <a:gd name="connsiteX20" fmla="*/ 64928 w 71645"/>
                    <a:gd name="connsiteY20" fmla="*/ 40300 h 58211"/>
                    <a:gd name="connsiteX21" fmla="*/ 6717 w 71645"/>
                    <a:gd name="connsiteY21" fmla="*/ 40300 h 58211"/>
                    <a:gd name="connsiteX22" fmla="*/ 4478 w 71645"/>
                    <a:gd name="connsiteY22" fmla="*/ 38061 h 58211"/>
                    <a:gd name="connsiteX23" fmla="*/ 4478 w 71645"/>
                    <a:gd name="connsiteY23" fmla="*/ 6717 h 58211"/>
                    <a:gd name="connsiteX24" fmla="*/ 6717 w 71645"/>
                    <a:gd name="connsiteY24" fmla="*/ 4478 h 58211"/>
                    <a:gd name="connsiteX25" fmla="*/ 64928 w 71645"/>
                    <a:gd name="connsiteY25" fmla="*/ 4478 h 58211"/>
                    <a:gd name="connsiteX26" fmla="*/ 67167 w 71645"/>
                    <a:gd name="connsiteY26" fmla="*/ 6717 h 58211"/>
                    <a:gd name="connsiteX27" fmla="*/ 67167 w 71645"/>
                    <a:gd name="connsiteY27" fmla="*/ 38061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1645" h="58211">
                      <a:moveTo>
                        <a:pt x="64928" y="0"/>
                      </a:moveTo>
                      <a:lnTo>
                        <a:pt x="6717" y="0"/>
                      </a:lnTo>
                      <a:cubicBezTo>
                        <a:pt x="3135" y="0"/>
                        <a:pt x="0" y="3134"/>
                        <a:pt x="0" y="6717"/>
                      </a:cubicBezTo>
                      <a:lnTo>
                        <a:pt x="0" y="38061"/>
                      </a:lnTo>
                      <a:cubicBezTo>
                        <a:pt x="0" y="41644"/>
                        <a:pt x="3135" y="44778"/>
                        <a:pt x="6717" y="44778"/>
                      </a:cubicBezTo>
                      <a:lnTo>
                        <a:pt x="33584" y="44778"/>
                      </a:lnTo>
                      <a:lnTo>
                        <a:pt x="33584" y="53734"/>
                      </a:lnTo>
                      <a:lnTo>
                        <a:pt x="20598" y="53734"/>
                      </a:lnTo>
                      <a:cubicBezTo>
                        <a:pt x="19255" y="53734"/>
                        <a:pt x="18359" y="54629"/>
                        <a:pt x="18359" y="55973"/>
                      </a:cubicBezTo>
                      <a:cubicBezTo>
                        <a:pt x="18359" y="57316"/>
                        <a:pt x="19255" y="58212"/>
                        <a:pt x="20598" y="58212"/>
                      </a:cubicBezTo>
                      <a:lnTo>
                        <a:pt x="51047" y="58212"/>
                      </a:lnTo>
                      <a:cubicBezTo>
                        <a:pt x="52391" y="58212"/>
                        <a:pt x="53286" y="57316"/>
                        <a:pt x="53286" y="55973"/>
                      </a:cubicBezTo>
                      <a:cubicBezTo>
                        <a:pt x="53286" y="54629"/>
                        <a:pt x="52391" y="53734"/>
                        <a:pt x="51047" y="53734"/>
                      </a:cubicBezTo>
                      <a:lnTo>
                        <a:pt x="38061" y="53734"/>
                      </a:lnTo>
                      <a:lnTo>
                        <a:pt x="38061" y="44778"/>
                      </a:lnTo>
                      <a:lnTo>
                        <a:pt x="64928" y="44778"/>
                      </a:lnTo>
                      <a:cubicBezTo>
                        <a:pt x="68511" y="44778"/>
                        <a:pt x="71645" y="41644"/>
                        <a:pt x="71645" y="38061"/>
                      </a:cubicBezTo>
                      <a:lnTo>
                        <a:pt x="71645" y="6717"/>
                      </a:lnTo>
                      <a:cubicBezTo>
                        <a:pt x="71645" y="2687"/>
                        <a:pt x="68958" y="0"/>
                        <a:pt x="64928" y="0"/>
                      </a:cubicBezTo>
                      <a:close/>
                      <a:moveTo>
                        <a:pt x="67167" y="38061"/>
                      </a:moveTo>
                      <a:cubicBezTo>
                        <a:pt x="67167" y="39405"/>
                        <a:pt x="66272" y="40300"/>
                        <a:pt x="64928" y="40300"/>
                      </a:cubicBezTo>
                      <a:lnTo>
                        <a:pt x="6717" y="40300"/>
                      </a:lnTo>
                      <a:cubicBezTo>
                        <a:pt x="5373" y="40300"/>
                        <a:pt x="4478" y="39405"/>
                        <a:pt x="4478" y="38061"/>
                      </a:cubicBezTo>
                      <a:lnTo>
                        <a:pt x="4478" y="6717"/>
                      </a:lnTo>
                      <a:cubicBezTo>
                        <a:pt x="4478" y="5373"/>
                        <a:pt x="5373" y="4478"/>
                        <a:pt x="6717" y="4478"/>
                      </a:cubicBezTo>
                      <a:lnTo>
                        <a:pt x="64928" y="4478"/>
                      </a:lnTo>
                      <a:cubicBezTo>
                        <a:pt x="66272" y="4478"/>
                        <a:pt x="67167" y="5373"/>
                        <a:pt x="67167" y="6717"/>
                      </a:cubicBezTo>
                      <a:lnTo>
                        <a:pt x="67167" y="3806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7" name="Freeform: Shape 4113">
                  <a:extLst>
                    <a:ext uri="{FF2B5EF4-FFF2-40B4-BE49-F238E27FC236}">
                      <a16:creationId xmlns:a16="http://schemas.microsoft.com/office/drawing/2014/main" id="{63669320-B8FD-68B4-32D0-F9CB6834F125}"/>
                    </a:ext>
                  </a:extLst>
                </p:cNvPr>
                <p:cNvSpPr/>
                <p:nvPr/>
              </p:nvSpPr>
              <p:spPr>
                <a:xfrm>
                  <a:off x="2235739" y="2082271"/>
                  <a:ext cx="71645" cy="58212"/>
                </a:xfrm>
                <a:custGeom>
                  <a:avLst/>
                  <a:gdLst>
                    <a:gd name="connsiteX0" fmla="*/ 64928 w 71645"/>
                    <a:gd name="connsiteY0" fmla="*/ 0 h 58211"/>
                    <a:gd name="connsiteX1" fmla="*/ 6717 w 71645"/>
                    <a:gd name="connsiteY1" fmla="*/ 0 h 58211"/>
                    <a:gd name="connsiteX2" fmla="*/ 0 w 71645"/>
                    <a:gd name="connsiteY2" fmla="*/ 6717 h 58211"/>
                    <a:gd name="connsiteX3" fmla="*/ 0 w 71645"/>
                    <a:gd name="connsiteY3" fmla="*/ 38061 h 58211"/>
                    <a:gd name="connsiteX4" fmla="*/ 6717 w 71645"/>
                    <a:gd name="connsiteY4" fmla="*/ 44778 h 58211"/>
                    <a:gd name="connsiteX5" fmla="*/ 33584 w 71645"/>
                    <a:gd name="connsiteY5" fmla="*/ 44778 h 58211"/>
                    <a:gd name="connsiteX6" fmla="*/ 33584 w 71645"/>
                    <a:gd name="connsiteY6" fmla="*/ 53734 h 58211"/>
                    <a:gd name="connsiteX7" fmla="*/ 20598 w 71645"/>
                    <a:gd name="connsiteY7" fmla="*/ 53734 h 58211"/>
                    <a:gd name="connsiteX8" fmla="*/ 18359 w 71645"/>
                    <a:gd name="connsiteY8" fmla="*/ 55973 h 58211"/>
                    <a:gd name="connsiteX9" fmla="*/ 20598 w 71645"/>
                    <a:gd name="connsiteY9" fmla="*/ 58212 h 58211"/>
                    <a:gd name="connsiteX10" fmla="*/ 51047 w 71645"/>
                    <a:gd name="connsiteY10" fmla="*/ 58212 h 58211"/>
                    <a:gd name="connsiteX11" fmla="*/ 53286 w 71645"/>
                    <a:gd name="connsiteY11" fmla="*/ 55973 h 58211"/>
                    <a:gd name="connsiteX12" fmla="*/ 51047 w 71645"/>
                    <a:gd name="connsiteY12" fmla="*/ 53734 h 58211"/>
                    <a:gd name="connsiteX13" fmla="*/ 38061 w 71645"/>
                    <a:gd name="connsiteY13" fmla="*/ 53734 h 58211"/>
                    <a:gd name="connsiteX14" fmla="*/ 38061 w 71645"/>
                    <a:gd name="connsiteY14" fmla="*/ 44778 h 58211"/>
                    <a:gd name="connsiteX15" fmla="*/ 64928 w 71645"/>
                    <a:gd name="connsiteY15" fmla="*/ 44778 h 58211"/>
                    <a:gd name="connsiteX16" fmla="*/ 71645 w 71645"/>
                    <a:gd name="connsiteY16" fmla="*/ 38061 h 58211"/>
                    <a:gd name="connsiteX17" fmla="*/ 71645 w 71645"/>
                    <a:gd name="connsiteY17" fmla="*/ 6717 h 58211"/>
                    <a:gd name="connsiteX18" fmla="*/ 64928 w 71645"/>
                    <a:gd name="connsiteY18" fmla="*/ 0 h 58211"/>
                    <a:gd name="connsiteX19" fmla="*/ 67167 w 71645"/>
                    <a:gd name="connsiteY19" fmla="*/ 38061 h 58211"/>
                    <a:gd name="connsiteX20" fmla="*/ 64928 w 71645"/>
                    <a:gd name="connsiteY20" fmla="*/ 40300 h 58211"/>
                    <a:gd name="connsiteX21" fmla="*/ 6717 w 71645"/>
                    <a:gd name="connsiteY21" fmla="*/ 40300 h 58211"/>
                    <a:gd name="connsiteX22" fmla="*/ 4478 w 71645"/>
                    <a:gd name="connsiteY22" fmla="*/ 38061 h 58211"/>
                    <a:gd name="connsiteX23" fmla="*/ 4478 w 71645"/>
                    <a:gd name="connsiteY23" fmla="*/ 6717 h 58211"/>
                    <a:gd name="connsiteX24" fmla="*/ 6717 w 71645"/>
                    <a:gd name="connsiteY24" fmla="*/ 4478 h 58211"/>
                    <a:gd name="connsiteX25" fmla="*/ 64928 w 71645"/>
                    <a:gd name="connsiteY25" fmla="*/ 4478 h 58211"/>
                    <a:gd name="connsiteX26" fmla="*/ 67167 w 71645"/>
                    <a:gd name="connsiteY26" fmla="*/ 6717 h 58211"/>
                    <a:gd name="connsiteX27" fmla="*/ 67167 w 71645"/>
                    <a:gd name="connsiteY27" fmla="*/ 38061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1645" h="58211">
                      <a:moveTo>
                        <a:pt x="64928" y="0"/>
                      </a:moveTo>
                      <a:lnTo>
                        <a:pt x="6717" y="0"/>
                      </a:lnTo>
                      <a:cubicBezTo>
                        <a:pt x="3135" y="0"/>
                        <a:pt x="0" y="3134"/>
                        <a:pt x="0" y="6717"/>
                      </a:cubicBezTo>
                      <a:lnTo>
                        <a:pt x="0" y="38061"/>
                      </a:lnTo>
                      <a:cubicBezTo>
                        <a:pt x="0" y="41644"/>
                        <a:pt x="3135" y="44778"/>
                        <a:pt x="6717" y="44778"/>
                      </a:cubicBezTo>
                      <a:lnTo>
                        <a:pt x="33584" y="44778"/>
                      </a:lnTo>
                      <a:lnTo>
                        <a:pt x="33584" y="53734"/>
                      </a:lnTo>
                      <a:lnTo>
                        <a:pt x="20598" y="53734"/>
                      </a:lnTo>
                      <a:cubicBezTo>
                        <a:pt x="19255" y="53734"/>
                        <a:pt x="18359" y="54629"/>
                        <a:pt x="18359" y="55973"/>
                      </a:cubicBezTo>
                      <a:cubicBezTo>
                        <a:pt x="18359" y="57316"/>
                        <a:pt x="19255" y="58212"/>
                        <a:pt x="20598" y="58212"/>
                      </a:cubicBezTo>
                      <a:lnTo>
                        <a:pt x="51047" y="58212"/>
                      </a:lnTo>
                      <a:cubicBezTo>
                        <a:pt x="52391" y="58212"/>
                        <a:pt x="53286" y="57316"/>
                        <a:pt x="53286" y="55973"/>
                      </a:cubicBezTo>
                      <a:cubicBezTo>
                        <a:pt x="53286" y="54629"/>
                        <a:pt x="52391" y="53734"/>
                        <a:pt x="51047" y="53734"/>
                      </a:cubicBezTo>
                      <a:lnTo>
                        <a:pt x="38061" y="53734"/>
                      </a:lnTo>
                      <a:lnTo>
                        <a:pt x="38061" y="44778"/>
                      </a:lnTo>
                      <a:lnTo>
                        <a:pt x="64928" y="44778"/>
                      </a:lnTo>
                      <a:cubicBezTo>
                        <a:pt x="68511" y="44778"/>
                        <a:pt x="71645" y="41644"/>
                        <a:pt x="71645" y="38061"/>
                      </a:cubicBezTo>
                      <a:lnTo>
                        <a:pt x="71645" y="6717"/>
                      </a:lnTo>
                      <a:cubicBezTo>
                        <a:pt x="71645" y="2687"/>
                        <a:pt x="68958" y="0"/>
                        <a:pt x="64928" y="0"/>
                      </a:cubicBezTo>
                      <a:close/>
                      <a:moveTo>
                        <a:pt x="67167" y="38061"/>
                      </a:moveTo>
                      <a:cubicBezTo>
                        <a:pt x="67167" y="39405"/>
                        <a:pt x="66272" y="40300"/>
                        <a:pt x="64928" y="40300"/>
                      </a:cubicBezTo>
                      <a:lnTo>
                        <a:pt x="6717" y="40300"/>
                      </a:lnTo>
                      <a:cubicBezTo>
                        <a:pt x="5373" y="40300"/>
                        <a:pt x="4478" y="39405"/>
                        <a:pt x="4478" y="38061"/>
                      </a:cubicBezTo>
                      <a:lnTo>
                        <a:pt x="4478" y="6717"/>
                      </a:lnTo>
                      <a:cubicBezTo>
                        <a:pt x="4478" y="5373"/>
                        <a:pt x="5373" y="4478"/>
                        <a:pt x="6717" y="4478"/>
                      </a:cubicBezTo>
                      <a:lnTo>
                        <a:pt x="64928" y="4478"/>
                      </a:lnTo>
                      <a:cubicBezTo>
                        <a:pt x="66272" y="4478"/>
                        <a:pt x="67167" y="5373"/>
                        <a:pt x="67167" y="6717"/>
                      </a:cubicBezTo>
                      <a:lnTo>
                        <a:pt x="67167" y="3806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8" name="Freeform: Shape 4114">
                  <a:extLst>
                    <a:ext uri="{FF2B5EF4-FFF2-40B4-BE49-F238E27FC236}">
                      <a16:creationId xmlns:a16="http://schemas.microsoft.com/office/drawing/2014/main" id="{0A42A80D-C90B-F3BB-F951-A1B187B98BE8}"/>
                    </a:ext>
                  </a:extLst>
                </p:cNvPr>
                <p:cNvSpPr/>
                <p:nvPr/>
              </p:nvSpPr>
              <p:spPr>
                <a:xfrm>
                  <a:off x="2182005" y="2082271"/>
                  <a:ext cx="44778" cy="44778"/>
                </a:xfrm>
                <a:custGeom>
                  <a:avLst/>
                  <a:gdLst>
                    <a:gd name="connsiteX0" fmla="*/ 42539 w 44778"/>
                    <a:gd name="connsiteY0" fmla="*/ 44778 h 44778"/>
                    <a:gd name="connsiteX1" fmla="*/ 2239 w 44778"/>
                    <a:gd name="connsiteY1" fmla="*/ 44778 h 44778"/>
                    <a:gd name="connsiteX2" fmla="*/ 0 w 44778"/>
                    <a:gd name="connsiteY2" fmla="*/ 42539 h 44778"/>
                    <a:gd name="connsiteX3" fmla="*/ 0 w 44778"/>
                    <a:gd name="connsiteY3" fmla="*/ 2239 h 44778"/>
                    <a:gd name="connsiteX4" fmla="*/ 2239 w 44778"/>
                    <a:gd name="connsiteY4" fmla="*/ 0 h 44778"/>
                    <a:gd name="connsiteX5" fmla="*/ 4478 w 44778"/>
                    <a:gd name="connsiteY5" fmla="*/ 2239 h 44778"/>
                    <a:gd name="connsiteX6" fmla="*/ 4478 w 44778"/>
                    <a:gd name="connsiteY6" fmla="*/ 40300 h 44778"/>
                    <a:gd name="connsiteX7" fmla="*/ 42539 w 44778"/>
                    <a:gd name="connsiteY7" fmla="*/ 40300 h 44778"/>
                    <a:gd name="connsiteX8" fmla="*/ 44778 w 44778"/>
                    <a:gd name="connsiteY8" fmla="*/ 42539 h 44778"/>
                    <a:gd name="connsiteX9" fmla="*/ 42539 w 44778"/>
                    <a:gd name="connsiteY9" fmla="*/ 447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78" h="44778">
                      <a:moveTo>
                        <a:pt x="42539" y="44778"/>
                      </a:moveTo>
                      <a:lnTo>
                        <a:pt x="2239" y="44778"/>
                      </a:lnTo>
                      <a:cubicBezTo>
                        <a:pt x="896" y="44778"/>
                        <a:pt x="0" y="43883"/>
                        <a:pt x="0" y="42539"/>
                      </a:cubicBezTo>
                      <a:lnTo>
                        <a:pt x="0" y="2239"/>
                      </a:lnTo>
                      <a:cubicBezTo>
                        <a:pt x="0" y="896"/>
                        <a:pt x="896" y="0"/>
                        <a:pt x="2239" y="0"/>
                      </a:cubicBezTo>
                      <a:cubicBezTo>
                        <a:pt x="3582" y="0"/>
                        <a:pt x="4478" y="896"/>
                        <a:pt x="4478" y="2239"/>
                      </a:cubicBezTo>
                      <a:lnTo>
                        <a:pt x="4478" y="40300"/>
                      </a:lnTo>
                      <a:lnTo>
                        <a:pt x="42539" y="40300"/>
                      </a:lnTo>
                      <a:cubicBezTo>
                        <a:pt x="43883" y="40300"/>
                        <a:pt x="44778" y="41196"/>
                        <a:pt x="44778" y="42539"/>
                      </a:cubicBezTo>
                      <a:cubicBezTo>
                        <a:pt x="44778" y="43883"/>
                        <a:pt x="43883" y="44778"/>
                        <a:pt x="42539" y="447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9" name="Freeform: Shape 4115">
                  <a:extLst>
                    <a:ext uri="{FF2B5EF4-FFF2-40B4-BE49-F238E27FC236}">
                      <a16:creationId xmlns:a16="http://schemas.microsoft.com/office/drawing/2014/main" id="{C5CFDCF7-4820-DB00-B1A1-26FBF8920986}"/>
                    </a:ext>
                  </a:extLst>
                </p:cNvPr>
                <p:cNvSpPr/>
                <p:nvPr/>
              </p:nvSpPr>
              <p:spPr>
                <a:xfrm>
                  <a:off x="2262606" y="2001670"/>
                  <a:ext cx="44778" cy="44778"/>
                </a:xfrm>
                <a:custGeom>
                  <a:avLst/>
                  <a:gdLst>
                    <a:gd name="connsiteX0" fmla="*/ 42539 w 44778"/>
                    <a:gd name="connsiteY0" fmla="*/ 44778 h 44778"/>
                    <a:gd name="connsiteX1" fmla="*/ 40300 w 44778"/>
                    <a:gd name="connsiteY1" fmla="*/ 42539 h 44778"/>
                    <a:gd name="connsiteX2" fmla="*/ 40300 w 44778"/>
                    <a:gd name="connsiteY2" fmla="*/ 4478 h 44778"/>
                    <a:gd name="connsiteX3" fmla="*/ 2239 w 44778"/>
                    <a:gd name="connsiteY3" fmla="*/ 4478 h 44778"/>
                    <a:gd name="connsiteX4" fmla="*/ 0 w 44778"/>
                    <a:gd name="connsiteY4" fmla="*/ 2239 h 44778"/>
                    <a:gd name="connsiteX5" fmla="*/ 2239 w 44778"/>
                    <a:gd name="connsiteY5" fmla="*/ 0 h 44778"/>
                    <a:gd name="connsiteX6" fmla="*/ 42539 w 44778"/>
                    <a:gd name="connsiteY6" fmla="*/ 0 h 44778"/>
                    <a:gd name="connsiteX7" fmla="*/ 44778 w 44778"/>
                    <a:gd name="connsiteY7" fmla="*/ 2239 h 44778"/>
                    <a:gd name="connsiteX8" fmla="*/ 44778 w 44778"/>
                    <a:gd name="connsiteY8" fmla="*/ 42539 h 44778"/>
                    <a:gd name="connsiteX9" fmla="*/ 42539 w 44778"/>
                    <a:gd name="connsiteY9" fmla="*/ 447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78" h="44778">
                      <a:moveTo>
                        <a:pt x="42539" y="44778"/>
                      </a:moveTo>
                      <a:cubicBezTo>
                        <a:pt x="41196" y="44778"/>
                        <a:pt x="40300" y="43883"/>
                        <a:pt x="40300" y="42539"/>
                      </a:cubicBezTo>
                      <a:lnTo>
                        <a:pt x="40300" y="4478"/>
                      </a:lnTo>
                      <a:lnTo>
                        <a:pt x="2239" y="4478"/>
                      </a:lnTo>
                      <a:cubicBezTo>
                        <a:pt x="896" y="4478"/>
                        <a:pt x="0" y="3582"/>
                        <a:pt x="0" y="2239"/>
                      </a:cubicBezTo>
                      <a:cubicBezTo>
                        <a:pt x="0" y="896"/>
                        <a:pt x="896" y="0"/>
                        <a:pt x="2239" y="0"/>
                      </a:cubicBezTo>
                      <a:lnTo>
                        <a:pt x="42539" y="0"/>
                      </a:lnTo>
                      <a:cubicBezTo>
                        <a:pt x="43883" y="0"/>
                        <a:pt x="44778" y="896"/>
                        <a:pt x="44778" y="2239"/>
                      </a:cubicBezTo>
                      <a:lnTo>
                        <a:pt x="44778" y="42539"/>
                      </a:lnTo>
                      <a:cubicBezTo>
                        <a:pt x="44778" y="43883"/>
                        <a:pt x="43883" y="44778"/>
                        <a:pt x="42539" y="447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20" name="Group 4116">
                <a:extLst>
                  <a:ext uri="{FF2B5EF4-FFF2-40B4-BE49-F238E27FC236}">
                    <a16:creationId xmlns:a16="http://schemas.microsoft.com/office/drawing/2014/main" id="{9B966701-20DC-8C28-03FC-0939DF83E3ED}"/>
                  </a:ext>
                  <a:ext uri="{C183D7F6-B498-43B3-948B-1728B52AA6E4}">
                    <adec:decorative xmlns:adec="http://schemas.microsoft.com/office/drawing/2017/decorative" val="1"/>
                  </a:ext>
                </a:extLst>
              </p:cNvPr>
              <p:cNvGrpSpPr>
                <a:grpSpLocks noChangeAspect="1"/>
              </p:cNvGrpSpPr>
              <p:nvPr/>
            </p:nvGrpSpPr>
            <p:grpSpPr>
              <a:xfrm>
                <a:off x="2387531" y="2723676"/>
                <a:ext cx="152246" cy="152246"/>
                <a:chOff x="2428285" y="1988237"/>
                <a:chExt cx="152246" cy="152246"/>
              </a:xfrm>
            </p:grpSpPr>
            <p:sp>
              <p:nvSpPr>
                <p:cNvPr id="221" name="Freeform: Shape 4117">
                  <a:extLst>
                    <a:ext uri="{FF2B5EF4-FFF2-40B4-BE49-F238E27FC236}">
                      <a16:creationId xmlns:a16="http://schemas.microsoft.com/office/drawing/2014/main" id="{D4343C07-95EA-FAA4-8F3C-9C315B71053C}"/>
                    </a:ext>
                  </a:extLst>
                </p:cNvPr>
                <p:cNvSpPr/>
                <p:nvPr/>
              </p:nvSpPr>
              <p:spPr>
                <a:xfrm>
                  <a:off x="2428285" y="1988237"/>
                  <a:ext cx="58212" cy="98512"/>
                </a:xfrm>
                <a:custGeom>
                  <a:avLst/>
                  <a:gdLst>
                    <a:gd name="connsiteX0" fmla="*/ 42539 w 58211"/>
                    <a:gd name="connsiteY0" fmla="*/ 0 h 98511"/>
                    <a:gd name="connsiteX1" fmla="*/ 15672 w 58211"/>
                    <a:gd name="connsiteY1" fmla="*/ 0 h 98511"/>
                    <a:gd name="connsiteX2" fmla="*/ 0 w 58211"/>
                    <a:gd name="connsiteY2" fmla="*/ 15672 h 98511"/>
                    <a:gd name="connsiteX3" fmla="*/ 0 w 58211"/>
                    <a:gd name="connsiteY3" fmla="*/ 82840 h 98511"/>
                    <a:gd name="connsiteX4" fmla="*/ 15672 w 58211"/>
                    <a:gd name="connsiteY4" fmla="*/ 98512 h 98511"/>
                    <a:gd name="connsiteX5" fmla="*/ 42539 w 58211"/>
                    <a:gd name="connsiteY5" fmla="*/ 98512 h 98511"/>
                    <a:gd name="connsiteX6" fmla="*/ 58212 w 58211"/>
                    <a:gd name="connsiteY6" fmla="*/ 82840 h 98511"/>
                    <a:gd name="connsiteX7" fmla="*/ 58212 w 58211"/>
                    <a:gd name="connsiteY7" fmla="*/ 15672 h 98511"/>
                    <a:gd name="connsiteX8" fmla="*/ 42539 w 58211"/>
                    <a:gd name="connsiteY8" fmla="*/ 0 h 98511"/>
                    <a:gd name="connsiteX9" fmla="*/ 53734 w 58211"/>
                    <a:gd name="connsiteY9" fmla="*/ 82840 h 98511"/>
                    <a:gd name="connsiteX10" fmla="*/ 42539 w 58211"/>
                    <a:gd name="connsiteY10" fmla="*/ 94034 h 98511"/>
                    <a:gd name="connsiteX11" fmla="*/ 15672 w 58211"/>
                    <a:gd name="connsiteY11" fmla="*/ 94034 h 98511"/>
                    <a:gd name="connsiteX12" fmla="*/ 4478 w 58211"/>
                    <a:gd name="connsiteY12" fmla="*/ 82840 h 98511"/>
                    <a:gd name="connsiteX13" fmla="*/ 4478 w 58211"/>
                    <a:gd name="connsiteY13" fmla="*/ 15672 h 98511"/>
                    <a:gd name="connsiteX14" fmla="*/ 15672 w 58211"/>
                    <a:gd name="connsiteY14" fmla="*/ 4478 h 98511"/>
                    <a:gd name="connsiteX15" fmla="*/ 21494 w 58211"/>
                    <a:gd name="connsiteY15" fmla="*/ 4478 h 98511"/>
                    <a:gd name="connsiteX16" fmla="*/ 23733 w 58211"/>
                    <a:gd name="connsiteY16" fmla="*/ 6269 h 98511"/>
                    <a:gd name="connsiteX17" fmla="*/ 34479 w 58211"/>
                    <a:gd name="connsiteY17" fmla="*/ 6269 h 98511"/>
                    <a:gd name="connsiteX18" fmla="*/ 36718 w 58211"/>
                    <a:gd name="connsiteY18" fmla="*/ 4478 h 98511"/>
                    <a:gd name="connsiteX19" fmla="*/ 42539 w 58211"/>
                    <a:gd name="connsiteY19" fmla="*/ 4478 h 98511"/>
                    <a:gd name="connsiteX20" fmla="*/ 53734 w 58211"/>
                    <a:gd name="connsiteY20" fmla="*/ 15672 h 98511"/>
                    <a:gd name="connsiteX21" fmla="*/ 53734 w 58211"/>
                    <a:gd name="connsiteY21" fmla="*/ 82840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8211" h="98511">
                      <a:moveTo>
                        <a:pt x="42539" y="0"/>
                      </a:moveTo>
                      <a:lnTo>
                        <a:pt x="15672" y="0"/>
                      </a:lnTo>
                      <a:cubicBezTo>
                        <a:pt x="7165" y="0"/>
                        <a:pt x="0" y="7165"/>
                        <a:pt x="0" y="15672"/>
                      </a:cubicBezTo>
                      <a:lnTo>
                        <a:pt x="0" y="82840"/>
                      </a:lnTo>
                      <a:cubicBezTo>
                        <a:pt x="0" y="91347"/>
                        <a:pt x="7165" y="98512"/>
                        <a:pt x="15672" y="98512"/>
                      </a:cubicBezTo>
                      <a:lnTo>
                        <a:pt x="42539" y="98512"/>
                      </a:lnTo>
                      <a:cubicBezTo>
                        <a:pt x="51047" y="98512"/>
                        <a:pt x="58212" y="91347"/>
                        <a:pt x="58212" y="82840"/>
                      </a:cubicBezTo>
                      <a:lnTo>
                        <a:pt x="58212" y="15672"/>
                      </a:lnTo>
                      <a:cubicBezTo>
                        <a:pt x="58212" y="6717"/>
                        <a:pt x="51047" y="0"/>
                        <a:pt x="42539" y="0"/>
                      </a:cubicBezTo>
                      <a:close/>
                      <a:moveTo>
                        <a:pt x="53734" y="82840"/>
                      </a:moveTo>
                      <a:cubicBezTo>
                        <a:pt x="53734" y="89109"/>
                        <a:pt x="48808" y="94034"/>
                        <a:pt x="42539" y="94034"/>
                      </a:cubicBezTo>
                      <a:lnTo>
                        <a:pt x="15672" y="94034"/>
                      </a:lnTo>
                      <a:cubicBezTo>
                        <a:pt x="9403" y="94034"/>
                        <a:pt x="4478" y="89109"/>
                        <a:pt x="4478" y="82840"/>
                      </a:cubicBezTo>
                      <a:lnTo>
                        <a:pt x="4478" y="15672"/>
                      </a:lnTo>
                      <a:cubicBezTo>
                        <a:pt x="4478" y="9403"/>
                        <a:pt x="9403" y="4478"/>
                        <a:pt x="15672" y="4478"/>
                      </a:cubicBezTo>
                      <a:lnTo>
                        <a:pt x="21494" y="4478"/>
                      </a:lnTo>
                      <a:cubicBezTo>
                        <a:pt x="21941" y="5373"/>
                        <a:pt x="22389" y="6269"/>
                        <a:pt x="23733" y="6269"/>
                      </a:cubicBezTo>
                      <a:lnTo>
                        <a:pt x="34479" y="6269"/>
                      </a:lnTo>
                      <a:cubicBezTo>
                        <a:pt x="35375" y="6269"/>
                        <a:pt x="36270" y="5373"/>
                        <a:pt x="36718" y="4478"/>
                      </a:cubicBezTo>
                      <a:lnTo>
                        <a:pt x="42539" y="4478"/>
                      </a:lnTo>
                      <a:cubicBezTo>
                        <a:pt x="48808" y="4478"/>
                        <a:pt x="53734" y="9403"/>
                        <a:pt x="53734" y="15672"/>
                      </a:cubicBezTo>
                      <a:lnTo>
                        <a:pt x="53734" y="8284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22" name="Freeform: Shape 4118">
                  <a:extLst>
                    <a:ext uri="{FF2B5EF4-FFF2-40B4-BE49-F238E27FC236}">
                      <a16:creationId xmlns:a16="http://schemas.microsoft.com/office/drawing/2014/main" id="{7DB6C3AE-F9CE-023B-8017-97B600BCDE61}"/>
                    </a:ext>
                  </a:extLst>
                </p:cNvPr>
                <p:cNvSpPr/>
                <p:nvPr/>
              </p:nvSpPr>
              <p:spPr>
                <a:xfrm>
                  <a:off x="2452017" y="2068390"/>
                  <a:ext cx="8956" cy="8956"/>
                </a:xfrm>
                <a:custGeom>
                  <a:avLst/>
                  <a:gdLst>
                    <a:gd name="connsiteX0" fmla="*/ 10747 w 8955"/>
                    <a:gd name="connsiteY0" fmla="*/ 5373 h 8955"/>
                    <a:gd name="connsiteX1" fmla="*/ 5373 w 8955"/>
                    <a:gd name="connsiteY1" fmla="*/ 10747 h 8955"/>
                    <a:gd name="connsiteX2" fmla="*/ 0 w 8955"/>
                    <a:gd name="connsiteY2" fmla="*/ 5373 h 8955"/>
                    <a:gd name="connsiteX3" fmla="*/ 5373 w 8955"/>
                    <a:gd name="connsiteY3" fmla="*/ 0 h 8955"/>
                    <a:gd name="connsiteX4" fmla="*/ 10747 w 8955"/>
                    <a:gd name="connsiteY4" fmla="*/ 5373 h 8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5" h="8955">
                      <a:moveTo>
                        <a:pt x="10747" y="5373"/>
                      </a:moveTo>
                      <a:cubicBezTo>
                        <a:pt x="10747" y="8341"/>
                        <a:pt x="8341" y="10747"/>
                        <a:pt x="5373" y="10747"/>
                      </a:cubicBezTo>
                      <a:cubicBezTo>
                        <a:pt x="2406" y="10747"/>
                        <a:pt x="0" y="8341"/>
                        <a:pt x="0" y="5373"/>
                      </a:cubicBezTo>
                      <a:cubicBezTo>
                        <a:pt x="0" y="2406"/>
                        <a:pt x="2406" y="0"/>
                        <a:pt x="5373" y="0"/>
                      </a:cubicBezTo>
                      <a:cubicBezTo>
                        <a:pt x="8341" y="0"/>
                        <a:pt x="10747" y="2406"/>
                        <a:pt x="10747" y="537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23" name="Freeform: Shape 4119">
                  <a:extLst>
                    <a:ext uri="{FF2B5EF4-FFF2-40B4-BE49-F238E27FC236}">
                      <a16:creationId xmlns:a16="http://schemas.microsoft.com/office/drawing/2014/main" id="{35F7700B-315E-0832-1C31-95B336322150}"/>
                    </a:ext>
                  </a:extLst>
                </p:cNvPr>
                <p:cNvSpPr/>
                <p:nvPr/>
              </p:nvSpPr>
              <p:spPr>
                <a:xfrm>
                  <a:off x="2522319" y="2041971"/>
                  <a:ext cx="58212" cy="98512"/>
                </a:xfrm>
                <a:custGeom>
                  <a:avLst/>
                  <a:gdLst>
                    <a:gd name="connsiteX0" fmla="*/ 42539 w 58211"/>
                    <a:gd name="connsiteY0" fmla="*/ 0 h 98511"/>
                    <a:gd name="connsiteX1" fmla="*/ 15672 w 58211"/>
                    <a:gd name="connsiteY1" fmla="*/ 0 h 98511"/>
                    <a:gd name="connsiteX2" fmla="*/ 0 w 58211"/>
                    <a:gd name="connsiteY2" fmla="*/ 15672 h 98511"/>
                    <a:gd name="connsiteX3" fmla="*/ 0 w 58211"/>
                    <a:gd name="connsiteY3" fmla="*/ 82840 h 98511"/>
                    <a:gd name="connsiteX4" fmla="*/ 15672 w 58211"/>
                    <a:gd name="connsiteY4" fmla="*/ 98512 h 98511"/>
                    <a:gd name="connsiteX5" fmla="*/ 42539 w 58211"/>
                    <a:gd name="connsiteY5" fmla="*/ 98512 h 98511"/>
                    <a:gd name="connsiteX6" fmla="*/ 58212 w 58211"/>
                    <a:gd name="connsiteY6" fmla="*/ 82840 h 98511"/>
                    <a:gd name="connsiteX7" fmla="*/ 58212 w 58211"/>
                    <a:gd name="connsiteY7" fmla="*/ 15672 h 98511"/>
                    <a:gd name="connsiteX8" fmla="*/ 42539 w 58211"/>
                    <a:gd name="connsiteY8" fmla="*/ 0 h 98511"/>
                    <a:gd name="connsiteX9" fmla="*/ 53734 w 58211"/>
                    <a:gd name="connsiteY9" fmla="*/ 82840 h 98511"/>
                    <a:gd name="connsiteX10" fmla="*/ 42539 w 58211"/>
                    <a:gd name="connsiteY10" fmla="*/ 94034 h 98511"/>
                    <a:gd name="connsiteX11" fmla="*/ 15672 w 58211"/>
                    <a:gd name="connsiteY11" fmla="*/ 94034 h 98511"/>
                    <a:gd name="connsiteX12" fmla="*/ 4478 w 58211"/>
                    <a:gd name="connsiteY12" fmla="*/ 82840 h 98511"/>
                    <a:gd name="connsiteX13" fmla="*/ 4478 w 58211"/>
                    <a:gd name="connsiteY13" fmla="*/ 15672 h 98511"/>
                    <a:gd name="connsiteX14" fmla="*/ 15672 w 58211"/>
                    <a:gd name="connsiteY14" fmla="*/ 4478 h 98511"/>
                    <a:gd name="connsiteX15" fmla="*/ 21494 w 58211"/>
                    <a:gd name="connsiteY15" fmla="*/ 4478 h 98511"/>
                    <a:gd name="connsiteX16" fmla="*/ 23733 w 58211"/>
                    <a:gd name="connsiteY16" fmla="*/ 6269 h 98511"/>
                    <a:gd name="connsiteX17" fmla="*/ 34479 w 58211"/>
                    <a:gd name="connsiteY17" fmla="*/ 6269 h 98511"/>
                    <a:gd name="connsiteX18" fmla="*/ 36718 w 58211"/>
                    <a:gd name="connsiteY18" fmla="*/ 4478 h 98511"/>
                    <a:gd name="connsiteX19" fmla="*/ 42539 w 58211"/>
                    <a:gd name="connsiteY19" fmla="*/ 4478 h 98511"/>
                    <a:gd name="connsiteX20" fmla="*/ 53734 w 58211"/>
                    <a:gd name="connsiteY20" fmla="*/ 15672 h 98511"/>
                    <a:gd name="connsiteX21" fmla="*/ 53734 w 58211"/>
                    <a:gd name="connsiteY21" fmla="*/ 82840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8211" h="98511">
                      <a:moveTo>
                        <a:pt x="42539" y="0"/>
                      </a:moveTo>
                      <a:lnTo>
                        <a:pt x="15672" y="0"/>
                      </a:lnTo>
                      <a:cubicBezTo>
                        <a:pt x="7165" y="0"/>
                        <a:pt x="0" y="7165"/>
                        <a:pt x="0" y="15672"/>
                      </a:cubicBezTo>
                      <a:lnTo>
                        <a:pt x="0" y="82840"/>
                      </a:lnTo>
                      <a:cubicBezTo>
                        <a:pt x="0" y="91347"/>
                        <a:pt x="7165" y="98512"/>
                        <a:pt x="15672" y="98512"/>
                      </a:cubicBezTo>
                      <a:lnTo>
                        <a:pt x="42539" y="98512"/>
                      </a:lnTo>
                      <a:cubicBezTo>
                        <a:pt x="51047" y="98512"/>
                        <a:pt x="58212" y="91347"/>
                        <a:pt x="58212" y="82840"/>
                      </a:cubicBezTo>
                      <a:lnTo>
                        <a:pt x="58212" y="15672"/>
                      </a:lnTo>
                      <a:cubicBezTo>
                        <a:pt x="58212" y="6717"/>
                        <a:pt x="51047" y="0"/>
                        <a:pt x="42539" y="0"/>
                      </a:cubicBezTo>
                      <a:close/>
                      <a:moveTo>
                        <a:pt x="53734" y="82840"/>
                      </a:moveTo>
                      <a:cubicBezTo>
                        <a:pt x="53734" y="89109"/>
                        <a:pt x="48808" y="94034"/>
                        <a:pt x="42539" y="94034"/>
                      </a:cubicBezTo>
                      <a:lnTo>
                        <a:pt x="15672" y="94034"/>
                      </a:lnTo>
                      <a:cubicBezTo>
                        <a:pt x="9403" y="94034"/>
                        <a:pt x="4478" y="89109"/>
                        <a:pt x="4478" y="82840"/>
                      </a:cubicBezTo>
                      <a:lnTo>
                        <a:pt x="4478" y="15672"/>
                      </a:lnTo>
                      <a:cubicBezTo>
                        <a:pt x="4478" y="9403"/>
                        <a:pt x="9403" y="4478"/>
                        <a:pt x="15672" y="4478"/>
                      </a:cubicBezTo>
                      <a:lnTo>
                        <a:pt x="21494" y="4478"/>
                      </a:lnTo>
                      <a:cubicBezTo>
                        <a:pt x="21941" y="5373"/>
                        <a:pt x="22389" y="6269"/>
                        <a:pt x="23733" y="6269"/>
                      </a:cubicBezTo>
                      <a:lnTo>
                        <a:pt x="34479" y="6269"/>
                      </a:lnTo>
                      <a:cubicBezTo>
                        <a:pt x="35375" y="6269"/>
                        <a:pt x="36270" y="5373"/>
                        <a:pt x="36718" y="4478"/>
                      </a:cubicBezTo>
                      <a:lnTo>
                        <a:pt x="42539" y="4478"/>
                      </a:lnTo>
                      <a:cubicBezTo>
                        <a:pt x="48808" y="4478"/>
                        <a:pt x="53734" y="9403"/>
                        <a:pt x="53734" y="15672"/>
                      </a:cubicBezTo>
                      <a:lnTo>
                        <a:pt x="53734" y="8284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24" name="Freeform: Shape 4120">
                  <a:extLst>
                    <a:ext uri="{FF2B5EF4-FFF2-40B4-BE49-F238E27FC236}">
                      <a16:creationId xmlns:a16="http://schemas.microsoft.com/office/drawing/2014/main" id="{3243C078-F67F-3D8C-C111-28EE83420957}"/>
                    </a:ext>
                  </a:extLst>
                </p:cNvPr>
                <p:cNvSpPr/>
                <p:nvPr/>
              </p:nvSpPr>
              <p:spPr>
                <a:xfrm>
                  <a:off x="2546052" y="2122124"/>
                  <a:ext cx="8956" cy="8956"/>
                </a:xfrm>
                <a:custGeom>
                  <a:avLst/>
                  <a:gdLst>
                    <a:gd name="connsiteX0" fmla="*/ 10747 w 8955"/>
                    <a:gd name="connsiteY0" fmla="*/ 5373 h 8955"/>
                    <a:gd name="connsiteX1" fmla="*/ 5373 w 8955"/>
                    <a:gd name="connsiteY1" fmla="*/ 10747 h 8955"/>
                    <a:gd name="connsiteX2" fmla="*/ 0 w 8955"/>
                    <a:gd name="connsiteY2" fmla="*/ 5373 h 8955"/>
                    <a:gd name="connsiteX3" fmla="*/ 5373 w 8955"/>
                    <a:gd name="connsiteY3" fmla="*/ 0 h 8955"/>
                    <a:gd name="connsiteX4" fmla="*/ 10747 w 8955"/>
                    <a:gd name="connsiteY4" fmla="*/ 5373 h 8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5" h="8955">
                      <a:moveTo>
                        <a:pt x="10747" y="5373"/>
                      </a:moveTo>
                      <a:cubicBezTo>
                        <a:pt x="10747" y="8341"/>
                        <a:pt x="8341" y="10747"/>
                        <a:pt x="5373" y="10747"/>
                      </a:cubicBezTo>
                      <a:cubicBezTo>
                        <a:pt x="2406" y="10747"/>
                        <a:pt x="0" y="8341"/>
                        <a:pt x="0" y="5373"/>
                      </a:cubicBezTo>
                      <a:cubicBezTo>
                        <a:pt x="0" y="2406"/>
                        <a:pt x="2406" y="0"/>
                        <a:pt x="5373" y="0"/>
                      </a:cubicBezTo>
                      <a:cubicBezTo>
                        <a:pt x="8341" y="0"/>
                        <a:pt x="10747" y="2406"/>
                        <a:pt x="10747" y="537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25" name="Freeform: Shape 4121">
                  <a:extLst>
                    <a:ext uri="{FF2B5EF4-FFF2-40B4-BE49-F238E27FC236}">
                      <a16:creationId xmlns:a16="http://schemas.microsoft.com/office/drawing/2014/main" id="{08052584-0375-0588-EC24-892611276639}"/>
                    </a:ext>
                  </a:extLst>
                </p:cNvPr>
                <p:cNvSpPr/>
                <p:nvPr/>
              </p:nvSpPr>
              <p:spPr>
                <a:xfrm>
                  <a:off x="2495452" y="2001670"/>
                  <a:ext cx="31345" cy="31345"/>
                </a:xfrm>
                <a:custGeom>
                  <a:avLst/>
                  <a:gdLst>
                    <a:gd name="connsiteX0" fmla="*/ 29106 w 31344"/>
                    <a:gd name="connsiteY0" fmla="*/ 31345 h 31344"/>
                    <a:gd name="connsiteX1" fmla="*/ 26867 w 31344"/>
                    <a:gd name="connsiteY1" fmla="*/ 29106 h 31344"/>
                    <a:gd name="connsiteX2" fmla="*/ 26867 w 31344"/>
                    <a:gd name="connsiteY2" fmla="*/ 15672 h 31344"/>
                    <a:gd name="connsiteX3" fmla="*/ 15672 w 31344"/>
                    <a:gd name="connsiteY3" fmla="*/ 4478 h 31344"/>
                    <a:gd name="connsiteX4" fmla="*/ 2239 w 31344"/>
                    <a:gd name="connsiteY4" fmla="*/ 4478 h 31344"/>
                    <a:gd name="connsiteX5" fmla="*/ 0 w 31344"/>
                    <a:gd name="connsiteY5" fmla="*/ 2239 h 31344"/>
                    <a:gd name="connsiteX6" fmla="*/ 2239 w 31344"/>
                    <a:gd name="connsiteY6" fmla="*/ 0 h 31344"/>
                    <a:gd name="connsiteX7" fmla="*/ 15672 w 31344"/>
                    <a:gd name="connsiteY7" fmla="*/ 0 h 31344"/>
                    <a:gd name="connsiteX8" fmla="*/ 31345 w 31344"/>
                    <a:gd name="connsiteY8" fmla="*/ 15672 h 31344"/>
                    <a:gd name="connsiteX9" fmla="*/ 31345 w 31344"/>
                    <a:gd name="connsiteY9" fmla="*/ 29106 h 31344"/>
                    <a:gd name="connsiteX10" fmla="*/ 29106 w 31344"/>
                    <a:gd name="connsiteY10" fmla="*/ 31345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44" h="31344">
                      <a:moveTo>
                        <a:pt x="29106" y="31345"/>
                      </a:moveTo>
                      <a:cubicBezTo>
                        <a:pt x="27763" y="31345"/>
                        <a:pt x="26867" y="30449"/>
                        <a:pt x="26867" y="29106"/>
                      </a:cubicBezTo>
                      <a:lnTo>
                        <a:pt x="26867" y="15672"/>
                      </a:lnTo>
                      <a:cubicBezTo>
                        <a:pt x="26867" y="9403"/>
                        <a:pt x="21941" y="4478"/>
                        <a:pt x="15672" y="4478"/>
                      </a:cubicBezTo>
                      <a:lnTo>
                        <a:pt x="2239" y="4478"/>
                      </a:lnTo>
                      <a:cubicBezTo>
                        <a:pt x="896" y="4478"/>
                        <a:pt x="0" y="3582"/>
                        <a:pt x="0" y="2239"/>
                      </a:cubicBezTo>
                      <a:cubicBezTo>
                        <a:pt x="0" y="896"/>
                        <a:pt x="896" y="0"/>
                        <a:pt x="2239" y="0"/>
                      </a:cubicBezTo>
                      <a:lnTo>
                        <a:pt x="15672" y="0"/>
                      </a:lnTo>
                      <a:cubicBezTo>
                        <a:pt x="24180" y="0"/>
                        <a:pt x="31345" y="7165"/>
                        <a:pt x="31345" y="15672"/>
                      </a:cubicBezTo>
                      <a:lnTo>
                        <a:pt x="31345" y="29106"/>
                      </a:lnTo>
                      <a:cubicBezTo>
                        <a:pt x="31345" y="30001"/>
                        <a:pt x="30449" y="31345"/>
                        <a:pt x="29106" y="313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26" name="Freeform: Shape 4122">
                  <a:extLst>
                    <a:ext uri="{FF2B5EF4-FFF2-40B4-BE49-F238E27FC236}">
                      <a16:creationId xmlns:a16="http://schemas.microsoft.com/office/drawing/2014/main" id="{8CB30094-165A-E2AA-3B65-6A671D351FC9}"/>
                    </a:ext>
                  </a:extLst>
                </p:cNvPr>
                <p:cNvSpPr/>
                <p:nvPr/>
              </p:nvSpPr>
              <p:spPr>
                <a:xfrm>
                  <a:off x="2482019" y="2095704"/>
                  <a:ext cx="31345" cy="31345"/>
                </a:xfrm>
                <a:custGeom>
                  <a:avLst/>
                  <a:gdLst>
                    <a:gd name="connsiteX0" fmla="*/ 29106 w 31344"/>
                    <a:gd name="connsiteY0" fmla="*/ 31345 h 31344"/>
                    <a:gd name="connsiteX1" fmla="*/ 15672 w 31344"/>
                    <a:gd name="connsiteY1" fmla="*/ 31345 h 31344"/>
                    <a:gd name="connsiteX2" fmla="*/ 0 w 31344"/>
                    <a:gd name="connsiteY2" fmla="*/ 15672 h 31344"/>
                    <a:gd name="connsiteX3" fmla="*/ 0 w 31344"/>
                    <a:gd name="connsiteY3" fmla="*/ 2239 h 31344"/>
                    <a:gd name="connsiteX4" fmla="*/ 2239 w 31344"/>
                    <a:gd name="connsiteY4" fmla="*/ 0 h 31344"/>
                    <a:gd name="connsiteX5" fmla="*/ 4478 w 31344"/>
                    <a:gd name="connsiteY5" fmla="*/ 2239 h 31344"/>
                    <a:gd name="connsiteX6" fmla="*/ 4478 w 31344"/>
                    <a:gd name="connsiteY6" fmla="*/ 15672 h 31344"/>
                    <a:gd name="connsiteX7" fmla="*/ 15672 w 31344"/>
                    <a:gd name="connsiteY7" fmla="*/ 26867 h 31344"/>
                    <a:gd name="connsiteX8" fmla="*/ 29106 w 31344"/>
                    <a:gd name="connsiteY8" fmla="*/ 26867 h 31344"/>
                    <a:gd name="connsiteX9" fmla="*/ 31345 w 31344"/>
                    <a:gd name="connsiteY9" fmla="*/ 29106 h 31344"/>
                    <a:gd name="connsiteX10" fmla="*/ 29106 w 31344"/>
                    <a:gd name="connsiteY10" fmla="*/ 31345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44" h="31344">
                      <a:moveTo>
                        <a:pt x="29106" y="31345"/>
                      </a:moveTo>
                      <a:lnTo>
                        <a:pt x="15672" y="31345"/>
                      </a:lnTo>
                      <a:cubicBezTo>
                        <a:pt x="7165" y="31345"/>
                        <a:pt x="0" y="24180"/>
                        <a:pt x="0" y="15672"/>
                      </a:cubicBezTo>
                      <a:lnTo>
                        <a:pt x="0" y="2239"/>
                      </a:lnTo>
                      <a:cubicBezTo>
                        <a:pt x="0" y="896"/>
                        <a:pt x="896" y="0"/>
                        <a:pt x="2239" y="0"/>
                      </a:cubicBezTo>
                      <a:cubicBezTo>
                        <a:pt x="3582" y="0"/>
                        <a:pt x="4478" y="896"/>
                        <a:pt x="4478" y="2239"/>
                      </a:cubicBezTo>
                      <a:lnTo>
                        <a:pt x="4478" y="15672"/>
                      </a:lnTo>
                      <a:cubicBezTo>
                        <a:pt x="4478" y="21941"/>
                        <a:pt x="9403" y="26867"/>
                        <a:pt x="15672" y="26867"/>
                      </a:cubicBezTo>
                      <a:lnTo>
                        <a:pt x="29106" y="26867"/>
                      </a:lnTo>
                      <a:cubicBezTo>
                        <a:pt x="30449" y="26867"/>
                        <a:pt x="31345" y="27762"/>
                        <a:pt x="31345" y="29106"/>
                      </a:cubicBezTo>
                      <a:cubicBezTo>
                        <a:pt x="31345" y="30449"/>
                        <a:pt x="30449" y="31345"/>
                        <a:pt x="29106" y="313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27" name="Group 4123">
                <a:extLst>
                  <a:ext uri="{FF2B5EF4-FFF2-40B4-BE49-F238E27FC236}">
                    <a16:creationId xmlns:a16="http://schemas.microsoft.com/office/drawing/2014/main" id="{05BEC5E0-7F8D-F8AA-EBDA-24BC55E2BFF3}"/>
                  </a:ext>
                  <a:ext uri="{C183D7F6-B498-43B3-948B-1728B52AA6E4}">
                    <adec:decorative xmlns:adec="http://schemas.microsoft.com/office/drawing/2017/decorative" val="1"/>
                  </a:ext>
                </a:extLst>
              </p:cNvPr>
              <p:cNvGrpSpPr>
                <a:grpSpLocks noChangeAspect="1"/>
              </p:cNvGrpSpPr>
              <p:nvPr/>
            </p:nvGrpSpPr>
            <p:grpSpPr>
              <a:xfrm>
                <a:off x="2657544" y="2723676"/>
                <a:ext cx="152245" cy="150006"/>
                <a:chOff x="2698298" y="1988237"/>
                <a:chExt cx="152245" cy="150006"/>
              </a:xfrm>
            </p:grpSpPr>
            <p:sp>
              <p:nvSpPr>
                <p:cNvPr id="228" name="Freeform: Shape 4124">
                  <a:extLst>
                    <a:ext uri="{FF2B5EF4-FFF2-40B4-BE49-F238E27FC236}">
                      <a16:creationId xmlns:a16="http://schemas.microsoft.com/office/drawing/2014/main" id="{929049F2-291E-6ADA-4795-16F75AA29FD8}"/>
                    </a:ext>
                  </a:extLst>
                </p:cNvPr>
                <p:cNvSpPr/>
                <p:nvPr/>
              </p:nvSpPr>
              <p:spPr>
                <a:xfrm>
                  <a:off x="2698298" y="1988237"/>
                  <a:ext cx="98512" cy="62689"/>
                </a:xfrm>
                <a:custGeom>
                  <a:avLst/>
                  <a:gdLst>
                    <a:gd name="connsiteX0" fmla="*/ 96273 w 98511"/>
                    <a:gd name="connsiteY0" fmla="*/ 53734 h 62689"/>
                    <a:gd name="connsiteX1" fmla="*/ 91795 w 98511"/>
                    <a:gd name="connsiteY1" fmla="*/ 53734 h 62689"/>
                    <a:gd name="connsiteX2" fmla="*/ 91795 w 98511"/>
                    <a:gd name="connsiteY2" fmla="*/ 6717 h 62689"/>
                    <a:gd name="connsiteX3" fmla="*/ 85079 w 98511"/>
                    <a:gd name="connsiteY3" fmla="*/ 0 h 62689"/>
                    <a:gd name="connsiteX4" fmla="*/ 13433 w 98511"/>
                    <a:gd name="connsiteY4" fmla="*/ 0 h 62689"/>
                    <a:gd name="connsiteX5" fmla="*/ 6717 w 98511"/>
                    <a:gd name="connsiteY5" fmla="*/ 6717 h 62689"/>
                    <a:gd name="connsiteX6" fmla="*/ 6717 w 98511"/>
                    <a:gd name="connsiteY6" fmla="*/ 53734 h 62689"/>
                    <a:gd name="connsiteX7" fmla="*/ 2239 w 98511"/>
                    <a:gd name="connsiteY7" fmla="*/ 53734 h 62689"/>
                    <a:gd name="connsiteX8" fmla="*/ 0 w 98511"/>
                    <a:gd name="connsiteY8" fmla="*/ 55973 h 62689"/>
                    <a:gd name="connsiteX9" fmla="*/ 8956 w 98511"/>
                    <a:gd name="connsiteY9" fmla="*/ 64928 h 62689"/>
                    <a:gd name="connsiteX10" fmla="*/ 89556 w 98511"/>
                    <a:gd name="connsiteY10" fmla="*/ 64928 h 62689"/>
                    <a:gd name="connsiteX11" fmla="*/ 98512 w 98511"/>
                    <a:gd name="connsiteY11" fmla="*/ 55973 h 62689"/>
                    <a:gd name="connsiteX12" fmla="*/ 96273 w 98511"/>
                    <a:gd name="connsiteY12" fmla="*/ 53734 h 62689"/>
                    <a:gd name="connsiteX13" fmla="*/ 11195 w 98511"/>
                    <a:gd name="connsiteY13" fmla="*/ 6717 h 62689"/>
                    <a:gd name="connsiteX14" fmla="*/ 13433 w 98511"/>
                    <a:gd name="connsiteY14" fmla="*/ 4478 h 62689"/>
                    <a:gd name="connsiteX15" fmla="*/ 85079 w 98511"/>
                    <a:gd name="connsiteY15" fmla="*/ 4478 h 62689"/>
                    <a:gd name="connsiteX16" fmla="*/ 87317 w 98511"/>
                    <a:gd name="connsiteY16" fmla="*/ 6717 h 62689"/>
                    <a:gd name="connsiteX17" fmla="*/ 87317 w 98511"/>
                    <a:gd name="connsiteY17" fmla="*/ 53734 h 62689"/>
                    <a:gd name="connsiteX18" fmla="*/ 83735 w 98511"/>
                    <a:gd name="connsiteY18" fmla="*/ 53734 h 62689"/>
                    <a:gd name="connsiteX19" fmla="*/ 83735 w 98511"/>
                    <a:gd name="connsiteY19" fmla="*/ 51495 h 62689"/>
                    <a:gd name="connsiteX20" fmla="*/ 79257 w 98511"/>
                    <a:gd name="connsiteY20" fmla="*/ 51495 h 62689"/>
                    <a:gd name="connsiteX21" fmla="*/ 79257 w 98511"/>
                    <a:gd name="connsiteY21" fmla="*/ 53734 h 62689"/>
                    <a:gd name="connsiteX22" fmla="*/ 75675 w 98511"/>
                    <a:gd name="connsiteY22" fmla="*/ 53734 h 62689"/>
                    <a:gd name="connsiteX23" fmla="*/ 75675 w 98511"/>
                    <a:gd name="connsiteY23" fmla="*/ 51495 h 62689"/>
                    <a:gd name="connsiteX24" fmla="*/ 71197 w 98511"/>
                    <a:gd name="connsiteY24" fmla="*/ 51495 h 62689"/>
                    <a:gd name="connsiteX25" fmla="*/ 71197 w 98511"/>
                    <a:gd name="connsiteY25" fmla="*/ 53734 h 62689"/>
                    <a:gd name="connsiteX26" fmla="*/ 67615 w 98511"/>
                    <a:gd name="connsiteY26" fmla="*/ 53734 h 62689"/>
                    <a:gd name="connsiteX27" fmla="*/ 67615 w 98511"/>
                    <a:gd name="connsiteY27" fmla="*/ 51495 h 62689"/>
                    <a:gd name="connsiteX28" fmla="*/ 63137 w 98511"/>
                    <a:gd name="connsiteY28" fmla="*/ 51495 h 62689"/>
                    <a:gd name="connsiteX29" fmla="*/ 63137 w 98511"/>
                    <a:gd name="connsiteY29" fmla="*/ 53734 h 62689"/>
                    <a:gd name="connsiteX30" fmla="*/ 11195 w 98511"/>
                    <a:gd name="connsiteY30" fmla="*/ 53734 h 62689"/>
                    <a:gd name="connsiteX31" fmla="*/ 11195 w 98511"/>
                    <a:gd name="connsiteY31" fmla="*/ 6717 h 62689"/>
                    <a:gd name="connsiteX32" fmla="*/ 89556 w 98511"/>
                    <a:gd name="connsiteY32" fmla="*/ 60451 h 62689"/>
                    <a:gd name="connsiteX33" fmla="*/ 8956 w 98511"/>
                    <a:gd name="connsiteY33" fmla="*/ 60451 h 62689"/>
                    <a:gd name="connsiteX34" fmla="*/ 4925 w 98511"/>
                    <a:gd name="connsiteY34" fmla="*/ 58212 h 62689"/>
                    <a:gd name="connsiteX35" fmla="*/ 93586 w 98511"/>
                    <a:gd name="connsiteY35" fmla="*/ 58212 h 62689"/>
                    <a:gd name="connsiteX36" fmla="*/ 89556 w 98511"/>
                    <a:gd name="connsiteY36" fmla="*/ 60451 h 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511" h="62689">
                      <a:moveTo>
                        <a:pt x="96273" y="53734"/>
                      </a:moveTo>
                      <a:lnTo>
                        <a:pt x="91795" y="53734"/>
                      </a:lnTo>
                      <a:lnTo>
                        <a:pt x="91795" y="6717"/>
                      </a:lnTo>
                      <a:cubicBezTo>
                        <a:pt x="91795" y="3134"/>
                        <a:pt x="88661" y="0"/>
                        <a:pt x="85079" y="0"/>
                      </a:cubicBezTo>
                      <a:lnTo>
                        <a:pt x="13433" y="0"/>
                      </a:lnTo>
                      <a:cubicBezTo>
                        <a:pt x="9851" y="0"/>
                        <a:pt x="6717" y="3134"/>
                        <a:pt x="6717" y="6717"/>
                      </a:cubicBezTo>
                      <a:lnTo>
                        <a:pt x="6717" y="53734"/>
                      </a:lnTo>
                      <a:lnTo>
                        <a:pt x="2239" y="53734"/>
                      </a:lnTo>
                      <a:cubicBezTo>
                        <a:pt x="895" y="53734"/>
                        <a:pt x="0" y="54629"/>
                        <a:pt x="0" y="55973"/>
                      </a:cubicBezTo>
                      <a:cubicBezTo>
                        <a:pt x="0" y="60898"/>
                        <a:pt x="4030" y="64928"/>
                        <a:pt x="8956" y="64928"/>
                      </a:cubicBezTo>
                      <a:lnTo>
                        <a:pt x="89556" y="64928"/>
                      </a:lnTo>
                      <a:cubicBezTo>
                        <a:pt x="94482" y="64928"/>
                        <a:pt x="98512" y="60898"/>
                        <a:pt x="98512" y="55973"/>
                      </a:cubicBezTo>
                      <a:cubicBezTo>
                        <a:pt x="98512" y="54629"/>
                        <a:pt x="97616" y="53734"/>
                        <a:pt x="96273" y="53734"/>
                      </a:cubicBezTo>
                      <a:close/>
                      <a:moveTo>
                        <a:pt x="11195" y="6717"/>
                      </a:moveTo>
                      <a:cubicBezTo>
                        <a:pt x="11195" y="5373"/>
                        <a:pt x="12090" y="4478"/>
                        <a:pt x="13433" y="4478"/>
                      </a:cubicBezTo>
                      <a:lnTo>
                        <a:pt x="85079" y="4478"/>
                      </a:lnTo>
                      <a:cubicBezTo>
                        <a:pt x="86422" y="4478"/>
                        <a:pt x="87317" y="5373"/>
                        <a:pt x="87317" y="6717"/>
                      </a:cubicBezTo>
                      <a:lnTo>
                        <a:pt x="87317" y="53734"/>
                      </a:lnTo>
                      <a:lnTo>
                        <a:pt x="83735" y="53734"/>
                      </a:lnTo>
                      <a:lnTo>
                        <a:pt x="83735" y="51495"/>
                      </a:lnTo>
                      <a:lnTo>
                        <a:pt x="79257" y="51495"/>
                      </a:lnTo>
                      <a:lnTo>
                        <a:pt x="79257" y="53734"/>
                      </a:lnTo>
                      <a:lnTo>
                        <a:pt x="75675" y="53734"/>
                      </a:lnTo>
                      <a:lnTo>
                        <a:pt x="75675" y="51495"/>
                      </a:lnTo>
                      <a:lnTo>
                        <a:pt x="71197" y="51495"/>
                      </a:lnTo>
                      <a:lnTo>
                        <a:pt x="71197" y="53734"/>
                      </a:lnTo>
                      <a:lnTo>
                        <a:pt x="67615" y="53734"/>
                      </a:lnTo>
                      <a:lnTo>
                        <a:pt x="67615" y="51495"/>
                      </a:lnTo>
                      <a:lnTo>
                        <a:pt x="63137" y="51495"/>
                      </a:lnTo>
                      <a:lnTo>
                        <a:pt x="63137" y="53734"/>
                      </a:lnTo>
                      <a:lnTo>
                        <a:pt x="11195" y="53734"/>
                      </a:lnTo>
                      <a:lnTo>
                        <a:pt x="11195" y="6717"/>
                      </a:lnTo>
                      <a:close/>
                      <a:moveTo>
                        <a:pt x="89556" y="60451"/>
                      </a:moveTo>
                      <a:lnTo>
                        <a:pt x="8956" y="60451"/>
                      </a:lnTo>
                      <a:cubicBezTo>
                        <a:pt x="7164" y="60451"/>
                        <a:pt x="5821" y="59555"/>
                        <a:pt x="4925" y="58212"/>
                      </a:cubicBezTo>
                      <a:lnTo>
                        <a:pt x="93586" y="58212"/>
                      </a:lnTo>
                      <a:cubicBezTo>
                        <a:pt x="92691" y="59555"/>
                        <a:pt x="91347" y="60451"/>
                        <a:pt x="89556" y="6045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29" name="Freeform: Shape 4125">
                  <a:extLst>
                    <a:ext uri="{FF2B5EF4-FFF2-40B4-BE49-F238E27FC236}">
                      <a16:creationId xmlns:a16="http://schemas.microsoft.com/office/drawing/2014/main" id="{7076A1F8-9303-EFEC-37EF-BAEEA5CDBA1D}"/>
                    </a:ext>
                  </a:extLst>
                </p:cNvPr>
                <p:cNvSpPr/>
                <p:nvPr/>
              </p:nvSpPr>
              <p:spPr>
                <a:xfrm>
                  <a:off x="2752031" y="2075554"/>
                  <a:ext cx="98512" cy="62689"/>
                </a:xfrm>
                <a:custGeom>
                  <a:avLst/>
                  <a:gdLst>
                    <a:gd name="connsiteX0" fmla="*/ 96273 w 98511"/>
                    <a:gd name="connsiteY0" fmla="*/ 53734 h 62689"/>
                    <a:gd name="connsiteX1" fmla="*/ 91795 w 98511"/>
                    <a:gd name="connsiteY1" fmla="*/ 53734 h 62689"/>
                    <a:gd name="connsiteX2" fmla="*/ 91795 w 98511"/>
                    <a:gd name="connsiteY2" fmla="*/ 6717 h 62689"/>
                    <a:gd name="connsiteX3" fmla="*/ 85079 w 98511"/>
                    <a:gd name="connsiteY3" fmla="*/ 0 h 62689"/>
                    <a:gd name="connsiteX4" fmla="*/ 13433 w 98511"/>
                    <a:gd name="connsiteY4" fmla="*/ 0 h 62689"/>
                    <a:gd name="connsiteX5" fmla="*/ 6717 w 98511"/>
                    <a:gd name="connsiteY5" fmla="*/ 6717 h 62689"/>
                    <a:gd name="connsiteX6" fmla="*/ 6717 w 98511"/>
                    <a:gd name="connsiteY6" fmla="*/ 53734 h 62689"/>
                    <a:gd name="connsiteX7" fmla="*/ 2239 w 98511"/>
                    <a:gd name="connsiteY7" fmla="*/ 53734 h 62689"/>
                    <a:gd name="connsiteX8" fmla="*/ 0 w 98511"/>
                    <a:gd name="connsiteY8" fmla="*/ 55973 h 62689"/>
                    <a:gd name="connsiteX9" fmla="*/ 8956 w 98511"/>
                    <a:gd name="connsiteY9" fmla="*/ 64928 h 62689"/>
                    <a:gd name="connsiteX10" fmla="*/ 89556 w 98511"/>
                    <a:gd name="connsiteY10" fmla="*/ 64928 h 62689"/>
                    <a:gd name="connsiteX11" fmla="*/ 98512 w 98511"/>
                    <a:gd name="connsiteY11" fmla="*/ 55973 h 62689"/>
                    <a:gd name="connsiteX12" fmla="*/ 96273 w 98511"/>
                    <a:gd name="connsiteY12" fmla="*/ 53734 h 62689"/>
                    <a:gd name="connsiteX13" fmla="*/ 11195 w 98511"/>
                    <a:gd name="connsiteY13" fmla="*/ 6717 h 62689"/>
                    <a:gd name="connsiteX14" fmla="*/ 13433 w 98511"/>
                    <a:gd name="connsiteY14" fmla="*/ 4478 h 62689"/>
                    <a:gd name="connsiteX15" fmla="*/ 85079 w 98511"/>
                    <a:gd name="connsiteY15" fmla="*/ 4478 h 62689"/>
                    <a:gd name="connsiteX16" fmla="*/ 87317 w 98511"/>
                    <a:gd name="connsiteY16" fmla="*/ 6717 h 62689"/>
                    <a:gd name="connsiteX17" fmla="*/ 87317 w 98511"/>
                    <a:gd name="connsiteY17" fmla="*/ 53734 h 62689"/>
                    <a:gd name="connsiteX18" fmla="*/ 83735 w 98511"/>
                    <a:gd name="connsiteY18" fmla="*/ 53734 h 62689"/>
                    <a:gd name="connsiteX19" fmla="*/ 83735 w 98511"/>
                    <a:gd name="connsiteY19" fmla="*/ 52391 h 62689"/>
                    <a:gd name="connsiteX20" fmla="*/ 79257 w 98511"/>
                    <a:gd name="connsiteY20" fmla="*/ 52391 h 62689"/>
                    <a:gd name="connsiteX21" fmla="*/ 79257 w 98511"/>
                    <a:gd name="connsiteY21" fmla="*/ 53734 h 62689"/>
                    <a:gd name="connsiteX22" fmla="*/ 75675 w 98511"/>
                    <a:gd name="connsiteY22" fmla="*/ 53734 h 62689"/>
                    <a:gd name="connsiteX23" fmla="*/ 75675 w 98511"/>
                    <a:gd name="connsiteY23" fmla="*/ 52391 h 62689"/>
                    <a:gd name="connsiteX24" fmla="*/ 71197 w 98511"/>
                    <a:gd name="connsiteY24" fmla="*/ 52391 h 62689"/>
                    <a:gd name="connsiteX25" fmla="*/ 71197 w 98511"/>
                    <a:gd name="connsiteY25" fmla="*/ 53734 h 62689"/>
                    <a:gd name="connsiteX26" fmla="*/ 67615 w 98511"/>
                    <a:gd name="connsiteY26" fmla="*/ 53734 h 62689"/>
                    <a:gd name="connsiteX27" fmla="*/ 67615 w 98511"/>
                    <a:gd name="connsiteY27" fmla="*/ 52391 h 62689"/>
                    <a:gd name="connsiteX28" fmla="*/ 63137 w 98511"/>
                    <a:gd name="connsiteY28" fmla="*/ 52391 h 62689"/>
                    <a:gd name="connsiteX29" fmla="*/ 63137 w 98511"/>
                    <a:gd name="connsiteY29" fmla="*/ 53734 h 62689"/>
                    <a:gd name="connsiteX30" fmla="*/ 11195 w 98511"/>
                    <a:gd name="connsiteY30" fmla="*/ 53734 h 62689"/>
                    <a:gd name="connsiteX31" fmla="*/ 11195 w 98511"/>
                    <a:gd name="connsiteY31" fmla="*/ 6717 h 62689"/>
                    <a:gd name="connsiteX32" fmla="*/ 89556 w 98511"/>
                    <a:gd name="connsiteY32" fmla="*/ 60451 h 62689"/>
                    <a:gd name="connsiteX33" fmla="*/ 8956 w 98511"/>
                    <a:gd name="connsiteY33" fmla="*/ 60451 h 62689"/>
                    <a:gd name="connsiteX34" fmla="*/ 4925 w 98511"/>
                    <a:gd name="connsiteY34" fmla="*/ 58212 h 62689"/>
                    <a:gd name="connsiteX35" fmla="*/ 93139 w 98511"/>
                    <a:gd name="connsiteY35" fmla="*/ 58212 h 62689"/>
                    <a:gd name="connsiteX36" fmla="*/ 89556 w 98511"/>
                    <a:gd name="connsiteY36" fmla="*/ 60451 h 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511" h="62689">
                      <a:moveTo>
                        <a:pt x="96273" y="53734"/>
                      </a:moveTo>
                      <a:lnTo>
                        <a:pt x="91795" y="53734"/>
                      </a:lnTo>
                      <a:lnTo>
                        <a:pt x="91795" y="6717"/>
                      </a:lnTo>
                      <a:cubicBezTo>
                        <a:pt x="91795" y="3134"/>
                        <a:pt x="88661" y="0"/>
                        <a:pt x="85079" y="0"/>
                      </a:cubicBezTo>
                      <a:lnTo>
                        <a:pt x="13433" y="0"/>
                      </a:lnTo>
                      <a:cubicBezTo>
                        <a:pt x="9851" y="0"/>
                        <a:pt x="6717" y="3134"/>
                        <a:pt x="6717" y="6717"/>
                      </a:cubicBezTo>
                      <a:lnTo>
                        <a:pt x="6717" y="53734"/>
                      </a:lnTo>
                      <a:lnTo>
                        <a:pt x="2239" y="53734"/>
                      </a:lnTo>
                      <a:cubicBezTo>
                        <a:pt x="895" y="53734"/>
                        <a:pt x="0" y="54629"/>
                        <a:pt x="0" y="55973"/>
                      </a:cubicBezTo>
                      <a:cubicBezTo>
                        <a:pt x="0" y="60898"/>
                        <a:pt x="4030" y="64928"/>
                        <a:pt x="8956" y="64928"/>
                      </a:cubicBezTo>
                      <a:lnTo>
                        <a:pt x="89556" y="64928"/>
                      </a:lnTo>
                      <a:cubicBezTo>
                        <a:pt x="94482" y="64928"/>
                        <a:pt x="98512" y="60898"/>
                        <a:pt x="98512" y="55973"/>
                      </a:cubicBezTo>
                      <a:cubicBezTo>
                        <a:pt x="98512" y="54629"/>
                        <a:pt x="97616" y="53734"/>
                        <a:pt x="96273" y="53734"/>
                      </a:cubicBezTo>
                      <a:close/>
                      <a:moveTo>
                        <a:pt x="11195" y="6717"/>
                      </a:moveTo>
                      <a:cubicBezTo>
                        <a:pt x="11195" y="5373"/>
                        <a:pt x="12090" y="4478"/>
                        <a:pt x="13433" y="4478"/>
                      </a:cubicBezTo>
                      <a:lnTo>
                        <a:pt x="85079" y="4478"/>
                      </a:lnTo>
                      <a:cubicBezTo>
                        <a:pt x="86422" y="4478"/>
                        <a:pt x="87317" y="5373"/>
                        <a:pt x="87317" y="6717"/>
                      </a:cubicBezTo>
                      <a:lnTo>
                        <a:pt x="87317" y="53734"/>
                      </a:lnTo>
                      <a:lnTo>
                        <a:pt x="83735" y="53734"/>
                      </a:lnTo>
                      <a:lnTo>
                        <a:pt x="83735" y="52391"/>
                      </a:lnTo>
                      <a:lnTo>
                        <a:pt x="79257" y="52391"/>
                      </a:lnTo>
                      <a:lnTo>
                        <a:pt x="79257" y="53734"/>
                      </a:lnTo>
                      <a:lnTo>
                        <a:pt x="75675" y="53734"/>
                      </a:lnTo>
                      <a:lnTo>
                        <a:pt x="75675" y="52391"/>
                      </a:lnTo>
                      <a:lnTo>
                        <a:pt x="71197" y="52391"/>
                      </a:lnTo>
                      <a:lnTo>
                        <a:pt x="71197" y="53734"/>
                      </a:lnTo>
                      <a:lnTo>
                        <a:pt x="67615" y="53734"/>
                      </a:lnTo>
                      <a:lnTo>
                        <a:pt x="67615" y="52391"/>
                      </a:lnTo>
                      <a:lnTo>
                        <a:pt x="63137" y="52391"/>
                      </a:lnTo>
                      <a:lnTo>
                        <a:pt x="63137" y="53734"/>
                      </a:lnTo>
                      <a:lnTo>
                        <a:pt x="11195" y="53734"/>
                      </a:lnTo>
                      <a:lnTo>
                        <a:pt x="11195" y="6717"/>
                      </a:lnTo>
                      <a:close/>
                      <a:moveTo>
                        <a:pt x="89556" y="60451"/>
                      </a:moveTo>
                      <a:lnTo>
                        <a:pt x="8956" y="60451"/>
                      </a:lnTo>
                      <a:cubicBezTo>
                        <a:pt x="7164" y="60451"/>
                        <a:pt x="5821" y="59555"/>
                        <a:pt x="4925" y="58212"/>
                      </a:cubicBezTo>
                      <a:lnTo>
                        <a:pt x="93139" y="58212"/>
                      </a:lnTo>
                      <a:cubicBezTo>
                        <a:pt x="92691" y="59555"/>
                        <a:pt x="91347" y="60451"/>
                        <a:pt x="89556" y="6045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30" name="Freeform: Shape 4126">
                  <a:extLst>
                    <a:ext uri="{FF2B5EF4-FFF2-40B4-BE49-F238E27FC236}">
                      <a16:creationId xmlns:a16="http://schemas.microsoft.com/office/drawing/2014/main" id="{AB10D847-2A0D-2F17-B889-851891E9E316}"/>
                    </a:ext>
                  </a:extLst>
                </p:cNvPr>
                <p:cNvSpPr/>
                <p:nvPr/>
              </p:nvSpPr>
              <p:spPr>
                <a:xfrm>
                  <a:off x="2698298" y="2082271"/>
                  <a:ext cx="44778" cy="44778"/>
                </a:xfrm>
                <a:custGeom>
                  <a:avLst/>
                  <a:gdLst>
                    <a:gd name="connsiteX0" fmla="*/ 42539 w 44778"/>
                    <a:gd name="connsiteY0" fmla="*/ 44778 h 44778"/>
                    <a:gd name="connsiteX1" fmla="*/ 15672 w 44778"/>
                    <a:gd name="connsiteY1" fmla="*/ 44778 h 44778"/>
                    <a:gd name="connsiteX2" fmla="*/ 0 w 44778"/>
                    <a:gd name="connsiteY2" fmla="*/ 29106 h 44778"/>
                    <a:gd name="connsiteX3" fmla="*/ 0 w 44778"/>
                    <a:gd name="connsiteY3" fmla="*/ 2239 h 44778"/>
                    <a:gd name="connsiteX4" fmla="*/ 2239 w 44778"/>
                    <a:gd name="connsiteY4" fmla="*/ 0 h 44778"/>
                    <a:gd name="connsiteX5" fmla="*/ 4478 w 44778"/>
                    <a:gd name="connsiteY5" fmla="*/ 2239 h 44778"/>
                    <a:gd name="connsiteX6" fmla="*/ 4478 w 44778"/>
                    <a:gd name="connsiteY6" fmla="*/ 29106 h 44778"/>
                    <a:gd name="connsiteX7" fmla="*/ 15672 w 44778"/>
                    <a:gd name="connsiteY7" fmla="*/ 40300 h 44778"/>
                    <a:gd name="connsiteX8" fmla="*/ 42539 w 44778"/>
                    <a:gd name="connsiteY8" fmla="*/ 40300 h 44778"/>
                    <a:gd name="connsiteX9" fmla="*/ 44778 w 44778"/>
                    <a:gd name="connsiteY9" fmla="*/ 42539 h 44778"/>
                    <a:gd name="connsiteX10" fmla="*/ 42539 w 44778"/>
                    <a:gd name="connsiteY10" fmla="*/ 447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78" h="44778">
                      <a:moveTo>
                        <a:pt x="42539" y="44778"/>
                      </a:moveTo>
                      <a:lnTo>
                        <a:pt x="15672" y="44778"/>
                      </a:lnTo>
                      <a:cubicBezTo>
                        <a:pt x="7164" y="44778"/>
                        <a:pt x="0" y="37614"/>
                        <a:pt x="0" y="29106"/>
                      </a:cubicBezTo>
                      <a:lnTo>
                        <a:pt x="0" y="2239"/>
                      </a:lnTo>
                      <a:cubicBezTo>
                        <a:pt x="0" y="896"/>
                        <a:pt x="895" y="0"/>
                        <a:pt x="2239" y="0"/>
                      </a:cubicBezTo>
                      <a:cubicBezTo>
                        <a:pt x="3582" y="0"/>
                        <a:pt x="4478" y="896"/>
                        <a:pt x="4478" y="2239"/>
                      </a:cubicBezTo>
                      <a:lnTo>
                        <a:pt x="4478" y="29106"/>
                      </a:lnTo>
                      <a:cubicBezTo>
                        <a:pt x="4478" y="35375"/>
                        <a:pt x="9403" y="40300"/>
                        <a:pt x="15672" y="40300"/>
                      </a:cubicBezTo>
                      <a:lnTo>
                        <a:pt x="42539" y="40300"/>
                      </a:lnTo>
                      <a:cubicBezTo>
                        <a:pt x="43883" y="40300"/>
                        <a:pt x="44778" y="41196"/>
                        <a:pt x="44778" y="42539"/>
                      </a:cubicBezTo>
                      <a:cubicBezTo>
                        <a:pt x="44778" y="43883"/>
                        <a:pt x="43883" y="44778"/>
                        <a:pt x="42539" y="447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31" name="Freeform: Shape 4127">
                  <a:extLst>
                    <a:ext uri="{FF2B5EF4-FFF2-40B4-BE49-F238E27FC236}">
                      <a16:creationId xmlns:a16="http://schemas.microsoft.com/office/drawing/2014/main" id="{4B6302E1-DFD4-5465-87A8-BE02360EC077}"/>
                    </a:ext>
                  </a:extLst>
                </p:cNvPr>
                <p:cNvSpPr/>
                <p:nvPr/>
              </p:nvSpPr>
              <p:spPr>
                <a:xfrm>
                  <a:off x="2805765" y="2001670"/>
                  <a:ext cx="44778" cy="44778"/>
                </a:xfrm>
                <a:custGeom>
                  <a:avLst/>
                  <a:gdLst>
                    <a:gd name="connsiteX0" fmla="*/ 42539 w 44778"/>
                    <a:gd name="connsiteY0" fmla="*/ 44778 h 44778"/>
                    <a:gd name="connsiteX1" fmla="*/ 40300 w 44778"/>
                    <a:gd name="connsiteY1" fmla="*/ 42539 h 44778"/>
                    <a:gd name="connsiteX2" fmla="*/ 40300 w 44778"/>
                    <a:gd name="connsiteY2" fmla="*/ 15672 h 44778"/>
                    <a:gd name="connsiteX3" fmla="*/ 29106 w 44778"/>
                    <a:gd name="connsiteY3" fmla="*/ 4478 h 44778"/>
                    <a:gd name="connsiteX4" fmla="*/ 2239 w 44778"/>
                    <a:gd name="connsiteY4" fmla="*/ 4478 h 44778"/>
                    <a:gd name="connsiteX5" fmla="*/ 0 w 44778"/>
                    <a:gd name="connsiteY5" fmla="*/ 2239 h 44778"/>
                    <a:gd name="connsiteX6" fmla="*/ 2239 w 44778"/>
                    <a:gd name="connsiteY6" fmla="*/ 0 h 44778"/>
                    <a:gd name="connsiteX7" fmla="*/ 29106 w 44778"/>
                    <a:gd name="connsiteY7" fmla="*/ 0 h 44778"/>
                    <a:gd name="connsiteX8" fmla="*/ 44778 w 44778"/>
                    <a:gd name="connsiteY8" fmla="*/ 15672 h 44778"/>
                    <a:gd name="connsiteX9" fmla="*/ 44778 w 44778"/>
                    <a:gd name="connsiteY9" fmla="*/ 42539 h 44778"/>
                    <a:gd name="connsiteX10" fmla="*/ 42539 w 44778"/>
                    <a:gd name="connsiteY10" fmla="*/ 447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78" h="44778">
                      <a:moveTo>
                        <a:pt x="42539" y="44778"/>
                      </a:moveTo>
                      <a:cubicBezTo>
                        <a:pt x="41196" y="44778"/>
                        <a:pt x="40300" y="43883"/>
                        <a:pt x="40300" y="42539"/>
                      </a:cubicBezTo>
                      <a:lnTo>
                        <a:pt x="40300" y="15672"/>
                      </a:lnTo>
                      <a:cubicBezTo>
                        <a:pt x="40300" y="9403"/>
                        <a:pt x="35375" y="4478"/>
                        <a:pt x="29106" y="4478"/>
                      </a:cubicBezTo>
                      <a:lnTo>
                        <a:pt x="2239" y="4478"/>
                      </a:lnTo>
                      <a:cubicBezTo>
                        <a:pt x="895" y="4478"/>
                        <a:pt x="0" y="3582"/>
                        <a:pt x="0" y="2239"/>
                      </a:cubicBezTo>
                      <a:cubicBezTo>
                        <a:pt x="0" y="896"/>
                        <a:pt x="895" y="0"/>
                        <a:pt x="2239" y="0"/>
                      </a:cubicBezTo>
                      <a:lnTo>
                        <a:pt x="29106" y="0"/>
                      </a:lnTo>
                      <a:cubicBezTo>
                        <a:pt x="37614" y="0"/>
                        <a:pt x="44778" y="7165"/>
                        <a:pt x="44778" y="15672"/>
                      </a:cubicBezTo>
                      <a:lnTo>
                        <a:pt x="44778" y="42539"/>
                      </a:lnTo>
                      <a:cubicBezTo>
                        <a:pt x="44778" y="43435"/>
                        <a:pt x="43883" y="44778"/>
                        <a:pt x="42539" y="447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232" name="Freeform: Shape 4128">
                <a:extLst>
                  <a:ext uri="{FF2B5EF4-FFF2-40B4-BE49-F238E27FC236}">
                    <a16:creationId xmlns:a16="http://schemas.microsoft.com/office/drawing/2014/main" id="{6FABB7B4-5D73-CC78-CD45-035CE37860AE}"/>
                  </a:ext>
                  <a:ext uri="{C183D7F6-B498-43B3-948B-1728B52AA6E4}">
                    <adec:decorative xmlns:adec="http://schemas.microsoft.com/office/drawing/2017/decorative" val="1"/>
                  </a:ext>
                </a:extLst>
              </p:cNvPr>
              <p:cNvSpPr>
                <a:spLocks noChangeAspect="1"/>
              </p:cNvSpPr>
              <p:nvPr/>
            </p:nvSpPr>
            <p:spPr>
              <a:xfrm>
                <a:off x="2930690" y="2723676"/>
                <a:ext cx="125379" cy="152246"/>
              </a:xfrm>
              <a:custGeom>
                <a:avLst/>
                <a:gdLst>
                  <a:gd name="connsiteX0" fmla="*/ 109707 w 125378"/>
                  <a:gd name="connsiteY0" fmla="*/ 98512 h 152245"/>
                  <a:gd name="connsiteX1" fmla="*/ 125379 w 125378"/>
                  <a:gd name="connsiteY1" fmla="*/ 82840 h 152245"/>
                  <a:gd name="connsiteX2" fmla="*/ 125379 w 125378"/>
                  <a:gd name="connsiteY2" fmla="*/ 29106 h 152245"/>
                  <a:gd name="connsiteX3" fmla="*/ 109707 w 125378"/>
                  <a:gd name="connsiteY3" fmla="*/ 13433 h 152245"/>
                  <a:gd name="connsiteX4" fmla="*/ 61794 w 125378"/>
                  <a:gd name="connsiteY4" fmla="*/ 13433 h 152245"/>
                  <a:gd name="connsiteX5" fmla="*/ 53734 w 125378"/>
                  <a:gd name="connsiteY5" fmla="*/ 10299 h 152245"/>
                  <a:gd name="connsiteX6" fmla="*/ 48360 w 125378"/>
                  <a:gd name="connsiteY6" fmla="*/ 4478 h 152245"/>
                  <a:gd name="connsiteX7" fmla="*/ 37166 w 125378"/>
                  <a:gd name="connsiteY7" fmla="*/ 0 h 152245"/>
                  <a:gd name="connsiteX8" fmla="*/ 15672 w 125378"/>
                  <a:gd name="connsiteY8" fmla="*/ 0 h 152245"/>
                  <a:gd name="connsiteX9" fmla="*/ 0 w 125378"/>
                  <a:gd name="connsiteY9" fmla="*/ 15672 h 152245"/>
                  <a:gd name="connsiteX10" fmla="*/ 0 w 125378"/>
                  <a:gd name="connsiteY10" fmla="*/ 82840 h 152245"/>
                  <a:gd name="connsiteX11" fmla="*/ 15672 w 125378"/>
                  <a:gd name="connsiteY11" fmla="*/ 98512 h 152245"/>
                  <a:gd name="connsiteX12" fmla="*/ 60451 w 125378"/>
                  <a:gd name="connsiteY12" fmla="*/ 98512 h 152245"/>
                  <a:gd name="connsiteX13" fmla="*/ 60451 w 125378"/>
                  <a:gd name="connsiteY13" fmla="*/ 107915 h 152245"/>
                  <a:gd name="connsiteX14" fmla="*/ 40748 w 125378"/>
                  <a:gd name="connsiteY14" fmla="*/ 127618 h 152245"/>
                  <a:gd name="connsiteX15" fmla="*/ 2239 w 125378"/>
                  <a:gd name="connsiteY15" fmla="*/ 127618 h 152245"/>
                  <a:gd name="connsiteX16" fmla="*/ 0 w 125378"/>
                  <a:gd name="connsiteY16" fmla="*/ 129857 h 152245"/>
                  <a:gd name="connsiteX17" fmla="*/ 2239 w 125378"/>
                  <a:gd name="connsiteY17" fmla="*/ 132096 h 152245"/>
                  <a:gd name="connsiteX18" fmla="*/ 40748 w 125378"/>
                  <a:gd name="connsiteY18" fmla="*/ 132096 h 152245"/>
                  <a:gd name="connsiteX19" fmla="*/ 62689 w 125378"/>
                  <a:gd name="connsiteY19" fmla="*/ 152246 h 152245"/>
                  <a:gd name="connsiteX20" fmla="*/ 84631 w 125378"/>
                  <a:gd name="connsiteY20" fmla="*/ 132096 h 152245"/>
                  <a:gd name="connsiteX21" fmla="*/ 123140 w 125378"/>
                  <a:gd name="connsiteY21" fmla="*/ 132096 h 152245"/>
                  <a:gd name="connsiteX22" fmla="*/ 125379 w 125378"/>
                  <a:gd name="connsiteY22" fmla="*/ 129857 h 152245"/>
                  <a:gd name="connsiteX23" fmla="*/ 123140 w 125378"/>
                  <a:gd name="connsiteY23" fmla="*/ 127618 h 152245"/>
                  <a:gd name="connsiteX24" fmla="*/ 84631 w 125378"/>
                  <a:gd name="connsiteY24" fmla="*/ 127618 h 152245"/>
                  <a:gd name="connsiteX25" fmla="*/ 64928 w 125378"/>
                  <a:gd name="connsiteY25" fmla="*/ 107915 h 152245"/>
                  <a:gd name="connsiteX26" fmla="*/ 64928 w 125378"/>
                  <a:gd name="connsiteY26" fmla="*/ 98512 h 152245"/>
                  <a:gd name="connsiteX27" fmla="*/ 109707 w 125378"/>
                  <a:gd name="connsiteY27" fmla="*/ 98512 h 152245"/>
                  <a:gd name="connsiteX28" fmla="*/ 80601 w 125378"/>
                  <a:gd name="connsiteY28" fmla="*/ 129857 h 152245"/>
                  <a:gd name="connsiteX29" fmla="*/ 62689 w 125378"/>
                  <a:gd name="connsiteY29" fmla="*/ 147768 h 152245"/>
                  <a:gd name="connsiteX30" fmla="*/ 44778 w 125378"/>
                  <a:gd name="connsiteY30" fmla="*/ 129857 h 152245"/>
                  <a:gd name="connsiteX31" fmla="*/ 44778 w 125378"/>
                  <a:gd name="connsiteY31" fmla="*/ 129857 h 152245"/>
                  <a:gd name="connsiteX32" fmla="*/ 44778 w 125378"/>
                  <a:gd name="connsiteY32" fmla="*/ 129857 h 152245"/>
                  <a:gd name="connsiteX33" fmla="*/ 62689 w 125378"/>
                  <a:gd name="connsiteY33" fmla="*/ 111945 h 152245"/>
                  <a:gd name="connsiteX34" fmla="*/ 80601 w 125378"/>
                  <a:gd name="connsiteY34" fmla="*/ 129857 h 152245"/>
                  <a:gd name="connsiteX35" fmla="*/ 4478 w 125378"/>
                  <a:gd name="connsiteY35" fmla="*/ 82840 h 152245"/>
                  <a:gd name="connsiteX36" fmla="*/ 4478 w 125378"/>
                  <a:gd name="connsiteY36" fmla="*/ 15672 h 152245"/>
                  <a:gd name="connsiteX37" fmla="*/ 15672 w 125378"/>
                  <a:gd name="connsiteY37" fmla="*/ 4478 h 152245"/>
                  <a:gd name="connsiteX38" fmla="*/ 37166 w 125378"/>
                  <a:gd name="connsiteY38" fmla="*/ 4478 h 152245"/>
                  <a:gd name="connsiteX39" fmla="*/ 45226 w 125378"/>
                  <a:gd name="connsiteY39" fmla="*/ 7612 h 152245"/>
                  <a:gd name="connsiteX40" fmla="*/ 50599 w 125378"/>
                  <a:gd name="connsiteY40" fmla="*/ 12986 h 152245"/>
                  <a:gd name="connsiteX41" fmla="*/ 61794 w 125378"/>
                  <a:gd name="connsiteY41" fmla="*/ 17463 h 152245"/>
                  <a:gd name="connsiteX42" fmla="*/ 110154 w 125378"/>
                  <a:gd name="connsiteY42" fmla="*/ 17463 h 152245"/>
                  <a:gd name="connsiteX43" fmla="*/ 121349 w 125378"/>
                  <a:gd name="connsiteY43" fmla="*/ 28658 h 152245"/>
                  <a:gd name="connsiteX44" fmla="*/ 121349 w 125378"/>
                  <a:gd name="connsiteY44" fmla="*/ 82392 h 152245"/>
                  <a:gd name="connsiteX45" fmla="*/ 110154 w 125378"/>
                  <a:gd name="connsiteY45" fmla="*/ 93586 h 152245"/>
                  <a:gd name="connsiteX46" fmla="*/ 16120 w 125378"/>
                  <a:gd name="connsiteY46" fmla="*/ 93586 h 152245"/>
                  <a:gd name="connsiteX47" fmla="*/ 4478 w 125378"/>
                  <a:gd name="connsiteY47" fmla="*/ 82840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25378" h="152245">
                    <a:moveTo>
                      <a:pt x="109707" y="98512"/>
                    </a:moveTo>
                    <a:cubicBezTo>
                      <a:pt x="118214" y="98512"/>
                      <a:pt x="125379" y="91347"/>
                      <a:pt x="125379" y="82840"/>
                    </a:cubicBezTo>
                    <a:lnTo>
                      <a:pt x="125379" y="29106"/>
                    </a:lnTo>
                    <a:cubicBezTo>
                      <a:pt x="125379" y="20598"/>
                      <a:pt x="118214" y="13433"/>
                      <a:pt x="109707" y="13433"/>
                    </a:cubicBezTo>
                    <a:lnTo>
                      <a:pt x="61794" y="13433"/>
                    </a:lnTo>
                    <a:cubicBezTo>
                      <a:pt x="58659" y="13433"/>
                      <a:pt x="55973" y="12090"/>
                      <a:pt x="53734" y="10299"/>
                    </a:cubicBezTo>
                    <a:lnTo>
                      <a:pt x="48360" y="4478"/>
                    </a:lnTo>
                    <a:cubicBezTo>
                      <a:pt x="45226" y="1343"/>
                      <a:pt x="41644" y="0"/>
                      <a:pt x="37166" y="0"/>
                    </a:cubicBezTo>
                    <a:lnTo>
                      <a:pt x="15672" y="0"/>
                    </a:lnTo>
                    <a:cubicBezTo>
                      <a:pt x="7164" y="0"/>
                      <a:pt x="0" y="7165"/>
                      <a:pt x="0" y="15672"/>
                    </a:cubicBezTo>
                    <a:lnTo>
                      <a:pt x="0" y="82840"/>
                    </a:lnTo>
                    <a:cubicBezTo>
                      <a:pt x="0" y="91347"/>
                      <a:pt x="7164" y="98512"/>
                      <a:pt x="15672" y="98512"/>
                    </a:cubicBezTo>
                    <a:lnTo>
                      <a:pt x="60451" y="98512"/>
                    </a:lnTo>
                    <a:lnTo>
                      <a:pt x="60451" y="107915"/>
                    </a:lnTo>
                    <a:cubicBezTo>
                      <a:pt x="49704" y="108811"/>
                      <a:pt x="41644" y="117319"/>
                      <a:pt x="40748" y="127618"/>
                    </a:cubicBezTo>
                    <a:lnTo>
                      <a:pt x="2239" y="127618"/>
                    </a:lnTo>
                    <a:cubicBezTo>
                      <a:pt x="896" y="127618"/>
                      <a:pt x="0" y="128513"/>
                      <a:pt x="0" y="129857"/>
                    </a:cubicBezTo>
                    <a:cubicBezTo>
                      <a:pt x="0" y="131200"/>
                      <a:pt x="896" y="132096"/>
                      <a:pt x="2239" y="132096"/>
                    </a:cubicBezTo>
                    <a:lnTo>
                      <a:pt x="40748" y="132096"/>
                    </a:lnTo>
                    <a:cubicBezTo>
                      <a:pt x="42091" y="143290"/>
                      <a:pt x="51495" y="152246"/>
                      <a:pt x="62689" y="152246"/>
                    </a:cubicBezTo>
                    <a:cubicBezTo>
                      <a:pt x="73884" y="152246"/>
                      <a:pt x="83735" y="143290"/>
                      <a:pt x="84631" y="132096"/>
                    </a:cubicBezTo>
                    <a:lnTo>
                      <a:pt x="123140" y="132096"/>
                    </a:lnTo>
                    <a:cubicBezTo>
                      <a:pt x="124483" y="132096"/>
                      <a:pt x="125379" y="131200"/>
                      <a:pt x="125379" y="129857"/>
                    </a:cubicBezTo>
                    <a:cubicBezTo>
                      <a:pt x="125379" y="128513"/>
                      <a:pt x="124483" y="127618"/>
                      <a:pt x="123140" y="127618"/>
                    </a:cubicBezTo>
                    <a:lnTo>
                      <a:pt x="84631" y="127618"/>
                    </a:lnTo>
                    <a:cubicBezTo>
                      <a:pt x="83735" y="116871"/>
                      <a:pt x="75227" y="108811"/>
                      <a:pt x="64928" y="107915"/>
                    </a:cubicBezTo>
                    <a:lnTo>
                      <a:pt x="64928" y="98512"/>
                    </a:lnTo>
                    <a:lnTo>
                      <a:pt x="109707" y="98512"/>
                    </a:lnTo>
                    <a:close/>
                    <a:moveTo>
                      <a:pt x="80601" y="129857"/>
                    </a:moveTo>
                    <a:cubicBezTo>
                      <a:pt x="80601" y="139708"/>
                      <a:pt x="72541" y="147768"/>
                      <a:pt x="62689" y="147768"/>
                    </a:cubicBezTo>
                    <a:cubicBezTo>
                      <a:pt x="52838" y="147768"/>
                      <a:pt x="44778" y="139708"/>
                      <a:pt x="44778" y="129857"/>
                    </a:cubicBezTo>
                    <a:cubicBezTo>
                      <a:pt x="44778" y="129857"/>
                      <a:pt x="44778" y="129857"/>
                      <a:pt x="44778" y="129857"/>
                    </a:cubicBezTo>
                    <a:cubicBezTo>
                      <a:pt x="44778" y="129857"/>
                      <a:pt x="44778" y="129857"/>
                      <a:pt x="44778" y="129857"/>
                    </a:cubicBezTo>
                    <a:cubicBezTo>
                      <a:pt x="44778" y="120006"/>
                      <a:pt x="52838" y="111945"/>
                      <a:pt x="62689" y="111945"/>
                    </a:cubicBezTo>
                    <a:cubicBezTo>
                      <a:pt x="72541" y="111945"/>
                      <a:pt x="80601" y="120006"/>
                      <a:pt x="80601" y="129857"/>
                    </a:cubicBezTo>
                    <a:close/>
                    <a:moveTo>
                      <a:pt x="4478" y="82840"/>
                    </a:moveTo>
                    <a:lnTo>
                      <a:pt x="4478" y="15672"/>
                    </a:lnTo>
                    <a:cubicBezTo>
                      <a:pt x="4478" y="9403"/>
                      <a:pt x="9403" y="4478"/>
                      <a:pt x="15672" y="4478"/>
                    </a:cubicBezTo>
                    <a:lnTo>
                      <a:pt x="37166" y="4478"/>
                    </a:lnTo>
                    <a:cubicBezTo>
                      <a:pt x="40300" y="4478"/>
                      <a:pt x="42987" y="5821"/>
                      <a:pt x="45226" y="7612"/>
                    </a:cubicBezTo>
                    <a:lnTo>
                      <a:pt x="50599" y="12986"/>
                    </a:lnTo>
                    <a:cubicBezTo>
                      <a:pt x="53734" y="16120"/>
                      <a:pt x="57316" y="17463"/>
                      <a:pt x="61794" y="17463"/>
                    </a:cubicBezTo>
                    <a:lnTo>
                      <a:pt x="110154" y="17463"/>
                    </a:lnTo>
                    <a:cubicBezTo>
                      <a:pt x="116423" y="17463"/>
                      <a:pt x="121349" y="22389"/>
                      <a:pt x="121349" y="28658"/>
                    </a:cubicBezTo>
                    <a:lnTo>
                      <a:pt x="121349" y="82392"/>
                    </a:lnTo>
                    <a:cubicBezTo>
                      <a:pt x="121349" y="88661"/>
                      <a:pt x="116423" y="93586"/>
                      <a:pt x="110154" y="93586"/>
                    </a:cubicBezTo>
                    <a:lnTo>
                      <a:pt x="16120" y="93586"/>
                    </a:lnTo>
                    <a:cubicBezTo>
                      <a:pt x="9403" y="94034"/>
                      <a:pt x="4478" y="88661"/>
                      <a:pt x="4478" y="8284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233" name="Group 4129">
                <a:extLst>
                  <a:ext uri="{FF2B5EF4-FFF2-40B4-BE49-F238E27FC236}">
                    <a16:creationId xmlns:a16="http://schemas.microsoft.com/office/drawing/2014/main" id="{22A13BCA-F171-B9F3-DA78-886FABF55C29}"/>
                  </a:ext>
                  <a:ext uri="{C183D7F6-B498-43B3-948B-1728B52AA6E4}">
                    <adec:decorative xmlns:adec="http://schemas.microsoft.com/office/drawing/2017/decorative" val="1"/>
                  </a:ext>
                </a:extLst>
              </p:cNvPr>
              <p:cNvGrpSpPr>
                <a:grpSpLocks noChangeAspect="1"/>
              </p:cNvGrpSpPr>
              <p:nvPr/>
            </p:nvGrpSpPr>
            <p:grpSpPr>
              <a:xfrm>
                <a:off x="3188165" y="2710242"/>
                <a:ext cx="147768" cy="165680"/>
                <a:chOff x="3228919" y="1974803"/>
                <a:chExt cx="147768" cy="165680"/>
              </a:xfrm>
            </p:grpSpPr>
            <p:sp>
              <p:nvSpPr>
                <p:cNvPr id="234" name="Freeform: Shape 4130">
                  <a:extLst>
                    <a:ext uri="{FF2B5EF4-FFF2-40B4-BE49-F238E27FC236}">
                      <a16:creationId xmlns:a16="http://schemas.microsoft.com/office/drawing/2014/main" id="{90171DDA-6407-4555-FCE4-19706F435D94}"/>
                    </a:ext>
                  </a:extLst>
                </p:cNvPr>
                <p:cNvSpPr/>
                <p:nvPr/>
              </p:nvSpPr>
              <p:spPr>
                <a:xfrm>
                  <a:off x="3228919" y="2055404"/>
                  <a:ext cx="147768" cy="85079"/>
                </a:xfrm>
                <a:custGeom>
                  <a:avLst/>
                  <a:gdLst>
                    <a:gd name="connsiteX0" fmla="*/ 142395 w 147767"/>
                    <a:gd name="connsiteY0" fmla="*/ 53734 h 85078"/>
                    <a:gd name="connsiteX1" fmla="*/ 133887 w 147767"/>
                    <a:gd name="connsiteY1" fmla="*/ 60451 h 85078"/>
                    <a:gd name="connsiteX2" fmla="*/ 97616 w 147767"/>
                    <a:gd name="connsiteY2" fmla="*/ 60451 h 85078"/>
                    <a:gd name="connsiteX3" fmla="*/ 77914 w 147767"/>
                    <a:gd name="connsiteY3" fmla="*/ 40748 h 85078"/>
                    <a:gd name="connsiteX4" fmla="*/ 77914 w 147767"/>
                    <a:gd name="connsiteY4" fmla="*/ 31345 h 85078"/>
                    <a:gd name="connsiteX5" fmla="*/ 136126 w 147767"/>
                    <a:gd name="connsiteY5" fmla="*/ 31345 h 85078"/>
                    <a:gd name="connsiteX6" fmla="*/ 138364 w 147767"/>
                    <a:gd name="connsiteY6" fmla="*/ 29106 h 85078"/>
                    <a:gd name="connsiteX7" fmla="*/ 138364 w 147767"/>
                    <a:gd name="connsiteY7" fmla="*/ 2239 h 85078"/>
                    <a:gd name="connsiteX8" fmla="*/ 136126 w 147767"/>
                    <a:gd name="connsiteY8" fmla="*/ 0 h 85078"/>
                    <a:gd name="connsiteX9" fmla="*/ 15224 w 147767"/>
                    <a:gd name="connsiteY9" fmla="*/ 0 h 85078"/>
                    <a:gd name="connsiteX10" fmla="*/ 12986 w 147767"/>
                    <a:gd name="connsiteY10" fmla="*/ 2239 h 85078"/>
                    <a:gd name="connsiteX11" fmla="*/ 12986 w 147767"/>
                    <a:gd name="connsiteY11" fmla="*/ 29106 h 85078"/>
                    <a:gd name="connsiteX12" fmla="*/ 15224 w 147767"/>
                    <a:gd name="connsiteY12" fmla="*/ 31345 h 85078"/>
                    <a:gd name="connsiteX13" fmla="*/ 73436 w 147767"/>
                    <a:gd name="connsiteY13" fmla="*/ 31345 h 85078"/>
                    <a:gd name="connsiteX14" fmla="*/ 73436 w 147767"/>
                    <a:gd name="connsiteY14" fmla="*/ 40748 h 85078"/>
                    <a:gd name="connsiteX15" fmla="*/ 53734 w 147767"/>
                    <a:gd name="connsiteY15" fmla="*/ 60451 h 85078"/>
                    <a:gd name="connsiteX16" fmla="*/ 17463 w 147767"/>
                    <a:gd name="connsiteY16" fmla="*/ 60451 h 85078"/>
                    <a:gd name="connsiteX17" fmla="*/ 8956 w 147767"/>
                    <a:gd name="connsiteY17" fmla="*/ 53734 h 85078"/>
                    <a:gd name="connsiteX18" fmla="*/ 0 w 147767"/>
                    <a:gd name="connsiteY18" fmla="*/ 62689 h 85078"/>
                    <a:gd name="connsiteX19" fmla="*/ 8956 w 147767"/>
                    <a:gd name="connsiteY19" fmla="*/ 71645 h 85078"/>
                    <a:gd name="connsiteX20" fmla="*/ 17463 w 147767"/>
                    <a:gd name="connsiteY20" fmla="*/ 64928 h 85078"/>
                    <a:gd name="connsiteX21" fmla="*/ 53734 w 147767"/>
                    <a:gd name="connsiteY21" fmla="*/ 64928 h 85078"/>
                    <a:gd name="connsiteX22" fmla="*/ 75675 w 147767"/>
                    <a:gd name="connsiteY22" fmla="*/ 85079 h 85078"/>
                    <a:gd name="connsiteX23" fmla="*/ 97616 w 147767"/>
                    <a:gd name="connsiteY23" fmla="*/ 64928 h 85078"/>
                    <a:gd name="connsiteX24" fmla="*/ 133887 w 147767"/>
                    <a:gd name="connsiteY24" fmla="*/ 64928 h 85078"/>
                    <a:gd name="connsiteX25" fmla="*/ 142395 w 147767"/>
                    <a:gd name="connsiteY25" fmla="*/ 71645 h 85078"/>
                    <a:gd name="connsiteX26" fmla="*/ 151350 w 147767"/>
                    <a:gd name="connsiteY26" fmla="*/ 62689 h 85078"/>
                    <a:gd name="connsiteX27" fmla="*/ 142395 w 147767"/>
                    <a:gd name="connsiteY27" fmla="*/ 53734 h 85078"/>
                    <a:gd name="connsiteX28" fmla="*/ 17016 w 147767"/>
                    <a:gd name="connsiteY28" fmla="*/ 4478 h 85078"/>
                    <a:gd name="connsiteX29" fmla="*/ 133439 w 147767"/>
                    <a:gd name="connsiteY29" fmla="*/ 4478 h 85078"/>
                    <a:gd name="connsiteX30" fmla="*/ 133439 w 147767"/>
                    <a:gd name="connsiteY30" fmla="*/ 26867 h 85078"/>
                    <a:gd name="connsiteX31" fmla="*/ 17016 w 147767"/>
                    <a:gd name="connsiteY31" fmla="*/ 26867 h 85078"/>
                    <a:gd name="connsiteX32" fmla="*/ 17016 w 147767"/>
                    <a:gd name="connsiteY32" fmla="*/ 4478 h 85078"/>
                    <a:gd name="connsiteX33" fmla="*/ 8060 w 147767"/>
                    <a:gd name="connsiteY33" fmla="*/ 67167 h 85078"/>
                    <a:gd name="connsiteX34" fmla="*/ 3582 w 147767"/>
                    <a:gd name="connsiteY34" fmla="*/ 62689 h 85078"/>
                    <a:gd name="connsiteX35" fmla="*/ 8060 w 147767"/>
                    <a:gd name="connsiteY35" fmla="*/ 58212 h 85078"/>
                    <a:gd name="connsiteX36" fmla="*/ 12538 w 147767"/>
                    <a:gd name="connsiteY36" fmla="*/ 62689 h 85078"/>
                    <a:gd name="connsiteX37" fmla="*/ 8060 w 147767"/>
                    <a:gd name="connsiteY37" fmla="*/ 67167 h 85078"/>
                    <a:gd name="connsiteX38" fmla="*/ 75227 w 147767"/>
                    <a:gd name="connsiteY38" fmla="*/ 80601 h 85078"/>
                    <a:gd name="connsiteX39" fmla="*/ 57316 w 147767"/>
                    <a:gd name="connsiteY39" fmla="*/ 62689 h 85078"/>
                    <a:gd name="connsiteX40" fmla="*/ 57316 w 147767"/>
                    <a:gd name="connsiteY40" fmla="*/ 62689 h 85078"/>
                    <a:gd name="connsiteX41" fmla="*/ 57316 w 147767"/>
                    <a:gd name="connsiteY41" fmla="*/ 62689 h 85078"/>
                    <a:gd name="connsiteX42" fmla="*/ 75227 w 147767"/>
                    <a:gd name="connsiteY42" fmla="*/ 44778 h 85078"/>
                    <a:gd name="connsiteX43" fmla="*/ 93139 w 147767"/>
                    <a:gd name="connsiteY43" fmla="*/ 62689 h 85078"/>
                    <a:gd name="connsiteX44" fmla="*/ 75227 w 147767"/>
                    <a:gd name="connsiteY44" fmla="*/ 80601 h 85078"/>
                    <a:gd name="connsiteX45" fmla="*/ 142395 w 147767"/>
                    <a:gd name="connsiteY45" fmla="*/ 67167 h 85078"/>
                    <a:gd name="connsiteX46" fmla="*/ 137917 w 147767"/>
                    <a:gd name="connsiteY46" fmla="*/ 62689 h 85078"/>
                    <a:gd name="connsiteX47" fmla="*/ 142395 w 147767"/>
                    <a:gd name="connsiteY47" fmla="*/ 58212 h 85078"/>
                    <a:gd name="connsiteX48" fmla="*/ 146872 w 147767"/>
                    <a:gd name="connsiteY48" fmla="*/ 62689 h 85078"/>
                    <a:gd name="connsiteX49" fmla="*/ 142395 w 147767"/>
                    <a:gd name="connsiteY49" fmla="*/ 67167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47767" h="85078">
                      <a:moveTo>
                        <a:pt x="142395" y="53734"/>
                      </a:moveTo>
                      <a:cubicBezTo>
                        <a:pt x="138364" y="53734"/>
                        <a:pt x="134782" y="56421"/>
                        <a:pt x="133887" y="60451"/>
                      </a:cubicBezTo>
                      <a:lnTo>
                        <a:pt x="97616" y="60451"/>
                      </a:lnTo>
                      <a:cubicBezTo>
                        <a:pt x="96721" y="49704"/>
                        <a:pt x="88213" y="41644"/>
                        <a:pt x="77914" y="40748"/>
                      </a:cubicBezTo>
                      <a:lnTo>
                        <a:pt x="77914" y="31345"/>
                      </a:lnTo>
                      <a:lnTo>
                        <a:pt x="136126" y="31345"/>
                      </a:lnTo>
                      <a:cubicBezTo>
                        <a:pt x="137469" y="31345"/>
                        <a:pt x="138364" y="30449"/>
                        <a:pt x="138364" y="29106"/>
                      </a:cubicBezTo>
                      <a:lnTo>
                        <a:pt x="138364" y="2239"/>
                      </a:lnTo>
                      <a:cubicBezTo>
                        <a:pt x="138364" y="896"/>
                        <a:pt x="137469" y="0"/>
                        <a:pt x="136126" y="0"/>
                      </a:cubicBezTo>
                      <a:lnTo>
                        <a:pt x="15224" y="0"/>
                      </a:lnTo>
                      <a:cubicBezTo>
                        <a:pt x="13881" y="0"/>
                        <a:pt x="12986" y="896"/>
                        <a:pt x="12986" y="2239"/>
                      </a:cubicBezTo>
                      <a:lnTo>
                        <a:pt x="12986" y="29106"/>
                      </a:lnTo>
                      <a:cubicBezTo>
                        <a:pt x="12986" y="30449"/>
                        <a:pt x="13881" y="31345"/>
                        <a:pt x="15224" y="31345"/>
                      </a:cubicBezTo>
                      <a:lnTo>
                        <a:pt x="73436" y="31345"/>
                      </a:lnTo>
                      <a:lnTo>
                        <a:pt x="73436" y="40748"/>
                      </a:lnTo>
                      <a:cubicBezTo>
                        <a:pt x="62689" y="41644"/>
                        <a:pt x="54629" y="50152"/>
                        <a:pt x="53734" y="60451"/>
                      </a:cubicBezTo>
                      <a:lnTo>
                        <a:pt x="17463" y="60451"/>
                      </a:lnTo>
                      <a:cubicBezTo>
                        <a:pt x="16568" y="56421"/>
                        <a:pt x="12986" y="53734"/>
                        <a:pt x="8956" y="53734"/>
                      </a:cubicBezTo>
                      <a:cubicBezTo>
                        <a:pt x="4030" y="53734"/>
                        <a:pt x="0" y="57764"/>
                        <a:pt x="0" y="62689"/>
                      </a:cubicBezTo>
                      <a:cubicBezTo>
                        <a:pt x="0" y="67615"/>
                        <a:pt x="4030" y="71645"/>
                        <a:pt x="8956" y="71645"/>
                      </a:cubicBezTo>
                      <a:cubicBezTo>
                        <a:pt x="12986" y="71645"/>
                        <a:pt x="16568" y="68958"/>
                        <a:pt x="17463" y="64928"/>
                      </a:cubicBezTo>
                      <a:lnTo>
                        <a:pt x="53734" y="64928"/>
                      </a:lnTo>
                      <a:cubicBezTo>
                        <a:pt x="55077" y="76123"/>
                        <a:pt x="64480" y="85079"/>
                        <a:pt x="75675" y="85079"/>
                      </a:cubicBezTo>
                      <a:cubicBezTo>
                        <a:pt x="87317" y="85079"/>
                        <a:pt x="96721" y="76123"/>
                        <a:pt x="97616" y="64928"/>
                      </a:cubicBezTo>
                      <a:lnTo>
                        <a:pt x="133887" y="64928"/>
                      </a:lnTo>
                      <a:cubicBezTo>
                        <a:pt x="134782" y="68958"/>
                        <a:pt x="138364" y="71645"/>
                        <a:pt x="142395" y="71645"/>
                      </a:cubicBezTo>
                      <a:cubicBezTo>
                        <a:pt x="147320" y="71645"/>
                        <a:pt x="151350" y="67615"/>
                        <a:pt x="151350" y="62689"/>
                      </a:cubicBezTo>
                      <a:cubicBezTo>
                        <a:pt x="151350" y="57764"/>
                        <a:pt x="147320" y="53734"/>
                        <a:pt x="142395" y="53734"/>
                      </a:cubicBezTo>
                      <a:close/>
                      <a:moveTo>
                        <a:pt x="17016" y="4478"/>
                      </a:moveTo>
                      <a:lnTo>
                        <a:pt x="133439" y="4478"/>
                      </a:lnTo>
                      <a:lnTo>
                        <a:pt x="133439" y="26867"/>
                      </a:lnTo>
                      <a:lnTo>
                        <a:pt x="17016" y="26867"/>
                      </a:lnTo>
                      <a:lnTo>
                        <a:pt x="17016" y="4478"/>
                      </a:lnTo>
                      <a:close/>
                      <a:moveTo>
                        <a:pt x="8060" y="67167"/>
                      </a:moveTo>
                      <a:cubicBezTo>
                        <a:pt x="5373" y="67167"/>
                        <a:pt x="3582" y="65376"/>
                        <a:pt x="3582" y="62689"/>
                      </a:cubicBezTo>
                      <a:cubicBezTo>
                        <a:pt x="3582" y="60003"/>
                        <a:pt x="5373" y="58212"/>
                        <a:pt x="8060" y="58212"/>
                      </a:cubicBezTo>
                      <a:cubicBezTo>
                        <a:pt x="10747" y="58212"/>
                        <a:pt x="12538" y="60003"/>
                        <a:pt x="12538" y="62689"/>
                      </a:cubicBezTo>
                      <a:cubicBezTo>
                        <a:pt x="12538" y="65376"/>
                        <a:pt x="10747" y="67167"/>
                        <a:pt x="8060" y="67167"/>
                      </a:cubicBezTo>
                      <a:close/>
                      <a:moveTo>
                        <a:pt x="75227" y="80601"/>
                      </a:moveTo>
                      <a:cubicBezTo>
                        <a:pt x="65376" y="80601"/>
                        <a:pt x="57316" y="72541"/>
                        <a:pt x="57316" y="62689"/>
                      </a:cubicBezTo>
                      <a:cubicBezTo>
                        <a:pt x="57316" y="62689"/>
                        <a:pt x="57316" y="62689"/>
                        <a:pt x="57316" y="62689"/>
                      </a:cubicBezTo>
                      <a:cubicBezTo>
                        <a:pt x="57316" y="62689"/>
                        <a:pt x="57316" y="62689"/>
                        <a:pt x="57316" y="62689"/>
                      </a:cubicBezTo>
                      <a:cubicBezTo>
                        <a:pt x="57316" y="52838"/>
                        <a:pt x="65376" y="44778"/>
                        <a:pt x="75227" y="44778"/>
                      </a:cubicBezTo>
                      <a:cubicBezTo>
                        <a:pt x="85079" y="44778"/>
                        <a:pt x="93139" y="52838"/>
                        <a:pt x="93139" y="62689"/>
                      </a:cubicBezTo>
                      <a:cubicBezTo>
                        <a:pt x="93139" y="72541"/>
                        <a:pt x="85079" y="80601"/>
                        <a:pt x="75227" y="80601"/>
                      </a:cubicBezTo>
                      <a:close/>
                      <a:moveTo>
                        <a:pt x="142395" y="67167"/>
                      </a:moveTo>
                      <a:cubicBezTo>
                        <a:pt x="139708" y="67167"/>
                        <a:pt x="137917" y="65376"/>
                        <a:pt x="137917" y="62689"/>
                      </a:cubicBezTo>
                      <a:cubicBezTo>
                        <a:pt x="137917" y="60003"/>
                        <a:pt x="139708" y="58212"/>
                        <a:pt x="142395" y="58212"/>
                      </a:cubicBezTo>
                      <a:cubicBezTo>
                        <a:pt x="145081" y="58212"/>
                        <a:pt x="146872" y="60003"/>
                        <a:pt x="146872" y="62689"/>
                      </a:cubicBezTo>
                      <a:cubicBezTo>
                        <a:pt x="146872" y="65376"/>
                        <a:pt x="145081" y="67167"/>
                        <a:pt x="142395" y="6716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35" name="Freeform: Shape 4131">
                  <a:extLst>
                    <a:ext uri="{FF2B5EF4-FFF2-40B4-BE49-F238E27FC236}">
                      <a16:creationId xmlns:a16="http://schemas.microsoft.com/office/drawing/2014/main" id="{1DE8C6BC-7A31-413C-4406-AD2F2EC00659}"/>
                    </a:ext>
                  </a:extLst>
                </p:cNvPr>
                <p:cNvSpPr/>
                <p:nvPr/>
              </p:nvSpPr>
              <p:spPr>
                <a:xfrm>
                  <a:off x="3254890" y="2068838"/>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6"/>
                        <a:pt x="896" y="0"/>
                        <a:pt x="2239" y="0"/>
                      </a:cubicBezTo>
                      <a:lnTo>
                        <a:pt x="15672" y="0"/>
                      </a:lnTo>
                      <a:cubicBezTo>
                        <a:pt x="17016" y="0"/>
                        <a:pt x="17911" y="896"/>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36" name="Freeform: Shape 4132">
                  <a:extLst>
                    <a:ext uri="{FF2B5EF4-FFF2-40B4-BE49-F238E27FC236}">
                      <a16:creationId xmlns:a16="http://schemas.microsoft.com/office/drawing/2014/main" id="{D37A6230-7701-AA69-5FF4-6C256307876F}"/>
                    </a:ext>
                  </a:extLst>
                </p:cNvPr>
                <p:cNvSpPr/>
                <p:nvPr/>
              </p:nvSpPr>
              <p:spPr>
                <a:xfrm>
                  <a:off x="3309520" y="2068838"/>
                  <a:ext cx="40300" cy="4478"/>
                </a:xfrm>
                <a:custGeom>
                  <a:avLst/>
                  <a:gdLst>
                    <a:gd name="connsiteX0" fmla="*/ 41644 w 40300"/>
                    <a:gd name="connsiteY0" fmla="*/ 4478 h 4477"/>
                    <a:gd name="connsiteX1" fmla="*/ 2239 w 40300"/>
                    <a:gd name="connsiteY1" fmla="*/ 4478 h 4477"/>
                    <a:gd name="connsiteX2" fmla="*/ 0 w 40300"/>
                    <a:gd name="connsiteY2" fmla="*/ 2239 h 4477"/>
                    <a:gd name="connsiteX3" fmla="*/ 2239 w 40300"/>
                    <a:gd name="connsiteY3" fmla="*/ 0 h 4477"/>
                    <a:gd name="connsiteX4" fmla="*/ 41644 w 40300"/>
                    <a:gd name="connsiteY4" fmla="*/ 0 h 4477"/>
                    <a:gd name="connsiteX5" fmla="*/ 43883 w 40300"/>
                    <a:gd name="connsiteY5" fmla="*/ 2239 h 4477"/>
                    <a:gd name="connsiteX6" fmla="*/ 41644 w 40300"/>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300" h="4477">
                      <a:moveTo>
                        <a:pt x="41644" y="4478"/>
                      </a:moveTo>
                      <a:lnTo>
                        <a:pt x="2239" y="4478"/>
                      </a:lnTo>
                      <a:cubicBezTo>
                        <a:pt x="896" y="4478"/>
                        <a:pt x="0" y="3582"/>
                        <a:pt x="0" y="2239"/>
                      </a:cubicBezTo>
                      <a:cubicBezTo>
                        <a:pt x="0" y="896"/>
                        <a:pt x="896" y="0"/>
                        <a:pt x="2239" y="0"/>
                      </a:cubicBezTo>
                      <a:lnTo>
                        <a:pt x="41644" y="0"/>
                      </a:lnTo>
                      <a:cubicBezTo>
                        <a:pt x="42987" y="0"/>
                        <a:pt x="43883" y="896"/>
                        <a:pt x="43883" y="2239"/>
                      </a:cubicBezTo>
                      <a:cubicBezTo>
                        <a:pt x="43883" y="3582"/>
                        <a:pt x="42987" y="4478"/>
                        <a:pt x="41644"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37" name="Freeform: Shape 4133">
                  <a:extLst>
                    <a:ext uri="{FF2B5EF4-FFF2-40B4-BE49-F238E27FC236}">
                      <a16:creationId xmlns:a16="http://schemas.microsoft.com/office/drawing/2014/main" id="{1C2FF4DB-DD68-CBC9-7D3F-5256541D558F}"/>
                    </a:ext>
                  </a:extLst>
                </p:cNvPr>
                <p:cNvSpPr/>
                <p:nvPr/>
              </p:nvSpPr>
              <p:spPr>
                <a:xfrm>
                  <a:off x="3241457" y="2015104"/>
                  <a:ext cx="125379" cy="31345"/>
                </a:xfrm>
                <a:custGeom>
                  <a:avLst/>
                  <a:gdLst>
                    <a:gd name="connsiteX0" fmla="*/ 123140 w 125378"/>
                    <a:gd name="connsiteY0" fmla="*/ 31345 h 31344"/>
                    <a:gd name="connsiteX1" fmla="*/ 2239 w 125378"/>
                    <a:gd name="connsiteY1" fmla="*/ 31345 h 31344"/>
                    <a:gd name="connsiteX2" fmla="*/ 0 w 125378"/>
                    <a:gd name="connsiteY2" fmla="*/ 29106 h 31344"/>
                    <a:gd name="connsiteX3" fmla="*/ 0 w 125378"/>
                    <a:gd name="connsiteY3" fmla="*/ 2239 h 31344"/>
                    <a:gd name="connsiteX4" fmla="*/ 2239 w 125378"/>
                    <a:gd name="connsiteY4" fmla="*/ 0 h 31344"/>
                    <a:gd name="connsiteX5" fmla="*/ 123140 w 125378"/>
                    <a:gd name="connsiteY5" fmla="*/ 0 h 31344"/>
                    <a:gd name="connsiteX6" fmla="*/ 125379 w 125378"/>
                    <a:gd name="connsiteY6" fmla="*/ 2239 h 31344"/>
                    <a:gd name="connsiteX7" fmla="*/ 125379 w 125378"/>
                    <a:gd name="connsiteY7" fmla="*/ 29106 h 31344"/>
                    <a:gd name="connsiteX8" fmla="*/ 123140 w 125378"/>
                    <a:gd name="connsiteY8" fmla="*/ 31345 h 31344"/>
                    <a:gd name="connsiteX9" fmla="*/ 4478 w 125378"/>
                    <a:gd name="connsiteY9" fmla="*/ 26867 h 31344"/>
                    <a:gd name="connsiteX10" fmla="*/ 120901 w 125378"/>
                    <a:gd name="connsiteY10" fmla="*/ 26867 h 31344"/>
                    <a:gd name="connsiteX11" fmla="*/ 120901 w 125378"/>
                    <a:gd name="connsiteY11" fmla="*/ 4478 h 31344"/>
                    <a:gd name="connsiteX12" fmla="*/ 4478 w 125378"/>
                    <a:gd name="connsiteY12" fmla="*/ 4478 h 31344"/>
                    <a:gd name="connsiteX13" fmla="*/ 4478 w 125378"/>
                    <a:gd name="connsiteY13" fmla="*/ 26867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5378" h="31344">
                      <a:moveTo>
                        <a:pt x="123140" y="31345"/>
                      </a:moveTo>
                      <a:lnTo>
                        <a:pt x="2239" y="31345"/>
                      </a:lnTo>
                      <a:cubicBezTo>
                        <a:pt x="896" y="31345"/>
                        <a:pt x="0" y="30449"/>
                        <a:pt x="0" y="29106"/>
                      </a:cubicBezTo>
                      <a:lnTo>
                        <a:pt x="0" y="2239"/>
                      </a:lnTo>
                      <a:cubicBezTo>
                        <a:pt x="0" y="896"/>
                        <a:pt x="896" y="0"/>
                        <a:pt x="2239" y="0"/>
                      </a:cubicBezTo>
                      <a:lnTo>
                        <a:pt x="123140" y="0"/>
                      </a:lnTo>
                      <a:cubicBezTo>
                        <a:pt x="124483" y="0"/>
                        <a:pt x="125379" y="896"/>
                        <a:pt x="125379" y="2239"/>
                      </a:cubicBezTo>
                      <a:lnTo>
                        <a:pt x="125379" y="29106"/>
                      </a:lnTo>
                      <a:cubicBezTo>
                        <a:pt x="125379" y="30001"/>
                        <a:pt x="124483" y="31345"/>
                        <a:pt x="123140" y="31345"/>
                      </a:cubicBezTo>
                      <a:close/>
                      <a:moveTo>
                        <a:pt x="4478" y="26867"/>
                      </a:moveTo>
                      <a:lnTo>
                        <a:pt x="120901" y="26867"/>
                      </a:lnTo>
                      <a:lnTo>
                        <a:pt x="120901" y="4478"/>
                      </a:lnTo>
                      <a:lnTo>
                        <a:pt x="4478" y="4478"/>
                      </a:lnTo>
                      <a:lnTo>
                        <a:pt x="4478" y="268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38" name="Freeform: Shape 4134">
                  <a:extLst>
                    <a:ext uri="{FF2B5EF4-FFF2-40B4-BE49-F238E27FC236}">
                      <a16:creationId xmlns:a16="http://schemas.microsoft.com/office/drawing/2014/main" id="{60AEC3A4-818F-66E0-BED9-BFF7B039A26E}"/>
                    </a:ext>
                  </a:extLst>
                </p:cNvPr>
                <p:cNvSpPr/>
                <p:nvPr/>
              </p:nvSpPr>
              <p:spPr>
                <a:xfrm>
                  <a:off x="3254890" y="2028537"/>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6"/>
                        <a:pt x="896" y="0"/>
                        <a:pt x="2239" y="0"/>
                      </a:cubicBezTo>
                      <a:lnTo>
                        <a:pt x="15672" y="0"/>
                      </a:lnTo>
                      <a:cubicBezTo>
                        <a:pt x="17016" y="0"/>
                        <a:pt x="17911" y="896"/>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39" name="Freeform: Shape 4135">
                  <a:extLst>
                    <a:ext uri="{FF2B5EF4-FFF2-40B4-BE49-F238E27FC236}">
                      <a16:creationId xmlns:a16="http://schemas.microsoft.com/office/drawing/2014/main" id="{3D5D6747-7ADF-8DC0-9712-C6DB80CFBAD2}"/>
                    </a:ext>
                  </a:extLst>
                </p:cNvPr>
                <p:cNvSpPr/>
                <p:nvPr/>
              </p:nvSpPr>
              <p:spPr>
                <a:xfrm>
                  <a:off x="3309520" y="2028537"/>
                  <a:ext cx="40300" cy="4478"/>
                </a:xfrm>
                <a:custGeom>
                  <a:avLst/>
                  <a:gdLst>
                    <a:gd name="connsiteX0" fmla="*/ 41644 w 40300"/>
                    <a:gd name="connsiteY0" fmla="*/ 4478 h 4477"/>
                    <a:gd name="connsiteX1" fmla="*/ 2239 w 40300"/>
                    <a:gd name="connsiteY1" fmla="*/ 4478 h 4477"/>
                    <a:gd name="connsiteX2" fmla="*/ 0 w 40300"/>
                    <a:gd name="connsiteY2" fmla="*/ 2239 h 4477"/>
                    <a:gd name="connsiteX3" fmla="*/ 2239 w 40300"/>
                    <a:gd name="connsiteY3" fmla="*/ 0 h 4477"/>
                    <a:gd name="connsiteX4" fmla="*/ 41644 w 40300"/>
                    <a:gd name="connsiteY4" fmla="*/ 0 h 4477"/>
                    <a:gd name="connsiteX5" fmla="*/ 43883 w 40300"/>
                    <a:gd name="connsiteY5" fmla="*/ 2239 h 4477"/>
                    <a:gd name="connsiteX6" fmla="*/ 41644 w 40300"/>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300" h="4477">
                      <a:moveTo>
                        <a:pt x="41644" y="4478"/>
                      </a:moveTo>
                      <a:lnTo>
                        <a:pt x="2239" y="4478"/>
                      </a:lnTo>
                      <a:cubicBezTo>
                        <a:pt x="896" y="4478"/>
                        <a:pt x="0" y="3582"/>
                        <a:pt x="0" y="2239"/>
                      </a:cubicBezTo>
                      <a:cubicBezTo>
                        <a:pt x="0" y="896"/>
                        <a:pt x="896" y="0"/>
                        <a:pt x="2239" y="0"/>
                      </a:cubicBezTo>
                      <a:lnTo>
                        <a:pt x="41644" y="0"/>
                      </a:lnTo>
                      <a:cubicBezTo>
                        <a:pt x="42987" y="0"/>
                        <a:pt x="43883" y="896"/>
                        <a:pt x="43883" y="2239"/>
                      </a:cubicBezTo>
                      <a:cubicBezTo>
                        <a:pt x="43883" y="3582"/>
                        <a:pt x="42987" y="4478"/>
                        <a:pt x="41644"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40" name="Freeform: Shape 4136">
                  <a:extLst>
                    <a:ext uri="{FF2B5EF4-FFF2-40B4-BE49-F238E27FC236}">
                      <a16:creationId xmlns:a16="http://schemas.microsoft.com/office/drawing/2014/main" id="{AF91AFA3-15E4-C1D8-B756-A8C4C08F1D08}"/>
                    </a:ext>
                  </a:extLst>
                </p:cNvPr>
                <p:cNvSpPr/>
                <p:nvPr/>
              </p:nvSpPr>
              <p:spPr>
                <a:xfrm>
                  <a:off x="3241457" y="1974803"/>
                  <a:ext cx="125379" cy="31345"/>
                </a:xfrm>
                <a:custGeom>
                  <a:avLst/>
                  <a:gdLst>
                    <a:gd name="connsiteX0" fmla="*/ 123140 w 125378"/>
                    <a:gd name="connsiteY0" fmla="*/ 31345 h 31344"/>
                    <a:gd name="connsiteX1" fmla="*/ 2239 w 125378"/>
                    <a:gd name="connsiteY1" fmla="*/ 31345 h 31344"/>
                    <a:gd name="connsiteX2" fmla="*/ 0 w 125378"/>
                    <a:gd name="connsiteY2" fmla="*/ 29106 h 31344"/>
                    <a:gd name="connsiteX3" fmla="*/ 0 w 125378"/>
                    <a:gd name="connsiteY3" fmla="*/ 2239 h 31344"/>
                    <a:gd name="connsiteX4" fmla="*/ 2239 w 125378"/>
                    <a:gd name="connsiteY4" fmla="*/ 0 h 31344"/>
                    <a:gd name="connsiteX5" fmla="*/ 123140 w 125378"/>
                    <a:gd name="connsiteY5" fmla="*/ 0 h 31344"/>
                    <a:gd name="connsiteX6" fmla="*/ 125379 w 125378"/>
                    <a:gd name="connsiteY6" fmla="*/ 2239 h 31344"/>
                    <a:gd name="connsiteX7" fmla="*/ 125379 w 125378"/>
                    <a:gd name="connsiteY7" fmla="*/ 29106 h 31344"/>
                    <a:gd name="connsiteX8" fmla="*/ 123140 w 125378"/>
                    <a:gd name="connsiteY8" fmla="*/ 31345 h 31344"/>
                    <a:gd name="connsiteX9" fmla="*/ 4478 w 125378"/>
                    <a:gd name="connsiteY9" fmla="*/ 26867 h 31344"/>
                    <a:gd name="connsiteX10" fmla="*/ 120901 w 125378"/>
                    <a:gd name="connsiteY10" fmla="*/ 26867 h 31344"/>
                    <a:gd name="connsiteX11" fmla="*/ 120901 w 125378"/>
                    <a:gd name="connsiteY11" fmla="*/ 4478 h 31344"/>
                    <a:gd name="connsiteX12" fmla="*/ 4478 w 125378"/>
                    <a:gd name="connsiteY12" fmla="*/ 4478 h 31344"/>
                    <a:gd name="connsiteX13" fmla="*/ 4478 w 125378"/>
                    <a:gd name="connsiteY13" fmla="*/ 26867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5378" h="31344">
                      <a:moveTo>
                        <a:pt x="123140" y="31345"/>
                      </a:moveTo>
                      <a:lnTo>
                        <a:pt x="2239" y="31345"/>
                      </a:lnTo>
                      <a:cubicBezTo>
                        <a:pt x="896" y="31345"/>
                        <a:pt x="0" y="30449"/>
                        <a:pt x="0" y="29106"/>
                      </a:cubicBezTo>
                      <a:lnTo>
                        <a:pt x="0" y="2239"/>
                      </a:lnTo>
                      <a:cubicBezTo>
                        <a:pt x="0" y="896"/>
                        <a:pt x="896" y="0"/>
                        <a:pt x="2239" y="0"/>
                      </a:cubicBezTo>
                      <a:lnTo>
                        <a:pt x="123140" y="0"/>
                      </a:lnTo>
                      <a:cubicBezTo>
                        <a:pt x="124483" y="0"/>
                        <a:pt x="125379" y="896"/>
                        <a:pt x="125379" y="2239"/>
                      </a:cubicBezTo>
                      <a:lnTo>
                        <a:pt x="125379" y="29106"/>
                      </a:lnTo>
                      <a:cubicBezTo>
                        <a:pt x="125379" y="30001"/>
                        <a:pt x="124483" y="31345"/>
                        <a:pt x="123140" y="31345"/>
                      </a:cubicBezTo>
                      <a:close/>
                      <a:moveTo>
                        <a:pt x="4478" y="26867"/>
                      </a:moveTo>
                      <a:lnTo>
                        <a:pt x="120901" y="26867"/>
                      </a:lnTo>
                      <a:lnTo>
                        <a:pt x="120901" y="4478"/>
                      </a:lnTo>
                      <a:lnTo>
                        <a:pt x="4478" y="4478"/>
                      </a:lnTo>
                      <a:lnTo>
                        <a:pt x="4478" y="268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41" name="Freeform: Shape 4137">
                  <a:extLst>
                    <a:ext uri="{FF2B5EF4-FFF2-40B4-BE49-F238E27FC236}">
                      <a16:creationId xmlns:a16="http://schemas.microsoft.com/office/drawing/2014/main" id="{F93DF9F0-F1B3-9D0D-87F5-C6E967A30409}"/>
                    </a:ext>
                  </a:extLst>
                </p:cNvPr>
                <p:cNvSpPr/>
                <p:nvPr/>
              </p:nvSpPr>
              <p:spPr>
                <a:xfrm>
                  <a:off x="3254890" y="1988237"/>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6"/>
                        <a:pt x="896" y="0"/>
                        <a:pt x="2239" y="0"/>
                      </a:cubicBezTo>
                      <a:lnTo>
                        <a:pt x="15672" y="0"/>
                      </a:lnTo>
                      <a:cubicBezTo>
                        <a:pt x="17016" y="0"/>
                        <a:pt x="17911" y="896"/>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42" name="Freeform: Shape 4138">
                  <a:extLst>
                    <a:ext uri="{FF2B5EF4-FFF2-40B4-BE49-F238E27FC236}">
                      <a16:creationId xmlns:a16="http://schemas.microsoft.com/office/drawing/2014/main" id="{92C35C63-1034-B6B3-C552-6E2668A89F9D}"/>
                    </a:ext>
                  </a:extLst>
                </p:cNvPr>
                <p:cNvSpPr/>
                <p:nvPr/>
              </p:nvSpPr>
              <p:spPr>
                <a:xfrm>
                  <a:off x="3309520" y="1988237"/>
                  <a:ext cx="40300" cy="4478"/>
                </a:xfrm>
                <a:custGeom>
                  <a:avLst/>
                  <a:gdLst>
                    <a:gd name="connsiteX0" fmla="*/ 41644 w 40300"/>
                    <a:gd name="connsiteY0" fmla="*/ 4478 h 4477"/>
                    <a:gd name="connsiteX1" fmla="*/ 2239 w 40300"/>
                    <a:gd name="connsiteY1" fmla="*/ 4478 h 4477"/>
                    <a:gd name="connsiteX2" fmla="*/ 0 w 40300"/>
                    <a:gd name="connsiteY2" fmla="*/ 2239 h 4477"/>
                    <a:gd name="connsiteX3" fmla="*/ 2239 w 40300"/>
                    <a:gd name="connsiteY3" fmla="*/ 0 h 4477"/>
                    <a:gd name="connsiteX4" fmla="*/ 41644 w 40300"/>
                    <a:gd name="connsiteY4" fmla="*/ 0 h 4477"/>
                    <a:gd name="connsiteX5" fmla="*/ 43883 w 40300"/>
                    <a:gd name="connsiteY5" fmla="*/ 2239 h 4477"/>
                    <a:gd name="connsiteX6" fmla="*/ 41644 w 40300"/>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300" h="4477">
                      <a:moveTo>
                        <a:pt x="41644" y="4478"/>
                      </a:moveTo>
                      <a:lnTo>
                        <a:pt x="2239" y="4478"/>
                      </a:lnTo>
                      <a:cubicBezTo>
                        <a:pt x="896" y="4478"/>
                        <a:pt x="0" y="3582"/>
                        <a:pt x="0" y="2239"/>
                      </a:cubicBezTo>
                      <a:cubicBezTo>
                        <a:pt x="0" y="896"/>
                        <a:pt x="896" y="0"/>
                        <a:pt x="2239" y="0"/>
                      </a:cubicBezTo>
                      <a:lnTo>
                        <a:pt x="41644" y="0"/>
                      </a:lnTo>
                      <a:cubicBezTo>
                        <a:pt x="42987" y="0"/>
                        <a:pt x="43883" y="896"/>
                        <a:pt x="43883" y="2239"/>
                      </a:cubicBezTo>
                      <a:cubicBezTo>
                        <a:pt x="43883" y="3582"/>
                        <a:pt x="42987" y="4478"/>
                        <a:pt x="41644"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243" name="Freeform: Shape 4139">
                <a:extLst>
                  <a:ext uri="{FF2B5EF4-FFF2-40B4-BE49-F238E27FC236}">
                    <a16:creationId xmlns:a16="http://schemas.microsoft.com/office/drawing/2014/main" id="{E21F1DB7-AB30-B955-CA6E-1B5542FE6898}"/>
                  </a:ext>
                  <a:ext uri="{C183D7F6-B498-43B3-948B-1728B52AA6E4}">
                    <adec:decorative xmlns:adec="http://schemas.microsoft.com/office/drawing/2017/decorative" val="1"/>
                  </a:ext>
                </a:extLst>
              </p:cNvPr>
              <p:cNvSpPr>
                <a:spLocks noChangeAspect="1"/>
              </p:cNvSpPr>
              <p:nvPr/>
            </p:nvSpPr>
            <p:spPr>
              <a:xfrm>
                <a:off x="3451461" y="2726363"/>
                <a:ext cx="138812" cy="147768"/>
              </a:xfrm>
              <a:custGeom>
                <a:avLst/>
                <a:gdLst>
                  <a:gd name="connsiteX0" fmla="*/ 132096 w 138812"/>
                  <a:gd name="connsiteY0" fmla="*/ 124931 h 147767"/>
                  <a:gd name="connsiteX1" fmla="*/ 93587 w 138812"/>
                  <a:gd name="connsiteY1" fmla="*/ 124931 h 147767"/>
                  <a:gd name="connsiteX2" fmla="*/ 73884 w 138812"/>
                  <a:gd name="connsiteY2" fmla="*/ 105229 h 147767"/>
                  <a:gd name="connsiteX3" fmla="*/ 73884 w 138812"/>
                  <a:gd name="connsiteY3" fmla="*/ 95825 h 147767"/>
                  <a:gd name="connsiteX4" fmla="*/ 102990 w 138812"/>
                  <a:gd name="connsiteY4" fmla="*/ 95825 h 147767"/>
                  <a:gd name="connsiteX5" fmla="*/ 138812 w 138812"/>
                  <a:gd name="connsiteY5" fmla="*/ 60003 h 147767"/>
                  <a:gd name="connsiteX6" fmla="*/ 102990 w 138812"/>
                  <a:gd name="connsiteY6" fmla="*/ 24180 h 147767"/>
                  <a:gd name="connsiteX7" fmla="*/ 94930 w 138812"/>
                  <a:gd name="connsiteY7" fmla="*/ 25076 h 147767"/>
                  <a:gd name="connsiteX8" fmla="*/ 55973 w 138812"/>
                  <a:gd name="connsiteY8" fmla="*/ 0 h 147767"/>
                  <a:gd name="connsiteX9" fmla="*/ 13433 w 138812"/>
                  <a:gd name="connsiteY9" fmla="*/ 42091 h 147767"/>
                  <a:gd name="connsiteX10" fmla="*/ 0 w 138812"/>
                  <a:gd name="connsiteY10" fmla="*/ 66719 h 147767"/>
                  <a:gd name="connsiteX11" fmla="*/ 29106 w 138812"/>
                  <a:gd name="connsiteY11" fmla="*/ 95825 h 147767"/>
                  <a:gd name="connsiteX12" fmla="*/ 69406 w 138812"/>
                  <a:gd name="connsiteY12" fmla="*/ 95825 h 147767"/>
                  <a:gd name="connsiteX13" fmla="*/ 69406 w 138812"/>
                  <a:gd name="connsiteY13" fmla="*/ 105229 h 147767"/>
                  <a:gd name="connsiteX14" fmla="*/ 49704 w 138812"/>
                  <a:gd name="connsiteY14" fmla="*/ 124931 h 147767"/>
                  <a:gd name="connsiteX15" fmla="*/ 11195 w 138812"/>
                  <a:gd name="connsiteY15" fmla="*/ 124931 h 147767"/>
                  <a:gd name="connsiteX16" fmla="*/ 8956 w 138812"/>
                  <a:gd name="connsiteY16" fmla="*/ 127170 h 147767"/>
                  <a:gd name="connsiteX17" fmla="*/ 11195 w 138812"/>
                  <a:gd name="connsiteY17" fmla="*/ 129409 h 147767"/>
                  <a:gd name="connsiteX18" fmla="*/ 49704 w 138812"/>
                  <a:gd name="connsiteY18" fmla="*/ 129409 h 147767"/>
                  <a:gd name="connsiteX19" fmla="*/ 71645 w 138812"/>
                  <a:gd name="connsiteY19" fmla="*/ 149559 h 147767"/>
                  <a:gd name="connsiteX20" fmla="*/ 93587 w 138812"/>
                  <a:gd name="connsiteY20" fmla="*/ 129409 h 147767"/>
                  <a:gd name="connsiteX21" fmla="*/ 132096 w 138812"/>
                  <a:gd name="connsiteY21" fmla="*/ 129409 h 147767"/>
                  <a:gd name="connsiteX22" fmla="*/ 134335 w 138812"/>
                  <a:gd name="connsiteY22" fmla="*/ 127170 h 147767"/>
                  <a:gd name="connsiteX23" fmla="*/ 132096 w 138812"/>
                  <a:gd name="connsiteY23" fmla="*/ 124931 h 147767"/>
                  <a:gd name="connsiteX24" fmla="*/ 4478 w 138812"/>
                  <a:gd name="connsiteY24" fmla="*/ 66719 h 147767"/>
                  <a:gd name="connsiteX25" fmla="*/ 17016 w 138812"/>
                  <a:gd name="connsiteY25" fmla="*/ 45226 h 147767"/>
                  <a:gd name="connsiteX26" fmla="*/ 17911 w 138812"/>
                  <a:gd name="connsiteY26" fmla="*/ 43435 h 147767"/>
                  <a:gd name="connsiteX27" fmla="*/ 17911 w 138812"/>
                  <a:gd name="connsiteY27" fmla="*/ 42091 h 147767"/>
                  <a:gd name="connsiteX28" fmla="*/ 55973 w 138812"/>
                  <a:gd name="connsiteY28" fmla="*/ 4030 h 147767"/>
                  <a:gd name="connsiteX29" fmla="*/ 91348 w 138812"/>
                  <a:gd name="connsiteY29" fmla="*/ 28210 h 147767"/>
                  <a:gd name="connsiteX30" fmla="*/ 94034 w 138812"/>
                  <a:gd name="connsiteY30" fmla="*/ 29554 h 147767"/>
                  <a:gd name="connsiteX31" fmla="*/ 102990 w 138812"/>
                  <a:gd name="connsiteY31" fmla="*/ 28210 h 147767"/>
                  <a:gd name="connsiteX32" fmla="*/ 134335 w 138812"/>
                  <a:gd name="connsiteY32" fmla="*/ 59555 h 147767"/>
                  <a:gd name="connsiteX33" fmla="*/ 102990 w 138812"/>
                  <a:gd name="connsiteY33" fmla="*/ 90900 h 147767"/>
                  <a:gd name="connsiteX34" fmla="*/ 29106 w 138812"/>
                  <a:gd name="connsiteY34" fmla="*/ 90900 h 147767"/>
                  <a:gd name="connsiteX35" fmla="*/ 4478 w 138812"/>
                  <a:gd name="connsiteY35" fmla="*/ 66719 h 147767"/>
                  <a:gd name="connsiteX36" fmla="*/ 71645 w 138812"/>
                  <a:gd name="connsiteY36" fmla="*/ 145081 h 147767"/>
                  <a:gd name="connsiteX37" fmla="*/ 53734 w 138812"/>
                  <a:gd name="connsiteY37" fmla="*/ 127170 h 147767"/>
                  <a:gd name="connsiteX38" fmla="*/ 53734 w 138812"/>
                  <a:gd name="connsiteY38" fmla="*/ 127170 h 147767"/>
                  <a:gd name="connsiteX39" fmla="*/ 53734 w 138812"/>
                  <a:gd name="connsiteY39" fmla="*/ 127170 h 147767"/>
                  <a:gd name="connsiteX40" fmla="*/ 71645 w 138812"/>
                  <a:gd name="connsiteY40" fmla="*/ 109259 h 147767"/>
                  <a:gd name="connsiteX41" fmla="*/ 89556 w 138812"/>
                  <a:gd name="connsiteY41" fmla="*/ 127170 h 147767"/>
                  <a:gd name="connsiteX42" fmla="*/ 71645 w 138812"/>
                  <a:gd name="connsiteY42" fmla="*/ 145081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8812" h="147767">
                    <a:moveTo>
                      <a:pt x="132096" y="124931"/>
                    </a:moveTo>
                    <a:lnTo>
                      <a:pt x="93587" y="124931"/>
                    </a:lnTo>
                    <a:cubicBezTo>
                      <a:pt x="92691" y="114184"/>
                      <a:pt x="84183" y="106124"/>
                      <a:pt x="73884" y="105229"/>
                    </a:cubicBezTo>
                    <a:lnTo>
                      <a:pt x="73884" y="95825"/>
                    </a:lnTo>
                    <a:lnTo>
                      <a:pt x="102990" y="95825"/>
                    </a:lnTo>
                    <a:cubicBezTo>
                      <a:pt x="122692" y="95825"/>
                      <a:pt x="138812" y="79705"/>
                      <a:pt x="138812" y="60003"/>
                    </a:cubicBezTo>
                    <a:cubicBezTo>
                      <a:pt x="138812" y="40300"/>
                      <a:pt x="122692" y="24180"/>
                      <a:pt x="102990" y="24180"/>
                    </a:cubicBezTo>
                    <a:cubicBezTo>
                      <a:pt x="100303" y="24180"/>
                      <a:pt x="97616" y="24628"/>
                      <a:pt x="94930" y="25076"/>
                    </a:cubicBezTo>
                    <a:cubicBezTo>
                      <a:pt x="88213" y="9851"/>
                      <a:pt x="72988" y="0"/>
                      <a:pt x="55973" y="0"/>
                    </a:cubicBezTo>
                    <a:cubicBezTo>
                      <a:pt x="32688" y="0"/>
                      <a:pt x="13433" y="18807"/>
                      <a:pt x="13433" y="42091"/>
                    </a:cubicBezTo>
                    <a:cubicBezTo>
                      <a:pt x="4925" y="47465"/>
                      <a:pt x="0" y="56868"/>
                      <a:pt x="0" y="66719"/>
                    </a:cubicBezTo>
                    <a:cubicBezTo>
                      <a:pt x="0" y="82840"/>
                      <a:pt x="12986" y="95825"/>
                      <a:pt x="29106" y="95825"/>
                    </a:cubicBezTo>
                    <a:lnTo>
                      <a:pt x="69406" y="95825"/>
                    </a:lnTo>
                    <a:lnTo>
                      <a:pt x="69406" y="105229"/>
                    </a:lnTo>
                    <a:cubicBezTo>
                      <a:pt x="58659" y="106124"/>
                      <a:pt x="50599" y="114632"/>
                      <a:pt x="49704" y="124931"/>
                    </a:cubicBezTo>
                    <a:lnTo>
                      <a:pt x="11195" y="124931"/>
                    </a:lnTo>
                    <a:cubicBezTo>
                      <a:pt x="9851" y="124931"/>
                      <a:pt x="8956" y="125827"/>
                      <a:pt x="8956" y="127170"/>
                    </a:cubicBezTo>
                    <a:cubicBezTo>
                      <a:pt x="8956" y="128513"/>
                      <a:pt x="9851" y="129409"/>
                      <a:pt x="11195" y="129409"/>
                    </a:cubicBezTo>
                    <a:lnTo>
                      <a:pt x="49704" y="129409"/>
                    </a:lnTo>
                    <a:cubicBezTo>
                      <a:pt x="51047" y="140603"/>
                      <a:pt x="60451" y="149559"/>
                      <a:pt x="71645" y="149559"/>
                    </a:cubicBezTo>
                    <a:cubicBezTo>
                      <a:pt x="83287" y="149559"/>
                      <a:pt x="92691" y="140603"/>
                      <a:pt x="93587" y="129409"/>
                    </a:cubicBezTo>
                    <a:lnTo>
                      <a:pt x="132096" y="129409"/>
                    </a:lnTo>
                    <a:cubicBezTo>
                      <a:pt x="133439" y="129409"/>
                      <a:pt x="134335" y="128513"/>
                      <a:pt x="134335" y="127170"/>
                    </a:cubicBezTo>
                    <a:cubicBezTo>
                      <a:pt x="134335" y="125827"/>
                      <a:pt x="133439" y="124931"/>
                      <a:pt x="132096" y="124931"/>
                    </a:cubicBezTo>
                    <a:close/>
                    <a:moveTo>
                      <a:pt x="4478" y="66719"/>
                    </a:moveTo>
                    <a:cubicBezTo>
                      <a:pt x="4478" y="58212"/>
                      <a:pt x="9403" y="49704"/>
                      <a:pt x="17016" y="45226"/>
                    </a:cubicBezTo>
                    <a:cubicBezTo>
                      <a:pt x="17911" y="44778"/>
                      <a:pt x="17911" y="43883"/>
                      <a:pt x="17911" y="43435"/>
                    </a:cubicBezTo>
                    <a:lnTo>
                      <a:pt x="17911" y="42091"/>
                    </a:lnTo>
                    <a:cubicBezTo>
                      <a:pt x="17911" y="21046"/>
                      <a:pt x="34927" y="4030"/>
                      <a:pt x="55973" y="4030"/>
                    </a:cubicBezTo>
                    <a:cubicBezTo>
                      <a:pt x="71645" y="4030"/>
                      <a:pt x="85974" y="13881"/>
                      <a:pt x="91348" y="28210"/>
                    </a:cubicBezTo>
                    <a:cubicBezTo>
                      <a:pt x="91795" y="29106"/>
                      <a:pt x="93139" y="30001"/>
                      <a:pt x="94034" y="29554"/>
                    </a:cubicBezTo>
                    <a:cubicBezTo>
                      <a:pt x="96721" y="28658"/>
                      <a:pt x="99855" y="28210"/>
                      <a:pt x="102990" y="28210"/>
                    </a:cubicBezTo>
                    <a:cubicBezTo>
                      <a:pt x="120453" y="28210"/>
                      <a:pt x="134335" y="42091"/>
                      <a:pt x="134335" y="59555"/>
                    </a:cubicBezTo>
                    <a:cubicBezTo>
                      <a:pt x="134335" y="77018"/>
                      <a:pt x="120453" y="90900"/>
                      <a:pt x="102990" y="90900"/>
                    </a:cubicBezTo>
                    <a:lnTo>
                      <a:pt x="29106" y="90900"/>
                    </a:lnTo>
                    <a:cubicBezTo>
                      <a:pt x="15672" y="91347"/>
                      <a:pt x="4478" y="80153"/>
                      <a:pt x="4478" y="66719"/>
                    </a:cubicBezTo>
                    <a:close/>
                    <a:moveTo>
                      <a:pt x="71645" y="145081"/>
                    </a:moveTo>
                    <a:cubicBezTo>
                      <a:pt x="61794" y="145081"/>
                      <a:pt x="53734" y="137021"/>
                      <a:pt x="53734" y="127170"/>
                    </a:cubicBezTo>
                    <a:cubicBezTo>
                      <a:pt x="53734" y="127170"/>
                      <a:pt x="53734" y="127170"/>
                      <a:pt x="53734" y="127170"/>
                    </a:cubicBezTo>
                    <a:cubicBezTo>
                      <a:pt x="53734" y="127170"/>
                      <a:pt x="53734" y="127170"/>
                      <a:pt x="53734" y="127170"/>
                    </a:cubicBezTo>
                    <a:cubicBezTo>
                      <a:pt x="53734" y="117319"/>
                      <a:pt x="61794" y="109259"/>
                      <a:pt x="71645" y="109259"/>
                    </a:cubicBezTo>
                    <a:cubicBezTo>
                      <a:pt x="81496" y="109259"/>
                      <a:pt x="89556" y="117319"/>
                      <a:pt x="89556" y="127170"/>
                    </a:cubicBezTo>
                    <a:cubicBezTo>
                      <a:pt x="89556" y="137021"/>
                      <a:pt x="81496" y="145081"/>
                      <a:pt x="71645" y="14508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44" name="Freeform: Shape 4140">
                <a:extLst>
                  <a:ext uri="{FF2B5EF4-FFF2-40B4-BE49-F238E27FC236}">
                    <a16:creationId xmlns:a16="http://schemas.microsoft.com/office/drawing/2014/main" id="{9C55F71B-3F0A-9D98-8D8E-AE4A39681EC2}"/>
                  </a:ext>
                  <a:ext uri="{C183D7F6-B498-43B3-948B-1728B52AA6E4}">
                    <adec:decorative xmlns:adec="http://schemas.microsoft.com/office/drawing/2017/decorative" val="1"/>
                  </a:ext>
                </a:extLst>
              </p:cNvPr>
              <p:cNvSpPr>
                <a:spLocks noChangeAspect="1"/>
              </p:cNvSpPr>
              <p:nvPr/>
            </p:nvSpPr>
            <p:spPr>
              <a:xfrm>
                <a:off x="4273812" y="2722892"/>
                <a:ext cx="71645" cy="152246"/>
              </a:xfrm>
              <a:custGeom>
                <a:avLst/>
                <a:gdLst>
                  <a:gd name="connsiteX0" fmla="*/ 35599 w 71645"/>
                  <a:gd name="connsiteY0" fmla="*/ 76459 h 152245"/>
                  <a:gd name="connsiteX1" fmla="*/ 70974 w 71645"/>
                  <a:gd name="connsiteY1" fmla="*/ 44666 h 152245"/>
                  <a:gd name="connsiteX2" fmla="*/ 71869 w 71645"/>
                  <a:gd name="connsiteY2" fmla="*/ 42875 h 152245"/>
                  <a:gd name="connsiteX3" fmla="*/ 71421 w 71645"/>
                  <a:gd name="connsiteY3" fmla="*/ 41084 h 152245"/>
                  <a:gd name="connsiteX4" fmla="*/ 31121 w 71645"/>
                  <a:gd name="connsiteY4" fmla="*/ 784 h 152245"/>
                  <a:gd name="connsiteX5" fmla="*/ 30225 w 71645"/>
                  <a:gd name="connsiteY5" fmla="*/ 336 h 152245"/>
                  <a:gd name="connsiteX6" fmla="*/ 28434 w 71645"/>
                  <a:gd name="connsiteY6" fmla="*/ 336 h 152245"/>
                  <a:gd name="connsiteX7" fmla="*/ 27091 w 71645"/>
                  <a:gd name="connsiteY7" fmla="*/ 1679 h 152245"/>
                  <a:gd name="connsiteX8" fmla="*/ 27091 w 71645"/>
                  <a:gd name="connsiteY8" fmla="*/ 2575 h 152245"/>
                  <a:gd name="connsiteX9" fmla="*/ 27091 w 71645"/>
                  <a:gd name="connsiteY9" fmla="*/ 68399 h 152245"/>
                  <a:gd name="connsiteX10" fmla="*/ 3806 w 71645"/>
                  <a:gd name="connsiteY10" fmla="*/ 47801 h 152245"/>
                  <a:gd name="connsiteX11" fmla="*/ 672 w 71645"/>
                  <a:gd name="connsiteY11" fmla="*/ 47801 h 152245"/>
                  <a:gd name="connsiteX12" fmla="*/ 672 w 71645"/>
                  <a:gd name="connsiteY12" fmla="*/ 50935 h 152245"/>
                  <a:gd name="connsiteX13" fmla="*/ 26643 w 71645"/>
                  <a:gd name="connsiteY13" fmla="*/ 74220 h 152245"/>
                  <a:gd name="connsiteX14" fmla="*/ 26643 w 71645"/>
                  <a:gd name="connsiteY14" fmla="*/ 77802 h 152245"/>
                  <a:gd name="connsiteX15" fmla="*/ 672 w 71645"/>
                  <a:gd name="connsiteY15" fmla="*/ 101535 h 152245"/>
                  <a:gd name="connsiteX16" fmla="*/ 672 w 71645"/>
                  <a:gd name="connsiteY16" fmla="*/ 104669 h 152245"/>
                  <a:gd name="connsiteX17" fmla="*/ 2463 w 71645"/>
                  <a:gd name="connsiteY17" fmla="*/ 105565 h 152245"/>
                  <a:gd name="connsiteX18" fmla="*/ 3806 w 71645"/>
                  <a:gd name="connsiteY18" fmla="*/ 105117 h 152245"/>
                  <a:gd name="connsiteX19" fmla="*/ 27091 w 71645"/>
                  <a:gd name="connsiteY19" fmla="*/ 84519 h 152245"/>
                  <a:gd name="connsiteX20" fmla="*/ 27091 w 71645"/>
                  <a:gd name="connsiteY20" fmla="*/ 150790 h 152245"/>
                  <a:gd name="connsiteX21" fmla="*/ 29330 w 71645"/>
                  <a:gd name="connsiteY21" fmla="*/ 153029 h 152245"/>
                  <a:gd name="connsiteX22" fmla="*/ 31569 w 71645"/>
                  <a:gd name="connsiteY22" fmla="*/ 151238 h 152245"/>
                  <a:gd name="connsiteX23" fmla="*/ 71421 w 71645"/>
                  <a:gd name="connsiteY23" fmla="*/ 111386 h 152245"/>
                  <a:gd name="connsiteX24" fmla="*/ 71869 w 71645"/>
                  <a:gd name="connsiteY24" fmla="*/ 109595 h 152245"/>
                  <a:gd name="connsiteX25" fmla="*/ 70974 w 71645"/>
                  <a:gd name="connsiteY25" fmla="*/ 107803 h 152245"/>
                  <a:gd name="connsiteX26" fmla="*/ 35599 w 71645"/>
                  <a:gd name="connsiteY26" fmla="*/ 76459 h 152245"/>
                  <a:gd name="connsiteX27" fmla="*/ 31569 w 71645"/>
                  <a:gd name="connsiteY27" fmla="*/ 8396 h 152245"/>
                  <a:gd name="connsiteX28" fmla="*/ 66496 w 71645"/>
                  <a:gd name="connsiteY28" fmla="*/ 43323 h 152245"/>
                  <a:gd name="connsiteX29" fmla="*/ 32464 w 71645"/>
                  <a:gd name="connsiteY29" fmla="*/ 73772 h 152245"/>
                  <a:gd name="connsiteX30" fmla="*/ 31569 w 71645"/>
                  <a:gd name="connsiteY30" fmla="*/ 72877 h 152245"/>
                  <a:gd name="connsiteX31" fmla="*/ 31569 w 71645"/>
                  <a:gd name="connsiteY31" fmla="*/ 8396 h 152245"/>
                  <a:gd name="connsiteX32" fmla="*/ 31569 w 71645"/>
                  <a:gd name="connsiteY32" fmla="*/ 144522 h 152245"/>
                  <a:gd name="connsiteX33" fmla="*/ 31569 w 71645"/>
                  <a:gd name="connsiteY33" fmla="*/ 80489 h 152245"/>
                  <a:gd name="connsiteX34" fmla="*/ 32464 w 71645"/>
                  <a:gd name="connsiteY34" fmla="*/ 79593 h 152245"/>
                  <a:gd name="connsiteX35" fmla="*/ 66496 w 71645"/>
                  <a:gd name="connsiteY35" fmla="*/ 109595 h 152245"/>
                  <a:gd name="connsiteX36" fmla="*/ 31569 w 71645"/>
                  <a:gd name="connsiteY36" fmla="*/ 144522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1645" h="152245">
                    <a:moveTo>
                      <a:pt x="35599" y="76459"/>
                    </a:moveTo>
                    <a:lnTo>
                      <a:pt x="70974" y="44666"/>
                    </a:lnTo>
                    <a:cubicBezTo>
                      <a:pt x="71421" y="44218"/>
                      <a:pt x="71869" y="43771"/>
                      <a:pt x="71869" y="42875"/>
                    </a:cubicBezTo>
                    <a:cubicBezTo>
                      <a:pt x="71869" y="42427"/>
                      <a:pt x="71869" y="41532"/>
                      <a:pt x="71421" y="41084"/>
                    </a:cubicBezTo>
                    <a:lnTo>
                      <a:pt x="31121" y="784"/>
                    </a:lnTo>
                    <a:cubicBezTo>
                      <a:pt x="31121" y="784"/>
                      <a:pt x="30673" y="336"/>
                      <a:pt x="30225" y="336"/>
                    </a:cubicBezTo>
                    <a:cubicBezTo>
                      <a:pt x="29778" y="-112"/>
                      <a:pt x="28882" y="-112"/>
                      <a:pt x="28434" y="336"/>
                    </a:cubicBezTo>
                    <a:cubicBezTo>
                      <a:pt x="27987" y="784"/>
                      <a:pt x="27539" y="784"/>
                      <a:pt x="27091" y="1679"/>
                    </a:cubicBezTo>
                    <a:cubicBezTo>
                      <a:pt x="27091" y="2127"/>
                      <a:pt x="27091" y="2127"/>
                      <a:pt x="27091" y="2575"/>
                    </a:cubicBezTo>
                    <a:lnTo>
                      <a:pt x="27091" y="68399"/>
                    </a:lnTo>
                    <a:lnTo>
                      <a:pt x="3806" y="47801"/>
                    </a:lnTo>
                    <a:cubicBezTo>
                      <a:pt x="2911" y="46905"/>
                      <a:pt x="1567" y="46905"/>
                      <a:pt x="672" y="47801"/>
                    </a:cubicBezTo>
                    <a:cubicBezTo>
                      <a:pt x="-224" y="48696"/>
                      <a:pt x="-224" y="50040"/>
                      <a:pt x="672" y="50935"/>
                    </a:cubicBezTo>
                    <a:lnTo>
                      <a:pt x="26643" y="74220"/>
                    </a:lnTo>
                    <a:lnTo>
                      <a:pt x="26643" y="77802"/>
                    </a:lnTo>
                    <a:lnTo>
                      <a:pt x="672" y="101535"/>
                    </a:lnTo>
                    <a:cubicBezTo>
                      <a:pt x="-224" y="102430"/>
                      <a:pt x="-224" y="103773"/>
                      <a:pt x="672" y="104669"/>
                    </a:cubicBezTo>
                    <a:cubicBezTo>
                      <a:pt x="1120" y="105117"/>
                      <a:pt x="1567" y="105565"/>
                      <a:pt x="2463" y="105565"/>
                    </a:cubicBezTo>
                    <a:cubicBezTo>
                      <a:pt x="2911" y="105565"/>
                      <a:pt x="3359" y="105565"/>
                      <a:pt x="3806" y="105117"/>
                    </a:cubicBezTo>
                    <a:lnTo>
                      <a:pt x="27091" y="84519"/>
                    </a:lnTo>
                    <a:lnTo>
                      <a:pt x="27091" y="150790"/>
                    </a:lnTo>
                    <a:cubicBezTo>
                      <a:pt x="27091" y="152134"/>
                      <a:pt x="27987" y="153029"/>
                      <a:pt x="29330" y="153029"/>
                    </a:cubicBezTo>
                    <a:cubicBezTo>
                      <a:pt x="30673" y="153029"/>
                      <a:pt x="31569" y="152134"/>
                      <a:pt x="31569" y="151238"/>
                    </a:cubicBezTo>
                    <a:lnTo>
                      <a:pt x="71421" y="111386"/>
                    </a:lnTo>
                    <a:cubicBezTo>
                      <a:pt x="71869" y="110938"/>
                      <a:pt x="72317" y="110490"/>
                      <a:pt x="71869" y="109595"/>
                    </a:cubicBezTo>
                    <a:cubicBezTo>
                      <a:pt x="71421" y="108699"/>
                      <a:pt x="71421" y="108251"/>
                      <a:pt x="70974" y="107803"/>
                    </a:cubicBezTo>
                    <a:lnTo>
                      <a:pt x="35599" y="76459"/>
                    </a:lnTo>
                    <a:close/>
                    <a:moveTo>
                      <a:pt x="31569" y="8396"/>
                    </a:moveTo>
                    <a:lnTo>
                      <a:pt x="66496" y="43323"/>
                    </a:lnTo>
                    <a:lnTo>
                      <a:pt x="32464" y="73772"/>
                    </a:lnTo>
                    <a:lnTo>
                      <a:pt x="31569" y="72877"/>
                    </a:lnTo>
                    <a:lnTo>
                      <a:pt x="31569" y="8396"/>
                    </a:lnTo>
                    <a:close/>
                    <a:moveTo>
                      <a:pt x="31569" y="144522"/>
                    </a:moveTo>
                    <a:lnTo>
                      <a:pt x="31569" y="80489"/>
                    </a:lnTo>
                    <a:lnTo>
                      <a:pt x="32464" y="79593"/>
                    </a:lnTo>
                    <a:lnTo>
                      <a:pt x="66496" y="109595"/>
                    </a:lnTo>
                    <a:lnTo>
                      <a:pt x="31569" y="144522"/>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245" name="Group 4141">
                <a:extLst>
                  <a:ext uri="{FF2B5EF4-FFF2-40B4-BE49-F238E27FC236}">
                    <a16:creationId xmlns:a16="http://schemas.microsoft.com/office/drawing/2014/main" id="{AD99AA9C-C491-632F-F6EA-6AC580B8F1B5}"/>
                  </a:ext>
                  <a:ext uri="{C183D7F6-B498-43B3-948B-1728B52AA6E4}">
                    <adec:decorative xmlns:adec="http://schemas.microsoft.com/office/drawing/2017/decorative" val="1"/>
                  </a:ext>
                </a:extLst>
              </p:cNvPr>
              <p:cNvGrpSpPr>
                <a:grpSpLocks noChangeAspect="1"/>
              </p:cNvGrpSpPr>
              <p:nvPr/>
            </p:nvGrpSpPr>
            <p:grpSpPr>
              <a:xfrm>
                <a:off x="4533749" y="2737557"/>
                <a:ext cx="98512" cy="111498"/>
                <a:chOff x="4574503" y="2002118"/>
                <a:chExt cx="98512" cy="111498"/>
              </a:xfrm>
            </p:grpSpPr>
            <p:sp>
              <p:nvSpPr>
                <p:cNvPr id="246" name="Freeform: Shape 4142">
                  <a:extLst>
                    <a:ext uri="{FF2B5EF4-FFF2-40B4-BE49-F238E27FC236}">
                      <a16:creationId xmlns:a16="http://schemas.microsoft.com/office/drawing/2014/main" id="{A34A5A25-242D-86B6-728B-6765DFF3F536}"/>
                    </a:ext>
                  </a:extLst>
                </p:cNvPr>
                <p:cNvSpPr/>
                <p:nvPr/>
              </p:nvSpPr>
              <p:spPr>
                <a:xfrm>
                  <a:off x="4587041" y="2068838"/>
                  <a:ext cx="71645" cy="44778"/>
                </a:xfrm>
                <a:custGeom>
                  <a:avLst/>
                  <a:gdLst>
                    <a:gd name="connsiteX0" fmla="*/ 71197 w 71645"/>
                    <a:gd name="connsiteY0" fmla="*/ 40300 h 44778"/>
                    <a:gd name="connsiteX1" fmla="*/ 38957 w 71645"/>
                    <a:gd name="connsiteY1" fmla="*/ 40300 h 44778"/>
                    <a:gd name="connsiteX2" fmla="*/ 38957 w 71645"/>
                    <a:gd name="connsiteY2" fmla="*/ 2239 h 44778"/>
                    <a:gd name="connsiteX3" fmla="*/ 36718 w 71645"/>
                    <a:gd name="connsiteY3" fmla="*/ 0 h 44778"/>
                    <a:gd name="connsiteX4" fmla="*/ 34479 w 71645"/>
                    <a:gd name="connsiteY4" fmla="*/ 2239 h 44778"/>
                    <a:gd name="connsiteX5" fmla="*/ 34479 w 71645"/>
                    <a:gd name="connsiteY5" fmla="*/ 40300 h 44778"/>
                    <a:gd name="connsiteX6" fmla="*/ 2239 w 71645"/>
                    <a:gd name="connsiteY6" fmla="*/ 40300 h 44778"/>
                    <a:gd name="connsiteX7" fmla="*/ 0 w 71645"/>
                    <a:gd name="connsiteY7" fmla="*/ 42539 h 44778"/>
                    <a:gd name="connsiteX8" fmla="*/ 2239 w 71645"/>
                    <a:gd name="connsiteY8" fmla="*/ 44778 h 44778"/>
                    <a:gd name="connsiteX9" fmla="*/ 71197 w 71645"/>
                    <a:gd name="connsiteY9" fmla="*/ 44778 h 44778"/>
                    <a:gd name="connsiteX10" fmla="*/ 73436 w 71645"/>
                    <a:gd name="connsiteY10" fmla="*/ 42539 h 44778"/>
                    <a:gd name="connsiteX11" fmla="*/ 71197 w 71645"/>
                    <a:gd name="connsiteY11" fmla="*/ 40300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45" h="44778">
                      <a:moveTo>
                        <a:pt x="71197" y="40300"/>
                      </a:moveTo>
                      <a:lnTo>
                        <a:pt x="38957" y="40300"/>
                      </a:lnTo>
                      <a:lnTo>
                        <a:pt x="38957" y="2239"/>
                      </a:lnTo>
                      <a:cubicBezTo>
                        <a:pt x="38957" y="896"/>
                        <a:pt x="38061" y="0"/>
                        <a:pt x="36718" y="0"/>
                      </a:cubicBezTo>
                      <a:cubicBezTo>
                        <a:pt x="35375" y="0"/>
                        <a:pt x="34479" y="896"/>
                        <a:pt x="34479" y="2239"/>
                      </a:cubicBezTo>
                      <a:lnTo>
                        <a:pt x="34479" y="40300"/>
                      </a:lnTo>
                      <a:lnTo>
                        <a:pt x="2239" y="40300"/>
                      </a:lnTo>
                      <a:cubicBezTo>
                        <a:pt x="896" y="40300"/>
                        <a:pt x="0" y="41196"/>
                        <a:pt x="0" y="42539"/>
                      </a:cubicBezTo>
                      <a:cubicBezTo>
                        <a:pt x="0" y="43883"/>
                        <a:pt x="896" y="44778"/>
                        <a:pt x="2239" y="44778"/>
                      </a:cubicBezTo>
                      <a:lnTo>
                        <a:pt x="71197" y="44778"/>
                      </a:lnTo>
                      <a:cubicBezTo>
                        <a:pt x="72541" y="44778"/>
                        <a:pt x="73436" y="43883"/>
                        <a:pt x="73436" y="42539"/>
                      </a:cubicBezTo>
                      <a:cubicBezTo>
                        <a:pt x="73436" y="41196"/>
                        <a:pt x="72093" y="40300"/>
                        <a:pt x="71197" y="4030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47" name="Freeform: Shape 4143">
                  <a:extLst>
                    <a:ext uri="{FF2B5EF4-FFF2-40B4-BE49-F238E27FC236}">
                      <a16:creationId xmlns:a16="http://schemas.microsoft.com/office/drawing/2014/main" id="{D18035C1-B83D-6386-9221-A9584BC734DD}"/>
                    </a:ext>
                  </a:extLst>
                </p:cNvPr>
                <p:cNvSpPr/>
                <p:nvPr/>
              </p:nvSpPr>
              <p:spPr>
                <a:xfrm>
                  <a:off x="4607639" y="2035254"/>
                  <a:ext cx="31345" cy="31345"/>
                </a:xfrm>
                <a:custGeom>
                  <a:avLst/>
                  <a:gdLst>
                    <a:gd name="connsiteX0" fmla="*/ 15672 w 31344"/>
                    <a:gd name="connsiteY0" fmla="*/ 31345 h 31344"/>
                    <a:gd name="connsiteX1" fmla="*/ 0 w 31344"/>
                    <a:gd name="connsiteY1" fmla="*/ 15672 h 31344"/>
                    <a:gd name="connsiteX2" fmla="*/ 15672 w 31344"/>
                    <a:gd name="connsiteY2" fmla="*/ 0 h 31344"/>
                    <a:gd name="connsiteX3" fmla="*/ 31345 w 31344"/>
                    <a:gd name="connsiteY3" fmla="*/ 15672 h 31344"/>
                    <a:gd name="connsiteX4" fmla="*/ 15672 w 31344"/>
                    <a:gd name="connsiteY4" fmla="*/ 31345 h 31344"/>
                    <a:gd name="connsiteX5" fmla="*/ 15672 w 31344"/>
                    <a:gd name="connsiteY5" fmla="*/ 4478 h 31344"/>
                    <a:gd name="connsiteX6" fmla="*/ 4478 w 31344"/>
                    <a:gd name="connsiteY6" fmla="*/ 15672 h 31344"/>
                    <a:gd name="connsiteX7" fmla="*/ 15672 w 31344"/>
                    <a:gd name="connsiteY7" fmla="*/ 26867 h 31344"/>
                    <a:gd name="connsiteX8" fmla="*/ 26867 w 31344"/>
                    <a:gd name="connsiteY8" fmla="*/ 15672 h 31344"/>
                    <a:gd name="connsiteX9" fmla="*/ 15672 w 31344"/>
                    <a:gd name="connsiteY9" fmla="*/ 4478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44" h="31344">
                      <a:moveTo>
                        <a:pt x="15672" y="31345"/>
                      </a:moveTo>
                      <a:cubicBezTo>
                        <a:pt x="7165" y="31345"/>
                        <a:pt x="0" y="24180"/>
                        <a:pt x="0" y="15672"/>
                      </a:cubicBezTo>
                      <a:cubicBezTo>
                        <a:pt x="0" y="7165"/>
                        <a:pt x="7165" y="0"/>
                        <a:pt x="15672" y="0"/>
                      </a:cubicBezTo>
                      <a:cubicBezTo>
                        <a:pt x="24180" y="0"/>
                        <a:pt x="31345" y="7165"/>
                        <a:pt x="31345" y="15672"/>
                      </a:cubicBezTo>
                      <a:cubicBezTo>
                        <a:pt x="31345" y="24180"/>
                        <a:pt x="24628" y="31345"/>
                        <a:pt x="15672" y="31345"/>
                      </a:cubicBezTo>
                      <a:close/>
                      <a:moveTo>
                        <a:pt x="15672" y="4478"/>
                      </a:moveTo>
                      <a:cubicBezTo>
                        <a:pt x="9404" y="4478"/>
                        <a:pt x="4478" y="9403"/>
                        <a:pt x="4478" y="15672"/>
                      </a:cubicBezTo>
                      <a:cubicBezTo>
                        <a:pt x="4478" y="21941"/>
                        <a:pt x="9404" y="26867"/>
                        <a:pt x="15672" y="26867"/>
                      </a:cubicBezTo>
                      <a:cubicBezTo>
                        <a:pt x="21941" y="26867"/>
                        <a:pt x="26867" y="21941"/>
                        <a:pt x="26867" y="15672"/>
                      </a:cubicBezTo>
                      <a:cubicBezTo>
                        <a:pt x="26867" y="9403"/>
                        <a:pt x="21941"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48" name="Freeform: Shape 4144">
                  <a:extLst>
                    <a:ext uri="{FF2B5EF4-FFF2-40B4-BE49-F238E27FC236}">
                      <a16:creationId xmlns:a16="http://schemas.microsoft.com/office/drawing/2014/main" id="{BC8D35C0-EE0E-5BB9-9D94-2C2400633627}"/>
                    </a:ext>
                  </a:extLst>
                </p:cNvPr>
                <p:cNvSpPr/>
                <p:nvPr/>
              </p:nvSpPr>
              <p:spPr>
                <a:xfrm>
                  <a:off x="4590623" y="2017790"/>
                  <a:ext cx="62689" cy="58212"/>
                </a:xfrm>
                <a:custGeom>
                  <a:avLst/>
                  <a:gdLst>
                    <a:gd name="connsiteX0" fmla="*/ 51047 w 62689"/>
                    <a:gd name="connsiteY0" fmla="*/ 59107 h 58211"/>
                    <a:gd name="connsiteX1" fmla="*/ 49256 w 62689"/>
                    <a:gd name="connsiteY1" fmla="*/ 58212 h 58211"/>
                    <a:gd name="connsiteX2" fmla="*/ 49704 w 62689"/>
                    <a:gd name="connsiteY2" fmla="*/ 55077 h 58211"/>
                    <a:gd name="connsiteX3" fmla="*/ 60898 w 62689"/>
                    <a:gd name="connsiteY3" fmla="*/ 32688 h 58211"/>
                    <a:gd name="connsiteX4" fmla="*/ 32688 w 62689"/>
                    <a:gd name="connsiteY4" fmla="*/ 4478 h 58211"/>
                    <a:gd name="connsiteX5" fmla="*/ 4478 w 62689"/>
                    <a:gd name="connsiteY5" fmla="*/ 32688 h 58211"/>
                    <a:gd name="connsiteX6" fmla="*/ 15672 w 62689"/>
                    <a:gd name="connsiteY6" fmla="*/ 55077 h 58211"/>
                    <a:gd name="connsiteX7" fmla="*/ 16120 w 62689"/>
                    <a:gd name="connsiteY7" fmla="*/ 58212 h 58211"/>
                    <a:gd name="connsiteX8" fmla="*/ 12986 w 62689"/>
                    <a:gd name="connsiteY8" fmla="*/ 58659 h 58211"/>
                    <a:gd name="connsiteX9" fmla="*/ 0 w 62689"/>
                    <a:gd name="connsiteY9" fmla="*/ 32688 h 58211"/>
                    <a:gd name="connsiteX10" fmla="*/ 32688 w 62689"/>
                    <a:gd name="connsiteY10" fmla="*/ 0 h 58211"/>
                    <a:gd name="connsiteX11" fmla="*/ 65376 w 62689"/>
                    <a:gd name="connsiteY11" fmla="*/ 32688 h 58211"/>
                    <a:gd name="connsiteX12" fmla="*/ 52391 w 62689"/>
                    <a:gd name="connsiteY12" fmla="*/ 58659 h 58211"/>
                    <a:gd name="connsiteX13" fmla="*/ 51047 w 62689"/>
                    <a:gd name="connsiteY13" fmla="*/ 59107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689" h="58211">
                      <a:moveTo>
                        <a:pt x="51047" y="59107"/>
                      </a:moveTo>
                      <a:cubicBezTo>
                        <a:pt x="50152" y="59107"/>
                        <a:pt x="49704" y="58659"/>
                        <a:pt x="49256" y="58212"/>
                      </a:cubicBezTo>
                      <a:cubicBezTo>
                        <a:pt x="48360" y="57316"/>
                        <a:pt x="48808" y="55973"/>
                        <a:pt x="49704" y="55077"/>
                      </a:cubicBezTo>
                      <a:cubicBezTo>
                        <a:pt x="56868" y="49704"/>
                        <a:pt x="60898" y="41644"/>
                        <a:pt x="60898" y="32688"/>
                      </a:cubicBezTo>
                      <a:cubicBezTo>
                        <a:pt x="60898" y="17463"/>
                        <a:pt x="48360" y="4478"/>
                        <a:pt x="32688" y="4478"/>
                      </a:cubicBezTo>
                      <a:cubicBezTo>
                        <a:pt x="17016" y="4478"/>
                        <a:pt x="4478" y="17016"/>
                        <a:pt x="4478" y="32688"/>
                      </a:cubicBezTo>
                      <a:cubicBezTo>
                        <a:pt x="4478" y="41644"/>
                        <a:pt x="8508" y="49704"/>
                        <a:pt x="15672" y="55077"/>
                      </a:cubicBezTo>
                      <a:cubicBezTo>
                        <a:pt x="16568" y="55973"/>
                        <a:pt x="17016" y="57316"/>
                        <a:pt x="16120" y="58212"/>
                      </a:cubicBezTo>
                      <a:cubicBezTo>
                        <a:pt x="15225" y="59107"/>
                        <a:pt x="13881" y="59555"/>
                        <a:pt x="12986" y="58659"/>
                      </a:cubicBezTo>
                      <a:cubicBezTo>
                        <a:pt x="4926" y="52390"/>
                        <a:pt x="0" y="42987"/>
                        <a:pt x="0" y="32688"/>
                      </a:cubicBezTo>
                      <a:cubicBezTo>
                        <a:pt x="0" y="14777"/>
                        <a:pt x="14777" y="0"/>
                        <a:pt x="32688" y="0"/>
                      </a:cubicBezTo>
                      <a:cubicBezTo>
                        <a:pt x="50599" y="0"/>
                        <a:pt x="65376" y="14777"/>
                        <a:pt x="65376" y="32688"/>
                      </a:cubicBezTo>
                      <a:cubicBezTo>
                        <a:pt x="65376" y="42987"/>
                        <a:pt x="60451" y="52390"/>
                        <a:pt x="52391" y="58659"/>
                      </a:cubicBezTo>
                      <a:cubicBezTo>
                        <a:pt x="51943" y="59107"/>
                        <a:pt x="51495" y="59107"/>
                        <a:pt x="51047" y="5910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49" name="Freeform: Shape 4145">
                  <a:extLst>
                    <a:ext uri="{FF2B5EF4-FFF2-40B4-BE49-F238E27FC236}">
                      <a16:creationId xmlns:a16="http://schemas.microsoft.com/office/drawing/2014/main" id="{E98B0703-D220-C201-F79D-4B39634229F5}"/>
                    </a:ext>
                  </a:extLst>
                </p:cNvPr>
                <p:cNvSpPr/>
                <p:nvPr/>
              </p:nvSpPr>
              <p:spPr>
                <a:xfrm>
                  <a:off x="4574503" y="2002118"/>
                  <a:ext cx="98512" cy="89556"/>
                </a:xfrm>
                <a:custGeom>
                  <a:avLst/>
                  <a:gdLst>
                    <a:gd name="connsiteX0" fmla="*/ 29106 w 98511"/>
                    <a:gd name="connsiteY0" fmla="*/ 93586 h 89556"/>
                    <a:gd name="connsiteX1" fmla="*/ 28210 w 98511"/>
                    <a:gd name="connsiteY1" fmla="*/ 93586 h 89556"/>
                    <a:gd name="connsiteX2" fmla="*/ 0 w 98511"/>
                    <a:gd name="connsiteY2" fmla="*/ 49256 h 89556"/>
                    <a:gd name="connsiteX3" fmla="*/ 49256 w 98511"/>
                    <a:gd name="connsiteY3" fmla="*/ 0 h 89556"/>
                    <a:gd name="connsiteX4" fmla="*/ 98512 w 98511"/>
                    <a:gd name="connsiteY4" fmla="*/ 49256 h 89556"/>
                    <a:gd name="connsiteX5" fmla="*/ 70302 w 98511"/>
                    <a:gd name="connsiteY5" fmla="*/ 93586 h 89556"/>
                    <a:gd name="connsiteX6" fmla="*/ 67167 w 98511"/>
                    <a:gd name="connsiteY6" fmla="*/ 92691 h 89556"/>
                    <a:gd name="connsiteX7" fmla="*/ 68063 w 98511"/>
                    <a:gd name="connsiteY7" fmla="*/ 89556 h 89556"/>
                    <a:gd name="connsiteX8" fmla="*/ 93586 w 98511"/>
                    <a:gd name="connsiteY8" fmla="*/ 49256 h 89556"/>
                    <a:gd name="connsiteX9" fmla="*/ 48808 w 98511"/>
                    <a:gd name="connsiteY9" fmla="*/ 4478 h 89556"/>
                    <a:gd name="connsiteX10" fmla="*/ 4030 w 98511"/>
                    <a:gd name="connsiteY10" fmla="*/ 49256 h 89556"/>
                    <a:gd name="connsiteX11" fmla="*/ 29553 w 98511"/>
                    <a:gd name="connsiteY11" fmla="*/ 89556 h 89556"/>
                    <a:gd name="connsiteX12" fmla="*/ 30449 w 98511"/>
                    <a:gd name="connsiteY12" fmla="*/ 92691 h 89556"/>
                    <a:gd name="connsiteX13" fmla="*/ 29106 w 98511"/>
                    <a:gd name="connsiteY13" fmla="*/ 93586 h 8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511" h="89556">
                      <a:moveTo>
                        <a:pt x="29106" y="93586"/>
                      </a:moveTo>
                      <a:cubicBezTo>
                        <a:pt x="28658" y="93586"/>
                        <a:pt x="28658" y="93586"/>
                        <a:pt x="28210" y="93586"/>
                      </a:cubicBezTo>
                      <a:cubicBezTo>
                        <a:pt x="11195" y="85526"/>
                        <a:pt x="0" y="68063"/>
                        <a:pt x="0" y="49256"/>
                      </a:cubicBezTo>
                      <a:cubicBezTo>
                        <a:pt x="0" y="21941"/>
                        <a:pt x="21941" y="0"/>
                        <a:pt x="49256" y="0"/>
                      </a:cubicBezTo>
                      <a:cubicBezTo>
                        <a:pt x="76571" y="0"/>
                        <a:pt x="98512" y="21941"/>
                        <a:pt x="98512" y="49256"/>
                      </a:cubicBezTo>
                      <a:cubicBezTo>
                        <a:pt x="98512" y="68063"/>
                        <a:pt x="87317" y="85526"/>
                        <a:pt x="70302" y="93586"/>
                      </a:cubicBezTo>
                      <a:cubicBezTo>
                        <a:pt x="69406" y="94034"/>
                        <a:pt x="68063" y="93586"/>
                        <a:pt x="67167" y="92691"/>
                      </a:cubicBezTo>
                      <a:cubicBezTo>
                        <a:pt x="66719" y="91795"/>
                        <a:pt x="67167" y="90452"/>
                        <a:pt x="68063" y="89556"/>
                      </a:cubicBezTo>
                      <a:cubicBezTo>
                        <a:pt x="83735" y="82392"/>
                        <a:pt x="93586" y="66272"/>
                        <a:pt x="93586" y="49256"/>
                      </a:cubicBezTo>
                      <a:cubicBezTo>
                        <a:pt x="93586" y="24628"/>
                        <a:pt x="73436" y="4478"/>
                        <a:pt x="48808" y="4478"/>
                      </a:cubicBezTo>
                      <a:cubicBezTo>
                        <a:pt x="24180" y="4478"/>
                        <a:pt x="4030" y="24628"/>
                        <a:pt x="4030" y="49256"/>
                      </a:cubicBezTo>
                      <a:cubicBezTo>
                        <a:pt x="4030" y="66272"/>
                        <a:pt x="13881" y="82392"/>
                        <a:pt x="29553" y="89556"/>
                      </a:cubicBezTo>
                      <a:cubicBezTo>
                        <a:pt x="30449" y="90004"/>
                        <a:pt x="31345" y="91347"/>
                        <a:pt x="30449" y="92691"/>
                      </a:cubicBezTo>
                      <a:cubicBezTo>
                        <a:pt x="30449" y="93139"/>
                        <a:pt x="29553" y="93586"/>
                        <a:pt x="29106" y="9358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50" name="Group 4146">
                <a:extLst>
                  <a:ext uri="{FF2B5EF4-FFF2-40B4-BE49-F238E27FC236}">
                    <a16:creationId xmlns:a16="http://schemas.microsoft.com/office/drawing/2014/main" id="{AD0E731B-05CB-0AF7-6D30-55123CE2BD75}"/>
                  </a:ext>
                  <a:ext uri="{C183D7F6-B498-43B3-948B-1728B52AA6E4}">
                    <adec:decorative xmlns:adec="http://schemas.microsoft.com/office/drawing/2017/decorative" val="1"/>
                  </a:ext>
                </a:extLst>
              </p:cNvPr>
              <p:cNvGrpSpPr>
                <a:grpSpLocks noChangeAspect="1"/>
              </p:cNvGrpSpPr>
              <p:nvPr/>
            </p:nvGrpSpPr>
            <p:grpSpPr>
              <a:xfrm>
                <a:off x="5056311" y="2753453"/>
                <a:ext cx="109482" cy="104670"/>
                <a:chOff x="5097065" y="2018014"/>
                <a:chExt cx="109482" cy="104670"/>
              </a:xfrm>
            </p:grpSpPr>
            <p:sp>
              <p:nvSpPr>
                <p:cNvPr id="251" name="Freeform: Shape 4147">
                  <a:extLst>
                    <a:ext uri="{FF2B5EF4-FFF2-40B4-BE49-F238E27FC236}">
                      <a16:creationId xmlns:a16="http://schemas.microsoft.com/office/drawing/2014/main" id="{E7147FD7-FEC0-CF7B-5690-B14C9088766E}"/>
                    </a:ext>
                  </a:extLst>
                </p:cNvPr>
                <p:cNvSpPr/>
                <p:nvPr/>
              </p:nvSpPr>
              <p:spPr>
                <a:xfrm>
                  <a:off x="5123932" y="2036373"/>
                  <a:ext cx="8956" cy="40300"/>
                </a:xfrm>
                <a:custGeom>
                  <a:avLst/>
                  <a:gdLst>
                    <a:gd name="connsiteX0" fmla="*/ 10299 w 8955"/>
                    <a:gd name="connsiteY0" fmla="*/ 42315 h 40300"/>
                    <a:gd name="connsiteX1" fmla="*/ 8508 w 8955"/>
                    <a:gd name="connsiteY1" fmla="*/ 41868 h 40300"/>
                    <a:gd name="connsiteX2" fmla="*/ 0 w 8955"/>
                    <a:gd name="connsiteY2" fmla="*/ 21270 h 40300"/>
                    <a:gd name="connsiteX3" fmla="*/ 8508 w 8955"/>
                    <a:gd name="connsiteY3" fmla="*/ 672 h 40300"/>
                    <a:gd name="connsiteX4" fmla="*/ 11642 w 8955"/>
                    <a:gd name="connsiteY4" fmla="*/ 672 h 40300"/>
                    <a:gd name="connsiteX5" fmla="*/ 11642 w 8955"/>
                    <a:gd name="connsiteY5" fmla="*/ 3806 h 40300"/>
                    <a:gd name="connsiteX6" fmla="*/ 4478 w 8955"/>
                    <a:gd name="connsiteY6" fmla="*/ 21270 h 40300"/>
                    <a:gd name="connsiteX7" fmla="*/ 11642 w 8955"/>
                    <a:gd name="connsiteY7" fmla="*/ 38733 h 40300"/>
                    <a:gd name="connsiteX8" fmla="*/ 11642 w 8955"/>
                    <a:gd name="connsiteY8" fmla="*/ 41868 h 40300"/>
                    <a:gd name="connsiteX9" fmla="*/ 10299 w 8955"/>
                    <a:gd name="connsiteY9" fmla="*/ 42315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55" h="40300">
                      <a:moveTo>
                        <a:pt x="10299" y="42315"/>
                      </a:moveTo>
                      <a:cubicBezTo>
                        <a:pt x="9851" y="42315"/>
                        <a:pt x="8956" y="42315"/>
                        <a:pt x="8508" y="41868"/>
                      </a:cubicBezTo>
                      <a:cubicBezTo>
                        <a:pt x="3134" y="36494"/>
                        <a:pt x="0" y="28882"/>
                        <a:pt x="0" y="21270"/>
                      </a:cubicBezTo>
                      <a:cubicBezTo>
                        <a:pt x="0" y="13657"/>
                        <a:pt x="3134" y="6045"/>
                        <a:pt x="8508" y="672"/>
                      </a:cubicBezTo>
                      <a:cubicBezTo>
                        <a:pt x="9403" y="-224"/>
                        <a:pt x="10747" y="-224"/>
                        <a:pt x="11642" y="672"/>
                      </a:cubicBezTo>
                      <a:cubicBezTo>
                        <a:pt x="12538" y="1567"/>
                        <a:pt x="12538" y="2911"/>
                        <a:pt x="11642" y="3806"/>
                      </a:cubicBezTo>
                      <a:cubicBezTo>
                        <a:pt x="7164" y="8284"/>
                        <a:pt x="4478" y="14553"/>
                        <a:pt x="4478" y="21270"/>
                      </a:cubicBezTo>
                      <a:cubicBezTo>
                        <a:pt x="4478" y="27986"/>
                        <a:pt x="7164" y="33808"/>
                        <a:pt x="11642" y="38733"/>
                      </a:cubicBezTo>
                      <a:cubicBezTo>
                        <a:pt x="12538" y="39629"/>
                        <a:pt x="12538" y="40972"/>
                        <a:pt x="11642" y="41868"/>
                      </a:cubicBezTo>
                      <a:cubicBezTo>
                        <a:pt x="11642" y="42315"/>
                        <a:pt x="10747" y="42315"/>
                        <a:pt x="10299" y="4231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52" name="Freeform: Shape 4148">
                  <a:extLst>
                    <a:ext uri="{FF2B5EF4-FFF2-40B4-BE49-F238E27FC236}">
                      <a16:creationId xmlns:a16="http://schemas.microsoft.com/office/drawing/2014/main" id="{C471DEDA-84FD-323A-7FEE-B393E1BEA9FA}"/>
                    </a:ext>
                  </a:extLst>
                </p:cNvPr>
                <p:cNvSpPr/>
                <p:nvPr/>
              </p:nvSpPr>
              <p:spPr>
                <a:xfrm>
                  <a:off x="5169829" y="2036373"/>
                  <a:ext cx="8956" cy="40300"/>
                </a:xfrm>
                <a:custGeom>
                  <a:avLst/>
                  <a:gdLst>
                    <a:gd name="connsiteX0" fmla="*/ 2463 w 8955"/>
                    <a:gd name="connsiteY0" fmla="*/ 42315 h 40300"/>
                    <a:gd name="connsiteX1" fmla="*/ 672 w 8955"/>
                    <a:gd name="connsiteY1" fmla="*/ 41868 h 40300"/>
                    <a:gd name="connsiteX2" fmla="*/ 672 w 8955"/>
                    <a:gd name="connsiteY2" fmla="*/ 38733 h 40300"/>
                    <a:gd name="connsiteX3" fmla="*/ 7836 w 8955"/>
                    <a:gd name="connsiteY3" fmla="*/ 21270 h 40300"/>
                    <a:gd name="connsiteX4" fmla="*/ 672 w 8955"/>
                    <a:gd name="connsiteY4" fmla="*/ 3806 h 40300"/>
                    <a:gd name="connsiteX5" fmla="*/ 672 w 8955"/>
                    <a:gd name="connsiteY5" fmla="*/ 672 h 40300"/>
                    <a:gd name="connsiteX6" fmla="*/ 3806 w 8955"/>
                    <a:gd name="connsiteY6" fmla="*/ 672 h 40300"/>
                    <a:gd name="connsiteX7" fmla="*/ 12314 w 8955"/>
                    <a:gd name="connsiteY7" fmla="*/ 21270 h 40300"/>
                    <a:gd name="connsiteX8" fmla="*/ 3806 w 8955"/>
                    <a:gd name="connsiteY8" fmla="*/ 41868 h 40300"/>
                    <a:gd name="connsiteX9" fmla="*/ 2463 w 8955"/>
                    <a:gd name="connsiteY9" fmla="*/ 42315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55" h="40300">
                      <a:moveTo>
                        <a:pt x="2463" y="42315"/>
                      </a:moveTo>
                      <a:cubicBezTo>
                        <a:pt x="2015" y="42315"/>
                        <a:pt x="1120" y="42315"/>
                        <a:pt x="672" y="41868"/>
                      </a:cubicBezTo>
                      <a:cubicBezTo>
                        <a:pt x="-224" y="40972"/>
                        <a:pt x="-224" y="39629"/>
                        <a:pt x="672" y="38733"/>
                      </a:cubicBezTo>
                      <a:cubicBezTo>
                        <a:pt x="5150" y="34255"/>
                        <a:pt x="7836" y="27986"/>
                        <a:pt x="7836" y="21270"/>
                      </a:cubicBezTo>
                      <a:cubicBezTo>
                        <a:pt x="7836" y="14553"/>
                        <a:pt x="5150" y="8732"/>
                        <a:pt x="672" y="3806"/>
                      </a:cubicBezTo>
                      <a:cubicBezTo>
                        <a:pt x="-224" y="2911"/>
                        <a:pt x="-224" y="1567"/>
                        <a:pt x="672" y="672"/>
                      </a:cubicBezTo>
                      <a:cubicBezTo>
                        <a:pt x="1567" y="-224"/>
                        <a:pt x="2911" y="-224"/>
                        <a:pt x="3806" y="672"/>
                      </a:cubicBezTo>
                      <a:cubicBezTo>
                        <a:pt x="9179" y="6045"/>
                        <a:pt x="12314" y="13657"/>
                        <a:pt x="12314" y="21270"/>
                      </a:cubicBezTo>
                      <a:cubicBezTo>
                        <a:pt x="12314" y="28882"/>
                        <a:pt x="9179" y="36494"/>
                        <a:pt x="3806" y="41868"/>
                      </a:cubicBezTo>
                      <a:cubicBezTo>
                        <a:pt x="3806" y="42315"/>
                        <a:pt x="2911" y="42315"/>
                        <a:pt x="2463" y="4231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53" name="Freeform: Shape 4149">
                  <a:extLst>
                    <a:ext uri="{FF2B5EF4-FFF2-40B4-BE49-F238E27FC236}">
                      <a16:creationId xmlns:a16="http://schemas.microsoft.com/office/drawing/2014/main" id="{B4661A64-BB9B-9BC4-A71A-F1ED05C2B6AD}"/>
                    </a:ext>
                  </a:extLst>
                </p:cNvPr>
                <p:cNvSpPr/>
                <p:nvPr/>
              </p:nvSpPr>
              <p:spPr>
                <a:xfrm>
                  <a:off x="5179232" y="2026970"/>
                  <a:ext cx="13433" cy="58212"/>
                </a:xfrm>
                <a:custGeom>
                  <a:avLst/>
                  <a:gdLst>
                    <a:gd name="connsiteX0" fmla="*/ 2463 w 13433"/>
                    <a:gd name="connsiteY0" fmla="*/ 61122 h 58211"/>
                    <a:gd name="connsiteX1" fmla="*/ 672 w 13433"/>
                    <a:gd name="connsiteY1" fmla="*/ 60674 h 58211"/>
                    <a:gd name="connsiteX2" fmla="*/ 672 w 13433"/>
                    <a:gd name="connsiteY2" fmla="*/ 57540 h 58211"/>
                    <a:gd name="connsiteX3" fmla="*/ 11866 w 13433"/>
                    <a:gd name="connsiteY3" fmla="*/ 30673 h 58211"/>
                    <a:gd name="connsiteX4" fmla="*/ 672 w 13433"/>
                    <a:gd name="connsiteY4" fmla="*/ 3806 h 58211"/>
                    <a:gd name="connsiteX5" fmla="*/ 672 w 13433"/>
                    <a:gd name="connsiteY5" fmla="*/ 672 h 58211"/>
                    <a:gd name="connsiteX6" fmla="*/ 3806 w 13433"/>
                    <a:gd name="connsiteY6" fmla="*/ 672 h 58211"/>
                    <a:gd name="connsiteX7" fmla="*/ 16344 w 13433"/>
                    <a:gd name="connsiteY7" fmla="*/ 30673 h 58211"/>
                    <a:gd name="connsiteX8" fmla="*/ 3806 w 13433"/>
                    <a:gd name="connsiteY8" fmla="*/ 60674 h 58211"/>
                    <a:gd name="connsiteX9" fmla="*/ 2463 w 13433"/>
                    <a:gd name="connsiteY9" fmla="*/ 61122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3" h="58211">
                      <a:moveTo>
                        <a:pt x="2463" y="61122"/>
                      </a:moveTo>
                      <a:cubicBezTo>
                        <a:pt x="2015" y="61122"/>
                        <a:pt x="1120" y="61122"/>
                        <a:pt x="672" y="60674"/>
                      </a:cubicBezTo>
                      <a:cubicBezTo>
                        <a:pt x="-224" y="59779"/>
                        <a:pt x="-224" y="58435"/>
                        <a:pt x="672" y="57540"/>
                      </a:cubicBezTo>
                      <a:cubicBezTo>
                        <a:pt x="7836" y="50375"/>
                        <a:pt x="11866" y="40972"/>
                        <a:pt x="11866" y="30673"/>
                      </a:cubicBezTo>
                      <a:cubicBezTo>
                        <a:pt x="11866" y="20374"/>
                        <a:pt x="7836" y="10971"/>
                        <a:pt x="672" y="3806"/>
                      </a:cubicBezTo>
                      <a:cubicBezTo>
                        <a:pt x="-224" y="2911"/>
                        <a:pt x="-224" y="1567"/>
                        <a:pt x="672" y="672"/>
                      </a:cubicBezTo>
                      <a:cubicBezTo>
                        <a:pt x="1567" y="-224"/>
                        <a:pt x="2911" y="-224"/>
                        <a:pt x="3806" y="672"/>
                      </a:cubicBezTo>
                      <a:cubicBezTo>
                        <a:pt x="11866" y="8732"/>
                        <a:pt x="16344" y="19478"/>
                        <a:pt x="16344" y="30673"/>
                      </a:cubicBezTo>
                      <a:cubicBezTo>
                        <a:pt x="16344" y="41868"/>
                        <a:pt x="11866" y="52614"/>
                        <a:pt x="3806" y="60674"/>
                      </a:cubicBezTo>
                      <a:cubicBezTo>
                        <a:pt x="3806" y="61122"/>
                        <a:pt x="2911" y="61122"/>
                        <a:pt x="2463" y="6112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54" name="Freeform: Shape 4150">
                  <a:extLst>
                    <a:ext uri="{FF2B5EF4-FFF2-40B4-BE49-F238E27FC236}">
                      <a16:creationId xmlns:a16="http://schemas.microsoft.com/office/drawing/2014/main" id="{BE60BFB3-AE3E-1220-37E0-62539377640F}"/>
                    </a:ext>
                  </a:extLst>
                </p:cNvPr>
                <p:cNvSpPr/>
                <p:nvPr/>
              </p:nvSpPr>
              <p:spPr>
                <a:xfrm>
                  <a:off x="5110498" y="2026970"/>
                  <a:ext cx="13433" cy="58212"/>
                </a:xfrm>
                <a:custGeom>
                  <a:avLst/>
                  <a:gdLst>
                    <a:gd name="connsiteX0" fmla="*/ 14329 w 13433"/>
                    <a:gd name="connsiteY0" fmla="*/ 61122 h 58211"/>
                    <a:gd name="connsiteX1" fmla="*/ 12538 w 13433"/>
                    <a:gd name="connsiteY1" fmla="*/ 60674 h 58211"/>
                    <a:gd name="connsiteX2" fmla="*/ 0 w 13433"/>
                    <a:gd name="connsiteY2" fmla="*/ 30673 h 58211"/>
                    <a:gd name="connsiteX3" fmla="*/ 12538 w 13433"/>
                    <a:gd name="connsiteY3" fmla="*/ 672 h 58211"/>
                    <a:gd name="connsiteX4" fmla="*/ 15672 w 13433"/>
                    <a:gd name="connsiteY4" fmla="*/ 672 h 58211"/>
                    <a:gd name="connsiteX5" fmla="*/ 15672 w 13433"/>
                    <a:gd name="connsiteY5" fmla="*/ 3806 h 58211"/>
                    <a:gd name="connsiteX6" fmla="*/ 4478 w 13433"/>
                    <a:gd name="connsiteY6" fmla="*/ 30673 h 58211"/>
                    <a:gd name="connsiteX7" fmla="*/ 15672 w 13433"/>
                    <a:gd name="connsiteY7" fmla="*/ 57540 h 58211"/>
                    <a:gd name="connsiteX8" fmla="*/ 15672 w 13433"/>
                    <a:gd name="connsiteY8" fmla="*/ 60674 h 58211"/>
                    <a:gd name="connsiteX9" fmla="*/ 14329 w 13433"/>
                    <a:gd name="connsiteY9" fmla="*/ 61122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3" h="58211">
                      <a:moveTo>
                        <a:pt x="14329" y="61122"/>
                      </a:moveTo>
                      <a:cubicBezTo>
                        <a:pt x="13881" y="61122"/>
                        <a:pt x="12986" y="61122"/>
                        <a:pt x="12538" y="60674"/>
                      </a:cubicBezTo>
                      <a:cubicBezTo>
                        <a:pt x="4478" y="52614"/>
                        <a:pt x="0" y="41868"/>
                        <a:pt x="0" y="30673"/>
                      </a:cubicBezTo>
                      <a:cubicBezTo>
                        <a:pt x="0" y="19478"/>
                        <a:pt x="4478" y="8732"/>
                        <a:pt x="12538" y="672"/>
                      </a:cubicBezTo>
                      <a:cubicBezTo>
                        <a:pt x="13433" y="-224"/>
                        <a:pt x="14777" y="-224"/>
                        <a:pt x="15672" y="672"/>
                      </a:cubicBezTo>
                      <a:cubicBezTo>
                        <a:pt x="16568" y="1567"/>
                        <a:pt x="16568" y="2911"/>
                        <a:pt x="15672" y="3806"/>
                      </a:cubicBezTo>
                      <a:cubicBezTo>
                        <a:pt x="8508" y="10971"/>
                        <a:pt x="4478" y="20374"/>
                        <a:pt x="4478" y="30673"/>
                      </a:cubicBezTo>
                      <a:cubicBezTo>
                        <a:pt x="4478" y="40972"/>
                        <a:pt x="8508" y="50375"/>
                        <a:pt x="15672" y="57540"/>
                      </a:cubicBezTo>
                      <a:cubicBezTo>
                        <a:pt x="16568" y="58435"/>
                        <a:pt x="16568" y="59779"/>
                        <a:pt x="15672" y="60674"/>
                      </a:cubicBezTo>
                      <a:cubicBezTo>
                        <a:pt x="15672" y="61122"/>
                        <a:pt x="14777" y="61122"/>
                        <a:pt x="14329" y="6112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55" name="Freeform: Shape 4151">
                  <a:extLst>
                    <a:ext uri="{FF2B5EF4-FFF2-40B4-BE49-F238E27FC236}">
                      <a16:creationId xmlns:a16="http://schemas.microsoft.com/office/drawing/2014/main" id="{7ED96B36-B850-BA86-07F9-068D25C817FF}"/>
                    </a:ext>
                  </a:extLst>
                </p:cNvPr>
                <p:cNvSpPr/>
                <p:nvPr/>
              </p:nvSpPr>
              <p:spPr>
                <a:xfrm>
                  <a:off x="5097065" y="2018014"/>
                  <a:ext cx="17911" cy="76123"/>
                </a:xfrm>
                <a:custGeom>
                  <a:avLst/>
                  <a:gdLst>
                    <a:gd name="connsiteX0" fmla="*/ 18359 w 17911"/>
                    <a:gd name="connsiteY0" fmla="*/ 79929 h 76122"/>
                    <a:gd name="connsiteX1" fmla="*/ 16568 w 17911"/>
                    <a:gd name="connsiteY1" fmla="*/ 79481 h 76122"/>
                    <a:gd name="connsiteX2" fmla="*/ 0 w 17911"/>
                    <a:gd name="connsiteY2" fmla="*/ 40076 h 76122"/>
                    <a:gd name="connsiteX3" fmla="*/ 16120 w 17911"/>
                    <a:gd name="connsiteY3" fmla="*/ 672 h 76122"/>
                    <a:gd name="connsiteX4" fmla="*/ 19255 w 17911"/>
                    <a:gd name="connsiteY4" fmla="*/ 672 h 76122"/>
                    <a:gd name="connsiteX5" fmla="*/ 19255 w 17911"/>
                    <a:gd name="connsiteY5" fmla="*/ 3806 h 76122"/>
                    <a:gd name="connsiteX6" fmla="*/ 4030 w 17911"/>
                    <a:gd name="connsiteY6" fmla="*/ 40076 h 76122"/>
                    <a:gd name="connsiteX7" fmla="*/ 19255 w 17911"/>
                    <a:gd name="connsiteY7" fmla="*/ 76347 h 76122"/>
                    <a:gd name="connsiteX8" fmla="*/ 19255 w 17911"/>
                    <a:gd name="connsiteY8" fmla="*/ 79481 h 76122"/>
                    <a:gd name="connsiteX9" fmla="*/ 18359 w 17911"/>
                    <a:gd name="connsiteY9" fmla="*/ 79929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76122">
                      <a:moveTo>
                        <a:pt x="18359" y="79929"/>
                      </a:moveTo>
                      <a:cubicBezTo>
                        <a:pt x="17911" y="79929"/>
                        <a:pt x="17016" y="79929"/>
                        <a:pt x="16568" y="79481"/>
                      </a:cubicBezTo>
                      <a:cubicBezTo>
                        <a:pt x="5821" y="68734"/>
                        <a:pt x="0" y="54853"/>
                        <a:pt x="0" y="40076"/>
                      </a:cubicBezTo>
                      <a:cubicBezTo>
                        <a:pt x="0" y="25300"/>
                        <a:pt x="5821" y="10971"/>
                        <a:pt x="16120" y="672"/>
                      </a:cubicBezTo>
                      <a:cubicBezTo>
                        <a:pt x="17016" y="-224"/>
                        <a:pt x="18359" y="-224"/>
                        <a:pt x="19255" y="672"/>
                      </a:cubicBezTo>
                      <a:cubicBezTo>
                        <a:pt x="20150" y="1567"/>
                        <a:pt x="20150" y="2911"/>
                        <a:pt x="19255" y="3806"/>
                      </a:cubicBezTo>
                      <a:cubicBezTo>
                        <a:pt x="9403" y="13657"/>
                        <a:pt x="4030" y="26643"/>
                        <a:pt x="4030" y="40076"/>
                      </a:cubicBezTo>
                      <a:cubicBezTo>
                        <a:pt x="4030" y="53958"/>
                        <a:pt x="9403" y="66943"/>
                        <a:pt x="19255" y="76347"/>
                      </a:cubicBezTo>
                      <a:cubicBezTo>
                        <a:pt x="20150" y="77242"/>
                        <a:pt x="20150" y="78586"/>
                        <a:pt x="19255" y="79481"/>
                      </a:cubicBezTo>
                      <a:cubicBezTo>
                        <a:pt x="19255" y="79481"/>
                        <a:pt x="18807" y="79929"/>
                        <a:pt x="18359" y="7992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56" name="Freeform: Shape 4152">
                  <a:extLst>
                    <a:ext uri="{FF2B5EF4-FFF2-40B4-BE49-F238E27FC236}">
                      <a16:creationId xmlns:a16="http://schemas.microsoft.com/office/drawing/2014/main" id="{F4B69C87-8EE9-C32A-8E18-B1A9B0672BDE}"/>
                    </a:ext>
                  </a:extLst>
                </p:cNvPr>
                <p:cNvSpPr/>
                <p:nvPr/>
              </p:nvSpPr>
              <p:spPr>
                <a:xfrm>
                  <a:off x="5188636" y="2018014"/>
                  <a:ext cx="17911" cy="76123"/>
                </a:xfrm>
                <a:custGeom>
                  <a:avLst/>
                  <a:gdLst>
                    <a:gd name="connsiteX0" fmla="*/ 2463 w 17911"/>
                    <a:gd name="connsiteY0" fmla="*/ 79929 h 76122"/>
                    <a:gd name="connsiteX1" fmla="*/ 672 w 17911"/>
                    <a:gd name="connsiteY1" fmla="*/ 79481 h 76122"/>
                    <a:gd name="connsiteX2" fmla="*/ 672 w 17911"/>
                    <a:gd name="connsiteY2" fmla="*/ 76347 h 76122"/>
                    <a:gd name="connsiteX3" fmla="*/ 15896 w 17911"/>
                    <a:gd name="connsiteY3" fmla="*/ 40076 h 76122"/>
                    <a:gd name="connsiteX4" fmla="*/ 672 w 17911"/>
                    <a:gd name="connsiteY4" fmla="*/ 3806 h 76122"/>
                    <a:gd name="connsiteX5" fmla="*/ 672 w 17911"/>
                    <a:gd name="connsiteY5" fmla="*/ 672 h 76122"/>
                    <a:gd name="connsiteX6" fmla="*/ 3806 w 17911"/>
                    <a:gd name="connsiteY6" fmla="*/ 672 h 76122"/>
                    <a:gd name="connsiteX7" fmla="*/ 20374 w 17911"/>
                    <a:gd name="connsiteY7" fmla="*/ 40076 h 76122"/>
                    <a:gd name="connsiteX8" fmla="*/ 3806 w 17911"/>
                    <a:gd name="connsiteY8" fmla="*/ 79481 h 76122"/>
                    <a:gd name="connsiteX9" fmla="*/ 2463 w 17911"/>
                    <a:gd name="connsiteY9" fmla="*/ 79929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76122">
                      <a:moveTo>
                        <a:pt x="2463" y="79929"/>
                      </a:moveTo>
                      <a:cubicBezTo>
                        <a:pt x="2015" y="79929"/>
                        <a:pt x="1119" y="79929"/>
                        <a:pt x="672" y="79481"/>
                      </a:cubicBezTo>
                      <a:cubicBezTo>
                        <a:pt x="-224" y="78586"/>
                        <a:pt x="-224" y="77242"/>
                        <a:pt x="672" y="76347"/>
                      </a:cubicBezTo>
                      <a:cubicBezTo>
                        <a:pt x="10522" y="66496"/>
                        <a:pt x="15896" y="53510"/>
                        <a:pt x="15896" y="40076"/>
                      </a:cubicBezTo>
                      <a:cubicBezTo>
                        <a:pt x="15896" y="26195"/>
                        <a:pt x="10522" y="13210"/>
                        <a:pt x="672" y="3806"/>
                      </a:cubicBezTo>
                      <a:cubicBezTo>
                        <a:pt x="-224" y="2911"/>
                        <a:pt x="-224" y="1567"/>
                        <a:pt x="672" y="672"/>
                      </a:cubicBezTo>
                      <a:cubicBezTo>
                        <a:pt x="1567" y="-224"/>
                        <a:pt x="2910" y="-224"/>
                        <a:pt x="3806" y="672"/>
                      </a:cubicBezTo>
                      <a:cubicBezTo>
                        <a:pt x="14553" y="11418"/>
                        <a:pt x="20374" y="25300"/>
                        <a:pt x="20374" y="40076"/>
                      </a:cubicBezTo>
                      <a:cubicBezTo>
                        <a:pt x="20374" y="54853"/>
                        <a:pt x="14553" y="69182"/>
                        <a:pt x="3806" y="79481"/>
                      </a:cubicBezTo>
                      <a:cubicBezTo>
                        <a:pt x="3806" y="79481"/>
                        <a:pt x="3358" y="79929"/>
                        <a:pt x="2463" y="7992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57" name="Freeform: Shape 4153">
                  <a:extLst>
                    <a:ext uri="{FF2B5EF4-FFF2-40B4-BE49-F238E27FC236}">
                      <a16:creationId xmlns:a16="http://schemas.microsoft.com/office/drawing/2014/main" id="{7C161D0A-D56C-F6AA-671B-AD668E93FAD8}"/>
                    </a:ext>
                  </a:extLst>
                </p:cNvPr>
                <p:cNvSpPr/>
                <p:nvPr/>
              </p:nvSpPr>
              <p:spPr>
                <a:xfrm>
                  <a:off x="5124827" y="2042083"/>
                  <a:ext cx="58212" cy="80601"/>
                </a:xfrm>
                <a:custGeom>
                  <a:avLst/>
                  <a:gdLst>
                    <a:gd name="connsiteX0" fmla="*/ 55525 w 58211"/>
                    <a:gd name="connsiteY0" fmla="*/ 80489 h 80600"/>
                    <a:gd name="connsiteX1" fmla="*/ 30897 w 58211"/>
                    <a:gd name="connsiteY1" fmla="*/ 80489 h 80600"/>
                    <a:gd name="connsiteX2" fmla="*/ 30897 w 58211"/>
                    <a:gd name="connsiteY2" fmla="*/ 31233 h 80600"/>
                    <a:gd name="connsiteX3" fmla="*/ 39853 w 58211"/>
                    <a:gd name="connsiteY3" fmla="*/ 26755 h 80600"/>
                    <a:gd name="connsiteX4" fmla="*/ 44331 w 58211"/>
                    <a:gd name="connsiteY4" fmla="*/ 15560 h 80600"/>
                    <a:gd name="connsiteX5" fmla="*/ 39853 w 58211"/>
                    <a:gd name="connsiteY5" fmla="*/ 4366 h 80600"/>
                    <a:gd name="connsiteX6" fmla="*/ 17911 w 58211"/>
                    <a:gd name="connsiteY6" fmla="*/ 4366 h 80600"/>
                    <a:gd name="connsiteX7" fmla="*/ 13433 w 58211"/>
                    <a:gd name="connsiteY7" fmla="*/ 15560 h 80600"/>
                    <a:gd name="connsiteX8" fmla="*/ 17911 w 58211"/>
                    <a:gd name="connsiteY8" fmla="*/ 26755 h 80600"/>
                    <a:gd name="connsiteX9" fmla="*/ 26867 w 58211"/>
                    <a:gd name="connsiteY9" fmla="*/ 31233 h 80600"/>
                    <a:gd name="connsiteX10" fmla="*/ 26867 w 58211"/>
                    <a:gd name="connsiteY10" fmla="*/ 80489 h 80600"/>
                    <a:gd name="connsiteX11" fmla="*/ 2239 w 58211"/>
                    <a:gd name="connsiteY11" fmla="*/ 80489 h 80600"/>
                    <a:gd name="connsiteX12" fmla="*/ 0 w 58211"/>
                    <a:gd name="connsiteY12" fmla="*/ 82728 h 80600"/>
                    <a:gd name="connsiteX13" fmla="*/ 2239 w 58211"/>
                    <a:gd name="connsiteY13" fmla="*/ 84967 h 80600"/>
                    <a:gd name="connsiteX14" fmla="*/ 55973 w 58211"/>
                    <a:gd name="connsiteY14" fmla="*/ 84967 h 80600"/>
                    <a:gd name="connsiteX15" fmla="*/ 58212 w 58211"/>
                    <a:gd name="connsiteY15" fmla="*/ 82728 h 80600"/>
                    <a:gd name="connsiteX16" fmla="*/ 55525 w 58211"/>
                    <a:gd name="connsiteY16" fmla="*/ 80489 h 80600"/>
                    <a:gd name="connsiteX17" fmla="*/ 17464 w 58211"/>
                    <a:gd name="connsiteY17" fmla="*/ 15560 h 80600"/>
                    <a:gd name="connsiteX18" fmla="*/ 20598 w 58211"/>
                    <a:gd name="connsiteY18" fmla="*/ 7500 h 80600"/>
                    <a:gd name="connsiteX19" fmla="*/ 28658 w 58211"/>
                    <a:gd name="connsiteY19" fmla="*/ 4366 h 80600"/>
                    <a:gd name="connsiteX20" fmla="*/ 36718 w 58211"/>
                    <a:gd name="connsiteY20" fmla="*/ 7500 h 80600"/>
                    <a:gd name="connsiteX21" fmla="*/ 39853 w 58211"/>
                    <a:gd name="connsiteY21" fmla="*/ 15560 h 80600"/>
                    <a:gd name="connsiteX22" fmla="*/ 36718 w 58211"/>
                    <a:gd name="connsiteY22" fmla="*/ 23621 h 80600"/>
                    <a:gd name="connsiteX23" fmla="*/ 21046 w 58211"/>
                    <a:gd name="connsiteY23" fmla="*/ 23621 h 80600"/>
                    <a:gd name="connsiteX24" fmla="*/ 17464 w 58211"/>
                    <a:gd name="connsiteY24" fmla="*/ 15560 h 8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11" h="80600">
                      <a:moveTo>
                        <a:pt x="55525" y="80489"/>
                      </a:moveTo>
                      <a:lnTo>
                        <a:pt x="30897" y="80489"/>
                      </a:lnTo>
                      <a:lnTo>
                        <a:pt x="30897" y="31233"/>
                      </a:lnTo>
                      <a:cubicBezTo>
                        <a:pt x="34479" y="30785"/>
                        <a:pt x="37166" y="29442"/>
                        <a:pt x="39853" y="26755"/>
                      </a:cubicBezTo>
                      <a:cubicBezTo>
                        <a:pt x="42987" y="23621"/>
                        <a:pt x="44331" y="20038"/>
                        <a:pt x="44331" y="15560"/>
                      </a:cubicBezTo>
                      <a:cubicBezTo>
                        <a:pt x="44331" y="11083"/>
                        <a:pt x="42539" y="7500"/>
                        <a:pt x="39853" y="4366"/>
                      </a:cubicBezTo>
                      <a:cubicBezTo>
                        <a:pt x="34032" y="-1455"/>
                        <a:pt x="23285" y="-1455"/>
                        <a:pt x="17911" y="4366"/>
                      </a:cubicBezTo>
                      <a:cubicBezTo>
                        <a:pt x="14777" y="7500"/>
                        <a:pt x="13433" y="11083"/>
                        <a:pt x="13433" y="15560"/>
                      </a:cubicBezTo>
                      <a:cubicBezTo>
                        <a:pt x="13433" y="20038"/>
                        <a:pt x="15225" y="23621"/>
                        <a:pt x="17911" y="26755"/>
                      </a:cubicBezTo>
                      <a:cubicBezTo>
                        <a:pt x="20150" y="28994"/>
                        <a:pt x="23285" y="30785"/>
                        <a:pt x="26867" y="31233"/>
                      </a:cubicBezTo>
                      <a:lnTo>
                        <a:pt x="26867" y="80489"/>
                      </a:lnTo>
                      <a:lnTo>
                        <a:pt x="2239" y="80489"/>
                      </a:lnTo>
                      <a:cubicBezTo>
                        <a:pt x="896" y="80489"/>
                        <a:pt x="0" y="81384"/>
                        <a:pt x="0" y="82728"/>
                      </a:cubicBezTo>
                      <a:cubicBezTo>
                        <a:pt x="0" y="84071"/>
                        <a:pt x="896" y="84967"/>
                        <a:pt x="2239" y="84967"/>
                      </a:cubicBezTo>
                      <a:lnTo>
                        <a:pt x="55973" y="84967"/>
                      </a:lnTo>
                      <a:cubicBezTo>
                        <a:pt x="57316" y="84967"/>
                        <a:pt x="58212" y="84071"/>
                        <a:pt x="58212" y="82728"/>
                      </a:cubicBezTo>
                      <a:cubicBezTo>
                        <a:pt x="57764" y="81384"/>
                        <a:pt x="56420" y="80489"/>
                        <a:pt x="55525" y="80489"/>
                      </a:cubicBezTo>
                      <a:close/>
                      <a:moveTo>
                        <a:pt x="17464" y="15560"/>
                      </a:moveTo>
                      <a:cubicBezTo>
                        <a:pt x="17464" y="12426"/>
                        <a:pt x="18807" y="9739"/>
                        <a:pt x="20598" y="7500"/>
                      </a:cubicBezTo>
                      <a:cubicBezTo>
                        <a:pt x="22837" y="5261"/>
                        <a:pt x="25524" y="4366"/>
                        <a:pt x="28658" y="4366"/>
                      </a:cubicBezTo>
                      <a:cubicBezTo>
                        <a:pt x="31793" y="4366"/>
                        <a:pt x="34479" y="5709"/>
                        <a:pt x="36718" y="7500"/>
                      </a:cubicBezTo>
                      <a:cubicBezTo>
                        <a:pt x="38957" y="9739"/>
                        <a:pt x="39853" y="12426"/>
                        <a:pt x="39853" y="15560"/>
                      </a:cubicBezTo>
                      <a:cubicBezTo>
                        <a:pt x="39853" y="18695"/>
                        <a:pt x="38509" y="21382"/>
                        <a:pt x="36718" y="23621"/>
                      </a:cubicBezTo>
                      <a:cubicBezTo>
                        <a:pt x="32688" y="27651"/>
                        <a:pt x="25076" y="27651"/>
                        <a:pt x="21046" y="23621"/>
                      </a:cubicBezTo>
                      <a:cubicBezTo>
                        <a:pt x="18359" y="21382"/>
                        <a:pt x="17464" y="18247"/>
                        <a:pt x="17464" y="1556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58" name="Group 4154">
                <a:extLst>
                  <a:ext uri="{FF2B5EF4-FFF2-40B4-BE49-F238E27FC236}">
                    <a16:creationId xmlns:a16="http://schemas.microsoft.com/office/drawing/2014/main" id="{F02367D7-2C20-E09C-07C8-923944EEFFAC}"/>
                  </a:ext>
                  <a:ext uri="{C183D7F6-B498-43B3-948B-1728B52AA6E4}">
                    <adec:decorative xmlns:adec="http://schemas.microsoft.com/office/drawing/2017/decorative" val="1"/>
                  </a:ext>
                </a:extLst>
              </p:cNvPr>
              <p:cNvGrpSpPr>
                <a:grpSpLocks noChangeAspect="1"/>
              </p:cNvGrpSpPr>
              <p:nvPr/>
            </p:nvGrpSpPr>
            <p:grpSpPr>
              <a:xfrm>
                <a:off x="5295706" y="2737109"/>
                <a:ext cx="152246" cy="99856"/>
                <a:chOff x="5336460" y="2001670"/>
                <a:chExt cx="152246" cy="99856"/>
              </a:xfrm>
            </p:grpSpPr>
            <p:sp>
              <p:nvSpPr>
                <p:cNvPr id="259" name="Freeform: Shape 4155">
                  <a:extLst>
                    <a:ext uri="{FF2B5EF4-FFF2-40B4-BE49-F238E27FC236}">
                      <a16:creationId xmlns:a16="http://schemas.microsoft.com/office/drawing/2014/main" id="{60CFF50A-064A-DF27-3A6A-3A1FC112DF1E}"/>
                    </a:ext>
                  </a:extLst>
                </p:cNvPr>
                <p:cNvSpPr/>
                <p:nvPr/>
              </p:nvSpPr>
              <p:spPr>
                <a:xfrm>
                  <a:off x="5394392" y="2065703"/>
                  <a:ext cx="35823" cy="35823"/>
                </a:xfrm>
                <a:custGeom>
                  <a:avLst/>
                  <a:gdLst>
                    <a:gd name="connsiteX0" fmla="*/ 18359 w 35822"/>
                    <a:gd name="connsiteY0" fmla="*/ 36718 h 35822"/>
                    <a:gd name="connsiteX1" fmla="*/ 0 w 35822"/>
                    <a:gd name="connsiteY1" fmla="*/ 18359 h 35822"/>
                    <a:gd name="connsiteX2" fmla="*/ 18359 w 35822"/>
                    <a:gd name="connsiteY2" fmla="*/ 0 h 35822"/>
                    <a:gd name="connsiteX3" fmla="*/ 36718 w 35822"/>
                    <a:gd name="connsiteY3" fmla="*/ 18359 h 35822"/>
                    <a:gd name="connsiteX4" fmla="*/ 18359 w 35822"/>
                    <a:gd name="connsiteY4" fmla="*/ 36718 h 35822"/>
                    <a:gd name="connsiteX5" fmla="*/ 18359 w 35822"/>
                    <a:gd name="connsiteY5" fmla="*/ 4478 h 35822"/>
                    <a:gd name="connsiteX6" fmla="*/ 4478 w 35822"/>
                    <a:gd name="connsiteY6" fmla="*/ 18359 h 35822"/>
                    <a:gd name="connsiteX7" fmla="*/ 18359 w 35822"/>
                    <a:gd name="connsiteY7" fmla="*/ 32240 h 35822"/>
                    <a:gd name="connsiteX8" fmla="*/ 32240 w 35822"/>
                    <a:gd name="connsiteY8" fmla="*/ 18359 h 35822"/>
                    <a:gd name="connsiteX9" fmla="*/ 18359 w 35822"/>
                    <a:gd name="connsiteY9" fmla="*/ 4478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22" h="35822">
                      <a:moveTo>
                        <a:pt x="18359" y="36718"/>
                      </a:moveTo>
                      <a:cubicBezTo>
                        <a:pt x="8060" y="36718"/>
                        <a:pt x="0" y="28658"/>
                        <a:pt x="0" y="18359"/>
                      </a:cubicBezTo>
                      <a:cubicBezTo>
                        <a:pt x="0" y="8060"/>
                        <a:pt x="8060" y="0"/>
                        <a:pt x="18359" y="0"/>
                      </a:cubicBezTo>
                      <a:cubicBezTo>
                        <a:pt x="28658" y="0"/>
                        <a:pt x="36718" y="8060"/>
                        <a:pt x="36718" y="18359"/>
                      </a:cubicBezTo>
                      <a:cubicBezTo>
                        <a:pt x="36718" y="28210"/>
                        <a:pt x="28658" y="36718"/>
                        <a:pt x="18359" y="36718"/>
                      </a:cubicBezTo>
                      <a:close/>
                      <a:moveTo>
                        <a:pt x="18359" y="4478"/>
                      </a:moveTo>
                      <a:cubicBezTo>
                        <a:pt x="10746" y="4478"/>
                        <a:pt x="4478" y="10747"/>
                        <a:pt x="4478" y="18359"/>
                      </a:cubicBezTo>
                      <a:cubicBezTo>
                        <a:pt x="4478" y="25971"/>
                        <a:pt x="10746" y="32240"/>
                        <a:pt x="18359" y="32240"/>
                      </a:cubicBezTo>
                      <a:cubicBezTo>
                        <a:pt x="25971" y="32240"/>
                        <a:pt x="32240" y="25971"/>
                        <a:pt x="32240" y="18359"/>
                      </a:cubicBezTo>
                      <a:cubicBezTo>
                        <a:pt x="32240" y="10747"/>
                        <a:pt x="25971" y="4478"/>
                        <a:pt x="1835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60" name="Freeform: Shape 4156">
                  <a:extLst>
                    <a:ext uri="{FF2B5EF4-FFF2-40B4-BE49-F238E27FC236}">
                      <a16:creationId xmlns:a16="http://schemas.microsoft.com/office/drawing/2014/main" id="{C6483F48-D3AC-EC0E-CCC1-EC7A70F5BAFD}"/>
                    </a:ext>
                  </a:extLst>
                </p:cNvPr>
                <p:cNvSpPr/>
                <p:nvPr/>
              </p:nvSpPr>
              <p:spPr>
                <a:xfrm>
                  <a:off x="5365118" y="2033911"/>
                  <a:ext cx="94034" cy="35823"/>
                </a:xfrm>
                <a:custGeom>
                  <a:avLst/>
                  <a:gdLst>
                    <a:gd name="connsiteX0" fmla="*/ 93754 w 94034"/>
                    <a:gd name="connsiteY0" fmla="*/ 37614 h 35822"/>
                    <a:gd name="connsiteX1" fmla="*/ 91515 w 94034"/>
                    <a:gd name="connsiteY1" fmla="*/ 36270 h 35822"/>
                    <a:gd name="connsiteX2" fmla="*/ 47633 w 94034"/>
                    <a:gd name="connsiteY2" fmla="*/ 4478 h 35822"/>
                    <a:gd name="connsiteX3" fmla="*/ 4198 w 94034"/>
                    <a:gd name="connsiteY3" fmla="*/ 36270 h 35822"/>
                    <a:gd name="connsiteX4" fmla="*/ 1511 w 94034"/>
                    <a:gd name="connsiteY4" fmla="*/ 37614 h 35822"/>
                    <a:gd name="connsiteX5" fmla="*/ 168 w 94034"/>
                    <a:gd name="connsiteY5" fmla="*/ 34927 h 35822"/>
                    <a:gd name="connsiteX6" fmla="*/ 48081 w 94034"/>
                    <a:gd name="connsiteY6" fmla="*/ 0 h 35822"/>
                    <a:gd name="connsiteX7" fmla="*/ 95993 w 94034"/>
                    <a:gd name="connsiteY7" fmla="*/ 34927 h 35822"/>
                    <a:gd name="connsiteX8" fmla="*/ 94650 w 94034"/>
                    <a:gd name="connsiteY8" fmla="*/ 37614 h 35822"/>
                    <a:gd name="connsiteX9" fmla="*/ 93754 w 94034"/>
                    <a:gd name="connsiteY9" fmla="*/ 37614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034" h="35822">
                      <a:moveTo>
                        <a:pt x="93754" y="37614"/>
                      </a:moveTo>
                      <a:cubicBezTo>
                        <a:pt x="92859" y="37614"/>
                        <a:pt x="91963" y="37166"/>
                        <a:pt x="91515" y="36270"/>
                      </a:cubicBezTo>
                      <a:cubicBezTo>
                        <a:pt x="85247" y="17464"/>
                        <a:pt x="67783" y="4478"/>
                        <a:pt x="47633" y="4478"/>
                      </a:cubicBezTo>
                      <a:cubicBezTo>
                        <a:pt x="27930" y="4478"/>
                        <a:pt x="10019" y="17016"/>
                        <a:pt x="4198" y="36270"/>
                      </a:cubicBezTo>
                      <a:cubicBezTo>
                        <a:pt x="3750" y="37614"/>
                        <a:pt x="2407" y="38061"/>
                        <a:pt x="1511" y="37614"/>
                      </a:cubicBezTo>
                      <a:cubicBezTo>
                        <a:pt x="168" y="37166"/>
                        <a:pt x="-280" y="35823"/>
                        <a:pt x="168" y="34927"/>
                      </a:cubicBezTo>
                      <a:cubicBezTo>
                        <a:pt x="6885" y="14329"/>
                        <a:pt x="26139" y="0"/>
                        <a:pt x="48081" y="0"/>
                      </a:cubicBezTo>
                      <a:cubicBezTo>
                        <a:pt x="70022" y="0"/>
                        <a:pt x="89276" y="13881"/>
                        <a:pt x="95993" y="34927"/>
                      </a:cubicBezTo>
                      <a:cubicBezTo>
                        <a:pt x="96441" y="36270"/>
                        <a:pt x="95545" y="37166"/>
                        <a:pt x="94650" y="37614"/>
                      </a:cubicBezTo>
                      <a:cubicBezTo>
                        <a:pt x="94202" y="37614"/>
                        <a:pt x="93754" y="37614"/>
                        <a:pt x="93754" y="3761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61" name="Freeform: Shape 4157">
                  <a:extLst>
                    <a:ext uri="{FF2B5EF4-FFF2-40B4-BE49-F238E27FC236}">
                      <a16:creationId xmlns:a16="http://schemas.microsoft.com/office/drawing/2014/main" id="{F28BAA8E-554C-B164-113E-86FC3AB7E3F4}"/>
                    </a:ext>
                  </a:extLst>
                </p:cNvPr>
                <p:cNvSpPr/>
                <p:nvPr/>
              </p:nvSpPr>
              <p:spPr>
                <a:xfrm>
                  <a:off x="5336460" y="2001670"/>
                  <a:ext cx="152246" cy="49256"/>
                </a:xfrm>
                <a:custGeom>
                  <a:avLst/>
                  <a:gdLst>
                    <a:gd name="connsiteX0" fmla="*/ 150175 w 152245"/>
                    <a:gd name="connsiteY0" fmla="*/ 53286 h 49255"/>
                    <a:gd name="connsiteX1" fmla="*/ 147936 w 152245"/>
                    <a:gd name="connsiteY1" fmla="*/ 51943 h 49255"/>
                    <a:gd name="connsiteX2" fmla="*/ 76291 w 152245"/>
                    <a:gd name="connsiteY2" fmla="*/ 4478 h 49255"/>
                    <a:gd name="connsiteX3" fmla="*/ 4646 w 152245"/>
                    <a:gd name="connsiteY3" fmla="*/ 51943 h 49255"/>
                    <a:gd name="connsiteX4" fmla="*/ 1511 w 152245"/>
                    <a:gd name="connsiteY4" fmla="*/ 53286 h 49255"/>
                    <a:gd name="connsiteX5" fmla="*/ 168 w 152245"/>
                    <a:gd name="connsiteY5" fmla="*/ 50152 h 49255"/>
                    <a:gd name="connsiteX6" fmla="*/ 76291 w 152245"/>
                    <a:gd name="connsiteY6" fmla="*/ 0 h 49255"/>
                    <a:gd name="connsiteX7" fmla="*/ 152414 w 152245"/>
                    <a:gd name="connsiteY7" fmla="*/ 50152 h 49255"/>
                    <a:gd name="connsiteX8" fmla="*/ 151070 w 152245"/>
                    <a:gd name="connsiteY8" fmla="*/ 53286 h 49255"/>
                    <a:gd name="connsiteX9" fmla="*/ 150175 w 152245"/>
                    <a:gd name="connsiteY9" fmla="*/ 53286 h 4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245" h="49255">
                      <a:moveTo>
                        <a:pt x="150175" y="53286"/>
                      </a:moveTo>
                      <a:cubicBezTo>
                        <a:pt x="149279" y="53286"/>
                        <a:pt x="148384" y="52838"/>
                        <a:pt x="147936" y="51943"/>
                      </a:cubicBezTo>
                      <a:cubicBezTo>
                        <a:pt x="135845" y="22837"/>
                        <a:pt x="107636" y="4478"/>
                        <a:pt x="76291" y="4478"/>
                      </a:cubicBezTo>
                      <a:cubicBezTo>
                        <a:pt x="44946" y="4478"/>
                        <a:pt x="16736" y="23285"/>
                        <a:pt x="4646" y="51943"/>
                      </a:cubicBezTo>
                      <a:cubicBezTo>
                        <a:pt x="4198" y="53286"/>
                        <a:pt x="2854" y="53734"/>
                        <a:pt x="1511" y="53286"/>
                      </a:cubicBezTo>
                      <a:cubicBezTo>
                        <a:pt x="168" y="52838"/>
                        <a:pt x="-280" y="51495"/>
                        <a:pt x="168" y="50152"/>
                      </a:cubicBezTo>
                      <a:cubicBezTo>
                        <a:pt x="13154" y="19702"/>
                        <a:pt x="43155" y="0"/>
                        <a:pt x="76291" y="0"/>
                      </a:cubicBezTo>
                      <a:cubicBezTo>
                        <a:pt x="109427" y="0"/>
                        <a:pt x="139428" y="19702"/>
                        <a:pt x="152414" y="50152"/>
                      </a:cubicBezTo>
                      <a:cubicBezTo>
                        <a:pt x="152861" y="51495"/>
                        <a:pt x="152414" y="52390"/>
                        <a:pt x="151070" y="53286"/>
                      </a:cubicBezTo>
                      <a:cubicBezTo>
                        <a:pt x="151070" y="53286"/>
                        <a:pt x="150622" y="53286"/>
                        <a:pt x="150175" y="5328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62" name="Group 4158">
                <a:extLst>
                  <a:ext uri="{FF2B5EF4-FFF2-40B4-BE49-F238E27FC236}">
                    <a16:creationId xmlns:a16="http://schemas.microsoft.com/office/drawing/2014/main" id="{D27AB54E-7ED5-9D88-41BE-3A3102F6832D}"/>
                  </a:ext>
                  <a:ext uri="{C183D7F6-B498-43B3-948B-1728B52AA6E4}">
                    <adec:decorative xmlns:adec="http://schemas.microsoft.com/office/drawing/2017/decorative" val="1"/>
                  </a:ext>
                </a:extLst>
              </p:cNvPr>
              <p:cNvGrpSpPr>
                <a:grpSpLocks noChangeAspect="1"/>
              </p:cNvGrpSpPr>
              <p:nvPr/>
            </p:nvGrpSpPr>
            <p:grpSpPr>
              <a:xfrm>
                <a:off x="805070" y="3030070"/>
                <a:ext cx="152694" cy="152247"/>
                <a:chOff x="845824" y="2294631"/>
                <a:chExt cx="152694" cy="152247"/>
              </a:xfrm>
            </p:grpSpPr>
            <p:sp>
              <p:nvSpPr>
                <p:cNvPr id="263" name="Freeform: Shape 4159">
                  <a:extLst>
                    <a:ext uri="{FF2B5EF4-FFF2-40B4-BE49-F238E27FC236}">
                      <a16:creationId xmlns:a16="http://schemas.microsoft.com/office/drawing/2014/main" id="{9505A547-80BE-C460-F335-8A1912CFDA3D}"/>
                    </a:ext>
                  </a:extLst>
                </p:cNvPr>
                <p:cNvSpPr/>
                <p:nvPr/>
              </p:nvSpPr>
              <p:spPr>
                <a:xfrm>
                  <a:off x="940306" y="2388666"/>
                  <a:ext cx="58212" cy="58212"/>
                </a:xfrm>
                <a:custGeom>
                  <a:avLst/>
                  <a:gdLst>
                    <a:gd name="connsiteX0" fmla="*/ 57764 w 58211"/>
                    <a:gd name="connsiteY0" fmla="*/ 14665 h 58211"/>
                    <a:gd name="connsiteX1" fmla="*/ 57764 w 58211"/>
                    <a:gd name="connsiteY1" fmla="*/ 14665 h 58211"/>
                    <a:gd name="connsiteX2" fmla="*/ 56868 w 58211"/>
                    <a:gd name="connsiteY2" fmla="*/ 13769 h 58211"/>
                    <a:gd name="connsiteX3" fmla="*/ 56868 w 58211"/>
                    <a:gd name="connsiteY3" fmla="*/ 13769 h 58211"/>
                    <a:gd name="connsiteX4" fmla="*/ 56868 w 58211"/>
                    <a:gd name="connsiteY4" fmla="*/ 13769 h 58211"/>
                    <a:gd name="connsiteX5" fmla="*/ 30001 w 58211"/>
                    <a:gd name="connsiteY5" fmla="*/ 336 h 58211"/>
                    <a:gd name="connsiteX6" fmla="*/ 28210 w 58211"/>
                    <a:gd name="connsiteY6" fmla="*/ 336 h 58211"/>
                    <a:gd name="connsiteX7" fmla="*/ 17463 w 58211"/>
                    <a:gd name="connsiteY7" fmla="*/ 5709 h 58211"/>
                    <a:gd name="connsiteX8" fmla="*/ 16568 w 58211"/>
                    <a:gd name="connsiteY8" fmla="*/ 3918 h 58211"/>
                    <a:gd name="connsiteX9" fmla="*/ 13433 w 58211"/>
                    <a:gd name="connsiteY9" fmla="*/ 3023 h 58211"/>
                    <a:gd name="connsiteX10" fmla="*/ 12538 w 58211"/>
                    <a:gd name="connsiteY10" fmla="*/ 6157 h 58211"/>
                    <a:gd name="connsiteX11" fmla="*/ 13433 w 58211"/>
                    <a:gd name="connsiteY11" fmla="*/ 8396 h 58211"/>
                    <a:gd name="connsiteX12" fmla="*/ 1343 w 58211"/>
                    <a:gd name="connsiteY12" fmla="*/ 14217 h 58211"/>
                    <a:gd name="connsiteX13" fmla="*/ 1343 w 58211"/>
                    <a:gd name="connsiteY13" fmla="*/ 14217 h 58211"/>
                    <a:gd name="connsiteX14" fmla="*/ 1343 w 58211"/>
                    <a:gd name="connsiteY14" fmla="*/ 14217 h 58211"/>
                    <a:gd name="connsiteX15" fmla="*/ 896 w 58211"/>
                    <a:gd name="connsiteY15" fmla="*/ 14665 h 58211"/>
                    <a:gd name="connsiteX16" fmla="*/ 448 w 58211"/>
                    <a:gd name="connsiteY16" fmla="*/ 15113 h 58211"/>
                    <a:gd name="connsiteX17" fmla="*/ 0 w 58211"/>
                    <a:gd name="connsiteY17" fmla="*/ 16456 h 58211"/>
                    <a:gd name="connsiteX18" fmla="*/ 0 w 58211"/>
                    <a:gd name="connsiteY18" fmla="*/ 43323 h 58211"/>
                    <a:gd name="connsiteX19" fmla="*/ 1343 w 58211"/>
                    <a:gd name="connsiteY19" fmla="*/ 45114 h 58211"/>
                    <a:gd name="connsiteX20" fmla="*/ 28210 w 58211"/>
                    <a:gd name="connsiteY20" fmla="*/ 58547 h 58211"/>
                    <a:gd name="connsiteX21" fmla="*/ 29106 w 58211"/>
                    <a:gd name="connsiteY21" fmla="*/ 58995 h 58211"/>
                    <a:gd name="connsiteX22" fmla="*/ 30001 w 58211"/>
                    <a:gd name="connsiteY22" fmla="*/ 58547 h 58211"/>
                    <a:gd name="connsiteX23" fmla="*/ 56868 w 58211"/>
                    <a:gd name="connsiteY23" fmla="*/ 45114 h 58211"/>
                    <a:gd name="connsiteX24" fmla="*/ 58212 w 58211"/>
                    <a:gd name="connsiteY24" fmla="*/ 43323 h 58211"/>
                    <a:gd name="connsiteX25" fmla="*/ 58212 w 58211"/>
                    <a:gd name="connsiteY25" fmla="*/ 16456 h 58211"/>
                    <a:gd name="connsiteX26" fmla="*/ 57764 w 58211"/>
                    <a:gd name="connsiteY26" fmla="*/ 14665 h 58211"/>
                    <a:gd name="connsiteX27" fmla="*/ 28658 w 58211"/>
                    <a:gd name="connsiteY27" fmla="*/ 4814 h 58211"/>
                    <a:gd name="connsiteX28" fmla="*/ 50599 w 58211"/>
                    <a:gd name="connsiteY28" fmla="*/ 15560 h 58211"/>
                    <a:gd name="connsiteX29" fmla="*/ 28658 w 58211"/>
                    <a:gd name="connsiteY29" fmla="*/ 26307 h 58211"/>
                    <a:gd name="connsiteX30" fmla="*/ 6717 w 58211"/>
                    <a:gd name="connsiteY30" fmla="*/ 15560 h 58211"/>
                    <a:gd name="connsiteX31" fmla="*/ 28658 w 58211"/>
                    <a:gd name="connsiteY31" fmla="*/ 4814 h 58211"/>
                    <a:gd name="connsiteX32" fmla="*/ 4030 w 58211"/>
                    <a:gd name="connsiteY32" fmla="*/ 19590 h 58211"/>
                    <a:gd name="connsiteX33" fmla="*/ 26419 w 58211"/>
                    <a:gd name="connsiteY33" fmla="*/ 30785 h 58211"/>
                    <a:gd name="connsiteX34" fmla="*/ 26419 w 58211"/>
                    <a:gd name="connsiteY34" fmla="*/ 52726 h 58211"/>
                    <a:gd name="connsiteX35" fmla="*/ 4030 w 58211"/>
                    <a:gd name="connsiteY35" fmla="*/ 41532 h 58211"/>
                    <a:gd name="connsiteX36" fmla="*/ 4030 w 58211"/>
                    <a:gd name="connsiteY36" fmla="*/ 19590 h 58211"/>
                    <a:gd name="connsiteX37" fmla="*/ 30897 w 58211"/>
                    <a:gd name="connsiteY37" fmla="*/ 52726 h 58211"/>
                    <a:gd name="connsiteX38" fmla="*/ 30897 w 58211"/>
                    <a:gd name="connsiteY38" fmla="*/ 30785 h 58211"/>
                    <a:gd name="connsiteX39" fmla="*/ 53286 w 58211"/>
                    <a:gd name="connsiteY39" fmla="*/ 19590 h 58211"/>
                    <a:gd name="connsiteX40" fmla="*/ 53286 w 58211"/>
                    <a:gd name="connsiteY40" fmla="*/ 41532 h 58211"/>
                    <a:gd name="connsiteX41" fmla="*/ 30897 w 58211"/>
                    <a:gd name="connsiteY41" fmla="*/ 52726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58211" h="58211">
                      <a:moveTo>
                        <a:pt x="57764" y="14665"/>
                      </a:moveTo>
                      <a:cubicBezTo>
                        <a:pt x="57316" y="14665"/>
                        <a:pt x="57316" y="14665"/>
                        <a:pt x="57764" y="14665"/>
                      </a:cubicBezTo>
                      <a:cubicBezTo>
                        <a:pt x="57316" y="14217"/>
                        <a:pt x="57316" y="14217"/>
                        <a:pt x="56868" y="13769"/>
                      </a:cubicBezTo>
                      <a:cubicBezTo>
                        <a:pt x="56868" y="13769"/>
                        <a:pt x="56868" y="13769"/>
                        <a:pt x="56868" y="13769"/>
                      </a:cubicBezTo>
                      <a:cubicBezTo>
                        <a:pt x="56868" y="13769"/>
                        <a:pt x="56868" y="13769"/>
                        <a:pt x="56868" y="13769"/>
                      </a:cubicBezTo>
                      <a:lnTo>
                        <a:pt x="30001" y="336"/>
                      </a:lnTo>
                      <a:cubicBezTo>
                        <a:pt x="29554" y="-112"/>
                        <a:pt x="28658" y="-112"/>
                        <a:pt x="28210" y="336"/>
                      </a:cubicBezTo>
                      <a:lnTo>
                        <a:pt x="17463" y="5709"/>
                      </a:lnTo>
                      <a:lnTo>
                        <a:pt x="16568" y="3918"/>
                      </a:lnTo>
                      <a:cubicBezTo>
                        <a:pt x="16120" y="2575"/>
                        <a:pt x="14777" y="2127"/>
                        <a:pt x="13433" y="3023"/>
                      </a:cubicBezTo>
                      <a:cubicBezTo>
                        <a:pt x="12090" y="3470"/>
                        <a:pt x="11642" y="4814"/>
                        <a:pt x="12538" y="6157"/>
                      </a:cubicBezTo>
                      <a:lnTo>
                        <a:pt x="13433" y="8396"/>
                      </a:lnTo>
                      <a:lnTo>
                        <a:pt x="1343" y="14217"/>
                      </a:lnTo>
                      <a:cubicBezTo>
                        <a:pt x="1343" y="14217"/>
                        <a:pt x="1343" y="14217"/>
                        <a:pt x="1343" y="14217"/>
                      </a:cubicBezTo>
                      <a:cubicBezTo>
                        <a:pt x="1343" y="14217"/>
                        <a:pt x="1343" y="14217"/>
                        <a:pt x="1343" y="14217"/>
                      </a:cubicBezTo>
                      <a:cubicBezTo>
                        <a:pt x="1343" y="14217"/>
                        <a:pt x="896" y="14665"/>
                        <a:pt x="896" y="14665"/>
                      </a:cubicBezTo>
                      <a:cubicBezTo>
                        <a:pt x="896" y="14665"/>
                        <a:pt x="896" y="14665"/>
                        <a:pt x="448" y="15113"/>
                      </a:cubicBezTo>
                      <a:cubicBezTo>
                        <a:pt x="448" y="15560"/>
                        <a:pt x="0" y="16008"/>
                        <a:pt x="0" y="16456"/>
                      </a:cubicBezTo>
                      <a:lnTo>
                        <a:pt x="0" y="43323"/>
                      </a:lnTo>
                      <a:cubicBezTo>
                        <a:pt x="0" y="44218"/>
                        <a:pt x="448" y="45114"/>
                        <a:pt x="1343" y="45114"/>
                      </a:cubicBezTo>
                      <a:lnTo>
                        <a:pt x="28210" y="58547"/>
                      </a:lnTo>
                      <a:cubicBezTo>
                        <a:pt x="28658" y="58547"/>
                        <a:pt x="28658" y="58995"/>
                        <a:pt x="29106" y="58995"/>
                      </a:cubicBezTo>
                      <a:cubicBezTo>
                        <a:pt x="29554" y="58995"/>
                        <a:pt x="30001" y="58995"/>
                        <a:pt x="30001" y="58547"/>
                      </a:cubicBezTo>
                      <a:lnTo>
                        <a:pt x="56868" y="45114"/>
                      </a:lnTo>
                      <a:cubicBezTo>
                        <a:pt x="57764" y="44666"/>
                        <a:pt x="58212" y="43771"/>
                        <a:pt x="58212" y="43323"/>
                      </a:cubicBezTo>
                      <a:lnTo>
                        <a:pt x="58212" y="16456"/>
                      </a:lnTo>
                      <a:cubicBezTo>
                        <a:pt x="57764" y="15560"/>
                        <a:pt x="57764" y="15113"/>
                        <a:pt x="57764" y="14665"/>
                      </a:cubicBezTo>
                      <a:close/>
                      <a:moveTo>
                        <a:pt x="28658" y="4814"/>
                      </a:moveTo>
                      <a:lnTo>
                        <a:pt x="50599" y="15560"/>
                      </a:lnTo>
                      <a:lnTo>
                        <a:pt x="28658" y="26307"/>
                      </a:lnTo>
                      <a:lnTo>
                        <a:pt x="6717" y="15560"/>
                      </a:lnTo>
                      <a:lnTo>
                        <a:pt x="28658" y="4814"/>
                      </a:lnTo>
                      <a:close/>
                      <a:moveTo>
                        <a:pt x="4030" y="19590"/>
                      </a:moveTo>
                      <a:lnTo>
                        <a:pt x="26419" y="30785"/>
                      </a:lnTo>
                      <a:lnTo>
                        <a:pt x="26419" y="52726"/>
                      </a:lnTo>
                      <a:lnTo>
                        <a:pt x="4030" y="41532"/>
                      </a:lnTo>
                      <a:lnTo>
                        <a:pt x="4030" y="19590"/>
                      </a:lnTo>
                      <a:close/>
                      <a:moveTo>
                        <a:pt x="30897" y="52726"/>
                      </a:moveTo>
                      <a:lnTo>
                        <a:pt x="30897" y="30785"/>
                      </a:lnTo>
                      <a:lnTo>
                        <a:pt x="53286" y="19590"/>
                      </a:lnTo>
                      <a:lnTo>
                        <a:pt x="53286" y="41532"/>
                      </a:lnTo>
                      <a:lnTo>
                        <a:pt x="30897" y="5272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64" name="Freeform: Shape 4160">
                  <a:extLst>
                    <a:ext uri="{FF2B5EF4-FFF2-40B4-BE49-F238E27FC236}">
                      <a16:creationId xmlns:a16="http://schemas.microsoft.com/office/drawing/2014/main" id="{73C985D2-D244-73B1-DE82-5C343DDAD446}"/>
                    </a:ext>
                  </a:extLst>
                </p:cNvPr>
                <p:cNvSpPr/>
                <p:nvPr/>
              </p:nvSpPr>
              <p:spPr>
                <a:xfrm>
                  <a:off x="896696" y="2367508"/>
                  <a:ext cx="4478" cy="4478"/>
                </a:xfrm>
                <a:custGeom>
                  <a:avLst/>
                  <a:gdLst>
                    <a:gd name="connsiteX0" fmla="*/ 1967 w 4477"/>
                    <a:gd name="connsiteY0" fmla="*/ 1343 h 4477"/>
                    <a:gd name="connsiteX1" fmla="*/ 176 w 4477"/>
                    <a:gd name="connsiteY1" fmla="*/ 5373 h 4477"/>
                    <a:gd name="connsiteX2" fmla="*/ 1071 w 4477"/>
                    <a:gd name="connsiteY2" fmla="*/ 8508 h 4477"/>
                    <a:gd name="connsiteX3" fmla="*/ 1967 w 4477"/>
                    <a:gd name="connsiteY3" fmla="*/ 8508 h 4477"/>
                    <a:gd name="connsiteX4" fmla="*/ 4206 w 4477"/>
                    <a:gd name="connsiteY4" fmla="*/ 7164 h 4477"/>
                    <a:gd name="connsiteX5" fmla="*/ 5997 w 4477"/>
                    <a:gd name="connsiteY5" fmla="*/ 3134 h 4477"/>
                    <a:gd name="connsiteX6" fmla="*/ 5101 w 4477"/>
                    <a:gd name="connsiteY6" fmla="*/ 0 h 4477"/>
                    <a:gd name="connsiteX7" fmla="*/ 1967 w 4477"/>
                    <a:gd name="connsiteY7" fmla="*/ 1343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 h="4477">
                      <a:moveTo>
                        <a:pt x="1967" y="1343"/>
                      </a:moveTo>
                      <a:lnTo>
                        <a:pt x="176" y="5373"/>
                      </a:lnTo>
                      <a:cubicBezTo>
                        <a:pt x="-272" y="6717"/>
                        <a:pt x="176" y="7612"/>
                        <a:pt x="1071" y="8508"/>
                      </a:cubicBezTo>
                      <a:cubicBezTo>
                        <a:pt x="1519" y="8508"/>
                        <a:pt x="1519" y="8508"/>
                        <a:pt x="1967" y="8508"/>
                      </a:cubicBezTo>
                      <a:cubicBezTo>
                        <a:pt x="2862" y="8508"/>
                        <a:pt x="3758" y="8060"/>
                        <a:pt x="4206" y="7164"/>
                      </a:cubicBezTo>
                      <a:lnTo>
                        <a:pt x="5997" y="3134"/>
                      </a:lnTo>
                      <a:cubicBezTo>
                        <a:pt x="6445" y="1791"/>
                        <a:pt x="5997" y="895"/>
                        <a:pt x="5101" y="0"/>
                      </a:cubicBezTo>
                      <a:cubicBezTo>
                        <a:pt x="3758" y="0"/>
                        <a:pt x="2415" y="448"/>
                        <a:pt x="1967" y="134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65" name="Freeform: Shape 4161">
                  <a:extLst>
                    <a:ext uri="{FF2B5EF4-FFF2-40B4-BE49-F238E27FC236}">
                      <a16:creationId xmlns:a16="http://schemas.microsoft.com/office/drawing/2014/main" id="{B148E6C6-6A04-2F8A-85E4-625D056608A8}"/>
                    </a:ext>
                  </a:extLst>
                </p:cNvPr>
                <p:cNvSpPr/>
                <p:nvPr/>
              </p:nvSpPr>
              <p:spPr>
                <a:xfrm>
                  <a:off x="902227" y="2355242"/>
                  <a:ext cx="4478" cy="4478"/>
                </a:xfrm>
                <a:custGeom>
                  <a:avLst/>
                  <a:gdLst>
                    <a:gd name="connsiteX0" fmla="*/ 1362 w 4477"/>
                    <a:gd name="connsiteY0" fmla="*/ 8684 h 4477"/>
                    <a:gd name="connsiteX1" fmla="*/ 2257 w 4477"/>
                    <a:gd name="connsiteY1" fmla="*/ 8684 h 4477"/>
                    <a:gd name="connsiteX2" fmla="*/ 4496 w 4477"/>
                    <a:gd name="connsiteY2" fmla="*/ 7340 h 4477"/>
                    <a:gd name="connsiteX3" fmla="*/ 6287 w 4477"/>
                    <a:gd name="connsiteY3" fmla="*/ 3310 h 4477"/>
                    <a:gd name="connsiteX4" fmla="*/ 5392 w 4477"/>
                    <a:gd name="connsiteY4" fmla="*/ 176 h 4477"/>
                    <a:gd name="connsiteX5" fmla="*/ 2257 w 4477"/>
                    <a:gd name="connsiteY5" fmla="*/ 1071 h 4477"/>
                    <a:gd name="connsiteX6" fmla="*/ 466 w 4477"/>
                    <a:gd name="connsiteY6" fmla="*/ 5101 h 4477"/>
                    <a:gd name="connsiteX7" fmla="*/ 1362 w 4477"/>
                    <a:gd name="connsiteY7" fmla="*/ 8684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 h="4477">
                      <a:moveTo>
                        <a:pt x="1362" y="8684"/>
                      </a:moveTo>
                      <a:cubicBezTo>
                        <a:pt x="1809" y="8684"/>
                        <a:pt x="1809" y="8684"/>
                        <a:pt x="2257" y="8684"/>
                      </a:cubicBezTo>
                      <a:cubicBezTo>
                        <a:pt x="3153" y="8684"/>
                        <a:pt x="4048" y="8236"/>
                        <a:pt x="4496" y="7340"/>
                      </a:cubicBezTo>
                      <a:lnTo>
                        <a:pt x="6287" y="3310"/>
                      </a:lnTo>
                      <a:cubicBezTo>
                        <a:pt x="6735" y="1967"/>
                        <a:pt x="6287" y="1071"/>
                        <a:pt x="5392" y="176"/>
                      </a:cubicBezTo>
                      <a:cubicBezTo>
                        <a:pt x="4048" y="-272"/>
                        <a:pt x="3153" y="176"/>
                        <a:pt x="2257" y="1071"/>
                      </a:cubicBezTo>
                      <a:lnTo>
                        <a:pt x="466" y="5101"/>
                      </a:lnTo>
                      <a:cubicBezTo>
                        <a:pt x="-430" y="6892"/>
                        <a:pt x="18" y="8236"/>
                        <a:pt x="1362" y="868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66" name="Freeform: Shape 4162">
                  <a:extLst>
                    <a:ext uri="{FF2B5EF4-FFF2-40B4-BE49-F238E27FC236}">
                      <a16:creationId xmlns:a16="http://schemas.microsoft.com/office/drawing/2014/main" id="{3C88FA1A-75E4-5744-0BD0-4918EB0118B5}"/>
                    </a:ext>
                  </a:extLst>
                </p:cNvPr>
                <p:cNvSpPr/>
                <p:nvPr/>
              </p:nvSpPr>
              <p:spPr>
                <a:xfrm>
                  <a:off x="891032" y="2379422"/>
                  <a:ext cx="4478" cy="4478"/>
                </a:xfrm>
                <a:custGeom>
                  <a:avLst/>
                  <a:gdLst>
                    <a:gd name="connsiteX0" fmla="*/ 1362 w 4477"/>
                    <a:gd name="connsiteY0" fmla="*/ 8684 h 4477"/>
                    <a:gd name="connsiteX1" fmla="*/ 2257 w 4477"/>
                    <a:gd name="connsiteY1" fmla="*/ 8684 h 4477"/>
                    <a:gd name="connsiteX2" fmla="*/ 4496 w 4477"/>
                    <a:gd name="connsiteY2" fmla="*/ 7340 h 4477"/>
                    <a:gd name="connsiteX3" fmla="*/ 6287 w 4477"/>
                    <a:gd name="connsiteY3" fmla="*/ 3310 h 4477"/>
                    <a:gd name="connsiteX4" fmla="*/ 5392 w 4477"/>
                    <a:gd name="connsiteY4" fmla="*/ 176 h 4477"/>
                    <a:gd name="connsiteX5" fmla="*/ 2257 w 4477"/>
                    <a:gd name="connsiteY5" fmla="*/ 1071 h 4477"/>
                    <a:gd name="connsiteX6" fmla="*/ 466 w 4477"/>
                    <a:gd name="connsiteY6" fmla="*/ 5101 h 4477"/>
                    <a:gd name="connsiteX7" fmla="*/ 1362 w 4477"/>
                    <a:gd name="connsiteY7" fmla="*/ 8684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 h="4477">
                      <a:moveTo>
                        <a:pt x="1362" y="8684"/>
                      </a:moveTo>
                      <a:cubicBezTo>
                        <a:pt x="1809" y="8684"/>
                        <a:pt x="1809" y="8684"/>
                        <a:pt x="2257" y="8684"/>
                      </a:cubicBezTo>
                      <a:cubicBezTo>
                        <a:pt x="3153" y="8684"/>
                        <a:pt x="4048" y="8236"/>
                        <a:pt x="4496" y="7340"/>
                      </a:cubicBezTo>
                      <a:lnTo>
                        <a:pt x="6287" y="3310"/>
                      </a:lnTo>
                      <a:cubicBezTo>
                        <a:pt x="6735" y="1967"/>
                        <a:pt x="6287" y="1071"/>
                        <a:pt x="5392" y="176"/>
                      </a:cubicBezTo>
                      <a:cubicBezTo>
                        <a:pt x="4048" y="-272"/>
                        <a:pt x="3153" y="176"/>
                        <a:pt x="2257" y="1071"/>
                      </a:cubicBezTo>
                      <a:lnTo>
                        <a:pt x="466" y="5101"/>
                      </a:lnTo>
                      <a:cubicBezTo>
                        <a:pt x="-430" y="6892"/>
                        <a:pt x="18" y="8236"/>
                        <a:pt x="1362" y="868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67" name="Freeform: Shape 4163">
                  <a:extLst>
                    <a:ext uri="{FF2B5EF4-FFF2-40B4-BE49-F238E27FC236}">
                      <a16:creationId xmlns:a16="http://schemas.microsoft.com/office/drawing/2014/main" id="{C3F3745B-56F3-764B-9FBF-5FD9F108D05B}"/>
                    </a:ext>
                  </a:extLst>
                </p:cNvPr>
                <p:cNvSpPr/>
                <p:nvPr/>
              </p:nvSpPr>
              <p:spPr>
                <a:xfrm>
                  <a:off x="946109" y="2378982"/>
                  <a:ext cx="4478" cy="4478"/>
                </a:xfrm>
                <a:custGeom>
                  <a:avLst/>
                  <a:gdLst>
                    <a:gd name="connsiteX0" fmla="*/ 1361 w 4477"/>
                    <a:gd name="connsiteY0" fmla="*/ 168 h 4477"/>
                    <a:gd name="connsiteX1" fmla="*/ 466 w 4477"/>
                    <a:gd name="connsiteY1" fmla="*/ 3302 h 4477"/>
                    <a:gd name="connsiteX2" fmla="*/ 2257 w 4477"/>
                    <a:gd name="connsiteY2" fmla="*/ 7332 h 4477"/>
                    <a:gd name="connsiteX3" fmla="*/ 4496 w 4477"/>
                    <a:gd name="connsiteY3" fmla="*/ 8676 h 4477"/>
                    <a:gd name="connsiteX4" fmla="*/ 5392 w 4477"/>
                    <a:gd name="connsiteY4" fmla="*/ 8676 h 4477"/>
                    <a:gd name="connsiteX5" fmla="*/ 6287 w 4477"/>
                    <a:gd name="connsiteY5" fmla="*/ 5541 h 4477"/>
                    <a:gd name="connsiteX6" fmla="*/ 4496 w 4477"/>
                    <a:gd name="connsiteY6" fmla="*/ 1511 h 4477"/>
                    <a:gd name="connsiteX7" fmla="*/ 1361 w 4477"/>
                    <a:gd name="connsiteY7" fmla="*/ 16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 h="4477">
                      <a:moveTo>
                        <a:pt x="1361" y="168"/>
                      </a:moveTo>
                      <a:cubicBezTo>
                        <a:pt x="18" y="616"/>
                        <a:pt x="-430" y="1959"/>
                        <a:pt x="466" y="3302"/>
                      </a:cubicBezTo>
                      <a:lnTo>
                        <a:pt x="2257" y="7332"/>
                      </a:lnTo>
                      <a:cubicBezTo>
                        <a:pt x="2705" y="8228"/>
                        <a:pt x="3600" y="8676"/>
                        <a:pt x="4496" y="8676"/>
                      </a:cubicBezTo>
                      <a:cubicBezTo>
                        <a:pt x="4944" y="8676"/>
                        <a:pt x="4944" y="8676"/>
                        <a:pt x="5392" y="8676"/>
                      </a:cubicBezTo>
                      <a:cubicBezTo>
                        <a:pt x="6735" y="8228"/>
                        <a:pt x="7183" y="6885"/>
                        <a:pt x="6287" y="5541"/>
                      </a:cubicBezTo>
                      <a:lnTo>
                        <a:pt x="4496" y="1511"/>
                      </a:lnTo>
                      <a:cubicBezTo>
                        <a:pt x="4048" y="168"/>
                        <a:pt x="2705" y="-280"/>
                        <a:pt x="1361" y="16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68" name="Freeform: Shape 4164">
                  <a:extLst>
                    <a:ext uri="{FF2B5EF4-FFF2-40B4-BE49-F238E27FC236}">
                      <a16:creationId xmlns:a16="http://schemas.microsoft.com/office/drawing/2014/main" id="{2CCEF8C3-2644-86D5-EECC-7A72D8D38446}"/>
                    </a:ext>
                  </a:extLst>
                </p:cNvPr>
                <p:cNvSpPr/>
                <p:nvPr/>
              </p:nvSpPr>
              <p:spPr>
                <a:xfrm>
                  <a:off x="940736" y="2367042"/>
                  <a:ext cx="4478" cy="8956"/>
                </a:xfrm>
                <a:custGeom>
                  <a:avLst/>
                  <a:gdLst>
                    <a:gd name="connsiteX0" fmla="*/ 6287 w 4477"/>
                    <a:gd name="connsiteY0" fmla="*/ 5391 h 8955"/>
                    <a:gd name="connsiteX1" fmla="*/ 4496 w 4477"/>
                    <a:gd name="connsiteY1" fmla="*/ 1361 h 8955"/>
                    <a:gd name="connsiteX2" fmla="*/ 1361 w 4477"/>
                    <a:gd name="connsiteY2" fmla="*/ 466 h 8955"/>
                    <a:gd name="connsiteX3" fmla="*/ 466 w 4477"/>
                    <a:gd name="connsiteY3" fmla="*/ 3600 h 8955"/>
                    <a:gd name="connsiteX4" fmla="*/ 2257 w 4477"/>
                    <a:gd name="connsiteY4" fmla="*/ 7630 h 8955"/>
                    <a:gd name="connsiteX5" fmla="*/ 4496 w 4477"/>
                    <a:gd name="connsiteY5" fmla="*/ 8974 h 8955"/>
                    <a:gd name="connsiteX6" fmla="*/ 5392 w 4477"/>
                    <a:gd name="connsiteY6" fmla="*/ 8974 h 8955"/>
                    <a:gd name="connsiteX7" fmla="*/ 6287 w 4477"/>
                    <a:gd name="connsiteY7" fmla="*/ 5391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 h="8955">
                      <a:moveTo>
                        <a:pt x="6287" y="5391"/>
                      </a:moveTo>
                      <a:lnTo>
                        <a:pt x="4496" y="1361"/>
                      </a:lnTo>
                      <a:cubicBezTo>
                        <a:pt x="4048" y="18"/>
                        <a:pt x="2705" y="-430"/>
                        <a:pt x="1361" y="466"/>
                      </a:cubicBezTo>
                      <a:cubicBezTo>
                        <a:pt x="18" y="1361"/>
                        <a:pt x="-430" y="2257"/>
                        <a:pt x="466" y="3600"/>
                      </a:cubicBezTo>
                      <a:lnTo>
                        <a:pt x="2257" y="7630"/>
                      </a:lnTo>
                      <a:cubicBezTo>
                        <a:pt x="2705" y="8526"/>
                        <a:pt x="3600" y="8974"/>
                        <a:pt x="4496" y="8974"/>
                      </a:cubicBezTo>
                      <a:cubicBezTo>
                        <a:pt x="4944" y="8974"/>
                        <a:pt x="4944" y="8974"/>
                        <a:pt x="5392" y="8974"/>
                      </a:cubicBezTo>
                      <a:cubicBezTo>
                        <a:pt x="6287" y="7630"/>
                        <a:pt x="6735" y="6287"/>
                        <a:pt x="6287" y="539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69" name="Freeform: Shape 4165">
                  <a:extLst>
                    <a:ext uri="{FF2B5EF4-FFF2-40B4-BE49-F238E27FC236}">
                      <a16:creationId xmlns:a16="http://schemas.microsoft.com/office/drawing/2014/main" id="{1633D74E-0D9F-7E4C-FE8D-A71A06712382}"/>
                    </a:ext>
                  </a:extLst>
                </p:cNvPr>
                <p:cNvSpPr/>
                <p:nvPr/>
              </p:nvSpPr>
              <p:spPr>
                <a:xfrm>
                  <a:off x="934915" y="2354504"/>
                  <a:ext cx="4478" cy="8956"/>
                </a:xfrm>
                <a:custGeom>
                  <a:avLst/>
                  <a:gdLst>
                    <a:gd name="connsiteX0" fmla="*/ 6287 w 4477"/>
                    <a:gd name="connsiteY0" fmla="*/ 5392 h 8955"/>
                    <a:gd name="connsiteX1" fmla="*/ 4496 w 4477"/>
                    <a:gd name="connsiteY1" fmla="*/ 1362 h 8955"/>
                    <a:gd name="connsiteX2" fmla="*/ 1361 w 4477"/>
                    <a:gd name="connsiteY2" fmla="*/ 466 h 8955"/>
                    <a:gd name="connsiteX3" fmla="*/ 466 w 4477"/>
                    <a:gd name="connsiteY3" fmla="*/ 3600 h 8955"/>
                    <a:gd name="connsiteX4" fmla="*/ 2257 w 4477"/>
                    <a:gd name="connsiteY4" fmla="*/ 7630 h 8955"/>
                    <a:gd name="connsiteX5" fmla="*/ 4496 w 4477"/>
                    <a:gd name="connsiteY5" fmla="*/ 8974 h 8955"/>
                    <a:gd name="connsiteX6" fmla="*/ 5392 w 4477"/>
                    <a:gd name="connsiteY6" fmla="*/ 8974 h 8955"/>
                    <a:gd name="connsiteX7" fmla="*/ 6287 w 4477"/>
                    <a:gd name="connsiteY7" fmla="*/ 5392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 h="8955">
                      <a:moveTo>
                        <a:pt x="6287" y="5392"/>
                      </a:moveTo>
                      <a:lnTo>
                        <a:pt x="4496" y="1362"/>
                      </a:lnTo>
                      <a:cubicBezTo>
                        <a:pt x="4048" y="18"/>
                        <a:pt x="2705" y="-430"/>
                        <a:pt x="1361" y="466"/>
                      </a:cubicBezTo>
                      <a:cubicBezTo>
                        <a:pt x="18" y="914"/>
                        <a:pt x="-430" y="2257"/>
                        <a:pt x="466" y="3600"/>
                      </a:cubicBezTo>
                      <a:lnTo>
                        <a:pt x="2257" y="7630"/>
                      </a:lnTo>
                      <a:cubicBezTo>
                        <a:pt x="2705" y="8526"/>
                        <a:pt x="3600" y="8974"/>
                        <a:pt x="4496" y="8974"/>
                      </a:cubicBezTo>
                      <a:cubicBezTo>
                        <a:pt x="4944" y="8974"/>
                        <a:pt x="4944" y="8974"/>
                        <a:pt x="5392" y="8974"/>
                      </a:cubicBezTo>
                      <a:cubicBezTo>
                        <a:pt x="6287" y="8078"/>
                        <a:pt x="6735" y="6735"/>
                        <a:pt x="6287" y="539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0" name="Freeform: Shape 4166">
                  <a:extLst>
                    <a:ext uri="{FF2B5EF4-FFF2-40B4-BE49-F238E27FC236}">
                      <a16:creationId xmlns:a16="http://schemas.microsoft.com/office/drawing/2014/main" id="{0E93027D-1919-9EA5-794B-154C320682A4}"/>
                    </a:ext>
                  </a:extLst>
                </p:cNvPr>
                <p:cNvSpPr/>
                <p:nvPr/>
              </p:nvSpPr>
              <p:spPr>
                <a:xfrm>
                  <a:off x="893289" y="2294631"/>
                  <a:ext cx="58212" cy="58212"/>
                </a:xfrm>
                <a:custGeom>
                  <a:avLst/>
                  <a:gdLst>
                    <a:gd name="connsiteX0" fmla="*/ 38509 w 58211"/>
                    <a:gd name="connsiteY0" fmla="*/ 54965 h 58211"/>
                    <a:gd name="connsiteX1" fmla="*/ 40748 w 58211"/>
                    <a:gd name="connsiteY1" fmla="*/ 56309 h 58211"/>
                    <a:gd name="connsiteX2" fmla="*/ 41644 w 58211"/>
                    <a:gd name="connsiteY2" fmla="*/ 56309 h 58211"/>
                    <a:gd name="connsiteX3" fmla="*/ 42539 w 58211"/>
                    <a:gd name="connsiteY3" fmla="*/ 53174 h 58211"/>
                    <a:gd name="connsiteX4" fmla="*/ 42091 w 58211"/>
                    <a:gd name="connsiteY4" fmla="*/ 52279 h 58211"/>
                    <a:gd name="connsiteX5" fmla="*/ 56868 w 58211"/>
                    <a:gd name="connsiteY5" fmla="*/ 44666 h 58211"/>
                    <a:gd name="connsiteX6" fmla="*/ 58212 w 58211"/>
                    <a:gd name="connsiteY6" fmla="*/ 42875 h 58211"/>
                    <a:gd name="connsiteX7" fmla="*/ 58212 w 58211"/>
                    <a:gd name="connsiteY7" fmla="*/ 16008 h 58211"/>
                    <a:gd name="connsiteX8" fmla="*/ 57764 w 58211"/>
                    <a:gd name="connsiteY8" fmla="*/ 14665 h 58211"/>
                    <a:gd name="connsiteX9" fmla="*/ 57316 w 58211"/>
                    <a:gd name="connsiteY9" fmla="*/ 14217 h 58211"/>
                    <a:gd name="connsiteX10" fmla="*/ 56868 w 58211"/>
                    <a:gd name="connsiteY10" fmla="*/ 13769 h 58211"/>
                    <a:gd name="connsiteX11" fmla="*/ 56868 w 58211"/>
                    <a:gd name="connsiteY11" fmla="*/ 13769 h 58211"/>
                    <a:gd name="connsiteX12" fmla="*/ 56868 w 58211"/>
                    <a:gd name="connsiteY12" fmla="*/ 13769 h 58211"/>
                    <a:gd name="connsiteX13" fmla="*/ 30001 w 58211"/>
                    <a:gd name="connsiteY13" fmla="*/ 336 h 58211"/>
                    <a:gd name="connsiteX14" fmla="*/ 28210 w 58211"/>
                    <a:gd name="connsiteY14" fmla="*/ 336 h 58211"/>
                    <a:gd name="connsiteX15" fmla="*/ 1343 w 58211"/>
                    <a:gd name="connsiteY15" fmla="*/ 13769 h 58211"/>
                    <a:gd name="connsiteX16" fmla="*/ 1343 w 58211"/>
                    <a:gd name="connsiteY16" fmla="*/ 13769 h 58211"/>
                    <a:gd name="connsiteX17" fmla="*/ 1343 w 58211"/>
                    <a:gd name="connsiteY17" fmla="*/ 13769 h 58211"/>
                    <a:gd name="connsiteX18" fmla="*/ 896 w 58211"/>
                    <a:gd name="connsiteY18" fmla="*/ 14217 h 58211"/>
                    <a:gd name="connsiteX19" fmla="*/ 448 w 58211"/>
                    <a:gd name="connsiteY19" fmla="*/ 14665 h 58211"/>
                    <a:gd name="connsiteX20" fmla="*/ 0 w 58211"/>
                    <a:gd name="connsiteY20" fmla="*/ 16008 h 58211"/>
                    <a:gd name="connsiteX21" fmla="*/ 0 w 58211"/>
                    <a:gd name="connsiteY21" fmla="*/ 42875 h 58211"/>
                    <a:gd name="connsiteX22" fmla="*/ 1343 w 58211"/>
                    <a:gd name="connsiteY22" fmla="*/ 44666 h 58211"/>
                    <a:gd name="connsiteX23" fmla="*/ 16120 w 58211"/>
                    <a:gd name="connsiteY23" fmla="*/ 52279 h 58211"/>
                    <a:gd name="connsiteX24" fmla="*/ 15225 w 58211"/>
                    <a:gd name="connsiteY24" fmla="*/ 54070 h 58211"/>
                    <a:gd name="connsiteX25" fmla="*/ 16120 w 58211"/>
                    <a:gd name="connsiteY25" fmla="*/ 57204 h 58211"/>
                    <a:gd name="connsiteX26" fmla="*/ 17016 w 58211"/>
                    <a:gd name="connsiteY26" fmla="*/ 57204 h 58211"/>
                    <a:gd name="connsiteX27" fmla="*/ 19255 w 58211"/>
                    <a:gd name="connsiteY27" fmla="*/ 55861 h 58211"/>
                    <a:gd name="connsiteX28" fmla="*/ 20150 w 58211"/>
                    <a:gd name="connsiteY28" fmla="*/ 54070 h 58211"/>
                    <a:gd name="connsiteX29" fmla="*/ 28210 w 58211"/>
                    <a:gd name="connsiteY29" fmla="*/ 58100 h 58211"/>
                    <a:gd name="connsiteX30" fmla="*/ 29106 w 58211"/>
                    <a:gd name="connsiteY30" fmla="*/ 58547 h 58211"/>
                    <a:gd name="connsiteX31" fmla="*/ 30001 w 58211"/>
                    <a:gd name="connsiteY31" fmla="*/ 58100 h 58211"/>
                    <a:gd name="connsiteX32" fmla="*/ 38061 w 58211"/>
                    <a:gd name="connsiteY32" fmla="*/ 54070 h 58211"/>
                    <a:gd name="connsiteX33" fmla="*/ 38509 w 58211"/>
                    <a:gd name="connsiteY33" fmla="*/ 54965 h 58211"/>
                    <a:gd name="connsiteX34" fmla="*/ 28658 w 58211"/>
                    <a:gd name="connsiteY34" fmla="*/ 4814 h 58211"/>
                    <a:gd name="connsiteX35" fmla="*/ 50599 w 58211"/>
                    <a:gd name="connsiteY35" fmla="*/ 15560 h 58211"/>
                    <a:gd name="connsiteX36" fmla="*/ 28658 w 58211"/>
                    <a:gd name="connsiteY36" fmla="*/ 26307 h 58211"/>
                    <a:gd name="connsiteX37" fmla="*/ 6717 w 58211"/>
                    <a:gd name="connsiteY37" fmla="*/ 15560 h 58211"/>
                    <a:gd name="connsiteX38" fmla="*/ 28658 w 58211"/>
                    <a:gd name="connsiteY38" fmla="*/ 4814 h 58211"/>
                    <a:gd name="connsiteX39" fmla="*/ 4030 w 58211"/>
                    <a:gd name="connsiteY39" fmla="*/ 19590 h 58211"/>
                    <a:gd name="connsiteX40" fmla="*/ 26419 w 58211"/>
                    <a:gd name="connsiteY40" fmla="*/ 30785 h 58211"/>
                    <a:gd name="connsiteX41" fmla="*/ 26419 w 58211"/>
                    <a:gd name="connsiteY41" fmla="*/ 52726 h 58211"/>
                    <a:gd name="connsiteX42" fmla="*/ 20150 w 58211"/>
                    <a:gd name="connsiteY42" fmla="*/ 49592 h 58211"/>
                    <a:gd name="connsiteX43" fmla="*/ 19255 w 58211"/>
                    <a:gd name="connsiteY43" fmla="*/ 49144 h 58211"/>
                    <a:gd name="connsiteX44" fmla="*/ 18359 w 58211"/>
                    <a:gd name="connsiteY44" fmla="*/ 49144 h 58211"/>
                    <a:gd name="connsiteX45" fmla="*/ 3582 w 58211"/>
                    <a:gd name="connsiteY45" fmla="*/ 41980 h 58211"/>
                    <a:gd name="connsiteX46" fmla="*/ 3582 w 58211"/>
                    <a:gd name="connsiteY46" fmla="*/ 19590 h 58211"/>
                    <a:gd name="connsiteX47" fmla="*/ 30897 w 58211"/>
                    <a:gd name="connsiteY47" fmla="*/ 30785 h 58211"/>
                    <a:gd name="connsiteX48" fmla="*/ 53286 w 58211"/>
                    <a:gd name="connsiteY48" fmla="*/ 19590 h 58211"/>
                    <a:gd name="connsiteX49" fmla="*/ 53286 w 58211"/>
                    <a:gd name="connsiteY49" fmla="*/ 41532 h 58211"/>
                    <a:gd name="connsiteX50" fmla="*/ 38509 w 58211"/>
                    <a:gd name="connsiteY50" fmla="*/ 48696 h 58211"/>
                    <a:gd name="connsiteX51" fmla="*/ 37614 w 58211"/>
                    <a:gd name="connsiteY51" fmla="*/ 48696 h 58211"/>
                    <a:gd name="connsiteX52" fmla="*/ 36718 w 58211"/>
                    <a:gd name="connsiteY52" fmla="*/ 49144 h 58211"/>
                    <a:gd name="connsiteX53" fmla="*/ 30449 w 58211"/>
                    <a:gd name="connsiteY53" fmla="*/ 52279 h 58211"/>
                    <a:gd name="connsiteX54" fmla="*/ 30449 w 58211"/>
                    <a:gd name="connsiteY54" fmla="*/ 30785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8211" h="58211">
                      <a:moveTo>
                        <a:pt x="38509" y="54965"/>
                      </a:moveTo>
                      <a:cubicBezTo>
                        <a:pt x="38957" y="55861"/>
                        <a:pt x="39853" y="56309"/>
                        <a:pt x="40748" y="56309"/>
                      </a:cubicBezTo>
                      <a:cubicBezTo>
                        <a:pt x="41196" y="56309"/>
                        <a:pt x="41196" y="56309"/>
                        <a:pt x="41644" y="56309"/>
                      </a:cubicBezTo>
                      <a:cubicBezTo>
                        <a:pt x="42987" y="55861"/>
                        <a:pt x="43435" y="54517"/>
                        <a:pt x="42539" y="53174"/>
                      </a:cubicBezTo>
                      <a:lnTo>
                        <a:pt x="42091" y="52279"/>
                      </a:lnTo>
                      <a:lnTo>
                        <a:pt x="56868" y="44666"/>
                      </a:lnTo>
                      <a:cubicBezTo>
                        <a:pt x="57764" y="44218"/>
                        <a:pt x="58212" y="43323"/>
                        <a:pt x="58212" y="42875"/>
                      </a:cubicBezTo>
                      <a:lnTo>
                        <a:pt x="58212" y="16008"/>
                      </a:lnTo>
                      <a:cubicBezTo>
                        <a:pt x="58212" y="15560"/>
                        <a:pt x="58212" y="15113"/>
                        <a:pt x="57764" y="14665"/>
                      </a:cubicBezTo>
                      <a:cubicBezTo>
                        <a:pt x="57764" y="14665"/>
                        <a:pt x="57764" y="14665"/>
                        <a:pt x="57316" y="14217"/>
                      </a:cubicBezTo>
                      <a:cubicBezTo>
                        <a:pt x="57316" y="14217"/>
                        <a:pt x="56868" y="13769"/>
                        <a:pt x="56868" y="13769"/>
                      </a:cubicBezTo>
                      <a:cubicBezTo>
                        <a:pt x="56868" y="13769"/>
                        <a:pt x="56868" y="13769"/>
                        <a:pt x="56868" y="13769"/>
                      </a:cubicBezTo>
                      <a:cubicBezTo>
                        <a:pt x="56868" y="13769"/>
                        <a:pt x="56868" y="13769"/>
                        <a:pt x="56868" y="13769"/>
                      </a:cubicBezTo>
                      <a:lnTo>
                        <a:pt x="30001" y="336"/>
                      </a:lnTo>
                      <a:cubicBezTo>
                        <a:pt x="29554" y="-112"/>
                        <a:pt x="28658" y="-112"/>
                        <a:pt x="28210" y="336"/>
                      </a:cubicBezTo>
                      <a:lnTo>
                        <a:pt x="1343" y="13769"/>
                      </a:lnTo>
                      <a:cubicBezTo>
                        <a:pt x="1343" y="13769"/>
                        <a:pt x="1343" y="13769"/>
                        <a:pt x="1343" y="13769"/>
                      </a:cubicBezTo>
                      <a:cubicBezTo>
                        <a:pt x="1343" y="13769"/>
                        <a:pt x="1343" y="13769"/>
                        <a:pt x="1343" y="13769"/>
                      </a:cubicBezTo>
                      <a:cubicBezTo>
                        <a:pt x="1343" y="13769"/>
                        <a:pt x="896" y="14217"/>
                        <a:pt x="896" y="14217"/>
                      </a:cubicBezTo>
                      <a:cubicBezTo>
                        <a:pt x="896" y="14217"/>
                        <a:pt x="896" y="14217"/>
                        <a:pt x="448" y="14665"/>
                      </a:cubicBezTo>
                      <a:cubicBezTo>
                        <a:pt x="448" y="15113"/>
                        <a:pt x="0" y="15560"/>
                        <a:pt x="0" y="16008"/>
                      </a:cubicBezTo>
                      <a:lnTo>
                        <a:pt x="0" y="42875"/>
                      </a:lnTo>
                      <a:cubicBezTo>
                        <a:pt x="0" y="43771"/>
                        <a:pt x="448" y="44666"/>
                        <a:pt x="1343" y="44666"/>
                      </a:cubicBezTo>
                      <a:lnTo>
                        <a:pt x="16120" y="52279"/>
                      </a:lnTo>
                      <a:lnTo>
                        <a:pt x="15225" y="54070"/>
                      </a:lnTo>
                      <a:cubicBezTo>
                        <a:pt x="14777" y="55413"/>
                        <a:pt x="15225" y="56309"/>
                        <a:pt x="16120" y="57204"/>
                      </a:cubicBezTo>
                      <a:cubicBezTo>
                        <a:pt x="16568" y="57204"/>
                        <a:pt x="16568" y="57204"/>
                        <a:pt x="17016" y="57204"/>
                      </a:cubicBezTo>
                      <a:cubicBezTo>
                        <a:pt x="17911" y="57204"/>
                        <a:pt x="18807" y="56756"/>
                        <a:pt x="19255" y="55861"/>
                      </a:cubicBezTo>
                      <a:lnTo>
                        <a:pt x="20150" y="54070"/>
                      </a:lnTo>
                      <a:lnTo>
                        <a:pt x="28210" y="58100"/>
                      </a:lnTo>
                      <a:cubicBezTo>
                        <a:pt x="28658" y="58100"/>
                        <a:pt x="28658" y="58547"/>
                        <a:pt x="29106" y="58547"/>
                      </a:cubicBezTo>
                      <a:cubicBezTo>
                        <a:pt x="29554" y="58547"/>
                        <a:pt x="30001" y="58547"/>
                        <a:pt x="30001" y="58100"/>
                      </a:cubicBezTo>
                      <a:lnTo>
                        <a:pt x="38061" y="54070"/>
                      </a:lnTo>
                      <a:lnTo>
                        <a:pt x="38509" y="54965"/>
                      </a:lnTo>
                      <a:close/>
                      <a:moveTo>
                        <a:pt x="28658" y="4814"/>
                      </a:moveTo>
                      <a:lnTo>
                        <a:pt x="50599" y="15560"/>
                      </a:lnTo>
                      <a:lnTo>
                        <a:pt x="28658" y="26307"/>
                      </a:lnTo>
                      <a:lnTo>
                        <a:pt x="6717" y="15560"/>
                      </a:lnTo>
                      <a:lnTo>
                        <a:pt x="28658" y="4814"/>
                      </a:lnTo>
                      <a:close/>
                      <a:moveTo>
                        <a:pt x="4030" y="19590"/>
                      </a:moveTo>
                      <a:lnTo>
                        <a:pt x="26419" y="30785"/>
                      </a:lnTo>
                      <a:lnTo>
                        <a:pt x="26419" y="52726"/>
                      </a:lnTo>
                      <a:lnTo>
                        <a:pt x="20150" y="49592"/>
                      </a:lnTo>
                      <a:cubicBezTo>
                        <a:pt x="20150" y="49144"/>
                        <a:pt x="19702" y="49144"/>
                        <a:pt x="19255" y="49144"/>
                      </a:cubicBezTo>
                      <a:cubicBezTo>
                        <a:pt x="18807" y="49144"/>
                        <a:pt x="18807" y="49144"/>
                        <a:pt x="18359" y="49144"/>
                      </a:cubicBezTo>
                      <a:lnTo>
                        <a:pt x="3582" y="41980"/>
                      </a:lnTo>
                      <a:lnTo>
                        <a:pt x="3582" y="19590"/>
                      </a:lnTo>
                      <a:close/>
                      <a:moveTo>
                        <a:pt x="30897" y="30785"/>
                      </a:moveTo>
                      <a:lnTo>
                        <a:pt x="53286" y="19590"/>
                      </a:lnTo>
                      <a:lnTo>
                        <a:pt x="53286" y="41532"/>
                      </a:lnTo>
                      <a:lnTo>
                        <a:pt x="38509" y="48696"/>
                      </a:lnTo>
                      <a:cubicBezTo>
                        <a:pt x="38061" y="48696"/>
                        <a:pt x="38061" y="48696"/>
                        <a:pt x="37614" y="48696"/>
                      </a:cubicBezTo>
                      <a:cubicBezTo>
                        <a:pt x="37166" y="48696"/>
                        <a:pt x="37166" y="49144"/>
                        <a:pt x="36718" y="49144"/>
                      </a:cubicBezTo>
                      <a:lnTo>
                        <a:pt x="30449" y="52279"/>
                      </a:lnTo>
                      <a:lnTo>
                        <a:pt x="30449" y="3078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1" name="Freeform: Shape 4167">
                  <a:extLst>
                    <a:ext uri="{FF2B5EF4-FFF2-40B4-BE49-F238E27FC236}">
                      <a16:creationId xmlns:a16="http://schemas.microsoft.com/office/drawing/2014/main" id="{ACDE7DE9-3882-E8CC-2EDE-D6D69E31F941}"/>
                    </a:ext>
                  </a:extLst>
                </p:cNvPr>
                <p:cNvSpPr/>
                <p:nvPr/>
              </p:nvSpPr>
              <p:spPr>
                <a:xfrm>
                  <a:off x="845824" y="2388666"/>
                  <a:ext cx="62689" cy="58212"/>
                </a:xfrm>
                <a:custGeom>
                  <a:avLst/>
                  <a:gdLst>
                    <a:gd name="connsiteX0" fmla="*/ 60451 w 62689"/>
                    <a:gd name="connsiteY0" fmla="*/ 27203 h 58211"/>
                    <a:gd name="connsiteX1" fmla="*/ 58212 w 62689"/>
                    <a:gd name="connsiteY1" fmla="*/ 27203 h 58211"/>
                    <a:gd name="connsiteX2" fmla="*/ 58212 w 62689"/>
                    <a:gd name="connsiteY2" fmla="*/ 16008 h 58211"/>
                    <a:gd name="connsiteX3" fmla="*/ 57764 w 62689"/>
                    <a:gd name="connsiteY3" fmla="*/ 14665 h 58211"/>
                    <a:gd name="connsiteX4" fmla="*/ 57316 w 62689"/>
                    <a:gd name="connsiteY4" fmla="*/ 14217 h 58211"/>
                    <a:gd name="connsiteX5" fmla="*/ 56868 w 62689"/>
                    <a:gd name="connsiteY5" fmla="*/ 13769 h 58211"/>
                    <a:gd name="connsiteX6" fmla="*/ 56868 w 62689"/>
                    <a:gd name="connsiteY6" fmla="*/ 13769 h 58211"/>
                    <a:gd name="connsiteX7" fmla="*/ 56868 w 62689"/>
                    <a:gd name="connsiteY7" fmla="*/ 13769 h 58211"/>
                    <a:gd name="connsiteX8" fmla="*/ 44778 w 62689"/>
                    <a:gd name="connsiteY8" fmla="*/ 7948 h 58211"/>
                    <a:gd name="connsiteX9" fmla="*/ 45226 w 62689"/>
                    <a:gd name="connsiteY9" fmla="*/ 6605 h 58211"/>
                    <a:gd name="connsiteX10" fmla="*/ 44330 w 62689"/>
                    <a:gd name="connsiteY10" fmla="*/ 3470 h 58211"/>
                    <a:gd name="connsiteX11" fmla="*/ 41196 w 62689"/>
                    <a:gd name="connsiteY11" fmla="*/ 4366 h 58211"/>
                    <a:gd name="connsiteX12" fmla="*/ 40748 w 62689"/>
                    <a:gd name="connsiteY12" fmla="*/ 5709 h 58211"/>
                    <a:gd name="connsiteX13" fmla="*/ 30001 w 62689"/>
                    <a:gd name="connsiteY13" fmla="*/ 336 h 58211"/>
                    <a:gd name="connsiteX14" fmla="*/ 28210 w 62689"/>
                    <a:gd name="connsiteY14" fmla="*/ 336 h 58211"/>
                    <a:gd name="connsiteX15" fmla="*/ 1343 w 62689"/>
                    <a:gd name="connsiteY15" fmla="*/ 13769 h 58211"/>
                    <a:gd name="connsiteX16" fmla="*/ 1343 w 62689"/>
                    <a:gd name="connsiteY16" fmla="*/ 13769 h 58211"/>
                    <a:gd name="connsiteX17" fmla="*/ 1343 w 62689"/>
                    <a:gd name="connsiteY17" fmla="*/ 13769 h 58211"/>
                    <a:gd name="connsiteX18" fmla="*/ 896 w 62689"/>
                    <a:gd name="connsiteY18" fmla="*/ 14217 h 58211"/>
                    <a:gd name="connsiteX19" fmla="*/ 448 w 62689"/>
                    <a:gd name="connsiteY19" fmla="*/ 14665 h 58211"/>
                    <a:gd name="connsiteX20" fmla="*/ 0 w 62689"/>
                    <a:gd name="connsiteY20" fmla="*/ 16008 h 58211"/>
                    <a:gd name="connsiteX21" fmla="*/ 0 w 62689"/>
                    <a:gd name="connsiteY21" fmla="*/ 42875 h 58211"/>
                    <a:gd name="connsiteX22" fmla="*/ 1343 w 62689"/>
                    <a:gd name="connsiteY22" fmla="*/ 44666 h 58211"/>
                    <a:gd name="connsiteX23" fmla="*/ 28210 w 62689"/>
                    <a:gd name="connsiteY23" fmla="*/ 58100 h 58211"/>
                    <a:gd name="connsiteX24" fmla="*/ 29106 w 62689"/>
                    <a:gd name="connsiteY24" fmla="*/ 58547 h 58211"/>
                    <a:gd name="connsiteX25" fmla="*/ 30001 w 62689"/>
                    <a:gd name="connsiteY25" fmla="*/ 58100 h 58211"/>
                    <a:gd name="connsiteX26" fmla="*/ 56868 w 62689"/>
                    <a:gd name="connsiteY26" fmla="*/ 44666 h 58211"/>
                    <a:gd name="connsiteX27" fmla="*/ 58212 w 62689"/>
                    <a:gd name="connsiteY27" fmla="*/ 42875 h 58211"/>
                    <a:gd name="connsiteX28" fmla="*/ 58212 w 62689"/>
                    <a:gd name="connsiteY28" fmla="*/ 31681 h 58211"/>
                    <a:gd name="connsiteX29" fmla="*/ 60451 w 62689"/>
                    <a:gd name="connsiteY29" fmla="*/ 31681 h 58211"/>
                    <a:gd name="connsiteX30" fmla="*/ 62689 w 62689"/>
                    <a:gd name="connsiteY30" fmla="*/ 29442 h 58211"/>
                    <a:gd name="connsiteX31" fmla="*/ 60451 w 62689"/>
                    <a:gd name="connsiteY31" fmla="*/ 27203 h 58211"/>
                    <a:gd name="connsiteX32" fmla="*/ 29106 w 62689"/>
                    <a:gd name="connsiteY32" fmla="*/ 4814 h 58211"/>
                    <a:gd name="connsiteX33" fmla="*/ 51047 w 62689"/>
                    <a:gd name="connsiteY33" fmla="*/ 15560 h 58211"/>
                    <a:gd name="connsiteX34" fmla="*/ 29106 w 62689"/>
                    <a:gd name="connsiteY34" fmla="*/ 26307 h 58211"/>
                    <a:gd name="connsiteX35" fmla="*/ 7165 w 62689"/>
                    <a:gd name="connsiteY35" fmla="*/ 15560 h 58211"/>
                    <a:gd name="connsiteX36" fmla="*/ 29106 w 62689"/>
                    <a:gd name="connsiteY36" fmla="*/ 4814 h 58211"/>
                    <a:gd name="connsiteX37" fmla="*/ 4478 w 62689"/>
                    <a:gd name="connsiteY37" fmla="*/ 19590 h 58211"/>
                    <a:gd name="connsiteX38" fmla="*/ 26867 w 62689"/>
                    <a:gd name="connsiteY38" fmla="*/ 30785 h 58211"/>
                    <a:gd name="connsiteX39" fmla="*/ 26867 w 62689"/>
                    <a:gd name="connsiteY39" fmla="*/ 52726 h 58211"/>
                    <a:gd name="connsiteX40" fmla="*/ 4478 w 62689"/>
                    <a:gd name="connsiteY40" fmla="*/ 41532 h 58211"/>
                    <a:gd name="connsiteX41" fmla="*/ 4478 w 62689"/>
                    <a:gd name="connsiteY41" fmla="*/ 19590 h 58211"/>
                    <a:gd name="connsiteX42" fmla="*/ 53734 w 62689"/>
                    <a:gd name="connsiteY42" fmla="*/ 41532 h 58211"/>
                    <a:gd name="connsiteX43" fmla="*/ 31345 w 62689"/>
                    <a:gd name="connsiteY43" fmla="*/ 52726 h 58211"/>
                    <a:gd name="connsiteX44" fmla="*/ 31345 w 62689"/>
                    <a:gd name="connsiteY44" fmla="*/ 30785 h 58211"/>
                    <a:gd name="connsiteX45" fmla="*/ 53734 w 62689"/>
                    <a:gd name="connsiteY45" fmla="*/ 19590 h 58211"/>
                    <a:gd name="connsiteX46" fmla="*/ 53734 w 62689"/>
                    <a:gd name="connsiteY46" fmla="*/ 41532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2689" h="58211">
                      <a:moveTo>
                        <a:pt x="60451" y="27203"/>
                      </a:moveTo>
                      <a:lnTo>
                        <a:pt x="58212" y="27203"/>
                      </a:lnTo>
                      <a:lnTo>
                        <a:pt x="58212" y="16008"/>
                      </a:lnTo>
                      <a:cubicBezTo>
                        <a:pt x="58212" y="15560"/>
                        <a:pt x="58212" y="15113"/>
                        <a:pt x="57764" y="14665"/>
                      </a:cubicBezTo>
                      <a:cubicBezTo>
                        <a:pt x="57764" y="14665"/>
                        <a:pt x="57764" y="14665"/>
                        <a:pt x="57316" y="14217"/>
                      </a:cubicBezTo>
                      <a:cubicBezTo>
                        <a:pt x="57316" y="14217"/>
                        <a:pt x="56868" y="13769"/>
                        <a:pt x="56868" y="13769"/>
                      </a:cubicBezTo>
                      <a:cubicBezTo>
                        <a:pt x="56868" y="13769"/>
                        <a:pt x="56868" y="13769"/>
                        <a:pt x="56868" y="13769"/>
                      </a:cubicBezTo>
                      <a:cubicBezTo>
                        <a:pt x="56868" y="13769"/>
                        <a:pt x="56868" y="13769"/>
                        <a:pt x="56868" y="13769"/>
                      </a:cubicBezTo>
                      <a:lnTo>
                        <a:pt x="44778" y="7948"/>
                      </a:lnTo>
                      <a:lnTo>
                        <a:pt x="45226" y="6605"/>
                      </a:lnTo>
                      <a:cubicBezTo>
                        <a:pt x="45674" y="5261"/>
                        <a:pt x="45226" y="4366"/>
                        <a:pt x="44330" y="3470"/>
                      </a:cubicBezTo>
                      <a:cubicBezTo>
                        <a:pt x="42987" y="3023"/>
                        <a:pt x="42091" y="3470"/>
                        <a:pt x="41196" y="4366"/>
                      </a:cubicBezTo>
                      <a:lnTo>
                        <a:pt x="40748" y="5709"/>
                      </a:lnTo>
                      <a:lnTo>
                        <a:pt x="30001" y="336"/>
                      </a:lnTo>
                      <a:cubicBezTo>
                        <a:pt x="29554" y="-112"/>
                        <a:pt x="28658" y="-112"/>
                        <a:pt x="28210" y="336"/>
                      </a:cubicBezTo>
                      <a:lnTo>
                        <a:pt x="1343" y="13769"/>
                      </a:lnTo>
                      <a:cubicBezTo>
                        <a:pt x="1343" y="13769"/>
                        <a:pt x="1343" y="13769"/>
                        <a:pt x="1343" y="13769"/>
                      </a:cubicBezTo>
                      <a:cubicBezTo>
                        <a:pt x="1343" y="13769"/>
                        <a:pt x="1343" y="13769"/>
                        <a:pt x="1343" y="13769"/>
                      </a:cubicBezTo>
                      <a:cubicBezTo>
                        <a:pt x="1343" y="13769"/>
                        <a:pt x="896" y="14217"/>
                        <a:pt x="896" y="14217"/>
                      </a:cubicBezTo>
                      <a:cubicBezTo>
                        <a:pt x="896" y="14217"/>
                        <a:pt x="896" y="14217"/>
                        <a:pt x="448" y="14665"/>
                      </a:cubicBezTo>
                      <a:cubicBezTo>
                        <a:pt x="448" y="15113"/>
                        <a:pt x="0" y="15560"/>
                        <a:pt x="0" y="16008"/>
                      </a:cubicBezTo>
                      <a:lnTo>
                        <a:pt x="0" y="42875"/>
                      </a:lnTo>
                      <a:cubicBezTo>
                        <a:pt x="0" y="43771"/>
                        <a:pt x="448" y="44666"/>
                        <a:pt x="1343" y="44666"/>
                      </a:cubicBezTo>
                      <a:lnTo>
                        <a:pt x="28210" y="58100"/>
                      </a:lnTo>
                      <a:cubicBezTo>
                        <a:pt x="28658" y="58100"/>
                        <a:pt x="28658" y="58547"/>
                        <a:pt x="29106" y="58547"/>
                      </a:cubicBezTo>
                      <a:cubicBezTo>
                        <a:pt x="29554" y="58547"/>
                        <a:pt x="30001" y="58547"/>
                        <a:pt x="30001" y="58100"/>
                      </a:cubicBezTo>
                      <a:lnTo>
                        <a:pt x="56868" y="44666"/>
                      </a:lnTo>
                      <a:cubicBezTo>
                        <a:pt x="57764" y="44218"/>
                        <a:pt x="58212" y="43323"/>
                        <a:pt x="58212" y="42875"/>
                      </a:cubicBezTo>
                      <a:lnTo>
                        <a:pt x="58212" y="31681"/>
                      </a:lnTo>
                      <a:lnTo>
                        <a:pt x="60451" y="31681"/>
                      </a:lnTo>
                      <a:cubicBezTo>
                        <a:pt x="61794" y="31681"/>
                        <a:pt x="62689" y="30785"/>
                        <a:pt x="62689" y="29442"/>
                      </a:cubicBezTo>
                      <a:cubicBezTo>
                        <a:pt x="62689" y="28098"/>
                        <a:pt x="61794" y="27203"/>
                        <a:pt x="60451" y="27203"/>
                      </a:cubicBezTo>
                      <a:close/>
                      <a:moveTo>
                        <a:pt x="29106" y="4814"/>
                      </a:moveTo>
                      <a:lnTo>
                        <a:pt x="51047" y="15560"/>
                      </a:lnTo>
                      <a:lnTo>
                        <a:pt x="29106" y="26307"/>
                      </a:lnTo>
                      <a:lnTo>
                        <a:pt x="7165" y="15560"/>
                      </a:lnTo>
                      <a:lnTo>
                        <a:pt x="29106" y="4814"/>
                      </a:lnTo>
                      <a:close/>
                      <a:moveTo>
                        <a:pt x="4478" y="19590"/>
                      </a:moveTo>
                      <a:lnTo>
                        <a:pt x="26867" y="30785"/>
                      </a:lnTo>
                      <a:lnTo>
                        <a:pt x="26867" y="52726"/>
                      </a:lnTo>
                      <a:lnTo>
                        <a:pt x="4478" y="41532"/>
                      </a:lnTo>
                      <a:lnTo>
                        <a:pt x="4478" y="19590"/>
                      </a:lnTo>
                      <a:close/>
                      <a:moveTo>
                        <a:pt x="53734" y="41532"/>
                      </a:moveTo>
                      <a:lnTo>
                        <a:pt x="31345" y="52726"/>
                      </a:lnTo>
                      <a:lnTo>
                        <a:pt x="31345" y="30785"/>
                      </a:lnTo>
                      <a:lnTo>
                        <a:pt x="53734" y="19590"/>
                      </a:lnTo>
                      <a:lnTo>
                        <a:pt x="53734" y="41532"/>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2" name="Freeform: Shape 4168">
                  <a:extLst>
                    <a:ext uri="{FF2B5EF4-FFF2-40B4-BE49-F238E27FC236}">
                      <a16:creationId xmlns:a16="http://schemas.microsoft.com/office/drawing/2014/main" id="{2F8C1262-0446-90DE-67FB-5B13F7E1D7F2}"/>
                    </a:ext>
                  </a:extLst>
                </p:cNvPr>
                <p:cNvSpPr/>
                <p:nvPr/>
              </p:nvSpPr>
              <p:spPr>
                <a:xfrm>
                  <a:off x="912991" y="2415868"/>
                  <a:ext cx="8956" cy="4478"/>
                </a:xfrm>
                <a:custGeom>
                  <a:avLst/>
                  <a:gdLst>
                    <a:gd name="connsiteX0" fmla="*/ 6717 w 8955"/>
                    <a:gd name="connsiteY0" fmla="*/ 0 h 4477"/>
                    <a:gd name="connsiteX1" fmla="*/ 2239 w 8955"/>
                    <a:gd name="connsiteY1" fmla="*/ 0 h 4477"/>
                    <a:gd name="connsiteX2" fmla="*/ 0 w 8955"/>
                    <a:gd name="connsiteY2" fmla="*/ 2239 h 4477"/>
                    <a:gd name="connsiteX3" fmla="*/ 2239 w 8955"/>
                    <a:gd name="connsiteY3" fmla="*/ 4478 h 4477"/>
                    <a:gd name="connsiteX4" fmla="*/ 6717 w 8955"/>
                    <a:gd name="connsiteY4" fmla="*/ 4478 h 4477"/>
                    <a:gd name="connsiteX5" fmla="*/ 8956 w 8955"/>
                    <a:gd name="connsiteY5" fmla="*/ 2239 h 4477"/>
                    <a:gd name="connsiteX6" fmla="*/ 6717 w 8955"/>
                    <a:gd name="connsiteY6" fmla="*/ 0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55" h="4477">
                      <a:moveTo>
                        <a:pt x="6717" y="0"/>
                      </a:moveTo>
                      <a:lnTo>
                        <a:pt x="2239" y="0"/>
                      </a:lnTo>
                      <a:cubicBezTo>
                        <a:pt x="896" y="0"/>
                        <a:pt x="0" y="896"/>
                        <a:pt x="0" y="2239"/>
                      </a:cubicBezTo>
                      <a:cubicBezTo>
                        <a:pt x="0" y="3582"/>
                        <a:pt x="896" y="4478"/>
                        <a:pt x="2239" y="4478"/>
                      </a:cubicBezTo>
                      <a:lnTo>
                        <a:pt x="6717" y="4478"/>
                      </a:lnTo>
                      <a:cubicBezTo>
                        <a:pt x="8060" y="4478"/>
                        <a:pt x="8956" y="3582"/>
                        <a:pt x="8956" y="2239"/>
                      </a:cubicBezTo>
                      <a:cubicBezTo>
                        <a:pt x="8956" y="896"/>
                        <a:pt x="8060" y="0"/>
                        <a:pt x="6717"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3" name="Freeform: Shape 4169">
                  <a:extLst>
                    <a:ext uri="{FF2B5EF4-FFF2-40B4-BE49-F238E27FC236}">
                      <a16:creationId xmlns:a16="http://schemas.microsoft.com/office/drawing/2014/main" id="{E6984FC1-4C49-8E56-6D8C-9D4212833940}"/>
                    </a:ext>
                  </a:extLst>
                </p:cNvPr>
                <p:cNvSpPr/>
                <p:nvPr/>
              </p:nvSpPr>
              <p:spPr>
                <a:xfrm>
                  <a:off x="926425" y="2415868"/>
                  <a:ext cx="8956" cy="4478"/>
                </a:xfrm>
                <a:custGeom>
                  <a:avLst/>
                  <a:gdLst>
                    <a:gd name="connsiteX0" fmla="*/ 6717 w 8955"/>
                    <a:gd name="connsiteY0" fmla="*/ 0 h 4477"/>
                    <a:gd name="connsiteX1" fmla="*/ 2239 w 8955"/>
                    <a:gd name="connsiteY1" fmla="*/ 0 h 4477"/>
                    <a:gd name="connsiteX2" fmla="*/ 0 w 8955"/>
                    <a:gd name="connsiteY2" fmla="*/ 2239 h 4477"/>
                    <a:gd name="connsiteX3" fmla="*/ 2239 w 8955"/>
                    <a:gd name="connsiteY3" fmla="*/ 4478 h 4477"/>
                    <a:gd name="connsiteX4" fmla="*/ 6717 w 8955"/>
                    <a:gd name="connsiteY4" fmla="*/ 4478 h 4477"/>
                    <a:gd name="connsiteX5" fmla="*/ 8956 w 8955"/>
                    <a:gd name="connsiteY5" fmla="*/ 2239 h 4477"/>
                    <a:gd name="connsiteX6" fmla="*/ 6717 w 8955"/>
                    <a:gd name="connsiteY6" fmla="*/ 0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55" h="4477">
                      <a:moveTo>
                        <a:pt x="6717" y="0"/>
                      </a:moveTo>
                      <a:lnTo>
                        <a:pt x="2239" y="0"/>
                      </a:lnTo>
                      <a:cubicBezTo>
                        <a:pt x="896" y="0"/>
                        <a:pt x="0" y="896"/>
                        <a:pt x="0" y="2239"/>
                      </a:cubicBezTo>
                      <a:cubicBezTo>
                        <a:pt x="0" y="3582"/>
                        <a:pt x="896" y="4478"/>
                        <a:pt x="2239" y="4478"/>
                      </a:cubicBezTo>
                      <a:lnTo>
                        <a:pt x="6717" y="4478"/>
                      </a:lnTo>
                      <a:cubicBezTo>
                        <a:pt x="8060" y="4478"/>
                        <a:pt x="8956" y="3582"/>
                        <a:pt x="8956" y="2239"/>
                      </a:cubicBezTo>
                      <a:cubicBezTo>
                        <a:pt x="8956" y="896"/>
                        <a:pt x="8060" y="0"/>
                        <a:pt x="6717"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274" name="Freeform: Shape 4170">
                <a:extLst>
                  <a:ext uri="{FF2B5EF4-FFF2-40B4-BE49-F238E27FC236}">
                    <a16:creationId xmlns:a16="http://schemas.microsoft.com/office/drawing/2014/main" id="{321C8E36-EFAE-E165-ED16-07005E208881}"/>
                  </a:ext>
                  <a:ext uri="{C183D7F6-B498-43B3-948B-1728B52AA6E4}">
                    <adec:decorative xmlns:adec="http://schemas.microsoft.com/office/drawing/2017/decorative" val="1"/>
                  </a:ext>
                </a:extLst>
              </p:cNvPr>
              <p:cNvSpPr>
                <a:spLocks noChangeAspect="1"/>
              </p:cNvSpPr>
              <p:nvPr/>
            </p:nvSpPr>
            <p:spPr>
              <a:xfrm>
                <a:off x="1082247" y="3057721"/>
                <a:ext cx="134335" cy="120901"/>
              </a:xfrm>
              <a:custGeom>
                <a:avLst/>
                <a:gdLst>
                  <a:gd name="connsiteX0" fmla="*/ 138365 w 134334"/>
                  <a:gd name="connsiteY0" fmla="*/ 68063 h 120901"/>
                  <a:gd name="connsiteX1" fmla="*/ 138365 w 134334"/>
                  <a:gd name="connsiteY1" fmla="*/ 68063 h 120901"/>
                  <a:gd name="connsiteX2" fmla="*/ 137917 w 134334"/>
                  <a:gd name="connsiteY2" fmla="*/ 67167 h 120901"/>
                  <a:gd name="connsiteX3" fmla="*/ 137917 w 134334"/>
                  <a:gd name="connsiteY3" fmla="*/ 67167 h 120901"/>
                  <a:gd name="connsiteX4" fmla="*/ 137917 w 134334"/>
                  <a:gd name="connsiteY4" fmla="*/ 67167 h 120901"/>
                  <a:gd name="connsiteX5" fmla="*/ 137469 w 134334"/>
                  <a:gd name="connsiteY5" fmla="*/ 67167 h 120901"/>
                  <a:gd name="connsiteX6" fmla="*/ 105229 w 134334"/>
                  <a:gd name="connsiteY6" fmla="*/ 54629 h 120901"/>
                  <a:gd name="connsiteX7" fmla="*/ 105229 w 134334"/>
                  <a:gd name="connsiteY7" fmla="*/ 15225 h 120901"/>
                  <a:gd name="connsiteX8" fmla="*/ 105229 w 134334"/>
                  <a:gd name="connsiteY8" fmla="*/ 15225 h 120901"/>
                  <a:gd name="connsiteX9" fmla="*/ 104781 w 134334"/>
                  <a:gd name="connsiteY9" fmla="*/ 14329 h 120901"/>
                  <a:gd name="connsiteX10" fmla="*/ 104781 w 134334"/>
                  <a:gd name="connsiteY10" fmla="*/ 13881 h 120901"/>
                  <a:gd name="connsiteX11" fmla="*/ 104333 w 134334"/>
                  <a:gd name="connsiteY11" fmla="*/ 13433 h 120901"/>
                  <a:gd name="connsiteX12" fmla="*/ 104333 w 134334"/>
                  <a:gd name="connsiteY12" fmla="*/ 13433 h 120901"/>
                  <a:gd name="connsiteX13" fmla="*/ 104333 w 134334"/>
                  <a:gd name="connsiteY13" fmla="*/ 13433 h 120901"/>
                  <a:gd name="connsiteX14" fmla="*/ 103885 w 134334"/>
                  <a:gd name="connsiteY14" fmla="*/ 13433 h 120901"/>
                  <a:gd name="connsiteX15" fmla="*/ 70750 w 134334"/>
                  <a:gd name="connsiteY15" fmla="*/ 0 h 120901"/>
                  <a:gd name="connsiteX16" fmla="*/ 68958 w 134334"/>
                  <a:gd name="connsiteY16" fmla="*/ 0 h 120901"/>
                  <a:gd name="connsiteX17" fmla="*/ 34927 w 134334"/>
                  <a:gd name="connsiteY17" fmla="*/ 13433 h 120901"/>
                  <a:gd name="connsiteX18" fmla="*/ 34479 w 134334"/>
                  <a:gd name="connsiteY18" fmla="*/ 13433 h 120901"/>
                  <a:gd name="connsiteX19" fmla="*/ 34479 w 134334"/>
                  <a:gd name="connsiteY19" fmla="*/ 13433 h 120901"/>
                  <a:gd name="connsiteX20" fmla="*/ 34479 w 134334"/>
                  <a:gd name="connsiteY20" fmla="*/ 13433 h 120901"/>
                  <a:gd name="connsiteX21" fmla="*/ 34031 w 134334"/>
                  <a:gd name="connsiteY21" fmla="*/ 13881 h 120901"/>
                  <a:gd name="connsiteX22" fmla="*/ 34031 w 134334"/>
                  <a:gd name="connsiteY22" fmla="*/ 14329 h 120901"/>
                  <a:gd name="connsiteX23" fmla="*/ 33584 w 134334"/>
                  <a:gd name="connsiteY23" fmla="*/ 15225 h 120901"/>
                  <a:gd name="connsiteX24" fmla="*/ 33584 w 134334"/>
                  <a:gd name="connsiteY24" fmla="*/ 15225 h 120901"/>
                  <a:gd name="connsiteX25" fmla="*/ 33584 w 134334"/>
                  <a:gd name="connsiteY25" fmla="*/ 54182 h 120901"/>
                  <a:gd name="connsiteX26" fmla="*/ 1343 w 134334"/>
                  <a:gd name="connsiteY26" fmla="*/ 67167 h 120901"/>
                  <a:gd name="connsiteX27" fmla="*/ 896 w 134334"/>
                  <a:gd name="connsiteY27" fmla="*/ 67167 h 120901"/>
                  <a:gd name="connsiteX28" fmla="*/ 896 w 134334"/>
                  <a:gd name="connsiteY28" fmla="*/ 67167 h 120901"/>
                  <a:gd name="connsiteX29" fmla="*/ 896 w 134334"/>
                  <a:gd name="connsiteY29" fmla="*/ 67167 h 120901"/>
                  <a:gd name="connsiteX30" fmla="*/ 448 w 134334"/>
                  <a:gd name="connsiteY30" fmla="*/ 67615 h 120901"/>
                  <a:gd name="connsiteX31" fmla="*/ 448 w 134334"/>
                  <a:gd name="connsiteY31" fmla="*/ 68063 h 120901"/>
                  <a:gd name="connsiteX32" fmla="*/ 0 w 134334"/>
                  <a:gd name="connsiteY32" fmla="*/ 68958 h 120901"/>
                  <a:gd name="connsiteX33" fmla="*/ 0 w 134334"/>
                  <a:gd name="connsiteY33" fmla="*/ 68958 h 120901"/>
                  <a:gd name="connsiteX34" fmla="*/ 0 w 134334"/>
                  <a:gd name="connsiteY34" fmla="*/ 109259 h 120901"/>
                  <a:gd name="connsiteX35" fmla="*/ 1343 w 134334"/>
                  <a:gd name="connsiteY35" fmla="*/ 111498 h 120901"/>
                  <a:gd name="connsiteX36" fmla="*/ 34927 w 134334"/>
                  <a:gd name="connsiteY36" fmla="*/ 124931 h 120901"/>
                  <a:gd name="connsiteX37" fmla="*/ 35823 w 134334"/>
                  <a:gd name="connsiteY37" fmla="*/ 124931 h 120901"/>
                  <a:gd name="connsiteX38" fmla="*/ 35823 w 134334"/>
                  <a:gd name="connsiteY38" fmla="*/ 124931 h 120901"/>
                  <a:gd name="connsiteX39" fmla="*/ 35823 w 134334"/>
                  <a:gd name="connsiteY39" fmla="*/ 124931 h 120901"/>
                  <a:gd name="connsiteX40" fmla="*/ 36718 w 134334"/>
                  <a:gd name="connsiteY40" fmla="*/ 124931 h 120901"/>
                  <a:gd name="connsiteX41" fmla="*/ 68958 w 134334"/>
                  <a:gd name="connsiteY41" fmla="*/ 111498 h 120901"/>
                  <a:gd name="connsiteX42" fmla="*/ 102094 w 134334"/>
                  <a:gd name="connsiteY42" fmla="*/ 124931 h 120901"/>
                  <a:gd name="connsiteX43" fmla="*/ 102990 w 134334"/>
                  <a:gd name="connsiteY43" fmla="*/ 124931 h 120901"/>
                  <a:gd name="connsiteX44" fmla="*/ 102990 w 134334"/>
                  <a:gd name="connsiteY44" fmla="*/ 124931 h 120901"/>
                  <a:gd name="connsiteX45" fmla="*/ 102990 w 134334"/>
                  <a:gd name="connsiteY45" fmla="*/ 124931 h 120901"/>
                  <a:gd name="connsiteX46" fmla="*/ 103885 w 134334"/>
                  <a:gd name="connsiteY46" fmla="*/ 124931 h 120901"/>
                  <a:gd name="connsiteX47" fmla="*/ 137469 w 134334"/>
                  <a:gd name="connsiteY47" fmla="*/ 111050 h 120901"/>
                  <a:gd name="connsiteX48" fmla="*/ 138812 w 134334"/>
                  <a:gd name="connsiteY48" fmla="*/ 108811 h 120901"/>
                  <a:gd name="connsiteX49" fmla="*/ 138812 w 134334"/>
                  <a:gd name="connsiteY49" fmla="*/ 68958 h 120901"/>
                  <a:gd name="connsiteX50" fmla="*/ 138812 w 134334"/>
                  <a:gd name="connsiteY50" fmla="*/ 68958 h 120901"/>
                  <a:gd name="connsiteX51" fmla="*/ 138365 w 134334"/>
                  <a:gd name="connsiteY51" fmla="*/ 68063 h 120901"/>
                  <a:gd name="connsiteX52" fmla="*/ 102542 w 134334"/>
                  <a:gd name="connsiteY52" fmla="*/ 79705 h 120901"/>
                  <a:gd name="connsiteX53" fmla="*/ 75227 w 134334"/>
                  <a:gd name="connsiteY53" fmla="*/ 68511 h 120901"/>
                  <a:gd name="connsiteX54" fmla="*/ 102542 w 134334"/>
                  <a:gd name="connsiteY54" fmla="*/ 57764 h 120901"/>
                  <a:gd name="connsiteX55" fmla="*/ 130305 w 134334"/>
                  <a:gd name="connsiteY55" fmla="*/ 68511 h 120901"/>
                  <a:gd name="connsiteX56" fmla="*/ 102542 w 134334"/>
                  <a:gd name="connsiteY56" fmla="*/ 79705 h 120901"/>
                  <a:gd name="connsiteX57" fmla="*/ 35375 w 134334"/>
                  <a:gd name="connsiteY57" fmla="*/ 79705 h 120901"/>
                  <a:gd name="connsiteX58" fmla="*/ 7612 w 134334"/>
                  <a:gd name="connsiteY58" fmla="*/ 68511 h 120901"/>
                  <a:gd name="connsiteX59" fmla="*/ 35375 w 134334"/>
                  <a:gd name="connsiteY59" fmla="*/ 57316 h 120901"/>
                  <a:gd name="connsiteX60" fmla="*/ 63137 w 134334"/>
                  <a:gd name="connsiteY60" fmla="*/ 68511 h 120901"/>
                  <a:gd name="connsiteX61" fmla="*/ 35375 w 134334"/>
                  <a:gd name="connsiteY61" fmla="*/ 79705 h 120901"/>
                  <a:gd name="connsiteX62" fmla="*/ 71197 w 134334"/>
                  <a:gd name="connsiteY62" fmla="*/ 30001 h 120901"/>
                  <a:gd name="connsiteX63" fmla="*/ 100303 w 134334"/>
                  <a:gd name="connsiteY63" fmla="*/ 18359 h 120901"/>
                  <a:gd name="connsiteX64" fmla="*/ 100303 w 134334"/>
                  <a:gd name="connsiteY64" fmla="*/ 53734 h 120901"/>
                  <a:gd name="connsiteX65" fmla="*/ 71197 w 134334"/>
                  <a:gd name="connsiteY65" fmla="*/ 65376 h 120901"/>
                  <a:gd name="connsiteX66" fmla="*/ 71197 w 134334"/>
                  <a:gd name="connsiteY66" fmla="*/ 30001 h 120901"/>
                  <a:gd name="connsiteX67" fmla="*/ 66719 w 134334"/>
                  <a:gd name="connsiteY67" fmla="*/ 30001 h 120901"/>
                  <a:gd name="connsiteX68" fmla="*/ 66719 w 134334"/>
                  <a:gd name="connsiteY68" fmla="*/ 65376 h 120901"/>
                  <a:gd name="connsiteX69" fmla="*/ 37614 w 134334"/>
                  <a:gd name="connsiteY69" fmla="*/ 53734 h 120901"/>
                  <a:gd name="connsiteX70" fmla="*/ 37614 w 134334"/>
                  <a:gd name="connsiteY70" fmla="*/ 18359 h 120901"/>
                  <a:gd name="connsiteX71" fmla="*/ 66719 w 134334"/>
                  <a:gd name="connsiteY71" fmla="*/ 30001 h 120901"/>
                  <a:gd name="connsiteX72" fmla="*/ 69406 w 134334"/>
                  <a:gd name="connsiteY72" fmla="*/ 4030 h 120901"/>
                  <a:gd name="connsiteX73" fmla="*/ 96721 w 134334"/>
                  <a:gd name="connsiteY73" fmla="*/ 15225 h 120901"/>
                  <a:gd name="connsiteX74" fmla="*/ 68958 w 134334"/>
                  <a:gd name="connsiteY74" fmla="*/ 26419 h 120901"/>
                  <a:gd name="connsiteX75" fmla="*/ 41644 w 134334"/>
                  <a:gd name="connsiteY75" fmla="*/ 15225 h 120901"/>
                  <a:gd name="connsiteX76" fmla="*/ 69406 w 134334"/>
                  <a:gd name="connsiteY76" fmla="*/ 4030 h 120901"/>
                  <a:gd name="connsiteX77" fmla="*/ 4478 w 134334"/>
                  <a:gd name="connsiteY77" fmla="*/ 72093 h 120901"/>
                  <a:gd name="connsiteX78" fmla="*/ 33584 w 134334"/>
                  <a:gd name="connsiteY78" fmla="*/ 83735 h 120901"/>
                  <a:gd name="connsiteX79" fmla="*/ 33584 w 134334"/>
                  <a:gd name="connsiteY79" fmla="*/ 119110 h 120901"/>
                  <a:gd name="connsiteX80" fmla="*/ 4478 w 134334"/>
                  <a:gd name="connsiteY80" fmla="*/ 107468 h 120901"/>
                  <a:gd name="connsiteX81" fmla="*/ 4478 w 134334"/>
                  <a:gd name="connsiteY81" fmla="*/ 72093 h 120901"/>
                  <a:gd name="connsiteX82" fmla="*/ 66719 w 134334"/>
                  <a:gd name="connsiteY82" fmla="*/ 107468 h 120901"/>
                  <a:gd name="connsiteX83" fmla="*/ 37614 w 134334"/>
                  <a:gd name="connsiteY83" fmla="*/ 119110 h 120901"/>
                  <a:gd name="connsiteX84" fmla="*/ 37614 w 134334"/>
                  <a:gd name="connsiteY84" fmla="*/ 83735 h 120901"/>
                  <a:gd name="connsiteX85" fmla="*/ 66719 w 134334"/>
                  <a:gd name="connsiteY85" fmla="*/ 72093 h 120901"/>
                  <a:gd name="connsiteX86" fmla="*/ 66719 w 134334"/>
                  <a:gd name="connsiteY86" fmla="*/ 107468 h 120901"/>
                  <a:gd name="connsiteX87" fmla="*/ 71645 w 134334"/>
                  <a:gd name="connsiteY87" fmla="*/ 72093 h 120901"/>
                  <a:gd name="connsiteX88" fmla="*/ 100751 w 134334"/>
                  <a:gd name="connsiteY88" fmla="*/ 83735 h 120901"/>
                  <a:gd name="connsiteX89" fmla="*/ 100751 w 134334"/>
                  <a:gd name="connsiteY89" fmla="*/ 119110 h 120901"/>
                  <a:gd name="connsiteX90" fmla="*/ 71645 w 134334"/>
                  <a:gd name="connsiteY90" fmla="*/ 107468 h 120901"/>
                  <a:gd name="connsiteX91" fmla="*/ 71645 w 134334"/>
                  <a:gd name="connsiteY91" fmla="*/ 72093 h 120901"/>
                  <a:gd name="connsiteX92" fmla="*/ 133887 w 134334"/>
                  <a:gd name="connsiteY92" fmla="*/ 107468 h 120901"/>
                  <a:gd name="connsiteX93" fmla="*/ 104781 w 134334"/>
                  <a:gd name="connsiteY93" fmla="*/ 119110 h 120901"/>
                  <a:gd name="connsiteX94" fmla="*/ 104781 w 134334"/>
                  <a:gd name="connsiteY94" fmla="*/ 83735 h 120901"/>
                  <a:gd name="connsiteX95" fmla="*/ 133887 w 134334"/>
                  <a:gd name="connsiteY95" fmla="*/ 72093 h 120901"/>
                  <a:gd name="connsiteX96" fmla="*/ 133887 w 134334"/>
                  <a:gd name="connsiteY96" fmla="*/ 107468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34334" h="120901">
                    <a:moveTo>
                      <a:pt x="138365" y="68063"/>
                    </a:moveTo>
                    <a:cubicBezTo>
                      <a:pt x="138365" y="67615"/>
                      <a:pt x="138365" y="67615"/>
                      <a:pt x="138365" y="68063"/>
                    </a:cubicBezTo>
                    <a:cubicBezTo>
                      <a:pt x="137917" y="67615"/>
                      <a:pt x="137917" y="67615"/>
                      <a:pt x="137917" y="67167"/>
                    </a:cubicBezTo>
                    <a:cubicBezTo>
                      <a:pt x="137917" y="67167"/>
                      <a:pt x="137917" y="67167"/>
                      <a:pt x="137917" y="67167"/>
                    </a:cubicBezTo>
                    <a:cubicBezTo>
                      <a:pt x="137917" y="67167"/>
                      <a:pt x="137917" y="67167"/>
                      <a:pt x="137917" y="67167"/>
                    </a:cubicBezTo>
                    <a:cubicBezTo>
                      <a:pt x="137917" y="67167"/>
                      <a:pt x="137917" y="67167"/>
                      <a:pt x="137469" y="67167"/>
                    </a:cubicBezTo>
                    <a:lnTo>
                      <a:pt x="105229" y="54629"/>
                    </a:lnTo>
                    <a:lnTo>
                      <a:pt x="105229" y="15225"/>
                    </a:lnTo>
                    <a:cubicBezTo>
                      <a:pt x="105229" y="15225"/>
                      <a:pt x="105229" y="15225"/>
                      <a:pt x="105229" y="15225"/>
                    </a:cubicBezTo>
                    <a:cubicBezTo>
                      <a:pt x="105229" y="14777"/>
                      <a:pt x="105229" y="14777"/>
                      <a:pt x="104781" y="14329"/>
                    </a:cubicBezTo>
                    <a:cubicBezTo>
                      <a:pt x="104781" y="14329"/>
                      <a:pt x="104781" y="14329"/>
                      <a:pt x="104781" y="13881"/>
                    </a:cubicBezTo>
                    <a:cubicBezTo>
                      <a:pt x="104781" y="13881"/>
                      <a:pt x="104333" y="13433"/>
                      <a:pt x="104333" y="13433"/>
                    </a:cubicBezTo>
                    <a:cubicBezTo>
                      <a:pt x="104333" y="13433"/>
                      <a:pt x="104333" y="13433"/>
                      <a:pt x="104333" y="13433"/>
                    </a:cubicBezTo>
                    <a:cubicBezTo>
                      <a:pt x="104333" y="13433"/>
                      <a:pt x="104333" y="13433"/>
                      <a:pt x="104333" y="13433"/>
                    </a:cubicBezTo>
                    <a:cubicBezTo>
                      <a:pt x="104333" y="13433"/>
                      <a:pt x="104333" y="13433"/>
                      <a:pt x="103885" y="13433"/>
                    </a:cubicBezTo>
                    <a:lnTo>
                      <a:pt x="70750" y="0"/>
                    </a:lnTo>
                    <a:cubicBezTo>
                      <a:pt x="70302" y="0"/>
                      <a:pt x="69406" y="0"/>
                      <a:pt x="68958" y="0"/>
                    </a:cubicBezTo>
                    <a:lnTo>
                      <a:pt x="34927" y="13433"/>
                    </a:lnTo>
                    <a:cubicBezTo>
                      <a:pt x="34927" y="13433"/>
                      <a:pt x="34927" y="13433"/>
                      <a:pt x="34479" y="13433"/>
                    </a:cubicBezTo>
                    <a:cubicBezTo>
                      <a:pt x="34479" y="13433"/>
                      <a:pt x="34479" y="13433"/>
                      <a:pt x="34479" y="13433"/>
                    </a:cubicBezTo>
                    <a:cubicBezTo>
                      <a:pt x="34479" y="13433"/>
                      <a:pt x="34479" y="13433"/>
                      <a:pt x="34479" y="13433"/>
                    </a:cubicBezTo>
                    <a:cubicBezTo>
                      <a:pt x="34479" y="13433"/>
                      <a:pt x="34031" y="13881"/>
                      <a:pt x="34031" y="13881"/>
                    </a:cubicBezTo>
                    <a:cubicBezTo>
                      <a:pt x="34031" y="13881"/>
                      <a:pt x="34031" y="13881"/>
                      <a:pt x="34031" y="14329"/>
                    </a:cubicBezTo>
                    <a:cubicBezTo>
                      <a:pt x="34031" y="14777"/>
                      <a:pt x="33584" y="14777"/>
                      <a:pt x="33584" y="15225"/>
                    </a:cubicBezTo>
                    <a:cubicBezTo>
                      <a:pt x="33584" y="15225"/>
                      <a:pt x="33584" y="15225"/>
                      <a:pt x="33584" y="15225"/>
                    </a:cubicBezTo>
                    <a:lnTo>
                      <a:pt x="33584" y="54182"/>
                    </a:lnTo>
                    <a:lnTo>
                      <a:pt x="1343" y="67167"/>
                    </a:lnTo>
                    <a:cubicBezTo>
                      <a:pt x="1343" y="67167"/>
                      <a:pt x="1343" y="67167"/>
                      <a:pt x="896" y="67167"/>
                    </a:cubicBezTo>
                    <a:cubicBezTo>
                      <a:pt x="896" y="67167"/>
                      <a:pt x="896" y="67167"/>
                      <a:pt x="896" y="67167"/>
                    </a:cubicBezTo>
                    <a:cubicBezTo>
                      <a:pt x="896" y="67167"/>
                      <a:pt x="896" y="67167"/>
                      <a:pt x="896" y="67167"/>
                    </a:cubicBezTo>
                    <a:cubicBezTo>
                      <a:pt x="896" y="67167"/>
                      <a:pt x="448" y="67615"/>
                      <a:pt x="448" y="67615"/>
                    </a:cubicBezTo>
                    <a:cubicBezTo>
                      <a:pt x="448" y="67615"/>
                      <a:pt x="448" y="67615"/>
                      <a:pt x="448" y="68063"/>
                    </a:cubicBezTo>
                    <a:cubicBezTo>
                      <a:pt x="448" y="68511"/>
                      <a:pt x="0" y="68511"/>
                      <a:pt x="0" y="68958"/>
                    </a:cubicBezTo>
                    <a:cubicBezTo>
                      <a:pt x="0" y="68958"/>
                      <a:pt x="0" y="68958"/>
                      <a:pt x="0" y="68958"/>
                    </a:cubicBezTo>
                    <a:lnTo>
                      <a:pt x="0" y="109259"/>
                    </a:lnTo>
                    <a:cubicBezTo>
                      <a:pt x="0" y="110154"/>
                      <a:pt x="448" y="111050"/>
                      <a:pt x="1343" y="111498"/>
                    </a:cubicBezTo>
                    <a:lnTo>
                      <a:pt x="34927" y="124931"/>
                    </a:lnTo>
                    <a:cubicBezTo>
                      <a:pt x="35375" y="124931"/>
                      <a:pt x="35375" y="124931"/>
                      <a:pt x="35823" y="124931"/>
                    </a:cubicBezTo>
                    <a:cubicBezTo>
                      <a:pt x="35823" y="124931"/>
                      <a:pt x="35823" y="124931"/>
                      <a:pt x="35823" y="124931"/>
                    </a:cubicBezTo>
                    <a:cubicBezTo>
                      <a:pt x="35823" y="124931"/>
                      <a:pt x="35823" y="124931"/>
                      <a:pt x="35823" y="124931"/>
                    </a:cubicBezTo>
                    <a:cubicBezTo>
                      <a:pt x="36270" y="124931"/>
                      <a:pt x="36270" y="124931"/>
                      <a:pt x="36718" y="124931"/>
                    </a:cubicBezTo>
                    <a:lnTo>
                      <a:pt x="68958" y="111498"/>
                    </a:lnTo>
                    <a:lnTo>
                      <a:pt x="102094" y="124931"/>
                    </a:lnTo>
                    <a:cubicBezTo>
                      <a:pt x="102542" y="124931"/>
                      <a:pt x="102542" y="124931"/>
                      <a:pt x="102990" y="124931"/>
                    </a:cubicBezTo>
                    <a:cubicBezTo>
                      <a:pt x="102990" y="124931"/>
                      <a:pt x="102990" y="124931"/>
                      <a:pt x="102990" y="124931"/>
                    </a:cubicBezTo>
                    <a:cubicBezTo>
                      <a:pt x="102990" y="124931"/>
                      <a:pt x="102990" y="124931"/>
                      <a:pt x="102990" y="124931"/>
                    </a:cubicBezTo>
                    <a:cubicBezTo>
                      <a:pt x="103438" y="124931"/>
                      <a:pt x="103438" y="124931"/>
                      <a:pt x="103885" y="124931"/>
                    </a:cubicBezTo>
                    <a:lnTo>
                      <a:pt x="137469" y="111050"/>
                    </a:lnTo>
                    <a:cubicBezTo>
                      <a:pt x="138365" y="110602"/>
                      <a:pt x="138812" y="109707"/>
                      <a:pt x="138812" y="108811"/>
                    </a:cubicBezTo>
                    <a:lnTo>
                      <a:pt x="138812" y="68958"/>
                    </a:lnTo>
                    <a:cubicBezTo>
                      <a:pt x="138812" y="68958"/>
                      <a:pt x="138812" y="68958"/>
                      <a:pt x="138812" y="68958"/>
                    </a:cubicBezTo>
                    <a:cubicBezTo>
                      <a:pt x="138365" y="68511"/>
                      <a:pt x="138365" y="68063"/>
                      <a:pt x="138365" y="68063"/>
                    </a:cubicBezTo>
                    <a:close/>
                    <a:moveTo>
                      <a:pt x="102542" y="79705"/>
                    </a:moveTo>
                    <a:lnTo>
                      <a:pt x="75227" y="68511"/>
                    </a:lnTo>
                    <a:lnTo>
                      <a:pt x="102542" y="57764"/>
                    </a:lnTo>
                    <a:lnTo>
                      <a:pt x="130305" y="68511"/>
                    </a:lnTo>
                    <a:lnTo>
                      <a:pt x="102542" y="79705"/>
                    </a:lnTo>
                    <a:close/>
                    <a:moveTo>
                      <a:pt x="35375" y="79705"/>
                    </a:moveTo>
                    <a:lnTo>
                      <a:pt x="7612" y="68511"/>
                    </a:lnTo>
                    <a:lnTo>
                      <a:pt x="35375" y="57316"/>
                    </a:lnTo>
                    <a:lnTo>
                      <a:pt x="63137" y="68511"/>
                    </a:lnTo>
                    <a:lnTo>
                      <a:pt x="35375" y="79705"/>
                    </a:lnTo>
                    <a:close/>
                    <a:moveTo>
                      <a:pt x="71197" y="30001"/>
                    </a:moveTo>
                    <a:lnTo>
                      <a:pt x="100303" y="18359"/>
                    </a:lnTo>
                    <a:lnTo>
                      <a:pt x="100303" y="53734"/>
                    </a:lnTo>
                    <a:lnTo>
                      <a:pt x="71197" y="65376"/>
                    </a:lnTo>
                    <a:lnTo>
                      <a:pt x="71197" y="30001"/>
                    </a:lnTo>
                    <a:close/>
                    <a:moveTo>
                      <a:pt x="66719" y="30001"/>
                    </a:moveTo>
                    <a:lnTo>
                      <a:pt x="66719" y="65376"/>
                    </a:lnTo>
                    <a:lnTo>
                      <a:pt x="37614" y="53734"/>
                    </a:lnTo>
                    <a:lnTo>
                      <a:pt x="37614" y="18359"/>
                    </a:lnTo>
                    <a:lnTo>
                      <a:pt x="66719" y="30001"/>
                    </a:lnTo>
                    <a:close/>
                    <a:moveTo>
                      <a:pt x="69406" y="4030"/>
                    </a:moveTo>
                    <a:lnTo>
                      <a:pt x="96721" y="15225"/>
                    </a:lnTo>
                    <a:lnTo>
                      <a:pt x="68958" y="26419"/>
                    </a:lnTo>
                    <a:lnTo>
                      <a:pt x="41644" y="15225"/>
                    </a:lnTo>
                    <a:lnTo>
                      <a:pt x="69406" y="4030"/>
                    </a:lnTo>
                    <a:close/>
                    <a:moveTo>
                      <a:pt x="4478" y="72093"/>
                    </a:moveTo>
                    <a:lnTo>
                      <a:pt x="33584" y="83735"/>
                    </a:lnTo>
                    <a:lnTo>
                      <a:pt x="33584" y="119110"/>
                    </a:lnTo>
                    <a:lnTo>
                      <a:pt x="4478" y="107468"/>
                    </a:lnTo>
                    <a:lnTo>
                      <a:pt x="4478" y="72093"/>
                    </a:lnTo>
                    <a:close/>
                    <a:moveTo>
                      <a:pt x="66719" y="107468"/>
                    </a:moveTo>
                    <a:lnTo>
                      <a:pt x="37614" y="119110"/>
                    </a:lnTo>
                    <a:lnTo>
                      <a:pt x="37614" y="83735"/>
                    </a:lnTo>
                    <a:lnTo>
                      <a:pt x="66719" y="72093"/>
                    </a:lnTo>
                    <a:lnTo>
                      <a:pt x="66719" y="107468"/>
                    </a:lnTo>
                    <a:close/>
                    <a:moveTo>
                      <a:pt x="71645" y="72093"/>
                    </a:moveTo>
                    <a:lnTo>
                      <a:pt x="100751" y="83735"/>
                    </a:lnTo>
                    <a:lnTo>
                      <a:pt x="100751" y="119110"/>
                    </a:lnTo>
                    <a:lnTo>
                      <a:pt x="71645" y="107468"/>
                    </a:lnTo>
                    <a:lnTo>
                      <a:pt x="71645" y="72093"/>
                    </a:lnTo>
                    <a:close/>
                    <a:moveTo>
                      <a:pt x="133887" y="107468"/>
                    </a:moveTo>
                    <a:lnTo>
                      <a:pt x="104781" y="119110"/>
                    </a:lnTo>
                    <a:lnTo>
                      <a:pt x="104781" y="83735"/>
                    </a:lnTo>
                    <a:lnTo>
                      <a:pt x="133887" y="72093"/>
                    </a:lnTo>
                    <a:lnTo>
                      <a:pt x="133887" y="10746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275" name="Group 4171">
                <a:extLst>
                  <a:ext uri="{FF2B5EF4-FFF2-40B4-BE49-F238E27FC236}">
                    <a16:creationId xmlns:a16="http://schemas.microsoft.com/office/drawing/2014/main" id="{6D443F7E-BCFF-5699-ED15-EB4554E7680C}"/>
                  </a:ext>
                  <a:ext uri="{C183D7F6-B498-43B3-948B-1728B52AA6E4}">
                    <adec:decorative xmlns:adec="http://schemas.microsoft.com/office/drawing/2017/decorative" val="1"/>
                  </a:ext>
                </a:extLst>
              </p:cNvPr>
              <p:cNvGrpSpPr>
                <a:grpSpLocks noChangeAspect="1"/>
              </p:cNvGrpSpPr>
              <p:nvPr/>
            </p:nvGrpSpPr>
            <p:grpSpPr>
              <a:xfrm>
                <a:off x="1884224" y="3057273"/>
                <a:ext cx="116423" cy="125379"/>
                <a:chOff x="1924978" y="2321834"/>
                <a:chExt cx="116423" cy="125379"/>
              </a:xfrm>
            </p:grpSpPr>
            <p:sp>
              <p:nvSpPr>
                <p:cNvPr id="276" name="Freeform: Shape 4172">
                  <a:extLst>
                    <a:ext uri="{FF2B5EF4-FFF2-40B4-BE49-F238E27FC236}">
                      <a16:creationId xmlns:a16="http://schemas.microsoft.com/office/drawing/2014/main" id="{B2E86391-BA98-DFC8-FCFA-BE7CB85DFFA4}"/>
                    </a:ext>
                  </a:extLst>
                </p:cNvPr>
                <p:cNvSpPr/>
                <p:nvPr/>
              </p:nvSpPr>
              <p:spPr>
                <a:xfrm>
                  <a:off x="2023938" y="2339298"/>
                  <a:ext cx="8956" cy="8956"/>
                </a:xfrm>
                <a:custGeom>
                  <a:avLst/>
                  <a:gdLst>
                    <a:gd name="connsiteX0" fmla="*/ 4478 w 8955"/>
                    <a:gd name="connsiteY0" fmla="*/ 8956 h 8955"/>
                    <a:gd name="connsiteX1" fmla="*/ 0 w 8955"/>
                    <a:gd name="connsiteY1" fmla="*/ 4478 h 8955"/>
                    <a:gd name="connsiteX2" fmla="*/ 4478 w 8955"/>
                    <a:gd name="connsiteY2" fmla="*/ 0 h 8955"/>
                    <a:gd name="connsiteX3" fmla="*/ 8956 w 8955"/>
                    <a:gd name="connsiteY3" fmla="*/ 4478 h 8955"/>
                    <a:gd name="connsiteX4" fmla="*/ 4478 w 8955"/>
                    <a:gd name="connsiteY4" fmla="*/ 8956 h 8955"/>
                    <a:gd name="connsiteX5" fmla="*/ 4478 w 8955"/>
                    <a:gd name="connsiteY5" fmla="*/ 4478 h 8955"/>
                    <a:gd name="connsiteX6" fmla="*/ 4478 w 8955"/>
                    <a:gd name="connsiteY6" fmla="*/ 4478 h 8955"/>
                    <a:gd name="connsiteX7" fmla="*/ 4478 w 8955"/>
                    <a:gd name="connsiteY7" fmla="*/ 4478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8955">
                      <a:moveTo>
                        <a:pt x="4478" y="8956"/>
                      </a:moveTo>
                      <a:cubicBezTo>
                        <a:pt x="2239" y="8956"/>
                        <a:pt x="0" y="7165"/>
                        <a:pt x="0" y="4478"/>
                      </a:cubicBezTo>
                      <a:cubicBezTo>
                        <a:pt x="0" y="1791"/>
                        <a:pt x="1791" y="0"/>
                        <a:pt x="4478" y="0"/>
                      </a:cubicBezTo>
                      <a:cubicBezTo>
                        <a:pt x="6717" y="0"/>
                        <a:pt x="8956" y="1791"/>
                        <a:pt x="8956" y="4478"/>
                      </a:cubicBezTo>
                      <a:cubicBezTo>
                        <a:pt x="8956" y="7165"/>
                        <a:pt x="7165" y="8956"/>
                        <a:pt x="4478" y="8956"/>
                      </a:cubicBezTo>
                      <a:close/>
                      <a:moveTo>
                        <a:pt x="4478" y="4478"/>
                      </a:moveTo>
                      <a:cubicBezTo>
                        <a:pt x="4478" y="4478"/>
                        <a:pt x="4478" y="4926"/>
                        <a:pt x="4478" y="4478"/>
                      </a:cubicBezTo>
                      <a:lnTo>
                        <a:pt x="4478"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7" name="Freeform: Shape 4173">
                  <a:extLst>
                    <a:ext uri="{FF2B5EF4-FFF2-40B4-BE49-F238E27FC236}">
                      <a16:creationId xmlns:a16="http://schemas.microsoft.com/office/drawing/2014/main" id="{A38E116A-4A1B-B701-4390-F34D06785B87}"/>
                    </a:ext>
                  </a:extLst>
                </p:cNvPr>
                <p:cNvSpPr/>
                <p:nvPr/>
              </p:nvSpPr>
              <p:spPr>
                <a:xfrm>
                  <a:off x="1924978" y="2321834"/>
                  <a:ext cx="116423" cy="125379"/>
                </a:xfrm>
                <a:custGeom>
                  <a:avLst/>
                  <a:gdLst>
                    <a:gd name="connsiteX0" fmla="*/ 105229 w 116423"/>
                    <a:gd name="connsiteY0" fmla="*/ 107468 h 125378"/>
                    <a:gd name="connsiteX1" fmla="*/ 98960 w 116423"/>
                    <a:gd name="connsiteY1" fmla="*/ 81944 h 125378"/>
                    <a:gd name="connsiteX2" fmla="*/ 96721 w 116423"/>
                    <a:gd name="connsiteY2" fmla="*/ 80153 h 125378"/>
                    <a:gd name="connsiteX3" fmla="*/ 87317 w 116423"/>
                    <a:gd name="connsiteY3" fmla="*/ 80153 h 125378"/>
                    <a:gd name="connsiteX4" fmla="*/ 106124 w 116423"/>
                    <a:gd name="connsiteY4" fmla="*/ 37614 h 125378"/>
                    <a:gd name="connsiteX5" fmla="*/ 106124 w 116423"/>
                    <a:gd name="connsiteY5" fmla="*/ 37166 h 125378"/>
                    <a:gd name="connsiteX6" fmla="*/ 118662 w 116423"/>
                    <a:gd name="connsiteY6" fmla="*/ 21941 h 125378"/>
                    <a:gd name="connsiteX7" fmla="*/ 102990 w 116423"/>
                    <a:gd name="connsiteY7" fmla="*/ 6269 h 125378"/>
                    <a:gd name="connsiteX8" fmla="*/ 90004 w 116423"/>
                    <a:gd name="connsiteY8" fmla="*/ 13433 h 125378"/>
                    <a:gd name="connsiteX9" fmla="*/ 89556 w 116423"/>
                    <a:gd name="connsiteY9" fmla="*/ 13433 h 125378"/>
                    <a:gd name="connsiteX10" fmla="*/ 35823 w 116423"/>
                    <a:gd name="connsiteY10" fmla="*/ 13433 h 125378"/>
                    <a:gd name="connsiteX11" fmla="*/ 33584 w 116423"/>
                    <a:gd name="connsiteY11" fmla="*/ 15672 h 125378"/>
                    <a:gd name="connsiteX12" fmla="*/ 33584 w 116423"/>
                    <a:gd name="connsiteY12" fmla="*/ 20150 h 125378"/>
                    <a:gd name="connsiteX13" fmla="*/ 24180 w 116423"/>
                    <a:gd name="connsiteY13" fmla="*/ 20150 h 125378"/>
                    <a:gd name="connsiteX14" fmla="*/ 2239 w 116423"/>
                    <a:gd name="connsiteY14" fmla="*/ 0 h 125378"/>
                    <a:gd name="connsiteX15" fmla="*/ 0 w 116423"/>
                    <a:gd name="connsiteY15" fmla="*/ 2239 h 125378"/>
                    <a:gd name="connsiteX16" fmla="*/ 2239 w 116423"/>
                    <a:gd name="connsiteY16" fmla="*/ 4478 h 125378"/>
                    <a:gd name="connsiteX17" fmla="*/ 20150 w 116423"/>
                    <a:gd name="connsiteY17" fmla="*/ 22389 h 125378"/>
                    <a:gd name="connsiteX18" fmla="*/ 2239 w 116423"/>
                    <a:gd name="connsiteY18" fmla="*/ 40300 h 125378"/>
                    <a:gd name="connsiteX19" fmla="*/ 0 w 116423"/>
                    <a:gd name="connsiteY19" fmla="*/ 42539 h 125378"/>
                    <a:gd name="connsiteX20" fmla="*/ 2239 w 116423"/>
                    <a:gd name="connsiteY20" fmla="*/ 44778 h 125378"/>
                    <a:gd name="connsiteX21" fmla="*/ 24628 w 116423"/>
                    <a:gd name="connsiteY21" fmla="*/ 24628 h 125378"/>
                    <a:gd name="connsiteX22" fmla="*/ 33584 w 116423"/>
                    <a:gd name="connsiteY22" fmla="*/ 24628 h 125378"/>
                    <a:gd name="connsiteX23" fmla="*/ 33584 w 116423"/>
                    <a:gd name="connsiteY23" fmla="*/ 29106 h 125378"/>
                    <a:gd name="connsiteX24" fmla="*/ 35823 w 116423"/>
                    <a:gd name="connsiteY24" fmla="*/ 31345 h 125378"/>
                    <a:gd name="connsiteX25" fmla="*/ 89109 w 116423"/>
                    <a:gd name="connsiteY25" fmla="*/ 31345 h 125378"/>
                    <a:gd name="connsiteX26" fmla="*/ 67167 w 116423"/>
                    <a:gd name="connsiteY26" fmla="*/ 80601 h 125378"/>
                    <a:gd name="connsiteX27" fmla="*/ 55525 w 116423"/>
                    <a:gd name="connsiteY27" fmla="*/ 80601 h 125378"/>
                    <a:gd name="connsiteX28" fmla="*/ 53286 w 116423"/>
                    <a:gd name="connsiteY28" fmla="*/ 82392 h 125378"/>
                    <a:gd name="connsiteX29" fmla="*/ 47017 w 116423"/>
                    <a:gd name="connsiteY29" fmla="*/ 107915 h 125378"/>
                    <a:gd name="connsiteX30" fmla="*/ 33136 w 116423"/>
                    <a:gd name="connsiteY30" fmla="*/ 123588 h 125378"/>
                    <a:gd name="connsiteX31" fmla="*/ 35375 w 116423"/>
                    <a:gd name="connsiteY31" fmla="*/ 125827 h 125378"/>
                    <a:gd name="connsiteX32" fmla="*/ 115975 w 116423"/>
                    <a:gd name="connsiteY32" fmla="*/ 125827 h 125378"/>
                    <a:gd name="connsiteX33" fmla="*/ 118214 w 116423"/>
                    <a:gd name="connsiteY33" fmla="*/ 123588 h 125378"/>
                    <a:gd name="connsiteX34" fmla="*/ 105229 w 116423"/>
                    <a:gd name="connsiteY34" fmla="*/ 107468 h 125378"/>
                    <a:gd name="connsiteX35" fmla="*/ 103438 w 116423"/>
                    <a:gd name="connsiteY35" fmla="*/ 10747 h 125378"/>
                    <a:gd name="connsiteX36" fmla="*/ 114632 w 116423"/>
                    <a:gd name="connsiteY36" fmla="*/ 21941 h 125378"/>
                    <a:gd name="connsiteX37" fmla="*/ 103438 w 116423"/>
                    <a:gd name="connsiteY37" fmla="*/ 33136 h 125378"/>
                    <a:gd name="connsiteX38" fmla="*/ 92243 w 116423"/>
                    <a:gd name="connsiteY38" fmla="*/ 21941 h 125378"/>
                    <a:gd name="connsiteX39" fmla="*/ 103438 w 116423"/>
                    <a:gd name="connsiteY39" fmla="*/ 10747 h 125378"/>
                    <a:gd name="connsiteX40" fmla="*/ 87765 w 116423"/>
                    <a:gd name="connsiteY40" fmla="*/ 26867 h 125378"/>
                    <a:gd name="connsiteX41" fmla="*/ 38509 w 116423"/>
                    <a:gd name="connsiteY41" fmla="*/ 26867 h 125378"/>
                    <a:gd name="connsiteX42" fmla="*/ 38509 w 116423"/>
                    <a:gd name="connsiteY42" fmla="*/ 17911 h 125378"/>
                    <a:gd name="connsiteX43" fmla="*/ 87765 w 116423"/>
                    <a:gd name="connsiteY43" fmla="*/ 17911 h 125378"/>
                    <a:gd name="connsiteX44" fmla="*/ 87765 w 116423"/>
                    <a:gd name="connsiteY44" fmla="*/ 26867 h 125378"/>
                    <a:gd name="connsiteX45" fmla="*/ 93139 w 116423"/>
                    <a:gd name="connsiteY45" fmla="*/ 34927 h 125378"/>
                    <a:gd name="connsiteX46" fmla="*/ 101199 w 116423"/>
                    <a:gd name="connsiteY46" fmla="*/ 38509 h 125378"/>
                    <a:gd name="connsiteX47" fmla="*/ 82392 w 116423"/>
                    <a:gd name="connsiteY47" fmla="*/ 80601 h 125378"/>
                    <a:gd name="connsiteX48" fmla="*/ 72541 w 116423"/>
                    <a:gd name="connsiteY48" fmla="*/ 80601 h 125378"/>
                    <a:gd name="connsiteX49" fmla="*/ 93139 w 116423"/>
                    <a:gd name="connsiteY49" fmla="*/ 34927 h 125378"/>
                    <a:gd name="connsiteX50" fmla="*/ 58212 w 116423"/>
                    <a:gd name="connsiteY50" fmla="*/ 85079 h 125378"/>
                    <a:gd name="connsiteX51" fmla="*/ 69406 w 116423"/>
                    <a:gd name="connsiteY51" fmla="*/ 85079 h 125378"/>
                    <a:gd name="connsiteX52" fmla="*/ 84183 w 116423"/>
                    <a:gd name="connsiteY52" fmla="*/ 85079 h 125378"/>
                    <a:gd name="connsiteX53" fmla="*/ 94930 w 116423"/>
                    <a:gd name="connsiteY53" fmla="*/ 85079 h 125378"/>
                    <a:gd name="connsiteX54" fmla="*/ 100751 w 116423"/>
                    <a:gd name="connsiteY54" fmla="*/ 107468 h 125378"/>
                    <a:gd name="connsiteX55" fmla="*/ 52838 w 116423"/>
                    <a:gd name="connsiteY55" fmla="*/ 107468 h 125378"/>
                    <a:gd name="connsiteX56" fmla="*/ 58212 w 116423"/>
                    <a:gd name="connsiteY56" fmla="*/ 85079 h 125378"/>
                    <a:gd name="connsiteX57" fmla="*/ 38957 w 116423"/>
                    <a:gd name="connsiteY57" fmla="*/ 120901 h 125378"/>
                    <a:gd name="connsiteX58" fmla="*/ 49704 w 116423"/>
                    <a:gd name="connsiteY58" fmla="*/ 111945 h 125378"/>
                    <a:gd name="connsiteX59" fmla="*/ 103438 w 116423"/>
                    <a:gd name="connsiteY59" fmla="*/ 111945 h 125378"/>
                    <a:gd name="connsiteX60" fmla="*/ 114184 w 116423"/>
                    <a:gd name="connsiteY60" fmla="*/ 120901 h 125378"/>
                    <a:gd name="connsiteX61" fmla="*/ 38957 w 116423"/>
                    <a:gd name="connsiteY61" fmla="*/ 120901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16423" h="125378">
                      <a:moveTo>
                        <a:pt x="105229" y="107468"/>
                      </a:moveTo>
                      <a:lnTo>
                        <a:pt x="98960" y="81944"/>
                      </a:lnTo>
                      <a:cubicBezTo>
                        <a:pt x="98512" y="81049"/>
                        <a:pt x="97616" y="80153"/>
                        <a:pt x="96721" y="80153"/>
                      </a:cubicBezTo>
                      <a:lnTo>
                        <a:pt x="87317" y="80153"/>
                      </a:lnTo>
                      <a:lnTo>
                        <a:pt x="106124" y="37614"/>
                      </a:lnTo>
                      <a:cubicBezTo>
                        <a:pt x="106124" y="37614"/>
                        <a:pt x="106124" y="37166"/>
                        <a:pt x="106124" y="37166"/>
                      </a:cubicBezTo>
                      <a:cubicBezTo>
                        <a:pt x="113289" y="35823"/>
                        <a:pt x="118662" y="29554"/>
                        <a:pt x="118662" y="21941"/>
                      </a:cubicBezTo>
                      <a:cubicBezTo>
                        <a:pt x="118662" y="13433"/>
                        <a:pt x="111498" y="6269"/>
                        <a:pt x="102990" y="6269"/>
                      </a:cubicBezTo>
                      <a:cubicBezTo>
                        <a:pt x="97616" y="6269"/>
                        <a:pt x="92691" y="8956"/>
                        <a:pt x="90004" y="13433"/>
                      </a:cubicBezTo>
                      <a:cubicBezTo>
                        <a:pt x="90004" y="13433"/>
                        <a:pt x="89556" y="13433"/>
                        <a:pt x="89556" y="13433"/>
                      </a:cubicBezTo>
                      <a:lnTo>
                        <a:pt x="35823" y="13433"/>
                      </a:lnTo>
                      <a:cubicBezTo>
                        <a:pt x="34479" y="13433"/>
                        <a:pt x="33584" y="14329"/>
                        <a:pt x="33584" y="15672"/>
                      </a:cubicBezTo>
                      <a:lnTo>
                        <a:pt x="33584" y="20150"/>
                      </a:lnTo>
                      <a:lnTo>
                        <a:pt x="24180" y="20150"/>
                      </a:lnTo>
                      <a:cubicBezTo>
                        <a:pt x="22837" y="8956"/>
                        <a:pt x="13433" y="0"/>
                        <a:pt x="2239" y="0"/>
                      </a:cubicBezTo>
                      <a:cubicBezTo>
                        <a:pt x="896" y="0"/>
                        <a:pt x="0" y="896"/>
                        <a:pt x="0" y="2239"/>
                      </a:cubicBezTo>
                      <a:cubicBezTo>
                        <a:pt x="0" y="3582"/>
                        <a:pt x="896" y="4478"/>
                        <a:pt x="2239" y="4478"/>
                      </a:cubicBezTo>
                      <a:cubicBezTo>
                        <a:pt x="12090" y="4478"/>
                        <a:pt x="20150" y="12538"/>
                        <a:pt x="20150" y="22389"/>
                      </a:cubicBezTo>
                      <a:cubicBezTo>
                        <a:pt x="20150" y="32240"/>
                        <a:pt x="12090" y="40300"/>
                        <a:pt x="2239" y="40300"/>
                      </a:cubicBezTo>
                      <a:cubicBezTo>
                        <a:pt x="896" y="40300"/>
                        <a:pt x="0" y="41196"/>
                        <a:pt x="0" y="42539"/>
                      </a:cubicBezTo>
                      <a:cubicBezTo>
                        <a:pt x="0" y="43883"/>
                        <a:pt x="896" y="44778"/>
                        <a:pt x="2239" y="44778"/>
                      </a:cubicBezTo>
                      <a:cubicBezTo>
                        <a:pt x="13881" y="44778"/>
                        <a:pt x="23285" y="35823"/>
                        <a:pt x="24628" y="24628"/>
                      </a:cubicBezTo>
                      <a:lnTo>
                        <a:pt x="33584" y="24628"/>
                      </a:lnTo>
                      <a:lnTo>
                        <a:pt x="33584" y="29106"/>
                      </a:lnTo>
                      <a:cubicBezTo>
                        <a:pt x="33584" y="30449"/>
                        <a:pt x="34479" y="31345"/>
                        <a:pt x="35823" y="31345"/>
                      </a:cubicBezTo>
                      <a:lnTo>
                        <a:pt x="89109" y="31345"/>
                      </a:lnTo>
                      <a:lnTo>
                        <a:pt x="67167" y="80601"/>
                      </a:lnTo>
                      <a:lnTo>
                        <a:pt x="55525" y="80601"/>
                      </a:lnTo>
                      <a:cubicBezTo>
                        <a:pt x="54629" y="80601"/>
                        <a:pt x="53734" y="81496"/>
                        <a:pt x="53286" y="82392"/>
                      </a:cubicBezTo>
                      <a:lnTo>
                        <a:pt x="47017" y="107915"/>
                      </a:lnTo>
                      <a:cubicBezTo>
                        <a:pt x="39405" y="108811"/>
                        <a:pt x="33136" y="115528"/>
                        <a:pt x="33136" y="123588"/>
                      </a:cubicBezTo>
                      <a:cubicBezTo>
                        <a:pt x="33136" y="124931"/>
                        <a:pt x="34031" y="125827"/>
                        <a:pt x="35375" y="125827"/>
                      </a:cubicBezTo>
                      <a:lnTo>
                        <a:pt x="115975" y="125827"/>
                      </a:lnTo>
                      <a:cubicBezTo>
                        <a:pt x="117319" y="125827"/>
                        <a:pt x="118214" y="124931"/>
                        <a:pt x="118214" y="123588"/>
                      </a:cubicBezTo>
                      <a:cubicBezTo>
                        <a:pt x="119110" y="115080"/>
                        <a:pt x="113289" y="108363"/>
                        <a:pt x="105229" y="107468"/>
                      </a:cubicBezTo>
                      <a:close/>
                      <a:moveTo>
                        <a:pt x="103438" y="10747"/>
                      </a:moveTo>
                      <a:cubicBezTo>
                        <a:pt x="109707" y="10747"/>
                        <a:pt x="114632" y="15672"/>
                        <a:pt x="114632" y="21941"/>
                      </a:cubicBezTo>
                      <a:cubicBezTo>
                        <a:pt x="114632" y="28210"/>
                        <a:pt x="109707" y="33136"/>
                        <a:pt x="103438" y="33136"/>
                      </a:cubicBezTo>
                      <a:cubicBezTo>
                        <a:pt x="97169" y="33136"/>
                        <a:pt x="92243" y="28210"/>
                        <a:pt x="92243" y="21941"/>
                      </a:cubicBezTo>
                      <a:cubicBezTo>
                        <a:pt x="92243" y="15672"/>
                        <a:pt x="97616" y="10747"/>
                        <a:pt x="103438" y="10747"/>
                      </a:cubicBezTo>
                      <a:close/>
                      <a:moveTo>
                        <a:pt x="87765" y="26867"/>
                      </a:moveTo>
                      <a:lnTo>
                        <a:pt x="38509" y="26867"/>
                      </a:lnTo>
                      <a:lnTo>
                        <a:pt x="38509" y="17911"/>
                      </a:lnTo>
                      <a:lnTo>
                        <a:pt x="87765" y="17911"/>
                      </a:lnTo>
                      <a:lnTo>
                        <a:pt x="87765" y="26867"/>
                      </a:lnTo>
                      <a:close/>
                      <a:moveTo>
                        <a:pt x="93139" y="34927"/>
                      </a:moveTo>
                      <a:lnTo>
                        <a:pt x="101199" y="38509"/>
                      </a:lnTo>
                      <a:lnTo>
                        <a:pt x="82392" y="80601"/>
                      </a:lnTo>
                      <a:lnTo>
                        <a:pt x="72541" y="80601"/>
                      </a:lnTo>
                      <a:lnTo>
                        <a:pt x="93139" y="34927"/>
                      </a:lnTo>
                      <a:close/>
                      <a:moveTo>
                        <a:pt x="58212" y="85079"/>
                      </a:moveTo>
                      <a:lnTo>
                        <a:pt x="69406" y="85079"/>
                      </a:lnTo>
                      <a:lnTo>
                        <a:pt x="84183" y="85079"/>
                      </a:lnTo>
                      <a:lnTo>
                        <a:pt x="94930" y="85079"/>
                      </a:lnTo>
                      <a:lnTo>
                        <a:pt x="100751" y="107468"/>
                      </a:lnTo>
                      <a:lnTo>
                        <a:pt x="52838" y="107468"/>
                      </a:lnTo>
                      <a:lnTo>
                        <a:pt x="58212" y="85079"/>
                      </a:lnTo>
                      <a:close/>
                      <a:moveTo>
                        <a:pt x="38957" y="120901"/>
                      </a:moveTo>
                      <a:cubicBezTo>
                        <a:pt x="39853" y="115975"/>
                        <a:pt x="44330" y="111945"/>
                        <a:pt x="49704" y="111945"/>
                      </a:cubicBezTo>
                      <a:lnTo>
                        <a:pt x="103438" y="111945"/>
                      </a:lnTo>
                      <a:cubicBezTo>
                        <a:pt x="108811" y="111945"/>
                        <a:pt x="113289" y="115975"/>
                        <a:pt x="114184" y="120901"/>
                      </a:cubicBezTo>
                      <a:lnTo>
                        <a:pt x="38957" y="12090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78" name="Group 4174">
                <a:extLst>
                  <a:ext uri="{FF2B5EF4-FFF2-40B4-BE49-F238E27FC236}">
                    <a16:creationId xmlns:a16="http://schemas.microsoft.com/office/drawing/2014/main" id="{79697E1A-4B4C-0ED1-7AF1-6AFF87380196}"/>
                  </a:ext>
                  <a:ext uri="{C183D7F6-B498-43B3-948B-1728B52AA6E4}">
                    <adec:decorative xmlns:adec="http://schemas.microsoft.com/office/drawing/2017/decorative" val="1"/>
                  </a:ext>
                </a:extLst>
              </p:cNvPr>
              <p:cNvGrpSpPr>
                <a:grpSpLocks noChangeAspect="1"/>
              </p:cNvGrpSpPr>
              <p:nvPr/>
            </p:nvGrpSpPr>
            <p:grpSpPr>
              <a:xfrm>
                <a:off x="2148863" y="3043616"/>
                <a:ext cx="125379" cy="138812"/>
                <a:chOff x="2189617" y="2308177"/>
                <a:chExt cx="125379" cy="138812"/>
              </a:xfrm>
            </p:grpSpPr>
            <p:sp>
              <p:nvSpPr>
                <p:cNvPr id="279" name="Freeform: Shape 4175">
                  <a:extLst>
                    <a:ext uri="{FF2B5EF4-FFF2-40B4-BE49-F238E27FC236}">
                      <a16:creationId xmlns:a16="http://schemas.microsoft.com/office/drawing/2014/main" id="{A6ED1FE1-94DB-F9DB-9A1B-7E64D65D731F}"/>
                    </a:ext>
                  </a:extLst>
                </p:cNvPr>
                <p:cNvSpPr/>
                <p:nvPr/>
              </p:nvSpPr>
              <p:spPr>
                <a:xfrm>
                  <a:off x="2189617" y="2308177"/>
                  <a:ext cx="125379" cy="138812"/>
                </a:xfrm>
                <a:custGeom>
                  <a:avLst/>
                  <a:gdLst>
                    <a:gd name="connsiteX0" fmla="*/ 115975 w 125378"/>
                    <a:gd name="connsiteY0" fmla="*/ 121125 h 138812"/>
                    <a:gd name="connsiteX1" fmla="*/ 111498 w 125378"/>
                    <a:gd name="connsiteY1" fmla="*/ 121125 h 138812"/>
                    <a:gd name="connsiteX2" fmla="*/ 111498 w 125378"/>
                    <a:gd name="connsiteY2" fmla="*/ 76347 h 138812"/>
                    <a:gd name="connsiteX3" fmla="*/ 98512 w 125378"/>
                    <a:gd name="connsiteY3" fmla="*/ 56197 h 138812"/>
                    <a:gd name="connsiteX4" fmla="*/ 86422 w 125378"/>
                    <a:gd name="connsiteY4" fmla="*/ 40076 h 138812"/>
                    <a:gd name="connsiteX5" fmla="*/ 78810 w 125378"/>
                    <a:gd name="connsiteY5" fmla="*/ 34255 h 138812"/>
                    <a:gd name="connsiteX6" fmla="*/ 87317 w 125378"/>
                    <a:gd name="connsiteY6" fmla="*/ 25747 h 138812"/>
                    <a:gd name="connsiteX7" fmla="*/ 90452 w 125378"/>
                    <a:gd name="connsiteY7" fmla="*/ 17687 h 138812"/>
                    <a:gd name="connsiteX8" fmla="*/ 87317 w 125378"/>
                    <a:gd name="connsiteY8" fmla="*/ 9627 h 138812"/>
                    <a:gd name="connsiteX9" fmla="*/ 81049 w 125378"/>
                    <a:gd name="connsiteY9" fmla="*/ 3358 h 138812"/>
                    <a:gd name="connsiteX10" fmla="*/ 65376 w 125378"/>
                    <a:gd name="connsiteY10" fmla="*/ 3358 h 138812"/>
                    <a:gd name="connsiteX11" fmla="*/ 13881 w 125378"/>
                    <a:gd name="connsiteY11" fmla="*/ 54853 h 138812"/>
                    <a:gd name="connsiteX12" fmla="*/ 13881 w 125378"/>
                    <a:gd name="connsiteY12" fmla="*/ 54853 h 138812"/>
                    <a:gd name="connsiteX13" fmla="*/ 13433 w 125378"/>
                    <a:gd name="connsiteY13" fmla="*/ 55301 h 138812"/>
                    <a:gd name="connsiteX14" fmla="*/ 13433 w 125378"/>
                    <a:gd name="connsiteY14" fmla="*/ 56197 h 138812"/>
                    <a:gd name="connsiteX15" fmla="*/ 13433 w 125378"/>
                    <a:gd name="connsiteY15" fmla="*/ 94258 h 138812"/>
                    <a:gd name="connsiteX16" fmla="*/ 13433 w 125378"/>
                    <a:gd name="connsiteY16" fmla="*/ 94706 h 138812"/>
                    <a:gd name="connsiteX17" fmla="*/ 0 w 125378"/>
                    <a:gd name="connsiteY17" fmla="*/ 110378 h 138812"/>
                    <a:gd name="connsiteX18" fmla="*/ 2239 w 125378"/>
                    <a:gd name="connsiteY18" fmla="*/ 112617 h 138812"/>
                    <a:gd name="connsiteX19" fmla="*/ 4478 w 125378"/>
                    <a:gd name="connsiteY19" fmla="*/ 110378 h 138812"/>
                    <a:gd name="connsiteX20" fmla="*/ 15672 w 125378"/>
                    <a:gd name="connsiteY20" fmla="*/ 99184 h 138812"/>
                    <a:gd name="connsiteX21" fmla="*/ 26867 w 125378"/>
                    <a:gd name="connsiteY21" fmla="*/ 110378 h 138812"/>
                    <a:gd name="connsiteX22" fmla="*/ 29106 w 125378"/>
                    <a:gd name="connsiteY22" fmla="*/ 112617 h 138812"/>
                    <a:gd name="connsiteX23" fmla="*/ 31345 w 125378"/>
                    <a:gd name="connsiteY23" fmla="*/ 110378 h 138812"/>
                    <a:gd name="connsiteX24" fmla="*/ 18359 w 125378"/>
                    <a:gd name="connsiteY24" fmla="*/ 95154 h 138812"/>
                    <a:gd name="connsiteX25" fmla="*/ 36270 w 125378"/>
                    <a:gd name="connsiteY25" fmla="*/ 77242 h 138812"/>
                    <a:gd name="connsiteX26" fmla="*/ 36270 w 125378"/>
                    <a:gd name="connsiteY26" fmla="*/ 77242 h 138812"/>
                    <a:gd name="connsiteX27" fmla="*/ 54182 w 125378"/>
                    <a:gd name="connsiteY27" fmla="*/ 59331 h 138812"/>
                    <a:gd name="connsiteX28" fmla="*/ 56421 w 125378"/>
                    <a:gd name="connsiteY28" fmla="*/ 62913 h 138812"/>
                    <a:gd name="connsiteX29" fmla="*/ 67167 w 125378"/>
                    <a:gd name="connsiteY29" fmla="*/ 77690 h 138812"/>
                    <a:gd name="connsiteX30" fmla="*/ 67167 w 125378"/>
                    <a:gd name="connsiteY30" fmla="*/ 121573 h 138812"/>
                    <a:gd name="connsiteX31" fmla="*/ 8956 w 125378"/>
                    <a:gd name="connsiteY31" fmla="*/ 121573 h 138812"/>
                    <a:gd name="connsiteX32" fmla="*/ 0 w 125378"/>
                    <a:gd name="connsiteY32" fmla="*/ 130528 h 138812"/>
                    <a:gd name="connsiteX33" fmla="*/ 8956 w 125378"/>
                    <a:gd name="connsiteY33" fmla="*/ 139484 h 138812"/>
                    <a:gd name="connsiteX34" fmla="*/ 116423 w 125378"/>
                    <a:gd name="connsiteY34" fmla="*/ 139484 h 138812"/>
                    <a:gd name="connsiteX35" fmla="*/ 125379 w 125378"/>
                    <a:gd name="connsiteY35" fmla="*/ 130528 h 138812"/>
                    <a:gd name="connsiteX36" fmla="*/ 115975 w 125378"/>
                    <a:gd name="connsiteY36" fmla="*/ 121125 h 138812"/>
                    <a:gd name="connsiteX37" fmla="*/ 17463 w 125378"/>
                    <a:gd name="connsiteY37" fmla="*/ 61570 h 138812"/>
                    <a:gd name="connsiteX38" fmla="*/ 30897 w 125378"/>
                    <a:gd name="connsiteY38" fmla="*/ 75003 h 138812"/>
                    <a:gd name="connsiteX39" fmla="*/ 17463 w 125378"/>
                    <a:gd name="connsiteY39" fmla="*/ 88437 h 138812"/>
                    <a:gd name="connsiteX40" fmla="*/ 17463 w 125378"/>
                    <a:gd name="connsiteY40" fmla="*/ 61570 h 138812"/>
                    <a:gd name="connsiteX41" fmla="*/ 34031 w 125378"/>
                    <a:gd name="connsiteY41" fmla="*/ 71869 h 138812"/>
                    <a:gd name="connsiteX42" fmla="*/ 18359 w 125378"/>
                    <a:gd name="connsiteY42" fmla="*/ 56197 h 138812"/>
                    <a:gd name="connsiteX43" fmla="*/ 68063 w 125378"/>
                    <a:gd name="connsiteY43" fmla="*/ 6493 h 138812"/>
                    <a:gd name="connsiteX44" fmla="*/ 77466 w 125378"/>
                    <a:gd name="connsiteY44" fmla="*/ 6493 h 138812"/>
                    <a:gd name="connsiteX45" fmla="*/ 83735 w 125378"/>
                    <a:gd name="connsiteY45" fmla="*/ 12762 h 138812"/>
                    <a:gd name="connsiteX46" fmla="*/ 85526 w 125378"/>
                    <a:gd name="connsiteY46" fmla="*/ 17687 h 138812"/>
                    <a:gd name="connsiteX47" fmla="*/ 83735 w 125378"/>
                    <a:gd name="connsiteY47" fmla="*/ 22613 h 138812"/>
                    <a:gd name="connsiteX48" fmla="*/ 73436 w 125378"/>
                    <a:gd name="connsiteY48" fmla="*/ 32912 h 138812"/>
                    <a:gd name="connsiteX49" fmla="*/ 59107 w 125378"/>
                    <a:gd name="connsiteY49" fmla="*/ 36494 h 138812"/>
                    <a:gd name="connsiteX50" fmla="*/ 51495 w 125378"/>
                    <a:gd name="connsiteY50" fmla="*/ 49032 h 138812"/>
                    <a:gd name="connsiteX51" fmla="*/ 51495 w 125378"/>
                    <a:gd name="connsiteY51" fmla="*/ 54405 h 138812"/>
                    <a:gd name="connsiteX52" fmla="*/ 34031 w 125378"/>
                    <a:gd name="connsiteY52" fmla="*/ 71869 h 138812"/>
                    <a:gd name="connsiteX53" fmla="*/ 56421 w 125378"/>
                    <a:gd name="connsiteY53" fmla="*/ 49032 h 138812"/>
                    <a:gd name="connsiteX54" fmla="*/ 62242 w 125378"/>
                    <a:gd name="connsiteY54" fmla="*/ 39629 h 138812"/>
                    <a:gd name="connsiteX55" fmla="*/ 82392 w 125378"/>
                    <a:gd name="connsiteY55" fmla="*/ 42763 h 138812"/>
                    <a:gd name="connsiteX56" fmla="*/ 90900 w 125378"/>
                    <a:gd name="connsiteY56" fmla="*/ 54405 h 138812"/>
                    <a:gd name="connsiteX57" fmla="*/ 88661 w 125378"/>
                    <a:gd name="connsiteY57" fmla="*/ 53958 h 138812"/>
                    <a:gd name="connsiteX58" fmla="*/ 67167 w 125378"/>
                    <a:gd name="connsiteY58" fmla="*/ 70973 h 138812"/>
                    <a:gd name="connsiteX59" fmla="*/ 59107 w 125378"/>
                    <a:gd name="connsiteY59" fmla="*/ 60227 h 138812"/>
                    <a:gd name="connsiteX60" fmla="*/ 56421 w 125378"/>
                    <a:gd name="connsiteY60" fmla="*/ 49032 h 138812"/>
                    <a:gd name="connsiteX61" fmla="*/ 71197 w 125378"/>
                    <a:gd name="connsiteY61" fmla="*/ 76347 h 138812"/>
                    <a:gd name="connsiteX62" fmla="*/ 89109 w 125378"/>
                    <a:gd name="connsiteY62" fmla="*/ 58435 h 138812"/>
                    <a:gd name="connsiteX63" fmla="*/ 107020 w 125378"/>
                    <a:gd name="connsiteY63" fmla="*/ 76347 h 138812"/>
                    <a:gd name="connsiteX64" fmla="*/ 107020 w 125378"/>
                    <a:gd name="connsiteY64" fmla="*/ 121125 h 138812"/>
                    <a:gd name="connsiteX65" fmla="*/ 71197 w 125378"/>
                    <a:gd name="connsiteY65" fmla="*/ 121125 h 138812"/>
                    <a:gd name="connsiteX66" fmla="*/ 71197 w 125378"/>
                    <a:gd name="connsiteY66" fmla="*/ 76347 h 138812"/>
                    <a:gd name="connsiteX67" fmla="*/ 115975 w 125378"/>
                    <a:gd name="connsiteY67" fmla="*/ 134558 h 138812"/>
                    <a:gd name="connsiteX68" fmla="*/ 8508 w 125378"/>
                    <a:gd name="connsiteY68" fmla="*/ 134558 h 138812"/>
                    <a:gd name="connsiteX69" fmla="*/ 4030 w 125378"/>
                    <a:gd name="connsiteY69" fmla="*/ 130081 h 138812"/>
                    <a:gd name="connsiteX70" fmla="*/ 8508 w 125378"/>
                    <a:gd name="connsiteY70" fmla="*/ 125603 h 138812"/>
                    <a:gd name="connsiteX71" fmla="*/ 68958 w 125378"/>
                    <a:gd name="connsiteY71" fmla="*/ 125603 h 138812"/>
                    <a:gd name="connsiteX72" fmla="*/ 109259 w 125378"/>
                    <a:gd name="connsiteY72" fmla="*/ 125603 h 138812"/>
                    <a:gd name="connsiteX73" fmla="*/ 115975 w 125378"/>
                    <a:gd name="connsiteY73" fmla="*/ 125603 h 138812"/>
                    <a:gd name="connsiteX74" fmla="*/ 120453 w 125378"/>
                    <a:gd name="connsiteY74" fmla="*/ 130081 h 138812"/>
                    <a:gd name="connsiteX75" fmla="*/ 115975 w 125378"/>
                    <a:gd name="connsiteY75" fmla="*/ 134558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25378" h="138812">
                      <a:moveTo>
                        <a:pt x="115975" y="121125"/>
                      </a:moveTo>
                      <a:lnTo>
                        <a:pt x="111498" y="121125"/>
                      </a:lnTo>
                      <a:lnTo>
                        <a:pt x="111498" y="76347"/>
                      </a:lnTo>
                      <a:cubicBezTo>
                        <a:pt x="111498" y="67391"/>
                        <a:pt x="106124" y="59331"/>
                        <a:pt x="98512" y="56197"/>
                      </a:cubicBezTo>
                      <a:lnTo>
                        <a:pt x="86422" y="40076"/>
                      </a:lnTo>
                      <a:cubicBezTo>
                        <a:pt x="84183" y="37390"/>
                        <a:pt x="81944" y="35599"/>
                        <a:pt x="78810" y="34255"/>
                      </a:cubicBezTo>
                      <a:lnTo>
                        <a:pt x="87317" y="25747"/>
                      </a:lnTo>
                      <a:cubicBezTo>
                        <a:pt x="89556" y="23509"/>
                        <a:pt x="90452" y="20822"/>
                        <a:pt x="90452" y="17687"/>
                      </a:cubicBezTo>
                      <a:cubicBezTo>
                        <a:pt x="90452" y="14553"/>
                        <a:pt x="89109" y="11866"/>
                        <a:pt x="87317" y="9627"/>
                      </a:cubicBezTo>
                      <a:lnTo>
                        <a:pt x="81049" y="3358"/>
                      </a:lnTo>
                      <a:cubicBezTo>
                        <a:pt x="76571" y="-1119"/>
                        <a:pt x="69406" y="-1119"/>
                        <a:pt x="65376" y="3358"/>
                      </a:cubicBezTo>
                      <a:lnTo>
                        <a:pt x="13881" y="54853"/>
                      </a:lnTo>
                      <a:cubicBezTo>
                        <a:pt x="13881" y="54853"/>
                        <a:pt x="13881" y="54853"/>
                        <a:pt x="13881" y="54853"/>
                      </a:cubicBezTo>
                      <a:cubicBezTo>
                        <a:pt x="13881" y="54853"/>
                        <a:pt x="13433" y="55301"/>
                        <a:pt x="13433" y="55301"/>
                      </a:cubicBezTo>
                      <a:cubicBezTo>
                        <a:pt x="13433" y="55749"/>
                        <a:pt x="13433" y="55749"/>
                        <a:pt x="13433" y="56197"/>
                      </a:cubicBezTo>
                      <a:lnTo>
                        <a:pt x="13433" y="94258"/>
                      </a:lnTo>
                      <a:cubicBezTo>
                        <a:pt x="13433" y="94258"/>
                        <a:pt x="13433" y="94258"/>
                        <a:pt x="13433" y="94706"/>
                      </a:cubicBezTo>
                      <a:cubicBezTo>
                        <a:pt x="5821" y="95601"/>
                        <a:pt x="0" y="102318"/>
                        <a:pt x="0" y="110378"/>
                      </a:cubicBezTo>
                      <a:cubicBezTo>
                        <a:pt x="0" y="111721"/>
                        <a:pt x="895" y="112617"/>
                        <a:pt x="2239" y="112617"/>
                      </a:cubicBezTo>
                      <a:cubicBezTo>
                        <a:pt x="3582" y="112617"/>
                        <a:pt x="4478" y="111721"/>
                        <a:pt x="4478" y="110378"/>
                      </a:cubicBezTo>
                      <a:cubicBezTo>
                        <a:pt x="4478" y="104109"/>
                        <a:pt x="9403" y="99184"/>
                        <a:pt x="15672" y="99184"/>
                      </a:cubicBezTo>
                      <a:cubicBezTo>
                        <a:pt x="21941" y="99184"/>
                        <a:pt x="26867" y="104109"/>
                        <a:pt x="26867" y="110378"/>
                      </a:cubicBezTo>
                      <a:cubicBezTo>
                        <a:pt x="26867" y="111721"/>
                        <a:pt x="27762" y="112617"/>
                        <a:pt x="29106" y="112617"/>
                      </a:cubicBezTo>
                      <a:cubicBezTo>
                        <a:pt x="30449" y="112617"/>
                        <a:pt x="31345" y="111721"/>
                        <a:pt x="31345" y="110378"/>
                      </a:cubicBezTo>
                      <a:cubicBezTo>
                        <a:pt x="31345" y="102766"/>
                        <a:pt x="25971" y="96497"/>
                        <a:pt x="18359" y="95154"/>
                      </a:cubicBezTo>
                      <a:lnTo>
                        <a:pt x="36270" y="77242"/>
                      </a:lnTo>
                      <a:cubicBezTo>
                        <a:pt x="36270" y="77242"/>
                        <a:pt x="36270" y="77242"/>
                        <a:pt x="36270" y="77242"/>
                      </a:cubicBezTo>
                      <a:lnTo>
                        <a:pt x="54182" y="59331"/>
                      </a:lnTo>
                      <a:cubicBezTo>
                        <a:pt x="54629" y="60674"/>
                        <a:pt x="55525" y="62018"/>
                        <a:pt x="56421" y="62913"/>
                      </a:cubicBezTo>
                      <a:lnTo>
                        <a:pt x="67167" y="77690"/>
                      </a:lnTo>
                      <a:lnTo>
                        <a:pt x="67167" y="121573"/>
                      </a:lnTo>
                      <a:lnTo>
                        <a:pt x="8956" y="121573"/>
                      </a:lnTo>
                      <a:cubicBezTo>
                        <a:pt x="4030" y="121573"/>
                        <a:pt x="0" y="125603"/>
                        <a:pt x="0" y="130528"/>
                      </a:cubicBezTo>
                      <a:cubicBezTo>
                        <a:pt x="0" y="135454"/>
                        <a:pt x="4030" y="139484"/>
                        <a:pt x="8956" y="139484"/>
                      </a:cubicBezTo>
                      <a:lnTo>
                        <a:pt x="116423" y="139484"/>
                      </a:lnTo>
                      <a:cubicBezTo>
                        <a:pt x="121349" y="139484"/>
                        <a:pt x="125379" y="135454"/>
                        <a:pt x="125379" y="130528"/>
                      </a:cubicBezTo>
                      <a:cubicBezTo>
                        <a:pt x="124931" y="125155"/>
                        <a:pt x="120901" y="121125"/>
                        <a:pt x="115975" y="121125"/>
                      </a:cubicBezTo>
                      <a:close/>
                      <a:moveTo>
                        <a:pt x="17463" y="61570"/>
                      </a:moveTo>
                      <a:lnTo>
                        <a:pt x="30897" y="75003"/>
                      </a:lnTo>
                      <a:lnTo>
                        <a:pt x="17463" y="88437"/>
                      </a:lnTo>
                      <a:lnTo>
                        <a:pt x="17463" y="61570"/>
                      </a:lnTo>
                      <a:close/>
                      <a:moveTo>
                        <a:pt x="34031" y="71869"/>
                      </a:moveTo>
                      <a:lnTo>
                        <a:pt x="18359" y="56197"/>
                      </a:lnTo>
                      <a:lnTo>
                        <a:pt x="68063" y="6493"/>
                      </a:lnTo>
                      <a:cubicBezTo>
                        <a:pt x="70749" y="3806"/>
                        <a:pt x="74779" y="3806"/>
                        <a:pt x="77466" y="6493"/>
                      </a:cubicBezTo>
                      <a:lnTo>
                        <a:pt x="83735" y="12762"/>
                      </a:lnTo>
                      <a:cubicBezTo>
                        <a:pt x="85079" y="14105"/>
                        <a:pt x="85526" y="15896"/>
                        <a:pt x="85526" y="17687"/>
                      </a:cubicBezTo>
                      <a:cubicBezTo>
                        <a:pt x="85526" y="19478"/>
                        <a:pt x="84631" y="21270"/>
                        <a:pt x="83735" y="22613"/>
                      </a:cubicBezTo>
                      <a:lnTo>
                        <a:pt x="73436" y="32912"/>
                      </a:lnTo>
                      <a:cubicBezTo>
                        <a:pt x="68511" y="32016"/>
                        <a:pt x="63585" y="33360"/>
                        <a:pt x="59107" y="36494"/>
                      </a:cubicBezTo>
                      <a:cubicBezTo>
                        <a:pt x="55077" y="39629"/>
                        <a:pt x="52390" y="44106"/>
                        <a:pt x="51495" y="49032"/>
                      </a:cubicBezTo>
                      <a:cubicBezTo>
                        <a:pt x="51047" y="50823"/>
                        <a:pt x="51495" y="52614"/>
                        <a:pt x="51495" y="54405"/>
                      </a:cubicBezTo>
                      <a:lnTo>
                        <a:pt x="34031" y="71869"/>
                      </a:lnTo>
                      <a:close/>
                      <a:moveTo>
                        <a:pt x="56421" y="49032"/>
                      </a:moveTo>
                      <a:cubicBezTo>
                        <a:pt x="56868" y="45002"/>
                        <a:pt x="59107" y="41867"/>
                        <a:pt x="62242" y="39629"/>
                      </a:cubicBezTo>
                      <a:cubicBezTo>
                        <a:pt x="68511" y="34703"/>
                        <a:pt x="77914" y="36046"/>
                        <a:pt x="82392" y="42763"/>
                      </a:cubicBezTo>
                      <a:lnTo>
                        <a:pt x="90900" y="54405"/>
                      </a:lnTo>
                      <a:cubicBezTo>
                        <a:pt x="90004" y="54405"/>
                        <a:pt x="89556" y="53958"/>
                        <a:pt x="88661" y="53958"/>
                      </a:cubicBezTo>
                      <a:cubicBezTo>
                        <a:pt x="78362" y="53958"/>
                        <a:pt x="69406" y="61122"/>
                        <a:pt x="67167" y="70973"/>
                      </a:cubicBezTo>
                      <a:lnTo>
                        <a:pt x="59107" y="60227"/>
                      </a:lnTo>
                      <a:cubicBezTo>
                        <a:pt x="56868" y="56644"/>
                        <a:pt x="55973" y="52614"/>
                        <a:pt x="56421" y="49032"/>
                      </a:cubicBezTo>
                      <a:close/>
                      <a:moveTo>
                        <a:pt x="71197" y="76347"/>
                      </a:moveTo>
                      <a:cubicBezTo>
                        <a:pt x="71197" y="66495"/>
                        <a:pt x="79257" y="58435"/>
                        <a:pt x="89109" y="58435"/>
                      </a:cubicBezTo>
                      <a:cubicBezTo>
                        <a:pt x="98960" y="58435"/>
                        <a:pt x="107020" y="66495"/>
                        <a:pt x="107020" y="76347"/>
                      </a:cubicBezTo>
                      <a:lnTo>
                        <a:pt x="107020" y="121125"/>
                      </a:lnTo>
                      <a:lnTo>
                        <a:pt x="71197" y="121125"/>
                      </a:lnTo>
                      <a:lnTo>
                        <a:pt x="71197" y="76347"/>
                      </a:lnTo>
                      <a:close/>
                      <a:moveTo>
                        <a:pt x="115975" y="134558"/>
                      </a:moveTo>
                      <a:lnTo>
                        <a:pt x="8508" y="134558"/>
                      </a:lnTo>
                      <a:cubicBezTo>
                        <a:pt x="5821" y="134558"/>
                        <a:pt x="4030" y="132767"/>
                        <a:pt x="4030" y="130081"/>
                      </a:cubicBezTo>
                      <a:cubicBezTo>
                        <a:pt x="4030" y="127394"/>
                        <a:pt x="5821" y="125603"/>
                        <a:pt x="8508" y="125603"/>
                      </a:cubicBezTo>
                      <a:lnTo>
                        <a:pt x="68958" y="125603"/>
                      </a:lnTo>
                      <a:lnTo>
                        <a:pt x="109259" y="125603"/>
                      </a:lnTo>
                      <a:lnTo>
                        <a:pt x="115975" y="125603"/>
                      </a:lnTo>
                      <a:cubicBezTo>
                        <a:pt x="118662" y="125603"/>
                        <a:pt x="120453" y="127394"/>
                        <a:pt x="120453" y="130081"/>
                      </a:cubicBezTo>
                      <a:cubicBezTo>
                        <a:pt x="120453" y="132767"/>
                        <a:pt x="118214" y="134558"/>
                        <a:pt x="115975" y="13455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0" name="Freeform: Shape 4176">
                  <a:extLst>
                    <a:ext uri="{FF2B5EF4-FFF2-40B4-BE49-F238E27FC236}">
                      <a16:creationId xmlns:a16="http://schemas.microsoft.com/office/drawing/2014/main" id="{46CA992C-CF76-452F-9B2A-B550BB181077}"/>
                    </a:ext>
                  </a:extLst>
                </p:cNvPr>
                <p:cNvSpPr/>
                <p:nvPr/>
              </p:nvSpPr>
              <p:spPr>
                <a:xfrm>
                  <a:off x="2269770" y="2375568"/>
                  <a:ext cx="17911" cy="17911"/>
                </a:xfrm>
                <a:custGeom>
                  <a:avLst/>
                  <a:gdLst>
                    <a:gd name="connsiteX0" fmla="*/ 8956 w 17911"/>
                    <a:gd name="connsiteY0" fmla="*/ 17911 h 17911"/>
                    <a:gd name="connsiteX1" fmla="*/ 0 w 17911"/>
                    <a:gd name="connsiteY1" fmla="*/ 8956 h 17911"/>
                    <a:gd name="connsiteX2" fmla="*/ 8956 w 17911"/>
                    <a:gd name="connsiteY2" fmla="*/ 0 h 17911"/>
                    <a:gd name="connsiteX3" fmla="*/ 17911 w 17911"/>
                    <a:gd name="connsiteY3" fmla="*/ 8956 h 17911"/>
                    <a:gd name="connsiteX4" fmla="*/ 8956 w 17911"/>
                    <a:gd name="connsiteY4" fmla="*/ 17911 h 17911"/>
                    <a:gd name="connsiteX5" fmla="*/ 8956 w 17911"/>
                    <a:gd name="connsiteY5" fmla="*/ 4478 h 17911"/>
                    <a:gd name="connsiteX6" fmla="*/ 4478 w 17911"/>
                    <a:gd name="connsiteY6" fmla="*/ 8956 h 17911"/>
                    <a:gd name="connsiteX7" fmla="*/ 8956 w 17911"/>
                    <a:gd name="connsiteY7" fmla="*/ 13433 h 17911"/>
                    <a:gd name="connsiteX8" fmla="*/ 13433 w 17911"/>
                    <a:gd name="connsiteY8" fmla="*/ 8956 h 17911"/>
                    <a:gd name="connsiteX9" fmla="*/ 8956 w 17911"/>
                    <a:gd name="connsiteY9" fmla="*/ 4478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8956" y="17911"/>
                      </a:moveTo>
                      <a:cubicBezTo>
                        <a:pt x="4030" y="17911"/>
                        <a:pt x="0" y="13881"/>
                        <a:pt x="0" y="8956"/>
                      </a:cubicBezTo>
                      <a:cubicBezTo>
                        <a:pt x="0" y="4030"/>
                        <a:pt x="4030" y="0"/>
                        <a:pt x="8956" y="0"/>
                      </a:cubicBezTo>
                      <a:cubicBezTo>
                        <a:pt x="13881" y="0"/>
                        <a:pt x="17911" y="4030"/>
                        <a:pt x="17911" y="8956"/>
                      </a:cubicBezTo>
                      <a:cubicBezTo>
                        <a:pt x="17911" y="13881"/>
                        <a:pt x="13881" y="17911"/>
                        <a:pt x="8956" y="17911"/>
                      </a:cubicBezTo>
                      <a:close/>
                      <a:moveTo>
                        <a:pt x="8956" y="4478"/>
                      </a:moveTo>
                      <a:cubicBezTo>
                        <a:pt x="6269" y="4478"/>
                        <a:pt x="4478" y="6269"/>
                        <a:pt x="4478" y="8956"/>
                      </a:cubicBezTo>
                      <a:cubicBezTo>
                        <a:pt x="4478" y="11642"/>
                        <a:pt x="6269" y="13433"/>
                        <a:pt x="8956" y="13433"/>
                      </a:cubicBezTo>
                      <a:cubicBezTo>
                        <a:pt x="11642" y="13433"/>
                        <a:pt x="13433" y="11642"/>
                        <a:pt x="13433" y="8956"/>
                      </a:cubicBezTo>
                      <a:cubicBezTo>
                        <a:pt x="13433" y="6269"/>
                        <a:pt x="11195" y="4478"/>
                        <a:pt x="89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81" name="Group 4177">
                <a:extLst>
                  <a:ext uri="{FF2B5EF4-FFF2-40B4-BE49-F238E27FC236}">
                    <a16:creationId xmlns:a16="http://schemas.microsoft.com/office/drawing/2014/main" id="{CD368A9C-73AE-A36C-02CB-3118126F59D6}"/>
                  </a:ext>
                  <a:ext uri="{C183D7F6-B498-43B3-948B-1728B52AA6E4}">
                    <adec:decorative xmlns:adec="http://schemas.microsoft.com/office/drawing/2017/decorative" val="1"/>
                  </a:ext>
                </a:extLst>
              </p:cNvPr>
              <p:cNvGrpSpPr>
                <a:grpSpLocks noChangeAspect="1"/>
              </p:cNvGrpSpPr>
              <p:nvPr/>
            </p:nvGrpSpPr>
            <p:grpSpPr>
              <a:xfrm>
                <a:off x="2394312" y="3030854"/>
                <a:ext cx="147768" cy="147768"/>
                <a:chOff x="2435066" y="2295415"/>
                <a:chExt cx="147768" cy="147768"/>
              </a:xfrm>
            </p:grpSpPr>
            <p:sp>
              <p:nvSpPr>
                <p:cNvPr id="282" name="Freeform: Shape 4178">
                  <a:extLst>
                    <a:ext uri="{FF2B5EF4-FFF2-40B4-BE49-F238E27FC236}">
                      <a16:creationId xmlns:a16="http://schemas.microsoft.com/office/drawing/2014/main" id="{D2BF80D8-8B73-7384-A15D-286B89E872E6}"/>
                    </a:ext>
                  </a:extLst>
                </p:cNvPr>
                <p:cNvSpPr/>
                <p:nvPr/>
              </p:nvSpPr>
              <p:spPr>
                <a:xfrm>
                  <a:off x="2435066" y="2295415"/>
                  <a:ext cx="147768" cy="147768"/>
                </a:xfrm>
                <a:custGeom>
                  <a:avLst/>
                  <a:gdLst>
                    <a:gd name="connsiteX0" fmla="*/ 135614 w 147767"/>
                    <a:gd name="connsiteY0" fmla="*/ 151798 h 147767"/>
                    <a:gd name="connsiteX1" fmla="*/ 16952 w 147767"/>
                    <a:gd name="connsiteY1" fmla="*/ 151798 h 147767"/>
                    <a:gd name="connsiteX2" fmla="*/ 1727 w 147767"/>
                    <a:gd name="connsiteY2" fmla="*/ 143738 h 147767"/>
                    <a:gd name="connsiteX3" fmla="*/ 3071 w 147767"/>
                    <a:gd name="connsiteY3" fmla="*/ 125379 h 147767"/>
                    <a:gd name="connsiteX4" fmla="*/ 62178 w 147767"/>
                    <a:gd name="connsiteY4" fmla="*/ 10299 h 147767"/>
                    <a:gd name="connsiteX5" fmla="*/ 76059 w 147767"/>
                    <a:gd name="connsiteY5" fmla="*/ 0 h 147767"/>
                    <a:gd name="connsiteX6" fmla="*/ 89940 w 147767"/>
                    <a:gd name="connsiteY6" fmla="*/ 10299 h 147767"/>
                    <a:gd name="connsiteX7" fmla="*/ 149047 w 147767"/>
                    <a:gd name="connsiteY7" fmla="*/ 125379 h 147767"/>
                    <a:gd name="connsiteX8" fmla="*/ 149047 w 147767"/>
                    <a:gd name="connsiteY8" fmla="*/ 125379 h 147767"/>
                    <a:gd name="connsiteX9" fmla="*/ 150391 w 147767"/>
                    <a:gd name="connsiteY9" fmla="*/ 143738 h 147767"/>
                    <a:gd name="connsiteX10" fmla="*/ 135614 w 147767"/>
                    <a:gd name="connsiteY10" fmla="*/ 151798 h 147767"/>
                    <a:gd name="connsiteX11" fmla="*/ 76507 w 147767"/>
                    <a:gd name="connsiteY11" fmla="*/ 4030 h 147767"/>
                    <a:gd name="connsiteX12" fmla="*/ 66655 w 147767"/>
                    <a:gd name="connsiteY12" fmla="*/ 12090 h 147767"/>
                    <a:gd name="connsiteX13" fmla="*/ 7101 w 147767"/>
                    <a:gd name="connsiteY13" fmla="*/ 127170 h 147767"/>
                    <a:gd name="connsiteX14" fmla="*/ 5757 w 147767"/>
                    <a:gd name="connsiteY14" fmla="*/ 141499 h 147767"/>
                    <a:gd name="connsiteX15" fmla="*/ 16952 w 147767"/>
                    <a:gd name="connsiteY15" fmla="*/ 147320 h 147767"/>
                    <a:gd name="connsiteX16" fmla="*/ 135614 w 147767"/>
                    <a:gd name="connsiteY16" fmla="*/ 147320 h 147767"/>
                    <a:gd name="connsiteX17" fmla="*/ 146809 w 147767"/>
                    <a:gd name="connsiteY17" fmla="*/ 141499 h 147767"/>
                    <a:gd name="connsiteX18" fmla="*/ 145465 w 147767"/>
                    <a:gd name="connsiteY18" fmla="*/ 127170 h 147767"/>
                    <a:gd name="connsiteX19" fmla="*/ 86358 w 147767"/>
                    <a:gd name="connsiteY19" fmla="*/ 12090 h 147767"/>
                    <a:gd name="connsiteX20" fmla="*/ 76507 w 147767"/>
                    <a:gd name="connsiteY20" fmla="*/ 4030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767" h="147767">
                      <a:moveTo>
                        <a:pt x="135614" y="151798"/>
                      </a:moveTo>
                      <a:lnTo>
                        <a:pt x="16952" y="151798"/>
                      </a:lnTo>
                      <a:cubicBezTo>
                        <a:pt x="9787" y="151798"/>
                        <a:pt x="4414" y="148663"/>
                        <a:pt x="1727" y="143738"/>
                      </a:cubicBezTo>
                      <a:cubicBezTo>
                        <a:pt x="-959" y="138365"/>
                        <a:pt x="-512" y="132096"/>
                        <a:pt x="3071" y="125379"/>
                      </a:cubicBezTo>
                      <a:lnTo>
                        <a:pt x="62178" y="10299"/>
                      </a:lnTo>
                      <a:cubicBezTo>
                        <a:pt x="65760" y="3582"/>
                        <a:pt x="70686" y="0"/>
                        <a:pt x="76059" y="0"/>
                      </a:cubicBezTo>
                      <a:cubicBezTo>
                        <a:pt x="81432" y="0"/>
                        <a:pt x="86358" y="3582"/>
                        <a:pt x="89940" y="10299"/>
                      </a:cubicBezTo>
                      <a:lnTo>
                        <a:pt x="149047" y="125379"/>
                      </a:lnTo>
                      <a:cubicBezTo>
                        <a:pt x="149047" y="125379"/>
                        <a:pt x="149047" y="125379"/>
                        <a:pt x="149047" y="125379"/>
                      </a:cubicBezTo>
                      <a:cubicBezTo>
                        <a:pt x="152630" y="132096"/>
                        <a:pt x="153077" y="138365"/>
                        <a:pt x="150391" y="143738"/>
                      </a:cubicBezTo>
                      <a:cubicBezTo>
                        <a:pt x="148152" y="148663"/>
                        <a:pt x="142778" y="151798"/>
                        <a:pt x="135614" y="151798"/>
                      </a:cubicBezTo>
                      <a:close/>
                      <a:moveTo>
                        <a:pt x="76507" y="4030"/>
                      </a:moveTo>
                      <a:cubicBezTo>
                        <a:pt x="72925" y="4030"/>
                        <a:pt x="69342" y="6717"/>
                        <a:pt x="66655" y="12090"/>
                      </a:cubicBezTo>
                      <a:lnTo>
                        <a:pt x="7101" y="127170"/>
                      </a:lnTo>
                      <a:cubicBezTo>
                        <a:pt x="4414" y="132543"/>
                        <a:pt x="3966" y="137469"/>
                        <a:pt x="5757" y="141499"/>
                      </a:cubicBezTo>
                      <a:cubicBezTo>
                        <a:pt x="7548" y="145081"/>
                        <a:pt x="11578" y="147320"/>
                        <a:pt x="16952" y="147320"/>
                      </a:cubicBezTo>
                      <a:lnTo>
                        <a:pt x="135614" y="147320"/>
                      </a:lnTo>
                      <a:cubicBezTo>
                        <a:pt x="140987" y="147320"/>
                        <a:pt x="145017" y="145081"/>
                        <a:pt x="146809" y="141499"/>
                      </a:cubicBezTo>
                      <a:cubicBezTo>
                        <a:pt x="148600" y="137469"/>
                        <a:pt x="148600" y="132543"/>
                        <a:pt x="145465" y="127170"/>
                      </a:cubicBezTo>
                      <a:lnTo>
                        <a:pt x="86358" y="12090"/>
                      </a:lnTo>
                      <a:cubicBezTo>
                        <a:pt x="83671" y="6717"/>
                        <a:pt x="80089" y="4030"/>
                        <a:pt x="76507" y="403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3" name="Freeform: Shape 4179">
                  <a:extLst>
                    <a:ext uri="{FF2B5EF4-FFF2-40B4-BE49-F238E27FC236}">
                      <a16:creationId xmlns:a16="http://schemas.microsoft.com/office/drawing/2014/main" id="{0B537431-60BE-4E3E-308E-E166B619AA81}"/>
                    </a:ext>
                  </a:extLst>
                </p:cNvPr>
                <p:cNvSpPr/>
                <p:nvPr/>
              </p:nvSpPr>
              <p:spPr>
                <a:xfrm>
                  <a:off x="2469481" y="2348253"/>
                  <a:ext cx="85079" cy="85079"/>
                </a:xfrm>
                <a:custGeom>
                  <a:avLst/>
                  <a:gdLst>
                    <a:gd name="connsiteX0" fmla="*/ 82392 w 85078"/>
                    <a:gd name="connsiteY0" fmla="*/ 40748 h 85078"/>
                    <a:gd name="connsiteX1" fmla="*/ 57316 w 85078"/>
                    <a:gd name="connsiteY1" fmla="*/ 40748 h 85078"/>
                    <a:gd name="connsiteX2" fmla="*/ 54629 w 85078"/>
                    <a:gd name="connsiteY2" fmla="*/ 33584 h 85078"/>
                    <a:gd name="connsiteX3" fmla="*/ 62689 w 85078"/>
                    <a:gd name="connsiteY3" fmla="*/ 25524 h 85078"/>
                    <a:gd name="connsiteX4" fmla="*/ 62689 w 85078"/>
                    <a:gd name="connsiteY4" fmla="*/ 22389 h 85078"/>
                    <a:gd name="connsiteX5" fmla="*/ 59555 w 85078"/>
                    <a:gd name="connsiteY5" fmla="*/ 22389 h 85078"/>
                    <a:gd name="connsiteX6" fmla="*/ 51495 w 85078"/>
                    <a:gd name="connsiteY6" fmla="*/ 30449 h 85078"/>
                    <a:gd name="connsiteX7" fmla="*/ 44778 w 85078"/>
                    <a:gd name="connsiteY7" fmla="*/ 27315 h 85078"/>
                    <a:gd name="connsiteX8" fmla="*/ 44778 w 85078"/>
                    <a:gd name="connsiteY8" fmla="*/ 2239 h 85078"/>
                    <a:gd name="connsiteX9" fmla="*/ 42539 w 85078"/>
                    <a:gd name="connsiteY9" fmla="*/ 0 h 85078"/>
                    <a:gd name="connsiteX10" fmla="*/ 40300 w 85078"/>
                    <a:gd name="connsiteY10" fmla="*/ 2239 h 85078"/>
                    <a:gd name="connsiteX11" fmla="*/ 40300 w 85078"/>
                    <a:gd name="connsiteY11" fmla="*/ 27315 h 85078"/>
                    <a:gd name="connsiteX12" fmla="*/ 33136 w 85078"/>
                    <a:gd name="connsiteY12" fmla="*/ 30001 h 85078"/>
                    <a:gd name="connsiteX13" fmla="*/ 25076 w 85078"/>
                    <a:gd name="connsiteY13" fmla="*/ 21941 h 85078"/>
                    <a:gd name="connsiteX14" fmla="*/ 21941 w 85078"/>
                    <a:gd name="connsiteY14" fmla="*/ 21941 h 85078"/>
                    <a:gd name="connsiteX15" fmla="*/ 21941 w 85078"/>
                    <a:gd name="connsiteY15" fmla="*/ 25076 h 85078"/>
                    <a:gd name="connsiteX16" fmla="*/ 30001 w 85078"/>
                    <a:gd name="connsiteY16" fmla="*/ 33136 h 85078"/>
                    <a:gd name="connsiteX17" fmla="*/ 26867 w 85078"/>
                    <a:gd name="connsiteY17" fmla="*/ 40748 h 85078"/>
                    <a:gd name="connsiteX18" fmla="*/ 2239 w 85078"/>
                    <a:gd name="connsiteY18" fmla="*/ 40748 h 85078"/>
                    <a:gd name="connsiteX19" fmla="*/ 0 w 85078"/>
                    <a:gd name="connsiteY19" fmla="*/ 42987 h 85078"/>
                    <a:gd name="connsiteX20" fmla="*/ 2239 w 85078"/>
                    <a:gd name="connsiteY20" fmla="*/ 45226 h 85078"/>
                    <a:gd name="connsiteX21" fmla="*/ 26867 w 85078"/>
                    <a:gd name="connsiteY21" fmla="*/ 45226 h 85078"/>
                    <a:gd name="connsiteX22" fmla="*/ 30001 w 85078"/>
                    <a:gd name="connsiteY22" fmla="*/ 52391 h 85078"/>
                    <a:gd name="connsiteX23" fmla="*/ 21941 w 85078"/>
                    <a:gd name="connsiteY23" fmla="*/ 60451 h 85078"/>
                    <a:gd name="connsiteX24" fmla="*/ 21941 w 85078"/>
                    <a:gd name="connsiteY24" fmla="*/ 63585 h 85078"/>
                    <a:gd name="connsiteX25" fmla="*/ 23732 w 85078"/>
                    <a:gd name="connsiteY25" fmla="*/ 64033 h 85078"/>
                    <a:gd name="connsiteX26" fmla="*/ 25523 w 85078"/>
                    <a:gd name="connsiteY26" fmla="*/ 63585 h 85078"/>
                    <a:gd name="connsiteX27" fmla="*/ 33584 w 85078"/>
                    <a:gd name="connsiteY27" fmla="*/ 55525 h 85078"/>
                    <a:gd name="connsiteX28" fmla="*/ 41196 w 85078"/>
                    <a:gd name="connsiteY28" fmla="*/ 58212 h 85078"/>
                    <a:gd name="connsiteX29" fmla="*/ 41196 w 85078"/>
                    <a:gd name="connsiteY29" fmla="*/ 82840 h 85078"/>
                    <a:gd name="connsiteX30" fmla="*/ 43435 w 85078"/>
                    <a:gd name="connsiteY30" fmla="*/ 85079 h 85078"/>
                    <a:gd name="connsiteX31" fmla="*/ 45674 w 85078"/>
                    <a:gd name="connsiteY31" fmla="*/ 82840 h 85078"/>
                    <a:gd name="connsiteX32" fmla="*/ 45674 w 85078"/>
                    <a:gd name="connsiteY32" fmla="*/ 58212 h 85078"/>
                    <a:gd name="connsiteX33" fmla="*/ 52838 w 85078"/>
                    <a:gd name="connsiteY33" fmla="*/ 55077 h 85078"/>
                    <a:gd name="connsiteX34" fmla="*/ 60898 w 85078"/>
                    <a:gd name="connsiteY34" fmla="*/ 63137 h 85078"/>
                    <a:gd name="connsiteX35" fmla="*/ 62689 w 85078"/>
                    <a:gd name="connsiteY35" fmla="*/ 63585 h 85078"/>
                    <a:gd name="connsiteX36" fmla="*/ 64481 w 85078"/>
                    <a:gd name="connsiteY36" fmla="*/ 63137 h 85078"/>
                    <a:gd name="connsiteX37" fmla="*/ 64481 w 85078"/>
                    <a:gd name="connsiteY37" fmla="*/ 60003 h 85078"/>
                    <a:gd name="connsiteX38" fmla="*/ 56421 w 85078"/>
                    <a:gd name="connsiteY38" fmla="*/ 51943 h 85078"/>
                    <a:gd name="connsiteX39" fmla="*/ 59107 w 85078"/>
                    <a:gd name="connsiteY39" fmla="*/ 45226 h 85078"/>
                    <a:gd name="connsiteX40" fmla="*/ 84183 w 85078"/>
                    <a:gd name="connsiteY40" fmla="*/ 45226 h 85078"/>
                    <a:gd name="connsiteX41" fmla="*/ 86422 w 85078"/>
                    <a:gd name="connsiteY41" fmla="*/ 42987 h 85078"/>
                    <a:gd name="connsiteX42" fmla="*/ 82392 w 85078"/>
                    <a:gd name="connsiteY42" fmla="*/ 40748 h 85078"/>
                    <a:gd name="connsiteX43" fmla="*/ 50151 w 85078"/>
                    <a:gd name="connsiteY43" fmla="*/ 49704 h 85078"/>
                    <a:gd name="connsiteX44" fmla="*/ 49704 w 85078"/>
                    <a:gd name="connsiteY44" fmla="*/ 50152 h 85078"/>
                    <a:gd name="connsiteX45" fmla="*/ 49256 w 85078"/>
                    <a:gd name="connsiteY45" fmla="*/ 51047 h 85078"/>
                    <a:gd name="connsiteX46" fmla="*/ 41644 w 85078"/>
                    <a:gd name="connsiteY46" fmla="*/ 54182 h 85078"/>
                    <a:gd name="connsiteX47" fmla="*/ 30449 w 85078"/>
                    <a:gd name="connsiteY47" fmla="*/ 42987 h 85078"/>
                    <a:gd name="connsiteX48" fmla="*/ 41644 w 85078"/>
                    <a:gd name="connsiteY48" fmla="*/ 31793 h 85078"/>
                    <a:gd name="connsiteX49" fmla="*/ 52838 w 85078"/>
                    <a:gd name="connsiteY49" fmla="*/ 42987 h 85078"/>
                    <a:gd name="connsiteX50" fmla="*/ 50151 w 85078"/>
                    <a:gd name="connsiteY50" fmla="*/ 49704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85078" h="85078">
                      <a:moveTo>
                        <a:pt x="82392" y="40748"/>
                      </a:moveTo>
                      <a:lnTo>
                        <a:pt x="57316" y="40748"/>
                      </a:lnTo>
                      <a:cubicBezTo>
                        <a:pt x="56868" y="38061"/>
                        <a:pt x="55973" y="35823"/>
                        <a:pt x="54629" y="33584"/>
                      </a:cubicBezTo>
                      <a:lnTo>
                        <a:pt x="62689" y="25524"/>
                      </a:lnTo>
                      <a:cubicBezTo>
                        <a:pt x="63585" y="24628"/>
                        <a:pt x="63585" y="23285"/>
                        <a:pt x="62689" y="22389"/>
                      </a:cubicBezTo>
                      <a:cubicBezTo>
                        <a:pt x="61794" y="21494"/>
                        <a:pt x="60451" y="21494"/>
                        <a:pt x="59555" y="22389"/>
                      </a:cubicBezTo>
                      <a:lnTo>
                        <a:pt x="51495" y="30449"/>
                      </a:lnTo>
                      <a:cubicBezTo>
                        <a:pt x="49704" y="29106"/>
                        <a:pt x="47017" y="27763"/>
                        <a:pt x="44778" y="27315"/>
                      </a:cubicBezTo>
                      <a:lnTo>
                        <a:pt x="44778" y="2239"/>
                      </a:lnTo>
                      <a:cubicBezTo>
                        <a:pt x="44778" y="896"/>
                        <a:pt x="43883" y="0"/>
                        <a:pt x="42539" y="0"/>
                      </a:cubicBezTo>
                      <a:cubicBezTo>
                        <a:pt x="41196" y="0"/>
                        <a:pt x="40300" y="896"/>
                        <a:pt x="40300" y="2239"/>
                      </a:cubicBezTo>
                      <a:lnTo>
                        <a:pt x="40300" y="27315"/>
                      </a:lnTo>
                      <a:cubicBezTo>
                        <a:pt x="37614" y="27763"/>
                        <a:pt x="35375" y="28658"/>
                        <a:pt x="33136" y="30001"/>
                      </a:cubicBezTo>
                      <a:lnTo>
                        <a:pt x="25076" y="21941"/>
                      </a:lnTo>
                      <a:cubicBezTo>
                        <a:pt x="24180" y="21046"/>
                        <a:pt x="22837" y="21046"/>
                        <a:pt x="21941" y="21941"/>
                      </a:cubicBezTo>
                      <a:cubicBezTo>
                        <a:pt x="21046" y="22837"/>
                        <a:pt x="21046" y="24180"/>
                        <a:pt x="21941" y="25076"/>
                      </a:cubicBezTo>
                      <a:lnTo>
                        <a:pt x="30001" y="33136"/>
                      </a:lnTo>
                      <a:cubicBezTo>
                        <a:pt x="28210" y="35375"/>
                        <a:pt x="27315" y="37614"/>
                        <a:pt x="26867" y="40748"/>
                      </a:cubicBezTo>
                      <a:lnTo>
                        <a:pt x="2239" y="40748"/>
                      </a:lnTo>
                      <a:cubicBezTo>
                        <a:pt x="895" y="40748"/>
                        <a:pt x="0" y="41644"/>
                        <a:pt x="0" y="42987"/>
                      </a:cubicBezTo>
                      <a:cubicBezTo>
                        <a:pt x="0" y="44330"/>
                        <a:pt x="895" y="45226"/>
                        <a:pt x="2239" y="45226"/>
                      </a:cubicBezTo>
                      <a:lnTo>
                        <a:pt x="26867" y="45226"/>
                      </a:lnTo>
                      <a:cubicBezTo>
                        <a:pt x="27315" y="47913"/>
                        <a:pt x="28210" y="50599"/>
                        <a:pt x="30001" y="52391"/>
                      </a:cubicBezTo>
                      <a:lnTo>
                        <a:pt x="21941" y="60451"/>
                      </a:lnTo>
                      <a:cubicBezTo>
                        <a:pt x="21046" y="61346"/>
                        <a:pt x="21046" y="62689"/>
                        <a:pt x="21941" y="63585"/>
                      </a:cubicBezTo>
                      <a:cubicBezTo>
                        <a:pt x="22389" y="64033"/>
                        <a:pt x="22837" y="64033"/>
                        <a:pt x="23732" y="64033"/>
                      </a:cubicBezTo>
                      <a:cubicBezTo>
                        <a:pt x="24628" y="64033"/>
                        <a:pt x="25076" y="64033"/>
                        <a:pt x="25523" y="63585"/>
                      </a:cubicBezTo>
                      <a:lnTo>
                        <a:pt x="33584" y="55525"/>
                      </a:lnTo>
                      <a:cubicBezTo>
                        <a:pt x="35823" y="56868"/>
                        <a:pt x="38061" y="58212"/>
                        <a:pt x="41196" y="58212"/>
                      </a:cubicBezTo>
                      <a:lnTo>
                        <a:pt x="41196" y="82840"/>
                      </a:lnTo>
                      <a:cubicBezTo>
                        <a:pt x="41196" y="84183"/>
                        <a:pt x="42091" y="85079"/>
                        <a:pt x="43435" y="85079"/>
                      </a:cubicBezTo>
                      <a:cubicBezTo>
                        <a:pt x="44778" y="85079"/>
                        <a:pt x="45674" y="84183"/>
                        <a:pt x="45674" y="82840"/>
                      </a:cubicBezTo>
                      <a:lnTo>
                        <a:pt x="45674" y="58212"/>
                      </a:lnTo>
                      <a:cubicBezTo>
                        <a:pt x="48360" y="57764"/>
                        <a:pt x="50599" y="56421"/>
                        <a:pt x="52838" y="55077"/>
                      </a:cubicBezTo>
                      <a:lnTo>
                        <a:pt x="60898" y="63137"/>
                      </a:lnTo>
                      <a:cubicBezTo>
                        <a:pt x="61346" y="63585"/>
                        <a:pt x="61794" y="63585"/>
                        <a:pt x="62689" y="63585"/>
                      </a:cubicBezTo>
                      <a:cubicBezTo>
                        <a:pt x="63585" y="63585"/>
                        <a:pt x="64033" y="63585"/>
                        <a:pt x="64481" y="63137"/>
                      </a:cubicBezTo>
                      <a:cubicBezTo>
                        <a:pt x="65376" y="62242"/>
                        <a:pt x="65376" y="60898"/>
                        <a:pt x="64481" y="60003"/>
                      </a:cubicBezTo>
                      <a:lnTo>
                        <a:pt x="56421" y="51943"/>
                      </a:lnTo>
                      <a:cubicBezTo>
                        <a:pt x="57764" y="50152"/>
                        <a:pt x="58659" y="47465"/>
                        <a:pt x="59107" y="45226"/>
                      </a:cubicBezTo>
                      <a:lnTo>
                        <a:pt x="84183" y="45226"/>
                      </a:lnTo>
                      <a:cubicBezTo>
                        <a:pt x="85526" y="45226"/>
                        <a:pt x="86422" y="44330"/>
                        <a:pt x="86422" y="42987"/>
                      </a:cubicBezTo>
                      <a:cubicBezTo>
                        <a:pt x="84631" y="41644"/>
                        <a:pt x="83287" y="40748"/>
                        <a:pt x="82392" y="40748"/>
                      </a:cubicBezTo>
                      <a:close/>
                      <a:moveTo>
                        <a:pt x="50151" y="49704"/>
                      </a:moveTo>
                      <a:cubicBezTo>
                        <a:pt x="50151" y="49704"/>
                        <a:pt x="49704" y="50152"/>
                        <a:pt x="49704" y="50152"/>
                      </a:cubicBezTo>
                      <a:cubicBezTo>
                        <a:pt x="49256" y="50599"/>
                        <a:pt x="49256" y="50599"/>
                        <a:pt x="49256" y="51047"/>
                      </a:cubicBezTo>
                      <a:cubicBezTo>
                        <a:pt x="47465" y="52838"/>
                        <a:pt x="44778" y="54182"/>
                        <a:pt x="41644" y="54182"/>
                      </a:cubicBezTo>
                      <a:cubicBezTo>
                        <a:pt x="35375" y="54182"/>
                        <a:pt x="30449" y="49256"/>
                        <a:pt x="30449" y="42987"/>
                      </a:cubicBezTo>
                      <a:cubicBezTo>
                        <a:pt x="30449" y="36718"/>
                        <a:pt x="35375" y="31793"/>
                        <a:pt x="41644" y="31793"/>
                      </a:cubicBezTo>
                      <a:cubicBezTo>
                        <a:pt x="47913" y="31793"/>
                        <a:pt x="52838" y="36718"/>
                        <a:pt x="52838" y="42987"/>
                      </a:cubicBezTo>
                      <a:cubicBezTo>
                        <a:pt x="52838" y="45674"/>
                        <a:pt x="51495" y="47913"/>
                        <a:pt x="50151" y="4970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84" name="Group 4180">
                <a:extLst>
                  <a:ext uri="{FF2B5EF4-FFF2-40B4-BE49-F238E27FC236}">
                    <a16:creationId xmlns:a16="http://schemas.microsoft.com/office/drawing/2014/main" id="{C08F8F04-9039-969E-E4F6-E238B5688E4B}"/>
                  </a:ext>
                  <a:ext uri="{C183D7F6-B498-43B3-948B-1728B52AA6E4}">
                    <adec:decorative xmlns:adec="http://schemas.microsoft.com/office/drawing/2017/decorative" val="1"/>
                  </a:ext>
                </a:extLst>
              </p:cNvPr>
              <p:cNvGrpSpPr>
                <a:grpSpLocks noChangeAspect="1"/>
              </p:cNvGrpSpPr>
              <p:nvPr/>
            </p:nvGrpSpPr>
            <p:grpSpPr>
              <a:xfrm>
                <a:off x="2664708" y="3030406"/>
                <a:ext cx="152246" cy="152247"/>
                <a:chOff x="2705462" y="2294967"/>
                <a:chExt cx="152246" cy="152247"/>
              </a:xfrm>
            </p:grpSpPr>
            <p:sp>
              <p:nvSpPr>
                <p:cNvPr id="285" name="Freeform: Shape 4181">
                  <a:extLst>
                    <a:ext uri="{FF2B5EF4-FFF2-40B4-BE49-F238E27FC236}">
                      <a16:creationId xmlns:a16="http://schemas.microsoft.com/office/drawing/2014/main" id="{93D3034E-0BCC-1407-2D8F-E009B24D8C1F}"/>
                    </a:ext>
                  </a:extLst>
                </p:cNvPr>
                <p:cNvSpPr/>
                <p:nvPr/>
              </p:nvSpPr>
              <p:spPr>
                <a:xfrm>
                  <a:off x="2774868" y="2310640"/>
                  <a:ext cx="13433" cy="13433"/>
                </a:xfrm>
                <a:custGeom>
                  <a:avLst/>
                  <a:gdLst>
                    <a:gd name="connsiteX0" fmla="*/ 13433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3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3" y="6717"/>
                      </a:moveTo>
                      <a:cubicBezTo>
                        <a:pt x="13433" y="10426"/>
                        <a:pt x="10426" y="13433"/>
                        <a:pt x="6717" y="13433"/>
                      </a:cubicBezTo>
                      <a:cubicBezTo>
                        <a:pt x="3007" y="13433"/>
                        <a:pt x="0" y="10426"/>
                        <a:pt x="0" y="6717"/>
                      </a:cubicBezTo>
                      <a:cubicBezTo>
                        <a:pt x="0" y="3007"/>
                        <a:pt x="3007" y="0"/>
                        <a:pt x="6717" y="0"/>
                      </a:cubicBezTo>
                      <a:cubicBezTo>
                        <a:pt x="10426" y="0"/>
                        <a:pt x="13433" y="3007"/>
                        <a:pt x="13433"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6" name="Freeform: Shape 4182">
                  <a:extLst>
                    <a:ext uri="{FF2B5EF4-FFF2-40B4-BE49-F238E27FC236}">
                      <a16:creationId xmlns:a16="http://schemas.microsoft.com/office/drawing/2014/main" id="{E66F7A5C-00F6-A97F-95D8-CC505D92CD85}"/>
                    </a:ext>
                  </a:extLst>
                </p:cNvPr>
                <p:cNvSpPr/>
                <p:nvPr/>
              </p:nvSpPr>
              <p:spPr>
                <a:xfrm>
                  <a:off x="2705462" y="2294967"/>
                  <a:ext cx="152246" cy="107468"/>
                </a:xfrm>
                <a:custGeom>
                  <a:avLst/>
                  <a:gdLst>
                    <a:gd name="connsiteX0" fmla="*/ 136573 w 152245"/>
                    <a:gd name="connsiteY0" fmla="*/ 0 h 107467"/>
                    <a:gd name="connsiteX1" fmla="*/ 96273 w 152245"/>
                    <a:gd name="connsiteY1" fmla="*/ 0 h 107467"/>
                    <a:gd name="connsiteX2" fmla="*/ 55973 w 152245"/>
                    <a:gd name="connsiteY2" fmla="*/ 0 h 107467"/>
                    <a:gd name="connsiteX3" fmla="*/ 15672 w 152245"/>
                    <a:gd name="connsiteY3" fmla="*/ 0 h 107467"/>
                    <a:gd name="connsiteX4" fmla="*/ 0 w 152245"/>
                    <a:gd name="connsiteY4" fmla="*/ 15672 h 107467"/>
                    <a:gd name="connsiteX5" fmla="*/ 15672 w 152245"/>
                    <a:gd name="connsiteY5" fmla="*/ 31345 h 107467"/>
                    <a:gd name="connsiteX6" fmla="*/ 53734 w 152245"/>
                    <a:gd name="connsiteY6" fmla="*/ 31345 h 107467"/>
                    <a:gd name="connsiteX7" fmla="*/ 53734 w 152245"/>
                    <a:gd name="connsiteY7" fmla="*/ 42539 h 107467"/>
                    <a:gd name="connsiteX8" fmla="*/ 54182 w 152245"/>
                    <a:gd name="connsiteY8" fmla="*/ 44330 h 107467"/>
                    <a:gd name="connsiteX9" fmla="*/ 67615 w 152245"/>
                    <a:gd name="connsiteY9" fmla="*/ 57764 h 107467"/>
                    <a:gd name="connsiteX10" fmla="*/ 69406 w 152245"/>
                    <a:gd name="connsiteY10" fmla="*/ 58212 h 107467"/>
                    <a:gd name="connsiteX11" fmla="*/ 73884 w 152245"/>
                    <a:gd name="connsiteY11" fmla="*/ 58212 h 107467"/>
                    <a:gd name="connsiteX12" fmla="*/ 73884 w 152245"/>
                    <a:gd name="connsiteY12" fmla="*/ 96721 h 107467"/>
                    <a:gd name="connsiteX13" fmla="*/ 69406 w 152245"/>
                    <a:gd name="connsiteY13" fmla="*/ 102990 h 107467"/>
                    <a:gd name="connsiteX14" fmla="*/ 76123 w 152245"/>
                    <a:gd name="connsiteY14" fmla="*/ 109707 h 107467"/>
                    <a:gd name="connsiteX15" fmla="*/ 82840 w 152245"/>
                    <a:gd name="connsiteY15" fmla="*/ 102990 h 107467"/>
                    <a:gd name="connsiteX16" fmla="*/ 78362 w 152245"/>
                    <a:gd name="connsiteY16" fmla="*/ 96721 h 107467"/>
                    <a:gd name="connsiteX17" fmla="*/ 78362 w 152245"/>
                    <a:gd name="connsiteY17" fmla="*/ 58212 h 107467"/>
                    <a:gd name="connsiteX18" fmla="*/ 82840 w 152245"/>
                    <a:gd name="connsiteY18" fmla="*/ 58212 h 107467"/>
                    <a:gd name="connsiteX19" fmla="*/ 84631 w 152245"/>
                    <a:gd name="connsiteY19" fmla="*/ 57764 h 107467"/>
                    <a:gd name="connsiteX20" fmla="*/ 98064 w 152245"/>
                    <a:gd name="connsiteY20" fmla="*/ 44330 h 107467"/>
                    <a:gd name="connsiteX21" fmla="*/ 98512 w 152245"/>
                    <a:gd name="connsiteY21" fmla="*/ 42539 h 107467"/>
                    <a:gd name="connsiteX22" fmla="*/ 98512 w 152245"/>
                    <a:gd name="connsiteY22" fmla="*/ 31345 h 107467"/>
                    <a:gd name="connsiteX23" fmla="*/ 136573 w 152245"/>
                    <a:gd name="connsiteY23" fmla="*/ 31345 h 107467"/>
                    <a:gd name="connsiteX24" fmla="*/ 152246 w 152245"/>
                    <a:gd name="connsiteY24" fmla="*/ 15672 h 107467"/>
                    <a:gd name="connsiteX25" fmla="*/ 136573 w 152245"/>
                    <a:gd name="connsiteY25" fmla="*/ 0 h 107467"/>
                    <a:gd name="connsiteX26" fmla="*/ 15672 w 152245"/>
                    <a:gd name="connsiteY26" fmla="*/ 26867 h 107467"/>
                    <a:gd name="connsiteX27" fmla="*/ 4478 w 152245"/>
                    <a:gd name="connsiteY27" fmla="*/ 15672 h 107467"/>
                    <a:gd name="connsiteX28" fmla="*/ 15672 w 152245"/>
                    <a:gd name="connsiteY28" fmla="*/ 4478 h 107467"/>
                    <a:gd name="connsiteX29" fmla="*/ 53734 w 152245"/>
                    <a:gd name="connsiteY29" fmla="*/ 4478 h 107467"/>
                    <a:gd name="connsiteX30" fmla="*/ 53734 w 152245"/>
                    <a:gd name="connsiteY30" fmla="*/ 26867 h 107467"/>
                    <a:gd name="connsiteX31" fmla="*/ 15672 w 152245"/>
                    <a:gd name="connsiteY31" fmla="*/ 26867 h 107467"/>
                    <a:gd name="connsiteX32" fmla="*/ 94034 w 152245"/>
                    <a:gd name="connsiteY32" fmla="*/ 41644 h 107467"/>
                    <a:gd name="connsiteX33" fmla="*/ 81944 w 152245"/>
                    <a:gd name="connsiteY33" fmla="*/ 53734 h 107467"/>
                    <a:gd name="connsiteX34" fmla="*/ 70302 w 152245"/>
                    <a:gd name="connsiteY34" fmla="*/ 53734 h 107467"/>
                    <a:gd name="connsiteX35" fmla="*/ 58212 w 152245"/>
                    <a:gd name="connsiteY35" fmla="*/ 41644 h 107467"/>
                    <a:gd name="connsiteX36" fmla="*/ 58212 w 152245"/>
                    <a:gd name="connsiteY36" fmla="*/ 4478 h 107467"/>
                    <a:gd name="connsiteX37" fmla="*/ 94034 w 152245"/>
                    <a:gd name="connsiteY37" fmla="*/ 4478 h 107467"/>
                    <a:gd name="connsiteX38" fmla="*/ 94034 w 152245"/>
                    <a:gd name="connsiteY38" fmla="*/ 41644 h 107467"/>
                    <a:gd name="connsiteX39" fmla="*/ 136573 w 152245"/>
                    <a:gd name="connsiteY39" fmla="*/ 26867 h 107467"/>
                    <a:gd name="connsiteX40" fmla="*/ 98512 w 152245"/>
                    <a:gd name="connsiteY40" fmla="*/ 26867 h 107467"/>
                    <a:gd name="connsiteX41" fmla="*/ 98512 w 152245"/>
                    <a:gd name="connsiteY41" fmla="*/ 4478 h 107467"/>
                    <a:gd name="connsiteX42" fmla="*/ 136573 w 152245"/>
                    <a:gd name="connsiteY42" fmla="*/ 4478 h 107467"/>
                    <a:gd name="connsiteX43" fmla="*/ 147768 w 152245"/>
                    <a:gd name="connsiteY43" fmla="*/ 15672 h 107467"/>
                    <a:gd name="connsiteX44" fmla="*/ 136573 w 152245"/>
                    <a:gd name="connsiteY44" fmla="*/ 26867 h 1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2245" h="107467">
                      <a:moveTo>
                        <a:pt x="136573" y="0"/>
                      </a:moveTo>
                      <a:lnTo>
                        <a:pt x="96273" y="0"/>
                      </a:lnTo>
                      <a:lnTo>
                        <a:pt x="55973" y="0"/>
                      </a:lnTo>
                      <a:lnTo>
                        <a:pt x="15672" y="0"/>
                      </a:lnTo>
                      <a:cubicBezTo>
                        <a:pt x="7165" y="0"/>
                        <a:pt x="0" y="7165"/>
                        <a:pt x="0" y="15672"/>
                      </a:cubicBezTo>
                      <a:cubicBezTo>
                        <a:pt x="0" y="24180"/>
                        <a:pt x="7165" y="31345"/>
                        <a:pt x="15672" y="31345"/>
                      </a:cubicBezTo>
                      <a:lnTo>
                        <a:pt x="53734" y="31345"/>
                      </a:lnTo>
                      <a:lnTo>
                        <a:pt x="53734" y="42539"/>
                      </a:lnTo>
                      <a:cubicBezTo>
                        <a:pt x="53734" y="42987"/>
                        <a:pt x="54182" y="43883"/>
                        <a:pt x="54182" y="44330"/>
                      </a:cubicBezTo>
                      <a:lnTo>
                        <a:pt x="67615" y="57764"/>
                      </a:lnTo>
                      <a:cubicBezTo>
                        <a:pt x="68063" y="58212"/>
                        <a:pt x="68511" y="58212"/>
                        <a:pt x="69406" y="58212"/>
                      </a:cubicBezTo>
                      <a:lnTo>
                        <a:pt x="73884" y="58212"/>
                      </a:lnTo>
                      <a:lnTo>
                        <a:pt x="73884" y="96721"/>
                      </a:lnTo>
                      <a:cubicBezTo>
                        <a:pt x="71197" y="97616"/>
                        <a:pt x="69406" y="100303"/>
                        <a:pt x="69406" y="102990"/>
                      </a:cubicBezTo>
                      <a:cubicBezTo>
                        <a:pt x="69406" y="106572"/>
                        <a:pt x="72541" y="109707"/>
                        <a:pt x="76123" y="109707"/>
                      </a:cubicBezTo>
                      <a:cubicBezTo>
                        <a:pt x="79705" y="109707"/>
                        <a:pt x="82840" y="106572"/>
                        <a:pt x="82840" y="102990"/>
                      </a:cubicBezTo>
                      <a:cubicBezTo>
                        <a:pt x="82840" y="99855"/>
                        <a:pt x="81049" y="97616"/>
                        <a:pt x="78362" y="96721"/>
                      </a:cubicBezTo>
                      <a:lnTo>
                        <a:pt x="78362" y="58212"/>
                      </a:lnTo>
                      <a:lnTo>
                        <a:pt x="82840" y="58212"/>
                      </a:lnTo>
                      <a:cubicBezTo>
                        <a:pt x="83287" y="58212"/>
                        <a:pt x="84183" y="57764"/>
                        <a:pt x="84631" y="57764"/>
                      </a:cubicBezTo>
                      <a:lnTo>
                        <a:pt x="98064" y="44330"/>
                      </a:lnTo>
                      <a:cubicBezTo>
                        <a:pt x="98512" y="43883"/>
                        <a:pt x="98512" y="43435"/>
                        <a:pt x="98512" y="42539"/>
                      </a:cubicBezTo>
                      <a:lnTo>
                        <a:pt x="98512" y="31345"/>
                      </a:lnTo>
                      <a:lnTo>
                        <a:pt x="136573" y="31345"/>
                      </a:lnTo>
                      <a:cubicBezTo>
                        <a:pt x="145081" y="31345"/>
                        <a:pt x="152246" y="24180"/>
                        <a:pt x="152246" y="15672"/>
                      </a:cubicBezTo>
                      <a:cubicBezTo>
                        <a:pt x="152246" y="6717"/>
                        <a:pt x="145081" y="0"/>
                        <a:pt x="136573" y="0"/>
                      </a:cubicBezTo>
                      <a:close/>
                      <a:moveTo>
                        <a:pt x="15672" y="26867"/>
                      </a:moveTo>
                      <a:cubicBezTo>
                        <a:pt x="9403" y="26867"/>
                        <a:pt x="4478" y="21941"/>
                        <a:pt x="4478" y="15672"/>
                      </a:cubicBezTo>
                      <a:cubicBezTo>
                        <a:pt x="4478" y="9403"/>
                        <a:pt x="9403" y="4478"/>
                        <a:pt x="15672" y="4478"/>
                      </a:cubicBezTo>
                      <a:lnTo>
                        <a:pt x="53734" y="4478"/>
                      </a:lnTo>
                      <a:lnTo>
                        <a:pt x="53734" y="26867"/>
                      </a:lnTo>
                      <a:lnTo>
                        <a:pt x="15672" y="26867"/>
                      </a:lnTo>
                      <a:close/>
                      <a:moveTo>
                        <a:pt x="94034" y="41644"/>
                      </a:moveTo>
                      <a:lnTo>
                        <a:pt x="81944" y="53734"/>
                      </a:lnTo>
                      <a:lnTo>
                        <a:pt x="70302" y="53734"/>
                      </a:lnTo>
                      <a:lnTo>
                        <a:pt x="58212" y="41644"/>
                      </a:lnTo>
                      <a:lnTo>
                        <a:pt x="58212" y="4478"/>
                      </a:lnTo>
                      <a:lnTo>
                        <a:pt x="94034" y="4478"/>
                      </a:lnTo>
                      <a:lnTo>
                        <a:pt x="94034" y="41644"/>
                      </a:lnTo>
                      <a:close/>
                      <a:moveTo>
                        <a:pt x="136573" y="26867"/>
                      </a:moveTo>
                      <a:lnTo>
                        <a:pt x="98512" y="26867"/>
                      </a:lnTo>
                      <a:lnTo>
                        <a:pt x="98512" y="4478"/>
                      </a:lnTo>
                      <a:lnTo>
                        <a:pt x="136573" y="4478"/>
                      </a:lnTo>
                      <a:cubicBezTo>
                        <a:pt x="142843" y="4478"/>
                        <a:pt x="147768" y="9403"/>
                        <a:pt x="147768" y="15672"/>
                      </a:cubicBezTo>
                      <a:cubicBezTo>
                        <a:pt x="147768" y="21941"/>
                        <a:pt x="142843" y="26867"/>
                        <a:pt x="136573" y="2686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7" name="Freeform: Shape 4183">
                  <a:extLst>
                    <a:ext uri="{FF2B5EF4-FFF2-40B4-BE49-F238E27FC236}">
                      <a16:creationId xmlns:a16="http://schemas.microsoft.com/office/drawing/2014/main" id="{61841327-589F-FD8B-15DB-654C6A02484A}"/>
                    </a:ext>
                  </a:extLst>
                </p:cNvPr>
                <p:cNvSpPr/>
                <p:nvPr/>
              </p:nvSpPr>
              <p:spPr>
                <a:xfrm>
                  <a:off x="2705462" y="2362135"/>
                  <a:ext cx="152246" cy="85079"/>
                </a:xfrm>
                <a:custGeom>
                  <a:avLst/>
                  <a:gdLst>
                    <a:gd name="connsiteX0" fmla="*/ 150007 w 152245"/>
                    <a:gd name="connsiteY0" fmla="*/ 85079 h 85078"/>
                    <a:gd name="connsiteX1" fmla="*/ 2239 w 152245"/>
                    <a:gd name="connsiteY1" fmla="*/ 85079 h 85078"/>
                    <a:gd name="connsiteX2" fmla="*/ 448 w 152245"/>
                    <a:gd name="connsiteY2" fmla="*/ 84183 h 85078"/>
                    <a:gd name="connsiteX3" fmla="*/ 0 w 152245"/>
                    <a:gd name="connsiteY3" fmla="*/ 81944 h 85078"/>
                    <a:gd name="connsiteX4" fmla="*/ 26867 w 152245"/>
                    <a:gd name="connsiteY4" fmla="*/ 1343 h 85078"/>
                    <a:gd name="connsiteX5" fmla="*/ 29106 w 152245"/>
                    <a:gd name="connsiteY5" fmla="*/ 0 h 85078"/>
                    <a:gd name="connsiteX6" fmla="*/ 62689 w 152245"/>
                    <a:gd name="connsiteY6" fmla="*/ 0 h 85078"/>
                    <a:gd name="connsiteX7" fmla="*/ 64928 w 152245"/>
                    <a:gd name="connsiteY7" fmla="*/ 2239 h 85078"/>
                    <a:gd name="connsiteX8" fmla="*/ 62689 w 152245"/>
                    <a:gd name="connsiteY8" fmla="*/ 4478 h 85078"/>
                    <a:gd name="connsiteX9" fmla="*/ 30897 w 152245"/>
                    <a:gd name="connsiteY9" fmla="*/ 4478 h 85078"/>
                    <a:gd name="connsiteX10" fmla="*/ 5373 w 152245"/>
                    <a:gd name="connsiteY10" fmla="*/ 80601 h 85078"/>
                    <a:gd name="connsiteX11" fmla="*/ 146873 w 152245"/>
                    <a:gd name="connsiteY11" fmla="*/ 80601 h 85078"/>
                    <a:gd name="connsiteX12" fmla="*/ 121349 w 152245"/>
                    <a:gd name="connsiteY12" fmla="*/ 4478 h 85078"/>
                    <a:gd name="connsiteX13" fmla="*/ 89556 w 152245"/>
                    <a:gd name="connsiteY13" fmla="*/ 4478 h 85078"/>
                    <a:gd name="connsiteX14" fmla="*/ 87317 w 152245"/>
                    <a:gd name="connsiteY14" fmla="*/ 2239 h 85078"/>
                    <a:gd name="connsiteX15" fmla="*/ 89556 w 152245"/>
                    <a:gd name="connsiteY15" fmla="*/ 0 h 85078"/>
                    <a:gd name="connsiteX16" fmla="*/ 123140 w 152245"/>
                    <a:gd name="connsiteY16" fmla="*/ 0 h 85078"/>
                    <a:gd name="connsiteX17" fmla="*/ 125379 w 152245"/>
                    <a:gd name="connsiteY17" fmla="*/ 1343 h 85078"/>
                    <a:gd name="connsiteX18" fmla="*/ 152246 w 152245"/>
                    <a:gd name="connsiteY18" fmla="*/ 81944 h 85078"/>
                    <a:gd name="connsiteX19" fmla="*/ 151798 w 152245"/>
                    <a:gd name="connsiteY19" fmla="*/ 84183 h 85078"/>
                    <a:gd name="connsiteX20" fmla="*/ 150007 w 152245"/>
                    <a:gd name="connsiteY20" fmla="*/ 85079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245" h="85078">
                      <a:moveTo>
                        <a:pt x="150007" y="85079"/>
                      </a:moveTo>
                      <a:lnTo>
                        <a:pt x="2239" y="85079"/>
                      </a:lnTo>
                      <a:cubicBezTo>
                        <a:pt x="1343" y="85079"/>
                        <a:pt x="896" y="84631"/>
                        <a:pt x="448" y="84183"/>
                      </a:cubicBezTo>
                      <a:cubicBezTo>
                        <a:pt x="0" y="83735"/>
                        <a:pt x="0" y="82840"/>
                        <a:pt x="0" y="81944"/>
                      </a:cubicBezTo>
                      <a:lnTo>
                        <a:pt x="26867" y="1343"/>
                      </a:lnTo>
                      <a:cubicBezTo>
                        <a:pt x="27315" y="448"/>
                        <a:pt x="28210" y="0"/>
                        <a:pt x="29106" y="0"/>
                      </a:cubicBezTo>
                      <a:lnTo>
                        <a:pt x="62689" y="0"/>
                      </a:lnTo>
                      <a:cubicBezTo>
                        <a:pt x="64033" y="0"/>
                        <a:pt x="64928" y="896"/>
                        <a:pt x="64928" y="2239"/>
                      </a:cubicBezTo>
                      <a:cubicBezTo>
                        <a:pt x="64928" y="3582"/>
                        <a:pt x="64033" y="4478"/>
                        <a:pt x="62689" y="4478"/>
                      </a:cubicBezTo>
                      <a:lnTo>
                        <a:pt x="30897" y="4478"/>
                      </a:lnTo>
                      <a:lnTo>
                        <a:pt x="5373" y="80601"/>
                      </a:lnTo>
                      <a:lnTo>
                        <a:pt x="146873" y="80601"/>
                      </a:lnTo>
                      <a:lnTo>
                        <a:pt x="121349" y="4478"/>
                      </a:lnTo>
                      <a:lnTo>
                        <a:pt x="89556" y="4478"/>
                      </a:lnTo>
                      <a:cubicBezTo>
                        <a:pt x="88213" y="4478"/>
                        <a:pt x="87317" y="3582"/>
                        <a:pt x="87317" y="2239"/>
                      </a:cubicBezTo>
                      <a:cubicBezTo>
                        <a:pt x="87317" y="896"/>
                        <a:pt x="88213" y="0"/>
                        <a:pt x="89556" y="0"/>
                      </a:cubicBezTo>
                      <a:lnTo>
                        <a:pt x="123140" y="0"/>
                      </a:lnTo>
                      <a:cubicBezTo>
                        <a:pt x="124036" y="0"/>
                        <a:pt x="124931" y="448"/>
                        <a:pt x="125379" y="1343"/>
                      </a:cubicBezTo>
                      <a:lnTo>
                        <a:pt x="152246" y="81944"/>
                      </a:lnTo>
                      <a:cubicBezTo>
                        <a:pt x="152694" y="82840"/>
                        <a:pt x="152246" y="83287"/>
                        <a:pt x="151798" y="84183"/>
                      </a:cubicBezTo>
                      <a:cubicBezTo>
                        <a:pt x="151350" y="84631"/>
                        <a:pt x="150455" y="85079"/>
                        <a:pt x="150007" y="8507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8" name="Freeform: Shape 4184">
                  <a:extLst>
                    <a:ext uri="{FF2B5EF4-FFF2-40B4-BE49-F238E27FC236}">
                      <a16:creationId xmlns:a16="http://schemas.microsoft.com/office/drawing/2014/main" id="{4D01F1E7-F6B5-731C-F2AC-23751D49ADAD}"/>
                    </a:ext>
                  </a:extLst>
                </p:cNvPr>
                <p:cNvSpPr/>
                <p:nvPr/>
              </p:nvSpPr>
              <p:spPr>
                <a:xfrm>
                  <a:off x="2731881" y="2389001"/>
                  <a:ext cx="98512" cy="44778"/>
                </a:xfrm>
                <a:custGeom>
                  <a:avLst/>
                  <a:gdLst>
                    <a:gd name="connsiteX0" fmla="*/ 96721 w 98511"/>
                    <a:gd name="connsiteY0" fmla="*/ 44778 h 44778"/>
                    <a:gd name="connsiteX1" fmla="*/ 42987 w 98511"/>
                    <a:gd name="connsiteY1" fmla="*/ 44778 h 44778"/>
                    <a:gd name="connsiteX2" fmla="*/ 41196 w 98511"/>
                    <a:gd name="connsiteY2" fmla="*/ 44330 h 44778"/>
                    <a:gd name="connsiteX3" fmla="*/ 28210 w 98511"/>
                    <a:gd name="connsiteY3" fmla="*/ 31345 h 44778"/>
                    <a:gd name="connsiteX4" fmla="*/ 2239 w 98511"/>
                    <a:gd name="connsiteY4" fmla="*/ 31345 h 44778"/>
                    <a:gd name="connsiteX5" fmla="*/ 0 w 98511"/>
                    <a:gd name="connsiteY5" fmla="*/ 29106 h 44778"/>
                    <a:gd name="connsiteX6" fmla="*/ 2239 w 98511"/>
                    <a:gd name="connsiteY6" fmla="*/ 26867 h 44778"/>
                    <a:gd name="connsiteX7" fmla="*/ 29106 w 98511"/>
                    <a:gd name="connsiteY7" fmla="*/ 26867 h 44778"/>
                    <a:gd name="connsiteX8" fmla="*/ 30897 w 98511"/>
                    <a:gd name="connsiteY8" fmla="*/ 27315 h 44778"/>
                    <a:gd name="connsiteX9" fmla="*/ 43883 w 98511"/>
                    <a:gd name="connsiteY9" fmla="*/ 40300 h 44778"/>
                    <a:gd name="connsiteX10" fmla="*/ 93586 w 98511"/>
                    <a:gd name="connsiteY10" fmla="*/ 40300 h 44778"/>
                    <a:gd name="connsiteX11" fmla="*/ 81496 w 98511"/>
                    <a:gd name="connsiteY11" fmla="*/ 4478 h 44778"/>
                    <a:gd name="connsiteX12" fmla="*/ 69854 w 98511"/>
                    <a:gd name="connsiteY12" fmla="*/ 4478 h 44778"/>
                    <a:gd name="connsiteX13" fmla="*/ 67615 w 98511"/>
                    <a:gd name="connsiteY13" fmla="*/ 2239 h 44778"/>
                    <a:gd name="connsiteX14" fmla="*/ 69854 w 98511"/>
                    <a:gd name="connsiteY14" fmla="*/ 0 h 44778"/>
                    <a:gd name="connsiteX15" fmla="*/ 83287 w 98511"/>
                    <a:gd name="connsiteY15" fmla="*/ 0 h 44778"/>
                    <a:gd name="connsiteX16" fmla="*/ 85526 w 98511"/>
                    <a:gd name="connsiteY16" fmla="*/ 1343 h 44778"/>
                    <a:gd name="connsiteX17" fmla="*/ 98960 w 98511"/>
                    <a:gd name="connsiteY17" fmla="*/ 41644 h 44778"/>
                    <a:gd name="connsiteX18" fmla="*/ 98512 w 98511"/>
                    <a:gd name="connsiteY18" fmla="*/ 43883 h 44778"/>
                    <a:gd name="connsiteX19" fmla="*/ 96721 w 98511"/>
                    <a:gd name="connsiteY19" fmla="*/ 447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8511" h="44778">
                      <a:moveTo>
                        <a:pt x="96721" y="44778"/>
                      </a:moveTo>
                      <a:lnTo>
                        <a:pt x="42987" y="44778"/>
                      </a:lnTo>
                      <a:cubicBezTo>
                        <a:pt x="42539" y="44778"/>
                        <a:pt x="41644" y="44330"/>
                        <a:pt x="41196" y="44330"/>
                      </a:cubicBezTo>
                      <a:lnTo>
                        <a:pt x="28210" y="31345"/>
                      </a:lnTo>
                      <a:lnTo>
                        <a:pt x="2239" y="31345"/>
                      </a:lnTo>
                      <a:cubicBezTo>
                        <a:pt x="895" y="31345"/>
                        <a:pt x="0" y="30449"/>
                        <a:pt x="0" y="29106"/>
                      </a:cubicBezTo>
                      <a:cubicBezTo>
                        <a:pt x="0" y="27763"/>
                        <a:pt x="895" y="26867"/>
                        <a:pt x="2239" y="26867"/>
                      </a:cubicBezTo>
                      <a:lnTo>
                        <a:pt x="29106" y="26867"/>
                      </a:lnTo>
                      <a:cubicBezTo>
                        <a:pt x="29553" y="26867"/>
                        <a:pt x="30449" y="27315"/>
                        <a:pt x="30897" y="27315"/>
                      </a:cubicBezTo>
                      <a:lnTo>
                        <a:pt x="43883" y="40300"/>
                      </a:lnTo>
                      <a:lnTo>
                        <a:pt x="93586" y="40300"/>
                      </a:lnTo>
                      <a:lnTo>
                        <a:pt x="81496" y="4478"/>
                      </a:lnTo>
                      <a:lnTo>
                        <a:pt x="69854" y="4478"/>
                      </a:lnTo>
                      <a:cubicBezTo>
                        <a:pt x="68511" y="4478"/>
                        <a:pt x="67615" y="3582"/>
                        <a:pt x="67615" y="2239"/>
                      </a:cubicBezTo>
                      <a:cubicBezTo>
                        <a:pt x="67615" y="896"/>
                        <a:pt x="68511" y="0"/>
                        <a:pt x="69854" y="0"/>
                      </a:cubicBezTo>
                      <a:lnTo>
                        <a:pt x="83287" y="0"/>
                      </a:lnTo>
                      <a:cubicBezTo>
                        <a:pt x="84183" y="0"/>
                        <a:pt x="85079" y="448"/>
                        <a:pt x="85526" y="1343"/>
                      </a:cubicBezTo>
                      <a:lnTo>
                        <a:pt x="98960" y="41644"/>
                      </a:lnTo>
                      <a:cubicBezTo>
                        <a:pt x="99407" y="42539"/>
                        <a:pt x="98960" y="42987"/>
                        <a:pt x="98512" y="43883"/>
                      </a:cubicBezTo>
                      <a:cubicBezTo>
                        <a:pt x="98064" y="44330"/>
                        <a:pt x="97169" y="44778"/>
                        <a:pt x="96721" y="447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89" name="Group 4185">
                <a:extLst>
                  <a:ext uri="{FF2B5EF4-FFF2-40B4-BE49-F238E27FC236}">
                    <a16:creationId xmlns:a16="http://schemas.microsoft.com/office/drawing/2014/main" id="{CC1DA173-3DFF-BF54-455F-D75D1830E625}"/>
                  </a:ext>
                  <a:ext uri="{C183D7F6-B498-43B3-948B-1728B52AA6E4}">
                    <adec:decorative xmlns:adec="http://schemas.microsoft.com/office/drawing/2017/decorative" val="1"/>
                  </a:ext>
                </a:extLst>
              </p:cNvPr>
              <p:cNvGrpSpPr>
                <a:grpSpLocks noChangeAspect="1"/>
              </p:cNvGrpSpPr>
              <p:nvPr/>
            </p:nvGrpSpPr>
            <p:grpSpPr>
              <a:xfrm>
                <a:off x="2924236" y="3040258"/>
                <a:ext cx="152246" cy="147767"/>
                <a:chOff x="2964990" y="2304819"/>
                <a:chExt cx="152246" cy="147767"/>
              </a:xfrm>
            </p:grpSpPr>
            <p:sp>
              <p:nvSpPr>
                <p:cNvPr id="290" name="Freeform: Shape 4186">
                  <a:extLst>
                    <a:ext uri="{FF2B5EF4-FFF2-40B4-BE49-F238E27FC236}">
                      <a16:creationId xmlns:a16="http://schemas.microsoft.com/office/drawing/2014/main" id="{A95A5018-E6AB-CEB8-0A73-CE1D98DAF71B}"/>
                    </a:ext>
                  </a:extLst>
                </p:cNvPr>
                <p:cNvSpPr/>
                <p:nvPr/>
              </p:nvSpPr>
              <p:spPr>
                <a:xfrm>
                  <a:off x="2964990" y="2304819"/>
                  <a:ext cx="152246" cy="40300"/>
                </a:xfrm>
                <a:custGeom>
                  <a:avLst/>
                  <a:gdLst>
                    <a:gd name="connsiteX0" fmla="*/ 109892 w 152245"/>
                    <a:gd name="connsiteY0" fmla="*/ 44330 h 40300"/>
                    <a:gd name="connsiteX1" fmla="*/ 103175 w 152245"/>
                    <a:gd name="connsiteY1" fmla="*/ 44330 h 40300"/>
                    <a:gd name="connsiteX2" fmla="*/ 100936 w 152245"/>
                    <a:gd name="connsiteY2" fmla="*/ 42091 h 40300"/>
                    <a:gd name="connsiteX3" fmla="*/ 103175 w 152245"/>
                    <a:gd name="connsiteY3" fmla="*/ 39853 h 40300"/>
                    <a:gd name="connsiteX4" fmla="*/ 108996 w 152245"/>
                    <a:gd name="connsiteY4" fmla="*/ 39853 h 40300"/>
                    <a:gd name="connsiteX5" fmla="*/ 144819 w 152245"/>
                    <a:gd name="connsiteY5" fmla="*/ 4030 h 40300"/>
                    <a:gd name="connsiteX6" fmla="*/ 7798 w 152245"/>
                    <a:gd name="connsiteY6" fmla="*/ 4030 h 40300"/>
                    <a:gd name="connsiteX7" fmla="*/ 43620 w 152245"/>
                    <a:gd name="connsiteY7" fmla="*/ 39853 h 40300"/>
                    <a:gd name="connsiteX8" fmla="*/ 49441 w 152245"/>
                    <a:gd name="connsiteY8" fmla="*/ 39853 h 40300"/>
                    <a:gd name="connsiteX9" fmla="*/ 51680 w 152245"/>
                    <a:gd name="connsiteY9" fmla="*/ 42091 h 40300"/>
                    <a:gd name="connsiteX10" fmla="*/ 49441 w 152245"/>
                    <a:gd name="connsiteY10" fmla="*/ 44330 h 40300"/>
                    <a:gd name="connsiteX11" fmla="*/ 42725 w 152245"/>
                    <a:gd name="connsiteY11" fmla="*/ 44330 h 40300"/>
                    <a:gd name="connsiteX12" fmla="*/ 40934 w 152245"/>
                    <a:gd name="connsiteY12" fmla="*/ 43883 h 40300"/>
                    <a:gd name="connsiteX13" fmla="*/ 633 w 152245"/>
                    <a:gd name="connsiteY13" fmla="*/ 3582 h 40300"/>
                    <a:gd name="connsiteX14" fmla="*/ 185 w 152245"/>
                    <a:gd name="connsiteY14" fmla="*/ 1343 h 40300"/>
                    <a:gd name="connsiteX15" fmla="*/ 2424 w 152245"/>
                    <a:gd name="connsiteY15" fmla="*/ 0 h 40300"/>
                    <a:gd name="connsiteX16" fmla="*/ 150192 w 152245"/>
                    <a:gd name="connsiteY16" fmla="*/ 0 h 40300"/>
                    <a:gd name="connsiteX17" fmla="*/ 152431 w 152245"/>
                    <a:gd name="connsiteY17" fmla="*/ 1343 h 40300"/>
                    <a:gd name="connsiteX18" fmla="*/ 151984 w 152245"/>
                    <a:gd name="connsiteY18" fmla="*/ 3582 h 40300"/>
                    <a:gd name="connsiteX19" fmla="*/ 111683 w 152245"/>
                    <a:gd name="connsiteY19" fmla="*/ 43883 h 40300"/>
                    <a:gd name="connsiteX20" fmla="*/ 109892 w 152245"/>
                    <a:gd name="connsiteY20" fmla="*/ 44330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245" h="40300">
                      <a:moveTo>
                        <a:pt x="109892" y="44330"/>
                      </a:moveTo>
                      <a:lnTo>
                        <a:pt x="103175" y="44330"/>
                      </a:lnTo>
                      <a:cubicBezTo>
                        <a:pt x="101832" y="44330"/>
                        <a:pt x="100936" y="43435"/>
                        <a:pt x="100936" y="42091"/>
                      </a:cubicBezTo>
                      <a:cubicBezTo>
                        <a:pt x="100936" y="40748"/>
                        <a:pt x="101832" y="39853"/>
                        <a:pt x="103175" y="39853"/>
                      </a:cubicBezTo>
                      <a:lnTo>
                        <a:pt x="108996" y="39853"/>
                      </a:lnTo>
                      <a:lnTo>
                        <a:pt x="144819" y="4030"/>
                      </a:lnTo>
                      <a:lnTo>
                        <a:pt x="7798" y="4030"/>
                      </a:lnTo>
                      <a:lnTo>
                        <a:pt x="43620" y="39853"/>
                      </a:lnTo>
                      <a:lnTo>
                        <a:pt x="49441" y="39853"/>
                      </a:lnTo>
                      <a:cubicBezTo>
                        <a:pt x="50785" y="39853"/>
                        <a:pt x="51680" y="40748"/>
                        <a:pt x="51680" y="42091"/>
                      </a:cubicBezTo>
                      <a:cubicBezTo>
                        <a:pt x="51680" y="43435"/>
                        <a:pt x="50785" y="44330"/>
                        <a:pt x="49441" y="44330"/>
                      </a:cubicBezTo>
                      <a:lnTo>
                        <a:pt x="42725" y="44330"/>
                      </a:lnTo>
                      <a:cubicBezTo>
                        <a:pt x="42277" y="44330"/>
                        <a:pt x="41381" y="43883"/>
                        <a:pt x="40934" y="43883"/>
                      </a:cubicBezTo>
                      <a:lnTo>
                        <a:pt x="633" y="3582"/>
                      </a:lnTo>
                      <a:cubicBezTo>
                        <a:pt x="185" y="3134"/>
                        <a:pt x="-262" y="1791"/>
                        <a:pt x="185" y="1343"/>
                      </a:cubicBezTo>
                      <a:cubicBezTo>
                        <a:pt x="633" y="448"/>
                        <a:pt x="1529" y="0"/>
                        <a:pt x="2424" y="0"/>
                      </a:cubicBezTo>
                      <a:lnTo>
                        <a:pt x="150192" y="0"/>
                      </a:lnTo>
                      <a:cubicBezTo>
                        <a:pt x="151088" y="0"/>
                        <a:pt x="151984" y="448"/>
                        <a:pt x="152431" y="1343"/>
                      </a:cubicBezTo>
                      <a:cubicBezTo>
                        <a:pt x="152879" y="2239"/>
                        <a:pt x="152431" y="3134"/>
                        <a:pt x="151984" y="3582"/>
                      </a:cubicBezTo>
                      <a:lnTo>
                        <a:pt x="111683" y="43883"/>
                      </a:lnTo>
                      <a:cubicBezTo>
                        <a:pt x="110788" y="43883"/>
                        <a:pt x="110340" y="44330"/>
                        <a:pt x="109892" y="4433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91" name="Freeform: Shape 4187">
                  <a:extLst>
                    <a:ext uri="{FF2B5EF4-FFF2-40B4-BE49-F238E27FC236}">
                      <a16:creationId xmlns:a16="http://schemas.microsoft.com/office/drawing/2014/main" id="{C2FF38B7-3DE8-A954-C1F3-1B174A0BE15E}"/>
                    </a:ext>
                  </a:extLst>
                </p:cNvPr>
                <p:cNvSpPr/>
                <p:nvPr/>
              </p:nvSpPr>
              <p:spPr>
                <a:xfrm>
                  <a:off x="2964990" y="2412286"/>
                  <a:ext cx="152246" cy="40300"/>
                </a:xfrm>
                <a:custGeom>
                  <a:avLst/>
                  <a:gdLst>
                    <a:gd name="connsiteX0" fmla="*/ 150192 w 152245"/>
                    <a:gd name="connsiteY0" fmla="*/ 44330 h 40300"/>
                    <a:gd name="connsiteX1" fmla="*/ 2424 w 152245"/>
                    <a:gd name="connsiteY1" fmla="*/ 44330 h 40300"/>
                    <a:gd name="connsiteX2" fmla="*/ 185 w 152245"/>
                    <a:gd name="connsiteY2" fmla="*/ 42987 h 40300"/>
                    <a:gd name="connsiteX3" fmla="*/ 633 w 152245"/>
                    <a:gd name="connsiteY3" fmla="*/ 40748 h 40300"/>
                    <a:gd name="connsiteX4" fmla="*/ 40934 w 152245"/>
                    <a:gd name="connsiteY4" fmla="*/ 448 h 40300"/>
                    <a:gd name="connsiteX5" fmla="*/ 42725 w 152245"/>
                    <a:gd name="connsiteY5" fmla="*/ 0 h 40300"/>
                    <a:gd name="connsiteX6" fmla="*/ 49441 w 152245"/>
                    <a:gd name="connsiteY6" fmla="*/ 0 h 40300"/>
                    <a:gd name="connsiteX7" fmla="*/ 51680 w 152245"/>
                    <a:gd name="connsiteY7" fmla="*/ 2239 h 40300"/>
                    <a:gd name="connsiteX8" fmla="*/ 49441 w 152245"/>
                    <a:gd name="connsiteY8" fmla="*/ 4478 h 40300"/>
                    <a:gd name="connsiteX9" fmla="*/ 43620 w 152245"/>
                    <a:gd name="connsiteY9" fmla="*/ 4478 h 40300"/>
                    <a:gd name="connsiteX10" fmla="*/ 7798 w 152245"/>
                    <a:gd name="connsiteY10" fmla="*/ 40300 h 40300"/>
                    <a:gd name="connsiteX11" fmla="*/ 144819 w 152245"/>
                    <a:gd name="connsiteY11" fmla="*/ 40300 h 40300"/>
                    <a:gd name="connsiteX12" fmla="*/ 108996 w 152245"/>
                    <a:gd name="connsiteY12" fmla="*/ 4478 h 40300"/>
                    <a:gd name="connsiteX13" fmla="*/ 103175 w 152245"/>
                    <a:gd name="connsiteY13" fmla="*/ 4478 h 40300"/>
                    <a:gd name="connsiteX14" fmla="*/ 100936 w 152245"/>
                    <a:gd name="connsiteY14" fmla="*/ 2239 h 40300"/>
                    <a:gd name="connsiteX15" fmla="*/ 103175 w 152245"/>
                    <a:gd name="connsiteY15" fmla="*/ 0 h 40300"/>
                    <a:gd name="connsiteX16" fmla="*/ 109892 w 152245"/>
                    <a:gd name="connsiteY16" fmla="*/ 0 h 40300"/>
                    <a:gd name="connsiteX17" fmla="*/ 111683 w 152245"/>
                    <a:gd name="connsiteY17" fmla="*/ 448 h 40300"/>
                    <a:gd name="connsiteX18" fmla="*/ 151984 w 152245"/>
                    <a:gd name="connsiteY18" fmla="*/ 40748 h 40300"/>
                    <a:gd name="connsiteX19" fmla="*/ 152431 w 152245"/>
                    <a:gd name="connsiteY19" fmla="*/ 42987 h 40300"/>
                    <a:gd name="connsiteX20" fmla="*/ 150192 w 152245"/>
                    <a:gd name="connsiteY20" fmla="*/ 44330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245" h="40300">
                      <a:moveTo>
                        <a:pt x="150192" y="44330"/>
                      </a:moveTo>
                      <a:lnTo>
                        <a:pt x="2424" y="44330"/>
                      </a:lnTo>
                      <a:cubicBezTo>
                        <a:pt x="1529" y="44330"/>
                        <a:pt x="633" y="43883"/>
                        <a:pt x="185" y="42987"/>
                      </a:cubicBezTo>
                      <a:cubicBezTo>
                        <a:pt x="-262" y="42091"/>
                        <a:pt x="185" y="41196"/>
                        <a:pt x="633" y="40748"/>
                      </a:cubicBezTo>
                      <a:lnTo>
                        <a:pt x="40934" y="448"/>
                      </a:lnTo>
                      <a:cubicBezTo>
                        <a:pt x="41381" y="0"/>
                        <a:pt x="41829" y="0"/>
                        <a:pt x="42725" y="0"/>
                      </a:cubicBezTo>
                      <a:lnTo>
                        <a:pt x="49441" y="0"/>
                      </a:lnTo>
                      <a:cubicBezTo>
                        <a:pt x="50785" y="0"/>
                        <a:pt x="51680" y="895"/>
                        <a:pt x="51680" y="2239"/>
                      </a:cubicBezTo>
                      <a:cubicBezTo>
                        <a:pt x="51680" y="3582"/>
                        <a:pt x="50785" y="4478"/>
                        <a:pt x="49441" y="4478"/>
                      </a:cubicBezTo>
                      <a:lnTo>
                        <a:pt x="43620" y="4478"/>
                      </a:lnTo>
                      <a:lnTo>
                        <a:pt x="7798" y="40300"/>
                      </a:lnTo>
                      <a:lnTo>
                        <a:pt x="144819" y="40300"/>
                      </a:lnTo>
                      <a:lnTo>
                        <a:pt x="108996" y="4478"/>
                      </a:lnTo>
                      <a:lnTo>
                        <a:pt x="103175" y="4478"/>
                      </a:lnTo>
                      <a:cubicBezTo>
                        <a:pt x="101832" y="4478"/>
                        <a:pt x="100936" y="3582"/>
                        <a:pt x="100936" y="2239"/>
                      </a:cubicBezTo>
                      <a:cubicBezTo>
                        <a:pt x="100936" y="895"/>
                        <a:pt x="101832" y="0"/>
                        <a:pt x="103175" y="0"/>
                      </a:cubicBezTo>
                      <a:lnTo>
                        <a:pt x="109892" y="0"/>
                      </a:lnTo>
                      <a:cubicBezTo>
                        <a:pt x="110340" y="0"/>
                        <a:pt x="111235" y="448"/>
                        <a:pt x="111683" y="448"/>
                      </a:cubicBezTo>
                      <a:lnTo>
                        <a:pt x="151984" y="40748"/>
                      </a:lnTo>
                      <a:cubicBezTo>
                        <a:pt x="152431" y="41196"/>
                        <a:pt x="152879" y="42539"/>
                        <a:pt x="152431" y="42987"/>
                      </a:cubicBezTo>
                      <a:cubicBezTo>
                        <a:pt x="151536" y="43435"/>
                        <a:pt x="151088" y="44330"/>
                        <a:pt x="150192" y="4433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92" name="Freeform: Shape 4188">
                  <a:extLst>
                    <a:ext uri="{FF2B5EF4-FFF2-40B4-BE49-F238E27FC236}">
                      <a16:creationId xmlns:a16="http://schemas.microsoft.com/office/drawing/2014/main" id="{68A6626A-ABE3-8B51-55B4-D55C811560FA}"/>
                    </a:ext>
                  </a:extLst>
                </p:cNvPr>
                <p:cNvSpPr/>
                <p:nvPr/>
              </p:nvSpPr>
              <p:spPr>
                <a:xfrm>
                  <a:off x="3018909" y="2317804"/>
                  <a:ext cx="44778" cy="129857"/>
                </a:xfrm>
                <a:custGeom>
                  <a:avLst/>
                  <a:gdLst>
                    <a:gd name="connsiteX0" fmla="*/ 44331 w 44778"/>
                    <a:gd name="connsiteY0" fmla="*/ 96273 h 129856"/>
                    <a:gd name="connsiteX1" fmla="*/ 44331 w 44778"/>
                    <a:gd name="connsiteY1" fmla="*/ 96273 h 129856"/>
                    <a:gd name="connsiteX2" fmla="*/ 43883 w 44778"/>
                    <a:gd name="connsiteY2" fmla="*/ 95377 h 129856"/>
                    <a:gd name="connsiteX3" fmla="*/ 43883 w 44778"/>
                    <a:gd name="connsiteY3" fmla="*/ 95377 h 129856"/>
                    <a:gd name="connsiteX4" fmla="*/ 43883 w 44778"/>
                    <a:gd name="connsiteY4" fmla="*/ 95377 h 129856"/>
                    <a:gd name="connsiteX5" fmla="*/ 43435 w 44778"/>
                    <a:gd name="connsiteY5" fmla="*/ 95377 h 129856"/>
                    <a:gd name="connsiteX6" fmla="*/ 24628 w 44778"/>
                    <a:gd name="connsiteY6" fmla="*/ 87765 h 129856"/>
                    <a:gd name="connsiteX7" fmla="*/ 24628 w 44778"/>
                    <a:gd name="connsiteY7" fmla="*/ 58212 h 129856"/>
                    <a:gd name="connsiteX8" fmla="*/ 29106 w 44778"/>
                    <a:gd name="connsiteY8" fmla="*/ 58212 h 129856"/>
                    <a:gd name="connsiteX9" fmla="*/ 30897 w 44778"/>
                    <a:gd name="connsiteY9" fmla="*/ 57764 h 129856"/>
                    <a:gd name="connsiteX10" fmla="*/ 44331 w 44778"/>
                    <a:gd name="connsiteY10" fmla="*/ 44330 h 129856"/>
                    <a:gd name="connsiteX11" fmla="*/ 44778 w 44778"/>
                    <a:gd name="connsiteY11" fmla="*/ 43435 h 129856"/>
                    <a:gd name="connsiteX12" fmla="*/ 44778 w 44778"/>
                    <a:gd name="connsiteY12" fmla="*/ 42987 h 129856"/>
                    <a:gd name="connsiteX13" fmla="*/ 44778 w 44778"/>
                    <a:gd name="connsiteY13" fmla="*/ 42539 h 129856"/>
                    <a:gd name="connsiteX14" fmla="*/ 44778 w 44778"/>
                    <a:gd name="connsiteY14" fmla="*/ 2239 h 129856"/>
                    <a:gd name="connsiteX15" fmla="*/ 42539 w 44778"/>
                    <a:gd name="connsiteY15" fmla="*/ 0 h 129856"/>
                    <a:gd name="connsiteX16" fmla="*/ 2239 w 44778"/>
                    <a:gd name="connsiteY16" fmla="*/ 0 h 129856"/>
                    <a:gd name="connsiteX17" fmla="*/ 0 w 44778"/>
                    <a:gd name="connsiteY17" fmla="*/ 2239 h 129856"/>
                    <a:gd name="connsiteX18" fmla="*/ 0 w 44778"/>
                    <a:gd name="connsiteY18" fmla="*/ 42539 h 129856"/>
                    <a:gd name="connsiteX19" fmla="*/ 0 w 44778"/>
                    <a:gd name="connsiteY19" fmla="*/ 42987 h 129856"/>
                    <a:gd name="connsiteX20" fmla="*/ 0 w 44778"/>
                    <a:gd name="connsiteY20" fmla="*/ 43435 h 129856"/>
                    <a:gd name="connsiteX21" fmla="*/ 448 w 44778"/>
                    <a:gd name="connsiteY21" fmla="*/ 44330 h 129856"/>
                    <a:gd name="connsiteX22" fmla="*/ 13881 w 44778"/>
                    <a:gd name="connsiteY22" fmla="*/ 57764 h 129856"/>
                    <a:gd name="connsiteX23" fmla="*/ 15672 w 44778"/>
                    <a:gd name="connsiteY23" fmla="*/ 58212 h 129856"/>
                    <a:gd name="connsiteX24" fmla="*/ 20150 w 44778"/>
                    <a:gd name="connsiteY24" fmla="*/ 58212 h 129856"/>
                    <a:gd name="connsiteX25" fmla="*/ 20150 w 44778"/>
                    <a:gd name="connsiteY25" fmla="*/ 87765 h 129856"/>
                    <a:gd name="connsiteX26" fmla="*/ 1343 w 44778"/>
                    <a:gd name="connsiteY26" fmla="*/ 95377 h 129856"/>
                    <a:gd name="connsiteX27" fmla="*/ 896 w 44778"/>
                    <a:gd name="connsiteY27" fmla="*/ 95377 h 129856"/>
                    <a:gd name="connsiteX28" fmla="*/ 896 w 44778"/>
                    <a:gd name="connsiteY28" fmla="*/ 95377 h 129856"/>
                    <a:gd name="connsiteX29" fmla="*/ 896 w 44778"/>
                    <a:gd name="connsiteY29" fmla="*/ 95377 h 129856"/>
                    <a:gd name="connsiteX30" fmla="*/ 448 w 44778"/>
                    <a:gd name="connsiteY30" fmla="*/ 95825 h 129856"/>
                    <a:gd name="connsiteX31" fmla="*/ 448 w 44778"/>
                    <a:gd name="connsiteY31" fmla="*/ 96273 h 129856"/>
                    <a:gd name="connsiteX32" fmla="*/ 0 w 44778"/>
                    <a:gd name="connsiteY32" fmla="*/ 97169 h 129856"/>
                    <a:gd name="connsiteX33" fmla="*/ 0 w 44778"/>
                    <a:gd name="connsiteY33" fmla="*/ 97169 h 129856"/>
                    <a:gd name="connsiteX34" fmla="*/ 0 w 44778"/>
                    <a:gd name="connsiteY34" fmla="*/ 121349 h 129856"/>
                    <a:gd name="connsiteX35" fmla="*/ 1343 w 44778"/>
                    <a:gd name="connsiteY35" fmla="*/ 123588 h 129856"/>
                    <a:gd name="connsiteX36" fmla="*/ 21493 w 44778"/>
                    <a:gd name="connsiteY36" fmla="*/ 131648 h 129856"/>
                    <a:gd name="connsiteX37" fmla="*/ 22389 w 44778"/>
                    <a:gd name="connsiteY37" fmla="*/ 131648 h 129856"/>
                    <a:gd name="connsiteX38" fmla="*/ 22389 w 44778"/>
                    <a:gd name="connsiteY38" fmla="*/ 131648 h 129856"/>
                    <a:gd name="connsiteX39" fmla="*/ 22389 w 44778"/>
                    <a:gd name="connsiteY39" fmla="*/ 131648 h 129856"/>
                    <a:gd name="connsiteX40" fmla="*/ 23285 w 44778"/>
                    <a:gd name="connsiteY40" fmla="*/ 131648 h 129856"/>
                    <a:gd name="connsiteX41" fmla="*/ 43435 w 44778"/>
                    <a:gd name="connsiteY41" fmla="*/ 123588 h 129856"/>
                    <a:gd name="connsiteX42" fmla="*/ 44778 w 44778"/>
                    <a:gd name="connsiteY42" fmla="*/ 121349 h 129856"/>
                    <a:gd name="connsiteX43" fmla="*/ 44778 w 44778"/>
                    <a:gd name="connsiteY43" fmla="*/ 97169 h 129856"/>
                    <a:gd name="connsiteX44" fmla="*/ 44778 w 44778"/>
                    <a:gd name="connsiteY44" fmla="*/ 97169 h 129856"/>
                    <a:gd name="connsiteX45" fmla="*/ 44331 w 44778"/>
                    <a:gd name="connsiteY45" fmla="*/ 96273 h 129856"/>
                    <a:gd name="connsiteX46" fmla="*/ 4478 w 44778"/>
                    <a:gd name="connsiteY46" fmla="*/ 4478 h 129856"/>
                    <a:gd name="connsiteX47" fmla="*/ 40300 w 44778"/>
                    <a:gd name="connsiteY47" fmla="*/ 4478 h 129856"/>
                    <a:gd name="connsiteX48" fmla="*/ 40300 w 44778"/>
                    <a:gd name="connsiteY48" fmla="*/ 40300 h 129856"/>
                    <a:gd name="connsiteX49" fmla="*/ 4478 w 44778"/>
                    <a:gd name="connsiteY49" fmla="*/ 40300 h 129856"/>
                    <a:gd name="connsiteX50" fmla="*/ 4478 w 44778"/>
                    <a:gd name="connsiteY50" fmla="*/ 4478 h 129856"/>
                    <a:gd name="connsiteX51" fmla="*/ 7612 w 44778"/>
                    <a:gd name="connsiteY51" fmla="*/ 44778 h 129856"/>
                    <a:gd name="connsiteX52" fmla="*/ 37166 w 44778"/>
                    <a:gd name="connsiteY52" fmla="*/ 44778 h 129856"/>
                    <a:gd name="connsiteX53" fmla="*/ 28210 w 44778"/>
                    <a:gd name="connsiteY53" fmla="*/ 53734 h 129856"/>
                    <a:gd name="connsiteX54" fmla="*/ 16568 w 44778"/>
                    <a:gd name="connsiteY54" fmla="*/ 53734 h 129856"/>
                    <a:gd name="connsiteX55" fmla="*/ 7612 w 44778"/>
                    <a:gd name="connsiteY55" fmla="*/ 44778 h 129856"/>
                    <a:gd name="connsiteX56" fmla="*/ 22389 w 44778"/>
                    <a:gd name="connsiteY56" fmla="*/ 98064 h 129856"/>
                    <a:gd name="connsiteX57" fmla="*/ 24628 w 44778"/>
                    <a:gd name="connsiteY57" fmla="*/ 95825 h 129856"/>
                    <a:gd name="connsiteX58" fmla="*/ 24628 w 44778"/>
                    <a:gd name="connsiteY58" fmla="*/ 92243 h 129856"/>
                    <a:gd name="connsiteX59" fmla="*/ 36718 w 44778"/>
                    <a:gd name="connsiteY59" fmla="*/ 97169 h 129856"/>
                    <a:gd name="connsiteX60" fmla="*/ 22389 w 44778"/>
                    <a:gd name="connsiteY60" fmla="*/ 102990 h 129856"/>
                    <a:gd name="connsiteX61" fmla="*/ 8060 w 44778"/>
                    <a:gd name="connsiteY61" fmla="*/ 97169 h 129856"/>
                    <a:gd name="connsiteX62" fmla="*/ 20150 w 44778"/>
                    <a:gd name="connsiteY62" fmla="*/ 92243 h 129856"/>
                    <a:gd name="connsiteX63" fmla="*/ 20150 w 44778"/>
                    <a:gd name="connsiteY63" fmla="*/ 95825 h 129856"/>
                    <a:gd name="connsiteX64" fmla="*/ 22389 w 44778"/>
                    <a:gd name="connsiteY64" fmla="*/ 98064 h 129856"/>
                    <a:gd name="connsiteX65" fmla="*/ 4478 w 44778"/>
                    <a:gd name="connsiteY65" fmla="*/ 100751 h 129856"/>
                    <a:gd name="connsiteX66" fmla="*/ 20150 w 44778"/>
                    <a:gd name="connsiteY66" fmla="*/ 107020 h 129856"/>
                    <a:gd name="connsiteX67" fmla="*/ 20150 w 44778"/>
                    <a:gd name="connsiteY67" fmla="*/ 126274 h 129856"/>
                    <a:gd name="connsiteX68" fmla="*/ 4478 w 44778"/>
                    <a:gd name="connsiteY68" fmla="*/ 120005 h 129856"/>
                    <a:gd name="connsiteX69" fmla="*/ 4478 w 44778"/>
                    <a:gd name="connsiteY69" fmla="*/ 100751 h 129856"/>
                    <a:gd name="connsiteX70" fmla="*/ 40300 w 44778"/>
                    <a:gd name="connsiteY70" fmla="*/ 120005 h 129856"/>
                    <a:gd name="connsiteX71" fmla="*/ 24628 w 44778"/>
                    <a:gd name="connsiteY71" fmla="*/ 126274 h 129856"/>
                    <a:gd name="connsiteX72" fmla="*/ 24628 w 44778"/>
                    <a:gd name="connsiteY72" fmla="*/ 107020 h 129856"/>
                    <a:gd name="connsiteX73" fmla="*/ 40300 w 44778"/>
                    <a:gd name="connsiteY73" fmla="*/ 100751 h 129856"/>
                    <a:gd name="connsiteX74" fmla="*/ 40300 w 44778"/>
                    <a:gd name="connsiteY74" fmla="*/ 120005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4778" h="129856">
                      <a:moveTo>
                        <a:pt x="44331" y="96273"/>
                      </a:moveTo>
                      <a:cubicBezTo>
                        <a:pt x="44331" y="96273"/>
                        <a:pt x="44331" y="96273"/>
                        <a:pt x="44331" y="96273"/>
                      </a:cubicBezTo>
                      <a:cubicBezTo>
                        <a:pt x="43883" y="95825"/>
                        <a:pt x="43883" y="95825"/>
                        <a:pt x="43883" y="95377"/>
                      </a:cubicBezTo>
                      <a:cubicBezTo>
                        <a:pt x="43883" y="95377"/>
                        <a:pt x="43883" y="95377"/>
                        <a:pt x="43883" y="95377"/>
                      </a:cubicBezTo>
                      <a:cubicBezTo>
                        <a:pt x="43883" y="95377"/>
                        <a:pt x="43883" y="95377"/>
                        <a:pt x="43883" y="95377"/>
                      </a:cubicBezTo>
                      <a:cubicBezTo>
                        <a:pt x="43883" y="95377"/>
                        <a:pt x="43883" y="95377"/>
                        <a:pt x="43435" y="95377"/>
                      </a:cubicBezTo>
                      <a:lnTo>
                        <a:pt x="24628" y="87765"/>
                      </a:lnTo>
                      <a:lnTo>
                        <a:pt x="24628" y="58212"/>
                      </a:lnTo>
                      <a:lnTo>
                        <a:pt x="29106" y="58212"/>
                      </a:lnTo>
                      <a:cubicBezTo>
                        <a:pt x="29554" y="58212"/>
                        <a:pt x="30449" y="57764"/>
                        <a:pt x="30897" y="57764"/>
                      </a:cubicBezTo>
                      <a:lnTo>
                        <a:pt x="44331" y="44330"/>
                      </a:lnTo>
                      <a:cubicBezTo>
                        <a:pt x="44778" y="43883"/>
                        <a:pt x="44778" y="43883"/>
                        <a:pt x="44778" y="43435"/>
                      </a:cubicBezTo>
                      <a:cubicBezTo>
                        <a:pt x="44778" y="43435"/>
                        <a:pt x="44778" y="43435"/>
                        <a:pt x="44778" y="42987"/>
                      </a:cubicBezTo>
                      <a:cubicBezTo>
                        <a:pt x="44778" y="42987"/>
                        <a:pt x="44778" y="42987"/>
                        <a:pt x="44778" y="42539"/>
                      </a:cubicBezTo>
                      <a:lnTo>
                        <a:pt x="44778" y="2239"/>
                      </a:lnTo>
                      <a:cubicBezTo>
                        <a:pt x="44778" y="895"/>
                        <a:pt x="43883" y="0"/>
                        <a:pt x="42539" y="0"/>
                      </a:cubicBezTo>
                      <a:lnTo>
                        <a:pt x="2239" y="0"/>
                      </a:lnTo>
                      <a:cubicBezTo>
                        <a:pt x="896" y="0"/>
                        <a:pt x="0" y="895"/>
                        <a:pt x="0" y="2239"/>
                      </a:cubicBezTo>
                      <a:lnTo>
                        <a:pt x="0" y="42539"/>
                      </a:lnTo>
                      <a:cubicBezTo>
                        <a:pt x="0" y="42539"/>
                        <a:pt x="0" y="42539"/>
                        <a:pt x="0" y="42987"/>
                      </a:cubicBezTo>
                      <a:cubicBezTo>
                        <a:pt x="0" y="42987"/>
                        <a:pt x="0" y="42987"/>
                        <a:pt x="0" y="43435"/>
                      </a:cubicBezTo>
                      <a:cubicBezTo>
                        <a:pt x="0" y="43883"/>
                        <a:pt x="448" y="44330"/>
                        <a:pt x="448" y="44330"/>
                      </a:cubicBezTo>
                      <a:lnTo>
                        <a:pt x="13881" y="57764"/>
                      </a:lnTo>
                      <a:cubicBezTo>
                        <a:pt x="14329" y="58212"/>
                        <a:pt x="14777" y="58212"/>
                        <a:pt x="15672" y="58212"/>
                      </a:cubicBezTo>
                      <a:lnTo>
                        <a:pt x="20150" y="58212"/>
                      </a:lnTo>
                      <a:lnTo>
                        <a:pt x="20150" y="87765"/>
                      </a:lnTo>
                      <a:lnTo>
                        <a:pt x="1343" y="95377"/>
                      </a:lnTo>
                      <a:cubicBezTo>
                        <a:pt x="1343" y="95377"/>
                        <a:pt x="1343" y="95377"/>
                        <a:pt x="896" y="95377"/>
                      </a:cubicBezTo>
                      <a:cubicBezTo>
                        <a:pt x="896" y="95377"/>
                        <a:pt x="896" y="95377"/>
                        <a:pt x="896" y="95377"/>
                      </a:cubicBezTo>
                      <a:cubicBezTo>
                        <a:pt x="896" y="95377"/>
                        <a:pt x="896" y="95377"/>
                        <a:pt x="896" y="95377"/>
                      </a:cubicBezTo>
                      <a:cubicBezTo>
                        <a:pt x="896" y="95377"/>
                        <a:pt x="448" y="95825"/>
                        <a:pt x="448" y="95825"/>
                      </a:cubicBezTo>
                      <a:cubicBezTo>
                        <a:pt x="448" y="95825"/>
                        <a:pt x="448" y="95825"/>
                        <a:pt x="448" y="96273"/>
                      </a:cubicBezTo>
                      <a:cubicBezTo>
                        <a:pt x="448" y="96721"/>
                        <a:pt x="0" y="96721"/>
                        <a:pt x="0" y="97169"/>
                      </a:cubicBezTo>
                      <a:cubicBezTo>
                        <a:pt x="0" y="97169"/>
                        <a:pt x="0" y="97169"/>
                        <a:pt x="0" y="97169"/>
                      </a:cubicBezTo>
                      <a:lnTo>
                        <a:pt x="0" y="121349"/>
                      </a:lnTo>
                      <a:cubicBezTo>
                        <a:pt x="0" y="122244"/>
                        <a:pt x="448" y="123140"/>
                        <a:pt x="1343" y="123588"/>
                      </a:cubicBezTo>
                      <a:lnTo>
                        <a:pt x="21493" y="131648"/>
                      </a:lnTo>
                      <a:cubicBezTo>
                        <a:pt x="21941" y="131648"/>
                        <a:pt x="21941" y="131648"/>
                        <a:pt x="22389" y="131648"/>
                      </a:cubicBezTo>
                      <a:cubicBezTo>
                        <a:pt x="22389" y="131648"/>
                        <a:pt x="22389" y="131648"/>
                        <a:pt x="22389" y="131648"/>
                      </a:cubicBezTo>
                      <a:cubicBezTo>
                        <a:pt x="22389" y="131648"/>
                        <a:pt x="22389" y="131648"/>
                        <a:pt x="22389" y="131648"/>
                      </a:cubicBezTo>
                      <a:cubicBezTo>
                        <a:pt x="22837" y="131648"/>
                        <a:pt x="22837" y="131648"/>
                        <a:pt x="23285" y="131648"/>
                      </a:cubicBezTo>
                      <a:lnTo>
                        <a:pt x="43435" y="123588"/>
                      </a:lnTo>
                      <a:cubicBezTo>
                        <a:pt x="44331" y="123140"/>
                        <a:pt x="44778" y="122244"/>
                        <a:pt x="44778" y="121349"/>
                      </a:cubicBezTo>
                      <a:lnTo>
                        <a:pt x="44778" y="97169"/>
                      </a:lnTo>
                      <a:cubicBezTo>
                        <a:pt x="44778" y="97169"/>
                        <a:pt x="44778" y="97169"/>
                        <a:pt x="44778" y="97169"/>
                      </a:cubicBezTo>
                      <a:cubicBezTo>
                        <a:pt x="44778" y="96721"/>
                        <a:pt x="44331" y="96721"/>
                        <a:pt x="44331" y="96273"/>
                      </a:cubicBezTo>
                      <a:close/>
                      <a:moveTo>
                        <a:pt x="4478" y="4478"/>
                      </a:moveTo>
                      <a:lnTo>
                        <a:pt x="40300" y="4478"/>
                      </a:lnTo>
                      <a:lnTo>
                        <a:pt x="40300" y="40300"/>
                      </a:lnTo>
                      <a:lnTo>
                        <a:pt x="4478" y="40300"/>
                      </a:lnTo>
                      <a:lnTo>
                        <a:pt x="4478" y="4478"/>
                      </a:lnTo>
                      <a:close/>
                      <a:moveTo>
                        <a:pt x="7612" y="44778"/>
                      </a:moveTo>
                      <a:lnTo>
                        <a:pt x="37166" y="44778"/>
                      </a:lnTo>
                      <a:lnTo>
                        <a:pt x="28210" y="53734"/>
                      </a:lnTo>
                      <a:lnTo>
                        <a:pt x="16568" y="53734"/>
                      </a:lnTo>
                      <a:lnTo>
                        <a:pt x="7612" y="44778"/>
                      </a:lnTo>
                      <a:close/>
                      <a:moveTo>
                        <a:pt x="22389" y="98064"/>
                      </a:moveTo>
                      <a:cubicBezTo>
                        <a:pt x="23732" y="98064"/>
                        <a:pt x="24628" y="97169"/>
                        <a:pt x="24628" y="95825"/>
                      </a:cubicBezTo>
                      <a:lnTo>
                        <a:pt x="24628" y="92243"/>
                      </a:lnTo>
                      <a:lnTo>
                        <a:pt x="36718" y="97169"/>
                      </a:lnTo>
                      <a:lnTo>
                        <a:pt x="22389" y="102990"/>
                      </a:lnTo>
                      <a:lnTo>
                        <a:pt x="8060" y="97169"/>
                      </a:lnTo>
                      <a:lnTo>
                        <a:pt x="20150" y="92243"/>
                      </a:lnTo>
                      <a:lnTo>
                        <a:pt x="20150" y="95825"/>
                      </a:lnTo>
                      <a:cubicBezTo>
                        <a:pt x="20150" y="97169"/>
                        <a:pt x="21046" y="98064"/>
                        <a:pt x="22389" y="98064"/>
                      </a:cubicBezTo>
                      <a:close/>
                      <a:moveTo>
                        <a:pt x="4478" y="100751"/>
                      </a:moveTo>
                      <a:lnTo>
                        <a:pt x="20150" y="107020"/>
                      </a:lnTo>
                      <a:lnTo>
                        <a:pt x="20150" y="126274"/>
                      </a:lnTo>
                      <a:lnTo>
                        <a:pt x="4478" y="120005"/>
                      </a:lnTo>
                      <a:lnTo>
                        <a:pt x="4478" y="100751"/>
                      </a:lnTo>
                      <a:close/>
                      <a:moveTo>
                        <a:pt x="40300" y="120005"/>
                      </a:moveTo>
                      <a:lnTo>
                        <a:pt x="24628" y="126274"/>
                      </a:lnTo>
                      <a:lnTo>
                        <a:pt x="24628" y="107020"/>
                      </a:lnTo>
                      <a:lnTo>
                        <a:pt x="40300" y="100751"/>
                      </a:lnTo>
                      <a:lnTo>
                        <a:pt x="40300" y="12000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293" name="Freeform: Shape 4189">
                <a:extLst>
                  <a:ext uri="{FF2B5EF4-FFF2-40B4-BE49-F238E27FC236}">
                    <a16:creationId xmlns:a16="http://schemas.microsoft.com/office/drawing/2014/main" id="{00F3FA1C-8DDE-9DFB-5D3A-5D90A4B444FA}"/>
                  </a:ext>
                  <a:ext uri="{C183D7F6-B498-43B3-948B-1728B52AA6E4}">
                    <adec:decorative xmlns:adec="http://schemas.microsoft.com/office/drawing/2017/decorative" val="1"/>
                  </a:ext>
                </a:extLst>
              </p:cNvPr>
              <p:cNvSpPr>
                <a:spLocks noChangeAspect="1"/>
              </p:cNvSpPr>
              <p:nvPr/>
            </p:nvSpPr>
            <p:spPr>
              <a:xfrm>
                <a:off x="544909" y="3335565"/>
                <a:ext cx="152246" cy="129857"/>
              </a:xfrm>
              <a:custGeom>
                <a:avLst/>
                <a:gdLst>
                  <a:gd name="connsiteX0" fmla="*/ 151798 w 152245"/>
                  <a:gd name="connsiteY0" fmla="*/ 73664 h 129856"/>
                  <a:gd name="connsiteX1" fmla="*/ 151798 w 152245"/>
                  <a:gd name="connsiteY1" fmla="*/ 73664 h 129856"/>
                  <a:gd name="connsiteX2" fmla="*/ 151798 w 152245"/>
                  <a:gd name="connsiteY2" fmla="*/ 72769 h 129856"/>
                  <a:gd name="connsiteX3" fmla="*/ 151798 w 152245"/>
                  <a:gd name="connsiteY3" fmla="*/ 72769 h 129856"/>
                  <a:gd name="connsiteX4" fmla="*/ 120006 w 152245"/>
                  <a:gd name="connsiteY4" fmla="*/ 8736 h 129856"/>
                  <a:gd name="connsiteX5" fmla="*/ 108363 w 152245"/>
                  <a:gd name="connsiteY5" fmla="*/ 228 h 129856"/>
                  <a:gd name="connsiteX6" fmla="*/ 94482 w 152245"/>
                  <a:gd name="connsiteY6" fmla="*/ 4706 h 129856"/>
                  <a:gd name="connsiteX7" fmla="*/ 96273 w 152245"/>
                  <a:gd name="connsiteY7" fmla="*/ 6497 h 129856"/>
                  <a:gd name="connsiteX8" fmla="*/ 98064 w 152245"/>
                  <a:gd name="connsiteY8" fmla="*/ 7840 h 129856"/>
                  <a:gd name="connsiteX9" fmla="*/ 107915 w 152245"/>
                  <a:gd name="connsiteY9" fmla="*/ 4706 h 129856"/>
                  <a:gd name="connsiteX10" fmla="*/ 115975 w 152245"/>
                  <a:gd name="connsiteY10" fmla="*/ 10527 h 129856"/>
                  <a:gd name="connsiteX11" fmla="*/ 146425 w 152245"/>
                  <a:gd name="connsiteY11" fmla="*/ 71426 h 129856"/>
                  <a:gd name="connsiteX12" fmla="*/ 42987 w 152245"/>
                  <a:gd name="connsiteY12" fmla="*/ 71426 h 129856"/>
                  <a:gd name="connsiteX13" fmla="*/ 42091 w 152245"/>
                  <a:gd name="connsiteY13" fmla="*/ 71426 h 129856"/>
                  <a:gd name="connsiteX14" fmla="*/ 41196 w 152245"/>
                  <a:gd name="connsiteY14" fmla="*/ 71426 h 129856"/>
                  <a:gd name="connsiteX15" fmla="*/ 5373 w 152245"/>
                  <a:gd name="connsiteY15" fmla="*/ 71426 h 129856"/>
                  <a:gd name="connsiteX16" fmla="*/ 35823 w 152245"/>
                  <a:gd name="connsiteY16" fmla="*/ 10527 h 129856"/>
                  <a:gd name="connsiteX17" fmla="*/ 43883 w 152245"/>
                  <a:gd name="connsiteY17" fmla="*/ 4706 h 129856"/>
                  <a:gd name="connsiteX18" fmla="*/ 53734 w 152245"/>
                  <a:gd name="connsiteY18" fmla="*/ 8288 h 129856"/>
                  <a:gd name="connsiteX19" fmla="*/ 56868 w 152245"/>
                  <a:gd name="connsiteY19" fmla="*/ 8288 h 129856"/>
                  <a:gd name="connsiteX20" fmla="*/ 56868 w 152245"/>
                  <a:gd name="connsiteY20" fmla="*/ 5154 h 129856"/>
                  <a:gd name="connsiteX21" fmla="*/ 43435 w 152245"/>
                  <a:gd name="connsiteY21" fmla="*/ 676 h 129856"/>
                  <a:gd name="connsiteX22" fmla="*/ 31793 w 152245"/>
                  <a:gd name="connsiteY22" fmla="*/ 9184 h 129856"/>
                  <a:gd name="connsiteX23" fmla="*/ 0 w 152245"/>
                  <a:gd name="connsiteY23" fmla="*/ 73217 h 129856"/>
                  <a:gd name="connsiteX24" fmla="*/ 0 w 152245"/>
                  <a:gd name="connsiteY24" fmla="*/ 73217 h 129856"/>
                  <a:gd name="connsiteX25" fmla="*/ 0 w 152245"/>
                  <a:gd name="connsiteY25" fmla="*/ 73664 h 129856"/>
                  <a:gd name="connsiteX26" fmla="*/ 0 w 152245"/>
                  <a:gd name="connsiteY26" fmla="*/ 74112 h 129856"/>
                  <a:gd name="connsiteX27" fmla="*/ 0 w 152245"/>
                  <a:gd name="connsiteY27" fmla="*/ 74112 h 129856"/>
                  <a:gd name="connsiteX28" fmla="*/ 0 w 152245"/>
                  <a:gd name="connsiteY28" fmla="*/ 114413 h 129856"/>
                  <a:gd name="connsiteX29" fmla="*/ 15672 w 152245"/>
                  <a:gd name="connsiteY29" fmla="*/ 130085 h 129856"/>
                  <a:gd name="connsiteX30" fmla="*/ 55973 w 152245"/>
                  <a:gd name="connsiteY30" fmla="*/ 130085 h 129856"/>
                  <a:gd name="connsiteX31" fmla="*/ 57764 w 152245"/>
                  <a:gd name="connsiteY31" fmla="*/ 128742 h 129856"/>
                  <a:gd name="connsiteX32" fmla="*/ 70750 w 152245"/>
                  <a:gd name="connsiteY32" fmla="*/ 103218 h 129856"/>
                  <a:gd name="connsiteX33" fmla="*/ 81496 w 152245"/>
                  <a:gd name="connsiteY33" fmla="*/ 103218 h 129856"/>
                  <a:gd name="connsiteX34" fmla="*/ 94482 w 152245"/>
                  <a:gd name="connsiteY34" fmla="*/ 128742 h 129856"/>
                  <a:gd name="connsiteX35" fmla="*/ 96273 w 152245"/>
                  <a:gd name="connsiteY35" fmla="*/ 130085 h 129856"/>
                  <a:gd name="connsiteX36" fmla="*/ 136573 w 152245"/>
                  <a:gd name="connsiteY36" fmla="*/ 130085 h 129856"/>
                  <a:gd name="connsiteX37" fmla="*/ 152246 w 152245"/>
                  <a:gd name="connsiteY37" fmla="*/ 113965 h 129856"/>
                  <a:gd name="connsiteX38" fmla="*/ 151798 w 152245"/>
                  <a:gd name="connsiteY38" fmla="*/ 73664 h 129856"/>
                  <a:gd name="connsiteX39" fmla="*/ 151798 w 152245"/>
                  <a:gd name="connsiteY39" fmla="*/ 73664 h 129856"/>
                  <a:gd name="connsiteX40" fmla="*/ 39405 w 152245"/>
                  <a:gd name="connsiteY40" fmla="*/ 75903 h 129856"/>
                  <a:gd name="connsiteX41" fmla="*/ 28658 w 152245"/>
                  <a:gd name="connsiteY41" fmla="*/ 84859 h 129856"/>
                  <a:gd name="connsiteX42" fmla="*/ 4030 w 152245"/>
                  <a:gd name="connsiteY42" fmla="*/ 84859 h 129856"/>
                  <a:gd name="connsiteX43" fmla="*/ 4030 w 152245"/>
                  <a:gd name="connsiteY43" fmla="*/ 75903 h 129856"/>
                  <a:gd name="connsiteX44" fmla="*/ 39405 w 152245"/>
                  <a:gd name="connsiteY44" fmla="*/ 75903 h 129856"/>
                  <a:gd name="connsiteX45" fmla="*/ 147320 w 152245"/>
                  <a:gd name="connsiteY45" fmla="*/ 113517 h 129856"/>
                  <a:gd name="connsiteX46" fmla="*/ 136126 w 152245"/>
                  <a:gd name="connsiteY46" fmla="*/ 125159 h 129856"/>
                  <a:gd name="connsiteX47" fmla="*/ 97169 w 152245"/>
                  <a:gd name="connsiteY47" fmla="*/ 125159 h 129856"/>
                  <a:gd name="connsiteX48" fmla="*/ 84183 w 152245"/>
                  <a:gd name="connsiteY48" fmla="*/ 99636 h 129856"/>
                  <a:gd name="connsiteX49" fmla="*/ 82392 w 152245"/>
                  <a:gd name="connsiteY49" fmla="*/ 98292 h 129856"/>
                  <a:gd name="connsiteX50" fmla="*/ 68958 w 152245"/>
                  <a:gd name="connsiteY50" fmla="*/ 98292 h 129856"/>
                  <a:gd name="connsiteX51" fmla="*/ 67167 w 152245"/>
                  <a:gd name="connsiteY51" fmla="*/ 99636 h 129856"/>
                  <a:gd name="connsiteX52" fmla="*/ 54182 w 152245"/>
                  <a:gd name="connsiteY52" fmla="*/ 125159 h 129856"/>
                  <a:gd name="connsiteX53" fmla="*/ 15225 w 152245"/>
                  <a:gd name="connsiteY53" fmla="*/ 125159 h 129856"/>
                  <a:gd name="connsiteX54" fmla="*/ 4030 w 152245"/>
                  <a:gd name="connsiteY54" fmla="*/ 113965 h 129856"/>
                  <a:gd name="connsiteX55" fmla="*/ 4030 w 152245"/>
                  <a:gd name="connsiteY55" fmla="*/ 89337 h 129856"/>
                  <a:gd name="connsiteX56" fmla="*/ 28658 w 152245"/>
                  <a:gd name="connsiteY56" fmla="*/ 89337 h 129856"/>
                  <a:gd name="connsiteX57" fmla="*/ 43883 w 152245"/>
                  <a:gd name="connsiteY57" fmla="*/ 75903 h 129856"/>
                  <a:gd name="connsiteX58" fmla="*/ 147320 w 152245"/>
                  <a:gd name="connsiteY58" fmla="*/ 75903 h 129856"/>
                  <a:gd name="connsiteX59" fmla="*/ 147320 w 152245"/>
                  <a:gd name="connsiteY59" fmla="*/ 113517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2245" h="129856">
                    <a:moveTo>
                      <a:pt x="151798" y="73664"/>
                    </a:moveTo>
                    <a:cubicBezTo>
                      <a:pt x="151798" y="73664"/>
                      <a:pt x="151798" y="73217"/>
                      <a:pt x="151798" y="73664"/>
                    </a:cubicBezTo>
                    <a:cubicBezTo>
                      <a:pt x="151798" y="73217"/>
                      <a:pt x="151798" y="72769"/>
                      <a:pt x="151798" y="72769"/>
                    </a:cubicBezTo>
                    <a:cubicBezTo>
                      <a:pt x="151798" y="72769"/>
                      <a:pt x="151798" y="72769"/>
                      <a:pt x="151798" y="72769"/>
                    </a:cubicBezTo>
                    <a:lnTo>
                      <a:pt x="120006" y="8736"/>
                    </a:lnTo>
                    <a:cubicBezTo>
                      <a:pt x="117767" y="4258"/>
                      <a:pt x="113737" y="1124"/>
                      <a:pt x="108363" y="228"/>
                    </a:cubicBezTo>
                    <a:cubicBezTo>
                      <a:pt x="103438" y="-667"/>
                      <a:pt x="98512" y="1124"/>
                      <a:pt x="94482" y="4706"/>
                    </a:cubicBezTo>
                    <a:lnTo>
                      <a:pt x="96273" y="6497"/>
                    </a:lnTo>
                    <a:lnTo>
                      <a:pt x="98064" y="7840"/>
                    </a:lnTo>
                    <a:cubicBezTo>
                      <a:pt x="100751" y="5154"/>
                      <a:pt x="104333" y="4258"/>
                      <a:pt x="107915" y="4706"/>
                    </a:cubicBezTo>
                    <a:cubicBezTo>
                      <a:pt x="111498" y="5154"/>
                      <a:pt x="114632" y="7393"/>
                      <a:pt x="115975" y="10527"/>
                    </a:cubicBezTo>
                    <a:lnTo>
                      <a:pt x="146425" y="71426"/>
                    </a:lnTo>
                    <a:lnTo>
                      <a:pt x="42987" y="71426"/>
                    </a:lnTo>
                    <a:cubicBezTo>
                      <a:pt x="42539" y="71426"/>
                      <a:pt x="42539" y="71426"/>
                      <a:pt x="42091" y="71426"/>
                    </a:cubicBezTo>
                    <a:cubicBezTo>
                      <a:pt x="41644" y="71426"/>
                      <a:pt x="41644" y="71426"/>
                      <a:pt x="41196" y="71426"/>
                    </a:cubicBezTo>
                    <a:lnTo>
                      <a:pt x="5373" y="71426"/>
                    </a:lnTo>
                    <a:lnTo>
                      <a:pt x="35823" y="10527"/>
                    </a:lnTo>
                    <a:cubicBezTo>
                      <a:pt x="37614" y="7393"/>
                      <a:pt x="40300" y="5154"/>
                      <a:pt x="43883" y="4706"/>
                    </a:cubicBezTo>
                    <a:cubicBezTo>
                      <a:pt x="47465" y="4258"/>
                      <a:pt x="51047" y="5154"/>
                      <a:pt x="53734" y="8288"/>
                    </a:cubicBezTo>
                    <a:cubicBezTo>
                      <a:pt x="54629" y="9184"/>
                      <a:pt x="55973" y="9184"/>
                      <a:pt x="56868" y="8288"/>
                    </a:cubicBezTo>
                    <a:cubicBezTo>
                      <a:pt x="57764" y="7393"/>
                      <a:pt x="57764" y="6049"/>
                      <a:pt x="56868" y="5154"/>
                    </a:cubicBezTo>
                    <a:cubicBezTo>
                      <a:pt x="53286" y="1572"/>
                      <a:pt x="48360" y="-220"/>
                      <a:pt x="43435" y="676"/>
                    </a:cubicBezTo>
                    <a:cubicBezTo>
                      <a:pt x="38509" y="1572"/>
                      <a:pt x="34031" y="4706"/>
                      <a:pt x="31793" y="9184"/>
                    </a:cubicBezTo>
                    <a:lnTo>
                      <a:pt x="0" y="73217"/>
                    </a:lnTo>
                    <a:cubicBezTo>
                      <a:pt x="0" y="73217"/>
                      <a:pt x="0" y="73217"/>
                      <a:pt x="0" y="73217"/>
                    </a:cubicBezTo>
                    <a:cubicBezTo>
                      <a:pt x="0" y="73217"/>
                      <a:pt x="0" y="73664"/>
                      <a:pt x="0" y="73664"/>
                    </a:cubicBezTo>
                    <a:cubicBezTo>
                      <a:pt x="0" y="73664"/>
                      <a:pt x="0" y="74112"/>
                      <a:pt x="0" y="74112"/>
                    </a:cubicBezTo>
                    <a:cubicBezTo>
                      <a:pt x="0" y="74112"/>
                      <a:pt x="0" y="74112"/>
                      <a:pt x="0" y="74112"/>
                    </a:cubicBezTo>
                    <a:lnTo>
                      <a:pt x="0" y="114413"/>
                    </a:lnTo>
                    <a:cubicBezTo>
                      <a:pt x="0" y="122920"/>
                      <a:pt x="7165" y="130085"/>
                      <a:pt x="15672" y="130085"/>
                    </a:cubicBezTo>
                    <a:lnTo>
                      <a:pt x="55973" y="130085"/>
                    </a:lnTo>
                    <a:cubicBezTo>
                      <a:pt x="56868" y="130085"/>
                      <a:pt x="57764" y="129637"/>
                      <a:pt x="57764" y="128742"/>
                    </a:cubicBezTo>
                    <a:lnTo>
                      <a:pt x="70750" y="103218"/>
                    </a:lnTo>
                    <a:lnTo>
                      <a:pt x="81496" y="103218"/>
                    </a:lnTo>
                    <a:lnTo>
                      <a:pt x="94482" y="128742"/>
                    </a:lnTo>
                    <a:cubicBezTo>
                      <a:pt x="94930" y="129637"/>
                      <a:pt x="95825" y="130085"/>
                      <a:pt x="96273" y="130085"/>
                    </a:cubicBezTo>
                    <a:lnTo>
                      <a:pt x="136573" y="130085"/>
                    </a:lnTo>
                    <a:cubicBezTo>
                      <a:pt x="145081" y="130085"/>
                      <a:pt x="152246" y="122473"/>
                      <a:pt x="152246" y="113965"/>
                    </a:cubicBezTo>
                    <a:lnTo>
                      <a:pt x="151798" y="73664"/>
                    </a:lnTo>
                    <a:cubicBezTo>
                      <a:pt x="151798" y="73664"/>
                      <a:pt x="151798" y="73664"/>
                      <a:pt x="151798" y="73664"/>
                    </a:cubicBezTo>
                    <a:close/>
                    <a:moveTo>
                      <a:pt x="39405" y="75903"/>
                    </a:moveTo>
                    <a:cubicBezTo>
                      <a:pt x="38509" y="80829"/>
                      <a:pt x="34031" y="84859"/>
                      <a:pt x="28658" y="84859"/>
                    </a:cubicBezTo>
                    <a:lnTo>
                      <a:pt x="4030" y="84859"/>
                    </a:lnTo>
                    <a:lnTo>
                      <a:pt x="4030" y="75903"/>
                    </a:lnTo>
                    <a:lnTo>
                      <a:pt x="39405" y="75903"/>
                    </a:lnTo>
                    <a:close/>
                    <a:moveTo>
                      <a:pt x="147320" y="113517"/>
                    </a:moveTo>
                    <a:cubicBezTo>
                      <a:pt x="147320" y="119786"/>
                      <a:pt x="142395" y="125159"/>
                      <a:pt x="136126" y="125159"/>
                    </a:cubicBezTo>
                    <a:lnTo>
                      <a:pt x="97169" y="125159"/>
                    </a:lnTo>
                    <a:lnTo>
                      <a:pt x="84183" y="99636"/>
                    </a:lnTo>
                    <a:cubicBezTo>
                      <a:pt x="83735" y="98740"/>
                      <a:pt x="82840" y="98292"/>
                      <a:pt x="82392" y="98292"/>
                    </a:cubicBezTo>
                    <a:lnTo>
                      <a:pt x="68958" y="98292"/>
                    </a:lnTo>
                    <a:cubicBezTo>
                      <a:pt x="68063" y="98292"/>
                      <a:pt x="67167" y="98740"/>
                      <a:pt x="67167" y="99636"/>
                    </a:cubicBezTo>
                    <a:lnTo>
                      <a:pt x="54182" y="125159"/>
                    </a:lnTo>
                    <a:lnTo>
                      <a:pt x="15225" y="125159"/>
                    </a:lnTo>
                    <a:cubicBezTo>
                      <a:pt x="8956" y="125159"/>
                      <a:pt x="4030" y="120234"/>
                      <a:pt x="4030" y="113965"/>
                    </a:cubicBezTo>
                    <a:lnTo>
                      <a:pt x="4030" y="89337"/>
                    </a:lnTo>
                    <a:lnTo>
                      <a:pt x="28658" y="89337"/>
                    </a:lnTo>
                    <a:cubicBezTo>
                      <a:pt x="36270" y="89337"/>
                      <a:pt x="42987" y="83516"/>
                      <a:pt x="43883" y="75903"/>
                    </a:cubicBezTo>
                    <a:lnTo>
                      <a:pt x="147320" y="75903"/>
                    </a:lnTo>
                    <a:lnTo>
                      <a:pt x="147320" y="11351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94" name="Freeform: Shape 4190">
                <a:extLst>
                  <a:ext uri="{FF2B5EF4-FFF2-40B4-BE49-F238E27FC236}">
                    <a16:creationId xmlns:a16="http://schemas.microsoft.com/office/drawing/2014/main" id="{30F2FEB6-1EE2-C618-CEDF-36CC9AF7E10A}"/>
                  </a:ext>
                  <a:ext uri="{C183D7F6-B498-43B3-948B-1728B52AA6E4}">
                    <adec:decorative xmlns:adec="http://schemas.microsoft.com/office/drawing/2017/decorative" val="1"/>
                  </a:ext>
                </a:extLst>
              </p:cNvPr>
              <p:cNvSpPr>
                <a:spLocks noChangeAspect="1"/>
              </p:cNvSpPr>
              <p:nvPr/>
            </p:nvSpPr>
            <p:spPr>
              <a:xfrm>
                <a:off x="817608" y="3339823"/>
                <a:ext cx="125379" cy="138812"/>
              </a:xfrm>
              <a:custGeom>
                <a:avLst/>
                <a:gdLst>
                  <a:gd name="connsiteX0" fmla="*/ 62689 w 125378"/>
                  <a:gd name="connsiteY0" fmla="*/ 0 h 138812"/>
                  <a:gd name="connsiteX1" fmla="*/ 0 w 125378"/>
                  <a:gd name="connsiteY1" fmla="*/ 62689 h 138812"/>
                  <a:gd name="connsiteX2" fmla="*/ 0 w 125378"/>
                  <a:gd name="connsiteY2" fmla="*/ 109707 h 138812"/>
                  <a:gd name="connsiteX3" fmla="*/ 29106 w 125378"/>
                  <a:gd name="connsiteY3" fmla="*/ 138812 h 138812"/>
                  <a:gd name="connsiteX4" fmla="*/ 31345 w 125378"/>
                  <a:gd name="connsiteY4" fmla="*/ 136573 h 138812"/>
                  <a:gd name="connsiteX5" fmla="*/ 31345 w 125378"/>
                  <a:gd name="connsiteY5" fmla="*/ 82840 h 138812"/>
                  <a:gd name="connsiteX6" fmla="*/ 29106 w 125378"/>
                  <a:gd name="connsiteY6" fmla="*/ 80601 h 138812"/>
                  <a:gd name="connsiteX7" fmla="*/ 4478 w 125378"/>
                  <a:gd name="connsiteY7" fmla="*/ 94482 h 138812"/>
                  <a:gd name="connsiteX8" fmla="*/ 4478 w 125378"/>
                  <a:gd name="connsiteY8" fmla="*/ 62689 h 138812"/>
                  <a:gd name="connsiteX9" fmla="*/ 62689 w 125378"/>
                  <a:gd name="connsiteY9" fmla="*/ 4478 h 138812"/>
                  <a:gd name="connsiteX10" fmla="*/ 120901 w 125378"/>
                  <a:gd name="connsiteY10" fmla="*/ 62689 h 138812"/>
                  <a:gd name="connsiteX11" fmla="*/ 120901 w 125378"/>
                  <a:gd name="connsiteY11" fmla="*/ 94482 h 138812"/>
                  <a:gd name="connsiteX12" fmla="*/ 96273 w 125378"/>
                  <a:gd name="connsiteY12" fmla="*/ 80601 h 138812"/>
                  <a:gd name="connsiteX13" fmla="*/ 94034 w 125378"/>
                  <a:gd name="connsiteY13" fmla="*/ 82840 h 138812"/>
                  <a:gd name="connsiteX14" fmla="*/ 94034 w 125378"/>
                  <a:gd name="connsiteY14" fmla="*/ 136573 h 138812"/>
                  <a:gd name="connsiteX15" fmla="*/ 96273 w 125378"/>
                  <a:gd name="connsiteY15" fmla="*/ 138812 h 138812"/>
                  <a:gd name="connsiteX16" fmla="*/ 125379 w 125378"/>
                  <a:gd name="connsiteY16" fmla="*/ 109707 h 138812"/>
                  <a:gd name="connsiteX17" fmla="*/ 125379 w 125378"/>
                  <a:gd name="connsiteY17" fmla="*/ 62689 h 138812"/>
                  <a:gd name="connsiteX18" fmla="*/ 62689 w 125378"/>
                  <a:gd name="connsiteY18" fmla="*/ 0 h 138812"/>
                  <a:gd name="connsiteX19" fmla="*/ 26867 w 125378"/>
                  <a:gd name="connsiteY19" fmla="*/ 85079 h 138812"/>
                  <a:gd name="connsiteX20" fmla="*/ 26867 w 125378"/>
                  <a:gd name="connsiteY20" fmla="*/ 134335 h 138812"/>
                  <a:gd name="connsiteX21" fmla="*/ 4478 w 125378"/>
                  <a:gd name="connsiteY21" fmla="*/ 109707 h 138812"/>
                  <a:gd name="connsiteX22" fmla="*/ 26867 w 125378"/>
                  <a:gd name="connsiteY22" fmla="*/ 85079 h 138812"/>
                  <a:gd name="connsiteX23" fmla="*/ 98512 w 125378"/>
                  <a:gd name="connsiteY23" fmla="*/ 134335 h 138812"/>
                  <a:gd name="connsiteX24" fmla="*/ 98512 w 125378"/>
                  <a:gd name="connsiteY24" fmla="*/ 85079 h 138812"/>
                  <a:gd name="connsiteX25" fmla="*/ 120901 w 125378"/>
                  <a:gd name="connsiteY25" fmla="*/ 109707 h 138812"/>
                  <a:gd name="connsiteX26" fmla="*/ 98512 w 125378"/>
                  <a:gd name="connsiteY26" fmla="*/ 134335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5378" h="138812">
                    <a:moveTo>
                      <a:pt x="62689" y="0"/>
                    </a:moveTo>
                    <a:cubicBezTo>
                      <a:pt x="28210" y="0"/>
                      <a:pt x="0" y="28210"/>
                      <a:pt x="0" y="62689"/>
                    </a:cubicBezTo>
                    <a:lnTo>
                      <a:pt x="0" y="109707"/>
                    </a:lnTo>
                    <a:cubicBezTo>
                      <a:pt x="0" y="125827"/>
                      <a:pt x="12986" y="138812"/>
                      <a:pt x="29106" y="138812"/>
                    </a:cubicBezTo>
                    <a:cubicBezTo>
                      <a:pt x="30449" y="138812"/>
                      <a:pt x="31345" y="137917"/>
                      <a:pt x="31345" y="136573"/>
                    </a:cubicBezTo>
                    <a:lnTo>
                      <a:pt x="31345" y="82840"/>
                    </a:lnTo>
                    <a:cubicBezTo>
                      <a:pt x="31345" y="81496"/>
                      <a:pt x="30449" y="80601"/>
                      <a:pt x="29106" y="80601"/>
                    </a:cubicBezTo>
                    <a:cubicBezTo>
                      <a:pt x="18807" y="80601"/>
                      <a:pt x="9851" y="85974"/>
                      <a:pt x="4478" y="94482"/>
                    </a:cubicBezTo>
                    <a:lnTo>
                      <a:pt x="4478" y="62689"/>
                    </a:lnTo>
                    <a:cubicBezTo>
                      <a:pt x="4478" y="30449"/>
                      <a:pt x="30449" y="4478"/>
                      <a:pt x="62689" y="4478"/>
                    </a:cubicBezTo>
                    <a:cubicBezTo>
                      <a:pt x="94930" y="4478"/>
                      <a:pt x="120901" y="30449"/>
                      <a:pt x="120901" y="62689"/>
                    </a:cubicBezTo>
                    <a:lnTo>
                      <a:pt x="120901" y="94482"/>
                    </a:lnTo>
                    <a:cubicBezTo>
                      <a:pt x="115528" y="86422"/>
                      <a:pt x="106572" y="80601"/>
                      <a:pt x="96273" y="80601"/>
                    </a:cubicBezTo>
                    <a:cubicBezTo>
                      <a:pt x="94930" y="80601"/>
                      <a:pt x="94034" y="81496"/>
                      <a:pt x="94034" y="82840"/>
                    </a:cubicBezTo>
                    <a:lnTo>
                      <a:pt x="94034" y="136573"/>
                    </a:lnTo>
                    <a:cubicBezTo>
                      <a:pt x="94034" y="137917"/>
                      <a:pt x="94930" y="138812"/>
                      <a:pt x="96273" y="138812"/>
                    </a:cubicBezTo>
                    <a:cubicBezTo>
                      <a:pt x="112393" y="138812"/>
                      <a:pt x="125379" y="125827"/>
                      <a:pt x="125379" y="109707"/>
                    </a:cubicBezTo>
                    <a:lnTo>
                      <a:pt x="125379" y="62689"/>
                    </a:lnTo>
                    <a:cubicBezTo>
                      <a:pt x="125379" y="28210"/>
                      <a:pt x="97169" y="0"/>
                      <a:pt x="62689" y="0"/>
                    </a:cubicBezTo>
                    <a:close/>
                    <a:moveTo>
                      <a:pt x="26867" y="85079"/>
                    </a:moveTo>
                    <a:lnTo>
                      <a:pt x="26867" y="134335"/>
                    </a:lnTo>
                    <a:cubicBezTo>
                      <a:pt x="14329" y="132991"/>
                      <a:pt x="4478" y="122692"/>
                      <a:pt x="4478" y="109707"/>
                    </a:cubicBezTo>
                    <a:cubicBezTo>
                      <a:pt x="4478" y="96721"/>
                      <a:pt x="14329" y="86422"/>
                      <a:pt x="26867" y="85079"/>
                    </a:cubicBezTo>
                    <a:close/>
                    <a:moveTo>
                      <a:pt x="98512" y="134335"/>
                    </a:moveTo>
                    <a:lnTo>
                      <a:pt x="98512" y="85079"/>
                    </a:lnTo>
                    <a:cubicBezTo>
                      <a:pt x="111050" y="86422"/>
                      <a:pt x="120901" y="96721"/>
                      <a:pt x="120901" y="109707"/>
                    </a:cubicBezTo>
                    <a:cubicBezTo>
                      <a:pt x="120901" y="122692"/>
                      <a:pt x="111050" y="132991"/>
                      <a:pt x="98512" y="13433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95" name="Freeform: Shape 4191">
                <a:extLst>
                  <a:ext uri="{FF2B5EF4-FFF2-40B4-BE49-F238E27FC236}">
                    <a16:creationId xmlns:a16="http://schemas.microsoft.com/office/drawing/2014/main" id="{EC0B2D15-07CF-1F22-AA33-1A8C5B4BCD93}"/>
                  </a:ext>
                  <a:ext uri="{C183D7F6-B498-43B3-948B-1728B52AA6E4}">
                    <adec:decorative xmlns:adec="http://schemas.microsoft.com/office/drawing/2017/decorative" val="1"/>
                  </a:ext>
                </a:extLst>
              </p:cNvPr>
              <p:cNvSpPr>
                <a:spLocks noChangeAspect="1"/>
              </p:cNvSpPr>
              <p:nvPr/>
            </p:nvSpPr>
            <p:spPr>
              <a:xfrm>
                <a:off x="1101054" y="3326390"/>
                <a:ext cx="98512" cy="143290"/>
              </a:xfrm>
              <a:custGeom>
                <a:avLst/>
                <a:gdLst>
                  <a:gd name="connsiteX0" fmla="*/ 49256 w 98511"/>
                  <a:gd name="connsiteY0" fmla="*/ 0 h 143290"/>
                  <a:gd name="connsiteX1" fmla="*/ 0 w 98511"/>
                  <a:gd name="connsiteY1" fmla="*/ 49256 h 143290"/>
                  <a:gd name="connsiteX2" fmla="*/ 0 w 98511"/>
                  <a:gd name="connsiteY2" fmla="*/ 85974 h 143290"/>
                  <a:gd name="connsiteX3" fmla="*/ 0 w 98511"/>
                  <a:gd name="connsiteY3" fmla="*/ 86870 h 143290"/>
                  <a:gd name="connsiteX4" fmla="*/ 22837 w 98511"/>
                  <a:gd name="connsiteY4" fmla="*/ 108363 h 143290"/>
                  <a:gd name="connsiteX5" fmla="*/ 25076 w 98511"/>
                  <a:gd name="connsiteY5" fmla="*/ 106124 h 143290"/>
                  <a:gd name="connsiteX6" fmla="*/ 25076 w 98511"/>
                  <a:gd name="connsiteY6" fmla="*/ 64481 h 143290"/>
                  <a:gd name="connsiteX7" fmla="*/ 22837 w 98511"/>
                  <a:gd name="connsiteY7" fmla="*/ 62242 h 143290"/>
                  <a:gd name="connsiteX8" fmla="*/ 4478 w 98511"/>
                  <a:gd name="connsiteY8" fmla="*/ 71645 h 143290"/>
                  <a:gd name="connsiteX9" fmla="*/ 4478 w 98511"/>
                  <a:gd name="connsiteY9" fmla="*/ 49256 h 143290"/>
                  <a:gd name="connsiteX10" fmla="*/ 49256 w 98511"/>
                  <a:gd name="connsiteY10" fmla="*/ 4478 h 143290"/>
                  <a:gd name="connsiteX11" fmla="*/ 94034 w 98511"/>
                  <a:gd name="connsiteY11" fmla="*/ 49256 h 143290"/>
                  <a:gd name="connsiteX12" fmla="*/ 94034 w 98511"/>
                  <a:gd name="connsiteY12" fmla="*/ 71645 h 143290"/>
                  <a:gd name="connsiteX13" fmla="*/ 75675 w 98511"/>
                  <a:gd name="connsiteY13" fmla="*/ 62242 h 143290"/>
                  <a:gd name="connsiteX14" fmla="*/ 73436 w 98511"/>
                  <a:gd name="connsiteY14" fmla="*/ 64481 h 143290"/>
                  <a:gd name="connsiteX15" fmla="*/ 73436 w 98511"/>
                  <a:gd name="connsiteY15" fmla="*/ 106124 h 143290"/>
                  <a:gd name="connsiteX16" fmla="*/ 75675 w 98511"/>
                  <a:gd name="connsiteY16" fmla="*/ 108363 h 143290"/>
                  <a:gd name="connsiteX17" fmla="*/ 92691 w 98511"/>
                  <a:gd name="connsiteY17" fmla="*/ 100303 h 143290"/>
                  <a:gd name="connsiteX18" fmla="*/ 58212 w 98511"/>
                  <a:gd name="connsiteY18" fmla="*/ 133887 h 143290"/>
                  <a:gd name="connsiteX19" fmla="*/ 58212 w 98511"/>
                  <a:gd name="connsiteY19" fmla="*/ 129857 h 143290"/>
                  <a:gd name="connsiteX20" fmla="*/ 55973 w 98511"/>
                  <a:gd name="connsiteY20" fmla="*/ 127618 h 143290"/>
                  <a:gd name="connsiteX21" fmla="*/ 42539 w 98511"/>
                  <a:gd name="connsiteY21" fmla="*/ 127618 h 143290"/>
                  <a:gd name="connsiteX22" fmla="*/ 40300 w 98511"/>
                  <a:gd name="connsiteY22" fmla="*/ 129857 h 143290"/>
                  <a:gd name="connsiteX23" fmla="*/ 40300 w 98511"/>
                  <a:gd name="connsiteY23" fmla="*/ 143290 h 143290"/>
                  <a:gd name="connsiteX24" fmla="*/ 42539 w 98511"/>
                  <a:gd name="connsiteY24" fmla="*/ 145529 h 143290"/>
                  <a:gd name="connsiteX25" fmla="*/ 55973 w 98511"/>
                  <a:gd name="connsiteY25" fmla="*/ 145529 h 143290"/>
                  <a:gd name="connsiteX26" fmla="*/ 58212 w 98511"/>
                  <a:gd name="connsiteY26" fmla="*/ 143290 h 143290"/>
                  <a:gd name="connsiteX27" fmla="*/ 58212 w 98511"/>
                  <a:gd name="connsiteY27" fmla="*/ 138365 h 143290"/>
                  <a:gd name="connsiteX28" fmla="*/ 98512 w 98511"/>
                  <a:gd name="connsiteY28" fmla="*/ 89556 h 143290"/>
                  <a:gd name="connsiteX29" fmla="*/ 98512 w 98511"/>
                  <a:gd name="connsiteY29" fmla="*/ 85974 h 143290"/>
                  <a:gd name="connsiteX30" fmla="*/ 98512 w 98511"/>
                  <a:gd name="connsiteY30" fmla="*/ 85079 h 143290"/>
                  <a:gd name="connsiteX31" fmla="*/ 98512 w 98511"/>
                  <a:gd name="connsiteY31" fmla="*/ 49256 h 143290"/>
                  <a:gd name="connsiteX32" fmla="*/ 49256 w 98511"/>
                  <a:gd name="connsiteY32" fmla="*/ 0 h 143290"/>
                  <a:gd name="connsiteX33" fmla="*/ 20598 w 98511"/>
                  <a:gd name="connsiteY33" fmla="*/ 66719 h 143290"/>
                  <a:gd name="connsiteX34" fmla="*/ 20598 w 98511"/>
                  <a:gd name="connsiteY34" fmla="*/ 103438 h 143290"/>
                  <a:gd name="connsiteX35" fmla="*/ 4478 w 98511"/>
                  <a:gd name="connsiteY35" fmla="*/ 85079 h 143290"/>
                  <a:gd name="connsiteX36" fmla="*/ 20598 w 98511"/>
                  <a:gd name="connsiteY36" fmla="*/ 66719 h 143290"/>
                  <a:gd name="connsiteX37" fmla="*/ 53734 w 98511"/>
                  <a:gd name="connsiteY37" fmla="*/ 141051 h 143290"/>
                  <a:gd name="connsiteX38" fmla="*/ 44778 w 98511"/>
                  <a:gd name="connsiteY38" fmla="*/ 141051 h 143290"/>
                  <a:gd name="connsiteX39" fmla="*/ 44778 w 98511"/>
                  <a:gd name="connsiteY39" fmla="*/ 132096 h 143290"/>
                  <a:gd name="connsiteX40" fmla="*/ 53734 w 98511"/>
                  <a:gd name="connsiteY40" fmla="*/ 132096 h 143290"/>
                  <a:gd name="connsiteX41" fmla="*/ 53734 w 98511"/>
                  <a:gd name="connsiteY41" fmla="*/ 141051 h 143290"/>
                  <a:gd name="connsiteX42" fmla="*/ 77466 w 98511"/>
                  <a:gd name="connsiteY42" fmla="*/ 103885 h 143290"/>
                  <a:gd name="connsiteX43" fmla="*/ 77466 w 98511"/>
                  <a:gd name="connsiteY43" fmla="*/ 67167 h 143290"/>
                  <a:gd name="connsiteX44" fmla="*/ 93586 w 98511"/>
                  <a:gd name="connsiteY44" fmla="*/ 85526 h 143290"/>
                  <a:gd name="connsiteX45" fmla="*/ 77466 w 98511"/>
                  <a:gd name="connsiteY45" fmla="*/ 103885 h 14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8511" h="143290">
                    <a:moveTo>
                      <a:pt x="49256" y="0"/>
                    </a:moveTo>
                    <a:cubicBezTo>
                      <a:pt x="21941" y="0"/>
                      <a:pt x="0" y="21941"/>
                      <a:pt x="0" y="49256"/>
                    </a:cubicBezTo>
                    <a:lnTo>
                      <a:pt x="0" y="85974"/>
                    </a:lnTo>
                    <a:cubicBezTo>
                      <a:pt x="0" y="86422"/>
                      <a:pt x="0" y="86422"/>
                      <a:pt x="0" y="86870"/>
                    </a:cubicBezTo>
                    <a:cubicBezTo>
                      <a:pt x="896" y="98960"/>
                      <a:pt x="10747" y="108363"/>
                      <a:pt x="22837" y="108363"/>
                    </a:cubicBezTo>
                    <a:cubicBezTo>
                      <a:pt x="24180" y="108363"/>
                      <a:pt x="25076" y="107468"/>
                      <a:pt x="25076" y="106124"/>
                    </a:cubicBezTo>
                    <a:lnTo>
                      <a:pt x="25076" y="64481"/>
                    </a:lnTo>
                    <a:cubicBezTo>
                      <a:pt x="25076" y="63137"/>
                      <a:pt x="24180" y="62242"/>
                      <a:pt x="22837" y="62242"/>
                    </a:cubicBezTo>
                    <a:cubicBezTo>
                      <a:pt x="15225" y="62242"/>
                      <a:pt x="8508" y="65824"/>
                      <a:pt x="4478" y="71645"/>
                    </a:cubicBezTo>
                    <a:lnTo>
                      <a:pt x="4478" y="49256"/>
                    </a:lnTo>
                    <a:cubicBezTo>
                      <a:pt x="4478" y="24628"/>
                      <a:pt x="24628" y="4478"/>
                      <a:pt x="49256" y="4478"/>
                    </a:cubicBezTo>
                    <a:cubicBezTo>
                      <a:pt x="73884" y="4478"/>
                      <a:pt x="94034" y="24628"/>
                      <a:pt x="94034" y="49256"/>
                    </a:cubicBezTo>
                    <a:lnTo>
                      <a:pt x="94034" y="71645"/>
                    </a:lnTo>
                    <a:cubicBezTo>
                      <a:pt x="90004" y="65824"/>
                      <a:pt x="83287" y="62242"/>
                      <a:pt x="75675" y="62242"/>
                    </a:cubicBezTo>
                    <a:cubicBezTo>
                      <a:pt x="74332" y="62242"/>
                      <a:pt x="73436" y="63137"/>
                      <a:pt x="73436" y="64481"/>
                    </a:cubicBezTo>
                    <a:lnTo>
                      <a:pt x="73436" y="106124"/>
                    </a:lnTo>
                    <a:cubicBezTo>
                      <a:pt x="73436" y="107468"/>
                      <a:pt x="74332" y="108363"/>
                      <a:pt x="75675" y="108363"/>
                    </a:cubicBezTo>
                    <a:cubicBezTo>
                      <a:pt x="82392" y="108363"/>
                      <a:pt x="88661" y="105229"/>
                      <a:pt x="92691" y="100303"/>
                    </a:cubicBezTo>
                    <a:cubicBezTo>
                      <a:pt x="88661" y="116871"/>
                      <a:pt x="75227" y="130305"/>
                      <a:pt x="58212" y="133887"/>
                    </a:cubicBezTo>
                    <a:lnTo>
                      <a:pt x="58212" y="129857"/>
                    </a:lnTo>
                    <a:cubicBezTo>
                      <a:pt x="58212" y="128513"/>
                      <a:pt x="57316" y="127618"/>
                      <a:pt x="55973" y="127618"/>
                    </a:cubicBezTo>
                    <a:lnTo>
                      <a:pt x="42539" y="127618"/>
                    </a:lnTo>
                    <a:cubicBezTo>
                      <a:pt x="41196" y="127618"/>
                      <a:pt x="40300" y="128513"/>
                      <a:pt x="40300" y="129857"/>
                    </a:cubicBezTo>
                    <a:lnTo>
                      <a:pt x="40300" y="143290"/>
                    </a:lnTo>
                    <a:cubicBezTo>
                      <a:pt x="40300" y="144633"/>
                      <a:pt x="41196" y="145529"/>
                      <a:pt x="42539" y="145529"/>
                    </a:cubicBezTo>
                    <a:lnTo>
                      <a:pt x="55973" y="145529"/>
                    </a:lnTo>
                    <a:cubicBezTo>
                      <a:pt x="57316" y="145529"/>
                      <a:pt x="58212" y="144633"/>
                      <a:pt x="58212" y="143290"/>
                    </a:cubicBezTo>
                    <a:lnTo>
                      <a:pt x="58212" y="138365"/>
                    </a:lnTo>
                    <a:cubicBezTo>
                      <a:pt x="81496" y="133887"/>
                      <a:pt x="98512" y="113289"/>
                      <a:pt x="98512" y="89556"/>
                    </a:cubicBezTo>
                    <a:lnTo>
                      <a:pt x="98512" y="85974"/>
                    </a:lnTo>
                    <a:lnTo>
                      <a:pt x="98512" y="85079"/>
                    </a:lnTo>
                    <a:lnTo>
                      <a:pt x="98512" y="49256"/>
                    </a:lnTo>
                    <a:cubicBezTo>
                      <a:pt x="98512" y="22389"/>
                      <a:pt x="76123" y="0"/>
                      <a:pt x="49256" y="0"/>
                    </a:cubicBezTo>
                    <a:close/>
                    <a:moveTo>
                      <a:pt x="20598" y="66719"/>
                    </a:moveTo>
                    <a:lnTo>
                      <a:pt x="20598" y="103438"/>
                    </a:lnTo>
                    <a:cubicBezTo>
                      <a:pt x="11195" y="102542"/>
                      <a:pt x="4478" y="94482"/>
                      <a:pt x="4478" y="85079"/>
                    </a:cubicBezTo>
                    <a:cubicBezTo>
                      <a:pt x="4478" y="75675"/>
                      <a:pt x="11642" y="68063"/>
                      <a:pt x="20598" y="66719"/>
                    </a:cubicBezTo>
                    <a:close/>
                    <a:moveTo>
                      <a:pt x="53734" y="141051"/>
                    </a:moveTo>
                    <a:lnTo>
                      <a:pt x="44778" y="141051"/>
                    </a:lnTo>
                    <a:lnTo>
                      <a:pt x="44778" y="132096"/>
                    </a:lnTo>
                    <a:lnTo>
                      <a:pt x="53734" y="132096"/>
                    </a:lnTo>
                    <a:lnTo>
                      <a:pt x="53734" y="141051"/>
                    </a:lnTo>
                    <a:close/>
                    <a:moveTo>
                      <a:pt x="77466" y="103885"/>
                    </a:moveTo>
                    <a:lnTo>
                      <a:pt x="77466" y="67167"/>
                    </a:lnTo>
                    <a:cubicBezTo>
                      <a:pt x="86870" y="68063"/>
                      <a:pt x="93586" y="76123"/>
                      <a:pt x="93586" y="85526"/>
                    </a:cubicBezTo>
                    <a:cubicBezTo>
                      <a:pt x="94034" y="94930"/>
                      <a:pt x="86870" y="102542"/>
                      <a:pt x="77466" y="10388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296" name="Group 4192">
                <a:extLst>
                  <a:ext uri="{FF2B5EF4-FFF2-40B4-BE49-F238E27FC236}">
                    <a16:creationId xmlns:a16="http://schemas.microsoft.com/office/drawing/2014/main" id="{3CCDB0AA-6EB8-C200-469F-7B953082CF3D}"/>
                  </a:ext>
                  <a:ext uri="{C183D7F6-B498-43B3-948B-1728B52AA6E4}">
                    <adec:decorative xmlns:adec="http://schemas.microsoft.com/office/drawing/2017/decorative" val="1"/>
                  </a:ext>
                </a:extLst>
              </p:cNvPr>
              <p:cNvGrpSpPr>
                <a:grpSpLocks noChangeAspect="1"/>
              </p:cNvGrpSpPr>
              <p:nvPr/>
            </p:nvGrpSpPr>
            <p:grpSpPr>
              <a:xfrm>
                <a:off x="798353" y="1729600"/>
                <a:ext cx="152246" cy="111945"/>
                <a:chOff x="839107" y="994161"/>
                <a:chExt cx="152246" cy="111945"/>
              </a:xfrm>
            </p:grpSpPr>
            <p:sp>
              <p:nvSpPr>
                <p:cNvPr id="297" name="Freeform: Shape 4193">
                  <a:extLst>
                    <a:ext uri="{FF2B5EF4-FFF2-40B4-BE49-F238E27FC236}">
                      <a16:creationId xmlns:a16="http://schemas.microsoft.com/office/drawing/2014/main" id="{F0F5745D-9B81-1B76-9C87-FED5C6468DD5}"/>
                    </a:ext>
                  </a:extLst>
                </p:cNvPr>
                <p:cNvSpPr/>
                <p:nvPr/>
              </p:nvSpPr>
              <p:spPr>
                <a:xfrm>
                  <a:off x="839107" y="994161"/>
                  <a:ext cx="152246" cy="111945"/>
                </a:xfrm>
                <a:custGeom>
                  <a:avLst/>
                  <a:gdLst>
                    <a:gd name="connsiteX0" fmla="*/ 136573 w 152245"/>
                    <a:gd name="connsiteY0" fmla="*/ 111945 h 111945"/>
                    <a:gd name="connsiteX1" fmla="*/ 15672 w 152245"/>
                    <a:gd name="connsiteY1" fmla="*/ 111945 h 111945"/>
                    <a:gd name="connsiteX2" fmla="*/ 0 w 152245"/>
                    <a:gd name="connsiteY2" fmla="*/ 96273 h 111945"/>
                    <a:gd name="connsiteX3" fmla="*/ 0 w 152245"/>
                    <a:gd name="connsiteY3" fmla="*/ 15672 h 111945"/>
                    <a:gd name="connsiteX4" fmla="*/ 15672 w 152245"/>
                    <a:gd name="connsiteY4" fmla="*/ 0 h 111945"/>
                    <a:gd name="connsiteX5" fmla="*/ 62689 w 152245"/>
                    <a:gd name="connsiteY5" fmla="*/ 0 h 111945"/>
                    <a:gd name="connsiteX6" fmla="*/ 71645 w 152245"/>
                    <a:gd name="connsiteY6" fmla="*/ 8956 h 111945"/>
                    <a:gd name="connsiteX7" fmla="*/ 76123 w 152245"/>
                    <a:gd name="connsiteY7" fmla="*/ 13433 h 111945"/>
                    <a:gd name="connsiteX8" fmla="*/ 136573 w 152245"/>
                    <a:gd name="connsiteY8" fmla="*/ 13433 h 111945"/>
                    <a:gd name="connsiteX9" fmla="*/ 152246 w 152245"/>
                    <a:gd name="connsiteY9" fmla="*/ 29106 h 111945"/>
                    <a:gd name="connsiteX10" fmla="*/ 152246 w 152245"/>
                    <a:gd name="connsiteY10" fmla="*/ 96273 h 111945"/>
                    <a:gd name="connsiteX11" fmla="*/ 136573 w 152245"/>
                    <a:gd name="connsiteY11" fmla="*/ 111945 h 111945"/>
                    <a:gd name="connsiteX12" fmla="*/ 15672 w 152245"/>
                    <a:gd name="connsiteY12" fmla="*/ 4478 h 111945"/>
                    <a:gd name="connsiteX13" fmla="*/ 4478 w 152245"/>
                    <a:gd name="connsiteY13" fmla="*/ 15672 h 111945"/>
                    <a:gd name="connsiteX14" fmla="*/ 4478 w 152245"/>
                    <a:gd name="connsiteY14" fmla="*/ 96273 h 111945"/>
                    <a:gd name="connsiteX15" fmla="*/ 15672 w 152245"/>
                    <a:gd name="connsiteY15" fmla="*/ 107468 h 111945"/>
                    <a:gd name="connsiteX16" fmla="*/ 136573 w 152245"/>
                    <a:gd name="connsiteY16" fmla="*/ 107468 h 111945"/>
                    <a:gd name="connsiteX17" fmla="*/ 147768 w 152245"/>
                    <a:gd name="connsiteY17" fmla="*/ 96273 h 111945"/>
                    <a:gd name="connsiteX18" fmla="*/ 147768 w 152245"/>
                    <a:gd name="connsiteY18" fmla="*/ 29106 h 111945"/>
                    <a:gd name="connsiteX19" fmla="*/ 136573 w 152245"/>
                    <a:gd name="connsiteY19" fmla="*/ 17911 h 111945"/>
                    <a:gd name="connsiteX20" fmla="*/ 76123 w 152245"/>
                    <a:gd name="connsiteY20" fmla="*/ 17911 h 111945"/>
                    <a:gd name="connsiteX21" fmla="*/ 67167 w 152245"/>
                    <a:gd name="connsiteY21" fmla="*/ 8956 h 111945"/>
                    <a:gd name="connsiteX22" fmla="*/ 62689 w 152245"/>
                    <a:gd name="connsiteY22" fmla="*/ 4478 h 111945"/>
                    <a:gd name="connsiteX23" fmla="*/ 15672 w 152245"/>
                    <a:gd name="connsiteY23" fmla="*/ 4478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2245" h="111945">
                      <a:moveTo>
                        <a:pt x="136573" y="111945"/>
                      </a:moveTo>
                      <a:lnTo>
                        <a:pt x="15672" y="111945"/>
                      </a:lnTo>
                      <a:cubicBezTo>
                        <a:pt x="7165" y="111945"/>
                        <a:pt x="0" y="104781"/>
                        <a:pt x="0" y="96273"/>
                      </a:cubicBezTo>
                      <a:lnTo>
                        <a:pt x="0" y="15672"/>
                      </a:lnTo>
                      <a:cubicBezTo>
                        <a:pt x="0" y="7165"/>
                        <a:pt x="7165" y="0"/>
                        <a:pt x="15672" y="0"/>
                      </a:cubicBezTo>
                      <a:lnTo>
                        <a:pt x="62689" y="0"/>
                      </a:lnTo>
                      <a:cubicBezTo>
                        <a:pt x="67615" y="0"/>
                        <a:pt x="71645" y="4030"/>
                        <a:pt x="71645" y="8956"/>
                      </a:cubicBezTo>
                      <a:cubicBezTo>
                        <a:pt x="71645" y="11642"/>
                        <a:pt x="73436" y="13433"/>
                        <a:pt x="76123" y="13433"/>
                      </a:cubicBezTo>
                      <a:lnTo>
                        <a:pt x="136573" y="13433"/>
                      </a:lnTo>
                      <a:cubicBezTo>
                        <a:pt x="145081" y="13433"/>
                        <a:pt x="152246" y="20598"/>
                        <a:pt x="152246" y="29106"/>
                      </a:cubicBezTo>
                      <a:lnTo>
                        <a:pt x="152246" y="96273"/>
                      </a:lnTo>
                      <a:cubicBezTo>
                        <a:pt x="152246" y="104781"/>
                        <a:pt x="145081" y="111945"/>
                        <a:pt x="136573" y="111945"/>
                      </a:cubicBezTo>
                      <a:close/>
                      <a:moveTo>
                        <a:pt x="15672" y="4478"/>
                      </a:moveTo>
                      <a:cubicBezTo>
                        <a:pt x="9403" y="4478"/>
                        <a:pt x="4478" y="9403"/>
                        <a:pt x="4478" y="15672"/>
                      </a:cubicBezTo>
                      <a:lnTo>
                        <a:pt x="4478" y="96273"/>
                      </a:lnTo>
                      <a:cubicBezTo>
                        <a:pt x="4478" y="102542"/>
                        <a:pt x="9403" y="107468"/>
                        <a:pt x="15672" y="107468"/>
                      </a:cubicBezTo>
                      <a:lnTo>
                        <a:pt x="136573" y="107468"/>
                      </a:lnTo>
                      <a:cubicBezTo>
                        <a:pt x="142842" y="107468"/>
                        <a:pt x="147768" y="102542"/>
                        <a:pt x="147768" y="96273"/>
                      </a:cubicBezTo>
                      <a:lnTo>
                        <a:pt x="147768" y="29106"/>
                      </a:lnTo>
                      <a:cubicBezTo>
                        <a:pt x="147768" y="22837"/>
                        <a:pt x="142842" y="17911"/>
                        <a:pt x="136573" y="17911"/>
                      </a:cubicBezTo>
                      <a:lnTo>
                        <a:pt x="76123" y="17911"/>
                      </a:lnTo>
                      <a:cubicBezTo>
                        <a:pt x="71197" y="17911"/>
                        <a:pt x="67167" y="13881"/>
                        <a:pt x="67167" y="8956"/>
                      </a:cubicBezTo>
                      <a:cubicBezTo>
                        <a:pt x="67167" y="6269"/>
                        <a:pt x="65376" y="4478"/>
                        <a:pt x="62689" y="4478"/>
                      </a:cubicBezTo>
                      <a:lnTo>
                        <a:pt x="15672"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98" name="Freeform: Shape 4194">
                  <a:extLst>
                    <a:ext uri="{FF2B5EF4-FFF2-40B4-BE49-F238E27FC236}">
                      <a16:creationId xmlns:a16="http://schemas.microsoft.com/office/drawing/2014/main" id="{6C087C97-5B32-0DE5-EBFA-8C33B86CDB79}"/>
                    </a:ext>
                  </a:extLst>
                </p:cNvPr>
                <p:cNvSpPr/>
                <p:nvPr/>
              </p:nvSpPr>
              <p:spPr>
                <a:xfrm>
                  <a:off x="886125" y="1021364"/>
                  <a:ext cx="58212" cy="67167"/>
                </a:xfrm>
                <a:custGeom>
                  <a:avLst/>
                  <a:gdLst>
                    <a:gd name="connsiteX0" fmla="*/ 29106 w 58211"/>
                    <a:gd name="connsiteY0" fmla="*/ 71309 h 67167"/>
                    <a:gd name="connsiteX1" fmla="*/ 28210 w 58211"/>
                    <a:gd name="connsiteY1" fmla="*/ 71309 h 67167"/>
                    <a:gd name="connsiteX2" fmla="*/ 12986 w 58211"/>
                    <a:gd name="connsiteY2" fmla="*/ 65040 h 67167"/>
                    <a:gd name="connsiteX3" fmla="*/ 0 w 58211"/>
                    <a:gd name="connsiteY3" fmla="*/ 45786 h 67167"/>
                    <a:gd name="connsiteX4" fmla="*/ 0 w 58211"/>
                    <a:gd name="connsiteY4" fmla="*/ 13993 h 67167"/>
                    <a:gd name="connsiteX5" fmla="*/ 2239 w 58211"/>
                    <a:gd name="connsiteY5" fmla="*/ 11754 h 67167"/>
                    <a:gd name="connsiteX6" fmla="*/ 10299 w 58211"/>
                    <a:gd name="connsiteY6" fmla="*/ 11754 h 67167"/>
                    <a:gd name="connsiteX7" fmla="*/ 26419 w 58211"/>
                    <a:gd name="connsiteY7" fmla="*/ 1903 h 67167"/>
                    <a:gd name="connsiteX8" fmla="*/ 26867 w 58211"/>
                    <a:gd name="connsiteY8" fmla="*/ 1008 h 67167"/>
                    <a:gd name="connsiteX9" fmla="*/ 30897 w 58211"/>
                    <a:gd name="connsiteY9" fmla="*/ 1008 h 67167"/>
                    <a:gd name="connsiteX10" fmla="*/ 31345 w 58211"/>
                    <a:gd name="connsiteY10" fmla="*/ 1903 h 67167"/>
                    <a:gd name="connsiteX11" fmla="*/ 47465 w 58211"/>
                    <a:gd name="connsiteY11" fmla="*/ 11754 h 67167"/>
                    <a:gd name="connsiteX12" fmla="*/ 55973 w 58211"/>
                    <a:gd name="connsiteY12" fmla="*/ 11754 h 67167"/>
                    <a:gd name="connsiteX13" fmla="*/ 58212 w 58211"/>
                    <a:gd name="connsiteY13" fmla="*/ 13993 h 67167"/>
                    <a:gd name="connsiteX14" fmla="*/ 58212 w 58211"/>
                    <a:gd name="connsiteY14" fmla="*/ 45786 h 67167"/>
                    <a:gd name="connsiteX15" fmla="*/ 45226 w 58211"/>
                    <a:gd name="connsiteY15" fmla="*/ 65040 h 67167"/>
                    <a:gd name="connsiteX16" fmla="*/ 45226 w 58211"/>
                    <a:gd name="connsiteY16" fmla="*/ 65040 h 67167"/>
                    <a:gd name="connsiteX17" fmla="*/ 30001 w 58211"/>
                    <a:gd name="connsiteY17" fmla="*/ 71309 h 67167"/>
                    <a:gd name="connsiteX18" fmla="*/ 29106 w 58211"/>
                    <a:gd name="connsiteY18" fmla="*/ 71309 h 67167"/>
                    <a:gd name="connsiteX19" fmla="*/ 4478 w 58211"/>
                    <a:gd name="connsiteY19" fmla="*/ 16232 h 67167"/>
                    <a:gd name="connsiteX20" fmla="*/ 4478 w 58211"/>
                    <a:gd name="connsiteY20" fmla="*/ 45786 h 67167"/>
                    <a:gd name="connsiteX21" fmla="*/ 14777 w 58211"/>
                    <a:gd name="connsiteY21" fmla="*/ 61010 h 67167"/>
                    <a:gd name="connsiteX22" fmla="*/ 29106 w 58211"/>
                    <a:gd name="connsiteY22" fmla="*/ 66831 h 67167"/>
                    <a:gd name="connsiteX23" fmla="*/ 43435 w 58211"/>
                    <a:gd name="connsiteY23" fmla="*/ 61010 h 67167"/>
                    <a:gd name="connsiteX24" fmla="*/ 53734 w 58211"/>
                    <a:gd name="connsiteY24" fmla="*/ 45786 h 67167"/>
                    <a:gd name="connsiteX25" fmla="*/ 53734 w 58211"/>
                    <a:gd name="connsiteY25" fmla="*/ 16232 h 67167"/>
                    <a:gd name="connsiteX26" fmla="*/ 47913 w 58211"/>
                    <a:gd name="connsiteY26" fmla="*/ 16232 h 67167"/>
                    <a:gd name="connsiteX27" fmla="*/ 29106 w 58211"/>
                    <a:gd name="connsiteY27" fmla="*/ 6381 h 67167"/>
                    <a:gd name="connsiteX28" fmla="*/ 10299 w 58211"/>
                    <a:gd name="connsiteY28" fmla="*/ 16232 h 67167"/>
                    <a:gd name="connsiteX29" fmla="*/ 4478 w 58211"/>
                    <a:gd name="connsiteY29" fmla="*/ 16232 h 67167"/>
                    <a:gd name="connsiteX30" fmla="*/ 44330 w 58211"/>
                    <a:gd name="connsiteY30" fmla="*/ 63249 h 67167"/>
                    <a:gd name="connsiteX31" fmla="*/ 44330 w 58211"/>
                    <a:gd name="connsiteY31" fmla="*/ 63249 h 67167"/>
                    <a:gd name="connsiteX32" fmla="*/ 44330 w 58211"/>
                    <a:gd name="connsiteY32" fmla="*/ 63249 h 6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8211" h="67167">
                      <a:moveTo>
                        <a:pt x="29106" y="71309"/>
                      </a:moveTo>
                      <a:cubicBezTo>
                        <a:pt x="28658" y="71309"/>
                        <a:pt x="28658" y="71309"/>
                        <a:pt x="28210" y="71309"/>
                      </a:cubicBezTo>
                      <a:lnTo>
                        <a:pt x="12986" y="65040"/>
                      </a:lnTo>
                      <a:cubicBezTo>
                        <a:pt x="4926" y="61906"/>
                        <a:pt x="0" y="54294"/>
                        <a:pt x="0" y="45786"/>
                      </a:cubicBezTo>
                      <a:lnTo>
                        <a:pt x="0" y="13993"/>
                      </a:lnTo>
                      <a:cubicBezTo>
                        <a:pt x="0" y="12650"/>
                        <a:pt x="896" y="11754"/>
                        <a:pt x="2239" y="11754"/>
                      </a:cubicBezTo>
                      <a:lnTo>
                        <a:pt x="10299" y="11754"/>
                      </a:lnTo>
                      <a:cubicBezTo>
                        <a:pt x="17016" y="11754"/>
                        <a:pt x="23285" y="7724"/>
                        <a:pt x="26419" y="1903"/>
                      </a:cubicBezTo>
                      <a:lnTo>
                        <a:pt x="26867" y="1008"/>
                      </a:lnTo>
                      <a:cubicBezTo>
                        <a:pt x="27762" y="-336"/>
                        <a:pt x="30001" y="-336"/>
                        <a:pt x="30897" y="1008"/>
                      </a:cubicBezTo>
                      <a:lnTo>
                        <a:pt x="31345" y="1903"/>
                      </a:lnTo>
                      <a:cubicBezTo>
                        <a:pt x="34479" y="8172"/>
                        <a:pt x="40748" y="11754"/>
                        <a:pt x="47465" y="11754"/>
                      </a:cubicBezTo>
                      <a:lnTo>
                        <a:pt x="55973" y="11754"/>
                      </a:lnTo>
                      <a:cubicBezTo>
                        <a:pt x="57316" y="11754"/>
                        <a:pt x="58212" y="12650"/>
                        <a:pt x="58212" y="13993"/>
                      </a:cubicBezTo>
                      <a:lnTo>
                        <a:pt x="58212" y="45786"/>
                      </a:lnTo>
                      <a:cubicBezTo>
                        <a:pt x="58212" y="54294"/>
                        <a:pt x="53286" y="61906"/>
                        <a:pt x="45226" y="65040"/>
                      </a:cubicBezTo>
                      <a:lnTo>
                        <a:pt x="45226" y="65040"/>
                      </a:lnTo>
                      <a:lnTo>
                        <a:pt x="30001" y="71309"/>
                      </a:lnTo>
                      <a:cubicBezTo>
                        <a:pt x="29554" y="71309"/>
                        <a:pt x="29554" y="71309"/>
                        <a:pt x="29106" y="71309"/>
                      </a:cubicBezTo>
                      <a:close/>
                      <a:moveTo>
                        <a:pt x="4478" y="16232"/>
                      </a:moveTo>
                      <a:lnTo>
                        <a:pt x="4478" y="45786"/>
                      </a:lnTo>
                      <a:cubicBezTo>
                        <a:pt x="4478" y="52502"/>
                        <a:pt x="8508" y="58324"/>
                        <a:pt x="14777" y="61010"/>
                      </a:cubicBezTo>
                      <a:lnTo>
                        <a:pt x="29106" y="66831"/>
                      </a:lnTo>
                      <a:lnTo>
                        <a:pt x="43435" y="61010"/>
                      </a:lnTo>
                      <a:cubicBezTo>
                        <a:pt x="49704" y="58324"/>
                        <a:pt x="53734" y="52502"/>
                        <a:pt x="53734" y="45786"/>
                      </a:cubicBezTo>
                      <a:lnTo>
                        <a:pt x="53734" y="16232"/>
                      </a:lnTo>
                      <a:lnTo>
                        <a:pt x="47913" y="16232"/>
                      </a:lnTo>
                      <a:cubicBezTo>
                        <a:pt x="40300" y="16232"/>
                        <a:pt x="33584" y="12650"/>
                        <a:pt x="29106" y="6381"/>
                      </a:cubicBezTo>
                      <a:cubicBezTo>
                        <a:pt x="25076" y="12650"/>
                        <a:pt x="17911" y="16232"/>
                        <a:pt x="10299" y="16232"/>
                      </a:cubicBezTo>
                      <a:lnTo>
                        <a:pt x="4478" y="16232"/>
                      </a:lnTo>
                      <a:close/>
                      <a:moveTo>
                        <a:pt x="44330" y="63249"/>
                      </a:moveTo>
                      <a:lnTo>
                        <a:pt x="44330" y="63249"/>
                      </a:lnTo>
                      <a:lnTo>
                        <a:pt x="44330" y="6324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99" name="Group 4195">
                <a:extLst>
                  <a:ext uri="{FF2B5EF4-FFF2-40B4-BE49-F238E27FC236}">
                    <a16:creationId xmlns:a16="http://schemas.microsoft.com/office/drawing/2014/main" id="{D5F2F0F0-AA98-3F13-AD9D-005C25F2C426}"/>
                  </a:ext>
                  <a:ext uri="{C183D7F6-B498-43B3-948B-1728B52AA6E4}">
                    <adec:decorative xmlns:adec="http://schemas.microsoft.com/office/drawing/2017/decorative" val="1"/>
                  </a:ext>
                </a:extLst>
              </p:cNvPr>
              <p:cNvGrpSpPr>
                <a:grpSpLocks noChangeAspect="1"/>
              </p:cNvGrpSpPr>
              <p:nvPr/>
            </p:nvGrpSpPr>
            <p:grpSpPr>
              <a:xfrm>
                <a:off x="1857805" y="1729600"/>
                <a:ext cx="152246" cy="111945"/>
                <a:chOff x="1898559" y="994161"/>
                <a:chExt cx="152246" cy="111945"/>
              </a:xfrm>
            </p:grpSpPr>
            <p:sp>
              <p:nvSpPr>
                <p:cNvPr id="300" name="Freeform: Shape 4196">
                  <a:extLst>
                    <a:ext uri="{FF2B5EF4-FFF2-40B4-BE49-F238E27FC236}">
                      <a16:creationId xmlns:a16="http://schemas.microsoft.com/office/drawing/2014/main" id="{A91CEFFE-42D7-C825-B08A-545F776DB32E}"/>
                    </a:ext>
                  </a:extLst>
                </p:cNvPr>
                <p:cNvSpPr/>
                <p:nvPr/>
              </p:nvSpPr>
              <p:spPr>
                <a:xfrm>
                  <a:off x="1898559" y="994161"/>
                  <a:ext cx="152246" cy="111945"/>
                </a:xfrm>
                <a:custGeom>
                  <a:avLst/>
                  <a:gdLst>
                    <a:gd name="connsiteX0" fmla="*/ 136573 w 152245"/>
                    <a:gd name="connsiteY0" fmla="*/ 111945 h 111945"/>
                    <a:gd name="connsiteX1" fmla="*/ 15672 w 152245"/>
                    <a:gd name="connsiteY1" fmla="*/ 111945 h 111945"/>
                    <a:gd name="connsiteX2" fmla="*/ 0 w 152245"/>
                    <a:gd name="connsiteY2" fmla="*/ 96273 h 111945"/>
                    <a:gd name="connsiteX3" fmla="*/ 0 w 152245"/>
                    <a:gd name="connsiteY3" fmla="*/ 15672 h 111945"/>
                    <a:gd name="connsiteX4" fmla="*/ 15672 w 152245"/>
                    <a:gd name="connsiteY4" fmla="*/ 0 h 111945"/>
                    <a:gd name="connsiteX5" fmla="*/ 62689 w 152245"/>
                    <a:gd name="connsiteY5" fmla="*/ 0 h 111945"/>
                    <a:gd name="connsiteX6" fmla="*/ 71645 w 152245"/>
                    <a:gd name="connsiteY6" fmla="*/ 8956 h 111945"/>
                    <a:gd name="connsiteX7" fmla="*/ 76123 w 152245"/>
                    <a:gd name="connsiteY7" fmla="*/ 13433 h 111945"/>
                    <a:gd name="connsiteX8" fmla="*/ 136573 w 152245"/>
                    <a:gd name="connsiteY8" fmla="*/ 13433 h 111945"/>
                    <a:gd name="connsiteX9" fmla="*/ 152246 w 152245"/>
                    <a:gd name="connsiteY9" fmla="*/ 29106 h 111945"/>
                    <a:gd name="connsiteX10" fmla="*/ 152246 w 152245"/>
                    <a:gd name="connsiteY10" fmla="*/ 96273 h 111945"/>
                    <a:gd name="connsiteX11" fmla="*/ 136573 w 152245"/>
                    <a:gd name="connsiteY11" fmla="*/ 111945 h 111945"/>
                    <a:gd name="connsiteX12" fmla="*/ 15672 w 152245"/>
                    <a:gd name="connsiteY12" fmla="*/ 4478 h 111945"/>
                    <a:gd name="connsiteX13" fmla="*/ 4478 w 152245"/>
                    <a:gd name="connsiteY13" fmla="*/ 15672 h 111945"/>
                    <a:gd name="connsiteX14" fmla="*/ 4478 w 152245"/>
                    <a:gd name="connsiteY14" fmla="*/ 96273 h 111945"/>
                    <a:gd name="connsiteX15" fmla="*/ 15672 w 152245"/>
                    <a:gd name="connsiteY15" fmla="*/ 107468 h 111945"/>
                    <a:gd name="connsiteX16" fmla="*/ 136573 w 152245"/>
                    <a:gd name="connsiteY16" fmla="*/ 107468 h 111945"/>
                    <a:gd name="connsiteX17" fmla="*/ 147768 w 152245"/>
                    <a:gd name="connsiteY17" fmla="*/ 96273 h 111945"/>
                    <a:gd name="connsiteX18" fmla="*/ 147768 w 152245"/>
                    <a:gd name="connsiteY18" fmla="*/ 29106 h 111945"/>
                    <a:gd name="connsiteX19" fmla="*/ 136573 w 152245"/>
                    <a:gd name="connsiteY19" fmla="*/ 17911 h 111945"/>
                    <a:gd name="connsiteX20" fmla="*/ 76123 w 152245"/>
                    <a:gd name="connsiteY20" fmla="*/ 17911 h 111945"/>
                    <a:gd name="connsiteX21" fmla="*/ 67167 w 152245"/>
                    <a:gd name="connsiteY21" fmla="*/ 8956 h 111945"/>
                    <a:gd name="connsiteX22" fmla="*/ 62689 w 152245"/>
                    <a:gd name="connsiteY22" fmla="*/ 4478 h 111945"/>
                    <a:gd name="connsiteX23" fmla="*/ 15672 w 152245"/>
                    <a:gd name="connsiteY23" fmla="*/ 4478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2245" h="111945">
                      <a:moveTo>
                        <a:pt x="136573" y="111945"/>
                      </a:moveTo>
                      <a:lnTo>
                        <a:pt x="15672" y="111945"/>
                      </a:lnTo>
                      <a:cubicBezTo>
                        <a:pt x="7165" y="111945"/>
                        <a:pt x="0" y="104781"/>
                        <a:pt x="0" y="96273"/>
                      </a:cubicBezTo>
                      <a:lnTo>
                        <a:pt x="0" y="15672"/>
                      </a:lnTo>
                      <a:cubicBezTo>
                        <a:pt x="0" y="7165"/>
                        <a:pt x="7165" y="0"/>
                        <a:pt x="15672" y="0"/>
                      </a:cubicBezTo>
                      <a:lnTo>
                        <a:pt x="62689" y="0"/>
                      </a:lnTo>
                      <a:cubicBezTo>
                        <a:pt x="67615" y="0"/>
                        <a:pt x="71645" y="4030"/>
                        <a:pt x="71645" y="8956"/>
                      </a:cubicBezTo>
                      <a:cubicBezTo>
                        <a:pt x="71645" y="11642"/>
                        <a:pt x="73436" y="13433"/>
                        <a:pt x="76123" y="13433"/>
                      </a:cubicBezTo>
                      <a:lnTo>
                        <a:pt x="136573" y="13433"/>
                      </a:lnTo>
                      <a:cubicBezTo>
                        <a:pt x="145081" y="13433"/>
                        <a:pt x="152246" y="20598"/>
                        <a:pt x="152246" y="29106"/>
                      </a:cubicBezTo>
                      <a:lnTo>
                        <a:pt x="152246" y="96273"/>
                      </a:lnTo>
                      <a:cubicBezTo>
                        <a:pt x="152246" y="104781"/>
                        <a:pt x="145081" y="111945"/>
                        <a:pt x="136573" y="111945"/>
                      </a:cubicBezTo>
                      <a:close/>
                      <a:moveTo>
                        <a:pt x="15672" y="4478"/>
                      </a:moveTo>
                      <a:cubicBezTo>
                        <a:pt x="9403" y="4478"/>
                        <a:pt x="4478" y="9403"/>
                        <a:pt x="4478" y="15672"/>
                      </a:cubicBezTo>
                      <a:lnTo>
                        <a:pt x="4478" y="96273"/>
                      </a:lnTo>
                      <a:cubicBezTo>
                        <a:pt x="4478" y="102542"/>
                        <a:pt x="9403" y="107468"/>
                        <a:pt x="15672" y="107468"/>
                      </a:cubicBezTo>
                      <a:lnTo>
                        <a:pt x="136573" y="107468"/>
                      </a:lnTo>
                      <a:cubicBezTo>
                        <a:pt x="142842" y="107468"/>
                        <a:pt x="147768" y="102542"/>
                        <a:pt x="147768" y="96273"/>
                      </a:cubicBezTo>
                      <a:lnTo>
                        <a:pt x="147768" y="29106"/>
                      </a:lnTo>
                      <a:cubicBezTo>
                        <a:pt x="147768" y="22837"/>
                        <a:pt x="142842" y="17911"/>
                        <a:pt x="136573" y="17911"/>
                      </a:cubicBezTo>
                      <a:lnTo>
                        <a:pt x="76123" y="17911"/>
                      </a:lnTo>
                      <a:cubicBezTo>
                        <a:pt x="71197" y="17911"/>
                        <a:pt x="67167" y="13881"/>
                        <a:pt x="67167" y="8956"/>
                      </a:cubicBezTo>
                      <a:cubicBezTo>
                        <a:pt x="67167" y="6269"/>
                        <a:pt x="65376" y="4478"/>
                        <a:pt x="62689" y="4478"/>
                      </a:cubicBezTo>
                      <a:lnTo>
                        <a:pt x="15672"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1" name="Freeform: Shape 4197">
                  <a:extLst>
                    <a:ext uri="{FF2B5EF4-FFF2-40B4-BE49-F238E27FC236}">
                      <a16:creationId xmlns:a16="http://schemas.microsoft.com/office/drawing/2014/main" id="{87E53993-8C26-74DA-6064-31ED804589B5}"/>
                    </a:ext>
                  </a:extLst>
                </p:cNvPr>
                <p:cNvSpPr/>
                <p:nvPr/>
              </p:nvSpPr>
              <p:spPr>
                <a:xfrm>
                  <a:off x="1945576" y="1021028"/>
                  <a:ext cx="58212" cy="71645"/>
                </a:xfrm>
                <a:custGeom>
                  <a:avLst/>
                  <a:gdLst>
                    <a:gd name="connsiteX0" fmla="*/ 55973 w 58211"/>
                    <a:gd name="connsiteY0" fmla="*/ 26867 h 71645"/>
                    <a:gd name="connsiteX1" fmla="*/ 51495 w 58211"/>
                    <a:gd name="connsiteY1" fmla="*/ 26867 h 71645"/>
                    <a:gd name="connsiteX2" fmla="*/ 51495 w 58211"/>
                    <a:gd name="connsiteY2" fmla="*/ 22389 h 71645"/>
                    <a:gd name="connsiteX3" fmla="*/ 29106 w 58211"/>
                    <a:gd name="connsiteY3" fmla="*/ 0 h 71645"/>
                    <a:gd name="connsiteX4" fmla="*/ 6717 w 58211"/>
                    <a:gd name="connsiteY4" fmla="*/ 22389 h 71645"/>
                    <a:gd name="connsiteX5" fmla="*/ 6717 w 58211"/>
                    <a:gd name="connsiteY5" fmla="*/ 26867 h 71645"/>
                    <a:gd name="connsiteX6" fmla="*/ 2239 w 58211"/>
                    <a:gd name="connsiteY6" fmla="*/ 26867 h 71645"/>
                    <a:gd name="connsiteX7" fmla="*/ 0 w 58211"/>
                    <a:gd name="connsiteY7" fmla="*/ 29106 h 71645"/>
                    <a:gd name="connsiteX8" fmla="*/ 0 w 58211"/>
                    <a:gd name="connsiteY8" fmla="*/ 69406 h 71645"/>
                    <a:gd name="connsiteX9" fmla="*/ 2239 w 58211"/>
                    <a:gd name="connsiteY9" fmla="*/ 71645 h 71645"/>
                    <a:gd name="connsiteX10" fmla="*/ 55973 w 58211"/>
                    <a:gd name="connsiteY10" fmla="*/ 71645 h 71645"/>
                    <a:gd name="connsiteX11" fmla="*/ 58212 w 58211"/>
                    <a:gd name="connsiteY11" fmla="*/ 69406 h 71645"/>
                    <a:gd name="connsiteX12" fmla="*/ 58212 w 58211"/>
                    <a:gd name="connsiteY12" fmla="*/ 29106 h 71645"/>
                    <a:gd name="connsiteX13" fmla="*/ 55973 w 58211"/>
                    <a:gd name="connsiteY13" fmla="*/ 26867 h 71645"/>
                    <a:gd name="connsiteX14" fmla="*/ 11195 w 58211"/>
                    <a:gd name="connsiteY14" fmla="*/ 22389 h 71645"/>
                    <a:gd name="connsiteX15" fmla="*/ 29106 w 58211"/>
                    <a:gd name="connsiteY15" fmla="*/ 4478 h 71645"/>
                    <a:gd name="connsiteX16" fmla="*/ 47017 w 58211"/>
                    <a:gd name="connsiteY16" fmla="*/ 22389 h 71645"/>
                    <a:gd name="connsiteX17" fmla="*/ 47017 w 58211"/>
                    <a:gd name="connsiteY17" fmla="*/ 26867 h 71645"/>
                    <a:gd name="connsiteX18" fmla="*/ 11195 w 58211"/>
                    <a:gd name="connsiteY18" fmla="*/ 26867 h 71645"/>
                    <a:gd name="connsiteX19" fmla="*/ 11195 w 58211"/>
                    <a:gd name="connsiteY19" fmla="*/ 22389 h 71645"/>
                    <a:gd name="connsiteX20" fmla="*/ 53734 w 58211"/>
                    <a:gd name="connsiteY20" fmla="*/ 67167 h 71645"/>
                    <a:gd name="connsiteX21" fmla="*/ 4478 w 58211"/>
                    <a:gd name="connsiteY21" fmla="*/ 67167 h 71645"/>
                    <a:gd name="connsiteX22" fmla="*/ 4478 w 58211"/>
                    <a:gd name="connsiteY22" fmla="*/ 31345 h 71645"/>
                    <a:gd name="connsiteX23" fmla="*/ 8956 w 58211"/>
                    <a:gd name="connsiteY23" fmla="*/ 31345 h 71645"/>
                    <a:gd name="connsiteX24" fmla="*/ 49256 w 58211"/>
                    <a:gd name="connsiteY24" fmla="*/ 31345 h 71645"/>
                    <a:gd name="connsiteX25" fmla="*/ 53734 w 58211"/>
                    <a:gd name="connsiteY25" fmla="*/ 31345 h 71645"/>
                    <a:gd name="connsiteX26" fmla="*/ 53734 w 58211"/>
                    <a:gd name="connsiteY26" fmla="*/ 67167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211" h="71645">
                      <a:moveTo>
                        <a:pt x="55973" y="26867"/>
                      </a:moveTo>
                      <a:lnTo>
                        <a:pt x="51495" y="26867"/>
                      </a:lnTo>
                      <a:lnTo>
                        <a:pt x="51495" y="22389"/>
                      </a:lnTo>
                      <a:cubicBezTo>
                        <a:pt x="51495" y="9851"/>
                        <a:pt x="41644" y="0"/>
                        <a:pt x="29106" y="0"/>
                      </a:cubicBezTo>
                      <a:cubicBezTo>
                        <a:pt x="16568" y="0"/>
                        <a:pt x="6717" y="9851"/>
                        <a:pt x="6717" y="22389"/>
                      </a:cubicBezTo>
                      <a:lnTo>
                        <a:pt x="6717" y="26867"/>
                      </a:lnTo>
                      <a:lnTo>
                        <a:pt x="2239" y="26867"/>
                      </a:lnTo>
                      <a:cubicBezTo>
                        <a:pt x="895" y="26867"/>
                        <a:pt x="0" y="27762"/>
                        <a:pt x="0" y="29106"/>
                      </a:cubicBezTo>
                      <a:lnTo>
                        <a:pt x="0" y="69406"/>
                      </a:lnTo>
                      <a:cubicBezTo>
                        <a:pt x="0" y="70750"/>
                        <a:pt x="895" y="71645"/>
                        <a:pt x="2239" y="71645"/>
                      </a:cubicBezTo>
                      <a:lnTo>
                        <a:pt x="55973" y="71645"/>
                      </a:lnTo>
                      <a:cubicBezTo>
                        <a:pt x="57316" y="71645"/>
                        <a:pt x="58212" y="70750"/>
                        <a:pt x="58212" y="69406"/>
                      </a:cubicBezTo>
                      <a:lnTo>
                        <a:pt x="58212" y="29106"/>
                      </a:lnTo>
                      <a:cubicBezTo>
                        <a:pt x="58212" y="27762"/>
                        <a:pt x="57316" y="26867"/>
                        <a:pt x="55973" y="26867"/>
                      </a:cubicBezTo>
                      <a:close/>
                      <a:moveTo>
                        <a:pt x="11195" y="22389"/>
                      </a:moveTo>
                      <a:cubicBezTo>
                        <a:pt x="11195" y="12538"/>
                        <a:pt x="19255" y="4478"/>
                        <a:pt x="29106" y="4478"/>
                      </a:cubicBezTo>
                      <a:cubicBezTo>
                        <a:pt x="38957" y="4478"/>
                        <a:pt x="47017" y="12538"/>
                        <a:pt x="47017" y="22389"/>
                      </a:cubicBezTo>
                      <a:lnTo>
                        <a:pt x="47017" y="26867"/>
                      </a:lnTo>
                      <a:lnTo>
                        <a:pt x="11195" y="26867"/>
                      </a:lnTo>
                      <a:lnTo>
                        <a:pt x="11195" y="22389"/>
                      </a:lnTo>
                      <a:close/>
                      <a:moveTo>
                        <a:pt x="53734" y="67167"/>
                      </a:moveTo>
                      <a:lnTo>
                        <a:pt x="4478" y="67167"/>
                      </a:lnTo>
                      <a:lnTo>
                        <a:pt x="4478" y="31345"/>
                      </a:lnTo>
                      <a:lnTo>
                        <a:pt x="8956" y="31345"/>
                      </a:lnTo>
                      <a:lnTo>
                        <a:pt x="49256" y="31345"/>
                      </a:lnTo>
                      <a:lnTo>
                        <a:pt x="53734" y="31345"/>
                      </a:lnTo>
                      <a:lnTo>
                        <a:pt x="53734" y="671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2" name="Freeform: Shape 4198">
                  <a:extLst>
                    <a:ext uri="{FF2B5EF4-FFF2-40B4-BE49-F238E27FC236}">
                      <a16:creationId xmlns:a16="http://schemas.microsoft.com/office/drawing/2014/main" id="{67E8B2A8-6095-0A6E-B179-D2D16FB6D95D}"/>
                    </a:ext>
                  </a:extLst>
                </p:cNvPr>
                <p:cNvSpPr/>
                <p:nvPr/>
              </p:nvSpPr>
              <p:spPr>
                <a:xfrm>
                  <a:off x="1967965" y="1063568"/>
                  <a:ext cx="13433" cy="17911"/>
                </a:xfrm>
                <a:custGeom>
                  <a:avLst/>
                  <a:gdLst>
                    <a:gd name="connsiteX0" fmla="*/ 13433 w 13433"/>
                    <a:gd name="connsiteY0" fmla="*/ 6717 h 17911"/>
                    <a:gd name="connsiteX1" fmla="*/ 6717 w 13433"/>
                    <a:gd name="connsiteY1" fmla="*/ 0 h 17911"/>
                    <a:gd name="connsiteX2" fmla="*/ 0 w 13433"/>
                    <a:gd name="connsiteY2" fmla="*/ 6717 h 17911"/>
                    <a:gd name="connsiteX3" fmla="*/ 4478 w 13433"/>
                    <a:gd name="connsiteY3" fmla="*/ 12986 h 17911"/>
                    <a:gd name="connsiteX4" fmla="*/ 4478 w 13433"/>
                    <a:gd name="connsiteY4" fmla="*/ 20150 h 17911"/>
                    <a:gd name="connsiteX5" fmla="*/ 8956 w 13433"/>
                    <a:gd name="connsiteY5" fmla="*/ 20150 h 17911"/>
                    <a:gd name="connsiteX6" fmla="*/ 8956 w 13433"/>
                    <a:gd name="connsiteY6" fmla="*/ 12986 h 17911"/>
                    <a:gd name="connsiteX7" fmla="*/ 13433 w 13433"/>
                    <a:gd name="connsiteY7" fmla="*/ 6717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17911">
                      <a:moveTo>
                        <a:pt x="13433" y="6717"/>
                      </a:moveTo>
                      <a:cubicBezTo>
                        <a:pt x="13433" y="3134"/>
                        <a:pt x="10299" y="0"/>
                        <a:pt x="6717" y="0"/>
                      </a:cubicBezTo>
                      <a:cubicBezTo>
                        <a:pt x="3134" y="0"/>
                        <a:pt x="0" y="3134"/>
                        <a:pt x="0" y="6717"/>
                      </a:cubicBezTo>
                      <a:cubicBezTo>
                        <a:pt x="0" y="9851"/>
                        <a:pt x="1791" y="12090"/>
                        <a:pt x="4478" y="12986"/>
                      </a:cubicBezTo>
                      <a:lnTo>
                        <a:pt x="4478" y="20150"/>
                      </a:lnTo>
                      <a:lnTo>
                        <a:pt x="8956" y="20150"/>
                      </a:lnTo>
                      <a:lnTo>
                        <a:pt x="8956" y="12986"/>
                      </a:lnTo>
                      <a:cubicBezTo>
                        <a:pt x="11642" y="12090"/>
                        <a:pt x="13433" y="9851"/>
                        <a:pt x="13433"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03" name="Group 4199">
                <a:extLst>
                  <a:ext uri="{FF2B5EF4-FFF2-40B4-BE49-F238E27FC236}">
                    <a16:creationId xmlns:a16="http://schemas.microsoft.com/office/drawing/2014/main" id="{FDB8CB5F-B064-B825-1C42-F583F1C9E80F}"/>
                  </a:ext>
                  <a:ext uri="{C183D7F6-B498-43B3-948B-1728B52AA6E4}">
                    <adec:decorative xmlns:adec="http://schemas.microsoft.com/office/drawing/2017/decorative" val="1"/>
                  </a:ext>
                </a:extLst>
              </p:cNvPr>
              <p:cNvGrpSpPr>
                <a:grpSpLocks noChangeAspect="1"/>
              </p:cNvGrpSpPr>
              <p:nvPr/>
            </p:nvGrpSpPr>
            <p:grpSpPr>
              <a:xfrm>
                <a:off x="3976709" y="1716167"/>
                <a:ext cx="152246" cy="138812"/>
                <a:chOff x="4017463" y="980728"/>
                <a:chExt cx="152246" cy="138812"/>
              </a:xfrm>
            </p:grpSpPr>
            <p:sp>
              <p:nvSpPr>
                <p:cNvPr id="304" name="Freeform: Shape 4200">
                  <a:extLst>
                    <a:ext uri="{FF2B5EF4-FFF2-40B4-BE49-F238E27FC236}">
                      <a16:creationId xmlns:a16="http://schemas.microsoft.com/office/drawing/2014/main" id="{7062052D-453D-BE9D-50DA-765456AD0FC0}"/>
                    </a:ext>
                  </a:extLst>
                </p:cNvPr>
                <p:cNvSpPr/>
                <p:nvPr/>
              </p:nvSpPr>
              <p:spPr>
                <a:xfrm>
                  <a:off x="4017463" y="1007595"/>
                  <a:ext cx="152246" cy="111945"/>
                </a:xfrm>
                <a:custGeom>
                  <a:avLst/>
                  <a:gdLst>
                    <a:gd name="connsiteX0" fmla="*/ 151798 w 152245"/>
                    <a:gd name="connsiteY0" fmla="*/ 41196 h 111945"/>
                    <a:gd name="connsiteX1" fmla="*/ 111498 w 152245"/>
                    <a:gd name="connsiteY1" fmla="*/ 896 h 111945"/>
                    <a:gd name="connsiteX2" fmla="*/ 109707 w 152245"/>
                    <a:gd name="connsiteY2" fmla="*/ 0 h 111945"/>
                    <a:gd name="connsiteX3" fmla="*/ 90452 w 152245"/>
                    <a:gd name="connsiteY3" fmla="*/ 0 h 111945"/>
                    <a:gd name="connsiteX4" fmla="*/ 88213 w 152245"/>
                    <a:gd name="connsiteY4" fmla="*/ 2239 h 111945"/>
                    <a:gd name="connsiteX5" fmla="*/ 88213 w 152245"/>
                    <a:gd name="connsiteY5" fmla="*/ 13433 h 111945"/>
                    <a:gd name="connsiteX6" fmla="*/ 90452 w 152245"/>
                    <a:gd name="connsiteY6" fmla="*/ 15672 h 111945"/>
                    <a:gd name="connsiteX7" fmla="*/ 92691 w 152245"/>
                    <a:gd name="connsiteY7" fmla="*/ 13433 h 111945"/>
                    <a:gd name="connsiteX8" fmla="*/ 92691 w 152245"/>
                    <a:gd name="connsiteY8" fmla="*/ 4478 h 111945"/>
                    <a:gd name="connsiteX9" fmla="*/ 108811 w 152245"/>
                    <a:gd name="connsiteY9" fmla="*/ 4478 h 111945"/>
                    <a:gd name="connsiteX10" fmla="*/ 144633 w 152245"/>
                    <a:gd name="connsiteY10" fmla="*/ 40300 h 111945"/>
                    <a:gd name="connsiteX11" fmla="*/ 123588 w 152245"/>
                    <a:gd name="connsiteY11" fmla="*/ 40300 h 111945"/>
                    <a:gd name="connsiteX12" fmla="*/ 107468 w 152245"/>
                    <a:gd name="connsiteY12" fmla="*/ 56420 h 111945"/>
                    <a:gd name="connsiteX13" fmla="*/ 107468 w 152245"/>
                    <a:gd name="connsiteY13" fmla="*/ 67167 h 111945"/>
                    <a:gd name="connsiteX14" fmla="*/ 44778 w 152245"/>
                    <a:gd name="connsiteY14" fmla="*/ 67167 h 111945"/>
                    <a:gd name="connsiteX15" fmla="*/ 44778 w 152245"/>
                    <a:gd name="connsiteY15" fmla="*/ 56420 h 111945"/>
                    <a:gd name="connsiteX16" fmla="*/ 28658 w 152245"/>
                    <a:gd name="connsiteY16" fmla="*/ 40300 h 111945"/>
                    <a:gd name="connsiteX17" fmla="*/ 7612 w 152245"/>
                    <a:gd name="connsiteY17" fmla="*/ 40300 h 111945"/>
                    <a:gd name="connsiteX18" fmla="*/ 43435 w 152245"/>
                    <a:gd name="connsiteY18" fmla="*/ 4478 h 111945"/>
                    <a:gd name="connsiteX19" fmla="*/ 60003 w 152245"/>
                    <a:gd name="connsiteY19" fmla="*/ 4478 h 111945"/>
                    <a:gd name="connsiteX20" fmla="*/ 60003 w 152245"/>
                    <a:gd name="connsiteY20" fmla="*/ 13433 h 111945"/>
                    <a:gd name="connsiteX21" fmla="*/ 62242 w 152245"/>
                    <a:gd name="connsiteY21" fmla="*/ 15672 h 111945"/>
                    <a:gd name="connsiteX22" fmla="*/ 64481 w 152245"/>
                    <a:gd name="connsiteY22" fmla="*/ 13433 h 111945"/>
                    <a:gd name="connsiteX23" fmla="*/ 64481 w 152245"/>
                    <a:gd name="connsiteY23" fmla="*/ 2239 h 111945"/>
                    <a:gd name="connsiteX24" fmla="*/ 62242 w 152245"/>
                    <a:gd name="connsiteY24" fmla="*/ 0 h 111945"/>
                    <a:gd name="connsiteX25" fmla="*/ 42539 w 152245"/>
                    <a:gd name="connsiteY25" fmla="*/ 0 h 111945"/>
                    <a:gd name="connsiteX26" fmla="*/ 40748 w 152245"/>
                    <a:gd name="connsiteY26" fmla="*/ 448 h 111945"/>
                    <a:gd name="connsiteX27" fmla="*/ 448 w 152245"/>
                    <a:gd name="connsiteY27" fmla="*/ 40748 h 111945"/>
                    <a:gd name="connsiteX28" fmla="*/ 0 w 152245"/>
                    <a:gd name="connsiteY28" fmla="*/ 42539 h 111945"/>
                    <a:gd name="connsiteX29" fmla="*/ 0 w 152245"/>
                    <a:gd name="connsiteY29" fmla="*/ 95825 h 111945"/>
                    <a:gd name="connsiteX30" fmla="*/ 16120 w 152245"/>
                    <a:gd name="connsiteY30" fmla="*/ 111945 h 111945"/>
                    <a:gd name="connsiteX31" fmla="*/ 135678 w 152245"/>
                    <a:gd name="connsiteY31" fmla="*/ 111945 h 111945"/>
                    <a:gd name="connsiteX32" fmla="*/ 151798 w 152245"/>
                    <a:gd name="connsiteY32" fmla="*/ 95825 h 111945"/>
                    <a:gd name="connsiteX33" fmla="*/ 151798 w 152245"/>
                    <a:gd name="connsiteY33" fmla="*/ 42539 h 111945"/>
                    <a:gd name="connsiteX34" fmla="*/ 151798 w 152245"/>
                    <a:gd name="connsiteY34" fmla="*/ 41196 h 111945"/>
                    <a:gd name="connsiteX35" fmla="*/ 136126 w 152245"/>
                    <a:gd name="connsiteY35" fmla="*/ 107468 h 111945"/>
                    <a:gd name="connsiteX36" fmla="*/ 16568 w 152245"/>
                    <a:gd name="connsiteY36" fmla="*/ 107468 h 111945"/>
                    <a:gd name="connsiteX37" fmla="*/ 4926 w 152245"/>
                    <a:gd name="connsiteY37" fmla="*/ 95825 h 111945"/>
                    <a:gd name="connsiteX38" fmla="*/ 4926 w 152245"/>
                    <a:gd name="connsiteY38" fmla="*/ 44778 h 111945"/>
                    <a:gd name="connsiteX39" fmla="*/ 29106 w 152245"/>
                    <a:gd name="connsiteY39" fmla="*/ 44778 h 111945"/>
                    <a:gd name="connsiteX40" fmla="*/ 40748 w 152245"/>
                    <a:gd name="connsiteY40" fmla="*/ 56420 h 111945"/>
                    <a:gd name="connsiteX41" fmla="*/ 40748 w 152245"/>
                    <a:gd name="connsiteY41" fmla="*/ 69406 h 111945"/>
                    <a:gd name="connsiteX42" fmla="*/ 42987 w 152245"/>
                    <a:gd name="connsiteY42" fmla="*/ 71645 h 111945"/>
                    <a:gd name="connsiteX43" fmla="*/ 110154 w 152245"/>
                    <a:gd name="connsiteY43" fmla="*/ 71645 h 111945"/>
                    <a:gd name="connsiteX44" fmla="*/ 112393 w 152245"/>
                    <a:gd name="connsiteY44" fmla="*/ 69406 h 111945"/>
                    <a:gd name="connsiteX45" fmla="*/ 112393 w 152245"/>
                    <a:gd name="connsiteY45" fmla="*/ 56420 h 111945"/>
                    <a:gd name="connsiteX46" fmla="*/ 124036 w 152245"/>
                    <a:gd name="connsiteY46" fmla="*/ 44778 h 111945"/>
                    <a:gd name="connsiteX47" fmla="*/ 148216 w 152245"/>
                    <a:gd name="connsiteY47" fmla="*/ 44778 h 111945"/>
                    <a:gd name="connsiteX48" fmla="*/ 148216 w 152245"/>
                    <a:gd name="connsiteY48" fmla="*/ 95825 h 111945"/>
                    <a:gd name="connsiteX49" fmla="*/ 136126 w 152245"/>
                    <a:gd name="connsiteY49" fmla="*/ 107468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2245" h="111945">
                      <a:moveTo>
                        <a:pt x="151798" y="41196"/>
                      </a:moveTo>
                      <a:lnTo>
                        <a:pt x="111498" y="896"/>
                      </a:lnTo>
                      <a:cubicBezTo>
                        <a:pt x="111050" y="0"/>
                        <a:pt x="110602" y="0"/>
                        <a:pt x="109707" y="0"/>
                      </a:cubicBezTo>
                      <a:lnTo>
                        <a:pt x="90452" y="0"/>
                      </a:lnTo>
                      <a:cubicBezTo>
                        <a:pt x="89109" y="0"/>
                        <a:pt x="88213" y="896"/>
                        <a:pt x="88213" y="2239"/>
                      </a:cubicBezTo>
                      <a:lnTo>
                        <a:pt x="88213" y="13433"/>
                      </a:lnTo>
                      <a:cubicBezTo>
                        <a:pt x="88213" y="14777"/>
                        <a:pt x="89109" y="15672"/>
                        <a:pt x="90452" y="15672"/>
                      </a:cubicBezTo>
                      <a:cubicBezTo>
                        <a:pt x="91795" y="15672"/>
                        <a:pt x="92691" y="14777"/>
                        <a:pt x="92691" y="13433"/>
                      </a:cubicBezTo>
                      <a:lnTo>
                        <a:pt x="92691" y="4478"/>
                      </a:lnTo>
                      <a:lnTo>
                        <a:pt x="108811" y="4478"/>
                      </a:lnTo>
                      <a:lnTo>
                        <a:pt x="144633" y="40300"/>
                      </a:lnTo>
                      <a:lnTo>
                        <a:pt x="123588" y="40300"/>
                      </a:lnTo>
                      <a:cubicBezTo>
                        <a:pt x="114632" y="40300"/>
                        <a:pt x="107468" y="47465"/>
                        <a:pt x="107468" y="56420"/>
                      </a:cubicBezTo>
                      <a:lnTo>
                        <a:pt x="107468" y="67167"/>
                      </a:lnTo>
                      <a:lnTo>
                        <a:pt x="44778" y="67167"/>
                      </a:lnTo>
                      <a:lnTo>
                        <a:pt x="44778" y="56420"/>
                      </a:lnTo>
                      <a:cubicBezTo>
                        <a:pt x="44778" y="47465"/>
                        <a:pt x="37614" y="40300"/>
                        <a:pt x="28658" y="40300"/>
                      </a:cubicBezTo>
                      <a:lnTo>
                        <a:pt x="7612" y="40300"/>
                      </a:lnTo>
                      <a:lnTo>
                        <a:pt x="43435" y="4478"/>
                      </a:lnTo>
                      <a:lnTo>
                        <a:pt x="60003" y="4478"/>
                      </a:lnTo>
                      <a:lnTo>
                        <a:pt x="60003" y="13433"/>
                      </a:lnTo>
                      <a:cubicBezTo>
                        <a:pt x="60003" y="14777"/>
                        <a:pt x="60898" y="15672"/>
                        <a:pt x="62242" y="15672"/>
                      </a:cubicBezTo>
                      <a:cubicBezTo>
                        <a:pt x="63585" y="15672"/>
                        <a:pt x="64481" y="14777"/>
                        <a:pt x="64481" y="13433"/>
                      </a:cubicBezTo>
                      <a:lnTo>
                        <a:pt x="64481" y="2239"/>
                      </a:lnTo>
                      <a:cubicBezTo>
                        <a:pt x="64481" y="896"/>
                        <a:pt x="63585" y="0"/>
                        <a:pt x="62242" y="0"/>
                      </a:cubicBezTo>
                      <a:lnTo>
                        <a:pt x="42539" y="0"/>
                      </a:lnTo>
                      <a:cubicBezTo>
                        <a:pt x="42092" y="0"/>
                        <a:pt x="41196" y="448"/>
                        <a:pt x="40748" y="448"/>
                      </a:cubicBezTo>
                      <a:lnTo>
                        <a:pt x="448" y="40748"/>
                      </a:lnTo>
                      <a:cubicBezTo>
                        <a:pt x="0" y="41196"/>
                        <a:pt x="0" y="41644"/>
                        <a:pt x="0" y="42539"/>
                      </a:cubicBezTo>
                      <a:lnTo>
                        <a:pt x="0" y="95825"/>
                      </a:lnTo>
                      <a:cubicBezTo>
                        <a:pt x="0" y="104781"/>
                        <a:pt x="7165" y="111945"/>
                        <a:pt x="16120" y="111945"/>
                      </a:cubicBezTo>
                      <a:lnTo>
                        <a:pt x="135678" y="111945"/>
                      </a:lnTo>
                      <a:cubicBezTo>
                        <a:pt x="144633" y="111945"/>
                        <a:pt x="151798" y="104781"/>
                        <a:pt x="151798" y="95825"/>
                      </a:cubicBezTo>
                      <a:lnTo>
                        <a:pt x="151798" y="42539"/>
                      </a:lnTo>
                      <a:cubicBezTo>
                        <a:pt x="152694" y="42091"/>
                        <a:pt x="152246" y="41196"/>
                        <a:pt x="151798" y="41196"/>
                      </a:cubicBezTo>
                      <a:close/>
                      <a:moveTo>
                        <a:pt x="136126" y="107468"/>
                      </a:moveTo>
                      <a:lnTo>
                        <a:pt x="16568" y="107468"/>
                      </a:lnTo>
                      <a:cubicBezTo>
                        <a:pt x="9851" y="107468"/>
                        <a:pt x="4926" y="102094"/>
                        <a:pt x="4926" y="95825"/>
                      </a:cubicBezTo>
                      <a:lnTo>
                        <a:pt x="4926" y="44778"/>
                      </a:lnTo>
                      <a:lnTo>
                        <a:pt x="29106" y="44778"/>
                      </a:lnTo>
                      <a:cubicBezTo>
                        <a:pt x="35375" y="44778"/>
                        <a:pt x="40748" y="50152"/>
                        <a:pt x="40748" y="56420"/>
                      </a:cubicBezTo>
                      <a:lnTo>
                        <a:pt x="40748" y="69406"/>
                      </a:lnTo>
                      <a:cubicBezTo>
                        <a:pt x="40748" y="70750"/>
                        <a:pt x="41644" y="71645"/>
                        <a:pt x="42987" y="71645"/>
                      </a:cubicBezTo>
                      <a:lnTo>
                        <a:pt x="110154" y="71645"/>
                      </a:lnTo>
                      <a:cubicBezTo>
                        <a:pt x="111498" y="71645"/>
                        <a:pt x="112393" y="70750"/>
                        <a:pt x="112393" y="69406"/>
                      </a:cubicBezTo>
                      <a:lnTo>
                        <a:pt x="112393" y="56420"/>
                      </a:lnTo>
                      <a:cubicBezTo>
                        <a:pt x="112393" y="50152"/>
                        <a:pt x="117767" y="44778"/>
                        <a:pt x="124036" y="44778"/>
                      </a:cubicBezTo>
                      <a:lnTo>
                        <a:pt x="148216" y="44778"/>
                      </a:lnTo>
                      <a:lnTo>
                        <a:pt x="148216" y="95825"/>
                      </a:lnTo>
                      <a:cubicBezTo>
                        <a:pt x="148216" y="102094"/>
                        <a:pt x="142843" y="107468"/>
                        <a:pt x="136126" y="10746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5" name="Freeform: Shape 4201">
                  <a:extLst>
                    <a:ext uri="{FF2B5EF4-FFF2-40B4-BE49-F238E27FC236}">
                      <a16:creationId xmlns:a16="http://schemas.microsoft.com/office/drawing/2014/main" id="{85C94A17-144D-171B-145F-27EDC4D93503}"/>
                    </a:ext>
                  </a:extLst>
                </p:cNvPr>
                <p:cNvSpPr/>
                <p:nvPr/>
              </p:nvSpPr>
              <p:spPr>
                <a:xfrm>
                  <a:off x="4076794" y="980728"/>
                  <a:ext cx="31345" cy="80601"/>
                </a:xfrm>
                <a:custGeom>
                  <a:avLst/>
                  <a:gdLst>
                    <a:gd name="connsiteX0" fmla="*/ 34703 w 31344"/>
                    <a:gd name="connsiteY0" fmla="*/ 63585 h 80600"/>
                    <a:gd name="connsiteX1" fmla="*/ 31568 w 31344"/>
                    <a:gd name="connsiteY1" fmla="*/ 63585 h 80600"/>
                    <a:gd name="connsiteX2" fmla="*/ 19926 w 31344"/>
                    <a:gd name="connsiteY2" fmla="*/ 75227 h 80600"/>
                    <a:gd name="connsiteX3" fmla="*/ 19926 w 31344"/>
                    <a:gd name="connsiteY3" fmla="*/ 2239 h 80600"/>
                    <a:gd name="connsiteX4" fmla="*/ 17687 w 31344"/>
                    <a:gd name="connsiteY4" fmla="*/ 0 h 80600"/>
                    <a:gd name="connsiteX5" fmla="*/ 15448 w 31344"/>
                    <a:gd name="connsiteY5" fmla="*/ 2239 h 80600"/>
                    <a:gd name="connsiteX6" fmla="*/ 15448 w 31344"/>
                    <a:gd name="connsiteY6" fmla="*/ 75227 h 80600"/>
                    <a:gd name="connsiteX7" fmla="*/ 3806 w 31344"/>
                    <a:gd name="connsiteY7" fmla="*/ 63585 h 80600"/>
                    <a:gd name="connsiteX8" fmla="*/ 672 w 31344"/>
                    <a:gd name="connsiteY8" fmla="*/ 63585 h 80600"/>
                    <a:gd name="connsiteX9" fmla="*/ 672 w 31344"/>
                    <a:gd name="connsiteY9" fmla="*/ 66719 h 80600"/>
                    <a:gd name="connsiteX10" fmla="*/ 16344 w 31344"/>
                    <a:gd name="connsiteY10" fmla="*/ 82392 h 80600"/>
                    <a:gd name="connsiteX11" fmla="*/ 17240 w 31344"/>
                    <a:gd name="connsiteY11" fmla="*/ 82840 h 80600"/>
                    <a:gd name="connsiteX12" fmla="*/ 17240 w 31344"/>
                    <a:gd name="connsiteY12" fmla="*/ 82840 h 80600"/>
                    <a:gd name="connsiteX13" fmla="*/ 17240 w 31344"/>
                    <a:gd name="connsiteY13" fmla="*/ 82840 h 80600"/>
                    <a:gd name="connsiteX14" fmla="*/ 18135 w 31344"/>
                    <a:gd name="connsiteY14" fmla="*/ 82840 h 80600"/>
                    <a:gd name="connsiteX15" fmla="*/ 19031 w 31344"/>
                    <a:gd name="connsiteY15" fmla="*/ 82840 h 80600"/>
                    <a:gd name="connsiteX16" fmla="*/ 19926 w 31344"/>
                    <a:gd name="connsiteY16" fmla="*/ 82392 h 80600"/>
                    <a:gd name="connsiteX17" fmla="*/ 35599 w 31344"/>
                    <a:gd name="connsiteY17" fmla="*/ 66719 h 80600"/>
                    <a:gd name="connsiteX18" fmla="*/ 34703 w 31344"/>
                    <a:gd name="connsiteY18" fmla="*/ 63585 h 8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344" h="80600">
                      <a:moveTo>
                        <a:pt x="34703" y="63585"/>
                      </a:moveTo>
                      <a:cubicBezTo>
                        <a:pt x="33807" y="62689"/>
                        <a:pt x="32464" y="62689"/>
                        <a:pt x="31568" y="63585"/>
                      </a:cubicBezTo>
                      <a:lnTo>
                        <a:pt x="19926" y="75227"/>
                      </a:lnTo>
                      <a:lnTo>
                        <a:pt x="19926" y="2239"/>
                      </a:lnTo>
                      <a:cubicBezTo>
                        <a:pt x="19926" y="896"/>
                        <a:pt x="19031" y="0"/>
                        <a:pt x="17687" y="0"/>
                      </a:cubicBezTo>
                      <a:cubicBezTo>
                        <a:pt x="16344" y="0"/>
                        <a:pt x="15448" y="896"/>
                        <a:pt x="15448" y="2239"/>
                      </a:cubicBezTo>
                      <a:lnTo>
                        <a:pt x="15448" y="75227"/>
                      </a:lnTo>
                      <a:lnTo>
                        <a:pt x="3806" y="63585"/>
                      </a:lnTo>
                      <a:cubicBezTo>
                        <a:pt x="2911" y="62689"/>
                        <a:pt x="1567" y="62689"/>
                        <a:pt x="672" y="63585"/>
                      </a:cubicBezTo>
                      <a:cubicBezTo>
                        <a:pt x="-224" y="64481"/>
                        <a:pt x="-224" y="65824"/>
                        <a:pt x="672" y="66719"/>
                      </a:cubicBezTo>
                      <a:lnTo>
                        <a:pt x="16344" y="82392"/>
                      </a:lnTo>
                      <a:cubicBezTo>
                        <a:pt x="16344" y="82392"/>
                        <a:pt x="16792" y="82840"/>
                        <a:pt x="17240" y="82840"/>
                      </a:cubicBezTo>
                      <a:cubicBezTo>
                        <a:pt x="17240" y="82840"/>
                        <a:pt x="17240" y="82840"/>
                        <a:pt x="17240" y="82840"/>
                      </a:cubicBezTo>
                      <a:cubicBezTo>
                        <a:pt x="17240" y="82840"/>
                        <a:pt x="17240" y="82840"/>
                        <a:pt x="17240" y="82840"/>
                      </a:cubicBezTo>
                      <a:cubicBezTo>
                        <a:pt x="17687" y="82840"/>
                        <a:pt x="17687" y="82840"/>
                        <a:pt x="18135" y="82840"/>
                      </a:cubicBezTo>
                      <a:cubicBezTo>
                        <a:pt x="18583" y="82840"/>
                        <a:pt x="18583" y="82840"/>
                        <a:pt x="19031" y="82840"/>
                      </a:cubicBezTo>
                      <a:cubicBezTo>
                        <a:pt x="19479" y="82840"/>
                        <a:pt x="19479" y="82392"/>
                        <a:pt x="19926" y="82392"/>
                      </a:cubicBezTo>
                      <a:lnTo>
                        <a:pt x="35599" y="66719"/>
                      </a:lnTo>
                      <a:cubicBezTo>
                        <a:pt x="35599" y="65824"/>
                        <a:pt x="35599" y="64481"/>
                        <a:pt x="34703" y="6358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06" name="Group 4202">
                <a:extLst>
                  <a:ext uri="{FF2B5EF4-FFF2-40B4-BE49-F238E27FC236}">
                    <a16:creationId xmlns:a16="http://schemas.microsoft.com/office/drawing/2014/main" id="{A87D4F9F-1A1C-6CD0-A375-938FD82C817B}"/>
                  </a:ext>
                  <a:ext uri="{C183D7F6-B498-43B3-948B-1728B52AA6E4}">
                    <adec:decorative xmlns:adec="http://schemas.microsoft.com/office/drawing/2017/decorative" val="1"/>
                  </a:ext>
                </a:extLst>
              </p:cNvPr>
              <p:cNvGrpSpPr>
                <a:grpSpLocks noChangeAspect="1"/>
              </p:cNvGrpSpPr>
              <p:nvPr/>
            </p:nvGrpSpPr>
            <p:grpSpPr>
              <a:xfrm>
                <a:off x="2400964" y="2079318"/>
                <a:ext cx="125379" cy="143290"/>
                <a:chOff x="2441718" y="1343879"/>
                <a:chExt cx="125379" cy="143290"/>
              </a:xfrm>
            </p:grpSpPr>
            <p:sp>
              <p:nvSpPr>
                <p:cNvPr id="307" name="Freeform: Shape 4203">
                  <a:extLst>
                    <a:ext uri="{FF2B5EF4-FFF2-40B4-BE49-F238E27FC236}">
                      <a16:creationId xmlns:a16="http://schemas.microsoft.com/office/drawing/2014/main" id="{1BE6C322-89A4-10CB-988E-5AC0AA236E32}"/>
                    </a:ext>
                  </a:extLst>
                </p:cNvPr>
                <p:cNvSpPr/>
                <p:nvPr/>
              </p:nvSpPr>
              <p:spPr>
                <a:xfrm>
                  <a:off x="2468585" y="1377463"/>
                  <a:ext cx="71645" cy="4478"/>
                </a:xfrm>
                <a:custGeom>
                  <a:avLst/>
                  <a:gdLst>
                    <a:gd name="connsiteX0" fmla="*/ 2239 w 71645"/>
                    <a:gd name="connsiteY0" fmla="*/ 4478 h 4477"/>
                    <a:gd name="connsiteX1" fmla="*/ 0 w 71645"/>
                    <a:gd name="connsiteY1" fmla="*/ 2239 h 4477"/>
                    <a:gd name="connsiteX2" fmla="*/ 2239 w 71645"/>
                    <a:gd name="connsiteY2" fmla="*/ 0 h 4477"/>
                    <a:gd name="connsiteX3" fmla="*/ 69406 w 71645"/>
                    <a:gd name="connsiteY3" fmla="*/ 0 h 4477"/>
                    <a:gd name="connsiteX4" fmla="*/ 71645 w 71645"/>
                    <a:gd name="connsiteY4" fmla="*/ 2239 h 4477"/>
                    <a:gd name="connsiteX5" fmla="*/ 69406 w 71645"/>
                    <a:gd name="connsiteY5" fmla="*/ 4478 h 4477"/>
                    <a:gd name="connsiteX6" fmla="*/ 2239 w 71645"/>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645" h="4477">
                      <a:moveTo>
                        <a:pt x="2239" y="4478"/>
                      </a:moveTo>
                      <a:cubicBezTo>
                        <a:pt x="896" y="4478"/>
                        <a:pt x="0" y="3582"/>
                        <a:pt x="0" y="2239"/>
                      </a:cubicBezTo>
                      <a:cubicBezTo>
                        <a:pt x="0" y="896"/>
                        <a:pt x="896" y="0"/>
                        <a:pt x="2239" y="0"/>
                      </a:cubicBezTo>
                      <a:lnTo>
                        <a:pt x="69406" y="0"/>
                      </a:lnTo>
                      <a:cubicBezTo>
                        <a:pt x="70750" y="0"/>
                        <a:pt x="71645" y="896"/>
                        <a:pt x="71645" y="2239"/>
                      </a:cubicBezTo>
                      <a:cubicBezTo>
                        <a:pt x="71645" y="3582"/>
                        <a:pt x="70750" y="4478"/>
                        <a:pt x="69406" y="4478"/>
                      </a:cubicBezTo>
                      <a:lnTo>
                        <a:pt x="2239"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8" name="Freeform: Shape 4204">
                  <a:extLst>
                    <a:ext uri="{FF2B5EF4-FFF2-40B4-BE49-F238E27FC236}">
                      <a16:creationId xmlns:a16="http://schemas.microsoft.com/office/drawing/2014/main" id="{CFD6D0A1-006C-7437-FF2B-0998B26E7AA4}"/>
                    </a:ext>
                  </a:extLst>
                </p:cNvPr>
                <p:cNvSpPr/>
                <p:nvPr/>
              </p:nvSpPr>
              <p:spPr>
                <a:xfrm>
                  <a:off x="2468585" y="1404329"/>
                  <a:ext cx="71645" cy="4478"/>
                </a:xfrm>
                <a:custGeom>
                  <a:avLst/>
                  <a:gdLst>
                    <a:gd name="connsiteX0" fmla="*/ 2239 w 71645"/>
                    <a:gd name="connsiteY0" fmla="*/ 4478 h 4477"/>
                    <a:gd name="connsiteX1" fmla="*/ 0 w 71645"/>
                    <a:gd name="connsiteY1" fmla="*/ 2239 h 4477"/>
                    <a:gd name="connsiteX2" fmla="*/ 2239 w 71645"/>
                    <a:gd name="connsiteY2" fmla="*/ 0 h 4477"/>
                    <a:gd name="connsiteX3" fmla="*/ 69406 w 71645"/>
                    <a:gd name="connsiteY3" fmla="*/ 0 h 4477"/>
                    <a:gd name="connsiteX4" fmla="*/ 71645 w 71645"/>
                    <a:gd name="connsiteY4" fmla="*/ 2239 h 4477"/>
                    <a:gd name="connsiteX5" fmla="*/ 69406 w 71645"/>
                    <a:gd name="connsiteY5" fmla="*/ 4478 h 4477"/>
                    <a:gd name="connsiteX6" fmla="*/ 2239 w 71645"/>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645" h="4477">
                      <a:moveTo>
                        <a:pt x="2239" y="4478"/>
                      </a:moveTo>
                      <a:cubicBezTo>
                        <a:pt x="896" y="4478"/>
                        <a:pt x="0" y="3582"/>
                        <a:pt x="0" y="2239"/>
                      </a:cubicBezTo>
                      <a:cubicBezTo>
                        <a:pt x="0" y="896"/>
                        <a:pt x="896" y="0"/>
                        <a:pt x="2239" y="0"/>
                      </a:cubicBezTo>
                      <a:lnTo>
                        <a:pt x="69406" y="0"/>
                      </a:lnTo>
                      <a:cubicBezTo>
                        <a:pt x="70750" y="0"/>
                        <a:pt x="71645" y="896"/>
                        <a:pt x="71645" y="2239"/>
                      </a:cubicBezTo>
                      <a:cubicBezTo>
                        <a:pt x="71645" y="3582"/>
                        <a:pt x="70750" y="4478"/>
                        <a:pt x="69406" y="4478"/>
                      </a:cubicBezTo>
                      <a:lnTo>
                        <a:pt x="2239"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9" name="Freeform: Shape 4205">
                  <a:extLst>
                    <a:ext uri="{FF2B5EF4-FFF2-40B4-BE49-F238E27FC236}">
                      <a16:creationId xmlns:a16="http://schemas.microsoft.com/office/drawing/2014/main" id="{B60510F9-A64E-57B5-A434-5F77AEAD8E56}"/>
                    </a:ext>
                  </a:extLst>
                </p:cNvPr>
                <p:cNvSpPr/>
                <p:nvPr/>
              </p:nvSpPr>
              <p:spPr>
                <a:xfrm>
                  <a:off x="2468585" y="1431196"/>
                  <a:ext cx="71645" cy="4478"/>
                </a:xfrm>
                <a:custGeom>
                  <a:avLst/>
                  <a:gdLst>
                    <a:gd name="connsiteX0" fmla="*/ 2239 w 71645"/>
                    <a:gd name="connsiteY0" fmla="*/ 4478 h 4477"/>
                    <a:gd name="connsiteX1" fmla="*/ 0 w 71645"/>
                    <a:gd name="connsiteY1" fmla="*/ 2239 h 4477"/>
                    <a:gd name="connsiteX2" fmla="*/ 2239 w 71645"/>
                    <a:gd name="connsiteY2" fmla="*/ 0 h 4477"/>
                    <a:gd name="connsiteX3" fmla="*/ 69406 w 71645"/>
                    <a:gd name="connsiteY3" fmla="*/ 0 h 4477"/>
                    <a:gd name="connsiteX4" fmla="*/ 71645 w 71645"/>
                    <a:gd name="connsiteY4" fmla="*/ 2239 h 4477"/>
                    <a:gd name="connsiteX5" fmla="*/ 69406 w 71645"/>
                    <a:gd name="connsiteY5" fmla="*/ 4478 h 4477"/>
                    <a:gd name="connsiteX6" fmla="*/ 2239 w 71645"/>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645" h="4477">
                      <a:moveTo>
                        <a:pt x="2239" y="4478"/>
                      </a:moveTo>
                      <a:cubicBezTo>
                        <a:pt x="896" y="4478"/>
                        <a:pt x="0" y="3582"/>
                        <a:pt x="0" y="2239"/>
                      </a:cubicBezTo>
                      <a:cubicBezTo>
                        <a:pt x="0" y="896"/>
                        <a:pt x="896" y="0"/>
                        <a:pt x="2239" y="0"/>
                      </a:cubicBezTo>
                      <a:lnTo>
                        <a:pt x="69406" y="0"/>
                      </a:lnTo>
                      <a:cubicBezTo>
                        <a:pt x="70750" y="0"/>
                        <a:pt x="71645" y="896"/>
                        <a:pt x="71645" y="2239"/>
                      </a:cubicBezTo>
                      <a:cubicBezTo>
                        <a:pt x="71645" y="3582"/>
                        <a:pt x="70750" y="4478"/>
                        <a:pt x="69406" y="4478"/>
                      </a:cubicBezTo>
                      <a:lnTo>
                        <a:pt x="2239"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10" name="Freeform: Shape 4206">
                  <a:extLst>
                    <a:ext uri="{FF2B5EF4-FFF2-40B4-BE49-F238E27FC236}">
                      <a16:creationId xmlns:a16="http://schemas.microsoft.com/office/drawing/2014/main" id="{AB6002FA-D306-B7FE-2753-F08236B3800E}"/>
                    </a:ext>
                  </a:extLst>
                </p:cNvPr>
                <p:cNvSpPr/>
                <p:nvPr/>
              </p:nvSpPr>
              <p:spPr>
                <a:xfrm>
                  <a:off x="2468585" y="1458063"/>
                  <a:ext cx="40300" cy="4478"/>
                </a:xfrm>
                <a:custGeom>
                  <a:avLst/>
                  <a:gdLst>
                    <a:gd name="connsiteX0" fmla="*/ 2239 w 40300"/>
                    <a:gd name="connsiteY0" fmla="*/ 4478 h 4477"/>
                    <a:gd name="connsiteX1" fmla="*/ 0 w 40300"/>
                    <a:gd name="connsiteY1" fmla="*/ 2239 h 4477"/>
                    <a:gd name="connsiteX2" fmla="*/ 2239 w 40300"/>
                    <a:gd name="connsiteY2" fmla="*/ 0 h 4477"/>
                    <a:gd name="connsiteX3" fmla="*/ 42091 w 40300"/>
                    <a:gd name="connsiteY3" fmla="*/ 0 h 4477"/>
                    <a:gd name="connsiteX4" fmla="*/ 44330 w 40300"/>
                    <a:gd name="connsiteY4" fmla="*/ 2239 h 4477"/>
                    <a:gd name="connsiteX5" fmla="*/ 42091 w 40300"/>
                    <a:gd name="connsiteY5" fmla="*/ 4478 h 4477"/>
                    <a:gd name="connsiteX6" fmla="*/ 2239 w 40300"/>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300" h="4477">
                      <a:moveTo>
                        <a:pt x="2239" y="4478"/>
                      </a:moveTo>
                      <a:cubicBezTo>
                        <a:pt x="896" y="4478"/>
                        <a:pt x="0" y="3582"/>
                        <a:pt x="0" y="2239"/>
                      </a:cubicBezTo>
                      <a:cubicBezTo>
                        <a:pt x="0" y="896"/>
                        <a:pt x="896" y="0"/>
                        <a:pt x="2239" y="0"/>
                      </a:cubicBezTo>
                      <a:lnTo>
                        <a:pt x="42091" y="0"/>
                      </a:lnTo>
                      <a:cubicBezTo>
                        <a:pt x="43435" y="0"/>
                        <a:pt x="44330" y="896"/>
                        <a:pt x="44330" y="2239"/>
                      </a:cubicBezTo>
                      <a:cubicBezTo>
                        <a:pt x="44330" y="3582"/>
                        <a:pt x="43435" y="4478"/>
                        <a:pt x="42091" y="4478"/>
                      </a:cubicBezTo>
                      <a:lnTo>
                        <a:pt x="2239"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11" name="Freeform: Shape 4207">
                  <a:extLst>
                    <a:ext uri="{FF2B5EF4-FFF2-40B4-BE49-F238E27FC236}">
                      <a16:creationId xmlns:a16="http://schemas.microsoft.com/office/drawing/2014/main" id="{D283E81A-61C8-B410-40CA-C6244880304D}"/>
                    </a:ext>
                  </a:extLst>
                </p:cNvPr>
                <p:cNvSpPr/>
                <p:nvPr/>
              </p:nvSpPr>
              <p:spPr>
                <a:xfrm>
                  <a:off x="2441718" y="1343879"/>
                  <a:ext cx="125379" cy="143290"/>
                </a:xfrm>
                <a:custGeom>
                  <a:avLst/>
                  <a:gdLst>
                    <a:gd name="connsiteX0" fmla="*/ 116423 w 125378"/>
                    <a:gd name="connsiteY0" fmla="*/ 6717 h 143290"/>
                    <a:gd name="connsiteX1" fmla="*/ 85079 w 125378"/>
                    <a:gd name="connsiteY1" fmla="*/ 6717 h 143290"/>
                    <a:gd name="connsiteX2" fmla="*/ 85079 w 125378"/>
                    <a:gd name="connsiteY2" fmla="*/ 2239 h 143290"/>
                    <a:gd name="connsiteX3" fmla="*/ 82840 w 125378"/>
                    <a:gd name="connsiteY3" fmla="*/ 0 h 143290"/>
                    <a:gd name="connsiteX4" fmla="*/ 42539 w 125378"/>
                    <a:gd name="connsiteY4" fmla="*/ 0 h 143290"/>
                    <a:gd name="connsiteX5" fmla="*/ 40300 w 125378"/>
                    <a:gd name="connsiteY5" fmla="*/ 2239 h 143290"/>
                    <a:gd name="connsiteX6" fmla="*/ 40300 w 125378"/>
                    <a:gd name="connsiteY6" fmla="*/ 6717 h 143290"/>
                    <a:gd name="connsiteX7" fmla="*/ 8956 w 125378"/>
                    <a:gd name="connsiteY7" fmla="*/ 6717 h 143290"/>
                    <a:gd name="connsiteX8" fmla="*/ 0 w 125378"/>
                    <a:gd name="connsiteY8" fmla="*/ 15672 h 143290"/>
                    <a:gd name="connsiteX9" fmla="*/ 0 w 125378"/>
                    <a:gd name="connsiteY9" fmla="*/ 136573 h 143290"/>
                    <a:gd name="connsiteX10" fmla="*/ 8956 w 125378"/>
                    <a:gd name="connsiteY10" fmla="*/ 145529 h 143290"/>
                    <a:gd name="connsiteX11" fmla="*/ 116423 w 125378"/>
                    <a:gd name="connsiteY11" fmla="*/ 145529 h 143290"/>
                    <a:gd name="connsiteX12" fmla="*/ 125379 w 125378"/>
                    <a:gd name="connsiteY12" fmla="*/ 136573 h 143290"/>
                    <a:gd name="connsiteX13" fmla="*/ 125379 w 125378"/>
                    <a:gd name="connsiteY13" fmla="*/ 15672 h 143290"/>
                    <a:gd name="connsiteX14" fmla="*/ 116423 w 125378"/>
                    <a:gd name="connsiteY14" fmla="*/ 6717 h 143290"/>
                    <a:gd name="connsiteX15" fmla="*/ 44778 w 125378"/>
                    <a:gd name="connsiteY15" fmla="*/ 4478 h 143290"/>
                    <a:gd name="connsiteX16" fmla="*/ 80601 w 125378"/>
                    <a:gd name="connsiteY16" fmla="*/ 4478 h 143290"/>
                    <a:gd name="connsiteX17" fmla="*/ 80601 w 125378"/>
                    <a:gd name="connsiteY17" fmla="*/ 8508 h 143290"/>
                    <a:gd name="connsiteX18" fmla="*/ 80601 w 125378"/>
                    <a:gd name="connsiteY18" fmla="*/ 8956 h 143290"/>
                    <a:gd name="connsiteX19" fmla="*/ 80601 w 125378"/>
                    <a:gd name="connsiteY19" fmla="*/ 9403 h 143290"/>
                    <a:gd name="connsiteX20" fmla="*/ 80601 w 125378"/>
                    <a:gd name="connsiteY20" fmla="*/ 13433 h 143290"/>
                    <a:gd name="connsiteX21" fmla="*/ 44778 w 125378"/>
                    <a:gd name="connsiteY21" fmla="*/ 13433 h 143290"/>
                    <a:gd name="connsiteX22" fmla="*/ 44778 w 125378"/>
                    <a:gd name="connsiteY22" fmla="*/ 4478 h 143290"/>
                    <a:gd name="connsiteX23" fmla="*/ 120901 w 125378"/>
                    <a:gd name="connsiteY23" fmla="*/ 136573 h 143290"/>
                    <a:gd name="connsiteX24" fmla="*/ 116423 w 125378"/>
                    <a:gd name="connsiteY24" fmla="*/ 141051 h 143290"/>
                    <a:gd name="connsiteX25" fmla="*/ 8956 w 125378"/>
                    <a:gd name="connsiteY25" fmla="*/ 141051 h 143290"/>
                    <a:gd name="connsiteX26" fmla="*/ 4478 w 125378"/>
                    <a:gd name="connsiteY26" fmla="*/ 136573 h 143290"/>
                    <a:gd name="connsiteX27" fmla="*/ 4478 w 125378"/>
                    <a:gd name="connsiteY27" fmla="*/ 15672 h 143290"/>
                    <a:gd name="connsiteX28" fmla="*/ 8956 w 125378"/>
                    <a:gd name="connsiteY28" fmla="*/ 11195 h 143290"/>
                    <a:gd name="connsiteX29" fmla="*/ 40300 w 125378"/>
                    <a:gd name="connsiteY29" fmla="*/ 11195 h 143290"/>
                    <a:gd name="connsiteX30" fmla="*/ 40300 w 125378"/>
                    <a:gd name="connsiteY30" fmla="*/ 15672 h 143290"/>
                    <a:gd name="connsiteX31" fmla="*/ 42539 w 125378"/>
                    <a:gd name="connsiteY31" fmla="*/ 17911 h 143290"/>
                    <a:gd name="connsiteX32" fmla="*/ 82840 w 125378"/>
                    <a:gd name="connsiteY32" fmla="*/ 17911 h 143290"/>
                    <a:gd name="connsiteX33" fmla="*/ 85079 w 125378"/>
                    <a:gd name="connsiteY33" fmla="*/ 15672 h 143290"/>
                    <a:gd name="connsiteX34" fmla="*/ 85079 w 125378"/>
                    <a:gd name="connsiteY34" fmla="*/ 11195 h 143290"/>
                    <a:gd name="connsiteX35" fmla="*/ 116423 w 125378"/>
                    <a:gd name="connsiteY35" fmla="*/ 11195 h 143290"/>
                    <a:gd name="connsiteX36" fmla="*/ 120901 w 125378"/>
                    <a:gd name="connsiteY36" fmla="*/ 15672 h 143290"/>
                    <a:gd name="connsiteX37" fmla="*/ 120901 w 125378"/>
                    <a:gd name="connsiteY37" fmla="*/ 136573 h 14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378" h="143290">
                      <a:moveTo>
                        <a:pt x="116423" y="6717"/>
                      </a:moveTo>
                      <a:lnTo>
                        <a:pt x="85079" y="6717"/>
                      </a:lnTo>
                      <a:lnTo>
                        <a:pt x="85079" y="2239"/>
                      </a:lnTo>
                      <a:cubicBezTo>
                        <a:pt x="85079" y="896"/>
                        <a:pt x="84183" y="0"/>
                        <a:pt x="82840" y="0"/>
                      </a:cubicBezTo>
                      <a:lnTo>
                        <a:pt x="42539" y="0"/>
                      </a:lnTo>
                      <a:cubicBezTo>
                        <a:pt x="41196" y="0"/>
                        <a:pt x="40300" y="896"/>
                        <a:pt x="40300" y="2239"/>
                      </a:cubicBezTo>
                      <a:lnTo>
                        <a:pt x="40300" y="6717"/>
                      </a:lnTo>
                      <a:lnTo>
                        <a:pt x="8956" y="6717"/>
                      </a:lnTo>
                      <a:cubicBezTo>
                        <a:pt x="4030" y="6717"/>
                        <a:pt x="0" y="10747"/>
                        <a:pt x="0" y="15672"/>
                      </a:cubicBezTo>
                      <a:lnTo>
                        <a:pt x="0" y="136573"/>
                      </a:lnTo>
                      <a:cubicBezTo>
                        <a:pt x="0" y="141499"/>
                        <a:pt x="4030" y="145529"/>
                        <a:pt x="8956" y="145529"/>
                      </a:cubicBezTo>
                      <a:lnTo>
                        <a:pt x="116423" y="145529"/>
                      </a:lnTo>
                      <a:cubicBezTo>
                        <a:pt x="121349" y="145529"/>
                        <a:pt x="125379" y="141499"/>
                        <a:pt x="125379" y="136573"/>
                      </a:cubicBezTo>
                      <a:lnTo>
                        <a:pt x="125379" y="15672"/>
                      </a:lnTo>
                      <a:cubicBezTo>
                        <a:pt x="125379" y="10747"/>
                        <a:pt x="121349" y="6717"/>
                        <a:pt x="116423" y="6717"/>
                      </a:cubicBezTo>
                      <a:close/>
                      <a:moveTo>
                        <a:pt x="44778" y="4478"/>
                      </a:moveTo>
                      <a:lnTo>
                        <a:pt x="80601" y="4478"/>
                      </a:lnTo>
                      <a:lnTo>
                        <a:pt x="80601" y="8508"/>
                      </a:lnTo>
                      <a:cubicBezTo>
                        <a:pt x="80601" y="8508"/>
                        <a:pt x="80601" y="8956"/>
                        <a:pt x="80601" y="8956"/>
                      </a:cubicBezTo>
                      <a:cubicBezTo>
                        <a:pt x="80601" y="8956"/>
                        <a:pt x="80601" y="9403"/>
                        <a:pt x="80601" y="9403"/>
                      </a:cubicBezTo>
                      <a:lnTo>
                        <a:pt x="80601" y="13433"/>
                      </a:lnTo>
                      <a:lnTo>
                        <a:pt x="44778" y="13433"/>
                      </a:lnTo>
                      <a:lnTo>
                        <a:pt x="44778" y="4478"/>
                      </a:lnTo>
                      <a:close/>
                      <a:moveTo>
                        <a:pt x="120901" y="136573"/>
                      </a:moveTo>
                      <a:cubicBezTo>
                        <a:pt x="120901" y="139260"/>
                        <a:pt x="118662" y="141051"/>
                        <a:pt x="116423" y="141051"/>
                      </a:cubicBezTo>
                      <a:lnTo>
                        <a:pt x="8956" y="141051"/>
                      </a:lnTo>
                      <a:cubicBezTo>
                        <a:pt x="6269" y="141051"/>
                        <a:pt x="4478" y="138812"/>
                        <a:pt x="4478" y="136573"/>
                      </a:cubicBezTo>
                      <a:lnTo>
                        <a:pt x="4478" y="15672"/>
                      </a:lnTo>
                      <a:cubicBezTo>
                        <a:pt x="4478" y="12986"/>
                        <a:pt x="6717" y="11195"/>
                        <a:pt x="8956" y="11195"/>
                      </a:cubicBezTo>
                      <a:lnTo>
                        <a:pt x="40300" y="11195"/>
                      </a:lnTo>
                      <a:lnTo>
                        <a:pt x="40300" y="15672"/>
                      </a:lnTo>
                      <a:cubicBezTo>
                        <a:pt x="40300" y="17016"/>
                        <a:pt x="41196" y="17911"/>
                        <a:pt x="42539" y="17911"/>
                      </a:cubicBezTo>
                      <a:lnTo>
                        <a:pt x="82840" y="17911"/>
                      </a:lnTo>
                      <a:cubicBezTo>
                        <a:pt x="84183" y="17911"/>
                        <a:pt x="85079" y="17016"/>
                        <a:pt x="85079" y="15672"/>
                      </a:cubicBezTo>
                      <a:lnTo>
                        <a:pt x="85079" y="11195"/>
                      </a:lnTo>
                      <a:lnTo>
                        <a:pt x="116423" y="11195"/>
                      </a:lnTo>
                      <a:cubicBezTo>
                        <a:pt x="119110" y="11195"/>
                        <a:pt x="120901" y="13433"/>
                        <a:pt x="120901" y="15672"/>
                      </a:cubicBezTo>
                      <a:lnTo>
                        <a:pt x="120901" y="13657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12" name="Group 4208">
                <a:extLst>
                  <a:ext uri="{FF2B5EF4-FFF2-40B4-BE49-F238E27FC236}">
                    <a16:creationId xmlns:a16="http://schemas.microsoft.com/office/drawing/2014/main" id="{6CC738FE-CD21-9747-BCB4-62422CB05DE0}"/>
                  </a:ext>
                  <a:ext uri="{C183D7F6-B498-43B3-948B-1728B52AA6E4}">
                    <adec:decorative xmlns:adec="http://schemas.microsoft.com/office/drawing/2017/decorative" val="1"/>
                  </a:ext>
                </a:extLst>
              </p:cNvPr>
              <p:cNvGrpSpPr>
                <a:grpSpLocks noChangeAspect="1"/>
              </p:cNvGrpSpPr>
              <p:nvPr/>
            </p:nvGrpSpPr>
            <p:grpSpPr>
              <a:xfrm>
                <a:off x="3990142" y="2079318"/>
                <a:ext cx="120901" cy="143290"/>
                <a:chOff x="4030896" y="1343879"/>
                <a:chExt cx="120901" cy="143290"/>
              </a:xfrm>
            </p:grpSpPr>
            <p:sp>
              <p:nvSpPr>
                <p:cNvPr id="313" name="Freeform: Shape 4209">
                  <a:extLst>
                    <a:ext uri="{FF2B5EF4-FFF2-40B4-BE49-F238E27FC236}">
                      <a16:creationId xmlns:a16="http://schemas.microsoft.com/office/drawing/2014/main" id="{82B3A753-8DFB-6FF3-D16F-92C1B21FF1D4}"/>
                    </a:ext>
                  </a:extLst>
                </p:cNvPr>
                <p:cNvSpPr/>
                <p:nvPr/>
              </p:nvSpPr>
              <p:spPr>
                <a:xfrm>
                  <a:off x="4051718" y="1366492"/>
                  <a:ext cx="40300" cy="31345"/>
                </a:xfrm>
                <a:custGeom>
                  <a:avLst/>
                  <a:gdLst>
                    <a:gd name="connsiteX0" fmla="*/ 15001 w 40300"/>
                    <a:gd name="connsiteY0" fmla="*/ 31569 h 31344"/>
                    <a:gd name="connsiteX1" fmla="*/ 13210 w 40300"/>
                    <a:gd name="connsiteY1" fmla="*/ 31121 h 31344"/>
                    <a:gd name="connsiteX2" fmla="*/ 672 w 40300"/>
                    <a:gd name="connsiteY2" fmla="*/ 18583 h 31344"/>
                    <a:gd name="connsiteX3" fmla="*/ 672 w 40300"/>
                    <a:gd name="connsiteY3" fmla="*/ 15448 h 31344"/>
                    <a:gd name="connsiteX4" fmla="*/ 3806 w 40300"/>
                    <a:gd name="connsiteY4" fmla="*/ 15448 h 31344"/>
                    <a:gd name="connsiteX5" fmla="*/ 14553 w 40300"/>
                    <a:gd name="connsiteY5" fmla="*/ 26195 h 31344"/>
                    <a:gd name="connsiteX6" fmla="*/ 40077 w 40300"/>
                    <a:gd name="connsiteY6" fmla="*/ 672 h 31344"/>
                    <a:gd name="connsiteX7" fmla="*/ 43211 w 40300"/>
                    <a:gd name="connsiteY7" fmla="*/ 672 h 31344"/>
                    <a:gd name="connsiteX8" fmla="*/ 43211 w 40300"/>
                    <a:gd name="connsiteY8" fmla="*/ 3806 h 31344"/>
                    <a:gd name="connsiteX9" fmla="*/ 16344 w 40300"/>
                    <a:gd name="connsiteY9" fmla="*/ 30673 h 31344"/>
                    <a:gd name="connsiteX10" fmla="*/ 15001 w 40300"/>
                    <a:gd name="connsiteY10" fmla="*/ 31569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300" h="31344">
                      <a:moveTo>
                        <a:pt x="15001" y="31569"/>
                      </a:moveTo>
                      <a:cubicBezTo>
                        <a:pt x="14553" y="31569"/>
                        <a:pt x="13657" y="31121"/>
                        <a:pt x="13210" y="31121"/>
                      </a:cubicBezTo>
                      <a:lnTo>
                        <a:pt x="672" y="18583"/>
                      </a:lnTo>
                      <a:cubicBezTo>
                        <a:pt x="-224" y="17687"/>
                        <a:pt x="-224" y="16344"/>
                        <a:pt x="672" y="15448"/>
                      </a:cubicBezTo>
                      <a:cubicBezTo>
                        <a:pt x="1567" y="14553"/>
                        <a:pt x="2910" y="14553"/>
                        <a:pt x="3806" y="15448"/>
                      </a:cubicBezTo>
                      <a:lnTo>
                        <a:pt x="14553" y="26195"/>
                      </a:lnTo>
                      <a:lnTo>
                        <a:pt x="40077" y="672"/>
                      </a:lnTo>
                      <a:cubicBezTo>
                        <a:pt x="40972" y="-224"/>
                        <a:pt x="42315" y="-224"/>
                        <a:pt x="43211" y="672"/>
                      </a:cubicBezTo>
                      <a:cubicBezTo>
                        <a:pt x="44106" y="1567"/>
                        <a:pt x="44106" y="2911"/>
                        <a:pt x="43211" y="3806"/>
                      </a:cubicBezTo>
                      <a:lnTo>
                        <a:pt x="16344" y="30673"/>
                      </a:lnTo>
                      <a:cubicBezTo>
                        <a:pt x="16344" y="31121"/>
                        <a:pt x="15896" y="31569"/>
                        <a:pt x="15001" y="3156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14" name="Freeform: Shape 4210">
                  <a:extLst>
                    <a:ext uri="{FF2B5EF4-FFF2-40B4-BE49-F238E27FC236}">
                      <a16:creationId xmlns:a16="http://schemas.microsoft.com/office/drawing/2014/main" id="{F2F53C5A-D939-ECEA-16EF-148C8B0DC595}"/>
                    </a:ext>
                  </a:extLst>
                </p:cNvPr>
                <p:cNvSpPr/>
                <p:nvPr/>
              </p:nvSpPr>
              <p:spPr>
                <a:xfrm>
                  <a:off x="4051718" y="1404106"/>
                  <a:ext cx="40300" cy="31345"/>
                </a:xfrm>
                <a:custGeom>
                  <a:avLst/>
                  <a:gdLst>
                    <a:gd name="connsiteX0" fmla="*/ 15001 w 40300"/>
                    <a:gd name="connsiteY0" fmla="*/ 31569 h 31344"/>
                    <a:gd name="connsiteX1" fmla="*/ 13210 w 40300"/>
                    <a:gd name="connsiteY1" fmla="*/ 31121 h 31344"/>
                    <a:gd name="connsiteX2" fmla="*/ 672 w 40300"/>
                    <a:gd name="connsiteY2" fmla="*/ 18583 h 31344"/>
                    <a:gd name="connsiteX3" fmla="*/ 672 w 40300"/>
                    <a:gd name="connsiteY3" fmla="*/ 15448 h 31344"/>
                    <a:gd name="connsiteX4" fmla="*/ 3806 w 40300"/>
                    <a:gd name="connsiteY4" fmla="*/ 15448 h 31344"/>
                    <a:gd name="connsiteX5" fmla="*/ 14553 w 40300"/>
                    <a:gd name="connsiteY5" fmla="*/ 26195 h 31344"/>
                    <a:gd name="connsiteX6" fmla="*/ 40077 w 40300"/>
                    <a:gd name="connsiteY6" fmla="*/ 672 h 31344"/>
                    <a:gd name="connsiteX7" fmla="*/ 43211 w 40300"/>
                    <a:gd name="connsiteY7" fmla="*/ 672 h 31344"/>
                    <a:gd name="connsiteX8" fmla="*/ 43211 w 40300"/>
                    <a:gd name="connsiteY8" fmla="*/ 3806 h 31344"/>
                    <a:gd name="connsiteX9" fmla="*/ 16344 w 40300"/>
                    <a:gd name="connsiteY9" fmla="*/ 30673 h 31344"/>
                    <a:gd name="connsiteX10" fmla="*/ 15001 w 40300"/>
                    <a:gd name="connsiteY10" fmla="*/ 31569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300" h="31344">
                      <a:moveTo>
                        <a:pt x="15001" y="31569"/>
                      </a:moveTo>
                      <a:cubicBezTo>
                        <a:pt x="14553" y="31569"/>
                        <a:pt x="13657" y="31121"/>
                        <a:pt x="13210" y="31121"/>
                      </a:cubicBezTo>
                      <a:lnTo>
                        <a:pt x="672" y="18583"/>
                      </a:lnTo>
                      <a:cubicBezTo>
                        <a:pt x="-224" y="17687"/>
                        <a:pt x="-224" y="16344"/>
                        <a:pt x="672" y="15448"/>
                      </a:cubicBezTo>
                      <a:cubicBezTo>
                        <a:pt x="1567" y="14553"/>
                        <a:pt x="2910" y="14553"/>
                        <a:pt x="3806" y="15448"/>
                      </a:cubicBezTo>
                      <a:lnTo>
                        <a:pt x="14553" y="26195"/>
                      </a:lnTo>
                      <a:lnTo>
                        <a:pt x="40077" y="672"/>
                      </a:lnTo>
                      <a:cubicBezTo>
                        <a:pt x="40972" y="-224"/>
                        <a:pt x="42315" y="-224"/>
                        <a:pt x="43211" y="672"/>
                      </a:cubicBezTo>
                      <a:cubicBezTo>
                        <a:pt x="44106" y="1567"/>
                        <a:pt x="44106" y="2911"/>
                        <a:pt x="43211" y="3806"/>
                      </a:cubicBezTo>
                      <a:lnTo>
                        <a:pt x="16344" y="30673"/>
                      </a:lnTo>
                      <a:cubicBezTo>
                        <a:pt x="16344" y="31121"/>
                        <a:pt x="15896" y="31569"/>
                        <a:pt x="15001" y="3156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15" name="Freeform: Shape 4211">
                  <a:extLst>
                    <a:ext uri="{FF2B5EF4-FFF2-40B4-BE49-F238E27FC236}">
                      <a16:creationId xmlns:a16="http://schemas.microsoft.com/office/drawing/2014/main" id="{032580B7-887D-EE97-DE3C-5DE02A5BCE26}"/>
                    </a:ext>
                  </a:extLst>
                </p:cNvPr>
                <p:cNvSpPr/>
                <p:nvPr/>
              </p:nvSpPr>
              <p:spPr>
                <a:xfrm>
                  <a:off x="4044330" y="1372985"/>
                  <a:ext cx="31345" cy="31345"/>
                </a:xfrm>
                <a:custGeom>
                  <a:avLst/>
                  <a:gdLst>
                    <a:gd name="connsiteX0" fmla="*/ 29106 w 31344"/>
                    <a:gd name="connsiteY0" fmla="*/ 31345 h 31344"/>
                    <a:gd name="connsiteX1" fmla="*/ 2239 w 31344"/>
                    <a:gd name="connsiteY1" fmla="*/ 31345 h 31344"/>
                    <a:gd name="connsiteX2" fmla="*/ 0 w 31344"/>
                    <a:gd name="connsiteY2" fmla="*/ 29106 h 31344"/>
                    <a:gd name="connsiteX3" fmla="*/ 0 w 31344"/>
                    <a:gd name="connsiteY3" fmla="*/ 2239 h 31344"/>
                    <a:gd name="connsiteX4" fmla="*/ 2239 w 31344"/>
                    <a:gd name="connsiteY4" fmla="*/ 0 h 31344"/>
                    <a:gd name="connsiteX5" fmla="*/ 29106 w 31344"/>
                    <a:gd name="connsiteY5" fmla="*/ 0 h 31344"/>
                    <a:gd name="connsiteX6" fmla="*/ 31345 w 31344"/>
                    <a:gd name="connsiteY6" fmla="*/ 2239 h 31344"/>
                    <a:gd name="connsiteX7" fmla="*/ 31345 w 31344"/>
                    <a:gd name="connsiteY7" fmla="*/ 29106 h 31344"/>
                    <a:gd name="connsiteX8" fmla="*/ 29106 w 31344"/>
                    <a:gd name="connsiteY8" fmla="*/ 31345 h 31344"/>
                    <a:gd name="connsiteX9" fmla="*/ 4478 w 31344"/>
                    <a:gd name="connsiteY9" fmla="*/ 26867 h 31344"/>
                    <a:gd name="connsiteX10" fmla="*/ 26867 w 31344"/>
                    <a:gd name="connsiteY10" fmla="*/ 26867 h 31344"/>
                    <a:gd name="connsiteX11" fmla="*/ 26867 w 31344"/>
                    <a:gd name="connsiteY11" fmla="*/ 4478 h 31344"/>
                    <a:gd name="connsiteX12" fmla="*/ 4478 w 31344"/>
                    <a:gd name="connsiteY12" fmla="*/ 4478 h 31344"/>
                    <a:gd name="connsiteX13" fmla="*/ 4478 w 31344"/>
                    <a:gd name="connsiteY13" fmla="*/ 26867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44" h="31344">
                      <a:moveTo>
                        <a:pt x="29106" y="31345"/>
                      </a:moveTo>
                      <a:lnTo>
                        <a:pt x="2239" y="31345"/>
                      </a:lnTo>
                      <a:cubicBezTo>
                        <a:pt x="896" y="31345"/>
                        <a:pt x="0" y="30449"/>
                        <a:pt x="0" y="29106"/>
                      </a:cubicBezTo>
                      <a:lnTo>
                        <a:pt x="0" y="2239"/>
                      </a:lnTo>
                      <a:cubicBezTo>
                        <a:pt x="0" y="896"/>
                        <a:pt x="896" y="0"/>
                        <a:pt x="2239" y="0"/>
                      </a:cubicBezTo>
                      <a:lnTo>
                        <a:pt x="29106" y="0"/>
                      </a:lnTo>
                      <a:cubicBezTo>
                        <a:pt x="30449" y="0"/>
                        <a:pt x="31345" y="896"/>
                        <a:pt x="31345" y="2239"/>
                      </a:cubicBezTo>
                      <a:lnTo>
                        <a:pt x="31345" y="29106"/>
                      </a:lnTo>
                      <a:cubicBezTo>
                        <a:pt x="31345" y="30449"/>
                        <a:pt x="30449" y="31345"/>
                        <a:pt x="29106" y="31345"/>
                      </a:cubicBezTo>
                      <a:close/>
                      <a:moveTo>
                        <a:pt x="4478" y="26867"/>
                      </a:moveTo>
                      <a:lnTo>
                        <a:pt x="26867" y="26867"/>
                      </a:lnTo>
                      <a:lnTo>
                        <a:pt x="26867" y="4478"/>
                      </a:lnTo>
                      <a:lnTo>
                        <a:pt x="4478" y="4478"/>
                      </a:lnTo>
                      <a:lnTo>
                        <a:pt x="4478" y="268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16" name="Freeform: Shape 4212">
                  <a:extLst>
                    <a:ext uri="{FF2B5EF4-FFF2-40B4-BE49-F238E27FC236}">
                      <a16:creationId xmlns:a16="http://schemas.microsoft.com/office/drawing/2014/main" id="{C4F12FAB-1197-A67E-1363-560C09D889CC}"/>
                    </a:ext>
                  </a:extLst>
                </p:cNvPr>
                <p:cNvSpPr/>
                <p:nvPr/>
              </p:nvSpPr>
              <p:spPr>
                <a:xfrm>
                  <a:off x="4044330" y="1410598"/>
                  <a:ext cx="31345" cy="31345"/>
                </a:xfrm>
                <a:custGeom>
                  <a:avLst/>
                  <a:gdLst>
                    <a:gd name="connsiteX0" fmla="*/ 29106 w 31344"/>
                    <a:gd name="connsiteY0" fmla="*/ 31345 h 31344"/>
                    <a:gd name="connsiteX1" fmla="*/ 2239 w 31344"/>
                    <a:gd name="connsiteY1" fmla="*/ 31345 h 31344"/>
                    <a:gd name="connsiteX2" fmla="*/ 0 w 31344"/>
                    <a:gd name="connsiteY2" fmla="*/ 29106 h 31344"/>
                    <a:gd name="connsiteX3" fmla="*/ 0 w 31344"/>
                    <a:gd name="connsiteY3" fmla="*/ 2239 h 31344"/>
                    <a:gd name="connsiteX4" fmla="*/ 2239 w 31344"/>
                    <a:gd name="connsiteY4" fmla="*/ 0 h 31344"/>
                    <a:gd name="connsiteX5" fmla="*/ 29106 w 31344"/>
                    <a:gd name="connsiteY5" fmla="*/ 0 h 31344"/>
                    <a:gd name="connsiteX6" fmla="*/ 31345 w 31344"/>
                    <a:gd name="connsiteY6" fmla="*/ 2239 h 31344"/>
                    <a:gd name="connsiteX7" fmla="*/ 31345 w 31344"/>
                    <a:gd name="connsiteY7" fmla="*/ 29106 h 31344"/>
                    <a:gd name="connsiteX8" fmla="*/ 29106 w 31344"/>
                    <a:gd name="connsiteY8" fmla="*/ 31345 h 31344"/>
                    <a:gd name="connsiteX9" fmla="*/ 4478 w 31344"/>
                    <a:gd name="connsiteY9" fmla="*/ 26867 h 31344"/>
                    <a:gd name="connsiteX10" fmla="*/ 26867 w 31344"/>
                    <a:gd name="connsiteY10" fmla="*/ 26867 h 31344"/>
                    <a:gd name="connsiteX11" fmla="*/ 26867 w 31344"/>
                    <a:gd name="connsiteY11" fmla="*/ 4478 h 31344"/>
                    <a:gd name="connsiteX12" fmla="*/ 4478 w 31344"/>
                    <a:gd name="connsiteY12" fmla="*/ 4478 h 31344"/>
                    <a:gd name="connsiteX13" fmla="*/ 4478 w 31344"/>
                    <a:gd name="connsiteY13" fmla="*/ 26867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44" h="31344">
                      <a:moveTo>
                        <a:pt x="29106" y="31345"/>
                      </a:moveTo>
                      <a:lnTo>
                        <a:pt x="2239" y="31345"/>
                      </a:lnTo>
                      <a:cubicBezTo>
                        <a:pt x="896" y="31345"/>
                        <a:pt x="0" y="30449"/>
                        <a:pt x="0" y="29106"/>
                      </a:cubicBezTo>
                      <a:lnTo>
                        <a:pt x="0" y="2239"/>
                      </a:lnTo>
                      <a:cubicBezTo>
                        <a:pt x="0" y="896"/>
                        <a:pt x="896" y="0"/>
                        <a:pt x="2239" y="0"/>
                      </a:cubicBezTo>
                      <a:lnTo>
                        <a:pt x="29106" y="0"/>
                      </a:lnTo>
                      <a:cubicBezTo>
                        <a:pt x="30449" y="0"/>
                        <a:pt x="31345" y="896"/>
                        <a:pt x="31345" y="2239"/>
                      </a:cubicBezTo>
                      <a:lnTo>
                        <a:pt x="31345" y="29106"/>
                      </a:lnTo>
                      <a:cubicBezTo>
                        <a:pt x="31345" y="30449"/>
                        <a:pt x="30449" y="31345"/>
                        <a:pt x="29106" y="31345"/>
                      </a:cubicBezTo>
                      <a:close/>
                      <a:moveTo>
                        <a:pt x="4478" y="26867"/>
                      </a:moveTo>
                      <a:lnTo>
                        <a:pt x="26867" y="26867"/>
                      </a:lnTo>
                      <a:lnTo>
                        <a:pt x="26867" y="4478"/>
                      </a:lnTo>
                      <a:lnTo>
                        <a:pt x="4478" y="4478"/>
                      </a:lnTo>
                      <a:lnTo>
                        <a:pt x="4478" y="268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17" name="Freeform: Shape 4213">
                  <a:extLst>
                    <a:ext uri="{FF2B5EF4-FFF2-40B4-BE49-F238E27FC236}">
                      <a16:creationId xmlns:a16="http://schemas.microsoft.com/office/drawing/2014/main" id="{A6BEFC06-463E-0C49-014C-7FEC8A862303}"/>
                    </a:ext>
                  </a:extLst>
                </p:cNvPr>
                <p:cNvSpPr/>
                <p:nvPr/>
              </p:nvSpPr>
              <p:spPr>
                <a:xfrm>
                  <a:off x="4044330" y="1447764"/>
                  <a:ext cx="31345" cy="31345"/>
                </a:xfrm>
                <a:custGeom>
                  <a:avLst/>
                  <a:gdLst>
                    <a:gd name="connsiteX0" fmla="*/ 29106 w 31344"/>
                    <a:gd name="connsiteY0" fmla="*/ 31345 h 31344"/>
                    <a:gd name="connsiteX1" fmla="*/ 2239 w 31344"/>
                    <a:gd name="connsiteY1" fmla="*/ 31345 h 31344"/>
                    <a:gd name="connsiteX2" fmla="*/ 0 w 31344"/>
                    <a:gd name="connsiteY2" fmla="*/ 29106 h 31344"/>
                    <a:gd name="connsiteX3" fmla="*/ 0 w 31344"/>
                    <a:gd name="connsiteY3" fmla="*/ 2239 h 31344"/>
                    <a:gd name="connsiteX4" fmla="*/ 2239 w 31344"/>
                    <a:gd name="connsiteY4" fmla="*/ 0 h 31344"/>
                    <a:gd name="connsiteX5" fmla="*/ 29106 w 31344"/>
                    <a:gd name="connsiteY5" fmla="*/ 0 h 31344"/>
                    <a:gd name="connsiteX6" fmla="*/ 31345 w 31344"/>
                    <a:gd name="connsiteY6" fmla="*/ 2239 h 31344"/>
                    <a:gd name="connsiteX7" fmla="*/ 31345 w 31344"/>
                    <a:gd name="connsiteY7" fmla="*/ 29106 h 31344"/>
                    <a:gd name="connsiteX8" fmla="*/ 29106 w 31344"/>
                    <a:gd name="connsiteY8" fmla="*/ 31345 h 31344"/>
                    <a:gd name="connsiteX9" fmla="*/ 4478 w 31344"/>
                    <a:gd name="connsiteY9" fmla="*/ 26867 h 31344"/>
                    <a:gd name="connsiteX10" fmla="*/ 26867 w 31344"/>
                    <a:gd name="connsiteY10" fmla="*/ 26867 h 31344"/>
                    <a:gd name="connsiteX11" fmla="*/ 26867 w 31344"/>
                    <a:gd name="connsiteY11" fmla="*/ 4478 h 31344"/>
                    <a:gd name="connsiteX12" fmla="*/ 4478 w 31344"/>
                    <a:gd name="connsiteY12" fmla="*/ 4478 h 31344"/>
                    <a:gd name="connsiteX13" fmla="*/ 4478 w 31344"/>
                    <a:gd name="connsiteY13" fmla="*/ 26867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44" h="31344">
                      <a:moveTo>
                        <a:pt x="29106" y="31345"/>
                      </a:moveTo>
                      <a:lnTo>
                        <a:pt x="2239" y="31345"/>
                      </a:lnTo>
                      <a:cubicBezTo>
                        <a:pt x="896" y="31345"/>
                        <a:pt x="0" y="30449"/>
                        <a:pt x="0" y="29106"/>
                      </a:cubicBezTo>
                      <a:lnTo>
                        <a:pt x="0" y="2239"/>
                      </a:lnTo>
                      <a:cubicBezTo>
                        <a:pt x="0" y="896"/>
                        <a:pt x="896" y="0"/>
                        <a:pt x="2239" y="0"/>
                      </a:cubicBezTo>
                      <a:lnTo>
                        <a:pt x="29106" y="0"/>
                      </a:lnTo>
                      <a:cubicBezTo>
                        <a:pt x="30449" y="0"/>
                        <a:pt x="31345" y="896"/>
                        <a:pt x="31345" y="2239"/>
                      </a:cubicBezTo>
                      <a:lnTo>
                        <a:pt x="31345" y="29106"/>
                      </a:lnTo>
                      <a:cubicBezTo>
                        <a:pt x="31345" y="30449"/>
                        <a:pt x="30449" y="31345"/>
                        <a:pt x="29106" y="31345"/>
                      </a:cubicBezTo>
                      <a:close/>
                      <a:moveTo>
                        <a:pt x="4478" y="26867"/>
                      </a:moveTo>
                      <a:lnTo>
                        <a:pt x="26867" y="26867"/>
                      </a:lnTo>
                      <a:lnTo>
                        <a:pt x="26867" y="4478"/>
                      </a:lnTo>
                      <a:lnTo>
                        <a:pt x="4478" y="4478"/>
                      </a:lnTo>
                      <a:lnTo>
                        <a:pt x="4478" y="268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18" name="Freeform: Shape 4214">
                  <a:extLst>
                    <a:ext uri="{FF2B5EF4-FFF2-40B4-BE49-F238E27FC236}">
                      <a16:creationId xmlns:a16="http://schemas.microsoft.com/office/drawing/2014/main" id="{9BDF12C3-EDCC-66D3-9034-834B0E4825D2}"/>
                    </a:ext>
                  </a:extLst>
                </p:cNvPr>
                <p:cNvSpPr/>
                <p:nvPr/>
              </p:nvSpPr>
              <p:spPr>
                <a:xfrm>
                  <a:off x="4030896" y="1343879"/>
                  <a:ext cx="120901" cy="143290"/>
                </a:xfrm>
                <a:custGeom>
                  <a:avLst/>
                  <a:gdLst>
                    <a:gd name="connsiteX0" fmla="*/ 116423 w 120901"/>
                    <a:gd name="connsiteY0" fmla="*/ 6717 h 143290"/>
                    <a:gd name="connsiteX1" fmla="*/ 85079 w 120901"/>
                    <a:gd name="connsiteY1" fmla="*/ 6717 h 143290"/>
                    <a:gd name="connsiteX2" fmla="*/ 85079 w 120901"/>
                    <a:gd name="connsiteY2" fmla="*/ 2239 h 143290"/>
                    <a:gd name="connsiteX3" fmla="*/ 82840 w 120901"/>
                    <a:gd name="connsiteY3" fmla="*/ 0 h 143290"/>
                    <a:gd name="connsiteX4" fmla="*/ 42539 w 120901"/>
                    <a:gd name="connsiteY4" fmla="*/ 0 h 143290"/>
                    <a:gd name="connsiteX5" fmla="*/ 40300 w 120901"/>
                    <a:gd name="connsiteY5" fmla="*/ 2239 h 143290"/>
                    <a:gd name="connsiteX6" fmla="*/ 40300 w 120901"/>
                    <a:gd name="connsiteY6" fmla="*/ 6717 h 143290"/>
                    <a:gd name="connsiteX7" fmla="*/ 8956 w 120901"/>
                    <a:gd name="connsiteY7" fmla="*/ 6717 h 143290"/>
                    <a:gd name="connsiteX8" fmla="*/ 0 w 120901"/>
                    <a:gd name="connsiteY8" fmla="*/ 15672 h 143290"/>
                    <a:gd name="connsiteX9" fmla="*/ 0 w 120901"/>
                    <a:gd name="connsiteY9" fmla="*/ 136573 h 143290"/>
                    <a:gd name="connsiteX10" fmla="*/ 8956 w 120901"/>
                    <a:gd name="connsiteY10" fmla="*/ 145529 h 143290"/>
                    <a:gd name="connsiteX11" fmla="*/ 115976 w 120901"/>
                    <a:gd name="connsiteY11" fmla="*/ 145529 h 143290"/>
                    <a:gd name="connsiteX12" fmla="*/ 124931 w 120901"/>
                    <a:gd name="connsiteY12" fmla="*/ 136573 h 143290"/>
                    <a:gd name="connsiteX13" fmla="*/ 124931 w 120901"/>
                    <a:gd name="connsiteY13" fmla="*/ 15672 h 143290"/>
                    <a:gd name="connsiteX14" fmla="*/ 116423 w 120901"/>
                    <a:gd name="connsiteY14" fmla="*/ 6717 h 143290"/>
                    <a:gd name="connsiteX15" fmla="*/ 44778 w 120901"/>
                    <a:gd name="connsiteY15" fmla="*/ 4478 h 143290"/>
                    <a:gd name="connsiteX16" fmla="*/ 80601 w 120901"/>
                    <a:gd name="connsiteY16" fmla="*/ 4478 h 143290"/>
                    <a:gd name="connsiteX17" fmla="*/ 80601 w 120901"/>
                    <a:gd name="connsiteY17" fmla="*/ 8508 h 143290"/>
                    <a:gd name="connsiteX18" fmla="*/ 80601 w 120901"/>
                    <a:gd name="connsiteY18" fmla="*/ 8956 h 143290"/>
                    <a:gd name="connsiteX19" fmla="*/ 80601 w 120901"/>
                    <a:gd name="connsiteY19" fmla="*/ 9403 h 143290"/>
                    <a:gd name="connsiteX20" fmla="*/ 80601 w 120901"/>
                    <a:gd name="connsiteY20" fmla="*/ 13433 h 143290"/>
                    <a:gd name="connsiteX21" fmla="*/ 44778 w 120901"/>
                    <a:gd name="connsiteY21" fmla="*/ 13433 h 143290"/>
                    <a:gd name="connsiteX22" fmla="*/ 44778 w 120901"/>
                    <a:gd name="connsiteY22" fmla="*/ 4478 h 143290"/>
                    <a:gd name="connsiteX23" fmla="*/ 120901 w 120901"/>
                    <a:gd name="connsiteY23" fmla="*/ 136573 h 143290"/>
                    <a:gd name="connsiteX24" fmla="*/ 116423 w 120901"/>
                    <a:gd name="connsiteY24" fmla="*/ 141051 h 143290"/>
                    <a:gd name="connsiteX25" fmla="*/ 9404 w 120901"/>
                    <a:gd name="connsiteY25" fmla="*/ 141051 h 143290"/>
                    <a:gd name="connsiteX26" fmla="*/ 4926 w 120901"/>
                    <a:gd name="connsiteY26" fmla="*/ 136573 h 143290"/>
                    <a:gd name="connsiteX27" fmla="*/ 4926 w 120901"/>
                    <a:gd name="connsiteY27" fmla="*/ 15672 h 143290"/>
                    <a:gd name="connsiteX28" fmla="*/ 9404 w 120901"/>
                    <a:gd name="connsiteY28" fmla="*/ 11195 h 143290"/>
                    <a:gd name="connsiteX29" fmla="*/ 40748 w 120901"/>
                    <a:gd name="connsiteY29" fmla="*/ 11195 h 143290"/>
                    <a:gd name="connsiteX30" fmla="*/ 40748 w 120901"/>
                    <a:gd name="connsiteY30" fmla="*/ 15672 h 143290"/>
                    <a:gd name="connsiteX31" fmla="*/ 42987 w 120901"/>
                    <a:gd name="connsiteY31" fmla="*/ 17911 h 143290"/>
                    <a:gd name="connsiteX32" fmla="*/ 83288 w 120901"/>
                    <a:gd name="connsiteY32" fmla="*/ 17911 h 143290"/>
                    <a:gd name="connsiteX33" fmla="*/ 85526 w 120901"/>
                    <a:gd name="connsiteY33" fmla="*/ 15672 h 143290"/>
                    <a:gd name="connsiteX34" fmla="*/ 85526 w 120901"/>
                    <a:gd name="connsiteY34" fmla="*/ 11195 h 143290"/>
                    <a:gd name="connsiteX35" fmla="*/ 116871 w 120901"/>
                    <a:gd name="connsiteY35" fmla="*/ 11195 h 143290"/>
                    <a:gd name="connsiteX36" fmla="*/ 121349 w 120901"/>
                    <a:gd name="connsiteY36" fmla="*/ 15672 h 143290"/>
                    <a:gd name="connsiteX37" fmla="*/ 121349 w 120901"/>
                    <a:gd name="connsiteY37" fmla="*/ 136573 h 14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0901" h="143290">
                      <a:moveTo>
                        <a:pt x="116423" y="6717"/>
                      </a:moveTo>
                      <a:lnTo>
                        <a:pt x="85079" y="6717"/>
                      </a:lnTo>
                      <a:lnTo>
                        <a:pt x="85079" y="2239"/>
                      </a:lnTo>
                      <a:cubicBezTo>
                        <a:pt x="85079" y="896"/>
                        <a:pt x="84183" y="0"/>
                        <a:pt x="82840" y="0"/>
                      </a:cubicBezTo>
                      <a:lnTo>
                        <a:pt x="42539" y="0"/>
                      </a:lnTo>
                      <a:cubicBezTo>
                        <a:pt x="41196" y="0"/>
                        <a:pt x="40300" y="896"/>
                        <a:pt x="40300" y="2239"/>
                      </a:cubicBezTo>
                      <a:lnTo>
                        <a:pt x="40300" y="6717"/>
                      </a:lnTo>
                      <a:lnTo>
                        <a:pt x="8956" y="6717"/>
                      </a:lnTo>
                      <a:cubicBezTo>
                        <a:pt x="4030" y="6717"/>
                        <a:pt x="0" y="10747"/>
                        <a:pt x="0" y="15672"/>
                      </a:cubicBezTo>
                      <a:lnTo>
                        <a:pt x="0" y="136573"/>
                      </a:lnTo>
                      <a:cubicBezTo>
                        <a:pt x="0" y="141499"/>
                        <a:pt x="4030" y="145529"/>
                        <a:pt x="8956" y="145529"/>
                      </a:cubicBezTo>
                      <a:lnTo>
                        <a:pt x="115976" y="145529"/>
                      </a:lnTo>
                      <a:cubicBezTo>
                        <a:pt x="120901" y="145529"/>
                        <a:pt x="124931" y="141499"/>
                        <a:pt x="124931" y="136573"/>
                      </a:cubicBezTo>
                      <a:lnTo>
                        <a:pt x="124931" y="15672"/>
                      </a:lnTo>
                      <a:cubicBezTo>
                        <a:pt x="125379" y="10747"/>
                        <a:pt x="121349" y="6717"/>
                        <a:pt x="116423" y="6717"/>
                      </a:cubicBezTo>
                      <a:close/>
                      <a:moveTo>
                        <a:pt x="44778" y="4478"/>
                      </a:moveTo>
                      <a:lnTo>
                        <a:pt x="80601" y="4478"/>
                      </a:lnTo>
                      <a:lnTo>
                        <a:pt x="80601" y="8508"/>
                      </a:lnTo>
                      <a:cubicBezTo>
                        <a:pt x="80601" y="8508"/>
                        <a:pt x="80601" y="8508"/>
                        <a:pt x="80601" y="8956"/>
                      </a:cubicBezTo>
                      <a:cubicBezTo>
                        <a:pt x="80601" y="8956"/>
                        <a:pt x="80601" y="8956"/>
                        <a:pt x="80601" y="9403"/>
                      </a:cubicBezTo>
                      <a:lnTo>
                        <a:pt x="80601" y="13433"/>
                      </a:lnTo>
                      <a:lnTo>
                        <a:pt x="44778" y="13433"/>
                      </a:lnTo>
                      <a:lnTo>
                        <a:pt x="44778" y="4478"/>
                      </a:lnTo>
                      <a:close/>
                      <a:moveTo>
                        <a:pt x="120901" y="136573"/>
                      </a:moveTo>
                      <a:cubicBezTo>
                        <a:pt x="120901" y="139260"/>
                        <a:pt x="118662" y="141051"/>
                        <a:pt x="116423" y="141051"/>
                      </a:cubicBezTo>
                      <a:lnTo>
                        <a:pt x="9404" y="141051"/>
                      </a:lnTo>
                      <a:cubicBezTo>
                        <a:pt x="6717" y="141051"/>
                        <a:pt x="4926" y="138812"/>
                        <a:pt x="4926" y="136573"/>
                      </a:cubicBezTo>
                      <a:lnTo>
                        <a:pt x="4926" y="15672"/>
                      </a:lnTo>
                      <a:cubicBezTo>
                        <a:pt x="4926" y="12986"/>
                        <a:pt x="7165" y="11195"/>
                        <a:pt x="9404" y="11195"/>
                      </a:cubicBezTo>
                      <a:lnTo>
                        <a:pt x="40748" y="11195"/>
                      </a:lnTo>
                      <a:lnTo>
                        <a:pt x="40748" y="15672"/>
                      </a:lnTo>
                      <a:cubicBezTo>
                        <a:pt x="40748" y="17016"/>
                        <a:pt x="41644" y="17911"/>
                        <a:pt x="42987" y="17911"/>
                      </a:cubicBezTo>
                      <a:lnTo>
                        <a:pt x="83288" y="17911"/>
                      </a:lnTo>
                      <a:cubicBezTo>
                        <a:pt x="84631" y="17911"/>
                        <a:pt x="85526" y="17016"/>
                        <a:pt x="85526" y="15672"/>
                      </a:cubicBezTo>
                      <a:lnTo>
                        <a:pt x="85526" y="11195"/>
                      </a:lnTo>
                      <a:lnTo>
                        <a:pt x="116871" y="11195"/>
                      </a:lnTo>
                      <a:cubicBezTo>
                        <a:pt x="119558" y="11195"/>
                        <a:pt x="121349" y="13433"/>
                        <a:pt x="121349" y="15672"/>
                      </a:cubicBezTo>
                      <a:lnTo>
                        <a:pt x="121349" y="13657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19" name="Group 4215">
                <a:extLst>
                  <a:ext uri="{FF2B5EF4-FFF2-40B4-BE49-F238E27FC236}">
                    <a16:creationId xmlns:a16="http://schemas.microsoft.com/office/drawing/2014/main" id="{C0B4AE42-CDA9-CB28-927A-4958505A8ADD}"/>
                  </a:ext>
                  <a:ext uri="{C183D7F6-B498-43B3-948B-1728B52AA6E4}">
                    <adec:decorative xmlns:adec="http://schemas.microsoft.com/office/drawing/2017/decorative" val="1"/>
                  </a:ext>
                </a:extLst>
              </p:cNvPr>
              <p:cNvGrpSpPr>
                <a:grpSpLocks noChangeAspect="1"/>
              </p:cNvGrpSpPr>
              <p:nvPr/>
            </p:nvGrpSpPr>
            <p:grpSpPr>
              <a:xfrm>
                <a:off x="3460416" y="2079318"/>
                <a:ext cx="125379" cy="143290"/>
                <a:chOff x="3501170" y="1343879"/>
                <a:chExt cx="125379" cy="143290"/>
              </a:xfrm>
            </p:grpSpPr>
            <p:sp>
              <p:nvSpPr>
                <p:cNvPr id="320" name="Freeform: Shape 4216">
                  <a:extLst>
                    <a:ext uri="{FF2B5EF4-FFF2-40B4-BE49-F238E27FC236}">
                      <a16:creationId xmlns:a16="http://schemas.microsoft.com/office/drawing/2014/main" id="{74B889FA-4B60-40FA-1AB4-723DDBE509F6}"/>
                    </a:ext>
                  </a:extLst>
                </p:cNvPr>
                <p:cNvSpPr/>
                <p:nvPr/>
              </p:nvSpPr>
              <p:spPr>
                <a:xfrm>
                  <a:off x="3501170" y="1343879"/>
                  <a:ext cx="125379" cy="143290"/>
                </a:xfrm>
                <a:custGeom>
                  <a:avLst/>
                  <a:gdLst>
                    <a:gd name="connsiteX0" fmla="*/ 116423 w 125378"/>
                    <a:gd name="connsiteY0" fmla="*/ 6717 h 143290"/>
                    <a:gd name="connsiteX1" fmla="*/ 85079 w 125378"/>
                    <a:gd name="connsiteY1" fmla="*/ 6717 h 143290"/>
                    <a:gd name="connsiteX2" fmla="*/ 85079 w 125378"/>
                    <a:gd name="connsiteY2" fmla="*/ 2239 h 143290"/>
                    <a:gd name="connsiteX3" fmla="*/ 82840 w 125378"/>
                    <a:gd name="connsiteY3" fmla="*/ 0 h 143290"/>
                    <a:gd name="connsiteX4" fmla="*/ 42539 w 125378"/>
                    <a:gd name="connsiteY4" fmla="*/ 0 h 143290"/>
                    <a:gd name="connsiteX5" fmla="*/ 40300 w 125378"/>
                    <a:gd name="connsiteY5" fmla="*/ 2239 h 143290"/>
                    <a:gd name="connsiteX6" fmla="*/ 40300 w 125378"/>
                    <a:gd name="connsiteY6" fmla="*/ 6717 h 143290"/>
                    <a:gd name="connsiteX7" fmla="*/ 8956 w 125378"/>
                    <a:gd name="connsiteY7" fmla="*/ 6717 h 143290"/>
                    <a:gd name="connsiteX8" fmla="*/ 0 w 125378"/>
                    <a:gd name="connsiteY8" fmla="*/ 15672 h 143290"/>
                    <a:gd name="connsiteX9" fmla="*/ 0 w 125378"/>
                    <a:gd name="connsiteY9" fmla="*/ 136573 h 143290"/>
                    <a:gd name="connsiteX10" fmla="*/ 8956 w 125378"/>
                    <a:gd name="connsiteY10" fmla="*/ 145529 h 143290"/>
                    <a:gd name="connsiteX11" fmla="*/ 116423 w 125378"/>
                    <a:gd name="connsiteY11" fmla="*/ 145529 h 143290"/>
                    <a:gd name="connsiteX12" fmla="*/ 125379 w 125378"/>
                    <a:gd name="connsiteY12" fmla="*/ 136573 h 143290"/>
                    <a:gd name="connsiteX13" fmla="*/ 125379 w 125378"/>
                    <a:gd name="connsiteY13" fmla="*/ 15672 h 143290"/>
                    <a:gd name="connsiteX14" fmla="*/ 116423 w 125378"/>
                    <a:gd name="connsiteY14" fmla="*/ 6717 h 143290"/>
                    <a:gd name="connsiteX15" fmla="*/ 44778 w 125378"/>
                    <a:gd name="connsiteY15" fmla="*/ 4478 h 143290"/>
                    <a:gd name="connsiteX16" fmla="*/ 80601 w 125378"/>
                    <a:gd name="connsiteY16" fmla="*/ 4478 h 143290"/>
                    <a:gd name="connsiteX17" fmla="*/ 80601 w 125378"/>
                    <a:gd name="connsiteY17" fmla="*/ 13433 h 143290"/>
                    <a:gd name="connsiteX18" fmla="*/ 44778 w 125378"/>
                    <a:gd name="connsiteY18" fmla="*/ 13433 h 143290"/>
                    <a:gd name="connsiteX19" fmla="*/ 44778 w 125378"/>
                    <a:gd name="connsiteY19" fmla="*/ 4478 h 143290"/>
                    <a:gd name="connsiteX20" fmla="*/ 120901 w 125378"/>
                    <a:gd name="connsiteY20" fmla="*/ 136573 h 143290"/>
                    <a:gd name="connsiteX21" fmla="*/ 116423 w 125378"/>
                    <a:gd name="connsiteY21" fmla="*/ 141051 h 143290"/>
                    <a:gd name="connsiteX22" fmla="*/ 8956 w 125378"/>
                    <a:gd name="connsiteY22" fmla="*/ 141051 h 143290"/>
                    <a:gd name="connsiteX23" fmla="*/ 4478 w 125378"/>
                    <a:gd name="connsiteY23" fmla="*/ 136573 h 143290"/>
                    <a:gd name="connsiteX24" fmla="*/ 4478 w 125378"/>
                    <a:gd name="connsiteY24" fmla="*/ 15672 h 143290"/>
                    <a:gd name="connsiteX25" fmla="*/ 8956 w 125378"/>
                    <a:gd name="connsiteY25" fmla="*/ 11195 h 143290"/>
                    <a:gd name="connsiteX26" fmla="*/ 40300 w 125378"/>
                    <a:gd name="connsiteY26" fmla="*/ 11195 h 143290"/>
                    <a:gd name="connsiteX27" fmla="*/ 40300 w 125378"/>
                    <a:gd name="connsiteY27" fmla="*/ 15672 h 143290"/>
                    <a:gd name="connsiteX28" fmla="*/ 42539 w 125378"/>
                    <a:gd name="connsiteY28" fmla="*/ 17911 h 143290"/>
                    <a:gd name="connsiteX29" fmla="*/ 82840 w 125378"/>
                    <a:gd name="connsiteY29" fmla="*/ 17911 h 143290"/>
                    <a:gd name="connsiteX30" fmla="*/ 85079 w 125378"/>
                    <a:gd name="connsiteY30" fmla="*/ 15672 h 143290"/>
                    <a:gd name="connsiteX31" fmla="*/ 85079 w 125378"/>
                    <a:gd name="connsiteY31" fmla="*/ 11195 h 143290"/>
                    <a:gd name="connsiteX32" fmla="*/ 116423 w 125378"/>
                    <a:gd name="connsiteY32" fmla="*/ 11195 h 143290"/>
                    <a:gd name="connsiteX33" fmla="*/ 120901 w 125378"/>
                    <a:gd name="connsiteY33" fmla="*/ 15672 h 143290"/>
                    <a:gd name="connsiteX34" fmla="*/ 120901 w 125378"/>
                    <a:gd name="connsiteY34" fmla="*/ 136573 h 14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5378" h="143290">
                      <a:moveTo>
                        <a:pt x="116423" y="6717"/>
                      </a:moveTo>
                      <a:lnTo>
                        <a:pt x="85079" y="6717"/>
                      </a:lnTo>
                      <a:lnTo>
                        <a:pt x="85079" y="2239"/>
                      </a:lnTo>
                      <a:cubicBezTo>
                        <a:pt x="85079" y="896"/>
                        <a:pt x="84183" y="0"/>
                        <a:pt x="82840" y="0"/>
                      </a:cubicBezTo>
                      <a:lnTo>
                        <a:pt x="42539" y="0"/>
                      </a:lnTo>
                      <a:cubicBezTo>
                        <a:pt x="41196" y="0"/>
                        <a:pt x="40300" y="896"/>
                        <a:pt x="40300" y="2239"/>
                      </a:cubicBezTo>
                      <a:lnTo>
                        <a:pt x="40300" y="6717"/>
                      </a:lnTo>
                      <a:lnTo>
                        <a:pt x="8956" y="6717"/>
                      </a:lnTo>
                      <a:cubicBezTo>
                        <a:pt x="4030" y="6717"/>
                        <a:pt x="0" y="10747"/>
                        <a:pt x="0" y="15672"/>
                      </a:cubicBezTo>
                      <a:lnTo>
                        <a:pt x="0" y="136573"/>
                      </a:lnTo>
                      <a:cubicBezTo>
                        <a:pt x="0" y="141499"/>
                        <a:pt x="4030" y="145529"/>
                        <a:pt x="8956" y="145529"/>
                      </a:cubicBezTo>
                      <a:lnTo>
                        <a:pt x="116423" y="145529"/>
                      </a:lnTo>
                      <a:cubicBezTo>
                        <a:pt x="121349" y="145529"/>
                        <a:pt x="125379" y="141499"/>
                        <a:pt x="125379" y="136573"/>
                      </a:cubicBezTo>
                      <a:lnTo>
                        <a:pt x="125379" y="15672"/>
                      </a:lnTo>
                      <a:cubicBezTo>
                        <a:pt x="125379" y="10747"/>
                        <a:pt x="121349" y="6717"/>
                        <a:pt x="116423" y="6717"/>
                      </a:cubicBezTo>
                      <a:close/>
                      <a:moveTo>
                        <a:pt x="44778" y="4478"/>
                      </a:moveTo>
                      <a:lnTo>
                        <a:pt x="80601" y="4478"/>
                      </a:lnTo>
                      <a:lnTo>
                        <a:pt x="80601" y="13433"/>
                      </a:lnTo>
                      <a:lnTo>
                        <a:pt x="44778" y="13433"/>
                      </a:lnTo>
                      <a:lnTo>
                        <a:pt x="44778" y="4478"/>
                      </a:lnTo>
                      <a:close/>
                      <a:moveTo>
                        <a:pt x="120901" y="136573"/>
                      </a:moveTo>
                      <a:cubicBezTo>
                        <a:pt x="120901" y="139260"/>
                        <a:pt x="118662" y="141051"/>
                        <a:pt x="116423" y="141051"/>
                      </a:cubicBezTo>
                      <a:lnTo>
                        <a:pt x="8956" y="141051"/>
                      </a:lnTo>
                      <a:cubicBezTo>
                        <a:pt x="6269" y="141051"/>
                        <a:pt x="4478" y="138812"/>
                        <a:pt x="4478" y="136573"/>
                      </a:cubicBezTo>
                      <a:lnTo>
                        <a:pt x="4478" y="15672"/>
                      </a:lnTo>
                      <a:cubicBezTo>
                        <a:pt x="4478" y="12986"/>
                        <a:pt x="6717" y="11195"/>
                        <a:pt x="8956" y="11195"/>
                      </a:cubicBezTo>
                      <a:lnTo>
                        <a:pt x="40300" y="11195"/>
                      </a:lnTo>
                      <a:lnTo>
                        <a:pt x="40300" y="15672"/>
                      </a:lnTo>
                      <a:cubicBezTo>
                        <a:pt x="40300" y="17016"/>
                        <a:pt x="41196" y="17911"/>
                        <a:pt x="42539" y="17911"/>
                      </a:cubicBezTo>
                      <a:lnTo>
                        <a:pt x="82840" y="17911"/>
                      </a:lnTo>
                      <a:cubicBezTo>
                        <a:pt x="84183" y="17911"/>
                        <a:pt x="85079" y="17016"/>
                        <a:pt x="85079" y="15672"/>
                      </a:cubicBezTo>
                      <a:lnTo>
                        <a:pt x="85079" y="11195"/>
                      </a:lnTo>
                      <a:lnTo>
                        <a:pt x="116423" y="11195"/>
                      </a:lnTo>
                      <a:cubicBezTo>
                        <a:pt x="119110" y="11195"/>
                        <a:pt x="120901" y="13433"/>
                        <a:pt x="120901" y="15672"/>
                      </a:cubicBezTo>
                      <a:lnTo>
                        <a:pt x="120901" y="13657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21" name="Freeform: Shape 4217">
                  <a:extLst>
                    <a:ext uri="{FF2B5EF4-FFF2-40B4-BE49-F238E27FC236}">
                      <a16:creationId xmlns:a16="http://schemas.microsoft.com/office/drawing/2014/main" id="{82D6102C-25F5-FFC1-4660-C318A3EB5290}"/>
                    </a:ext>
                  </a:extLst>
                </p:cNvPr>
                <p:cNvSpPr/>
                <p:nvPr/>
              </p:nvSpPr>
              <p:spPr>
                <a:xfrm>
                  <a:off x="3534754" y="1377463"/>
                  <a:ext cx="58212" cy="71645"/>
                </a:xfrm>
                <a:custGeom>
                  <a:avLst/>
                  <a:gdLst>
                    <a:gd name="connsiteX0" fmla="*/ 55973 w 58211"/>
                    <a:gd name="connsiteY0" fmla="*/ 26867 h 71645"/>
                    <a:gd name="connsiteX1" fmla="*/ 51495 w 58211"/>
                    <a:gd name="connsiteY1" fmla="*/ 26867 h 71645"/>
                    <a:gd name="connsiteX2" fmla="*/ 51495 w 58211"/>
                    <a:gd name="connsiteY2" fmla="*/ 22389 h 71645"/>
                    <a:gd name="connsiteX3" fmla="*/ 29106 w 58211"/>
                    <a:gd name="connsiteY3" fmla="*/ 0 h 71645"/>
                    <a:gd name="connsiteX4" fmla="*/ 6717 w 58211"/>
                    <a:gd name="connsiteY4" fmla="*/ 22389 h 71645"/>
                    <a:gd name="connsiteX5" fmla="*/ 6717 w 58211"/>
                    <a:gd name="connsiteY5" fmla="*/ 26867 h 71645"/>
                    <a:gd name="connsiteX6" fmla="*/ 2239 w 58211"/>
                    <a:gd name="connsiteY6" fmla="*/ 26867 h 71645"/>
                    <a:gd name="connsiteX7" fmla="*/ 0 w 58211"/>
                    <a:gd name="connsiteY7" fmla="*/ 29106 h 71645"/>
                    <a:gd name="connsiteX8" fmla="*/ 0 w 58211"/>
                    <a:gd name="connsiteY8" fmla="*/ 69406 h 71645"/>
                    <a:gd name="connsiteX9" fmla="*/ 2239 w 58211"/>
                    <a:gd name="connsiteY9" fmla="*/ 71645 h 71645"/>
                    <a:gd name="connsiteX10" fmla="*/ 55973 w 58211"/>
                    <a:gd name="connsiteY10" fmla="*/ 71645 h 71645"/>
                    <a:gd name="connsiteX11" fmla="*/ 58212 w 58211"/>
                    <a:gd name="connsiteY11" fmla="*/ 69406 h 71645"/>
                    <a:gd name="connsiteX12" fmla="*/ 58212 w 58211"/>
                    <a:gd name="connsiteY12" fmla="*/ 29106 h 71645"/>
                    <a:gd name="connsiteX13" fmla="*/ 55973 w 58211"/>
                    <a:gd name="connsiteY13" fmla="*/ 26867 h 71645"/>
                    <a:gd name="connsiteX14" fmla="*/ 11195 w 58211"/>
                    <a:gd name="connsiteY14" fmla="*/ 22389 h 71645"/>
                    <a:gd name="connsiteX15" fmla="*/ 29106 w 58211"/>
                    <a:gd name="connsiteY15" fmla="*/ 4478 h 71645"/>
                    <a:gd name="connsiteX16" fmla="*/ 47017 w 58211"/>
                    <a:gd name="connsiteY16" fmla="*/ 22389 h 71645"/>
                    <a:gd name="connsiteX17" fmla="*/ 47017 w 58211"/>
                    <a:gd name="connsiteY17" fmla="*/ 26867 h 71645"/>
                    <a:gd name="connsiteX18" fmla="*/ 11195 w 58211"/>
                    <a:gd name="connsiteY18" fmla="*/ 26867 h 71645"/>
                    <a:gd name="connsiteX19" fmla="*/ 11195 w 58211"/>
                    <a:gd name="connsiteY19" fmla="*/ 22389 h 71645"/>
                    <a:gd name="connsiteX20" fmla="*/ 53734 w 58211"/>
                    <a:gd name="connsiteY20" fmla="*/ 67167 h 71645"/>
                    <a:gd name="connsiteX21" fmla="*/ 4478 w 58211"/>
                    <a:gd name="connsiteY21" fmla="*/ 67167 h 71645"/>
                    <a:gd name="connsiteX22" fmla="*/ 4478 w 58211"/>
                    <a:gd name="connsiteY22" fmla="*/ 31345 h 71645"/>
                    <a:gd name="connsiteX23" fmla="*/ 8956 w 58211"/>
                    <a:gd name="connsiteY23" fmla="*/ 31345 h 71645"/>
                    <a:gd name="connsiteX24" fmla="*/ 49256 w 58211"/>
                    <a:gd name="connsiteY24" fmla="*/ 31345 h 71645"/>
                    <a:gd name="connsiteX25" fmla="*/ 53734 w 58211"/>
                    <a:gd name="connsiteY25" fmla="*/ 31345 h 71645"/>
                    <a:gd name="connsiteX26" fmla="*/ 53734 w 58211"/>
                    <a:gd name="connsiteY26" fmla="*/ 67167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211" h="71645">
                      <a:moveTo>
                        <a:pt x="55973" y="26867"/>
                      </a:moveTo>
                      <a:lnTo>
                        <a:pt x="51495" y="26867"/>
                      </a:lnTo>
                      <a:lnTo>
                        <a:pt x="51495" y="22389"/>
                      </a:lnTo>
                      <a:cubicBezTo>
                        <a:pt x="51495" y="9851"/>
                        <a:pt x="41644" y="0"/>
                        <a:pt x="29106" y="0"/>
                      </a:cubicBezTo>
                      <a:cubicBezTo>
                        <a:pt x="16568" y="0"/>
                        <a:pt x="6717" y="9851"/>
                        <a:pt x="6717" y="22389"/>
                      </a:cubicBezTo>
                      <a:lnTo>
                        <a:pt x="6717" y="26867"/>
                      </a:lnTo>
                      <a:lnTo>
                        <a:pt x="2239" y="26867"/>
                      </a:lnTo>
                      <a:cubicBezTo>
                        <a:pt x="896" y="26867"/>
                        <a:pt x="0" y="27762"/>
                        <a:pt x="0" y="29106"/>
                      </a:cubicBezTo>
                      <a:lnTo>
                        <a:pt x="0" y="69406"/>
                      </a:lnTo>
                      <a:cubicBezTo>
                        <a:pt x="0" y="70750"/>
                        <a:pt x="896" y="71645"/>
                        <a:pt x="2239" y="71645"/>
                      </a:cubicBezTo>
                      <a:lnTo>
                        <a:pt x="55973" y="71645"/>
                      </a:lnTo>
                      <a:cubicBezTo>
                        <a:pt x="57316" y="71645"/>
                        <a:pt x="58212" y="70750"/>
                        <a:pt x="58212" y="69406"/>
                      </a:cubicBezTo>
                      <a:lnTo>
                        <a:pt x="58212" y="29106"/>
                      </a:lnTo>
                      <a:cubicBezTo>
                        <a:pt x="58212" y="27762"/>
                        <a:pt x="57316" y="26867"/>
                        <a:pt x="55973" y="26867"/>
                      </a:cubicBezTo>
                      <a:close/>
                      <a:moveTo>
                        <a:pt x="11195" y="22389"/>
                      </a:moveTo>
                      <a:cubicBezTo>
                        <a:pt x="11195" y="12538"/>
                        <a:pt x="19255" y="4478"/>
                        <a:pt x="29106" y="4478"/>
                      </a:cubicBezTo>
                      <a:cubicBezTo>
                        <a:pt x="38957" y="4478"/>
                        <a:pt x="47017" y="12538"/>
                        <a:pt x="47017" y="22389"/>
                      </a:cubicBezTo>
                      <a:lnTo>
                        <a:pt x="47017" y="26867"/>
                      </a:lnTo>
                      <a:lnTo>
                        <a:pt x="11195" y="26867"/>
                      </a:lnTo>
                      <a:lnTo>
                        <a:pt x="11195" y="22389"/>
                      </a:lnTo>
                      <a:close/>
                      <a:moveTo>
                        <a:pt x="53734" y="67167"/>
                      </a:moveTo>
                      <a:lnTo>
                        <a:pt x="4478" y="67167"/>
                      </a:lnTo>
                      <a:lnTo>
                        <a:pt x="4478" y="31345"/>
                      </a:lnTo>
                      <a:lnTo>
                        <a:pt x="8956" y="31345"/>
                      </a:lnTo>
                      <a:lnTo>
                        <a:pt x="49256" y="31345"/>
                      </a:lnTo>
                      <a:lnTo>
                        <a:pt x="53734" y="31345"/>
                      </a:lnTo>
                      <a:lnTo>
                        <a:pt x="53734" y="671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22" name="Freeform: Shape 4218">
                  <a:extLst>
                    <a:ext uri="{FF2B5EF4-FFF2-40B4-BE49-F238E27FC236}">
                      <a16:creationId xmlns:a16="http://schemas.microsoft.com/office/drawing/2014/main" id="{1996FBA7-A5B1-1F38-0D2A-252F31C1EB7E}"/>
                    </a:ext>
                  </a:extLst>
                </p:cNvPr>
                <p:cNvSpPr/>
                <p:nvPr/>
              </p:nvSpPr>
              <p:spPr>
                <a:xfrm>
                  <a:off x="3557143" y="1420002"/>
                  <a:ext cx="13433" cy="13433"/>
                </a:xfrm>
                <a:custGeom>
                  <a:avLst/>
                  <a:gdLst>
                    <a:gd name="connsiteX0" fmla="*/ 13433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3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3" y="6717"/>
                      </a:moveTo>
                      <a:cubicBezTo>
                        <a:pt x="13433" y="10426"/>
                        <a:pt x="10426" y="13433"/>
                        <a:pt x="6717" y="13433"/>
                      </a:cubicBezTo>
                      <a:cubicBezTo>
                        <a:pt x="3007" y="13433"/>
                        <a:pt x="0" y="10426"/>
                        <a:pt x="0" y="6717"/>
                      </a:cubicBezTo>
                      <a:cubicBezTo>
                        <a:pt x="0" y="3007"/>
                        <a:pt x="3007" y="0"/>
                        <a:pt x="6717" y="0"/>
                      </a:cubicBezTo>
                      <a:cubicBezTo>
                        <a:pt x="10426" y="0"/>
                        <a:pt x="13433" y="3007"/>
                        <a:pt x="13433"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23" name="Freeform: Shape 4219">
                  <a:extLst>
                    <a:ext uri="{FF2B5EF4-FFF2-40B4-BE49-F238E27FC236}">
                      <a16:creationId xmlns:a16="http://schemas.microsoft.com/office/drawing/2014/main" id="{8A3BF9BE-7D44-6B2C-55CD-22F2E035220F}"/>
                    </a:ext>
                  </a:extLst>
                </p:cNvPr>
                <p:cNvSpPr/>
                <p:nvPr/>
              </p:nvSpPr>
              <p:spPr>
                <a:xfrm>
                  <a:off x="3561621" y="1431644"/>
                  <a:ext cx="4478" cy="4478"/>
                </a:xfrm>
                <a:custGeom>
                  <a:avLst/>
                  <a:gdLst>
                    <a:gd name="connsiteX0" fmla="*/ 0 w 4477"/>
                    <a:gd name="connsiteY0" fmla="*/ 0 h 4477"/>
                    <a:gd name="connsiteX1" fmla="*/ 4478 w 4477"/>
                    <a:gd name="connsiteY1" fmla="*/ 0 h 4477"/>
                    <a:gd name="connsiteX2" fmla="*/ 4478 w 4477"/>
                    <a:gd name="connsiteY2" fmla="*/ 8060 h 4477"/>
                    <a:gd name="connsiteX3" fmla="*/ 0 w 4477"/>
                    <a:gd name="connsiteY3" fmla="*/ 8060 h 4477"/>
                  </a:gdLst>
                  <a:ahLst/>
                  <a:cxnLst>
                    <a:cxn ang="0">
                      <a:pos x="connsiteX0" y="connsiteY0"/>
                    </a:cxn>
                    <a:cxn ang="0">
                      <a:pos x="connsiteX1" y="connsiteY1"/>
                    </a:cxn>
                    <a:cxn ang="0">
                      <a:pos x="connsiteX2" y="connsiteY2"/>
                    </a:cxn>
                    <a:cxn ang="0">
                      <a:pos x="connsiteX3" y="connsiteY3"/>
                    </a:cxn>
                  </a:cxnLst>
                  <a:rect l="l" t="t" r="r" b="b"/>
                  <a:pathLst>
                    <a:path w="4477" h="4477">
                      <a:moveTo>
                        <a:pt x="0" y="0"/>
                      </a:moveTo>
                      <a:lnTo>
                        <a:pt x="4478" y="0"/>
                      </a:lnTo>
                      <a:lnTo>
                        <a:pt x="4478" y="8060"/>
                      </a:lnTo>
                      <a:lnTo>
                        <a:pt x="0" y="806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324" name="Freeform: Shape 4220">
                <a:extLst>
                  <a:ext uri="{FF2B5EF4-FFF2-40B4-BE49-F238E27FC236}">
                    <a16:creationId xmlns:a16="http://schemas.microsoft.com/office/drawing/2014/main" id="{D4AFE38E-0580-FA9B-35C7-3A3FD6D0E366}"/>
                  </a:ext>
                  <a:ext uri="{C183D7F6-B498-43B3-948B-1728B52AA6E4}">
                    <adec:decorative xmlns:adec="http://schemas.microsoft.com/office/drawing/2017/decorative" val="1"/>
                  </a:ext>
                </a:extLst>
              </p:cNvPr>
              <p:cNvSpPr>
                <a:spLocks noChangeAspect="1"/>
              </p:cNvSpPr>
              <p:nvPr/>
            </p:nvSpPr>
            <p:spPr>
              <a:xfrm>
                <a:off x="5050042" y="2086035"/>
                <a:ext cx="125379" cy="125379"/>
              </a:xfrm>
              <a:custGeom>
                <a:avLst/>
                <a:gdLst>
                  <a:gd name="connsiteX0" fmla="*/ 109707 w 125378"/>
                  <a:gd name="connsiteY0" fmla="*/ 67167 h 125378"/>
                  <a:gd name="connsiteX1" fmla="*/ 98512 w 125378"/>
                  <a:gd name="connsiteY1" fmla="*/ 67167 h 125378"/>
                  <a:gd name="connsiteX2" fmla="*/ 98512 w 125378"/>
                  <a:gd name="connsiteY2" fmla="*/ 29106 h 125378"/>
                  <a:gd name="connsiteX3" fmla="*/ 98512 w 125378"/>
                  <a:gd name="connsiteY3" fmla="*/ 28210 h 125378"/>
                  <a:gd name="connsiteX4" fmla="*/ 98064 w 125378"/>
                  <a:gd name="connsiteY4" fmla="*/ 27315 h 125378"/>
                  <a:gd name="connsiteX5" fmla="*/ 71197 w 125378"/>
                  <a:gd name="connsiteY5" fmla="*/ 448 h 125378"/>
                  <a:gd name="connsiteX6" fmla="*/ 70302 w 125378"/>
                  <a:gd name="connsiteY6" fmla="*/ 0 h 125378"/>
                  <a:gd name="connsiteX7" fmla="*/ 69406 w 125378"/>
                  <a:gd name="connsiteY7" fmla="*/ 0 h 125378"/>
                  <a:gd name="connsiteX8" fmla="*/ 29106 w 125378"/>
                  <a:gd name="connsiteY8" fmla="*/ 0 h 125378"/>
                  <a:gd name="connsiteX9" fmla="*/ 26867 w 125378"/>
                  <a:gd name="connsiteY9" fmla="*/ 2239 h 125378"/>
                  <a:gd name="connsiteX10" fmla="*/ 26867 w 125378"/>
                  <a:gd name="connsiteY10" fmla="*/ 67167 h 125378"/>
                  <a:gd name="connsiteX11" fmla="*/ 15672 w 125378"/>
                  <a:gd name="connsiteY11" fmla="*/ 67167 h 125378"/>
                  <a:gd name="connsiteX12" fmla="*/ 0 w 125378"/>
                  <a:gd name="connsiteY12" fmla="*/ 82840 h 125378"/>
                  <a:gd name="connsiteX13" fmla="*/ 0 w 125378"/>
                  <a:gd name="connsiteY13" fmla="*/ 109707 h 125378"/>
                  <a:gd name="connsiteX14" fmla="*/ 15672 w 125378"/>
                  <a:gd name="connsiteY14" fmla="*/ 125379 h 125378"/>
                  <a:gd name="connsiteX15" fmla="*/ 109707 w 125378"/>
                  <a:gd name="connsiteY15" fmla="*/ 125379 h 125378"/>
                  <a:gd name="connsiteX16" fmla="*/ 125379 w 125378"/>
                  <a:gd name="connsiteY16" fmla="*/ 109707 h 125378"/>
                  <a:gd name="connsiteX17" fmla="*/ 125379 w 125378"/>
                  <a:gd name="connsiteY17" fmla="*/ 82840 h 125378"/>
                  <a:gd name="connsiteX18" fmla="*/ 109707 w 125378"/>
                  <a:gd name="connsiteY18" fmla="*/ 67167 h 125378"/>
                  <a:gd name="connsiteX19" fmla="*/ 71645 w 125378"/>
                  <a:gd name="connsiteY19" fmla="*/ 7612 h 125378"/>
                  <a:gd name="connsiteX20" fmla="*/ 90900 w 125378"/>
                  <a:gd name="connsiteY20" fmla="*/ 26867 h 125378"/>
                  <a:gd name="connsiteX21" fmla="*/ 73884 w 125378"/>
                  <a:gd name="connsiteY21" fmla="*/ 26867 h 125378"/>
                  <a:gd name="connsiteX22" fmla="*/ 71645 w 125378"/>
                  <a:gd name="connsiteY22" fmla="*/ 24628 h 125378"/>
                  <a:gd name="connsiteX23" fmla="*/ 71645 w 125378"/>
                  <a:gd name="connsiteY23" fmla="*/ 7612 h 125378"/>
                  <a:gd name="connsiteX24" fmla="*/ 31345 w 125378"/>
                  <a:gd name="connsiteY24" fmla="*/ 4478 h 125378"/>
                  <a:gd name="connsiteX25" fmla="*/ 67167 w 125378"/>
                  <a:gd name="connsiteY25" fmla="*/ 4478 h 125378"/>
                  <a:gd name="connsiteX26" fmla="*/ 67167 w 125378"/>
                  <a:gd name="connsiteY26" fmla="*/ 24628 h 125378"/>
                  <a:gd name="connsiteX27" fmla="*/ 73884 w 125378"/>
                  <a:gd name="connsiteY27" fmla="*/ 31345 h 125378"/>
                  <a:gd name="connsiteX28" fmla="*/ 94034 w 125378"/>
                  <a:gd name="connsiteY28" fmla="*/ 31345 h 125378"/>
                  <a:gd name="connsiteX29" fmla="*/ 94034 w 125378"/>
                  <a:gd name="connsiteY29" fmla="*/ 67167 h 125378"/>
                  <a:gd name="connsiteX30" fmla="*/ 31345 w 125378"/>
                  <a:gd name="connsiteY30" fmla="*/ 67167 h 125378"/>
                  <a:gd name="connsiteX31" fmla="*/ 31345 w 125378"/>
                  <a:gd name="connsiteY31" fmla="*/ 4478 h 125378"/>
                  <a:gd name="connsiteX32" fmla="*/ 120901 w 125378"/>
                  <a:gd name="connsiteY32" fmla="*/ 109707 h 125378"/>
                  <a:gd name="connsiteX33" fmla="*/ 109707 w 125378"/>
                  <a:gd name="connsiteY33" fmla="*/ 120901 h 125378"/>
                  <a:gd name="connsiteX34" fmla="*/ 15672 w 125378"/>
                  <a:gd name="connsiteY34" fmla="*/ 120901 h 125378"/>
                  <a:gd name="connsiteX35" fmla="*/ 4478 w 125378"/>
                  <a:gd name="connsiteY35" fmla="*/ 109707 h 125378"/>
                  <a:gd name="connsiteX36" fmla="*/ 4478 w 125378"/>
                  <a:gd name="connsiteY36" fmla="*/ 82840 h 125378"/>
                  <a:gd name="connsiteX37" fmla="*/ 15672 w 125378"/>
                  <a:gd name="connsiteY37" fmla="*/ 71645 h 125378"/>
                  <a:gd name="connsiteX38" fmla="*/ 29106 w 125378"/>
                  <a:gd name="connsiteY38" fmla="*/ 71645 h 125378"/>
                  <a:gd name="connsiteX39" fmla="*/ 96273 w 125378"/>
                  <a:gd name="connsiteY39" fmla="*/ 71645 h 125378"/>
                  <a:gd name="connsiteX40" fmla="*/ 109707 w 125378"/>
                  <a:gd name="connsiteY40" fmla="*/ 71645 h 125378"/>
                  <a:gd name="connsiteX41" fmla="*/ 120901 w 125378"/>
                  <a:gd name="connsiteY41" fmla="*/ 82840 h 125378"/>
                  <a:gd name="connsiteX42" fmla="*/ 120901 w 125378"/>
                  <a:gd name="connsiteY42" fmla="*/ 109707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5378" h="125378">
                    <a:moveTo>
                      <a:pt x="109707" y="67167"/>
                    </a:moveTo>
                    <a:lnTo>
                      <a:pt x="98512" y="67167"/>
                    </a:lnTo>
                    <a:lnTo>
                      <a:pt x="98512" y="29106"/>
                    </a:lnTo>
                    <a:cubicBezTo>
                      <a:pt x="98512" y="28658"/>
                      <a:pt x="98512" y="28658"/>
                      <a:pt x="98512" y="28210"/>
                    </a:cubicBezTo>
                    <a:cubicBezTo>
                      <a:pt x="98512" y="27762"/>
                      <a:pt x="98064" y="27762"/>
                      <a:pt x="98064" y="27315"/>
                    </a:cubicBezTo>
                    <a:lnTo>
                      <a:pt x="71197" y="448"/>
                    </a:lnTo>
                    <a:cubicBezTo>
                      <a:pt x="71197" y="448"/>
                      <a:pt x="70749" y="0"/>
                      <a:pt x="70302" y="0"/>
                    </a:cubicBezTo>
                    <a:cubicBezTo>
                      <a:pt x="69854" y="0"/>
                      <a:pt x="69854" y="0"/>
                      <a:pt x="69406" y="0"/>
                    </a:cubicBezTo>
                    <a:lnTo>
                      <a:pt x="29106" y="0"/>
                    </a:lnTo>
                    <a:cubicBezTo>
                      <a:pt x="27763" y="0"/>
                      <a:pt x="26867" y="896"/>
                      <a:pt x="26867" y="2239"/>
                    </a:cubicBezTo>
                    <a:lnTo>
                      <a:pt x="26867" y="67167"/>
                    </a:lnTo>
                    <a:lnTo>
                      <a:pt x="15672" y="67167"/>
                    </a:lnTo>
                    <a:cubicBezTo>
                      <a:pt x="7164" y="67167"/>
                      <a:pt x="0" y="74332"/>
                      <a:pt x="0" y="82840"/>
                    </a:cubicBezTo>
                    <a:lnTo>
                      <a:pt x="0" y="109707"/>
                    </a:lnTo>
                    <a:cubicBezTo>
                      <a:pt x="0" y="118214"/>
                      <a:pt x="7164" y="125379"/>
                      <a:pt x="15672" y="125379"/>
                    </a:cubicBezTo>
                    <a:lnTo>
                      <a:pt x="109707" y="125379"/>
                    </a:lnTo>
                    <a:cubicBezTo>
                      <a:pt x="118215" y="125379"/>
                      <a:pt x="125379" y="118214"/>
                      <a:pt x="125379" y="109707"/>
                    </a:cubicBezTo>
                    <a:lnTo>
                      <a:pt x="125379" y="82840"/>
                    </a:lnTo>
                    <a:cubicBezTo>
                      <a:pt x="125379" y="74332"/>
                      <a:pt x="118215" y="67167"/>
                      <a:pt x="109707" y="67167"/>
                    </a:cubicBezTo>
                    <a:close/>
                    <a:moveTo>
                      <a:pt x="71645" y="7612"/>
                    </a:moveTo>
                    <a:lnTo>
                      <a:pt x="90900" y="26867"/>
                    </a:lnTo>
                    <a:lnTo>
                      <a:pt x="73884" y="26867"/>
                    </a:lnTo>
                    <a:cubicBezTo>
                      <a:pt x="72541" y="26867"/>
                      <a:pt x="71645" y="25971"/>
                      <a:pt x="71645" y="24628"/>
                    </a:cubicBezTo>
                    <a:lnTo>
                      <a:pt x="71645" y="7612"/>
                    </a:lnTo>
                    <a:close/>
                    <a:moveTo>
                      <a:pt x="31345" y="4478"/>
                    </a:moveTo>
                    <a:lnTo>
                      <a:pt x="67167" y="4478"/>
                    </a:lnTo>
                    <a:lnTo>
                      <a:pt x="67167" y="24628"/>
                    </a:lnTo>
                    <a:cubicBezTo>
                      <a:pt x="67167" y="28210"/>
                      <a:pt x="70302" y="31345"/>
                      <a:pt x="73884" y="31345"/>
                    </a:cubicBezTo>
                    <a:lnTo>
                      <a:pt x="94034" y="31345"/>
                    </a:lnTo>
                    <a:lnTo>
                      <a:pt x="94034" y="67167"/>
                    </a:lnTo>
                    <a:lnTo>
                      <a:pt x="31345" y="67167"/>
                    </a:lnTo>
                    <a:lnTo>
                      <a:pt x="31345" y="4478"/>
                    </a:lnTo>
                    <a:close/>
                    <a:moveTo>
                      <a:pt x="120901" y="109707"/>
                    </a:moveTo>
                    <a:cubicBezTo>
                      <a:pt x="120901" y="115975"/>
                      <a:pt x="115976" y="120901"/>
                      <a:pt x="109707" y="120901"/>
                    </a:cubicBezTo>
                    <a:lnTo>
                      <a:pt x="15672" y="120901"/>
                    </a:lnTo>
                    <a:cubicBezTo>
                      <a:pt x="9403" y="120901"/>
                      <a:pt x="4478" y="115975"/>
                      <a:pt x="4478" y="109707"/>
                    </a:cubicBezTo>
                    <a:lnTo>
                      <a:pt x="4478" y="82840"/>
                    </a:lnTo>
                    <a:cubicBezTo>
                      <a:pt x="4478" y="76571"/>
                      <a:pt x="9403" y="71645"/>
                      <a:pt x="15672" y="71645"/>
                    </a:cubicBezTo>
                    <a:lnTo>
                      <a:pt x="29106" y="71645"/>
                    </a:lnTo>
                    <a:lnTo>
                      <a:pt x="96273" y="71645"/>
                    </a:lnTo>
                    <a:lnTo>
                      <a:pt x="109707" y="71645"/>
                    </a:lnTo>
                    <a:cubicBezTo>
                      <a:pt x="115976" y="71645"/>
                      <a:pt x="120901" y="76571"/>
                      <a:pt x="120901" y="82840"/>
                    </a:cubicBezTo>
                    <a:lnTo>
                      <a:pt x="120901" y="10970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25" name="Freeform: Shape 4221">
                <a:extLst>
                  <a:ext uri="{FF2B5EF4-FFF2-40B4-BE49-F238E27FC236}">
                    <a16:creationId xmlns:a16="http://schemas.microsoft.com/office/drawing/2014/main" id="{0853CA32-3E51-EF44-1CA1-FE9198E9196C}"/>
                  </a:ext>
                  <a:ext uri="{C183D7F6-B498-43B3-948B-1728B52AA6E4}">
                    <adec:decorative xmlns:adec="http://schemas.microsoft.com/office/drawing/2017/decorative" val="1"/>
                  </a:ext>
                </a:extLst>
              </p:cNvPr>
              <p:cNvSpPr>
                <a:spLocks noChangeAspect="1"/>
              </p:cNvSpPr>
              <p:nvPr/>
            </p:nvSpPr>
            <p:spPr>
              <a:xfrm>
                <a:off x="1333565" y="3339694"/>
                <a:ext cx="138812" cy="134335"/>
              </a:xfrm>
              <a:custGeom>
                <a:avLst/>
                <a:gdLst>
                  <a:gd name="connsiteX0" fmla="*/ 132431 w 138812"/>
                  <a:gd name="connsiteY0" fmla="*/ 22519 h 134334"/>
                  <a:gd name="connsiteX1" fmla="*/ 118102 w 138812"/>
                  <a:gd name="connsiteY1" fmla="*/ 18936 h 134334"/>
                  <a:gd name="connsiteX2" fmla="*/ 88549 w 138812"/>
                  <a:gd name="connsiteY2" fmla="*/ 24757 h 134334"/>
                  <a:gd name="connsiteX3" fmla="*/ 39741 w 138812"/>
                  <a:gd name="connsiteY3" fmla="*/ 577 h 134334"/>
                  <a:gd name="connsiteX4" fmla="*/ 336 w 138812"/>
                  <a:gd name="connsiteY4" fmla="*/ 40430 h 134334"/>
                  <a:gd name="connsiteX5" fmla="*/ 336 w 138812"/>
                  <a:gd name="connsiteY5" fmla="*/ 53415 h 134334"/>
                  <a:gd name="connsiteX6" fmla="*/ 336 w 138812"/>
                  <a:gd name="connsiteY6" fmla="*/ 53415 h 134334"/>
                  <a:gd name="connsiteX7" fmla="*/ 336 w 138812"/>
                  <a:gd name="connsiteY7" fmla="*/ 53415 h 134334"/>
                  <a:gd name="connsiteX8" fmla="*/ 10635 w 138812"/>
                  <a:gd name="connsiteY8" fmla="*/ 76700 h 134334"/>
                  <a:gd name="connsiteX9" fmla="*/ 15113 w 138812"/>
                  <a:gd name="connsiteY9" fmla="*/ 88342 h 134334"/>
                  <a:gd name="connsiteX10" fmla="*/ 15113 w 138812"/>
                  <a:gd name="connsiteY10" fmla="*/ 136255 h 134334"/>
                  <a:gd name="connsiteX11" fmla="*/ 17352 w 138812"/>
                  <a:gd name="connsiteY11" fmla="*/ 138494 h 134334"/>
                  <a:gd name="connsiteX12" fmla="*/ 19590 w 138812"/>
                  <a:gd name="connsiteY12" fmla="*/ 136255 h 134334"/>
                  <a:gd name="connsiteX13" fmla="*/ 19590 w 138812"/>
                  <a:gd name="connsiteY13" fmla="*/ 88342 h 134334"/>
                  <a:gd name="connsiteX14" fmla="*/ 14217 w 138812"/>
                  <a:gd name="connsiteY14" fmla="*/ 73566 h 134334"/>
                  <a:gd name="connsiteX15" fmla="*/ 5709 w 138812"/>
                  <a:gd name="connsiteY15" fmla="*/ 54759 h 134334"/>
                  <a:gd name="connsiteX16" fmla="*/ 60339 w 138812"/>
                  <a:gd name="connsiteY16" fmla="*/ 54759 h 134334"/>
                  <a:gd name="connsiteX17" fmla="*/ 60339 w 138812"/>
                  <a:gd name="connsiteY17" fmla="*/ 64162 h 134334"/>
                  <a:gd name="connsiteX18" fmla="*/ 74220 w 138812"/>
                  <a:gd name="connsiteY18" fmla="*/ 81178 h 134334"/>
                  <a:gd name="connsiteX19" fmla="*/ 87653 w 138812"/>
                  <a:gd name="connsiteY19" fmla="*/ 83865 h 134334"/>
                  <a:gd name="connsiteX20" fmla="*/ 87653 w 138812"/>
                  <a:gd name="connsiteY20" fmla="*/ 106701 h 134334"/>
                  <a:gd name="connsiteX21" fmla="*/ 86758 w 138812"/>
                  <a:gd name="connsiteY21" fmla="*/ 108940 h 134334"/>
                  <a:gd name="connsiteX22" fmla="*/ 84967 w 138812"/>
                  <a:gd name="connsiteY22" fmla="*/ 109388 h 134334"/>
                  <a:gd name="connsiteX23" fmla="*/ 68846 w 138812"/>
                  <a:gd name="connsiteY23" fmla="*/ 104910 h 134334"/>
                  <a:gd name="connsiteX24" fmla="*/ 63025 w 138812"/>
                  <a:gd name="connsiteY24" fmla="*/ 105806 h 134334"/>
                  <a:gd name="connsiteX25" fmla="*/ 60339 w 138812"/>
                  <a:gd name="connsiteY25" fmla="*/ 111627 h 134334"/>
                  <a:gd name="connsiteX26" fmla="*/ 60339 w 138812"/>
                  <a:gd name="connsiteY26" fmla="*/ 135359 h 134334"/>
                  <a:gd name="connsiteX27" fmla="*/ 62578 w 138812"/>
                  <a:gd name="connsiteY27" fmla="*/ 137598 h 134334"/>
                  <a:gd name="connsiteX28" fmla="*/ 64816 w 138812"/>
                  <a:gd name="connsiteY28" fmla="*/ 135359 h 134334"/>
                  <a:gd name="connsiteX29" fmla="*/ 64816 w 138812"/>
                  <a:gd name="connsiteY29" fmla="*/ 111627 h 134334"/>
                  <a:gd name="connsiteX30" fmla="*/ 65712 w 138812"/>
                  <a:gd name="connsiteY30" fmla="*/ 109388 h 134334"/>
                  <a:gd name="connsiteX31" fmla="*/ 67503 w 138812"/>
                  <a:gd name="connsiteY31" fmla="*/ 108940 h 134334"/>
                  <a:gd name="connsiteX32" fmla="*/ 83623 w 138812"/>
                  <a:gd name="connsiteY32" fmla="*/ 113418 h 134334"/>
                  <a:gd name="connsiteX33" fmla="*/ 89444 w 138812"/>
                  <a:gd name="connsiteY33" fmla="*/ 112523 h 134334"/>
                  <a:gd name="connsiteX34" fmla="*/ 92131 w 138812"/>
                  <a:gd name="connsiteY34" fmla="*/ 106701 h 134334"/>
                  <a:gd name="connsiteX35" fmla="*/ 92131 w 138812"/>
                  <a:gd name="connsiteY35" fmla="*/ 84760 h 134334"/>
                  <a:gd name="connsiteX36" fmla="*/ 118550 w 138812"/>
                  <a:gd name="connsiteY36" fmla="*/ 90134 h 134334"/>
                  <a:gd name="connsiteX37" fmla="*/ 122132 w 138812"/>
                  <a:gd name="connsiteY37" fmla="*/ 90581 h 134334"/>
                  <a:gd name="connsiteX38" fmla="*/ 132879 w 138812"/>
                  <a:gd name="connsiteY38" fmla="*/ 86551 h 134334"/>
                  <a:gd name="connsiteX39" fmla="*/ 139148 w 138812"/>
                  <a:gd name="connsiteY39" fmla="*/ 73118 h 134334"/>
                  <a:gd name="connsiteX40" fmla="*/ 139148 w 138812"/>
                  <a:gd name="connsiteY40" fmla="*/ 34609 h 134334"/>
                  <a:gd name="connsiteX41" fmla="*/ 132431 w 138812"/>
                  <a:gd name="connsiteY41" fmla="*/ 22519 h 134334"/>
                  <a:gd name="connsiteX42" fmla="*/ 4814 w 138812"/>
                  <a:gd name="connsiteY42" fmla="*/ 51177 h 134334"/>
                  <a:gd name="connsiteX43" fmla="*/ 5261 w 138812"/>
                  <a:gd name="connsiteY43" fmla="*/ 40878 h 134334"/>
                  <a:gd name="connsiteX44" fmla="*/ 41084 w 138812"/>
                  <a:gd name="connsiteY44" fmla="*/ 5055 h 134334"/>
                  <a:gd name="connsiteX45" fmla="*/ 84519 w 138812"/>
                  <a:gd name="connsiteY45" fmla="*/ 25653 h 134334"/>
                  <a:gd name="connsiteX46" fmla="*/ 74220 w 138812"/>
                  <a:gd name="connsiteY46" fmla="*/ 27892 h 134334"/>
                  <a:gd name="connsiteX47" fmla="*/ 60339 w 138812"/>
                  <a:gd name="connsiteY47" fmla="*/ 44908 h 134334"/>
                  <a:gd name="connsiteX48" fmla="*/ 60339 w 138812"/>
                  <a:gd name="connsiteY48" fmla="*/ 51624 h 134334"/>
                  <a:gd name="connsiteX49" fmla="*/ 4814 w 138812"/>
                  <a:gd name="connsiteY49" fmla="*/ 51624 h 134334"/>
                  <a:gd name="connsiteX50" fmla="*/ 134670 w 138812"/>
                  <a:gd name="connsiteY50" fmla="*/ 74461 h 134334"/>
                  <a:gd name="connsiteX51" fmla="*/ 130193 w 138812"/>
                  <a:gd name="connsiteY51" fmla="*/ 84312 h 134334"/>
                  <a:gd name="connsiteX52" fmla="*/ 119894 w 138812"/>
                  <a:gd name="connsiteY52" fmla="*/ 86999 h 134334"/>
                  <a:gd name="connsiteX53" fmla="*/ 75115 w 138812"/>
                  <a:gd name="connsiteY53" fmla="*/ 78043 h 134334"/>
                  <a:gd name="connsiteX54" fmla="*/ 64816 w 138812"/>
                  <a:gd name="connsiteY54" fmla="*/ 65506 h 134334"/>
                  <a:gd name="connsiteX55" fmla="*/ 64816 w 138812"/>
                  <a:gd name="connsiteY55" fmla="*/ 55654 h 134334"/>
                  <a:gd name="connsiteX56" fmla="*/ 75563 w 138812"/>
                  <a:gd name="connsiteY56" fmla="*/ 55654 h 134334"/>
                  <a:gd name="connsiteX57" fmla="*/ 75563 w 138812"/>
                  <a:gd name="connsiteY57" fmla="*/ 62371 h 134334"/>
                  <a:gd name="connsiteX58" fmla="*/ 77802 w 138812"/>
                  <a:gd name="connsiteY58" fmla="*/ 64610 h 134334"/>
                  <a:gd name="connsiteX59" fmla="*/ 80041 w 138812"/>
                  <a:gd name="connsiteY59" fmla="*/ 62371 h 134334"/>
                  <a:gd name="connsiteX60" fmla="*/ 80041 w 138812"/>
                  <a:gd name="connsiteY60" fmla="*/ 47147 h 134334"/>
                  <a:gd name="connsiteX61" fmla="*/ 77802 w 138812"/>
                  <a:gd name="connsiteY61" fmla="*/ 44908 h 134334"/>
                  <a:gd name="connsiteX62" fmla="*/ 75563 w 138812"/>
                  <a:gd name="connsiteY62" fmla="*/ 47147 h 134334"/>
                  <a:gd name="connsiteX63" fmla="*/ 75563 w 138812"/>
                  <a:gd name="connsiteY63" fmla="*/ 51177 h 134334"/>
                  <a:gd name="connsiteX64" fmla="*/ 64816 w 138812"/>
                  <a:gd name="connsiteY64" fmla="*/ 51177 h 134334"/>
                  <a:gd name="connsiteX65" fmla="*/ 64816 w 138812"/>
                  <a:gd name="connsiteY65" fmla="*/ 44460 h 134334"/>
                  <a:gd name="connsiteX66" fmla="*/ 75115 w 138812"/>
                  <a:gd name="connsiteY66" fmla="*/ 31922 h 134334"/>
                  <a:gd name="connsiteX67" fmla="*/ 88101 w 138812"/>
                  <a:gd name="connsiteY67" fmla="*/ 29235 h 134334"/>
                  <a:gd name="connsiteX68" fmla="*/ 88549 w 138812"/>
                  <a:gd name="connsiteY68" fmla="*/ 29235 h 134334"/>
                  <a:gd name="connsiteX69" fmla="*/ 119446 w 138812"/>
                  <a:gd name="connsiteY69" fmla="*/ 22966 h 134334"/>
                  <a:gd name="connsiteX70" fmla="*/ 129745 w 138812"/>
                  <a:gd name="connsiteY70" fmla="*/ 25653 h 134334"/>
                  <a:gd name="connsiteX71" fmla="*/ 134223 w 138812"/>
                  <a:gd name="connsiteY71" fmla="*/ 35504 h 134334"/>
                  <a:gd name="connsiteX72" fmla="*/ 134223 w 138812"/>
                  <a:gd name="connsiteY72" fmla="*/ 74461 h 13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38812" h="134334">
                    <a:moveTo>
                      <a:pt x="132431" y="22519"/>
                    </a:moveTo>
                    <a:cubicBezTo>
                      <a:pt x="128401" y="19384"/>
                      <a:pt x="123476" y="18041"/>
                      <a:pt x="118102" y="18936"/>
                    </a:cubicBezTo>
                    <a:lnTo>
                      <a:pt x="88549" y="24757"/>
                    </a:lnTo>
                    <a:cubicBezTo>
                      <a:pt x="79145" y="7294"/>
                      <a:pt x="59443" y="-2557"/>
                      <a:pt x="39741" y="577"/>
                    </a:cubicBezTo>
                    <a:cubicBezTo>
                      <a:pt x="19590" y="3712"/>
                      <a:pt x="3470" y="19832"/>
                      <a:pt x="336" y="40430"/>
                    </a:cubicBezTo>
                    <a:cubicBezTo>
                      <a:pt x="-112" y="44908"/>
                      <a:pt x="-112" y="49385"/>
                      <a:pt x="336" y="53415"/>
                    </a:cubicBezTo>
                    <a:cubicBezTo>
                      <a:pt x="336" y="53415"/>
                      <a:pt x="336" y="53415"/>
                      <a:pt x="336" y="53415"/>
                    </a:cubicBezTo>
                    <a:cubicBezTo>
                      <a:pt x="336" y="53415"/>
                      <a:pt x="336" y="53415"/>
                      <a:pt x="336" y="53415"/>
                    </a:cubicBezTo>
                    <a:cubicBezTo>
                      <a:pt x="1679" y="61923"/>
                      <a:pt x="4814" y="69983"/>
                      <a:pt x="10635" y="76700"/>
                    </a:cubicBezTo>
                    <a:cubicBezTo>
                      <a:pt x="13769" y="80282"/>
                      <a:pt x="15113" y="84312"/>
                      <a:pt x="15113" y="88342"/>
                    </a:cubicBezTo>
                    <a:lnTo>
                      <a:pt x="15113" y="136255"/>
                    </a:lnTo>
                    <a:cubicBezTo>
                      <a:pt x="15113" y="137598"/>
                      <a:pt x="16008" y="138494"/>
                      <a:pt x="17352" y="138494"/>
                    </a:cubicBezTo>
                    <a:cubicBezTo>
                      <a:pt x="18695" y="138494"/>
                      <a:pt x="19590" y="137598"/>
                      <a:pt x="19590" y="136255"/>
                    </a:cubicBezTo>
                    <a:lnTo>
                      <a:pt x="19590" y="88342"/>
                    </a:lnTo>
                    <a:cubicBezTo>
                      <a:pt x="19590" y="83417"/>
                      <a:pt x="17799" y="78043"/>
                      <a:pt x="14217" y="73566"/>
                    </a:cubicBezTo>
                    <a:cubicBezTo>
                      <a:pt x="9739" y="68192"/>
                      <a:pt x="7053" y="61923"/>
                      <a:pt x="5709" y="54759"/>
                    </a:cubicBezTo>
                    <a:lnTo>
                      <a:pt x="60339" y="54759"/>
                    </a:lnTo>
                    <a:lnTo>
                      <a:pt x="60339" y="64162"/>
                    </a:lnTo>
                    <a:cubicBezTo>
                      <a:pt x="60339" y="72222"/>
                      <a:pt x="66160" y="79387"/>
                      <a:pt x="74220" y="81178"/>
                    </a:cubicBezTo>
                    <a:lnTo>
                      <a:pt x="87653" y="83865"/>
                    </a:lnTo>
                    <a:lnTo>
                      <a:pt x="87653" y="106701"/>
                    </a:lnTo>
                    <a:cubicBezTo>
                      <a:pt x="87653" y="107597"/>
                      <a:pt x="87206" y="108493"/>
                      <a:pt x="86758" y="108940"/>
                    </a:cubicBezTo>
                    <a:cubicBezTo>
                      <a:pt x="86310" y="109388"/>
                      <a:pt x="85862" y="109388"/>
                      <a:pt x="84967" y="109388"/>
                    </a:cubicBezTo>
                    <a:lnTo>
                      <a:pt x="68846" y="104910"/>
                    </a:lnTo>
                    <a:cubicBezTo>
                      <a:pt x="67055" y="104463"/>
                      <a:pt x="64816" y="104910"/>
                      <a:pt x="63025" y="105806"/>
                    </a:cubicBezTo>
                    <a:cubicBezTo>
                      <a:pt x="61234" y="107149"/>
                      <a:pt x="60339" y="109388"/>
                      <a:pt x="60339" y="111627"/>
                    </a:cubicBezTo>
                    <a:lnTo>
                      <a:pt x="60339" y="135359"/>
                    </a:lnTo>
                    <a:cubicBezTo>
                      <a:pt x="60339" y="136703"/>
                      <a:pt x="61234" y="137598"/>
                      <a:pt x="62578" y="137598"/>
                    </a:cubicBezTo>
                    <a:cubicBezTo>
                      <a:pt x="63921" y="137598"/>
                      <a:pt x="64816" y="136703"/>
                      <a:pt x="64816" y="135359"/>
                    </a:cubicBezTo>
                    <a:lnTo>
                      <a:pt x="64816" y="111627"/>
                    </a:lnTo>
                    <a:cubicBezTo>
                      <a:pt x="64816" y="110731"/>
                      <a:pt x="65264" y="109836"/>
                      <a:pt x="65712" y="109388"/>
                    </a:cubicBezTo>
                    <a:cubicBezTo>
                      <a:pt x="66160" y="108940"/>
                      <a:pt x="66608" y="108940"/>
                      <a:pt x="67503" y="108940"/>
                    </a:cubicBezTo>
                    <a:lnTo>
                      <a:pt x="83623" y="113418"/>
                    </a:lnTo>
                    <a:cubicBezTo>
                      <a:pt x="85414" y="113866"/>
                      <a:pt x="87653" y="113418"/>
                      <a:pt x="89444" y="112523"/>
                    </a:cubicBezTo>
                    <a:cubicBezTo>
                      <a:pt x="91236" y="111179"/>
                      <a:pt x="92131" y="108940"/>
                      <a:pt x="92131" y="106701"/>
                    </a:cubicBezTo>
                    <a:lnTo>
                      <a:pt x="92131" y="84760"/>
                    </a:lnTo>
                    <a:lnTo>
                      <a:pt x="118550" y="90134"/>
                    </a:lnTo>
                    <a:cubicBezTo>
                      <a:pt x="119894" y="90581"/>
                      <a:pt x="120789" y="90581"/>
                      <a:pt x="122132" y="90581"/>
                    </a:cubicBezTo>
                    <a:cubicBezTo>
                      <a:pt x="126163" y="90581"/>
                      <a:pt x="129745" y="89238"/>
                      <a:pt x="132879" y="86551"/>
                    </a:cubicBezTo>
                    <a:cubicBezTo>
                      <a:pt x="136909" y="83417"/>
                      <a:pt x="139148" y="78491"/>
                      <a:pt x="139148" y="73118"/>
                    </a:cubicBezTo>
                    <a:lnTo>
                      <a:pt x="139148" y="34609"/>
                    </a:lnTo>
                    <a:cubicBezTo>
                      <a:pt x="139148" y="30579"/>
                      <a:pt x="136462" y="25653"/>
                      <a:pt x="132431" y="22519"/>
                    </a:cubicBezTo>
                    <a:close/>
                    <a:moveTo>
                      <a:pt x="4814" y="51177"/>
                    </a:moveTo>
                    <a:cubicBezTo>
                      <a:pt x="4366" y="47594"/>
                      <a:pt x="4366" y="44460"/>
                      <a:pt x="5261" y="40878"/>
                    </a:cubicBezTo>
                    <a:cubicBezTo>
                      <a:pt x="7948" y="22519"/>
                      <a:pt x="22725" y="7742"/>
                      <a:pt x="41084" y="5055"/>
                    </a:cubicBezTo>
                    <a:cubicBezTo>
                      <a:pt x="58547" y="2368"/>
                      <a:pt x="76011" y="10428"/>
                      <a:pt x="84519" y="25653"/>
                    </a:cubicBezTo>
                    <a:lnTo>
                      <a:pt x="74220" y="27892"/>
                    </a:lnTo>
                    <a:cubicBezTo>
                      <a:pt x="66160" y="29683"/>
                      <a:pt x="60339" y="36400"/>
                      <a:pt x="60339" y="44908"/>
                    </a:cubicBezTo>
                    <a:lnTo>
                      <a:pt x="60339" y="51624"/>
                    </a:lnTo>
                    <a:lnTo>
                      <a:pt x="4814" y="51624"/>
                    </a:lnTo>
                    <a:close/>
                    <a:moveTo>
                      <a:pt x="134670" y="74461"/>
                    </a:moveTo>
                    <a:cubicBezTo>
                      <a:pt x="134670" y="78491"/>
                      <a:pt x="132879" y="82073"/>
                      <a:pt x="130193" y="84312"/>
                    </a:cubicBezTo>
                    <a:cubicBezTo>
                      <a:pt x="127058" y="86551"/>
                      <a:pt x="123476" y="87447"/>
                      <a:pt x="119894" y="86999"/>
                    </a:cubicBezTo>
                    <a:lnTo>
                      <a:pt x="75115" y="78043"/>
                    </a:lnTo>
                    <a:cubicBezTo>
                      <a:pt x="69294" y="76700"/>
                      <a:pt x="64816" y="71775"/>
                      <a:pt x="64816" y="65506"/>
                    </a:cubicBezTo>
                    <a:lnTo>
                      <a:pt x="64816" y="55654"/>
                    </a:lnTo>
                    <a:lnTo>
                      <a:pt x="75563" y="55654"/>
                    </a:lnTo>
                    <a:lnTo>
                      <a:pt x="75563" y="62371"/>
                    </a:lnTo>
                    <a:cubicBezTo>
                      <a:pt x="75563" y="63714"/>
                      <a:pt x="76459" y="64610"/>
                      <a:pt x="77802" y="64610"/>
                    </a:cubicBezTo>
                    <a:cubicBezTo>
                      <a:pt x="79145" y="64610"/>
                      <a:pt x="80041" y="63714"/>
                      <a:pt x="80041" y="62371"/>
                    </a:cubicBezTo>
                    <a:lnTo>
                      <a:pt x="80041" y="47147"/>
                    </a:lnTo>
                    <a:cubicBezTo>
                      <a:pt x="80041" y="45803"/>
                      <a:pt x="79145" y="44908"/>
                      <a:pt x="77802" y="44908"/>
                    </a:cubicBezTo>
                    <a:cubicBezTo>
                      <a:pt x="76459" y="44908"/>
                      <a:pt x="75563" y="45803"/>
                      <a:pt x="75563" y="47147"/>
                    </a:cubicBezTo>
                    <a:lnTo>
                      <a:pt x="75563" y="51177"/>
                    </a:lnTo>
                    <a:lnTo>
                      <a:pt x="64816" y="51177"/>
                    </a:lnTo>
                    <a:lnTo>
                      <a:pt x="64816" y="44460"/>
                    </a:lnTo>
                    <a:cubicBezTo>
                      <a:pt x="64816" y="38191"/>
                      <a:pt x="69294" y="33265"/>
                      <a:pt x="75115" y="31922"/>
                    </a:cubicBezTo>
                    <a:lnTo>
                      <a:pt x="88101" y="29235"/>
                    </a:lnTo>
                    <a:cubicBezTo>
                      <a:pt x="88101" y="29235"/>
                      <a:pt x="88549" y="29235"/>
                      <a:pt x="88549" y="29235"/>
                    </a:cubicBezTo>
                    <a:lnTo>
                      <a:pt x="119446" y="22966"/>
                    </a:lnTo>
                    <a:cubicBezTo>
                      <a:pt x="123028" y="22071"/>
                      <a:pt x="127058" y="22966"/>
                      <a:pt x="129745" y="25653"/>
                    </a:cubicBezTo>
                    <a:cubicBezTo>
                      <a:pt x="132879" y="27892"/>
                      <a:pt x="134223" y="31922"/>
                      <a:pt x="134223" y="35504"/>
                    </a:cubicBezTo>
                    <a:lnTo>
                      <a:pt x="134223" y="7446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326" name="Group 4222">
                <a:extLst>
                  <a:ext uri="{FF2B5EF4-FFF2-40B4-BE49-F238E27FC236}">
                    <a16:creationId xmlns:a16="http://schemas.microsoft.com/office/drawing/2014/main" id="{5D1B7AD8-C105-D14D-0951-B1162C25D96B}"/>
                  </a:ext>
                  <a:ext uri="{C183D7F6-B498-43B3-948B-1728B52AA6E4}">
                    <adec:decorative xmlns:adec="http://schemas.microsoft.com/office/drawing/2017/decorative" val="1"/>
                  </a:ext>
                </a:extLst>
              </p:cNvPr>
              <p:cNvGrpSpPr>
                <a:grpSpLocks noChangeAspect="1"/>
              </p:cNvGrpSpPr>
              <p:nvPr/>
            </p:nvGrpSpPr>
            <p:grpSpPr>
              <a:xfrm>
                <a:off x="1863626" y="3326390"/>
                <a:ext cx="150007" cy="152127"/>
                <a:chOff x="1904380" y="2590951"/>
                <a:chExt cx="150007" cy="152127"/>
              </a:xfrm>
            </p:grpSpPr>
            <p:sp>
              <p:nvSpPr>
                <p:cNvPr id="327" name="Freeform: Shape 4223">
                  <a:extLst>
                    <a:ext uri="{FF2B5EF4-FFF2-40B4-BE49-F238E27FC236}">
                      <a16:creationId xmlns:a16="http://schemas.microsoft.com/office/drawing/2014/main" id="{60B1572D-7858-CA26-965D-D279F15FED9F}"/>
                    </a:ext>
                  </a:extLst>
                </p:cNvPr>
                <p:cNvSpPr/>
                <p:nvPr/>
              </p:nvSpPr>
              <p:spPr>
                <a:xfrm>
                  <a:off x="1904380" y="2636508"/>
                  <a:ext cx="35823" cy="58212"/>
                </a:xfrm>
                <a:custGeom>
                  <a:avLst/>
                  <a:gdLst>
                    <a:gd name="connsiteX0" fmla="*/ 33584 w 35822"/>
                    <a:gd name="connsiteY0" fmla="*/ 60119 h 58211"/>
                    <a:gd name="connsiteX1" fmla="*/ 32688 w 35822"/>
                    <a:gd name="connsiteY1" fmla="*/ 60119 h 58211"/>
                    <a:gd name="connsiteX2" fmla="*/ 0 w 35822"/>
                    <a:gd name="connsiteY2" fmla="*/ 30566 h 58211"/>
                    <a:gd name="connsiteX3" fmla="*/ 37166 w 35822"/>
                    <a:gd name="connsiteY3" fmla="*/ 116 h 58211"/>
                    <a:gd name="connsiteX4" fmla="*/ 39853 w 35822"/>
                    <a:gd name="connsiteY4" fmla="*/ 1908 h 58211"/>
                    <a:gd name="connsiteX5" fmla="*/ 38061 w 35822"/>
                    <a:gd name="connsiteY5" fmla="*/ 4594 h 58211"/>
                    <a:gd name="connsiteX6" fmla="*/ 4030 w 35822"/>
                    <a:gd name="connsiteY6" fmla="*/ 31013 h 58211"/>
                    <a:gd name="connsiteX7" fmla="*/ 34031 w 35822"/>
                    <a:gd name="connsiteY7" fmla="*/ 56089 h 58211"/>
                    <a:gd name="connsiteX8" fmla="*/ 35375 w 35822"/>
                    <a:gd name="connsiteY8" fmla="*/ 58776 h 58211"/>
                    <a:gd name="connsiteX9" fmla="*/ 33584 w 35822"/>
                    <a:gd name="connsiteY9" fmla="*/ 60119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22" h="58211">
                      <a:moveTo>
                        <a:pt x="33584" y="60119"/>
                      </a:moveTo>
                      <a:cubicBezTo>
                        <a:pt x="33136" y="60119"/>
                        <a:pt x="33136" y="60119"/>
                        <a:pt x="32688" y="60119"/>
                      </a:cubicBezTo>
                      <a:cubicBezTo>
                        <a:pt x="11642" y="53403"/>
                        <a:pt x="0" y="42656"/>
                        <a:pt x="0" y="30566"/>
                      </a:cubicBezTo>
                      <a:cubicBezTo>
                        <a:pt x="0" y="17580"/>
                        <a:pt x="13881" y="6385"/>
                        <a:pt x="37166" y="116"/>
                      </a:cubicBezTo>
                      <a:cubicBezTo>
                        <a:pt x="38509" y="-331"/>
                        <a:pt x="39405" y="564"/>
                        <a:pt x="39853" y="1908"/>
                      </a:cubicBezTo>
                      <a:cubicBezTo>
                        <a:pt x="40300" y="3251"/>
                        <a:pt x="39405" y="4147"/>
                        <a:pt x="38061" y="4594"/>
                      </a:cubicBezTo>
                      <a:cubicBezTo>
                        <a:pt x="17016" y="10416"/>
                        <a:pt x="4030" y="20267"/>
                        <a:pt x="4030" y="31013"/>
                      </a:cubicBezTo>
                      <a:cubicBezTo>
                        <a:pt x="4030" y="40865"/>
                        <a:pt x="15225" y="50268"/>
                        <a:pt x="34031" y="56089"/>
                      </a:cubicBezTo>
                      <a:cubicBezTo>
                        <a:pt x="35375" y="56537"/>
                        <a:pt x="35823" y="57880"/>
                        <a:pt x="35375" y="58776"/>
                      </a:cubicBezTo>
                      <a:cubicBezTo>
                        <a:pt x="35375" y="59671"/>
                        <a:pt x="34479" y="60119"/>
                        <a:pt x="33584" y="6011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28" name="Freeform: Shape 4224">
                  <a:extLst>
                    <a:ext uri="{FF2B5EF4-FFF2-40B4-BE49-F238E27FC236}">
                      <a16:creationId xmlns:a16="http://schemas.microsoft.com/office/drawing/2014/main" id="{52E5D3E8-BDFB-84DF-5DB2-C391176261B2}"/>
                    </a:ext>
                  </a:extLst>
                </p:cNvPr>
                <p:cNvSpPr/>
                <p:nvPr/>
              </p:nvSpPr>
              <p:spPr>
                <a:xfrm>
                  <a:off x="1950831" y="2707255"/>
                  <a:ext cx="58212" cy="35823"/>
                </a:xfrm>
                <a:custGeom>
                  <a:avLst/>
                  <a:gdLst>
                    <a:gd name="connsiteX0" fmla="*/ 29673 w 58211"/>
                    <a:gd name="connsiteY0" fmla="*/ 36389 h 35822"/>
                    <a:gd name="connsiteX1" fmla="*/ 119 w 58211"/>
                    <a:gd name="connsiteY1" fmla="*/ 2806 h 35822"/>
                    <a:gd name="connsiteX2" fmla="*/ 1462 w 58211"/>
                    <a:gd name="connsiteY2" fmla="*/ 119 h 35822"/>
                    <a:gd name="connsiteX3" fmla="*/ 4149 w 58211"/>
                    <a:gd name="connsiteY3" fmla="*/ 1462 h 35822"/>
                    <a:gd name="connsiteX4" fmla="*/ 29673 w 58211"/>
                    <a:gd name="connsiteY4" fmla="*/ 31912 h 35822"/>
                    <a:gd name="connsiteX5" fmla="*/ 54301 w 58211"/>
                    <a:gd name="connsiteY5" fmla="*/ 3254 h 35822"/>
                    <a:gd name="connsiteX6" fmla="*/ 56987 w 58211"/>
                    <a:gd name="connsiteY6" fmla="*/ 1910 h 35822"/>
                    <a:gd name="connsiteX7" fmla="*/ 58331 w 58211"/>
                    <a:gd name="connsiteY7" fmla="*/ 4597 h 35822"/>
                    <a:gd name="connsiteX8" fmla="*/ 29673 w 58211"/>
                    <a:gd name="connsiteY8" fmla="*/ 36389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211" h="35822">
                      <a:moveTo>
                        <a:pt x="29673" y="36389"/>
                      </a:moveTo>
                      <a:cubicBezTo>
                        <a:pt x="17583" y="36389"/>
                        <a:pt x="6388" y="23851"/>
                        <a:pt x="119" y="2806"/>
                      </a:cubicBezTo>
                      <a:cubicBezTo>
                        <a:pt x="-329" y="1462"/>
                        <a:pt x="567" y="567"/>
                        <a:pt x="1462" y="119"/>
                      </a:cubicBezTo>
                      <a:cubicBezTo>
                        <a:pt x="2806" y="-329"/>
                        <a:pt x="3701" y="567"/>
                        <a:pt x="4149" y="1462"/>
                      </a:cubicBezTo>
                      <a:cubicBezTo>
                        <a:pt x="9970" y="20717"/>
                        <a:pt x="19822" y="31912"/>
                        <a:pt x="29673" y="31912"/>
                      </a:cubicBezTo>
                      <a:cubicBezTo>
                        <a:pt x="39076" y="31912"/>
                        <a:pt x="48480" y="21165"/>
                        <a:pt x="54301" y="3254"/>
                      </a:cubicBezTo>
                      <a:cubicBezTo>
                        <a:pt x="54748" y="1910"/>
                        <a:pt x="56092" y="1462"/>
                        <a:pt x="56987" y="1910"/>
                      </a:cubicBezTo>
                      <a:cubicBezTo>
                        <a:pt x="58331" y="2358"/>
                        <a:pt x="58779" y="3701"/>
                        <a:pt x="58331" y="4597"/>
                      </a:cubicBezTo>
                      <a:cubicBezTo>
                        <a:pt x="51614" y="24747"/>
                        <a:pt x="41315" y="36389"/>
                        <a:pt x="29673" y="3638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29" name="Freeform: Shape 4225">
                  <a:extLst>
                    <a:ext uri="{FF2B5EF4-FFF2-40B4-BE49-F238E27FC236}">
                      <a16:creationId xmlns:a16="http://schemas.microsoft.com/office/drawing/2014/main" id="{B207C577-703E-5B8E-146A-A3D24DD68DCA}"/>
                    </a:ext>
                  </a:extLst>
                </p:cNvPr>
                <p:cNvSpPr/>
                <p:nvPr/>
              </p:nvSpPr>
              <p:spPr>
                <a:xfrm>
                  <a:off x="1934606" y="2590951"/>
                  <a:ext cx="80601" cy="98512"/>
                </a:xfrm>
                <a:custGeom>
                  <a:avLst/>
                  <a:gdLst>
                    <a:gd name="connsiteX0" fmla="*/ 45898 w 80600"/>
                    <a:gd name="connsiteY0" fmla="*/ 0 h 98511"/>
                    <a:gd name="connsiteX1" fmla="*/ 10075 w 80600"/>
                    <a:gd name="connsiteY1" fmla="*/ 76123 h 98511"/>
                    <a:gd name="connsiteX2" fmla="*/ 10971 w 80600"/>
                    <a:gd name="connsiteY2" fmla="*/ 92691 h 98511"/>
                    <a:gd name="connsiteX3" fmla="*/ 3806 w 80600"/>
                    <a:gd name="connsiteY3" fmla="*/ 85526 h 98511"/>
                    <a:gd name="connsiteX4" fmla="*/ 672 w 80600"/>
                    <a:gd name="connsiteY4" fmla="*/ 85526 h 98511"/>
                    <a:gd name="connsiteX5" fmla="*/ 672 w 80600"/>
                    <a:gd name="connsiteY5" fmla="*/ 88661 h 98511"/>
                    <a:gd name="connsiteX6" fmla="*/ 12314 w 80600"/>
                    <a:gd name="connsiteY6" fmla="*/ 99855 h 98511"/>
                    <a:gd name="connsiteX7" fmla="*/ 12314 w 80600"/>
                    <a:gd name="connsiteY7" fmla="*/ 99855 h 98511"/>
                    <a:gd name="connsiteX8" fmla="*/ 12314 w 80600"/>
                    <a:gd name="connsiteY8" fmla="*/ 99855 h 98511"/>
                    <a:gd name="connsiteX9" fmla="*/ 12314 w 80600"/>
                    <a:gd name="connsiteY9" fmla="*/ 99855 h 98511"/>
                    <a:gd name="connsiteX10" fmla="*/ 12314 w 80600"/>
                    <a:gd name="connsiteY10" fmla="*/ 99855 h 98511"/>
                    <a:gd name="connsiteX11" fmla="*/ 12762 w 80600"/>
                    <a:gd name="connsiteY11" fmla="*/ 99855 h 98511"/>
                    <a:gd name="connsiteX12" fmla="*/ 13210 w 80600"/>
                    <a:gd name="connsiteY12" fmla="*/ 99855 h 98511"/>
                    <a:gd name="connsiteX13" fmla="*/ 13210 w 80600"/>
                    <a:gd name="connsiteY13" fmla="*/ 99855 h 98511"/>
                    <a:gd name="connsiteX14" fmla="*/ 13657 w 80600"/>
                    <a:gd name="connsiteY14" fmla="*/ 99855 h 98511"/>
                    <a:gd name="connsiteX15" fmla="*/ 13657 w 80600"/>
                    <a:gd name="connsiteY15" fmla="*/ 99855 h 98511"/>
                    <a:gd name="connsiteX16" fmla="*/ 13657 w 80600"/>
                    <a:gd name="connsiteY16" fmla="*/ 99855 h 98511"/>
                    <a:gd name="connsiteX17" fmla="*/ 13657 w 80600"/>
                    <a:gd name="connsiteY17" fmla="*/ 99855 h 98511"/>
                    <a:gd name="connsiteX18" fmla="*/ 13657 w 80600"/>
                    <a:gd name="connsiteY18" fmla="*/ 99855 h 98511"/>
                    <a:gd name="connsiteX19" fmla="*/ 13657 w 80600"/>
                    <a:gd name="connsiteY19" fmla="*/ 99855 h 98511"/>
                    <a:gd name="connsiteX20" fmla="*/ 13657 w 80600"/>
                    <a:gd name="connsiteY20" fmla="*/ 99855 h 98511"/>
                    <a:gd name="connsiteX21" fmla="*/ 13657 w 80600"/>
                    <a:gd name="connsiteY21" fmla="*/ 99855 h 98511"/>
                    <a:gd name="connsiteX22" fmla="*/ 14105 w 80600"/>
                    <a:gd name="connsiteY22" fmla="*/ 99855 h 98511"/>
                    <a:gd name="connsiteX23" fmla="*/ 14553 w 80600"/>
                    <a:gd name="connsiteY23" fmla="*/ 99855 h 98511"/>
                    <a:gd name="connsiteX24" fmla="*/ 15001 w 80600"/>
                    <a:gd name="connsiteY24" fmla="*/ 99855 h 98511"/>
                    <a:gd name="connsiteX25" fmla="*/ 15001 w 80600"/>
                    <a:gd name="connsiteY25" fmla="*/ 99855 h 98511"/>
                    <a:gd name="connsiteX26" fmla="*/ 15448 w 80600"/>
                    <a:gd name="connsiteY26" fmla="*/ 99407 h 98511"/>
                    <a:gd name="connsiteX27" fmla="*/ 15448 w 80600"/>
                    <a:gd name="connsiteY27" fmla="*/ 99407 h 98511"/>
                    <a:gd name="connsiteX28" fmla="*/ 15448 w 80600"/>
                    <a:gd name="connsiteY28" fmla="*/ 99407 h 98511"/>
                    <a:gd name="connsiteX29" fmla="*/ 15448 w 80600"/>
                    <a:gd name="connsiteY29" fmla="*/ 99407 h 98511"/>
                    <a:gd name="connsiteX30" fmla="*/ 25300 w 80600"/>
                    <a:gd name="connsiteY30" fmla="*/ 87317 h 98511"/>
                    <a:gd name="connsiteX31" fmla="*/ 24852 w 80600"/>
                    <a:gd name="connsiteY31" fmla="*/ 84183 h 98511"/>
                    <a:gd name="connsiteX32" fmla="*/ 21717 w 80600"/>
                    <a:gd name="connsiteY32" fmla="*/ 84631 h 98511"/>
                    <a:gd name="connsiteX33" fmla="*/ 15448 w 80600"/>
                    <a:gd name="connsiteY33" fmla="*/ 92243 h 98511"/>
                    <a:gd name="connsiteX34" fmla="*/ 14553 w 80600"/>
                    <a:gd name="connsiteY34" fmla="*/ 75227 h 98511"/>
                    <a:gd name="connsiteX35" fmla="*/ 45898 w 80600"/>
                    <a:gd name="connsiteY35" fmla="*/ 3582 h 98511"/>
                    <a:gd name="connsiteX36" fmla="*/ 77242 w 80600"/>
                    <a:gd name="connsiteY36" fmla="*/ 75227 h 98511"/>
                    <a:gd name="connsiteX37" fmla="*/ 76347 w 80600"/>
                    <a:gd name="connsiteY37" fmla="*/ 91795 h 98511"/>
                    <a:gd name="connsiteX38" fmla="*/ 78138 w 80600"/>
                    <a:gd name="connsiteY38" fmla="*/ 94034 h 98511"/>
                    <a:gd name="connsiteX39" fmla="*/ 80377 w 80600"/>
                    <a:gd name="connsiteY39" fmla="*/ 92243 h 98511"/>
                    <a:gd name="connsiteX40" fmla="*/ 81272 w 80600"/>
                    <a:gd name="connsiteY40" fmla="*/ 75227 h 98511"/>
                    <a:gd name="connsiteX41" fmla="*/ 45898 w 80600"/>
                    <a:gd name="connsiteY41" fmla="*/ 0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0600" h="98511">
                      <a:moveTo>
                        <a:pt x="45898" y="0"/>
                      </a:moveTo>
                      <a:cubicBezTo>
                        <a:pt x="25747" y="0"/>
                        <a:pt x="10075" y="33584"/>
                        <a:pt x="10075" y="76123"/>
                      </a:cubicBezTo>
                      <a:cubicBezTo>
                        <a:pt x="10075" y="81944"/>
                        <a:pt x="10523" y="87317"/>
                        <a:pt x="10971" y="92691"/>
                      </a:cubicBezTo>
                      <a:lnTo>
                        <a:pt x="3806" y="85526"/>
                      </a:lnTo>
                      <a:cubicBezTo>
                        <a:pt x="2911" y="84631"/>
                        <a:pt x="1567" y="84631"/>
                        <a:pt x="672" y="85526"/>
                      </a:cubicBezTo>
                      <a:cubicBezTo>
                        <a:pt x="-224" y="86422"/>
                        <a:pt x="-224" y="87765"/>
                        <a:pt x="672" y="88661"/>
                      </a:cubicBezTo>
                      <a:lnTo>
                        <a:pt x="12314" y="99855"/>
                      </a:lnTo>
                      <a:cubicBezTo>
                        <a:pt x="12314" y="99855"/>
                        <a:pt x="12314" y="99855"/>
                        <a:pt x="12314" y="99855"/>
                      </a:cubicBezTo>
                      <a:cubicBezTo>
                        <a:pt x="12314" y="99855"/>
                        <a:pt x="12314" y="99855"/>
                        <a:pt x="12314" y="99855"/>
                      </a:cubicBezTo>
                      <a:cubicBezTo>
                        <a:pt x="12314" y="99855"/>
                        <a:pt x="12314" y="99855"/>
                        <a:pt x="12314" y="99855"/>
                      </a:cubicBezTo>
                      <a:cubicBezTo>
                        <a:pt x="12314" y="99855"/>
                        <a:pt x="12314" y="99855"/>
                        <a:pt x="12314" y="99855"/>
                      </a:cubicBezTo>
                      <a:cubicBezTo>
                        <a:pt x="12314" y="99855"/>
                        <a:pt x="12314" y="99855"/>
                        <a:pt x="12762" y="99855"/>
                      </a:cubicBezTo>
                      <a:cubicBezTo>
                        <a:pt x="12762" y="99855"/>
                        <a:pt x="12762" y="99855"/>
                        <a:pt x="13210" y="99855"/>
                      </a:cubicBezTo>
                      <a:cubicBezTo>
                        <a:pt x="13210" y="99855"/>
                        <a:pt x="13210" y="99855"/>
                        <a:pt x="13210" y="99855"/>
                      </a:cubicBezTo>
                      <a:cubicBezTo>
                        <a:pt x="13210" y="99855"/>
                        <a:pt x="13657" y="99855"/>
                        <a:pt x="13657" y="99855"/>
                      </a:cubicBezTo>
                      <a:cubicBezTo>
                        <a:pt x="13657" y="99855"/>
                        <a:pt x="13657" y="99855"/>
                        <a:pt x="13657" y="99855"/>
                      </a:cubicBezTo>
                      <a:cubicBezTo>
                        <a:pt x="13657" y="99855"/>
                        <a:pt x="13657" y="99855"/>
                        <a:pt x="13657" y="99855"/>
                      </a:cubicBezTo>
                      <a:lnTo>
                        <a:pt x="13657" y="99855"/>
                      </a:lnTo>
                      <a:cubicBezTo>
                        <a:pt x="13657" y="99855"/>
                        <a:pt x="13657" y="99855"/>
                        <a:pt x="13657" y="99855"/>
                      </a:cubicBezTo>
                      <a:cubicBezTo>
                        <a:pt x="13657" y="99855"/>
                        <a:pt x="13657" y="99855"/>
                        <a:pt x="13657" y="99855"/>
                      </a:cubicBezTo>
                      <a:lnTo>
                        <a:pt x="13657" y="99855"/>
                      </a:lnTo>
                      <a:lnTo>
                        <a:pt x="13657" y="99855"/>
                      </a:lnTo>
                      <a:cubicBezTo>
                        <a:pt x="13657" y="99855"/>
                        <a:pt x="13657" y="99855"/>
                        <a:pt x="14105" y="99855"/>
                      </a:cubicBezTo>
                      <a:cubicBezTo>
                        <a:pt x="14105" y="99855"/>
                        <a:pt x="14105" y="99855"/>
                        <a:pt x="14553" y="99855"/>
                      </a:cubicBezTo>
                      <a:cubicBezTo>
                        <a:pt x="14553" y="99855"/>
                        <a:pt x="14553" y="99855"/>
                        <a:pt x="15001" y="99855"/>
                      </a:cubicBezTo>
                      <a:cubicBezTo>
                        <a:pt x="15001" y="99855"/>
                        <a:pt x="15001" y="99855"/>
                        <a:pt x="15001" y="99855"/>
                      </a:cubicBezTo>
                      <a:cubicBezTo>
                        <a:pt x="15001" y="99855"/>
                        <a:pt x="15448" y="99855"/>
                        <a:pt x="15448" y="99407"/>
                      </a:cubicBezTo>
                      <a:cubicBezTo>
                        <a:pt x="15448" y="99407"/>
                        <a:pt x="15448" y="99407"/>
                        <a:pt x="15448" y="99407"/>
                      </a:cubicBezTo>
                      <a:cubicBezTo>
                        <a:pt x="15448" y="99407"/>
                        <a:pt x="15448" y="99407"/>
                        <a:pt x="15448" y="99407"/>
                      </a:cubicBezTo>
                      <a:cubicBezTo>
                        <a:pt x="15448" y="99407"/>
                        <a:pt x="15448" y="99407"/>
                        <a:pt x="15448" y="99407"/>
                      </a:cubicBezTo>
                      <a:lnTo>
                        <a:pt x="25300" y="87317"/>
                      </a:lnTo>
                      <a:cubicBezTo>
                        <a:pt x="26195" y="86422"/>
                        <a:pt x="25747" y="85079"/>
                        <a:pt x="24852" y="84183"/>
                      </a:cubicBezTo>
                      <a:cubicBezTo>
                        <a:pt x="23956" y="83287"/>
                        <a:pt x="22613" y="83735"/>
                        <a:pt x="21717" y="84631"/>
                      </a:cubicBezTo>
                      <a:lnTo>
                        <a:pt x="15448" y="92243"/>
                      </a:lnTo>
                      <a:cubicBezTo>
                        <a:pt x="15001" y="86870"/>
                        <a:pt x="14553" y="81049"/>
                        <a:pt x="14553" y="75227"/>
                      </a:cubicBezTo>
                      <a:cubicBezTo>
                        <a:pt x="14553" y="36270"/>
                        <a:pt x="28882" y="3582"/>
                        <a:pt x="45898" y="3582"/>
                      </a:cubicBezTo>
                      <a:cubicBezTo>
                        <a:pt x="62913" y="3582"/>
                        <a:pt x="77242" y="36270"/>
                        <a:pt x="77242" y="75227"/>
                      </a:cubicBezTo>
                      <a:cubicBezTo>
                        <a:pt x="77242" y="80601"/>
                        <a:pt x="76795" y="86422"/>
                        <a:pt x="76347" y="91795"/>
                      </a:cubicBezTo>
                      <a:cubicBezTo>
                        <a:pt x="76347" y="93139"/>
                        <a:pt x="77242" y="94034"/>
                        <a:pt x="78138" y="94034"/>
                      </a:cubicBezTo>
                      <a:cubicBezTo>
                        <a:pt x="79481" y="94034"/>
                        <a:pt x="80377" y="93139"/>
                        <a:pt x="80377" y="92243"/>
                      </a:cubicBezTo>
                      <a:cubicBezTo>
                        <a:pt x="80825" y="86870"/>
                        <a:pt x="81272" y="81049"/>
                        <a:pt x="81272" y="75227"/>
                      </a:cubicBezTo>
                      <a:cubicBezTo>
                        <a:pt x="81272" y="33584"/>
                        <a:pt x="65600" y="0"/>
                        <a:pt x="45898"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30" name="Freeform: Shape 4226">
                  <a:extLst>
                    <a:ext uri="{FF2B5EF4-FFF2-40B4-BE49-F238E27FC236}">
                      <a16:creationId xmlns:a16="http://schemas.microsoft.com/office/drawing/2014/main" id="{D161894A-1ED1-2013-68DC-CC1CF861E66D}"/>
                    </a:ext>
                  </a:extLst>
                </p:cNvPr>
                <p:cNvSpPr/>
                <p:nvPr/>
              </p:nvSpPr>
              <p:spPr>
                <a:xfrm>
                  <a:off x="1960353" y="2637401"/>
                  <a:ext cx="94034" cy="71645"/>
                </a:xfrm>
                <a:custGeom>
                  <a:avLst/>
                  <a:gdLst>
                    <a:gd name="connsiteX0" fmla="*/ 61794 w 94034"/>
                    <a:gd name="connsiteY0" fmla="*/ 119 h 71645"/>
                    <a:gd name="connsiteX1" fmla="*/ 59107 w 94034"/>
                    <a:gd name="connsiteY1" fmla="*/ 1462 h 71645"/>
                    <a:gd name="connsiteX2" fmla="*/ 60451 w 94034"/>
                    <a:gd name="connsiteY2" fmla="*/ 4149 h 71645"/>
                    <a:gd name="connsiteX3" fmla="*/ 91347 w 94034"/>
                    <a:gd name="connsiteY3" fmla="*/ 29673 h 71645"/>
                    <a:gd name="connsiteX4" fmla="*/ 19702 w 94034"/>
                    <a:gd name="connsiteY4" fmla="*/ 60570 h 71645"/>
                    <a:gd name="connsiteX5" fmla="*/ 7165 w 94034"/>
                    <a:gd name="connsiteY5" fmla="*/ 60122 h 71645"/>
                    <a:gd name="connsiteX6" fmla="*/ 15225 w 94034"/>
                    <a:gd name="connsiteY6" fmla="*/ 53853 h 71645"/>
                    <a:gd name="connsiteX7" fmla="*/ 15672 w 94034"/>
                    <a:gd name="connsiteY7" fmla="*/ 50718 h 71645"/>
                    <a:gd name="connsiteX8" fmla="*/ 12538 w 94034"/>
                    <a:gd name="connsiteY8" fmla="*/ 50271 h 71645"/>
                    <a:gd name="connsiteX9" fmla="*/ 0 w 94034"/>
                    <a:gd name="connsiteY9" fmla="*/ 60122 h 71645"/>
                    <a:gd name="connsiteX10" fmla="*/ 0 w 94034"/>
                    <a:gd name="connsiteY10" fmla="*/ 60122 h 71645"/>
                    <a:gd name="connsiteX11" fmla="*/ 0 w 94034"/>
                    <a:gd name="connsiteY11" fmla="*/ 60122 h 71645"/>
                    <a:gd name="connsiteX12" fmla="*/ 0 w 94034"/>
                    <a:gd name="connsiteY12" fmla="*/ 60122 h 71645"/>
                    <a:gd name="connsiteX13" fmla="*/ 0 w 94034"/>
                    <a:gd name="connsiteY13" fmla="*/ 60122 h 71645"/>
                    <a:gd name="connsiteX14" fmla="*/ 0 w 94034"/>
                    <a:gd name="connsiteY14" fmla="*/ 60570 h 71645"/>
                    <a:gd name="connsiteX15" fmla="*/ 0 w 94034"/>
                    <a:gd name="connsiteY15" fmla="*/ 60570 h 71645"/>
                    <a:gd name="connsiteX16" fmla="*/ 0 w 94034"/>
                    <a:gd name="connsiteY16" fmla="*/ 61017 h 71645"/>
                    <a:gd name="connsiteX17" fmla="*/ 0 w 94034"/>
                    <a:gd name="connsiteY17" fmla="*/ 61465 h 71645"/>
                    <a:gd name="connsiteX18" fmla="*/ 0 w 94034"/>
                    <a:gd name="connsiteY18" fmla="*/ 61465 h 71645"/>
                    <a:gd name="connsiteX19" fmla="*/ 0 w 94034"/>
                    <a:gd name="connsiteY19" fmla="*/ 61465 h 71645"/>
                    <a:gd name="connsiteX20" fmla="*/ 0 w 94034"/>
                    <a:gd name="connsiteY20" fmla="*/ 61913 h 71645"/>
                    <a:gd name="connsiteX21" fmla="*/ 0 w 94034"/>
                    <a:gd name="connsiteY21" fmla="*/ 62361 h 71645"/>
                    <a:gd name="connsiteX22" fmla="*/ 0 w 94034"/>
                    <a:gd name="connsiteY22" fmla="*/ 62361 h 71645"/>
                    <a:gd name="connsiteX23" fmla="*/ 0 w 94034"/>
                    <a:gd name="connsiteY23" fmla="*/ 62809 h 71645"/>
                    <a:gd name="connsiteX24" fmla="*/ 0 w 94034"/>
                    <a:gd name="connsiteY24" fmla="*/ 62809 h 71645"/>
                    <a:gd name="connsiteX25" fmla="*/ 0 w 94034"/>
                    <a:gd name="connsiteY25" fmla="*/ 62809 h 71645"/>
                    <a:gd name="connsiteX26" fmla="*/ 0 w 94034"/>
                    <a:gd name="connsiteY26" fmla="*/ 62809 h 71645"/>
                    <a:gd name="connsiteX27" fmla="*/ 0 w 94034"/>
                    <a:gd name="connsiteY27" fmla="*/ 62809 h 71645"/>
                    <a:gd name="connsiteX28" fmla="*/ 0 w 94034"/>
                    <a:gd name="connsiteY28" fmla="*/ 62809 h 71645"/>
                    <a:gd name="connsiteX29" fmla="*/ 11642 w 94034"/>
                    <a:gd name="connsiteY29" fmla="*/ 74003 h 71645"/>
                    <a:gd name="connsiteX30" fmla="*/ 12986 w 94034"/>
                    <a:gd name="connsiteY30" fmla="*/ 74451 h 71645"/>
                    <a:gd name="connsiteX31" fmla="*/ 14777 w 94034"/>
                    <a:gd name="connsiteY31" fmla="*/ 73555 h 71645"/>
                    <a:gd name="connsiteX32" fmla="*/ 14777 w 94034"/>
                    <a:gd name="connsiteY32" fmla="*/ 70421 h 71645"/>
                    <a:gd name="connsiteX33" fmla="*/ 7612 w 94034"/>
                    <a:gd name="connsiteY33" fmla="*/ 63704 h 71645"/>
                    <a:gd name="connsiteX34" fmla="*/ 19702 w 94034"/>
                    <a:gd name="connsiteY34" fmla="*/ 64152 h 71645"/>
                    <a:gd name="connsiteX35" fmla="*/ 95825 w 94034"/>
                    <a:gd name="connsiteY35" fmla="*/ 28777 h 71645"/>
                    <a:gd name="connsiteX36" fmla="*/ 61794 w 94034"/>
                    <a:gd name="connsiteY36" fmla="*/ 119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34" h="71645">
                      <a:moveTo>
                        <a:pt x="61794" y="119"/>
                      </a:moveTo>
                      <a:cubicBezTo>
                        <a:pt x="60451" y="-329"/>
                        <a:pt x="59555" y="567"/>
                        <a:pt x="59107" y="1462"/>
                      </a:cubicBezTo>
                      <a:cubicBezTo>
                        <a:pt x="58659" y="2806"/>
                        <a:pt x="59555" y="3701"/>
                        <a:pt x="60451" y="4149"/>
                      </a:cubicBezTo>
                      <a:cubicBezTo>
                        <a:pt x="79705" y="9970"/>
                        <a:pt x="91347" y="19374"/>
                        <a:pt x="91347" y="29673"/>
                      </a:cubicBezTo>
                      <a:cubicBezTo>
                        <a:pt x="91347" y="46688"/>
                        <a:pt x="58659" y="60570"/>
                        <a:pt x="19702" y="60570"/>
                      </a:cubicBezTo>
                      <a:cubicBezTo>
                        <a:pt x="15672" y="60570"/>
                        <a:pt x="11195" y="60122"/>
                        <a:pt x="7165" y="60122"/>
                      </a:cubicBezTo>
                      <a:lnTo>
                        <a:pt x="15225" y="53853"/>
                      </a:lnTo>
                      <a:cubicBezTo>
                        <a:pt x="16120" y="52957"/>
                        <a:pt x="16568" y="51614"/>
                        <a:pt x="15672" y="50718"/>
                      </a:cubicBezTo>
                      <a:cubicBezTo>
                        <a:pt x="14777" y="49823"/>
                        <a:pt x="13433" y="49375"/>
                        <a:pt x="12538" y="50271"/>
                      </a:cubicBezTo>
                      <a:lnTo>
                        <a:pt x="0" y="60122"/>
                      </a:lnTo>
                      <a:cubicBezTo>
                        <a:pt x="0" y="60122"/>
                        <a:pt x="0" y="60122"/>
                        <a:pt x="0" y="60122"/>
                      </a:cubicBezTo>
                      <a:cubicBezTo>
                        <a:pt x="0" y="60122"/>
                        <a:pt x="0" y="60122"/>
                        <a:pt x="0" y="60122"/>
                      </a:cubicBezTo>
                      <a:cubicBezTo>
                        <a:pt x="0" y="60122"/>
                        <a:pt x="0" y="60122"/>
                        <a:pt x="0" y="60122"/>
                      </a:cubicBezTo>
                      <a:cubicBezTo>
                        <a:pt x="0" y="60122"/>
                        <a:pt x="0" y="60122"/>
                        <a:pt x="0" y="60122"/>
                      </a:cubicBezTo>
                      <a:cubicBezTo>
                        <a:pt x="0" y="60122"/>
                        <a:pt x="0" y="60122"/>
                        <a:pt x="0" y="60570"/>
                      </a:cubicBezTo>
                      <a:cubicBezTo>
                        <a:pt x="0" y="60570"/>
                        <a:pt x="0" y="60570"/>
                        <a:pt x="0" y="60570"/>
                      </a:cubicBezTo>
                      <a:cubicBezTo>
                        <a:pt x="0" y="60570"/>
                        <a:pt x="0" y="61017"/>
                        <a:pt x="0" y="61017"/>
                      </a:cubicBezTo>
                      <a:cubicBezTo>
                        <a:pt x="0" y="61017"/>
                        <a:pt x="0" y="61017"/>
                        <a:pt x="0" y="61465"/>
                      </a:cubicBezTo>
                      <a:cubicBezTo>
                        <a:pt x="0" y="61465"/>
                        <a:pt x="0" y="61465"/>
                        <a:pt x="0" y="61465"/>
                      </a:cubicBezTo>
                      <a:cubicBezTo>
                        <a:pt x="0" y="61465"/>
                        <a:pt x="0" y="61465"/>
                        <a:pt x="0" y="61465"/>
                      </a:cubicBezTo>
                      <a:cubicBezTo>
                        <a:pt x="0" y="61465"/>
                        <a:pt x="0" y="61913"/>
                        <a:pt x="0" y="61913"/>
                      </a:cubicBezTo>
                      <a:cubicBezTo>
                        <a:pt x="0" y="61913"/>
                        <a:pt x="0" y="61913"/>
                        <a:pt x="0" y="62361"/>
                      </a:cubicBezTo>
                      <a:cubicBezTo>
                        <a:pt x="0" y="62361"/>
                        <a:pt x="0" y="62361"/>
                        <a:pt x="0" y="62361"/>
                      </a:cubicBezTo>
                      <a:cubicBezTo>
                        <a:pt x="0" y="62361"/>
                        <a:pt x="0" y="62809"/>
                        <a:pt x="0" y="62809"/>
                      </a:cubicBezTo>
                      <a:cubicBezTo>
                        <a:pt x="0" y="62809"/>
                        <a:pt x="0" y="62809"/>
                        <a:pt x="0" y="62809"/>
                      </a:cubicBezTo>
                      <a:cubicBezTo>
                        <a:pt x="0" y="62809"/>
                        <a:pt x="0" y="62809"/>
                        <a:pt x="0" y="62809"/>
                      </a:cubicBezTo>
                      <a:cubicBezTo>
                        <a:pt x="0" y="62809"/>
                        <a:pt x="0" y="62809"/>
                        <a:pt x="0" y="62809"/>
                      </a:cubicBezTo>
                      <a:cubicBezTo>
                        <a:pt x="0" y="62809"/>
                        <a:pt x="0" y="62809"/>
                        <a:pt x="0" y="62809"/>
                      </a:cubicBezTo>
                      <a:cubicBezTo>
                        <a:pt x="0" y="62809"/>
                        <a:pt x="0" y="62809"/>
                        <a:pt x="0" y="62809"/>
                      </a:cubicBezTo>
                      <a:lnTo>
                        <a:pt x="11642" y="74003"/>
                      </a:lnTo>
                      <a:cubicBezTo>
                        <a:pt x="12090" y="74451"/>
                        <a:pt x="12538" y="74451"/>
                        <a:pt x="12986" y="74451"/>
                      </a:cubicBezTo>
                      <a:cubicBezTo>
                        <a:pt x="13433" y="74451"/>
                        <a:pt x="14329" y="74003"/>
                        <a:pt x="14777" y="73555"/>
                      </a:cubicBezTo>
                      <a:cubicBezTo>
                        <a:pt x="15672" y="72660"/>
                        <a:pt x="15672" y="71316"/>
                        <a:pt x="14777" y="70421"/>
                      </a:cubicBezTo>
                      <a:lnTo>
                        <a:pt x="7612" y="63704"/>
                      </a:lnTo>
                      <a:cubicBezTo>
                        <a:pt x="11642" y="64152"/>
                        <a:pt x="15672" y="64152"/>
                        <a:pt x="19702" y="64152"/>
                      </a:cubicBezTo>
                      <a:cubicBezTo>
                        <a:pt x="62242" y="64152"/>
                        <a:pt x="95825" y="48479"/>
                        <a:pt x="95825" y="28777"/>
                      </a:cubicBezTo>
                      <a:cubicBezTo>
                        <a:pt x="96273" y="17583"/>
                        <a:pt x="83287" y="6388"/>
                        <a:pt x="61794" y="11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331" name="Freeform: Shape 4227">
                <a:extLst>
                  <a:ext uri="{FF2B5EF4-FFF2-40B4-BE49-F238E27FC236}">
                    <a16:creationId xmlns:a16="http://schemas.microsoft.com/office/drawing/2014/main" id="{378D02CD-7D3A-2D95-1996-DB45D8901D09}"/>
                  </a:ext>
                  <a:ext uri="{C183D7F6-B498-43B3-948B-1728B52AA6E4}">
                    <adec:decorative xmlns:adec="http://schemas.microsoft.com/office/drawing/2017/decorative" val="1"/>
                  </a:ext>
                </a:extLst>
              </p:cNvPr>
              <p:cNvSpPr>
                <a:spLocks noChangeAspect="1"/>
              </p:cNvSpPr>
              <p:nvPr/>
            </p:nvSpPr>
            <p:spPr>
              <a:xfrm>
                <a:off x="2120205" y="3363556"/>
                <a:ext cx="179113" cy="80601"/>
              </a:xfrm>
              <a:custGeom>
                <a:avLst/>
                <a:gdLst>
                  <a:gd name="connsiteX0" fmla="*/ 176874 w 179112"/>
                  <a:gd name="connsiteY0" fmla="*/ 3135 h 80600"/>
                  <a:gd name="connsiteX1" fmla="*/ 158963 w 179112"/>
                  <a:gd name="connsiteY1" fmla="*/ 3135 h 80600"/>
                  <a:gd name="connsiteX2" fmla="*/ 158963 w 179112"/>
                  <a:gd name="connsiteY2" fmla="*/ 2239 h 80600"/>
                  <a:gd name="connsiteX3" fmla="*/ 156724 w 179112"/>
                  <a:gd name="connsiteY3" fmla="*/ 0 h 80600"/>
                  <a:gd name="connsiteX4" fmla="*/ 154485 w 179112"/>
                  <a:gd name="connsiteY4" fmla="*/ 2239 h 80600"/>
                  <a:gd name="connsiteX5" fmla="*/ 154485 w 179112"/>
                  <a:gd name="connsiteY5" fmla="*/ 3135 h 80600"/>
                  <a:gd name="connsiteX6" fmla="*/ 136573 w 179112"/>
                  <a:gd name="connsiteY6" fmla="*/ 3135 h 80600"/>
                  <a:gd name="connsiteX7" fmla="*/ 134335 w 179112"/>
                  <a:gd name="connsiteY7" fmla="*/ 5373 h 80600"/>
                  <a:gd name="connsiteX8" fmla="*/ 136573 w 179112"/>
                  <a:gd name="connsiteY8" fmla="*/ 7612 h 80600"/>
                  <a:gd name="connsiteX9" fmla="*/ 154485 w 179112"/>
                  <a:gd name="connsiteY9" fmla="*/ 7612 h 80600"/>
                  <a:gd name="connsiteX10" fmla="*/ 154485 w 179112"/>
                  <a:gd name="connsiteY10" fmla="*/ 17016 h 80600"/>
                  <a:gd name="connsiteX11" fmla="*/ 147768 w 179112"/>
                  <a:gd name="connsiteY11" fmla="*/ 25524 h 80600"/>
                  <a:gd name="connsiteX12" fmla="*/ 147768 w 179112"/>
                  <a:gd name="connsiteY12" fmla="*/ 30001 h 80600"/>
                  <a:gd name="connsiteX13" fmla="*/ 125379 w 179112"/>
                  <a:gd name="connsiteY13" fmla="*/ 30001 h 80600"/>
                  <a:gd name="connsiteX14" fmla="*/ 125379 w 179112"/>
                  <a:gd name="connsiteY14" fmla="*/ 27763 h 80600"/>
                  <a:gd name="connsiteX15" fmla="*/ 114184 w 179112"/>
                  <a:gd name="connsiteY15" fmla="*/ 16568 h 80600"/>
                  <a:gd name="connsiteX16" fmla="*/ 64928 w 179112"/>
                  <a:gd name="connsiteY16" fmla="*/ 16568 h 80600"/>
                  <a:gd name="connsiteX17" fmla="*/ 53734 w 179112"/>
                  <a:gd name="connsiteY17" fmla="*/ 27763 h 80600"/>
                  <a:gd name="connsiteX18" fmla="*/ 53734 w 179112"/>
                  <a:gd name="connsiteY18" fmla="*/ 30001 h 80600"/>
                  <a:gd name="connsiteX19" fmla="*/ 31345 w 179112"/>
                  <a:gd name="connsiteY19" fmla="*/ 30001 h 80600"/>
                  <a:gd name="connsiteX20" fmla="*/ 31345 w 179112"/>
                  <a:gd name="connsiteY20" fmla="*/ 25524 h 80600"/>
                  <a:gd name="connsiteX21" fmla="*/ 24628 w 179112"/>
                  <a:gd name="connsiteY21" fmla="*/ 17016 h 80600"/>
                  <a:gd name="connsiteX22" fmla="*/ 24628 w 179112"/>
                  <a:gd name="connsiteY22" fmla="*/ 7612 h 80600"/>
                  <a:gd name="connsiteX23" fmla="*/ 42539 w 179112"/>
                  <a:gd name="connsiteY23" fmla="*/ 7612 h 80600"/>
                  <a:gd name="connsiteX24" fmla="*/ 44778 w 179112"/>
                  <a:gd name="connsiteY24" fmla="*/ 5373 h 80600"/>
                  <a:gd name="connsiteX25" fmla="*/ 42539 w 179112"/>
                  <a:gd name="connsiteY25" fmla="*/ 3135 h 80600"/>
                  <a:gd name="connsiteX26" fmla="*/ 24628 w 179112"/>
                  <a:gd name="connsiteY26" fmla="*/ 3135 h 80600"/>
                  <a:gd name="connsiteX27" fmla="*/ 24628 w 179112"/>
                  <a:gd name="connsiteY27" fmla="*/ 2239 h 80600"/>
                  <a:gd name="connsiteX28" fmla="*/ 22389 w 179112"/>
                  <a:gd name="connsiteY28" fmla="*/ 0 h 80600"/>
                  <a:gd name="connsiteX29" fmla="*/ 20150 w 179112"/>
                  <a:gd name="connsiteY29" fmla="*/ 2239 h 80600"/>
                  <a:gd name="connsiteX30" fmla="*/ 20150 w 179112"/>
                  <a:gd name="connsiteY30" fmla="*/ 3135 h 80600"/>
                  <a:gd name="connsiteX31" fmla="*/ 2239 w 179112"/>
                  <a:gd name="connsiteY31" fmla="*/ 3135 h 80600"/>
                  <a:gd name="connsiteX32" fmla="*/ 0 w 179112"/>
                  <a:gd name="connsiteY32" fmla="*/ 5373 h 80600"/>
                  <a:gd name="connsiteX33" fmla="*/ 2239 w 179112"/>
                  <a:gd name="connsiteY33" fmla="*/ 7612 h 80600"/>
                  <a:gd name="connsiteX34" fmla="*/ 20150 w 179112"/>
                  <a:gd name="connsiteY34" fmla="*/ 7612 h 80600"/>
                  <a:gd name="connsiteX35" fmla="*/ 20150 w 179112"/>
                  <a:gd name="connsiteY35" fmla="*/ 17016 h 80600"/>
                  <a:gd name="connsiteX36" fmla="*/ 13433 w 179112"/>
                  <a:gd name="connsiteY36" fmla="*/ 25524 h 80600"/>
                  <a:gd name="connsiteX37" fmla="*/ 13433 w 179112"/>
                  <a:gd name="connsiteY37" fmla="*/ 38957 h 80600"/>
                  <a:gd name="connsiteX38" fmla="*/ 22389 w 179112"/>
                  <a:gd name="connsiteY38" fmla="*/ 47913 h 80600"/>
                  <a:gd name="connsiteX39" fmla="*/ 31345 w 179112"/>
                  <a:gd name="connsiteY39" fmla="*/ 38957 h 80600"/>
                  <a:gd name="connsiteX40" fmla="*/ 31345 w 179112"/>
                  <a:gd name="connsiteY40" fmla="*/ 34479 h 80600"/>
                  <a:gd name="connsiteX41" fmla="*/ 53734 w 179112"/>
                  <a:gd name="connsiteY41" fmla="*/ 34479 h 80600"/>
                  <a:gd name="connsiteX42" fmla="*/ 53734 w 179112"/>
                  <a:gd name="connsiteY42" fmla="*/ 36718 h 80600"/>
                  <a:gd name="connsiteX43" fmla="*/ 64928 w 179112"/>
                  <a:gd name="connsiteY43" fmla="*/ 47913 h 80600"/>
                  <a:gd name="connsiteX44" fmla="*/ 67167 w 179112"/>
                  <a:gd name="connsiteY44" fmla="*/ 47913 h 80600"/>
                  <a:gd name="connsiteX45" fmla="*/ 67167 w 179112"/>
                  <a:gd name="connsiteY45" fmla="*/ 50152 h 80600"/>
                  <a:gd name="connsiteX46" fmla="*/ 67167 w 179112"/>
                  <a:gd name="connsiteY46" fmla="*/ 50152 h 80600"/>
                  <a:gd name="connsiteX47" fmla="*/ 53734 w 179112"/>
                  <a:gd name="connsiteY47" fmla="*/ 65376 h 80600"/>
                  <a:gd name="connsiteX48" fmla="*/ 53734 w 179112"/>
                  <a:gd name="connsiteY48" fmla="*/ 76571 h 80600"/>
                  <a:gd name="connsiteX49" fmla="*/ 49256 w 179112"/>
                  <a:gd name="connsiteY49" fmla="*/ 76571 h 80600"/>
                  <a:gd name="connsiteX50" fmla="*/ 47017 w 179112"/>
                  <a:gd name="connsiteY50" fmla="*/ 78810 h 80600"/>
                  <a:gd name="connsiteX51" fmla="*/ 49256 w 179112"/>
                  <a:gd name="connsiteY51" fmla="*/ 81049 h 80600"/>
                  <a:gd name="connsiteX52" fmla="*/ 62689 w 179112"/>
                  <a:gd name="connsiteY52" fmla="*/ 81049 h 80600"/>
                  <a:gd name="connsiteX53" fmla="*/ 64928 w 179112"/>
                  <a:gd name="connsiteY53" fmla="*/ 78810 h 80600"/>
                  <a:gd name="connsiteX54" fmla="*/ 62689 w 179112"/>
                  <a:gd name="connsiteY54" fmla="*/ 76571 h 80600"/>
                  <a:gd name="connsiteX55" fmla="*/ 58212 w 179112"/>
                  <a:gd name="connsiteY55" fmla="*/ 76571 h 80600"/>
                  <a:gd name="connsiteX56" fmla="*/ 58212 w 179112"/>
                  <a:gd name="connsiteY56" fmla="*/ 65376 h 80600"/>
                  <a:gd name="connsiteX57" fmla="*/ 68063 w 179112"/>
                  <a:gd name="connsiteY57" fmla="*/ 54182 h 80600"/>
                  <a:gd name="connsiteX58" fmla="*/ 78362 w 179112"/>
                  <a:gd name="connsiteY58" fmla="*/ 60898 h 80600"/>
                  <a:gd name="connsiteX59" fmla="*/ 100751 w 179112"/>
                  <a:gd name="connsiteY59" fmla="*/ 60898 h 80600"/>
                  <a:gd name="connsiteX60" fmla="*/ 111050 w 179112"/>
                  <a:gd name="connsiteY60" fmla="*/ 54182 h 80600"/>
                  <a:gd name="connsiteX61" fmla="*/ 120901 w 179112"/>
                  <a:gd name="connsiteY61" fmla="*/ 65376 h 80600"/>
                  <a:gd name="connsiteX62" fmla="*/ 120901 w 179112"/>
                  <a:gd name="connsiteY62" fmla="*/ 76571 h 80600"/>
                  <a:gd name="connsiteX63" fmla="*/ 116871 w 179112"/>
                  <a:gd name="connsiteY63" fmla="*/ 76571 h 80600"/>
                  <a:gd name="connsiteX64" fmla="*/ 114632 w 179112"/>
                  <a:gd name="connsiteY64" fmla="*/ 78810 h 80600"/>
                  <a:gd name="connsiteX65" fmla="*/ 116871 w 179112"/>
                  <a:gd name="connsiteY65" fmla="*/ 81049 h 80600"/>
                  <a:gd name="connsiteX66" fmla="*/ 130304 w 179112"/>
                  <a:gd name="connsiteY66" fmla="*/ 81049 h 80600"/>
                  <a:gd name="connsiteX67" fmla="*/ 132543 w 179112"/>
                  <a:gd name="connsiteY67" fmla="*/ 78810 h 80600"/>
                  <a:gd name="connsiteX68" fmla="*/ 130304 w 179112"/>
                  <a:gd name="connsiteY68" fmla="*/ 76571 h 80600"/>
                  <a:gd name="connsiteX69" fmla="*/ 125379 w 179112"/>
                  <a:gd name="connsiteY69" fmla="*/ 76571 h 80600"/>
                  <a:gd name="connsiteX70" fmla="*/ 125379 w 179112"/>
                  <a:gd name="connsiteY70" fmla="*/ 65376 h 80600"/>
                  <a:gd name="connsiteX71" fmla="*/ 111945 w 179112"/>
                  <a:gd name="connsiteY71" fmla="*/ 50152 h 80600"/>
                  <a:gd name="connsiteX72" fmla="*/ 111945 w 179112"/>
                  <a:gd name="connsiteY72" fmla="*/ 50152 h 80600"/>
                  <a:gd name="connsiteX73" fmla="*/ 111945 w 179112"/>
                  <a:gd name="connsiteY73" fmla="*/ 47913 h 80600"/>
                  <a:gd name="connsiteX74" fmla="*/ 114184 w 179112"/>
                  <a:gd name="connsiteY74" fmla="*/ 47913 h 80600"/>
                  <a:gd name="connsiteX75" fmla="*/ 125379 w 179112"/>
                  <a:gd name="connsiteY75" fmla="*/ 36718 h 80600"/>
                  <a:gd name="connsiteX76" fmla="*/ 125379 w 179112"/>
                  <a:gd name="connsiteY76" fmla="*/ 34479 h 80600"/>
                  <a:gd name="connsiteX77" fmla="*/ 147768 w 179112"/>
                  <a:gd name="connsiteY77" fmla="*/ 34479 h 80600"/>
                  <a:gd name="connsiteX78" fmla="*/ 147768 w 179112"/>
                  <a:gd name="connsiteY78" fmla="*/ 38957 h 80600"/>
                  <a:gd name="connsiteX79" fmla="*/ 156724 w 179112"/>
                  <a:gd name="connsiteY79" fmla="*/ 47913 h 80600"/>
                  <a:gd name="connsiteX80" fmla="*/ 165679 w 179112"/>
                  <a:gd name="connsiteY80" fmla="*/ 38957 h 80600"/>
                  <a:gd name="connsiteX81" fmla="*/ 165679 w 179112"/>
                  <a:gd name="connsiteY81" fmla="*/ 25524 h 80600"/>
                  <a:gd name="connsiteX82" fmla="*/ 158963 w 179112"/>
                  <a:gd name="connsiteY82" fmla="*/ 17016 h 80600"/>
                  <a:gd name="connsiteX83" fmla="*/ 158963 w 179112"/>
                  <a:gd name="connsiteY83" fmla="*/ 7612 h 80600"/>
                  <a:gd name="connsiteX84" fmla="*/ 176874 w 179112"/>
                  <a:gd name="connsiteY84" fmla="*/ 7612 h 80600"/>
                  <a:gd name="connsiteX85" fmla="*/ 179113 w 179112"/>
                  <a:gd name="connsiteY85" fmla="*/ 5373 h 80600"/>
                  <a:gd name="connsiteX86" fmla="*/ 176874 w 179112"/>
                  <a:gd name="connsiteY86" fmla="*/ 3135 h 80600"/>
                  <a:gd name="connsiteX87" fmla="*/ 26867 w 179112"/>
                  <a:gd name="connsiteY87" fmla="*/ 38957 h 80600"/>
                  <a:gd name="connsiteX88" fmla="*/ 22389 w 179112"/>
                  <a:gd name="connsiteY88" fmla="*/ 43435 h 80600"/>
                  <a:gd name="connsiteX89" fmla="*/ 17911 w 179112"/>
                  <a:gd name="connsiteY89" fmla="*/ 38957 h 80600"/>
                  <a:gd name="connsiteX90" fmla="*/ 17911 w 179112"/>
                  <a:gd name="connsiteY90" fmla="*/ 25524 h 80600"/>
                  <a:gd name="connsiteX91" fmla="*/ 22389 w 179112"/>
                  <a:gd name="connsiteY91" fmla="*/ 21046 h 80600"/>
                  <a:gd name="connsiteX92" fmla="*/ 26867 w 179112"/>
                  <a:gd name="connsiteY92" fmla="*/ 25524 h 80600"/>
                  <a:gd name="connsiteX93" fmla="*/ 26867 w 179112"/>
                  <a:gd name="connsiteY93" fmla="*/ 38957 h 80600"/>
                  <a:gd name="connsiteX94" fmla="*/ 107468 w 179112"/>
                  <a:gd name="connsiteY94" fmla="*/ 50152 h 80600"/>
                  <a:gd name="connsiteX95" fmla="*/ 100751 w 179112"/>
                  <a:gd name="connsiteY95" fmla="*/ 56868 h 80600"/>
                  <a:gd name="connsiteX96" fmla="*/ 78362 w 179112"/>
                  <a:gd name="connsiteY96" fmla="*/ 56868 h 80600"/>
                  <a:gd name="connsiteX97" fmla="*/ 71645 w 179112"/>
                  <a:gd name="connsiteY97" fmla="*/ 50152 h 80600"/>
                  <a:gd name="connsiteX98" fmla="*/ 71645 w 179112"/>
                  <a:gd name="connsiteY98" fmla="*/ 47913 h 80600"/>
                  <a:gd name="connsiteX99" fmla="*/ 107468 w 179112"/>
                  <a:gd name="connsiteY99" fmla="*/ 47913 h 80600"/>
                  <a:gd name="connsiteX100" fmla="*/ 107468 w 179112"/>
                  <a:gd name="connsiteY100" fmla="*/ 50152 h 80600"/>
                  <a:gd name="connsiteX101" fmla="*/ 120901 w 179112"/>
                  <a:gd name="connsiteY101" fmla="*/ 36718 h 80600"/>
                  <a:gd name="connsiteX102" fmla="*/ 114184 w 179112"/>
                  <a:gd name="connsiteY102" fmla="*/ 43435 h 80600"/>
                  <a:gd name="connsiteX103" fmla="*/ 109707 w 179112"/>
                  <a:gd name="connsiteY103" fmla="*/ 43435 h 80600"/>
                  <a:gd name="connsiteX104" fmla="*/ 69406 w 179112"/>
                  <a:gd name="connsiteY104" fmla="*/ 43435 h 80600"/>
                  <a:gd name="connsiteX105" fmla="*/ 64928 w 179112"/>
                  <a:gd name="connsiteY105" fmla="*/ 43435 h 80600"/>
                  <a:gd name="connsiteX106" fmla="*/ 58212 w 179112"/>
                  <a:gd name="connsiteY106" fmla="*/ 36718 h 80600"/>
                  <a:gd name="connsiteX107" fmla="*/ 58212 w 179112"/>
                  <a:gd name="connsiteY107" fmla="*/ 27763 h 80600"/>
                  <a:gd name="connsiteX108" fmla="*/ 64928 w 179112"/>
                  <a:gd name="connsiteY108" fmla="*/ 21046 h 80600"/>
                  <a:gd name="connsiteX109" fmla="*/ 114184 w 179112"/>
                  <a:gd name="connsiteY109" fmla="*/ 21046 h 80600"/>
                  <a:gd name="connsiteX110" fmla="*/ 120901 w 179112"/>
                  <a:gd name="connsiteY110" fmla="*/ 27763 h 80600"/>
                  <a:gd name="connsiteX111" fmla="*/ 120901 w 179112"/>
                  <a:gd name="connsiteY111" fmla="*/ 36718 h 80600"/>
                  <a:gd name="connsiteX112" fmla="*/ 161201 w 179112"/>
                  <a:gd name="connsiteY112" fmla="*/ 25524 h 80600"/>
                  <a:gd name="connsiteX113" fmla="*/ 161201 w 179112"/>
                  <a:gd name="connsiteY113" fmla="*/ 38957 h 80600"/>
                  <a:gd name="connsiteX114" fmla="*/ 156724 w 179112"/>
                  <a:gd name="connsiteY114" fmla="*/ 43435 h 80600"/>
                  <a:gd name="connsiteX115" fmla="*/ 152246 w 179112"/>
                  <a:gd name="connsiteY115" fmla="*/ 38957 h 80600"/>
                  <a:gd name="connsiteX116" fmla="*/ 152246 w 179112"/>
                  <a:gd name="connsiteY116" fmla="*/ 25524 h 80600"/>
                  <a:gd name="connsiteX117" fmla="*/ 156724 w 179112"/>
                  <a:gd name="connsiteY117" fmla="*/ 21046 h 80600"/>
                  <a:gd name="connsiteX118" fmla="*/ 161201 w 179112"/>
                  <a:gd name="connsiteY118" fmla="*/ 25524 h 8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79112" h="80600">
                    <a:moveTo>
                      <a:pt x="176874" y="3135"/>
                    </a:moveTo>
                    <a:lnTo>
                      <a:pt x="158963" y="3135"/>
                    </a:lnTo>
                    <a:lnTo>
                      <a:pt x="158963" y="2239"/>
                    </a:lnTo>
                    <a:cubicBezTo>
                      <a:pt x="158963" y="896"/>
                      <a:pt x="158067" y="0"/>
                      <a:pt x="156724" y="0"/>
                    </a:cubicBezTo>
                    <a:cubicBezTo>
                      <a:pt x="155380" y="0"/>
                      <a:pt x="154485" y="896"/>
                      <a:pt x="154485" y="2239"/>
                    </a:cubicBezTo>
                    <a:lnTo>
                      <a:pt x="154485" y="3135"/>
                    </a:lnTo>
                    <a:lnTo>
                      <a:pt x="136573" y="3135"/>
                    </a:lnTo>
                    <a:cubicBezTo>
                      <a:pt x="135230" y="3135"/>
                      <a:pt x="134335" y="4030"/>
                      <a:pt x="134335" y="5373"/>
                    </a:cubicBezTo>
                    <a:cubicBezTo>
                      <a:pt x="134335" y="6717"/>
                      <a:pt x="135230" y="7612"/>
                      <a:pt x="136573" y="7612"/>
                    </a:cubicBezTo>
                    <a:lnTo>
                      <a:pt x="154485" y="7612"/>
                    </a:lnTo>
                    <a:lnTo>
                      <a:pt x="154485" y="17016"/>
                    </a:lnTo>
                    <a:cubicBezTo>
                      <a:pt x="150455" y="17911"/>
                      <a:pt x="147768" y="21494"/>
                      <a:pt x="147768" y="25524"/>
                    </a:cubicBezTo>
                    <a:lnTo>
                      <a:pt x="147768" y="30001"/>
                    </a:lnTo>
                    <a:lnTo>
                      <a:pt x="125379" y="30001"/>
                    </a:lnTo>
                    <a:lnTo>
                      <a:pt x="125379" y="27763"/>
                    </a:lnTo>
                    <a:cubicBezTo>
                      <a:pt x="125379" y="21494"/>
                      <a:pt x="120453" y="16568"/>
                      <a:pt x="114184" y="16568"/>
                    </a:cubicBezTo>
                    <a:lnTo>
                      <a:pt x="64928" y="16568"/>
                    </a:lnTo>
                    <a:cubicBezTo>
                      <a:pt x="58659" y="16568"/>
                      <a:pt x="53734" y="21494"/>
                      <a:pt x="53734" y="27763"/>
                    </a:cubicBezTo>
                    <a:lnTo>
                      <a:pt x="53734" y="30001"/>
                    </a:lnTo>
                    <a:lnTo>
                      <a:pt x="31345" y="30001"/>
                    </a:lnTo>
                    <a:lnTo>
                      <a:pt x="31345" y="25524"/>
                    </a:lnTo>
                    <a:cubicBezTo>
                      <a:pt x="31345" y="21494"/>
                      <a:pt x="28658" y="17911"/>
                      <a:pt x="24628" y="17016"/>
                    </a:cubicBezTo>
                    <a:lnTo>
                      <a:pt x="24628" y="7612"/>
                    </a:lnTo>
                    <a:lnTo>
                      <a:pt x="42539" y="7612"/>
                    </a:lnTo>
                    <a:cubicBezTo>
                      <a:pt x="43883" y="7612"/>
                      <a:pt x="44778" y="6717"/>
                      <a:pt x="44778" y="5373"/>
                    </a:cubicBezTo>
                    <a:cubicBezTo>
                      <a:pt x="44778" y="4030"/>
                      <a:pt x="43883" y="3135"/>
                      <a:pt x="42539" y="3135"/>
                    </a:cubicBezTo>
                    <a:lnTo>
                      <a:pt x="24628" y="3135"/>
                    </a:lnTo>
                    <a:lnTo>
                      <a:pt x="24628" y="2239"/>
                    </a:lnTo>
                    <a:cubicBezTo>
                      <a:pt x="24628" y="896"/>
                      <a:pt x="23732" y="0"/>
                      <a:pt x="22389" y="0"/>
                    </a:cubicBezTo>
                    <a:cubicBezTo>
                      <a:pt x="21046" y="0"/>
                      <a:pt x="20150" y="896"/>
                      <a:pt x="20150" y="2239"/>
                    </a:cubicBezTo>
                    <a:lnTo>
                      <a:pt x="20150" y="3135"/>
                    </a:lnTo>
                    <a:lnTo>
                      <a:pt x="2239" y="3135"/>
                    </a:lnTo>
                    <a:cubicBezTo>
                      <a:pt x="895" y="3135"/>
                      <a:pt x="0" y="4030"/>
                      <a:pt x="0" y="5373"/>
                    </a:cubicBezTo>
                    <a:cubicBezTo>
                      <a:pt x="0" y="6717"/>
                      <a:pt x="895" y="7612"/>
                      <a:pt x="2239" y="7612"/>
                    </a:cubicBezTo>
                    <a:lnTo>
                      <a:pt x="20150" y="7612"/>
                    </a:lnTo>
                    <a:lnTo>
                      <a:pt x="20150" y="17016"/>
                    </a:lnTo>
                    <a:cubicBezTo>
                      <a:pt x="16120" y="17911"/>
                      <a:pt x="13433" y="21494"/>
                      <a:pt x="13433" y="25524"/>
                    </a:cubicBezTo>
                    <a:lnTo>
                      <a:pt x="13433" y="38957"/>
                    </a:lnTo>
                    <a:cubicBezTo>
                      <a:pt x="13433" y="43883"/>
                      <a:pt x="17463" y="47913"/>
                      <a:pt x="22389" y="47913"/>
                    </a:cubicBezTo>
                    <a:cubicBezTo>
                      <a:pt x="27315" y="47913"/>
                      <a:pt x="31345" y="43883"/>
                      <a:pt x="31345" y="38957"/>
                    </a:cubicBezTo>
                    <a:lnTo>
                      <a:pt x="31345" y="34479"/>
                    </a:lnTo>
                    <a:lnTo>
                      <a:pt x="53734" y="34479"/>
                    </a:lnTo>
                    <a:lnTo>
                      <a:pt x="53734" y="36718"/>
                    </a:lnTo>
                    <a:cubicBezTo>
                      <a:pt x="53734" y="42987"/>
                      <a:pt x="58659" y="47913"/>
                      <a:pt x="64928" y="47913"/>
                    </a:cubicBezTo>
                    <a:lnTo>
                      <a:pt x="67167" y="47913"/>
                    </a:lnTo>
                    <a:lnTo>
                      <a:pt x="67167" y="50152"/>
                    </a:lnTo>
                    <a:cubicBezTo>
                      <a:pt x="67167" y="50152"/>
                      <a:pt x="67167" y="50152"/>
                      <a:pt x="67167" y="50152"/>
                    </a:cubicBezTo>
                    <a:cubicBezTo>
                      <a:pt x="59555" y="51047"/>
                      <a:pt x="53734" y="57764"/>
                      <a:pt x="53734" y="65376"/>
                    </a:cubicBezTo>
                    <a:lnTo>
                      <a:pt x="53734" y="76571"/>
                    </a:lnTo>
                    <a:lnTo>
                      <a:pt x="49256" y="76571"/>
                    </a:lnTo>
                    <a:cubicBezTo>
                      <a:pt x="47913" y="76571"/>
                      <a:pt x="47017" y="77466"/>
                      <a:pt x="47017" y="78810"/>
                    </a:cubicBezTo>
                    <a:cubicBezTo>
                      <a:pt x="47017" y="80153"/>
                      <a:pt x="47913" y="81049"/>
                      <a:pt x="49256" y="81049"/>
                    </a:cubicBezTo>
                    <a:lnTo>
                      <a:pt x="62689" y="81049"/>
                    </a:lnTo>
                    <a:cubicBezTo>
                      <a:pt x="64033" y="81049"/>
                      <a:pt x="64928" y="80153"/>
                      <a:pt x="64928" y="78810"/>
                    </a:cubicBezTo>
                    <a:cubicBezTo>
                      <a:pt x="64928" y="77466"/>
                      <a:pt x="64033" y="76571"/>
                      <a:pt x="62689" y="76571"/>
                    </a:cubicBezTo>
                    <a:lnTo>
                      <a:pt x="58212" y="76571"/>
                    </a:lnTo>
                    <a:lnTo>
                      <a:pt x="58212" y="65376"/>
                    </a:lnTo>
                    <a:cubicBezTo>
                      <a:pt x="58212" y="59555"/>
                      <a:pt x="62689" y="55077"/>
                      <a:pt x="68063" y="54182"/>
                    </a:cubicBezTo>
                    <a:cubicBezTo>
                      <a:pt x="69854" y="58212"/>
                      <a:pt x="73884" y="60898"/>
                      <a:pt x="78362" y="60898"/>
                    </a:cubicBezTo>
                    <a:lnTo>
                      <a:pt x="100751" y="60898"/>
                    </a:lnTo>
                    <a:cubicBezTo>
                      <a:pt x="105229" y="60898"/>
                      <a:pt x="109259" y="58212"/>
                      <a:pt x="111050" y="54182"/>
                    </a:cubicBezTo>
                    <a:cubicBezTo>
                      <a:pt x="116423" y="54629"/>
                      <a:pt x="120901" y="59555"/>
                      <a:pt x="120901" y="65376"/>
                    </a:cubicBezTo>
                    <a:lnTo>
                      <a:pt x="120901" y="76571"/>
                    </a:lnTo>
                    <a:lnTo>
                      <a:pt x="116871" y="76571"/>
                    </a:lnTo>
                    <a:cubicBezTo>
                      <a:pt x="115528" y="76571"/>
                      <a:pt x="114632" y="77466"/>
                      <a:pt x="114632" y="78810"/>
                    </a:cubicBezTo>
                    <a:cubicBezTo>
                      <a:pt x="114632" y="80153"/>
                      <a:pt x="115528" y="81049"/>
                      <a:pt x="116871" y="81049"/>
                    </a:cubicBezTo>
                    <a:lnTo>
                      <a:pt x="130304" y="81049"/>
                    </a:lnTo>
                    <a:cubicBezTo>
                      <a:pt x="131648" y="81049"/>
                      <a:pt x="132543" y="80153"/>
                      <a:pt x="132543" y="78810"/>
                    </a:cubicBezTo>
                    <a:cubicBezTo>
                      <a:pt x="132543" y="77466"/>
                      <a:pt x="131648" y="76571"/>
                      <a:pt x="130304" y="76571"/>
                    </a:cubicBezTo>
                    <a:lnTo>
                      <a:pt x="125379" y="76571"/>
                    </a:lnTo>
                    <a:lnTo>
                      <a:pt x="125379" y="65376"/>
                    </a:lnTo>
                    <a:cubicBezTo>
                      <a:pt x="125379" y="57316"/>
                      <a:pt x="119558" y="51047"/>
                      <a:pt x="111945" y="50152"/>
                    </a:cubicBezTo>
                    <a:cubicBezTo>
                      <a:pt x="111945" y="50152"/>
                      <a:pt x="111945" y="50152"/>
                      <a:pt x="111945" y="50152"/>
                    </a:cubicBezTo>
                    <a:lnTo>
                      <a:pt x="111945" y="47913"/>
                    </a:lnTo>
                    <a:lnTo>
                      <a:pt x="114184" y="47913"/>
                    </a:lnTo>
                    <a:cubicBezTo>
                      <a:pt x="120453" y="47913"/>
                      <a:pt x="125379" y="42987"/>
                      <a:pt x="125379" y="36718"/>
                    </a:cubicBezTo>
                    <a:lnTo>
                      <a:pt x="125379" y="34479"/>
                    </a:lnTo>
                    <a:lnTo>
                      <a:pt x="147768" y="34479"/>
                    </a:lnTo>
                    <a:lnTo>
                      <a:pt x="147768" y="38957"/>
                    </a:lnTo>
                    <a:cubicBezTo>
                      <a:pt x="147768" y="43883"/>
                      <a:pt x="151798" y="47913"/>
                      <a:pt x="156724" y="47913"/>
                    </a:cubicBezTo>
                    <a:cubicBezTo>
                      <a:pt x="161649" y="47913"/>
                      <a:pt x="165679" y="43883"/>
                      <a:pt x="165679" y="38957"/>
                    </a:cubicBezTo>
                    <a:lnTo>
                      <a:pt x="165679" y="25524"/>
                    </a:lnTo>
                    <a:cubicBezTo>
                      <a:pt x="165679" y="21494"/>
                      <a:pt x="162993" y="17911"/>
                      <a:pt x="158963" y="17016"/>
                    </a:cubicBezTo>
                    <a:lnTo>
                      <a:pt x="158963" y="7612"/>
                    </a:lnTo>
                    <a:lnTo>
                      <a:pt x="176874" y="7612"/>
                    </a:lnTo>
                    <a:cubicBezTo>
                      <a:pt x="178217" y="7612"/>
                      <a:pt x="179113" y="6717"/>
                      <a:pt x="179113" y="5373"/>
                    </a:cubicBezTo>
                    <a:cubicBezTo>
                      <a:pt x="179113" y="4030"/>
                      <a:pt x="178217" y="3135"/>
                      <a:pt x="176874" y="3135"/>
                    </a:cubicBezTo>
                    <a:close/>
                    <a:moveTo>
                      <a:pt x="26867" y="38957"/>
                    </a:moveTo>
                    <a:cubicBezTo>
                      <a:pt x="26867" y="41644"/>
                      <a:pt x="25076" y="43435"/>
                      <a:pt x="22389" y="43435"/>
                    </a:cubicBezTo>
                    <a:cubicBezTo>
                      <a:pt x="19702" y="43435"/>
                      <a:pt x="17911" y="41644"/>
                      <a:pt x="17911" y="38957"/>
                    </a:cubicBezTo>
                    <a:lnTo>
                      <a:pt x="17911" y="25524"/>
                    </a:lnTo>
                    <a:cubicBezTo>
                      <a:pt x="17911" y="22837"/>
                      <a:pt x="19702" y="21046"/>
                      <a:pt x="22389" y="21046"/>
                    </a:cubicBezTo>
                    <a:cubicBezTo>
                      <a:pt x="25076" y="21046"/>
                      <a:pt x="26867" y="22837"/>
                      <a:pt x="26867" y="25524"/>
                    </a:cubicBezTo>
                    <a:lnTo>
                      <a:pt x="26867" y="38957"/>
                    </a:lnTo>
                    <a:close/>
                    <a:moveTo>
                      <a:pt x="107468" y="50152"/>
                    </a:moveTo>
                    <a:cubicBezTo>
                      <a:pt x="107468" y="53734"/>
                      <a:pt x="104333" y="56868"/>
                      <a:pt x="100751" y="56868"/>
                    </a:cubicBezTo>
                    <a:lnTo>
                      <a:pt x="78362" y="56868"/>
                    </a:lnTo>
                    <a:cubicBezTo>
                      <a:pt x="74779" y="56868"/>
                      <a:pt x="71645" y="53734"/>
                      <a:pt x="71645" y="50152"/>
                    </a:cubicBezTo>
                    <a:lnTo>
                      <a:pt x="71645" y="47913"/>
                    </a:lnTo>
                    <a:lnTo>
                      <a:pt x="107468" y="47913"/>
                    </a:lnTo>
                    <a:lnTo>
                      <a:pt x="107468" y="50152"/>
                    </a:lnTo>
                    <a:close/>
                    <a:moveTo>
                      <a:pt x="120901" y="36718"/>
                    </a:moveTo>
                    <a:cubicBezTo>
                      <a:pt x="120901" y="40300"/>
                      <a:pt x="117767" y="43435"/>
                      <a:pt x="114184" y="43435"/>
                    </a:cubicBezTo>
                    <a:lnTo>
                      <a:pt x="109707" y="43435"/>
                    </a:lnTo>
                    <a:lnTo>
                      <a:pt x="69406" y="43435"/>
                    </a:lnTo>
                    <a:lnTo>
                      <a:pt x="64928" y="43435"/>
                    </a:lnTo>
                    <a:cubicBezTo>
                      <a:pt x="61346" y="43435"/>
                      <a:pt x="58212" y="40300"/>
                      <a:pt x="58212" y="36718"/>
                    </a:cubicBezTo>
                    <a:lnTo>
                      <a:pt x="58212" y="27763"/>
                    </a:lnTo>
                    <a:cubicBezTo>
                      <a:pt x="58212" y="24180"/>
                      <a:pt x="61346" y="21046"/>
                      <a:pt x="64928" y="21046"/>
                    </a:cubicBezTo>
                    <a:lnTo>
                      <a:pt x="114184" y="21046"/>
                    </a:lnTo>
                    <a:cubicBezTo>
                      <a:pt x="117767" y="21046"/>
                      <a:pt x="120901" y="24180"/>
                      <a:pt x="120901" y="27763"/>
                    </a:cubicBezTo>
                    <a:lnTo>
                      <a:pt x="120901" y="36718"/>
                    </a:lnTo>
                    <a:close/>
                    <a:moveTo>
                      <a:pt x="161201" y="25524"/>
                    </a:moveTo>
                    <a:lnTo>
                      <a:pt x="161201" y="38957"/>
                    </a:lnTo>
                    <a:cubicBezTo>
                      <a:pt x="161201" y="41644"/>
                      <a:pt x="159410" y="43435"/>
                      <a:pt x="156724" y="43435"/>
                    </a:cubicBezTo>
                    <a:cubicBezTo>
                      <a:pt x="154037" y="43435"/>
                      <a:pt x="152246" y="41644"/>
                      <a:pt x="152246" y="38957"/>
                    </a:cubicBezTo>
                    <a:lnTo>
                      <a:pt x="152246" y="25524"/>
                    </a:lnTo>
                    <a:cubicBezTo>
                      <a:pt x="152246" y="22837"/>
                      <a:pt x="154037" y="21046"/>
                      <a:pt x="156724" y="21046"/>
                    </a:cubicBezTo>
                    <a:cubicBezTo>
                      <a:pt x="159410" y="21046"/>
                      <a:pt x="161201" y="23285"/>
                      <a:pt x="161201" y="2552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332" name="Group 4228">
                <a:extLst>
                  <a:ext uri="{FF2B5EF4-FFF2-40B4-BE49-F238E27FC236}">
                    <a16:creationId xmlns:a16="http://schemas.microsoft.com/office/drawing/2014/main" id="{1ECAD5D7-2D6A-5A4F-7B06-FC7D0F4859E6}"/>
                  </a:ext>
                  <a:ext uri="{C183D7F6-B498-43B3-948B-1728B52AA6E4}">
                    <adec:decorative xmlns:adec="http://schemas.microsoft.com/office/drawing/2017/decorative" val="1"/>
                  </a:ext>
                </a:extLst>
              </p:cNvPr>
              <p:cNvGrpSpPr>
                <a:grpSpLocks noChangeAspect="1"/>
              </p:cNvGrpSpPr>
              <p:nvPr/>
            </p:nvGrpSpPr>
            <p:grpSpPr>
              <a:xfrm>
                <a:off x="2393352" y="3339823"/>
                <a:ext cx="152246" cy="138812"/>
                <a:chOff x="2434106" y="2604384"/>
                <a:chExt cx="152246" cy="138812"/>
              </a:xfrm>
            </p:grpSpPr>
            <p:sp>
              <p:nvSpPr>
                <p:cNvPr id="333" name="Freeform: Shape 4229">
                  <a:extLst>
                    <a:ext uri="{FF2B5EF4-FFF2-40B4-BE49-F238E27FC236}">
                      <a16:creationId xmlns:a16="http://schemas.microsoft.com/office/drawing/2014/main" id="{122C6B5E-8002-928C-7FF7-C36051B6829E}"/>
                    </a:ext>
                  </a:extLst>
                </p:cNvPr>
                <p:cNvSpPr/>
                <p:nvPr/>
              </p:nvSpPr>
              <p:spPr>
                <a:xfrm>
                  <a:off x="2434106" y="2604384"/>
                  <a:ext cx="152246" cy="138812"/>
                </a:xfrm>
                <a:custGeom>
                  <a:avLst/>
                  <a:gdLst>
                    <a:gd name="connsiteX0" fmla="*/ 138812 w 152245"/>
                    <a:gd name="connsiteY0" fmla="*/ 94482 h 138812"/>
                    <a:gd name="connsiteX1" fmla="*/ 138812 w 152245"/>
                    <a:gd name="connsiteY1" fmla="*/ 55973 h 138812"/>
                    <a:gd name="connsiteX2" fmla="*/ 124483 w 152245"/>
                    <a:gd name="connsiteY2" fmla="*/ 40300 h 138812"/>
                    <a:gd name="connsiteX3" fmla="*/ 76123 w 152245"/>
                    <a:gd name="connsiteY3" fmla="*/ 0 h 138812"/>
                    <a:gd name="connsiteX4" fmla="*/ 27762 w 152245"/>
                    <a:gd name="connsiteY4" fmla="*/ 40300 h 138812"/>
                    <a:gd name="connsiteX5" fmla="*/ 13433 w 152245"/>
                    <a:gd name="connsiteY5" fmla="*/ 55973 h 138812"/>
                    <a:gd name="connsiteX6" fmla="*/ 13433 w 152245"/>
                    <a:gd name="connsiteY6" fmla="*/ 94482 h 138812"/>
                    <a:gd name="connsiteX7" fmla="*/ 0 w 152245"/>
                    <a:gd name="connsiteY7" fmla="*/ 109707 h 138812"/>
                    <a:gd name="connsiteX8" fmla="*/ 2239 w 152245"/>
                    <a:gd name="connsiteY8" fmla="*/ 111945 h 138812"/>
                    <a:gd name="connsiteX9" fmla="*/ 4478 w 152245"/>
                    <a:gd name="connsiteY9" fmla="*/ 109707 h 138812"/>
                    <a:gd name="connsiteX10" fmla="*/ 15672 w 152245"/>
                    <a:gd name="connsiteY10" fmla="*/ 98512 h 138812"/>
                    <a:gd name="connsiteX11" fmla="*/ 26867 w 152245"/>
                    <a:gd name="connsiteY11" fmla="*/ 109707 h 138812"/>
                    <a:gd name="connsiteX12" fmla="*/ 29106 w 152245"/>
                    <a:gd name="connsiteY12" fmla="*/ 111945 h 138812"/>
                    <a:gd name="connsiteX13" fmla="*/ 31345 w 152245"/>
                    <a:gd name="connsiteY13" fmla="*/ 109707 h 138812"/>
                    <a:gd name="connsiteX14" fmla="*/ 17911 w 152245"/>
                    <a:gd name="connsiteY14" fmla="*/ 94482 h 138812"/>
                    <a:gd name="connsiteX15" fmla="*/ 17911 w 152245"/>
                    <a:gd name="connsiteY15" fmla="*/ 55973 h 138812"/>
                    <a:gd name="connsiteX16" fmla="*/ 26867 w 152245"/>
                    <a:gd name="connsiteY16" fmla="*/ 44778 h 138812"/>
                    <a:gd name="connsiteX17" fmla="*/ 26867 w 152245"/>
                    <a:gd name="connsiteY17" fmla="*/ 49256 h 138812"/>
                    <a:gd name="connsiteX18" fmla="*/ 26867 w 152245"/>
                    <a:gd name="connsiteY18" fmla="*/ 55973 h 138812"/>
                    <a:gd name="connsiteX19" fmla="*/ 29106 w 152245"/>
                    <a:gd name="connsiteY19" fmla="*/ 58212 h 138812"/>
                    <a:gd name="connsiteX20" fmla="*/ 53734 w 152245"/>
                    <a:gd name="connsiteY20" fmla="*/ 58212 h 138812"/>
                    <a:gd name="connsiteX21" fmla="*/ 53734 w 152245"/>
                    <a:gd name="connsiteY21" fmla="*/ 114632 h 138812"/>
                    <a:gd name="connsiteX22" fmla="*/ 40300 w 152245"/>
                    <a:gd name="connsiteY22" fmla="*/ 129857 h 138812"/>
                    <a:gd name="connsiteX23" fmla="*/ 40300 w 152245"/>
                    <a:gd name="connsiteY23" fmla="*/ 136573 h 138812"/>
                    <a:gd name="connsiteX24" fmla="*/ 42539 w 152245"/>
                    <a:gd name="connsiteY24" fmla="*/ 138812 h 138812"/>
                    <a:gd name="connsiteX25" fmla="*/ 69406 w 152245"/>
                    <a:gd name="connsiteY25" fmla="*/ 138812 h 138812"/>
                    <a:gd name="connsiteX26" fmla="*/ 71645 w 152245"/>
                    <a:gd name="connsiteY26" fmla="*/ 136573 h 138812"/>
                    <a:gd name="connsiteX27" fmla="*/ 71645 w 152245"/>
                    <a:gd name="connsiteY27" fmla="*/ 129857 h 138812"/>
                    <a:gd name="connsiteX28" fmla="*/ 58212 w 152245"/>
                    <a:gd name="connsiteY28" fmla="*/ 114632 h 138812"/>
                    <a:gd name="connsiteX29" fmla="*/ 58212 w 152245"/>
                    <a:gd name="connsiteY29" fmla="*/ 58212 h 138812"/>
                    <a:gd name="connsiteX30" fmla="*/ 94034 w 152245"/>
                    <a:gd name="connsiteY30" fmla="*/ 58212 h 138812"/>
                    <a:gd name="connsiteX31" fmla="*/ 94034 w 152245"/>
                    <a:gd name="connsiteY31" fmla="*/ 114632 h 138812"/>
                    <a:gd name="connsiteX32" fmla="*/ 80601 w 152245"/>
                    <a:gd name="connsiteY32" fmla="*/ 129857 h 138812"/>
                    <a:gd name="connsiteX33" fmla="*/ 80601 w 152245"/>
                    <a:gd name="connsiteY33" fmla="*/ 136573 h 138812"/>
                    <a:gd name="connsiteX34" fmla="*/ 82840 w 152245"/>
                    <a:gd name="connsiteY34" fmla="*/ 138812 h 138812"/>
                    <a:gd name="connsiteX35" fmla="*/ 109707 w 152245"/>
                    <a:gd name="connsiteY35" fmla="*/ 138812 h 138812"/>
                    <a:gd name="connsiteX36" fmla="*/ 111945 w 152245"/>
                    <a:gd name="connsiteY36" fmla="*/ 136573 h 138812"/>
                    <a:gd name="connsiteX37" fmla="*/ 111945 w 152245"/>
                    <a:gd name="connsiteY37" fmla="*/ 129857 h 138812"/>
                    <a:gd name="connsiteX38" fmla="*/ 98512 w 152245"/>
                    <a:gd name="connsiteY38" fmla="*/ 114632 h 138812"/>
                    <a:gd name="connsiteX39" fmla="*/ 98512 w 152245"/>
                    <a:gd name="connsiteY39" fmla="*/ 58212 h 138812"/>
                    <a:gd name="connsiteX40" fmla="*/ 123140 w 152245"/>
                    <a:gd name="connsiteY40" fmla="*/ 58212 h 138812"/>
                    <a:gd name="connsiteX41" fmla="*/ 125379 w 152245"/>
                    <a:gd name="connsiteY41" fmla="*/ 55973 h 138812"/>
                    <a:gd name="connsiteX42" fmla="*/ 125379 w 152245"/>
                    <a:gd name="connsiteY42" fmla="*/ 49256 h 138812"/>
                    <a:gd name="connsiteX43" fmla="*/ 125379 w 152245"/>
                    <a:gd name="connsiteY43" fmla="*/ 44778 h 138812"/>
                    <a:gd name="connsiteX44" fmla="*/ 134335 w 152245"/>
                    <a:gd name="connsiteY44" fmla="*/ 55973 h 138812"/>
                    <a:gd name="connsiteX45" fmla="*/ 134335 w 152245"/>
                    <a:gd name="connsiteY45" fmla="*/ 94482 h 138812"/>
                    <a:gd name="connsiteX46" fmla="*/ 120901 w 152245"/>
                    <a:gd name="connsiteY46" fmla="*/ 109707 h 138812"/>
                    <a:gd name="connsiteX47" fmla="*/ 123140 w 152245"/>
                    <a:gd name="connsiteY47" fmla="*/ 111945 h 138812"/>
                    <a:gd name="connsiteX48" fmla="*/ 125379 w 152245"/>
                    <a:gd name="connsiteY48" fmla="*/ 109707 h 138812"/>
                    <a:gd name="connsiteX49" fmla="*/ 136573 w 152245"/>
                    <a:gd name="connsiteY49" fmla="*/ 98512 h 138812"/>
                    <a:gd name="connsiteX50" fmla="*/ 147768 w 152245"/>
                    <a:gd name="connsiteY50" fmla="*/ 109707 h 138812"/>
                    <a:gd name="connsiteX51" fmla="*/ 150007 w 152245"/>
                    <a:gd name="connsiteY51" fmla="*/ 111945 h 138812"/>
                    <a:gd name="connsiteX52" fmla="*/ 152246 w 152245"/>
                    <a:gd name="connsiteY52" fmla="*/ 109707 h 138812"/>
                    <a:gd name="connsiteX53" fmla="*/ 138812 w 152245"/>
                    <a:gd name="connsiteY53" fmla="*/ 94482 h 138812"/>
                    <a:gd name="connsiteX54" fmla="*/ 67167 w 152245"/>
                    <a:gd name="connsiteY54" fmla="*/ 129857 h 138812"/>
                    <a:gd name="connsiteX55" fmla="*/ 67167 w 152245"/>
                    <a:gd name="connsiteY55" fmla="*/ 134335 h 138812"/>
                    <a:gd name="connsiteX56" fmla="*/ 44778 w 152245"/>
                    <a:gd name="connsiteY56" fmla="*/ 134335 h 138812"/>
                    <a:gd name="connsiteX57" fmla="*/ 44778 w 152245"/>
                    <a:gd name="connsiteY57" fmla="*/ 129857 h 138812"/>
                    <a:gd name="connsiteX58" fmla="*/ 55973 w 152245"/>
                    <a:gd name="connsiteY58" fmla="*/ 118662 h 138812"/>
                    <a:gd name="connsiteX59" fmla="*/ 67167 w 152245"/>
                    <a:gd name="connsiteY59" fmla="*/ 129857 h 138812"/>
                    <a:gd name="connsiteX60" fmla="*/ 107468 w 152245"/>
                    <a:gd name="connsiteY60" fmla="*/ 129857 h 138812"/>
                    <a:gd name="connsiteX61" fmla="*/ 107468 w 152245"/>
                    <a:gd name="connsiteY61" fmla="*/ 134335 h 138812"/>
                    <a:gd name="connsiteX62" fmla="*/ 85079 w 152245"/>
                    <a:gd name="connsiteY62" fmla="*/ 134335 h 138812"/>
                    <a:gd name="connsiteX63" fmla="*/ 85079 w 152245"/>
                    <a:gd name="connsiteY63" fmla="*/ 129857 h 138812"/>
                    <a:gd name="connsiteX64" fmla="*/ 96273 w 152245"/>
                    <a:gd name="connsiteY64" fmla="*/ 118662 h 138812"/>
                    <a:gd name="connsiteX65" fmla="*/ 107468 w 152245"/>
                    <a:gd name="connsiteY65" fmla="*/ 129857 h 138812"/>
                    <a:gd name="connsiteX66" fmla="*/ 120901 w 152245"/>
                    <a:gd name="connsiteY66" fmla="*/ 53734 h 138812"/>
                    <a:gd name="connsiteX67" fmla="*/ 97169 w 152245"/>
                    <a:gd name="connsiteY67" fmla="*/ 53734 h 138812"/>
                    <a:gd name="connsiteX68" fmla="*/ 96273 w 152245"/>
                    <a:gd name="connsiteY68" fmla="*/ 53286 h 138812"/>
                    <a:gd name="connsiteX69" fmla="*/ 95377 w 152245"/>
                    <a:gd name="connsiteY69" fmla="*/ 53734 h 138812"/>
                    <a:gd name="connsiteX70" fmla="*/ 56868 w 152245"/>
                    <a:gd name="connsiteY70" fmla="*/ 53734 h 138812"/>
                    <a:gd name="connsiteX71" fmla="*/ 55973 w 152245"/>
                    <a:gd name="connsiteY71" fmla="*/ 53286 h 138812"/>
                    <a:gd name="connsiteX72" fmla="*/ 55077 w 152245"/>
                    <a:gd name="connsiteY72" fmla="*/ 53734 h 138812"/>
                    <a:gd name="connsiteX73" fmla="*/ 31345 w 152245"/>
                    <a:gd name="connsiteY73" fmla="*/ 53734 h 138812"/>
                    <a:gd name="connsiteX74" fmla="*/ 31345 w 152245"/>
                    <a:gd name="connsiteY74" fmla="*/ 49256 h 138812"/>
                    <a:gd name="connsiteX75" fmla="*/ 76123 w 152245"/>
                    <a:gd name="connsiteY75" fmla="*/ 4478 h 138812"/>
                    <a:gd name="connsiteX76" fmla="*/ 120901 w 152245"/>
                    <a:gd name="connsiteY76" fmla="*/ 49256 h 138812"/>
                    <a:gd name="connsiteX77" fmla="*/ 120901 w 152245"/>
                    <a:gd name="connsiteY77" fmla="*/ 53734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52245" h="138812">
                      <a:moveTo>
                        <a:pt x="138812" y="94482"/>
                      </a:moveTo>
                      <a:lnTo>
                        <a:pt x="138812" y="55973"/>
                      </a:lnTo>
                      <a:cubicBezTo>
                        <a:pt x="138812" y="47913"/>
                        <a:pt x="132543" y="41196"/>
                        <a:pt x="124483" y="40300"/>
                      </a:cubicBezTo>
                      <a:cubicBezTo>
                        <a:pt x="120453" y="17463"/>
                        <a:pt x="100303" y="0"/>
                        <a:pt x="76123" y="0"/>
                      </a:cubicBezTo>
                      <a:cubicBezTo>
                        <a:pt x="51943" y="0"/>
                        <a:pt x="31792" y="17463"/>
                        <a:pt x="27762" y="40300"/>
                      </a:cubicBezTo>
                      <a:cubicBezTo>
                        <a:pt x="19702" y="41196"/>
                        <a:pt x="13433" y="47465"/>
                        <a:pt x="13433" y="55973"/>
                      </a:cubicBezTo>
                      <a:lnTo>
                        <a:pt x="13433" y="94482"/>
                      </a:lnTo>
                      <a:cubicBezTo>
                        <a:pt x="5821" y="95377"/>
                        <a:pt x="0" y="102094"/>
                        <a:pt x="0" y="109707"/>
                      </a:cubicBezTo>
                      <a:cubicBezTo>
                        <a:pt x="0" y="111050"/>
                        <a:pt x="895" y="111945"/>
                        <a:pt x="2239" y="111945"/>
                      </a:cubicBezTo>
                      <a:cubicBezTo>
                        <a:pt x="3582" y="111945"/>
                        <a:pt x="4478" y="111050"/>
                        <a:pt x="4478" y="109707"/>
                      </a:cubicBezTo>
                      <a:cubicBezTo>
                        <a:pt x="4478" y="103438"/>
                        <a:pt x="9403" y="98512"/>
                        <a:pt x="15672" y="98512"/>
                      </a:cubicBezTo>
                      <a:cubicBezTo>
                        <a:pt x="21941" y="98512"/>
                        <a:pt x="26867" y="103438"/>
                        <a:pt x="26867" y="109707"/>
                      </a:cubicBezTo>
                      <a:cubicBezTo>
                        <a:pt x="26867" y="111050"/>
                        <a:pt x="27762" y="111945"/>
                        <a:pt x="29106" y="111945"/>
                      </a:cubicBezTo>
                      <a:cubicBezTo>
                        <a:pt x="30449" y="111945"/>
                        <a:pt x="31345" y="111050"/>
                        <a:pt x="31345" y="109707"/>
                      </a:cubicBezTo>
                      <a:cubicBezTo>
                        <a:pt x="31345" y="101646"/>
                        <a:pt x="25523" y="95377"/>
                        <a:pt x="17911" y="94482"/>
                      </a:cubicBezTo>
                      <a:lnTo>
                        <a:pt x="17911" y="55973"/>
                      </a:lnTo>
                      <a:cubicBezTo>
                        <a:pt x="17911" y="50599"/>
                        <a:pt x="21941" y="46121"/>
                        <a:pt x="26867" y="44778"/>
                      </a:cubicBezTo>
                      <a:cubicBezTo>
                        <a:pt x="26867" y="46121"/>
                        <a:pt x="26867" y="47465"/>
                        <a:pt x="26867" y="49256"/>
                      </a:cubicBezTo>
                      <a:lnTo>
                        <a:pt x="26867" y="55973"/>
                      </a:lnTo>
                      <a:cubicBezTo>
                        <a:pt x="26867" y="57316"/>
                        <a:pt x="27762" y="58212"/>
                        <a:pt x="29106" y="58212"/>
                      </a:cubicBezTo>
                      <a:lnTo>
                        <a:pt x="53734" y="58212"/>
                      </a:lnTo>
                      <a:lnTo>
                        <a:pt x="53734" y="114632"/>
                      </a:lnTo>
                      <a:cubicBezTo>
                        <a:pt x="46121" y="115528"/>
                        <a:pt x="40300" y="122244"/>
                        <a:pt x="40300" y="129857"/>
                      </a:cubicBezTo>
                      <a:lnTo>
                        <a:pt x="40300" y="136573"/>
                      </a:lnTo>
                      <a:cubicBezTo>
                        <a:pt x="40300" y="137917"/>
                        <a:pt x="41196" y="138812"/>
                        <a:pt x="42539" y="138812"/>
                      </a:cubicBezTo>
                      <a:lnTo>
                        <a:pt x="69406" y="138812"/>
                      </a:lnTo>
                      <a:cubicBezTo>
                        <a:pt x="70749" y="138812"/>
                        <a:pt x="71645" y="137917"/>
                        <a:pt x="71645" y="136573"/>
                      </a:cubicBezTo>
                      <a:lnTo>
                        <a:pt x="71645" y="129857"/>
                      </a:lnTo>
                      <a:cubicBezTo>
                        <a:pt x="71645" y="121797"/>
                        <a:pt x="65824" y="115528"/>
                        <a:pt x="58212" y="114632"/>
                      </a:cubicBezTo>
                      <a:lnTo>
                        <a:pt x="58212" y="58212"/>
                      </a:lnTo>
                      <a:lnTo>
                        <a:pt x="94034" y="58212"/>
                      </a:lnTo>
                      <a:lnTo>
                        <a:pt x="94034" y="114632"/>
                      </a:lnTo>
                      <a:cubicBezTo>
                        <a:pt x="86422" y="115528"/>
                        <a:pt x="80601" y="122244"/>
                        <a:pt x="80601" y="129857"/>
                      </a:cubicBezTo>
                      <a:lnTo>
                        <a:pt x="80601" y="136573"/>
                      </a:lnTo>
                      <a:cubicBezTo>
                        <a:pt x="80601" y="137917"/>
                        <a:pt x="81496" y="138812"/>
                        <a:pt x="82840" y="138812"/>
                      </a:cubicBezTo>
                      <a:lnTo>
                        <a:pt x="109707" y="138812"/>
                      </a:lnTo>
                      <a:cubicBezTo>
                        <a:pt x="111050" y="138812"/>
                        <a:pt x="111945" y="137917"/>
                        <a:pt x="111945" y="136573"/>
                      </a:cubicBezTo>
                      <a:lnTo>
                        <a:pt x="111945" y="129857"/>
                      </a:lnTo>
                      <a:cubicBezTo>
                        <a:pt x="111945" y="121797"/>
                        <a:pt x="106124" y="115528"/>
                        <a:pt x="98512" y="114632"/>
                      </a:cubicBezTo>
                      <a:lnTo>
                        <a:pt x="98512" y="58212"/>
                      </a:lnTo>
                      <a:lnTo>
                        <a:pt x="123140" y="58212"/>
                      </a:lnTo>
                      <a:cubicBezTo>
                        <a:pt x="124483" y="58212"/>
                        <a:pt x="125379" y="57316"/>
                        <a:pt x="125379" y="55973"/>
                      </a:cubicBezTo>
                      <a:lnTo>
                        <a:pt x="125379" y="49256"/>
                      </a:lnTo>
                      <a:cubicBezTo>
                        <a:pt x="125379" y="47913"/>
                        <a:pt x="125379" y="46569"/>
                        <a:pt x="125379" y="44778"/>
                      </a:cubicBezTo>
                      <a:cubicBezTo>
                        <a:pt x="130752" y="45674"/>
                        <a:pt x="134335" y="50151"/>
                        <a:pt x="134335" y="55973"/>
                      </a:cubicBezTo>
                      <a:lnTo>
                        <a:pt x="134335" y="94482"/>
                      </a:lnTo>
                      <a:cubicBezTo>
                        <a:pt x="126722" y="95377"/>
                        <a:pt x="120901" y="102094"/>
                        <a:pt x="120901" y="109707"/>
                      </a:cubicBezTo>
                      <a:cubicBezTo>
                        <a:pt x="120901" y="111050"/>
                        <a:pt x="121797" y="111945"/>
                        <a:pt x="123140" y="111945"/>
                      </a:cubicBezTo>
                      <a:cubicBezTo>
                        <a:pt x="124483" y="111945"/>
                        <a:pt x="125379" y="111050"/>
                        <a:pt x="125379" y="109707"/>
                      </a:cubicBezTo>
                      <a:cubicBezTo>
                        <a:pt x="125379" y="103438"/>
                        <a:pt x="130304" y="98512"/>
                        <a:pt x="136573" y="98512"/>
                      </a:cubicBezTo>
                      <a:cubicBezTo>
                        <a:pt x="142842" y="98512"/>
                        <a:pt x="147768" y="103438"/>
                        <a:pt x="147768" y="109707"/>
                      </a:cubicBezTo>
                      <a:cubicBezTo>
                        <a:pt x="147768" y="111050"/>
                        <a:pt x="148663" y="111945"/>
                        <a:pt x="150007" y="111945"/>
                      </a:cubicBezTo>
                      <a:cubicBezTo>
                        <a:pt x="151350" y="111945"/>
                        <a:pt x="152246" y="111050"/>
                        <a:pt x="152246" y="109707"/>
                      </a:cubicBezTo>
                      <a:cubicBezTo>
                        <a:pt x="152246" y="102094"/>
                        <a:pt x="146425" y="95377"/>
                        <a:pt x="138812" y="94482"/>
                      </a:cubicBezTo>
                      <a:close/>
                      <a:moveTo>
                        <a:pt x="67167" y="129857"/>
                      </a:moveTo>
                      <a:lnTo>
                        <a:pt x="67167" y="134335"/>
                      </a:lnTo>
                      <a:lnTo>
                        <a:pt x="44778" y="134335"/>
                      </a:lnTo>
                      <a:lnTo>
                        <a:pt x="44778" y="129857"/>
                      </a:lnTo>
                      <a:cubicBezTo>
                        <a:pt x="44778" y="123588"/>
                        <a:pt x="49704" y="118662"/>
                        <a:pt x="55973" y="118662"/>
                      </a:cubicBezTo>
                      <a:cubicBezTo>
                        <a:pt x="62242" y="118662"/>
                        <a:pt x="67167" y="123588"/>
                        <a:pt x="67167" y="129857"/>
                      </a:cubicBezTo>
                      <a:close/>
                      <a:moveTo>
                        <a:pt x="107468" y="129857"/>
                      </a:moveTo>
                      <a:lnTo>
                        <a:pt x="107468" y="134335"/>
                      </a:lnTo>
                      <a:lnTo>
                        <a:pt x="85079" y="134335"/>
                      </a:lnTo>
                      <a:lnTo>
                        <a:pt x="85079" y="129857"/>
                      </a:lnTo>
                      <a:cubicBezTo>
                        <a:pt x="85079" y="123588"/>
                        <a:pt x="90004" y="118662"/>
                        <a:pt x="96273" y="118662"/>
                      </a:cubicBezTo>
                      <a:cubicBezTo>
                        <a:pt x="102542" y="118662"/>
                        <a:pt x="107468" y="123588"/>
                        <a:pt x="107468" y="129857"/>
                      </a:cubicBezTo>
                      <a:close/>
                      <a:moveTo>
                        <a:pt x="120901" y="53734"/>
                      </a:moveTo>
                      <a:lnTo>
                        <a:pt x="97169" y="53734"/>
                      </a:lnTo>
                      <a:cubicBezTo>
                        <a:pt x="96721" y="53734"/>
                        <a:pt x="96721" y="53286"/>
                        <a:pt x="96273" y="53286"/>
                      </a:cubicBezTo>
                      <a:cubicBezTo>
                        <a:pt x="95825" y="53286"/>
                        <a:pt x="95825" y="53286"/>
                        <a:pt x="95377" y="53734"/>
                      </a:cubicBezTo>
                      <a:lnTo>
                        <a:pt x="56868" y="53734"/>
                      </a:lnTo>
                      <a:cubicBezTo>
                        <a:pt x="56420" y="53734"/>
                        <a:pt x="56420" y="53286"/>
                        <a:pt x="55973" y="53286"/>
                      </a:cubicBezTo>
                      <a:cubicBezTo>
                        <a:pt x="55525" y="53286"/>
                        <a:pt x="55525" y="53286"/>
                        <a:pt x="55077" y="53734"/>
                      </a:cubicBezTo>
                      <a:lnTo>
                        <a:pt x="31345" y="53734"/>
                      </a:lnTo>
                      <a:lnTo>
                        <a:pt x="31345" y="49256"/>
                      </a:lnTo>
                      <a:cubicBezTo>
                        <a:pt x="31345" y="24628"/>
                        <a:pt x="51495" y="4478"/>
                        <a:pt x="76123" y="4478"/>
                      </a:cubicBezTo>
                      <a:cubicBezTo>
                        <a:pt x="100751" y="4478"/>
                        <a:pt x="120901" y="24628"/>
                        <a:pt x="120901" y="49256"/>
                      </a:cubicBezTo>
                      <a:lnTo>
                        <a:pt x="120901" y="537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34" name="Freeform: Shape 4230">
                  <a:extLst>
                    <a:ext uri="{FF2B5EF4-FFF2-40B4-BE49-F238E27FC236}">
                      <a16:creationId xmlns:a16="http://schemas.microsoft.com/office/drawing/2014/main" id="{A28A6F73-BFD7-AD7B-E97E-E64F218EA6E9}"/>
                    </a:ext>
                  </a:extLst>
                </p:cNvPr>
                <p:cNvSpPr/>
                <p:nvPr/>
              </p:nvSpPr>
              <p:spPr>
                <a:xfrm>
                  <a:off x="2490079" y="2620057"/>
                  <a:ext cx="13433" cy="13433"/>
                </a:xfrm>
                <a:custGeom>
                  <a:avLst/>
                  <a:gdLst>
                    <a:gd name="connsiteX0" fmla="*/ 13434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4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4" y="6717"/>
                      </a:moveTo>
                      <a:cubicBezTo>
                        <a:pt x="13434" y="10426"/>
                        <a:pt x="10426" y="13433"/>
                        <a:pt x="6717" y="13433"/>
                      </a:cubicBezTo>
                      <a:cubicBezTo>
                        <a:pt x="3007" y="13433"/>
                        <a:pt x="0" y="10426"/>
                        <a:pt x="0" y="6717"/>
                      </a:cubicBezTo>
                      <a:cubicBezTo>
                        <a:pt x="0" y="3007"/>
                        <a:pt x="3007" y="0"/>
                        <a:pt x="6717" y="0"/>
                      </a:cubicBezTo>
                      <a:cubicBezTo>
                        <a:pt x="10426" y="0"/>
                        <a:pt x="13434" y="3007"/>
                        <a:pt x="13434"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35" name="Freeform: Shape 4231">
                  <a:extLst>
                    <a:ext uri="{FF2B5EF4-FFF2-40B4-BE49-F238E27FC236}">
                      <a16:creationId xmlns:a16="http://schemas.microsoft.com/office/drawing/2014/main" id="{468E9C14-E60C-39C8-955F-5CFDECD46EC5}"/>
                    </a:ext>
                  </a:extLst>
                </p:cNvPr>
                <p:cNvSpPr/>
                <p:nvPr/>
              </p:nvSpPr>
              <p:spPr>
                <a:xfrm>
                  <a:off x="2516946" y="2620057"/>
                  <a:ext cx="13433" cy="13433"/>
                </a:xfrm>
                <a:custGeom>
                  <a:avLst/>
                  <a:gdLst>
                    <a:gd name="connsiteX0" fmla="*/ 13434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4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4" y="6717"/>
                      </a:moveTo>
                      <a:cubicBezTo>
                        <a:pt x="13434" y="10426"/>
                        <a:pt x="10426" y="13433"/>
                        <a:pt x="6717" y="13433"/>
                      </a:cubicBezTo>
                      <a:cubicBezTo>
                        <a:pt x="3007" y="13433"/>
                        <a:pt x="0" y="10426"/>
                        <a:pt x="0" y="6717"/>
                      </a:cubicBezTo>
                      <a:cubicBezTo>
                        <a:pt x="0" y="3007"/>
                        <a:pt x="3007" y="0"/>
                        <a:pt x="6717" y="0"/>
                      </a:cubicBezTo>
                      <a:cubicBezTo>
                        <a:pt x="10426" y="0"/>
                        <a:pt x="13434" y="3007"/>
                        <a:pt x="13434"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36" name="Freeform: Shape 4232">
                  <a:extLst>
                    <a:ext uri="{FF2B5EF4-FFF2-40B4-BE49-F238E27FC236}">
                      <a16:creationId xmlns:a16="http://schemas.microsoft.com/office/drawing/2014/main" id="{AE3709C5-B9C1-696C-7962-E2610458BE57}"/>
                    </a:ext>
                  </a:extLst>
                </p:cNvPr>
                <p:cNvSpPr/>
                <p:nvPr/>
              </p:nvSpPr>
              <p:spPr>
                <a:xfrm>
                  <a:off x="2487840" y="2644685"/>
                  <a:ext cx="44778" cy="4478"/>
                </a:xfrm>
                <a:custGeom>
                  <a:avLst/>
                  <a:gdLst>
                    <a:gd name="connsiteX0" fmla="*/ 42539 w 44778"/>
                    <a:gd name="connsiteY0" fmla="*/ 4478 h 4477"/>
                    <a:gd name="connsiteX1" fmla="*/ 2239 w 44778"/>
                    <a:gd name="connsiteY1" fmla="*/ 4478 h 4477"/>
                    <a:gd name="connsiteX2" fmla="*/ 0 w 44778"/>
                    <a:gd name="connsiteY2" fmla="*/ 2239 h 4477"/>
                    <a:gd name="connsiteX3" fmla="*/ 2239 w 44778"/>
                    <a:gd name="connsiteY3" fmla="*/ 0 h 4477"/>
                    <a:gd name="connsiteX4" fmla="*/ 42539 w 44778"/>
                    <a:gd name="connsiteY4" fmla="*/ 0 h 4477"/>
                    <a:gd name="connsiteX5" fmla="*/ 44778 w 44778"/>
                    <a:gd name="connsiteY5" fmla="*/ 2239 h 4477"/>
                    <a:gd name="connsiteX6" fmla="*/ 42539 w 44778"/>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8" h="4477">
                      <a:moveTo>
                        <a:pt x="42539" y="4478"/>
                      </a:moveTo>
                      <a:lnTo>
                        <a:pt x="2239" y="4478"/>
                      </a:lnTo>
                      <a:cubicBezTo>
                        <a:pt x="895" y="4478"/>
                        <a:pt x="0" y="3582"/>
                        <a:pt x="0" y="2239"/>
                      </a:cubicBezTo>
                      <a:cubicBezTo>
                        <a:pt x="0" y="895"/>
                        <a:pt x="895" y="0"/>
                        <a:pt x="2239" y="0"/>
                      </a:cubicBezTo>
                      <a:lnTo>
                        <a:pt x="42539" y="0"/>
                      </a:lnTo>
                      <a:cubicBezTo>
                        <a:pt x="43883" y="0"/>
                        <a:pt x="44778" y="895"/>
                        <a:pt x="44778" y="2239"/>
                      </a:cubicBezTo>
                      <a:cubicBezTo>
                        <a:pt x="44778" y="3582"/>
                        <a:pt x="43883" y="4478"/>
                        <a:pt x="4253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37" name="Group 4233">
                <a:extLst>
                  <a:ext uri="{FF2B5EF4-FFF2-40B4-BE49-F238E27FC236}">
                    <a16:creationId xmlns:a16="http://schemas.microsoft.com/office/drawing/2014/main" id="{0934D4EB-E085-F8C5-90F7-5040E3C603DA}"/>
                  </a:ext>
                  <a:ext uri="{C183D7F6-B498-43B3-948B-1728B52AA6E4}">
                    <adec:decorative xmlns:adec="http://schemas.microsoft.com/office/drawing/2017/decorative" val="1"/>
                  </a:ext>
                </a:extLst>
              </p:cNvPr>
              <p:cNvGrpSpPr>
                <a:grpSpLocks noChangeAspect="1"/>
              </p:cNvGrpSpPr>
              <p:nvPr/>
            </p:nvGrpSpPr>
            <p:grpSpPr>
              <a:xfrm>
                <a:off x="2653513" y="3339823"/>
                <a:ext cx="125379" cy="138812"/>
                <a:chOff x="2694267" y="2604384"/>
                <a:chExt cx="125379" cy="138812"/>
              </a:xfrm>
            </p:grpSpPr>
            <p:sp>
              <p:nvSpPr>
                <p:cNvPr id="338" name="Freeform: Shape 4234">
                  <a:extLst>
                    <a:ext uri="{FF2B5EF4-FFF2-40B4-BE49-F238E27FC236}">
                      <a16:creationId xmlns:a16="http://schemas.microsoft.com/office/drawing/2014/main" id="{A1BA0054-F4A7-16C0-4138-8982774C3788}"/>
                    </a:ext>
                  </a:extLst>
                </p:cNvPr>
                <p:cNvSpPr/>
                <p:nvPr/>
              </p:nvSpPr>
              <p:spPr>
                <a:xfrm>
                  <a:off x="2694267" y="2604384"/>
                  <a:ext cx="125379" cy="138812"/>
                </a:xfrm>
                <a:custGeom>
                  <a:avLst/>
                  <a:gdLst>
                    <a:gd name="connsiteX0" fmla="*/ 124036 w 125378"/>
                    <a:gd name="connsiteY0" fmla="*/ 37166 h 138812"/>
                    <a:gd name="connsiteX1" fmla="*/ 121349 w 125378"/>
                    <a:gd name="connsiteY1" fmla="*/ 35375 h 138812"/>
                    <a:gd name="connsiteX2" fmla="*/ 119558 w 125378"/>
                    <a:gd name="connsiteY2" fmla="*/ 38061 h 138812"/>
                    <a:gd name="connsiteX3" fmla="*/ 120901 w 125378"/>
                    <a:gd name="connsiteY3" fmla="*/ 49256 h 138812"/>
                    <a:gd name="connsiteX4" fmla="*/ 120901 w 125378"/>
                    <a:gd name="connsiteY4" fmla="*/ 53734 h 138812"/>
                    <a:gd name="connsiteX5" fmla="*/ 97169 w 125378"/>
                    <a:gd name="connsiteY5" fmla="*/ 53734 h 138812"/>
                    <a:gd name="connsiteX6" fmla="*/ 96273 w 125378"/>
                    <a:gd name="connsiteY6" fmla="*/ 53286 h 138812"/>
                    <a:gd name="connsiteX7" fmla="*/ 95378 w 125378"/>
                    <a:gd name="connsiteY7" fmla="*/ 53734 h 138812"/>
                    <a:gd name="connsiteX8" fmla="*/ 56868 w 125378"/>
                    <a:gd name="connsiteY8" fmla="*/ 53734 h 138812"/>
                    <a:gd name="connsiteX9" fmla="*/ 55973 w 125378"/>
                    <a:gd name="connsiteY9" fmla="*/ 53286 h 138812"/>
                    <a:gd name="connsiteX10" fmla="*/ 55077 w 125378"/>
                    <a:gd name="connsiteY10" fmla="*/ 53734 h 138812"/>
                    <a:gd name="connsiteX11" fmla="*/ 31345 w 125378"/>
                    <a:gd name="connsiteY11" fmla="*/ 53734 h 138812"/>
                    <a:gd name="connsiteX12" fmla="*/ 31345 w 125378"/>
                    <a:gd name="connsiteY12" fmla="*/ 49256 h 138812"/>
                    <a:gd name="connsiteX13" fmla="*/ 76123 w 125378"/>
                    <a:gd name="connsiteY13" fmla="*/ 4478 h 138812"/>
                    <a:gd name="connsiteX14" fmla="*/ 104333 w 125378"/>
                    <a:gd name="connsiteY14" fmla="*/ 14329 h 138812"/>
                    <a:gd name="connsiteX15" fmla="*/ 107468 w 125378"/>
                    <a:gd name="connsiteY15" fmla="*/ 13881 h 138812"/>
                    <a:gd name="connsiteX16" fmla="*/ 107020 w 125378"/>
                    <a:gd name="connsiteY16" fmla="*/ 10747 h 138812"/>
                    <a:gd name="connsiteX17" fmla="*/ 76123 w 125378"/>
                    <a:gd name="connsiteY17" fmla="*/ 0 h 138812"/>
                    <a:gd name="connsiteX18" fmla="*/ 27763 w 125378"/>
                    <a:gd name="connsiteY18" fmla="*/ 40300 h 138812"/>
                    <a:gd name="connsiteX19" fmla="*/ 13433 w 125378"/>
                    <a:gd name="connsiteY19" fmla="*/ 55973 h 138812"/>
                    <a:gd name="connsiteX20" fmla="*/ 13433 w 125378"/>
                    <a:gd name="connsiteY20" fmla="*/ 94034 h 138812"/>
                    <a:gd name="connsiteX21" fmla="*/ 0 w 125378"/>
                    <a:gd name="connsiteY21" fmla="*/ 109707 h 138812"/>
                    <a:gd name="connsiteX22" fmla="*/ 2239 w 125378"/>
                    <a:gd name="connsiteY22" fmla="*/ 111945 h 138812"/>
                    <a:gd name="connsiteX23" fmla="*/ 4478 w 125378"/>
                    <a:gd name="connsiteY23" fmla="*/ 109707 h 138812"/>
                    <a:gd name="connsiteX24" fmla="*/ 15672 w 125378"/>
                    <a:gd name="connsiteY24" fmla="*/ 98512 h 138812"/>
                    <a:gd name="connsiteX25" fmla="*/ 26867 w 125378"/>
                    <a:gd name="connsiteY25" fmla="*/ 109707 h 138812"/>
                    <a:gd name="connsiteX26" fmla="*/ 29106 w 125378"/>
                    <a:gd name="connsiteY26" fmla="*/ 111945 h 138812"/>
                    <a:gd name="connsiteX27" fmla="*/ 31345 w 125378"/>
                    <a:gd name="connsiteY27" fmla="*/ 109707 h 138812"/>
                    <a:gd name="connsiteX28" fmla="*/ 17911 w 125378"/>
                    <a:gd name="connsiteY28" fmla="*/ 94482 h 138812"/>
                    <a:gd name="connsiteX29" fmla="*/ 17911 w 125378"/>
                    <a:gd name="connsiteY29" fmla="*/ 55973 h 138812"/>
                    <a:gd name="connsiteX30" fmla="*/ 26867 w 125378"/>
                    <a:gd name="connsiteY30" fmla="*/ 44778 h 138812"/>
                    <a:gd name="connsiteX31" fmla="*/ 26867 w 125378"/>
                    <a:gd name="connsiteY31" fmla="*/ 49256 h 138812"/>
                    <a:gd name="connsiteX32" fmla="*/ 26867 w 125378"/>
                    <a:gd name="connsiteY32" fmla="*/ 55973 h 138812"/>
                    <a:gd name="connsiteX33" fmla="*/ 29106 w 125378"/>
                    <a:gd name="connsiteY33" fmla="*/ 58212 h 138812"/>
                    <a:gd name="connsiteX34" fmla="*/ 53734 w 125378"/>
                    <a:gd name="connsiteY34" fmla="*/ 58212 h 138812"/>
                    <a:gd name="connsiteX35" fmla="*/ 53734 w 125378"/>
                    <a:gd name="connsiteY35" fmla="*/ 114632 h 138812"/>
                    <a:gd name="connsiteX36" fmla="*/ 40300 w 125378"/>
                    <a:gd name="connsiteY36" fmla="*/ 129857 h 138812"/>
                    <a:gd name="connsiteX37" fmla="*/ 40300 w 125378"/>
                    <a:gd name="connsiteY37" fmla="*/ 136573 h 138812"/>
                    <a:gd name="connsiteX38" fmla="*/ 42539 w 125378"/>
                    <a:gd name="connsiteY38" fmla="*/ 138812 h 138812"/>
                    <a:gd name="connsiteX39" fmla="*/ 69406 w 125378"/>
                    <a:gd name="connsiteY39" fmla="*/ 138812 h 138812"/>
                    <a:gd name="connsiteX40" fmla="*/ 71645 w 125378"/>
                    <a:gd name="connsiteY40" fmla="*/ 136573 h 138812"/>
                    <a:gd name="connsiteX41" fmla="*/ 71645 w 125378"/>
                    <a:gd name="connsiteY41" fmla="*/ 129857 h 138812"/>
                    <a:gd name="connsiteX42" fmla="*/ 58212 w 125378"/>
                    <a:gd name="connsiteY42" fmla="*/ 114632 h 138812"/>
                    <a:gd name="connsiteX43" fmla="*/ 58212 w 125378"/>
                    <a:gd name="connsiteY43" fmla="*/ 58212 h 138812"/>
                    <a:gd name="connsiteX44" fmla="*/ 94034 w 125378"/>
                    <a:gd name="connsiteY44" fmla="*/ 58212 h 138812"/>
                    <a:gd name="connsiteX45" fmla="*/ 94034 w 125378"/>
                    <a:gd name="connsiteY45" fmla="*/ 114632 h 138812"/>
                    <a:gd name="connsiteX46" fmla="*/ 80601 w 125378"/>
                    <a:gd name="connsiteY46" fmla="*/ 129857 h 138812"/>
                    <a:gd name="connsiteX47" fmla="*/ 80601 w 125378"/>
                    <a:gd name="connsiteY47" fmla="*/ 136573 h 138812"/>
                    <a:gd name="connsiteX48" fmla="*/ 82840 w 125378"/>
                    <a:gd name="connsiteY48" fmla="*/ 138812 h 138812"/>
                    <a:gd name="connsiteX49" fmla="*/ 109707 w 125378"/>
                    <a:gd name="connsiteY49" fmla="*/ 138812 h 138812"/>
                    <a:gd name="connsiteX50" fmla="*/ 111945 w 125378"/>
                    <a:gd name="connsiteY50" fmla="*/ 136573 h 138812"/>
                    <a:gd name="connsiteX51" fmla="*/ 111945 w 125378"/>
                    <a:gd name="connsiteY51" fmla="*/ 129857 h 138812"/>
                    <a:gd name="connsiteX52" fmla="*/ 98512 w 125378"/>
                    <a:gd name="connsiteY52" fmla="*/ 114632 h 138812"/>
                    <a:gd name="connsiteX53" fmla="*/ 98512 w 125378"/>
                    <a:gd name="connsiteY53" fmla="*/ 58212 h 138812"/>
                    <a:gd name="connsiteX54" fmla="*/ 123140 w 125378"/>
                    <a:gd name="connsiteY54" fmla="*/ 58212 h 138812"/>
                    <a:gd name="connsiteX55" fmla="*/ 125379 w 125378"/>
                    <a:gd name="connsiteY55" fmla="*/ 55973 h 138812"/>
                    <a:gd name="connsiteX56" fmla="*/ 125379 w 125378"/>
                    <a:gd name="connsiteY56" fmla="*/ 49256 h 138812"/>
                    <a:gd name="connsiteX57" fmla="*/ 124036 w 125378"/>
                    <a:gd name="connsiteY57" fmla="*/ 37166 h 138812"/>
                    <a:gd name="connsiteX58" fmla="*/ 67615 w 125378"/>
                    <a:gd name="connsiteY58" fmla="*/ 129857 h 138812"/>
                    <a:gd name="connsiteX59" fmla="*/ 67615 w 125378"/>
                    <a:gd name="connsiteY59" fmla="*/ 134335 h 138812"/>
                    <a:gd name="connsiteX60" fmla="*/ 45226 w 125378"/>
                    <a:gd name="connsiteY60" fmla="*/ 134335 h 138812"/>
                    <a:gd name="connsiteX61" fmla="*/ 45226 w 125378"/>
                    <a:gd name="connsiteY61" fmla="*/ 129857 h 138812"/>
                    <a:gd name="connsiteX62" fmla="*/ 56421 w 125378"/>
                    <a:gd name="connsiteY62" fmla="*/ 118662 h 138812"/>
                    <a:gd name="connsiteX63" fmla="*/ 67615 w 125378"/>
                    <a:gd name="connsiteY63" fmla="*/ 129857 h 138812"/>
                    <a:gd name="connsiteX64" fmla="*/ 107915 w 125378"/>
                    <a:gd name="connsiteY64" fmla="*/ 129857 h 138812"/>
                    <a:gd name="connsiteX65" fmla="*/ 107915 w 125378"/>
                    <a:gd name="connsiteY65" fmla="*/ 134335 h 138812"/>
                    <a:gd name="connsiteX66" fmla="*/ 85526 w 125378"/>
                    <a:gd name="connsiteY66" fmla="*/ 134335 h 138812"/>
                    <a:gd name="connsiteX67" fmla="*/ 85526 w 125378"/>
                    <a:gd name="connsiteY67" fmla="*/ 129857 h 138812"/>
                    <a:gd name="connsiteX68" fmla="*/ 96721 w 125378"/>
                    <a:gd name="connsiteY68" fmla="*/ 118662 h 138812"/>
                    <a:gd name="connsiteX69" fmla="*/ 107915 w 125378"/>
                    <a:gd name="connsiteY69" fmla="*/ 129857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25378" h="138812">
                      <a:moveTo>
                        <a:pt x="124036" y="37166"/>
                      </a:moveTo>
                      <a:cubicBezTo>
                        <a:pt x="123588" y="35823"/>
                        <a:pt x="122692" y="35375"/>
                        <a:pt x="121349" y="35375"/>
                      </a:cubicBezTo>
                      <a:cubicBezTo>
                        <a:pt x="120006" y="35823"/>
                        <a:pt x="119558" y="36718"/>
                        <a:pt x="119558" y="38061"/>
                      </a:cubicBezTo>
                      <a:cubicBezTo>
                        <a:pt x="120453" y="41644"/>
                        <a:pt x="120901" y="45226"/>
                        <a:pt x="120901" y="49256"/>
                      </a:cubicBezTo>
                      <a:lnTo>
                        <a:pt x="120901" y="53734"/>
                      </a:lnTo>
                      <a:lnTo>
                        <a:pt x="97169" y="53734"/>
                      </a:lnTo>
                      <a:cubicBezTo>
                        <a:pt x="96721" y="53734"/>
                        <a:pt x="96721" y="53286"/>
                        <a:pt x="96273" y="53286"/>
                      </a:cubicBezTo>
                      <a:cubicBezTo>
                        <a:pt x="95825" y="53286"/>
                        <a:pt x="95825" y="53286"/>
                        <a:pt x="95378" y="53734"/>
                      </a:cubicBezTo>
                      <a:lnTo>
                        <a:pt x="56868" y="53734"/>
                      </a:lnTo>
                      <a:cubicBezTo>
                        <a:pt x="56421" y="53734"/>
                        <a:pt x="56421" y="53286"/>
                        <a:pt x="55973" y="53286"/>
                      </a:cubicBezTo>
                      <a:cubicBezTo>
                        <a:pt x="55525" y="53286"/>
                        <a:pt x="55525" y="53286"/>
                        <a:pt x="55077" y="53734"/>
                      </a:cubicBezTo>
                      <a:lnTo>
                        <a:pt x="31345" y="53734"/>
                      </a:lnTo>
                      <a:lnTo>
                        <a:pt x="31345" y="49256"/>
                      </a:lnTo>
                      <a:cubicBezTo>
                        <a:pt x="31345" y="24628"/>
                        <a:pt x="51495" y="4478"/>
                        <a:pt x="76123" y="4478"/>
                      </a:cubicBezTo>
                      <a:cubicBezTo>
                        <a:pt x="86422" y="4478"/>
                        <a:pt x="96273" y="8060"/>
                        <a:pt x="104333" y="14329"/>
                      </a:cubicBezTo>
                      <a:cubicBezTo>
                        <a:pt x="105229" y="15225"/>
                        <a:pt x="106572" y="14777"/>
                        <a:pt x="107468" y="13881"/>
                      </a:cubicBezTo>
                      <a:cubicBezTo>
                        <a:pt x="108363" y="12986"/>
                        <a:pt x="107915" y="11642"/>
                        <a:pt x="107020" y="10747"/>
                      </a:cubicBezTo>
                      <a:cubicBezTo>
                        <a:pt x="98512" y="3582"/>
                        <a:pt x="87317" y="0"/>
                        <a:pt x="76123" y="0"/>
                      </a:cubicBezTo>
                      <a:cubicBezTo>
                        <a:pt x="51943" y="0"/>
                        <a:pt x="31793" y="17463"/>
                        <a:pt x="27763" y="40300"/>
                      </a:cubicBezTo>
                      <a:cubicBezTo>
                        <a:pt x="19703" y="41196"/>
                        <a:pt x="13433" y="47465"/>
                        <a:pt x="13433" y="55973"/>
                      </a:cubicBezTo>
                      <a:lnTo>
                        <a:pt x="13433" y="94034"/>
                      </a:lnTo>
                      <a:cubicBezTo>
                        <a:pt x="5821" y="94930"/>
                        <a:pt x="0" y="101646"/>
                        <a:pt x="0" y="109707"/>
                      </a:cubicBezTo>
                      <a:cubicBezTo>
                        <a:pt x="0" y="111050"/>
                        <a:pt x="896" y="111945"/>
                        <a:pt x="2239" y="111945"/>
                      </a:cubicBezTo>
                      <a:cubicBezTo>
                        <a:pt x="3582" y="111945"/>
                        <a:pt x="4478" y="111050"/>
                        <a:pt x="4478" y="109707"/>
                      </a:cubicBezTo>
                      <a:cubicBezTo>
                        <a:pt x="4478" y="103438"/>
                        <a:pt x="9403" y="98512"/>
                        <a:pt x="15672" y="98512"/>
                      </a:cubicBezTo>
                      <a:cubicBezTo>
                        <a:pt x="21941" y="98512"/>
                        <a:pt x="26867" y="103438"/>
                        <a:pt x="26867" y="109707"/>
                      </a:cubicBezTo>
                      <a:cubicBezTo>
                        <a:pt x="26867" y="111050"/>
                        <a:pt x="27763" y="111945"/>
                        <a:pt x="29106" y="111945"/>
                      </a:cubicBezTo>
                      <a:cubicBezTo>
                        <a:pt x="30449" y="111945"/>
                        <a:pt x="31345" y="111050"/>
                        <a:pt x="31345" y="109707"/>
                      </a:cubicBezTo>
                      <a:cubicBezTo>
                        <a:pt x="31345" y="101646"/>
                        <a:pt x="25524" y="95377"/>
                        <a:pt x="17911" y="94482"/>
                      </a:cubicBezTo>
                      <a:lnTo>
                        <a:pt x="17911" y="55973"/>
                      </a:lnTo>
                      <a:cubicBezTo>
                        <a:pt x="17911" y="50599"/>
                        <a:pt x="21941" y="46121"/>
                        <a:pt x="26867" y="44778"/>
                      </a:cubicBezTo>
                      <a:cubicBezTo>
                        <a:pt x="26867" y="46121"/>
                        <a:pt x="26867" y="47465"/>
                        <a:pt x="26867" y="49256"/>
                      </a:cubicBezTo>
                      <a:lnTo>
                        <a:pt x="26867" y="55973"/>
                      </a:lnTo>
                      <a:cubicBezTo>
                        <a:pt x="26867" y="57316"/>
                        <a:pt x="27763" y="58212"/>
                        <a:pt x="29106" y="58212"/>
                      </a:cubicBezTo>
                      <a:lnTo>
                        <a:pt x="53734" y="58212"/>
                      </a:lnTo>
                      <a:lnTo>
                        <a:pt x="53734" y="114632"/>
                      </a:lnTo>
                      <a:cubicBezTo>
                        <a:pt x="46122" y="115528"/>
                        <a:pt x="40300" y="122244"/>
                        <a:pt x="40300" y="129857"/>
                      </a:cubicBezTo>
                      <a:lnTo>
                        <a:pt x="40300" y="136573"/>
                      </a:lnTo>
                      <a:cubicBezTo>
                        <a:pt x="40300" y="137917"/>
                        <a:pt x="41196" y="138812"/>
                        <a:pt x="42539" y="138812"/>
                      </a:cubicBezTo>
                      <a:lnTo>
                        <a:pt x="69406" y="138812"/>
                      </a:lnTo>
                      <a:cubicBezTo>
                        <a:pt x="70750" y="138812"/>
                        <a:pt x="71645" y="137917"/>
                        <a:pt x="71645" y="136573"/>
                      </a:cubicBezTo>
                      <a:lnTo>
                        <a:pt x="71645" y="129857"/>
                      </a:lnTo>
                      <a:cubicBezTo>
                        <a:pt x="71645" y="121797"/>
                        <a:pt x="65824" y="115528"/>
                        <a:pt x="58212" y="114632"/>
                      </a:cubicBezTo>
                      <a:lnTo>
                        <a:pt x="58212" y="58212"/>
                      </a:lnTo>
                      <a:lnTo>
                        <a:pt x="94034" y="58212"/>
                      </a:lnTo>
                      <a:lnTo>
                        <a:pt x="94034" y="114632"/>
                      </a:lnTo>
                      <a:cubicBezTo>
                        <a:pt x="86422" y="115528"/>
                        <a:pt x="80601" y="122244"/>
                        <a:pt x="80601" y="129857"/>
                      </a:cubicBezTo>
                      <a:lnTo>
                        <a:pt x="80601" y="136573"/>
                      </a:lnTo>
                      <a:cubicBezTo>
                        <a:pt x="80601" y="137917"/>
                        <a:pt x="81496" y="138812"/>
                        <a:pt x="82840" y="138812"/>
                      </a:cubicBezTo>
                      <a:lnTo>
                        <a:pt x="109707" y="138812"/>
                      </a:lnTo>
                      <a:cubicBezTo>
                        <a:pt x="111050" y="138812"/>
                        <a:pt x="111945" y="137917"/>
                        <a:pt x="111945" y="136573"/>
                      </a:cubicBezTo>
                      <a:lnTo>
                        <a:pt x="111945" y="129857"/>
                      </a:lnTo>
                      <a:cubicBezTo>
                        <a:pt x="111945" y="121797"/>
                        <a:pt x="106124" y="115528"/>
                        <a:pt x="98512" y="114632"/>
                      </a:cubicBezTo>
                      <a:lnTo>
                        <a:pt x="98512" y="58212"/>
                      </a:lnTo>
                      <a:lnTo>
                        <a:pt x="123140" y="58212"/>
                      </a:lnTo>
                      <a:cubicBezTo>
                        <a:pt x="124483" y="58212"/>
                        <a:pt x="125379" y="57316"/>
                        <a:pt x="125379" y="55973"/>
                      </a:cubicBezTo>
                      <a:lnTo>
                        <a:pt x="125379" y="49256"/>
                      </a:lnTo>
                      <a:cubicBezTo>
                        <a:pt x="125827" y="45226"/>
                        <a:pt x="125379" y="41196"/>
                        <a:pt x="124036" y="37166"/>
                      </a:cubicBezTo>
                      <a:close/>
                      <a:moveTo>
                        <a:pt x="67615" y="129857"/>
                      </a:moveTo>
                      <a:lnTo>
                        <a:pt x="67615" y="134335"/>
                      </a:lnTo>
                      <a:lnTo>
                        <a:pt x="45226" y="134335"/>
                      </a:lnTo>
                      <a:lnTo>
                        <a:pt x="45226" y="129857"/>
                      </a:lnTo>
                      <a:cubicBezTo>
                        <a:pt x="45226" y="123588"/>
                        <a:pt x="50152" y="118662"/>
                        <a:pt x="56421" y="118662"/>
                      </a:cubicBezTo>
                      <a:cubicBezTo>
                        <a:pt x="62689" y="118662"/>
                        <a:pt x="67615" y="123588"/>
                        <a:pt x="67615" y="129857"/>
                      </a:cubicBezTo>
                      <a:close/>
                      <a:moveTo>
                        <a:pt x="107915" y="129857"/>
                      </a:moveTo>
                      <a:lnTo>
                        <a:pt x="107915" y="134335"/>
                      </a:lnTo>
                      <a:lnTo>
                        <a:pt x="85526" y="134335"/>
                      </a:lnTo>
                      <a:lnTo>
                        <a:pt x="85526" y="129857"/>
                      </a:lnTo>
                      <a:cubicBezTo>
                        <a:pt x="85526" y="123588"/>
                        <a:pt x="90452" y="118662"/>
                        <a:pt x="96721" y="118662"/>
                      </a:cubicBezTo>
                      <a:cubicBezTo>
                        <a:pt x="102990" y="118662"/>
                        <a:pt x="107915" y="123588"/>
                        <a:pt x="107915" y="12985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39" name="Freeform: Shape 4235">
                  <a:extLst>
                    <a:ext uri="{FF2B5EF4-FFF2-40B4-BE49-F238E27FC236}">
                      <a16:creationId xmlns:a16="http://schemas.microsoft.com/office/drawing/2014/main" id="{D3A46B07-5659-8A60-D8F7-B2FDCDD3AFBB}"/>
                    </a:ext>
                  </a:extLst>
                </p:cNvPr>
                <p:cNvSpPr/>
                <p:nvPr/>
              </p:nvSpPr>
              <p:spPr>
                <a:xfrm>
                  <a:off x="2750688" y="2620057"/>
                  <a:ext cx="13433" cy="13433"/>
                </a:xfrm>
                <a:custGeom>
                  <a:avLst/>
                  <a:gdLst>
                    <a:gd name="connsiteX0" fmla="*/ 13433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3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3" y="6717"/>
                      </a:moveTo>
                      <a:cubicBezTo>
                        <a:pt x="13433" y="10426"/>
                        <a:pt x="10426" y="13433"/>
                        <a:pt x="6717" y="13433"/>
                      </a:cubicBezTo>
                      <a:cubicBezTo>
                        <a:pt x="3007" y="13433"/>
                        <a:pt x="0" y="10426"/>
                        <a:pt x="0" y="6717"/>
                      </a:cubicBezTo>
                      <a:cubicBezTo>
                        <a:pt x="0" y="3007"/>
                        <a:pt x="3007" y="0"/>
                        <a:pt x="6717" y="0"/>
                      </a:cubicBezTo>
                      <a:cubicBezTo>
                        <a:pt x="10426" y="0"/>
                        <a:pt x="13433" y="3007"/>
                        <a:pt x="13433"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40" name="Freeform: Shape 4236">
                  <a:extLst>
                    <a:ext uri="{FF2B5EF4-FFF2-40B4-BE49-F238E27FC236}">
                      <a16:creationId xmlns:a16="http://schemas.microsoft.com/office/drawing/2014/main" id="{CBA97291-DC22-3B20-4D8B-9AD59D8EF48D}"/>
                    </a:ext>
                  </a:extLst>
                </p:cNvPr>
                <p:cNvSpPr/>
                <p:nvPr/>
              </p:nvSpPr>
              <p:spPr>
                <a:xfrm>
                  <a:off x="2777555" y="2620057"/>
                  <a:ext cx="13433" cy="13433"/>
                </a:xfrm>
                <a:custGeom>
                  <a:avLst/>
                  <a:gdLst>
                    <a:gd name="connsiteX0" fmla="*/ 13433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3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3" y="6717"/>
                      </a:moveTo>
                      <a:cubicBezTo>
                        <a:pt x="13433" y="10426"/>
                        <a:pt x="10426" y="13433"/>
                        <a:pt x="6717" y="13433"/>
                      </a:cubicBezTo>
                      <a:cubicBezTo>
                        <a:pt x="3007" y="13433"/>
                        <a:pt x="0" y="10426"/>
                        <a:pt x="0" y="6717"/>
                      </a:cubicBezTo>
                      <a:cubicBezTo>
                        <a:pt x="0" y="3007"/>
                        <a:pt x="3007" y="0"/>
                        <a:pt x="6717" y="0"/>
                      </a:cubicBezTo>
                      <a:cubicBezTo>
                        <a:pt x="10426" y="0"/>
                        <a:pt x="13433" y="3007"/>
                        <a:pt x="13433"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41" name="Freeform: Shape 4237">
                  <a:extLst>
                    <a:ext uri="{FF2B5EF4-FFF2-40B4-BE49-F238E27FC236}">
                      <a16:creationId xmlns:a16="http://schemas.microsoft.com/office/drawing/2014/main" id="{F5971C26-1F46-533F-C280-2C69983346E9}"/>
                    </a:ext>
                  </a:extLst>
                </p:cNvPr>
                <p:cNvSpPr/>
                <p:nvPr/>
              </p:nvSpPr>
              <p:spPr>
                <a:xfrm>
                  <a:off x="2748449" y="2644685"/>
                  <a:ext cx="44778" cy="4478"/>
                </a:xfrm>
                <a:custGeom>
                  <a:avLst/>
                  <a:gdLst>
                    <a:gd name="connsiteX0" fmla="*/ 42539 w 44778"/>
                    <a:gd name="connsiteY0" fmla="*/ 4478 h 4477"/>
                    <a:gd name="connsiteX1" fmla="*/ 2239 w 44778"/>
                    <a:gd name="connsiteY1" fmla="*/ 4478 h 4477"/>
                    <a:gd name="connsiteX2" fmla="*/ 0 w 44778"/>
                    <a:gd name="connsiteY2" fmla="*/ 2239 h 4477"/>
                    <a:gd name="connsiteX3" fmla="*/ 2239 w 44778"/>
                    <a:gd name="connsiteY3" fmla="*/ 0 h 4477"/>
                    <a:gd name="connsiteX4" fmla="*/ 42539 w 44778"/>
                    <a:gd name="connsiteY4" fmla="*/ 0 h 4477"/>
                    <a:gd name="connsiteX5" fmla="*/ 44778 w 44778"/>
                    <a:gd name="connsiteY5" fmla="*/ 2239 h 4477"/>
                    <a:gd name="connsiteX6" fmla="*/ 42539 w 44778"/>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8" h="4477">
                      <a:moveTo>
                        <a:pt x="42539" y="4478"/>
                      </a:moveTo>
                      <a:lnTo>
                        <a:pt x="2239" y="4478"/>
                      </a:lnTo>
                      <a:cubicBezTo>
                        <a:pt x="896" y="4478"/>
                        <a:pt x="0" y="3582"/>
                        <a:pt x="0" y="2239"/>
                      </a:cubicBezTo>
                      <a:cubicBezTo>
                        <a:pt x="0" y="895"/>
                        <a:pt x="896" y="0"/>
                        <a:pt x="2239" y="0"/>
                      </a:cubicBezTo>
                      <a:lnTo>
                        <a:pt x="42539" y="0"/>
                      </a:lnTo>
                      <a:cubicBezTo>
                        <a:pt x="43883" y="0"/>
                        <a:pt x="44778" y="895"/>
                        <a:pt x="44778" y="2239"/>
                      </a:cubicBezTo>
                      <a:cubicBezTo>
                        <a:pt x="44778" y="3582"/>
                        <a:pt x="43883" y="4478"/>
                        <a:pt x="4253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42" name="Group 4238">
                <a:extLst>
                  <a:ext uri="{FF2B5EF4-FFF2-40B4-BE49-F238E27FC236}">
                    <a16:creationId xmlns:a16="http://schemas.microsoft.com/office/drawing/2014/main" id="{B3F0EE84-30E4-C818-C8CE-7699210879CE}"/>
                  </a:ext>
                  <a:ext uri="{C183D7F6-B498-43B3-948B-1728B52AA6E4}">
                    <adec:decorative xmlns:adec="http://schemas.microsoft.com/office/drawing/2017/decorative" val="1"/>
                  </a:ext>
                </a:extLst>
              </p:cNvPr>
              <p:cNvGrpSpPr>
                <a:grpSpLocks noChangeAspect="1"/>
              </p:cNvGrpSpPr>
              <p:nvPr/>
            </p:nvGrpSpPr>
            <p:grpSpPr>
              <a:xfrm>
                <a:off x="2909197" y="3326390"/>
                <a:ext cx="165680" cy="152245"/>
                <a:chOff x="2949951" y="2590951"/>
                <a:chExt cx="165680" cy="152245"/>
              </a:xfrm>
            </p:grpSpPr>
            <p:sp>
              <p:nvSpPr>
                <p:cNvPr id="343" name="Freeform: Shape 4239">
                  <a:extLst>
                    <a:ext uri="{FF2B5EF4-FFF2-40B4-BE49-F238E27FC236}">
                      <a16:creationId xmlns:a16="http://schemas.microsoft.com/office/drawing/2014/main" id="{6A0C456F-1DA9-F455-6132-0A5D60066C19}"/>
                    </a:ext>
                  </a:extLst>
                </p:cNvPr>
                <p:cNvSpPr/>
                <p:nvPr/>
              </p:nvSpPr>
              <p:spPr>
                <a:xfrm>
                  <a:off x="2949951" y="2604384"/>
                  <a:ext cx="152246" cy="138812"/>
                </a:xfrm>
                <a:custGeom>
                  <a:avLst/>
                  <a:gdLst>
                    <a:gd name="connsiteX0" fmla="*/ 138812 w 152245"/>
                    <a:gd name="connsiteY0" fmla="*/ 94482 h 138812"/>
                    <a:gd name="connsiteX1" fmla="*/ 138812 w 152245"/>
                    <a:gd name="connsiteY1" fmla="*/ 56421 h 138812"/>
                    <a:gd name="connsiteX2" fmla="*/ 124483 w 152245"/>
                    <a:gd name="connsiteY2" fmla="*/ 40748 h 138812"/>
                    <a:gd name="connsiteX3" fmla="*/ 124035 w 152245"/>
                    <a:gd name="connsiteY3" fmla="*/ 37166 h 138812"/>
                    <a:gd name="connsiteX4" fmla="*/ 121349 w 152245"/>
                    <a:gd name="connsiteY4" fmla="*/ 35375 h 138812"/>
                    <a:gd name="connsiteX5" fmla="*/ 119558 w 152245"/>
                    <a:gd name="connsiteY5" fmla="*/ 38061 h 138812"/>
                    <a:gd name="connsiteX6" fmla="*/ 120901 w 152245"/>
                    <a:gd name="connsiteY6" fmla="*/ 49256 h 138812"/>
                    <a:gd name="connsiteX7" fmla="*/ 120901 w 152245"/>
                    <a:gd name="connsiteY7" fmla="*/ 53734 h 138812"/>
                    <a:gd name="connsiteX8" fmla="*/ 97168 w 152245"/>
                    <a:gd name="connsiteY8" fmla="*/ 53734 h 138812"/>
                    <a:gd name="connsiteX9" fmla="*/ 96273 w 152245"/>
                    <a:gd name="connsiteY9" fmla="*/ 53286 h 138812"/>
                    <a:gd name="connsiteX10" fmla="*/ 95377 w 152245"/>
                    <a:gd name="connsiteY10" fmla="*/ 53734 h 138812"/>
                    <a:gd name="connsiteX11" fmla="*/ 56868 w 152245"/>
                    <a:gd name="connsiteY11" fmla="*/ 53734 h 138812"/>
                    <a:gd name="connsiteX12" fmla="*/ 55973 w 152245"/>
                    <a:gd name="connsiteY12" fmla="*/ 53286 h 138812"/>
                    <a:gd name="connsiteX13" fmla="*/ 55077 w 152245"/>
                    <a:gd name="connsiteY13" fmla="*/ 53734 h 138812"/>
                    <a:gd name="connsiteX14" fmla="*/ 31345 w 152245"/>
                    <a:gd name="connsiteY14" fmla="*/ 53734 h 138812"/>
                    <a:gd name="connsiteX15" fmla="*/ 31345 w 152245"/>
                    <a:gd name="connsiteY15" fmla="*/ 49256 h 138812"/>
                    <a:gd name="connsiteX16" fmla="*/ 76123 w 152245"/>
                    <a:gd name="connsiteY16" fmla="*/ 4478 h 138812"/>
                    <a:gd name="connsiteX17" fmla="*/ 104333 w 152245"/>
                    <a:gd name="connsiteY17" fmla="*/ 14329 h 138812"/>
                    <a:gd name="connsiteX18" fmla="*/ 107468 w 152245"/>
                    <a:gd name="connsiteY18" fmla="*/ 13881 h 138812"/>
                    <a:gd name="connsiteX19" fmla="*/ 107020 w 152245"/>
                    <a:gd name="connsiteY19" fmla="*/ 10747 h 138812"/>
                    <a:gd name="connsiteX20" fmla="*/ 76123 w 152245"/>
                    <a:gd name="connsiteY20" fmla="*/ 0 h 138812"/>
                    <a:gd name="connsiteX21" fmla="*/ 27762 w 152245"/>
                    <a:gd name="connsiteY21" fmla="*/ 40300 h 138812"/>
                    <a:gd name="connsiteX22" fmla="*/ 13433 w 152245"/>
                    <a:gd name="connsiteY22" fmla="*/ 55973 h 138812"/>
                    <a:gd name="connsiteX23" fmla="*/ 13433 w 152245"/>
                    <a:gd name="connsiteY23" fmla="*/ 94034 h 138812"/>
                    <a:gd name="connsiteX24" fmla="*/ 0 w 152245"/>
                    <a:gd name="connsiteY24" fmla="*/ 109707 h 138812"/>
                    <a:gd name="connsiteX25" fmla="*/ 2239 w 152245"/>
                    <a:gd name="connsiteY25" fmla="*/ 111945 h 138812"/>
                    <a:gd name="connsiteX26" fmla="*/ 4478 w 152245"/>
                    <a:gd name="connsiteY26" fmla="*/ 109707 h 138812"/>
                    <a:gd name="connsiteX27" fmla="*/ 15672 w 152245"/>
                    <a:gd name="connsiteY27" fmla="*/ 98512 h 138812"/>
                    <a:gd name="connsiteX28" fmla="*/ 26867 w 152245"/>
                    <a:gd name="connsiteY28" fmla="*/ 109707 h 138812"/>
                    <a:gd name="connsiteX29" fmla="*/ 29106 w 152245"/>
                    <a:gd name="connsiteY29" fmla="*/ 111945 h 138812"/>
                    <a:gd name="connsiteX30" fmla="*/ 31345 w 152245"/>
                    <a:gd name="connsiteY30" fmla="*/ 109707 h 138812"/>
                    <a:gd name="connsiteX31" fmla="*/ 17911 w 152245"/>
                    <a:gd name="connsiteY31" fmla="*/ 94482 h 138812"/>
                    <a:gd name="connsiteX32" fmla="*/ 17911 w 152245"/>
                    <a:gd name="connsiteY32" fmla="*/ 55973 h 138812"/>
                    <a:gd name="connsiteX33" fmla="*/ 26867 w 152245"/>
                    <a:gd name="connsiteY33" fmla="*/ 44778 h 138812"/>
                    <a:gd name="connsiteX34" fmla="*/ 26867 w 152245"/>
                    <a:gd name="connsiteY34" fmla="*/ 49256 h 138812"/>
                    <a:gd name="connsiteX35" fmla="*/ 26867 w 152245"/>
                    <a:gd name="connsiteY35" fmla="*/ 55973 h 138812"/>
                    <a:gd name="connsiteX36" fmla="*/ 29106 w 152245"/>
                    <a:gd name="connsiteY36" fmla="*/ 58212 h 138812"/>
                    <a:gd name="connsiteX37" fmla="*/ 53734 w 152245"/>
                    <a:gd name="connsiteY37" fmla="*/ 58212 h 138812"/>
                    <a:gd name="connsiteX38" fmla="*/ 53734 w 152245"/>
                    <a:gd name="connsiteY38" fmla="*/ 114632 h 138812"/>
                    <a:gd name="connsiteX39" fmla="*/ 40300 w 152245"/>
                    <a:gd name="connsiteY39" fmla="*/ 129857 h 138812"/>
                    <a:gd name="connsiteX40" fmla="*/ 40300 w 152245"/>
                    <a:gd name="connsiteY40" fmla="*/ 136573 h 138812"/>
                    <a:gd name="connsiteX41" fmla="*/ 42539 w 152245"/>
                    <a:gd name="connsiteY41" fmla="*/ 138812 h 138812"/>
                    <a:gd name="connsiteX42" fmla="*/ 69406 w 152245"/>
                    <a:gd name="connsiteY42" fmla="*/ 138812 h 138812"/>
                    <a:gd name="connsiteX43" fmla="*/ 71645 w 152245"/>
                    <a:gd name="connsiteY43" fmla="*/ 136573 h 138812"/>
                    <a:gd name="connsiteX44" fmla="*/ 71645 w 152245"/>
                    <a:gd name="connsiteY44" fmla="*/ 129857 h 138812"/>
                    <a:gd name="connsiteX45" fmla="*/ 58212 w 152245"/>
                    <a:gd name="connsiteY45" fmla="*/ 114632 h 138812"/>
                    <a:gd name="connsiteX46" fmla="*/ 58212 w 152245"/>
                    <a:gd name="connsiteY46" fmla="*/ 58212 h 138812"/>
                    <a:gd name="connsiteX47" fmla="*/ 94034 w 152245"/>
                    <a:gd name="connsiteY47" fmla="*/ 58212 h 138812"/>
                    <a:gd name="connsiteX48" fmla="*/ 94034 w 152245"/>
                    <a:gd name="connsiteY48" fmla="*/ 114632 h 138812"/>
                    <a:gd name="connsiteX49" fmla="*/ 80601 w 152245"/>
                    <a:gd name="connsiteY49" fmla="*/ 129857 h 138812"/>
                    <a:gd name="connsiteX50" fmla="*/ 80601 w 152245"/>
                    <a:gd name="connsiteY50" fmla="*/ 136573 h 138812"/>
                    <a:gd name="connsiteX51" fmla="*/ 82840 w 152245"/>
                    <a:gd name="connsiteY51" fmla="*/ 138812 h 138812"/>
                    <a:gd name="connsiteX52" fmla="*/ 109707 w 152245"/>
                    <a:gd name="connsiteY52" fmla="*/ 138812 h 138812"/>
                    <a:gd name="connsiteX53" fmla="*/ 111945 w 152245"/>
                    <a:gd name="connsiteY53" fmla="*/ 136573 h 138812"/>
                    <a:gd name="connsiteX54" fmla="*/ 111945 w 152245"/>
                    <a:gd name="connsiteY54" fmla="*/ 129857 h 138812"/>
                    <a:gd name="connsiteX55" fmla="*/ 98512 w 152245"/>
                    <a:gd name="connsiteY55" fmla="*/ 114632 h 138812"/>
                    <a:gd name="connsiteX56" fmla="*/ 98512 w 152245"/>
                    <a:gd name="connsiteY56" fmla="*/ 58212 h 138812"/>
                    <a:gd name="connsiteX57" fmla="*/ 123140 w 152245"/>
                    <a:gd name="connsiteY57" fmla="*/ 58212 h 138812"/>
                    <a:gd name="connsiteX58" fmla="*/ 125379 w 152245"/>
                    <a:gd name="connsiteY58" fmla="*/ 55973 h 138812"/>
                    <a:gd name="connsiteX59" fmla="*/ 125379 w 152245"/>
                    <a:gd name="connsiteY59" fmla="*/ 49256 h 138812"/>
                    <a:gd name="connsiteX60" fmla="*/ 124931 w 152245"/>
                    <a:gd name="connsiteY60" fmla="*/ 44778 h 138812"/>
                    <a:gd name="connsiteX61" fmla="*/ 134335 w 152245"/>
                    <a:gd name="connsiteY61" fmla="*/ 55973 h 138812"/>
                    <a:gd name="connsiteX62" fmla="*/ 134335 w 152245"/>
                    <a:gd name="connsiteY62" fmla="*/ 94482 h 138812"/>
                    <a:gd name="connsiteX63" fmla="*/ 120901 w 152245"/>
                    <a:gd name="connsiteY63" fmla="*/ 109707 h 138812"/>
                    <a:gd name="connsiteX64" fmla="*/ 123140 w 152245"/>
                    <a:gd name="connsiteY64" fmla="*/ 111945 h 138812"/>
                    <a:gd name="connsiteX65" fmla="*/ 125379 w 152245"/>
                    <a:gd name="connsiteY65" fmla="*/ 109707 h 138812"/>
                    <a:gd name="connsiteX66" fmla="*/ 136573 w 152245"/>
                    <a:gd name="connsiteY66" fmla="*/ 98512 h 138812"/>
                    <a:gd name="connsiteX67" fmla="*/ 147768 w 152245"/>
                    <a:gd name="connsiteY67" fmla="*/ 109707 h 138812"/>
                    <a:gd name="connsiteX68" fmla="*/ 150007 w 152245"/>
                    <a:gd name="connsiteY68" fmla="*/ 111945 h 138812"/>
                    <a:gd name="connsiteX69" fmla="*/ 152246 w 152245"/>
                    <a:gd name="connsiteY69" fmla="*/ 109707 h 138812"/>
                    <a:gd name="connsiteX70" fmla="*/ 138812 w 152245"/>
                    <a:gd name="connsiteY70" fmla="*/ 94482 h 138812"/>
                    <a:gd name="connsiteX71" fmla="*/ 67167 w 152245"/>
                    <a:gd name="connsiteY71" fmla="*/ 129857 h 138812"/>
                    <a:gd name="connsiteX72" fmla="*/ 67167 w 152245"/>
                    <a:gd name="connsiteY72" fmla="*/ 134335 h 138812"/>
                    <a:gd name="connsiteX73" fmla="*/ 44778 w 152245"/>
                    <a:gd name="connsiteY73" fmla="*/ 134335 h 138812"/>
                    <a:gd name="connsiteX74" fmla="*/ 44778 w 152245"/>
                    <a:gd name="connsiteY74" fmla="*/ 129857 h 138812"/>
                    <a:gd name="connsiteX75" fmla="*/ 55973 w 152245"/>
                    <a:gd name="connsiteY75" fmla="*/ 118662 h 138812"/>
                    <a:gd name="connsiteX76" fmla="*/ 67167 w 152245"/>
                    <a:gd name="connsiteY76" fmla="*/ 129857 h 138812"/>
                    <a:gd name="connsiteX77" fmla="*/ 107468 w 152245"/>
                    <a:gd name="connsiteY77" fmla="*/ 129857 h 138812"/>
                    <a:gd name="connsiteX78" fmla="*/ 107468 w 152245"/>
                    <a:gd name="connsiteY78" fmla="*/ 134335 h 138812"/>
                    <a:gd name="connsiteX79" fmla="*/ 85079 w 152245"/>
                    <a:gd name="connsiteY79" fmla="*/ 134335 h 138812"/>
                    <a:gd name="connsiteX80" fmla="*/ 85079 w 152245"/>
                    <a:gd name="connsiteY80" fmla="*/ 129857 h 138812"/>
                    <a:gd name="connsiteX81" fmla="*/ 96273 w 152245"/>
                    <a:gd name="connsiteY81" fmla="*/ 118662 h 138812"/>
                    <a:gd name="connsiteX82" fmla="*/ 107468 w 152245"/>
                    <a:gd name="connsiteY82" fmla="*/ 129857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245" h="138812">
                      <a:moveTo>
                        <a:pt x="138812" y="94482"/>
                      </a:moveTo>
                      <a:lnTo>
                        <a:pt x="138812" y="56421"/>
                      </a:lnTo>
                      <a:cubicBezTo>
                        <a:pt x="138812" y="48360"/>
                        <a:pt x="132543" y="41644"/>
                        <a:pt x="124483" y="40748"/>
                      </a:cubicBezTo>
                      <a:cubicBezTo>
                        <a:pt x="124483" y="39405"/>
                        <a:pt x="124035" y="38509"/>
                        <a:pt x="124035" y="37166"/>
                      </a:cubicBezTo>
                      <a:cubicBezTo>
                        <a:pt x="123588" y="35823"/>
                        <a:pt x="122692" y="35375"/>
                        <a:pt x="121349" y="35375"/>
                      </a:cubicBezTo>
                      <a:cubicBezTo>
                        <a:pt x="120005" y="35823"/>
                        <a:pt x="119558" y="36718"/>
                        <a:pt x="119558" y="38061"/>
                      </a:cubicBezTo>
                      <a:cubicBezTo>
                        <a:pt x="120453" y="41644"/>
                        <a:pt x="120901" y="45226"/>
                        <a:pt x="120901" y="49256"/>
                      </a:cubicBezTo>
                      <a:lnTo>
                        <a:pt x="120901" y="53734"/>
                      </a:lnTo>
                      <a:lnTo>
                        <a:pt x="97168" y="53734"/>
                      </a:lnTo>
                      <a:cubicBezTo>
                        <a:pt x="96721" y="53734"/>
                        <a:pt x="96721" y="53286"/>
                        <a:pt x="96273" y="53286"/>
                      </a:cubicBezTo>
                      <a:cubicBezTo>
                        <a:pt x="95825" y="53286"/>
                        <a:pt x="95825" y="53286"/>
                        <a:pt x="95377" y="53734"/>
                      </a:cubicBezTo>
                      <a:lnTo>
                        <a:pt x="56868" y="53734"/>
                      </a:lnTo>
                      <a:cubicBezTo>
                        <a:pt x="56420" y="53734"/>
                        <a:pt x="56420" y="53286"/>
                        <a:pt x="55973" y="53286"/>
                      </a:cubicBezTo>
                      <a:cubicBezTo>
                        <a:pt x="55525" y="53286"/>
                        <a:pt x="55525" y="53286"/>
                        <a:pt x="55077" y="53734"/>
                      </a:cubicBezTo>
                      <a:lnTo>
                        <a:pt x="31345" y="53734"/>
                      </a:lnTo>
                      <a:lnTo>
                        <a:pt x="31345" y="49256"/>
                      </a:lnTo>
                      <a:cubicBezTo>
                        <a:pt x="31345" y="24628"/>
                        <a:pt x="51495" y="4478"/>
                        <a:pt x="76123" y="4478"/>
                      </a:cubicBezTo>
                      <a:cubicBezTo>
                        <a:pt x="86422" y="4478"/>
                        <a:pt x="96273" y="8060"/>
                        <a:pt x="104333" y="14329"/>
                      </a:cubicBezTo>
                      <a:cubicBezTo>
                        <a:pt x="105229" y="15225"/>
                        <a:pt x="106572" y="14777"/>
                        <a:pt x="107468" y="13881"/>
                      </a:cubicBezTo>
                      <a:cubicBezTo>
                        <a:pt x="108363" y="12986"/>
                        <a:pt x="107915" y="11642"/>
                        <a:pt x="107020" y="10747"/>
                      </a:cubicBezTo>
                      <a:cubicBezTo>
                        <a:pt x="98512" y="3582"/>
                        <a:pt x="87317" y="0"/>
                        <a:pt x="76123" y="0"/>
                      </a:cubicBezTo>
                      <a:cubicBezTo>
                        <a:pt x="51943" y="0"/>
                        <a:pt x="31792" y="17463"/>
                        <a:pt x="27762" y="40300"/>
                      </a:cubicBezTo>
                      <a:cubicBezTo>
                        <a:pt x="19702" y="41196"/>
                        <a:pt x="13433" y="47465"/>
                        <a:pt x="13433" y="55973"/>
                      </a:cubicBezTo>
                      <a:lnTo>
                        <a:pt x="13433" y="94034"/>
                      </a:lnTo>
                      <a:cubicBezTo>
                        <a:pt x="5821" y="94930"/>
                        <a:pt x="0" y="101646"/>
                        <a:pt x="0" y="109707"/>
                      </a:cubicBezTo>
                      <a:cubicBezTo>
                        <a:pt x="0" y="111050"/>
                        <a:pt x="895" y="111945"/>
                        <a:pt x="2239" y="111945"/>
                      </a:cubicBezTo>
                      <a:cubicBezTo>
                        <a:pt x="3582" y="111945"/>
                        <a:pt x="4478" y="111050"/>
                        <a:pt x="4478" y="109707"/>
                      </a:cubicBezTo>
                      <a:cubicBezTo>
                        <a:pt x="4478" y="103438"/>
                        <a:pt x="9403" y="98512"/>
                        <a:pt x="15672" y="98512"/>
                      </a:cubicBezTo>
                      <a:cubicBezTo>
                        <a:pt x="21941" y="98512"/>
                        <a:pt x="26867" y="103438"/>
                        <a:pt x="26867" y="109707"/>
                      </a:cubicBezTo>
                      <a:cubicBezTo>
                        <a:pt x="26867" y="111050"/>
                        <a:pt x="27762" y="111945"/>
                        <a:pt x="29106" y="111945"/>
                      </a:cubicBezTo>
                      <a:cubicBezTo>
                        <a:pt x="30449" y="111945"/>
                        <a:pt x="31345" y="111050"/>
                        <a:pt x="31345" y="109707"/>
                      </a:cubicBezTo>
                      <a:cubicBezTo>
                        <a:pt x="31345" y="101646"/>
                        <a:pt x="25523" y="95377"/>
                        <a:pt x="17911" y="94482"/>
                      </a:cubicBezTo>
                      <a:lnTo>
                        <a:pt x="17911" y="55973"/>
                      </a:lnTo>
                      <a:cubicBezTo>
                        <a:pt x="17911" y="50599"/>
                        <a:pt x="21941" y="46121"/>
                        <a:pt x="26867" y="44778"/>
                      </a:cubicBezTo>
                      <a:cubicBezTo>
                        <a:pt x="26867" y="46121"/>
                        <a:pt x="26867" y="47465"/>
                        <a:pt x="26867" y="49256"/>
                      </a:cubicBezTo>
                      <a:lnTo>
                        <a:pt x="26867" y="55973"/>
                      </a:lnTo>
                      <a:cubicBezTo>
                        <a:pt x="26867" y="57316"/>
                        <a:pt x="27762" y="58212"/>
                        <a:pt x="29106" y="58212"/>
                      </a:cubicBezTo>
                      <a:lnTo>
                        <a:pt x="53734" y="58212"/>
                      </a:lnTo>
                      <a:lnTo>
                        <a:pt x="53734" y="114632"/>
                      </a:lnTo>
                      <a:cubicBezTo>
                        <a:pt x="46121" y="115528"/>
                        <a:pt x="40300" y="122244"/>
                        <a:pt x="40300" y="129857"/>
                      </a:cubicBezTo>
                      <a:lnTo>
                        <a:pt x="40300" y="136573"/>
                      </a:lnTo>
                      <a:cubicBezTo>
                        <a:pt x="40300" y="137917"/>
                        <a:pt x="41196" y="138812"/>
                        <a:pt x="42539" y="138812"/>
                      </a:cubicBezTo>
                      <a:lnTo>
                        <a:pt x="69406" y="138812"/>
                      </a:lnTo>
                      <a:cubicBezTo>
                        <a:pt x="70749" y="138812"/>
                        <a:pt x="71645" y="137917"/>
                        <a:pt x="71645" y="136573"/>
                      </a:cubicBezTo>
                      <a:lnTo>
                        <a:pt x="71645" y="129857"/>
                      </a:lnTo>
                      <a:cubicBezTo>
                        <a:pt x="71645" y="121797"/>
                        <a:pt x="65824" y="115528"/>
                        <a:pt x="58212" y="114632"/>
                      </a:cubicBezTo>
                      <a:lnTo>
                        <a:pt x="58212" y="58212"/>
                      </a:lnTo>
                      <a:lnTo>
                        <a:pt x="94034" y="58212"/>
                      </a:lnTo>
                      <a:lnTo>
                        <a:pt x="94034" y="114632"/>
                      </a:lnTo>
                      <a:cubicBezTo>
                        <a:pt x="86422" y="115528"/>
                        <a:pt x="80601" y="122244"/>
                        <a:pt x="80601" y="129857"/>
                      </a:cubicBezTo>
                      <a:lnTo>
                        <a:pt x="80601" y="136573"/>
                      </a:lnTo>
                      <a:cubicBezTo>
                        <a:pt x="80601" y="137917"/>
                        <a:pt x="81496" y="138812"/>
                        <a:pt x="82840" y="138812"/>
                      </a:cubicBezTo>
                      <a:lnTo>
                        <a:pt x="109707" y="138812"/>
                      </a:lnTo>
                      <a:cubicBezTo>
                        <a:pt x="111050" y="138812"/>
                        <a:pt x="111945" y="137917"/>
                        <a:pt x="111945" y="136573"/>
                      </a:cubicBezTo>
                      <a:lnTo>
                        <a:pt x="111945" y="129857"/>
                      </a:lnTo>
                      <a:cubicBezTo>
                        <a:pt x="111945" y="121797"/>
                        <a:pt x="106124" y="115528"/>
                        <a:pt x="98512" y="114632"/>
                      </a:cubicBezTo>
                      <a:lnTo>
                        <a:pt x="98512" y="58212"/>
                      </a:lnTo>
                      <a:lnTo>
                        <a:pt x="123140" y="58212"/>
                      </a:lnTo>
                      <a:cubicBezTo>
                        <a:pt x="124483" y="58212"/>
                        <a:pt x="125379" y="57316"/>
                        <a:pt x="125379" y="55973"/>
                      </a:cubicBezTo>
                      <a:lnTo>
                        <a:pt x="125379" y="49256"/>
                      </a:lnTo>
                      <a:cubicBezTo>
                        <a:pt x="125379" y="47913"/>
                        <a:pt x="125379" y="46569"/>
                        <a:pt x="124931" y="44778"/>
                      </a:cubicBezTo>
                      <a:cubicBezTo>
                        <a:pt x="130304" y="45674"/>
                        <a:pt x="134335" y="50151"/>
                        <a:pt x="134335" y="55973"/>
                      </a:cubicBezTo>
                      <a:lnTo>
                        <a:pt x="134335" y="94482"/>
                      </a:lnTo>
                      <a:cubicBezTo>
                        <a:pt x="126722" y="95825"/>
                        <a:pt x="120901" y="102094"/>
                        <a:pt x="120901" y="109707"/>
                      </a:cubicBezTo>
                      <a:cubicBezTo>
                        <a:pt x="120901" y="111050"/>
                        <a:pt x="121796" y="111945"/>
                        <a:pt x="123140" y="111945"/>
                      </a:cubicBezTo>
                      <a:cubicBezTo>
                        <a:pt x="124483" y="111945"/>
                        <a:pt x="125379" y="111050"/>
                        <a:pt x="125379" y="109707"/>
                      </a:cubicBezTo>
                      <a:cubicBezTo>
                        <a:pt x="125379" y="103438"/>
                        <a:pt x="130304" y="98512"/>
                        <a:pt x="136573" y="98512"/>
                      </a:cubicBezTo>
                      <a:cubicBezTo>
                        <a:pt x="142842" y="98512"/>
                        <a:pt x="147768" y="103438"/>
                        <a:pt x="147768" y="109707"/>
                      </a:cubicBezTo>
                      <a:cubicBezTo>
                        <a:pt x="147768" y="111050"/>
                        <a:pt x="148663" y="111945"/>
                        <a:pt x="150007" y="111945"/>
                      </a:cubicBezTo>
                      <a:cubicBezTo>
                        <a:pt x="151350" y="111945"/>
                        <a:pt x="152246" y="111050"/>
                        <a:pt x="152246" y="109707"/>
                      </a:cubicBezTo>
                      <a:cubicBezTo>
                        <a:pt x="152693" y="102094"/>
                        <a:pt x="146872" y="95377"/>
                        <a:pt x="138812" y="94482"/>
                      </a:cubicBezTo>
                      <a:close/>
                      <a:moveTo>
                        <a:pt x="67167" y="129857"/>
                      </a:moveTo>
                      <a:lnTo>
                        <a:pt x="67167" y="134335"/>
                      </a:lnTo>
                      <a:lnTo>
                        <a:pt x="44778" y="134335"/>
                      </a:lnTo>
                      <a:lnTo>
                        <a:pt x="44778" y="129857"/>
                      </a:lnTo>
                      <a:cubicBezTo>
                        <a:pt x="44778" y="123588"/>
                        <a:pt x="49704" y="118662"/>
                        <a:pt x="55973" y="118662"/>
                      </a:cubicBezTo>
                      <a:cubicBezTo>
                        <a:pt x="62242" y="118662"/>
                        <a:pt x="67167" y="123588"/>
                        <a:pt x="67167" y="129857"/>
                      </a:cubicBezTo>
                      <a:close/>
                      <a:moveTo>
                        <a:pt x="107468" y="129857"/>
                      </a:moveTo>
                      <a:lnTo>
                        <a:pt x="107468" y="134335"/>
                      </a:lnTo>
                      <a:lnTo>
                        <a:pt x="85079" y="134335"/>
                      </a:lnTo>
                      <a:lnTo>
                        <a:pt x="85079" y="129857"/>
                      </a:lnTo>
                      <a:cubicBezTo>
                        <a:pt x="85079" y="123588"/>
                        <a:pt x="90004" y="118662"/>
                        <a:pt x="96273" y="118662"/>
                      </a:cubicBezTo>
                      <a:cubicBezTo>
                        <a:pt x="102542" y="118662"/>
                        <a:pt x="107468" y="123588"/>
                        <a:pt x="107468" y="12985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44" name="Freeform: Shape 4240">
                  <a:extLst>
                    <a:ext uri="{FF2B5EF4-FFF2-40B4-BE49-F238E27FC236}">
                      <a16:creationId xmlns:a16="http://schemas.microsoft.com/office/drawing/2014/main" id="{647D0BDB-4456-A405-ADB8-DB031D7D2903}"/>
                    </a:ext>
                  </a:extLst>
                </p:cNvPr>
                <p:cNvSpPr/>
                <p:nvPr/>
              </p:nvSpPr>
              <p:spPr>
                <a:xfrm>
                  <a:off x="3005924" y="2620057"/>
                  <a:ext cx="13433" cy="13433"/>
                </a:xfrm>
                <a:custGeom>
                  <a:avLst/>
                  <a:gdLst>
                    <a:gd name="connsiteX0" fmla="*/ 13434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4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4" y="6717"/>
                      </a:moveTo>
                      <a:cubicBezTo>
                        <a:pt x="13434" y="10426"/>
                        <a:pt x="10426" y="13433"/>
                        <a:pt x="6717" y="13433"/>
                      </a:cubicBezTo>
                      <a:cubicBezTo>
                        <a:pt x="3007" y="13433"/>
                        <a:pt x="0" y="10426"/>
                        <a:pt x="0" y="6717"/>
                      </a:cubicBezTo>
                      <a:cubicBezTo>
                        <a:pt x="0" y="3007"/>
                        <a:pt x="3007" y="0"/>
                        <a:pt x="6717" y="0"/>
                      </a:cubicBezTo>
                      <a:cubicBezTo>
                        <a:pt x="10426" y="0"/>
                        <a:pt x="13434" y="3007"/>
                        <a:pt x="13434"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45" name="Freeform: Shape 4241">
                  <a:extLst>
                    <a:ext uri="{FF2B5EF4-FFF2-40B4-BE49-F238E27FC236}">
                      <a16:creationId xmlns:a16="http://schemas.microsoft.com/office/drawing/2014/main" id="{28E73B2A-CE49-3474-2922-A9EC70FB49FE}"/>
                    </a:ext>
                  </a:extLst>
                </p:cNvPr>
                <p:cNvSpPr/>
                <p:nvPr/>
              </p:nvSpPr>
              <p:spPr>
                <a:xfrm>
                  <a:off x="3032790" y="2620057"/>
                  <a:ext cx="13433" cy="13433"/>
                </a:xfrm>
                <a:custGeom>
                  <a:avLst/>
                  <a:gdLst>
                    <a:gd name="connsiteX0" fmla="*/ 13434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4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4" y="6717"/>
                      </a:moveTo>
                      <a:cubicBezTo>
                        <a:pt x="13434" y="10426"/>
                        <a:pt x="10426" y="13433"/>
                        <a:pt x="6717" y="13433"/>
                      </a:cubicBezTo>
                      <a:cubicBezTo>
                        <a:pt x="3007" y="13433"/>
                        <a:pt x="0" y="10426"/>
                        <a:pt x="0" y="6717"/>
                      </a:cubicBezTo>
                      <a:cubicBezTo>
                        <a:pt x="0" y="3007"/>
                        <a:pt x="3007" y="0"/>
                        <a:pt x="6717" y="0"/>
                      </a:cubicBezTo>
                      <a:cubicBezTo>
                        <a:pt x="10426" y="0"/>
                        <a:pt x="13434" y="3007"/>
                        <a:pt x="13434"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46" name="Freeform: Shape 4242">
                  <a:extLst>
                    <a:ext uri="{FF2B5EF4-FFF2-40B4-BE49-F238E27FC236}">
                      <a16:creationId xmlns:a16="http://schemas.microsoft.com/office/drawing/2014/main" id="{FCB484FF-7F96-44C3-22CD-57382FB3D1E4}"/>
                    </a:ext>
                  </a:extLst>
                </p:cNvPr>
                <p:cNvSpPr/>
                <p:nvPr/>
              </p:nvSpPr>
              <p:spPr>
                <a:xfrm>
                  <a:off x="3003685" y="2644685"/>
                  <a:ext cx="44778" cy="4478"/>
                </a:xfrm>
                <a:custGeom>
                  <a:avLst/>
                  <a:gdLst>
                    <a:gd name="connsiteX0" fmla="*/ 42539 w 44778"/>
                    <a:gd name="connsiteY0" fmla="*/ 4478 h 4477"/>
                    <a:gd name="connsiteX1" fmla="*/ 2239 w 44778"/>
                    <a:gd name="connsiteY1" fmla="*/ 4478 h 4477"/>
                    <a:gd name="connsiteX2" fmla="*/ 0 w 44778"/>
                    <a:gd name="connsiteY2" fmla="*/ 2239 h 4477"/>
                    <a:gd name="connsiteX3" fmla="*/ 2239 w 44778"/>
                    <a:gd name="connsiteY3" fmla="*/ 0 h 4477"/>
                    <a:gd name="connsiteX4" fmla="*/ 42539 w 44778"/>
                    <a:gd name="connsiteY4" fmla="*/ 0 h 4477"/>
                    <a:gd name="connsiteX5" fmla="*/ 44778 w 44778"/>
                    <a:gd name="connsiteY5" fmla="*/ 2239 h 4477"/>
                    <a:gd name="connsiteX6" fmla="*/ 42539 w 44778"/>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8" h="4477">
                      <a:moveTo>
                        <a:pt x="42539" y="4478"/>
                      </a:moveTo>
                      <a:lnTo>
                        <a:pt x="2239" y="4478"/>
                      </a:lnTo>
                      <a:cubicBezTo>
                        <a:pt x="895" y="4478"/>
                        <a:pt x="0" y="3582"/>
                        <a:pt x="0" y="2239"/>
                      </a:cubicBezTo>
                      <a:cubicBezTo>
                        <a:pt x="0" y="895"/>
                        <a:pt x="895" y="0"/>
                        <a:pt x="2239" y="0"/>
                      </a:cubicBezTo>
                      <a:lnTo>
                        <a:pt x="42539" y="0"/>
                      </a:lnTo>
                      <a:cubicBezTo>
                        <a:pt x="43883" y="0"/>
                        <a:pt x="44778" y="895"/>
                        <a:pt x="44778" y="2239"/>
                      </a:cubicBezTo>
                      <a:cubicBezTo>
                        <a:pt x="44778" y="3582"/>
                        <a:pt x="43883" y="4478"/>
                        <a:pt x="4253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47" name="Freeform: Shape 4243">
                  <a:extLst>
                    <a:ext uri="{FF2B5EF4-FFF2-40B4-BE49-F238E27FC236}">
                      <a16:creationId xmlns:a16="http://schemas.microsoft.com/office/drawing/2014/main" id="{F404D551-F016-89D7-5438-38CBAD465348}"/>
                    </a:ext>
                  </a:extLst>
                </p:cNvPr>
                <p:cNvSpPr/>
                <p:nvPr/>
              </p:nvSpPr>
              <p:spPr>
                <a:xfrm>
                  <a:off x="3057419" y="2590951"/>
                  <a:ext cx="58212" cy="49256"/>
                </a:xfrm>
                <a:custGeom>
                  <a:avLst/>
                  <a:gdLst>
                    <a:gd name="connsiteX0" fmla="*/ 8508 w 58211"/>
                    <a:gd name="connsiteY0" fmla="*/ 50151 h 49255"/>
                    <a:gd name="connsiteX1" fmla="*/ 7612 w 58211"/>
                    <a:gd name="connsiteY1" fmla="*/ 49704 h 49255"/>
                    <a:gd name="connsiteX2" fmla="*/ 6269 w 58211"/>
                    <a:gd name="connsiteY2" fmla="*/ 47465 h 49255"/>
                    <a:gd name="connsiteX3" fmla="*/ 7164 w 58211"/>
                    <a:gd name="connsiteY3" fmla="*/ 38061 h 49255"/>
                    <a:gd name="connsiteX4" fmla="*/ 2239 w 58211"/>
                    <a:gd name="connsiteY4" fmla="*/ 38061 h 49255"/>
                    <a:gd name="connsiteX5" fmla="*/ 0 w 58211"/>
                    <a:gd name="connsiteY5" fmla="*/ 35823 h 49255"/>
                    <a:gd name="connsiteX6" fmla="*/ 0 w 58211"/>
                    <a:gd name="connsiteY6" fmla="*/ 2239 h 49255"/>
                    <a:gd name="connsiteX7" fmla="*/ 2239 w 58211"/>
                    <a:gd name="connsiteY7" fmla="*/ 0 h 49255"/>
                    <a:gd name="connsiteX8" fmla="*/ 55973 w 58211"/>
                    <a:gd name="connsiteY8" fmla="*/ 0 h 49255"/>
                    <a:gd name="connsiteX9" fmla="*/ 58212 w 58211"/>
                    <a:gd name="connsiteY9" fmla="*/ 2239 h 49255"/>
                    <a:gd name="connsiteX10" fmla="*/ 58212 w 58211"/>
                    <a:gd name="connsiteY10" fmla="*/ 35823 h 49255"/>
                    <a:gd name="connsiteX11" fmla="*/ 55973 w 58211"/>
                    <a:gd name="connsiteY11" fmla="*/ 38061 h 49255"/>
                    <a:gd name="connsiteX12" fmla="*/ 21941 w 58211"/>
                    <a:gd name="connsiteY12" fmla="*/ 38061 h 49255"/>
                    <a:gd name="connsiteX13" fmla="*/ 9851 w 58211"/>
                    <a:gd name="connsiteY13" fmla="*/ 49256 h 49255"/>
                    <a:gd name="connsiteX14" fmla="*/ 8508 w 58211"/>
                    <a:gd name="connsiteY14" fmla="*/ 50151 h 49255"/>
                    <a:gd name="connsiteX15" fmla="*/ 4478 w 58211"/>
                    <a:gd name="connsiteY15" fmla="*/ 33584 h 49255"/>
                    <a:gd name="connsiteX16" fmla="*/ 9403 w 58211"/>
                    <a:gd name="connsiteY16" fmla="*/ 33584 h 49255"/>
                    <a:gd name="connsiteX17" fmla="*/ 11195 w 58211"/>
                    <a:gd name="connsiteY17" fmla="*/ 34479 h 49255"/>
                    <a:gd name="connsiteX18" fmla="*/ 11642 w 58211"/>
                    <a:gd name="connsiteY18" fmla="*/ 36270 h 49255"/>
                    <a:gd name="connsiteX19" fmla="*/ 11195 w 58211"/>
                    <a:gd name="connsiteY19" fmla="*/ 42091 h 49255"/>
                    <a:gd name="connsiteX20" fmla="*/ 19702 w 58211"/>
                    <a:gd name="connsiteY20" fmla="*/ 34479 h 49255"/>
                    <a:gd name="connsiteX21" fmla="*/ 21046 w 58211"/>
                    <a:gd name="connsiteY21" fmla="*/ 34031 h 49255"/>
                    <a:gd name="connsiteX22" fmla="*/ 53734 w 58211"/>
                    <a:gd name="connsiteY22" fmla="*/ 34031 h 49255"/>
                    <a:gd name="connsiteX23" fmla="*/ 53734 w 58211"/>
                    <a:gd name="connsiteY23" fmla="*/ 4926 h 49255"/>
                    <a:gd name="connsiteX24" fmla="*/ 4478 w 58211"/>
                    <a:gd name="connsiteY24" fmla="*/ 4926 h 49255"/>
                    <a:gd name="connsiteX25" fmla="*/ 4478 w 58211"/>
                    <a:gd name="connsiteY25" fmla="*/ 33584 h 4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8211" h="49255">
                      <a:moveTo>
                        <a:pt x="8508" y="50151"/>
                      </a:moveTo>
                      <a:cubicBezTo>
                        <a:pt x="8060" y="50151"/>
                        <a:pt x="7612" y="50151"/>
                        <a:pt x="7612" y="49704"/>
                      </a:cubicBezTo>
                      <a:cubicBezTo>
                        <a:pt x="6717" y="49256"/>
                        <a:pt x="6269" y="48360"/>
                        <a:pt x="6269" y="47465"/>
                      </a:cubicBezTo>
                      <a:lnTo>
                        <a:pt x="7164" y="38061"/>
                      </a:lnTo>
                      <a:lnTo>
                        <a:pt x="2239" y="38061"/>
                      </a:lnTo>
                      <a:cubicBezTo>
                        <a:pt x="895" y="38061"/>
                        <a:pt x="0" y="37166"/>
                        <a:pt x="0" y="35823"/>
                      </a:cubicBezTo>
                      <a:lnTo>
                        <a:pt x="0" y="2239"/>
                      </a:lnTo>
                      <a:cubicBezTo>
                        <a:pt x="0" y="895"/>
                        <a:pt x="895" y="0"/>
                        <a:pt x="2239" y="0"/>
                      </a:cubicBezTo>
                      <a:lnTo>
                        <a:pt x="55973" y="0"/>
                      </a:lnTo>
                      <a:cubicBezTo>
                        <a:pt x="57316" y="0"/>
                        <a:pt x="58212" y="895"/>
                        <a:pt x="58212" y="2239"/>
                      </a:cubicBezTo>
                      <a:lnTo>
                        <a:pt x="58212" y="35823"/>
                      </a:lnTo>
                      <a:cubicBezTo>
                        <a:pt x="58212" y="37166"/>
                        <a:pt x="57316" y="38061"/>
                        <a:pt x="55973" y="38061"/>
                      </a:cubicBezTo>
                      <a:lnTo>
                        <a:pt x="21941" y="38061"/>
                      </a:lnTo>
                      <a:lnTo>
                        <a:pt x="9851" y="49256"/>
                      </a:lnTo>
                      <a:cubicBezTo>
                        <a:pt x="9403" y="49704"/>
                        <a:pt x="8956" y="50151"/>
                        <a:pt x="8508" y="50151"/>
                      </a:cubicBezTo>
                      <a:close/>
                      <a:moveTo>
                        <a:pt x="4478" y="33584"/>
                      </a:moveTo>
                      <a:lnTo>
                        <a:pt x="9403" y="33584"/>
                      </a:lnTo>
                      <a:cubicBezTo>
                        <a:pt x="9851" y="33584"/>
                        <a:pt x="10747" y="34031"/>
                        <a:pt x="11195" y="34479"/>
                      </a:cubicBezTo>
                      <a:cubicBezTo>
                        <a:pt x="11642" y="34927"/>
                        <a:pt x="11642" y="35375"/>
                        <a:pt x="11642" y="36270"/>
                      </a:cubicBezTo>
                      <a:lnTo>
                        <a:pt x="11195" y="42091"/>
                      </a:lnTo>
                      <a:lnTo>
                        <a:pt x="19702" y="34479"/>
                      </a:lnTo>
                      <a:cubicBezTo>
                        <a:pt x="20150" y="34031"/>
                        <a:pt x="20598" y="34031"/>
                        <a:pt x="21046" y="34031"/>
                      </a:cubicBezTo>
                      <a:lnTo>
                        <a:pt x="53734" y="34031"/>
                      </a:lnTo>
                      <a:lnTo>
                        <a:pt x="53734" y="4926"/>
                      </a:lnTo>
                      <a:lnTo>
                        <a:pt x="4478" y="4926"/>
                      </a:lnTo>
                      <a:lnTo>
                        <a:pt x="4478" y="3358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48" name="Group 4244">
                <a:extLst>
                  <a:ext uri="{FF2B5EF4-FFF2-40B4-BE49-F238E27FC236}">
                    <a16:creationId xmlns:a16="http://schemas.microsoft.com/office/drawing/2014/main" id="{CE62FC86-73CD-8B09-74FA-DBB256A369BD}"/>
                  </a:ext>
                  <a:ext uri="{C183D7F6-B498-43B3-948B-1728B52AA6E4}">
                    <adec:decorative xmlns:adec="http://schemas.microsoft.com/office/drawing/2017/decorative" val="1"/>
                  </a:ext>
                </a:extLst>
              </p:cNvPr>
              <p:cNvGrpSpPr>
                <a:grpSpLocks noChangeAspect="1"/>
              </p:cNvGrpSpPr>
              <p:nvPr/>
            </p:nvGrpSpPr>
            <p:grpSpPr>
              <a:xfrm>
                <a:off x="3168910" y="3326390"/>
                <a:ext cx="152247" cy="152246"/>
                <a:chOff x="3209664" y="2590951"/>
                <a:chExt cx="152247" cy="152246"/>
              </a:xfrm>
            </p:grpSpPr>
            <p:sp>
              <p:nvSpPr>
                <p:cNvPr id="349" name="Freeform: Shape 4245">
                  <a:extLst>
                    <a:ext uri="{FF2B5EF4-FFF2-40B4-BE49-F238E27FC236}">
                      <a16:creationId xmlns:a16="http://schemas.microsoft.com/office/drawing/2014/main" id="{0E399ABC-7C57-033E-9DE4-F2C63745472C}"/>
                    </a:ext>
                  </a:extLst>
                </p:cNvPr>
                <p:cNvSpPr/>
                <p:nvPr/>
              </p:nvSpPr>
              <p:spPr>
                <a:xfrm>
                  <a:off x="3223098" y="2604384"/>
                  <a:ext cx="125379" cy="138812"/>
                </a:xfrm>
                <a:custGeom>
                  <a:avLst/>
                  <a:gdLst>
                    <a:gd name="connsiteX0" fmla="*/ 114184 w 125378"/>
                    <a:gd name="connsiteY0" fmla="*/ 53734 h 138812"/>
                    <a:gd name="connsiteX1" fmla="*/ 111945 w 125378"/>
                    <a:gd name="connsiteY1" fmla="*/ 53734 h 138812"/>
                    <a:gd name="connsiteX2" fmla="*/ 111945 w 125378"/>
                    <a:gd name="connsiteY2" fmla="*/ 32240 h 138812"/>
                    <a:gd name="connsiteX3" fmla="*/ 79705 w 125378"/>
                    <a:gd name="connsiteY3" fmla="*/ 0 h 138812"/>
                    <a:gd name="connsiteX4" fmla="*/ 45674 w 125378"/>
                    <a:gd name="connsiteY4" fmla="*/ 0 h 138812"/>
                    <a:gd name="connsiteX5" fmla="*/ 13433 w 125378"/>
                    <a:gd name="connsiteY5" fmla="*/ 32240 h 138812"/>
                    <a:gd name="connsiteX6" fmla="*/ 13433 w 125378"/>
                    <a:gd name="connsiteY6" fmla="*/ 53734 h 138812"/>
                    <a:gd name="connsiteX7" fmla="*/ 11195 w 125378"/>
                    <a:gd name="connsiteY7" fmla="*/ 53734 h 138812"/>
                    <a:gd name="connsiteX8" fmla="*/ 0 w 125378"/>
                    <a:gd name="connsiteY8" fmla="*/ 64928 h 138812"/>
                    <a:gd name="connsiteX9" fmla="*/ 0 w 125378"/>
                    <a:gd name="connsiteY9" fmla="*/ 69406 h 138812"/>
                    <a:gd name="connsiteX10" fmla="*/ 13433 w 125378"/>
                    <a:gd name="connsiteY10" fmla="*/ 84631 h 138812"/>
                    <a:gd name="connsiteX11" fmla="*/ 13433 w 125378"/>
                    <a:gd name="connsiteY11" fmla="*/ 91795 h 138812"/>
                    <a:gd name="connsiteX12" fmla="*/ 60451 w 125378"/>
                    <a:gd name="connsiteY12" fmla="*/ 138812 h 138812"/>
                    <a:gd name="connsiteX13" fmla="*/ 64928 w 125378"/>
                    <a:gd name="connsiteY13" fmla="*/ 138812 h 138812"/>
                    <a:gd name="connsiteX14" fmla="*/ 111945 w 125378"/>
                    <a:gd name="connsiteY14" fmla="*/ 91795 h 138812"/>
                    <a:gd name="connsiteX15" fmla="*/ 111945 w 125378"/>
                    <a:gd name="connsiteY15" fmla="*/ 84631 h 138812"/>
                    <a:gd name="connsiteX16" fmla="*/ 125379 w 125378"/>
                    <a:gd name="connsiteY16" fmla="*/ 69406 h 138812"/>
                    <a:gd name="connsiteX17" fmla="*/ 125379 w 125378"/>
                    <a:gd name="connsiteY17" fmla="*/ 64928 h 138812"/>
                    <a:gd name="connsiteX18" fmla="*/ 114184 w 125378"/>
                    <a:gd name="connsiteY18" fmla="*/ 53734 h 138812"/>
                    <a:gd name="connsiteX19" fmla="*/ 4478 w 125378"/>
                    <a:gd name="connsiteY19" fmla="*/ 69406 h 138812"/>
                    <a:gd name="connsiteX20" fmla="*/ 4478 w 125378"/>
                    <a:gd name="connsiteY20" fmla="*/ 64928 h 138812"/>
                    <a:gd name="connsiteX21" fmla="*/ 11195 w 125378"/>
                    <a:gd name="connsiteY21" fmla="*/ 58212 h 138812"/>
                    <a:gd name="connsiteX22" fmla="*/ 13433 w 125378"/>
                    <a:gd name="connsiteY22" fmla="*/ 58212 h 138812"/>
                    <a:gd name="connsiteX23" fmla="*/ 13433 w 125378"/>
                    <a:gd name="connsiteY23" fmla="*/ 80153 h 138812"/>
                    <a:gd name="connsiteX24" fmla="*/ 4478 w 125378"/>
                    <a:gd name="connsiteY24" fmla="*/ 69406 h 138812"/>
                    <a:gd name="connsiteX25" fmla="*/ 107468 w 125378"/>
                    <a:gd name="connsiteY25" fmla="*/ 91795 h 138812"/>
                    <a:gd name="connsiteX26" fmla="*/ 64928 w 125378"/>
                    <a:gd name="connsiteY26" fmla="*/ 134335 h 138812"/>
                    <a:gd name="connsiteX27" fmla="*/ 60451 w 125378"/>
                    <a:gd name="connsiteY27" fmla="*/ 134335 h 138812"/>
                    <a:gd name="connsiteX28" fmla="*/ 17911 w 125378"/>
                    <a:gd name="connsiteY28" fmla="*/ 91795 h 138812"/>
                    <a:gd name="connsiteX29" fmla="*/ 17911 w 125378"/>
                    <a:gd name="connsiteY29" fmla="*/ 32240 h 138812"/>
                    <a:gd name="connsiteX30" fmla="*/ 45674 w 125378"/>
                    <a:gd name="connsiteY30" fmla="*/ 4478 h 138812"/>
                    <a:gd name="connsiteX31" fmla="*/ 79705 w 125378"/>
                    <a:gd name="connsiteY31" fmla="*/ 4478 h 138812"/>
                    <a:gd name="connsiteX32" fmla="*/ 107468 w 125378"/>
                    <a:gd name="connsiteY32" fmla="*/ 32240 h 138812"/>
                    <a:gd name="connsiteX33" fmla="*/ 107468 w 125378"/>
                    <a:gd name="connsiteY33" fmla="*/ 40300 h 138812"/>
                    <a:gd name="connsiteX34" fmla="*/ 42539 w 125378"/>
                    <a:gd name="connsiteY34" fmla="*/ 40300 h 138812"/>
                    <a:gd name="connsiteX35" fmla="*/ 31345 w 125378"/>
                    <a:gd name="connsiteY35" fmla="*/ 29106 h 138812"/>
                    <a:gd name="connsiteX36" fmla="*/ 31345 w 125378"/>
                    <a:gd name="connsiteY36" fmla="*/ 28210 h 138812"/>
                    <a:gd name="connsiteX37" fmla="*/ 29106 w 125378"/>
                    <a:gd name="connsiteY37" fmla="*/ 25971 h 138812"/>
                    <a:gd name="connsiteX38" fmla="*/ 26867 w 125378"/>
                    <a:gd name="connsiteY38" fmla="*/ 28210 h 138812"/>
                    <a:gd name="connsiteX39" fmla="*/ 26867 w 125378"/>
                    <a:gd name="connsiteY39" fmla="*/ 29106 h 138812"/>
                    <a:gd name="connsiteX40" fmla="*/ 42539 w 125378"/>
                    <a:gd name="connsiteY40" fmla="*/ 44778 h 138812"/>
                    <a:gd name="connsiteX41" fmla="*/ 107468 w 125378"/>
                    <a:gd name="connsiteY41" fmla="*/ 44778 h 138812"/>
                    <a:gd name="connsiteX42" fmla="*/ 107468 w 125378"/>
                    <a:gd name="connsiteY42" fmla="*/ 91795 h 138812"/>
                    <a:gd name="connsiteX43" fmla="*/ 120901 w 125378"/>
                    <a:gd name="connsiteY43" fmla="*/ 69406 h 138812"/>
                    <a:gd name="connsiteX44" fmla="*/ 111945 w 125378"/>
                    <a:gd name="connsiteY44" fmla="*/ 80153 h 138812"/>
                    <a:gd name="connsiteX45" fmla="*/ 111945 w 125378"/>
                    <a:gd name="connsiteY45" fmla="*/ 58212 h 138812"/>
                    <a:gd name="connsiteX46" fmla="*/ 114184 w 125378"/>
                    <a:gd name="connsiteY46" fmla="*/ 58212 h 138812"/>
                    <a:gd name="connsiteX47" fmla="*/ 120901 w 125378"/>
                    <a:gd name="connsiteY47" fmla="*/ 64928 h 138812"/>
                    <a:gd name="connsiteX48" fmla="*/ 120901 w 125378"/>
                    <a:gd name="connsiteY48" fmla="*/ 69406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25378" h="138812">
                      <a:moveTo>
                        <a:pt x="114184" y="53734"/>
                      </a:moveTo>
                      <a:lnTo>
                        <a:pt x="111945" y="53734"/>
                      </a:lnTo>
                      <a:lnTo>
                        <a:pt x="111945" y="32240"/>
                      </a:lnTo>
                      <a:cubicBezTo>
                        <a:pt x="111945" y="14329"/>
                        <a:pt x="97616" y="0"/>
                        <a:pt x="79705" y="0"/>
                      </a:cubicBezTo>
                      <a:lnTo>
                        <a:pt x="45674" y="0"/>
                      </a:lnTo>
                      <a:cubicBezTo>
                        <a:pt x="27762" y="0"/>
                        <a:pt x="13433" y="14329"/>
                        <a:pt x="13433" y="32240"/>
                      </a:cubicBezTo>
                      <a:lnTo>
                        <a:pt x="13433" y="53734"/>
                      </a:lnTo>
                      <a:lnTo>
                        <a:pt x="11195" y="53734"/>
                      </a:lnTo>
                      <a:cubicBezTo>
                        <a:pt x="4925" y="53734"/>
                        <a:pt x="0" y="58659"/>
                        <a:pt x="0" y="64928"/>
                      </a:cubicBezTo>
                      <a:lnTo>
                        <a:pt x="0" y="69406"/>
                      </a:lnTo>
                      <a:cubicBezTo>
                        <a:pt x="0" y="77466"/>
                        <a:pt x="5821" y="83735"/>
                        <a:pt x="13433" y="84631"/>
                      </a:cubicBezTo>
                      <a:lnTo>
                        <a:pt x="13433" y="91795"/>
                      </a:lnTo>
                      <a:cubicBezTo>
                        <a:pt x="13433" y="117767"/>
                        <a:pt x="34479" y="138812"/>
                        <a:pt x="60451" y="138812"/>
                      </a:cubicBezTo>
                      <a:lnTo>
                        <a:pt x="64928" y="138812"/>
                      </a:lnTo>
                      <a:cubicBezTo>
                        <a:pt x="90900" y="138812"/>
                        <a:pt x="111945" y="117767"/>
                        <a:pt x="111945" y="91795"/>
                      </a:cubicBezTo>
                      <a:lnTo>
                        <a:pt x="111945" y="84631"/>
                      </a:lnTo>
                      <a:cubicBezTo>
                        <a:pt x="119558" y="83735"/>
                        <a:pt x="125379" y="77018"/>
                        <a:pt x="125379" y="69406"/>
                      </a:cubicBezTo>
                      <a:lnTo>
                        <a:pt x="125379" y="64928"/>
                      </a:lnTo>
                      <a:cubicBezTo>
                        <a:pt x="125379" y="58659"/>
                        <a:pt x="120453" y="53734"/>
                        <a:pt x="114184" y="53734"/>
                      </a:cubicBezTo>
                      <a:close/>
                      <a:moveTo>
                        <a:pt x="4478" y="69406"/>
                      </a:moveTo>
                      <a:lnTo>
                        <a:pt x="4478" y="64928"/>
                      </a:lnTo>
                      <a:cubicBezTo>
                        <a:pt x="4478" y="61346"/>
                        <a:pt x="7612" y="58212"/>
                        <a:pt x="11195" y="58212"/>
                      </a:cubicBezTo>
                      <a:lnTo>
                        <a:pt x="13433" y="58212"/>
                      </a:lnTo>
                      <a:lnTo>
                        <a:pt x="13433" y="80153"/>
                      </a:lnTo>
                      <a:cubicBezTo>
                        <a:pt x="8508" y="79257"/>
                        <a:pt x="4478" y="74779"/>
                        <a:pt x="4478" y="69406"/>
                      </a:cubicBezTo>
                      <a:close/>
                      <a:moveTo>
                        <a:pt x="107468" y="91795"/>
                      </a:moveTo>
                      <a:cubicBezTo>
                        <a:pt x="107468" y="115080"/>
                        <a:pt x="88213" y="134335"/>
                        <a:pt x="64928" y="134335"/>
                      </a:cubicBezTo>
                      <a:lnTo>
                        <a:pt x="60451" y="134335"/>
                      </a:lnTo>
                      <a:cubicBezTo>
                        <a:pt x="37166" y="134335"/>
                        <a:pt x="17911" y="115080"/>
                        <a:pt x="17911" y="91795"/>
                      </a:cubicBezTo>
                      <a:lnTo>
                        <a:pt x="17911" y="32240"/>
                      </a:lnTo>
                      <a:cubicBezTo>
                        <a:pt x="17911" y="17016"/>
                        <a:pt x="30449" y="4478"/>
                        <a:pt x="45674" y="4478"/>
                      </a:cubicBezTo>
                      <a:lnTo>
                        <a:pt x="79705" y="4478"/>
                      </a:lnTo>
                      <a:cubicBezTo>
                        <a:pt x="94930" y="4478"/>
                        <a:pt x="107468" y="17016"/>
                        <a:pt x="107468" y="32240"/>
                      </a:cubicBezTo>
                      <a:lnTo>
                        <a:pt x="107468" y="40300"/>
                      </a:lnTo>
                      <a:lnTo>
                        <a:pt x="42539" y="40300"/>
                      </a:lnTo>
                      <a:cubicBezTo>
                        <a:pt x="36270" y="40300"/>
                        <a:pt x="31345" y="35375"/>
                        <a:pt x="31345" y="29106"/>
                      </a:cubicBezTo>
                      <a:lnTo>
                        <a:pt x="31345" y="28210"/>
                      </a:lnTo>
                      <a:cubicBezTo>
                        <a:pt x="31345" y="26867"/>
                        <a:pt x="30449" y="25971"/>
                        <a:pt x="29106" y="25971"/>
                      </a:cubicBezTo>
                      <a:cubicBezTo>
                        <a:pt x="27762" y="25971"/>
                        <a:pt x="26867" y="26867"/>
                        <a:pt x="26867" y="28210"/>
                      </a:cubicBezTo>
                      <a:lnTo>
                        <a:pt x="26867" y="29106"/>
                      </a:lnTo>
                      <a:cubicBezTo>
                        <a:pt x="26867" y="37614"/>
                        <a:pt x="34031" y="44778"/>
                        <a:pt x="42539" y="44778"/>
                      </a:cubicBezTo>
                      <a:lnTo>
                        <a:pt x="107468" y="44778"/>
                      </a:lnTo>
                      <a:lnTo>
                        <a:pt x="107468" y="91795"/>
                      </a:lnTo>
                      <a:close/>
                      <a:moveTo>
                        <a:pt x="120901" y="69406"/>
                      </a:moveTo>
                      <a:cubicBezTo>
                        <a:pt x="120901" y="74779"/>
                        <a:pt x="116871" y="79257"/>
                        <a:pt x="111945" y="80153"/>
                      </a:cubicBezTo>
                      <a:lnTo>
                        <a:pt x="111945" y="58212"/>
                      </a:lnTo>
                      <a:lnTo>
                        <a:pt x="114184" y="58212"/>
                      </a:lnTo>
                      <a:cubicBezTo>
                        <a:pt x="117767" y="58212"/>
                        <a:pt x="120901" y="61346"/>
                        <a:pt x="120901" y="64928"/>
                      </a:cubicBezTo>
                      <a:lnTo>
                        <a:pt x="120901" y="6940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50" name="Freeform: Shape 4246">
                  <a:extLst>
                    <a:ext uri="{FF2B5EF4-FFF2-40B4-BE49-F238E27FC236}">
                      <a16:creationId xmlns:a16="http://schemas.microsoft.com/office/drawing/2014/main" id="{D696B59F-6B48-1479-33C3-5881EA8D3CDB}"/>
                    </a:ext>
                  </a:extLst>
                </p:cNvPr>
                <p:cNvSpPr/>
                <p:nvPr/>
              </p:nvSpPr>
              <p:spPr>
                <a:xfrm>
                  <a:off x="3258920" y="2660357"/>
                  <a:ext cx="13433" cy="13433"/>
                </a:xfrm>
                <a:custGeom>
                  <a:avLst/>
                  <a:gdLst>
                    <a:gd name="connsiteX0" fmla="*/ 13434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4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4" y="6717"/>
                      </a:moveTo>
                      <a:cubicBezTo>
                        <a:pt x="13434" y="10426"/>
                        <a:pt x="10426" y="13433"/>
                        <a:pt x="6717" y="13433"/>
                      </a:cubicBezTo>
                      <a:cubicBezTo>
                        <a:pt x="3007" y="13433"/>
                        <a:pt x="0" y="10426"/>
                        <a:pt x="0" y="6717"/>
                      </a:cubicBezTo>
                      <a:cubicBezTo>
                        <a:pt x="0" y="3007"/>
                        <a:pt x="3007" y="0"/>
                        <a:pt x="6717" y="0"/>
                      </a:cubicBezTo>
                      <a:cubicBezTo>
                        <a:pt x="10426" y="0"/>
                        <a:pt x="13434" y="3007"/>
                        <a:pt x="13434"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51" name="Freeform: Shape 4247">
                  <a:extLst>
                    <a:ext uri="{FF2B5EF4-FFF2-40B4-BE49-F238E27FC236}">
                      <a16:creationId xmlns:a16="http://schemas.microsoft.com/office/drawing/2014/main" id="{8F6E0054-9DEA-A6C5-B8E6-E68F3A439119}"/>
                    </a:ext>
                  </a:extLst>
                </p:cNvPr>
                <p:cNvSpPr/>
                <p:nvPr/>
              </p:nvSpPr>
              <p:spPr>
                <a:xfrm>
                  <a:off x="3299221" y="2660357"/>
                  <a:ext cx="13433" cy="13433"/>
                </a:xfrm>
                <a:custGeom>
                  <a:avLst/>
                  <a:gdLst>
                    <a:gd name="connsiteX0" fmla="*/ 13434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4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4" y="6717"/>
                      </a:moveTo>
                      <a:cubicBezTo>
                        <a:pt x="13434" y="10426"/>
                        <a:pt x="10426" y="13433"/>
                        <a:pt x="6717" y="13433"/>
                      </a:cubicBezTo>
                      <a:cubicBezTo>
                        <a:pt x="3007" y="13433"/>
                        <a:pt x="0" y="10426"/>
                        <a:pt x="0" y="6717"/>
                      </a:cubicBezTo>
                      <a:cubicBezTo>
                        <a:pt x="0" y="3007"/>
                        <a:pt x="3007" y="0"/>
                        <a:pt x="6717" y="0"/>
                      </a:cubicBezTo>
                      <a:cubicBezTo>
                        <a:pt x="10426" y="0"/>
                        <a:pt x="13434" y="3007"/>
                        <a:pt x="13434"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52" name="Freeform: Shape 4248">
                  <a:extLst>
                    <a:ext uri="{FF2B5EF4-FFF2-40B4-BE49-F238E27FC236}">
                      <a16:creationId xmlns:a16="http://schemas.microsoft.com/office/drawing/2014/main" id="{D6C03CE0-B248-E64A-8867-3B1C1997C980}"/>
                    </a:ext>
                  </a:extLst>
                </p:cNvPr>
                <p:cNvSpPr/>
                <p:nvPr/>
              </p:nvSpPr>
              <p:spPr>
                <a:xfrm>
                  <a:off x="3256641" y="2698378"/>
                  <a:ext cx="58212" cy="17911"/>
                </a:xfrm>
                <a:custGeom>
                  <a:avLst/>
                  <a:gdLst>
                    <a:gd name="connsiteX0" fmla="*/ 29146 w 58211"/>
                    <a:gd name="connsiteY0" fmla="*/ 17952 h 17911"/>
                    <a:gd name="connsiteX1" fmla="*/ 488 w 58211"/>
                    <a:gd name="connsiteY1" fmla="*/ 3623 h 17911"/>
                    <a:gd name="connsiteX2" fmla="*/ 936 w 58211"/>
                    <a:gd name="connsiteY2" fmla="*/ 488 h 17911"/>
                    <a:gd name="connsiteX3" fmla="*/ 4070 w 58211"/>
                    <a:gd name="connsiteY3" fmla="*/ 936 h 17911"/>
                    <a:gd name="connsiteX4" fmla="*/ 29146 w 58211"/>
                    <a:gd name="connsiteY4" fmla="*/ 13474 h 17911"/>
                    <a:gd name="connsiteX5" fmla="*/ 54222 w 58211"/>
                    <a:gd name="connsiteY5" fmla="*/ 936 h 17911"/>
                    <a:gd name="connsiteX6" fmla="*/ 57357 w 58211"/>
                    <a:gd name="connsiteY6" fmla="*/ 488 h 17911"/>
                    <a:gd name="connsiteX7" fmla="*/ 57804 w 58211"/>
                    <a:gd name="connsiteY7" fmla="*/ 3623 h 17911"/>
                    <a:gd name="connsiteX8" fmla="*/ 29146 w 58211"/>
                    <a:gd name="connsiteY8" fmla="*/ 17952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211" h="17911">
                      <a:moveTo>
                        <a:pt x="29146" y="17952"/>
                      </a:moveTo>
                      <a:cubicBezTo>
                        <a:pt x="17952" y="17952"/>
                        <a:pt x="7205" y="12578"/>
                        <a:pt x="488" y="3623"/>
                      </a:cubicBezTo>
                      <a:cubicBezTo>
                        <a:pt x="-407" y="2727"/>
                        <a:pt x="40" y="1384"/>
                        <a:pt x="936" y="488"/>
                      </a:cubicBezTo>
                      <a:cubicBezTo>
                        <a:pt x="1831" y="-407"/>
                        <a:pt x="3175" y="40"/>
                        <a:pt x="4070" y="936"/>
                      </a:cubicBezTo>
                      <a:cubicBezTo>
                        <a:pt x="9891" y="8996"/>
                        <a:pt x="19295" y="13474"/>
                        <a:pt x="29146" y="13474"/>
                      </a:cubicBezTo>
                      <a:cubicBezTo>
                        <a:pt x="38997" y="13474"/>
                        <a:pt x="48401" y="8996"/>
                        <a:pt x="54222" y="936"/>
                      </a:cubicBezTo>
                      <a:cubicBezTo>
                        <a:pt x="55118" y="40"/>
                        <a:pt x="56461" y="-407"/>
                        <a:pt x="57357" y="488"/>
                      </a:cubicBezTo>
                      <a:cubicBezTo>
                        <a:pt x="58252" y="1384"/>
                        <a:pt x="58700" y="2727"/>
                        <a:pt x="57804" y="3623"/>
                      </a:cubicBezTo>
                      <a:cubicBezTo>
                        <a:pt x="51087" y="12578"/>
                        <a:pt x="40789" y="17952"/>
                        <a:pt x="29146" y="1795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53" name="Freeform: Shape 4249">
                  <a:extLst>
                    <a:ext uri="{FF2B5EF4-FFF2-40B4-BE49-F238E27FC236}">
                      <a16:creationId xmlns:a16="http://schemas.microsoft.com/office/drawing/2014/main" id="{1D4D7CE1-D6EC-C19A-B0FE-A86DCF781E89}"/>
                    </a:ext>
                  </a:extLst>
                </p:cNvPr>
                <p:cNvSpPr/>
                <p:nvPr/>
              </p:nvSpPr>
              <p:spPr>
                <a:xfrm>
                  <a:off x="3330566" y="2590951"/>
                  <a:ext cx="31345" cy="31345"/>
                </a:xfrm>
                <a:custGeom>
                  <a:avLst/>
                  <a:gdLst>
                    <a:gd name="connsiteX0" fmla="*/ 29106 w 31344"/>
                    <a:gd name="connsiteY0" fmla="*/ 31345 h 31344"/>
                    <a:gd name="connsiteX1" fmla="*/ 26867 w 31344"/>
                    <a:gd name="connsiteY1" fmla="*/ 29106 h 31344"/>
                    <a:gd name="connsiteX2" fmla="*/ 26867 w 31344"/>
                    <a:gd name="connsiteY2" fmla="*/ 4478 h 31344"/>
                    <a:gd name="connsiteX3" fmla="*/ 2239 w 31344"/>
                    <a:gd name="connsiteY3" fmla="*/ 4478 h 31344"/>
                    <a:gd name="connsiteX4" fmla="*/ 0 w 31344"/>
                    <a:gd name="connsiteY4" fmla="*/ 2239 h 31344"/>
                    <a:gd name="connsiteX5" fmla="*/ 2239 w 31344"/>
                    <a:gd name="connsiteY5" fmla="*/ 0 h 31344"/>
                    <a:gd name="connsiteX6" fmla="*/ 29106 w 31344"/>
                    <a:gd name="connsiteY6" fmla="*/ 0 h 31344"/>
                    <a:gd name="connsiteX7" fmla="*/ 31345 w 31344"/>
                    <a:gd name="connsiteY7" fmla="*/ 2239 h 31344"/>
                    <a:gd name="connsiteX8" fmla="*/ 31345 w 31344"/>
                    <a:gd name="connsiteY8" fmla="*/ 29106 h 31344"/>
                    <a:gd name="connsiteX9" fmla="*/ 29106 w 31344"/>
                    <a:gd name="connsiteY9" fmla="*/ 31345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44" h="31344">
                      <a:moveTo>
                        <a:pt x="29106" y="31345"/>
                      </a:moveTo>
                      <a:cubicBezTo>
                        <a:pt x="27762" y="31345"/>
                        <a:pt x="26867" y="30449"/>
                        <a:pt x="26867" y="29106"/>
                      </a:cubicBezTo>
                      <a:lnTo>
                        <a:pt x="26867" y="4478"/>
                      </a:lnTo>
                      <a:lnTo>
                        <a:pt x="2239" y="4478"/>
                      </a:lnTo>
                      <a:cubicBezTo>
                        <a:pt x="895" y="4478"/>
                        <a:pt x="0" y="3582"/>
                        <a:pt x="0" y="2239"/>
                      </a:cubicBezTo>
                      <a:cubicBezTo>
                        <a:pt x="0" y="895"/>
                        <a:pt x="895" y="0"/>
                        <a:pt x="2239" y="0"/>
                      </a:cubicBezTo>
                      <a:lnTo>
                        <a:pt x="29106" y="0"/>
                      </a:lnTo>
                      <a:cubicBezTo>
                        <a:pt x="30449" y="0"/>
                        <a:pt x="31345" y="895"/>
                        <a:pt x="31345" y="2239"/>
                      </a:cubicBezTo>
                      <a:lnTo>
                        <a:pt x="31345" y="29106"/>
                      </a:lnTo>
                      <a:cubicBezTo>
                        <a:pt x="31345" y="30449"/>
                        <a:pt x="30449" y="31345"/>
                        <a:pt x="29106" y="313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54" name="Freeform: Shape 4250">
                  <a:extLst>
                    <a:ext uri="{FF2B5EF4-FFF2-40B4-BE49-F238E27FC236}">
                      <a16:creationId xmlns:a16="http://schemas.microsoft.com/office/drawing/2014/main" id="{A45C20FE-72EA-E7DD-E92D-D9FBDD3D5C9B}"/>
                    </a:ext>
                  </a:extLst>
                </p:cNvPr>
                <p:cNvSpPr/>
                <p:nvPr/>
              </p:nvSpPr>
              <p:spPr>
                <a:xfrm>
                  <a:off x="3209664" y="2590951"/>
                  <a:ext cx="31345" cy="31345"/>
                </a:xfrm>
                <a:custGeom>
                  <a:avLst/>
                  <a:gdLst>
                    <a:gd name="connsiteX0" fmla="*/ 2239 w 31344"/>
                    <a:gd name="connsiteY0" fmla="*/ 31345 h 31344"/>
                    <a:gd name="connsiteX1" fmla="*/ 0 w 31344"/>
                    <a:gd name="connsiteY1" fmla="*/ 29106 h 31344"/>
                    <a:gd name="connsiteX2" fmla="*/ 0 w 31344"/>
                    <a:gd name="connsiteY2" fmla="*/ 2239 h 31344"/>
                    <a:gd name="connsiteX3" fmla="*/ 2239 w 31344"/>
                    <a:gd name="connsiteY3" fmla="*/ 0 h 31344"/>
                    <a:gd name="connsiteX4" fmla="*/ 29106 w 31344"/>
                    <a:gd name="connsiteY4" fmla="*/ 0 h 31344"/>
                    <a:gd name="connsiteX5" fmla="*/ 31345 w 31344"/>
                    <a:gd name="connsiteY5" fmla="*/ 2239 h 31344"/>
                    <a:gd name="connsiteX6" fmla="*/ 29106 w 31344"/>
                    <a:gd name="connsiteY6" fmla="*/ 4478 h 31344"/>
                    <a:gd name="connsiteX7" fmla="*/ 4478 w 31344"/>
                    <a:gd name="connsiteY7" fmla="*/ 4478 h 31344"/>
                    <a:gd name="connsiteX8" fmla="*/ 4478 w 31344"/>
                    <a:gd name="connsiteY8" fmla="*/ 29106 h 31344"/>
                    <a:gd name="connsiteX9" fmla="*/ 2239 w 31344"/>
                    <a:gd name="connsiteY9" fmla="*/ 31345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44" h="31344">
                      <a:moveTo>
                        <a:pt x="2239" y="31345"/>
                      </a:moveTo>
                      <a:cubicBezTo>
                        <a:pt x="895" y="31345"/>
                        <a:pt x="0" y="30449"/>
                        <a:pt x="0" y="29106"/>
                      </a:cubicBezTo>
                      <a:lnTo>
                        <a:pt x="0" y="2239"/>
                      </a:lnTo>
                      <a:cubicBezTo>
                        <a:pt x="0" y="895"/>
                        <a:pt x="895" y="0"/>
                        <a:pt x="2239" y="0"/>
                      </a:cubicBezTo>
                      <a:lnTo>
                        <a:pt x="29106" y="0"/>
                      </a:lnTo>
                      <a:cubicBezTo>
                        <a:pt x="30449" y="0"/>
                        <a:pt x="31345" y="895"/>
                        <a:pt x="31345" y="2239"/>
                      </a:cubicBezTo>
                      <a:cubicBezTo>
                        <a:pt x="31345" y="3582"/>
                        <a:pt x="30449" y="4478"/>
                        <a:pt x="29106" y="4478"/>
                      </a:cubicBezTo>
                      <a:lnTo>
                        <a:pt x="4478" y="4478"/>
                      </a:lnTo>
                      <a:lnTo>
                        <a:pt x="4478" y="29106"/>
                      </a:lnTo>
                      <a:cubicBezTo>
                        <a:pt x="4478" y="30449"/>
                        <a:pt x="3582" y="31345"/>
                        <a:pt x="2239" y="313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55" name="Freeform: Shape 4251">
                  <a:extLst>
                    <a:ext uri="{FF2B5EF4-FFF2-40B4-BE49-F238E27FC236}">
                      <a16:creationId xmlns:a16="http://schemas.microsoft.com/office/drawing/2014/main" id="{8CF94217-F26E-3364-7384-2A38C08BCF1A}"/>
                    </a:ext>
                  </a:extLst>
                </p:cNvPr>
                <p:cNvSpPr/>
                <p:nvPr/>
              </p:nvSpPr>
              <p:spPr>
                <a:xfrm>
                  <a:off x="3330566" y="2711852"/>
                  <a:ext cx="31345" cy="31345"/>
                </a:xfrm>
                <a:custGeom>
                  <a:avLst/>
                  <a:gdLst>
                    <a:gd name="connsiteX0" fmla="*/ 29106 w 31344"/>
                    <a:gd name="connsiteY0" fmla="*/ 31345 h 31344"/>
                    <a:gd name="connsiteX1" fmla="*/ 2239 w 31344"/>
                    <a:gd name="connsiteY1" fmla="*/ 31345 h 31344"/>
                    <a:gd name="connsiteX2" fmla="*/ 0 w 31344"/>
                    <a:gd name="connsiteY2" fmla="*/ 29106 h 31344"/>
                    <a:gd name="connsiteX3" fmla="*/ 2239 w 31344"/>
                    <a:gd name="connsiteY3" fmla="*/ 26867 h 31344"/>
                    <a:gd name="connsiteX4" fmla="*/ 26867 w 31344"/>
                    <a:gd name="connsiteY4" fmla="*/ 26867 h 31344"/>
                    <a:gd name="connsiteX5" fmla="*/ 26867 w 31344"/>
                    <a:gd name="connsiteY5" fmla="*/ 2239 h 31344"/>
                    <a:gd name="connsiteX6" fmla="*/ 29106 w 31344"/>
                    <a:gd name="connsiteY6" fmla="*/ 0 h 31344"/>
                    <a:gd name="connsiteX7" fmla="*/ 31345 w 31344"/>
                    <a:gd name="connsiteY7" fmla="*/ 2239 h 31344"/>
                    <a:gd name="connsiteX8" fmla="*/ 31345 w 31344"/>
                    <a:gd name="connsiteY8" fmla="*/ 29106 h 31344"/>
                    <a:gd name="connsiteX9" fmla="*/ 29106 w 31344"/>
                    <a:gd name="connsiteY9" fmla="*/ 31345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44" h="31344">
                      <a:moveTo>
                        <a:pt x="29106" y="31345"/>
                      </a:moveTo>
                      <a:lnTo>
                        <a:pt x="2239" y="31345"/>
                      </a:lnTo>
                      <a:cubicBezTo>
                        <a:pt x="895" y="31345"/>
                        <a:pt x="0" y="30449"/>
                        <a:pt x="0" y="29106"/>
                      </a:cubicBezTo>
                      <a:cubicBezTo>
                        <a:pt x="0" y="27762"/>
                        <a:pt x="895" y="26867"/>
                        <a:pt x="2239" y="26867"/>
                      </a:cubicBezTo>
                      <a:lnTo>
                        <a:pt x="26867" y="26867"/>
                      </a:lnTo>
                      <a:lnTo>
                        <a:pt x="26867" y="2239"/>
                      </a:lnTo>
                      <a:cubicBezTo>
                        <a:pt x="26867" y="895"/>
                        <a:pt x="27762" y="0"/>
                        <a:pt x="29106" y="0"/>
                      </a:cubicBezTo>
                      <a:cubicBezTo>
                        <a:pt x="30449" y="0"/>
                        <a:pt x="31345" y="895"/>
                        <a:pt x="31345" y="2239"/>
                      </a:cubicBezTo>
                      <a:lnTo>
                        <a:pt x="31345" y="29106"/>
                      </a:lnTo>
                      <a:cubicBezTo>
                        <a:pt x="31345" y="30449"/>
                        <a:pt x="30449" y="31345"/>
                        <a:pt x="29106" y="313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56" name="Freeform: Shape 4252">
                  <a:extLst>
                    <a:ext uri="{FF2B5EF4-FFF2-40B4-BE49-F238E27FC236}">
                      <a16:creationId xmlns:a16="http://schemas.microsoft.com/office/drawing/2014/main" id="{00DBF9FD-5758-9728-EF3F-16701EB4E01C}"/>
                    </a:ext>
                  </a:extLst>
                </p:cNvPr>
                <p:cNvSpPr/>
                <p:nvPr/>
              </p:nvSpPr>
              <p:spPr>
                <a:xfrm>
                  <a:off x="3209664" y="2711852"/>
                  <a:ext cx="31345" cy="31345"/>
                </a:xfrm>
                <a:custGeom>
                  <a:avLst/>
                  <a:gdLst>
                    <a:gd name="connsiteX0" fmla="*/ 29106 w 31344"/>
                    <a:gd name="connsiteY0" fmla="*/ 31345 h 31344"/>
                    <a:gd name="connsiteX1" fmla="*/ 2239 w 31344"/>
                    <a:gd name="connsiteY1" fmla="*/ 31345 h 31344"/>
                    <a:gd name="connsiteX2" fmla="*/ 0 w 31344"/>
                    <a:gd name="connsiteY2" fmla="*/ 29106 h 31344"/>
                    <a:gd name="connsiteX3" fmla="*/ 0 w 31344"/>
                    <a:gd name="connsiteY3" fmla="*/ 2239 h 31344"/>
                    <a:gd name="connsiteX4" fmla="*/ 2239 w 31344"/>
                    <a:gd name="connsiteY4" fmla="*/ 0 h 31344"/>
                    <a:gd name="connsiteX5" fmla="*/ 4478 w 31344"/>
                    <a:gd name="connsiteY5" fmla="*/ 2239 h 31344"/>
                    <a:gd name="connsiteX6" fmla="*/ 4478 w 31344"/>
                    <a:gd name="connsiteY6" fmla="*/ 26867 h 31344"/>
                    <a:gd name="connsiteX7" fmla="*/ 29106 w 31344"/>
                    <a:gd name="connsiteY7" fmla="*/ 26867 h 31344"/>
                    <a:gd name="connsiteX8" fmla="*/ 31345 w 31344"/>
                    <a:gd name="connsiteY8" fmla="*/ 29106 h 31344"/>
                    <a:gd name="connsiteX9" fmla="*/ 29106 w 31344"/>
                    <a:gd name="connsiteY9" fmla="*/ 31345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44" h="31344">
                      <a:moveTo>
                        <a:pt x="29106" y="31345"/>
                      </a:moveTo>
                      <a:lnTo>
                        <a:pt x="2239" y="31345"/>
                      </a:lnTo>
                      <a:cubicBezTo>
                        <a:pt x="895" y="31345"/>
                        <a:pt x="0" y="30449"/>
                        <a:pt x="0" y="29106"/>
                      </a:cubicBezTo>
                      <a:lnTo>
                        <a:pt x="0" y="2239"/>
                      </a:lnTo>
                      <a:cubicBezTo>
                        <a:pt x="0" y="895"/>
                        <a:pt x="895" y="0"/>
                        <a:pt x="2239" y="0"/>
                      </a:cubicBezTo>
                      <a:cubicBezTo>
                        <a:pt x="3582" y="0"/>
                        <a:pt x="4478" y="895"/>
                        <a:pt x="4478" y="2239"/>
                      </a:cubicBezTo>
                      <a:lnTo>
                        <a:pt x="4478" y="26867"/>
                      </a:lnTo>
                      <a:lnTo>
                        <a:pt x="29106" y="26867"/>
                      </a:lnTo>
                      <a:cubicBezTo>
                        <a:pt x="30449" y="26867"/>
                        <a:pt x="31345" y="27762"/>
                        <a:pt x="31345" y="29106"/>
                      </a:cubicBezTo>
                      <a:cubicBezTo>
                        <a:pt x="31345" y="30449"/>
                        <a:pt x="30449" y="31345"/>
                        <a:pt x="29106" y="313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357" name="Freeform: Shape 4253">
                <a:extLst>
                  <a:ext uri="{FF2B5EF4-FFF2-40B4-BE49-F238E27FC236}">
                    <a16:creationId xmlns:a16="http://schemas.microsoft.com/office/drawing/2014/main" id="{F97290F7-965A-E258-CAFE-A84CE9E351BF}"/>
                  </a:ext>
                  <a:ext uri="{C183D7F6-B498-43B3-948B-1728B52AA6E4}">
                    <adec:decorative xmlns:adec="http://schemas.microsoft.com/office/drawing/2017/decorative" val="1"/>
                  </a:ext>
                </a:extLst>
              </p:cNvPr>
              <p:cNvSpPr>
                <a:spLocks noChangeAspect="1"/>
              </p:cNvSpPr>
              <p:nvPr/>
            </p:nvSpPr>
            <p:spPr>
              <a:xfrm>
                <a:off x="3698636" y="3326390"/>
                <a:ext cx="152246" cy="152246"/>
              </a:xfrm>
              <a:custGeom>
                <a:avLst/>
                <a:gdLst>
                  <a:gd name="connsiteX0" fmla="*/ 150007 w 152245"/>
                  <a:gd name="connsiteY0" fmla="*/ 94034 h 152245"/>
                  <a:gd name="connsiteX1" fmla="*/ 125379 w 152245"/>
                  <a:gd name="connsiteY1" fmla="*/ 94034 h 152245"/>
                  <a:gd name="connsiteX2" fmla="*/ 125379 w 152245"/>
                  <a:gd name="connsiteY2" fmla="*/ 71197 h 152245"/>
                  <a:gd name="connsiteX3" fmla="*/ 138812 w 152245"/>
                  <a:gd name="connsiteY3" fmla="*/ 55973 h 152245"/>
                  <a:gd name="connsiteX4" fmla="*/ 138812 w 152245"/>
                  <a:gd name="connsiteY4" fmla="*/ 48360 h 152245"/>
                  <a:gd name="connsiteX5" fmla="*/ 136573 w 152245"/>
                  <a:gd name="connsiteY5" fmla="*/ 46121 h 152245"/>
                  <a:gd name="connsiteX6" fmla="*/ 134335 w 152245"/>
                  <a:gd name="connsiteY6" fmla="*/ 48360 h 152245"/>
                  <a:gd name="connsiteX7" fmla="*/ 134335 w 152245"/>
                  <a:gd name="connsiteY7" fmla="*/ 55973 h 152245"/>
                  <a:gd name="connsiteX8" fmla="*/ 124931 w 152245"/>
                  <a:gd name="connsiteY8" fmla="*/ 67167 h 152245"/>
                  <a:gd name="connsiteX9" fmla="*/ 109707 w 152245"/>
                  <a:gd name="connsiteY9" fmla="*/ 53734 h 152245"/>
                  <a:gd name="connsiteX10" fmla="*/ 98512 w 152245"/>
                  <a:gd name="connsiteY10" fmla="*/ 53734 h 152245"/>
                  <a:gd name="connsiteX11" fmla="*/ 98512 w 152245"/>
                  <a:gd name="connsiteY11" fmla="*/ 49256 h 152245"/>
                  <a:gd name="connsiteX12" fmla="*/ 97616 w 152245"/>
                  <a:gd name="connsiteY12" fmla="*/ 43435 h 152245"/>
                  <a:gd name="connsiteX13" fmla="*/ 111050 w 152245"/>
                  <a:gd name="connsiteY13" fmla="*/ 30897 h 152245"/>
                  <a:gd name="connsiteX14" fmla="*/ 111945 w 152245"/>
                  <a:gd name="connsiteY14" fmla="*/ 29106 h 152245"/>
                  <a:gd name="connsiteX15" fmla="*/ 111945 w 152245"/>
                  <a:gd name="connsiteY15" fmla="*/ 2239 h 152245"/>
                  <a:gd name="connsiteX16" fmla="*/ 109707 w 152245"/>
                  <a:gd name="connsiteY16" fmla="*/ 0 h 152245"/>
                  <a:gd name="connsiteX17" fmla="*/ 107468 w 152245"/>
                  <a:gd name="connsiteY17" fmla="*/ 2239 h 152245"/>
                  <a:gd name="connsiteX18" fmla="*/ 107468 w 152245"/>
                  <a:gd name="connsiteY18" fmla="*/ 28210 h 152245"/>
                  <a:gd name="connsiteX19" fmla="*/ 95825 w 152245"/>
                  <a:gd name="connsiteY19" fmla="*/ 38957 h 152245"/>
                  <a:gd name="connsiteX20" fmla="*/ 76123 w 152245"/>
                  <a:gd name="connsiteY20" fmla="*/ 26867 h 152245"/>
                  <a:gd name="connsiteX21" fmla="*/ 56420 w 152245"/>
                  <a:gd name="connsiteY21" fmla="*/ 38957 h 152245"/>
                  <a:gd name="connsiteX22" fmla="*/ 44778 w 152245"/>
                  <a:gd name="connsiteY22" fmla="*/ 28210 h 152245"/>
                  <a:gd name="connsiteX23" fmla="*/ 44778 w 152245"/>
                  <a:gd name="connsiteY23" fmla="*/ 2239 h 152245"/>
                  <a:gd name="connsiteX24" fmla="*/ 42539 w 152245"/>
                  <a:gd name="connsiteY24" fmla="*/ 0 h 152245"/>
                  <a:gd name="connsiteX25" fmla="*/ 40300 w 152245"/>
                  <a:gd name="connsiteY25" fmla="*/ 2239 h 152245"/>
                  <a:gd name="connsiteX26" fmla="*/ 40300 w 152245"/>
                  <a:gd name="connsiteY26" fmla="*/ 29106 h 152245"/>
                  <a:gd name="connsiteX27" fmla="*/ 41196 w 152245"/>
                  <a:gd name="connsiteY27" fmla="*/ 30897 h 152245"/>
                  <a:gd name="connsiteX28" fmla="*/ 54629 w 152245"/>
                  <a:gd name="connsiteY28" fmla="*/ 43435 h 152245"/>
                  <a:gd name="connsiteX29" fmla="*/ 53734 w 152245"/>
                  <a:gd name="connsiteY29" fmla="*/ 49256 h 152245"/>
                  <a:gd name="connsiteX30" fmla="*/ 53734 w 152245"/>
                  <a:gd name="connsiteY30" fmla="*/ 53734 h 152245"/>
                  <a:gd name="connsiteX31" fmla="*/ 42539 w 152245"/>
                  <a:gd name="connsiteY31" fmla="*/ 53734 h 152245"/>
                  <a:gd name="connsiteX32" fmla="*/ 27315 w 152245"/>
                  <a:gd name="connsiteY32" fmla="*/ 67167 h 152245"/>
                  <a:gd name="connsiteX33" fmla="*/ 17911 w 152245"/>
                  <a:gd name="connsiteY33" fmla="*/ 55973 h 152245"/>
                  <a:gd name="connsiteX34" fmla="*/ 17911 w 152245"/>
                  <a:gd name="connsiteY34" fmla="*/ 48360 h 152245"/>
                  <a:gd name="connsiteX35" fmla="*/ 15672 w 152245"/>
                  <a:gd name="connsiteY35" fmla="*/ 46121 h 152245"/>
                  <a:gd name="connsiteX36" fmla="*/ 13433 w 152245"/>
                  <a:gd name="connsiteY36" fmla="*/ 48360 h 152245"/>
                  <a:gd name="connsiteX37" fmla="*/ 13433 w 152245"/>
                  <a:gd name="connsiteY37" fmla="*/ 55973 h 152245"/>
                  <a:gd name="connsiteX38" fmla="*/ 26867 w 152245"/>
                  <a:gd name="connsiteY38" fmla="*/ 71197 h 152245"/>
                  <a:gd name="connsiteX39" fmla="*/ 26867 w 152245"/>
                  <a:gd name="connsiteY39" fmla="*/ 94034 h 152245"/>
                  <a:gd name="connsiteX40" fmla="*/ 2239 w 152245"/>
                  <a:gd name="connsiteY40" fmla="*/ 94034 h 152245"/>
                  <a:gd name="connsiteX41" fmla="*/ 0 w 152245"/>
                  <a:gd name="connsiteY41" fmla="*/ 96273 h 152245"/>
                  <a:gd name="connsiteX42" fmla="*/ 2239 w 152245"/>
                  <a:gd name="connsiteY42" fmla="*/ 98512 h 152245"/>
                  <a:gd name="connsiteX43" fmla="*/ 26867 w 152245"/>
                  <a:gd name="connsiteY43" fmla="*/ 98512 h 152245"/>
                  <a:gd name="connsiteX44" fmla="*/ 26867 w 152245"/>
                  <a:gd name="connsiteY44" fmla="*/ 102990 h 152245"/>
                  <a:gd name="connsiteX45" fmla="*/ 29553 w 152245"/>
                  <a:gd name="connsiteY45" fmla="*/ 119558 h 152245"/>
                  <a:gd name="connsiteX46" fmla="*/ 29106 w 152245"/>
                  <a:gd name="connsiteY46" fmla="*/ 119558 h 152245"/>
                  <a:gd name="connsiteX47" fmla="*/ 13433 w 152245"/>
                  <a:gd name="connsiteY47" fmla="*/ 135230 h 152245"/>
                  <a:gd name="connsiteX48" fmla="*/ 13433 w 152245"/>
                  <a:gd name="connsiteY48" fmla="*/ 142842 h 152245"/>
                  <a:gd name="connsiteX49" fmla="*/ 15672 w 152245"/>
                  <a:gd name="connsiteY49" fmla="*/ 145081 h 152245"/>
                  <a:gd name="connsiteX50" fmla="*/ 17911 w 152245"/>
                  <a:gd name="connsiteY50" fmla="*/ 142842 h 152245"/>
                  <a:gd name="connsiteX51" fmla="*/ 17911 w 152245"/>
                  <a:gd name="connsiteY51" fmla="*/ 135230 h 152245"/>
                  <a:gd name="connsiteX52" fmla="*/ 29106 w 152245"/>
                  <a:gd name="connsiteY52" fmla="*/ 124035 h 152245"/>
                  <a:gd name="connsiteX53" fmla="*/ 31792 w 152245"/>
                  <a:gd name="connsiteY53" fmla="*/ 124035 h 152245"/>
                  <a:gd name="connsiteX54" fmla="*/ 48360 w 152245"/>
                  <a:gd name="connsiteY54" fmla="*/ 143738 h 152245"/>
                  <a:gd name="connsiteX55" fmla="*/ 48360 w 152245"/>
                  <a:gd name="connsiteY55" fmla="*/ 143738 h 152245"/>
                  <a:gd name="connsiteX56" fmla="*/ 76123 w 152245"/>
                  <a:gd name="connsiteY56" fmla="*/ 152246 h 152245"/>
                  <a:gd name="connsiteX57" fmla="*/ 104333 w 152245"/>
                  <a:gd name="connsiteY57" fmla="*/ 143290 h 152245"/>
                  <a:gd name="connsiteX58" fmla="*/ 104781 w 152245"/>
                  <a:gd name="connsiteY58" fmla="*/ 142842 h 152245"/>
                  <a:gd name="connsiteX59" fmla="*/ 120453 w 152245"/>
                  <a:gd name="connsiteY59" fmla="*/ 124035 h 152245"/>
                  <a:gd name="connsiteX60" fmla="*/ 123140 w 152245"/>
                  <a:gd name="connsiteY60" fmla="*/ 124035 h 152245"/>
                  <a:gd name="connsiteX61" fmla="*/ 134335 w 152245"/>
                  <a:gd name="connsiteY61" fmla="*/ 135230 h 152245"/>
                  <a:gd name="connsiteX62" fmla="*/ 134335 w 152245"/>
                  <a:gd name="connsiteY62" fmla="*/ 142842 h 152245"/>
                  <a:gd name="connsiteX63" fmla="*/ 136573 w 152245"/>
                  <a:gd name="connsiteY63" fmla="*/ 145081 h 152245"/>
                  <a:gd name="connsiteX64" fmla="*/ 138812 w 152245"/>
                  <a:gd name="connsiteY64" fmla="*/ 142842 h 152245"/>
                  <a:gd name="connsiteX65" fmla="*/ 138812 w 152245"/>
                  <a:gd name="connsiteY65" fmla="*/ 135230 h 152245"/>
                  <a:gd name="connsiteX66" fmla="*/ 123140 w 152245"/>
                  <a:gd name="connsiteY66" fmla="*/ 119558 h 152245"/>
                  <a:gd name="connsiteX67" fmla="*/ 122692 w 152245"/>
                  <a:gd name="connsiteY67" fmla="*/ 119558 h 152245"/>
                  <a:gd name="connsiteX68" fmla="*/ 125379 w 152245"/>
                  <a:gd name="connsiteY68" fmla="*/ 102990 h 152245"/>
                  <a:gd name="connsiteX69" fmla="*/ 125379 w 152245"/>
                  <a:gd name="connsiteY69" fmla="*/ 98512 h 152245"/>
                  <a:gd name="connsiteX70" fmla="*/ 150007 w 152245"/>
                  <a:gd name="connsiteY70" fmla="*/ 98512 h 152245"/>
                  <a:gd name="connsiteX71" fmla="*/ 152246 w 152245"/>
                  <a:gd name="connsiteY71" fmla="*/ 96273 h 152245"/>
                  <a:gd name="connsiteX72" fmla="*/ 150007 w 152245"/>
                  <a:gd name="connsiteY72" fmla="*/ 94034 h 152245"/>
                  <a:gd name="connsiteX73" fmla="*/ 58212 w 152245"/>
                  <a:gd name="connsiteY73" fmla="*/ 49256 h 152245"/>
                  <a:gd name="connsiteX74" fmla="*/ 76123 w 152245"/>
                  <a:gd name="connsiteY74" fmla="*/ 31345 h 152245"/>
                  <a:gd name="connsiteX75" fmla="*/ 94034 w 152245"/>
                  <a:gd name="connsiteY75" fmla="*/ 49256 h 152245"/>
                  <a:gd name="connsiteX76" fmla="*/ 94034 w 152245"/>
                  <a:gd name="connsiteY76" fmla="*/ 53734 h 152245"/>
                  <a:gd name="connsiteX77" fmla="*/ 58212 w 152245"/>
                  <a:gd name="connsiteY77" fmla="*/ 53734 h 152245"/>
                  <a:gd name="connsiteX78" fmla="*/ 58212 w 152245"/>
                  <a:gd name="connsiteY78" fmla="*/ 49256 h 152245"/>
                  <a:gd name="connsiteX79" fmla="*/ 42539 w 152245"/>
                  <a:gd name="connsiteY79" fmla="*/ 58212 h 152245"/>
                  <a:gd name="connsiteX80" fmla="*/ 109707 w 152245"/>
                  <a:gd name="connsiteY80" fmla="*/ 58212 h 152245"/>
                  <a:gd name="connsiteX81" fmla="*/ 120901 w 152245"/>
                  <a:gd name="connsiteY81" fmla="*/ 69406 h 152245"/>
                  <a:gd name="connsiteX82" fmla="*/ 120901 w 152245"/>
                  <a:gd name="connsiteY82" fmla="*/ 73884 h 152245"/>
                  <a:gd name="connsiteX83" fmla="*/ 31345 w 152245"/>
                  <a:gd name="connsiteY83" fmla="*/ 73884 h 152245"/>
                  <a:gd name="connsiteX84" fmla="*/ 31345 w 152245"/>
                  <a:gd name="connsiteY84" fmla="*/ 69406 h 152245"/>
                  <a:gd name="connsiteX85" fmla="*/ 42539 w 152245"/>
                  <a:gd name="connsiteY85" fmla="*/ 58212 h 152245"/>
                  <a:gd name="connsiteX86" fmla="*/ 31345 w 152245"/>
                  <a:gd name="connsiteY86" fmla="*/ 102990 h 152245"/>
                  <a:gd name="connsiteX87" fmla="*/ 31345 w 152245"/>
                  <a:gd name="connsiteY87" fmla="*/ 78362 h 152245"/>
                  <a:gd name="connsiteX88" fmla="*/ 73884 w 152245"/>
                  <a:gd name="connsiteY88" fmla="*/ 78362 h 152245"/>
                  <a:gd name="connsiteX89" fmla="*/ 73884 w 152245"/>
                  <a:gd name="connsiteY89" fmla="*/ 121797 h 152245"/>
                  <a:gd name="connsiteX90" fmla="*/ 49256 w 152245"/>
                  <a:gd name="connsiteY90" fmla="*/ 138812 h 152245"/>
                  <a:gd name="connsiteX91" fmla="*/ 31345 w 152245"/>
                  <a:gd name="connsiteY91" fmla="*/ 102990 h 152245"/>
                  <a:gd name="connsiteX92" fmla="*/ 53734 w 152245"/>
                  <a:gd name="connsiteY92" fmla="*/ 141499 h 152245"/>
                  <a:gd name="connsiteX93" fmla="*/ 76571 w 152245"/>
                  <a:gd name="connsiteY93" fmla="*/ 125827 h 152245"/>
                  <a:gd name="connsiteX94" fmla="*/ 99855 w 152245"/>
                  <a:gd name="connsiteY94" fmla="*/ 141051 h 152245"/>
                  <a:gd name="connsiteX95" fmla="*/ 76571 w 152245"/>
                  <a:gd name="connsiteY95" fmla="*/ 147768 h 152245"/>
                  <a:gd name="connsiteX96" fmla="*/ 53734 w 152245"/>
                  <a:gd name="connsiteY96" fmla="*/ 141499 h 152245"/>
                  <a:gd name="connsiteX97" fmla="*/ 103437 w 152245"/>
                  <a:gd name="connsiteY97" fmla="*/ 138365 h 152245"/>
                  <a:gd name="connsiteX98" fmla="*/ 78362 w 152245"/>
                  <a:gd name="connsiteY98" fmla="*/ 121797 h 152245"/>
                  <a:gd name="connsiteX99" fmla="*/ 78362 w 152245"/>
                  <a:gd name="connsiteY99" fmla="*/ 78362 h 152245"/>
                  <a:gd name="connsiteX100" fmla="*/ 120901 w 152245"/>
                  <a:gd name="connsiteY100" fmla="*/ 78362 h 152245"/>
                  <a:gd name="connsiteX101" fmla="*/ 120901 w 152245"/>
                  <a:gd name="connsiteY101" fmla="*/ 102990 h 152245"/>
                  <a:gd name="connsiteX102" fmla="*/ 103437 w 152245"/>
                  <a:gd name="connsiteY102" fmla="*/ 138365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52245" h="152245">
                    <a:moveTo>
                      <a:pt x="150007" y="94034"/>
                    </a:moveTo>
                    <a:lnTo>
                      <a:pt x="125379" y="94034"/>
                    </a:lnTo>
                    <a:lnTo>
                      <a:pt x="125379" y="71197"/>
                    </a:lnTo>
                    <a:cubicBezTo>
                      <a:pt x="132991" y="70302"/>
                      <a:pt x="138812" y="63585"/>
                      <a:pt x="138812" y="55973"/>
                    </a:cubicBezTo>
                    <a:lnTo>
                      <a:pt x="138812" y="48360"/>
                    </a:lnTo>
                    <a:cubicBezTo>
                      <a:pt x="138812" y="47017"/>
                      <a:pt x="137917" y="46121"/>
                      <a:pt x="136573" y="46121"/>
                    </a:cubicBezTo>
                    <a:cubicBezTo>
                      <a:pt x="135230" y="46121"/>
                      <a:pt x="134335" y="47017"/>
                      <a:pt x="134335" y="48360"/>
                    </a:cubicBezTo>
                    <a:lnTo>
                      <a:pt x="134335" y="55973"/>
                    </a:lnTo>
                    <a:cubicBezTo>
                      <a:pt x="134335" y="61346"/>
                      <a:pt x="130304" y="65824"/>
                      <a:pt x="124931" y="67167"/>
                    </a:cubicBezTo>
                    <a:cubicBezTo>
                      <a:pt x="123588" y="59555"/>
                      <a:pt x="117319" y="53734"/>
                      <a:pt x="109707" y="53734"/>
                    </a:cubicBezTo>
                    <a:lnTo>
                      <a:pt x="98512" y="53734"/>
                    </a:lnTo>
                    <a:lnTo>
                      <a:pt x="98512" y="49256"/>
                    </a:lnTo>
                    <a:cubicBezTo>
                      <a:pt x="98512" y="47017"/>
                      <a:pt x="98064" y="45226"/>
                      <a:pt x="97616" y="43435"/>
                    </a:cubicBezTo>
                    <a:lnTo>
                      <a:pt x="111050" y="30897"/>
                    </a:lnTo>
                    <a:cubicBezTo>
                      <a:pt x="111498" y="30449"/>
                      <a:pt x="111945" y="30001"/>
                      <a:pt x="111945" y="29106"/>
                    </a:cubicBezTo>
                    <a:lnTo>
                      <a:pt x="111945" y="2239"/>
                    </a:lnTo>
                    <a:cubicBezTo>
                      <a:pt x="111945" y="895"/>
                      <a:pt x="111050" y="0"/>
                      <a:pt x="109707" y="0"/>
                    </a:cubicBezTo>
                    <a:cubicBezTo>
                      <a:pt x="108363" y="0"/>
                      <a:pt x="107468" y="895"/>
                      <a:pt x="107468" y="2239"/>
                    </a:cubicBezTo>
                    <a:lnTo>
                      <a:pt x="107468" y="28210"/>
                    </a:lnTo>
                    <a:lnTo>
                      <a:pt x="95825" y="38957"/>
                    </a:lnTo>
                    <a:cubicBezTo>
                      <a:pt x="92243" y="31793"/>
                      <a:pt x="84631" y="26867"/>
                      <a:pt x="76123" y="26867"/>
                    </a:cubicBezTo>
                    <a:cubicBezTo>
                      <a:pt x="67615" y="26867"/>
                      <a:pt x="60003" y="31793"/>
                      <a:pt x="56420" y="38957"/>
                    </a:cubicBezTo>
                    <a:lnTo>
                      <a:pt x="44778" y="28210"/>
                    </a:lnTo>
                    <a:lnTo>
                      <a:pt x="44778" y="2239"/>
                    </a:lnTo>
                    <a:cubicBezTo>
                      <a:pt x="44778" y="895"/>
                      <a:pt x="43883" y="0"/>
                      <a:pt x="42539" y="0"/>
                    </a:cubicBezTo>
                    <a:cubicBezTo>
                      <a:pt x="41196" y="0"/>
                      <a:pt x="40300" y="895"/>
                      <a:pt x="40300" y="2239"/>
                    </a:cubicBezTo>
                    <a:lnTo>
                      <a:pt x="40300" y="29106"/>
                    </a:lnTo>
                    <a:cubicBezTo>
                      <a:pt x="40300" y="29554"/>
                      <a:pt x="40748" y="30449"/>
                      <a:pt x="41196" y="30897"/>
                    </a:cubicBezTo>
                    <a:lnTo>
                      <a:pt x="54629" y="43435"/>
                    </a:lnTo>
                    <a:cubicBezTo>
                      <a:pt x="54181" y="45226"/>
                      <a:pt x="53734" y="47017"/>
                      <a:pt x="53734" y="49256"/>
                    </a:cubicBezTo>
                    <a:lnTo>
                      <a:pt x="53734" y="53734"/>
                    </a:lnTo>
                    <a:lnTo>
                      <a:pt x="42539" y="53734"/>
                    </a:lnTo>
                    <a:cubicBezTo>
                      <a:pt x="34927" y="53734"/>
                      <a:pt x="28210" y="59555"/>
                      <a:pt x="27315" y="67167"/>
                    </a:cubicBezTo>
                    <a:cubicBezTo>
                      <a:pt x="21941" y="66272"/>
                      <a:pt x="17911" y="61794"/>
                      <a:pt x="17911" y="55973"/>
                    </a:cubicBezTo>
                    <a:lnTo>
                      <a:pt x="17911" y="48360"/>
                    </a:lnTo>
                    <a:cubicBezTo>
                      <a:pt x="17911" y="47017"/>
                      <a:pt x="17016" y="46121"/>
                      <a:pt x="15672" y="46121"/>
                    </a:cubicBezTo>
                    <a:cubicBezTo>
                      <a:pt x="14329" y="46121"/>
                      <a:pt x="13433" y="47017"/>
                      <a:pt x="13433" y="48360"/>
                    </a:cubicBezTo>
                    <a:lnTo>
                      <a:pt x="13433" y="55973"/>
                    </a:lnTo>
                    <a:cubicBezTo>
                      <a:pt x="13433" y="64033"/>
                      <a:pt x="19255" y="70302"/>
                      <a:pt x="26867" y="71197"/>
                    </a:cubicBezTo>
                    <a:lnTo>
                      <a:pt x="26867" y="94034"/>
                    </a:lnTo>
                    <a:lnTo>
                      <a:pt x="2239" y="94034"/>
                    </a:lnTo>
                    <a:cubicBezTo>
                      <a:pt x="896" y="94034"/>
                      <a:pt x="0" y="94930"/>
                      <a:pt x="0" y="96273"/>
                    </a:cubicBezTo>
                    <a:cubicBezTo>
                      <a:pt x="0" y="97616"/>
                      <a:pt x="896" y="98512"/>
                      <a:pt x="2239" y="98512"/>
                    </a:cubicBezTo>
                    <a:lnTo>
                      <a:pt x="26867" y="98512"/>
                    </a:lnTo>
                    <a:lnTo>
                      <a:pt x="26867" y="102990"/>
                    </a:lnTo>
                    <a:cubicBezTo>
                      <a:pt x="26867" y="108811"/>
                      <a:pt x="27763" y="114184"/>
                      <a:pt x="29553" y="119558"/>
                    </a:cubicBezTo>
                    <a:lnTo>
                      <a:pt x="29106" y="119558"/>
                    </a:lnTo>
                    <a:cubicBezTo>
                      <a:pt x="20598" y="119558"/>
                      <a:pt x="13433" y="126722"/>
                      <a:pt x="13433" y="135230"/>
                    </a:cubicBezTo>
                    <a:lnTo>
                      <a:pt x="13433" y="142842"/>
                    </a:lnTo>
                    <a:cubicBezTo>
                      <a:pt x="13433" y="144186"/>
                      <a:pt x="14329" y="145081"/>
                      <a:pt x="15672" y="145081"/>
                    </a:cubicBezTo>
                    <a:cubicBezTo>
                      <a:pt x="17016" y="145081"/>
                      <a:pt x="17911" y="144186"/>
                      <a:pt x="17911" y="142842"/>
                    </a:cubicBezTo>
                    <a:lnTo>
                      <a:pt x="17911" y="135230"/>
                    </a:lnTo>
                    <a:cubicBezTo>
                      <a:pt x="17911" y="128961"/>
                      <a:pt x="22837" y="124035"/>
                      <a:pt x="29106" y="124035"/>
                    </a:cubicBezTo>
                    <a:lnTo>
                      <a:pt x="31792" y="124035"/>
                    </a:lnTo>
                    <a:cubicBezTo>
                      <a:pt x="35375" y="132096"/>
                      <a:pt x="41196" y="138812"/>
                      <a:pt x="48360" y="143738"/>
                    </a:cubicBezTo>
                    <a:cubicBezTo>
                      <a:pt x="48360" y="143738"/>
                      <a:pt x="48360" y="143738"/>
                      <a:pt x="48360" y="143738"/>
                    </a:cubicBezTo>
                    <a:cubicBezTo>
                      <a:pt x="56420" y="149111"/>
                      <a:pt x="65824" y="152246"/>
                      <a:pt x="76123" y="152246"/>
                    </a:cubicBezTo>
                    <a:cubicBezTo>
                      <a:pt x="86870" y="152246"/>
                      <a:pt x="96273" y="149111"/>
                      <a:pt x="104333" y="143290"/>
                    </a:cubicBezTo>
                    <a:cubicBezTo>
                      <a:pt x="104333" y="143290"/>
                      <a:pt x="104781" y="143290"/>
                      <a:pt x="104781" y="142842"/>
                    </a:cubicBezTo>
                    <a:cubicBezTo>
                      <a:pt x="111498" y="137917"/>
                      <a:pt x="116871" y="131648"/>
                      <a:pt x="120453" y="124035"/>
                    </a:cubicBezTo>
                    <a:lnTo>
                      <a:pt x="123140" y="124035"/>
                    </a:lnTo>
                    <a:cubicBezTo>
                      <a:pt x="129409" y="124035"/>
                      <a:pt x="134335" y="128961"/>
                      <a:pt x="134335" y="135230"/>
                    </a:cubicBezTo>
                    <a:lnTo>
                      <a:pt x="134335" y="142842"/>
                    </a:lnTo>
                    <a:cubicBezTo>
                      <a:pt x="134335" y="144186"/>
                      <a:pt x="135230" y="145081"/>
                      <a:pt x="136573" y="145081"/>
                    </a:cubicBezTo>
                    <a:cubicBezTo>
                      <a:pt x="137917" y="145081"/>
                      <a:pt x="138812" y="144186"/>
                      <a:pt x="138812" y="142842"/>
                    </a:cubicBezTo>
                    <a:lnTo>
                      <a:pt x="138812" y="135230"/>
                    </a:lnTo>
                    <a:cubicBezTo>
                      <a:pt x="138812" y="126722"/>
                      <a:pt x="131648" y="119558"/>
                      <a:pt x="123140" y="119558"/>
                    </a:cubicBezTo>
                    <a:lnTo>
                      <a:pt x="122692" y="119558"/>
                    </a:lnTo>
                    <a:cubicBezTo>
                      <a:pt x="124483" y="114184"/>
                      <a:pt x="125379" y="108811"/>
                      <a:pt x="125379" y="102990"/>
                    </a:cubicBezTo>
                    <a:lnTo>
                      <a:pt x="125379" y="98512"/>
                    </a:lnTo>
                    <a:lnTo>
                      <a:pt x="150007" y="98512"/>
                    </a:lnTo>
                    <a:cubicBezTo>
                      <a:pt x="151350" y="98512"/>
                      <a:pt x="152246" y="97616"/>
                      <a:pt x="152246" y="96273"/>
                    </a:cubicBezTo>
                    <a:cubicBezTo>
                      <a:pt x="152246" y="94930"/>
                      <a:pt x="151350" y="94034"/>
                      <a:pt x="150007" y="94034"/>
                    </a:cubicBezTo>
                    <a:close/>
                    <a:moveTo>
                      <a:pt x="58212" y="49256"/>
                    </a:moveTo>
                    <a:cubicBezTo>
                      <a:pt x="58212" y="39405"/>
                      <a:pt x="66272" y="31345"/>
                      <a:pt x="76123" y="31345"/>
                    </a:cubicBezTo>
                    <a:cubicBezTo>
                      <a:pt x="85974" y="31345"/>
                      <a:pt x="94034" y="39405"/>
                      <a:pt x="94034" y="49256"/>
                    </a:cubicBezTo>
                    <a:lnTo>
                      <a:pt x="94034" y="53734"/>
                    </a:lnTo>
                    <a:lnTo>
                      <a:pt x="58212" y="53734"/>
                    </a:lnTo>
                    <a:lnTo>
                      <a:pt x="58212" y="49256"/>
                    </a:lnTo>
                    <a:close/>
                    <a:moveTo>
                      <a:pt x="42539" y="58212"/>
                    </a:moveTo>
                    <a:lnTo>
                      <a:pt x="109707" y="58212"/>
                    </a:lnTo>
                    <a:cubicBezTo>
                      <a:pt x="115975" y="58212"/>
                      <a:pt x="120901" y="63137"/>
                      <a:pt x="120901" y="69406"/>
                    </a:cubicBezTo>
                    <a:lnTo>
                      <a:pt x="120901" y="73884"/>
                    </a:lnTo>
                    <a:lnTo>
                      <a:pt x="31345" y="73884"/>
                    </a:lnTo>
                    <a:lnTo>
                      <a:pt x="31345" y="69406"/>
                    </a:lnTo>
                    <a:cubicBezTo>
                      <a:pt x="31345" y="63137"/>
                      <a:pt x="36718" y="58212"/>
                      <a:pt x="42539" y="58212"/>
                    </a:cubicBezTo>
                    <a:close/>
                    <a:moveTo>
                      <a:pt x="31345" y="102990"/>
                    </a:moveTo>
                    <a:lnTo>
                      <a:pt x="31345" y="78362"/>
                    </a:lnTo>
                    <a:lnTo>
                      <a:pt x="73884" y="78362"/>
                    </a:lnTo>
                    <a:lnTo>
                      <a:pt x="73884" y="121797"/>
                    </a:lnTo>
                    <a:lnTo>
                      <a:pt x="49256" y="138812"/>
                    </a:lnTo>
                    <a:cubicBezTo>
                      <a:pt x="38509" y="130752"/>
                      <a:pt x="31345" y="117767"/>
                      <a:pt x="31345" y="102990"/>
                    </a:cubicBezTo>
                    <a:close/>
                    <a:moveTo>
                      <a:pt x="53734" y="141499"/>
                    </a:moveTo>
                    <a:lnTo>
                      <a:pt x="76571" y="125827"/>
                    </a:lnTo>
                    <a:lnTo>
                      <a:pt x="99855" y="141051"/>
                    </a:lnTo>
                    <a:cubicBezTo>
                      <a:pt x="93139" y="145081"/>
                      <a:pt x="85079" y="147768"/>
                      <a:pt x="76571" y="147768"/>
                    </a:cubicBezTo>
                    <a:cubicBezTo>
                      <a:pt x="68063" y="147768"/>
                      <a:pt x="60451" y="145529"/>
                      <a:pt x="53734" y="141499"/>
                    </a:cubicBezTo>
                    <a:close/>
                    <a:moveTo>
                      <a:pt x="103437" y="138365"/>
                    </a:moveTo>
                    <a:lnTo>
                      <a:pt x="78362" y="121797"/>
                    </a:lnTo>
                    <a:lnTo>
                      <a:pt x="78362" y="78362"/>
                    </a:lnTo>
                    <a:lnTo>
                      <a:pt x="120901" y="78362"/>
                    </a:lnTo>
                    <a:lnTo>
                      <a:pt x="120901" y="102990"/>
                    </a:lnTo>
                    <a:cubicBezTo>
                      <a:pt x="120901" y="117319"/>
                      <a:pt x="114184" y="130305"/>
                      <a:pt x="103437" y="13836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358" name="Group 4254">
                <a:extLst>
                  <a:ext uri="{FF2B5EF4-FFF2-40B4-BE49-F238E27FC236}">
                    <a16:creationId xmlns:a16="http://schemas.microsoft.com/office/drawing/2014/main" id="{3C8B1D38-363F-4AEB-1E94-1479F7CB2C7A}"/>
                  </a:ext>
                  <a:ext uri="{C183D7F6-B498-43B3-948B-1728B52AA6E4}">
                    <adec:decorative xmlns:adec="http://schemas.microsoft.com/office/drawing/2017/decorative" val="1"/>
                  </a:ext>
                </a:extLst>
              </p:cNvPr>
              <p:cNvGrpSpPr>
                <a:grpSpLocks noChangeAspect="1"/>
              </p:cNvGrpSpPr>
              <p:nvPr/>
            </p:nvGrpSpPr>
            <p:grpSpPr>
              <a:xfrm>
                <a:off x="3982530" y="3339823"/>
                <a:ext cx="125379" cy="138812"/>
                <a:chOff x="4023284" y="2604384"/>
                <a:chExt cx="125379" cy="138812"/>
              </a:xfrm>
            </p:grpSpPr>
            <p:sp>
              <p:nvSpPr>
                <p:cNvPr id="359" name="Freeform: Shape 4255">
                  <a:extLst>
                    <a:ext uri="{FF2B5EF4-FFF2-40B4-BE49-F238E27FC236}">
                      <a16:creationId xmlns:a16="http://schemas.microsoft.com/office/drawing/2014/main" id="{FF236D93-B1AC-142B-A244-B0B5A6F2587E}"/>
                    </a:ext>
                  </a:extLst>
                </p:cNvPr>
                <p:cNvSpPr/>
                <p:nvPr/>
              </p:nvSpPr>
              <p:spPr>
                <a:xfrm>
                  <a:off x="4023284" y="2604384"/>
                  <a:ext cx="125379" cy="138812"/>
                </a:xfrm>
                <a:custGeom>
                  <a:avLst/>
                  <a:gdLst>
                    <a:gd name="connsiteX0" fmla="*/ 125379 w 125378"/>
                    <a:gd name="connsiteY0" fmla="*/ 25971 h 138812"/>
                    <a:gd name="connsiteX1" fmla="*/ 125379 w 125378"/>
                    <a:gd name="connsiteY1" fmla="*/ 25971 h 138812"/>
                    <a:gd name="connsiteX2" fmla="*/ 62689 w 125378"/>
                    <a:gd name="connsiteY2" fmla="*/ 0 h 138812"/>
                    <a:gd name="connsiteX3" fmla="*/ 0 w 125378"/>
                    <a:gd name="connsiteY3" fmla="*/ 25523 h 138812"/>
                    <a:gd name="connsiteX4" fmla="*/ 0 w 125378"/>
                    <a:gd name="connsiteY4" fmla="*/ 25971 h 138812"/>
                    <a:gd name="connsiteX5" fmla="*/ 0 w 125378"/>
                    <a:gd name="connsiteY5" fmla="*/ 26419 h 138812"/>
                    <a:gd name="connsiteX6" fmla="*/ 0 w 125378"/>
                    <a:gd name="connsiteY6" fmla="*/ 112841 h 138812"/>
                    <a:gd name="connsiteX7" fmla="*/ 0 w 125378"/>
                    <a:gd name="connsiteY7" fmla="*/ 113289 h 138812"/>
                    <a:gd name="connsiteX8" fmla="*/ 0 w 125378"/>
                    <a:gd name="connsiteY8" fmla="*/ 113737 h 138812"/>
                    <a:gd name="connsiteX9" fmla="*/ 62689 w 125378"/>
                    <a:gd name="connsiteY9" fmla="*/ 139260 h 138812"/>
                    <a:gd name="connsiteX10" fmla="*/ 64928 w 125378"/>
                    <a:gd name="connsiteY10" fmla="*/ 137021 h 138812"/>
                    <a:gd name="connsiteX11" fmla="*/ 62689 w 125378"/>
                    <a:gd name="connsiteY11" fmla="*/ 134782 h 138812"/>
                    <a:gd name="connsiteX12" fmla="*/ 4478 w 125378"/>
                    <a:gd name="connsiteY12" fmla="*/ 113737 h 138812"/>
                    <a:gd name="connsiteX13" fmla="*/ 4478 w 125378"/>
                    <a:gd name="connsiteY13" fmla="*/ 113289 h 138812"/>
                    <a:gd name="connsiteX14" fmla="*/ 4478 w 125378"/>
                    <a:gd name="connsiteY14" fmla="*/ 112841 h 138812"/>
                    <a:gd name="connsiteX15" fmla="*/ 4478 w 125378"/>
                    <a:gd name="connsiteY15" fmla="*/ 94034 h 138812"/>
                    <a:gd name="connsiteX16" fmla="*/ 62689 w 125378"/>
                    <a:gd name="connsiteY16" fmla="*/ 110154 h 138812"/>
                    <a:gd name="connsiteX17" fmla="*/ 64928 w 125378"/>
                    <a:gd name="connsiteY17" fmla="*/ 107915 h 138812"/>
                    <a:gd name="connsiteX18" fmla="*/ 62689 w 125378"/>
                    <a:gd name="connsiteY18" fmla="*/ 105677 h 138812"/>
                    <a:gd name="connsiteX19" fmla="*/ 4478 w 125378"/>
                    <a:gd name="connsiteY19" fmla="*/ 84631 h 138812"/>
                    <a:gd name="connsiteX20" fmla="*/ 4478 w 125378"/>
                    <a:gd name="connsiteY20" fmla="*/ 64481 h 138812"/>
                    <a:gd name="connsiteX21" fmla="*/ 62689 w 125378"/>
                    <a:gd name="connsiteY21" fmla="*/ 80601 h 138812"/>
                    <a:gd name="connsiteX22" fmla="*/ 120901 w 125378"/>
                    <a:gd name="connsiteY22" fmla="*/ 64481 h 138812"/>
                    <a:gd name="connsiteX23" fmla="*/ 120901 w 125378"/>
                    <a:gd name="connsiteY23" fmla="*/ 81049 h 138812"/>
                    <a:gd name="connsiteX24" fmla="*/ 123140 w 125378"/>
                    <a:gd name="connsiteY24" fmla="*/ 83287 h 138812"/>
                    <a:gd name="connsiteX25" fmla="*/ 125379 w 125378"/>
                    <a:gd name="connsiteY25" fmla="*/ 81049 h 138812"/>
                    <a:gd name="connsiteX26" fmla="*/ 125379 w 125378"/>
                    <a:gd name="connsiteY26" fmla="*/ 25971 h 138812"/>
                    <a:gd name="connsiteX27" fmla="*/ 125379 w 125378"/>
                    <a:gd name="connsiteY27" fmla="*/ 25971 h 138812"/>
                    <a:gd name="connsiteX28" fmla="*/ 62689 w 125378"/>
                    <a:gd name="connsiteY28" fmla="*/ 4478 h 138812"/>
                    <a:gd name="connsiteX29" fmla="*/ 120901 w 125378"/>
                    <a:gd name="connsiteY29" fmla="*/ 25523 h 138812"/>
                    <a:gd name="connsiteX30" fmla="*/ 62689 w 125378"/>
                    <a:gd name="connsiteY30" fmla="*/ 46569 h 138812"/>
                    <a:gd name="connsiteX31" fmla="*/ 4478 w 125378"/>
                    <a:gd name="connsiteY31" fmla="*/ 25523 h 138812"/>
                    <a:gd name="connsiteX32" fmla="*/ 62689 w 125378"/>
                    <a:gd name="connsiteY32" fmla="*/ 4478 h 138812"/>
                    <a:gd name="connsiteX33" fmla="*/ 120901 w 125378"/>
                    <a:gd name="connsiteY33" fmla="*/ 55077 h 138812"/>
                    <a:gd name="connsiteX34" fmla="*/ 62689 w 125378"/>
                    <a:gd name="connsiteY34" fmla="*/ 76123 h 138812"/>
                    <a:gd name="connsiteX35" fmla="*/ 4478 w 125378"/>
                    <a:gd name="connsiteY35" fmla="*/ 55077 h 138812"/>
                    <a:gd name="connsiteX36" fmla="*/ 4478 w 125378"/>
                    <a:gd name="connsiteY36" fmla="*/ 35375 h 138812"/>
                    <a:gd name="connsiteX37" fmla="*/ 62689 w 125378"/>
                    <a:gd name="connsiteY37" fmla="*/ 51495 h 138812"/>
                    <a:gd name="connsiteX38" fmla="*/ 120901 w 125378"/>
                    <a:gd name="connsiteY38" fmla="*/ 35375 h 138812"/>
                    <a:gd name="connsiteX39" fmla="*/ 120901 w 125378"/>
                    <a:gd name="connsiteY39" fmla="*/ 55077 h 138812"/>
                    <a:gd name="connsiteX40" fmla="*/ 120901 w 125378"/>
                    <a:gd name="connsiteY40" fmla="*/ 55077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5378" h="138812">
                      <a:moveTo>
                        <a:pt x="125379" y="25971"/>
                      </a:moveTo>
                      <a:cubicBezTo>
                        <a:pt x="125379" y="25971"/>
                        <a:pt x="125379" y="25971"/>
                        <a:pt x="125379" y="25971"/>
                      </a:cubicBezTo>
                      <a:cubicBezTo>
                        <a:pt x="125379" y="11195"/>
                        <a:pt x="98064" y="0"/>
                        <a:pt x="62689" y="0"/>
                      </a:cubicBezTo>
                      <a:cubicBezTo>
                        <a:pt x="27315" y="0"/>
                        <a:pt x="0" y="11195"/>
                        <a:pt x="0" y="25523"/>
                      </a:cubicBezTo>
                      <a:cubicBezTo>
                        <a:pt x="0" y="25523"/>
                        <a:pt x="0" y="25971"/>
                        <a:pt x="0" y="25971"/>
                      </a:cubicBezTo>
                      <a:cubicBezTo>
                        <a:pt x="0" y="25971"/>
                        <a:pt x="0" y="25971"/>
                        <a:pt x="0" y="26419"/>
                      </a:cubicBezTo>
                      <a:lnTo>
                        <a:pt x="0" y="112841"/>
                      </a:lnTo>
                      <a:cubicBezTo>
                        <a:pt x="0" y="112841"/>
                        <a:pt x="0" y="112841"/>
                        <a:pt x="0" y="113289"/>
                      </a:cubicBezTo>
                      <a:cubicBezTo>
                        <a:pt x="0" y="113289"/>
                        <a:pt x="0" y="113289"/>
                        <a:pt x="0" y="113737"/>
                      </a:cubicBezTo>
                      <a:cubicBezTo>
                        <a:pt x="0" y="128066"/>
                        <a:pt x="27315" y="139260"/>
                        <a:pt x="62689" y="139260"/>
                      </a:cubicBezTo>
                      <a:cubicBezTo>
                        <a:pt x="64033" y="139260"/>
                        <a:pt x="64928" y="138365"/>
                        <a:pt x="64928" y="137021"/>
                      </a:cubicBezTo>
                      <a:cubicBezTo>
                        <a:pt x="64928" y="135678"/>
                        <a:pt x="64033" y="134782"/>
                        <a:pt x="62689" y="134782"/>
                      </a:cubicBezTo>
                      <a:cubicBezTo>
                        <a:pt x="27763" y="134782"/>
                        <a:pt x="4478" y="124035"/>
                        <a:pt x="4478" y="113737"/>
                      </a:cubicBezTo>
                      <a:cubicBezTo>
                        <a:pt x="4478" y="113737"/>
                        <a:pt x="4478" y="113737"/>
                        <a:pt x="4478" y="113289"/>
                      </a:cubicBezTo>
                      <a:cubicBezTo>
                        <a:pt x="4478" y="113289"/>
                        <a:pt x="4478" y="113289"/>
                        <a:pt x="4478" y="112841"/>
                      </a:cubicBezTo>
                      <a:lnTo>
                        <a:pt x="4478" y="94034"/>
                      </a:lnTo>
                      <a:cubicBezTo>
                        <a:pt x="13433" y="103438"/>
                        <a:pt x="35823" y="110154"/>
                        <a:pt x="62689" y="110154"/>
                      </a:cubicBezTo>
                      <a:cubicBezTo>
                        <a:pt x="64033" y="110154"/>
                        <a:pt x="64928" y="109259"/>
                        <a:pt x="64928" y="107915"/>
                      </a:cubicBezTo>
                      <a:cubicBezTo>
                        <a:pt x="64928" y="106572"/>
                        <a:pt x="64033" y="105677"/>
                        <a:pt x="62689" y="105677"/>
                      </a:cubicBezTo>
                      <a:cubicBezTo>
                        <a:pt x="27763" y="105677"/>
                        <a:pt x="4478" y="94930"/>
                        <a:pt x="4478" y="84631"/>
                      </a:cubicBezTo>
                      <a:lnTo>
                        <a:pt x="4478" y="64481"/>
                      </a:lnTo>
                      <a:cubicBezTo>
                        <a:pt x="13433" y="73884"/>
                        <a:pt x="35823" y="80601"/>
                        <a:pt x="62689" y="80601"/>
                      </a:cubicBezTo>
                      <a:cubicBezTo>
                        <a:pt x="89556" y="80601"/>
                        <a:pt x="111945" y="73884"/>
                        <a:pt x="120901" y="64481"/>
                      </a:cubicBezTo>
                      <a:lnTo>
                        <a:pt x="120901" y="81049"/>
                      </a:lnTo>
                      <a:cubicBezTo>
                        <a:pt x="120901" y="82392"/>
                        <a:pt x="121797" y="83287"/>
                        <a:pt x="123140" y="83287"/>
                      </a:cubicBezTo>
                      <a:cubicBezTo>
                        <a:pt x="124484" y="83287"/>
                        <a:pt x="125379" y="82392"/>
                        <a:pt x="125379" y="81049"/>
                      </a:cubicBezTo>
                      <a:lnTo>
                        <a:pt x="125379" y="25971"/>
                      </a:lnTo>
                      <a:cubicBezTo>
                        <a:pt x="125379" y="26419"/>
                        <a:pt x="125379" y="25971"/>
                        <a:pt x="125379" y="25971"/>
                      </a:cubicBezTo>
                      <a:close/>
                      <a:moveTo>
                        <a:pt x="62689" y="4478"/>
                      </a:moveTo>
                      <a:cubicBezTo>
                        <a:pt x="97617" y="4478"/>
                        <a:pt x="120901" y="15225"/>
                        <a:pt x="120901" y="25523"/>
                      </a:cubicBezTo>
                      <a:cubicBezTo>
                        <a:pt x="120901" y="35823"/>
                        <a:pt x="97617" y="46569"/>
                        <a:pt x="62689" y="46569"/>
                      </a:cubicBezTo>
                      <a:cubicBezTo>
                        <a:pt x="27763" y="46569"/>
                        <a:pt x="4478" y="35823"/>
                        <a:pt x="4478" y="25523"/>
                      </a:cubicBezTo>
                      <a:cubicBezTo>
                        <a:pt x="4478" y="15225"/>
                        <a:pt x="27763" y="4478"/>
                        <a:pt x="62689" y="4478"/>
                      </a:cubicBezTo>
                      <a:close/>
                      <a:moveTo>
                        <a:pt x="120901" y="55077"/>
                      </a:moveTo>
                      <a:cubicBezTo>
                        <a:pt x="120901" y="65376"/>
                        <a:pt x="97617" y="76123"/>
                        <a:pt x="62689" y="76123"/>
                      </a:cubicBezTo>
                      <a:cubicBezTo>
                        <a:pt x="27763" y="76123"/>
                        <a:pt x="4478" y="65376"/>
                        <a:pt x="4478" y="55077"/>
                      </a:cubicBezTo>
                      <a:lnTo>
                        <a:pt x="4478" y="35375"/>
                      </a:lnTo>
                      <a:cubicBezTo>
                        <a:pt x="13433" y="44778"/>
                        <a:pt x="35823" y="51495"/>
                        <a:pt x="62689" y="51495"/>
                      </a:cubicBezTo>
                      <a:cubicBezTo>
                        <a:pt x="89556" y="51495"/>
                        <a:pt x="111945" y="44778"/>
                        <a:pt x="120901" y="35375"/>
                      </a:cubicBezTo>
                      <a:lnTo>
                        <a:pt x="120901" y="55077"/>
                      </a:lnTo>
                      <a:cubicBezTo>
                        <a:pt x="120901" y="55077"/>
                        <a:pt x="120901" y="55077"/>
                        <a:pt x="120901" y="5507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60" name="Freeform: Shape 4256">
                  <a:extLst>
                    <a:ext uri="{FF2B5EF4-FFF2-40B4-BE49-F238E27FC236}">
                      <a16:creationId xmlns:a16="http://schemas.microsoft.com/office/drawing/2014/main" id="{54AEA45D-2101-ECB4-1133-58A43CA7D8CF}"/>
                    </a:ext>
                  </a:extLst>
                </p:cNvPr>
                <p:cNvSpPr/>
                <p:nvPr/>
              </p:nvSpPr>
              <p:spPr>
                <a:xfrm>
                  <a:off x="4104556" y="2703568"/>
                  <a:ext cx="35823" cy="35823"/>
                </a:xfrm>
                <a:custGeom>
                  <a:avLst/>
                  <a:gdLst>
                    <a:gd name="connsiteX0" fmla="*/ 22613 w 35822"/>
                    <a:gd name="connsiteY0" fmla="*/ 19926 h 35822"/>
                    <a:gd name="connsiteX1" fmla="*/ 38285 w 35822"/>
                    <a:gd name="connsiteY1" fmla="*/ 3806 h 35822"/>
                    <a:gd name="connsiteX2" fmla="*/ 38285 w 35822"/>
                    <a:gd name="connsiteY2" fmla="*/ 672 h 35822"/>
                    <a:gd name="connsiteX3" fmla="*/ 35151 w 35822"/>
                    <a:gd name="connsiteY3" fmla="*/ 672 h 35822"/>
                    <a:gd name="connsiteX4" fmla="*/ 19478 w 35822"/>
                    <a:gd name="connsiteY4" fmla="*/ 16792 h 35822"/>
                    <a:gd name="connsiteX5" fmla="*/ 3806 w 35822"/>
                    <a:gd name="connsiteY5" fmla="*/ 672 h 35822"/>
                    <a:gd name="connsiteX6" fmla="*/ 672 w 35822"/>
                    <a:gd name="connsiteY6" fmla="*/ 672 h 35822"/>
                    <a:gd name="connsiteX7" fmla="*/ 672 w 35822"/>
                    <a:gd name="connsiteY7" fmla="*/ 3806 h 35822"/>
                    <a:gd name="connsiteX8" fmla="*/ 16344 w 35822"/>
                    <a:gd name="connsiteY8" fmla="*/ 19926 h 35822"/>
                    <a:gd name="connsiteX9" fmla="*/ 672 w 35822"/>
                    <a:gd name="connsiteY9" fmla="*/ 36046 h 35822"/>
                    <a:gd name="connsiteX10" fmla="*/ 672 w 35822"/>
                    <a:gd name="connsiteY10" fmla="*/ 39181 h 35822"/>
                    <a:gd name="connsiteX11" fmla="*/ 2463 w 35822"/>
                    <a:gd name="connsiteY11" fmla="*/ 39629 h 35822"/>
                    <a:gd name="connsiteX12" fmla="*/ 4254 w 35822"/>
                    <a:gd name="connsiteY12" fmla="*/ 39181 h 35822"/>
                    <a:gd name="connsiteX13" fmla="*/ 19926 w 35822"/>
                    <a:gd name="connsiteY13" fmla="*/ 23061 h 35822"/>
                    <a:gd name="connsiteX14" fmla="*/ 35599 w 35822"/>
                    <a:gd name="connsiteY14" fmla="*/ 39181 h 35822"/>
                    <a:gd name="connsiteX15" fmla="*/ 37390 w 35822"/>
                    <a:gd name="connsiteY15" fmla="*/ 39629 h 35822"/>
                    <a:gd name="connsiteX16" fmla="*/ 39181 w 35822"/>
                    <a:gd name="connsiteY16" fmla="*/ 39181 h 35822"/>
                    <a:gd name="connsiteX17" fmla="*/ 39181 w 35822"/>
                    <a:gd name="connsiteY17" fmla="*/ 36046 h 35822"/>
                    <a:gd name="connsiteX18" fmla="*/ 22613 w 35822"/>
                    <a:gd name="connsiteY18" fmla="*/ 19926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822" h="35822">
                      <a:moveTo>
                        <a:pt x="22613" y="19926"/>
                      </a:moveTo>
                      <a:lnTo>
                        <a:pt x="38285" y="3806"/>
                      </a:lnTo>
                      <a:cubicBezTo>
                        <a:pt x="39181" y="2911"/>
                        <a:pt x="39181" y="1567"/>
                        <a:pt x="38285" y="672"/>
                      </a:cubicBezTo>
                      <a:cubicBezTo>
                        <a:pt x="37390" y="-224"/>
                        <a:pt x="36046" y="-224"/>
                        <a:pt x="35151" y="672"/>
                      </a:cubicBezTo>
                      <a:lnTo>
                        <a:pt x="19478" y="16792"/>
                      </a:lnTo>
                      <a:lnTo>
                        <a:pt x="3806" y="672"/>
                      </a:lnTo>
                      <a:cubicBezTo>
                        <a:pt x="2911" y="-224"/>
                        <a:pt x="1567" y="-224"/>
                        <a:pt x="672" y="672"/>
                      </a:cubicBezTo>
                      <a:cubicBezTo>
                        <a:pt x="-224" y="1567"/>
                        <a:pt x="-224" y="2911"/>
                        <a:pt x="672" y="3806"/>
                      </a:cubicBezTo>
                      <a:lnTo>
                        <a:pt x="16344" y="19926"/>
                      </a:lnTo>
                      <a:lnTo>
                        <a:pt x="672" y="36046"/>
                      </a:lnTo>
                      <a:cubicBezTo>
                        <a:pt x="-224" y="36942"/>
                        <a:pt x="-224" y="38285"/>
                        <a:pt x="672" y="39181"/>
                      </a:cubicBezTo>
                      <a:cubicBezTo>
                        <a:pt x="1119" y="39629"/>
                        <a:pt x="1567" y="39629"/>
                        <a:pt x="2463" y="39629"/>
                      </a:cubicBezTo>
                      <a:cubicBezTo>
                        <a:pt x="2911" y="39629"/>
                        <a:pt x="3806" y="39629"/>
                        <a:pt x="4254" y="39181"/>
                      </a:cubicBezTo>
                      <a:lnTo>
                        <a:pt x="19926" y="23061"/>
                      </a:lnTo>
                      <a:lnTo>
                        <a:pt x="35599" y="39181"/>
                      </a:lnTo>
                      <a:cubicBezTo>
                        <a:pt x="36046" y="39629"/>
                        <a:pt x="36494" y="39629"/>
                        <a:pt x="37390" y="39629"/>
                      </a:cubicBezTo>
                      <a:cubicBezTo>
                        <a:pt x="37838" y="39629"/>
                        <a:pt x="38733" y="39629"/>
                        <a:pt x="39181" y="39181"/>
                      </a:cubicBezTo>
                      <a:cubicBezTo>
                        <a:pt x="40076" y="38285"/>
                        <a:pt x="40076" y="36942"/>
                        <a:pt x="39181" y="36046"/>
                      </a:cubicBezTo>
                      <a:lnTo>
                        <a:pt x="22613" y="1992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61" name="Group 4257">
                <a:extLst>
                  <a:ext uri="{FF2B5EF4-FFF2-40B4-BE49-F238E27FC236}">
                    <a16:creationId xmlns:a16="http://schemas.microsoft.com/office/drawing/2014/main" id="{101F0D40-C0C5-6604-E081-2859E98BDF63}"/>
                  </a:ext>
                  <a:ext uri="{C183D7F6-B498-43B3-948B-1728B52AA6E4}">
                    <adec:decorative xmlns:adec="http://schemas.microsoft.com/office/drawing/2017/decorative" val="1"/>
                  </a:ext>
                </a:extLst>
              </p:cNvPr>
              <p:cNvGrpSpPr>
                <a:grpSpLocks noChangeAspect="1"/>
              </p:cNvGrpSpPr>
              <p:nvPr/>
            </p:nvGrpSpPr>
            <p:grpSpPr>
              <a:xfrm>
                <a:off x="557895" y="3638046"/>
                <a:ext cx="135230" cy="136574"/>
                <a:chOff x="598649" y="2902607"/>
                <a:chExt cx="135230" cy="136574"/>
              </a:xfrm>
            </p:grpSpPr>
            <p:sp>
              <p:nvSpPr>
                <p:cNvPr id="362" name="Freeform: Shape 4258">
                  <a:extLst>
                    <a:ext uri="{FF2B5EF4-FFF2-40B4-BE49-F238E27FC236}">
                      <a16:creationId xmlns:a16="http://schemas.microsoft.com/office/drawing/2014/main" id="{33D8C7A0-985B-7606-2F36-599D4F975923}"/>
                    </a:ext>
                  </a:extLst>
                </p:cNvPr>
                <p:cNvSpPr/>
                <p:nvPr/>
              </p:nvSpPr>
              <p:spPr>
                <a:xfrm>
                  <a:off x="598649" y="2902607"/>
                  <a:ext cx="125379" cy="134335"/>
                </a:xfrm>
                <a:custGeom>
                  <a:avLst/>
                  <a:gdLst>
                    <a:gd name="connsiteX0" fmla="*/ 125379 w 125378"/>
                    <a:gd name="connsiteY0" fmla="*/ 25523 h 134334"/>
                    <a:gd name="connsiteX1" fmla="*/ 62689 w 125378"/>
                    <a:gd name="connsiteY1" fmla="*/ 0 h 134334"/>
                    <a:gd name="connsiteX2" fmla="*/ 0 w 125378"/>
                    <a:gd name="connsiteY2" fmla="*/ 25523 h 134334"/>
                    <a:gd name="connsiteX3" fmla="*/ 0 w 125378"/>
                    <a:gd name="connsiteY3" fmla="*/ 25971 h 134334"/>
                    <a:gd name="connsiteX4" fmla="*/ 0 w 125378"/>
                    <a:gd name="connsiteY4" fmla="*/ 26419 h 134334"/>
                    <a:gd name="connsiteX5" fmla="*/ 0 w 125378"/>
                    <a:gd name="connsiteY5" fmla="*/ 112841 h 134334"/>
                    <a:gd name="connsiteX6" fmla="*/ 0 w 125378"/>
                    <a:gd name="connsiteY6" fmla="*/ 113289 h 134334"/>
                    <a:gd name="connsiteX7" fmla="*/ 0 w 125378"/>
                    <a:gd name="connsiteY7" fmla="*/ 113737 h 134334"/>
                    <a:gd name="connsiteX8" fmla="*/ 46122 w 125378"/>
                    <a:gd name="connsiteY8" fmla="*/ 138365 h 134334"/>
                    <a:gd name="connsiteX9" fmla="*/ 46569 w 125378"/>
                    <a:gd name="connsiteY9" fmla="*/ 138365 h 134334"/>
                    <a:gd name="connsiteX10" fmla="*/ 48808 w 125378"/>
                    <a:gd name="connsiteY10" fmla="*/ 136573 h 134334"/>
                    <a:gd name="connsiteX11" fmla="*/ 47017 w 125378"/>
                    <a:gd name="connsiteY11" fmla="*/ 133887 h 134334"/>
                    <a:gd name="connsiteX12" fmla="*/ 4926 w 125378"/>
                    <a:gd name="connsiteY12" fmla="*/ 113289 h 134334"/>
                    <a:gd name="connsiteX13" fmla="*/ 4926 w 125378"/>
                    <a:gd name="connsiteY13" fmla="*/ 113289 h 134334"/>
                    <a:gd name="connsiteX14" fmla="*/ 4926 w 125378"/>
                    <a:gd name="connsiteY14" fmla="*/ 112841 h 134334"/>
                    <a:gd name="connsiteX15" fmla="*/ 4926 w 125378"/>
                    <a:gd name="connsiteY15" fmla="*/ 94482 h 134334"/>
                    <a:gd name="connsiteX16" fmla="*/ 51943 w 125378"/>
                    <a:gd name="connsiteY16" fmla="*/ 109259 h 134334"/>
                    <a:gd name="connsiteX17" fmla="*/ 51943 w 125378"/>
                    <a:gd name="connsiteY17" fmla="*/ 109259 h 134334"/>
                    <a:gd name="connsiteX18" fmla="*/ 54182 w 125378"/>
                    <a:gd name="connsiteY18" fmla="*/ 107020 h 134334"/>
                    <a:gd name="connsiteX19" fmla="*/ 51943 w 125378"/>
                    <a:gd name="connsiteY19" fmla="*/ 104781 h 134334"/>
                    <a:gd name="connsiteX20" fmla="*/ 4926 w 125378"/>
                    <a:gd name="connsiteY20" fmla="*/ 83735 h 134334"/>
                    <a:gd name="connsiteX21" fmla="*/ 4926 w 125378"/>
                    <a:gd name="connsiteY21" fmla="*/ 65376 h 134334"/>
                    <a:gd name="connsiteX22" fmla="*/ 7612 w 125378"/>
                    <a:gd name="connsiteY22" fmla="*/ 68063 h 134334"/>
                    <a:gd name="connsiteX23" fmla="*/ 60898 w 125378"/>
                    <a:gd name="connsiteY23" fmla="*/ 80153 h 134334"/>
                    <a:gd name="connsiteX24" fmla="*/ 77466 w 125378"/>
                    <a:gd name="connsiteY24" fmla="*/ 79705 h 134334"/>
                    <a:gd name="connsiteX25" fmla="*/ 79705 w 125378"/>
                    <a:gd name="connsiteY25" fmla="*/ 77466 h 134334"/>
                    <a:gd name="connsiteX26" fmla="*/ 77466 w 125378"/>
                    <a:gd name="connsiteY26" fmla="*/ 75227 h 134334"/>
                    <a:gd name="connsiteX27" fmla="*/ 11195 w 125378"/>
                    <a:gd name="connsiteY27" fmla="*/ 64928 h 134334"/>
                    <a:gd name="connsiteX28" fmla="*/ 5821 w 125378"/>
                    <a:gd name="connsiteY28" fmla="*/ 54629 h 134334"/>
                    <a:gd name="connsiteX29" fmla="*/ 5821 w 125378"/>
                    <a:gd name="connsiteY29" fmla="*/ 34927 h 134334"/>
                    <a:gd name="connsiteX30" fmla="*/ 64033 w 125378"/>
                    <a:gd name="connsiteY30" fmla="*/ 51047 h 134334"/>
                    <a:gd name="connsiteX31" fmla="*/ 122244 w 125378"/>
                    <a:gd name="connsiteY31" fmla="*/ 34927 h 134334"/>
                    <a:gd name="connsiteX32" fmla="*/ 122244 w 125378"/>
                    <a:gd name="connsiteY32" fmla="*/ 42091 h 134334"/>
                    <a:gd name="connsiteX33" fmla="*/ 124483 w 125378"/>
                    <a:gd name="connsiteY33" fmla="*/ 44330 h 134334"/>
                    <a:gd name="connsiteX34" fmla="*/ 126722 w 125378"/>
                    <a:gd name="connsiteY34" fmla="*/ 42091 h 134334"/>
                    <a:gd name="connsiteX35" fmla="*/ 126722 w 125378"/>
                    <a:gd name="connsiteY35" fmla="*/ 25971 h 134334"/>
                    <a:gd name="connsiteX36" fmla="*/ 125379 w 125378"/>
                    <a:gd name="connsiteY36" fmla="*/ 25523 h 134334"/>
                    <a:gd name="connsiteX37" fmla="*/ 125379 w 125378"/>
                    <a:gd name="connsiteY37" fmla="*/ 25523 h 134334"/>
                    <a:gd name="connsiteX38" fmla="*/ 62689 w 125378"/>
                    <a:gd name="connsiteY38" fmla="*/ 46569 h 134334"/>
                    <a:gd name="connsiteX39" fmla="*/ 4478 w 125378"/>
                    <a:gd name="connsiteY39" fmla="*/ 25523 h 134334"/>
                    <a:gd name="connsiteX40" fmla="*/ 62689 w 125378"/>
                    <a:gd name="connsiteY40" fmla="*/ 4478 h 134334"/>
                    <a:gd name="connsiteX41" fmla="*/ 120901 w 125378"/>
                    <a:gd name="connsiteY41" fmla="*/ 25523 h 134334"/>
                    <a:gd name="connsiteX42" fmla="*/ 62689 w 125378"/>
                    <a:gd name="connsiteY42" fmla="*/ 46569 h 13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5378" h="134334">
                      <a:moveTo>
                        <a:pt x="125379" y="25523"/>
                      </a:moveTo>
                      <a:cubicBezTo>
                        <a:pt x="125379" y="11195"/>
                        <a:pt x="98064" y="0"/>
                        <a:pt x="62689" y="0"/>
                      </a:cubicBezTo>
                      <a:cubicBezTo>
                        <a:pt x="27315" y="0"/>
                        <a:pt x="0" y="11195"/>
                        <a:pt x="0" y="25523"/>
                      </a:cubicBezTo>
                      <a:cubicBezTo>
                        <a:pt x="0" y="25523"/>
                        <a:pt x="0" y="25971"/>
                        <a:pt x="0" y="25971"/>
                      </a:cubicBezTo>
                      <a:cubicBezTo>
                        <a:pt x="0" y="25971"/>
                        <a:pt x="0" y="25971"/>
                        <a:pt x="0" y="26419"/>
                      </a:cubicBezTo>
                      <a:lnTo>
                        <a:pt x="0" y="112841"/>
                      </a:lnTo>
                      <a:cubicBezTo>
                        <a:pt x="0" y="112841"/>
                        <a:pt x="0" y="112841"/>
                        <a:pt x="0" y="113289"/>
                      </a:cubicBezTo>
                      <a:cubicBezTo>
                        <a:pt x="0" y="113289"/>
                        <a:pt x="0" y="113737"/>
                        <a:pt x="0" y="113737"/>
                      </a:cubicBezTo>
                      <a:cubicBezTo>
                        <a:pt x="896" y="126722"/>
                        <a:pt x="16120" y="135230"/>
                        <a:pt x="46122" y="138365"/>
                      </a:cubicBezTo>
                      <a:cubicBezTo>
                        <a:pt x="46122" y="138365"/>
                        <a:pt x="46122" y="138365"/>
                        <a:pt x="46569" y="138365"/>
                      </a:cubicBezTo>
                      <a:cubicBezTo>
                        <a:pt x="47913" y="138365"/>
                        <a:pt x="48808" y="137469"/>
                        <a:pt x="48808" y="136573"/>
                      </a:cubicBezTo>
                      <a:cubicBezTo>
                        <a:pt x="48808" y="135230"/>
                        <a:pt x="47913" y="134335"/>
                        <a:pt x="47017" y="133887"/>
                      </a:cubicBezTo>
                      <a:cubicBezTo>
                        <a:pt x="13433" y="130304"/>
                        <a:pt x="5373" y="120901"/>
                        <a:pt x="4926" y="113289"/>
                      </a:cubicBezTo>
                      <a:cubicBezTo>
                        <a:pt x="4926" y="113289"/>
                        <a:pt x="4926" y="113289"/>
                        <a:pt x="4926" y="113289"/>
                      </a:cubicBezTo>
                      <a:cubicBezTo>
                        <a:pt x="4926" y="113289"/>
                        <a:pt x="4926" y="113289"/>
                        <a:pt x="4926" y="112841"/>
                      </a:cubicBezTo>
                      <a:lnTo>
                        <a:pt x="4926" y="94482"/>
                      </a:lnTo>
                      <a:cubicBezTo>
                        <a:pt x="12090" y="102542"/>
                        <a:pt x="28210" y="107468"/>
                        <a:pt x="51943" y="109259"/>
                      </a:cubicBezTo>
                      <a:cubicBezTo>
                        <a:pt x="51943" y="109259"/>
                        <a:pt x="51943" y="109259"/>
                        <a:pt x="51943" y="109259"/>
                      </a:cubicBezTo>
                      <a:cubicBezTo>
                        <a:pt x="53286" y="109259"/>
                        <a:pt x="54182" y="108363"/>
                        <a:pt x="54182" y="107020"/>
                      </a:cubicBezTo>
                      <a:cubicBezTo>
                        <a:pt x="54182" y="105676"/>
                        <a:pt x="53286" y="104781"/>
                        <a:pt x="51943" y="104781"/>
                      </a:cubicBezTo>
                      <a:cubicBezTo>
                        <a:pt x="22389" y="102542"/>
                        <a:pt x="5373" y="95377"/>
                        <a:pt x="4926" y="83735"/>
                      </a:cubicBezTo>
                      <a:lnTo>
                        <a:pt x="4926" y="65376"/>
                      </a:lnTo>
                      <a:cubicBezTo>
                        <a:pt x="5821" y="66272"/>
                        <a:pt x="6269" y="67167"/>
                        <a:pt x="7612" y="68063"/>
                      </a:cubicBezTo>
                      <a:cubicBezTo>
                        <a:pt x="19702" y="78362"/>
                        <a:pt x="44330" y="80153"/>
                        <a:pt x="60898" y="80153"/>
                      </a:cubicBezTo>
                      <a:cubicBezTo>
                        <a:pt x="69854" y="80153"/>
                        <a:pt x="76571" y="79705"/>
                        <a:pt x="77466" y="79705"/>
                      </a:cubicBezTo>
                      <a:cubicBezTo>
                        <a:pt x="78810" y="79705"/>
                        <a:pt x="79705" y="78362"/>
                        <a:pt x="79705" y="77466"/>
                      </a:cubicBezTo>
                      <a:cubicBezTo>
                        <a:pt x="79705" y="76571"/>
                        <a:pt x="78362" y="75227"/>
                        <a:pt x="77466" y="75227"/>
                      </a:cubicBezTo>
                      <a:cubicBezTo>
                        <a:pt x="60451" y="76571"/>
                        <a:pt x="24628" y="76571"/>
                        <a:pt x="11195" y="64928"/>
                      </a:cubicBezTo>
                      <a:cubicBezTo>
                        <a:pt x="7612" y="62242"/>
                        <a:pt x="6269" y="58659"/>
                        <a:pt x="5821" y="54629"/>
                      </a:cubicBezTo>
                      <a:lnTo>
                        <a:pt x="5821" y="34927"/>
                      </a:lnTo>
                      <a:cubicBezTo>
                        <a:pt x="14777" y="44330"/>
                        <a:pt x="37166" y="51047"/>
                        <a:pt x="64033" y="51047"/>
                      </a:cubicBezTo>
                      <a:cubicBezTo>
                        <a:pt x="90900" y="51047"/>
                        <a:pt x="113289" y="44330"/>
                        <a:pt x="122244" y="34927"/>
                      </a:cubicBezTo>
                      <a:lnTo>
                        <a:pt x="122244" y="42091"/>
                      </a:lnTo>
                      <a:cubicBezTo>
                        <a:pt x="122244" y="43435"/>
                        <a:pt x="123140" y="44330"/>
                        <a:pt x="124483" y="44330"/>
                      </a:cubicBezTo>
                      <a:cubicBezTo>
                        <a:pt x="125827" y="44330"/>
                        <a:pt x="126722" y="43435"/>
                        <a:pt x="126722" y="42091"/>
                      </a:cubicBezTo>
                      <a:lnTo>
                        <a:pt x="126722" y="25971"/>
                      </a:lnTo>
                      <a:cubicBezTo>
                        <a:pt x="125379" y="25971"/>
                        <a:pt x="125379" y="25971"/>
                        <a:pt x="125379" y="25523"/>
                      </a:cubicBezTo>
                      <a:cubicBezTo>
                        <a:pt x="125379" y="25523"/>
                        <a:pt x="125379" y="25523"/>
                        <a:pt x="125379" y="25523"/>
                      </a:cubicBezTo>
                      <a:close/>
                      <a:moveTo>
                        <a:pt x="62689" y="46569"/>
                      </a:moveTo>
                      <a:cubicBezTo>
                        <a:pt x="27762" y="46569"/>
                        <a:pt x="4478" y="35823"/>
                        <a:pt x="4478" y="25523"/>
                      </a:cubicBezTo>
                      <a:cubicBezTo>
                        <a:pt x="4478" y="15225"/>
                        <a:pt x="27762" y="4478"/>
                        <a:pt x="62689" y="4478"/>
                      </a:cubicBezTo>
                      <a:cubicBezTo>
                        <a:pt x="97616" y="4478"/>
                        <a:pt x="120901" y="15225"/>
                        <a:pt x="120901" y="25523"/>
                      </a:cubicBezTo>
                      <a:cubicBezTo>
                        <a:pt x="120901" y="35823"/>
                        <a:pt x="97169" y="46569"/>
                        <a:pt x="62689" y="4656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63" name="Freeform: Shape 4259">
                  <a:extLst>
                    <a:ext uri="{FF2B5EF4-FFF2-40B4-BE49-F238E27FC236}">
                      <a16:creationId xmlns:a16="http://schemas.microsoft.com/office/drawing/2014/main" id="{6A0CFE22-6982-BC6A-A3DE-35C2DC3C0047}"/>
                    </a:ext>
                  </a:extLst>
                </p:cNvPr>
                <p:cNvSpPr/>
                <p:nvPr/>
              </p:nvSpPr>
              <p:spPr>
                <a:xfrm>
                  <a:off x="657756" y="2954102"/>
                  <a:ext cx="76123" cy="85079"/>
                </a:xfrm>
                <a:custGeom>
                  <a:avLst/>
                  <a:gdLst>
                    <a:gd name="connsiteX0" fmla="*/ 77466 w 76122"/>
                    <a:gd name="connsiteY0" fmla="*/ 0 h 85078"/>
                    <a:gd name="connsiteX1" fmla="*/ 52390 w 76122"/>
                    <a:gd name="connsiteY1" fmla="*/ 0 h 85078"/>
                    <a:gd name="connsiteX2" fmla="*/ 50152 w 76122"/>
                    <a:gd name="connsiteY2" fmla="*/ 2239 h 85078"/>
                    <a:gd name="connsiteX3" fmla="*/ 50152 w 76122"/>
                    <a:gd name="connsiteY3" fmla="*/ 19702 h 85078"/>
                    <a:gd name="connsiteX4" fmla="*/ 27315 w 76122"/>
                    <a:gd name="connsiteY4" fmla="*/ 19702 h 85078"/>
                    <a:gd name="connsiteX5" fmla="*/ 25076 w 76122"/>
                    <a:gd name="connsiteY5" fmla="*/ 21941 h 85078"/>
                    <a:gd name="connsiteX6" fmla="*/ 25076 w 76122"/>
                    <a:gd name="connsiteY6" fmla="*/ 39405 h 85078"/>
                    <a:gd name="connsiteX7" fmla="*/ 2239 w 76122"/>
                    <a:gd name="connsiteY7" fmla="*/ 39405 h 85078"/>
                    <a:gd name="connsiteX8" fmla="*/ 0 w 76122"/>
                    <a:gd name="connsiteY8" fmla="*/ 41644 h 85078"/>
                    <a:gd name="connsiteX9" fmla="*/ 0 w 76122"/>
                    <a:gd name="connsiteY9" fmla="*/ 85079 h 85078"/>
                    <a:gd name="connsiteX10" fmla="*/ 2239 w 76122"/>
                    <a:gd name="connsiteY10" fmla="*/ 87317 h 85078"/>
                    <a:gd name="connsiteX11" fmla="*/ 27315 w 76122"/>
                    <a:gd name="connsiteY11" fmla="*/ 87317 h 85078"/>
                    <a:gd name="connsiteX12" fmla="*/ 52390 w 76122"/>
                    <a:gd name="connsiteY12" fmla="*/ 87317 h 85078"/>
                    <a:gd name="connsiteX13" fmla="*/ 77466 w 76122"/>
                    <a:gd name="connsiteY13" fmla="*/ 87317 h 85078"/>
                    <a:gd name="connsiteX14" fmla="*/ 79705 w 76122"/>
                    <a:gd name="connsiteY14" fmla="*/ 85079 h 85078"/>
                    <a:gd name="connsiteX15" fmla="*/ 79705 w 76122"/>
                    <a:gd name="connsiteY15" fmla="*/ 2687 h 85078"/>
                    <a:gd name="connsiteX16" fmla="*/ 77466 w 76122"/>
                    <a:gd name="connsiteY16" fmla="*/ 0 h 85078"/>
                    <a:gd name="connsiteX17" fmla="*/ 4926 w 76122"/>
                    <a:gd name="connsiteY17" fmla="*/ 43883 h 85078"/>
                    <a:gd name="connsiteX18" fmla="*/ 25524 w 76122"/>
                    <a:gd name="connsiteY18" fmla="*/ 43883 h 85078"/>
                    <a:gd name="connsiteX19" fmla="*/ 25524 w 76122"/>
                    <a:gd name="connsiteY19" fmla="*/ 82840 h 85078"/>
                    <a:gd name="connsiteX20" fmla="*/ 4926 w 76122"/>
                    <a:gd name="connsiteY20" fmla="*/ 82840 h 85078"/>
                    <a:gd name="connsiteX21" fmla="*/ 4926 w 76122"/>
                    <a:gd name="connsiteY21" fmla="*/ 43883 h 85078"/>
                    <a:gd name="connsiteX22" fmla="*/ 30001 w 76122"/>
                    <a:gd name="connsiteY22" fmla="*/ 41644 h 85078"/>
                    <a:gd name="connsiteX23" fmla="*/ 30001 w 76122"/>
                    <a:gd name="connsiteY23" fmla="*/ 24180 h 85078"/>
                    <a:gd name="connsiteX24" fmla="*/ 50599 w 76122"/>
                    <a:gd name="connsiteY24" fmla="*/ 24180 h 85078"/>
                    <a:gd name="connsiteX25" fmla="*/ 50599 w 76122"/>
                    <a:gd name="connsiteY25" fmla="*/ 82840 h 85078"/>
                    <a:gd name="connsiteX26" fmla="*/ 30001 w 76122"/>
                    <a:gd name="connsiteY26" fmla="*/ 82840 h 85078"/>
                    <a:gd name="connsiteX27" fmla="*/ 30001 w 76122"/>
                    <a:gd name="connsiteY27" fmla="*/ 41644 h 85078"/>
                    <a:gd name="connsiteX28" fmla="*/ 75227 w 76122"/>
                    <a:gd name="connsiteY28" fmla="*/ 82840 h 85078"/>
                    <a:gd name="connsiteX29" fmla="*/ 54629 w 76122"/>
                    <a:gd name="connsiteY29" fmla="*/ 82840 h 85078"/>
                    <a:gd name="connsiteX30" fmla="*/ 54629 w 76122"/>
                    <a:gd name="connsiteY30" fmla="*/ 21941 h 85078"/>
                    <a:gd name="connsiteX31" fmla="*/ 54629 w 76122"/>
                    <a:gd name="connsiteY31" fmla="*/ 4478 h 85078"/>
                    <a:gd name="connsiteX32" fmla="*/ 75227 w 76122"/>
                    <a:gd name="connsiteY32" fmla="*/ 4478 h 85078"/>
                    <a:gd name="connsiteX33" fmla="*/ 75227 w 76122"/>
                    <a:gd name="connsiteY33" fmla="*/ 82840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6122" h="85078">
                      <a:moveTo>
                        <a:pt x="77466" y="0"/>
                      </a:moveTo>
                      <a:lnTo>
                        <a:pt x="52390" y="0"/>
                      </a:lnTo>
                      <a:cubicBezTo>
                        <a:pt x="51047" y="0"/>
                        <a:pt x="50152" y="895"/>
                        <a:pt x="50152" y="2239"/>
                      </a:cubicBezTo>
                      <a:lnTo>
                        <a:pt x="50152" y="19702"/>
                      </a:lnTo>
                      <a:lnTo>
                        <a:pt x="27315" y="19702"/>
                      </a:lnTo>
                      <a:cubicBezTo>
                        <a:pt x="25971" y="19702"/>
                        <a:pt x="25076" y="20598"/>
                        <a:pt x="25076" y="21941"/>
                      </a:cubicBezTo>
                      <a:lnTo>
                        <a:pt x="25076" y="39405"/>
                      </a:lnTo>
                      <a:lnTo>
                        <a:pt x="2239" y="39405"/>
                      </a:lnTo>
                      <a:cubicBezTo>
                        <a:pt x="896" y="39405"/>
                        <a:pt x="0" y="40300"/>
                        <a:pt x="0" y="41644"/>
                      </a:cubicBezTo>
                      <a:lnTo>
                        <a:pt x="0" y="85079"/>
                      </a:lnTo>
                      <a:cubicBezTo>
                        <a:pt x="0" y="86422"/>
                        <a:pt x="896" y="87317"/>
                        <a:pt x="2239" y="87317"/>
                      </a:cubicBezTo>
                      <a:lnTo>
                        <a:pt x="27315" y="87317"/>
                      </a:lnTo>
                      <a:lnTo>
                        <a:pt x="52390" y="87317"/>
                      </a:lnTo>
                      <a:lnTo>
                        <a:pt x="77466" y="87317"/>
                      </a:lnTo>
                      <a:cubicBezTo>
                        <a:pt x="78810" y="87317"/>
                        <a:pt x="79705" y="86422"/>
                        <a:pt x="79705" y="85079"/>
                      </a:cubicBezTo>
                      <a:lnTo>
                        <a:pt x="79705" y="2687"/>
                      </a:lnTo>
                      <a:cubicBezTo>
                        <a:pt x="79705" y="1343"/>
                        <a:pt x="78810" y="0"/>
                        <a:pt x="77466" y="0"/>
                      </a:cubicBezTo>
                      <a:close/>
                      <a:moveTo>
                        <a:pt x="4926" y="43883"/>
                      </a:moveTo>
                      <a:lnTo>
                        <a:pt x="25524" y="43883"/>
                      </a:lnTo>
                      <a:lnTo>
                        <a:pt x="25524" y="82840"/>
                      </a:lnTo>
                      <a:lnTo>
                        <a:pt x="4926" y="82840"/>
                      </a:lnTo>
                      <a:lnTo>
                        <a:pt x="4926" y="43883"/>
                      </a:lnTo>
                      <a:close/>
                      <a:moveTo>
                        <a:pt x="30001" y="41644"/>
                      </a:moveTo>
                      <a:lnTo>
                        <a:pt x="30001" y="24180"/>
                      </a:lnTo>
                      <a:lnTo>
                        <a:pt x="50599" y="24180"/>
                      </a:lnTo>
                      <a:lnTo>
                        <a:pt x="50599" y="82840"/>
                      </a:lnTo>
                      <a:lnTo>
                        <a:pt x="30001" y="82840"/>
                      </a:lnTo>
                      <a:lnTo>
                        <a:pt x="30001" y="41644"/>
                      </a:lnTo>
                      <a:close/>
                      <a:moveTo>
                        <a:pt x="75227" y="82840"/>
                      </a:moveTo>
                      <a:lnTo>
                        <a:pt x="54629" y="82840"/>
                      </a:lnTo>
                      <a:lnTo>
                        <a:pt x="54629" y="21941"/>
                      </a:lnTo>
                      <a:lnTo>
                        <a:pt x="54629" y="4478"/>
                      </a:lnTo>
                      <a:lnTo>
                        <a:pt x="75227" y="4478"/>
                      </a:lnTo>
                      <a:lnTo>
                        <a:pt x="75227" y="8284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64" name="Group 4260">
                <a:extLst>
                  <a:ext uri="{FF2B5EF4-FFF2-40B4-BE49-F238E27FC236}">
                    <a16:creationId xmlns:a16="http://schemas.microsoft.com/office/drawing/2014/main" id="{BC37140F-3F36-63C8-069D-2033D41FDBA0}"/>
                  </a:ext>
                  <a:ext uri="{C183D7F6-B498-43B3-948B-1728B52AA6E4}">
                    <adec:decorative xmlns:adec="http://schemas.microsoft.com/office/drawing/2017/decorative" val="1"/>
                  </a:ext>
                </a:extLst>
              </p:cNvPr>
              <p:cNvGrpSpPr>
                <a:grpSpLocks noChangeAspect="1"/>
              </p:cNvGrpSpPr>
              <p:nvPr/>
            </p:nvGrpSpPr>
            <p:grpSpPr>
              <a:xfrm>
                <a:off x="1617346" y="3638046"/>
                <a:ext cx="125827" cy="120901"/>
                <a:chOff x="1658100" y="2902607"/>
                <a:chExt cx="125827" cy="120901"/>
              </a:xfrm>
            </p:grpSpPr>
            <p:sp>
              <p:nvSpPr>
                <p:cNvPr id="365" name="Freeform: Shape 4261">
                  <a:extLst>
                    <a:ext uri="{FF2B5EF4-FFF2-40B4-BE49-F238E27FC236}">
                      <a16:creationId xmlns:a16="http://schemas.microsoft.com/office/drawing/2014/main" id="{EB280A53-F300-B8AD-F18F-B75D22D49B2A}"/>
                    </a:ext>
                  </a:extLst>
                </p:cNvPr>
                <p:cNvSpPr/>
                <p:nvPr/>
              </p:nvSpPr>
              <p:spPr>
                <a:xfrm>
                  <a:off x="1671534" y="2916041"/>
                  <a:ext cx="17911" cy="4478"/>
                </a:xfrm>
                <a:custGeom>
                  <a:avLst/>
                  <a:gdLst>
                    <a:gd name="connsiteX0" fmla="*/ 2239 w 17911"/>
                    <a:gd name="connsiteY0" fmla="*/ 4478 h 4477"/>
                    <a:gd name="connsiteX1" fmla="*/ 0 w 17911"/>
                    <a:gd name="connsiteY1" fmla="*/ 2239 h 4477"/>
                    <a:gd name="connsiteX2" fmla="*/ 2239 w 17911"/>
                    <a:gd name="connsiteY2" fmla="*/ 0 h 4477"/>
                    <a:gd name="connsiteX3" fmla="*/ 15672 w 17911"/>
                    <a:gd name="connsiteY3" fmla="*/ 0 h 4477"/>
                    <a:gd name="connsiteX4" fmla="*/ 17911 w 17911"/>
                    <a:gd name="connsiteY4" fmla="*/ 2239 h 4477"/>
                    <a:gd name="connsiteX5" fmla="*/ 15672 w 17911"/>
                    <a:gd name="connsiteY5" fmla="*/ 4478 h 4477"/>
                    <a:gd name="connsiteX6" fmla="*/ 2239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2239" y="4478"/>
                      </a:moveTo>
                      <a:cubicBezTo>
                        <a:pt x="896" y="4478"/>
                        <a:pt x="0" y="3582"/>
                        <a:pt x="0" y="2239"/>
                      </a:cubicBezTo>
                      <a:cubicBezTo>
                        <a:pt x="0" y="895"/>
                        <a:pt x="896" y="0"/>
                        <a:pt x="2239" y="0"/>
                      </a:cubicBezTo>
                      <a:lnTo>
                        <a:pt x="15672" y="0"/>
                      </a:lnTo>
                      <a:cubicBezTo>
                        <a:pt x="17016" y="0"/>
                        <a:pt x="17911" y="895"/>
                        <a:pt x="17911" y="2239"/>
                      </a:cubicBezTo>
                      <a:cubicBezTo>
                        <a:pt x="17911" y="3582"/>
                        <a:pt x="17016" y="4478"/>
                        <a:pt x="15672" y="4478"/>
                      </a:cubicBezTo>
                      <a:lnTo>
                        <a:pt x="2239"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66" name="Freeform: Shape 4262">
                  <a:extLst>
                    <a:ext uri="{FF2B5EF4-FFF2-40B4-BE49-F238E27FC236}">
                      <a16:creationId xmlns:a16="http://schemas.microsoft.com/office/drawing/2014/main" id="{A57BE514-54FA-2E50-DBAF-9F6926429B70}"/>
                    </a:ext>
                  </a:extLst>
                </p:cNvPr>
                <p:cNvSpPr/>
                <p:nvPr/>
              </p:nvSpPr>
              <p:spPr>
                <a:xfrm>
                  <a:off x="1671534" y="29563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6568"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67" name="Freeform: Shape 4263">
                  <a:extLst>
                    <a:ext uri="{FF2B5EF4-FFF2-40B4-BE49-F238E27FC236}">
                      <a16:creationId xmlns:a16="http://schemas.microsoft.com/office/drawing/2014/main" id="{3528B0DC-12B9-5A1E-1CE1-89F0837DE002}"/>
                    </a:ext>
                  </a:extLst>
                </p:cNvPr>
                <p:cNvSpPr/>
                <p:nvPr/>
              </p:nvSpPr>
              <p:spPr>
                <a:xfrm>
                  <a:off x="1671534" y="299664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5"/>
                        <a:pt x="896" y="0"/>
                        <a:pt x="2239" y="0"/>
                      </a:cubicBezTo>
                      <a:lnTo>
                        <a:pt x="15672" y="0"/>
                      </a:lnTo>
                      <a:cubicBezTo>
                        <a:pt x="17016" y="0"/>
                        <a:pt x="17911" y="895"/>
                        <a:pt x="17911" y="2239"/>
                      </a:cubicBezTo>
                      <a:cubicBezTo>
                        <a:pt x="17911" y="3582"/>
                        <a:pt x="16568"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68" name="Freeform: Shape 4264">
                  <a:extLst>
                    <a:ext uri="{FF2B5EF4-FFF2-40B4-BE49-F238E27FC236}">
                      <a16:creationId xmlns:a16="http://schemas.microsoft.com/office/drawing/2014/main" id="{915468BC-E26A-83FB-9F17-E29084DC5EB4}"/>
                    </a:ext>
                  </a:extLst>
                </p:cNvPr>
                <p:cNvSpPr/>
                <p:nvPr/>
              </p:nvSpPr>
              <p:spPr>
                <a:xfrm>
                  <a:off x="1658100" y="2902607"/>
                  <a:ext cx="111945" cy="120901"/>
                </a:xfrm>
                <a:custGeom>
                  <a:avLst/>
                  <a:gdLst>
                    <a:gd name="connsiteX0" fmla="*/ 98960 w 111945"/>
                    <a:gd name="connsiteY0" fmla="*/ 0 h 120901"/>
                    <a:gd name="connsiteX1" fmla="*/ 12986 w 111945"/>
                    <a:gd name="connsiteY1" fmla="*/ 0 h 120901"/>
                    <a:gd name="connsiteX2" fmla="*/ 0 w 111945"/>
                    <a:gd name="connsiteY2" fmla="*/ 12538 h 120901"/>
                    <a:gd name="connsiteX3" fmla="*/ 0 w 111945"/>
                    <a:gd name="connsiteY3" fmla="*/ 42091 h 120901"/>
                    <a:gd name="connsiteX4" fmla="*/ 0 w 111945"/>
                    <a:gd name="connsiteY4" fmla="*/ 42539 h 120901"/>
                    <a:gd name="connsiteX5" fmla="*/ 0 w 111945"/>
                    <a:gd name="connsiteY5" fmla="*/ 42987 h 120901"/>
                    <a:gd name="connsiteX6" fmla="*/ 0 w 111945"/>
                    <a:gd name="connsiteY6" fmla="*/ 82392 h 120901"/>
                    <a:gd name="connsiteX7" fmla="*/ 0 w 111945"/>
                    <a:gd name="connsiteY7" fmla="*/ 82840 h 120901"/>
                    <a:gd name="connsiteX8" fmla="*/ 0 w 111945"/>
                    <a:gd name="connsiteY8" fmla="*/ 83287 h 120901"/>
                    <a:gd name="connsiteX9" fmla="*/ 0 w 111945"/>
                    <a:gd name="connsiteY9" fmla="*/ 112393 h 120901"/>
                    <a:gd name="connsiteX10" fmla="*/ 12986 w 111945"/>
                    <a:gd name="connsiteY10" fmla="*/ 124931 h 120901"/>
                    <a:gd name="connsiteX11" fmla="*/ 76123 w 111945"/>
                    <a:gd name="connsiteY11" fmla="*/ 124931 h 120901"/>
                    <a:gd name="connsiteX12" fmla="*/ 78362 w 111945"/>
                    <a:gd name="connsiteY12" fmla="*/ 122692 h 120901"/>
                    <a:gd name="connsiteX13" fmla="*/ 76123 w 111945"/>
                    <a:gd name="connsiteY13" fmla="*/ 120453 h 120901"/>
                    <a:gd name="connsiteX14" fmla="*/ 12986 w 111945"/>
                    <a:gd name="connsiteY14" fmla="*/ 120453 h 120901"/>
                    <a:gd name="connsiteX15" fmla="*/ 4478 w 111945"/>
                    <a:gd name="connsiteY15" fmla="*/ 112393 h 120901"/>
                    <a:gd name="connsiteX16" fmla="*/ 4478 w 111945"/>
                    <a:gd name="connsiteY16" fmla="*/ 84631 h 120901"/>
                    <a:gd name="connsiteX17" fmla="*/ 69406 w 111945"/>
                    <a:gd name="connsiteY17" fmla="*/ 84631 h 120901"/>
                    <a:gd name="connsiteX18" fmla="*/ 71645 w 111945"/>
                    <a:gd name="connsiteY18" fmla="*/ 82392 h 120901"/>
                    <a:gd name="connsiteX19" fmla="*/ 69406 w 111945"/>
                    <a:gd name="connsiteY19" fmla="*/ 80153 h 120901"/>
                    <a:gd name="connsiteX20" fmla="*/ 4478 w 111945"/>
                    <a:gd name="connsiteY20" fmla="*/ 80153 h 120901"/>
                    <a:gd name="connsiteX21" fmla="*/ 4478 w 111945"/>
                    <a:gd name="connsiteY21" fmla="*/ 44330 h 120901"/>
                    <a:gd name="connsiteX22" fmla="*/ 107468 w 111945"/>
                    <a:gd name="connsiteY22" fmla="*/ 44330 h 120901"/>
                    <a:gd name="connsiteX23" fmla="*/ 107468 w 111945"/>
                    <a:gd name="connsiteY23" fmla="*/ 68958 h 120901"/>
                    <a:gd name="connsiteX24" fmla="*/ 109707 w 111945"/>
                    <a:gd name="connsiteY24" fmla="*/ 71197 h 120901"/>
                    <a:gd name="connsiteX25" fmla="*/ 111945 w 111945"/>
                    <a:gd name="connsiteY25" fmla="*/ 68958 h 120901"/>
                    <a:gd name="connsiteX26" fmla="*/ 111945 w 111945"/>
                    <a:gd name="connsiteY26" fmla="*/ 12538 h 120901"/>
                    <a:gd name="connsiteX27" fmla="*/ 98960 w 111945"/>
                    <a:gd name="connsiteY27" fmla="*/ 0 h 120901"/>
                    <a:gd name="connsiteX28" fmla="*/ 4478 w 111945"/>
                    <a:gd name="connsiteY28" fmla="*/ 40300 h 120901"/>
                    <a:gd name="connsiteX29" fmla="*/ 4478 w 111945"/>
                    <a:gd name="connsiteY29" fmla="*/ 12538 h 120901"/>
                    <a:gd name="connsiteX30" fmla="*/ 12986 w 111945"/>
                    <a:gd name="connsiteY30" fmla="*/ 4478 h 120901"/>
                    <a:gd name="connsiteX31" fmla="*/ 98960 w 111945"/>
                    <a:gd name="connsiteY31" fmla="*/ 4478 h 120901"/>
                    <a:gd name="connsiteX32" fmla="*/ 107468 w 111945"/>
                    <a:gd name="connsiteY32" fmla="*/ 12538 h 120901"/>
                    <a:gd name="connsiteX33" fmla="*/ 107468 w 111945"/>
                    <a:gd name="connsiteY33" fmla="*/ 40300 h 120901"/>
                    <a:gd name="connsiteX34" fmla="*/ 4478 w 111945"/>
                    <a:gd name="connsiteY34" fmla="*/ 40300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1945" h="120901">
                      <a:moveTo>
                        <a:pt x="98960" y="0"/>
                      </a:moveTo>
                      <a:lnTo>
                        <a:pt x="12986" y="0"/>
                      </a:lnTo>
                      <a:cubicBezTo>
                        <a:pt x="5821" y="0"/>
                        <a:pt x="0" y="5821"/>
                        <a:pt x="0" y="12538"/>
                      </a:cubicBezTo>
                      <a:lnTo>
                        <a:pt x="0" y="42091"/>
                      </a:lnTo>
                      <a:cubicBezTo>
                        <a:pt x="0" y="42091"/>
                        <a:pt x="0" y="42539"/>
                        <a:pt x="0" y="42539"/>
                      </a:cubicBezTo>
                      <a:cubicBezTo>
                        <a:pt x="0" y="42539"/>
                        <a:pt x="0" y="42987"/>
                        <a:pt x="0" y="42987"/>
                      </a:cubicBezTo>
                      <a:lnTo>
                        <a:pt x="0" y="82392"/>
                      </a:lnTo>
                      <a:cubicBezTo>
                        <a:pt x="0" y="82392"/>
                        <a:pt x="0" y="82840"/>
                        <a:pt x="0" y="82840"/>
                      </a:cubicBezTo>
                      <a:cubicBezTo>
                        <a:pt x="0" y="82840"/>
                        <a:pt x="0" y="83287"/>
                        <a:pt x="0" y="83287"/>
                      </a:cubicBezTo>
                      <a:lnTo>
                        <a:pt x="0" y="112393"/>
                      </a:lnTo>
                      <a:cubicBezTo>
                        <a:pt x="0" y="119558"/>
                        <a:pt x="5821" y="124931"/>
                        <a:pt x="12986" y="124931"/>
                      </a:cubicBezTo>
                      <a:lnTo>
                        <a:pt x="76123" y="124931"/>
                      </a:lnTo>
                      <a:cubicBezTo>
                        <a:pt x="77466" y="124931"/>
                        <a:pt x="78362" y="124035"/>
                        <a:pt x="78362" y="122692"/>
                      </a:cubicBezTo>
                      <a:cubicBezTo>
                        <a:pt x="78362" y="121349"/>
                        <a:pt x="77466" y="120453"/>
                        <a:pt x="76123" y="120453"/>
                      </a:cubicBezTo>
                      <a:lnTo>
                        <a:pt x="12986" y="120453"/>
                      </a:lnTo>
                      <a:cubicBezTo>
                        <a:pt x="8508" y="120453"/>
                        <a:pt x="4478" y="116871"/>
                        <a:pt x="4478" y="112393"/>
                      </a:cubicBezTo>
                      <a:lnTo>
                        <a:pt x="4478" y="84631"/>
                      </a:lnTo>
                      <a:lnTo>
                        <a:pt x="69406" y="84631"/>
                      </a:lnTo>
                      <a:cubicBezTo>
                        <a:pt x="70750" y="84631"/>
                        <a:pt x="71645" y="83735"/>
                        <a:pt x="71645" y="82392"/>
                      </a:cubicBezTo>
                      <a:cubicBezTo>
                        <a:pt x="71645" y="81048"/>
                        <a:pt x="70750" y="80153"/>
                        <a:pt x="69406" y="80153"/>
                      </a:cubicBezTo>
                      <a:lnTo>
                        <a:pt x="4478" y="80153"/>
                      </a:lnTo>
                      <a:lnTo>
                        <a:pt x="4478" y="44330"/>
                      </a:lnTo>
                      <a:lnTo>
                        <a:pt x="107468" y="44330"/>
                      </a:lnTo>
                      <a:lnTo>
                        <a:pt x="107468" y="68958"/>
                      </a:lnTo>
                      <a:cubicBezTo>
                        <a:pt x="107468" y="70302"/>
                        <a:pt x="108363" y="71197"/>
                        <a:pt x="109707" y="71197"/>
                      </a:cubicBezTo>
                      <a:cubicBezTo>
                        <a:pt x="111050" y="71197"/>
                        <a:pt x="111945" y="70302"/>
                        <a:pt x="111945" y="68958"/>
                      </a:cubicBezTo>
                      <a:lnTo>
                        <a:pt x="111945" y="12538"/>
                      </a:lnTo>
                      <a:cubicBezTo>
                        <a:pt x="111945" y="5373"/>
                        <a:pt x="106124" y="0"/>
                        <a:pt x="98960" y="0"/>
                      </a:cubicBezTo>
                      <a:close/>
                      <a:moveTo>
                        <a:pt x="4478" y="40300"/>
                      </a:moveTo>
                      <a:lnTo>
                        <a:pt x="4478" y="12538"/>
                      </a:lnTo>
                      <a:cubicBezTo>
                        <a:pt x="4478" y="8060"/>
                        <a:pt x="8508" y="4478"/>
                        <a:pt x="12986" y="4478"/>
                      </a:cubicBezTo>
                      <a:lnTo>
                        <a:pt x="98960" y="4478"/>
                      </a:lnTo>
                      <a:cubicBezTo>
                        <a:pt x="103438" y="4478"/>
                        <a:pt x="107468" y="8060"/>
                        <a:pt x="107468" y="12538"/>
                      </a:cubicBezTo>
                      <a:lnTo>
                        <a:pt x="107468" y="40300"/>
                      </a:lnTo>
                      <a:lnTo>
                        <a:pt x="4478" y="4030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69" name="Freeform: Shape 4265">
                  <a:extLst>
                    <a:ext uri="{FF2B5EF4-FFF2-40B4-BE49-F238E27FC236}">
                      <a16:creationId xmlns:a16="http://schemas.microsoft.com/office/drawing/2014/main" id="{CC0CF841-254A-49E1-00C6-3BF840A8CA8B}"/>
                    </a:ext>
                  </a:extLst>
                </p:cNvPr>
                <p:cNvSpPr/>
                <p:nvPr/>
              </p:nvSpPr>
              <p:spPr>
                <a:xfrm>
                  <a:off x="1739149" y="2978730"/>
                  <a:ext cx="44778" cy="44778"/>
                </a:xfrm>
                <a:custGeom>
                  <a:avLst/>
                  <a:gdLst>
                    <a:gd name="connsiteX0" fmla="*/ 42539 w 44778"/>
                    <a:gd name="connsiteY0" fmla="*/ 10747 h 44778"/>
                    <a:gd name="connsiteX1" fmla="*/ 23285 w 44778"/>
                    <a:gd name="connsiteY1" fmla="*/ 0 h 44778"/>
                    <a:gd name="connsiteX2" fmla="*/ 23285 w 44778"/>
                    <a:gd name="connsiteY2" fmla="*/ 0 h 44778"/>
                    <a:gd name="connsiteX3" fmla="*/ 22837 w 44778"/>
                    <a:gd name="connsiteY3" fmla="*/ 0 h 44778"/>
                    <a:gd name="connsiteX4" fmla="*/ 22389 w 44778"/>
                    <a:gd name="connsiteY4" fmla="*/ 0 h 44778"/>
                    <a:gd name="connsiteX5" fmla="*/ 21941 w 44778"/>
                    <a:gd name="connsiteY5" fmla="*/ 0 h 44778"/>
                    <a:gd name="connsiteX6" fmla="*/ 21493 w 44778"/>
                    <a:gd name="connsiteY6" fmla="*/ 0 h 44778"/>
                    <a:gd name="connsiteX7" fmla="*/ 21046 w 44778"/>
                    <a:gd name="connsiteY7" fmla="*/ 0 h 44778"/>
                    <a:gd name="connsiteX8" fmla="*/ 20598 w 44778"/>
                    <a:gd name="connsiteY8" fmla="*/ 0 h 44778"/>
                    <a:gd name="connsiteX9" fmla="*/ 20598 w 44778"/>
                    <a:gd name="connsiteY9" fmla="*/ 0 h 44778"/>
                    <a:gd name="connsiteX10" fmla="*/ 1343 w 44778"/>
                    <a:gd name="connsiteY10" fmla="*/ 10747 h 44778"/>
                    <a:gd name="connsiteX11" fmla="*/ 0 w 44778"/>
                    <a:gd name="connsiteY11" fmla="*/ 12986 h 44778"/>
                    <a:gd name="connsiteX12" fmla="*/ 21941 w 44778"/>
                    <a:gd name="connsiteY12" fmla="*/ 48808 h 44778"/>
                    <a:gd name="connsiteX13" fmla="*/ 22389 w 44778"/>
                    <a:gd name="connsiteY13" fmla="*/ 48808 h 44778"/>
                    <a:gd name="connsiteX14" fmla="*/ 22389 w 44778"/>
                    <a:gd name="connsiteY14" fmla="*/ 48808 h 44778"/>
                    <a:gd name="connsiteX15" fmla="*/ 22389 w 44778"/>
                    <a:gd name="connsiteY15" fmla="*/ 48808 h 44778"/>
                    <a:gd name="connsiteX16" fmla="*/ 22389 w 44778"/>
                    <a:gd name="connsiteY16" fmla="*/ 48808 h 44778"/>
                    <a:gd name="connsiteX17" fmla="*/ 22389 w 44778"/>
                    <a:gd name="connsiteY17" fmla="*/ 48808 h 44778"/>
                    <a:gd name="connsiteX18" fmla="*/ 22837 w 44778"/>
                    <a:gd name="connsiteY18" fmla="*/ 48808 h 44778"/>
                    <a:gd name="connsiteX19" fmla="*/ 44778 w 44778"/>
                    <a:gd name="connsiteY19" fmla="*/ 12986 h 44778"/>
                    <a:gd name="connsiteX20" fmla="*/ 42539 w 44778"/>
                    <a:gd name="connsiteY20" fmla="*/ 10747 h 44778"/>
                    <a:gd name="connsiteX21" fmla="*/ 21941 w 44778"/>
                    <a:gd name="connsiteY21" fmla="*/ 44330 h 44778"/>
                    <a:gd name="connsiteX22" fmla="*/ 4030 w 44778"/>
                    <a:gd name="connsiteY22" fmla="*/ 14329 h 44778"/>
                    <a:gd name="connsiteX23" fmla="*/ 21941 w 44778"/>
                    <a:gd name="connsiteY23" fmla="*/ 4478 h 44778"/>
                    <a:gd name="connsiteX24" fmla="*/ 39853 w 44778"/>
                    <a:gd name="connsiteY24" fmla="*/ 14329 h 44778"/>
                    <a:gd name="connsiteX25" fmla="*/ 21941 w 44778"/>
                    <a:gd name="connsiteY25" fmla="*/ 44330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4778" h="44778">
                      <a:moveTo>
                        <a:pt x="42539" y="10747"/>
                      </a:moveTo>
                      <a:cubicBezTo>
                        <a:pt x="33136" y="7612"/>
                        <a:pt x="23285" y="0"/>
                        <a:pt x="23285" y="0"/>
                      </a:cubicBezTo>
                      <a:cubicBezTo>
                        <a:pt x="23285" y="0"/>
                        <a:pt x="23285" y="0"/>
                        <a:pt x="23285" y="0"/>
                      </a:cubicBezTo>
                      <a:cubicBezTo>
                        <a:pt x="23285" y="0"/>
                        <a:pt x="22837" y="0"/>
                        <a:pt x="22837" y="0"/>
                      </a:cubicBezTo>
                      <a:cubicBezTo>
                        <a:pt x="22837" y="0"/>
                        <a:pt x="22389" y="0"/>
                        <a:pt x="22389" y="0"/>
                      </a:cubicBezTo>
                      <a:cubicBezTo>
                        <a:pt x="22389" y="0"/>
                        <a:pt x="21941" y="0"/>
                        <a:pt x="21941" y="0"/>
                      </a:cubicBezTo>
                      <a:cubicBezTo>
                        <a:pt x="21941" y="0"/>
                        <a:pt x="21493" y="0"/>
                        <a:pt x="21493" y="0"/>
                      </a:cubicBezTo>
                      <a:cubicBezTo>
                        <a:pt x="21493" y="0"/>
                        <a:pt x="21046" y="0"/>
                        <a:pt x="21046" y="0"/>
                      </a:cubicBezTo>
                      <a:cubicBezTo>
                        <a:pt x="21046" y="0"/>
                        <a:pt x="20598" y="0"/>
                        <a:pt x="20598" y="0"/>
                      </a:cubicBezTo>
                      <a:cubicBezTo>
                        <a:pt x="20598" y="0"/>
                        <a:pt x="20598" y="0"/>
                        <a:pt x="20598" y="0"/>
                      </a:cubicBezTo>
                      <a:cubicBezTo>
                        <a:pt x="20598" y="0"/>
                        <a:pt x="10747" y="7612"/>
                        <a:pt x="1343" y="10747"/>
                      </a:cubicBezTo>
                      <a:cubicBezTo>
                        <a:pt x="448" y="11195"/>
                        <a:pt x="0" y="12090"/>
                        <a:pt x="0" y="12986"/>
                      </a:cubicBezTo>
                      <a:cubicBezTo>
                        <a:pt x="0" y="44330"/>
                        <a:pt x="21941" y="48808"/>
                        <a:pt x="21941" y="48808"/>
                      </a:cubicBezTo>
                      <a:cubicBezTo>
                        <a:pt x="21941" y="48808"/>
                        <a:pt x="22389" y="48808"/>
                        <a:pt x="22389" y="48808"/>
                      </a:cubicBezTo>
                      <a:cubicBezTo>
                        <a:pt x="22389" y="48808"/>
                        <a:pt x="22389" y="48808"/>
                        <a:pt x="22389" y="48808"/>
                      </a:cubicBezTo>
                      <a:lnTo>
                        <a:pt x="22389" y="48808"/>
                      </a:lnTo>
                      <a:lnTo>
                        <a:pt x="22389" y="48808"/>
                      </a:lnTo>
                      <a:cubicBezTo>
                        <a:pt x="22389" y="48808"/>
                        <a:pt x="22389" y="48808"/>
                        <a:pt x="22389" y="48808"/>
                      </a:cubicBezTo>
                      <a:cubicBezTo>
                        <a:pt x="22389" y="48808"/>
                        <a:pt x="22837" y="48808"/>
                        <a:pt x="22837" y="48808"/>
                      </a:cubicBezTo>
                      <a:cubicBezTo>
                        <a:pt x="22837" y="48808"/>
                        <a:pt x="44778" y="43883"/>
                        <a:pt x="44778" y="12986"/>
                      </a:cubicBezTo>
                      <a:cubicBezTo>
                        <a:pt x="44330" y="12090"/>
                        <a:pt x="43435" y="11195"/>
                        <a:pt x="42539" y="10747"/>
                      </a:cubicBezTo>
                      <a:close/>
                      <a:moveTo>
                        <a:pt x="21941" y="44330"/>
                      </a:moveTo>
                      <a:cubicBezTo>
                        <a:pt x="19255" y="43435"/>
                        <a:pt x="4478" y="38509"/>
                        <a:pt x="4030" y="14329"/>
                      </a:cubicBezTo>
                      <a:cubicBezTo>
                        <a:pt x="11642" y="11642"/>
                        <a:pt x="18807" y="6269"/>
                        <a:pt x="21941" y="4478"/>
                      </a:cubicBezTo>
                      <a:cubicBezTo>
                        <a:pt x="25076" y="6717"/>
                        <a:pt x="32240" y="11642"/>
                        <a:pt x="39853" y="14329"/>
                      </a:cubicBezTo>
                      <a:cubicBezTo>
                        <a:pt x="38957" y="38509"/>
                        <a:pt x="24628" y="43883"/>
                        <a:pt x="21941" y="4433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70" name="Group 4266">
                <a:extLst>
                  <a:ext uri="{FF2B5EF4-FFF2-40B4-BE49-F238E27FC236}">
                    <a16:creationId xmlns:a16="http://schemas.microsoft.com/office/drawing/2014/main" id="{C42F6174-B10B-FEDB-8460-959FEE505510}"/>
                  </a:ext>
                  <a:ext uri="{C183D7F6-B498-43B3-948B-1728B52AA6E4}">
                    <adec:decorative xmlns:adec="http://schemas.microsoft.com/office/drawing/2017/decorative" val="1"/>
                  </a:ext>
                </a:extLst>
              </p:cNvPr>
              <p:cNvGrpSpPr>
                <a:grpSpLocks noChangeAspect="1"/>
              </p:cNvGrpSpPr>
              <p:nvPr/>
            </p:nvGrpSpPr>
            <p:grpSpPr>
              <a:xfrm>
                <a:off x="2909309" y="3638382"/>
                <a:ext cx="147768" cy="138476"/>
                <a:chOff x="2950063" y="2902943"/>
                <a:chExt cx="147768" cy="138476"/>
              </a:xfrm>
            </p:grpSpPr>
            <p:sp>
              <p:nvSpPr>
                <p:cNvPr id="371" name="Freeform: Shape 4267">
                  <a:extLst>
                    <a:ext uri="{FF2B5EF4-FFF2-40B4-BE49-F238E27FC236}">
                      <a16:creationId xmlns:a16="http://schemas.microsoft.com/office/drawing/2014/main" id="{961FF525-7769-B320-A81E-7EF12BBA2D6B}"/>
                    </a:ext>
                  </a:extLst>
                </p:cNvPr>
                <p:cNvSpPr/>
                <p:nvPr/>
              </p:nvSpPr>
              <p:spPr>
                <a:xfrm>
                  <a:off x="3002005" y="2902943"/>
                  <a:ext cx="49256" cy="40300"/>
                </a:xfrm>
                <a:custGeom>
                  <a:avLst/>
                  <a:gdLst>
                    <a:gd name="connsiteX0" fmla="*/ 46458 w 49255"/>
                    <a:gd name="connsiteY0" fmla="*/ 44442 h 40300"/>
                    <a:gd name="connsiteX1" fmla="*/ 2127 w 49255"/>
                    <a:gd name="connsiteY1" fmla="*/ 44442 h 40300"/>
                    <a:gd name="connsiteX2" fmla="*/ 336 w 49255"/>
                    <a:gd name="connsiteY2" fmla="*/ 43547 h 40300"/>
                    <a:gd name="connsiteX3" fmla="*/ 336 w 49255"/>
                    <a:gd name="connsiteY3" fmla="*/ 41308 h 40300"/>
                    <a:gd name="connsiteX4" fmla="*/ 22725 w 49255"/>
                    <a:gd name="connsiteY4" fmla="*/ 1007 h 40300"/>
                    <a:gd name="connsiteX5" fmla="*/ 26755 w 49255"/>
                    <a:gd name="connsiteY5" fmla="*/ 1007 h 40300"/>
                    <a:gd name="connsiteX6" fmla="*/ 49144 w 49255"/>
                    <a:gd name="connsiteY6" fmla="*/ 41308 h 40300"/>
                    <a:gd name="connsiteX7" fmla="*/ 49144 w 49255"/>
                    <a:gd name="connsiteY7" fmla="*/ 43547 h 40300"/>
                    <a:gd name="connsiteX8" fmla="*/ 46458 w 49255"/>
                    <a:gd name="connsiteY8" fmla="*/ 44442 h 40300"/>
                    <a:gd name="connsiteX9" fmla="*/ 5709 w 49255"/>
                    <a:gd name="connsiteY9" fmla="*/ 39965 h 40300"/>
                    <a:gd name="connsiteX10" fmla="*/ 42427 w 49255"/>
                    <a:gd name="connsiteY10" fmla="*/ 39965 h 40300"/>
                    <a:gd name="connsiteX11" fmla="*/ 24068 w 49255"/>
                    <a:gd name="connsiteY11" fmla="*/ 6381 h 40300"/>
                    <a:gd name="connsiteX12" fmla="*/ 5709 w 49255"/>
                    <a:gd name="connsiteY12" fmla="*/ 39965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255" h="40300">
                      <a:moveTo>
                        <a:pt x="46458" y="44442"/>
                      </a:moveTo>
                      <a:lnTo>
                        <a:pt x="2127" y="44442"/>
                      </a:lnTo>
                      <a:cubicBezTo>
                        <a:pt x="1231" y="44442"/>
                        <a:pt x="784" y="43995"/>
                        <a:pt x="336" y="43547"/>
                      </a:cubicBezTo>
                      <a:cubicBezTo>
                        <a:pt x="-112" y="42651"/>
                        <a:pt x="-112" y="42203"/>
                        <a:pt x="336" y="41308"/>
                      </a:cubicBezTo>
                      <a:lnTo>
                        <a:pt x="22725" y="1007"/>
                      </a:lnTo>
                      <a:cubicBezTo>
                        <a:pt x="23620" y="-336"/>
                        <a:pt x="25859" y="-336"/>
                        <a:pt x="26755" y="1007"/>
                      </a:cubicBezTo>
                      <a:lnTo>
                        <a:pt x="49144" y="41308"/>
                      </a:lnTo>
                      <a:cubicBezTo>
                        <a:pt x="49592" y="42203"/>
                        <a:pt x="49592" y="42651"/>
                        <a:pt x="49144" y="43547"/>
                      </a:cubicBezTo>
                      <a:cubicBezTo>
                        <a:pt x="47801" y="43995"/>
                        <a:pt x="47353" y="44442"/>
                        <a:pt x="46458" y="44442"/>
                      </a:cubicBezTo>
                      <a:close/>
                      <a:moveTo>
                        <a:pt x="5709" y="39965"/>
                      </a:moveTo>
                      <a:lnTo>
                        <a:pt x="42427" y="39965"/>
                      </a:lnTo>
                      <a:lnTo>
                        <a:pt x="24068" y="6381"/>
                      </a:lnTo>
                      <a:lnTo>
                        <a:pt x="5709" y="3996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72" name="Freeform: Shape 4268">
                  <a:extLst>
                    <a:ext uri="{FF2B5EF4-FFF2-40B4-BE49-F238E27FC236}">
                      <a16:creationId xmlns:a16="http://schemas.microsoft.com/office/drawing/2014/main" id="{3C81973D-3126-EB71-4E05-1FDC47D49ACB}"/>
                    </a:ext>
                  </a:extLst>
                </p:cNvPr>
                <p:cNvSpPr/>
                <p:nvPr/>
              </p:nvSpPr>
              <p:spPr>
                <a:xfrm>
                  <a:off x="2980064" y="2956341"/>
                  <a:ext cx="89556" cy="31345"/>
                </a:xfrm>
                <a:custGeom>
                  <a:avLst/>
                  <a:gdLst>
                    <a:gd name="connsiteX0" fmla="*/ 90788 w 89556"/>
                    <a:gd name="connsiteY0" fmla="*/ 31345 h 31344"/>
                    <a:gd name="connsiteX1" fmla="*/ 2127 w 89556"/>
                    <a:gd name="connsiteY1" fmla="*/ 31345 h 31344"/>
                    <a:gd name="connsiteX2" fmla="*/ 336 w 89556"/>
                    <a:gd name="connsiteY2" fmla="*/ 30449 h 31344"/>
                    <a:gd name="connsiteX3" fmla="*/ 336 w 89556"/>
                    <a:gd name="connsiteY3" fmla="*/ 28210 h 31344"/>
                    <a:gd name="connsiteX4" fmla="*/ 15113 w 89556"/>
                    <a:gd name="connsiteY4" fmla="*/ 1343 h 31344"/>
                    <a:gd name="connsiteX5" fmla="*/ 16904 w 89556"/>
                    <a:gd name="connsiteY5" fmla="*/ 0 h 31344"/>
                    <a:gd name="connsiteX6" fmla="*/ 76011 w 89556"/>
                    <a:gd name="connsiteY6" fmla="*/ 0 h 31344"/>
                    <a:gd name="connsiteX7" fmla="*/ 77802 w 89556"/>
                    <a:gd name="connsiteY7" fmla="*/ 1343 h 31344"/>
                    <a:gd name="connsiteX8" fmla="*/ 92579 w 89556"/>
                    <a:gd name="connsiteY8" fmla="*/ 28210 h 31344"/>
                    <a:gd name="connsiteX9" fmla="*/ 92579 w 89556"/>
                    <a:gd name="connsiteY9" fmla="*/ 30449 h 31344"/>
                    <a:gd name="connsiteX10" fmla="*/ 90788 w 89556"/>
                    <a:gd name="connsiteY10" fmla="*/ 31345 h 31344"/>
                    <a:gd name="connsiteX11" fmla="*/ 5709 w 89556"/>
                    <a:gd name="connsiteY11" fmla="*/ 26867 h 31344"/>
                    <a:gd name="connsiteX12" fmla="*/ 86758 w 89556"/>
                    <a:gd name="connsiteY12" fmla="*/ 26867 h 31344"/>
                    <a:gd name="connsiteX13" fmla="*/ 74220 w 89556"/>
                    <a:gd name="connsiteY13" fmla="*/ 4478 h 31344"/>
                    <a:gd name="connsiteX14" fmla="*/ 17799 w 89556"/>
                    <a:gd name="connsiteY14" fmla="*/ 4478 h 31344"/>
                    <a:gd name="connsiteX15" fmla="*/ 5709 w 89556"/>
                    <a:gd name="connsiteY15" fmla="*/ 26867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556" h="31344">
                      <a:moveTo>
                        <a:pt x="90788" y="31345"/>
                      </a:moveTo>
                      <a:lnTo>
                        <a:pt x="2127" y="31345"/>
                      </a:lnTo>
                      <a:cubicBezTo>
                        <a:pt x="1232" y="31345"/>
                        <a:pt x="784" y="30897"/>
                        <a:pt x="336" y="30449"/>
                      </a:cubicBezTo>
                      <a:cubicBezTo>
                        <a:pt x="-112" y="29553"/>
                        <a:pt x="-112" y="29106"/>
                        <a:pt x="336" y="28210"/>
                      </a:cubicBezTo>
                      <a:lnTo>
                        <a:pt x="15113" y="1343"/>
                      </a:lnTo>
                      <a:cubicBezTo>
                        <a:pt x="15560" y="448"/>
                        <a:pt x="16456" y="0"/>
                        <a:pt x="16904" y="0"/>
                      </a:cubicBezTo>
                      <a:lnTo>
                        <a:pt x="76011" y="0"/>
                      </a:lnTo>
                      <a:cubicBezTo>
                        <a:pt x="76907" y="0"/>
                        <a:pt x="77354" y="448"/>
                        <a:pt x="77802" y="1343"/>
                      </a:cubicBezTo>
                      <a:lnTo>
                        <a:pt x="92579" y="28210"/>
                      </a:lnTo>
                      <a:cubicBezTo>
                        <a:pt x="93027" y="29106"/>
                        <a:pt x="93027" y="29553"/>
                        <a:pt x="92579" y="30449"/>
                      </a:cubicBezTo>
                      <a:cubicBezTo>
                        <a:pt x="92131" y="30897"/>
                        <a:pt x="91236" y="31345"/>
                        <a:pt x="90788" y="31345"/>
                      </a:cubicBezTo>
                      <a:close/>
                      <a:moveTo>
                        <a:pt x="5709" y="26867"/>
                      </a:moveTo>
                      <a:lnTo>
                        <a:pt x="86758" y="26867"/>
                      </a:lnTo>
                      <a:lnTo>
                        <a:pt x="74220" y="4478"/>
                      </a:lnTo>
                      <a:lnTo>
                        <a:pt x="17799" y="4478"/>
                      </a:lnTo>
                      <a:lnTo>
                        <a:pt x="5709" y="268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73" name="Freeform: Shape 4269">
                  <a:extLst>
                    <a:ext uri="{FF2B5EF4-FFF2-40B4-BE49-F238E27FC236}">
                      <a16:creationId xmlns:a16="http://schemas.microsoft.com/office/drawing/2014/main" id="{39B90D60-51DD-F937-2B87-63C44E5F59A4}"/>
                    </a:ext>
                  </a:extLst>
                </p:cNvPr>
                <p:cNvSpPr/>
                <p:nvPr/>
              </p:nvSpPr>
              <p:spPr>
                <a:xfrm>
                  <a:off x="2950063" y="2996641"/>
                  <a:ext cx="147768" cy="44778"/>
                </a:xfrm>
                <a:custGeom>
                  <a:avLst/>
                  <a:gdLst>
                    <a:gd name="connsiteX0" fmla="*/ 149895 w 147767"/>
                    <a:gd name="connsiteY0" fmla="*/ 44778 h 44778"/>
                    <a:gd name="connsiteX1" fmla="*/ 2127 w 147767"/>
                    <a:gd name="connsiteY1" fmla="*/ 44778 h 44778"/>
                    <a:gd name="connsiteX2" fmla="*/ 336 w 147767"/>
                    <a:gd name="connsiteY2" fmla="*/ 43883 h 44778"/>
                    <a:gd name="connsiteX3" fmla="*/ 336 w 147767"/>
                    <a:gd name="connsiteY3" fmla="*/ 41644 h 44778"/>
                    <a:gd name="connsiteX4" fmla="*/ 22277 w 147767"/>
                    <a:gd name="connsiteY4" fmla="*/ 1343 h 44778"/>
                    <a:gd name="connsiteX5" fmla="*/ 24068 w 147767"/>
                    <a:gd name="connsiteY5" fmla="*/ 0 h 44778"/>
                    <a:gd name="connsiteX6" fmla="*/ 127954 w 147767"/>
                    <a:gd name="connsiteY6" fmla="*/ 0 h 44778"/>
                    <a:gd name="connsiteX7" fmla="*/ 129745 w 147767"/>
                    <a:gd name="connsiteY7" fmla="*/ 1343 h 44778"/>
                    <a:gd name="connsiteX8" fmla="*/ 151686 w 147767"/>
                    <a:gd name="connsiteY8" fmla="*/ 41644 h 44778"/>
                    <a:gd name="connsiteX9" fmla="*/ 151686 w 147767"/>
                    <a:gd name="connsiteY9" fmla="*/ 43883 h 44778"/>
                    <a:gd name="connsiteX10" fmla="*/ 149895 w 147767"/>
                    <a:gd name="connsiteY10" fmla="*/ 44778 h 44778"/>
                    <a:gd name="connsiteX11" fmla="*/ 6157 w 147767"/>
                    <a:gd name="connsiteY11" fmla="*/ 40300 h 44778"/>
                    <a:gd name="connsiteX12" fmla="*/ 146313 w 147767"/>
                    <a:gd name="connsiteY12" fmla="*/ 40300 h 44778"/>
                    <a:gd name="connsiteX13" fmla="*/ 126610 w 147767"/>
                    <a:gd name="connsiteY13" fmla="*/ 4478 h 44778"/>
                    <a:gd name="connsiteX14" fmla="*/ 25859 w 147767"/>
                    <a:gd name="connsiteY14" fmla="*/ 4478 h 44778"/>
                    <a:gd name="connsiteX15" fmla="*/ 6157 w 147767"/>
                    <a:gd name="connsiteY15" fmla="*/ 40300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767" h="44778">
                      <a:moveTo>
                        <a:pt x="149895" y="44778"/>
                      </a:moveTo>
                      <a:lnTo>
                        <a:pt x="2127" y="44778"/>
                      </a:lnTo>
                      <a:cubicBezTo>
                        <a:pt x="1231" y="44778"/>
                        <a:pt x="783" y="44330"/>
                        <a:pt x="336" y="43883"/>
                      </a:cubicBezTo>
                      <a:cubicBezTo>
                        <a:pt x="-112" y="42987"/>
                        <a:pt x="-112" y="42539"/>
                        <a:pt x="336" y="41644"/>
                      </a:cubicBezTo>
                      <a:lnTo>
                        <a:pt x="22277" y="1343"/>
                      </a:lnTo>
                      <a:cubicBezTo>
                        <a:pt x="22725" y="448"/>
                        <a:pt x="23620" y="0"/>
                        <a:pt x="24068" y="0"/>
                      </a:cubicBezTo>
                      <a:lnTo>
                        <a:pt x="127954" y="0"/>
                      </a:lnTo>
                      <a:cubicBezTo>
                        <a:pt x="128849" y="0"/>
                        <a:pt x="129745" y="448"/>
                        <a:pt x="129745" y="1343"/>
                      </a:cubicBezTo>
                      <a:lnTo>
                        <a:pt x="151686" y="41644"/>
                      </a:lnTo>
                      <a:cubicBezTo>
                        <a:pt x="152134" y="42539"/>
                        <a:pt x="152134" y="42987"/>
                        <a:pt x="151686" y="43883"/>
                      </a:cubicBezTo>
                      <a:cubicBezTo>
                        <a:pt x="151686" y="44330"/>
                        <a:pt x="150790" y="44778"/>
                        <a:pt x="149895" y="44778"/>
                      </a:cubicBezTo>
                      <a:close/>
                      <a:moveTo>
                        <a:pt x="6157" y="40300"/>
                      </a:moveTo>
                      <a:lnTo>
                        <a:pt x="146313" y="40300"/>
                      </a:lnTo>
                      <a:lnTo>
                        <a:pt x="126610" y="4478"/>
                      </a:lnTo>
                      <a:lnTo>
                        <a:pt x="25859" y="4478"/>
                      </a:lnTo>
                      <a:lnTo>
                        <a:pt x="6157" y="4030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74" name="Group 4270">
                <a:extLst>
                  <a:ext uri="{FF2B5EF4-FFF2-40B4-BE49-F238E27FC236}">
                    <a16:creationId xmlns:a16="http://schemas.microsoft.com/office/drawing/2014/main" id="{7FB870CC-432F-D2AA-CF7F-418C8144DD11}"/>
                  </a:ext>
                  <a:ext uri="{C183D7F6-B498-43B3-948B-1728B52AA6E4}">
                    <adec:decorative xmlns:adec="http://schemas.microsoft.com/office/drawing/2017/decorative" val="1"/>
                  </a:ext>
                </a:extLst>
              </p:cNvPr>
              <p:cNvGrpSpPr>
                <a:grpSpLocks noChangeAspect="1"/>
              </p:cNvGrpSpPr>
              <p:nvPr/>
            </p:nvGrpSpPr>
            <p:grpSpPr>
              <a:xfrm>
                <a:off x="3171149" y="3638046"/>
                <a:ext cx="147768" cy="138813"/>
                <a:chOff x="3211903" y="2902607"/>
                <a:chExt cx="147768" cy="138813"/>
              </a:xfrm>
            </p:grpSpPr>
            <p:sp>
              <p:nvSpPr>
                <p:cNvPr id="375" name="Freeform: Shape 4271">
                  <a:extLst>
                    <a:ext uri="{FF2B5EF4-FFF2-40B4-BE49-F238E27FC236}">
                      <a16:creationId xmlns:a16="http://schemas.microsoft.com/office/drawing/2014/main" id="{33F23FC0-64C7-568C-8FB2-7DD5A7060087}"/>
                    </a:ext>
                  </a:extLst>
                </p:cNvPr>
                <p:cNvSpPr/>
                <p:nvPr/>
              </p:nvSpPr>
              <p:spPr>
                <a:xfrm>
                  <a:off x="3211903" y="2956341"/>
                  <a:ext cx="147768" cy="31345"/>
                </a:xfrm>
                <a:custGeom>
                  <a:avLst/>
                  <a:gdLst>
                    <a:gd name="connsiteX0" fmla="*/ 147768 w 147767"/>
                    <a:gd name="connsiteY0" fmla="*/ 13433 h 31344"/>
                    <a:gd name="connsiteX1" fmla="*/ 55525 w 147767"/>
                    <a:gd name="connsiteY1" fmla="*/ 13433 h 31344"/>
                    <a:gd name="connsiteX2" fmla="*/ 40300 w 147767"/>
                    <a:gd name="connsiteY2" fmla="*/ 0 h 31344"/>
                    <a:gd name="connsiteX3" fmla="*/ 25076 w 147767"/>
                    <a:gd name="connsiteY3" fmla="*/ 13433 h 31344"/>
                    <a:gd name="connsiteX4" fmla="*/ 0 w 147767"/>
                    <a:gd name="connsiteY4" fmla="*/ 13433 h 31344"/>
                    <a:gd name="connsiteX5" fmla="*/ 0 w 147767"/>
                    <a:gd name="connsiteY5" fmla="*/ 17911 h 31344"/>
                    <a:gd name="connsiteX6" fmla="*/ 25076 w 147767"/>
                    <a:gd name="connsiteY6" fmla="*/ 17911 h 31344"/>
                    <a:gd name="connsiteX7" fmla="*/ 40300 w 147767"/>
                    <a:gd name="connsiteY7" fmla="*/ 31345 h 31344"/>
                    <a:gd name="connsiteX8" fmla="*/ 55525 w 147767"/>
                    <a:gd name="connsiteY8" fmla="*/ 17911 h 31344"/>
                    <a:gd name="connsiteX9" fmla="*/ 147768 w 147767"/>
                    <a:gd name="connsiteY9" fmla="*/ 17911 h 31344"/>
                    <a:gd name="connsiteX10" fmla="*/ 147768 w 147767"/>
                    <a:gd name="connsiteY10" fmla="*/ 13433 h 31344"/>
                    <a:gd name="connsiteX11" fmla="*/ 40300 w 147767"/>
                    <a:gd name="connsiteY11" fmla="*/ 26867 h 31344"/>
                    <a:gd name="connsiteX12" fmla="*/ 29106 w 147767"/>
                    <a:gd name="connsiteY12" fmla="*/ 15672 h 31344"/>
                    <a:gd name="connsiteX13" fmla="*/ 40300 w 147767"/>
                    <a:gd name="connsiteY13" fmla="*/ 4478 h 31344"/>
                    <a:gd name="connsiteX14" fmla="*/ 51495 w 147767"/>
                    <a:gd name="connsiteY14" fmla="*/ 15672 h 31344"/>
                    <a:gd name="connsiteX15" fmla="*/ 40300 w 147767"/>
                    <a:gd name="connsiteY15" fmla="*/ 26867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767" h="31344">
                      <a:moveTo>
                        <a:pt x="147768" y="13433"/>
                      </a:moveTo>
                      <a:lnTo>
                        <a:pt x="55525" y="13433"/>
                      </a:lnTo>
                      <a:cubicBezTo>
                        <a:pt x="54629" y="5821"/>
                        <a:pt x="47912" y="0"/>
                        <a:pt x="40300" y="0"/>
                      </a:cubicBezTo>
                      <a:cubicBezTo>
                        <a:pt x="32240" y="0"/>
                        <a:pt x="25971" y="5821"/>
                        <a:pt x="25076" y="13433"/>
                      </a:cubicBezTo>
                      <a:lnTo>
                        <a:pt x="0" y="13433"/>
                      </a:lnTo>
                      <a:lnTo>
                        <a:pt x="0" y="17911"/>
                      </a:lnTo>
                      <a:lnTo>
                        <a:pt x="25076" y="17911"/>
                      </a:lnTo>
                      <a:cubicBezTo>
                        <a:pt x="25971" y="25523"/>
                        <a:pt x="32688" y="31345"/>
                        <a:pt x="40300" y="31345"/>
                      </a:cubicBezTo>
                      <a:cubicBezTo>
                        <a:pt x="48360" y="31345"/>
                        <a:pt x="54629" y="25523"/>
                        <a:pt x="55525" y="17911"/>
                      </a:cubicBezTo>
                      <a:lnTo>
                        <a:pt x="147768" y="17911"/>
                      </a:lnTo>
                      <a:lnTo>
                        <a:pt x="147768" y="13433"/>
                      </a:lnTo>
                      <a:close/>
                      <a:moveTo>
                        <a:pt x="40300" y="26867"/>
                      </a:moveTo>
                      <a:cubicBezTo>
                        <a:pt x="34031" y="26867"/>
                        <a:pt x="29106" y="21941"/>
                        <a:pt x="29106" y="15672"/>
                      </a:cubicBezTo>
                      <a:cubicBezTo>
                        <a:pt x="29106" y="9403"/>
                        <a:pt x="34031" y="4478"/>
                        <a:pt x="40300" y="4478"/>
                      </a:cubicBezTo>
                      <a:cubicBezTo>
                        <a:pt x="46569" y="4478"/>
                        <a:pt x="51495" y="9403"/>
                        <a:pt x="51495" y="15672"/>
                      </a:cubicBezTo>
                      <a:cubicBezTo>
                        <a:pt x="51495" y="21493"/>
                        <a:pt x="46569" y="26867"/>
                        <a:pt x="40300" y="2686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76" name="Freeform: Shape 4272">
                  <a:extLst>
                    <a:ext uri="{FF2B5EF4-FFF2-40B4-BE49-F238E27FC236}">
                      <a16:creationId xmlns:a16="http://schemas.microsoft.com/office/drawing/2014/main" id="{8FBD5C6E-E5D3-1A25-BA95-C9FEEA01EB07}"/>
                    </a:ext>
                  </a:extLst>
                </p:cNvPr>
                <p:cNvSpPr/>
                <p:nvPr/>
              </p:nvSpPr>
              <p:spPr>
                <a:xfrm>
                  <a:off x="3211903" y="2902607"/>
                  <a:ext cx="147768" cy="31345"/>
                </a:xfrm>
                <a:custGeom>
                  <a:avLst/>
                  <a:gdLst>
                    <a:gd name="connsiteX0" fmla="*/ 147768 w 147767"/>
                    <a:gd name="connsiteY0" fmla="*/ 13433 h 31344"/>
                    <a:gd name="connsiteX1" fmla="*/ 95825 w 147767"/>
                    <a:gd name="connsiteY1" fmla="*/ 13433 h 31344"/>
                    <a:gd name="connsiteX2" fmla="*/ 80601 w 147767"/>
                    <a:gd name="connsiteY2" fmla="*/ 0 h 31344"/>
                    <a:gd name="connsiteX3" fmla="*/ 65376 w 147767"/>
                    <a:gd name="connsiteY3" fmla="*/ 13433 h 31344"/>
                    <a:gd name="connsiteX4" fmla="*/ 0 w 147767"/>
                    <a:gd name="connsiteY4" fmla="*/ 13433 h 31344"/>
                    <a:gd name="connsiteX5" fmla="*/ 0 w 147767"/>
                    <a:gd name="connsiteY5" fmla="*/ 17911 h 31344"/>
                    <a:gd name="connsiteX6" fmla="*/ 65376 w 147767"/>
                    <a:gd name="connsiteY6" fmla="*/ 17911 h 31344"/>
                    <a:gd name="connsiteX7" fmla="*/ 80601 w 147767"/>
                    <a:gd name="connsiteY7" fmla="*/ 31345 h 31344"/>
                    <a:gd name="connsiteX8" fmla="*/ 95825 w 147767"/>
                    <a:gd name="connsiteY8" fmla="*/ 17911 h 31344"/>
                    <a:gd name="connsiteX9" fmla="*/ 147768 w 147767"/>
                    <a:gd name="connsiteY9" fmla="*/ 17911 h 31344"/>
                    <a:gd name="connsiteX10" fmla="*/ 147768 w 147767"/>
                    <a:gd name="connsiteY10" fmla="*/ 13433 h 31344"/>
                    <a:gd name="connsiteX11" fmla="*/ 80601 w 147767"/>
                    <a:gd name="connsiteY11" fmla="*/ 26867 h 31344"/>
                    <a:gd name="connsiteX12" fmla="*/ 69406 w 147767"/>
                    <a:gd name="connsiteY12" fmla="*/ 15672 h 31344"/>
                    <a:gd name="connsiteX13" fmla="*/ 80601 w 147767"/>
                    <a:gd name="connsiteY13" fmla="*/ 4478 h 31344"/>
                    <a:gd name="connsiteX14" fmla="*/ 91795 w 147767"/>
                    <a:gd name="connsiteY14" fmla="*/ 15672 h 31344"/>
                    <a:gd name="connsiteX15" fmla="*/ 80601 w 147767"/>
                    <a:gd name="connsiteY15" fmla="*/ 26867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767" h="31344">
                      <a:moveTo>
                        <a:pt x="147768" y="13433"/>
                      </a:moveTo>
                      <a:lnTo>
                        <a:pt x="95825" y="13433"/>
                      </a:lnTo>
                      <a:cubicBezTo>
                        <a:pt x="94930" y="5821"/>
                        <a:pt x="88213" y="0"/>
                        <a:pt x="80601" y="0"/>
                      </a:cubicBezTo>
                      <a:cubicBezTo>
                        <a:pt x="72540" y="0"/>
                        <a:pt x="66272" y="5821"/>
                        <a:pt x="65376" y="13433"/>
                      </a:cubicBezTo>
                      <a:lnTo>
                        <a:pt x="0" y="13433"/>
                      </a:lnTo>
                      <a:lnTo>
                        <a:pt x="0" y="17911"/>
                      </a:lnTo>
                      <a:lnTo>
                        <a:pt x="65376" y="17911"/>
                      </a:lnTo>
                      <a:cubicBezTo>
                        <a:pt x="66272" y="25523"/>
                        <a:pt x="72988" y="31345"/>
                        <a:pt x="80601" y="31345"/>
                      </a:cubicBezTo>
                      <a:cubicBezTo>
                        <a:pt x="88661" y="31345"/>
                        <a:pt x="94930" y="25523"/>
                        <a:pt x="95825" y="17911"/>
                      </a:cubicBezTo>
                      <a:lnTo>
                        <a:pt x="147768" y="17911"/>
                      </a:lnTo>
                      <a:lnTo>
                        <a:pt x="147768" y="13433"/>
                      </a:lnTo>
                      <a:close/>
                      <a:moveTo>
                        <a:pt x="80601" y="26867"/>
                      </a:moveTo>
                      <a:cubicBezTo>
                        <a:pt x="74332" y="26867"/>
                        <a:pt x="69406" y="21941"/>
                        <a:pt x="69406" y="15672"/>
                      </a:cubicBezTo>
                      <a:cubicBezTo>
                        <a:pt x="69406" y="9403"/>
                        <a:pt x="74332" y="4478"/>
                        <a:pt x="80601" y="4478"/>
                      </a:cubicBezTo>
                      <a:cubicBezTo>
                        <a:pt x="86870" y="4478"/>
                        <a:pt x="91795" y="9403"/>
                        <a:pt x="91795" y="15672"/>
                      </a:cubicBezTo>
                      <a:cubicBezTo>
                        <a:pt x="91795" y="21493"/>
                        <a:pt x="86870" y="26867"/>
                        <a:pt x="80601" y="2686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77" name="Freeform: Shape 4273">
                  <a:extLst>
                    <a:ext uri="{FF2B5EF4-FFF2-40B4-BE49-F238E27FC236}">
                      <a16:creationId xmlns:a16="http://schemas.microsoft.com/office/drawing/2014/main" id="{AB26E5E3-F87E-5982-A509-898E38F9892A}"/>
                    </a:ext>
                  </a:extLst>
                </p:cNvPr>
                <p:cNvSpPr/>
                <p:nvPr/>
              </p:nvSpPr>
              <p:spPr>
                <a:xfrm>
                  <a:off x="3211903" y="3010075"/>
                  <a:ext cx="147768" cy="31345"/>
                </a:xfrm>
                <a:custGeom>
                  <a:avLst/>
                  <a:gdLst>
                    <a:gd name="connsiteX0" fmla="*/ 147768 w 147767"/>
                    <a:gd name="connsiteY0" fmla="*/ 13433 h 31344"/>
                    <a:gd name="connsiteX1" fmla="*/ 95825 w 147767"/>
                    <a:gd name="connsiteY1" fmla="*/ 13433 h 31344"/>
                    <a:gd name="connsiteX2" fmla="*/ 80601 w 147767"/>
                    <a:gd name="connsiteY2" fmla="*/ 0 h 31344"/>
                    <a:gd name="connsiteX3" fmla="*/ 65376 w 147767"/>
                    <a:gd name="connsiteY3" fmla="*/ 13433 h 31344"/>
                    <a:gd name="connsiteX4" fmla="*/ 0 w 147767"/>
                    <a:gd name="connsiteY4" fmla="*/ 13433 h 31344"/>
                    <a:gd name="connsiteX5" fmla="*/ 0 w 147767"/>
                    <a:gd name="connsiteY5" fmla="*/ 17911 h 31344"/>
                    <a:gd name="connsiteX6" fmla="*/ 65376 w 147767"/>
                    <a:gd name="connsiteY6" fmla="*/ 17911 h 31344"/>
                    <a:gd name="connsiteX7" fmla="*/ 80601 w 147767"/>
                    <a:gd name="connsiteY7" fmla="*/ 31345 h 31344"/>
                    <a:gd name="connsiteX8" fmla="*/ 95825 w 147767"/>
                    <a:gd name="connsiteY8" fmla="*/ 17911 h 31344"/>
                    <a:gd name="connsiteX9" fmla="*/ 147768 w 147767"/>
                    <a:gd name="connsiteY9" fmla="*/ 17911 h 31344"/>
                    <a:gd name="connsiteX10" fmla="*/ 147768 w 147767"/>
                    <a:gd name="connsiteY10" fmla="*/ 13433 h 31344"/>
                    <a:gd name="connsiteX11" fmla="*/ 80601 w 147767"/>
                    <a:gd name="connsiteY11" fmla="*/ 26867 h 31344"/>
                    <a:gd name="connsiteX12" fmla="*/ 69406 w 147767"/>
                    <a:gd name="connsiteY12" fmla="*/ 15672 h 31344"/>
                    <a:gd name="connsiteX13" fmla="*/ 80601 w 147767"/>
                    <a:gd name="connsiteY13" fmla="*/ 4478 h 31344"/>
                    <a:gd name="connsiteX14" fmla="*/ 91795 w 147767"/>
                    <a:gd name="connsiteY14" fmla="*/ 15672 h 31344"/>
                    <a:gd name="connsiteX15" fmla="*/ 80601 w 147767"/>
                    <a:gd name="connsiteY15" fmla="*/ 26867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767" h="31344">
                      <a:moveTo>
                        <a:pt x="147768" y="13433"/>
                      </a:moveTo>
                      <a:lnTo>
                        <a:pt x="95825" y="13433"/>
                      </a:lnTo>
                      <a:cubicBezTo>
                        <a:pt x="94930" y="5821"/>
                        <a:pt x="88213" y="0"/>
                        <a:pt x="80601" y="0"/>
                      </a:cubicBezTo>
                      <a:cubicBezTo>
                        <a:pt x="72540" y="0"/>
                        <a:pt x="66272" y="5821"/>
                        <a:pt x="65376" y="13433"/>
                      </a:cubicBezTo>
                      <a:lnTo>
                        <a:pt x="0" y="13433"/>
                      </a:lnTo>
                      <a:lnTo>
                        <a:pt x="0" y="17911"/>
                      </a:lnTo>
                      <a:lnTo>
                        <a:pt x="65376" y="17911"/>
                      </a:lnTo>
                      <a:cubicBezTo>
                        <a:pt x="66272" y="25523"/>
                        <a:pt x="72988" y="31345"/>
                        <a:pt x="80601" y="31345"/>
                      </a:cubicBezTo>
                      <a:cubicBezTo>
                        <a:pt x="88661" y="31345"/>
                        <a:pt x="94930" y="25523"/>
                        <a:pt x="95825" y="17911"/>
                      </a:cubicBezTo>
                      <a:lnTo>
                        <a:pt x="147768" y="17911"/>
                      </a:lnTo>
                      <a:lnTo>
                        <a:pt x="147768" y="13433"/>
                      </a:lnTo>
                      <a:close/>
                      <a:moveTo>
                        <a:pt x="80601" y="26867"/>
                      </a:moveTo>
                      <a:cubicBezTo>
                        <a:pt x="74332" y="26867"/>
                        <a:pt x="69406" y="21941"/>
                        <a:pt x="69406" y="15672"/>
                      </a:cubicBezTo>
                      <a:cubicBezTo>
                        <a:pt x="69406" y="9403"/>
                        <a:pt x="74332" y="4478"/>
                        <a:pt x="80601" y="4478"/>
                      </a:cubicBezTo>
                      <a:cubicBezTo>
                        <a:pt x="86870" y="4478"/>
                        <a:pt x="91795" y="9403"/>
                        <a:pt x="91795" y="15672"/>
                      </a:cubicBezTo>
                      <a:cubicBezTo>
                        <a:pt x="91795" y="21493"/>
                        <a:pt x="86870" y="26867"/>
                        <a:pt x="80601" y="2686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378" name="Freeform: Shape 4274">
                <a:extLst>
                  <a:ext uri="{FF2B5EF4-FFF2-40B4-BE49-F238E27FC236}">
                    <a16:creationId xmlns:a16="http://schemas.microsoft.com/office/drawing/2014/main" id="{4BAC9CF5-140B-649D-B918-8F4C9B9428A0}"/>
                  </a:ext>
                  <a:ext uri="{C183D7F6-B498-43B3-948B-1728B52AA6E4}">
                    <adec:decorative xmlns:adec="http://schemas.microsoft.com/office/drawing/2017/decorative" val="1"/>
                  </a:ext>
                </a:extLst>
              </p:cNvPr>
              <p:cNvSpPr>
                <a:spLocks noChangeAspect="1"/>
              </p:cNvSpPr>
              <p:nvPr/>
            </p:nvSpPr>
            <p:spPr>
              <a:xfrm>
                <a:off x="3452804" y="3624613"/>
                <a:ext cx="138812" cy="138812"/>
              </a:xfrm>
              <a:custGeom>
                <a:avLst/>
                <a:gdLst>
                  <a:gd name="connsiteX0" fmla="*/ 136573 w 138812"/>
                  <a:gd name="connsiteY0" fmla="*/ 134335 h 138812"/>
                  <a:gd name="connsiteX1" fmla="*/ 125379 w 138812"/>
                  <a:gd name="connsiteY1" fmla="*/ 134335 h 138812"/>
                  <a:gd name="connsiteX2" fmla="*/ 125379 w 138812"/>
                  <a:gd name="connsiteY2" fmla="*/ 42539 h 138812"/>
                  <a:gd name="connsiteX3" fmla="*/ 123140 w 138812"/>
                  <a:gd name="connsiteY3" fmla="*/ 40300 h 138812"/>
                  <a:gd name="connsiteX4" fmla="*/ 96273 w 138812"/>
                  <a:gd name="connsiteY4" fmla="*/ 40300 h 138812"/>
                  <a:gd name="connsiteX5" fmla="*/ 94034 w 138812"/>
                  <a:gd name="connsiteY5" fmla="*/ 42539 h 138812"/>
                  <a:gd name="connsiteX6" fmla="*/ 94034 w 138812"/>
                  <a:gd name="connsiteY6" fmla="*/ 134335 h 138812"/>
                  <a:gd name="connsiteX7" fmla="*/ 85079 w 138812"/>
                  <a:gd name="connsiteY7" fmla="*/ 134335 h 138812"/>
                  <a:gd name="connsiteX8" fmla="*/ 85079 w 138812"/>
                  <a:gd name="connsiteY8" fmla="*/ 15672 h 138812"/>
                  <a:gd name="connsiteX9" fmla="*/ 82840 w 138812"/>
                  <a:gd name="connsiteY9" fmla="*/ 13433 h 138812"/>
                  <a:gd name="connsiteX10" fmla="*/ 55973 w 138812"/>
                  <a:gd name="connsiteY10" fmla="*/ 13433 h 138812"/>
                  <a:gd name="connsiteX11" fmla="*/ 53734 w 138812"/>
                  <a:gd name="connsiteY11" fmla="*/ 15672 h 138812"/>
                  <a:gd name="connsiteX12" fmla="*/ 53734 w 138812"/>
                  <a:gd name="connsiteY12" fmla="*/ 134335 h 138812"/>
                  <a:gd name="connsiteX13" fmla="*/ 44778 w 138812"/>
                  <a:gd name="connsiteY13" fmla="*/ 134335 h 138812"/>
                  <a:gd name="connsiteX14" fmla="*/ 44778 w 138812"/>
                  <a:gd name="connsiteY14" fmla="*/ 55973 h 138812"/>
                  <a:gd name="connsiteX15" fmla="*/ 42539 w 138812"/>
                  <a:gd name="connsiteY15" fmla="*/ 53734 h 138812"/>
                  <a:gd name="connsiteX16" fmla="*/ 15672 w 138812"/>
                  <a:gd name="connsiteY16" fmla="*/ 53734 h 138812"/>
                  <a:gd name="connsiteX17" fmla="*/ 13433 w 138812"/>
                  <a:gd name="connsiteY17" fmla="*/ 55973 h 138812"/>
                  <a:gd name="connsiteX18" fmla="*/ 13433 w 138812"/>
                  <a:gd name="connsiteY18" fmla="*/ 134335 h 138812"/>
                  <a:gd name="connsiteX19" fmla="*/ 4478 w 138812"/>
                  <a:gd name="connsiteY19" fmla="*/ 134335 h 138812"/>
                  <a:gd name="connsiteX20" fmla="*/ 4478 w 138812"/>
                  <a:gd name="connsiteY20" fmla="*/ 2239 h 138812"/>
                  <a:gd name="connsiteX21" fmla="*/ 2239 w 138812"/>
                  <a:gd name="connsiteY21" fmla="*/ 0 h 138812"/>
                  <a:gd name="connsiteX22" fmla="*/ 0 w 138812"/>
                  <a:gd name="connsiteY22" fmla="*/ 2239 h 138812"/>
                  <a:gd name="connsiteX23" fmla="*/ 0 w 138812"/>
                  <a:gd name="connsiteY23" fmla="*/ 136573 h 138812"/>
                  <a:gd name="connsiteX24" fmla="*/ 2239 w 138812"/>
                  <a:gd name="connsiteY24" fmla="*/ 138812 h 138812"/>
                  <a:gd name="connsiteX25" fmla="*/ 15672 w 138812"/>
                  <a:gd name="connsiteY25" fmla="*/ 138812 h 138812"/>
                  <a:gd name="connsiteX26" fmla="*/ 42539 w 138812"/>
                  <a:gd name="connsiteY26" fmla="*/ 138812 h 138812"/>
                  <a:gd name="connsiteX27" fmla="*/ 55973 w 138812"/>
                  <a:gd name="connsiteY27" fmla="*/ 138812 h 138812"/>
                  <a:gd name="connsiteX28" fmla="*/ 82840 w 138812"/>
                  <a:gd name="connsiteY28" fmla="*/ 138812 h 138812"/>
                  <a:gd name="connsiteX29" fmla="*/ 96273 w 138812"/>
                  <a:gd name="connsiteY29" fmla="*/ 138812 h 138812"/>
                  <a:gd name="connsiteX30" fmla="*/ 123140 w 138812"/>
                  <a:gd name="connsiteY30" fmla="*/ 138812 h 138812"/>
                  <a:gd name="connsiteX31" fmla="*/ 136573 w 138812"/>
                  <a:gd name="connsiteY31" fmla="*/ 138812 h 138812"/>
                  <a:gd name="connsiteX32" fmla="*/ 138812 w 138812"/>
                  <a:gd name="connsiteY32" fmla="*/ 136573 h 138812"/>
                  <a:gd name="connsiteX33" fmla="*/ 136573 w 138812"/>
                  <a:gd name="connsiteY33" fmla="*/ 134335 h 138812"/>
                  <a:gd name="connsiteX34" fmla="*/ 17911 w 138812"/>
                  <a:gd name="connsiteY34" fmla="*/ 134335 h 138812"/>
                  <a:gd name="connsiteX35" fmla="*/ 17911 w 138812"/>
                  <a:gd name="connsiteY35" fmla="*/ 58212 h 138812"/>
                  <a:gd name="connsiteX36" fmla="*/ 40300 w 138812"/>
                  <a:gd name="connsiteY36" fmla="*/ 58212 h 138812"/>
                  <a:gd name="connsiteX37" fmla="*/ 40300 w 138812"/>
                  <a:gd name="connsiteY37" fmla="*/ 134335 h 138812"/>
                  <a:gd name="connsiteX38" fmla="*/ 17911 w 138812"/>
                  <a:gd name="connsiteY38" fmla="*/ 134335 h 138812"/>
                  <a:gd name="connsiteX39" fmla="*/ 58212 w 138812"/>
                  <a:gd name="connsiteY39" fmla="*/ 134335 h 138812"/>
                  <a:gd name="connsiteX40" fmla="*/ 58212 w 138812"/>
                  <a:gd name="connsiteY40" fmla="*/ 17911 h 138812"/>
                  <a:gd name="connsiteX41" fmla="*/ 80601 w 138812"/>
                  <a:gd name="connsiteY41" fmla="*/ 17911 h 138812"/>
                  <a:gd name="connsiteX42" fmla="*/ 80601 w 138812"/>
                  <a:gd name="connsiteY42" fmla="*/ 134335 h 138812"/>
                  <a:gd name="connsiteX43" fmla="*/ 58212 w 138812"/>
                  <a:gd name="connsiteY43" fmla="*/ 134335 h 138812"/>
                  <a:gd name="connsiteX44" fmla="*/ 98512 w 138812"/>
                  <a:gd name="connsiteY44" fmla="*/ 134335 h 138812"/>
                  <a:gd name="connsiteX45" fmla="*/ 98512 w 138812"/>
                  <a:gd name="connsiteY45" fmla="*/ 44778 h 138812"/>
                  <a:gd name="connsiteX46" fmla="*/ 120901 w 138812"/>
                  <a:gd name="connsiteY46" fmla="*/ 44778 h 138812"/>
                  <a:gd name="connsiteX47" fmla="*/ 120901 w 138812"/>
                  <a:gd name="connsiteY47" fmla="*/ 134335 h 138812"/>
                  <a:gd name="connsiteX48" fmla="*/ 98512 w 138812"/>
                  <a:gd name="connsiteY48" fmla="*/ 134335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38812" h="138812">
                    <a:moveTo>
                      <a:pt x="136573" y="134335"/>
                    </a:moveTo>
                    <a:lnTo>
                      <a:pt x="125379" y="134335"/>
                    </a:lnTo>
                    <a:lnTo>
                      <a:pt x="125379" y="42539"/>
                    </a:lnTo>
                    <a:cubicBezTo>
                      <a:pt x="125379" y="41196"/>
                      <a:pt x="124483" y="40300"/>
                      <a:pt x="123140" y="40300"/>
                    </a:cubicBezTo>
                    <a:lnTo>
                      <a:pt x="96273" y="40300"/>
                    </a:lnTo>
                    <a:cubicBezTo>
                      <a:pt x="94930" y="40300"/>
                      <a:pt x="94034" y="41196"/>
                      <a:pt x="94034" y="42539"/>
                    </a:cubicBezTo>
                    <a:lnTo>
                      <a:pt x="94034" y="134335"/>
                    </a:lnTo>
                    <a:lnTo>
                      <a:pt x="85079" y="134335"/>
                    </a:lnTo>
                    <a:lnTo>
                      <a:pt x="85079" y="15672"/>
                    </a:lnTo>
                    <a:cubicBezTo>
                      <a:pt x="85079" y="14329"/>
                      <a:pt x="84183" y="13433"/>
                      <a:pt x="82840" y="13433"/>
                    </a:cubicBezTo>
                    <a:lnTo>
                      <a:pt x="55973" y="13433"/>
                    </a:lnTo>
                    <a:cubicBezTo>
                      <a:pt x="54629" y="13433"/>
                      <a:pt x="53734" y="14329"/>
                      <a:pt x="53734" y="15672"/>
                    </a:cubicBezTo>
                    <a:lnTo>
                      <a:pt x="53734" y="134335"/>
                    </a:lnTo>
                    <a:lnTo>
                      <a:pt x="44778" y="134335"/>
                    </a:lnTo>
                    <a:lnTo>
                      <a:pt x="44778" y="55973"/>
                    </a:lnTo>
                    <a:cubicBezTo>
                      <a:pt x="44778" y="54629"/>
                      <a:pt x="43883" y="53734"/>
                      <a:pt x="42539" y="53734"/>
                    </a:cubicBezTo>
                    <a:lnTo>
                      <a:pt x="15672" y="53734"/>
                    </a:lnTo>
                    <a:cubicBezTo>
                      <a:pt x="14329" y="53734"/>
                      <a:pt x="13433" y="54629"/>
                      <a:pt x="13433" y="55973"/>
                    </a:cubicBezTo>
                    <a:lnTo>
                      <a:pt x="13433" y="134335"/>
                    </a:lnTo>
                    <a:lnTo>
                      <a:pt x="4478" y="134335"/>
                    </a:lnTo>
                    <a:lnTo>
                      <a:pt x="4478" y="2239"/>
                    </a:lnTo>
                    <a:cubicBezTo>
                      <a:pt x="4478" y="895"/>
                      <a:pt x="3582" y="0"/>
                      <a:pt x="2239" y="0"/>
                    </a:cubicBezTo>
                    <a:cubicBezTo>
                      <a:pt x="896" y="0"/>
                      <a:pt x="0" y="895"/>
                      <a:pt x="0" y="2239"/>
                    </a:cubicBezTo>
                    <a:lnTo>
                      <a:pt x="0" y="136573"/>
                    </a:lnTo>
                    <a:cubicBezTo>
                      <a:pt x="0" y="137917"/>
                      <a:pt x="896" y="138812"/>
                      <a:pt x="2239" y="138812"/>
                    </a:cubicBezTo>
                    <a:lnTo>
                      <a:pt x="15672" y="138812"/>
                    </a:lnTo>
                    <a:lnTo>
                      <a:pt x="42539" y="138812"/>
                    </a:lnTo>
                    <a:lnTo>
                      <a:pt x="55973" y="138812"/>
                    </a:lnTo>
                    <a:lnTo>
                      <a:pt x="82840" y="138812"/>
                    </a:lnTo>
                    <a:lnTo>
                      <a:pt x="96273" y="138812"/>
                    </a:lnTo>
                    <a:lnTo>
                      <a:pt x="123140" y="138812"/>
                    </a:lnTo>
                    <a:lnTo>
                      <a:pt x="136573" y="138812"/>
                    </a:lnTo>
                    <a:cubicBezTo>
                      <a:pt x="137917" y="138812"/>
                      <a:pt x="138812" y="137917"/>
                      <a:pt x="138812" y="136573"/>
                    </a:cubicBezTo>
                    <a:cubicBezTo>
                      <a:pt x="138812" y="135230"/>
                      <a:pt x="137469" y="134335"/>
                      <a:pt x="136573" y="134335"/>
                    </a:cubicBezTo>
                    <a:close/>
                    <a:moveTo>
                      <a:pt x="17911" y="134335"/>
                    </a:moveTo>
                    <a:lnTo>
                      <a:pt x="17911" y="58212"/>
                    </a:lnTo>
                    <a:lnTo>
                      <a:pt x="40300" y="58212"/>
                    </a:lnTo>
                    <a:lnTo>
                      <a:pt x="40300" y="134335"/>
                    </a:lnTo>
                    <a:lnTo>
                      <a:pt x="17911" y="134335"/>
                    </a:lnTo>
                    <a:close/>
                    <a:moveTo>
                      <a:pt x="58212" y="134335"/>
                    </a:moveTo>
                    <a:lnTo>
                      <a:pt x="58212" y="17911"/>
                    </a:lnTo>
                    <a:lnTo>
                      <a:pt x="80601" y="17911"/>
                    </a:lnTo>
                    <a:lnTo>
                      <a:pt x="80601" y="134335"/>
                    </a:lnTo>
                    <a:lnTo>
                      <a:pt x="58212" y="134335"/>
                    </a:lnTo>
                    <a:close/>
                    <a:moveTo>
                      <a:pt x="98512" y="134335"/>
                    </a:moveTo>
                    <a:lnTo>
                      <a:pt x="98512" y="44778"/>
                    </a:lnTo>
                    <a:lnTo>
                      <a:pt x="120901" y="44778"/>
                    </a:lnTo>
                    <a:lnTo>
                      <a:pt x="120901" y="134335"/>
                    </a:lnTo>
                    <a:lnTo>
                      <a:pt x="98512" y="13433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379" name="Group 4275">
                <a:extLst>
                  <a:ext uri="{FF2B5EF4-FFF2-40B4-BE49-F238E27FC236}">
                    <a16:creationId xmlns:a16="http://schemas.microsoft.com/office/drawing/2014/main" id="{F8A73ACF-DA0C-194D-6DF8-11CDE5137BF8}"/>
                  </a:ext>
                  <a:ext uri="{C183D7F6-B498-43B3-948B-1728B52AA6E4}">
                    <adec:decorative xmlns:adec="http://schemas.microsoft.com/office/drawing/2017/decorative" val="1"/>
                  </a:ext>
                </a:extLst>
              </p:cNvPr>
              <p:cNvGrpSpPr>
                <a:grpSpLocks noChangeAspect="1"/>
              </p:cNvGrpSpPr>
              <p:nvPr/>
            </p:nvGrpSpPr>
            <p:grpSpPr>
              <a:xfrm>
                <a:off x="4228810" y="3638046"/>
                <a:ext cx="152245" cy="138812"/>
                <a:chOff x="4269564" y="2902607"/>
                <a:chExt cx="152245" cy="138812"/>
              </a:xfrm>
            </p:grpSpPr>
            <p:sp>
              <p:nvSpPr>
                <p:cNvPr id="380" name="Freeform: Shape 4276">
                  <a:extLst>
                    <a:ext uri="{FF2B5EF4-FFF2-40B4-BE49-F238E27FC236}">
                      <a16:creationId xmlns:a16="http://schemas.microsoft.com/office/drawing/2014/main" id="{61866261-17B7-D771-B637-AEDB19140A08}"/>
                    </a:ext>
                  </a:extLst>
                </p:cNvPr>
                <p:cNvSpPr/>
                <p:nvPr/>
              </p:nvSpPr>
              <p:spPr>
                <a:xfrm>
                  <a:off x="4269564" y="2942907"/>
                  <a:ext cx="44778" cy="98512"/>
                </a:xfrm>
                <a:custGeom>
                  <a:avLst/>
                  <a:gdLst>
                    <a:gd name="connsiteX0" fmla="*/ 42539 w 44778"/>
                    <a:gd name="connsiteY0" fmla="*/ 98512 h 98511"/>
                    <a:gd name="connsiteX1" fmla="*/ 2239 w 44778"/>
                    <a:gd name="connsiteY1" fmla="*/ 98512 h 98511"/>
                    <a:gd name="connsiteX2" fmla="*/ 0 w 44778"/>
                    <a:gd name="connsiteY2" fmla="*/ 96273 h 98511"/>
                    <a:gd name="connsiteX3" fmla="*/ 0 w 44778"/>
                    <a:gd name="connsiteY3" fmla="*/ 2239 h 98511"/>
                    <a:gd name="connsiteX4" fmla="*/ 2239 w 44778"/>
                    <a:gd name="connsiteY4" fmla="*/ 0 h 98511"/>
                    <a:gd name="connsiteX5" fmla="*/ 33584 w 44778"/>
                    <a:gd name="connsiteY5" fmla="*/ 0 h 98511"/>
                    <a:gd name="connsiteX6" fmla="*/ 44778 w 44778"/>
                    <a:gd name="connsiteY6" fmla="*/ 11195 h 98511"/>
                    <a:gd name="connsiteX7" fmla="*/ 44778 w 44778"/>
                    <a:gd name="connsiteY7" fmla="*/ 96273 h 98511"/>
                    <a:gd name="connsiteX8" fmla="*/ 42539 w 44778"/>
                    <a:gd name="connsiteY8" fmla="*/ 98512 h 98511"/>
                    <a:gd name="connsiteX9" fmla="*/ 4478 w 44778"/>
                    <a:gd name="connsiteY9" fmla="*/ 94034 h 98511"/>
                    <a:gd name="connsiteX10" fmla="*/ 40300 w 44778"/>
                    <a:gd name="connsiteY10" fmla="*/ 94034 h 98511"/>
                    <a:gd name="connsiteX11" fmla="*/ 40300 w 44778"/>
                    <a:gd name="connsiteY11" fmla="*/ 11195 h 98511"/>
                    <a:gd name="connsiteX12" fmla="*/ 33584 w 44778"/>
                    <a:gd name="connsiteY12" fmla="*/ 4478 h 98511"/>
                    <a:gd name="connsiteX13" fmla="*/ 4478 w 44778"/>
                    <a:gd name="connsiteY13" fmla="*/ 4478 h 98511"/>
                    <a:gd name="connsiteX14" fmla="*/ 4478 w 44778"/>
                    <a:gd name="connsiteY14" fmla="*/ 94034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778" h="98511">
                      <a:moveTo>
                        <a:pt x="42539" y="98512"/>
                      </a:moveTo>
                      <a:lnTo>
                        <a:pt x="2239" y="98512"/>
                      </a:lnTo>
                      <a:cubicBezTo>
                        <a:pt x="896" y="98512"/>
                        <a:pt x="0" y="97616"/>
                        <a:pt x="0" y="96273"/>
                      </a:cubicBezTo>
                      <a:lnTo>
                        <a:pt x="0" y="2239"/>
                      </a:lnTo>
                      <a:cubicBezTo>
                        <a:pt x="0" y="895"/>
                        <a:pt x="896" y="0"/>
                        <a:pt x="2239" y="0"/>
                      </a:cubicBezTo>
                      <a:lnTo>
                        <a:pt x="33584" y="0"/>
                      </a:lnTo>
                      <a:cubicBezTo>
                        <a:pt x="39853" y="0"/>
                        <a:pt x="44778" y="4925"/>
                        <a:pt x="44778" y="11195"/>
                      </a:cubicBezTo>
                      <a:lnTo>
                        <a:pt x="44778" y="96273"/>
                      </a:lnTo>
                      <a:cubicBezTo>
                        <a:pt x="44778" y="97169"/>
                        <a:pt x="43435" y="98512"/>
                        <a:pt x="42539" y="98512"/>
                      </a:cubicBezTo>
                      <a:close/>
                      <a:moveTo>
                        <a:pt x="4478" y="94034"/>
                      </a:moveTo>
                      <a:lnTo>
                        <a:pt x="40300" y="94034"/>
                      </a:lnTo>
                      <a:lnTo>
                        <a:pt x="40300" y="11195"/>
                      </a:lnTo>
                      <a:cubicBezTo>
                        <a:pt x="40300" y="7612"/>
                        <a:pt x="37166" y="4478"/>
                        <a:pt x="33584" y="4478"/>
                      </a:cubicBezTo>
                      <a:lnTo>
                        <a:pt x="4478" y="4478"/>
                      </a:lnTo>
                      <a:lnTo>
                        <a:pt x="4478" y="940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81" name="Freeform: Shape 4277">
                  <a:extLst>
                    <a:ext uri="{FF2B5EF4-FFF2-40B4-BE49-F238E27FC236}">
                      <a16:creationId xmlns:a16="http://schemas.microsoft.com/office/drawing/2014/main" id="{BEFE9751-BDAD-F881-EB60-494190C99D7A}"/>
                    </a:ext>
                  </a:extLst>
                </p:cNvPr>
                <p:cNvSpPr/>
                <p:nvPr/>
              </p:nvSpPr>
              <p:spPr>
                <a:xfrm>
                  <a:off x="4377031" y="2929474"/>
                  <a:ext cx="44778" cy="111945"/>
                </a:xfrm>
                <a:custGeom>
                  <a:avLst/>
                  <a:gdLst>
                    <a:gd name="connsiteX0" fmla="*/ 42539 w 44778"/>
                    <a:gd name="connsiteY0" fmla="*/ 111945 h 111945"/>
                    <a:gd name="connsiteX1" fmla="*/ 2239 w 44778"/>
                    <a:gd name="connsiteY1" fmla="*/ 111945 h 111945"/>
                    <a:gd name="connsiteX2" fmla="*/ 0 w 44778"/>
                    <a:gd name="connsiteY2" fmla="*/ 109707 h 111945"/>
                    <a:gd name="connsiteX3" fmla="*/ 0 w 44778"/>
                    <a:gd name="connsiteY3" fmla="*/ 2239 h 111945"/>
                    <a:gd name="connsiteX4" fmla="*/ 2239 w 44778"/>
                    <a:gd name="connsiteY4" fmla="*/ 0 h 111945"/>
                    <a:gd name="connsiteX5" fmla="*/ 33584 w 44778"/>
                    <a:gd name="connsiteY5" fmla="*/ 0 h 111945"/>
                    <a:gd name="connsiteX6" fmla="*/ 44778 w 44778"/>
                    <a:gd name="connsiteY6" fmla="*/ 11195 h 111945"/>
                    <a:gd name="connsiteX7" fmla="*/ 44778 w 44778"/>
                    <a:gd name="connsiteY7" fmla="*/ 109707 h 111945"/>
                    <a:gd name="connsiteX8" fmla="*/ 42539 w 44778"/>
                    <a:gd name="connsiteY8" fmla="*/ 111945 h 111945"/>
                    <a:gd name="connsiteX9" fmla="*/ 4478 w 44778"/>
                    <a:gd name="connsiteY9" fmla="*/ 107468 h 111945"/>
                    <a:gd name="connsiteX10" fmla="*/ 40300 w 44778"/>
                    <a:gd name="connsiteY10" fmla="*/ 107468 h 111945"/>
                    <a:gd name="connsiteX11" fmla="*/ 40300 w 44778"/>
                    <a:gd name="connsiteY11" fmla="*/ 11195 h 111945"/>
                    <a:gd name="connsiteX12" fmla="*/ 33584 w 44778"/>
                    <a:gd name="connsiteY12" fmla="*/ 4478 h 111945"/>
                    <a:gd name="connsiteX13" fmla="*/ 4478 w 44778"/>
                    <a:gd name="connsiteY13" fmla="*/ 4478 h 111945"/>
                    <a:gd name="connsiteX14" fmla="*/ 4478 w 44778"/>
                    <a:gd name="connsiteY14" fmla="*/ 107468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778" h="111945">
                      <a:moveTo>
                        <a:pt x="42539" y="111945"/>
                      </a:moveTo>
                      <a:lnTo>
                        <a:pt x="2239" y="111945"/>
                      </a:lnTo>
                      <a:cubicBezTo>
                        <a:pt x="896" y="111945"/>
                        <a:pt x="0" y="111050"/>
                        <a:pt x="0" y="109707"/>
                      </a:cubicBezTo>
                      <a:lnTo>
                        <a:pt x="0" y="2239"/>
                      </a:lnTo>
                      <a:cubicBezTo>
                        <a:pt x="0" y="895"/>
                        <a:pt x="896" y="0"/>
                        <a:pt x="2239" y="0"/>
                      </a:cubicBezTo>
                      <a:lnTo>
                        <a:pt x="33584" y="0"/>
                      </a:lnTo>
                      <a:cubicBezTo>
                        <a:pt x="39853" y="0"/>
                        <a:pt x="44778" y="4925"/>
                        <a:pt x="44778" y="11195"/>
                      </a:cubicBezTo>
                      <a:lnTo>
                        <a:pt x="44778" y="109707"/>
                      </a:lnTo>
                      <a:cubicBezTo>
                        <a:pt x="44778" y="110602"/>
                        <a:pt x="43435" y="111945"/>
                        <a:pt x="42539" y="111945"/>
                      </a:cubicBezTo>
                      <a:close/>
                      <a:moveTo>
                        <a:pt x="4478" y="107468"/>
                      </a:moveTo>
                      <a:lnTo>
                        <a:pt x="40300" y="107468"/>
                      </a:lnTo>
                      <a:lnTo>
                        <a:pt x="40300" y="11195"/>
                      </a:lnTo>
                      <a:cubicBezTo>
                        <a:pt x="40300" y="7612"/>
                        <a:pt x="37166" y="4478"/>
                        <a:pt x="33584" y="4478"/>
                      </a:cubicBezTo>
                      <a:lnTo>
                        <a:pt x="4478" y="4478"/>
                      </a:lnTo>
                      <a:lnTo>
                        <a:pt x="4478" y="10746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82" name="Freeform: Shape 4278">
                  <a:extLst>
                    <a:ext uri="{FF2B5EF4-FFF2-40B4-BE49-F238E27FC236}">
                      <a16:creationId xmlns:a16="http://schemas.microsoft.com/office/drawing/2014/main" id="{869E4E23-00EB-4EB7-E0EF-3BFF8CF6E3BD}"/>
                    </a:ext>
                  </a:extLst>
                </p:cNvPr>
                <p:cNvSpPr/>
                <p:nvPr/>
              </p:nvSpPr>
              <p:spPr>
                <a:xfrm>
                  <a:off x="4323298" y="2902607"/>
                  <a:ext cx="44778" cy="138812"/>
                </a:xfrm>
                <a:custGeom>
                  <a:avLst/>
                  <a:gdLst>
                    <a:gd name="connsiteX0" fmla="*/ 42539 w 44778"/>
                    <a:gd name="connsiteY0" fmla="*/ 138812 h 138812"/>
                    <a:gd name="connsiteX1" fmla="*/ 2239 w 44778"/>
                    <a:gd name="connsiteY1" fmla="*/ 138812 h 138812"/>
                    <a:gd name="connsiteX2" fmla="*/ 0 w 44778"/>
                    <a:gd name="connsiteY2" fmla="*/ 136573 h 138812"/>
                    <a:gd name="connsiteX3" fmla="*/ 0 w 44778"/>
                    <a:gd name="connsiteY3" fmla="*/ 2239 h 138812"/>
                    <a:gd name="connsiteX4" fmla="*/ 2239 w 44778"/>
                    <a:gd name="connsiteY4" fmla="*/ 0 h 138812"/>
                    <a:gd name="connsiteX5" fmla="*/ 33584 w 44778"/>
                    <a:gd name="connsiteY5" fmla="*/ 0 h 138812"/>
                    <a:gd name="connsiteX6" fmla="*/ 44778 w 44778"/>
                    <a:gd name="connsiteY6" fmla="*/ 11195 h 138812"/>
                    <a:gd name="connsiteX7" fmla="*/ 44778 w 44778"/>
                    <a:gd name="connsiteY7" fmla="*/ 136573 h 138812"/>
                    <a:gd name="connsiteX8" fmla="*/ 42539 w 44778"/>
                    <a:gd name="connsiteY8" fmla="*/ 138812 h 138812"/>
                    <a:gd name="connsiteX9" fmla="*/ 4478 w 44778"/>
                    <a:gd name="connsiteY9" fmla="*/ 134335 h 138812"/>
                    <a:gd name="connsiteX10" fmla="*/ 40300 w 44778"/>
                    <a:gd name="connsiteY10" fmla="*/ 134335 h 138812"/>
                    <a:gd name="connsiteX11" fmla="*/ 40300 w 44778"/>
                    <a:gd name="connsiteY11" fmla="*/ 11195 h 138812"/>
                    <a:gd name="connsiteX12" fmla="*/ 33584 w 44778"/>
                    <a:gd name="connsiteY12" fmla="*/ 4478 h 138812"/>
                    <a:gd name="connsiteX13" fmla="*/ 4478 w 44778"/>
                    <a:gd name="connsiteY13" fmla="*/ 4478 h 138812"/>
                    <a:gd name="connsiteX14" fmla="*/ 4478 w 44778"/>
                    <a:gd name="connsiteY14" fmla="*/ 134335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778" h="138812">
                      <a:moveTo>
                        <a:pt x="42539" y="138812"/>
                      </a:moveTo>
                      <a:lnTo>
                        <a:pt x="2239" y="138812"/>
                      </a:lnTo>
                      <a:cubicBezTo>
                        <a:pt x="896" y="138812"/>
                        <a:pt x="0" y="137917"/>
                        <a:pt x="0" y="136573"/>
                      </a:cubicBezTo>
                      <a:lnTo>
                        <a:pt x="0" y="2239"/>
                      </a:lnTo>
                      <a:cubicBezTo>
                        <a:pt x="0" y="895"/>
                        <a:pt x="896" y="0"/>
                        <a:pt x="2239" y="0"/>
                      </a:cubicBezTo>
                      <a:lnTo>
                        <a:pt x="33584" y="0"/>
                      </a:lnTo>
                      <a:cubicBezTo>
                        <a:pt x="39853" y="0"/>
                        <a:pt x="44778" y="4925"/>
                        <a:pt x="44778" y="11195"/>
                      </a:cubicBezTo>
                      <a:lnTo>
                        <a:pt x="44778" y="136573"/>
                      </a:lnTo>
                      <a:cubicBezTo>
                        <a:pt x="44778" y="137469"/>
                        <a:pt x="43435" y="138812"/>
                        <a:pt x="42539" y="138812"/>
                      </a:cubicBezTo>
                      <a:close/>
                      <a:moveTo>
                        <a:pt x="4478" y="134335"/>
                      </a:moveTo>
                      <a:lnTo>
                        <a:pt x="40300" y="134335"/>
                      </a:lnTo>
                      <a:lnTo>
                        <a:pt x="40300" y="11195"/>
                      </a:lnTo>
                      <a:cubicBezTo>
                        <a:pt x="40300" y="7612"/>
                        <a:pt x="37166" y="4478"/>
                        <a:pt x="33584" y="4478"/>
                      </a:cubicBezTo>
                      <a:lnTo>
                        <a:pt x="4478" y="4478"/>
                      </a:lnTo>
                      <a:lnTo>
                        <a:pt x="4478" y="13433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83" name="Group 4279">
                <a:extLst>
                  <a:ext uri="{FF2B5EF4-FFF2-40B4-BE49-F238E27FC236}">
                    <a16:creationId xmlns:a16="http://schemas.microsoft.com/office/drawing/2014/main" id="{70462F2F-8C61-2C6B-3A4E-108C4452B42E}"/>
                  </a:ext>
                  <a:ext uri="{C183D7F6-B498-43B3-948B-1728B52AA6E4}">
                    <adec:decorative xmlns:adec="http://schemas.microsoft.com/office/drawing/2017/decorative" val="1"/>
                  </a:ext>
                </a:extLst>
              </p:cNvPr>
              <p:cNvGrpSpPr>
                <a:grpSpLocks noChangeAspect="1"/>
              </p:cNvGrpSpPr>
              <p:nvPr/>
            </p:nvGrpSpPr>
            <p:grpSpPr>
              <a:xfrm>
                <a:off x="3685650" y="3644763"/>
                <a:ext cx="161201" cy="128961"/>
                <a:chOff x="3726404" y="2909324"/>
                <a:chExt cx="161201" cy="128961"/>
              </a:xfrm>
            </p:grpSpPr>
            <p:sp>
              <p:nvSpPr>
                <p:cNvPr id="384" name="Freeform: Shape 4280">
                  <a:extLst>
                    <a:ext uri="{FF2B5EF4-FFF2-40B4-BE49-F238E27FC236}">
                      <a16:creationId xmlns:a16="http://schemas.microsoft.com/office/drawing/2014/main" id="{334C7F63-7FFA-BCF3-E0ED-7B67D4CC262A}"/>
                    </a:ext>
                  </a:extLst>
                </p:cNvPr>
                <p:cNvSpPr/>
                <p:nvPr/>
              </p:nvSpPr>
              <p:spPr>
                <a:xfrm>
                  <a:off x="3739390" y="2953206"/>
                  <a:ext cx="138812" cy="85079"/>
                </a:xfrm>
                <a:custGeom>
                  <a:avLst/>
                  <a:gdLst>
                    <a:gd name="connsiteX0" fmla="*/ 136573 w 138812"/>
                    <a:gd name="connsiteY0" fmla="*/ 32240 h 85078"/>
                    <a:gd name="connsiteX1" fmla="*/ 134335 w 138812"/>
                    <a:gd name="connsiteY1" fmla="*/ 34479 h 85078"/>
                    <a:gd name="connsiteX2" fmla="*/ 134335 w 138812"/>
                    <a:gd name="connsiteY2" fmla="*/ 83735 h 85078"/>
                    <a:gd name="connsiteX3" fmla="*/ 98512 w 138812"/>
                    <a:gd name="connsiteY3" fmla="*/ 83735 h 85078"/>
                    <a:gd name="connsiteX4" fmla="*/ 98512 w 138812"/>
                    <a:gd name="connsiteY4" fmla="*/ 2239 h 85078"/>
                    <a:gd name="connsiteX5" fmla="*/ 96273 w 138812"/>
                    <a:gd name="connsiteY5" fmla="*/ 0 h 85078"/>
                    <a:gd name="connsiteX6" fmla="*/ 94034 w 138812"/>
                    <a:gd name="connsiteY6" fmla="*/ 2239 h 85078"/>
                    <a:gd name="connsiteX7" fmla="*/ 94034 w 138812"/>
                    <a:gd name="connsiteY7" fmla="*/ 83735 h 85078"/>
                    <a:gd name="connsiteX8" fmla="*/ 44778 w 138812"/>
                    <a:gd name="connsiteY8" fmla="*/ 83735 h 85078"/>
                    <a:gd name="connsiteX9" fmla="*/ 44778 w 138812"/>
                    <a:gd name="connsiteY9" fmla="*/ 52838 h 85078"/>
                    <a:gd name="connsiteX10" fmla="*/ 42539 w 138812"/>
                    <a:gd name="connsiteY10" fmla="*/ 50599 h 85078"/>
                    <a:gd name="connsiteX11" fmla="*/ 40300 w 138812"/>
                    <a:gd name="connsiteY11" fmla="*/ 52838 h 85078"/>
                    <a:gd name="connsiteX12" fmla="*/ 40300 w 138812"/>
                    <a:gd name="connsiteY12" fmla="*/ 83735 h 85078"/>
                    <a:gd name="connsiteX13" fmla="*/ 4478 w 138812"/>
                    <a:gd name="connsiteY13" fmla="*/ 83735 h 85078"/>
                    <a:gd name="connsiteX14" fmla="*/ 4478 w 138812"/>
                    <a:gd name="connsiteY14" fmla="*/ 12986 h 85078"/>
                    <a:gd name="connsiteX15" fmla="*/ 2239 w 138812"/>
                    <a:gd name="connsiteY15" fmla="*/ 10747 h 85078"/>
                    <a:gd name="connsiteX16" fmla="*/ 0 w 138812"/>
                    <a:gd name="connsiteY16" fmla="*/ 12986 h 85078"/>
                    <a:gd name="connsiteX17" fmla="*/ 0 w 138812"/>
                    <a:gd name="connsiteY17" fmla="*/ 85974 h 85078"/>
                    <a:gd name="connsiteX18" fmla="*/ 2239 w 138812"/>
                    <a:gd name="connsiteY18" fmla="*/ 88213 h 85078"/>
                    <a:gd name="connsiteX19" fmla="*/ 136573 w 138812"/>
                    <a:gd name="connsiteY19" fmla="*/ 88213 h 85078"/>
                    <a:gd name="connsiteX20" fmla="*/ 138812 w 138812"/>
                    <a:gd name="connsiteY20" fmla="*/ 85974 h 85078"/>
                    <a:gd name="connsiteX21" fmla="*/ 138812 w 138812"/>
                    <a:gd name="connsiteY21" fmla="*/ 34479 h 85078"/>
                    <a:gd name="connsiteX22" fmla="*/ 136573 w 138812"/>
                    <a:gd name="connsiteY22" fmla="*/ 32240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812" h="85078">
                      <a:moveTo>
                        <a:pt x="136573" y="32240"/>
                      </a:moveTo>
                      <a:cubicBezTo>
                        <a:pt x="135230" y="32240"/>
                        <a:pt x="134335" y="33136"/>
                        <a:pt x="134335" y="34479"/>
                      </a:cubicBezTo>
                      <a:lnTo>
                        <a:pt x="134335" y="83735"/>
                      </a:lnTo>
                      <a:lnTo>
                        <a:pt x="98512" y="83735"/>
                      </a:lnTo>
                      <a:lnTo>
                        <a:pt x="98512" y="2239"/>
                      </a:lnTo>
                      <a:cubicBezTo>
                        <a:pt x="98512" y="896"/>
                        <a:pt x="97616" y="0"/>
                        <a:pt x="96273" y="0"/>
                      </a:cubicBezTo>
                      <a:cubicBezTo>
                        <a:pt x="94930" y="0"/>
                        <a:pt x="94034" y="896"/>
                        <a:pt x="94034" y="2239"/>
                      </a:cubicBezTo>
                      <a:lnTo>
                        <a:pt x="94034" y="83735"/>
                      </a:lnTo>
                      <a:lnTo>
                        <a:pt x="44778" y="83735"/>
                      </a:lnTo>
                      <a:lnTo>
                        <a:pt x="44778" y="52838"/>
                      </a:lnTo>
                      <a:cubicBezTo>
                        <a:pt x="44778" y="51495"/>
                        <a:pt x="43883" y="50599"/>
                        <a:pt x="42539" y="50599"/>
                      </a:cubicBezTo>
                      <a:cubicBezTo>
                        <a:pt x="41196" y="50599"/>
                        <a:pt x="40300" y="51495"/>
                        <a:pt x="40300" y="52838"/>
                      </a:cubicBezTo>
                      <a:lnTo>
                        <a:pt x="40300" y="83735"/>
                      </a:lnTo>
                      <a:lnTo>
                        <a:pt x="4478" y="83735"/>
                      </a:lnTo>
                      <a:lnTo>
                        <a:pt x="4478" y="12986"/>
                      </a:lnTo>
                      <a:cubicBezTo>
                        <a:pt x="4478" y="11642"/>
                        <a:pt x="3582" y="10747"/>
                        <a:pt x="2239" y="10747"/>
                      </a:cubicBezTo>
                      <a:cubicBezTo>
                        <a:pt x="896" y="10747"/>
                        <a:pt x="0" y="11642"/>
                        <a:pt x="0" y="12986"/>
                      </a:cubicBezTo>
                      <a:lnTo>
                        <a:pt x="0" y="85974"/>
                      </a:lnTo>
                      <a:cubicBezTo>
                        <a:pt x="0" y="87317"/>
                        <a:pt x="896" y="88213"/>
                        <a:pt x="2239" y="88213"/>
                      </a:cubicBezTo>
                      <a:lnTo>
                        <a:pt x="136573" y="88213"/>
                      </a:lnTo>
                      <a:cubicBezTo>
                        <a:pt x="137917" y="88213"/>
                        <a:pt x="138812" y="87317"/>
                        <a:pt x="138812" y="85974"/>
                      </a:cubicBezTo>
                      <a:lnTo>
                        <a:pt x="138812" y="34479"/>
                      </a:lnTo>
                      <a:cubicBezTo>
                        <a:pt x="138812" y="33136"/>
                        <a:pt x="137917" y="32240"/>
                        <a:pt x="136573" y="3224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85" name="Freeform: Shape 4281">
                  <a:extLst>
                    <a:ext uri="{FF2B5EF4-FFF2-40B4-BE49-F238E27FC236}">
                      <a16:creationId xmlns:a16="http://schemas.microsoft.com/office/drawing/2014/main" id="{EF59F720-14E8-900A-DE9F-E1738426AECE}"/>
                    </a:ext>
                  </a:extLst>
                </p:cNvPr>
                <p:cNvSpPr/>
                <p:nvPr/>
              </p:nvSpPr>
              <p:spPr>
                <a:xfrm>
                  <a:off x="3726404" y="2909324"/>
                  <a:ext cx="161201" cy="76123"/>
                </a:xfrm>
                <a:custGeom>
                  <a:avLst/>
                  <a:gdLst>
                    <a:gd name="connsiteX0" fmla="*/ 149559 w 161201"/>
                    <a:gd name="connsiteY0" fmla="*/ 33584 h 76122"/>
                    <a:gd name="connsiteX1" fmla="*/ 140156 w 161201"/>
                    <a:gd name="connsiteY1" fmla="*/ 36718 h 76122"/>
                    <a:gd name="connsiteX2" fmla="*/ 124483 w 161201"/>
                    <a:gd name="connsiteY2" fmla="*/ 20598 h 76122"/>
                    <a:gd name="connsiteX3" fmla="*/ 125379 w 161201"/>
                    <a:gd name="connsiteY3" fmla="*/ 15672 h 76122"/>
                    <a:gd name="connsiteX4" fmla="*/ 109707 w 161201"/>
                    <a:gd name="connsiteY4" fmla="*/ 0 h 76122"/>
                    <a:gd name="connsiteX5" fmla="*/ 94034 w 161201"/>
                    <a:gd name="connsiteY5" fmla="*/ 15672 h 76122"/>
                    <a:gd name="connsiteX6" fmla="*/ 94930 w 161201"/>
                    <a:gd name="connsiteY6" fmla="*/ 20598 h 76122"/>
                    <a:gd name="connsiteX7" fmla="*/ 64481 w 161201"/>
                    <a:gd name="connsiteY7" fmla="*/ 50151 h 76122"/>
                    <a:gd name="connsiteX8" fmla="*/ 55973 w 161201"/>
                    <a:gd name="connsiteY8" fmla="*/ 47465 h 76122"/>
                    <a:gd name="connsiteX9" fmla="*/ 46569 w 161201"/>
                    <a:gd name="connsiteY9" fmla="*/ 50599 h 76122"/>
                    <a:gd name="connsiteX10" fmla="*/ 28210 w 161201"/>
                    <a:gd name="connsiteY10" fmla="*/ 31792 h 76122"/>
                    <a:gd name="connsiteX11" fmla="*/ 31345 w 161201"/>
                    <a:gd name="connsiteY11" fmla="*/ 22389 h 76122"/>
                    <a:gd name="connsiteX12" fmla="*/ 15672 w 161201"/>
                    <a:gd name="connsiteY12" fmla="*/ 6717 h 76122"/>
                    <a:gd name="connsiteX13" fmla="*/ 0 w 161201"/>
                    <a:gd name="connsiteY13" fmla="*/ 22389 h 76122"/>
                    <a:gd name="connsiteX14" fmla="*/ 15672 w 161201"/>
                    <a:gd name="connsiteY14" fmla="*/ 38061 h 76122"/>
                    <a:gd name="connsiteX15" fmla="*/ 25076 w 161201"/>
                    <a:gd name="connsiteY15" fmla="*/ 34927 h 76122"/>
                    <a:gd name="connsiteX16" fmla="*/ 43435 w 161201"/>
                    <a:gd name="connsiteY16" fmla="*/ 53734 h 76122"/>
                    <a:gd name="connsiteX17" fmla="*/ 40300 w 161201"/>
                    <a:gd name="connsiteY17" fmla="*/ 63137 h 76122"/>
                    <a:gd name="connsiteX18" fmla="*/ 55973 w 161201"/>
                    <a:gd name="connsiteY18" fmla="*/ 78809 h 76122"/>
                    <a:gd name="connsiteX19" fmla="*/ 71645 w 161201"/>
                    <a:gd name="connsiteY19" fmla="*/ 63137 h 76122"/>
                    <a:gd name="connsiteX20" fmla="*/ 67615 w 161201"/>
                    <a:gd name="connsiteY20" fmla="*/ 53286 h 76122"/>
                    <a:gd name="connsiteX21" fmla="*/ 96721 w 161201"/>
                    <a:gd name="connsiteY21" fmla="*/ 25076 h 76122"/>
                    <a:gd name="connsiteX22" fmla="*/ 109707 w 161201"/>
                    <a:gd name="connsiteY22" fmla="*/ 31345 h 76122"/>
                    <a:gd name="connsiteX23" fmla="*/ 122244 w 161201"/>
                    <a:gd name="connsiteY23" fmla="*/ 25076 h 76122"/>
                    <a:gd name="connsiteX24" fmla="*/ 137021 w 161201"/>
                    <a:gd name="connsiteY24" fmla="*/ 40300 h 76122"/>
                    <a:gd name="connsiteX25" fmla="*/ 133887 w 161201"/>
                    <a:gd name="connsiteY25" fmla="*/ 49256 h 76122"/>
                    <a:gd name="connsiteX26" fmla="*/ 149559 w 161201"/>
                    <a:gd name="connsiteY26" fmla="*/ 64928 h 76122"/>
                    <a:gd name="connsiteX27" fmla="*/ 165232 w 161201"/>
                    <a:gd name="connsiteY27" fmla="*/ 49256 h 76122"/>
                    <a:gd name="connsiteX28" fmla="*/ 149559 w 161201"/>
                    <a:gd name="connsiteY28" fmla="*/ 33584 h 76122"/>
                    <a:gd name="connsiteX29" fmla="*/ 4030 w 161201"/>
                    <a:gd name="connsiteY29" fmla="*/ 22389 h 76122"/>
                    <a:gd name="connsiteX30" fmla="*/ 15225 w 161201"/>
                    <a:gd name="connsiteY30" fmla="*/ 11195 h 76122"/>
                    <a:gd name="connsiteX31" fmla="*/ 26419 w 161201"/>
                    <a:gd name="connsiteY31" fmla="*/ 22389 h 76122"/>
                    <a:gd name="connsiteX32" fmla="*/ 15225 w 161201"/>
                    <a:gd name="connsiteY32" fmla="*/ 33584 h 76122"/>
                    <a:gd name="connsiteX33" fmla="*/ 4030 w 161201"/>
                    <a:gd name="connsiteY33" fmla="*/ 22389 h 76122"/>
                    <a:gd name="connsiteX34" fmla="*/ 55525 w 161201"/>
                    <a:gd name="connsiteY34" fmla="*/ 73884 h 76122"/>
                    <a:gd name="connsiteX35" fmla="*/ 44331 w 161201"/>
                    <a:gd name="connsiteY35" fmla="*/ 62689 h 76122"/>
                    <a:gd name="connsiteX36" fmla="*/ 55525 w 161201"/>
                    <a:gd name="connsiteY36" fmla="*/ 51495 h 76122"/>
                    <a:gd name="connsiteX37" fmla="*/ 66720 w 161201"/>
                    <a:gd name="connsiteY37" fmla="*/ 62689 h 76122"/>
                    <a:gd name="connsiteX38" fmla="*/ 55525 w 161201"/>
                    <a:gd name="connsiteY38" fmla="*/ 73884 h 76122"/>
                    <a:gd name="connsiteX39" fmla="*/ 109259 w 161201"/>
                    <a:gd name="connsiteY39" fmla="*/ 26419 h 76122"/>
                    <a:gd name="connsiteX40" fmla="*/ 98064 w 161201"/>
                    <a:gd name="connsiteY40" fmla="*/ 15225 h 76122"/>
                    <a:gd name="connsiteX41" fmla="*/ 109259 w 161201"/>
                    <a:gd name="connsiteY41" fmla="*/ 4030 h 76122"/>
                    <a:gd name="connsiteX42" fmla="*/ 120453 w 161201"/>
                    <a:gd name="connsiteY42" fmla="*/ 15225 h 76122"/>
                    <a:gd name="connsiteX43" fmla="*/ 109259 w 161201"/>
                    <a:gd name="connsiteY43" fmla="*/ 26419 h 76122"/>
                    <a:gd name="connsiteX44" fmla="*/ 149559 w 161201"/>
                    <a:gd name="connsiteY44" fmla="*/ 60003 h 76122"/>
                    <a:gd name="connsiteX45" fmla="*/ 138365 w 161201"/>
                    <a:gd name="connsiteY45" fmla="*/ 48808 h 76122"/>
                    <a:gd name="connsiteX46" fmla="*/ 149559 w 161201"/>
                    <a:gd name="connsiteY46" fmla="*/ 37614 h 76122"/>
                    <a:gd name="connsiteX47" fmla="*/ 160754 w 161201"/>
                    <a:gd name="connsiteY47" fmla="*/ 48808 h 76122"/>
                    <a:gd name="connsiteX48" fmla="*/ 149559 w 161201"/>
                    <a:gd name="connsiteY48" fmla="*/ 60003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61201" h="76122">
                      <a:moveTo>
                        <a:pt x="149559" y="33584"/>
                      </a:moveTo>
                      <a:cubicBezTo>
                        <a:pt x="145977" y="33584"/>
                        <a:pt x="142843" y="34927"/>
                        <a:pt x="140156" y="36718"/>
                      </a:cubicBezTo>
                      <a:lnTo>
                        <a:pt x="124483" y="20598"/>
                      </a:lnTo>
                      <a:cubicBezTo>
                        <a:pt x="124931" y="19255"/>
                        <a:pt x="125379" y="17463"/>
                        <a:pt x="125379" y="15672"/>
                      </a:cubicBezTo>
                      <a:cubicBezTo>
                        <a:pt x="125379" y="7164"/>
                        <a:pt x="118215" y="0"/>
                        <a:pt x="109707" y="0"/>
                      </a:cubicBezTo>
                      <a:cubicBezTo>
                        <a:pt x="101199" y="0"/>
                        <a:pt x="94034" y="6717"/>
                        <a:pt x="94034" y="15672"/>
                      </a:cubicBezTo>
                      <a:cubicBezTo>
                        <a:pt x="94034" y="17463"/>
                        <a:pt x="94482" y="18807"/>
                        <a:pt x="94930" y="20598"/>
                      </a:cubicBezTo>
                      <a:lnTo>
                        <a:pt x="64481" y="50151"/>
                      </a:lnTo>
                      <a:cubicBezTo>
                        <a:pt x="61794" y="48808"/>
                        <a:pt x="59107" y="47465"/>
                        <a:pt x="55973" y="47465"/>
                      </a:cubicBezTo>
                      <a:cubicBezTo>
                        <a:pt x="52391" y="47465"/>
                        <a:pt x="49256" y="48808"/>
                        <a:pt x="46569" y="50599"/>
                      </a:cubicBezTo>
                      <a:lnTo>
                        <a:pt x="28210" y="31792"/>
                      </a:lnTo>
                      <a:cubicBezTo>
                        <a:pt x="30449" y="29106"/>
                        <a:pt x="31345" y="25971"/>
                        <a:pt x="31345" y="22389"/>
                      </a:cubicBezTo>
                      <a:cubicBezTo>
                        <a:pt x="31345" y="13881"/>
                        <a:pt x="24180" y="6717"/>
                        <a:pt x="15672" y="6717"/>
                      </a:cubicBezTo>
                      <a:cubicBezTo>
                        <a:pt x="7165" y="6717"/>
                        <a:pt x="0" y="13433"/>
                        <a:pt x="0" y="22389"/>
                      </a:cubicBezTo>
                      <a:cubicBezTo>
                        <a:pt x="0" y="31345"/>
                        <a:pt x="7165" y="38061"/>
                        <a:pt x="15672" y="38061"/>
                      </a:cubicBezTo>
                      <a:cubicBezTo>
                        <a:pt x="19255" y="38061"/>
                        <a:pt x="22389" y="36718"/>
                        <a:pt x="25076" y="34927"/>
                      </a:cubicBezTo>
                      <a:lnTo>
                        <a:pt x="43435" y="53734"/>
                      </a:lnTo>
                      <a:cubicBezTo>
                        <a:pt x="41644" y="56420"/>
                        <a:pt x="40300" y="59555"/>
                        <a:pt x="40300" y="63137"/>
                      </a:cubicBezTo>
                      <a:cubicBezTo>
                        <a:pt x="40300" y="71645"/>
                        <a:pt x="47465" y="78809"/>
                        <a:pt x="55973" y="78809"/>
                      </a:cubicBezTo>
                      <a:cubicBezTo>
                        <a:pt x="64481" y="78809"/>
                        <a:pt x="71645" y="72093"/>
                        <a:pt x="71645" y="63137"/>
                      </a:cubicBezTo>
                      <a:cubicBezTo>
                        <a:pt x="71645" y="59107"/>
                        <a:pt x="70302" y="55973"/>
                        <a:pt x="67615" y="53286"/>
                      </a:cubicBezTo>
                      <a:lnTo>
                        <a:pt x="96721" y="25076"/>
                      </a:lnTo>
                      <a:cubicBezTo>
                        <a:pt x="99408" y="29106"/>
                        <a:pt x="104333" y="31345"/>
                        <a:pt x="109707" y="31345"/>
                      </a:cubicBezTo>
                      <a:cubicBezTo>
                        <a:pt x="115080" y="31345"/>
                        <a:pt x="119558" y="28658"/>
                        <a:pt x="122244" y="25076"/>
                      </a:cubicBezTo>
                      <a:lnTo>
                        <a:pt x="137021" y="40300"/>
                      </a:lnTo>
                      <a:cubicBezTo>
                        <a:pt x="135230" y="42987"/>
                        <a:pt x="133887" y="46121"/>
                        <a:pt x="133887" y="49256"/>
                      </a:cubicBezTo>
                      <a:cubicBezTo>
                        <a:pt x="133887" y="57764"/>
                        <a:pt x="141051" y="64928"/>
                        <a:pt x="149559" y="64928"/>
                      </a:cubicBezTo>
                      <a:cubicBezTo>
                        <a:pt x="158067" y="64928"/>
                        <a:pt x="165232" y="58212"/>
                        <a:pt x="165232" y="49256"/>
                      </a:cubicBezTo>
                      <a:cubicBezTo>
                        <a:pt x="165232" y="40300"/>
                        <a:pt x="158515" y="33584"/>
                        <a:pt x="149559" y="33584"/>
                      </a:cubicBezTo>
                      <a:close/>
                      <a:moveTo>
                        <a:pt x="4030" y="22389"/>
                      </a:moveTo>
                      <a:cubicBezTo>
                        <a:pt x="4030" y="16120"/>
                        <a:pt x="8956" y="11195"/>
                        <a:pt x="15225" y="11195"/>
                      </a:cubicBezTo>
                      <a:cubicBezTo>
                        <a:pt x="21493" y="11195"/>
                        <a:pt x="26419" y="16120"/>
                        <a:pt x="26419" y="22389"/>
                      </a:cubicBezTo>
                      <a:cubicBezTo>
                        <a:pt x="26419" y="28658"/>
                        <a:pt x="21493" y="33584"/>
                        <a:pt x="15225" y="33584"/>
                      </a:cubicBezTo>
                      <a:cubicBezTo>
                        <a:pt x="8956" y="33584"/>
                        <a:pt x="4030" y="28210"/>
                        <a:pt x="4030" y="22389"/>
                      </a:cubicBezTo>
                      <a:close/>
                      <a:moveTo>
                        <a:pt x="55525" y="73884"/>
                      </a:moveTo>
                      <a:cubicBezTo>
                        <a:pt x="49256" y="73884"/>
                        <a:pt x="44331" y="68958"/>
                        <a:pt x="44331" y="62689"/>
                      </a:cubicBezTo>
                      <a:cubicBezTo>
                        <a:pt x="44331" y="56420"/>
                        <a:pt x="49256" y="51495"/>
                        <a:pt x="55525" y="51495"/>
                      </a:cubicBezTo>
                      <a:cubicBezTo>
                        <a:pt x="61794" y="51495"/>
                        <a:pt x="66720" y="56420"/>
                        <a:pt x="66720" y="62689"/>
                      </a:cubicBezTo>
                      <a:cubicBezTo>
                        <a:pt x="67167" y="68958"/>
                        <a:pt x="61794" y="73884"/>
                        <a:pt x="55525" y="73884"/>
                      </a:cubicBezTo>
                      <a:close/>
                      <a:moveTo>
                        <a:pt x="109259" y="26419"/>
                      </a:moveTo>
                      <a:cubicBezTo>
                        <a:pt x="102990" y="26419"/>
                        <a:pt x="98064" y="21493"/>
                        <a:pt x="98064" y="15225"/>
                      </a:cubicBezTo>
                      <a:cubicBezTo>
                        <a:pt x="98064" y="8956"/>
                        <a:pt x="102990" y="4030"/>
                        <a:pt x="109259" y="4030"/>
                      </a:cubicBezTo>
                      <a:cubicBezTo>
                        <a:pt x="115528" y="4030"/>
                        <a:pt x="120453" y="8956"/>
                        <a:pt x="120453" y="15225"/>
                      </a:cubicBezTo>
                      <a:cubicBezTo>
                        <a:pt x="120901" y="21493"/>
                        <a:pt x="115528" y="26419"/>
                        <a:pt x="109259" y="26419"/>
                      </a:cubicBezTo>
                      <a:close/>
                      <a:moveTo>
                        <a:pt x="149559" y="60003"/>
                      </a:moveTo>
                      <a:cubicBezTo>
                        <a:pt x="143290" y="60003"/>
                        <a:pt x="138365" y="55077"/>
                        <a:pt x="138365" y="48808"/>
                      </a:cubicBezTo>
                      <a:cubicBezTo>
                        <a:pt x="138365" y="42539"/>
                        <a:pt x="143290" y="37614"/>
                        <a:pt x="149559" y="37614"/>
                      </a:cubicBezTo>
                      <a:cubicBezTo>
                        <a:pt x="155828" y="37614"/>
                        <a:pt x="160754" y="42539"/>
                        <a:pt x="160754" y="48808"/>
                      </a:cubicBezTo>
                      <a:cubicBezTo>
                        <a:pt x="161201" y="55077"/>
                        <a:pt x="155828" y="60003"/>
                        <a:pt x="149559" y="6000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86" name="Group 4282">
                <a:extLst>
                  <a:ext uri="{FF2B5EF4-FFF2-40B4-BE49-F238E27FC236}">
                    <a16:creationId xmlns:a16="http://schemas.microsoft.com/office/drawing/2014/main" id="{830CE057-0975-C0C6-A4F4-D4F92C2F0544}"/>
                  </a:ext>
                  <a:ext uri="{C183D7F6-B498-43B3-948B-1728B52AA6E4}">
                    <adec:decorative xmlns:adec="http://schemas.microsoft.com/office/drawing/2017/decorative" val="1"/>
                  </a:ext>
                </a:extLst>
              </p:cNvPr>
              <p:cNvGrpSpPr>
                <a:grpSpLocks noChangeAspect="1"/>
              </p:cNvGrpSpPr>
              <p:nvPr/>
            </p:nvGrpSpPr>
            <p:grpSpPr>
              <a:xfrm>
                <a:off x="3972007" y="3636703"/>
                <a:ext cx="134335" cy="134335"/>
                <a:chOff x="4012761" y="2901264"/>
                <a:chExt cx="134335" cy="134335"/>
              </a:xfrm>
            </p:grpSpPr>
            <p:sp>
              <p:nvSpPr>
                <p:cNvPr id="387" name="Freeform: Shape 4283">
                  <a:extLst>
                    <a:ext uri="{FF2B5EF4-FFF2-40B4-BE49-F238E27FC236}">
                      <a16:creationId xmlns:a16="http://schemas.microsoft.com/office/drawing/2014/main" id="{033059EB-056F-BBC5-68B3-1C763232396D}"/>
                    </a:ext>
                  </a:extLst>
                </p:cNvPr>
                <p:cNvSpPr/>
                <p:nvPr/>
              </p:nvSpPr>
              <p:spPr>
                <a:xfrm>
                  <a:off x="4012761" y="2901264"/>
                  <a:ext cx="134335" cy="134335"/>
                </a:xfrm>
                <a:custGeom>
                  <a:avLst/>
                  <a:gdLst>
                    <a:gd name="connsiteX0" fmla="*/ 135902 w 134334"/>
                    <a:gd name="connsiteY0" fmla="*/ 124483 h 134334"/>
                    <a:gd name="connsiteX1" fmla="*/ 135902 w 134334"/>
                    <a:gd name="connsiteY1" fmla="*/ 124483 h 134334"/>
                    <a:gd name="connsiteX2" fmla="*/ 135902 w 134334"/>
                    <a:gd name="connsiteY2" fmla="*/ 124036 h 134334"/>
                    <a:gd name="connsiteX3" fmla="*/ 135902 w 134334"/>
                    <a:gd name="connsiteY3" fmla="*/ 124036 h 134334"/>
                    <a:gd name="connsiteX4" fmla="*/ 135006 w 134334"/>
                    <a:gd name="connsiteY4" fmla="*/ 123140 h 134334"/>
                    <a:gd name="connsiteX5" fmla="*/ 124707 w 134334"/>
                    <a:gd name="connsiteY5" fmla="*/ 113289 h 134334"/>
                    <a:gd name="connsiteX6" fmla="*/ 121573 w 134334"/>
                    <a:gd name="connsiteY6" fmla="*/ 113289 h 134334"/>
                    <a:gd name="connsiteX7" fmla="*/ 121573 w 134334"/>
                    <a:gd name="connsiteY7" fmla="*/ 116423 h 134334"/>
                    <a:gd name="connsiteX8" fmla="*/ 128290 w 134334"/>
                    <a:gd name="connsiteY8" fmla="*/ 122692 h 134334"/>
                    <a:gd name="connsiteX9" fmla="*/ 15448 w 134334"/>
                    <a:gd name="connsiteY9" fmla="*/ 122692 h 134334"/>
                    <a:gd name="connsiteX10" fmla="*/ 15448 w 134334"/>
                    <a:gd name="connsiteY10" fmla="*/ 7165 h 134334"/>
                    <a:gd name="connsiteX11" fmla="*/ 21717 w 134334"/>
                    <a:gd name="connsiteY11" fmla="*/ 13881 h 134334"/>
                    <a:gd name="connsiteX12" fmla="*/ 23508 w 134334"/>
                    <a:gd name="connsiteY12" fmla="*/ 14777 h 134334"/>
                    <a:gd name="connsiteX13" fmla="*/ 24852 w 134334"/>
                    <a:gd name="connsiteY13" fmla="*/ 14329 h 134334"/>
                    <a:gd name="connsiteX14" fmla="*/ 24852 w 134334"/>
                    <a:gd name="connsiteY14" fmla="*/ 11195 h 134334"/>
                    <a:gd name="connsiteX15" fmla="*/ 14553 w 134334"/>
                    <a:gd name="connsiteY15" fmla="*/ 448 h 134334"/>
                    <a:gd name="connsiteX16" fmla="*/ 14553 w 134334"/>
                    <a:gd name="connsiteY16" fmla="*/ 448 h 134334"/>
                    <a:gd name="connsiteX17" fmla="*/ 14553 w 134334"/>
                    <a:gd name="connsiteY17" fmla="*/ 448 h 134334"/>
                    <a:gd name="connsiteX18" fmla="*/ 14105 w 134334"/>
                    <a:gd name="connsiteY18" fmla="*/ 448 h 134334"/>
                    <a:gd name="connsiteX19" fmla="*/ 13657 w 134334"/>
                    <a:gd name="connsiteY19" fmla="*/ 0 h 134334"/>
                    <a:gd name="connsiteX20" fmla="*/ 13210 w 134334"/>
                    <a:gd name="connsiteY20" fmla="*/ 0 h 134334"/>
                    <a:gd name="connsiteX21" fmla="*/ 12762 w 134334"/>
                    <a:gd name="connsiteY21" fmla="*/ 0 h 134334"/>
                    <a:gd name="connsiteX22" fmla="*/ 12314 w 134334"/>
                    <a:gd name="connsiteY22" fmla="*/ 0 h 134334"/>
                    <a:gd name="connsiteX23" fmla="*/ 11866 w 134334"/>
                    <a:gd name="connsiteY23" fmla="*/ 0 h 134334"/>
                    <a:gd name="connsiteX24" fmla="*/ 11418 w 134334"/>
                    <a:gd name="connsiteY24" fmla="*/ 448 h 134334"/>
                    <a:gd name="connsiteX25" fmla="*/ 10971 w 134334"/>
                    <a:gd name="connsiteY25" fmla="*/ 448 h 134334"/>
                    <a:gd name="connsiteX26" fmla="*/ 10971 w 134334"/>
                    <a:gd name="connsiteY26" fmla="*/ 448 h 134334"/>
                    <a:gd name="connsiteX27" fmla="*/ 10971 w 134334"/>
                    <a:gd name="connsiteY27" fmla="*/ 448 h 134334"/>
                    <a:gd name="connsiteX28" fmla="*/ 672 w 134334"/>
                    <a:gd name="connsiteY28" fmla="*/ 11642 h 134334"/>
                    <a:gd name="connsiteX29" fmla="*/ 672 w 134334"/>
                    <a:gd name="connsiteY29" fmla="*/ 14777 h 134334"/>
                    <a:gd name="connsiteX30" fmla="*/ 2015 w 134334"/>
                    <a:gd name="connsiteY30" fmla="*/ 15225 h 134334"/>
                    <a:gd name="connsiteX31" fmla="*/ 3806 w 134334"/>
                    <a:gd name="connsiteY31" fmla="*/ 14329 h 134334"/>
                    <a:gd name="connsiteX32" fmla="*/ 10075 w 134334"/>
                    <a:gd name="connsiteY32" fmla="*/ 7612 h 134334"/>
                    <a:gd name="connsiteX33" fmla="*/ 10075 w 134334"/>
                    <a:gd name="connsiteY33" fmla="*/ 124931 h 134334"/>
                    <a:gd name="connsiteX34" fmla="*/ 12314 w 134334"/>
                    <a:gd name="connsiteY34" fmla="*/ 127170 h 134334"/>
                    <a:gd name="connsiteX35" fmla="*/ 127842 w 134334"/>
                    <a:gd name="connsiteY35" fmla="*/ 127170 h 134334"/>
                    <a:gd name="connsiteX36" fmla="*/ 121125 w 134334"/>
                    <a:gd name="connsiteY36" fmla="*/ 133439 h 134334"/>
                    <a:gd name="connsiteX37" fmla="*/ 121125 w 134334"/>
                    <a:gd name="connsiteY37" fmla="*/ 136573 h 134334"/>
                    <a:gd name="connsiteX38" fmla="*/ 122916 w 134334"/>
                    <a:gd name="connsiteY38" fmla="*/ 137469 h 134334"/>
                    <a:gd name="connsiteX39" fmla="*/ 124259 w 134334"/>
                    <a:gd name="connsiteY39" fmla="*/ 137021 h 134334"/>
                    <a:gd name="connsiteX40" fmla="*/ 135006 w 134334"/>
                    <a:gd name="connsiteY40" fmla="*/ 126722 h 134334"/>
                    <a:gd name="connsiteX41" fmla="*/ 135006 w 134334"/>
                    <a:gd name="connsiteY41" fmla="*/ 126722 h 134334"/>
                    <a:gd name="connsiteX42" fmla="*/ 135006 w 134334"/>
                    <a:gd name="connsiteY42" fmla="*/ 126722 h 134334"/>
                    <a:gd name="connsiteX43" fmla="*/ 135006 w 134334"/>
                    <a:gd name="connsiteY43" fmla="*/ 126274 h 134334"/>
                    <a:gd name="connsiteX44" fmla="*/ 135454 w 134334"/>
                    <a:gd name="connsiteY44" fmla="*/ 125827 h 134334"/>
                    <a:gd name="connsiteX45" fmla="*/ 135454 w 134334"/>
                    <a:gd name="connsiteY45" fmla="*/ 125379 h 134334"/>
                    <a:gd name="connsiteX46" fmla="*/ 135902 w 134334"/>
                    <a:gd name="connsiteY46" fmla="*/ 124483 h 134334"/>
                    <a:gd name="connsiteX47" fmla="*/ 135902 w 134334"/>
                    <a:gd name="connsiteY47" fmla="*/ 124483 h 13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34334" h="134334">
                      <a:moveTo>
                        <a:pt x="135902" y="124483"/>
                      </a:moveTo>
                      <a:cubicBezTo>
                        <a:pt x="135902" y="124483"/>
                        <a:pt x="135902" y="124483"/>
                        <a:pt x="135902" y="124483"/>
                      </a:cubicBezTo>
                      <a:cubicBezTo>
                        <a:pt x="135902" y="124483"/>
                        <a:pt x="135902" y="124036"/>
                        <a:pt x="135902" y="124036"/>
                      </a:cubicBezTo>
                      <a:cubicBezTo>
                        <a:pt x="135902" y="124036"/>
                        <a:pt x="135902" y="124036"/>
                        <a:pt x="135902" y="124036"/>
                      </a:cubicBezTo>
                      <a:cubicBezTo>
                        <a:pt x="135902" y="123588"/>
                        <a:pt x="135454" y="123140"/>
                        <a:pt x="135006" y="123140"/>
                      </a:cubicBezTo>
                      <a:lnTo>
                        <a:pt x="124707" y="113289"/>
                      </a:lnTo>
                      <a:cubicBezTo>
                        <a:pt x="123812" y="112393"/>
                        <a:pt x="122468" y="112393"/>
                        <a:pt x="121573" y="113289"/>
                      </a:cubicBezTo>
                      <a:cubicBezTo>
                        <a:pt x="120677" y="114184"/>
                        <a:pt x="120677" y="115528"/>
                        <a:pt x="121573" y="116423"/>
                      </a:cubicBezTo>
                      <a:lnTo>
                        <a:pt x="128290" y="122692"/>
                      </a:lnTo>
                      <a:lnTo>
                        <a:pt x="15448" y="122692"/>
                      </a:lnTo>
                      <a:lnTo>
                        <a:pt x="15448" y="7165"/>
                      </a:lnTo>
                      <a:lnTo>
                        <a:pt x="21717" y="13881"/>
                      </a:lnTo>
                      <a:cubicBezTo>
                        <a:pt x="22165" y="14329"/>
                        <a:pt x="22613" y="14777"/>
                        <a:pt x="23508" y="14777"/>
                      </a:cubicBezTo>
                      <a:cubicBezTo>
                        <a:pt x="23956" y="14777"/>
                        <a:pt x="24404" y="14777"/>
                        <a:pt x="24852" y="14329"/>
                      </a:cubicBezTo>
                      <a:cubicBezTo>
                        <a:pt x="25747" y="13433"/>
                        <a:pt x="25747" y="12090"/>
                        <a:pt x="24852" y="11195"/>
                      </a:cubicBezTo>
                      <a:lnTo>
                        <a:pt x="14553" y="448"/>
                      </a:lnTo>
                      <a:cubicBezTo>
                        <a:pt x="14553" y="448"/>
                        <a:pt x="14553" y="448"/>
                        <a:pt x="14553" y="448"/>
                      </a:cubicBezTo>
                      <a:cubicBezTo>
                        <a:pt x="14553" y="448"/>
                        <a:pt x="14553" y="448"/>
                        <a:pt x="14553" y="448"/>
                      </a:cubicBezTo>
                      <a:cubicBezTo>
                        <a:pt x="14553" y="448"/>
                        <a:pt x="14553" y="448"/>
                        <a:pt x="14105" y="448"/>
                      </a:cubicBezTo>
                      <a:cubicBezTo>
                        <a:pt x="14105" y="448"/>
                        <a:pt x="13657" y="448"/>
                        <a:pt x="13657" y="0"/>
                      </a:cubicBezTo>
                      <a:cubicBezTo>
                        <a:pt x="13657" y="0"/>
                        <a:pt x="13210" y="0"/>
                        <a:pt x="13210" y="0"/>
                      </a:cubicBezTo>
                      <a:cubicBezTo>
                        <a:pt x="13210" y="0"/>
                        <a:pt x="12762" y="0"/>
                        <a:pt x="12762" y="0"/>
                      </a:cubicBezTo>
                      <a:cubicBezTo>
                        <a:pt x="12762" y="0"/>
                        <a:pt x="12314" y="0"/>
                        <a:pt x="12314" y="0"/>
                      </a:cubicBezTo>
                      <a:cubicBezTo>
                        <a:pt x="12314" y="0"/>
                        <a:pt x="11866" y="0"/>
                        <a:pt x="11866" y="0"/>
                      </a:cubicBezTo>
                      <a:cubicBezTo>
                        <a:pt x="11866" y="0"/>
                        <a:pt x="11418" y="0"/>
                        <a:pt x="11418" y="448"/>
                      </a:cubicBezTo>
                      <a:cubicBezTo>
                        <a:pt x="11418" y="448"/>
                        <a:pt x="11418" y="448"/>
                        <a:pt x="10971" y="448"/>
                      </a:cubicBezTo>
                      <a:cubicBezTo>
                        <a:pt x="10971" y="448"/>
                        <a:pt x="10971" y="448"/>
                        <a:pt x="10971" y="448"/>
                      </a:cubicBezTo>
                      <a:cubicBezTo>
                        <a:pt x="10971" y="448"/>
                        <a:pt x="10971" y="448"/>
                        <a:pt x="10971" y="448"/>
                      </a:cubicBezTo>
                      <a:lnTo>
                        <a:pt x="672" y="11642"/>
                      </a:lnTo>
                      <a:cubicBezTo>
                        <a:pt x="-224" y="12538"/>
                        <a:pt x="-224" y="13881"/>
                        <a:pt x="672" y="14777"/>
                      </a:cubicBezTo>
                      <a:cubicBezTo>
                        <a:pt x="1119" y="15225"/>
                        <a:pt x="1567" y="15225"/>
                        <a:pt x="2015" y="15225"/>
                      </a:cubicBezTo>
                      <a:cubicBezTo>
                        <a:pt x="2463" y="15225"/>
                        <a:pt x="3358" y="14777"/>
                        <a:pt x="3806" y="14329"/>
                      </a:cubicBezTo>
                      <a:lnTo>
                        <a:pt x="10075" y="7612"/>
                      </a:lnTo>
                      <a:lnTo>
                        <a:pt x="10075" y="124931"/>
                      </a:lnTo>
                      <a:cubicBezTo>
                        <a:pt x="10075" y="126274"/>
                        <a:pt x="10971" y="127170"/>
                        <a:pt x="12314" y="127170"/>
                      </a:cubicBezTo>
                      <a:lnTo>
                        <a:pt x="127842" y="127170"/>
                      </a:lnTo>
                      <a:lnTo>
                        <a:pt x="121125" y="133439"/>
                      </a:lnTo>
                      <a:cubicBezTo>
                        <a:pt x="120229" y="134335"/>
                        <a:pt x="120229" y="135678"/>
                        <a:pt x="121125" y="136573"/>
                      </a:cubicBezTo>
                      <a:cubicBezTo>
                        <a:pt x="121573" y="137021"/>
                        <a:pt x="122020" y="137469"/>
                        <a:pt x="122916" y="137469"/>
                      </a:cubicBezTo>
                      <a:cubicBezTo>
                        <a:pt x="123364" y="137469"/>
                        <a:pt x="123812" y="137469"/>
                        <a:pt x="124259" y="137021"/>
                      </a:cubicBezTo>
                      <a:lnTo>
                        <a:pt x="135006" y="126722"/>
                      </a:lnTo>
                      <a:cubicBezTo>
                        <a:pt x="135006" y="126722"/>
                        <a:pt x="135006" y="126722"/>
                        <a:pt x="135006" y="126722"/>
                      </a:cubicBezTo>
                      <a:cubicBezTo>
                        <a:pt x="135006" y="126722"/>
                        <a:pt x="135006" y="126722"/>
                        <a:pt x="135006" y="126722"/>
                      </a:cubicBezTo>
                      <a:cubicBezTo>
                        <a:pt x="135006" y="126722"/>
                        <a:pt x="135006" y="126722"/>
                        <a:pt x="135006" y="126274"/>
                      </a:cubicBezTo>
                      <a:cubicBezTo>
                        <a:pt x="135006" y="126274"/>
                        <a:pt x="135006" y="125827"/>
                        <a:pt x="135454" y="125827"/>
                      </a:cubicBezTo>
                      <a:cubicBezTo>
                        <a:pt x="135454" y="125827"/>
                        <a:pt x="135454" y="125379"/>
                        <a:pt x="135454" y="125379"/>
                      </a:cubicBezTo>
                      <a:cubicBezTo>
                        <a:pt x="135902" y="124483"/>
                        <a:pt x="135902" y="124483"/>
                        <a:pt x="135902" y="124483"/>
                      </a:cubicBezTo>
                      <a:cubicBezTo>
                        <a:pt x="135902" y="124483"/>
                        <a:pt x="135902" y="124483"/>
                        <a:pt x="135902" y="12448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88" name="Freeform: Shape 4284">
                  <a:extLst>
                    <a:ext uri="{FF2B5EF4-FFF2-40B4-BE49-F238E27FC236}">
                      <a16:creationId xmlns:a16="http://schemas.microsoft.com/office/drawing/2014/main" id="{F30C9A93-B4F4-0FFD-7924-B4E010140775}"/>
                    </a:ext>
                  </a:extLst>
                </p:cNvPr>
                <p:cNvSpPr/>
                <p:nvPr/>
              </p:nvSpPr>
              <p:spPr>
                <a:xfrm>
                  <a:off x="4036941" y="2929026"/>
                  <a:ext cx="107468" cy="71645"/>
                </a:xfrm>
                <a:custGeom>
                  <a:avLst/>
                  <a:gdLst>
                    <a:gd name="connsiteX0" fmla="*/ 111722 w 107467"/>
                    <a:gd name="connsiteY0" fmla="*/ 4030 h 71645"/>
                    <a:gd name="connsiteX1" fmla="*/ 111274 w 107467"/>
                    <a:gd name="connsiteY1" fmla="*/ 2239 h 71645"/>
                    <a:gd name="connsiteX2" fmla="*/ 109931 w 107467"/>
                    <a:gd name="connsiteY2" fmla="*/ 1343 h 71645"/>
                    <a:gd name="connsiteX3" fmla="*/ 91124 w 107467"/>
                    <a:gd name="connsiteY3" fmla="*/ 0 h 71645"/>
                    <a:gd name="connsiteX4" fmla="*/ 88885 w 107467"/>
                    <a:gd name="connsiteY4" fmla="*/ 2239 h 71645"/>
                    <a:gd name="connsiteX5" fmla="*/ 91124 w 107467"/>
                    <a:gd name="connsiteY5" fmla="*/ 4478 h 71645"/>
                    <a:gd name="connsiteX6" fmla="*/ 105005 w 107467"/>
                    <a:gd name="connsiteY6" fmla="*/ 5373 h 71645"/>
                    <a:gd name="connsiteX7" fmla="*/ 69182 w 107467"/>
                    <a:gd name="connsiteY7" fmla="*/ 39853 h 71645"/>
                    <a:gd name="connsiteX8" fmla="*/ 43659 w 107467"/>
                    <a:gd name="connsiteY8" fmla="*/ 27315 h 71645"/>
                    <a:gd name="connsiteX9" fmla="*/ 40972 w 107467"/>
                    <a:gd name="connsiteY9" fmla="*/ 27762 h 71645"/>
                    <a:gd name="connsiteX10" fmla="*/ 672 w 107467"/>
                    <a:gd name="connsiteY10" fmla="*/ 68063 h 71645"/>
                    <a:gd name="connsiteX11" fmla="*/ 672 w 107467"/>
                    <a:gd name="connsiteY11" fmla="*/ 71197 h 71645"/>
                    <a:gd name="connsiteX12" fmla="*/ 2463 w 107467"/>
                    <a:gd name="connsiteY12" fmla="*/ 71645 h 71645"/>
                    <a:gd name="connsiteX13" fmla="*/ 4254 w 107467"/>
                    <a:gd name="connsiteY13" fmla="*/ 71197 h 71645"/>
                    <a:gd name="connsiteX14" fmla="*/ 43211 w 107467"/>
                    <a:gd name="connsiteY14" fmla="*/ 32240 h 71645"/>
                    <a:gd name="connsiteX15" fmla="*/ 68735 w 107467"/>
                    <a:gd name="connsiteY15" fmla="*/ 44778 h 71645"/>
                    <a:gd name="connsiteX16" fmla="*/ 71421 w 107467"/>
                    <a:gd name="connsiteY16" fmla="*/ 44330 h 71645"/>
                    <a:gd name="connsiteX17" fmla="*/ 107692 w 107467"/>
                    <a:gd name="connsiteY17" fmla="*/ 9403 h 71645"/>
                    <a:gd name="connsiteX18" fmla="*/ 106796 w 107467"/>
                    <a:gd name="connsiteY18" fmla="*/ 22389 h 71645"/>
                    <a:gd name="connsiteX19" fmla="*/ 109035 w 107467"/>
                    <a:gd name="connsiteY19" fmla="*/ 24628 h 71645"/>
                    <a:gd name="connsiteX20" fmla="*/ 109035 w 107467"/>
                    <a:gd name="connsiteY20" fmla="*/ 24628 h 71645"/>
                    <a:gd name="connsiteX21" fmla="*/ 111274 w 107467"/>
                    <a:gd name="connsiteY21" fmla="*/ 22389 h 71645"/>
                    <a:gd name="connsiteX22" fmla="*/ 111722 w 107467"/>
                    <a:gd name="connsiteY22" fmla="*/ 4030 h 71645"/>
                    <a:gd name="connsiteX23" fmla="*/ 111722 w 107467"/>
                    <a:gd name="connsiteY23" fmla="*/ 4030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467" h="71645">
                      <a:moveTo>
                        <a:pt x="111722" y="4030"/>
                      </a:moveTo>
                      <a:cubicBezTo>
                        <a:pt x="111722" y="3582"/>
                        <a:pt x="111722" y="2687"/>
                        <a:pt x="111274" y="2239"/>
                      </a:cubicBezTo>
                      <a:cubicBezTo>
                        <a:pt x="110826" y="1791"/>
                        <a:pt x="110378" y="1343"/>
                        <a:pt x="109931" y="1343"/>
                      </a:cubicBezTo>
                      <a:lnTo>
                        <a:pt x="91124" y="0"/>
                      </a:lnTo>
                      <a:cubicBezTo>
                        <a:pt x="89780" y="0"/>
                        <a:pt x="88885" y="895"/>
                        <a:pt x="88885" y="2239"/>
                      </a:cubicBezTo>
                      <a:cubicBezTo>
                        <a:pt x="88885" y="3582"/>
                        <a:pt x="89780" y="4478"/>
                        <a:pt x="91124" y="4478"/>
                      </a:cubicBezTo>
                      <a:lnTo>
                        <a:pt x="105005" y="5373"/>
                      </a:lnTo>
                      <a:lnTo>
                        <a:pt x="69182" y="39853"/>
                      </a:lnTo>
                      <a:lnTo>
                        <a:pt x="43659" y="27315"/>
                      </a:lnTo>
                      <a:cubicBezTo>
                        <a:pt x="42763" y="26867"/>
                        <a:pt x="41868" y="26867"/>
                        <a:pt x="40972" y="27762"/>
                      </a:cubicBezTo>
                      <a:lnTo>
                        <a:pt x="672" y="68063"/>
                      </a:lnTo>
                      <a:cubicBezTo>
                        <a:pt x="-224" y="68958"/>
                        <a:pt x="-224" y="70302"/>
                        <a:pt x="672" y="71197"/>
                      </a:cubicBezTo>
                      <a:cubicBezTo>
                        <a:pt x="1120" y="71645"/>
                        <a:pt x="1567" y="71645"/>
                        <a:pt x="2463" y="71645"/>
                      </a:cubicBezTo>
                      <a:cubicBezTo>
                        <a:pt x="3359" y="71645"/>
                        <a:pt x="3806" y="71645"/>
                        <a:pt x="4254" y="71197"/>
                      </a:cubicBezTo>
                      <a:lnTo>
                        <a:pt x="43211" y="32240"/>
                      </a:lnTo>
                      <a:lnTo>
                        <a:pt x="68735" y="44778"/>
                      </a:lnTo>
                      <a:cubicBezTo>
                        <a:pt x="69630" y="45226"/>
                        <a:pt x="70526" y="45226"/>
                        <a:pt x="71421" y="44330"/>
                      </a:cubicBezTo>
                      <a:lnTo>
                        <a:pt x="107692" y="9403"/>
                      </a:lnTo>
                      <a:lnTo>
                        <a:pt x="106796" y="22389"/>
                      </a:lnTo>
                      <a:cubicBezTo>
                        <a:pt x="106796" y="23732"/>
                        <a:pt x="107692" y="24628"/>
                        <a:pt x="109035" y="24628"/>
                      </a:cubicBezTo>
                      <a:cubicBezTo>
                        <a:pt x="109035" y="24628"/>
                        <a:pt x="109035" y="24628"/>
                        <a:pt x="109035" y="24628"/>
                      </a:cubicBezTo>
                      <a:cubicBezTo>
                        <a:pt x="110378" y="24628"/>
                        <a:pt x="111274" y="23732"/>
                        <a:pt x="111274" y="22389"/>
                      </a:cubicBezTo>
                      <a:lnTo>
                        <a:pt x="111722" y="4030"/>
                      </a:lnTo>
                      <a:cubicBezTo>
                        <a:pt x="111722" y="4030"/>
                        <a:pt x="111722" y="4030"/>
                        <a:pt x="111722" y="403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89" name="Group 4285">
                <a:extLst>
                  <a:ext uri="{FF2B5EF4-FFF2-40B4-BE49-F238E27FC236}">
                    <a16:creationId xmlns:a16="http://schemas.microsoft.com/office/drawing/2014/main" id="{37DADD2F-44ED-7384-B141-211487ED5D2B}"/>
                  </a:ext>
                  <a:ext uri="{C183D7F6-B498-43B3-948B-1728B52AA6E4}">
                    <adec:decorative xmlns:adec="http://schemas.microsoft.com/office/drawing/2017/decorative" val="1"/>
                  </a:ext>
                </a:extLst>
              </p:cNvPr>
              <p:cNvGrpSpPr>
                <a:grpSpLocks noChangeAspect="1"/>
              </p:cNvGrpSpPr>
              <p:nvPr/>
            </p:nvGrpSpPr>
            <p:grpSpPr>
              <a:xfrm>
                <a:off x="4498374" y="3624613"/>
                <a:ext cx="152654" cy="149111"/>
                <a:chOff x="4539128" y="2889174"/>
                <a:chExt cx="152654" cy="149111"/>
              </a:xfrm>
            </p:grpSpPr>
            <p:sp>
              <p:nvSpPr>
                <p:cNvPr id="390" name="Freeform: Shape 4286">
                  <a:extLst>
                    <a:ext uri="{FF2B5EF4-FFF2-40B4-BE49-F238E27FC236}">
                      <a16:creationId xmlns:a16="http://schemas.microsoft.com/office/drawing/2014/main" id="{646D94D0-B058-A204-C612-02B4967773C2}"/>
                    </a:ext>
                  </a:extLst>
                </p:cNvPr>
                <p:cNvSpPr/>
                <p:nvPr/>
              </p:nvSpPr>
              <p:spPr>
                <a:xfrm>
                  <a:off x="4539536" y="2889174"/>
                  <a:ext cx="152246" cy="76123"/>
                </a:xfrm>
                <a:custGeom>
                  <a:avLst/>
                  <a:gdLst>
                    <a:gd name="connsiteX0" fmla="*/ 151838 w 152245"/>
                    <a:gd name="connsiteY0" fmla="*/ 895 h 76122"/>
                    <a:gd name="connsiteX1" fmla="*/ 151838 w 152245"/>
                    <a:gd name="connsiteY1" fmla="*/ 895 h 76122"/>
                    <a:gd name="connsiteX2" fmla="*/ 150943 w 152245"/>
                    <a:gd name="connsiteY2" fmla="*/ 0 h 76122"/>
                    <a:gd name="connsiteX3" fmla="*/ 150943 w 152245"/>
                    <a:gd name="connsiteY3" fmla="*/ 0 h 76122"/>
                    <a:gd name="connsiteX4" fmla="*/ 150943 w 152245"/>
                    <a:gd name="connsiteY4" fmla="*/ 0 h 76122"/>
                    <a:gd name="connsiteX5" fmla="*/ 150047 w 152245"/>
                    <a:gd name="connsiteY5" fmla="*/ 0 h 76122"/>
                    <a:gd name="connsiteX6" fmla="*/ 126763 w 152245"/>
                    <a:gd name="connsiteY6" fmla="*/ 0 h 76122"/>
                    <a:gd name="connsiteX7" fmla="*/ 124524 w 152245"/>
                    <a:gd name="connsiteY7" fmla="*/ 2239 h 76122"/>
                    <a:gd name="connsiteX8" fmla="*/ 126763 w 152245"/>
                    <a:gd name="connsiteY8" fmla="*/ 4478 h 76122"/>
                    <a:gd name="connsiteX9" fmla="*/ 144674 w 152245"/>
                    <a:gd name="connsiteY9" fmla="*/ 4478 h 76122"/>
                    <a:gd name="connsiteX10" fmla="*/ 76163 w 152245"/>
                    <a:gd name="connsiteY10" fmla="*/ 70749 h 76122"/>
                    <a:gd name="connsiteX11" fmla="*/ 40789 w 152245"/>
                    <a:gd name="connsiteY11" fmla="*/ 44778 h 76122"/>
                    <a:gd name="connsiteX12" fmla="*/ 38102 w 152245"/>
                    <a:gd name="connsiteY12" fmla="*/ 44778 h 76122"/>
                    <a:gd name="connsiteX13" fmla="*/ 936 w 152245"/>
                    <a:gd name="connsiteY13" fmla="*/ 72093 h 76122"/>
                    <a:gd name="connsiteX14" fmla="*/ 488 w 152245"/>
                    <a:gd name="connsiteY14" fmla="*/ 75227 h 76122"/>
                    <a:gd name="connsiteX15" fmla="*/ 2279 w 152245"/>
                    <a:gd name="connsiteY15" fmla="*/ 76123 h 76122"/>
                    <a:gd name="connsiteX16" fmla="*/ 3623 w 152245"/>
                    <a:gd name="connsiteY16" fmla="*/ 75675 h 76122"/>
                    <a:gd name="connsiteX17" fmla="*/ 39445 w 152245"/>
                    <a:gd name="connsiteY17" fmla="*/ 49256 h 76122"/>
                    <a:gd name="connsiteX18" fmla="*/ 75268 w 152245"/>
                    <a:gd name="connsiteY18" fmla="*/ 75675 h 76122"/>
                    <a:gd name="connsiteX19" fmla="*/ 77954 w 152245"/>
                    <a:gd name="connsiteY19" fmla="*/ 75675 h 76122"/>
                    <a:gd name="connsiteX20" fmla="*/ 148256 w 152245"/>
                    <a:gd name="connsiteY20" fmla="*/ 8060 h 76122"/>
                    <a:gd name="connsiteX21" fmla="*/ 148256 w 152245"/>
                    <a:gd name="connsiteY21" fmla="*/ 25971 h 76122"/>
                    <a:gd name="connsiteX22" fmla="*/ 150495 w 152245"/>
                    <a:gd name="connsiteY22" fmla="*/ 28210 h 76122"/>
                    <a:gd name="connsiteX23" fmla="*/ 152734 w 152245"/>
                    <a:gd name="connsiteY23" fmla="*/ 25971 h 76122"/>
                    <a:gd name="connsiteX24" fmla="*/ 152734 w 152245"/>
                    <a:gd name="connsiteY24" fmla="*/ 2687 h 76122"/>
                    <a:gd name="connsiteX25" fmla="*/ 151838 w 152245"/>
                    <a:gd name="connsiteY25" fmla="*/ 895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245" h="76122">
                      <a:moveTo>
                        <a:pt x="151838" y="895"/>
                      </a:moveTo>
                      <a:cubicBezTo>
                        <a:pt x="151838" y="895"/>
                        <a:pt x="151838" y="895"/>
                        <a:pt x="151838" y="895"/>
                      </a:cubicBezTo>
                      <a:cubicBezTo>
                        <a:pt x="151391" y="448"/>
                        <a:pt x="151391" y="0"/>
                        <a:pt x="150943" y="0"/>
                      </a:cubicBezTo>
                      <a:cubicBezTo>
                        <a:pt x="150943" y="0"/>
                        <a:pt x="150943" y="0"/>
                        <a:pt x="150943" y="0"/>
                      </a:cubicBezTo>
                      <a:lnTo>
                        <a:pt x="150943" y="0"/>
                      </a:lnTo>
                      <a:cubicBezTo>
                        <a:pt x="150495" y="0"/>
                        <a:pt x="150495" y="0"/>
                        <a:pt x="150047" y="0"/>
                      </a:cubicBezTo>
                      <a:lnTo>
                        <a:pt x="126763" y="0"/>
                      </a:lnTo>
                      <a:cubicBezTo>
                        <a:pt x="125419" y="0"/>
                        <a:pt x="124524" y="895"/>
                        <a:pt x="124524" y="2239"/>
                      </a:cubicBezTo>
                      <a:cubicBezTo>
                        <a:pt x="124524" y="3582"/>
                        <a:pt x="125419" y="4478"/>
                        <a:pt x="126763" y="4478"/>
                      </a:cubicBezTo>
                      <a:lnTo>
                        <a:pt x="144674" y="4478"/>
                      </a:lnTo>
                      <a:lnTo>
                        <a:pt x="76163" y="70749"/>
                      </a:lnTo>
                      <a:lnTo>
                        <a:pt x="40789" y="44778"/>
                      </a:lnTo>
                      <a:cubicBezTo>
                        <a:pt x="39893" y="44330"/>
                        <a:pt x="38997" y="44330"/>
                        <a:pt x="38102" y="44778"/>
                      </a:cubicBezTo>
                      <a:lnTo>
                        <a:pt x="936" y="72093"/>
                      </a:lnTo>
                      <a:cubicBezTo>
                        <a:pt x="40" y="72988"/>
                        <a:pt x="-407" y="74332"/>
                        <a:pt x="488" y="75227"/>
                      </a:cubicBezTo>
                      <a:cubicBezTo>
                        <a:pt x="936" y="75675"/>
                        <a:pt x="1384" y="76123"/>
                        <a:pt x="2279" y="76123"/>
                      </a:cubicBezTo>
                      <a:cubicBezTo>
                        <a:pt x="2727" y="76123"/>
                        <a:pt x="3175" y="76123"/>
                        <a:pt x="3623" y="75675"/>
                      </a:cubicBezTo>
                      <a:lnTo>
                        <a:pt x="39445" y="49256"/>
                      </a:lnTo>
                      <a:lnTo>
                        <a:pt x="75268" y="75675"/>
                      </a:lnTo>
                      <a:cubicBezTo>
                        <a:pt x="76163" y="76123"/>
                        <a:pt x="77507" y="76123"/>
                        <a:pt x="77954" y="75675"/>
                      </a:cubicBezTo>
                      <a:lnTo>
                        <a:pt x="148256" y="8060"/>
                      </a:lnTo>
                      <a:lnTo>
                        <a:pt x="148256" y="25971"/>
                      </a:lnTo>
                      <a:cubicBezTo>
                        <a:pt x="148256" y="27315"/>
                        <a:pt x="149152" y="28210"/>
                        <a:pt x="150495" y="28210"/>
                      </a:cubicBezTo>
                      <a:cubicBezTo>
                        <a:pt x="151838" y="28210"/>
                        <a:pt x="152734" y="27315"/>
                        <a:pt x="152734" y="25971"/>
                      </a:cubicBezTo>
                      <a:lnTo>
                        <a:pt x="152734" y="2687"/>
                      </a:lnTo>
                      <a:cubicBezTo>
                        <a:pt x="152286" y="1791"/>
                        <a:pt x="151838" y="1343"/>
                        <a:pt x="151838" y="89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91" name="Freeform: Shape 4287">
                  <a:extLst>
                    <a:ext uri="{FF2B5EF4-FFF2-40B4-BE49-F238E27FC236}">
                      <a16:creationId xmlns:a16="http://schemas.microsoft.com/office/drawing/2014/main" id="{47DD100A-E1F2-2BAD-DC9F-A299178F016E}"/>
                    </a:ext>
                  </a:extLst>
                </p:cNvPr>
                <p:cNvSpPr/>
                <p:nvPr/>
              </p:nvSpPr>
              <p:spPr>
                <a:xfrm>
                  <a:off x="4539128" y="2930817"/>
                  <a:ext cx="152246" cy="107468"/>
                </a:xfrm>
                <a:custGeom>
                  <a:avLst/>
                  <a:gdLst>
                    <a:gd name="connsiteX0" fmla="*/ 152694 w 152245"/>
                    <a:gd name="connsiteY0" fmla="*/ 1791 h 107467"/>
                    <a:gd name="connsiteX1" fmla="*/ 152694 w 152245"/>
                    <a:gd name="connsiteY1" fmla="*/ 1343 h 107467"/>
                    <a:gd name="connsiteX2" fmla="*/ 152246 w 152245"/>
                    <a:gd name="connsiteY2" fmla="*/ 896 h 107467"/>
                    <a:gd name="connsiteX3" fmla="*/ 152246 w 152245"/>
                    <a:gd name="connsiteY3" fmla="*/ 448 h 107467"/>
                    <a:gd name="connsiteX4" fmla="*/ 152246 w 152245"/>
                    <a:gd name="connsiteY4" fmla="*/ 448 h 107467"/>
                    <a:gd name="connsiteX5" fmla="*/ 151798 w 152245"/>
                    <a:gd name="connsiteY5" fmla="*/ 0 h 107467"/>
                    <a:gd name="connsiteX6" fmla="*/ 151350 w 152245"/>
                    <a:gd name="connsiteY6" fmla="*/ 0 h 107467"/>
                    <a:gd name="connsiteX7" fmla="*/ 150903 w 152245"/>
                    <a:gd name="connsiteY7" fmla="*/ 0 h 107467"/>
                    <a:gd name="connsiteX8" fmla="*/ 150455 w 152245"/>
                    <a:gd name="connsiteY8" fmla="*/ 0 h 107467"/>
                    <a:gd name="connsiteX9" fmla="*/ 150455 w 152245"/>
                    <a:gd name="connsiteY9" fmla="*/ 0 h 107467"/>
                    <a:gd name="connsiteX10" fmla="*/ 150007 w 152245"/>
                    <a:gd name="connsiteY10" fmla="*/ 0 h 107467"/>
                    <a:gd name="connsiteX11" fmla="*/ 149559 w 152245"/>
                    <a:gd name="connsiteY11" fmla="*/ 0 h 107467"/>
                    <a:gd name="connsiteX12" fmla="*/ 149111 w 152245"/>
                    <a:gd name="connsiteY12" fmla="*/ 448 h 107467"/>
                    <a:gd name="connsiteX13" fmla="*/ 148664 w 152245"/>
                    <a:gd name="connsiteY13" fmla="*/ 448 h 107467"/>
                    <a:gd name="connsiteX14" fmla="*/ 76123 w 152245"/>
                    <a:gd name="connsiteY14" fmla="*/ 64928 h 107467"/>
                    <a:gd name="connsiteX15" fmla="*/ 40748 w 152245"/>
                    <a:gd name="connsiteY15" fmla="*/ 38509 h 107467"/>
                    <a:gd name="connsiteX16" fmla="*/ 40748 w 152245"/>
                    <a:gd name="connsiteY16" fmla="*/ 38509 h 107467"/>
                    <a:gd name="connsiteX17" fmla="*/ 39405 w 152245"/>
                    <a:gd name="connsiteY17" fmla="*/ 38061 h 107467"/>
                    <a:gd name="connsiteX18" fmla="*/ 39405 w 152245"/>
                    <a:gd name="connsiteY18" fmla="*/ 38061 h 107467"/>
                    <a:gd name="connsiteX19" fmla="*/ 38061 w 152245"/>
                    <a:gd name="connsiteY19" fmla="*/ 38509 h 107467"/>
                    <a:gd name="connsiteX20" fmla="*/ 38061 w 152245"/>
                    <a:gd name="connsiteY20" fmla="*/ 38509 h 107467"/>
                    <a:gd name="connsiteX21" fmla="*/ 896 w 152245"/>
                    <a:gd name="connsiteY21" fmla="*/ 66272 h 107467"/>
                    <a:gd name="connsiteX22" fmla="*/ 896 w 152245"/>
                    <a:gd name="connsiteY22" fmla="*/ 66272 h 107467"/>
                    <a:gd name="connsiteX23" fmla="*/ 448 w 152245"/>
                    <a:gd name="connsiteY23" fmla="*/ 66719 h 107467"/>
                    <a:gd name="connsiteX24" fmla="*/ 0 w 152245"/>
                    <a:gd name="connsiteY24" fmla="*/ 67167 h 107467"/>
                    <a:gd name="connsiteX25" fmla="*/ 0 w 152245"/>
                    <a:gd name="connsiteY25" fmla="*/ 67615 h 107467"/>
                    <a:gd name="connsiteX26" fmla="*/ 0 w 152245"/>
                    <a:gd name="connsiteY26" fmla="*/ 68063 h 107467"/>
                    <a:gd name="connsiteX27" fmla="*/ 0 w 152245"/>
                    <a:gd name="connsiteY27" fmla="*/ 68063 h 107467"/>
                    <a:gd name="connsiteX28" fmla="*/ 0 w 152245"/>
                    <a:gd name="connsiteY28" fmla="*/ 108363 h 107467"/>
                    <a:gd name="connsiteX29" fmla="*/ 2239 w 152245"/>
                    <a:gd name="connsiteY29" fmla="*/ 110602 h 107467"/>
                    <a:gd name="connsiteX30" fmla="*/ 4478 w 152245"/>
                    <a:gd name="connsiteY30" fmla="*/ 108363 h 107467"/>
                    <a:gd name="connsiteX31" fmla="*/ 4478 w 152245"/>
                    <a:gd name="connsiteY31" fmla="*/ 69406 h 107467"/>
                    <a:gd name="connsiteX32" fmla="*/ 37166 w 152245"/>
                    <a:gd name="connsiteY32" fmla="*/ 45226 h 107467"/>
                    <a:gd name="connsiteX33" fmla="*/ 37166 w 152245"/>
                    <a:gd name="connsiteY33" fmla="*/ 108811 h 107467"/>
                    <a:gd name="connsiteX34" fmla="*/ 39405 w 152245"/>
                    <a:gd name="connsiteY34" fmla="*/ 111050 h 107467"/>
                    <a:gd name="connsiteX35" fmla="*/ 41644 w 152245"/>
                    <a:gd name="connsiteY35" fmla="*/ 108811 h 107467"/>
                    <a:gd name="connsiteX36" fmla="*/ 41644 w 152245"/>
                    <a:gd name="connsiteY36" fmla="*/ 45226 h 107467"/>
                    <a:gd name="connsiteX37" fmla="*/ 74332 w 152245"/>
                    <a:gd name="connsiteY37" fmla="*/ 69406 h 107467"/>
                    <a:gd name="connsiteX38" fmla="*/ 74332 w 152245"/>
                    <a:gd name="connsiteY38" fmla="*/ 108363 h 107467"/>
                    <a:gd name="connsiteX39" fmla="*/ 76571 w 152245"/>
                    <a:gd name="connsiteY39" fmla="*/ 110602 h 107467"/>
                    <a:gd name="connsiteX40" fmla="*/ 78810 w 152245"/>
                    <a:gd name="connsiteY40" fmla="*/ 108363 h 107467"/>
                    <a:gd name="connsiteX41" fmla="*/ 78810 w 152245"/>
                    <a:gd name="connsiteY41" fmla="*/ 68958 h 107467"/>
                    <a:gd name="connsiteX42" fmla="*/ 111498 w 152245"/>
                    <a:gd name="connsiteY42" fmla="*/ 39853 h 107467"/>
                    <a:gd name="connsiteX43" fmla="*/ 111498 w 152245"/>
                    <a:gd name="connsiteY43" fmla="*/ 107915 h 107467"/>
                    <a:gd name="connsiteX44" fmla="*/ 113737 w 152245"/>
                    <a:gd name="connsiteY44" fmla="*/ 110154 h 107467"/>
                    <a:gd name="connsiteX45" fmla="*/ 115976 w 152245"/>
                    <a:gd name="connsiteY45" fmla="*/ 107915 h 107467"/>
                    <a:gd name="connsiteX46" fmla="*/ 115976 w 152245"/>
                    <a:gd name="connsiteY46" fmla="*/ 37166 h 107467"/>
                    <a:gd name="connsiteX47" fmla="*/ 115528 w 152245"/>
                    <a:gd name="connsiteY47" fmla="*/ 36270 h 107467"/>
                    <a:gd name="connsiteX48" fmla="*/ 148216 w 152245"/>
                    <a:gd name="connsiteY48" fmla="*/ 7165 h 107467"/>
                    <a:gd name="connsiteX49" fmla="*/ 148216 w 152245"/>
                    <a:gd name="connsiteY49" fmla="*/ 108363 h 107467"/>
                    <a:gd name="connsiteX50" fmla="*/ 150455 w 152245"/>
                    <a:gd name="connsiteY50" fmla="*/ 110602 h 107467"/>
                    <a:gd name="connsiteX51" fmla="*/ 152694 w 152245"/>
                    <a:gd name="connsiteY51" fmla="*/ 108363 h 107467"/>
                    <a:gd name="connsiteX52" fmla="*/ 152694 w 152245"/>
                    <a:gd name="connsiteY52" fmla="*/ 1791 h 107467"/>
                    <a:gd name="connsiteX53" fmla="*/ 152694 w 152245"/>
                    <a:gd name="connsiteY53" fmla="*/ 1791 h 1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52245" h="107467">
                      <a:moveTo>
                        <a:pt x="152694" y="1791"/>
                      </a:moveTo>
                      <a:cubicBezTo>
                        <a:pt x="152694" y="1791"/>
                        <a:pt x="152694" y="1343"/>
                        <a:pt x="152694" y="1343"/>
                      </a:cubicBezTo>
                      <a:cubicBezTo>
                        <a:pt x="152694" y="1343"/>
                        <a:pt x="152694" y="896"/>
                        <a:pt x="152246" y="896"/>
                      </a:cubicBezTo>
                      <a:cubicBezTo>
                        <a:pt x="152246" y="896"/>
                        <a:pt x="152246" y="896"/>
                        <a:pt x="152246" y="448"/>
                      </a:cubicBezTo>
                      <a:cubicBezTo>
                        <a:pt x="152246" y="448"/>
                        <a:pt x="152246" y="448"/>
                        <a:pt x="152246" y="448"/>
                      </a:cubicBezTo>
                      <a:cubicBezTo>
                        <a:pt x="152246" y="448"/>
                        <a:pt x="151798" y="448"/>
                        <a:pt x="151798" y="0"/>
                      </a:cubicBezTo>
                      <a:cubicBezTo>
                        <a:pt x="151798" y="0"/>
                        <a:pt x="151798" y="0"/>
                        <a:pt x="151350" y="0"/>
                      </a:cubicBezTo>
                      <a:cubicBezTo>
                        <a:pt x="151350" y="0"/>
                        <a:pt x="150903" y="0"/>
                        <a:pt x="150903" y="0"/>
                      </a:cubicBezTo>
                      <a:cubicBezTo>
                        <a:pt x="150903" y="0"/>
                        <a:pt x="150455" y="0"/>
                        <a:pt x="150455" y="0"/>
                      </a:cubicBezTo>
                      <a:cubicBezTo>
                        <a:pt x="150455" y="0"/>
                        <a:pt x="150455" y="0"/>
                        <a:pt x="150455" y="0"/>
                      </a:cubicBezTo>
                      <a:cubicBezTo>
                        <a:pt x="150455" y="0"/>
                        <a:pt x="150455" y="0"/>
                        <a:pt x="150007" y="0"/>
                      </a:cubicBezTo>
                      <a:cubicBezTo>
                        <a:pt x="150007" y="0"/>
                        <a:pt x="149559" y="0"/>
                        <a:pt x="149559" y="0"/>
                      </a:cubicBezTo>
                      <a:cubicBezTo>
                        <a:pt x="149559" y="0"/>
                        <a:pt x="149111" y="0"/>
                        <a:pt x="149111" y="448"/>
                      </a:cubicBezTo>
                      <a:cubicBezTo>
                        <a:pt x="149111" y="448"/>
                        <a:pt x="149111" y="448"/>
                        <a:pt x="148664" y="448"/>
                      </a:cubicBezTo>
                      <a:lnTo>
                        <a:pt x="76123" y="64928"/>
                      </a:lnTo>
                      <a:lnTo>
                        <a:pt x="40748" y="38509"/>
                      </a:lnTo>
                      <a:cubicBezTo>
                        <a:pt x="40748" y="38509"/>
                        <a:pt x="40748" y="38509"/>
                        <a:pt x="40748" y="38509"/>
                      </a:cubicBezTo>
                      <a:cubicBezTo>
                        <a:pt x="40300" y="38061"/>
                        <a:pt x="39853" y="38061"/>
                        <a:pt x="39405" y="38061"/>
                      </a:cubicBezTo>
                      <a:cubicBezTo>
                        <a:pt x="39405" y="38061"/>
                        <a:pt x="39405" y="38061"/>
                        <a:pt x="39405" y="38061"/>
                      </a:cubicBezTo>
                      <a:cubicBezTo>
                        <a:pt x="38957" y="38061"/>
                        <a:pt x="38509" y="38061"/>
                        <a:pt x="38061" y="38509"/>
                      </a:cubicBezTo>
                      <a:cubicBezTo>
                        <a:pt x="38061" y="38509"/>
                        <a:pt x="38061" y="38509"/>
                        <a:pt x="38061" y="38509"/>
                      </a:cubicBezTo>
                      <a:lnTo>
                        <a:pt x="896" y="66272"/>
                      </a:lnTo>
                      <a:cubicBezTo>
                        <a:pt x="896" y="66272"/>
                        <a:pt x="896" y="66272"/>
                        <a:pt x="896" y="66272"/>
                      </a:cubicBezTo>
                      <a:cubicBezTo>
                        <a:pt x="896" y="66272"/>
                        <a:pt x="896" y="66272"/>
                        <a:pt x="448" y="66719"/>
                      </a:cubicBezTo>
                      <a:cubicBezTo>
                        <a:pt x="448" y="66719"/>
                        <a:pt x="448" y="66719"/>
                        <a:pt x="0" y="67167"/>
                      </a:cubicBezTo>
                      <a:cubicBezTo>
                        <a:pt x="0" y="67167"/>
                        <a:pt x="0" y="67615"/>
                        <a:pt x="0" y="67615"/>
                      </a:cubicBezTo>
                      <a:cubicBezTo>
                        <a:pt x="0" y="67615"/>
                        <a:pt x="0" y="68063"/>
                        <a:pt x="0" y="68063"/>
                      </a:cubicBezTo>
                      <a:cubicBezTo>
                        <a:pt x="0" y="68063"/>
                        <a:pt x="0" y="68063"/>
                        <a:pt x="0" y="68063"/>
                      </a:cubicBezTo>
                      <a:lnTo>
                        <a:pt x="0" y="108363"/>
                      </a:lnTo>
                      <a:cubicBezTo>
                        <a:pt x="0" y="109707"/>
                        <a:pt x="896" y="110602"/>
                        <a:pt x="2239" y="110602"/>
                      </a:cubicBezTo>
                      <a:cubicBezTo>
                        <a:pt x="3582" y="110602"/>
                        <a:pt x="4478" y="109707"/>
                        <a:pt x="4478" y="108363"/>
                      </a:cubicBezTo>
                      <a:lnTo>
                        <a:pt x="4478" y="69406"/>
                      </a:lnTo>
                      <a:lnTo>
                        <a:pt x="37166" y="45226"/>
                      </a:lnTo>
                      <a:lnTo>
                        <a:pt x="37166" y="108811"/>
                      </a:lnTo>
                      <a:cubicBezTo>
                        <a:pt x="37166" y="110154"/>
                        <a:pt x="38061" y="111050"/>
                        <a:pt x="39405" y="111050"/>
                      </a:cubicBezTo>
                      <a:cubicBezTo>
                        <a:pt x="40748" y="111050"/>
                        <a:pt x="41644" y="110154"/>
                        <a:pt x="41644" y="108811"/>
                      </a:cubicBezTo>
                      <a:lnTo>
                        <a:pt x="41644" y="45226"/>
                      </a:lnTo>
                      <a:lnTo>
                        <a:pt x="74332" y="69406"/>
                      </a:lnTo>
                      <a:lnTo>
                        <a:pt x="74332" y="108363"/>
                      </a:lnTo>
                      <a:cubicBezTo>
                        <a:pt x="74332" y="109707"/>
                        <a:pt x="75227" y="110602"/>
                        <a:pt x="76571" y="110602"/>
                      </a:cubicBezTo>
                      <a:cubicBezTo>
                        <a:pt x="77914" y="110602"/>
                        <a:pt x="78810" y="109707"/>
                        <a:pt x="78810" y="108363"/>
                      </a:cubicBezTo>
                      <a:lnTo>
                        <a:pt x="78810" y="68958"/>
                      </a:lnTo>
                      <a:lnTo>
                        <a:pt x="111498" y="39853"/>
                      </a:lnTo>
                      <a:lnTo>
                        <a:pt x="111498" y="107915"/>
                      </a:lnTo>
                      <a:cubicBezTo>
                        <a:pt x="111498" y="109259"/>
                        <a:pt x="112393" y="110154"/>
                        <a:pt x="113737" y="110154"/>
                      </a:cubicBezTo>
                      <a:cubicBezTo>
                        <a:pt x="115080" y="110154"/>
                        <a:pt x="115976" y="109259"/>
                        <a:pt x="115976" y="107915"/>
                      </a:cubicBezTo>
                      <a:lnTo>
                        <a:pt x="115976" y="37166"/>
                      </a:lnTo>
                      <a:cubicBezTo>
                        <a:pt x="115976" y="36718"/>
                        <a:pt x="115976" y="36270"/>
                        <a:pt x="115528" y="36270"/>
                      </a:cubicBezTo>
                      <a:lnTo>
                        <a:pt x="148216" y="7165"/>
                      </a:lnTo>
                      <a:lnTo>
                        <a:pt x="148216" y="108363"/>
                      </a:lnTo>
                      <a:cubicBezTo>
                        <a:pt x="148216" y="109707"/>
                        <a:pt x="149111" y="110602"/>
                        <a:pt x="150455" y="110602"/>
                      </a:cubicBezTo>
                      <a:cubicBezTo>
                        <a:pt x="151798" y="110602"/>
                        <a:pt x="152694" y="109707"/>
                        <a:pt x="152694" y="108363"/>
                      </a:cubicBezTo>
                      <a:lnTo>
                        <a:pt x="152694" y="1791"/>
                      </a:lnTo>
                      <a:cubicBezTo>
                        <a:pt x="152694" y="1791"/>
                        <a:pt x="152694" y="1791"/>
                        <a:pt x="152694" y="179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92" name="Group 4288">
                <a:extLst>
                  <a:ext uri="{FF2B5EF4-FFF2-40B4-BE49-F238E27FC236}">
                    <a16:creationId xmlns:a16="http://schemas.microsoft.com/office/drawing/2014/main" id="{987E24CE-D2AB-8ECC-AD56-3678126439B3}"/>
                  </a:ext>
                  <a:ext uri="{C183D7F6-B498-43B3-948B-1728B52AA6E4}">
                    <adec:decorative xmlns:adec="http://schemas.microsoft.com/office/drawing/2017/decorative" val="1"/>
                  </a:ext>
                </a:extLst>
              </p:cNvPr>
              <p:cNvGrpSpPr>
                <a:grpSpLocks noChangeAspect="1"/>
              </p:cNvGrpSpPr>
              <p:nvPr/>
            </p:nvGrpSpPr>
            <p:grpSpPr>
              <a:xfrm>
                <a:off x="4758088" y="3621702"/>
                <a:ext cx="152918" cy="155156"/>
                <a:chOff x="4798842" y="2886263"/>
                <a:chExt cx="152918" cy="155156"/>
              </a:xfrm>
            </p:grpSpPr>
            <p:sp>
              <p:nvSpPr>
                <p:cNvPr id="393" name="Freeform: Shape 4289">
                  <a:extLst>
                    <a:ext uri="{FF2B5EF4-FFF2-40B4-BE49-F238E27FC236}">
                      <a16:creationId xmlns:a16="http://schemas.microsoft.com/office/drawing/2014/main" id="{20E283B5-26FB-14BE-9035-1DFEB489678E}"/>
                    </a:ext>
                  </a:extLst>
                </p:cNvPr>
                <p:cNvSpPr/>
                <p:nvPr/>
              </p:nvSpPr>
              <p:spPr>
                <a:xfrm>
                  <a:off x="4799514" y="2886263"/>
                  <a:ext cx="152246" cy="71645"/>
                </a:xfrm>
                <a:custGeom>
                  <a:avLst/>
                  <a:gdLst>
                    <a:gd name="connsiteX0" fmla="*/ 152470 w 152245"/>
                    <a:gd name="connsiteY0" fmla="*/ 50823 h 71645"/>
                    <a:gd name="connsiteX1" fmla="*/ 150231 w 152245"/>
                    <a:gd name="connsiteY1" fmla="*/ 48584 h 71645"/>
                    <a:gd name="connsiteX2" fmla="*/ 147992 w 152245"/>
                    <a:gd name="connsiteY2" fmla="*/ 50823 h 71645"/>
                    <a:gd name="connsiteX3" fmla="*/ 147992 w 152245"/>
                    <a:gd name="connsiteY3" fmla="*/ 69630 h 71645"/>
                    <a:gd name="connsiteX4" fmla="*/ 110826 w 152245"/>
                    <a:gd name="connsiteY4" fmla="*/ 43211 h 71645"/>
                    <a:gd name="connsiteX5" fmla="*/ 108139 w 152245"/>
                    <a:gd name="connsiteY5" fmla="*/ 43211 h 71645"/>
                    <a:gd name="connsiteX6" fmla="*/ 75899 w 152245"/>
                    <a:gd name="connsiteY6" fmla="*/ 68734 h 71645"/>
                    <a:gd name="connsiteX7" fmla="*/ 3806 w 152245"/>
                    <a:gd name="connsiteY7" fmla="*/ 672 h 71645"/>
                    <a:gd name="connsiteX8" fmla="*/ 672 w 152245"/>
                    <a:gd name="connsiteY8" fmla="*/ 672 h 71645"/>
                    <a:gd name="connsiteX9" fmla="*/ 672 w 152245"/>
                    <a:gd name="connsiteY9" fmla="*/ 3806 h 71645"/>
                    <a:gd name="connsiteX10" fmla="*/ 74108 w 152245"/>
                    <a:gd name="connsiteY10" fmla="*/ 73660 h 71645"/>
                    <a:gd name="connsiteX11" fmla="*/ 77242 w 152245"/>
                    <a:gd name="connsiteY11" fmla="*/ 73660 h 71645"/>
                    <a:gd name="connsiteX12" fmla="*/ 109483 w 152245"/>
                    <a:gd name="connsiteY12" fmla="*/ 47689 h 71645"/>
                    <a:gd name="connsiteX13" fmla="*/ 143066 w 152245"/>
                    <a:gd name="connsiteY13" fmla="*/ 71421 h 71645"/>
                    <a:gd name="connsiteX14" fmla="*/ 126946 w 152245"/>
                    <a:gd name="connsiteY14" fmla="*/ 71421 h 71645"/>
                    <a:gd name="connsiteX15" fmla="*/ 124707 w 152245"/>
                    <a:gd name="connsiteY15" fmla="*/ 73660 h 71645"/>
                    <a:gd name="connsiteX16" fmla="*/ 126946 w 152245"/>
                    <a:gd name="connsiteY16" fmla="*/ 75899 h 71645"/>
                    <a:gd name="connsiteX17" fmla="*/ 150231 w 152245"/>
                    <a:gd name="connsiteY17" fmla="*/ 75899 h 71645"/>
                    <a:gd name="connsiteX18" fmla="*/ 151126 w 152245"/>
                    <a:gd name="connsiteY18" fmla="*/ 75451 h 71645"/>
                    <a:gd name="connsiteX19" fmla="*/ 151126 w 152245"/>
                    <a:gd name="connsiteY19" fmla="*/ 75451 h 71645"/>
                    <a:gd name="connsiteX20" fmla="*/ 151126 w 152245"/>
                    <a:gd name="connsiteY20" fmla="*/ 75451 h 71645"/>
                    <a:gd name="connsiteX21" fmla="*/ 151574 w 152245"/>
                    <a:gd name="connsiteY21" fmla="*/ 75003 h 71645"/>
                    <a:gd name="connsiteX22" fmla="*/ 151574 w 152245"/>
                    <a:gd name="connsiteY22" fmla="*/ 74556 h 71645"/>
                    <a:gd name="connsiteX23" fmla="*/ 152022 w 152245"/>
                    <a:gd name="connsiteY23" fmla="*/ 73660 h 71645"/>
                    <a:gd name="connsiteX24" fmla="*/ 152022 w 152245"/>
                    <a:gd name="connsiteY24" fmla="*/ 50823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2245" h="71645">
                      <a:moveTo>
                        <a:pt x="152470" y="50823"/>
                      </a:moveTo>
                      <a:cubicBezTo>
                        <a:pt x="152470" y="49480"/>
                        <a:pt x="151574" y="48584"/>
                        <a:pt x="150231" y="48584"/>
                      </a:cubicBezTo>
                      <a:cubicBezTo>
                        <a:pt x="148887" y="48584"/>
                        <a:pt x="147992" y="49480"/>
                        <a:pt x="147992" y="50823"/>
                      </a:cubicBezTo>
                      <a:lnTo>
                        <a:pt x="147992" y="69630"/>
                      </a:lnTo>
                      <a:lnTo>
                        <a:pt x="110826" y="43211"/>
                      </a:lnTo>
                      <a:cubicBezTo>
                        <a:pt x="109930" y="42763"/>
                        <a:pt x="109035" y="42763"/>
                        <a:pt x="108139" y="43211"/>
                      </a:cubicBezTo>
                      <a:lnTo>
                        <a:pt x="75899" y="68734"/>
                      </a:lnTo>
                      <a:lnTo>
                        <a:pt x="3806" y="672"/>
                      </a:lnTo>
                      <a:cubicBezTo>
                        <a:pt x="2910" y="-224"/>
                        <a:pt x="1567" y="-224"/>
                        <a:pt x="672" y="672"/>
                      </a:cubicBezTo>
                      <a:cubicBezTo>
                        <a:pt x="-224" y="1567"/>
                        <a:pt x="-224" y="2911"/>
                        <a:pt x="672" y="3806"/>
                      </a:cubicBezTo>
                      <a:lnTo>
                        <a:pt x="74108" y="73660"/>
                      </a:lnTo>
                      <a:cubicBezTo>
                        <a:pt x="75003" y="74556"/>
                        <a:pt x="76347" y="74556"/>
                        <a:pt x="77242" y="73660"/>
                      </a:cubicBezTo>
                      <a:lnTo>
                        <a:pt x="109483" y="47689"/>
                      </a:lnTo>
                      <a:lnTo>
                        <a:pt x="143066" y="71421"/>
                      </a:lnTo>
                      <a:lnTo>
                        <a:pt x="126946" y="71421"/>
                      </a:lnTo>
                      <a:cubicBezTo>
                        <a:pt x="125603" y="71421"/>
                        <a:pt x="124707" y="72317"/>
                        <a:pt x="124707" y="73660"/>
                      </a:cubicBezTo>
                      <a:cubicBezTo>
                        <a:pt x="124707" y="75003"/>
                        <a:pt x="125603" y="75899"/>
                        <a:pt x="126946" y="75899"/>
                      </a:cubicBezTo>
                      <a:lnTo>
                        <a:pt x="150231" y="75899"/>
                      </a:lnTo>
                      <a:cubicBezTo>
                        <a:pt x="150678" y="75899"/>
                        <a:pt x="150678" y="75899"/>
                        <a:pt x="151126" y="75451"/>
                      </a:cubicBezTo>
                      <a:cubicBezTo>
                        <a:pt x="151126" y="75451"/>
                        <a:pt x="151126" y="75451"/>
                        <a:pt x="151126" y="75451"/>
                      </a:cubicBezTo>
                      <a:cubicBezTo>
                        <a:pt x="151126" y="75451"/>
                        <a:pt x="151126" y="75451"/>
                        <a:pt x="151126" y="75451"/>
                      </a:cubicBezTo>
                      <a:cubicBezTo>
                        <a:pt x="151574" y="75451"/>
                        <a:pt x="151574" y="75003"/>
                        <a:pt x="151574" y="75003"/>
                      </a:cubicBezTo>
                      <a:cubicBezTo>
                        <a:pt x="151574" y="75003"/>
                        <a:pt x="151574" y="75003"/>
                        <a:pt x="151574" y="74556"/>
                      </a:cubicBezTo>
                      <a:cubicBezTo>
                        <a:pt x="151574" y="74108"/>
                        <a:pt x="152022" y="74108"/>
                        <a:pt x="152022" y="73660"/>
                      </a:cubicBezTo>
                      <a:lnTo>
                        <a:pt x="152022" y="5082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94" name="Freeform: Shape 4290">
                  <a:extLst>
                    <a:ext uri="{FF2B5EF4-FFF2-40B4-BE49-F238E27FC236}">
                      <a16:creationId xmlns:a16="http://schemas.microsoft.com/office/drawing/2014/main" id="{798FA2A3-7BE2-6AA4-D32B-43F98171867C}"/>
                    </a:ext>
                  </a:extLst>
                </p:cNvPr>
                <p:cNvSpPr/>
                <p:nvPr/>
              </p:nvSpPr>
              <p:spPr>
                <a:xfrm>
                  <a:off x="4798842" y="2929474"/>
                  <a:ext cx="152246" cy="111945"/>
                </a:xfrm>
                <a:custGeom>
                  <a:avLst/>
                  <a:gdLst>
                    <a:gd name="connsiteX0" fmla="*/ 152694 w 152245"/>
                    <a:gd name="connsiteY0" fmla="*/ 68958 h 111945"/>
                    <a:gd name="connsiteX1" fmla="*/ 152694 w 152245"/>
                    <a:gd name="connsiteY1" fmla="*/ 68511 h 111945"/>
                    <a:gd name="connsiteX2" fmla="*/ 152694 w 152245"/>
                    <a:gd name="connsiteY2" fmla="*/ 68063 h 111945"/>
                    <a:gd name="connsiteX3" fmla="*/ 152246 w 152245"/>
                    <a:gd name="connsiteY3" fmla="*/ 67615 h 111945"/>
                    <a:gd name="connsiteX4" fmla="*/ 151798 w 152245"/>
                    <a:gd name="connsiteY4" fmla="*/ 67167 h 111945"/>
                    <a:gd name="connsiteX5" fmla="*/ 151798 w 152245"/>
                    <a:gd name="connsiteY5" fmla="*/ 67167 h 111945"/>
                    <a:gd name="connsiteX6" fmla="*/ 114632 w 152245"/>
                    <a:gd name="connsiteY6" fmla="*/ 40300 h 111945"/>
                    <a:gd name="connsiteX7" fmla="*/ 114632 w 152245"/>
                    <a:gd name="connsiteY7" fmla="*/ 40300 h 111945"/>
                    <a:gd name="connsiteX8" fmla="*/ 114632 w 152245"/>
                    <a:gd name="connsiteY8" fmla="*/ 40300 h 111945"/>
                    <a:gd name="connsiteX9" fmla="*/ 114184 w 152245"/>
                    <a:gd name="connsiteY9" fmla="*/ 40300 h 111945"/>
                    <a:gd name="connsiteX10" fmla="*/ 113737 w 152245"/>
                    <a:gd name="connsiteY10" fmla="*/ 40300 h 111945"/>
                    <a:gd name="connsiteX11" fmla="*/ 113289 w 152245"/>
                    <a:gd name="connsiteY11" fmla="*/ 40300 h 111945"/>
                    <a:gd name="connsiteX12" fmla="*/ 113289 w 152245"/>
                    <a:gd name="connsiteY12" fmla="*/ 40300 h 111945"/>
                    <a:gd name="connsiteX13" fmla="*/ 113289 w 152245"/>
                    <a:gd name="connsiteY13" fmla="*/ 40300 h 111945"/>
                    <a:gd name="connsiteX14" fmla="*/ 112841 w 152245"/>
                    <a:gd name="connsiteY14" fmla="*/ 40300 h 111945"/>
                    <a:gd name="connsiteX15" fmla="*/ 112393 w 152245"/>
                    <a:gd name="connsiteY15" fmla="*/ 40300 h 111945"/>
                    <a:gd name="connsiteX16" fmla="*/ 111945 w 152245"/>
                    <a:gd name="connsiteY16" fmla="*/ 40300 h 111945"/>
                    <a:gd name="connsiteX17" fmla="*/ 111945 w 152245"/>
                    <a:gd name="connsiteY17" fmla="*/ 40300 h 111945"/>
                    <a:gd name="connsiteX18" fmla="*/ 111945 w 152245"/>
                    <a:gd name="connsiteY18" fmla="*/ 40300 h 111945"/>
                    <a:gd name="connsiteX19" fmla="*/ 76571 w 152245"/>
                    <a:gd name="connsiteY19" fmla="*/ 66272 h 111945"/>
                    <a:gd name="connsiteX20" fmla="*/ 4030 w 152245"/>
                    <a:gd name="connsiteY20" fmla="*/ 448 h 111945"/>
                    <a:gd name="connsiteX21" fmla="*/ 3582 w 152245"/>
                    <a:gd name="connsiteY21" fmla="*/ 448 h 111945"/>
                    <a:gd name="connsiteX22" fmla="*/ 3135 w 152245"/>
                    <a:gd name="connsiteY22" fmla="*/ 0 h 111945"/>
                    <a:gd name="connsiteX23" fmla="*/ 2687 w 152245"/>
                    <a:gd name="connsiteY23" fmla="*/ 0 h 111945"/>
                    <a:gd name="connsiteX24" fmla="*/ 2239 w 152245"/>
                    <a:gd name="connsiteY24" fmla="*/ 0 h 111945"/>
                    <a:gd name="connsiteX25" fmla="*/ 2239 w 152245"/>
                    <a:gd name="connsiteY25" fmla="*/ 0 h 111945"/>
                    <a:gd name="connsiteX26" fmla="*/ 1791 w 152245"/>
                    <a:gd name="connsiteY26" fmla="*/ 0 h 111945"/>
                    <a:gd name="connsiteX27" fmla="*/ 1343 w 152245"/>
                    <a:gd name="connsiteY27" fmla="*/ 0 h 111945"/>
                    <a:gd name="connsiteX28" fmla="*/ 896 w 152245"/>
                    <a:gd name="connsiteY28" fmla="*/ 0 h 111945"/>
                    <a:gd name="connsiteX29" fmla="*/ 448 w 152245"/>
                    <a:gd name="connsiteY29" fmla="*/ 448 h 111945"/>
                    <a:gd name="connsiteX30" fmla="*/ 448 w 152245"/>
                    <a:gd name="connsiteY30" fmla="*/ 448 h 111945"/>
                    <a:gd name="connsiteX31" fmla="*/ 448 w 152245"/>
                    <a:gd name="connsiteY31" fmla="*/ 895 h 111945"/>
                    <a:gd name="connsiteX32" fmla="*/ 0 w 152245"/>
                    <a:gd name="connsiteY32" fmla="*/ 1343 h 111945"/>
                    <a:gd name="connsiteX33" fmla="*/ 0 w 152245"/>
                    <a:gd name="connsiteY33" fmla="*/ 1791 h 111945"/>
                    <a:gd name="connsiteX34" fmla="*/ 0 w 152245"/>
                    <a:gd name="connsiteY34" fmla="*/ 2239 h 111945"/>
                    <a:gd name="connsiteX35" fmla="*/ 0 w 152245"/>
                    <a:gd name="connsiteY35" fmla="*/ 109707 h 111945"/>
                    <a:gd name="connsiteX36" fmla="*/ 2239 w 152245"/>
                    <a:gd name="connsiteY36" fmla="*/ 111945 h 111945"/>
                    <a:gd name="connsiteX37" fmla="*/ 4478 w 152245"/>
                    <a:gd name="connsiteY37" fmla="*/ 109707 h 111945"/>
                    <a:gd name="connsiteX38" fmla="*/ 4478 w 152245"/>
                    <a:gd name="connsiteY38" fmla="*/ 7164 h 111945"/>
                    <a:gd name="connsiteX39" fmla="*/ 37166 w 152245"/>
                    <a:gd name="connsiteY39" fmla="*/ 36718 h 111945"/>
                    <a:gd name="connsiteX40" fmla="*/ 37166 w 152245"/>
                    <a:gd name="connsiteY40" fmla="*/ 109707 h 111945"/>
                    <a:gd name="connsiteX41" fmla="*/ 39405 w 152245"/>
                    <a:gd name="connsiteY41" fmla="*/ 111945 h 111945"/>
                    <a:gd name="connsiteX42" fmla="*/ 41644 w 152245"/>
                    <a:gd name="connsiteY42" fmla="*/ 109707 h 111945"/>
                    <a:gd name="connsiteX43" fmla="*/ 41644 w 152245"/>
                    <a:gd name="connsiteY43" fmla="*/ 40748 h 111945"/>
                    <a:gd name="connsiteX44" fmla="*/ 74332 w 152245"/>
                    <a:gd name="connsiteY44" fmla="*/ 70302 h 111945"/>
                    <a:gd name="connsiteX45" fmla="*/ 74332 w 152245"/>
                    <a:gd name="connsiteY45" fmla="*/ 109707 h 111945"/>
                    <a:gd name="connsiteX46" fmla="*/ 76571 w 152245"/>
                    <a:gd name="connsiteY46" fmla="*/ 111945 h 111945"/>
                    <a:gd name="connsiteX47" fmla="*/ 78810 w 152245"/>
                    <a:gd name="connsiteY47" fmla="*/ 109707 h 111945"/>
                    <a:gd name="connsiteX48" fmla="*/ 78810 w 152245"/>
                    <a:gd name="connsiteY48" fmla="*/ 70749 h 111945"/>
                    <a:gd name="connsiteX49" fmla="*/ 111498 w 152245"/>
                    <a:gd name="connsiteY49" fmla="*/ 47017 h 111945"/>
                    <a:gd name="connsiteX50" fmla="*/ 111498 w 152245"/>
                    <a:gd name="connsiteY50" fmla="*/ 109707 h 111945"/>
                    <a:gd name="connsiteX51" fmla="*/ 113737 w 152245"/>
                    <a:gd name="connsiteY51" fmla="*/ 111945 h 111945"/>
                    <a:gd name="connsiteX52" fmla="*/ 115976 w 152245"/>
                    <a:gd name="connsiteY52" fmla="*/ 109707 h 111945"/>
                    <a:gd name="connsiteX53" fmla="*/ 115976 w 152245"/>
                    <a:gd name="connsiteY53" fmla="*/ 47017 h 111945"/>
                    <a:gd name="connsiteX54" fmla="*/ 148664 w 152245"/>
                    <a:gd name="connsiteY54" fmla="*/ 70749 h 111945"/>
                    <a:gd name="connsiteX55" fmla="*/ 148664 w 152245"/>
                    <a:gd name="connsiteY55" fmla="*/ 109707 h 111945"/>
                    <a:gd name="connsiteX56" fmla="*/ 150903 w 152245"/>
                    <a:gd name="connsiteY56" fmla="*/ 111945 h 111945"/>
                    <a:gd name="connsiteX57" fmla="*/ 153141 w 152245"/>
                    <a:gd name="connsiteY57" fmla="*/ 109707 h 111945"/>
                    <a:gd name="connsiteX58" fmla="*/ 152694 w 152245"/>
                    <a:gd name="connsiteY58" fmla="*/ 68958 h 111945"/>
                    <a:gd name="connsiteX59" fmla="*/ 152694 w 152245"/>
                    <a:gd name="connsiteY59" fmla="*/ 68958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2245" h="111945">
                      <a:moveTo>
                        <a:pt x="152694" y="68958"/>
                      </a:moveTo>
                      <a:cubicBezTo>
                        <a:pt x="152694" y="68958"/>
                        <a:pt x="152694" y="68511"/>
                        <a:pt x="152694" y="68511"/>
                      </a:cubicBezTo>
                      <a:cubicBezTo>
                        <a:pt x="152694" y="68511"/>
                        <a:pt x="152694" y="68063"/>
                        <a:pt x="152694" y="68063"/>
                      </a:cubicBezTo>
                      <a:cubicBezTo>
                        <a:pt x="152694" y="68063"/>
                        <a:pt x="152694" y="67615"/>
                        <a:pt x="152246" y="67615"/>
                      </a:cubicBezTo>
                      <a:cubicBezTo>
                        <a:pt x="152246" y="67615"/>
                        <a:pt x="152246" y="67167"/>
                        <a:pt x="151798" y="67167"/>
                      </a:cubicBezTo>
                      <a:cubicBezTo>
                        <a:pt x="151798" y="67167"/>
                        <a:pt x="151798" y="67167"/>
                        <a:pt x="151798" y="67167"/>
                      </a:cubicBezTo>
                      <a:lnTo>
                        <a:pt x="114632" y="40300"/>
                      </a:lnTo>
                      <a:cubicBezTo>
                        <a:pt x="114632" y="40300"/>
                        <a:pt x="114632" y="40300"/>
                        <a:pt x="114632" y="40300"/>
                      </a:cubicBezTo>
                      <a:cubicBezTo>
                        <a:pt x="114632" y="40300"/>
                        <a:pt x="114632" y="40300"/>
                        <a:pt x="114632" y="40300"/>
                      </a:cubicBezTo>
                      <a:cubicBezTo>
                        <a:pt x="114632" y="40300"/>
                        <a:pt x="114632" y="40300"/>
                        <a:pt x="114184" y="40300"/>
                      </a:cubicBezTo>
                      <a:cubicBezTo>
                        <a:pt x="114184" y="40300"/>
                        <a:pt x="114184" y="40300"/>
                        <a:pt x="113737" y="40300"/>
                      </a:cubicBezTo>
                      <a:cubicBezTo>
                        <a:pt x="113737" y="40300"/>
                        <a:pt x="113737" y="40300"/>
                        <a:pt x="113289" y="40300"/>
                      </a:cubicBezTo>
                      <a:cubicBezTo>
                        <a:pt x="113289" y="40300"/>
                        <a:pt x="113289" y="40300"/>
                        <a:pt x="113289" y="40300"/>
                      </a:cubicBezTo>
                      <a:cubicBezTo>
                        <a:pt x="113289" y="40300"/>
                        <a:pt x="113289" y="40300"/>
                        <a:pt x="113289" y="40300"/>
                      </a:cubicBezTo>
                      <a:cubicBezTo>
                        <a:pt x="113289" y="40300"/>
                        <a:pt x="113289" y="40300"/>
                        <a:pt x="112841" y="40300"/>
                      </a:cubicBezTo>
                      <a:cubicBezTo>
                        <a:pt x="112841" y="40300"/>
                        <a:pt x="112841" y="40300"/>
                        <a:pt x="112393" y="40300"/>
                      </a:cubicBezTo>
                      <a:cubicBezTo>
                        <a:pt x="112393" y="40300"/>
                        <a:pt x="112393" y="40300"/>
                        <a:pt x="111945" y="40300"/>
                      </a:cubicBezTo>
                      <a:cubicBezTo>
                        <a:pt x="111945" y="40300"/>
                        <a:pt x="111945" y="40300"/>
                        <a:pt x="111945" y="40300"/>
                      </a:cubicBezTo>
                      <a:cubicBezTo>
                        <a:pt x="111945" y="40300"/>
                        <a:pt x="111945" y="40300"/>
                        <a:pt x="111945" y="40300"/>
                      </a:cubicBezTo>
                      <a:lnTo>
                        <a:pt x="76571" y="66272"/>
                      </a:lnTo>
                      <a:lnTo>
                        <a:pt x="4030" y="448"/>
                      </a:lnTo>
                      <a:cubicBezTo>
                        <a:pt x="4030" y="448"/>
                        <a:pt x="4030" y="448"/>
                        <a:pt x="3582" y="448"/>
                      </a:cubicBezTo>
                      <a:cubicBezTo>
                        <a:pt x="3582" y="448"/>
                        <a:pt x="3135" y="448"/>
                        <a:pt x="3135" y="0"/>
                      </a:cubicBezTo>
                      <a:cubicBezTo>
                        <a:pt x="3135" y="0"/>
                        <a:pt x="2687" y="0"/>
                        <a:pt x="2687" y="0"/>
                      </a:cubicBezTo>
                      <a:cubicBezTo>
                        <a:pt x="2687" y="0"/>
                        <a:pt x="2687" y="0"/>
                        <a:pt x="2239" y="0"/>
                      </a:cubicBezTo>
                      <a:cubicBezTo>
                        <a:pt x="2239" y="0"/>
                        <a:pt x="2239" y="0"/>
                        <a:pt x="2239" y="0"/>
                      </a:cubicBezTo>
                      <a:cubicBezTo>
                        <a:pt x="2239" y="0"/>
                        <a:pt x="1791" y="0"/>
                        <a:pt x="1791" y="0"/>
                      </a:cubicBezTo>
                      <a:cubicBezTo>
                        <a:pt x="1791" y="0"/>
                        <a:pt x="1343" y="0"/>
                        <a:pt x="1343" y="0"/>
                      </a:cubicBezTo>
                      <a:cubicBezTo>
                        <a:pt x="1343" y="0"/>
                        <a:pt x="1343" y="0"/>
                        <a:pt x="896" y="0"/>
                      </a:cubicBezTo>
                      <a:cubicBezTo>
                        <a:pt x="896" y="0"/>
                        <a:pt x="448" y="0"/>
                        <a:pt x="448" y="448"/>
                      </a:cubicBezTo>
                      <a:cubicBezTo>
                        <a:pt x="448" y="448"/>
                        <a:pt x="448" y="448"/>
                        <a:pt x="448" y="448"/>
                      </a:cubicBezTo>
                      <a:cubicBezTo>
                        <a:pt x="448" y="448"/>
                        <a:pt x="448" y="448"/>
                        <a:pt x="448" y="895"/>
                      </a:cubicBezTo>
                      <a:cubicBezTo>
                        <a:pt x="448" y="895"/>
                        <a:pt x="448" y="1343"/>
                        <a:pt x="0" y="1343"/>
                      </a:cubicBezTo>
                      <a:cubicBezTo>
                        <a:pt x="0" y="1343"/>
                        <a:pt x="0" y="1791"/>
                        <a:pt x="0" y="1791"/>
                      </a:cubicBezTo>
                      <a:cubicBezTo>
                        <a:pt x="0" y="1791"/>
                        <a:pt x="0" y="1791"/>
                        <a:pt x="0" y="2239"/>
                      </a:cubicBezTo>
                      <a:lnTo>
                        <a:pt x="0" y="109707"/>
                      </a:lnTo>
                      <a:cubicBezTo>
                        <a:pt x="0" y="111050"/>
                        <a:pt x="896" y="111945"/>
                        <a:pt x="2239" y="111945"/>
                      </a:cubicBezTo>
                      <a:cubicBezTo>
                        <a:pt x="3582" y="111945"/>
                        <a:pt x="4478" y="111050"/>
                        <a:pt x="4478" y="109707"/>
                      </a:cubicBezTo>
                      <a:lnTo>
                        <a:pt x="4478" y="7164"/>
                      </a:lnTo>
                      <a:lnTo>
                        <a:pt x="37166" y="36718"/>
                      </a:lnTo>
                      <a:lnTo>
                        <a:pt x="37166" y="109707"/>
                      </a:lnTo>
                      <a:cubicBezTo>
                        <a:pt x="37166" y="111050"/>
                        <a:pt x="38061" y="111945"/>
                        <a:pt x="39405" y="111945"/>
                      </a:cubicBezTo>
                      <a:cubicBezTo>
                        <a:pt x="40748" y="111945"/>
                        <a:pt x="41644" y="111050"/>
                        <a:pt x="41644" y="109707"/>
                      </a:cubicBezTo>
                      <a:lnTo>
                        <a:pt x="41644" y="40748"/>
                      </a:lnTo>
                      <a:lnTo>
                        <a:pt x="74332" y="70302"/>
                      </a:lnTo>
                      <a:lnTo>
                        <a:pt x="74332" y="109707"/>
                      </a:lnTo>
                      <a:cubicBezTo>
                        <a:pt x="74332" y="111050"/>
                        <a:pt x="75227" y="111945"/>
                        <a:pt x="76571" y="111945"/>
                      </a:cubicBezTo>
                      <a:cubicBezTo>
                        <a:pt x="77914" y="111945"/>
                        <a:pt x="78810" y="111050"/>
                        <a:pt x="78810" y="109707"/>
                      </a:cubicBezTo>
                      <a:lnTo>
                        <a:pt x="78810" y="70749"/>
                      </a:lnTo>
                      <a:lnTo>
                        <a:pt x="111498" y="47017"/>
                      </a:lnTo>
                      <a:lnTo>
                        <a:pt x="111498" y="109707"/>
                      </a:lnTo>
                      <a:cubicBezTo>
                        <a:pt x="111498" y="111050"/>
                        <a:pt x="112393" y="111945"/>
                        <a:pt x="113737" y="111945"/>
                      </a:cubicBezTo>
                      <a:cubicBezTo>
                        <a:pt x="115080" y="111945"/>
                        <a:pt x="115976" y="111050"/>
                        <a:pt x="115976" y="109707"/>
                      </a:cubicBezTo>
                      <a:lnTo>
                        <a:pt x="115976" y="47017"/>
                      </a:lnTo>
                      <a:lnTo>
                        <a:pt x="148664" y="70749"/>
                      </a:lnTo>
                      <a:lnTo>
                        <a:pt x="148664" y="109707"/>
                      </a:lnTo>
                      <a:cubicBezTo>
                        <a:pt x="148664" y="111050"/>
                        <a:pt x="149559" y="111945"/>
                        <a:pt x="150903" y="111945"/>
                      </a:cubicBezTo>
                      <a:cubicBezTo>
                        <a:pt x="152246" y="111945"/>
                        <a:pt x="153141" y="111050"/>
                        <a:pt x="153141" y="109707"/>
                      </a:cubicBezTo>
                      <a:lnTo>
                        <a:pt x="152694" y="68958"/>
                      </a:lnTo>
                      <a:cubicBezTo>
                        <a:pt x="152694" y="69406"/>
                        <a:pt x="152694" y="68958"/>
                        <a:pt x="152694" y="6895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95" name="Group 4291">
                <a:extLst>
                  <a:ext uri="{FF2B5EF4-FFF2-40B4-BE49-F238E27FC236}">
                    <a16:creationId xmlns:a16="http://schemas.microsoft.com/office/drawing/2014/main" id="{C79728A3-CC80-B421-9233-D6273489156A}"/>
                  </a:ext>
                  <a:ext uri="{C183D7F6-B498-43B3-948B-1728B52AA6E4}">
                    <adec:decorative xmlns:adec="http://schemas.microsoft.com/office/drawing/2017/decorative" val="1"/>
                  </a:ext>
                </a:extLst>
              </p:cNvPr>
              <p:cNvGrpSpPr>
                <a:grpSpLocks noChangeAspect="1"/>
              </p:cNvGrpSpPr>
              <p:nvPr/>
            </p:nvGrpSpPr>
            <p:grpSpPr>
              <a:xfrm>
                <a:off x="5019145" y="3638046"/>
                <a:ext cx="152246" cy="138812"/>
                <a:chOff x="5059899" y="2902607"/>
                <a:chExt cx="152246" cy="138812"/>
              </a:xfrm>
            </p:grpSpPr>
            <p:sp>
              <p:nvSpPr>
                <p:cNvPr id="396" name="Freeform: Shape 4292">
                  <a:extLst>
                    <a:ext uri="{FF2B5EF4-FFF2-40B4-BE49-F238E27FC236}">
                      <a16:creationId xmlns:a16="http://schemas.microsoft.com/office/drawing/2014/main" id="{AAF70492-8950-E393-4EF2-841F04849226}"/>
                    </a:ext>
                  </a:extLst>
                </p:cNvPr>
                <p:cNvSpPr/>
                <p:nvPr/>
              </p:nvSpPr>
              <p:spPr>
                <a:xfrm>
                  <a:off x="5059899" y="2902607"/>
                  <a:ext cx="152246" cy="138812"/>
                </a:xfrm>
                <a:custGeom>
                  <a:avLst/>
                  <a:gdLst>
                    <a:gd name="connsiteX0" fmla="*/ 150007 w 152245"/>
                    <a:gd name="connsiteY0" fmla="*/ 138812 h 138812"/>
                    <a:gd name="connsiteX1" fmla="*/ 2239 w 152245"/>
                    <a:gd name="connsiteY1" fmla="*/ 138812 h 138812"/>
                    <a:gd name="connsiteX2" fmla="*/ 0 w 152245"/>
                    <a:gd name="connsiteY2" fmla="*/ 136573 h 138812"/>
                    <a:gd name="connsiteX3" fmla="*/ 0 w 152245"/>
                    <a:gd name="connsiteY3" fmla="*/ 2239 h 138812"/>
                    <a:gd name="connsiteX4" fmla="*/ 2239 w 152245"/>
                    <a:gd name="connsiteY4" fmla="*/ 0 h 138812"/>
                    <a:gd name="connsiteX5" fmla="*/ 4478 w 152245"/>
                    <a:gd name="connsiteY5" fmla="*/ 2239 h 138812"/>
                    <a:gd name="connsiteX6" fmla="*/ 4478 w 152245"/>
                    <a:gd name="connsiteY6" fmla="*/ 134335 h 138812"/>
                    <a:gd name="connsiteX7" fmla="*/ 150007 w 152245"/>
                    <a:gd name="connsiteY7" fmla="*/ 134335 h 138812"/>
                    <a:gd name="connsiteX8" fmla="*/ 152246 w 152245"/>
                    <a:gd name="connsiteY8" fmla="*/ 136573 h 138812"/>
                    <a:gd name="connsiteX9" fmla="*/ 150007 w 152245"/>
                    <a:gd name="connsiteY9" fmla="*/ 138812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245" h="138812">
                      <a:moveTo>
                        <a:pt x="150007" y="138812"/>
                      </a:moveTo>
                      <a:lnTo>
                        <a:pt x="2239" y="138812"/>
                      </a:lnTo>
                      <a:cubicBezTo>
                        <a:pt x="896" y="138812"/>
                        <a:pt x="0" y="137917"/>
                        <a:pt x="0" y="136573"/>
                      </a:cubicBezTo>
                      <a:lnTo>
                        <a:pt x="0" y="2239"/>
                      </a:lnTo>
                      <a:cubicBezTo>
                        <a:pt x="0" y="895"/>
                        <a:pt x="896" y="0"/>
                        <a:pt x="2239" y="0"/>
                      </a:cubicBezTo>
                      <a:cubicBezTo>
                        <a:pt x="3582" y="0"/>
                        <a:pt x="4478" y="895"/>
                        <a:pt x="4478" y="2239"/>
                      </a:cubicBezTo>
                      <a:lnTo>
                        <a:pt x="4478" y="134335"/>
                      </a:lnTo>
                      <a:lnTo>
                        <a:pt x="150007" y="134335"/>
                      </a:lnTo>
                      <a:cubicBezTo>
                        <a:pt x="151350" y="134335"/>
                        <a:pt x="152246" y="135230"/>
                        <a:pt x="152246" y="136573"/>
                      </a:cubicBezTo>
                      <a:cubicBezTo>
                        <a:pt x="152246" y="137917"/>
                        <a:pt x="150903" y="138812"/>
                        <a:pt x="150007" y="13881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97" name="Freeform: Shape 4293">
                  <a:extLst>
                    <a:ext uri="{FF2B5EF4-FFF2-40B4-BE49-F238E27FC236}">
                      <a16:creationId xmlns:a16="http://schemas.microsoft.com/office/drawing/2014/main" id="{47946EB2-D36F-F584-691C-DC207C2B68BA}"/>
                    </a:ext>
                  </a:extLst>
                </p:cNvPr>
                <p:cNvSpPr/>
                <p:nvPr/>
              </p:nvSpPr>
              <p:spPr>
                <a:xfrm>
                  <a:off x="5086766" y="2929474"/>
                  <a:ext cx="17911" cy="71645"/>
                </a:xfrm>
                <a:custGeom>
                  <a:avLst/>
                  <a:gdLst>
                    <a:gd name="connsiteX0" fmla="*/ 15672 w 17911"/>
                    <a:gd name="connsiteY0" fmla="*/ 13433 h 71645"/>
                    <a:gd name="connsiteX1" fmla="*/ 11195 w 17911"/>
                    <a:gd name="connsiteY1" fmla="*/ 13433 h 71645"/>
                    <a:gd name="connsiteX2" fmla="*/ 11195 w 17911"/>
                    <a:gd name="connsiteY2" fmla="*/ 2239 h 71645"/>
                    <a:gd name="connsiteX3" fmla="*/ 8956 w 17911"/>
                    <a:gd name="connsiteY3" fmla="*/ 0 h 71645"/>
                    <a:gd name="connsiteX4" fmla="*/ 6717 w 17911"/>
                    <a:gd name="connsiteY4" fmla="*/ 2239 h 71645"/>
                    <a:gd name="connsiteX5" fmla="*/ 6717 w 17911"/>
                    <a:gd name="connsiteY5" fmla="*/ 13433 h 71645"/>
                    <a:gd name="connsiteX6" fmla="*/ 2239 w 17911"/>
                    <a:gd name="connsiteY6" fmla="*/ 13433 h 71645"/>
                    <a:gd name="connsiteX7" fmla="*/ 0 w 17911"/>
                    <a:gd name="connsiteY7" fmla="*/ 15672 h 71645"/>
                    <a:gd name="connsiteX8" fmla="*/ 0 w 17911"/>
                    <a:gd name="connsiteY8" fmla="*/ 55973 h 71645"/>
                    <a:gd name="connsiteX9" fmla="*/ 2239 w 17911"/>
                    <a:gd name="connsiteY9" fmla="*/ 58212 h 71645"/>
                    <a:gd name="connsiteX10" fmla="*/ 6717 w 17911"/>
                    <a:gd name="connsiteY10" fmla="*/ 58212 h 71645"/>
                    <a:gd name="connsiteX11" fmla="*/ 6717 w 17911"/>
                    <a:gd name="connsiteY11" fmla="*/ 69406 h 71645"/>
                    <a:gd name="connsiteX12" fmla="*/ 8956 w 17911"/>
                    <a:gd name="connsiteY12" fmla="*/ 71645 h 71645"/>
                    <a:gd name="connsiteX13" fmla="*/ 11195 w 17911"/>
                    <a:gd name="connsiteY13" fmla="*/ 69406 h 71645"/>
                    <a:gd name="connsiteX14" fmla="*/ 11195 w 17911"/>
                    <a:gd name="connsiteY14" fmla="*/ 58212 h 71645"/>
                    <a:gd name="connsiteX15" fmla="*/ 15672 w 17911"/>
                    <a:gd name="connsiteY15" fmla="*/ 58212 h 71645"/>
                    <a:gd name="connsiteX16" fmla="*/ 17911 w 17911"/>
                    <a:gd name="connsiteY16" fmla="*/ 55973 h 71645"/>
                    <a:gd name="connsiteX17" fmla="*/ 17911 w 17911"/>
                    <a:gd name="connsiteY17" fmla="*/ 15672 h 71645"/>
                    <a:gd name="connsiteX18" fmla="*/ 15672 w 17911"/>
                    <a:gd name="connsiteY18" fmla="*/ 13433 h 71645"/>
                    <a:gd name="connsiteX19" fmla="*/ 13433 w 17911"/>
                    <a:gd name="connsiteY19" fmla="*/ 53734 h 71645"/>
                    <a:gd name="connsiteX20" fmla="*/ 4478 w 17911"/>
                    <a:gd name="connsiteY20" fmla="*/ 53734 h 71645"/>
                    <a:gd name="connsiteX21" fmla="*/ 4478 w 17911"/>
                    <a:gd name="connsiteY21" fmla="*/ 17911 h 71645"/>
                    <a:gd name="connsiteX22" fmla="*/ 13433 w 17911"/>
                    <a:gd name="connsiteY22" fmla="*/ 17911 h 71645"/>
                    <a:gd name="connsiteX23" fmla="*/ 13433 w 17911"/>
                    <a:gd name="connsiteY23" fmla="*/ 53734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11" h="71645">
                      <a:moveTo>
                        <a:pt x="15672" y="13433"/>
                      </a:moveTo>
                      <a:lnTo>
                        <a:pt x="11195" y="13433"/>
                      </a:lnTo>
                      <a:lnTo>
                        <a:pt x="11195" y="2239"/>
                      </a:lnTo>
                      <a:cubicBezTo>
                        <a:pt x="11195" y="895"/>
                        <a:pt x="10299" y="0"/>
                        <a:pt x="8956" y="0"/>
                      </a:cubicBezTo>
                      <a:cubicBezTo>
                        <a:pt x="7612" y="0"/>
                        <a:pt x="6717" y="895"/>
                        <a:pt x="6717" y="2239"/>
                      </a:cubicBezTo>
                      <a:lnTo>
                        <a:pt x="6717" y="13433"/>
                      </a:lnTo>
                      <a:lnTo>
                        <a:pt x="2239" y="13433"/>
                      </a:lnTo>
                      <a:cubicBezTo>
                        <a:pt x="896" y="13433"/>
                        <a:pt x="0" y="14329"/>
                        <a:pt x="0" y="15672"/>
                      </a:cubicBezTo>
                      <a:lnTo>
                        <a:pt x="0" y="55973"/>
                      </a:lnTo>
                      <a:cubicBezTo>
                        <a:pt x="0" y="57316"/>
                        <a:pt x="896" y="58212"/>
                        <a:pt x="2239" y="58212"/>
                      </a:cubicBezTo>
                      <a:lnTo>
                        <a:pt x="6717" y="58212"/>
                      </a:lnTo>
                      <a:lnTo>
                        <a:pt x="6717" y="69406"/>
                      </a:lnTo>
                      <a:cubicBezTo>
                        <a:pt x="6717" y="70749"/>
                        <a:pt x="7612" y="71645"/>
                        <a:pt x="8956" y="71645"/>
                      </a:cubicBezTo>
                      <a:cubicBezTo>
                        <a:pt x="10299" y="71645"/>
                        <a:pt x="11195" y="70749"/>
                        <a:pt x="11195" y="69406"/>
                      </a:cubicBezTo>
                      <a:lnTo>
                        <a:pt x="11195" y="58212"/>
                      </a:lnTo>
                      <a:lnTo>
                        <a:pt x="15672" y="58212"/>
                      </a:lnTo>
                      <a:cubicBezTo>
                        <a:pt x="17016" y="58212"/>
                        <a:pt x="17911" y="57316"/>
                        <a:pt x="17911" y="55973"/>
                      </a:cubicBezTo>
                      <a:lnTo>
                        <a:pt x="17911" y="15672"/>
                      </a:lnTo>
                      <a:cubicBezTo>
                        <a:pt x="17911" y="14329"/>
                        <a:pt x="16568" y="13433"/>
                        <a:pt x="15672" y="13433"/>
                      </a:cubicBezTo>
                      <a:close/>
                      <a:moveTo>
                        <a:pt x="13433" y="53734"/>
                      </a:moveTo>
                      <a:lnTo>
                        <a:pt x="4478" y="53734"/>
                      </a:lnTo>
                      <a:lnTo>
                        <a:pt x="4478" y="17911"/>
                      </a:lnTo>
                      <a:lnTo>
                        <a:pt x="13433" y="17911"/>
                      </a:lnTo>
                      <a:lnTo>
                        <a:pt x="13433" y="537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98" name="Freeform: Shape 4294">
                  <a:extLst>
                    <a:ext uri="{FF2B5EF4-FFF2-40B4-BE49-F238E27FC236}">
                      <a16:creationId xmlns:a16="http://schemas.microsoft.com/office/drawing/2014/main" id="{831C383A-A052-6311-C6EA-06DF98002EFA}"/>
                    </a:ext>
                  </a:extLst>
                </p:cNvPr>
                <p:cNvSpPr/>
                <p:nvPr/>
              </p:nvSpPr>
              <p:spPr>
                <a:xfrm>
                  <a:off x="5113632" y="2942907"/>
                  <a:ext cx="17911" cy="71645"/>
                </a:xfrm>
                <a:custGeom>
                  <a:avLst/>
                  <a:gdLst>
                    <a:gd name="connsiteX0" fmla="*/ 15672 w 17911"/>
                    <a:gd name="connsiteY0" fmla="*/ 13433 h 71645"/>
                    <a:gd name="connsiteX1" fmla="*/ 11195 w 17911"/>
                    <a:gd name="connsiteY1" fmla="*/ 13433 h 71645"/>
                    <a:gd name="connsiteX2" fmla="*/ 11195 w 17911"/>
                    <a:gd name="connsiteY2" fmla="*/ 2239 h 71645"/>
                    <a:gd name="connsiteX3" fmla="*/ 8956 w 17911"/>
                    <a:gd name="connsiteY3" fmla="*/ 0 h 71645"/>
                    <a:gd name="connsiteX4" fmla="*/ 6717 w 17911"/>
                    <a:gd name="connsiteY4" fmla="*/ 2239 h 71645"/>
                    <a:gd name="connsiteX5" fmla="*/ 6717 w 17911"/>
                    <a:gd name="connsiteY5" fmla="*/ 13433 h 71645"/>
                    <a:gd name="connsiteX6" fmla="*/ 2239 w 17911"/>
                    <a:gd name="connsiteY6" fmla="*/ 13433 h 71645"/>
                    <a:gd name="connsiteX7" fmla="*/ 0 w 17911"/>
                    <a:gd name="connsiteY7" fmla="*/ 15672 h 71645"/>
                    <a:gd name="connsiteX8" fmla="*/ 0 w 17911"/>
                    <a:gd name="connsiteY8" fmla="*/ 55973 h 71645"/>
                    <a:gd name="connsiteX9" fmla="*/ 2239 w 17911"/>
                    <a:gd name="connsiteY9" fmla="*/ 58212 h 71645"/>
                    <a:gd name="connsiteX10" fmla="*/ 6717 w 17911"/>
                    <a:gd name="connsiteY10" fmla="*/ 58212 h 71645"/>
                    <a:gd name="connsiteX11" fmla="*/ 6717 w 17911"/>
                    <a:gd name="connsiteY11" fmla="*/ 69406 h 71645"/>
                    <a:gd name="connsiteX12" fmla="*/ 8956 w 17911"/>
                    <a:gd name="connsiteY12" fmla="*/ 71645 h 71645"/>
                    <a:gd name="connsiteX13" fmla="*/ 11195 w 17911"/>
                    <a:gd name="connsiteY13" fmla="*/ 69406 h 71645"/>
                    <a:gd name="connsiteX14" fmla="*/ 11195 w 17911"/>
                    <a:gd name="connsiteY14" fmla="*/ 58212 h 71645"/>
                    <a:gd name="connsiteX15" fmla="*/ 15672 w 17911"/>
                    <a:gd name="connsiteY15" fmla="*/ 58212 h 71645"/>
                    <a:gd name="connsiteX16" fmla="*/ 17911 w 17911"/>
                    <a:gd name="connsiteY16" fmla="*/ 55973 h 71645"/>
                    <a:gd name="connsiteX17" fmla="*/ 17911 w 17911"/>
                    <a:gd name="connsiteY17" fmla="*/ 15672 h 71645"/>
                    <a:gd name="connsiteX18" fmla="*/ 15672 w 17911"/>
                    <a:gd name="connsiteY18" fmla="*/ 13433 h 71645"/>
                    <a:gd name="connsiteX19" fmla="*/ 13433 w 17911"/>
                    <a:gd name="connsiteY19" fmla="*/ 53734 h 71645"/>
                    <a:gd name="connsiteX20" fmla="*/ 4478 w 17911"/>
                    <a:gd name="connsiteY20" fmla="*/ 53734 h 71645"/>
                    <a:gd name="connsiteX21" fmla="*/ 4478 w 17911"/>
                    <a:gd name="connsiteY21" fmla="*/ 17911 h 71645"/>
                    <a:gd name="connsiteX22" fmla="*/ 13433 w 17911"/>
                    <a:gd name="connsiteY22" fmla="*/ 17911 h 71645"/>
                    <a:gd name="connsiteX23" fmla="*/ 13433 w 17911"/>
                    <a:gd name="connsiteY23" fmla="*/ 53734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11" h="71645">
                      <a:moveTo>
                        <a:pt x="15672" y="13433"/>
                      </a:moveTo>
                      <a:lnTo>
                        <a:pt x="11195" y="13433"/>
                      </a:lnTo>
                      <a:lnTo>
                        <a:pt x="11195" y="2239"/>
                      </a:lnTo>
                      <a:cubicBezTo>
                        <a:pt x="11195" y="895"/>
                        <a:pt x="10299" y="0"/>
                        <a:pt x="8956" y="0"/>
                      </a:cubicBezTo>
                      <a:cubicBezTo>
                        <a:pt x="7612" y="0"/>
                        <a:pt x="6717" y="895"/>
                        <a:pt x="6717" y="2239"/>
                      </a:cubicBezTo>
                      <a:lnTo>
                        <a:pt x="6717" y="13433"/>
                      </a:lnTo>
                      <a:lnTo>
                        <a:pt x="2239" y="13433"/>
                      </a:lnTo>
                      <a:cubicBezTo>
                        <a:pt x="896" y="13433"/>
                        <a:pt x="0" y="14329"/>
                        <a:pt x="0" y="15672"/>
                      </a:cubicBezTo>
                      <a:lnTo>
                        <a:pt x="0" y="55973"/>
                      </a:lnTo>
                      <a:cubicBezTo>
                        <a:pt x="0" y="57316"/>
                        <a:pt x="896" y="58212"/>
                        <a:pt x="2239" y="58212"/>
                      </a:cubicBezTo>
                      <a:lnTo>
                        <a:pt x="6717" y="58212"/>
                      </a:lnTo>
                      <a:lnTo>
                        <a:pt x="6717" y="69406"/>
                      </a:lnTo>
                      <a:cubicBezTo>
                        <a:pt x="6717" y="70749"/>
                        <a:pt x="7612" y="71645"/>
                        <a:pt x="8956" y="71645"/>
                      </a:cubicBezTo>
                      <a:cubicBezTo>
                        <a:pt x="10299" y="71645"/>
                        <a:pt x="11195" y="70749"/>
                        <a:pt x="11195" y="69406"/>
                      </a:cubicBezTo>
                      <a:lnTo>
                        <a:pt x="11195" y="58212"/>
                      </a:lnTo>
                      <a:lnTo>
                        <a:pt x="15672" y="58212"/>
                      </a:lnTo>
                      <a:cubicBezTo>
                        <a:pt x="17016" y="58212"/>
                        <a:pt x="17911" y="57316"/>
                        <a:pt x="17911" y="55973"/>
                      </a:cubicBezTo>
                      <a:lnTo>
                        <a:pt x="17911" y="15672"/>
                      </a:lnTo>
                      <a:cubicBezTo>
                        <a:pt x="17911" y="14329"/>
                        <a:pt x="16568" y="13433"/>
                        <a:pt x="15672" y="13433"/>
                      </a:cubicBezTo>
                      <a:close/>
                      <a:moveTo>
                        <a:pt x="13433" y="53734"/>
                      </a:moveTo>
                      <a:lnTo>
                        <a:pt x="4478" y="53734"/>
                      </a:lnTo>
                      <a:lnTo>
                        <a:pt x="4478" y="17911"/>
                      </a:lnTo>
                      <a:lnTo>
                        <a:pt x="13433" y="17911"/>
                      </a:lnTo>
                      <a:lnTo>
                        <a:pt x="13433" y="537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99" name="Freeform: Shape 4295">
                  <a:extLst>
                    <a:ext uri="{FF2B5EF4-FFF2-40B4-BE49-F238E27FC236}">
                      <a16:creationId xmlns:a16="http://schemas.microsoft.com/office/drawing/2014/main" id="{15F14A85-DCB0-8F6C-7E2C-F3E28D56E65C}"/>
                    </a:ext>
                  </a:extLst>
                </p:cNvPr>
                <p:cNvSpPr/>
                <p:nvPr/>
              </p:nvSpPr>
              <p:spPr>
                <a:xfrm>
                  <a:off x="5140499" y="2956341"/>
                  <a:ext cx="17911" cy="71645"/>
                </a:xfrm>
                <a:custGeom>
                  <a:avLst/>
                  <a:gdLst>
                    <a:gd name="connsiteX0" fmla="*/ 15672 w 17911"/>
                    <a:gd name="connsiteY0" fmla="*/ 13433 h 71645"/>
                    <a:gd name="connsiteX1" fmla="*/ 11195 w 17911"/>
                    <a:gd name="connsiteY1" fmla="*/ 13433 h 71645"/>
                    <a:gd name="connsiteX2" fmla="*/ 11195 w 17911"/>
                    <a:gd name="connsiteY2" fmla="*/ 2239 h 71645"/>
                    <a:gd name="connsiteX3" fmla="*/ 8956 w 17911"/>
                    <a:gd name="connsiteY3" fmla="*/ 0 h 71645"/>
                    <a:gd name="connsiteX4" fmla="*/ 6717 w 17911"/>
                    <a:gd name="connsiteY4" fmla="*/ 2239 h 71645"/>
                    <a:gd name="connsiteX5" fmla="*/ 6717 w 17911"/>
                    <a:gd name="connsiteY5" fmla="*/ 13433 h 71645"/>
                    <a:gd name="connsiteX6" fmla="*/ 2239 w 17911"/>
                    <a:gd name="connsiteY6" fmla="*/ 13433 h 71645"/>
                    <a:gd name="connsiteX7" fmla="*/ 0 w 17911"/>
                    <a:gd name="connsiteY7" fmla="*/ 15672 h 71645"/>
                    <a:gd name="connsiteX8" fmla="*/ 0 w 17911"/>
                    <a:gd name="connsiteY8" fmla="*/ 55973 h 71645"/>
                    <a:gd name="connsiteX9" fmla="*/ 2239 w 17911"/>
                    <a:gd name="connsiteY9" fmla="*/ 58212 h 71645"/>
                    <a:gd name="connsiteX10" fmla="*/ 6717 w 17911"/>
                    <a:gd name="connsiteY10" fmla="*/ 58212 h 71645"/>
                    <a:gd name="connsiteX11" fmla="*/ 6717 w 17911"/>
                    <a:gd name="connsiteY11" fmla="*/ 69406 h 71645"/>
                    <a:gd name="connsiteX12" fmla="*/ 8956 w 17911"/>
                    <a:gd name="connsiteY12" fmla="*/ 71645 h 71645"/>
                    <a:gd name="connsiteX13" fmla="*/ 11195 w 17911"/>
                    <a:gd name="connsiteY13" fmla="*/ 69406 h 71645"/>
                    <a:gd name="connsiteX14" fmla="*/ 11195 w 17911"/>
                    <a:gd name="connsiteY14" fmla="*/ 58212 h 71645"/>
                    <a:gd name="connsiteX15" fmla="*/ 15672 w 17911"/>
                    <a:gd name="connsiteY15" fmla="*/ 58212 h 71645"/>
                    <a:gd name="connsiteX16" fmla="*/ 17911 w 17911"/>
                    <a:gd name="connsiteY16" fmla="*/ 55973 h 71645"/>
                    <a:gd name="connsiteX17" fmla="*/ 17911 w 17911"/>
                    <a:gd name="connsiteY17" fmla="*/ 15672 h 71645"/>
                    <a:gd name="connsiteX18" fmla="*/ 15672 w 17911"/>
                    <a:gd name="connsiteY18" fmla="*/ 13433 h 71645"/>
                    <a:gd name="connsiteX19" fmla="*/ 13433 w 17911"/>
                    <a:gd name="connsiteY19" fmla="*/ 53734 h 71645"/>
                    <a:gd name="connsiteX20" fmla="*/ 4478 w 17911"/>
                    <a:gd name="connsiteY20" fmla="*/ 53734 h 71645"/>
                    <a:gd name="connsiteX21" fmla="*/ 4478 w 17911"/>
                    <a:gd name="connsiteY21" fmla="*/ 17911 h 71645"/>
                    <a:gd name="connsiteX22" fmla="*/ 13433 w 17911"/>
                    <a:gd name="connsiteY22" fmla="*/ 17911 h 71645"/>
                    <a:gd name="connsiteX23" fmla="*/ 13433 w 17911"/>
                    <a:gd name="connsiteY23" fmla="*/ 53734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11" h="71645">
                      <a:moveTo>
                        <a:pt x="15672" y="13433"/>
                      </a:moveTo>
                      <a:lnTo>
                        <a:pt x="11195" y="13433"/>
                      </a:lnTo>
                      <a:lnTo>
                        <a:pt x="11195" y="2239"/>
                      </a:lnTo>
                      <a:cubicBezTo>
                        <a:pt x="11195" y="895"/>
                        <a:pt x="10299" y="0"/>
                        <a:pt x="8956" y="0"/>
                      </a:cubicBezTo>
                      <a:cubicBezTo>
                        <a:pt x="7612" y="0"/>
                        <a:pt x="6717" y="895"/>
                        <a:pt x="6717" y="2239"/>
                      </a:cubicBezTo>
                      <a:lnTo>
                        <a:pt x="6717" y="13433"/>
                      </a:lnTo>
                      <a:lnTo>
                        <a:pt x="2239" y="13433"/>
                      </a:lnTo>
                      <a:cubicBezTo>
                        <a:pt x="896" y="13433"/>
                        <a:pt x="0" y="14329"/>
                        <a:pt x="0" y="15672"/>
                      </a:cubicBezTo>
                      <a:lnTo>
                        <a:pt x="0" y="55973"/>
                      </a:lnTo>
                      <a:cubicBezTo>
                        <a:pt x="0" y="57316"/>
                        <a:pt x="896" y="58212"/>
                        <a:pt x="2239" y="58212"/>
                      </a:cubicBezTo>
                      <a:lnTo>
                        <a:pt x="6717" y="58212"/>
                      </a:lnTo>
                      <a:lnTo>
                        <a:pt x="6717" y="69406"/>
                      </a:lnTo>
                      <a:cubicBezTo>
                        <a:pt x="6717" y="70749"/>
                        <a:pt x="7612" y="71645"/>
                        <a:pt x="8956" y="71645"/>
                      </a:cubicBezTo>
                      <a:cubicBezTo>
                        <a:pt x="10299" y="71645"/>
                        <a:pt x="11195" y="70749"/>
                        <a:pt x="11195" y="69406"/>
                      </a:cubicBezTo>
                      <a:lnTo>
                        <a:pt x="11195" y="58212"/>
                      </a:lnTo>
                      <a:lnTo>
                        <a:pt x="15672" y="58212"/>
                      </a:lnTo>
                      <a:cubicBezTo>
                        <a:pt x="17016" y="58212"/>
                        <a:pt x="17911" y="57316"/>
                        <a:pt x="17911" y="55973"/>
                      </a:cubicBezTo>
                      <a:lnTo>
                        <a:pt x="17911" y="15672"/>
                      </a:lnTo>
                      <a:cubicBezTo>
                        <a:pt x="17911" y="14329"/>
                        <a:pt x="16568" y="13433"/>
                        <a:pt x="15672" y="13433"/>
                      </a:cubicBezTo>
                      <a:close/>
                      <a:moveTo>
                        <a:pt x="13433" y="53734"/>
                      </a:moveTo>
                      <a:lnTo>
                        <a:pt x="4478" y="53734"/>
                      </a:lnTo>
                      <a:lnTo>
                        <a:pt x="4478" y="17911"/>
                      </a:lnTo>
                      <a:lnTo>
                        <a:pt x="13433" y="17911"/>
                      </a:lnTo>
                      <a:lnTo>
                        <a:pt x="13433" y="537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00" name="Freeform: Shape 4296">
                  <a:extLst>
                    <a:ext uri="{FF2B5EF4-FFF2-40B4-BE49-F238E27FC236}">
                      <a16:creationId xmlns:a16="http://schemas.microsoft.com/office/drawing/2014/main" id="{664AEDD6-4CCE-2703-B75B-ED9FAED6DEB4}"/>
                    </a:ext>
                  </a:extLst>
                </p:cNvPr>
                <p:cNvSpPr/>
                <p:nvPr/>
              </p:nvSpPr>
              <p:spPr>
                <a:xfrm>
                  <a:off x="5167366" y="2929474"/>
                  <a:ext cx="17911" cy="71645"/>
                </a:xfrm>
                <a:custGeom>
                  <a:avLst/>
                  <a:gdLst>
                    <a:gd name="connsiteX0" fmla="*/ 15672 w 17911"/>
                    <a:gd name="connsiteY0" fmla="*/ 13433 h 71645"/>
                    <a:gd name="connsiteX1" fmla="*/ 11195 w 17911"/>
                    <a:gd name="connsiteY1" fmla="*/ 13433 h 71645"/>
                    <a:gd name="connsiteX2" fmla="*/ 11195 w 17911"/>
                    <a:gd name="connsiteY2" fmla="*/ 2239 h 71645"/>
                    <a:gd name="connsiteX3" fmla="*/ 8956 w 17911"/>
                    <a:gd name="connsiteY3" fmla="*/ 0 h 71645"/>
                    <a:gd name="connsiteX4" fmla="*/ 6717 w 17911"/>
                    <a:gd name="connsiteY4" fmla="*/ 2239 h 71645"/>
                    <a:gd name="connsiteX5" fmla="*/ 6717 w 17911"/>
                    <a:gd name="connsiteY5" fmla="*/ 13433 h 71645"/>
                    <a:gd name="connsiteX6" fmla="*/ 2239 w 17911"/>
                    <a:gd name="connsiteY6" fmla="*/ 13433 h 71645"/>
                    <a:gd name="connsiteX7" fmla="*/ 0 w 17911"/>
                    <a:gd name="connsiteY7" fmla="*/ 15672 h 71645"/>
                    <a:gd name="connsiteX8" fmla="*/ 0 w 17911"/>
                    <a:gd name="connsiteY8" fmla="*/ 55973 h 71645"/>
                    <a:gd name="connsiteX9" fmla="*/ 2239 w 17911"/>
                    <a:gd name="connsiteY9" fmla="*/ 58212 h 71645"/>
                    <a:gd name="connsiteX10" fmla="*/ 6717 w 17911"/>
                    <a:gd name="connsiteY10" fmla="*/ 58212 h 71645"/>
                    <a:gd name="connsiteX11" fmla="*/ 6717 w 17911"/>
                    <a:gd name="connsiteY11" fmla="*/ 69406 h 71645"/>
                    <a:gd name="connsiteX12" fmla="*/ 8956 w 17911"/>
                    <a:gd name="connsiteY12" fmla="*/ 71645 h 71645"/>
                    <a:gd name="connsiteX13" fmla="*/ 11195 w 17911"/>
                    <a:gd name="connsiteY13" fmla="*/ 69406 h 71645"/>
                    <a:gd name="connsiteX14" fmla="*/ 11195 w 17911"/>
                    <a:gd name="connsiteY14" fmla="*/ 58212 h 71645"/>
                    <a:gd name="connsiteX15" fmla="*/ 15672 w 17911"/>
                    <a:gd name="connsiteY15" fmla="*/ 58212 h 71645"/>
                    <a:gd name="connsiteX16" fmla="*/ 17911 w 17911"/>
                    <a:gd name="connsiteY16" fmla="*/ 55973 h 71645"/>
                    <a:gd name="connsiteX17" fmla="*/ 17911 w 17911"/>
                    <a:gd name="connsiteY17" fmla="*/ 15672 h 71645"/>
                    <a:gd name="connsiteX18" fmla="*/ 15672 w 17911"/>
                    <a:gd name="connsiteY18" fmla="*/ 13433 h 71645"/>
                    <a:gd name="connsiteX19" fmla="*/ 13433 w 17911"/>
                    <a:gd name="connsiteY19" fmla="*/ 53734 h 71645"/>
                    <a:gd name="connsiteX20" fmla="*/ 4478 w 17911"/>
                    <a:gd name="connsiteY20" fmla="*/ 53734 h 71645"/>
                    <a:gd name="connsiteX21" fmla="*/ 4478 w 17911"/>
                    <a:gd name="connsiteY21" fmla="*/ 17911 h 71645"/>
                    <a:gd name="connsiteX22" fmla="*/ 13433 w 17911"/>
                    <a:gd name="connsiteY22" fmla="*/ 17911 h 71645"/>
                    <a:gd name="connsiteX23" fmla="*/ 13433 w 17911"/>
                    <a:gd name="connsiteY23" fmla="*/ 53734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11" h="71645">
                      <a:moveTo>
                        <a:pt x="15672" y="13433"/>
                      </a:moveTo>
                      <a:lnTo>
                        <a:pt x="11195" y="13433"/>
                      </a:lnTo>
                      <a:lnTo>
                        <a:pt x="11195" y="2239"/>
                      </a:lnTo>
                      <a:cubicBezTo>
                        <a:pt x="11195" y="895"/>
                        <a:pt x="10299" y="0"/>
                        <a:pt x="8956" y="0"/>
                      </a:cubicBezTo>
                      <a:cubicBezTo>
                        <a:pt x="7613" y="0"/>
                        <a:pt x="6717" y="895"/>
                        <a:pt x="6717" y="2239"/>
                      </a:cubicBezTo>
                      <a:lnTo>
                        <a:pt x="6717" y="13433"/>
                      </a:lnTo>
                      <a:lnTo>
                        <a:pt x="2239" y="13433"/>
                      </a:lnTo>
                      <a:cubicBezTo>
                        <a:pt x="896" y="13433"/>
                        <a:pt x="0" y="14329"/>
                        <a:pt x="0" y="15672"/>
                      </a:cubicBezTo>
                      <a:lnTo>
                        <a:pt x="0" y="55973"/>
                      </a:lnTo>
                      <a:cubicBezTo>
                        <a:pt x="0" y="57316"/>
                        <a:pt x="896" y="58212"/>
                        <a:pt x="2239" y="58212"/>
                      </a:cubicBezTo>
                      <a:lnTo>
                        <a:pt x="6717" y="58212"/>
                      </a:lnTo>
                      <a:lnTo>
                        <a:pt x="6717" y="69406"/>
                      </a:lnTo>
                      <a:cubicBezTo>
                        <a:pt x="6717" y="70749"/>
                        <a:pt x="7613" y="71645"/>
                        <a:pt x="8956" y="71645"/>
                      </a:cubicBezTo>
                      <a:cubicBezTo>
                        <a:pt x="10299" y="71645"/>
                        <a:pt x="11195" y="70749"/>
                        <a:pt x="11195" y="69406"/>
                      </a:cubicBezTo>
                      <a:lnTo>
                        <a:pt x="11195" y="58212"/>
                      </a:lnTo>
                      <a:lnTo>
                        <a:pt x="15672" y="58212"/>
                      </a:lnTo>
                      <a:cubicBezTo>
                        <a:pt x="17016" y="58212"/>
                        <a:pt x="17911" y="57316"/>
                        <a:pt x="17911" y="55973"/>
                      </a:cubicBezTo>
                      <a:lnTo>
                        <a:pt x="17911" y="15672"/>
                      </a:lnTo>
                      <a:cubicBezTo>
                        <a:pt x="17911" y="14329"/>
                        <a:pt x="16568" y="13433"/>
                        <a:pt x="15672" y="13433"/>
                      </a:cubicBezTo>
                      <a:close/>
                      <a:moveTo>
                        <a:pt x="13433" y="53734"/>
                      </a:moveTo>
                      <a:lnTo>
                        <a:pt x="4478" y="53734"/>
                      </a:lnTo>
                      <a:lnTo>
                        <a:pt x="4478" y="17911"/>
                      </a:lnTo>
                      <a:lnTo>
                        <a:pt x="13433" y="17911"/>
                      </a:lnTo>
                      <a:lnTo>
                        <a:pt x="13433" y="537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401" name="Group 4297">
                <a:extLst>
                  <a:ext uri="{FF2B5EF4-FFF2-40B4-BE49-F238E27FC236}">
                    <a16:creationId xmlns:a16="http://schemas.microsoft.com/office/drawing/2014/main" id="{CBA0C923-2FEB-0A3D-86BD-1995831A08B7}"/>
                  </a:ext>
                  <a:ext uri="{C183D7F6-B498-43B3-948B-1728B52AA6E4}">
                    <adec:decorative xmlns:adec="http://schemas.microsoft.com/office/drawing/2017/decorative" val="1"/>
                  </a:ext>
                </a:extLst>
              </p:cNvPr>
              <p:cNvGrpSpPr>
                <a:grpSpLocks noChangeAspect="1"/>
              </p:cNvGrpSpPr>
              <p:nvPr/>
            </p:nvGrpSpPr>
            <p:grpSpPr>
              <a:xfrm>
                <a:off x="5272589" y="3621478"/>
                <a:ext cx="155381" cy="155381"/>
                <a:chOff x="5313343" y="2886039"/>
                <a:chExt cx="155381" cy="155381"/>
              </a:xfrm>
            </p:grpSpPr>
            <p:sp>
              <p:nvSpPr>
                <p:cNvPr id="402" name="Freeform: Shape 4298">
                  <a:extLst>
                    <a:ext uri="{FF2B5EF4-FFF2-40B4-BE49-F238E27FC236}">
                      <a16:creationId xmlns:a16="http://schemas.microsoft.com/office/drawing/2014/main" id="{6E6580EA-E4AE-42F1-DAC1-67E09BB558EE}"/>
                    </a:ext>
                  </a:extLst>
                </p:cNvPr>
                <p:cNvSpPr/>
                <p:nvPr/>
              </p:nvSpPr>
              <p:spPr>
                <a:xfrm>
                  <a:off x="5313343" y="2889174"/>
                  <a:ext cx="152246" cy="152246"/>
                </a:xfrm>
                <a:custGeom>
                  <a:avLst/>
                  <a:gdLst>
                    <a:gd name="connsiteX0" fmla="*/ 76123 w 152245"/>
                    <a:gd name="connsiteY0" fmla="*/ 152246 h 152245"/>
                    <a:gd name="connsiteX1" fmla="*/ 0 w 152245"/>
                    <a:gd name="connsiteY1" fmla="*/ 76123 h 152245"/>
                    <a:gd name="connsiteX2" fmla="*/ 76123 w 152245"/>
                    <a:gd name="connsiteY2" fmla="*/ 0 h 152245"/>
                    <a:gd name="connsiteX3" fmla="*/ 78362 w 152245"/>
                    <a:gd name="connsiteY3" fmla="*/ 2239 h 152245"/>
                    <a:gd name="connsiteX4" fmla="*/ 78362 w 152245"/>
                    <a:gd name="connsiteY4" fmla="*/ 73884 h 152245"/>
                    <a:gd name="connsiteX5" fmla="*/ 150007 w 152245"/>
                    <a:gd name="connsiteY5" fmla="*/ 73884 h 152245"/>
                    <a:gd name="connsiteX6" fmla="*/ 152246 w 152245"/>
                    <a:gd name="connsiteY6" fmla="*/ 76123 h 152245"/>
                    <a:gd name="connsiteX7" fmla="*/ 76123 w 152245"/>
                    <a:gd name="connsiteY7" fmla="*/ 152246 h 152245"/>
                    <a:gd name="connsiteX8" fmla="*/ 73884 w 152245"/>
                    <a:gd name="connsiteY8" fmla="*/ 4478 h 152245"/>
                    <a:gd name="connsiteX9" fmla="*/ 4478 w 152245"/>
                    <a:gd name="connsiteY9" fmla="*/ 76123 h 152245"/>
                    <a:gd name="connsiteX10" fmla="*/ 76123 w 152245"/>
                    <a:gd name="connsiteY10" fmla="*/ 147768 h 152245"/>
                    <a:gd name="connsiteX11" fmla="*/ 147768 w 152245"/>
                    <a:gd name="connsiteY11" fmla="*/ 78362 h 152245"/>
                    <a:gd name="connsiteX12" fmla="*/ 76123 w 152245"/>
                    <a:gd name="connsiteY12" fmla="*/ 78362 h 152245"/>
                    <a:gd name="connsiteX13" fmla="*/ 73884 w 152245"/>
                    <a:gd name="connsiteY13" fmla="*/ 76123 h 152245"/>
                    <a:gd name="connsiteX14" fmla="*/ 73884 w 152245"/>
                    <a:gd name="connsiteY14" fmla="*/ 447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245" h="152245">
                      <a:moveTo>
                        <a:pt x="76123" y="152246"/>
                      </a:moveTo>
                      <a:cubicBezTo>
                        <a:pt x="34032" y="152246"/>
                        <a:pt x="0" y="118214"/>
                        <a:pt x="0" y="76123"/>
                      </a:cubicBezTo>
                      <a:cubicBezTo>
                        <a:pt x="0" y="34031"/>
                        <a:pt x="34032" y="0"/>
                        <a:pt x="76123" y="0"/>
                      </a:cubicBezTo>
                      <a:cubicBezTo>
                        <a:pt x="77466" y="0"/>
                        <a:pt x="78362" y="895"/>
                        <a:pt x="78362" y="2239"/>
                      </a:cubicBezTo>
                      <a:lnTo>
                        <a:pt x="78362" y="73884"/>
                      </a:lnTo>
                      <a:lnTo>
                        <a:pt x="150007" y="73884"/>
                      </a:lnTo>
                      <a:cubicBezTo>
                        <a:pt x="151350" y="73884"/>
                        <a:pt x="152246" y="74779"/>
                        <a:pt x="152246" y="76123"/>
                      </a:cubicBezTo>
                      <a:cubicBezTo>
                        <a:pt x="152246" y="117767"/>
                        <a:pt x="118215" y="152246"/>
                        <a:pt x="76123" y="152246"/>
                      </a:cubicBezTo>
                      <a:close/>
                      <a:moveTo>
                        <a:pt x="73884" y="4478"/>
                      </a:moveTo>
                      <a:cubicBezTo>
                        <a:pt x="35375" y="5821"/>
                        <a:pt x="4478" y="37166"/>
                        <a:pt x="4478" y="76123"/>
                      </a:cubicBezTo>
                      <a:cubicBezTo>
                        <a:pt x="4478" y="115528"/>
                        <a:pt x="36718" y="147768"/>
                        <a:pt x="76123" y="147768"/>
                      </a:cubicBezTo>
                      <a:cubicBezTo>
                        <a:pt x="115080" y="147768"/>
                        <a:pt x="146425" y="116871"/>
                        <a:pt x="147768" y="78362"/>
                      </a:cubicBezTo>
                      <a:lnTo>
                        <a:pt x="76123" y="78362"/>
                      </a:lnTo>
                      <a:cubicBezTo>
                        <a:pt x="74780" y="78362"/>
                        <a:pt x="73884" y="77466"/>
                        <a:pt x="73884" y="76123"/>
                      </a:cubicBezTo>
                      <a:lnTo>
                        <a:pt x="73884"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03" name="Freeform: Shape 4299">
                  <a:extLst>
                    <a:ext uri="{FF2B5EF4-FFF2-40B4-BE49-F238E27FC236}">
                      <a16:creationId xmlns:a16="http://schemas.microsoft.com/office/drawing/2014/main" id="{B1C99224-DABD-4579-9BFB-34081AA80F30}"/>
                    </a:ext>
                  </a:extLst>
                </p:cNvPr>
                <p:cNvSpPr/>
                <p:nvPr/>
              </p:nvSpPr>
              <p:spPr>
                <a:xfrm>
                  <a:off x="5397079" y="2886039"/>
                  <a:ext cx="71645" cy="71645"/>
                </a:xfrm>
                <a:custGeom>
                  <a:avLst/>
                  <a:gdLst>
                    <a:gd name="connsiteX0" fmla="*/ 69406 w 71645"/>
                    <a:gd name="connsiteY0" fmla="*/ 71645 h 71645"/>
                    <a:gd name="connsiteX1" fmla="*/ 2239 w 71645"/>
                    <a:gd name="connsiteY1" fmla="*/ 71645 h 71645"/>
                    <a:gd name="connsiteX2" fmla="*/ 0 w 71645"/>
                    <a:gd name="connsiteY2" fmla="*/ 69406 h 71645"/>
                    <a:gd name="connsiteX3" fmla="*/ 0 w 71645"/>
                    <a:gd name="connsiteY3" fmla="*/ 2239 h 71645"/>
                    <a:gd name="connsiteX4" fmla="*/ 2239 w 71645"/>
                    <a:gd name="connsiteY4" fmla="*/ 0 h 71645"/>
                    <a:gd name="connsiteX5" fmla="*/ 71645 w 71645"/>
                    <a:gd name="connsiteY5" fmla="*/ 69406 h 71645"/>
                    <a:gd name="connsiteX6" fmla="*/ 69406 w 71645"/>
                    <a:gd name="connsiteY6" fmla="*/ 71645 h 71645"/>
                    <a:gd name="connsiteX7" fmla="*/ 4478 w 71645"/>
                    <a:gd name="connsiteY7" fmla="*/ 67167 h 71645"/>
                    <a:gd name="connsiteX8" fmla="*/ 67167 w 71645"/>
                    <a:gd name="connsiteY8" fmla="*/ 67167 h 71645"/>
                    <a:gd name="connsiteX9" fmla="*/ 4478 w 71645"/>
                    <a:gd name="connsiteY9" fmla="*/ 4478 h 71645"/>
                    <a:gd name="connsiteX10" fmla="*/ 4478 w 71645"/>
                    <a:gd name="connsiteY10" fmla="*/ 67167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45" h="71645">
                      <a:moveTo>
                        <a:pt x="69406" y="71645"/>
                      </a:moveTo>
                      <a:lnTo>
                        <a:pt x="2239" y="71645"/>
                      </a:lnTo>
                      <a:cubicBezTo>
                        <a:pt x="895" y="71645"/>
                        <a:pt x="0" y="70749"/>
                        <a:pt x="0" y="69406"/>
                      </a:cubicBezTo>
                      <a:lnTo>
                        <a:pt x="0" y="2239"/>
                      </a:lnTo>
                      <a:cubicBezTo>
                        <a:pt x="0" y="896"/>
                        <a:pt x="895" y="0"/>
                        <a:pt x="2239" y="0"/>
                      </a:cubicBezTo>
                      <a:cubicBezTo>
                        <a:pt x="40300" y="0"/>
                        <a:pt x="71645" y="31345"/>
                        <a:pt x="71645" y="69406"/>
                      </a:cubicBezTo>
                      <a:cubicBezTo>
                        <a:pt x="71645" y="70749"/>
                        <a:pt x="70749" y="71645"/>
                        <a:pt x="69406" y="71645"/>
                      </a:cubicBezTo>
                      <a:close/>
                      <a:moveTo>
                        <a:pt x="4478" y="67167"/>
                      </a:moveTo>
                      <a:lnTo>
                        <a:pt x="67167" y="67167"/>
                      </a:lnTo>
                      <a:cubicBezTo>
                        <a:pt x="65824" y="33136"/>
                        <a:pt x="38509" y="5821"/>
                        <a:pt x="4478" y="4478"/>
                      </a:cubicBezTo>
                      <a:lnTo>
                        <a:pt x="4478" y="671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404" name="Freeform: Shape 4300">
                <a:extLst>
                  <a:ext uri="{FF2B5EF4-FFF2-40B4-BE49-F238E27FC236}">
                    <a16:creationId xmlns:a16="http://schemas.microsoft.com/office/drawing/2014/main" id="{BC4CDAE4-08FE-A856-7432-A1EA6B11D822}"/>
                  </a:ext>
                  <a:ext uri="{C183D7F6-B498-43B3-948B-1728B52AA6E4}">
                    <adec:decorative xmlns:adec="http://schemas.microsoft.com/office/drawing/2017/decorative" val="1"/>
                  </a:ext>
                </a:extLst>
              </p:cNvPr>
              <p:cNvSpPr>
                <a:spLocks noChangeAspect="1"/>
              </p:cNvSpPr>
              <p:nvPr/>
            </p:nvSpPr>
            <p:spPr>
              <a:xfrm>
                <a:off x="5533646" y="3624613"/>
                <a:ext cx="152246" cy="152246"/>
              </a:xfrm>
              <a:custGeom>
                <a:avLst/>
                <a:gdLst>
                  <a:gd name="connsiteX0" fmla="*/ 150007 w 152245"/>
                  <a:gd name="connsiteY0" fmla="*/ 107468 h 152245"/>
                  <a:gd name="connsiteX1" fmla="*/ 132096 w 152245"/>
                  <a:gd name="connsiteY1" fmla="*/ 107468 h 152245"/>
                  <a:gd name="connsiteX2" fmla="*/ 132096 w 152245"/>
                  <a:gd name="connsiteY2" fmla="*/ 82840 h 152245"/>
                  <a:gd name="connsiteX3" fmla="*/ 129857 w 152245"/>
                  <a:gd name="connsiteY3" fmla="*/ 80601 h 152245"/>
                  <a:gd name="connsiteX4" fmla="*/ 78362 w 152245"/>
                  <a:gd name="connsiteY4" fmla="*/ 80601 h 152245"/>
                  <a:gd name="connsiteX5" fmla="*/ 78362 w 152245"/>
                  <a:gd name="connsiteY5" fmla="*/ 44778 h 152245"/>
                  <a:gd name="connsiteX6" fmla="*/ 96273 w 152245"/>
                  <a:gd name="connsiteY6" fmla="*/ 44778 h 152245"/>
                  <a:gd name="connsiteX7" fmla="*/ 98512 w 152245"/>
                  <a:gd name="connsiteY7" fmla="*/ 42539 h 152245"/>
                  <a:gd name="connsiteX8" fmla="*/ 98512 w 152245"/>
                  <a:gd name="connsiteY8" fmla="*/ 2239 h 152245"/>
                  <a:gd name="connsiteX9" fmla="*/ 96273 w 152245"/>
                  <a:gd name="connsiteY9" fmla="*/ 0 h 152245"/>
                  <a:gd name="connsiteX10" fmla="*/ 55973 w 152245"/>
                  <a:gd name="connsiteY10" fmla="*/ 0 h 152245"/>
                  <a:gd name="connsiteX11" fmla="*/ 53734 w 152245"/>
                  <a:gd name="connsiteY11" fmla="*/ 2239 h 152245"/>
                  <a:gd name="connsiteX12" fmla="*/ 53734 w 152245"/>
                  <a:gd name="connsiteY12" fmla="*/ 42539 h 152245"/>
                  <a:gd name="connsiteX13" fmla="*/ 55973 w 152245"/>
                  <a:gd name="connsiteY13" fmla="*/ 44778 h 152245"/>
                  <a:gd name="connsiteX14" fmla="*/ 73884 w 152245"/>
                  <a:gd name="connsiteY14" fmla="*/ 44778 h 152245"/>
                  <a:gd name="connsiteX15" fmla="*/ 73884 w 152245"/>
                  <a:gd name="connsiteY15" fmla="*/ 80601 h 152245"/>
                  <a:gd name="connsiteX16" fmla="*/ 22389 w 152245"/>
                  <a:gd name="connsiteY16" fmla="*/ 80601 h 152245"/>
                  <a:gd name="connsiteX17" fmla="*/ 20150 w 152245"/>
                  <a:gd name="connsiteY17" fmla="*/ 82840 h 152245"/>
                  <a:gd name="connsiteX18" fmla="*/ 20150 w 152245"/>
                  <a:gd name="connsiteY18" fmla="*/ 107468 h 152245"/>
                  <a:gd name="connsiteX19" fmla="*/ 2239 w 152245"/>
                  <a:gd name="connsiteY19" fmla="*/ 107468 h 152245"/>
                  <a:gd name="connsiteX20" fmla="*/ 0 w 152245"/>
                  <a:gd name="connsiteY20" fmla="*/ 109707 h 152245"/>
                  <a:gd name="connsiteX21" fmla="*/ 0 w 152245"/>
                  <a:gd name="connsiteY21" fmla="*/ 150007 h 152245"/>
                  <a:gd name="connsiteX22" fmla="*/ 2239 w 152245"/>
                  <a:gd name="connsiteY22" fmla="*/ 152246 h 152245"/>
                  <a:gd name="connsiteX23" fmla="*/ 42539 w 152245"/>
                  <a:gd name="connsiteY23" fmla="*/ 152246 h 152245"/>
                  <a:gd name="connsiteX24" fmla="*/ 44778 w 152245"/>
                  <a:gd name="connsiteY24" fmla="*/ 150007 h 152245"/>
                  <a:gd name="connsiteX25" fmla="*/ 44778 w 152245"/>
                  <a:gd name="connsiteY25" fmla="*/ 109707 h 152245"/>
                  <a:gd name="connsiteX26" fmla="*/ 42539 w 152245"/>
                  <a:gd name="connsiteY26" fmla="*/ 107468 h 152245"/>
                  <a:gd name="connsiteX27" fmla="*/ 24628 w 152245"/>
                  <a:gd name="connsiteY27" fmla="*/ 107468 h 152245"/>
                  <a:gd name="connsiteX28" fmla="*/ 24628 w 152245"/>
                  <a:gd name="connsiteY28" fmla="*/ 85079 h 152245"/>
                  <a:gd name="connsiteX29" fmla="*/ 127618 w 152245"/>
                  <a:gd name="connsiteY29" fmla="*/ 85079 h 152245"/>
                  <a:gd name="connsiteX30" fmla="*/ 127618 w 152245"/>
                  <a:gd name="connsiteY30" fmla="*/ 107468 h 152245"/>
                  <a:gd name="connsiteX31" fmla="*/ 109707 w 152245"/>
                  <a:gd name="connsiteY31" fmla="*/ 107468 h 152245"/>
                  <a:gd name="connsiteX32" fmla="*/ 107468 w 152245"/>
                  <a:gd name="connsiteY32" fmla="*/ 109707 h 152245"/>
                  <a:gd name="connsiteX33" fmla="*/ 107468 w 152245"/>
                  <a:gd name="connsiteY33" fmla="*/ 150007 h 152245"/>
                  <a:gd name="connsiteX34" fmla="*/ 109707 w 152245"/>
                  <a:gd name="connsiteY34" fmla="*/ 152246 h 152245"/>
                  <a:gd name="connsiteX35" fmla="*/ 150007 w 152245"/>
                  <a:gd name="connsiteY35" fmla="*/ 152246 h 152245"/>
                  <a:gd name="connsiteX36" fmla="*/ 152246 w 152245"/>
                  <a:gd name="connsiteY36" fmla="*/ 150007 h 152245"/>
                  <a:gd name="connsiteX37" fmla="*/ 152246 w 152245"/>
                  <a:gd name="connsiteY37" fmla="*/ 109707 h 152245"/>
                  <a:gd name="connsiteX38" fmla="*/ 150007 w 152245"/>
                  <a:gd name="connsiteY38" fmla="*/ 107468 h 152245"/>
                  <a:gd name="connsiteX39" fmla="*/ 58212 w 152245"/>
                  <a:gd name="connsiteY39" fmla="*/ 4478 h 152245"/>
                  <a:gd name="connsiteX40" fmla="*/ 94034 w 152245"/>
                  <a:gd name="connsiteY40" fmla="*/ 4478 h 152245"/>
                  <a:gd name="connsiteX41" fmla="*/ 94034 w 152245"/>
                  <a:gd name="connsiteY41" fmla="*/ 40300 h 152245"/>
                  <a:gd name="connsiteX42" fmla="*/ 58212 w 152245"/>
                  <a:gd name="connsiteY42" fmla="*/ 40300 h 152245"/>
                  <a:gd name="connsiteX43" fmla="*/ 58212 w 152245"/>
                  <a:gd name="connsiteY43" fmla="*/ 4478 h 152245"/>
                  <a:gd name="connsiteX44" fmla="*/ 40300 w 152245"/>
                  <a:gd name="connsiteY44" fmla="*/ 147768 h 152245"/>
                  <a:gd name="connsiteX45" fmla="*/ 4478 w 152245"/>
                  <a:gd name="connsiteY45" fmla="*/ 147768 h 152245"/>
                  <a:gd name="connsiteX46" fmla="*/ 4478 w 152245"/>
                  <a:gd name="connsiteY46" fmla="*/ 111945 h 152245"/>
                  <a:gd name="connsiteX47" fmla="*/ 40300 w 152245"/>
                  <a:gd name="connsiteY47" fmla="*/ 111945 h 152245"/>
                  <a:gd name="connsiteX48" fmla="*/ 40300 w 152245"/>
                  <a:gd name="connsiteY48" fmla="*/ 147768 h 152245"/>
                  <a:gd name="connsiteX49" fmla="*/ 147768 w 152245"/>
                  <a:gd name="connsiteY49" fmla="*/ 147768 h 152245"/>
                  <a:gd name="connsiteX50" fmla="*/ 111945 w 152245"/>
                  <a:gd name="connsiteY50" fmla="*/ 147768 h 152245"/>
                  <a:gd name="connsiteX51" fmla="*/ 111945 w 152245"/>
                  <a:gd name="connsiteY51" fmla="*/ 111945 h 152245"/>
                  <a:gd name="connsiteX52" fmla="*/ 147768 w 152245"/>
                  <a:gd name="connsiteY52" fmla="*/ 111945 h 152245"/>
                  <a:gd name="connsiteX53" fmla="*/ 147768 w 152245"/>
                  <a:gd name="connsiteY53" fmla="*/ 14776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52245" h="152245">
                    <a:moveTo>
                      <a:pt x="150007" y="107468"/>
                    </a:moveTo>
                    <a:lnTo>
                      <a:pt x="132096" y="107468"/>
                    </a:lnTo>
                    <a:lnTo>
                      <a:pt x="132096" y="82840"/>
                    </a:lnTo>
                    <a:cubicBezTo>
                      <a:pt x="132096" y="81496"/>
                      <a:pt x="131200" y="80601"/>
                      <a:pt x="129857" y="80601"/>
                    </a:cubicBezTo>
                    <a:lnTo>
                      <a:pt x="78362" y="80601"/>
                    </a:lnTo>
                    <a:lnTo>
                      <a:pt x="78362" y="44778"/>
                    </a:lnTo>
                    <a:lnTo>
                      <a:pt x="96273" y="44778"/>
                    </a:lnTo>
                    <a:cubicBezTo>
                      <a:pt x="97617" y="44778"/>
                      <a:pt x="98512" y="43883"/>
                      <a:pt x="98512" y="42539"/>
                    </a:cubicBezTo>
                    <a:lnTo>
                      <a:pt x="98512" y="2239"/>
                    </a:lnTo>
                    <a:cubicBezTo>
                      <a:pt x="98512" y="895"/>
                      <a:pt x="97617" y="0"/>
                      <a:pt x="96273" y="0"/>
                    </a:cubicBezTo>
                    <a:lnTo>
                      <a:pt x="55973" y="0"/>
                    </a:lnTo>
                    <a:cubicBezTo>
                      <a:pt x="54629" y="0"/>
                      <a:pt x="53734" y="895"/>
                      <a:pt x="53734" y="2239"/>
                    </a:cubicBezTo>
                    <a:lnTo>
                      <a:pt x="53734" y="42539"/>
                    </a:lnTo>
                    <a:cubicBezTo>
                      <a:pt x="53734" y="43883"/>
                      <a:pt x="54629" y="44778"/>
                      <a:pt x="55973" y="44778"/>
                    </a:cubicBezTo>
                    <a:lnTo>
                      <a:pt x="73884" y="44778"/>
                    </a:lnTo>
                    <a:lnTo>
                      <a:pt x="73884" y="80601"/>
                    </a:lnTo>
                    <a:lnTo>
                      <a:pt x="22389" y="80601"/>
                    </a:lnTo>
                    <a:cubicBezTo>
                      <a:pt x="21046" y="80601"/>
                      <a:pt x="20150" y="81496"/>
                      <a:pt x="20150" y="82840"/>
                    </a:cubicBezTo>
                    <a:lnTo>
                      <a:pt x="20150" y="107468"/>
                    </a:lnTo>
                    <a:lnTo>
                      <a:pt x="2239" y="107468"/>
                    </a:lnTo>
                    <a:cubicBezTo>
                      <a:pt x="895" y="107468"/>
                      <a:pt x="0" y="108363"/>
                      <a:pt x="0" y="109707"/>
                    </a:cubicBezTo>
                    <a:lnTo>
                      <a:pt x="0" y="150007"/>
                    </a:lnTo>
                    <a:cubicBezTo>
                      <a:pt x="0" y="151350"/>
                      <a:pt x="895" y="152246"/>
                      <a:pt x="2239" y="152246"/>
                    </a:cubicBezTo>
                    <a:lnTo>
                      <a:pt x="42539" y="152246"/>
                    </a:lnTo>
                    <a:cubicBezTo>
                      <a:pt x="43883" y="152246"/>
                      <a:pt x="44778" y="151350"/>
                      <a:pt x="44778" y="150007"/>
                    </a:cubicBezTo>
                    <a:lnTo>
                      <a:pt x="44778" y="109707"/>
                    </a:lnTo>
                    <a:cubicBezTo>
                      <a:pt x="44778" y="108363"/>
                      <a:pt x="43883" y="107468"/>
                      <a:pt x="42539" y="107468"/>
                    </a:cubicBezTo>
                    <a:lnTo>
                      <a:pt x="24628" y="107468"/>
                    </a:lnTo>
                    <a:lnTo>
                      <a:pt x="24628" y="85079"/>
                    </a:lnTo>
                    <a:lnTo>
                      <a:pt x="127618" y="85079"/>
                    </a:lnTo>
                    <a:lnTo>
                      <a:pt x="127618" y="107468"/>
                    </a:lnTo>
                    <a:lnTo>
                      <a:pt x="109707" y="107468"/>
                    </a:lnTo>
                    <a:cubicBezTo>
                      <a:pt x="108363" y="107468"/>
                      <a:pt x="107468" y="108363"/>
                      <a:pt x="107468" y="109707"/>
                    </a:cubicBezTo>
                    <a:lnTo>
                      <a:pt x="107468" y="150007"/>
                    </a:lnTo>
                    <a:cubicBezTo>
                      <a:pt x="107468" y="151350"/>
                      <a:pt x="108363" y="152246"/>
                      <a:pt x="109707" y="152246"/>
                    </a:cubicBezTo>
                    <a:lnTo>
                      <a:pt x="150007" y="152246"/>
                    </a:lnTo>
                    <a:cubicBezTo>
                      <a:pt x="151350" y="152246"/>
                      <a:pt x="152246" y="151350"/>
                      <a:pt x="152246" y="150007"/>
                    </a:cubicBezTo>
                    <a:lnTo>
                      <a:pt x="152246" y="109707"/>
                    </a:lnTo>
                    <a:cubicBezTo>
                      <a:pt x="152246" y="108363"/>
                      <a:pt x="150902" y="107468"/>
                      <a:pt x="150007" y="107468"/>
                    </a:cubicBezTo>
                    <a:close/>
                    <a:moveTo>
                      <a:pt x="58212" y="4478"/>
                    </a:moveTo>
                    <a:lnTo>
                      <a:pt x="94034" y="4478"/>
                    </a:lnTo>
                    <a:lnTo>
                      <a:pt x="94034" y="40300"/>
                    </a:lnTo>
                    <a:lnTo>
                      <a:pt x="58212" y="40300"/>
                    </a:lnTo>
                    <a:lnTo>
                      <a:pt x="58212" y="4478"/>
                    </a:lnTo>
                    <a:close/>
                    <a:moveTo>
                      <a:pt x="40300" y="147768"/>
                    </a:moveTo>
                    <a:lnTo>
                      <a:pt x="4478" y="147768"/>
                    </a:lnTo>
                    <a:lnTo>
                      <a:pt x="4478" y="111945"/>
                    </a:lnTo>
                    <a:lnTo>
                      <a:pt x="40300" y="111945"/>
                    </a:lnTo>
                    <a:lnTo>
                      <a:pt x="40300" y="147768"/>
                    </a:lnTo>
                    <a:close/>
                    <a:moveTo>
                      <a:pt x="147768" y="147768"/>
                    </a:moveTo>
                    <a:lnTo>
                      <a:pt x="111945" y="147768"/>
                    </a:lnTo>
                    <a:lnTo>
                      <a:pt x="111945" y="111945"/>
                    </a:lnTo>
                    <a:lnTo>
                      <a:pt x="147768" y="111945"/>
                    </a:lnTo>
                    <a:lnTo>
                      <a:pt x="147768" y="14776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05" name="Freeform: Shape 4301">
                <a:extLst>
                  <a:ext uri="{FF2B5EF4-FFF2-40B4-BE49-F238E27FC236}">
                    <a16:creationId xmlns:a16="http://schemas.microsoft.com/office/drawing/2014/main" id="{B2C01C81-427D-7309-B95B-9FB63994D189}"/>
                  </a:ext>
                  <a:ext uri="{C183D7F6-B498-43B3-948B-1728B52AA6E4}">
                    <adec:decorative xmlns:adec="http://schemas.microsoft.com/office/drawing/2017/decorative" val="1"/>
                  </a:ext>
                </a:extLst>
              </p:cNvPr>
              <p:cNvSpPr>
                <a:spLocks noChangeAspect="1"/>
              </p:cNvSpPr>
              <p:nvPr/>
            </p:nvSpPr>
            <p:spPr>
              <a:xfrm>
                <a:off x="1596748" y="3934925"/>
                <a:ext cx="161201" cy="152246"/>
              </a:xfrm>
              <a:custGeom>
                <a:avLst/>
                <a:gdLst>
                  <a:gd name="connsiteX0" fmla="*/ 150455 w 161201"/>
                  <a:gd name="connsiteY0" fmla="*/ 120453 h 152245"/>
                  <a:gd name="connsiteX1" fmla="*/ 141499 w 161201"/>
                  <a:gd name="connsiteY1" fmla="*/ 123588 h 152245"/>
                  <a:gd name="connsiteX2" fmla="*/ 130752 w 161201"/>
                  <a:gd name="connsiteY2" fmla="*/ 113289 h 152245"/>
                  <a:gd name="connsiteX3" fmla="*/ 139708 w 161201"/>
                  <a:gd name="connsiteY3" fmla="*/ 89556 h 152245"/>
                  <a:gd name="connsiteX4" fmla="*/ 103885 w 161201"/>
                  <a:gd name="connsiteY4" fmla="*/ 53734 h 152245"/>
                  <a:gd name="connsiteX5" fmla="*/ 102542 w 161201"/>
                  <a:gd name="connsiteY5" fmla="*/ 53734 h 152245"/>
                  <a:gd name="connsiteX6" fmla="*/ 100751 w 161201"/>
                  <a:gd name="connsiteY6" fmla="*/ 30449 h 152245"/>
                  <a:gd name="connsiteX7" fmla="*/ 111945 w 161201"/>
                  <a:gd name="connsiteY7" fmla="*/ 15672 h 152245"/>
                  <a:gd name="connsiteX8" fmla="*/ 96273 w 161201"/>
                  <a:gd name="connsiteY8" fmla="*/ 0 h 152245"/>
                  <a:gd name="connsiteX9" fmla="*/ 80601 w 161201"/>
                  <a:gd name="connsiteY9" fmla="*/ 15672 h 152245"/>
                  <a:gd name="connsiteX10" fmla="*/ 96273 w 161201"/>
                  <a:gd name="connsiteY10" fmla="*/ 31345 h 152245"/>
                  <a:gd name="connsiteX11" fmla="*/ 96273 w 161201"/>
                  <a:gd name="connsiteY11" fmla="*/ 31345 h 152245"/>
                  <a:gd name="connsiteX12" fmla="*/ 98064 w 161201"/>
                  <a:gd name="connsiteY12" fmla="*/ 54182 h 152245"/>
                  <a:gd name="connsiteX13" fmla="*/ 75675 w 161201"/>
                  <a:gd name="connsiteY13" fmla="*/ 67167 h 152245"/>
                  <a:gd name="connsiteX14" fmla="*/ 29554 w 161201"/>
                  <a:gd name="connsiteY14" fmla="*/ 36718 h 152245"/>
                  <a:gd name="connsiteX15" fmla="*/ 31345 w 161201"/>
                  <a:gd name="connsiteY15" fmla="*/ 29106 h 152245"/>
                  <a:gd name="connsiteX16" fmla="*/ 15672 w 161201"/>
                  <a:gd name="connsiteY16" fmla="*/ 13433 h 152245"/>
                  <a:gd name="connsiteX17" fmla="*/ 0 w 161201"/>
                  <a:gd name="connsiteY17" fmla="*/ 29106 h 152245"/>
                  <a:gd name="connsiteX18" fmla="*/ 15672 w 161201"/>
                  <a:gd name="connsiteY18" fmla="*/ 44778 h 152245"/>
                  <a:gd name="connsiteX19" fmla="*/ 26867 w 161201"/>
                  <a:gd name="connsiteY19" fmla="*/ 40300 h 152245"/>
                  <a:gd name="connsiteX20" fmla="*/ 72988 w 161201"/>
                  <a:gd name="connsiteY20" fmla="*/ 70749 h 152245"/>
                  <a:gd name="connsiteX21" fmla="*/ 67615 w 161201"/>
                  <a:gd name="connsiteY21" fmla="*/ 89556 h 152245"/>
                  <a:gd name="connsiteX22" fmla="*/ 69854 w 161201"/>
                  <a:gd name="connsiteY22" fmla="*/ 102094 h 152245"/>
                  <a:gd name="connsiteX23" fmla="*/ 26867 w 161201"/>
                  <a:gd name="connsiteY23" fmla="*/ 125827 h 152245"/>
                  <a:gd name="connsiteX24" fmla="*/ 15672 w 161201"/>
                  <a:gd name="connsiteY24" fmla="*/ 121349 h 152245"/>
                  <a:gd name="connsiteX25" fmla="*/ 0 w 161201"/>
                  <a:gd name="connsiteY25" fmla="*/ 137021 h 152245"/>
                  <a:gd name="connsiteX26" fmla="*/ 15672 w 161201"/>
                  <a:gd name="connsiteY26" fmla="*/ 152693 h 152245"/>
                  <a:gd name="connsiteX27" fmla="*/ 31345 w 161201"/>
                  <a:gd name="connsiteY27" fmla="*/ 137021 h 152245"/>
                  <a:gd name="connsiteX28" fmla="*/ 29554 w 161201"/>
                  <a:gd name="connsiteY28" fmla="*/ 129857 h 152245"/>
                  <a:gd name="connsiteX29" fmla="*/ 71645 w 161201"/>
                  <a:gd name="connsiteY29" fmla="*/ 106572 h 152245"/>
                  <a:gd name="connsiteX30" fmla="*/ 103438 w 161201"/>
                  <a:gd name="connsiteY30" fmla="*/ 125827 h 152245"/>
                  <a:gd name="connsiteX31" fmla="*/ 126722 w 161201"/>
                  <a:gd name="connsiteY31" fmla="*/ 116871 h 152245"/>
                  <a:gd name="connsiteX32" fmla="*/ 137469 w 161201"/>
                  <a:gd name="connsiteY32" fmla="*/ 127170 h 152245"/>
                  <a:gd name="connsiteX33" fmla="*/ 133887 w 161201"/>
                  <a:gd name="connsiteY33" fmla="*/ 137021 h 152245"/>
                  <a:gd name="connsiteX34" fmla="*/ 149559 w 161201"/>
                  <a:gd name="connsiteY34" fmla="*/ 152693 h 152245"/>
                  <a:gd name="connsiteX35" fmla="*/ 165232 w 161201"/>
                  <a:gd name="connsiteY35" fmla="*/ 137021 h 152245"/>
                  <a:gd name="connsiteX36" fmla="*/ 150455 w 161201"/>
                  <a:gd name="connsiteY36" fmla="*/ 120453 h 152245"/>
                  <a:gd name="connsiteX37" fmla="*/ 85079 w 161201"/>
                  <a:gd name="connsiteY37" fmla="*/ 15225 h 152245"/>
                  <a:gd name="connsiteX38" fmla="*/ 96273 w 161201"/>
                  <a:gd name="connsiteY38" fmla="*/ 4030 h 152245"/>
                  <a:gd name="connsiteX39" fmla="*/ 107468 w 161201"/>
                  <a:gd name="connsiteY39" fmla="*/ 15225 h 152245"/>
                  <a:gd name="connsiteX40" fmla="*/ 96273 w 161201"/>
                  <a:gd name="connsiteY40" fmla="*/ 26419 h 152245"/>
                  <a:gd name="connsiteX41" fmla="*/ 85079 w 161201"/>
                  <a:gd name="connsiteY41" fmla="*/ 15225 h 152245"/>
                  <a:gd name="connsiteX42" fmla="*/ 16120 w 161201"/>
                  <a:gd name="connsiteY42" fmla="*/ 39853 h 152245"/>
                  <a:gd name="connsiteX43" fmla="*/ 4926 w 161201"/>
                  <a:gd name="connsiteY43" fmla="*/ 28658 h 152245"/>
                  <a:gd name="connsiteX44" fmla="*/ 16120 w 161201"/>
                  <a:gd name="connsiteY44" fmla="*/ 17463 h 152245"/>
                  <a:gd name="connsiteX45" fmla="*/ 27315 w 161201"/>
                  <a:gd name="connsiteY45" fmla="*/ 28658 h 152245"/>
                  <a:gd name="connsiteX46" fmla="*/ 25076 w 161201"/>
                  <a:gd name="connsiteY46" fmla="*/ 35375 h 152245"/>
                  <a:gd name="connsiteX47" fmla="*/ 25076 w 161201"/>
                  <a:gd name="connsiteY47" fmla="*/ 35375 h 152245"/>
                  <a:gd name="connsiteX48" fmla="*/ 25076 w 161201"/>
                  <a:gd name="connsiteY48" fmla="*/ 35375 h 152245"/>
                  <a:gd name="connsiteX49" fmla="*/ 16120 w 161201"/>
                  <a:gd name="connsiteY49" fmla="*/ 39853 h 152245"/>
                  <a:gd name="connsiteX50" fmla="*/ 16120 w 161201"/>
                  <a:gd name="connsiteY50" fmla="*/ 147320 h 152245"/>
                  <a:gd name="connsiteX51" fmla="*/ 4926 w 161201"/>
                  <a:gd name="connsiteY51" fmla="*/ 136126 h 152245"/>
                  <a:gd name="connsiteX52" fmla="*/ 16120 w 161201"/>
                  <a:gd name="connsiteY52" fmla="*/ 124931 h 152245"/>
                  <a:gd name="connsiteX53" fmla="*/ 27315 w 161201"/>
                  <a:gd name="connsiteY53" fmla="*/ 136126 h 152245"/>
                  <a:gd name="connsiteX54" fmla="*/ 16120 w 161201"/>
                  <a:gd name="connsiteY54" fmla="*/ 147320 h 152245"/>
                  <a:gd name="connsiteX55" fmla="*/ 75227 w 161201"/>
                  <a:gd name="connsiteY55" fmla="*/ 102094 h 152245"/>
                  <a:gd name="connsiteX56" fmla="*/ 75227 w 161201"/>
                  <a:gd name="connsiteY56" fmla="*/ 101647 h 152245"/>
                  <a:gd name="connsiteX57" fmla="*/ 75227 w 161201"/>
                  <a:gd name="connsiteY57" fmla="*/ 101199 h 152245"/>
                  <a:gd name="connsiteX58" fmla="*/ 72988 w 161201"/>
                  <a:gd name="connsiteY58" fmla="*/ 89109 h 152245"/>
                  <a:gd name="connsiteX59" fmla="*/ 104333 w 161201"/>
                  <a:gd name="connsiteY59" fmla="*/ 57764 h 152245"/>
                  <a:gd name="connsiteX60" fmla="*/ 135678 w 161201"/>
                  <a:gd name="connsiteY60" fmla="*/ 89109 h 152245"/>
                  <a:gd name="connsiteX61" fmla="*/ 104333 w 161201"/>
                  <a:gd name="connsiteY61" fmla="*/ 120453 h 152245"/>
                  <a:gd name="connsiteX62" fmla="*/ 75227 w 161201"/>
                  <a:gd name="connsiteY62" fmla="*/ 102094 h 152245"/>
                  <a:gd name="connsiteX63" fmla="*/ 150455 w 161201"/>
                  <a:gd name="connsiteY63" fmla="*/ 147320 h 152245"/>
                  <a:gd name="connsiteX64" fmla="*/ 139260 w 161201"/>
                  <a:gd name="connsiteY64" fmla="*/ 136126 h 152245"/>
                  <a:gd name="connsiteX65" fmla="*/ 150455 w 161201"/>
                  <a:gd name="connsiteY65" fmla="*/ 124931 h 152245"/>
                  <a:gd name="connsiteX66" fmla="*/ 161649 w 161201"/>
                  <a:gd name="connsiteY66" fmla="*/ 136126 h 152245"/>
                  <a:gd name="connsiteX67" fmla="*/ 150455 w 161201"/>
                  <a:gd name="connsiteY67" fmla="*/ 147320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1201" h="152245">
                    <a:moveTo>
                      <a:pt x="150455" y="120453"/>
                    </a:moveTo>
                    <a:cubicBezTo>
                      <a:pt x="146872" y="120453"/>
                      <a:pt x="144186" y="121349"/>
                      <a:pt x="141499" y="123588"/>
                    </a:cubicBezTo>
                    <a:lnTo>
                      <a:pt x="130752" y="113289"/>
                    </a:lnTo>
                    <a:cubicBezTo>
                      <a:pt x="136573" y="107020"/>
                      <a:pt x="139708" y="98512"/>
                      <a:pt x="139708" y="89556"/>
                    </a:cubicBezTo>
                    <a:cubicBezTo>
                      <a:pt x="139708" y="69854"/>
                      <a:pt x="123588" y="53734"/>
                      <a:pt x="103885" y="53734"/>
                    </a:cubicBezTo>
                    <a:cubicBezTo>
                      <a:pt x="103438" y="53734"/>
                      <a:pt x="102990" y="53734"/>
                      <a:pt x="102542" y="53734"/>
                    </a:cubicBezTo>
                    <a:lnTo>
                      <a:pt x="100751" y="30449"/>
                    </a:lnTo>
                    <a:cubicBezTo>
                      <a:pt x="107020" y="28658"/>
                      <a:pt x="111945" y="22389"/>
                      <a:pt x="111945" y="15672"/>
                    </a:cubicBezTo>
                    <a:cubicBezTo>
                      <a:pt x="111945" y="7165"/>
                      <a:pt x="104781" y="0"/>
                      <a:pt x="96273" y="0"/>
                    </a:cubicBezTo>
                    <a:cubicBezTo>
                      <a:pt x="87765" y="0"/>
                      <a:pt x="80601" y="7165"/>
                      <a:pt x="80601" y="15672"/>
                    </a:cubicBezTo>
                    <a:cubicBezTo>
                      <a:pt x="80601" y="24180"/>
                      <a:pt x="87765" y="31345"/>
                      <a:pt x="96273" y="31345"/>
                    </a:cubicBezTo>
                    <a:cubicBezTo>
                      <a:pt x="96273" y="31345"/>
                      <a:pt x="96273" y="31345"/>
                      <a:pt x="96273" y="31345"/>
                    </a:cubicBezTo>
                    <a:lnTo>
                      <a:pt x="98064" y="54182"/>
                    </a:lnTo>
                    <a:cubicBezTo>
                      <a:pt x="89109" y="55525"/>
                      <a:pt x="81496" y="60451"/>
                      <a:pt x="75675" y="67167"/>
                    </a:cubicBezTo>
                    <a:lnTo>
                      <a:pt x="29554" y="36718"/>
                    </a:lnTo>
                    <a:cubicBezTo>
                      <a:pt x="30897" y="34479"/>
                      <a:pt x="31345" y="31793"/>
                      <a:pt x="31345" y="29106"/>
                    </a:cubicBezTo>
                    <a:cubicBezTo>
                      <a:pt x="31345" y="20598"/>
                      <a:pt x="24180" y="13433"/>
                      <a:pt x="15672" y="13433"/>
                    </a:cubicBezTo>
                    <a:cubicBezTo>
                      <a:pt x="7164" y="13433"/>
                      <a:pt x="0" y="20598"/>
                      <a:pt x="0" y="29106"/>
                    </a:cubicBezTo>
                    <a:cubicBezTo>
                      <a:pt x="0" y="37614"/>
                      <a:pt x="7164" y="44778"/>
                      <a:pt x="15672" y="44778"/>
                    </a:cubicBezTo>
                    <a:cubicBezTo>
                      <a:pt x="20150" y="44778"/>
                      <a:pt x="23732" y="42987"/>
                      <a:pt x="26867" y="40300"/>
                    </a:cubicBezTo>
                    <a:lnTo>
                      <a:pt x="72988" y="70749"/>
                    </a:lnTo>
                    <a:cubicBezTo>
                      <a:pt x="69406" y="76123"/>
                      <a:pt x="67615" y="82840"/>
                      <a:pt x="67615" y="89556"/>
                    </a:cubicBezTo>
                    <a:cubicBezTo>
                      <a:pt x="67615" y="94034"/>
                      <a:pt x="68511" y="98064"/>
                      <a:pt x="69854" y="102094"/>
                    </a:cubicBezTo>
                    <a:lnTo>
                      <a:pt x="26867" y="125827"/>
                    </a:lnTo>
                    <a:cubicBezTo>
                      <a:pt x="24180" y="123140"/>
                      <a:pt x="20150" y="121349"/>
                      <a:pt x="15672" y="121349"/>
                    </a:cubicBezTo>
                    <a:cubicBezTo>
                      <a:pt x="7164" y="121349"/>
                      <a:pt x="0" y="128513"/>
                      <a:pt x="0" y="137021"/>
                    </a:cubicBezTo>
                    <a:cubicBezTo>
                      <a:pt x="0" y="145529"/>
                      <a:pt x="7164" y="152693"/>
                      <a:pt x="15672" y="152693"/>
                    </a:cubicBezTo>
                    <a:cubicBezTo>
                      <a:pt x="24180" y="152693"/>
                      <a:pt x="31345" y="145529"/>
                      <a:pt x="31345" y="137021"/>
                    </a:cubicBezTo>
                    <a:cubicBezTo>
                      <a:pt x="31345" y="134335"/>
                      <a:pt x="30449" y="131648"/>
                      <a:pt x="29554" y="129857"/>
                    </a:cubicBezTo>
                    <a:lnTo>
                      <a:pt x="71645" y="106572"/>
                    </a:lnTo>
                    <a:cubicBezTo>
                      <a:pt x="77466" y="118214"/>
                      <a:pt x="89556" y="125827"/>
                      <a:pt x="103438" y="125827"/>
                    </a:cubicBezTo>
                    <a:cubicBezTo>
                      <a:pt x="112393" y="125827"/>
                      <a:pt x="120453" y="122692"/>
                      <a:pt x="126722" y="116871"/>
                    </a:cubicBezTo>
                    <a:lnTo>
                      <a:pt x="137469" y="127170"/>
                    </a:lnTo>
                    <a:cubicBezTo>
                      <a:pt x="135230" y="129857"/>
                      <a:pt x="133887" y="132991"/>
                      <a:pt x="133887" y="137021"/>
                    </a:cubicBezTo>
                    <a:cubicBezTo>
                      <a:pt x="133887" y="145529"/>
                      <a:pt x="141051" y="152693"/>
                      <a:pt x="149559" y="152693"/>
                    </a:cubicBezTo>
                    <a:cubicBezTo>
                      <a:pt x="158067" y="152693"/>
                      <a:pt x="165232" y="145529"/>
                      <a:pt x="165232" y="137021"/>
                    </a:cubicBezTo>
                    <a:cubicBezTo>
                      <a:pt x="166127" y="127618"/>
                      <a:pt x="158962" y="120453"/>
                      <a:pt x="150455" y="120453"/>
                    </a:cubicBezTo>
                    <a:close/>
                    <a:moveTo>
                      <a:pt x="85079" y="15225"/>
                    </a:moveTo>
                    <a:cubicBezTo>
                      <a:pt x="85079" y="8956"/>
                      <a:pt x="90004" y="4030"/>
                      <a:pt x="96273" y="4030"/>
                    </a:cubicBezTo>
                    <a:cubicBezTo>
                      <a:pt x="102542" y="4030"/>
                      <a:pt x="107468" y="8956"/>
                      <a:pt x="107468" y="15225"/>
                    </a:cubicBezTo>
                    <a:cubicBezTo>
                      <a:pt x="107468" y="21493"/>
                      <a:pt x="102542" y="26419"/>
                      <a:pt x="96273" y="26419"/>
                    </a:cubicBezTo>
                    <a:cubicBezTo>
                      <a:pt x="90004" y="26419"/>
                      <a:pt x="85079" y="21493"/>
                      <a:pt x="85079" y="15225"/>
                    </a:cubicBezTo>
                    <a:close/>
                    <a:moveTo>
                      <a:pt x="16120" y="39853"/>
                    </a:moveTo>
                    <a:cubicBezTo>
                      <a:pt x="9851" y="39853"/>
                      <a:pt x="4926" y="34927"/>
                      <a:pt x="4926" y="28658"/>
                    </a:cubicBezTo>
                    <a:cubicBezTo>
                      <a:pt x="4926" y="22389"/>
                      <a:pt x="9851" y="17463"/>
                      <a:pt x="16120" y="17463"/>
                    </a:cubicBezTo>
                    <a:cubicBezTo>
                      <a:pt x="22389" y="17463"/>
                      <a:pt x="27315" y="22389"/>
                      <a:pt x="27315" y="28658"/>
                    </a:cubicBezTo>
                    <a:cubicBezTo>
                      <a:pt x="27315" y="31345"/>
                      <a:pt x="26419" y="33584"/>
                      <a:pt x="25076" y="35375"/>
                    </a:cubicBezTo>
                    <a:cubicBezTo>
                      <a:pt x="25076" y="35375"/>
                      <a:pt x="25076" y="35375"/>
                      <a:pt x="25076" y="35375"/>
                    </a:cubicBezTo>
                    <a:cubicBezTo>
                      <a:pt x="25076" y="35375"/>
                      <a:pt x="25076" y="35375"/>
                      <a:pt x="25076" y="35375"/>
                    </a:cubicBezTo>
                    <a:cubicBezTo>
                      <a:pt x="22837" y="38061"/>
                      <a:pt x="19702" y="39853"/>
                      <a:pt x="16120" y="39853"/>
                    </a:cubicBezTo>
                    <a:close/>
                    <a:moveTo>
                      <a:pt x="16120" y="147320"/>
                    </a:moveTo>
                    <a:cubicBezTo>
                      <a:pt x="9851" y="147320"/>
                      <a:pt x="4926" y="142395"/>
                      <a:pt x="4926" y="136126"/>
                    </a:cubicBezTo>
                    <a:cubicBezTo>
                      <a:pt x="4926" y="129857"/>
                      <a:pt x="9851" y="124931"/>
                      <a:pt x="16120" y="124931"/>
                    </a:cubicBezTo>
                    <a:cubicBezTo>
                      <a:pt x="22389" y="124931"/>
                      <a:pt x="27315" y="129857"/>
                      <a:pt x="27315" y="136126"/>
                    </a:cubicBezTo>
                    <a:cubicBezTo>
                      <a:pt x="27315" y="142395"/>
                      <a:pt x="22389" y="147320"/>
                      <a:pt x="16120" y="147320"/>
                    </a:cubicBezTo>
                    <a:close/>
                    <a:moveTo>
                      <a:pt x="75227" y="102094"/>
                    </a:moveTo>
                    <a:cubicBezTo>
                      <a:pt x="75227" y="102094"/>
                      <a:pt x="75227" y="101647"/>
                      <a:pt x="75227" y="101647"/>
                    </a:cubicBezTo>
                    <a:cubicBezTo>
                      <a:pt x="75227" y="101647"/>
                      <a:pt x="75227" y="101647"/>
                      <a:pt x="75227" y="101199"/>
                    </a:cubicBezTo>
                    <a:cubicBezTo>
                      <a:pt x="73436" y="97616"/>
                      <a:pt x="72988" y="93586"/>
                      <a:pt x="72988" y="89109"/>
                    </a:cubicBezTo>
                    <a:cubicBezTo>
                      <a:pt x="72988" y="71645"/>
                      <a:pt x="86870" y="57764"/>
                      <a:pt x="104333" y="57764"/>
                    </a:cubicBezTo>
                    <a:cubicBezTo>
                      <a:pt x="121797" y="57764"/>
                      <a:pt x="135678" y="71645"/>
                      <a:pt x="135678" y="89109"/>
                    </a:cubicBezTo>
                    <a:cubicBezTo>
                      <a:pt x="135678" y="106572"/>
                      <a:pt x="121797" y="120453"/>
                      <a:pt x="104333" y="120453"/>
                    </a:cubicBezTo>
                    <a:cubicBezTo>
                      <a:pt x="91348" y="120453"/>
                      <a:pt x="80153" y="112841"/>
                      <a:pt x="75227" y="102094"/>
                    </a:cubicBezTo>
                    <a:close/>
                    <a:moveTo>
                      <a:pt x="150455" y="147320"/>
                    </a:moveTo>
                    <a:cubicBezTo>
                      <a:pt x="144186" y="147320"/>
                      <a:pt x="139260" y="142395"/>
                      <a:pt x="139260" y="136126"/>
                    </a:cubicBezTo>
                    <a:cubicBezTo>
                      <a:pt x="139260" y="129857"/>
                      <a:pt x="144186" y="124931"/>
                      <a:pt x="150455" y="124931"/>
                    </a:cubicBezTo>
                    <a:cubicBezTo>
                      <a:pt x="156724" y="124931"/>
                      <a:pt x="161649" y="129857"/>
                      <a:pt x="161649" y="136126"/>
                    </a:cubicBezTo>
                    <a:cubicBezTo>
                      <a:pt x="161649" y="142395"/>
                      <a:pt x="156724" y="147320"/>
                      <a:pt x="150455" y="14732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406" name="Group 4302">
                <a:extLst>
                  <a:ext uri="{FF2B5EF4-FFF2-40B4-BE49-F238E27FC236}">
                    <a16:creationId xmlns:a16="http://schemas.microsoft.com/office/drawing/2014/main" id="{19ADBA60-C1D8-F9A9-A496-5F3D76051F7B}"/>
                  </a:ext>
                  <a:ext uri="{C183D7F6-B498-43B3-948B-1728B52AA6E4}">
                    <adec:decorative xmlns:adec="http://schemas.microsoft.com/office/drawing/2017/decorative" val="1"/>
                  </a:ext>
                </a:extLst>
              </p:cNvPr>
              <p:cNvGrpSpPr>
                <a:grpSpLocks noChangeAspect="1"/>
              </p:cNvGrpSpPr>
              <p:nvPr/>
            </p:nvGrpSpPr>
            <p:grpSpPr>
              <a:xfrm>
                <a:off x="4498822" y="3941642"/>
                <a:ext cx="151083" cy="133711"/>
                <a:chOff x="4539576" y="3206203"/>
                <a:chExt cx="151083" cy="133711"/>
              </a:xfrm>
            </p:grpSpPr>
            <p:sp>
              <p:nvSpPr>
                <p:cNvPr id="407" name="Freeform: Shape 4303">
                  <a:extLst>
                    <a:ext uri="{FF2B5EF4-FFF2-40B4-BE49-F238E27FC236}">
                      <a16:creationId xmlns:a16="http://schemas.microsoft.com/office/drawing/2014/main" id="{B12BA28A-4DB2-4EA6-2102-FE9372BB248D}"/>
                    </a:ext>
                  </a:extLst>
                </p:cNvPr>
                <p:cNvSpPr/>
                <p:nvPr/>
              </p:nvSpPr>
              <p:spPr>
                <a:xfrm>
                  <a:off x="4579877" y="3252884"/>
                  <a:ext cx="67167" cy="85079"/>
                </a:xfrm>
                <a:custGeom>
                  <a:avLst/>
                  <a:gdLst>
                    <a:gd name="connsiteX0" fmla="*/ 71197 w 67167"/>
                    <a:gd name="connsiteY0" fmla="*/ 21382 h 85078"/>
                    <a:gd name="connsiteX1" fmla="*/ 71197 w 67167"/>
                    <a:gd name="connsiteY1" fmla="*/ 21382 h 85078"/>
                    <a:gd name="connsiteX2" fmla="*/ 70302 w 67167"/>
                    <a:gd name="connsiteY2" fmla="*/ 20486 h 85078"/>
                    <a:gd name="connsiteX3" fmla="*/ 70302 w 67167"/>
                    <a:gd name="connsiteY3" fmla="*/ 20486 h 85078"/>
                    <a:gd name="connsiteX4" fmla="*/ 36718 w 67167"/>
                    <a:gd name="connsiteY4" fmla="*/ 336 h 85078"/>
                    <a:gd name="connsiteX5" fmla="*/ 34479 w 67167"/>
                    <a:gd name="connsiteY5" fmla="*/ 336 h 85078"/>
                    <a:gd name="connsiteX6" fmla="*/ 895 w 67167"/>
                    <a:gd name="connsiteY6" fmla="*/ 20486 h 85078"/>
                    <a:gd name="connsiteX7" fmla="*/ 0 w 67167"/>
                    <a:gd name="connsiteY7" fmla="*/ 21382 h 85078"/>
                    <a:gd name="connsiteX8" fmla="*/ 0 w 67167"/>
                    <a:gd name="connsiteY8" fmla="*/ 21829 h 85078"/>
                    <a:gd name="connsiteX9" fmla="*/ 0 w 67167"/>
                    <a:gd name="connsiteY9" fmla="*/ 22725 h 85078"/>
                    <a:gd name="connsiteX10" fmla="*/ 0 w 67167"/>
                    <a:gd name="connsiteY10" fmla="*/ 22725 h 85078"/>
                    <a:gd name="connsiteX11" fmla="*/ 0 w 67167"/>
                    <a:gd name="connsiteY11" fmla="*/ 63025 h 85078"/>
                    <a:gd name="connsiteX12" fmla="*/ 895 w 67167"/>
                    <a:gd name="connsiteY12" fmla="*/ 64817 h 85078"/>
                    <a:gd name="connsiteX13" fmla="*/ 34479 w 67167"/>
                    <a:gd name="connsiteY13" fmla="*/ 84967 h 85078"/>
                    <a:gd name="connsiteX14" fmla="*/ 34479 w 67167"/>
                    <a:gd name="connsiteY14" fmla="*/ 84967 h 85078"/>
                    <a:gd name="connsiteX15" fmla="*/ 35375 w 67167"/>
                    <a:gd name="connsiteY15" fmla="*/ 85414 h 85078"/>
                    <a:gd name="connsiteX16" fmla="*/ 35375 w 67167"/>
                    <a:gd name="connsiteY16" fmla="*/ 85414 h 85078"/>
                    <a:gd name="connsiteX17" fmla="*/ 35375 w 67167"/>
                    <a:gd name="connsiteY17" fmla="*/ 85414 h 85078"/>
                    <a:gd name="connsiteX18" fmla="*/ 35375 w 67167"/>
                    <a:gd name="connsiteY18" fmla="*/ 85414 h 85078"/>
                    <a:gd name="connsiteX19" fmla="*/ 35375 w 67167"/>
                    <a:gd name="connsiteY19" fmla="*/ 85414 h 85078"/>
                    <a:gd name="connsiteX20" fmla="*/ 36270 w 67167"/>
                    <a:gd name="connsiteY20" fmla="*/ 84967 h 85078"/>
                    <a:gd name="connsiteX21" fmla="*/ 36270 w 67167"/>
                    <a:gd name="connsiteY21" fmla="*/ 84967 h 85078"/>
                    <a:gd name="connsiteX22" fmla="*/ 36270 w 67167"/>
                    <a:gd name="connsiteY22" fmla="*/ 84967 h 85078"/>
                    <a:gd name="connsiteX23" fmla="*/ 69854 w 67167"/>
                    <a:gd name="connsiteY23" fmla="*/ 64817 h 85078"/>
                    <a:gd name="connsiteX24" fmla="*/ 70749 w 67167"/>
                    <a:gd name="connsiteY24" fmla="*/ 63025 h 85078"/>
                    <a:gd name="connsiteX25" fmla="*/ 70749 w 67167"/>
                    <a:gd name="connsiteY25" fmla="*/ 22725 h 85078"/>
                    <a:gd name="connsiteX26" fmla="*/ 71197 w 67167"/>
                    <a:gd name="connsiteY26" fmla="*/ 21382 h 85078"/>
                    <a:gd name="connsiteX27" fmla="*/ 35823 w 67167"/>
                    <a:gd name="connsiteY27" fmla="*/ 4814 h 85078"/>
                    <a:gd name="connsiteX28" fmla="*/ 64928 w 67167"/>
                    <a:gd name="connsiteY28" fmla="*/ 22277 h 85078"/>
                    <a:gd name="connsiteX29" fmla="*/ 35823 w 67167"/>
                    <a:gd name="connsiteY29" fmla="*/ 39741 h 85078"/>
                    <a:gd name="connsiteX30" fmla="*/ 6717 w 67167"/>
                    <a:gd name="connsiteY30" fmla="*/ 22277 h 85078"/>
                    <a:gd name="connsiteX31" fmla="*/ 35823 w 67167"/>
                    <a:gd name="connsiteY31" fmla="*/ 4814 h 85078"/>
                    <a:gd name="connsiteX32" fmla="*/ 33584 w 67167"/>
                    <a:gd name="connsiteY32" fmla="*/ 78698 h 85078"/>
                    <a:gd name="connsiteX33" fmla="*/ 4478 w 67167"/>
                    <a:gd name="connsiteY33" fmla="*/ 61234 h 85078"/>
                    <a:gd name="connsiteX34" fmla="*/ 4478 w 67167"/>
                    <a:gd name="connsiteY34" fmla="*/ 26307 h 85078"/>
                    <a:gd name="connsiteX35" fmla="*/ 33584 w 67167"/>
                    <a:gd name="connsiteY35" fmla="*/ 43771 h 85078"/>
                    <a:gd name="connsiteX36" fmla="*/ 33584 w 67167"/>
                    <a:gd name="connsiteY36" fmla="*/ 78698 h 85078"/>
                    <a:gd name="connsiteX37" fmla="*/ 38061 w 67167"/>
                    <a:gd name="connsiteY37" fmla="*/ 78698 h 85078"/>
                    <a:gd name="connsiteX38" fmla="*/ 38061 w 67167"/>
                    <a:gd name="connsiteY38" fmla="*/ 43771 h 85078"/>
                    <a:gd name="connsiteX39" fmla="*/ 67167 w 67167"/>
                    <a:gd name="connsiteY39" fmla="*/ 26307 h 85078"/>
                    <a:gd name="connsiteX40" fmla="*/ 67167 w 67167"/>
                    <a:gd name="connsiteY40" fmla="*/ 61234 h 85078"/>
                    <a:gd name="connsiteX41" fmla="*/ 38061 w 67167"/>
                    <a:gd name="connsiteY41" fmla="*/ 78698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7167" h="85078">
                      <a:moveTo>
                        <a:pt x="71197" y="21382"/>
                      </a:moveTo>
                      <a:cubicBezTo>
                        <a:pt x="71197" y="21382"/>
                        <a:pt x="71197" y="21382"/>
                        <a:pt x="71197" y="21382"/>
                      </a:cubicBezTo>
                      <a:cubicBezTo>
                        <a:pt x="70749" y="20934"/>
                        <a:pt x="70749" y="20934"/>
                        <a:pt x="70302" y="20486"/>
                      </a:cubicBezTo>
                      <a:cubicBezTo>
                        <a:pt x="70302" y="20486"/>
                        <a:pt x="70302" y="20486"/>
                        <a:pt x="70302" y="20486"/>
                      </a:cubicBezTo>
                      <a:lnTo>
                        <a:pt x="36718" y="336"/>
                      </a:lnTo>
                      <a:cubicBezTo>
                        <a:pt x="35823" y="-112"/>
                        <a:pt x="34927" y="-112"/>
                        <a:pt x="34479" y="336"/>
                      </a:cubicBezTo>
                      <a:lnTo>
                        <a:pt x="895" y="20486"/>
                      </a:lnTo>
                      <a:cubicBezTo>
                        <a:pt x="448" y="20486"/>
                        <a:pt x="448" y="20934"/>
                        <a:pt x="0" y="21382"/>
                      </a:cubicBezTo>
                      <a:cubicBezTo>
                        <a:pt x="0" y="21382"/>
                        <a:pt x="0" y="21382"/>
                        <a:pt x="0" y="21829"/>
                      </a:cubicBezTo>
                      <a:cubicBezTo>
                        <a:pt x="0" y="22277"/>
                        <a:pt x="0" y="22277"/>
                        <a:pt x="0" y="22725"/>
                      </a:cubicBezTo>
                      <a:cubicBezTo>
                        <a:pt x="0" y="22725"/>
                        <a:pt x="0" y="22725"/>
                        <a:pt x="0" y="22725"/>
                      </a:cubicBezTo>
                      <a:lnTo>
                        <a:pt x="0" y="63025"/>
                      </a:lnTo>
                      <a:cubicBezTo>
                        <a:pt x="0" y="63921"/>
                        <a:pt x="448" y="64369"/>
                        <a:pt x="895" y="64817"/>
                      </a:cubicBezTo>
                      <a:lnTo>
                        <a:pt x="34479" y="84967"/>
                      </a:lnTo>
                      <a:cubicBezTo>
                        <a:pt x="34479" y="84967"/>
                        <a:pt x="34479" y="84967"/>
                        <a:pt x="34479" y="84967"/>
                      </a:cubicBezTo>
                      <a:cubicBezTo>
                        <a:pt x="34927" y="84967"/>
                        <a:pt x="35375" y="85414"/>
                        <a:pt x="35375" y="85414"/>
                      </a:cubicBezTo>
                      <a:cubicBezTo>
                        <a:pt x="35375" y="85414"/>
                        <a:pt x="35375" y="85414"/>
                        <a:pt x="35375" y="85414"/>
                      </a:cubicBezTo>
                      <a:lnTo>
                        <a:pt x="35375" y="85414"/>
                      </a:lnTo>
                      <a:lnTo>
                        <a:pt x="35375" y="85414"/>
                      </a:lnTo>
                      <a:cubicBezTo>
                        <a:pt x="35375" y="85414"/>
                        <a:pt x="35375" y="85414"/>
                        <a:pt x="35375" y="85414"/>
                      </a:cubicBezTo>
                      <a:cubicBezTo>
                        <a:pt x="35823" y="85414"/>
                        <a:pt x="36270" y="85414"/>
                        <a:pt x="36270" y="84967"/>
                      </a:cubicBezTo>
                      <a:cubicBezTo>
                        <a:pt x="36270" y="84967"/>
                        <a:pt x="36270" y="84967"/>
                        <a:pt x="36270" y="84967"/>
                      </a:cubicBezTo>
                      <a:cubicBezTo>
                        <a:pt x="36270" y="84967"/>
                        <a:pt x="36270" y="84967"/>
                        <a:pt x="36270" y="84967"/>
                      </a:cubicBezTo>
                      <a:lnTo>
                        <a:pt x="69854" y="64817"/>
                      </a:lnTo>
                      <a:cubicBezTo>
                        <a:pt x="70749" y="64369"/>
                        <a:pt x="70749" y="63473"/>
                        <a:pt x="70749" y="63025"/>
                      </a:cubicBezTo>
                      <a:lnTo>
                        <a:pt x="70749" y="22725"/>
                      </a:lnTo>
                      <a:cubicBezTo>
                        <a:pt x="71645" y="22277"/>
                        <a:pt x="71645" y="21829"/>
                        <a:pt x="71197" y="21382"/>
                      </a:cubicBezTo>
                      <a:close/>
                      <a:moveTo>
                        <a:pt x="35823" y="4814"/>
                      </a:moveTo>
                      <a:lnTo>
                        <a:pt x="64928" y="22277"/>
                      </a:lnTo>
                      <a:lnTo>
                        <a:pt x="35823" y="39741"/>
                      </a:lnTo>
                      <a:lnTo>
                        <a:pt x="6717" y="22277"/>
                      </a:lnTo>
                      <a:lnTo>
                        <a:pt x="35823" y="4814"/>
                      </a:lnTo>
                      <a:close/>
                      <a:moveTo>
                        <a:pt x="33584" y="78698"/>
                      </a:moveTo>
                      <a:lnTo>
                        <a:pt x="4478" y="61234"/>
                      </a:lnTo>
                      <a:lnTo>
                        <a:pt x="4478" y="26307"/>
                      </a:lnTo>
                      <a:lnTo>
                        <a:pt x="33584" y="43771"/>
                      </a:lnTo>
                      <a:lnTo>
                        <a:pt x="33584" y="78698"/>
                      </a:lnTo>
                      <a:close/>
                      <a:moveTo>
                        <a:pt x="38061" y="78698"/>
                      </a:moveTo>
                      <a:lnTo>
                        <a:pt x="38061" y="43771"/>
                      </a:lnTo>
                      <a:lnTo>
                        <a:pt x="67167" y="26307"/>
                      </a:lnTo>
                      <a:lnTo>
                        <a:pt x="67167" y="61234"/>
                      </a:lnTo>
                      <a:lnTo>
                        <a:pt x="38061" y="7869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08" name="Freeform: Shape 4304">
                  <a:extLst>
                    <a:ext uri="{FF2B5EF4-FFF2-40B4-BE49-F238E27FC236}">
                      <a16:creationId xmlns:a16="http://schemas.microsoft.com/office/drawing/2014/main" id="{960D2D93-8BF4-DBBF-0CA0-5D92847F476A}"/>
                    </a:ext>
                  </a:extLst>
                </p:cNvPr>
                <p:cNvSpPr/>
                <p:nvPr/>
              </p:nvSpPr>
              <p:spPr>
                <a:xfrm>
                  <a:off x="4605106" y="3206203"/>
                  <a:ext cx="17911" cy="35823"/>
                </a:xfrm>
                <a:custGeom>
                  <a:avLst/>
                  <a:gdLst>
                    <a:gd name="connsiteX0" fmla="*/ 19549 w 17911"/>
                    <a:gd name="connsiteY0" fmla="*/ 6269 h 35822"/>
                    <a:gd name="connsiteX1" fmla="*/ 11937 w 17911"/>
                    <a:gd name="connsiteY1" fmla="*/ 0 h 35822"/>
                    <a:gd name="connsiteX2" fmla="*/ 11489 w 17911"/>
                    <a:gd name="connsiteY2" fmla="*/ 0 h 35822"/>
                    <a:gd name="connsiteX3" fmla="*/ 11041 w 17911"/>
                    <a:gd name="connsiteY3" fmla="*/ 0 h 35822"/>
                    <a:gd name="connsiteX4" fmla="*/ 11041 w 17911"/>
                    <a:gd name="connsiteY4" fmla="*/ 0 h 35822"/>
                    <a:gd name="connsiteX5" fmla="*/ 10593 w 17911"/>
                    <a:gd name="connsiteY5" fmla="*/ 0 h 35822"/>
                    <a:gd name="connsiteX6" fmla="*/ 10145 w 17911"/>
                    <a:gd name="connsiteY6" fmla="*/ 0 h 35822"/>
                    <a:gd name="connsiteX7" fmla="*/ 10145 w 17911"/>
                    <a:gd name="connsiteY7" fmla="*/ 0 h 35822"/>
                    <a:gd name="connsiteX8" fmla="*/ 10145 w 17911"/>
                    <a:gd name="connsiteY8" fmla="*/ 0 h 35822"/>
                    <a:gd name="connsiteX9" fmla="*/ 9698 w 17911"/>
                    <a:gd name="connsiteY9" fmla="*/ 0 h 35822"/>
                    <a:gd name="connsiteX10" fmla="*/ 9250 w 17911"/>
                    <a:gd name="connsiteY10" fmla="*/ 0 h 35822"/>
                    <a:gd name="connsiteX11" fmla="*/ 8802 w 17911"/>
                    <a:gd name="connsiteY11" fmla="*/ 0 h 35822"/>
                    <a:gd name="connsiteX12" fmla="*/ 8354 w 17911"/>
                    <a:gd name="connsiteY12" fmla="*/ 0 h 35822"/>
                    <a:gd name="connsiteX13" fmla="*/ 742 w 17911"/>
                    <a:gd name="connsiteY13" fmla="*/ 6269 h 35822"/>
                    <a:gd name="connsiteX14" fmla="*/ 294 w 17911"/>
                    <a:gd name="connsiteY14" fmla="*/ 9403 h 35822"/>
                    <a:gd name="connsiteX15" fmla="*/ 2085 w 17911"/>
                    <a:gd name="connsiteY15" fmla="*/ 10299 h 35822"/>
                    <a:gd name="connsiteX16" fmla="*/ 3429 w 17911"/>
                    <a:gd name="connsiteY16" fmla="*/ 9851 h 35822"/>
                    <a:gd name="connsiteX17" fmla="*/ 7459 w 17911"/>
                    <a:gd name="connsiteY17" fmla="*/ 6717 h 35822"/>
                    <a:gd name="connsiteX18" fmla="*/ 7459 w 17911"/>
                    <a:gd name="connsiteY18" fmla="*/ 34031 h 35822"/>
                    <a:gd name="connsiteX19" fmla="*/ 9698 w 17911"/>
                    <a:gd name="connsiteY19" fmla="*/ 36270 h 35822"/>
                    <a:gd name="connsiteX20" fmla="*/ 11937 w 17911"/>
                    <a:gd name="connsiteY20" fmla="*/ 34031 h 35822"/>
                    <a:gd name="connsiteX21" fmla="*/ 11937 w 17911"/>
                    <a:gd name="connsiteY21" fmla="*/ 6717 h 35822"/>
                    <a:gd name="connsiteX22" fmla="*/ 15966 w 17911"/>
                    <a:gd name="connsiteY22" fmla="*/ 9851 h 35822"/>
                    <a:gd name="connsiteX23" fmla="*/ 17310 w 17911"/>
                    <a:gd name="connsiteY23" fmla="*/ 10299 h 35822"/>
                    <a:gd name="connsiteX24" fmla="*/ 19101 w 17911"/>
                    <a:gd name="connsiteY24" fmla="*/ 9403 h 35822"/>
                    <a:gd name="connsiteX25" fmla="*/ 19549 w 17911"/>
                    <a:gd name="connsiteY25" fmla="*/ 6269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911" h="35822">
                      <a:moveTo>
                        <a:pt x="19549" y="6269"/>
                      </a:moveTo>
                      <a:lnTo>
                        <a:pt x="11937" y="0"/>
                      </a:lnTo>
                      <a:cubicBezTo>
                        <a:pt x="11937" y="0"/>
                        <a:pt x="11937" y="0"/>
                        <a:pt x="11489" y="0"/>
                      </a:cubicBezTo>
                      <a:cubicBezTo>
                        <a:pt x="11489" y="0"/>
                        <a:pt x="11489" y="0"/>
                        <a:pt x="11041" y="0"/>
                      </a:cubicBezTo>
                      <a:cubicBezTo>
                        <a:pt x="11041" y="0"/>
                        <a:pt x="11041" y="0"/>
                        <a:pt x="11041" y="0"/>
                      </a:cubicBezTo>
                      <a:cubicBezTo>
                        <a:pt x="11041" y="0"/>
                        <a:pt x="10593" y="0"/>
                        <a:pt x="10593" y="0"/>
                      </a:cubicBezTo>
                      <a:cubicBezTo>
                        <a:pt x="10593" y="0"/>
                        <a:pt x="10593" y="0"/>
                        <a:pt x="10145" y="0"/>
                      </a:cubicBezTo>
                      <a:cubicBezTo>
                        <a:pt x="10145" y="0"/>
                        <a:pt x="10145" y="0"/>
                        <a:pt x="10145" y="0"/>
                      </a:cubicBezTo>
                      <a:cubicBezTo>
                        <a:pt x="10145" y="0"/>
                        <a:pt x="10145" y="0"/>
                        <a:pt x="10145" y="0"/>
                      </a:cubicBezTo>
                      <a:cubicBezTo>
                        <a:pt x="10145" y="0"/>
                        <a:pt x="9698" y="0"/>
                        <a:pt x="9698" y="0"/>
                      </a:cubicBezTo>
                      <a:cubicBezTo>
                        <a:pt x="9698" y="0"/>
                        <a:pt x="9250" y="0"/>
                        <a:pt x="9250" y="0"/>
                      </a:cubicBezTo>
                      <a:cubicBezTo>
                        <a:pt x="9250" y="0"/>
                        <a:pt x="8802" y="0"/>
                        <a:pt x="8802" y="0"/>
                      </a:cubicBezTo>
                      <a:cubicBezTo>
                        <a:pt x="8802" y="0"/>
                        <a:pt x="8802" y="0"/>
                        <a:pt x="8354" y="0"/>
                      </a:cubicBezTo>
                      <a:lnTo>
                        <a:pt x="742" y="6269"/>
                      </a:lnTo>
                      <a:cubicBezTo>
                        <a:pt x="-154" y="7165"/>
                        <a:pt x="-154" y="8508"/>
                        <a:pt x="294" y="9403"/>
                      </a:cubicBezTo>
                      <a:cubicBezTo>
                        <a:pt x="742" y="9851"/>
                        <a:pt x="1190" y="10299"/>
                        <a:pt x="2085" y="10299"/>
                      </a:cubicBezTo>
                      <a:cubicBezTo>
                        <a:pt x="2533" y="10299"/>
                        <a:pt x="2981" y="10299"/>
                        <a:pt x="3429" y="9851"/>
                      </a:cubicBezTo>
                      <a:lnTo>
                        <a:pt x="7459" y="6717"/>
                      </a:lnTo>
                      <a:lnTo>
                        <a:pt x="7459" y="34031"/>
                      </a:lnTo>
                      <a:cubicBezTo>
                        <a:pt x="7459" y="35375"/>
                        <a:pt x="8354" y="36270"/>
                        <a:pt x="9698" y="36270"/>
                      </a:cubicBezTo>
                      <a:cubicBezTo>
                        <a:pt x="11041" y="36270"/>
                        <a:pt x="11937" y="35375"/>
                        <a:pt x="11937" y="34031"/>
                      </a:cubicBezTo>
                      <a:lnTo>
                        <a:pt x="11937" y="6717"/>
                      </a:lnTo>
                      <a:lnTo>
                        <a:pt x="15966" y="9851"/>
                      </a:lnTo>
                      <a:cubicBezTo>
                        <a:pt x="16414" y="10299"/>
                        <a:pt x="16862" y="10299"/>
                        <a:pt x="17310" y="10299"/>
                      </a:cubicBezTo>
                      <a:cubicBezTo>
                        <a:pt x="17758" y="10299"/>
                        <a:pt x="18653" y="9851"/>
                        <a:pt x="19101" y="9403"/>
                      </a:cubicBezTo>
                      <a:cubicBezTo>
                        <a:pt x="20444" y="8508"/>
                        <a:pt x="20444" y="7165"/>
                        <a:pt x="19549" y="626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09" name="Freeform: Shape 4305">
                  <a:extLst>
                    <a:ext uri="{FF2B5EF4-FFF2-40B4-BE49-F238E27FC236}">
                      <a16:creationId xmlns:a16="http://schemas.microsoft.com/office/drawing/2014/main" id="{F64DB0CD-6DB1-0B2B-22E1-A3E86DA6309D}"/>
                    </a:ext>
                  </a:extLst>
                </p:cNvPr>
                <p:cNvSpPr/>
                <p:nvPr/>
              </p:nvSpPr>
              <p:spPr>
                <a:xfrm>
                  <a:off x="4539576" y="3317525"/>
                  <a:ext cx="31345" cy="22389"/>
                </a:xfrm>
                <a:custGeom>
                  <a:avLst/>
                  <a:gdLst>
                    <a:gd name="connsiteX0" fmla="*/ 32240 w 31344"/>
                    <a:gd name="connsiteY0" fmla="*/ 1071 h 22389"/>
                    <a:gd name="connsiteX1" fmla="*/ 29106 w 31344"/>
                    <a:gd name="connsiteY1" fmla="*/ 176 h 22389"/>
                    <a:gd name="connsiteX2" fmla="*/ 5373 w 31344"/>
                    <a:gd name="connsiteY2" fmla="*/ 14057 h 22389"/>
                    <a:gd name="connsiteX3" fmla="*/ 6269 w 31344"/>
                    <a:gd name="connsiteY3" fmla="*/ 9131 h 22389"/>
                    <a:gd name="connsiteX4" fmla="*/ 4478 w 31344"/>
                    <a:gd name="connsiteY4" fmla="*/ 6445 h 22389"/>
                    <a:gd name="connsiteX5" fmla="*/ 1791 w 31344"/>
                    <a:gd name="connsiteY5" fmla="*/ 8236 h 22389"/>
                    <a:gd name="connsiteX6" fmla="*/ 0 w 31344"/>
                    <a:gd name="connsiteY6" fmla="*/ 18087 h 22389"/>
                    <a:gd name="connsiteX7" fmla="*/ 0 w 31344"/>
                    <a:gd name="connsiteY7" fmla="*/ 18535 h 22389"/>
                    <a:gd name="connsiteX8" fmla="*/ 0 w 31344"/>
                    <a:gd name="connsiteY8" fmla="*/ 18982 h 22389"/>
                    <a:gd name="connsiteX9" fmla="*/ 0 w 31344"/>
                    <a:gd name="connsiteY9" fmla="*/ 18982 h 22389"/>
                    <a:gd name="connsiteX10" fmla="*/ 0 w 31344"/>
                    <a:gd name="connsiteY10" fmla="*/ 19430 h 22389"/>
                    <a:gd name="connsiteX11" fmla="*/ 0 w 31344"/>
                    <a:gd name="connsiteY11" fmla="*/ 19878 h 22389"/>
                    <a:gd name="connsiteX12" fmla="*/ 0 w 31344"/>
                    <a:gd name="connsiteY12" fmla="*/ 19878 h 22389"/>
                    <a:gd name="connsiteX13" fmla="*/ 0 w 31344"/>
                    <a:gd name="connsiteY13" fmla="*/ 19878 h 22389"/>
                    <a:gd name="connsiteX14" fmla="*/ 448 w 31344"/>
                    <a:gd name="connsiteY14" fmla="*/ 20326 h 22389"/>
                    <a:gd name="connsiteX15" fmla="*/ 895 w 31344"/>
                    <a:gd name="connsiteY15" fmla="*/ 20774 h 22389"/>
                    <a:gd name="connsiteX16" fmla="*/ 895 w 31344"/>
                    <a:gd name="connsiteY16" fmla="*/ 20774 h 22389"/>
                    <a:gd name="connsiteX17" fmla="*/ 895 w 31344"/>
                    <a:gd name="connsiteY17" fmla="*/ 20774 h 22389"/>
                    <a:gd name="connsiteX18" fmla="*/ 895 w 31344"/>
                    <a:gd name="connsiteY18" fmla="*/ 20774 h 22389"/>
                    <a:gd name="connsiteX19" fmla="*/ 10299 w 31344"/>
                    <a:gd name="connsiteY19" fmla="*/ 23908 h 22389"/>
                    <a:gd name="connsiteX20" fmla="*/ 11195 w 31344"/>
                    <a:gd name="connsiteY20" fmla="*/ 23908 h 22389"/>
                    <a:gd name="connsiteX21" fmla="*/ 13433 w 31344"/>
                    <a:gd name="connsiteY21" fmla="*/ 22565 h 22389"/>
                    <a:gd name="connsiteX22" fmla="*/ 12090 w 31344"/>
                    <a:gd name="connsiteY22" fmla="*/ 19878 h 22389"/>
                    <a:gd name="connsiteX23" fmla="*/ 7164 w 31344"/>
                    <a:gd name="connsiteY23" fmla="*/ 18087 h 22389"/>
                    <a:gd name="connsiteX24" fmla="*/ 30897 w 31344"/>
                    <a:gd name="connsiteY24" fmla="*/ 4206 h 22389"/>
                    <a:gd name="connsiteX25" fmla="*/ 32240 w 31344"/>
                    <a:gd name="connsiteY25" fmla="*/ 1071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1344" h="22389">
                      <a:moveTo>
                        <a:pt x="32240" y="1071"/>
                      </a:moveTo>
                      <a:cubicBezTo>
                        <a:pt x="31792" y="176"/>
                        <a:pt x="30449" y="-272"/>
                        <a:pt x="29106" y="176"/>
                      </a:cubicBezTo>
                      <a:lnTo>
                        <a:pt x="5373" y="14057"/>
                      </a:lnTo>
                      <a:lnTo>
                        <a:pt x="6269" y="9131"/>
                      </a:lnTo>
                      <a:cubicBezTo>
                        <a:pt x="6717" y="7788"/>
                        <a:pt x="5821" y="6892"/>
                        <a:pt x="4478" y="6445"/>
                      </a:cubicBezTo>
                      <a:cubicBezTo>
                        <a:pt x="3134" y="5997"/>
                        <a:pt x="2239" y="6892"/>
                        <a:pt x="1791" y="8236"/>
                      </a:cubicBezTo>
                      <a:lnTo>
                        <a:pt x="0" y="18087"/>
                      </a:lnTo>
                      <a:cubicBezTo>
                        <a:pt x="0" y="18087"/>
                        <a:pt x="0" y="18087"/>
                        <a:pt x="0" y="18535"/>
                      </a:cubicBezTo>
                      <a:cubicBezTo>
                        <a:pt x="0" y="18535"/>
                        <a:pt x="0" y="18982"/>
                        <a:pt x="0" y="18982"/>
                      </a:cubicBezTo>
                      <a:cubicBezTo>
                        <a:pt x="0" y="18982"/>
                        <a:pt x="0" y="18982"/>
                        <a:pt x="0" y="18982"/>
                      </a:cubicBezTo>
                      <a:cubicBezTo>
                        <a:pt x="0" y="18982"/>
                        <a:pt x="0" y="19430"/>
                        <a:pt x="0" y="19430"/>
                      </a:cubicBezTo>
                      <a:cubicBezTo>
                        <a:pt x="0" y="19430"/>
                        <a:pt x="0" y="19430"/>
                        <a:pt x="0" y="19878"/>
                      </a:cubicBezTo>
                      <a:cubicBezTo>
                        <a:pt x="0" y="19878"/>
                        <a:pt x="0" y="19878"/>
                        <a:pt x="0" y="19878"/>
                      </a:cubicBezTo>
                      <a:cubicBezTo>
                        <a:pt x="0" y="19878"/>
                        <a:pt x="0" y="19878"/>
                        <a:pt x="0" y="19878"/>
                      </a:cubicBezTo>
                      <a:cubicBezTo>
                        <a:pt x="0" y="19878"/>
                        <a:pt x="0" y="19878"/>
                        <a:pt x="448" y="20326"/>
                      </a:cubicBezTo>
                      <a:cubicBezTo>
                        <a:pt x="448" y="20326"/>
                        <a:pt x="448" y="20326"/>
                        <a:pt x="895" y="20774"/>
                      </a:cubicBezTo>
                      <a:cubicBezTo>
                        <a:pt x="895" y="20774"/>
                        <a:pt x="895" y="20774"/>
                        <a:pt x="895" y="20774"/>
                      </a:cubicBezTo>
                      <a:cubicBezTo>
                        <a:pt x="895" y="20774"/>
                        <a:pt x="895" y="20774"/>
                        <a:pt x="895" y="20774"/>
                      </a:cubicBezTo>
                      <a:cubicBezTo>
                        <a:pt x="895" y="20774"/>
                        <a:pt x="895" y="20774"/>
                        <a:pt x="895" y="20774"/>
                      </a:cubicBezTo>
                      <a:lnTo>
                        <a:pt x="10299" y="23908"/>
                      </a:lnTo>
                      <a:cubicBezTo>
                        <a:pt x="10747" y="23908"/>
                        <a:pt x="10747" y="23908"/>
                        <a:pt x="11195" y="23908"/>
                      </a:cubicBezTo>
                      <a:cubicBezTo>
                        <a:pt x="12090" y="23908"/>
                        <a:pt x="12986" y="23460"/>
                        <a:pt x="13433" y="22565"/>
                      </a:cubicBezTo>
                      <a:cubicBezTo>
                        <a:pt x="13881" y="21221"/>
                        <a:pt x="13433" y="20326"/>
                        <a:pt x="12090" y="19878"/>
                      </a:cubicBezTo>
                      <a:lnTo>
                        <a:pt x="7164" y="18087"/>
                      </a:lnTo>
                      <a:lnTo>
                        <a:pt x="30897" y="4206"/>
                      </a:lnTo>
                      <a:cubicBezTo>
                        <a:pt x="32240" y="3310"/>
                        <a:pt x="32688" y="1967"/>
                        <a:pt x="32240" y="107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10" name="Freeform: Shape 4306">
                  <a:extLst>
                    <a:ext uri="{FF2B5EF4-FFF2-40B4-BE49-F238E27FC236}">
                      <a16:creationId xmlns:a16="http://schemas.microsoft.com/office/drawing/2014/main" id="{B9CAF670-90FB-C27A-0B35-3596DBA915D7}"/>
                    </a:ext>
                  </a:extLst>
                </p:cNvPr>
                <p:cNvSpPr/>
                <p:nvPr/>
              </p:nvSpPr>
              <p:spPr>
                <a:xfrm>
                  <a:off x="4659314" y="3316985"/>
                  <a:ext cx="31345" cy="22389"/>
                </a:xfrm>
                <a:custGeom>
                  <a:avLst/>
                  <a:gdLst>
                    <a:gd name="connsiteX0" fmla="*/ 32508 w 31344"/>
                    <a:gd name="connsiteY0" fmla="*/ 19075 h 22389"/>
                    <a:gd name="connsiteX1" fmla="*/ 32508 w 31344"/>
                    <a:gd name="connsiteY1" fmla="*/ 19075 h 22389"/>
                    <a:gd name="connsiteX2" fmla="*/ 32508 w 31344"/>
                    <a:gd name="connsiteY2" fmla="*/ 18627 h 22389"/>
                    <a:gd name="connsiteX3" fmla="*/ 32508 w 31344"/>
                    <a:gd name="connsiteY3" fmla="*/ 18179 h 22389"/>
                    <a:gd name="connsiteX4" fmla="*/ 30717 w 31344"/>
                    <a:gd name="connsiteY4" fmla="*/ 8328 h 22389"/>
                    <a:gd name="connsiteX5" fmla="*/ 28030 w 31344"/>
                    <a:gd name="connsiteY5" fmla="*/ 6537 h 22389"/>
                    <a:gd name="connsiteX6" fmla="*/ 26239 w 31344"/>
                    <a:gd name="connsiteY6" fmla="*/ 9223 h 22389"/>
                    <a:gd name="connsiteX7" fmla="*/ 27135 w 31344"/>
                    <a:gd name="connsiteY7" fmla="*/ 14149 h 22389"/>
                    <a:gd name="connsiteX8" fmla="*/ 3402 w 31344"/>
                    <a:gd name="connsiteY8" fmla="*/ 268 h 22389"/>
                    <a:gd name="connsiteX9" fmla="*/ 268 w 31344"/>
                    <a:gd name="connsiteY9" fmla="*/ 1163 h 22389"/>
                    <a:gd name="connsiteX10" fmla="*/ 1164 w 31344"/>
                    <a:gd name="connsiteY10" fmla="*/ 4298 h 22389"/>
                    <a:gd name="connsiteX11" fmla="*/ 24896 w 31344"/>
                    <a:gd name="connsiteY11" fmla="*/ 18179 h 22389"/>
                    <a:gd name="connsiteX12" fmla="*/ 19970 w 31344"/>
                    <a:gd name="connsiteY12" fmla="*/ 19970 h 22389"/>
                    <a:gd name="connsiteX13" fmla="*/ 18627 w 31344"/>
                    <a:gd name="connsiteY13" fmla="*/ 22657 h 22389"/>
                    <a:gd name="connsiteX14" fmla="*/ 20866 w 31344"/>
                    <a:gd name="connsiteY14" fmla="*/ 24000 h 22389"/>
                    <a:gd name="connsiteX15" fmla="*/ 21761 w 31344"/>
                    <a:gd name="connsiteY15" fmla="*/ 24000 h 22389"/>
                    <a:gd name="connsiteX16" fmla="*/ 31165 w 31344"/>
                    <a:gd name="connsiteY16" fmla="*/ 20866 h 22389"/>
                    <a:gd name="connsiteX17" fmla="*/ 31165 w 31344"/>
                    <a:gd name="connsiteY17" fmla="*/ 20866 h 22389"/>
                    <a:gd name="connsiteX18" fmla="*/ 31165 w 31344"/>
                    <a:gd name="connsiteY18" fmla="*/ 20866 h 22389"/>
                    <a:gd name="connsiteX19" fmla="*/ 31165 w 31344"/>
                    <a:gd name="connsiteY19" fmla="*/ 20866 h 22389"/>
                    <a:gd name="connsiteX20" fmla="*/ 31613 w 31344"/>
                    <a:gd name="connsiteY20" fmla="*/ 20418 h 22389"/>
                    <a:gd name="connsiteX21" fmla="*/ 32060 w 31344"/>
                    <a:gd name="connsiteY21" fmla="*/ 19970 h 22389"/>
                    <a:gd name="connsiteX22" fmla="*/ 32060 w 31344"/>
                    <a:gd name="connsiteY22" fmla="*/ 19970 h 22389"/>
                    <a:gd name="connsiteX23" fmla="*/ 32060 w 31344"/>
                    <a:gd name="connsiteY23" fmla="*/ 19970 h 22389"/>
                    <a:gd name="connsiteX24" fmla="*/ 32508 w 31344"/>
                    <a:gd name="connsiteY24" fmla="*/ 19075 h 22389"/>
                    <a:gd name="connsiteX25" fmla="*/ 32508 w 31344"/>
                    <a:gd name="connsiteY25" fmla="*/ 19075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1344" h="22389">
                      <a:moveTo>
                        <a:pt x="32508" y="19075"/>
                      </a:moveTo>
                      <a:cubicBezTo>
                        <a:pt x="32508" y="19075"/>
                        <a:pt x="32508" y="19075"/>
                        <a:pt x="32508" y="19075"/>
                      </a:cubicBezTo>
                      <a:cubicBezTo>
                        <a:pt x="32508" y="18627"/>
                        <a:pt x="32508" y="18627"/>
                        <a:pt x="32508" y="18627"/>
                      </a:cubicBezTo>
                      <a:cubicBezTo>
                        <a:pt x="32508" y="18627"/>
                        <a:pt x="32508" y="18627"/>
                        <a:pt x="32508" y="18179"/>
                      </a:cubicBezTo>
                      <a:lnTo>
                        <a:pt x="30717" y="8328"/>
                      </a:lnTo>
                      <a:cubicBezTo>
                        <a:pt x="30269" y="6984"/>
                        <a:pt x="29374" y="6089"/>
                        <a:pt x="28030" y="6537"/>
                      </a:cubicBezTo>
                      <a:cubicBezTo>
                        <a:pt x="26687" y="6984"/>
                        <a:pt x="25792" y="7880"/>
                        <a:pt x="26239" y="9223"/>
                      </a:cubicBezTo>
                      <a:lnTo>
                        <a:pt x="27135" y="14149"/>
                      </a:lnTo>
                      <a:lnTo>
                        <a:pt x="3402" y="268"/>
                      </a:lnTo>
                      <a:cubicBezTo>
                        <a:pt x="2507" y="-180"/>
                        <a:pt x="1164" y="-180"/>
                        <a:pt x="268" y="1163"/>
                      </a:cubicBezTo>
                      <a:cubicBezTo>
                        <a:pt x="-180" y="2059"/>
                        <a:pt x="-180" y="3402"/>
                        <a:pt x="1164" y="4298"/>
                      </a:cubicBezTo>
                      <a:lnTo>
                        <a:pt x="24896" y="18179"/>
                      </a:lnTo>
                      <a:lnTo>
                        <a:pt x="19970" y="19970"/>
                      </a:lnTo>
                      <a:cubicBezTo>
                        <a:pt x="18627" y="20418"/>
                        <a:pt x="18179" y="21761"/>
                        <a:pt x="18627" y="22657"/>
                      </a:cubicBezTo>
                      <a:cubicBezTo>
                        <a:pt x="19075" y="23552"/>
                        <a:pt x="19970" y="24000"/>
                        <a:pt x="20866" y="24000"/>
                      </a:cubicBezTo>
                      <a:cubicBezTo>
                        <a:pt x="21314" y="24000"/>
                        <a:pt x="21314" y="24000"/>
                        <a:pt x="21761" y="24000"/>
                      </a:cubicBezTo>
                      <a:lnTo>
                        <a:pt x="31165" y="20866"/>
                      </a:lnTo>
                      <a:cubicBezTo>
                        <a:pt x="31165" y="20866"/>
                        <a:pt x="31165" y="20866"/>
                        <a:pt x="31165" y="20866"/>
                      </a:cubicBezTo>
                      <a:cubicBezTo>
                        <a:pt x="31165" y="20866"/>
                        <a:pt x="31165" y="20866"/>
                        <a:pt x="31165" y="20866"/>
                      </a:cubicBezTo>
                      <a:cubicBezTo>
                        <a:pt x="31165" y="20866"/>
                        <a:pt x="31165" y="20866"/>
                        <a:pt x="31165" y="20866"/>
                      </a:cubicBezTo>
                      <a:cubicBezTo>
                        <a:pt x="31165" y="20866"/>
                        <a:pt x="31165" y="20866"/>
                        <a:pt x="31613" y="20418"/>
                      </a:cubicBezTo>
                      <a:cubicBezTo>
                        <a:pt x="31613" y="20418"/>
                        <a:pt x="31613" y="20418"/>
                        <a:pt x="32060" y="19970"/>
                      </a:cubicBezTo>
                      <a:cubicBezTo>
                        <a:pt x="32060" y="19970"/>
                        <a:pt x="32060" y="19970"/>
                        <a:pt x="32060" y="19970"/>
                      </a:cubicBezTo>
                      <a:cubicBezTo>
                        <a:pt x="32060" y="19970"/>
                        <a:pt x="32060" y="19970"/>
                        <a:pt x="32060" y="19970"/>
                      </a:cubicBezTo>
                      <a:cubicBezTo>
                        <a:pt x="32060" y="19522"/>
                        <a:pt x="32060" y="19522"/>
                        <a:pt x="32508" y="19075"/>
                      </a:cubicBezTo>
                      <a:cubicBezTo>
                        <a:pt x="32508" y="19522"/>
                        <a:pt x="32508" y="19075"/>
                        <a:pt x="32508" y="1907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411" name="Freeform: Shape 4307">
                <a:extLst>
                  <a:ext uri="{FF2B5EF4-FFF2-40B4-BE49-F238E27FC236}">
                    <a16:creationId xmlns:a16="http://schemas.microsoft.com/office/drawing/2014/main" id="{B5702A8B-35B5-98DD-6CC6-A3F363860E33}"/>
                  </a:ext>
                  <a:ext uri="{C183D7F6-B498-43B3-948B-1728B52AA6E4}">
                    <adec:decorative xmlns:adec="http://schemas.microsoft.com/office/drawing/2017/decorative" val="1"/>
                  </a:ext>
                </a:extLst>
              </p:cNvPr>
              <p:cNvSpPr>
                <a:spLocks noChangeAspect="1"/>
              </p:cNvSpPr>
              <p:nvPr/>
            </p:nvSpPr>
            <p:spPr>
              <a:xfrm>
                <a:off x="5018697" y="3934589"/>
                <a:ext cx="152246" cy="147768"/>
              </a:xfrm>
              <a:custGeom>
                <a:avLst/>
                <a:gdLst>
                  <a:gd name="connsiteX0" fmla="*/ 152693 w 152245"/>
                  <a:gd name="connsiteY0" fmla="*/ 86758 h 147767"/>
                  <a:gd name="connsiteX1" fmla="*/ 152693 w 152245"/>
                  <a:gd name="connsiteY1" fmla="*/ 85862 h 147767"/>
                  <a:gd name="connsiteX2" fmla="*/ 152693 w 152245"/>
                  <a:gd name="connsiteY2" fmla="*/ 85414 h 147767"/>
                  <a:gd name="connsiteX3" fmla="*/ 151798 w 152245"/>
                  <a:gd name="connsiteY3" fmla="*/ 84519 h 147767"/>
                  <a:gd name="connsiteX4" fmla="*/ 151798 w 152245"/>
                  <a:gd name="connsiteY4" fmla="*/ 84519 h 147767"/>
                  <a:gd name="connsiteX5" fmla="*/ 151798 w 152245"/>
                  <a:gd name="connsiteY5" fmla="*/ 84519 h 147767"/>
                  <a:gd name="connsiteX6" fmla="*/ 151798 w 152245"/>
                  <a:gd name="connsiteY6" fmla="*/ 84519 h 147767"/>
                  <a:gd name="connsiteX7" fmla="*/ 115976 w 152245"/>
                  <a:gd name="connsiteY7" fmla="*/ 63921 h 147767"/>
                  <a:gd name="connsiteX8" fmla="*/ 115976 w 152245"/>
                  <a:gd name="connsiteY8" fmla="*/ 23173 h 147767"/>
                  <a:gd name="connsiteX9" fmla="*/ 115528 w 152245"/>
                  <a:gd name="connsiteY9" fmla="*/ 22277 h 147767"/>
                  <a:gd name="connsiteX10" fmla="*/ 115528 w 152245"/>
                  <a:gd name="connsiteY10" fmla="*/ 21829 h 147767"/>
                  <a:gd name="connsiteX11" fmla="*/ 115080 w 152245"/>
                  <a:gd name="connsiteY11" fmla="*/ 21382 h 147767"/>
                  <a:gd name="connsiteX12" fmla="*/ 115080 w 152245"/>
                  <a:gd name="connsiteY12" fmla="*/ 21382 h 147767"/>
                  <a:gd name="connsiteX13" fmla="*/ 77914 w 152245"/>
                  <a:gd name="connsiteY13" fmla="*/ 336 h 147767"/>
                  <a:gd name="connsiteX14" fmla="*/ 75675 w 152245"/>
                  <a:gd name="connsiteY14" fmla="*/ 336 h 147767"/>
                  <a:gd name="connsiteX15" fmla="*/ 38509 w 152245"/>
                  <a:gd name="connsiteY15" fmla="*/ 21382 h 147767"/>
                  <a:gd name="connsiteX16" fmla="*/ 1343 w 152245"/>
                  <a:gd name="connsiteY16" fmla="*/ 42427 h 147767"/>
                  <a:gd name="connsiteX17" fmla="*/ 1343 w 152245"/>
                  <a:gd name="connsiteY17" fmla="*/ 42427 h 147767"/>
                  <a:gd name="connsiteX18" fmla="*/ 1343 w 152245"/>
                  <a:gd name="connsiteY18" fmla="*/ 42427 h 147767"/>
                  <a:gd name="connsiteX19" fmla="*/ 896 w 152245"/>
                  <a:gd name="connsiteY19" fmla="*/ 42875 h 147767"/>
                  <a:gd name="connsiteX20" fmla="*/ 448 w 152245"/>
                  <a:gd name="connsiteY20" fmla="*/ 43323 h 147767"/>
                  <a:gd name="connsiteX21" fmla="*/ 0 w 152245"/>
                  <a:gd name="connsiteY21" fmla="*/ 44666 h 147767"/>
                  <a:gd name="connsiteX22" fmla="*/ 0 w 152245"/>
                  <a:gd name="connsiteY22" fmla="*/ 86758 h 147767"/>
                  <a:gd name="connsiteX23" fmla="*/ 1343 w 152245"/>
                  <a:gd name="connsiteY23" fmla="*/ 88549 h 147767"/>
                  <a:gd name="connsiteX24" fmla="*/ 112393 w 152245"/>
                  <a:gd name="connsiteY24" fmla="*/ 151686 h 147767"/>
                  <a:gd name="connsiteX25" fmla="*/ 113289 w 152245"/>
                  <a:gd name="connsiteY25" fmla="*/ 152134 h 147767"/>
                  <a:gd name="connsiteX26" fmla="*/ 113289 w 152245"/>
                  <a:gd name="connsiteY26" fmla="*/ 152134 h 147767"/>
                  <a:gd name="connsiteX27" fmla="*/ 113289 w 152245"/>
                  <a:gd name="connsiteY27" fmla="*/ 152134 h 147767"/>
                  <a:gd name="connsiteX28" fmla="*/ 113289 w 152245"/>
                  <a:gd name="connsiteY28" fmla="*/ 152134 h 147767"/>
                  <a:gd name="connsiteX29" fmla="*/ 114184 w 152245"/>
                  <a:gd name="connsiteY29" fmla="*/ 151686 h 147767"/>
                  <a:gd name="connsiteX30" fmla="*/ 114184 w 152245"/>
                  <a:gd name="connsiteY30" fmla="*/ 151686 h 147767"/>
                  <a:gd name="connsiteX31" fmla="*/ 151350 w 152245"/>
                  <a:gd name="connsiteY31" fmla="*/ 130640 h 147767"/>
                  <a:gd name="connsiteX32" fmla="*/ 152693 w 152245"/>
                  <a:gd name="connsiteY32" fmla="*/ 128849 h 147767"/>
                  <a:gd name="connsiteX33" fmla="*/ 152693 w 152245"/>
                  <a:gd name="connsiteY33" fmla="*/ 86758 h 147767"/>
                  <a:gd name="connsiteX34" fmla="*/ 152693 w 152245"/>
                  <a:gd name="connsiteY34" fmla="*/ 86758 h 147767"/>
                  <a:gd name="connsiteX35" fmla="*/ 113289 w 152245"/>
                  <a:gd name="connsiteY35" fmla="*/ 105117 h 147767"/>
                  <a:gd name="connsiteX36" fmla="*/ 81048 w 152245"/>
                  <a:gd name="connsiteY36" fmla="*/ 86758 h 147767"/>
                  <a:gd name="connsiteX37" fmla="*/ 113289 w 152245"/>
                  <a:gd name="connsiteY37" fmla="*/ 68399 h 147767"/>
                  <a:gd name="connsiteX38" fmla="*/ 145529 w 152245"/>
                  <a:gd name="connsiteY38" fmla="*/ 86758 h 147767"/>
                  <a:gd name="connsiteX39" fmla="*/ 113289 w 152245"/>
                  <a:gd name="connsiteY39" fmla="*/ 105117 h 147767"/>
                  <a:gd name="connsiteX40" fmla="*/ 7164 w 152245"/>
                  <a:gd name="connsiteY40" fmla="*/ 44666 h 147767"/>
                  <a:gd name="connsiteX41" fmla="*/ 37166 w 152245"/>
                  <a:gd name="connsiteY41" fmla="*/ 27651 h 147767"/>
                  <a:gd name="connsiteX42" fmla="*/ 37166 w 152245"/>
                  <a:gd name="connsiteY42" fmla="*/ 62130 h 147767"/>
                  <a:gd name="connsiteX43" fmla="*/ 17464 w 152245"/>
                  <a:gd name="connsiteY43" fmla="*/ 50935 h 147767"/>
                  <a:gd name="connsiteX44" fmla="*/ 7164 w 152245"/>
                  <a:gd name="connsiteY44" fmla="*/ 44666 h 147767"/>
                  <a:gd name="connsiteX45" fmla="*/ 111050 w 152245"/>
                  <a:gd name="connsiteY45" fmla="*/ 64369 h 147767"/>
                  <a:gd name="connsiteX46" fmla="*/ 78362 w 152245"/>
                  <a:gd name="connsiteY46" fmla="*/ 82728 h 147767"/>
                  <a:gd name="connsiteX47" fmla="*/ 78362 w 152245"/>
                  <a:gd name="connsiteY47" fmla="*/ 45562 h 147767"/>
                  <a:gd name="connsiteX48" fmla="*/ 110602 w 152245"/>
                  <a:gd name="connsiteY48" fmla="*/ 27203 h 147767"/>
                  <a:gd name="connsiteX49" fmla="*/ 111050 w 152245"/>
                  <a:gd name="connsiteY49" fmla="*/ 64369 h 147767"/>
                  <a:gd name="connsiteX50" fmla="*/ 76571 w 152245"/>
                  <a:gd name="connsiteY50" fmla="*/ 5261 h 147767"/>
                  <a:gd name="connsiteX51" fmla="*/ 108811 w 152245"/>
                  <a:gd name="connsiteY51" fmla="*/ 23621 h 147767"/>
                  <a:gd name="connsiteX52" fmla="*/ 76571 w 152245"/>
                  <a:gd name="connsiteY52" fmla="*/ 41980 h 147767"/>
                  <a:gd name="connsiteX53" fmla="*/ 44331 w 152245"/>
                  <a:gd name="connsiteY53" fmla="*/ 23621 h 147767"/>
                  <a:gd name="connsiteX54" fmla="*/ 76571 w 152245"/>
                  <a:gd name="connsiteY54" fmla="*/ 5261 h 147767"/>
                  <a:gd name="connsiteX55" fmla="*/ 4925 w 152245"/>
                  <a:gd name="connsiteY55" fmla="*/ 48696 h 147767"/>
                  <a:gd name="connsiteX56" fmla="*/ 17016 w 152245"/>
                  <a:gd name="connsiteY56" fmla="*/ 55413 h 147767"/>
                  <a:gd name="connsiteX57" fmla="*/ 38509 w 152245"/>
                  <a:gd name="connsiteY57" fmla="*/ 67503 h 147767"/>
                  <a:gd name="connsiteX58" fmla="*/ 38509 w 152245"/>
                  <a:gd name="connsiteY58" fmla="*/ 67503 h 147767"/>
                  <a:gd name="connsiteX59" fmla="*/ 38957 w 152245"/>
                  <a:gd name="connsiteY59" fmla="*/ 67503 h 147767"/>
                  <a:gd name="connsiteX60" fmla="*/ 39405 w 152245"/>
                  <a:gd name="connsiteY60" fmla="*/ 67503 h 147767"/>
                  <a:gd name="connsiteX61" fmla="*/ 39405 w 152245"/>
                  <a:gd name="connsiteY61" fmla="*/ 67503 h 147767"/>
                  <a:gd name="connsiteX62" fmla="*/ 39405 w 152245"/>
                  <a:gd name="connsiteY62" fmla="*/ 67503 h 147767"/>
                  <a:gd name="connsiteX63" fmla="*/ 39405 w 152245"/>
                  <a:gd name="connsiteY63" fmla="*/ 67503 h 147767"/>
                  <a:gd name="connsiteX64" fmla="*/ 39405 w 152245"/>
                  <a:gd name="connsiteY64" fmla="*/ 67503 h 147767"/>
                  <a:gd name="connsiteX65" fmla="*/ 39853 w 152245"/>
                  <a:gd name="connsiteY65" fmla="*/ 67503 h 147767"/>
                  <a:gd name="connsiteX66" fmla="*/ 40300 w 152245"/>
                  <a:gd name="connsiteY66" fmla="*/ 67503 h 147767"/>
                  <a:gd name="connsiteX67" fmla="*/ 40748 w 152245"/>
                  <a:gd name="connsiteY67" fmla="*/ 67503 h 147767"/>
                  <a:gd name="connsiteX68" fmla="*/ 40748 w 152245"/>
                  <a:gd name="connsiteY68" fmla="*/ 67503 h 147767"/>
                  <a:gd name="connsiteX69" fmla="*/ 41196 w 152245"/>
                  <a:gd name="connsiteY69" fmla="*/ 67503 h 147767"/>
                  <a:gd name="connsiteX70" fmla="*/ 41644 w 152245"/>
                  <a:gd name="connsiteY70" fmla="*/ 67055 h 147767"/>
                  <a:gd name="connsiteX71" fmla="*/ 41644 w 152245"/>
                  <a:gd name="connsiteY71" fmla="*/ 67055 h 147767"/>
                  <a:gd name="connsiteX72" fmla="*/ 41644 w 152245"/>
                  <a:gd name="connsiteY72" fmla="*/ 67055 h 147767"/>
                  <a:gd name="connsiteX73" fmla="*/ 41644 w 152245"/>
                  <a:gd name="connsiteY73" fmla="*/ 67055 h 147767"/>
                  <a:gd name="connsiteX74" fmla="*/ 41644 w 152245"/>
                  <a:gd name="connsiteY74" fmla="*/ 66607 h 147767"/>
                  <a:gd name="connsiteX75" fmla="*/ 41644 w 152245"/>
                  <a:gd name="connsiteY75" fmla="*/ 66160 h 147767"/>
                  <a:gd name="connsiteX76" fmla="*/ 41644 w 152245"/>
                  <a:gd name="connsiteY76" fmla="*/ 66160 h 147767"/>
                  <a:gd name="connsiteX77" fmla="*/ 41644 w 152245"/>
                  <a:gd name="connsiteY77" fmla="*/ 27651 h 147767"/>
                  <a:gd name="connsiteX78" fmla="*/ 74332 w 152245"/>
                  <a:gd name="connsiteY78" fmla="*/ 46010 h 147767"/>
                  <a:gd name="connsiteX79" fmla="*/ 74332 w 152245"/>
                  <a:gd name="connsiteY79" fmla="*/ 86310 h 147767"/>
                  <a:gd name="connsiteX80" fmla="*/ 74332 w 152245"/>
                  <a:gd name="connsiteY80" fmla="*/ 86758 h 147767"/>
                  <a:gd name="connsiteX81" fmla="*/ 74332 w 152245"/>
                  <a:gd name="connsiteY81" fmla="*/ 87206 h 147767"/>
                  <a:gd name="connsiteX82" fmla="*/ 74332 w 152245"/>
                  <a:gd name="connsiteY82" fmla="*/ 87653 h 147767"/>
                  <a:gd name="connsiteX83" fmla="*/ 74332 w 152245"/>
                  <a:gd name="connsiteY83" fmla="*/ 88101 h 147767"/>
                  <a:gd name="connsiteX84" fmla="*/ 74332 w 152245"/>
                  <a:gd name="connsiteY84" fmla="*/ 88549 h 147767"/>
                  <a:gd name="connsiteX85" fmla="*/ 74332 w 152245"/>
                  <a:gd name="connsiteY85" fmla="*/ 88549 h 147767"/>
                  <a:gd name="connsiteX86" fmla="*/ 74780 w 152245"/>
                  <a:gd name="connsiteY86" fmla="*/ 88997 h 147767"/>
                  <a:gd name="connsiteX87" fmla="*/ 75227 w 152245"/>
                  <a:gd name="connsiteY87" fmla="*/ 89445 h 147767"/>
                  <a:gd name="connsiteX88" fmla="*/ 75227 w 152245"/>
                  <a:gd name="connsiteY88" fmla="*/ 89445 h 147767"/>
                  <a:gd name="connsiteX89" fmla="*/ 111050 w 152245"/>
                  <a:gd name="connsiteY89" fmla="*/ 110042 h 147767"/>
                  <a:gd name="connsiteX90" fmla="*/ 111050 w 152245"/>
                  <a:gd name="connsiteY90" fmla="*/ 147208 h 147767"/>
                  <a:gd name="connsiteX91" fmla="*/ 4478 w 152245"/>
                  <a:gd name="connsiteY91" fmla="*/ 86758 h 147767"/>
                  <a:gd name="connsiteX92" fmla="*/ 4478 w 152245"/>
                  <a:gd name="connsiteY92" fmla="*/ 48696 h 147767"/>
                  <a:gd name="connsiteX93" fmla="*/ 148216 w 152245"/>
                  <a:gd name="connsiteY93" fmla="*/ 127506 h 147767"/>
                  <a:gd name="connsiteX94" fmla="*/ 115528 w 152245"/>
                  <a:gd name="connsiteY94" fmla="*/ 145865 h 147767"/>
                  <a:gd name="connsiteX95" fmla="*/ 115528 w 152245"/>
                  <a:gd name="connsiteY95" fmla="*/ 108699 h 147767"/>
                  <a:gd name="connsiteX96" fmla="*/ 148216 w 152245"/>
                  <a:gd name="connsiteY96" fmla="*/ 90340 h 147767"/>
                  <a:gd name="connsiteX97" fmla="*/ 148216 w 152245"/>
                  <a:gd name="connsiteY97" fmla="*/ 127506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52245" h="147767">
                    <a:moveTo>
                      <a:pt x="152693" y="86758"/>
                    </a:moveTo>
                    <a:cubicBezTo>
                      <a:pt x="152693" y="86310"/>
                      <a:pt x="152693" y="86310"/>
                      <a:pt x="152693" y="85862"/>
                    </a:cubicBezTo>
                    <a:cubicBezTo>
                      <a:pt x="152693" y="85862"/>
                      <a:pt x="152693" y="85862"/>
                      <a:pt x="152693" y="85414"/>
                    </a:cubicBezTo>
                    <a:cubicBezTo>
                      <a:pt x="152693" y="84967"/>
                      <a:pt x="152246" y="84967"/>
                      <a:pt x="151798" y="84519"/>
                    </a:cubicBezTo>
                    <a:cubicBezTo>
                      <a:pt x="151798" y="84519"/>
                      <a:pt x="151798" y="84519"/>
                      <a:pt x="151798" y="84519"/>
                    </a:cubicBezTo>
                    <a:cubicBezTo>
                      <a:pt x="151798" y="84519"/>
                      <a:pt x="151798" y="84519"/>
                      <a:pt x="151798" y="84519"/>
                    </a:cubicBezTo>
                    <a:cubicBezTo>
                      <a:pt x="151798" y="84519"/>
                      <a:pt x="151798" y="84519"/>
                      <a:pt x="151798" y="84519"/>
                    </a:cubicBezTo>
                    <a:lnTo>
                      <a:pt x="115976" y="63921"/>
                    </a:lnTo>
                    <a:lnTo>
                      <a:pt x="115976" y="23173"/>
                    </a:lnTo>
                    <a:cubicBezTo>
                      <a:pt x="115976" y="22725"/>
                      <a:pt x="115976" y="22277"/>
                      <a:pt x="115528" y="22277"/>
                    </a:cubicBezTo>
                    <a:cubicBezTo>
                      <a:pt x="115528" y="22277"/>
                      <a:pt x="115528" y="22277"/>
                      <a:pt x="115528" y="21829"/>
                    </a:cubicBezTo>
                    <a:cubicBezTo>
                      <a:pt x="115528" y="21829"/>
                      <a:pt x="115080" y="21382"/>
                      <a:pt x="115080" y="21382"/>
                    </a:cubicBezTo>
                    <a:cubicBezTo>
                      <a:pt x="115080" y="21382"/>
                      <a:pt x="115080" y="21382"/>
                      <a:pt x="115080" y="21382"/>
                    </a:cubicBezTo>
                    <a:lnTo>
                      <a:pt x="77914" y="336"/>
                    </a:lnTo>
                    <a:cubicBezTo>
                      <a:pt x="77019" y="-112"/>
                      <a:pt x="76571" y="-112"/>
                      <a:pt x="75675" y="336"/>
                    </a:cubicBezTo>
                    <a:lnTo>
                      <a:pt x="38509" y="21382"/>
                    </a:lnTo>
                    <a:lnTo>
                      <a:pt x="1343" y="42427"/>
                    </a:lnTo>
                    <a:cubicBezTo>
                      <a:pt x="1343" y="42427"/>
                      <a:pt x="1343" y="42427"/>
                      <a:pt x="1343" y="42427"/>
                    </a:cubicBezTo>
                    <a:cubicBezTo>
                      <a:pt x="1343" y="42427"/>
                      <a:pt x="1343" y="42427"/>
                      <a:pt x="1343" y="42427"/>
                    </a:cubicBezTo>
                    <a:cubicBezTo>
                      <a:pt x="896" y="42427"/>
                      <a:pt x="896" y="42875"/>
                      <a:pt x="896" y="42875"/>
                    </a:cubicBezTo>
                    <a:cubicBezTo>
                      <a:pt x="896" y="42875"/>
                      <a:pt x="896" y="42875"/>
                      <a:pt x="448" y="43323"/>
                    </a:cubicBezTo>
                    <a:cubicBezTo>
                      <a:pt x="448" y="43771"/>
                      <a:pt x="0" y="44218"/>
                      <a:pt x="0" y="44666"/>
                    </a:cubicBezTo>
                    <a:lnTo>
                      <a:pt x="0" y="86758"/>
                    </a:lnTo>
                    <a:cubicBezTo>
                      <a:pt x="0" y="87653"/>
                      <a:pt x="448" y="88101"/>
                      <a:pt x="1343" y="88549"/>
                    </a:cubicBezTo>
                    <a:lnTo>
                      <a:pt x="112393" y="151686"/>
                    </a:lnTo>
                    <a:cubicBezTo>
                      <a:pt x="112841" y="151686"/>
                      <a:pt x="113289" y="152134"/>
                      <a:pt x="113289" y="152134"/>
                    </a:cubicBezTo>
                    <a:lnTo>
                      <a:pt x="113289" y="152134"/>
                    </a:lnTo>
                    <a:lnTo>
                      <a:pt x="113289" y="152134"/>
                    </a:lnTo>
                    <a:cubicBezTo>
                      <a:pt x="113289" y="152134"/>
                      <a:pt x="113289" y="152134"/>
                      <a:pt x="113289" y="152134"/>
                    </a:cubicBezTo>
                    <a:cubicBezTo>
                      <a:pt x="113737" y="152134"/>
                      <a:pt x="114184" y="152134"/>
                      <a:pt x="114184" y="151686"/>
                    </a:cubicBezTo>
                    <a:lnTo>
                      <a:pt x="114184" y="151686"/>
                    </a:lnTo>
                    <a:lnTo>
                      <a:pt x="151350" y="130640"/>
                    </a:lnTo>
                    <a:cubicBezTo>
                      <a:pt x="152246" y="130193"/>
                      <a:pt x="152693" y="129297"/>
                      <a:pt x="152693" y="128849"/>
                    </a:cubicBezTo>
                    <a:lnTo>
                      <a:pt x="152693" y="86758"/>
                    </a:lnTo>
                    <a:cubicBezTo>
                      <a:pt x="152693" y="86758"/>
                      <a:pt x="152693" y="86758"/>
                      <a:pt x="152693" y="86758"/>
                    </a:cubicBezTo>
                    <a:close/>
                    <a:moveTo>
                      <a:pt x="113289" y="105117"/>
                    </a:moveTo>
                    <a:lnTo>
                      <a:pt x="81048" y="86758"/>
                    </a:lnTo>
                    <a:lnTo>
                      <a:pt x="113289" y="68399"/>
                    </a:lnTo>
                    <a:lnTo>
                      <a:pt x="145529" y="86758"/>
                    </a:lnTo>
                    <a:lnTo>
                      <a:pt x="113289" y="105117"/>
                    </a:lnTo>
                    <a:close/>
                    <a:moveTo>
                      <a:pt x="7164" y="44666"/>
                    </a:moveTo>
                    <a:lnTo>
                      <a:pt x="37166" y="27651"/>
                    </a:lnTo>
                    <a:lnTo>
                      <a:pt x="37166" y="62130"/>
                    </a:lnTo>
                    <a:lnTo>
                      <a:pt x="17464" y="50935"/>
                    </a:lnTo>
                    <a:lnTo>
                      <a:pt x="7164" y="44666"/>
                    </a:lnTo>
                    <a:close/>
                    <a:moveTo>
                      <a:pt x="111050" y="64369"/>
                    </a:moveTo>
                    <a:lnTo>
                      <a:pt x="78362" y="82728"/>
                    </a:lnTo>
                    <a:lnTo>
                      <a:pt x="78362" y="45562"/>
                    </a:lnTo>
                    <a:lnTo>
                      <a:pt x="110602" y="27203"/>
                    </a:lnTo>
                    <a:lnTo>
                      <a:pt x="111050" y="64369"/>
                    </a:lnTo>
                    <a:close/>
                    <a:moveTo>
                      <a:pt x="76571" y="5261"/>
                    </a:moveTo>
                    <a:lnTo>
                      <a:pt x="108811" y="23621"/>
                    </a:lnTo>
                    <a:lnTo>
                      <a:pt x="76571" y="41980"/>
                    </a:lnTo>
                    <a:lnTo>
                      <a:pt x="44331" y="23621"/>
                    </a:lnTo>
                    <a:lnTo>
                      <a:pt x="76571" y="5261"/>
                    </a:lnTo>
                    <a:close/>
                    <a:moveTo>
                      <a:pt x="4925" y="48696"/>
                    </a:moveTo>
                    <a:lnTo>
                      <a:pt x="17016" y="55413"/>
                    </a:lnTo>
                    <a:lnTo>
                      <a:pt x="38509" y="67503"/>
                    </a:lnTo>
                    <a:cubicBezTo>
                      <a:pt x="38509" y="67503"/>
                      <a:pt x="38509" y="67503"/>
                      <a:pt x="38509" y="67503"/>
                    </a:cubicBezTo>
                    <a:cubicBezTo>
                      <a:pt x="38509" y="67503"/>
                      <a:pt x="38957" y="67503"/>
                      <a:pt x="38957" y="67503"/>
                    </a:cubicBezTo>
                    <a:cubicBezTo>
                      <a:pt x="38957" y="67503"/>
                      <a:pt x="39405" y="67503"/>
                      <a:pt x="39405" y="67503"/>
                    </a:cubicBezTo>
                    <a:cubicBezTo>
                      <a:pt x="39405" y="67503"/>
                      <a:pt x="39405" y="67503"/>
                      <a:pt x="39405" y="67503"/>
                    </a:cubicBezTo>
                    <a:cubicBezTo>
                      <a:pt x="39405" y="67503"/>
                      <a:pt x="39405" y="67503"/>
                      <a:pt x="39405" y="67503"/>
                    </a:cubicBezTo>
                    <a:lnTo>
                      <a:pt x="39405" y="67503"/>
                    </a:lnTo>
                    <a:lnTo>
                      <a:pt x="39405" y="67503"/>
                    </a:lnTo>
                    <a:cubicBezTo>
                      <a:pt x="39405" y="67503"/>
                      <a:pt x="39405" y="67503"/>
                      <a:pt x="39853" y="67503"/>
                    </a:cubicBezTo>
                    <a:cubicBezTo>
                      <a:pt x="39853" y="67503"/>
                      <a:pt x="40300" y="67503"/>
                      <a:pt x="40300" y="67503"/>
                    </a:cubicBezTo>
                    <a:cubicBezTo>
                      <a:pt x="40300" y="67503"/>
                      <a:pt x="40300" y="67503"/>
                      <a:pt x="40748" y="67503"/>
                    </a:cubicBezTo>
                    <a:cubicBezTo>
                      <a:pt x="40748" y="67503"/>
                      <a:pt x="40748" y="67503"/>
                      <a:pt x="40748" y="67503"/>
                    </a:cubicBezTo>
                    <a:cubicBezTo>
                      <a:pt x="40748" y="67503"/>
                      <a:pt x="40748" y="67503"/>
                      <a:pt x="41196" y="67503"/>
                    </a:cubicBezTo>
                    <a:cubicBezTo>
                      <a:pt x="41196" y="67503"/>
                      <a:pt x="41196" y="67055"/>
                      <a:pt x="41644" y="67055"/>
                    </a:cubicBezTo>
                    <a:cubicBezTo>
                      <a:pt x="41644" y="67055"/>
                      <a:pt x="41644" y="67055"/>
                      <a:pt x="41644" y="67055"/>
                    </a:cubicBezTo>
                    <a:cubicBezTo>
                      <a:pt x="41644" y="67055"/>
                      <a:pt x="41644" y="67055"/>
                      <a:pt x="41644" y="67055"/>
                    </a:cubicBezTo>
                    <a:cubicBezTo>
                      <a:pt x="41644" y="67055"/>
                      <a:pt x="41644" y="67055"/>
                      <a:pt x="41644" y="67055"/>
                    </a:cubicBezTo>
                    <a:cubicBezTo>
                      <a:pt x="41644" y="67055"/>
                      <a:pt x="41644" y="66607"/>
                      <a:pt x="41644" y="66607"/>
                    </a:cubicBezTo>
                    <a:cubicBezTo>
                      <a:pt x="41644" y="66607"/>
                      <a:pt x="41644" y="66160"/>
                      <a:pt x="41644" y="66160"/>
                    </a:cubicBezTo>
                    <a:cubicBezTo>
                      <a:pt x="41644" y="66160"/>
                      <a:pt x="41644" y="66160"/>
                      <a:pt x="41644" y="66160"/>
                    </a:cubicBezTo>
                    <a:lnTo>
                      <a:pt x="41644" y="27651"/>
                    </a:lnTo>
                    <a:lnTo>
                      <a:pt x="74332" y="46010"/>
                    </a:lnTo>
                    <a:lnTo>
                      <a:pt x="74332" y="86310"/>
                    </a:lnTo>
                    <a:cubicBezTo>
                      <a:pt x="74332" y="86310"/>
                      <a:pt x="74332" y="86310"/>
                      <a:pt x="74332" y="86758"/>
                    </a:cubicBezTo>
                    <a:cubicBezTo>
                      <a:pt x="74332" y="86758"/>
                      <a:pt x="74332" y="87206"/>
                      <a:pt x="74332" y="87206"/>
                    </a:cubicBezTo>
                    <a:cubicBezTo>
                      <a:pt x="74332" y="87206"/>
                      <a:pt x="74332" y="87653"/>
                      <a:pt x="74332" y="87653"/>
                    </a:cubicBezTo>
                    <a:cubicBezTo>
                      <a:pt x="74332" y="87653"/>
                      <a:pt x="74332" y="88101"/>
                      <a:pt x="74332" y="88101"/>
                    </a:cubicBezTo>
                    <a:cubicBezTo>
                      <a:pt x="74332" y="88101"/>
                      <a:pt x="74332" y="88101"/>
                      <a:pt x="74332" y="88549"/>
                    </a:cubicBezTo>
                    <a:cubicBezTo>
                      <a:pt x="74332" y="88549"/>
                      <a:pt x="74332" y="88549"/>
                      <a:pt x="74332" y="88549"/>
                    </a:cubicBezTo>
                    <a:cubicBezTo>
                      <a:pt x="74332" y="88549"/>
                      <a:pt x="74332" y="88997"/>
                      <a:pt x="74780" y="88997"/>
                    </a:cubicBezTo>
                    <a:cubicBezTo>
                      <a:pt x="75227" y="88997"/>
                      <a:pt x="74780" y="88997"/>
                      <a:pt x="75227" y="89445"/>
                    </a:cubicBezTo>
                    <a:cubicBezTo>
                      <a:pt x="75227" y="89445"/>
                      <a:pt x="75227" y="89445"/>
                      <a:pt x="75227" y="89445"/>
                    </a:cubicBezTo>
                    <a:lnTo>
                      <a:pt x="111050" y="110042"/>
                    </a:lnTo>
                    <a:lnTo>
                      <a:pt x="111050" y="147208"/>
                    </a:lnTo>
                    <a:lnTo>
                      <a:pt x="4478" y="86758"/>
                    </a:lnTo>
                    <a:lnTo>
                      <a:pt x="4478" y="48696"/>
                    </a:lnTo>
                    <a:close/>
                    <a:moveTo>
                      <a:pt x="148216" y="127506"/>
                    </a:moveTo>
                    <a:lnTo>
                      <a:pt x="115528" y="145865"/>
                    </a:lnTo>
                    <a:lnTo>
                      <a:pt x="115528" y="108699"/>
                    </a:lnTo>
                    <a:lnTo>
                      <a:pt x="148216" y="90340"/>
                    </a:lnTo>
                    <a:lnTo>
                      <a:pt x="148216" y="12750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412" name="Group 4308">
                <a:extLst>
                  <a:ext uri="{FF2B5EF4-FFF2-40B4-BE49-F238E27FC236}">
                    <a16:creationId xmlns:a16="http://schemas.microsoft.com/office/drawing/2014/main" id="{E353B11E-5907-4CA9-4E61-123425E03C1A}"/>
                  </a:ext>
                  <a:ext uri="{C183D7F6-B498-43B3-948B-1728B52AA6E4}">
                    <adec:decorative xmlns:adec="http://schemas.microsoft.com/office/drawing/2017/decorative" val="1"/>
                  </a:ext>
                </a:extLst>
              </p:cNvPr>
              <p:cNvGrpSpPr>
                <a:grpSpLocks noChangeAspect="1"/>
              </p:cNvGrpSpPr>
              <p:nvPr/>
            </p:nvGrpSpPr>
            <p:grpSpPr>
              <a:xfrm>
                <a:off x="4758536" y="3961344"/>
                <a:ext cx="147768" cy="111945"/>
                <a:chOff x="4799290" y="3225905"/>
                <a:chExt cx="147768" cy="111945"/>
              </a:xfrm>
            </p:grpSpPr>
            <p:sp>
              <p:nvSpPr>
                <p:cNvPr id="413" name="Freeform: Shape 4309">
                  <a:extLst>
                    <a:ext uri="{FF2B5EF4-FFF2-40B4-BE49-F238E27FC236}">
                      <a16:creationId xmlns:a16="http://schemas.microsoft.com/office/drawing/2014/main" id="{F2665602-D784-03A5-6300-BACE3F644A4F}"/>
                    </a:ext>
                  </a:extLst>
                </p:cNvPr>
                <p:cNvSpPr/>
                <p:nvPr/>
              </p:nvSpPr>
              <p:spPr>
                <a:xfrm>
                  <a:off x="4799290" y="3225905"/>
                  <a:ext cx="147768" cy="111945"/>
                </a:xfrm>
                <a:custGeom>
                  <a:avLst/>
                  <a:gdLst>
                    <a:gd name="connsiteX0" fmla="*/ 150007 w 147767"/>
                    <a:gd name="connsiteY0" fmla="*/ 0 h 111945"/>
                    <a:gd name="connsiteX1" fmla="*/ 2239 w 147767"/>
                    <a:gd name="connsiteY1" fmla="*/ 0 h 111945"/>
                    <a:gd name="connsiteX2" fmla="*/ 0 w 147767"/>
                    <a:gd name="connsiteY2" fmla="*/ 2239 h 111945"/>
                    <a:gd name="connsiteX3" fmla="*/ 0 w 147767"/>
                    <a:gd name="connsiteY3" fmla="*/ 96273 h 111945"/>
                    <a:gd name="connsiteX4" fmla="*/ 2239 w 147767"/>
                    <a:gd name="connsiteY4" fmla="*/ 98512 h 111945"/>
                    <a:gd name="connsiteX5" fmla="*/ 73884 w 147767"/>
                    <a:gd name="connsiteY5" fmla="*/ 98512 h 111945"/>
                    <a:gd name="connsiteX6" fmla="*/ 73884 w 147767"/>
                    <a:gd name="connsiteY6" fmla="*/ 107468 h 111945"/>
                    <a:gd name="connsiteX7" fmla="*/ 63137 w 147767"/>
                    <a:gd name="connsiteY7" fmla="*/ 107468 h 111945"/>
                    <a:gd name="connsiteX8" fmla="*/ 60898 w 147767"/>
                    <a:gd name="connsiteY8" fmla="*/ 109707 h 111945"/>
                    <a:gd name="connsiteX9" fmla="*/ 63137 w 147767"/>
                    <a:gd name="connsiteY9" fmla="*/ 111946 h 111945"/>
                    <a:gd name="connsiteX10" fmla="*/ 88661 w 147767"/>
                    <a:gd name="connsiteY10" fmla="*/ 111946 h 111945"/>
                    <a:gd name="connsiteX11" fmla="*/ 90900 w 147767"/>
                    <a:gd name="connsiteY11" fmla="*/ 109707 h 111945"/>
                    <a:gd name="connsiteX12" fmla="*/ 88661 w 147767"/>
                    <a:gd name="connsiteY12" fmla="*/ 107468 h 111945"/>
                    <a:gd name="connsiteX13" fmla="*/ 77914 w 147767"/>
                    <a:gd name="connsiteY13" fmla="*/ 107468 h 111945"/>
                    <a:gd name="connsiteX14" fmla="*/ 77914 w 147767"/>
                    <a:gd name="connsiteY14" fmla="*/ 98512 h 111945"/>
                    <a:gd name="connsiteX15" fmla="*/ 149559 w 147767"/>
                    <a:gd name="connsiteY15" fmla="*/ 98512 h 111945"/>
                    <a:gd name="connsiteX16" fmla="*/ 151798 w 147767"/>
                    <a:gd name="connsiteY16" fmla="*/ 96273 h 111945"/>
                    <a:gd name="connsiteX17" fmla="*/ 151798 w 147767"/>
                    <a:gd name="connsiteY17" fmla="*/ 2239 h 111945"/>
                    <a:gd name="connsiteX18" fmla="*/ 150007 w 147767"/>
                    <a:gd name="connsiteY18" fmla="*/ 0 h 111945"/>
                    <a:gd name="connsiteX19" fmla="*/ 147768 w 147767"/>
                    <a:gd name="connsiteY19" fmla="*/ 94034 h 111945"/>
                    <a:gd name="connsiteX20" fmla="*/ 4478 w 147767"/>
                    <a:gd name="connsiteY20" fmla="*/ 94034 h 111945"/>
                    <a:gd name="connsiteX21" fmla="*/ 4478 w 147767"/>
                    <a:gd name="connsiteY21" fmla="*/ 4478 h 111945"/>
                    <a:gd name="connsiteX22" fmla="*/ 147768 w 147767"/>
                    <a:gd name="connsiteY22" fmla="*/ 4478 h 111945"/>
                    <a:gd name="connsiteX23" fmla="*/ 147768 w 147767"/>
                    <a:gd name="connsiteY23" fmla="*/ 94034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7767" h="111945">
                      <a:moveTo>
                        <a:pt x="150007" y="0"/>
                      </a:moveTo>
                      <a:lnTo>
                        <a:pt x="2239" y="0"/>
                      </a:lnTo>
                      <a:cubicBezTo>
                        <a:pt x="895" y="0"/>
                        <a:pt x="0" y="896"/>
                        <a:pt x="0" y="2239"/>
                      </a:cubicBezTo>
                      <a:lnTo>
                        <a:pt x="0" y="96273"/>
                      </a:lnTo>
                      <a:cubicBezTo>
                        <a:pt x="0" y="97616"/>
                        <a:pt x="895" y="98512"/>
                        <a:pt x="2239" y="98512"/>
                      </a:cubicBezTo>
                      <a:lnTo>
                        <a:pt x="73884" y="98512"/>
                      </a:lnTo>
                      <a:lnTo>
                        <a:pt x="73884" y="107468"/>
                      </a:lnTo>
                      <a:lnTo>
                        <a:pt x="63137" y="107468"/>
                      </a:lnTo>
                      <a:cubicBezTo>
                        <a:pt x="61794" y="107468"/>
                        <a:pt x="60898" y="108363"/>
                        <a:pt x="60898" y="109707"/>
                      </a:cubicBezTo>
                      <a:cubicBezTo>
                        <a:pt x="60898" y="111050"/>
                        <a:pt x="61794" y="111946"/>
                        <a:pt x="63137" y="111946"/>
                      </a:cubicBezTo>
                      <a:lnTo>
                        <a:pt x="88661" y="111946"/>
                      </a:lnTo>
                      <a:cubicBezTo>
                        <a:pt x="90004" y="111946"/>
                        <a:pt x="90900" y="111050"/>
                        <a:pt x="90900" y="109707"/>
                      </a:cubicBezTo>
                      <a:cubicBezTo>
                        <a:pt x="90900" y="108363"/>
                        <a:pt x="90004" y="107468"/>
                        <a:pt x="88661" y="107468"/>
                      </a:cubicBezTo>
                      <a:lnTo>
                        <a:pt x="77914" y="107468"/>
                      </a:lnTo>
                      <a:lnTo>
                        <a:pt x="77914" y="98512"/>
                      </a:lnTo>
                      <a:lnTo>
                        <a:pt x="149559" y="98512"/>
                      </a:lnTo>
                      <a:cubicBezTo>
                        <a:pt x="150902" y="98512"/>
                        <a:pt x="151798" y="97616"/>
                        <a:pt x="151798" y="96273"/>
                      </a:cubicBezTo>
                      <a:lnTo>
                        <a:pt x="151798" y="2239"/>
                      </a:lnTo>
                      <a:cubicBezTo>
                        <a:pt x="152246" y="1343"/>
                        <a:pt x="150902" y="0"/>
                        <a:pt x="150007" y="0"/>
                      </a:cubicBezTo>
                      <a:close/>
                      <a:moveTo>
                        <a:pt x="147768" y="94034"/>
                      </a:moveTo>
                      <a:lnTo>
                        <a:pt x="4478" y="94034"/>
                      </a:lnTo>
                      <a:lnTo>
                        <a:pt x="4478" y="4478"/>
                      </a:lnTo>
                      <a:lnTo>
                        <a:pt x="147768" y="4478"/>
                      </a:lnTo>
                      <a:lnTo>
                        <a:pt x="147768" y="940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14" name="Freeform: Shape 4310">
                  <a:extLst>
                    <a:ext uri="{FF2B5EF4-FFF2-40B4-BE49-F238E27FC236}">
                      <a16:creationId xmlns:a16="http://schemas.microsoft.com/office/drawing/2014/main" id="{9FD410AB-9A9F-2417-42A1-33C6E17FCA1D}"/>
                    </a:ext>
                  </a:extLst>
                </p:cNvPr>
                <p:cNvSpPr/>
                <p:nvPr/>
              </p:nvSpPr>
              <p:spPr>
                <a:xfrm>
                  <a:off x="4839590" y="3232734"/>
                  <a:ext cx="67167" cy="80601"/>
                </a:xfrm>
                <a:custGeom>
                  <a:avLst/>
                  <a:gdLst>
                    <a:gd name="connsiteX0" fmla="*/ 71197 w 67167"/>
                    <a:gd name="connsiteY0" fmla="*/ 21382 h 80600"/>
                    <a:gd name="connsiteX1" fmla="*/ 71197 w 67167"/>
                    <a:gd name="connsiteY1" fmla="*/ 21382 h 80600"/>
                    <a:gd name="connsiteX2" fmla="*/ 70302 w 67167"/>
                    <a:gd name="connsiteY2" fmla="*/ 20486 h 80600"/>
                    <a:gd name="connsiteX3" fmla="*/ 70302 w 67167"/>
                    <a:gd name="connsiteY3" fmla="*/ 20486 h 80600"/>
                    <a:gd name="connsiteX4" fmla="*/ 36718 w 67167"/>
                    <a:gd name="connsiteY4" fmla="*/ 336 h 80600"/>
                    <a:gd name="connsiteX5" fmla="*/ 34479 w 67167"/>
                    <a:gd name="connsiteY5" fmla="*/ 336 h 80600"/>
                    <a:gd name="connsiteX6" fmla="*/ 895 w 67167"/>
                    <a:gd name="connsiteY6" fmla="*/ 20486 h 80600"/>
                    <a:gd name="connsiteX7" fmla="*/ 0 w 67167"/>
                    <a:gd name="connsiteY7" fmla="*/ 21382 h 80600"/>
                    <a:gd name="connsiteX8" fmla="*/ 0 w 67167"/>
                    <a:gd name="connsiteY8" fmla="*/ 21829 h 80600"/>
                    <a:gd name="connsiteX9" fmla="*/ 0 w 67167"/>
                    <a:gd name="connsiteY9" fmla="*/ 22725 h 80600"/>
                    <a:gd name="connsiteX10" fmla="*/ 0 w 67167"/>
                    <a:gd name="connsiteY10" fmla="*/ 22725 h 80600"/>
                    <a:gd name="connsiteX11" fmla="*/ 0 w 67167"/>
                    <a:gd name="connsiteY11" fmla="*/ 62578 h 80600"/>
                    <a:gd name="connsiteX12" fmla="*/ 895 w 67167"/>
                    <a:gd name="connsiteY12" fmla="*/ 64369 h 80600"/>
                    <a:gd name="connsiteX13" fmla="*/ 34479 w 67167"/>
                    <a:gd name="connsiteY13" fmla="*/ 84519 h 80600"/>
                    <a:gd name="connsiteX14" fmla="*/ 34479 w 67167"/>
                    <a:gd name="connsiteY14" fmla="*/ 84519 h 80600"/>
                    <a:gd name="connsiteX15" fmla="*/ 35375 w 67167"/>
                    <a:gd name="connsiteY15" fmla="*/ 84967 h 80600"/>
                    <a:gd name="connsiteX16" fmla="*/ 35375 w 67167"/>
                    <a:gd name="connsiteY16" fmla="*/ 84967 h 80600"/>
                    <a:gd name="connsiteX17" fmla="*/ 35375 w 67167"/>
                    <a:gd name="connsiteY17" fmla="*/ 84967 h 80600"/>
                    <a:gd name="connsiteX18" fmla="*/ 35375 w 67167"/>
                    <a:gd name="connsiteY18" fmla="*/ 84967 h 80600"/>
                    <a:gd name="connsiteX19" fmla="*/ 35375 w 67167"/>
                    <a:gd name="connsiteY19" fmla="*/ 84967 h 80600"/>
                    <a:gd name="connsiteX20" fmla="*/ 36270 w 67167"/>
                    <a:gd name="connsiteY20" fmla="*/ 84519 h 80600"/>
                    <a:gd name="connsiteX21" fmla="*/ 36270 w 67167"/>
                    <a:gd name="connsiteY21" fmla="*/ 84519 h 80600"/>
                    <a:gd name="connsiteX22" fmla="*/ 36270 w 67167"/>
                    <a:gd name="connsiteY22" fmla="*/ 84519 h 80600"/>
                    <a:gd name="connsiteX23" fmla="*/ 69854 w 67167"/>
                    <a:gd name="connsiteY23" fmla="*/ 64369 h 80600"/>
                    <a:gd name="connsiteX24" fmla="*/ 70749 w 67167"/>
                    <a:gd name="connsiteY24" fmla="*/ 62578 h 80600"/>
                    <a:gd name="connsiteX25" fmla="*/ 70749 w 67167"/>
                    <a:gd name="connsiteY25" fmla="*/ 22725 h 80600"/>
                    <a:gd name="connsiteX26" fmla="*/ 71197 w 67167"/>
                    <a:gd name="connsiteY26" fmla="*/ 21382 h 80600"/>
                    <a:gd name="connsiteX27" fmla="*/ 35823 w 67167"/>
                    <a:gd name="connsiteY27" fmla="*/ 4814 h 80600"/>
                    <a:gd name="connsiteX28" fmla="*/ 64928 w 67167"/>
                    <a:gd name="connsiteY28" fmla="*/ 22277 h 80600"/>
                    <a:gd name="connsiteX29" fmla="*/ 35823 w 67167"/>
                    <a:gd name="connsiteY29" fmla="*/ 39741 h 80600"/>
                    <a:gd name="connsiteX30" fmla="*/ 6717 w 67167"/>
                    <a:gd name="connsiteY30" fmla="*/ 22277 h 80600"/>
                    <a:gd name="connsiteX31" fmla="*/ 35823 w 67167"/>
                    <a:gd name="connsiteY31" fmla="*/ 4814 h 80600"/>
                    <a:gd name="connsiteX32" fmla="*/ 33584 w 67167"/>
                    <a:gd name="connsiteY32" fmla="*/ 78250 h 80600"/>
                    <a:gd name="connsiteX33" fmla="*/ 4478 w 67167"/>
                    <a:gd name="connsiteY33" fmla="*/ 60786 h 80600"/>
                    <a:gd name="connsiteX34" fmla="*/ 4478 w 67167"/>
                    <a:gd name="connsiteY34" fmla="*/ 25859 h 80600"/>
                    <a:gd name="connsiteX35" fmla="*/ 33584 w 67167"/>
                    <a:gd name="connsiteY35" fmla="*/ 43323 h 80600"/>
                    <a:gd name="connsiteX36" fmla="*/ 33584 w 67167"/>
                    <a:gd name="connsiteY36" fmla="*/ 78250 h 80600"/>
                    <a:gd name="connsiteX37" fmla="*/ 38061 w 67167"/>
                    <a:gd name="connsiteY37" fmla="*/ 78250 h 80600"/>
                    <a:gd name="connsiteX38" fmla="*/ 38061 w 67167"/>
                    <a:gd name="connsiteY38" fmla="*/ 43323 h 80600"/>
                    <a:gd name="connsiteX39" fmla="*/ 67167 w 67167"/>
                    <a:gd name="connsiteY39" fmla="*/ 25859 h 80600"/>
                    <a:gd name="connsiteX40" fmla="*/ 67167 w 67167"/>
                    <a:gd name="connsiteY40" fmla="*/ 60786 h 80600"/>
                    <a:gd name="connsiteX41" fmla="*/ 38061 w 67167"/>
                    <a:gd name="connsiteY41" fmla="*/ 78250 h 8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7167" h="80600">
                      <a:moveTo>
                        <a:pt x="71197" y="21382"/>
                      </a:moveTo>
                      <a:cubicBezTo>
                        <a:pt x="71197" y="21382"/>
                        <a:pt x="71197" y="21382"/>
                        <a:pt x="71197" y="21382"/>
                      </a:cubicBezTo>
                      <a:cubicBezTo>
                        <a:pt x="70749" y="20934"/>
                        <a:pt x="70749" y="20934"/>
                        <a:pt x="70302" y="20486"/>
                      </a:cubicBezTo>
                      <a:cubicBezTo>
                        <a:pt x="70302" y="20486"/>
                        <a:pt x="70302" y="20486"/>
                        <a:pt x="70302" y="20486"/>
                      </a:cubicBezTo>
                      <a:lnTo>
                        <a:pt x="36718" y="336"/>
                      </a:lnTo>
                      <a:cubicBezTo>
                        <a:pt x="35823" y="-112"/>
                        <a:pt x="34927" y="-112"/>
                        <a:pt x="34479" y="336"/>
                      </a:cubicBezTo>
                      <a:lnTo>
                        <a:pt x="895" y="20486"/>
                      </a:lnTo>
                      <a:cubicBezTo>
                        <a:pt x="448" y="20486"/>
                        <a:pt x="448" y="20934"/>
                        <a:pt x="0" y="21382"/>
                      </a:cubicBezTo>
                      <a:cubicBezTo>
                        <a:pt x="0" y="21382"/>
                        <a:pt x="0" y="21382"/>
                        <a:pt x="0" y="21829"/>
                      </a:cubicBezTo>
                      <a:cubicBezTo>
                        <a:pt x="0" y="22277"/>
                        <a:pt x="0" y="22277"/>
                        <a:pt x="0" y="22725"/>
                      </a:cubicBezTo>
                      <a:cubicBezTo>
                        <a:pt x="0" y="22725"/>
                        <a:pt x="0" y="22725"/>
                        <a:pt x="0" y="22725"/>
                      </a:cubicBezTo>
                      <a:lnTo>
                        <a:pt x="0" y="62578"/>
                      </a:lnTo>
                      <a:cubicBezTo>
                        <a:pt x="0" y="63473"/>
                        <a:pt x="448" y="63921"/>
                        <a:pt x="895" y="64369"/>
                      </a:cubicBezTo>
                      <a:lnTo>
                        <a:pt x="34479" y="84519"/>
                      </a:lnTo>
                      <a:cubicBezTo>
                        <a:pt x="34479" y="84519"/>
                        <a:pt x="34479" y="84519"/>
                        <a:pt x="34479" y="84519"/>
                      </a:cubicBezTo>
                      <a:cubicBezTo>
                        <a:pt x="34927" y="84519"/>
                        <a:pt x="35375" y="84967"/>
                        <a:pt x="35375" y="84967"/>
                      </a:cubicBezTo>
                      <a:lnTo>
                        <a:pt x="35375" y="84967"/>
                      </a:lnTo>
                      <a:lnTo>
                        <a:pt x="35375" y="84967"/>
                      </a:lnTo>
                      <a:cubicBezTo>
                        <a:pt x="35375" y="84967"/>
                        <a:pt x="35375" y="84967"/>
                        <a:pt x="35375" y="84967"/>
                      </a:cubicBezTo>
                      <a:cubicBezTo>
                        <a:pt x="35375" y="84967"/>
                        <a:pt x="35375" y="84967"/>
                        <a:pt x="35375" y="84967"/>
                      </a:cubicBezTo>
                      <a:cubicBezTo>
                        <a:pt x="35823" y="84967"/>
                        <a:pt x="36270" y="84967"/>
                        <a:pt x="36270" y="84519"/>
                      </a:cubicBezTo>
                      <a:cubicBezTo>
                        <a:pt x="36270" y="84519"/>
                        <a:pt x="36270" y="84519"/>
                        <a:pt x="36270" y="84519"/>
                      </a:cubicBezTo>
                      <a:cubicBezTo>
                        <a:pt x="36270" y="84519"/>
                        <a:pt x="36270" y="84519"/>
                        <a:pt x="36270" y="84519"/>
                      </a:cubicBezTo>
                      <a:lnTo>
                        <a:pt x="69854" y="64369"/>
                      </a:lnTo>
                      <a:cubicBezTo>
                        <a:pt x="70749" y="63921"/>
                        <a:pt x="70749" y="63025"/>
                        <a:pt x="70749" y="62578"/>
                      </a:cubicBezTo>
                      <a:lnTo>
                        <a:pt x="70749" y="22725"/>
                      </a:lnTo>
                      <a:cubicBezTo>
                        <a:pt x="71645" y="21829"/>
                        <a:pt x="71197" y="21829"/>
                        <a:pt x="71197" y="21382"/>
                      </a:cubicBezTo>
                      <a:close/>
                      <a:moveTo>
                        <a:pt x="35823" y="4814"/>
                      </a:moveTo>
                      <a:lnTo>
                        <a:pt x="64928" y="22277"/>
                      </a:lnTo>
                      <a:lnTo>
                        <a:pt x="35823" y="39741"/>
                      </a:lnTo>
                      <a:lnTo>
                        <a:pt x="6717" y="22277"/>
                      </a:lnTo>
                      <a:lnTo>
                        <a:pt x="35823" y="4814"/>
                      </a:lnTo>
                      <a:close/>
                      <a:moveTo>
                        <a:pt x="33584" y="78250"/>
                      </a:moveTo>
                      <a:lnTo>
                        <a:pt x="4478" y="60786"/>
                      </a:lnTo>
                      <a:lnTo>
                        <a:pt x="4478" y="25859"/>
                      </a:lnTo>
                      <a:lnTo>
                        <a:pt x="33584" y="43323"/>
                      </a:lnTo>
                      <a:lnTo>
                        <a:pt x="33584" y="78250"/>
                      </a:lnTo>
                      <a:close/>
                      <a:moveTo>
                        <a:pt x="38061" y="78250"/>
                      </a:moveTo>
                      <a:lnTo>
                        <a:pt x="38061" y="43323"/>
                      </a:lnTo>
                      <a:lnTo>
                        <a:pt x="67167" y="25859"/>
                      </a:lnTo>
                      <a:lnTo>
                        <a:pt x="67167" y="60786"/>
                      </a:lnTo>
                      <a:lnTo>
                        <a:pt x="38061" y="7825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415" name="Freeform: Shape 4311">
                <a:extLst>
                  <a:ext uri="{FF2B5EF4-FFF2-40B4-BE49-F238E27FC236}">
                    <a16:creationId xmlns:a16="http://schemas.microsoft.com/office/drawing/2014/main" id="{43F08A58-11EF-DDAF-5242-2BD67C4DB351}"/>
                  </a:ext>
                  <a:ext uri="{C183D7F6-B498-43B3-948B-1728B52AA6E4}">
                    <adec:decorative xmlns:adec="http://schemas.microsoft.com/office/drawing/2017/decorative" val="1"/>
                  </a:ext>
                </a:extLst>
              </p:cNvPr>
              <p:cNvSpPr>
                <a:spLocks noChangeAspect="1"/>
              </p:cNvSpPr>
              <p:nvPr/>
            </p:nvSpPr>
            <p:spPr>
              <a:xfrm>
                <a:off x="4228810" y="3947911"/>
                <a:ext cx="138812" cy="134335"/>
              </a:xfrm>
              <a:custGeom>
                <a:avLst/>
                <a:gdLst>
                  <a:gd name="connsiteX0" fmla="*/ 138365 w 138812"/>
                  <a:gd name="connsiteY0" fmla="*/ 96273 h 134334"/>
                  <a:gd name="connsiteX1" fmla="*/ 138365 w 138812"/>
                  <a:gd name="connsiteY1" fmla="*/ 2239 h 134334"/>
                  <a:gd name="connsiteX2" fmla="*/ 138365 w 138812"/>
                  <a:gd name="connsiteY2" fmla="*/ 2239 h 134334"/>
                  <a:gd name="connsiteX3" fmla="*/ 138365 w 138812"/>
                  <a:gd name="connsiteY3" fmla="*/ 1343 h 134334"/>
                  <a:gd name="connsiteX4" fmla="*/ 137917 w 138812"/>
                  <a:gd name="connsiteY4" fmla="*/ 448 h 134334"/>
                  <a:gd name="connsiteX5" fmla="*/ 137917 w 138812"/>
                  <a:gd name="connsiteY5" fmla="*/ 448 h 134334"/>
                  <a:gd name="connsiteX6" fmla="*/ 137917 w 138812"/>
                  <a:gd name="connsiteY6" fmla="*/ 448 h 134334"/>
                  <a:gd name="connsiteX7" fmla="*/ 137469 w 138812"/>
                  <a:gd name="connsiteY7" fmla="*/ 0 h 134334"/>
                  <a:gd name="connsiteX8" fmla="*/ 136573 w 138812"/>
                  <a:gd name="connsiteY8" fmla="*/ 0 h 134334"/>
                  <a:gd name="connsiteX9" fmla="*/ 136573 w 138812"/>
                  <a:gd name="connsiteY9" fmla="*/ 0 h 134334"/>
                  <a:gd name="connsiteX10" fmla="*/ 136573 w 138812"/>
                  <a:gd name="connsiteY10" fmla="*/ 0 h 134334"/>
                  <a:gd name="connsiteX11" fmla="*/ 136573 w 138812"/>
                  <a:gd name="connsiteY11" fmla="*/ 0 h 134334"/>
                  <a:gd name="connsiteX12" fmla="*/ 42539 w 138812"/>
                  <a:gd name="connsiteY12" fmla="*/ 0 h 134334"/>
                  <a:gd name="connsiteX13" fmla="*/ 42539 w 138812"/>
                  <a:gd name="connsiteY13" fmla="*/ 0 h 134334"/>
                  <a:gd name="connsiteX14" fmla="*/ 41644 w 138812"/>
                  <a:gd name="connsiteY14" fmla="*/ 0 h 134334"/>
                  <a:gd name="connsiteX15" fmla="*/ 40748 w 138812"/>
                  <a:gd name="connsiteY15" fmla="*/ 448 h 134334"/>
                  <a:gd name="connsiteX16" fmla="*/ 40748 w 138812"/>
                  <a:gd name="connsiteY16" fmla="*/ 448 h 134334"/>
                  <a:gd name="connsiteX17" fmla="*/ 896 w 138812"/>
                  <a:gd name="connsiteY17" fmla="*/ 40300 h 134334"/>
                  <a:gd name="connsiteX18" fmla="*/ 0 w 138812"/>
                  <a:gd name="connsiteY18" fmla="*/ 42091 h 134334"/>
                  <a:gd name="connsiteX19" fmla="*/ 0 w 138812"/>
                  <a:gd name="connsiteY19" fmla="*/ 136126 h 134334"/>
                  <a:gd name="connsiteX20" fmla="*/ 2239 w 138812"/>
                  <a:gd name="connsiteY20" fmla="*/ 138365 h 134334"/>
                  <a:gd name="connsiteX21" fmla="*/ 96273 w 138812"/>
                  <a:gd name="connsiteY21" fmla="*/ 138365 h 134334"/>
                  <a:gd name="connsiteX22" fmla="*/ 97169 w 138812"/>
                  <a:gd name="connsiteY22" fmla="*/ 138365 h 134334"/>
                  <a:gd name="connsiteX23" fmla="*/ 98064 w 138812"/>
                  <a:gd name="connsiteY23" fmla="*/ 137917 h 134334"/>
                  <a:gd name="connsiteX24" fmla="*/ 98064 w 138812"/>
                  <a:gd name="connsiteY24" fmla="*/ 137917 h 134334"/>
                  <a:gd name="connsiteX25" fmla="*/ 138365 w 138812"/>
                  <a:gd name="connsiteY25" fmla="*/ 97616 h 134334"/>
                  <a:gd name="connsiteX26" fmla="*/ 138365 w 138812"/>
                  <a:gd name="connsiteY26" fmla="*/ 97616 h 134334"/>
                  <a:gd name="connsiteX27" fmla="*/ 138812 w 138812"/>
                  <a:gd name="connsiteY27" fmla="*/ 97169 h 134334"/>
                  <a:gd name="connsiteX28" fmla="*/ 138365 w 138812"/>
                  <a:gd name="connsiteY28" fmla="*/ 96273 h 134334"/>
                  <a:gd name="connsiteX29" fmla="*/ 138365 w 138812"/>
                  <a:gd name="connsiteY29" fmla="*/ 96273 h 134334"/>
                  <a:gd name="connsiteX30" fmla="*/ 138365 w 138812"/>
                  <a:gd name="connsiteY30" fmla="*/ 96273 h 134334"/>
                  <a:gd name="connsiteX31" fmla="*/ 138365 w 138812"/>
                  <a:gd name="connsiteY31" fmla="*/ 96273 h 134334"/>
                  <a:gd name="connsiteX32" fmla="*/ 133887 w 138812"/>
                  <a:gd name="connsiteY32" fmla="*/ 94034 h 134334"/>
                  <a:gd name="connsiteX33" fmla="*/ 98064 w 138812"/>
                  <a:gd name="connsiteY33" fmla="*/ 94034 h 134334"/>
                  <a:gd name="connsiteX34" fmla="*/ 98064 w 138812"/>
                  <a:gd name="connsiteY34" fmla="*/ 43435 h 134334"/>
                  <a:gd name="connsiteX35" fmla="*/ 133887 w 138812"/>
                  <a:gd name="connsiteY35" fmla="*/ 7612 h 134334"/>
                  <a:gd name="connsiteX36" fmla="*/ 133887 w 138812"/>
                  <a:gd name="connsiteY36" fmla="*/ 94034 h 134334"/>
                  <a:gd name="connsiteX37" fmla="*/ 44778 w 138812"/>
                  <a:gd name="connsiteY37" fmla="*/ 94034 h 134334"/>
                  <a:gd name="connsiteX38" fmla="*/ 44778 w 138812"/>
                  <a:gd name="connsiteY38" fmla="*/ 44778 h 134334"/>
                  <a:gd name="connsiteX39" fmla="*/ 94034 w 138812"/>
                  <a:gd name="connsiteY39" fmla="*/ 44778 h 134334"/>
                  <a:gd name="connsiteX40" fmla="*/ 94034 w 138812"/>
                  <a:gd name="connsiteY40" fmla="*/ 94034 h 134334"/>
                  <a:gd name="connsiteX41" fmla="*/ 44778 w 138812"/>
                  <a:gd name="connsiteY41" fmla="*/ 94034 h 134334"/>
                  <a:gd name="connsiteX42" fmla="*/ 95378 w 138812"/>
                  <a:gd name="connsiteY42" fmla="*/ 40300 h 134334"/>
                  <a:gd name="connsiteX43" fmla="*/ 44778 w 138812"/>
                  <a:gd name="connsiteY43" fmla="*/ 40300 h 134334"/>
                  <a:gd name="connsiteX44" fmla="*/ 44778 w 138812"/>
                  <a:gd name="connsiteY44" fmla="*/ 4478 h 134334"/>
                  <a:gd name="connsiteX45" fmla="*/ 131200 w 138812"/>
                  <a:gd name="connsiteY45" fmla="*/ 4478 h 134334"/>
                  <a:gd name="connsiteX46" fmla="*/ 95378 w 138812"/>
                  <a:gd name="connsiteY46" fmla="*/ 40300 h 134334"/>
                  <a:gd name="connsiteX47" fmla="*/ 40300 w 138812"/>
                  <a:gd name="connsiteY47" fmla="*/ 40300 h 134334"/>
                  <a:gd name="connsiteX48" fmla="*/ 7612 w 138812"/>
                  <a:gd name="connsiteY48" fmla="*/ 40300 h 134334"/>
                  <a:gd name="connsiteX49" fmla="*/ 40300 w 138812"/>
                  <a:gd name="connsiteY49" fmla="*/ 7612 h 134334"/>
                  <a:gd name="connsiteX50" fmla="*/ 40300 w 138812"/>
                  <a:gd name="connsiteY50" fmla="*/ 40300 h 134334"/>
                  <a:gd name="connsiteX51" fmla="*/ 4478 w 138812"/>
                  <a:gd name="connsiteY51" fmla="*/ 44778 h 134334"/>
                  <a:gd name="connsiteX52" fmla="*/ 40300 w 138812"/>
                  <a:gd name="connsiteY52" fmla="*/ 44778 h 134334"/>
                  <a:gd name="connsiteX53" fmla="*/ 40300 w 138812"/>
                  <a:gd name="connsiteY53" fmla="*/ 95378 h 134334"/>
                  <a:gd name="connsiteX54" fmla="*/ 4478 w 138812"/>
                  <a:gd name="connsiteY54" fmla="*/ 131200 h 134334"/>
                  <a:gd name="connsiteX55" fmla="*/ 4478 w 138812"/>
                  <a:gd name="connsiteY55" fmla="*/ 44778 h 134334"/>
                  <a:gd name="connsiteX56" fmla="*/ 43435 w 138812"/>
                  <a:gd name="connsiteY56" fmla="*/ 98512 h 134334"/>
                  <a:gd name="connsiteX57" fmla="*/ 94034 w 138812"/>
                  <a:gd name="connsiteY57" fmla="*/ 98512 h 134334"/>
                  <a:gd name="connsiteX58" fmla="*/ 94034 w 138812"/>
                  <a:gd name="connsiteY58" fmla="*/ 134335 h 134334"/>
                  <a:gd name="connsiteX59" fmla="*/ 7612 w 138812"/>
                  <a:gd name="connsiteY59" fmla="*/ 134335 h 134334"/>
                  <a:gd name="connsiteX60" fmla="*/ 43435 w 138812"/>
                  <a:gd name="connsiteY60" fmla="*/ 98512 h 134334"/>
                  <a:gd name="connsiteX61" fmla="*/ 98512 w 138812"/>
                  <a:gd name="connsiteY61" fmla="*/ 98512 h 134334"/>
                  <a:gd name="connsiteX62" fmla="*/ 131200 w 138812"/>
                  <a:gd name="connsiteY62" fmla="*/ 98512 h 134334"/>
                  <a:gd name="connsiteX63" fmla="*/ 98512 w 138812"/>
                  <a:gd name="connsiteY63" fmla="*/ 131200 h 134334"/>
                  <a:gd name="connsiteX64" fmla="*/ 98512 w 138812"/>
                  <a:gd name="connsiteY64" fmla="*/ 98512 h 13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38812" h="134334">
                    <a:moveTo>
                      <a:pt x="138365" y="96273"/>
                    </a:moveTo>
                    <a:lnTo>
                      <a:pt x="138365" y="2239"/>
                    </a:lnTo>
                    <a:cubicBezTo>
                      <a:pt x="138365" y="2239"/>
                      <a:pt x="138365" y="2239"/>
                      <a:pt x="138365" y="2239"/>
                    </a:cubicBezTo>
                    <a:cubicBezTo>
                      <a:pt x="138365" y="1791"/>
                      <a:pt x="138365" y="1791"/>
                      <a:pt x="138365" y="1343"/>
                    </a:cubicBezTo>
                    <a:cubicBezTo>
                      <a:pt x="138365" y="896"/>
                      <a:pt x="137917" y="896"/>
                      <a:pt x="137917" y="448"/>
                    </a:cubicBezTo>
                    <a:cubicBezTo>
                      <a:pt x="137917" y="448"/>
                      <a:pt x="137917" y="448"/>
                      <a:pt x="137917" y="448"/>
                    </a:cubicBezTo>
                    <a:cubicBezTo>
                      <a:pt x="137917" y="448"/>
                      <a:pt x="137917" y="448"/>
                      <a:pt x="137917" y="448"/>
                    </a:cubicBezTo>
                    <a:cubicBezTo>
                      <a:pt x="137917" y="448"/>
                      <a:pt x="137469" y="0"/>
                      <a:pt x="137469" y="0"/>
                    </a:cubicBezTo>
                    <a:cubicBezTo>
                      <a:pt x="137021" y="0"/>
                      <a:pt x="137021" y="0"/>
                      <a:pt x="136573" y="0"/>
                    </a:cubicBezTo>
                    <a:cubicBezTo>
                      <a:pt x="136573" y="0"/>
                      <a:pt x="136573" y="0"/>
                      <a:pt x="136573" y="0"/>
                    </a:cubicBezTo>
                    <a:lnTo>
                      <a:pt x="136573" y="0"/>
                    </a:lnTo>
                    <a:cubicBezTo>
                      <a:pt x="136573" y="0"/>
                      <a:pt x="136573" y="0"/>
                      <a:pt x="136573" y="0"/>
                    </a:cubicBezTo>
                    <a:lnTo>
                      <a:pt x="42539" y="0"/>
                    </a:lnTo>
                    <a:cubicBezTo>
                      <a:pt x="42539" y="0"/>
                      <a:pt x="42539" y="0"/>
                      <a:pt x="42539" y="0"/>
                    </a:cubicBezTo>
                    <a:cubicBezTo>
                      <a:pt x="42092" y="0"/>
                      <a:pt x="42092" y="0"/>
                      <a:pt x="41644" y="0"/>
                    </a:cubicBezTo>
                    <a:cubicBezTo>
                      <a:pt x="41196" y="0"/>
                      <a:pt x="41196" y="448"/>
                      <a:pt x="40748" y="448"/>
                    </a:cubicBezTo>
                    <a:cubicBezTo>
                      <a:pt x="40748" y="448"/>
                      <a:pt x="40748" y="448"/>
                      <a:pt x="40748" y="448"/>
                    </a:cubicBezTo>
                    <a:lnTo>
                      <a:pt x="896" y="40300"/>
                    </a:lnTo>
                    <a:cubicBezTo>
                      <a:pt x="448" y="40748"/>
                      <a:pt x="0" y="41196"/>
                      <a:pt x="0" y="42091"/>
                    </a:cubicBezTo>
                    <a:lnTo>
                      <a:pt x="0" y="136126"/>
                    </a:lnTo>
                    <a:cubicBezTo>
                      <a:pt x="0" y="137469"/>
                      <a:pt x="896" y="138365"/>
                      <a:pt x="2239" y="138365"/>
                    </a:cubicBezTo>
                    <a:lnTo>
                      <a:pt x="96273" y="138365"/>
                    </a:lnTo>
                    <a:cubicBezTo>
                      <a:pt x="96721" y="138365"/>
                      <a:pt x="96721" y="138365"/>
                      <a:pt x="97169" y="138365"/>
                    </a:cubicBezTo>
                    <a:cubicBezTo>
                      <a:pt x="97617" y="138365"/>
                      <a:pt x="97617" y="137917"/>
                      <a:pt x="98064" y="137917"/>
                    </a:cubicBezTo>
                    <a:lnTo>
                      <a:pt x="98064" y="137917"/>
                    </a:lnTo>
                    <a:lnTo>
                      <a:pt x="138365" y="97616"/>
                    </a:lnTo>
                    <a:cubicBezTo>
                      <a:pt x="138365" y="97616"/>
                      <a:pt x="138365" y="97616"/>
                      <a:pt x="138365" y="97616"/>
                    </a:cubicBezTo>
                    <a:cubicBezTo>
                      <a:pt x="138365" y="97616"/>
                      <a:pt x="138812" y="97169"/>
                      <a:pt x="138812" y="97169"/>
                    </a:cubicBezTo>
                    <a:cubicBezTo>
                      <a:pt x="138365" y="96721"/>
                      <a:pt x="138365" y="96721"/>
                      <a:pt x="138365" y="96273"/>
                    </a:cubicBezTo>
                    <a:cubicBezTo>
                      <a:pt x="138365" y="96273"/>
                      <a:pt x="138365" y="96273"/>
                      <a:pt x="138365" y="96273"/>
                    </a:cubicBezTo>
                    <a:lnTo>
                      <a:pt x="138365" y="96273"/>
                    </a:lnTo>
                    <a:cubicBezTo>
                      <a:pt x="138365" y="96273"/>
                      <a:pt x="138365" y="96273"/>
                      <a:pt x="138365" y="96273"/>
                    </a:cubicBezTo>
                    <a:close/>
                    <a:moveTo>
                      <a:pt x="133887" y="94034"/>
                    </a:moveTo>
                    <a:lnTo>
                      <a:pt x="98064" y="94034"/>
                    </a:lnTo>
                    <a:lnTo>
                      <a:pt x="98064" y="43435"/>
                    </a:lnTo>
                    <a:lnTo>
                      <a:pt x="133887" y="7612"/>
                    </a:lnTo>
                    <a:lnTo>
                      <a:pt x="133887" y="94034"/>
                    </a:lnTo>
                    <a:close/>
                    <a:moveTo>
                      <a:pt x="44778" y="94034"/>
                    </a:moveTo>
                    <a:lnTo>
                      <a:pt x="44778" y="44778"/>
                    </a:lnTo>
                    <a:lnTo>
                      <a:pt x="94034" y="44778"/>
                    </a:lnTo>
                    <a:lnTo>
                      <a:pt x="94034" y="94034"/>
                    </a:lnTo>
                    <a:lnTo>
                      <a:pt x="44778" y="94034"/>
                    </a:lnTo>
                    <a:close/>
                    <a:moveTo>
                      <a:pt x="95378" y="40300"/>
                    </a:moveTo>
                    <a:lnTo>
                      <a:pt x="44778" y="40300"/>
                    </a:lnTo>
                    <a:lnTo>
                      <a:pt x="44778" y="4478"/>
                    </a:lnTo>
                    <a:lnTo>
                      <a:pt x="131200" y="4478"/>
                    </a:lnTo>
                    <a:lnTo>
                      <a:pt x="95378" y="40300"/>
                    </a:lnTo>
                    <a:close/>
                    <a:moveTo>
                      <a:pt x="40300" y="40300"/>
                    </a:moveTo>
                    <a:lnTo>
                      <a:pt x="7612" y="40300"/>
                    </a:lnTo>
                    <a:lnTo>
                      <a:pt x="40300" y="7612"/>
                    </a:lnTo>
                    <a:lnTo>
                      <a:pt x="40300" y="40300"/>
                    </a:lnTo>
                    <a:close/>
                    <a:moveTo>
                      <a:pt x="4478" y="44778"/>
                    </a:moveTo>
                    <a:lnTo>
                      <a:pt x="40300" y="44778"/>
                    </a:lnTo>
                    <a:lnTo>
                      <a:pt x="40300" y="95378"/>
                    </a:lnTo>
                    <a:lnTo>
                      <a:pt x="4478" y="131200"/>
                    </a:lnTo>
                    <a:lnTo>
                      <a:pt x="4478" y="44778"/>
                    </a:lnTo>
                    <a:close/>
                    <a:moveTo>
                      <a:pt x="43435" y="98512"/>
                    </a:moveTo>
                    <a:lnTo>
                      <a:pt x="94034" y="98512"/>
                    </a:lnTo>
                    <a:lnTo>
                      <a:pt x="94034" y="134335"/>
                    </a:lnTo>
                    <a:lnTo>
                      <a:pt x="7612" y="134335"/>
                    </a:lnTo>
                    <a:lnTo>
                      <a:pt x="43435" y="98512"/>
                    </a:lnTo>
                    <a:close/>
                    <a:moveTo>
                      <a:pt x="98512" y="98512"/>
                    </a:moveTo>
                    <a:lnTo>
                      <a:pt x="131200" y="98512"/>
                    </a:lnTo>
                    <a:lnTo>
                      <a:pt x="98512" y="131200"/>
                    </a:lnTo>
                    <a:lnTo>
                      <a:pt x="98512" y="98512"/>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416" name="Group 4312">
                <a:extLst>
                  <a:ext uri="{FF2B5EF4-FFF2-40B4-BE49-F238E27FC236}">
                    <a16:creationId xmlns:a16="http://schemas.microsoft.com/office/drawing/2014/main" id="{A2702C8A-7D97-23F2-E8E3-C386F93B6E27}"/>
                  </a:ext>
                  <a:ext uri="{C183D7F6-B498-43B3-948B-1728B52AA6E4}">
                    <adec:decorative xmlns:adec="http://schemas.microsoft.com/office/drawing/2017/decorative" val="1"/>
                  </a:ext>
                </a:extLst>
              </p:cNvPr>
              <p:cNvGrpSpPr>
                <a:grpSpLocks noChangeAspect="1"/>
              </p:cNvGrpSpPr>
              <p:nvPr/>
            </p:nvGrpSpPr>
            <p:grpSpPr>
              <a:xfrm>
                <a:off x="3440714" y="3934925"/>
                <a:ext cx="138812" cy="152246"/>
                <a:chOff x="3481468" y="3199486"/>
                <a:chExt cx="138812" cy="152246"/>
              </a:xfrm>
            </p:grpSpPr>
            <p:sp>
              <p:nvSpPr>
                <p:cNvPr id="417" name="Freeform: Shape 4313">
                  <a:extLst>
                    <a:ext uri="{FF2B5EF4-FFF2-40B4-BE49-F238E27FC236}">
                      <a16:creationId xmlns:a16="http://schemas.microsoft.com/office/drawing/2014/main" id="{C010D859-AAFE-EBDC-7ADC-47FB78AE0A17}"/>
                    </a:ext>
                  </a:extLst>
                </p:cNvPr>
                <p:cNvSpPr/>
                <p:nvPr/>
              </p:nvSpPr>
              <p:spPr>
                <a:xfrm>
                  <a:off x="3494278" y="3297375"/>
                  <a:ext cx="8956" cy="8956"/>
                </a:xfrm>
                <a:custGeom>
                  <a:avLst/>
                  <a:gdLst>
                    <a:gd name="connsiteX0" fmla="*/ 1967 w 8955"/>
                    <a:gd name="connsiteY0" fmla="*/ 9131 h 8955"/>
                    <a:gd name="connsiteX1" fmla="*/ 176 w 8955"/>
                    <a:gd name="connsiteY1" fmla="*/ 7788 h 8955"/>
                    <a:gd name="connsiteX2" fmla="*/ 1071 w 8955"/>
                    <a:gd name="connsiteY2" fmla="*/ 4654 h 8955"/>
                    <a:gd name="connsiteX3" fmla="*/ 9579 w 8955"/>
                    <a:gd name="connsiteY3" fmla="*/ 176 h 8955"/>
                    <a:gd name="connsiteX4" fmla="*/ 12713 w 8955"/>
                    <a:gd name="connsiteY4" fmla="*/ 1071 h 8955"/>
                    <a:gd name="connsiteX5" fmla="*/ 11818 w 8955"/>
                    <a:gd name="connsiteY5" fmla="*/ 4206 h 8955"/>
                    <a:gd name="connsiteX6" fmla="*/ 3310 w 8955"/>
                    <a:gd name="connsiteY6" fmla="*/ 8683 h 8955"/>
                    <a:gd name="connsiteX7" fmla="*/ 1967 w 8955"/>
                    <a:gd name="connsiteY7" fmla="*/ 9131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8955">
                      <a:moveTo>
                        <a:pt x="1967" y="9131"/>
                      </a:moveTo>
                      <a:cubicBezTo>
                        <a:pt x="1071" y="9131"/>
                        <a:pt x="623" y="8683"/>
                        <a:pt x="176" y="7788"/>
                      </a:cubicBezTo>
                      <a:cubicBezTo>
                        <a:pt x="-272" y="6892"/>
                        <a:pt x="176" y="5549"/>
                        <a:pt x="1071" y="4654"/>
                      </a:cubicBezTo>
                      <a:lnTo>
                        <a:pt x="9579" y="176"/>
                      </a:lnTo>
                      <a:cubicBezTo>
                        <a:pt x="10475" y="-272"/>
                        <a:pt x="11818" y="176"/>
                        <a:pt x="12713" y="1071"/>
                      </a:cubicBezTo>
                      <a:cubicBezTo>
                        <a:pt x="13161" y="1967"/>
                        <a:pt x="12713" y="3310"/>
                        <a:pt x="11818" y="4206"/>
                      </a:cubicBezTo>
                      <a:lnTo>
                        <a:pt x="3310" y="8683"/>
                      </a:lnTo>
                      <a:cubicBezTo>
                        <a:pt x="2862" y="9131"/>
                        <a:pt x="2415" y="9131"/>
                        <a:pt x="1967" y="913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18" name="Freeform: Shape 4314">
                  <a:extLst>
                    <a:ext uri="{FF2B5EF4-FFF2-40B4-BE49-F238E27FC236}">
                      <a16:creationId xmlns:a16="http://schemas.microsoft.com/office/drawing/2014/main" id="{C0815690-9DCC-6209-427C-D5279953B6A9}"/>
                    </a:ext>
                  </a:extLst>
                </p:cNvPr>
                <p:cNvSpPr/>
                <p:nvPr/>
              </p:nvSpPr>
              <p:spPr>
                <a:xfrm>
                  <a:off x="3591894" y="3297375"/>
                  <a:ext cx="8956" cy="8956"/>
                </a:xfrm>
                <a:custGeom>
                  <a:avLst/>
                  <a:gdLst>
                    <a:gd name="connsiteX0" fmla="*/ 10475 w 8955"/>
                    <a:gd name="connsiteY0" fmla="*/ 9131 h 8955"/>
                    <a:gd name="connsiteX1" fmla="*/ 9579 w 8955"/>
                    <a:gd name="connsiteY1" fmla="*/ 8683 h 8955"/>
                    <a:gd name="connsiteX2" fmla="*/ 1071 w 8955"/>
                    <a:gd name="connsiteY2" fmla="*/ 4206 h 8955"/>
                    <a:gd name="connsiteX3" fmla="*/ 176 w 8955"/>
                    <a:gd name="connsiteY3" fmla="*/ 1071 h 8955"/>
                    <a:gd name="connsiteX4" fmla="*/ 3310 w 8955"/>
                    <a:gd name="connsiteY4" fmla="*/ 176 h 8955"/>
                    <a:gd name="connsiteX5" fmla="*/ 11818 w 8955"/>
                    <a:gd name="connsiteY5" fmla="*/ 4654 h 8955"/>
                    <a:gd name="connsiteX6" fmla="*/ 12713 w 8955"/>
                    <a:gd name="connsiteY6" fmla="*/ 7788 h 8955"/>
                    <a:gd name="connsiteX7" fmla="*/ 10475 w 8955"/>
                    <a:gd name="connsiteY7" fmla="*/ 9131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8955">
                      <a:moveTo>
                        <a:pt x="10475" y="9131"/>
                      </a:moveTo>
                      <a:cubicBezTo>
                        <a:pt x="10027" y="9131"/>
                        <a:pt x="9579" y="9131"/>
                        <a:pt x="9579" y="8683"/>
                      </a:cubicBezTo>
                      <a:lnTo>
                        <a:pt x="1071" y="4206"/>
                      </a:lnTo>
                      <a:cubicBezTo>
                        <a:pt x="176" y="3758"/>
                        <a:pt x="-272" y="2415"/>
                        <a:pt x="176" y="1071"/>
                      </a:cubicBezTo>
                      <a:cubicBezTo>
                        <a:pt x="624" y="176"/>
                        <a:pt x="1967" y="-272"/>
                        <a:pt x="3310" y="176"/>
                      </a:cubicBezTo>
                      <a:lnTo>
                        <a:pt x="11818" y="4654"/>
                      </a:lnTo>
                      <a:cubicBezTo>
                        <a:pt x="12713" y="5101"/>
                        <a:pt x="13161" y="6445"/>
                        <a:pt x="12713" y="7788"/>
                      </a:cubicBezTo>
                      <a:cubicBezTo>
                        <a:pt x="11818" y="8683"/>
                        <a:pt x="10922" y="9131"/>
                        <a:pt x="10475" y="913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19" name="Freeform: Shape 4315">
                  <a:extLst>
                    <a:ext uri="{FF2B5EF4-FFF2-40B4-BE49-F238E27FC236}">
                      <a16:creationId xmlns:a16="http://schemas.microsoft.com/office/drawing/2014/main" id="{8081AE6C-EAD3-A87C-E26C-0698AD03DF33}"/>
                    </a:ext>
                  </a:extLst>
                </p:cNvPr>
                <p:cNvSpPr/>
                <p:nvPr/>
              </p:nvSpPr>
              <p:spPr>
                <a:xfrm>
                  <a:off x="3547292" y="3215159"/>
                  <a:ext cx="4478" cy="13433"/>
                </a:xfrm>
                <a:custGeom>
                  <a:avLst/>
                  <a:gdLst>
                    <a:gd name="connsiteX0" fmla="*/ 2239 w 4477"/>
                    <a:gd name="connsiteY0" fmla="*/ 13881 h 13433"/>
                    <a:gd name="connsiteX1" fmla="*/ 0 w 4477"/>
                    <a:gd name="connsiteY1" fmla="*/ 11642 h 13433"/>
                    <a:gd name="connsiteX2" fmla="*/ 0 w 4477"/>
                    <a:gd name="connsiteY2" fmla="*/ 2239 h 13433"/>
                    <a:gd name="connsiteX3" fmla="*/ 2239 w 4477"/>
                    <a:gd name="connsiteY3" fmla="*/ 0 h 13433"/>
                    <a:gd name="connsiteX4" fmla="*/ 2239 w 4477"/>
                    <a:gd name="connsiteY4" fmla="*/ 0 h 13433"/>
                    <a:gd name="connsiteX5" fmla="*/ 4478 w 4477"/>
                    <a:gd name="connsiteY5" fmla="*/ 2239 h 13433"/>
                    <a:gd name="connsiteX6" fmla="*/ 4478 w 4477"/>
                    <a:gd name="connsiteY6" fmla="*/ 11642 h 13433"/>
                    <a:gd name="connsiteX7" fmla="*/ 2239 w 4477"/>
                    <a:gd name="connsiteY7" fmla="*/ 13881 h 13433"/>
                    <a:gd name="connsiteX8" fmla="*/ 2239 w 4477"/>
                    <a:gd name="connsiteY8" fmla="*/ 13881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7" h="13433">
                      <a:moveTo>
                        <a:pt x="2239" y="13881"/>
                      </a:moveTo>
                      <a:cubicBezTo>
                        <a:pt x="896" y="13881"/>
                        <a:pt x="0" y="12986"/>
                        <a:pt x="0" y="11642"/>
                      </a:cubicBezTo>
                      <a:lnTo>
                        <a:pt x="0" y="2239"/>
                      </a:lnTo>
                      <a:cubicBezTo>
                        <a:pt x="0" y="896"/>
                        <a:pt x="896" y="0"/>
                        <a:pt x="2239" y="0"/>
                      </a:cubicBezTo>
                      <a:cubicBezTo>
                        <a:pt x="2239" y="0"/>
                        <a:pt x="2239" y="0"/>
                        <a:pt x="2239" y="0"/>
                      </a:cubicBezTo>
                      <a:cubicBezTo>
                        <a:pt x="3582" y="0"/>
                        <a:pt x="4478" y="896"/>
                        <a:pt x="4478" y="2239"/>
                      </a:cubicBezTo>
                      <a:lnTo>
                        <a:pt x="4478" y="11642"/>
                      </a:lnTo>
                      <a:cubicBezTo>
                        <a:pt x="4478" y="12986"/>
                        <a:pt x="3135" y="13881"/>
                        <a:pt x="2239" y="13881"/>
                      </a:cubicBezTo>
                      <a:cubicBezTo>
                        <a:pt x="2239" y="13881"/>
                        <a:pt x="2239" y="13881"/>
                        <a:pt x="2239" y="1388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0" name="Freeform: Shape 4316">
                  <a:extLst>
                    <a:ext uri="{FF2B5EF4-FFF2-40B4-BE49-F238E27FC236}">
                      <a16:creationId xmlns:a16="http://schemas.microsoft.com/office/drawing/2014/main" id="{FF4CD8E5-483C-67D0-EC0C-FE2926A627D7}"/>
                    </a:ext>
                  </a:extLst>
                </p:cNvPr>
                <p:cNvSpPr/>
                <p:nvPr/>
              </p:nvSpPr>
              <p:spPr>
                <a:xfrm>
                  <a:off x="3481468" y="3199486"/>
                  <a:ext cx="138812" cy="152246"/>
                </a:xfrm>
                <a:custGeom>
                  <a:avLst/>
                  <a:gdLst>
                    <a:gd name="connsiteX0" fmla="*/ 137469 w 138812"/>
                    <a:gd name="connsiteY0" fmla="*/ 38957 h 152245"/>
                    <a:gd name="connsiteX1" fmla="*/ 137021 w 138812"/>
                    <a:gd name="connsiteY1" fmla="*/ 38061 h 152245"/>
                    <a:gd name="connsiteX2" fmla="*/ 137021 w 138812"/>
                    <a:gd name="connsiteY2" fmla="*/ 38061 h 152245"/>
                    <a:gd name="connsiteX3" fmla="*/ 136573 w 138812"/>
                    <a:gd name="connsiteY3" fmla="*/ 37614 h 152245"/>
                    <a:gd name="connsiteX4" fmla="*/ 136573 w 138812"/>
                    <a:gd name="connsiteY4" fmla="*/ 37614 h 152245"/>
                    <a:gd name="connsiteX5" fmla="*/ 69406 w 138812"/>
                    <a:gd name="connsiteY5" fmla="*/ 448 h 152245"/>
                    <a:gd name="connsiteX6" fmla="*/ 69406 w 138812"/>
                    <a:gd name="connsiteY6" fmla="*/ 448 h 152245"/>
                    <a:gd name="connsiteX7" fmla="*/ 68511 w 138812"/>
                    <a:gd name="connsiteY7" fmla="*/ 0 h 152245"/>
                    <a:gd name="connsiteX8" fmla="*/ 68511 w 138812"/>
                    <a:gd name="connsiteY8" fmla="*/ 0 h 152245"/>
                    <a:gd name="connsiteX9" fmla="*/ 67615 w 138812"/>
                    <a:gd name="connsiteY9" fmla="*/ 448 h 152245"/>
                    <a:gd name="connsiteX10" fmla="*/ 67615 w 138812"/>
                    <a:gd name="connsiteY10" fmla="*/ 448 h 152245"/>
                    <a:gd name="connsiteX11" fmla="*/ 448 w 138812"/>
                    <a:gd name="connsiteY11" fmla="*/ 37614 h 152245"/>
                    <a:gd name="connsiteX12" fmla="*/ 448 w 138812"/>
                    <a:gd name="connsiteY12" fmla="*/ 37614 h 152245"/>
                    <a:gd name="connsiteX13" fmla="*/ 448 w 138812"/>
                    <a:gd name="connsiteY13" fmla="*/ 37614 h 152245"/>
                    <a:gd name="connsiteX14" fmla="*/ 448 w 138812"/>
                    <a:gd name="connsiteY14" fmla="*/ 37614 h 152245"/>
                    <a:gd name="connsiteX15" fmla="*/ 0 w 138812"/>
                    <a:gd name="connsiteY15" fmla="*/ 38061 h 152245"/>
                    <a:gd name="connsiteX16" fmla="*/ 0 w 138812"/>
                    <a:gd name="connsiteY16" fmla="*/ 38509 h 152245"/>
                    <a:gd name="connsiteX17" fmla="*/ 0 w 138812"/>
                    <a:gd name="connsiteY17" fmla="*/ 39405 h 152245"/>
                    <a:gd name="connsiteX18" fmla="*/ 0 w 138812"/>
                    <a:gd name="connsiteY18" fmla="*/ 39405 h 152245"/>
                    <a:gd name="connsiteX19" fmla="*/ 0 w 138812"/>
                    <a:gd name="connsiteY19" fmla="*/ 113289 h 152245"/>
                    <a:gd name="connsiteX20" fmla="*/ 0 w 138812"/>
                    <a:gd name="connsiteY20" fmla="*/ 113289 h 152245"/>
                    <a:gd name="connsiteX21" fmla="*/ 448 w 138812"/>
                    <a:gd name="connsiteY21" fmla="*/ 114184 h 152245"/>
                    <a:gd name="connsiteX22" fmla="*/ 448 w 138812"/>
                    <a:gd name="connsiteY22" fmla="*/ 114184 h 152245"/>
                    <a:gd name="connsiteX23" fmla="*/ 896 w 138812"/>
                    <a:gd name="connsiteY23" fmla="*/ 114632 h 152245"/>
                    <a:gd name="connsiteX24" fmla="*/ 1344 w 138812"/>
                    <a:gd name="connsiteY24" fmla="*/ 115080 h 152245"/>
                    <a:gd name="connsiteX25" fmla="*/ 1344 w 138812"/>
                    <a:gd name="connsiteY25" fmla="*/ 115080 h 152245"/>
                    <a:gd name="connsiteX26" fmla="*/ 68511 w 138812"/>
                    <a:gd name="connsiteY26" fmla="*/ 152246 h 152245"/>
                    <a:gd name="connsiteX27" fmla="*/ 69406 w 138812"/>
                    <a:gd name="connsiteY27" fmla="*/ 152693 h 152245"/>
                    <a:gd name="connsiteX28" fmla="*/ 69406 w 138812"/>
                    <a:gd name="connsiteY28" fmla="*/ 152693 h 152245"/>
                    <a:gd name="connsiteX29" fmla="*/ 69406 w 138812"/>
                    <a:gd name="connsiteY29" fmla="*/ 152693 h 152245"/>
                    <a:gd name="connsiteX30" fmla="*/ 70302 w 138812"/>
                    <a:gd name="connsiteY30" fmla="*/ 152246 h 152245"/>
                    <a:gd name="connsiteX31" fmla="*/ 137469 w 138812"/>
                    <a:gd name="connsiteY31" fmla="*/ 115080 h 152245"/>
                    <a:gd name="connsiteX32" fmla="*/ 137469 w 138812"/>
                    <a:gd name="connsiteY32" fmla="*/ 115080 h 152245"/>
                    <a:gd name="connsiteX33" fmla="*/ 137917 w 138812"/>
                    <a:gd name="connsiteY33" fmla="*/ 114632 h 152245"/>
                    <a:gd name="connsiteX34" fmla="*/ 138365 w 138812"/>
                    <a:gd name="connsiteY34" fmla="*/ 114184 h 152245"/>
                    <a:gd name="connsiteX35" fmla="*/ 138365 w 138812"/>
                    <a:gd name="connsiteY35" fmla="*/ 114184 h 152245"/>
                    <a:gd name="connsiteX36" fmla="*/ 138812 w 138812"/>
                    <a:gd name="connsiteY36" fmla="*/ 113289 h 152245"/>
                    <a:gd name="connsiteX37" fmla="*/ 138812 w 138812"/>
                    <a:gd name="connsiteY37" fmla="*/ 113289 h 152245"/>
                    <a:gd name="connsiteX38" fmla="*/ 138812 w 138812"/>
                    <a:gd name="connsiteY38" fmla="*/ 38957 h 152245"/>
                    <a:gd name="connsiteX39" fmla="*/ 130305 w 138812"/>
                    <a:gd name="connsiteY39" fmla="*/ 107468 h 152245"/>
                    <a:gd name="connsiteX40" fmla="*/ 127170 w 138812"/>
                    <a:gd name="connsiteY40" fmla="*/ 108363 h 152245"/>
                    <a:gd name="connsiteX41" fmla="*/ 128066 w 138812"/>
                    <a:gd name="connsiteY41" fmla="*/ 111498 h 152245"/>
                    <a:gd name="connsiteX42" fmla="*/ 130305 w 138812"/>
                    <a:gd name="connsiteY42" fmla="*/ 112841 h 152245"/>
                    <a:gd name="connsiteX43" fmla="*/ 69854 w 138812"/>
                    <a:gd name="connsiteY43" fmla="*/ 145977 h 152245"/>
                    <a:gd name="connsiteX44" fmla="*/ 69854 w 138812"/>
                    <a:gd name="connsiteY44" fmla="*/ 109707 h 152245"/>
                    <a:gd name="connsiteX45" fmla="*/ 97169 w 138812"/>
                    <a:gd name="connsiteY45" fmla="*/ 94482 h 152245"/>
                    <a:gd name="connsiteX46" fmla="*/ 102990 w 138812"/>
                    <a:gd name="connsiteY46" fmla="*/ 97616 h 152245"/>
                    <a:gd name="connsiteX47" fmla="*/ 103885 w 138812"/>
                    <a:gd name="connsiteY47" fmla="*/ 98064 h 152245"/>
                    <a:gd name="connsiteX48" fmla="*/ 105677 w 138812"/>
                    <a:gd name="connsiteY48" fmla="*/ 96721 h 152245"/>
                    <a:gd name="connsiteX49" fmla="*/ 104781 w 138812"/>
                    <a:gd name="connsiteY49" fmla="*/ 93586 h 152245"/>
                    <a:gd name="connsiteX50" fmla="*/ 99408 w 138812"/>
                    <a:gd name="connsiteY50" fmla="*/ 90452 h 152245"/>
                    <a:gd name="connsiteX51" fmla="*/ 99408 w 138812"/>
                    <a:gd name="connsiteY51" fmla="*/ 60451 h 152245"/>
                    <a:gd name="connsiteX52" fmla="*/ 132544 w 138812"/>
                    <a:gd name="connsiteY52" fmla="*/ 42091 h 152245"/>
                    <a:gd name="connsiteX53" fmla="*/ 132544 w 138812"/>
                    <a:gd name="connsiteY53" fmla="*/ 108363 h 152245"/>
                    <a:gd name="connsiteX54" fmla="*/ 130305 w 138812"/>
                    <a:gd name="connsiteY54" fmla="*/ 107468 h 152245"/>
                    <a:gd name="connsiteX55" fmla="*/ 68063 w 138812"/>
                    <a:gd name="connsiteY55" fmla="*/ 45674 h 152245"/>
                    <a:gd name="connsiteX56" fmla="*/ 93139 w 138812"/>
                    <a:gd name="connsiteY56" fmla="*/ 59555 h 152245"/>
                    <a:gd name="connsiteX57" fmla="*/ 68063 w 138812"/>
                    <a:gd name="connsiteY57" fmla="*/ 73436 h 152245"/>
                    <a:gd name="connsiteX58" fmla="*/ 42987 w 138812"/>
                    <a:gd name="connsiteY58" fmla="*/ 59555 h 152245"/>
                    <a:gd name="connsiteX59" fmla="*/ 68063 w 138812"/>
                    <a:gd name="connsiteY59" fmla="*/ 45674 h 152245"/>
                    <a:gd name="connsiteX60" fmla="*/ 70302 w 138812"/>
                    <a:gd name="connsiteY60" fmla="*/ 77019 h 152245"/>
                    <a:gd name="connsiteX61" fmla="*/ 95378 w 138812"/>
                    <a:gd name="connsiteY61" fmla="*/ 63137 h 152245"/>
                    <a:gd name="connsiteX62" fmla="*/ 95378 w 138812"/>
                    <a:gd name="connsiteY62" fmla="*/ 90900 h 152245"/>
                    <a:gd name="connsiteX63" fmla="*/ 70302 w 138812"/>
                    <a:gd name="connsiteY63" fmla="*/ 104781 h 152245"/>
                    <a:gd name="connsiteX64" fmla="*/ 70302 w 138812"/>
                    <a:gd name="connsiteY64" fmla="*/ 77019 h 152245"/>
                    <a:gd name="connsiteX65" fmla="*/ 40300 w 138812"/>
                    <a:gd name="connsiteY65" fmla="*/ 63137 h 152245"/>
                    <a:gd name="connsiteX66" fmla="*/ 65376 w 138812"/>
                    <a:gd name="connsiteY66" fmla="*/ 77019 h 152245"/>
                    <a:gd name="connsiteX67" fmla="*/ 65376 w 138812"/>
                    <a:gd name="connsiteY67" fmla="*/ 104781 h 152245"/>
                    <a:gd name="connsiteX68" fmla="*/ 40300 w 138812"/>
                    <a:gd name="connsiteY68" fmla="*/ 90900 h 152245"/>
                    <a:gd name="connsiteX69" fmla="*/ 40300 w 138812"/>
                    <a:gd name="connsiteY69" fmla="*/ 63137 h 152245"/>
                    <a:gd name="connsiteX70" fmla="*/ 97617 w 138812"/>
                    <a:gd name="connsiteY70" fmla="*/ 56868 h 152245"/>
                    <a:gd name="connsiteX71" fmla="*/ 70302 w 138812"/>
                    <a:gd name="connsiteY71" fmla="*/ 41644 h 152245"/>
                    <a:gd name="connsiteX72" fmla="*/ 70302 w 138812"/>
                    <a:gd name="connsiteY72" fmla="*/ 36270 h 152245"/>
                    <a:gd name="connsiteX73" fmla="*/ 68063 w 138812"/>
                    <a:gd name="connsiteY73" fmla="*/ 34031 h 152245"/>
                    <a:gd name="connsiteX74" fmla="*/ 65824 w 138812"/>
                    <a:gd name="connsiteY74" fmla="*/ 36270 h 152245"/>
                    <a:gd name="connsiteX75" fmla="*/ 65824 w 138812"/>
                    <a:gd name="connsiteY75" fmla="*/ 41644 h 152245"/>
                    <a:gd name="connsiteX76" fmla="*/ 38509 w 138812"/>
                    <a:gd name="connsiteY76" fmla="*/ 56868 h 152245"/>
                    <a:gd name="connsiteX77" fmla="*/ 5821 w 138812"/>
                    <a:gd name="connsiteY77" fmla="*/ 38957 h 152245"/>
                    <a:gd name="connsiteX78" fmla="*/ 66272 w 138812"/>
                    <a:gd name="connsiteY78" fmla="*/ 5821 h 152245"/>
                    <a:gd name="connsiteX79" fmla="*/ 66272 w 138812"/>
                    <a:gd name="connsiteY79" fmla="*/ 9403 h 152245"/>
                    <a:gd name="connsiteX80" fmla="*/ 68511 w 138812"/>
                    <a:gd name="connsiteY80" fmla="*/ 11642 h 152245"/>
                    <a:gd name="connsiteX81" fmla="*/ 68511 w 138812"/>
                    <a:gd name="connsiteY81" fmla="*/ 11642 h 152245"/>
                    <a:gd name="connsiteX82" fmla="*/ 70750 w 138812"/>
                    <a:gd name="connsiteY82" fmla="*/ 9403 h 152245"/>
                    <a:gd name="connsiteX83" fmla="*/ 70750 w 138812"/>
                    <a:gd name="connsiteY83" fmla="*/ 5821 h 152245"/>
                    <a:gd name="connsiteX84" fmla="*/ 131200 w 138812"/>
                    <a:gd name="connsiteY84" fmla="*/ 38957 h 152245"/>
                    <a:gd name="connsiteX85" fmla="*/ 97617 w 138812"/>
                    <a:gd name="connsiteY85" fmla="*/ 56868 h 152245"/>
                    <a:gd name="connsiteX86" fmla="*/ 5373 w 138812"/>
                    <a:gd name="connsiteY86" fmla="*/ 112841 h 152245"/>
                    <a:gd name="connsiteX87" fmla="*/ 7612 w 138812"/>
                    <a:gd name="connsiteY87" fmla="*/ 111498 h 152245"/>
                    <a:gd name="connsiteX88" fmla="*/ 8508 w 138812"/>
                    <a:gd name="connsiteY88" fmla="*/ 108363 h 152245"/>
                    <a:gd name="connsiteX89" fmla="*/ 5373 w 138812"/>
                    <a:gd name="connsiteY89" fmla="*/ 107468 h 152245"/>
                    <a:gd name="connsiteX90" fmla="*/ 2687 w 138812"/>
                    <a:gd name="connsiteY90" fmla="*/ 108811 h 152245"/>
                    <a:gd name="connsiteX91" fmla="*/ 2687 w 138812"/>
                    <a:gd name="connsiteY91" fmla="*/ 42539 h 152245"/>
                    <a:gd name="connsiteX92" fmla="*/ 35823 w 138812"/>
                    <a:gd name="connsiteY92" fmla="*/ 60898 h 152245"/>
                    <a:gd name="connsiteX93" fmla="*/ 35823 w 138812"/>
                    <a:gd name="connsiteY93" fmla="*/ 90900 h 152245"/>
                    <a:gd name="connsiteX94" fmla="*/ 30449 w 138812"/>
                    <a:gd name="connsiteY94" fmla="*/ 94034 h 152245"/>
                    <a:gd name="connsiteX95" fmla="*/ 29554 w 138812"/>
                    <a:gd name="connsiteY95" fmla="*/ 97169 h 152245"/>
                    <a:gd name="connsiteX96" fmla="*/ 31345 w 138812"/>
                    <a:gd name="connsiteY96" fmla="*/ 98512 h 152245"/>
                    <a:gd name="connsiteX97" fmla="*/ 32240 w 138812"/>
                    <a:gd name="connsiteY97" fmla="*/ 98064 h 152245"/>
                    <a:gd name="connsiteX98" fmla="*/ 38061 w 138812"/>
                    <a:gd name="connsiteY98" fmla="*/ 94930 h 152245"/>
                    <a:gd name="connsiteX99" fmla="*/ 65376 w 138812"/>
                    <a:gd name="connsiteY99" fmla="*/ 110154 h 152245"/>
                    <a:gd name="connsiteX100" fmla="*/ 65376 w 138812"/>
                    <a:gd name="connsiteY100" fmla="*/ 146425 h 152245"/>
                    <a:gd name="connsiteX101" fmla="*/ 5373 w 138812"/>
                    <a:gd name="connsiteY101" fmla="*/ 112841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38812" h="152245">
                      <a:moveTo>
                        <a:pt x="137469" y="38957"/>
                      </a:moveTo>
                      <a:cubicBezTo>
                        <a:pt x="137469" y="38509"/>
                        <a:pt x="137469" y="38061"/>
                        <a:pt x="137021" y="38061"/>
                      </a:cubicBezTo>
                      <a:cubicBezTo>
                        <a:pt x="137021" y="38061"/>
                        <a:pt x="137021" y="38061"/>
                        <a:pt x="137021" y="38061"/>
                      </a:cubicBezTo>
                      <a:cubicBezTo>
                        <a:pt x="137021" y="37614"/>
                        <a:pt x="136573" y="37614"/>
                        <a:pt x="136573" y="37614"/>
                      </a:cubicBezTo>
                      <a:cubicBezTo>
                        <a:pt x="136573" y="37614"/>
                        <a:pt x="136573" y="37614"/>
                        <a:pt x="136573" y="37614"/>
                      </a:cubicBezTo>
                      <a:lnTo>
                        <a:pt x="69406" y="448"/>
                      </a:lnTo>
                      <a:cubicBezTo>
                        <a:pt x="69406" y="448"/>
                        <a:pt x="69406" y="448"/>
                        <a:pt x="69406" y="448"/>
                      </a:cubicBezTo>
                      <a:cubicBezTo>
                        <a:pt x="68959" y="448"/>
                        <a:pt x="68959" y="0"/>
                        <a:pt x="68511" y="0"/>
                      </a:cubicBezTo>
                      <a:cubicBezTo>
                        <a:pt x="68511" y="0"/>
                        <a:pt x="68511" y="0"/>
                        <a:pt x="68511" y="0"/>
                      </a:cubicBezTo>
                      <a:cubicBezTo>
                        <a:pt x="68063" y="0"/>
                        <a:pt x="67615" y="0"/>
                        <a:pt x="67615" y="448"/>
                      </a:cubicBezTo>
                      <a:cubicBezTo>
                        <a:pt x="67615" y="448"/>
                        <a:pt x="67615" y="448"/>
                        <a:pt x="67615" y="448"/>
                      </a:cubicBezTo>
                      <a:lnTo>
                        <a:pt x="448" y="37614"/>
                      </a:lnTo>
                      <a:cubicBezTo>
                        <a:pt x="448" y="37614"/>
                        <a:pt x="448" y="37614"/>
                        <a:pt x="448" y="37614"/>
                      </a:cubicBezTo>
                      <a:cubicBezTo>
                        <a:pt x="448" y="37614"/>
                        <a:pt x="448" y="37614"/>
                        <a:pt x="448" y="37614"/>
                      </a:cubicBezTo>
                      <a:cubicBezTo>
                        <a:pt x="448" y="37614"/>
                        <a:pt x="448" y="37614"/>
                        <a:pt x="448" y="37614"/>
                      </a:cubicBezTo>
                      <a:cubicBezTo>
                        <a:pt x="0" y="37614"/>
                        <a:pt x="0" y="38061"/>
                        <a:pt x="0" y="38061"/>
                      </a:cubicBezTo>
                      <a:cubicBezTo>
                        <a:pt x="0" y="38061"/>
                        <a:pt x="0" y="38061"/>
                        <a:pt x="0" y="38509"/>
                      </a:cubicBezTo>
                      <a:cubicBezTo>
                        <a:pt x="0" y="38957"/>
                        <a:pt x="0" y="38957"/>
                        <a:pt x="0" y="39405"/>
                      </a:cubicBezTo>
                      <a:cubicBezTo>
                        <a:pt x="0" y="39405"/>
                        <a:pt x="0" y="39405"/>
                        <a:pt x="0" y="39405"/>
                      </a:cubicBezTo>
                      <a:lnTo>
                        <a:pt x="0" y="113289"/>
                      </a:lnTo>
                      <a:cubicBezTo>
                        <a:pt x="0" y="113289"/>
                        <a:pt x="0" y="113289"/>
                        <a:pt x="0" y="113289"/>
                      </a:cubicBezTo>
                      <a:cubicBezTo>
                        <a:pt x="0" y="113737"/>
                        <a:pt x="0" y="114184"/>
                        <a:pt x="448" y="114184"/>
                      </a:cubicBezTo>
                      <a:cubicBezTo>
                        <a:pt x="448" y="114184"/>
                        <a:pt x="448" y="114184"/>
                        <a:pt x="448" y="114184"/>
                      </a:cubicBezTo>
                      <a:cubicBezTo>
                        <a:pt x="448" y="114184"/>
                        <a:pt x="896" y="114632"/>
                        <a:pt x="896" y="114632"/>
                      </a:cubicBezTo>
                      <a:cubicBezTo>
                        <a:pt x="896" y="114632"/>
                        <a:pt x="896" y="115080"/>
                        <a:pt x="1344" y="115080"/>
                      </a:cubicBezTo>
                      <a:cubicBezTo>
                        <a:pt x="1344" y="115080"/>
                        <a:pt x="1344" y="115080"/>
                        <a:pt x="1344" y="115080"/>
                      </a:cubicBezTo>
                      <a:lnTo>
                        <a:pt x="68511" y="152246"/>
                      </a:lnTo>
                      <a:cubicBezTo>
                        <a:pt x="68959" y="152246"/>
                        <a:pt x="69406" y="152693"/>
                        <a:pt x="69406" y="152693"/>
                      </a:cubicBezTo>
                      <a:lnTo>
                        <a:pt x="69406" y="152693"/>
                      </a:lnTo>
                      <a:lnTo>
                        <a:pt x="69406" y="152693"/>
                      </a:lnTo>
                      <a:cubicBezTo>
                        <a:pt x="69854" y="152693"/>
                        <a:pt x="70302" y="152693"/>
                        <a:pt x="70302" y="152246"/>
                      </a:cubicBezTo>
                      <a:lnTo>
                        <a:pt x="137469" y="115080"/>
                      </a:lnTo>
                      <a:cubicBezTo>
                        <a:pt x="137469" y="115080"/>
                        <a:pt x="137469" y="115080"/>
                        <a:pt x="137469" y="115080"/>
                      </a:cubicBezTo>
                      <a:cubicBezTo>
                        <a:pt x="137469" y="115080"/>
                        <a:pt x="137917" y="114632"/>
                        <a:pt x="137917" y="114632"/>
                      </a:cubicBezTo>
                      <a:cubicBezTo>
                        <a:pt x="137917" y="114632"/>
                        <a:pt x="138365" y="114184"/>
                        <a:pt x="138365" y="114184"/>
                      </a:cubicBezTo>
                      <a:cubicBezTo>
                        <a:pt x="138365" y="114184"/>
                        <a:pt x="138365" y="114184"/>
                        <a:pt x="138365" y="114184"/>
                      </a:cubicBezTo>
                      <a:cubicBezTo>
                        <a:pt x="138365" y="113737"/>
                        <a:pt x="138812" y="113737"/>
                        <a:pt x="138812" y="113289"/>
                      </a:cubicBezTo>
                      <a:cubicBezTo>
                        <a:pt x="138812" y="113289"/>
                        <a:pt x="138812" y="113289"/>
                        <a:pt x="138812" y="113289"/>
                      </a:cubicBezTo>
                      <a:lnTo>
                        <a:pt x="138812" y="38957"/>
                      </a:lnTo>
                      <a:close/>
                      <a:moveTo>
                        <a:pt x="130305" y="107468"/>
                      </a:moveTo>
                      <a:cubicBezTo>
                        <a:pt x="129409" y="107020"/>
                        <a:pt x="128066" y="107468"/>
                        <a:pt x="127170" y="108363"/>
                      </a:cubicBezTo>
                      <a:cubicBezTo>
                        <a:pt x="126722" y="109259"/>
                        <a:pt x="127170" y="110602"/>
                        <a:pt x="128066" y="111498"/>
                      </a:cubicBezTo>
                      <a:lnTo>
                        <a:pt x="130305" y="112841"/>
                      </a:lnTo>
                      <a:lnTo>
                        <a:pt x="69854" y="145977"/>
                      </a:lnTo>
                      <a:lnTo>
                        <a:pt x="69854" y="109707"/>
                      </a:lnTo>
                      <a:lnTo>
                        <a:pt x="97169" y="94482"/>
                      </a:lnTo>
                      <a:lnTo>
                        <a:pt x="102990" y="97616"/>
                      </a:lnTo>
                      <a:cubicBezTo>
                        <a:pt x="103438" y="97616"/>
                        <a:pt x="103885" y="98064"/>
                        <a:pt x="103885" y="98064"/>
                      </a:cubicBezTo>
                      <a:cubicBezTo>
                        <a:pt x="104781" y="98064"/>
                        <a:pt x="105229" y="97616"/>
                        <a:pt x="105677" y="96721"/>
                      </a:cubicBezTo>
                      <a:cubicBezTo>
                        <a:pt x="106124" y="95825"/>
                        <a:pt x="105677" y="94482"/>
                        <a:pt x="104781" y="93586"/>
                      </a:cubicBezTo>
                      <a:lnTo>
                        <a:pt x="99408" y="90452"/>
                      </a:lnTo>
                      <a:lnTo>
                        <a:pt x="99408" y="60451"/>
                      </a:lnTo>
                      <a:lnTo>
                        <a:pt x="132544" y="42091"/>
                      </a:lnTo>
                      <a:lnTo>
                        <a:pt x="132544" y="108363"/>
                      </a:lnTo>
                      <a:lnTo>
                        <a:pt x="130305" y="107468"/>
                      </a:lnTo>
                      <a:close/>
                      <a:moveTo>
                        <a:pt x="68063" y="45674"/>
                      </a:moveTo>
                      <a:lnTo>
                        <a:pt x="93139" y="59555"/>
                      </a:lnTo>
                      <a:lnTo>
                        <a:pt x="68063" y="73436"/>
                      </a:lnTo>
                      <a:lnTo>
                        <a:pt x="42987" y="59555"/>
                      </a:lnTo>
                      <a:lnTo>
                        <a:pt x="68063" y="45674"/>
                      </a:lnTo>
                      <a:close/>
                      <a:moveTo>
                        <a:pt x="70302" y="77019"/>
                      </a:moveTo>
                      <a:lnTo>
                        <a:pt x="95378" y="63137"/>
                      </a:lnTo>
                      <a:lnTo>
                        <a:pt x="95378" y="90900"/>
                      </a:lnTo>
                      <a:lnTo>
                        <a:pt x="70302" y="104781"/>
                      </a:lnTo>
                      <a:lnTo>
                        <a:pt x="70302" y="77019"/>
                      </a:lnTo>
                      <a:close/>
                      <a:moveTo>
                        <a:pt x="40300" y="63137"/>
                      </a:moveTo>
                      <a:lnTo>
                        <a:pt x="65376" y="77019"/>
                      </a:lnTo>
                      <a:lnTo>
                        <a:pt x="65376" y="104781"/>
                      </a:lnTo>
                      <a:lnTo>
                        <a:pt x="40300" y="90900"/>
                      </a:lnTo>
                      <a:lnTo>
                        <a:pt x="40300" y="63137"/>
                      </a:lnTo>
                      <a:close/>
                      <a:moveTo>
                        <a:pt x="97617" y="56868"/>
                      </a:moveTo>
                      <a:lnTo>
                        <a:pt x="70302" y="41644"/>
                      </a:lnTo>
                      <a:lnTo>
                        <a:pt x="70302" y="36270"/>
                      </a:lnTo>
                      <a:cubicBezTo>
                        <a:pt x="70302" y="34927"/>
                        <a:pt x="69406" y="34031"/>
                        <a:pt x="68063" y="34031"/>
                      </a:cubicBezTo>
                      <a:cubicBezTo>
                        <a:pt x="66720" y="34031"/>
                        <a:pt x="65824" y="34927"/>
                        <a:pt x="65824" y="36270"/>
                      </a:cubicBezTo>
                      <a:lnTo>
                        <a:pt x="65824" y="41644"/>
                      </a:lnTo>
                      <a:lnTo>
                        <a:pt x="38509" y="56868"/>
                      </a:lnTo>
                      <a:lnTo>
                        <a:pt x="5821" y="38957"/>
                      </a:lnTo>
                      <a:lnTo>
                        <a:pt x="66272" y="5821"/>
                      </a:lnTo>
                      <a:lnTo>
                        <a:pt x="66272" y="9403"/>
                      </a:lnTo>
                      <a:cubicBezTo>
                        <a:pt x="66272" y="10747"/>
                        <a:pt x="67167" y="11642"/>
                        <a:pt x="68511" y="11642"/>
                      </a:cubicBezTo>
                      <a:cubicBezTo>
                        <a:pt x="68511" y="11642"/>
                        <a:pt x="68511" y="11642"/>
                        <a:pt x="68511" y="11642"/>
                      </a:cubicBezTo>
                      <a:cubicBezTo>
                        <a:pt x="69854" y="11642"/>
                        <a:pt x="70750" y="10747"/>
                        <a:pt x="70750" y="9403"/>
                      </a:cubicBezTo>
                      <a:lnTo>
                        <a:pt x="70750" y="5821"/>
                      </a:lnTo>
                      <a:lnTo>
                        <a:pt x="131200" y="38957"/>
                      </a:lnTo>
                      <a:lnTo>
                        <a:pt x="97617" y="56868"/>
                      </a:lnTo>
                      <a:close/>
                      <a:moveTo>
                        <a:pt x="5373" y="112841"/>
                      </a:moveTo>
                      <a:lnTo>
                        <a:pt x="7612" y="111498"/>
                      </a:lnTo>
                      <a:cubicBezTo>
                        <a:pt x="8508" y="111050"/>
                        <a:pt x="8956" y="109707"/>
                        <a:pt x="8508" y="108363"/>
                      </a:cubicBezTo>
                      <a:cubicBezTo>
                        <a:pt x="8060" y="107468"/>
                        <a:pt x="6717" y="107020"/>
                        <a:pt x="5373" y="107468"/>
                      </a:cubicBezTo>
                      <a:lnTo>
                        <a:pt x="2687" y="108811"/>
                      </a:lnTo>
                      <a:lnTo>
                        <a:pt x="2687" y="42539"/>
                      </a:lnTo>
                      <a:lnTo>
                        <a:pt x="35823" y="60898"/>
                      </a:lnTo>
                      <a:lnTo>
                        <a:pt x="35823" y="90900"/>
                      </a:lnTo>
                      <a:lnTo>
                        <a:pt x="30449" y="94034"/>
                      </a:lnTo>
                      <a:cubicBezTo>
                        <a:pt x="29554" y="94482"/>
                        <a:pt x="29106" y="95825"/>
                        <a:pt x="29554" y="97169"/>
                      </a:cubicBezTo>
                      <a:cubicBezTo>
                        <a:pt x="30001" y="98064"/>
                        <a:pt x="30897" y="98512"/>
                        <a:pt x="31345" y="98512"/>
                      </a:cubicBezTo>
                      <a:cubicBezTo>
                        <a:pt x="31793" y="98512"/>
                        <a:pt x="32240" y="98512"/>
                        <a:pt x="32240" y="98064"/>
                      </a:cubicBezTo>
                      <a:lnTo>
                        <a:pt x="38061" y="94930"/>
                      </a:lnTo>
                      <a:lnTo>
                        <a:pt x="65376" y="110154"/>
                      </a:lnTo>
                      <a:lnTo>
                        <a:pt x="65376" y="146425"/>
                      </a:lnTo>
                      <a:lnTo>
                        <a:pt x="5373" y="11284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421" name="Freeform: Shape 4317">
                <a:extLst>
                  <a:ext uri="{FF2B5EF4-FFF2-40B4-BE49-F238E27FC236}">
                    <a16:creationId xmlns:a16="http://schemas.microsoft.com/office/drawing/2014/main" id="{B2594F10-3F89-9587-2407-834115F42E26}"/>
                  </a:ext>
                  <a:ext uri="{C183D7F6-B498-43B3-948B-1728B52AA6E4}">
                    <adec:decorative xmlns:adec="http://schemas.microsoft.com/office/drawing/2017/decorative" val="1"/>
                  </a:ext>
                </a:extLst>
              </p:cNvPr>
              <p:cNvSpPr>
                <a:spLocks noChangeAspect="1"/>
              </p:cNvSpPr>
              <p:nvPr/>
            </p:nvSpPr>
            <p:spPr>
              <a:xfrm>
                <a:off x="544461" y="3934478"/>
                <a:ext cx="147768" cy="152246"/>
              </a:xfrm>
              <a:custGeom>
                <a:avLst/>
                <a:gdLst>
                  <a:gd name="connsiteX0" fmla="*/ 150007 w 147767"/>
                  <a:gd name="connsiteY0" fmla="*/ 107468 h 152245"/>
                  <a:gd name="connsiteX1" fmla="*/ 132096 w 147767"/>
                  <a:gd name="connsiteY1" fmla="*/ 107468 h 152245"/>
                  <a:gd name="connsiteX2" fmla="*/ 132096 w 147767"/>
                  <a:gd name="connsiteY2" fmla="*/ 82840 h 152245"/>
                  <a:gd name="connsiteX3" fmla="*/ 129857 w 147767"/>
                  <a:gd name="connsiteY3" fmla="*/ 80601 h 152245"/>
                  <a:gd name="connsiteX4" fmla="*/ 78362 w 147767"/>
                  <a:gd name="connsiteY4" fmla="*/ 80601 h 152245"/>
                  <a:gd name="connsiteX5" fmla="*/ 78362 w 147767"/>
                  <a:gd name="connsiteY5" fmla="*/ 44778 h 152245"/>
                  <a:gd name="connsiteX6" fmla="*/ 96273 w 147767"/>
                  <a:gd name="connsiteY6" fmla="*/ 44778 h 152245"/>
                  <a:gd name="connsiteX7" fmla="*/ 98512 w 147767"/>
                  <a:gd name="connsiteY7" fmla="*/ 42539 h 152245"/>
                  <a:gd name="connsiteX8" fmla="*/ 98512 w 147767"/>
                  <a:gd name="connsiteY8" fmla="*/ 2239 h 152245"/>
                  <a:gd name="connsiteX9" fmla="*/ 96273 w 147767"/>
                  <a:gd name="connsiteY9" fmla="*/ 0 h 152245"/>
                  <a:gd name="connsiteX10" fmla="*/ 55973 w 147767"/>
                  <a:gd name="connsiteY10" fmla="*/ 0 h 152245"/>
                  <a:gd name="connsiteX11" fmla="*/ 53734 w 147767"/>
                  <a:gd name="connsiteY11" fmla="*/ 2239 h 152245"/>
                  <a:gd name="connsiteX12" fmla="*/ 53734 w 147767"/>
                  <a:gd name="connsiteY12" fmla="*/ 42539 h 152245"/>
                  <a:gd name="connsiteX13" fmla="*/ 55973 w 147767"/>
                  <a:gd name="connsiteY13" fmla="*/ 44778 h 152245"/>
                  <a:gd name="connsiteX14" fmla="*/ 73884 w 147767"/>
                  <a:gd name="connsiteY14" fmla="*/ 44778 h 152245"/>
                  <a:gd name="connsiteX15" fmla="*/ 73884 w 147767"/>
                  <a:gd name="connsiteY15" fmla="*/ 80601 h 152245"/>
                  <a:gd name="connsiteX16" fmla="*/ 22389 w 147767"/>
                  <a:gd name="connsiteY16" fmla="*/ 80601 h 152245"/>
                  <a:gd name="connsiteX17" fmla="*/ 20150 w 147767"/>
                  <a:gd name="connsiteY17" fmla="*/ 82840 h 152245"/>
                  <a:gd name="connsiteX18" fmla="*/ 20150 w 147767"/>
                  <a:gd name="connsiteY18" fmla="*/ 107468 h 152245"/>
                  <a:gd name="connsiteX19" fmla="*/ 2239 w 147767"/>
                  <a:gd name="connsiteY19" fmla="*/ 107468 h 152245"/>
                  <a:gd name="connsiteX20" fmla="*/ 0 w 147767"/>
                  <a:gd name="connsiteY20" fmla="*/ 109707 h 152245"/>
                  <a:gd name="connsiteX21" fmla="*/ 0 w 147767"/>
                  <a:gd name="connsiteY21" fmla="*/ 150007 h 152245"/>
                  <a:gd name="connsiteX22" fmla="*/ 2239 w 147767"/>
                  <a:gd name="connsiteY22" fmla="*/ 152246 h 152245"/>
                  <a:gd name="connsiteX23" fmla="*/ 42539 w 147767"/>
                  <a:gd name="connsiteY23" fmla="*/ 152246 h 152245"/>
                  <a:gd name="connsiteX24" fmla="*/ 44778 w 147767"/>
                  <a:gd name="connsiteY24" fmla="*/ 150007 h 152245"/>
                  <a:gd name="connsiteX25" fmla="*/ 44778 w 147767"/>
                  <a:gd name="connsiteY25" fmla="*/ 109707 h 152245"/>
                  <a:gd name="connsiteX26" fmla="*/ 42539 w 147767"/>
                  <a:gd name="connsiteY26" fmla="*/ 107468 h 152245"/>
                  <a:gd name="connsiteX27" fmla="*/ 24628 w 147767"/>
                  <a:gd name="connsiteY27" fmla="*/ 107468 h 152245"/>
                  <a:gd name="connsiteX28" fmla="*/ 24628 w 147767"/>
                  <a:gd name="connsiteY28" fmla="*/ 85079 h 152245"/>
                  <a:gd name="connsiteX29" fmla="*/ 73884 w 147767"/>
                  <a:gd name="connsiteY29" fmla="*/ 85079 h 152245"/>
                  <a:gd name="connsiteX30" fmla="*/ 73884 w 147767"/>
                  <a:gd name="connsiteY30" fmla="*/ 107468 h 152245"/>
                  <a:gd name="connsiteX31" fmla="*/ 55973 w 147767"/>
                  <a:gd name="connsiteY31" fmla="*/ 107468 h 152245"/>
                  <a:gd name="connsiteX32" fmla="*/ 53734 w 147767"/>
                  <a:gd name="connsiteY32" fmla="*/ 109707 h 152245"/>
                  <a:gd name="connsiteX33" fmla="*/ 53734 w 147767"/>
                  <a:gd name="connsiteY33" fmla="*/ 150007 h 152245"/>
                  <a:gd name="connsiteX34" fmla="*/ 55973 w 147767"/>
                  <a:gd name="connsiteY34" fmla="*/ 152246 h 152245"/>
                  <a:gd name="connsiteX35" fmla="*/ 96273 w 147767"/>
                  <a:gd name="connsiteY35" fmla="*/ 152246 h 152245"/>
                  <a:gd name="connsiteX36" fmla="*/ 98512 w 147767"/>
                  <a:gd name="connsiteY36" fmla="*/ 150007 h 152245"/>
                  <a:gd name="connsiteX37" fmla="*/ 98512 w 147767"/>
                  <a:gd name="connsiteY37" fmla="*/ 109707 h 152245"/>
                  <a:gd name="connsiteX38" fmla="*/ 96273 w 147767"/>
                  <a:gd name="connsiteY38" fmla="*/ 107468 h 152245"/>
                  <a:gd name="connsiteX39" fmla="*/ 78362 w 147767"/>
                  <a:gd name="connsiteY39" fmla="*/ 107468 h 152245"/>
                  <a:gd name="connsiteX40" fmla="*/ 78362 w 147767"/>
                  <a:gd name="connsiteY40" fmla="*/ 85079 h 152245"/>
                  <a:gd name="connsiteX41" fmla="*/ 127618 w 147767"/>
                  <a:gd name="connsiteY41" fmla="*/ 85079 h 152245"/>
                  <a:gd name="connsiteX42" fmla="*/ 127618 w 147767"/>
                  <a:gd name="connsiteY42" fmla="*/ 107468 h 152245"/>
                  <a:gd name="connsiteX43" fmla="*/ 109707 w 147767"/>
                  <a:gd name="connsiteY43" fmla="*/ 107468 h 152245"/>
                  <a:gd name="connsiteX44" fmla="*/ 107468 w 147767"/>
                  <a:gd name="connsiteY44" fmla="*/ 109707 h 152245"/>
                  <a:gd name="connsiteX45" fmla="*/ 107468 w 147767"/>
                  <a:gd name="connsiteY45" fmla="*/ 150007 h 152245"/>
                  <a:gd name="connsiteX46" fmla="*/ 109707 w 147767"/>
                  <a:gd name="connsiteY46" fmla="*/ 152246 h 152245"/>
                  <a:gd name="connsiteX47" fmla="*/ 150007 w 147767"/>
                  <a:gd name="connsiteY47" fmla="*/ 152246 h 152245"/>
                  <a:gd name="connsiteX48" fmla="*/ 152246 w 147767"/>
                  <a:gd name="connsiteY48" fmla="*/ 150007 h 152245"/>
                  <a:gd name="connsiteX49" fmla="*/ 152246 w 147767"/>
                  <a:gd name="connsiteY49" fmla="*/ 109707 h 152245"/>
                  <a:gd name="connsiteX50" fmla="*/ 150007 w 147767"/>
                  <a:gd name="connsiteY50" fmla="*/ 107468 h 152245"/>
                  <a:gd name="connsiteX51" fmla="*/ 58212 w 147767"/>
                  <a:gd name="connsiteY51" fmla="*/ 4478 h 152245"/>
                  <a:gd name="connsiteX52" fmla="*/ 94034 w 147767"/>
                  <a:gd name="connsiteY52" fmla="*/ 4478 h 152245"/>
                  <a:gd name="connsiteX53" fmla="*/ 94034 w 147767"/>
                  <a:gd name="connsiteY53" fmla="*/ 40300 h 152245"/>
                  <a:gd name="connsiteX54" fmla="*/ 58212 w 147767"/>
                  <a:gd name="connsiteY54" fmla="*/ 40300 h 152245"/>
                  <a:gd name="connsiteX55" fmla="*/ 58212 w 147767"/>
                  <a:gd name="connsiteY55" fmla="*/ 4478 h 152245"/>
                  <a:gd name="connsiteX56" fmla="*/ 40300 w 147767"/>
                  <a:gd name="connsiteY56" fmla="*/ 147768 h 152245"/>
                  <a:gd name="connsiteX57" fmla="*/ 4478 w 147767"/>
                  <a:gd name="connsiteY57" fmla="*/ 147768 h 152245"/>
                  <a:gd name="connsiteX58" fmla="*/ 4478 w 147767"/>
                  <a:gd name="connsiteY58" fmla="*/ 111946 h 152245"/>
                  <a:gd name="connsiteX59" fmla="*/ 40300 w 147767"/>
                  <a:gd name="connsiteY59" fmla="*/ 111946 h 152245"/>
                  <a:gd name="connsiteX60" fmla="*/ 40300 w 147767"/>
                  <a:gd name="connsiteY60" fmla="*/ 147768 h 152245"/>
                  <a:gd name="connsiteX61" fmla="*/ 94034 w 147767"/>
                  <a:gd name="connsiteY61" fmla="*/ 147768 h 152245"/>
                  <a:gd name="connsiteX62" fmla="*/ 58212 w 147767"/>
                  <a:gd name="connsiteY62" fmla="*/ 147768 h 152245"/>
                  <a:gd name="connsiteX63" fmla="*/ 58212 w 147767"/>
                  <a:gd name="connsiteY63" fmla="*/ 111946 h 152245"/>
                  <a:gd name="connsiteX64" fmla="*/ 94034 w 147767"/>
                  <a:gd name="connsiteY64" fmla="*/ 111946 h 152245"/>
                  <a:gd name="connsiteX65" fmla="*/ 94034 w 147767"/>
                  <a:gd name="connsiteY65" fmla="*/ 147768 h 152245"/>
                  <a:gd name="connsiteX66" fmla="*/ 147768 w 147767"/>
                  <a:gd name="connsiteY66" fmla="*/ 147768 h 152245"/>
                  <a:gd name="connsiteX67" fmla="*/ 111945 w 147767"/>
                  <a:gd name="connsiteY67" fmla="*/ 147768 h 152245"/>
                  <a:gd name="connsiteX68" fmla="*/ 111945 w 147767"/>
                  <a:gd name="connsiteY68" fmla="*/ 111946 h 152245"/>
                  <a:gd name="connsiteX69" fmla="*/ 147768 w 147767"/>
                  <a:gd name="connsiteY69" fmla="*/ 111946 h 152245"/>
                  <a:gd name="connsiteX70" fmla="*/ 147768 w 147767"/>
                  <a:gd name="connsiteY70" fmla="*/ 14776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7767" h="152245">
                    <a:moveTo>
                      <a:pt x="150007" y="107468"/>
                    </a:moveTo>
                    <a:lnTo>
                      <a:pt x="132096" y="107468"/>
                    </a:lnTo>
                    <a:lnTo>
                      <a:pt x="132096" y="82840"/>
                    </a:lnTo>
                    <a:cubicBezTo>
                      <a:pt x="132096" y="81496"/>
                      <a:pt x="131200" y="80601"/>
                      <a:pt x="129857" y="80601"/>
                    </a:cubicBezTo>
                    <a:lnTo>
                      <a:pt x="78362" y="80601"/>
                    </a:lnTo>
                    <a:lnTo>
                      <a:pt x="78362" y="44778"/>
                    </a:lnTo>
                    <a:lnTo>
                      <a:pt x="96273" y="44778"/>
                    </a:lnTo>
                    <a:cubicBezTo>
                      <a:pt x="97616" y="44778"/>
                      <a:pt x="98512" y="43883"/>
                      <a:pt x="98512" y="42539"/>
                    </a:cubicBezTo>
                    <a:lnTo>
                      <a:pt x="98512" y="2239"/>
                    </a:lnTo>
                    <a:cubicBezTo>
                      <a:pt x="98512" y="896"/>
                      <a:pt x="97616" y="0"/>
                      <a:pt x="96273" y="0"/>
                    </a:cubicBezTo>
                    <a:lnTo>
                      <a:pt x="55973" y="0"/>
                    </a:lnTo>
                    <a:cubicBezTo>
                      <a:pt x="54629" y="0"/>
                      <a:pt x="53734" y="896"/>
                      <a:pt x="53734" y="2239"/>
                    </a:cubicBezTo>
                    <a:lnTo>
                      <a:pt x="53734" y="42539"/>
                    </a:lnTo>
                    <a:cubicBezTo>
                      <a:pt x="53734" y="43883"/>
                      <a:pt x="54629" y="44778"/>
                      <a:pt x="55973" y="44778"/>
                    </a:cubicBezTo>
                    <a:lnTo>
                      <a:pt x="73884" y="44778"/>
                    </a:lnTo>
                    <a:lnTo>
                      <a:pt x="73884" y="80601"/>
                    </a:lnTo>
                    <a:lnTo>
                      <a:pt x="22389" y="80601"/>
                    </a:lnTo>
                    <a:cubicBezTo>
                      <a:pt x="21046" y="80601"/>
                      <a:pt x="20150" y="81496"/>
                      <a:pt x="20150" y="82840"/>
                    </a:cubicBezTo>
                    <a:lnTo>
                      <a:pt x="20150" y="107468"/>
                    </a:lnTo>
                    <a:lnTo>
                      <a:pt x="2239" y="107468"/>
                    </a:lnTo>
                    <a:cubicBezTo>
                      <a:pt x="896" y="107468"/>
                      <a:pt x="0" y="108363"/>
                      <a:pt x="0" y="109707"/>
                    </a:cubicBezTo>
                    <a:lnTo>
                      <a:pt x="0" y="150007"/>
                    </a:lnTo>
                    <a:cubicBezTo>
                      <a:pt x="0" y="151350"/>
                      <a:pt x="896" y="152246"/>
                      <a:pt x="2239" y="152246"/>
                    </a:cubicBezTo>
                    <a:lnTo>
                      <a:pt x="42539" y="152246"/>
                    </a:lnTo>
                    <a:cubicBezTo>
                      <a:pt x="43883" y="152246"/>
                      <a:pt x="44778" y="151350"/>
                      <a:pt x="44778" y="150007"/>
                    </a:cubicBezTo>
                    <a:lnTo>
                      <a:pt x="44778" y="109707"/>
                    </a:lnTo>
                    <a:cubicBezTo>
                      <a:pt x="44778" y="108363"/>
                      <a:pt x="43883" y="107468"/>
                      <a:pt x="42539" y="107468"/>
                    </a:cubicBezTo>
                    <a:lnTo>
                      <a:pt x="24628" y="107468"/>
                    </a:lnTo>
                    <a:lnTo>
                      <a:pt x="24628" y="85079"/>
                    </a:lnTo>
                    <a:lnTo>
                      <a:pt x="73884" y="85079"/>
                    </a:lnTo>
                    <a:lnTo>
                      <a:pt x="73884" y="107468"/>
                    </a:lnTo>
                    <a:lnTo>
                      <a:pt x="55973" y="107468"/>
                    </a:lnTo>
                    <a:cubicBezTo>
                      <a:pt x="54629" y="107468"/>
                      <a:pt x="53734" y="108363"/>
                      <a:pt x="53734" y="109707"/>
                    </a:cubicBezTo>
                    <a:lnTo>
                      <a:pt x="53734" y="150007"/>
                    </a:lnTo>
                    <a:cubicBezTo>
                      <a:pt x="53734" y="151350"/>
                      <a:pt x="54629" y="152246"/>
                      <a:pt x="55973" y="152246"/>
                    </a:cubicBezTo>
                    <a:lnTo>
                      <a:pt x="96273" y="152246"/>
                    </a:lnTo>
                    <a:cubicBezTo>
                      <a:pt x="97616" y="152246"/>
                      <a:pt x="98512" y="151350"/>
                      <a:pt x="98512" y="150007"/>
                    </a:cubicBezTo>
                    <a:lnTo>
                      <a:pt x="98512" y="109707"/>
                    </a:lnTo>
                    <a:cubicBezTo>
                      <a:pt x="98512" y="108363"/>
                      <a:pt x="97616" y="107468"/>
                      <a:pt x="96273" y="107468"/>
                    </a:cubicBezTo>
                    <a:lnTo>
                      <a:pt x="78362" y="107468"/>
                    </a:lnTo>
                    <a:lnTo>
                      <a:pt x="78362" y="85079"/>
                    </a:lnTo>
                    <a:lnTo>
                      <a:pt x="127618" y="85079"/>
                    </a:lnTo>
                    <a:lnTo>
                      <a:pt x="127618" y="107468"/>
                    </a:lnTo>
                    <a:lnTo>
                      <a:pt x="109707" y="107468"/>
                    </a:lnTo>
                    <a:cubicBezTo>
                      <a:pt x="108363" y="107468"/>
                      <a:pt x="107468" y="108363"/>
                      <a:pt x="107468" y="109707"/>
                    </a:cubicBezTo>
                    <a:lnTo>
                      <a:pt x="107468" y="150007"/>
                    </a:lnTo>
                    <a:cubicBezTo>
                      <a:pt x="107468" y="151350"/>
                      <a:pt x="108363" y="152246"/>
                      <a:pt x="109707" y="152246"/>
                    </a:cubicBezTo>
                    <a:lnTo>
                      <a:pt x="150007" y="152246"/>
                    </a:lnTo>
                    <a:cubicBezTo>
                      <a:pt x="151350" y="152246"/>
                      <a:pt x="152246" y="151350"/>
                      <a:pt x="152246" y="150007"/>
                    </a:cubicBezTo>
                    <a:lnTo>
                      <a:pt x="152246" y="109707"/>
                    </a:lnTo>
                    <a:cubicBezTo>
                      <a:pt x="152246" y="108811"/>
                      <a:pt x="150902" y="107468"/>
                      <a:pt x="150007" y="107468"/>
                    </a:cubicBezTo>
                    <a:close/>
                    <a:moveTo>
                      <a:pt x="58212" y="4478"/>
                    </a:moveTo>
                    <a:lnTo>
                      <a:pt x="94034" y="4478"/>
                    </a:lnTo>
                    <a:lnTo>
                      <a:pt x="94034" y="40300"/>
                    </a:lnTo>
                    <a:lnTo>
                      <a:pt x="58212" y="40300"/>
                    </a:lnTo>
                    <a:lnTo>
                      <a:pt x="58212" y="4478"/>
                    </a:lnTo>
                    <a:close/>
                    <a:moveTo>
                      <a:pt x="40300" y="147768"/>
                    </a:moveTo>
                    <a:lnTo>
                      <a:pt x="4478" y="147768"/>
                    </a:lnTo>
                    <a:lnTo>
                      <a:pt x="4478" y="111946"/>
                    </a:lnTo>
                    <a:lnTo>
                      <a:pt x="40300" y="111946"/>
                    </a:lnTo>
                    <a:lnTo>
                      <a:pt x="40300" y="147768"/>
                    </a:lnTo>
                    <a:close/>
                    <a:moveTo>
                      <a:pt x="94034" y="147768"/>
                    </a:moveTo>
                    <a:lnTo>
                      <a:pt x="58212" y="147768"/>
                    </a:lnTo>
                    <a:lnTo>
                      <a:pt x="58212" y="111946"/>
                    </a:lnTo>
                    <a:lnTo>
                      <a:pt x="94034" y="111946"/>
                    </a:lnTo>
                    <a:lnTo>
                      <a:pt x="94034" y="147768"/>
                    </a:lnTo>
                    <a:close/>
                    <a:moveTo>
                      <a:pt x="147768" y="147768"/>
                    </a:moveTo>
                    <a:lnTo>
                      <a:pt x="111945" y="147768"/>
                    </a:lnTo>
                    <a:lnTo>
                      <a:pt x="111945" y="111946"/>
                    </a:lnTo>
                    <a:lnTo>
                      <a:pt x="147768" y="111946"/>
                    </a:lnTo>
                    <a:lnTo>
                      <a:pt x="147768" y="14776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2" name="Freeform: Shape 4318">
                <a:extLst>
                  <a:ext uri="{FF2B5EF4-FFF2-40B4-BE49-F238E27FC236}">
                    <a16:creationId xmlns:a16="http://schemas.microsoft.com/office/drawing/2014/main" id="{7330F20A-FF33-0A35-895B-A972D35003B2}"/>
                  </a:ext>
                  <a:ext uri="{C183D7F6-B498-43B3-948B-1728B52AA6E4}">
                    <adec:decorative xmlns:adec="http://schemas.microsoft.com/office/drawing/2017/decorative" val="1"/>
                  </a:ext>
                </a:extLst>
              </p:cNvPr>
              <p:cNvSpPr>
                <a:spLocks noChangeAspect="1"/>
              </p:cNvSpPr>
              <p:nvPr/>
            </p:nvSpPr>
            <p:spPr>
              <a:xfrm>
                <a:off x="1073508" y="3934925"/>
                <a:ext cx="134335" cy="147768"/>
              </a:xfrm>
              <a:custGeom>
                <a:avLst/>
                <a:gdLst>
                  <a:gd name="connsiteX0" fmla="*/ 103669 w 134334"/>
                  <a:gd name="connsiteY0" fmla="*/ 80153 h 147767"/>
                  <a:gd name="connsiteX1" fmla="*/ 73667 w 134334"/>
                  <a:gd name="connsiteY1" fmla="*/ 96273 h 147767"/>
                  <a:gd name="connsiteX2" fmla="*/ 57099 w 134334"/>
                  <a:gd name="connsiteY2" fmla="*/ 84631 h 147767"/>
                  <a:gd name="connsiteX3" fmla="*/ 56652 w 134334"/>
                  <a:gd name="connsiteY3" fmla="*/ 64928 h 147767"/>
                  <a:gd name="connsiteX4" fmla="*/ 50831 w 134334"/>
                  <a:gd name="connsiteY4" fmla="*/ 55973 h 147767"/>
                  <a:gd name="connsiteX5" fmla="*/ 69190 w 134334"/>
                  <a:gd name="connsiteY5" fmla="*/ 37614 h 147767"/>
                  <a:gd name="connsiteX6" fmla="*/ 79489 w 134334"/>
                  <a:gd name="connsiteY6" fmla="*/ 40300 h 147767"/>
                  <a:gd name="connsiteX7" fmla="*/ 93818 w 134334"/>
                  <a:gd name="connsiteY7" fmla="*/ 34479 h 147767"/>
                  <a:gd name="connsiteX8" fmla="*/ 93818 w 134334"/>
                  <a:gd name="connsiteY8" fmla="*/ 5821 h 147767"/>
                  <a:gd name="connsiteX9" fmla="*/ 79489 w 134334"/>
                  <a:gd name="connsiteY9" fmla="*/ 0 h 147767"/>
                  <a:gd name="connsiteX10" fmla="*/ 65160 w 134334"/>
                  <a:gd name="connsiteY10" fmla="*/ 5821 h 147767"/>
                  <a:gd name="connsiteX11" fmla="*/ 65160 w 134334"/>
                  <a:gd name="connsiteY11" fmla="*/ 34479 h 147767"/>
                  <a:gd name="connsiteX12" fmla="*/ 65607 w 134334"/>
                  <a:gd name="connsiteY12" fmla="*/ 34927 h 147767"/>
                  <a:gd name="connsiteX13" fmla="*/ 47248 w 134334"/>
                  <a:gd name="connsiteY13" fmla="*/ 52838 h 147767"/>
                  <a:gd name="connsiteX14" fmla="*/ 40532 w 134334"/>
                  <a:gd name="connsiteY14" fmla="*/ 48808 h 147767"/>
                  <a:gd name="connsiteX15" fmla="*/ 18142 w 134334"/>
                  <a:gd name="connsiteY15" fmla="*/ 48360 h 147767"/>
                  <a:gd name="connsiteX16" fmla="*/ 2022 w 134334"/>
                  <a:gd name="connsiteY16" fmla="*/ 86422 h 147767"/>
                  <a:gd name="connsiteX17" fmla="*/ 28889 w 134334"/>
                  <a:gd name="connsiteY17" fmla="*/ 104781 h 147767"/>
                  <a:gd name="connsiteX18" fmla="*/ 39636 w 134334"/>
                  <a:gd name="connsiteY18" fmla="*/ 102542 h 147767"/>
                  <a:gd name="connsiteX19" fmla="*/ 54413 w 134334"/>
                  <a:gd name="connsiteY19" fmla="*/ 88661 h 147767"/>
                  <a:gd name="connsiteX20" fmla="*/ 70533 w 134334"/>
                  <a:gd name="connsiteY20" fmla="*/ 99855 h 147767"/>
                  <a:gd name="connsiteX21" fmla="*/ 66951 w 134334"/>
                  <a:gd name="connsiteY21" fmla="*/ 115976 h 147767"/>
                  <a:gd name="connsiteX22" fmla="*/ 102773 w 134334"/>
                  <a:gd name="connsiteY22" fmla="*/ 151798 h 147767"/>
                  <a:gd name="connsiteX23" fmla="*/ 138596 w 134334"/>
                  <a:gd name="connsiteY23" fmla="*/ 115976 h 147767"/>
                  <a:gd name="connsiteX24" fmla="*/ 103669 w 134334"/>
                  <a:gd name="connsiteY24" fmla="*/ 80153 h 147767"/>
                  <a:gd name="connsiteX25" fmla="*/ 64264 w 134334"/>
                  <a:gd name="connsiteY25" fmla="*/ 20598 h 147767"/>
                  <a:gd name="connsiteX26" fmla="*/ 68742 w 134334"/>
                  <a:gd name="connsiteY26" fmla="*/ 9403 h 147767"/>
                  <a:gd name="connsiteX27" fmla="*/ 79936 w 134334"/>
                  <a:gd name="connsiteY27" fmla="*/ 4926 h 147767"/>
                  <a:gd name="connsiteX28" fmla="*/ 91131 w 134334"/>
                  <a:gd name="connsiteY28" fmla="*/ 9403 h 147767"/>
                  <a:gd name="connsiteX29" fmla="*/ 95609 w 134334"/>
                  <a:gd name="connsiteY29" fmla="*/ 20598 h 147767"/>
                  <a:gd name="connsiteX30" fmla="*/ 91131 w 134334"/>
                  <a:gd name="connsiteY30" fmla="*/ 31793 h 147767"/>
                  <a:gd name="connsiteX31" fmla="*/ 69190 w 134334"/>
                  <a:gd name="connsiteY31" fmla="*/ 31793 h 147767"/>
                  <a:gd name="connsiteX32" fmla="*/ 64264 w 134334"/>
                  <a:gd name="connsiteY32" fmla="*/ 20598 h 147767"/>
                  <a:gd name="connsiteX33" fmla="*/ 38740 w 134334"/>
                  <a:gd name="connsiteY33" fmla="*/ 98512 h 147767"/>
                  <a:gd name="connsiteX34" fmla="*/ 6500 w 134334"/>
                  <a:gd name="connsiteY34" fmla="*/ 84631 h 147767"/>
                  <a:gd name="connsiteX35" fmla="*/ 20381 w 134334"/>
                  <a:gd name="connsiteY35" fmla="*/ 52391 h 147767"/>
                  <a:gd name="connsiteX36" fmla="*/ 29785 w 134334"/>
                  <a:gd name="connsiteY36" fmla="*/ 50599 h 147767"/>
                  <a:gd name="connsiteX37" fmla="*/ 39636 w 134334"/>
                  <a:gd name="connsiteY37" fmla="*/ 52391 h 147767"/>
                  <a:gd name="connsiteX38" fmla="*/ 52622 w 134334"/>
                  <a:gd name="connsiteY38" fmla="*/ 65824 h 147767"/>
                  <a:gd name="connsiteX39" fmla="*/ 52622 w 134334"/>
                  <a:gd name="connsiteY39" fmla="*/ 84631 h 147767"/>
                  <a:gd name="connsiteX40" fmla="*/ 38740 w 134334"/>
                  <a:gd name="connsiteY40" fmla="*/ 98512 h 147767"/>
                  <a:gd name="connsiteX41" fmla="*/ 103669 w 134334"/>
                  <a:gd name="connsiteY41" fmla="*/ 147320 h 147767"/>
                  <a:gd name="connsiteX42" fmla="*/ 72324 w 134334"/>
                  <a:gd name="connsiteY42" fmla="*/ 115976 h 147767"/>
                  <a:gd name="connsiteX43" fmla="*/ 103669 w 134334"/>
                  <a:gd name="connsiteY43" fmla="*/ 84631 h 147767"/>
                  <a:gd name="connsiteX44" fmla="*/ 135013 w 134334"/>
                  <a:gd name="connsiteY44" fmla="*/ 115976 h 147767"/>
                  <a:gd name="connsiteX45" fmla="*/ 103669 w 134334"/>
                  <a:gd name="connsiteY45" fmla="*/ 147320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34334" h="147767">
                    <a:moveTo>
                      <a:pt x="103669" y="80153"/>
                    </a:moveTo>
                    <a:cubicBezTo>
                      <a:pt x="91131" y="80153"/>
                      <a:pt x="80384" y="86422"/>
                      <a:pt x="73667" y="96273"/>
                    </a:cubicBezTo>
                    <a:lnTo>
                      <a:pt x="57099" y="84631"/>
                    </a:lnTo>
                    <a:cubicBezTo>
                      <a:pt x="59338" y="78362"/>
                      <a:pt x="58891" y="71197"/>
                      <a:pt x="56652" y="64928"/>
                    </a:cubicBezTo>
                    <a:cubicBezTo>
                      <a:pt x="55308" y="61794"/>
                      <a:pt x="53517" y="58659"/>
                      <a:pt x="50831" y="55973"/>
                    </a:cubicBezTo>
                    <a:lnTo>
                      <a:pt x="69190" y="37614"/>
                    </a:lnTo>
                    <a:cubicBezTo>
                      <a:pt x="72324" y="39405"/>
                      <a:pt x="75906" y="40300"/>
                      <a:pt x="79489" y="40300"/>
                    </a:cubicBezTo>
                    <a:cubicBezTo>
                      <a:pt x="84414" y="40300"/>
                      <a:pt x="89788" y="38509"/>
                      <a:pt x="93818" y="34479"/>
                    </a:cubicBezTo>
                    <a:cubicBezTo>
                      <a:pt x="101878" y="26419"/>
                      <a:pt x="101878" y="13881"/>
                      <a:pt x="93818" y="5821"/>
                    </a:cubicBezTo>
                    <a:cubicBezTo>
                      <a:pt x="90235" y="2239"/>
                      <a:pt x="84862" y="0"/>
                      <a:pt x="79489" y="0"/>
                    </a:cubicBezTo>
                    <a:cubicBezTo>
                      <a:pt x="74115" y="0"/>
                      <a:pt x="69190" y="2239"/>
                      <a:pt x="65160" y="5821"/>
                    </a:cubicBezTo>
                    <a:cubicBezTo>
                      <a:pt x="57099" y="13881"/>
                      <a:pt x="57099" y="26419"/>
                      <a:pt x="65160" y="34479"/>
                    </a:cubicBezTo>
                    <a:cubicBezTo>
                      <a:pt x="65160" y="34479"/>
                      <a:pt x="65607" y="34927"/>
                      <a:pt x="65607" y="34927"/>
                    </a:cubicBezTo>
                    <a:lnTo>
                      <a:pt x="47248" y="52838"/>
                    </a:lnTo>
                    <a:cubicBezTo>
                      <a:pt x="45009" y="51047"/>
                      <a:pt x="43218" y="49704"/>
                      <a:pt x="40532" y="48808"/>
                    </a:cubicBezTo>
                    <a:cubicBezTo>
                      <a:pt x="33367" y="45674"/>
                      <a:pt x="25307" y="45674"/>
                      <a:pt x="18142" y="48360"/>
                    </a:cubicBezTo>
                    <a:cubicBezTo>
                      <a:pt x="3366" y="54182"/>
                      <a:pt x="-3799" y="71197"/>
                      <a:pt x="2022" y="86422"/>
                    </a:cubicBezTo>
                    <a:cubicBezTo>
                      <a:pt x="6500" y="97616"/>
                      <a:pt x="17695" y="104781"/>
                      <a:pt x="28889" y="104781"/>
                    </a:cubicBezTo>
                    <a:cubicBezTo>
                      <a:pt x="32471" y="104781"/>
                      <a:pt x="36054" y="103885"/>
                      <a:pt x="39636" y="102542"/>
                    </a:cubicBezTo>
                    <a:cubicBezTo>
                      <a:pt x="46353" y="99855"/>
                      <a:pt x="51278" y="94930"/>
                      <a:pt x="54413" y="88661"/>
                    </a:cubicBezTo>
                    <a:lnTo>
                      <a:pt x="70533" y="99855"/>
                    </a:lnTo>
                    <a:cubicBezTo>
                      <a:pt x="68294" y="104781"/>
                      <a:pt x="66951" y="110154"/>
                      <a:pt x="66951" y="115976"/>
                    </a:cubicBezTo>
                    <a:cubicBezTo>
                      <a:pt x="66951" y="135678"/>
                      <a:pt x="83071" y="151798"/>
                      <a:pt x="102773" y="151798"/>
                    </a:cubicBezTo>
                    <a:cubicBezTo>
                      <a:pt x="122476" y="151798"/>
                      <a:pt x="138596" y="135678"/>
                      <a:pt x="138596" y="115976"/>
                    </a:cubicBezTo>
                    <a:cubicBezTo>
                      <a:pt x="139491" y="96273"/>
                      <a:pt x="123371" y="80153"/>
                      <a:pt x="103669" y="80153"/>
                    </a:cubicBezTo>
                    <a:close/>
                    <a:moveTo>
                      <a:pt x="64264" y="20598"/>
                    </a:moveTo>
                    <a:cubicBezTo>
                      <a:pt x="64264" y="16568"/>
                      <a:pt x="66055" y="12538"/>
                      <a:pt x="68742" y="9403"/>
                    </a:cubicBezTo>
                    <a:cubicBezTo>
                      <a:pt x="71876" y="6269"/>
                      <a:pt x="75459" y="4926"/>
                      <a:pt x="79936" y="4926"/>
                    </a:cubicBezTo>
                    <a:cubicBezTo>
                      <a:pt x="83966" y="4926"/>
                      <a:pt x="87996" y="6717"/>
                      <a:pt x="91131" y="9403"/>
                    </a:cubicBezTo>
                    <a:cubicBezTo>
                      <a:pt x="94265" y="12538"/>
                      <a:pt x="95609" y="16120"/>
                      <a:pt x="95609" y="20598"/>
                    </a:cubicBezTo>
                    <a:cubicBezTo>
                      <a:pt x="95609" y="24628"/>
                      <a:pt x="93818" y="28658"/>
                      <a:pt x="91131" y="31793"/>
                    </a:cubicBezTo>
                    <a:cubicBezTo>
                      <a:pt x="84862" y="38061"/>
                      <a:pt x="75011" y="38061"/>
                      <a:pt x="69190" y="31793"/>
                    </a:cubicBezTo>
                    <a:cubicBezTo>
                      <a:pt x="65607" y="28658"/>
                      <a:pt x="64264" y="24628"/>
                      <a:pt x="64264" y="20598"/>
                    </a:cubicBezTo>
                    <a:close/>
                    <a:moveTo>
                      <a:pt x="38740" y="98512"/>
                    </a:moveTo>
                    <a:cubicBezTo>
                      <a:pt x="26203" y="103437"/>
                      <a:pt x="11873" y="97616"/>
                      <a:pt x="6500" y="84631"/>
                    </a:cubicBezTo>
                    <a:cubicBezTo>
                      <a:pt x="1575" y="72093"/>
                      <a:pt x="7396" y="57764"/>
                      <a:pt x="20381" y="52391"/>
                    </a:cubicBezTo>
                    <a:cubicBezTo>
                      <a:pt x="23516" y="51047"/>
                      <a:pt x="26650" y="50599"/>
                      <a:pt x="29785" y="50599"/>
                    </a:cubicBezTo>
                    <a:cubicBezTo>
                      <a:pt x="32919" y="50599"/>
                      <a:pt x="36501" y="51047"/>
                      <a:pt x="39636" y="52391"/>
                    </a:cubicBezTo>
                    <a:cubicBezTo>
                      <a:pt x="45905" y="55077"/>
                      <a:pt x="50383" y="59555"/>
                      <a:pt x="52622" y="65824"/>
                    </a:cubicBezTo>
                    <a:cubicBezTo>
                      <a:pt x="54861" y="72093"/>
                      <a:pt x="54861" y="78809"/>
                      <a:pt x="52622" y="84631"/>
                    </a:cubicBezTo>
                    <a:cubicBezTo>
                      <a:pt x="49935" y="91348"/>
                      <a:pt x="45009" y="96273"/>
                      <a:pt x="38740" y="98512"/>
                    </a:cubicBezTo>
                    <a:close/>
                    <a:moveTo>
                      <a:pt x="103669" y="147320"/>
                    </a:moveTo>
                    <a:cubicBezTo>
                      <a:pt x="86205" y="147320"/>
                      <a:pt x="72324" y="133439"/>
                      <a:pt x="72324" y="115976"/>
                    </a:cubicBezTo>
                    <a:cubicBezTo>
                      <a:pt x="72324" y="98512"/>
                      <a:pt x="86205" y="84631"/>
                      <a:pt x="103669" y="84631"/>
                    </a:cubicBezTo>
                    <a:cubicBezTo>
                      <a:pt x="121132" y="84631"/>
                      <a:pt x="135013" y="98512"/>
                      <a:pt x="135013" y="115976"/>
                    </a:cubicBezTo>
                    <a:cubicBezTo>
                      <a:pt x="135013" y="133439"/>
                      <a:pt x="120684" y="147320"/>
                      <a:pt x="103669" y="14732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3" name="Freeform: Shape 4319">
                <a:extLst>
                  <a:ext uri="{FF2B5EF4-FFF2-40B4-BE49-F238E27FC236}">
                    <a16:creationId xmlns:a16="http://schemas.microsoft.com/office/drawing/2014/main" id="{7821BC65-8594-B4F6-7CB9-5AC374A89BE4}"/>
                  </a:ext>
                  <a:ext uri="{C183D7F6-B498-43B3-948B-1728B52AA6E4}">
                    <adec:decorative xmlns:adec="http://schemas.microsoft.com/office/drawing/2017/decorative" val="1"/>
                  </a:ext>
                </a:extLst>
              </p:cNvPr>
              <p:cNvSpPr>
                <a:spLocks noChangeAspect="1"/>
              </p:cNvSpPr>
              <p:nvPr/>
            </p:nvSpPr>
            <p:spPr>
              <a:xfrm>
                <a:off x="804175" y="3947911"/>
                <a:ext cx="125379" cy="129857"/>
              </a:xfrm>
              <a:custGeom>
                <a:avLst/>
                <a:gdLst>
                  <a:gd name="connsiteX0" fmla="*/ 102990 w 125378"/>
                  <a:gd name="connsiteY0" fmla="*/ 89109 h 129856"/>
                  <a:gd name="connsiteX1" fmla="*/ 83735 w 125378"/>
                  <a:gd name="connsiteY1" fmla="*/ 99855 h 129856"/>
                  <a:gd name="connsiteX2" fmla="*/ 64481 w 125378"/>
                  <a:gd name="connsiteY2" fmla="*/ 90900 h 129856"/>
                  <a:gd name="connsiteX3" fmla="*/ 71645 w 125378"/>
                  <a:gd name="connsiteY3" fmla="*/ 69406 h 129856"/>
                  <a:gd name="connsiteX4" fmla="*/ 66272 w 125378"/>
                  <a:gd name="connsiteY4" fmla="*/ 50152 h 129856"/>
                  <a:gd name="connsiteX5" fmla="*/ 85526 w 125378"/>
                  <a:gd name="connsiteY5" fmla="*/ 36270 h 129856"/>
                  <a:gd name="connsiteX6" fmla="*/ 102990 w 125378"/>
                  <a:gd name="connsiteY6" fmla="*/ 44778 h 129856"/>
                  <a:gd name="connsiteX7" fmla="*/ 125379 w 125378"/>
                  <a:gd name="connsiteY7" fmla="*/ 22389 h 129856"/>
                  <a:gd name="connsiteX8" fmla="*/ 102990 w 125378"/>
                  <a:gd name="connsiteY8" fmla="*/ 0 h 129856"/>
                  <a:gd name="connsiteX9" fmla="*/ 80601 w 125378"/>
                  <a:gd name="connsiteY9" fmla="*/ 22389 h 129856"/>
                  <a:gd name="connsiteX10" fmla="*/ 83287 w 125378"/>
                  <a:gd name="connsiteY10" fmla="*/ 32240 h 129856"/>
                  <a:gd name="connsiteX11" fmla="*/ 63585 w 125378"/>
                  <a:gd name="connsiteY11" fmla="*/ 46569 h 129856"/>
                  <a:gd name="connsiteX12" fmla="*/ 35823 w 125378"/>
                  <a:gd name="connsiteY12" fmla="*/ 33584 h 129856"/>
                  <a:gd name="connsiteX13" fmla="*/ 0 w 125378"/>
                  <a:gd name="connsiteY13" fmla="*/ 69406 h 129856"/>
                  <a:gd name="connsiteX14" fmla="*/ 35823 w 125378"/>
                  <a:gd name="connsiteY14" fmla="*/ 105229 h 129856"/>
                  <a:gd name="connsiteX15" fmla="*/ 61346 w 125378"/>
                  <a:gd name="connsiteY15" fmla="*/ 94482 h 129856"/>
                  <a:gd name="connsiteX16" fmla="*/ 81944 w 125378"/>
                  <a:gd name="connsiteY16" fmla="*/ 104333 h 129856"/>
                  <a:gd name="connsiteX17" fmla="*/ 80601 w 125378"/>
                  <a:gd name="connsiteY17" fmla="*/ 111498 h 129856"/>
                  <a:gd name="connsiteX18" fmla="*/ 102990 w 125378"/>
                  <a:gd name="connsiteY18" fmla="*/ 133887 h 129856"/>
                  <a:gd name="connsiteX19" fmla="*/ 125379 w 125378"/>
                  <a:gd name="connsiteY19" fmla="*/ 111498 h 129856"/>
                  <a:gd name="connsiteX20" fmla="*/ 102990 w 125378"/>
                  <a:gd name="connsiteY20" fmla="*/ 89109 h 129856"/>
                  <a:gd name="connsiteX21" fmla="*/ 102542 w 125378"/>
                  <a:gd name="connsiteY21" fmla="*/ 4478 h 129856"/>
                  <a:gd name="connsiteX22" fmla="*/ 120453 w 125378"/>
                  <a:gd name="connsiteY22" fmla="*/ 22389 h 129856"/>
                  <a:gd name="connsiteX23" fmla="*/ 102542 w 125378"/>
                  <a:gd name="connsiteY23" fmla="*/ 40300 h 129856"/>
                  <a:gd name="connsiteX24" fmla="*/ 84631 w 125378"/>
                  <a:gd name="connsiteY24" fmla="*/ 22389 h 129856"/>
                  <a:gd name="connsiteX25" fmla="*/ 102542 w 125378"/>
                  <a:gd name="connsiteY25" fmla="*/ 4478 h 129856"/>
                  <a:gd name="connsiteX26" fmla="*/ 35375 w 125378"/>
                  <a:gd name="connsiteY26" fmla="*/ 100751 h 129856"/>
                  <a:gd name="connsiteX27" fmla="*/ 4030 w 125378"/>
                  <a:gd name="connsiteY27" fmla="*/ 69406 h 129856"/>
                  <a:gd name="connsiteX28" fmla="*/ 35375 w 125378"/>
                  <a:gd name="connsiteY28" fmla="*/ 38061 h 129856"/>
                  <a:gd name="connsiteX29" fmla="*/ 66719 w 125378"/>
                  <a:gd name="connsiteY29" fmla="*/ 69406 h 129856"/>
                  <a:gd name="connsiteX30" fmla="*/ 35375 w 125378"/>
                  <a:gd name="connsiteY30" fmla="*/ 100751 h 129856"/>
                  <a:gd name="connsiteX31" fmla="*/ 102990 w 125378"/>
                  <a:gd name="connsiteY31" fmla="*/ 129409 h 129856"/>
                  <a:gd name="connsiteX32" fmla="*/ 85079 w 125378"/>
                  <a:gd name="connsiteY32" fmla="*/ 111498 h 129856"/>
                  <a:gd name="connsiteX33" fmla="*/ 102990 w 125378"/>
                  <a:gd name="connsiteY33" fmla="*/ 93586 h 129856"/>
                  <a:gd name="connsiteX34" fmla="*/ 120901 w 125378"/>
                  <a:gd name="connsiteY34" fmla="*/ 111498 h 129856"/>
                  <a:gd name="connsiteX35" fmla="*/ 102990 w 125378"/>
                  <a:gd name="connsiteY35" fmla="*/ 129409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5378" h="129856">
                    <a:moveTo>
                      <a:pt x="102990" y="89109"/>
                    </a:moveTo>
                    <a:cubicBezTo>
                      <a:pt x="94930" y="89109"/>
                      <a:pt x="87765" y="93586"/>
                      <a:pt x="83735" y="99855"/>
                    </a:cubicBezTo>
                    <a:lnTo>
                      <a:pt x="64481" y="90900"/>
                    </a:lnTo>
                    <a:cubicBezTo>
                      <a:pt x="68958" y="85079"/>
                      <a:pt x="71645" y="77466"/>
                      <a:pt x="71645" y="69406"/>
                    </a:cubicBezTo>
                    <a:cubicBezTo>
                      <a:pt x="71645" y="62242"/>
                      <a:pt x="69406" y="55973"/>
                      <a:pt x="66272" y="50152"/>
                    </a:cubicBezTo>
                    <a:lnTo>
                      <a:pt x="85526" y="36270"/>
                    </a:lnTo>
                    <a:cubicBezTo>
                      <a:pt x="89556" y="41644"/>
                      <a:pt x="95825" y="44778"/>
                      <a:pt x="102990" y="44778"/>
                    </a:cubicBezTo>
                    <a:cubicBezTo>
                      <a:pt x="115528" y="44778"/>
                      <a:pt x="125379" y="34927"/>
                      <a:pt x="125379" y="22389"/>
                    </a:cubicBezTo>
                    <a:cubicBezTo>
                      <a:pt x="125379" y="9851"/>
                      <a:pt x="115528" y="0"/>
                      <a:pt x="102990" y="0"/>
                    </a:cubicBezTo>
                    <a:cubicBezTo>
                      <a:pt x="90452" y="0"/>
                      <a:pt x="80601" y="9851"/>
                      <a:pt x="80601" y="22389"/>
                    </a:cubicBezTo>
                    <a:cubicBezTo>
                      <a:pt x="80601" y="25971"/>
                      <a:pt x="81496" y="29554"/>
                      <a:pt x="83287" y="32240"/>
                    </a:cubicBezTo>
                    <a:lnTo>
                      <a:pt x="63585" y="46569"/>
                    </a:lnTo>
                    <a:cubicBezTo>
                      <a:pt x="56868" y="38509"/>
                      <a:pt x="47017" y="33584"/>
                      <a:pt x="35823" y="33584"/>
                    </a:cubicBezTo>
                    <a:cubicBezTo>
                      <a:pt x="16120" y="33584"/>
                      <a:pt x="0" y="49704"/>
                      <a:pt x="0" y="69406"/>
                    </a:cubicBezTo>
                    <a:cubicBezTo>
                      <a:pt x="0" y="89109"/>
                      <a:pt x="16120" y="105229"/>
                      <a:pt x="35823" y="105229"/>
                    </a:cubicBezTo>
                    <a:cubicBezTo>
                      <a:pt x="45674" y="105229"/>
                      <a:pt x="55077" y="101199"/>
                      <a:pt x="61346" y="94482"/>
                    </a:cubicBezTo>
                    <a:lnTo>
                      <a:pt x="81944" y="104333"/>
                    </a:lnTo>
                    <a:cubicBezTo>
                      <a:pt x="81049" y="106572"/>
                      <a:pt x="80601" y="109259"/>
                      <a:pt x="80601" y="111498"/>
                    </a:cubicBezTo>
                    <a:cubicBezTo>
                      <a:pt x="80601" y="124035"/>
                      <a:pt x="90452" y="133887"/>
                      <a:pt x="102990" y="133887"/>
                    </a:cubicBezTo>
                    <a:cubicBezTo>
                      <a:pt x="115528" y="133887"/>
                      <a:pt x="125379" y="124035"/>
                      <a:pt x="125379" y="111498"/>
                    </a:cubicBezTo>
                    <a:cubicBezTo>
                      <a:pt x="125379" y="98960"/>
                      <a:pt x="115080" y="89109"/>
                      <a:pt x="102990" y="89109"/>
                    </a:cubicBezTo>
                    <a:close/>
                    <a:moveTo>
                      <a:pt x="102542" y="4478"/>
                    </a:moveTo>
                    <a:cubicBezTo>
                      <a:pt x="112393" y="4478"/>
                      <a:pt x="120453" y="12538"/>
                      <a:pt x="120453" y="22389"/>
                    </a:cubicBezTo>
                    <a:cubicBezTo>
                      <a:pt x="120453" y="32240"/>
                      <a:pt x="112393" y="40300"/>
                      <a:pt x="102542" y="40300"/>
                    </a:cubicBezTo>
                    <a:cubicBezTo>
                      <a:pt x="92691" y="40300"/>
                      <a:pt x="84631" y="32240"/>
                      <a:pt x="84631" y="22389"/>
                    </a:cubicBezTo>
                    <a:cubicBezTo>
                      <a:pt x="84631" y="12538"/>
                      <a:pt x="92691" y="4478"/>
                      <a:pt x="102542" y="4478"/>
                    </a:cubicBezTo>
                    <a:close/>
                    <a:moveTo>
                      <a:pt x="35375" y="100751"/>
                    </a:moveTo>
                    <a:cubicBezTo>
                      <a:pt x="17911" y="100751"/>
                      <a:pt x="4030" y="86870"/>
                      <a:pt x="4030" y="69406"/>
                    </a:cubicBezTo>
                    <a:cubicBezTo>
                      <a:pt x="4030" y="51943"/>
                      <a:pt x="17911" y="38061"/>
                      <a:pt x="35375" y="38061"/>
                    </a:cubicBezTo>
                    <a:cubicBezTo>
                      <a:pt x="52838" y="38061"/>
                      <a:pt x="66719" y="51943"/>
                      <a:pt x="66719" y="69406"/>
                    </a:cubicBezTo>
                    <a:cubicBezTo>
                      <a:pt x="66719" y="86870"/>
                      <a:pt x="52838" y="100751"/>
                      <a:pt x="35375" y="100751"/>
                    </a:cubicBezTo>
                    <a:close/>
                    <a:moveTo>
                      <a:pt x="102990" y="129409"/>
                    </a:moveTo>
                    <a:cubicBezTo>
                      <a:pt x="93139" y="129409"/>
                      <a:pt x="85079" y="121349"/>
                      <a:pt x="85079" y="111498"/>
                    </a:cubicBezTo>
                    <a:cubicBezTo>
                      <a:pt x="85079" y="101646"/>
                      <a:pt x="93139" y="93586"/>
                      <a:pt x="102990" y="93586"/>
                    </a:cubicBezTo>
                    <a:cubicBezTo>
                      <a:pt x="112841" y="93586"/>
                      <a:pt x="120901" y="101646"/>
                      <a:pt x="120901" y="111498"/>
                    </a:cubicBezTo>
                    <a:cubicBezTo>
                      <a:pt x="120901" y="121349"/>
                      <a:pt x="112841" y="129409"/>
                      <a:pt x="102990" y="12940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4" name="Freeform: Shape 4320">
                <a:extLst>
                  <a:ext uri="{FF2B5EF4-FFF2-40B4-BE49-F238E27FC236}">
                    <a16:creationId xmlns:a16="http://schemas.microsoft.com/office/drawing/2014/main" id="{9A319E03-26D4-235C-8F47-154E2E5E14C5}"/>
                  </a:ext>
                  <a:ext uri="{C183D7F6-B498-43B3-948B-1728B52AA6E4}">
                    <adec:decorative xmlns:adec="http://schemas.microsoft.com/office/drawing/2017/decorative" val="1"/>
                  </a:ext>
                </a:extLst>
              </p:cNvPr>
              <p:cNvSpPr>
                <a:spLocks noChangeAspect="1"/>
              </p:cNvSpPr>
              <p:nvPr/>
            </p:nvSpPr>
            <p:spPr>
              <a:xfrm>
                <a:off x="1320019" y="3934478"/>
                <a:ext cx="165679" cy="147768"/>
              </a:xfrm>
              <a:custGeom>
                <a:avLst/>
                <a:gdLst>
                  <a:gd name="connsiteX0" fmla="*/ 137021 w 165679"/>
                  <a:gd name="connsiteY0" fmla="*/ 58212 h 147767"/>
                  <a:gd name="connsiteX1" fmla="*/ 166127 w 165679"/>
                  <a:gd name="connsiteY1" fmla="*/ 29106 h 147767"/>
                  <a:gd name="connsiteX2" fmla="*/ 137021 w 165679"/>
                  <a:gd name="connsiteY2" fmla="*/ 0 h 147767"/>
                  <a:gd name="connsiteX3" fmla="*/ 107915 w 165679"/>
                  <a:gd name="connsiteY3" fmla="*/ 29106 h 147767"/>
                  <a:gd name="connsiteX4" fmla="*/ 129857 w 165679"/>
                  <a:gd name="connsiteY4" fmla="*/ 57316 h 147767"/>
                  <a:gd name="connsiteX5" fmla="*/ 119558 w 165679"/>
                  <a:gd name="connsiteY5" fmla="*/ 107915 h 147767"/>
                  <a:gd name="connsiteX6" fmla="*/ 116871 w 165679"/>
                  <a:gd name="connsiteY6" fmla="*/ 107468 h 147767"/>
                  <a:gd name="connsiteX7" fmla="*/ 106124 w 165679"/>
                  <a:gd name="connsiteY7" fmla="*/ 110154 h 147767"/>
                  <a:gd name="connsiteX8" fmla="*/ 64481 w 165679"/>
                  <a:gd name="connsiteY8" fmla="*/ 51943 h 147767"/>
                  <a:gd name="connsiteX9" fmla="*/ 71645 w 165679"/>
                  <a:gd name="connsiteY9" fmla="*/ 35375 h 147767"/>
                  <a:gd name="connsiteX10" fmla="*/ 49256 w 165679"/>
                  <a:gd name="connsiteY10" fmla="*/ 12986 h 147767"/>
                  <a:gd name="connsiteX11" fmla="*/ 26867 w 165679"/>
                  <a:gd name="connsiteY11" fmla="*/ 35375 h 147767"/>
                  <a:gd name="connsiteX12" fmla="*/ 40748 w 165679"/>
                  <a:gd name="connsiteY12" fmla="*/ 55973 h 147767"/>
                  <a:gd name="connsiteX13" fmla="*/ 27762 w 165679"/>
                  <a:gd name="connsiteY13" fmla="*/ 94482 h 147767"/>
                  <a:gd name="connsiteX14" fmla="*/ 22389 w 165679"/>
                  <a:gd name="connsiteY14" fmla="*/ 93586 h 147767"/>
                  <a:gd name="connsiteX15" fmla="*/ 0 w 165679"/>
                  <a:gd name="connsiteY15" fmla="*/ 115975 h 147767"/>
                  <a:gd name="connsiteX16" fmla="*/ 22389 w 165679"/>
                  <a:gd name="connsiteY16" fmla="*/ 138365 h 147767"/>
                  <a:gd name="connsiteX17" fmla="*/ 44778 w 165679"/>
                  <a:gd name="connsiteY17" fmla="*/ 115975 h 147767"/>
                  <a:gd name="connsiteX18" fmla="*/ 32240 w 165679"/>
                  <a:gd name="connsiteY18" fmla="*/ 95825 h 147767"/>
                  <a:gd name="connsiteX19" fmla="*/ 45226 w 165679"/>
                  <a:gd name="connsiteY19" fmla="*/ 57316 h 147767"/>
                  <a:gd name="connsiteX20" fmla="*/ 49256 w 165679"/>
                  <a:gd name="connsiteY20" fmla="*/ 57764 h 147767"/>
                  <a:gd name="connsiteX21" fmla="*/ 60898 w 165679"/>
                  <a:gd name="connsiteY21" fmla="*/ 54629 h 147767"/>
                  <a:gd name="connsiteX22" fmla="*/ 102094 w 165679"/>
                  <a:gd name="connsiteY22" fmla="*/ 112393 h 147767"/>
                  <a:gd name="connsiteX23" fmla="*/ 94034 w 165679"/>
                  <a:gd name="connsiteY23" fmla="*/ 129409 h 147767"/>
                  <a:gd name="connsiteX24" fmla="*/ 116423 w 165679"/>
                  <a:gd name="connsiteY24" fmla="*/ 151798 h 147767"/>
                  <a:gd name="connsiteX25" fmla="*/ 138812 w 165679"/>
                  <a:gd name="connsiteY25" fmla="*/ 129409 h 147767"/>
                  <a:gd name="connsiteX26" fmla="*/ 123588 w 165679"/>
                  <a:gd name="connsiteY26" fmla="*/ 108363 h 147767"/>
                  <a:gd name="connsiteX27" fmla="*/ 133887 w 165679"/>
                  <a:gd name="connsiteY27" fmla="*/ 57764 h 147767"/>
                  <a:gd name="connsiteX28" fmla="*/ 137021 w 165679"/>
                  <a:gd name="connsiteY28" fmla="*/ 58212 h 147767"/>
                  <a:gd name="connsiteX29" fmla="*/ 40748 w 165679"/>
                  <a:gd name="connsiteY29" fmla="*/ 116423 h 147767"/>
                  <a:gd name="connsiteX30" fmla="*/ 22837 w 165679"/>
                  <a:gd name="connsiteY30" fmla="*/ 134335 h 147767"/>
                  <a:gd name="connsiteX31" fmla="*/ 4926 w 165679"/>
                  <a:gd name="connsiteY31" fmla="*/ 116423 h 147767"/>
                  <a:gd name="connsiteX32" fmla="*/ 22837 w 165679"/>
                  <a:gd name="connsiteY32" fmla="*/ 98512 h 147767"/>
                  <a:gd name="connsiteX33" fmla="*/ 40748 w 165679"/>
                  <a:gd name="connsiteY33" fmla="*/ 116423 h 147767"/>
                  <a:gd name="connsiteX34" fmla="*/ 31793 w 165679"/>
                  <a:gd name="connsiteY34" fmla="*/ 35823 h 147767"/>
                  <a:gd name="connsiteX35" fmla="*/ 49704 w 165679"/>
                  <a:gd name="connsiteY35" fmla="*/ 17911 h 147767"/>
                  <a:gd name="connsiteX36" fmla="*/ 67615 w 165679"/>
                  <a:gd name="connsiteY36" fmla="*/ 35823 h 147767"/>
                  <a:gd name="connsiteX37" fmla="*/ 49704 w 165679"/>
                  <a:gd name="connsiteY37" fmla="*/ 53734 h 147767"/>
                  <a:gd name="connsiteX38" fmla="*/ 31793 w 165679"/>
                  <a:gd name="connsiteY38" fmla="*/ 35823 h 147767"/>
                  <a:gd name="connsiteX39" fmla="*/ 134782 w 165679"/>
                  <a:gd name="connsiteY39" fmla="*/ 129857 h 147767"/>
                  <a:gd name="connsiteX40" fmla="*/ 116871 w 165679"/>
                  <a:gd name="connsiteY40" fmla="*/ 147768 h 147767"/>
                  <a:gd name="connsiteX41" fmla="*/ 98960 w 165679"/>
                  <a:gd name="connsiteY41" fmla="*/ 129857 h 147767"/>
                  <a:gd name="connsiteX42" fmla="*/ 116871 w 165679"/>
                  <a:gd name="connsiteY42" fmla="*/ 111946 h 147767"/>
                  <a:gd name="connsiteX43" fmla="*/ 134782 w 165679"/>
                  <a:gd name="connsiteY43" fmla="*/ 129857 h 147767"/>
                  <a:gd name="connsiteX44" fmla="*/ 112393 w 165679"/>
                  <a:gd name="connsiteY44" fmla="*/ 29106 h 147767"/>
                  <a:gd name="connsiteX45" fmla="*/ 137021 w 165679"/>
                  <a:gd name="connsiteY45" fmla="*/ 4478 h 147767"/>
                  <a:gd name="connsiteX46" fmla="*/ 161649 w 165679"/>
                  <a:gd name="connsiteY46" fmla="*/ 29106 h 147767"/>
                  <a:gd name="connsiteX47" fmla="*/ 137021 w 165679"/>
                  <a:gd name="connsiteY47" fmla="*/ 53734 h 147767"/>
                  <a:gd name="connsiteX48" fmla="*/ 133439 w 165679"/>
                  <a:gd name="connsiteY48" fmla="*/ 53286 h 147767"/>
                  <a:gd name="connsiteX49" fmla="*/ 132991 w 165679"/>
                  <a:gd name="connsiteY49" fmla="*/ 53286 h 147767"/>
                  <a:gd name="connsiteX50" fmla="*/ 132096 w 165679"/>
                  <a:gd name="connsiteY50" fmla="*/ 53286 h 147767"/>
                  <a:gd name="connsiteX51" fmla="*/ 112393 w 165679"/>
                  <a:gd name="connsiteY51" fmla="*/ 29106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5679" h="147767">
                    <a:moveTo>
                      <a:pt x="137021" y="58212"/>
                    </a:moveTo>
                    <a:cubicBezTo>
                      <a:pt x="153141" y="58212"/>
                      <a:pt x="166127" y="45226"/>
                      <a:pt x="166127" y="29106"/>
                    </a:cubicBezTo>
                    <a:cubicBezTo>
                      <a:pt x="166127" y="12986"/>
                      <a:pt x="153141" y="0"/>
                      <a:pt x="137021" y="0"/>
                    </a:cubicBezTo>
                    <a:cubicBezTo>
                      <a:pt x="120901" y="0"/>
                      <a:pt x="107915" y="12986"/>
                      <a:pt x="107915" y="29106"/>
                    </a:cubicBezTo>
                    <a:cubicBezTo>
                      <a:pt x="107915" y="42539"/>
                      <a:pt x="117319" y="54182"/>
                      <a:pt x="129857" y="57316"/>
                    </a:cubicBezTo>
                    <a:lnTo>
                      <a:pt x="119558" y="107915"/>
                    </a:lnTo>
                    <a:cubicBezTo>
                      <a:pt x="118662" y="107915"/>
                      <a:pt x="117767" y="107468"/>
                      <a:pt x="116871" y="107468"/>
                    </a:cubicBezTo>
                    <a:cubicBezTo>
                      <a:pt x="112841" y="107468"/>
                      <a:pt x="109707" y="108363"/>
                      <a:pt x="106124" y="110154"/>
                    </a:cubicBezTo>
                    <a:lnTo>
                      <a:pt x="64481" y="51943"/>
                    </a:lnTo>
                    <a:cubicBezTo>
                      <a:pt x="68958" y="47913"/>
                      <a:pt x="71645" y="42091"/>
                      <a:pt x="71645" y="35375"/>
                    </a:cubicBezTo>
                    <a:cubicBezTo>
                      <a:pt x="71645" y="22837"/>
                      <a:pt x="61794" y="12986"/>
                      <a:pt x="49256" y="12986"/>
                    </a:cubicBezTo>
                    <a:cubicBezTo>
                      <a:pt x="36718" y="12986"/>
                      <a:pt x="26867" y="22837"/>
                      <a:pt x="26867" y="35375"/>
                    </a:cubicBezTo>
                    <a:cubicBezTo>
                      <a:pt x="26867" y="44778"/>
                      <a:pt x="32688" y="52838"/>
                      <a:pt x="40748" y="55973"/>
                    </a:cubicBezTo>
                    <a:lnTo>
                      <a:pt x="27762" y="94482"/>
                    </a:lnTo>
                    <a:cubicBezTo>
                      <a:pt x="25971" y="94034"/>
                      <a:pt x="24180" y="93586"/>
                      <a:pt x="22389" y="93586"/>
                    </a:cubicBezTo>
                    <a:cubicBezTo>
                      <a:pt x="9851" y="93586"/>
                      <a:pt x="0" y="103438"/>
                      <a:pt x="0" y="115975"/>
                    </a:cubicBezTo>
                    <a:cubicBezTo>
                      <a:pt x="0" y="128513"/>
                      <a:pt x="9851" y="138365"/>
                      <a:pt x="22389" y="138365"/>
                    </a:cubicBezTo>
                    <a:cubicBezTo>
                      <a:pt x="34927" y="138365"/>
                      <a:pt x="44778" y="128513"/>
                      <a:pt x="44778" y="115975"/>
                    </a:cubicBezTo>
                    <a:cubicBezTo>
                      <a:pt x="44778" y="107020"/>
                      <a:pt x="39405" y="99407"/>
                      <a:pt x="32240" y="95825"/>
                    </a:cubicBezTo>
                    <a:lnTo>
                      <a:pt x="45226" y="57316"/>
                    </a:lnTo>
                    <a:cubicBezTo>
                      <a:pt x="46569" y="57764"/>
                      <a:pt x="47913" y="57764"/>
                      <a:pt x="49256" y="57764"/>
                    </a:cubicBezTo>
                    <a:cubicBezTo>
                      <a:pt x="53734" y="57764"/>
                      <a:pt x="57316" y="56421"/>
                      <a:pt x="60898" y="54629"/>
                    </a:cubicBezTo>
                    <a:lnTo>
                      <a:pt x="102094" y="112393"/>
                    </a:lnTo>
                    <a:cubicBezTo>
                      <a:pt x="97169" y="116423"/>
                      <a:pt x="94034" y="122692"/>
                      <a:pt x="94034" y="129409"/>
                    </a:cubicBezTo>
                    <a:cubicBezTo>
                      <a:pt x="94034" y="141947"/>
                      <a:pt x="103885" y="151798"/>
                      <a:pt x="116423" y="151798"/>
                    </a:cubicBezTo>
                    <a:cubicBezTo>
                      <a:pt x="128961" y="151798"/>
                      <a:pt x="138812" y="141947"/>
                      <a:pt x="138812" y="129409"/>
                    </a:cubicBezTo>
                    <a:cubicBezTo>
                      <a:pt x="138812" y="119558"/>
                      <a:pt x="132543" y="111498"/>
                      <a:pt x="123588" y="108363"/>
                    </a:cubicBezTo>
                    <a:lnTo>
                      <a:pt x="133887" y="57764"/>
                    </a:lnTo>
                    <a:cubicBezTo>
                      <a:pt x="135230" y="58212"/>
                      <a:pt x="136126" y="58212"/>
                      <a:pt x="137021" y="58212"/>
                    </a:cubicBezTo>
                    <a:close/>
                    <a:moveTo>
                      <a:pt x="40748" y="116423"/>
                    </a:moveTo>
                    <a:cubicBezTo>
                      <a:pt x="40748" y="126274"/>
                      <a:pt x="32688" y="134335"/>
                      <a:pt x="22837" y="134335"/>
                    </a:cubicBezTo>
                    <a:cubicBezTo>
                      <a:pt x="12986" y="134335"/>
                      <a:pt x="4926" y="126274"/>
                      <a:pt x="4926" y="116423"/>
                    </a:cubicBezTo>
                    <a:cubicBezTo>
                      <a:pt x="4926" y="106572"/>
                      <a:pt x="12986" y="98512"/>
                      <a:pt x="22837" y="98512"/>
                    </a:cubicBezTo>
                    <a:cubicBezTo>
                      <a:pt x="32688" y="98512"/>
                      <a:pt x="40748" y="106572"/>
                      <a:pt x="40748" y="116423"/>
                    </a:cubicBezTo>
                    <a:close/>
                    <a:moveTo>
                      <a:pt x="31793" y="35823"/>
                    </a:moveTo>
                    <a:cubicBezTo>
                      <a:pt x="31793" y="25971"/>
                      <a:pt x="39853" y="17911"/>
                      <a:pt x="49704" y="17911"/>
                    </a:cubicBezTo>
                    <a:cubicBezTo>
                      <a:pt x="59555" y="17911"/>
                      <a:pt x="67615" y="25971"/>
                      <a:pt x="67615" y="35823"/>
                    </a:cubicBezTo>
                    <a:cubicBezTo>
                      <a:pt x="67615" y="45674"/>
                      <a:pt x="59555" y="53734"/>
                      <a:pt x="49704" y="53734"/>
                    </a:cubicBezTo>
                    <a:cubicBezTo>
                      <a:pt x="39853" y="53734"/>
                      <a:pt x="31793" y="45674"/>
                      <a:pt x="31793" y="35823"/>
                    </a:cubicBezTo>
                    <a:close/>
                    <a:moveTo>
                      <a:pt x="134782" y="129857"/>
                    </a:moveTo>
                    <a:cubicBezTo>
                      <a:pt x="134782" y="139708"/>
                      <a:pt x="126722" y="147768"/>
                      <a:pt x="116871" y="147768"/>
                    </a:cubicBezTo>
                    <a:cubicBezTo>
                      <a:pt x="107020" y="147768"/>
                      <a:pt x="98960" y="139708"/>
                      <a:pt x="98960" y="129857"/>
                    </a:cubicBezTo>
                    <a:cubicBezTo>
                      <a:pt x="98960" y="120006"/>
                      <a:pt x="107020" y="111946"/>
                      <a:pt x="116871" y="111946"/>
                    </a:cubicBezTo>
                    <a:cubicBezTo>
                      <a:pt x="126722" y="111946"/>
                      <a:pt x="134782" y="120006"/>
                      <a:pt x="134782" y="129857"/>
                    </a:cubicBezTo>
                    <a:close/>
                    <a:moveTo>
                      <a:pt x="112393" y="29106"/>
                    </a:moveTo>
                    <a:cubicBezTo>
                      <a:pt x="112393" y="15672"/>
                      <a:pt x="123588" y="4478"/>
                      <a:pt x="137021" y="4478"/>
                    </a:cubicBezTo>
                    <a:cubicBezTo>
                      <a:pt x="150455" y="4478"/>
                      <a:pt x="161649" y="15672"/>
                      <a:pt x="161649" y="29106"/>
                    </a:cubicBezTo>
                    <a:cubicBezTo>
                      <a:pt x="161649" y="42539"/>
                      <a:pt x="150455" y="53734"/>
                      <a:pt x="137021" y="53734"/>
                    </a:cubicBezTo>
                    <a:cubicBezTo>
                      <a:pt x="135678" y="53734"/>
                      <a:pt x="134335" y="53734"/>
                      <a:pt x="133439" y="53286"/>
                    </a:cubicBezTo>
                    <a:cubicBezTo>
                      <a:pt x="133439" y="53286"/>
                      <a:pt x="132991" y="53286"/>
                      <a:pt x="132991" y="53286"/>
                    </a:cubicBezTo>
                    <a:cubicBezTo>
                      <a:pt x="132543" y="53286"/>
                      <a:pt x="132543" y="53286"/>
                      <a:pt x="132096" y="53286"/>
                    </a:cubicBezTo>
                    <a:cubicBezTo>
                      <a:pt x="120901" y="51047"/>
                      <a:pt x="112393" y="41196"/>
                      <a:pt x="112393" y="2910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5" name="Freeform: Shape 4321">
                <a:extLst>
                  <a:ext uri="{FF2B5EF4-FFF2-40B4-BE49-F238E27FC236}">
                    <a16:creationId xmlns:a16="http://schemas.microsoft.com/office/drawing/2014/main" id="{5414F883-14BB-6C83-24DE-AE96520AAEB4}"/>
                  </a:ext>
                  <a:ext uri="{C183D7F6-B498-43B3-948B-1728B52AA6E4}">
                    <adec:decorative xmlns:adec="http://schemas.microsoft.com/office/drawing/2017/decorative" val="1"/>
                  </a:ext>
                </a:extLst>
              </p:cNvPr>
              <p:cNvSpPr>
                <a:spLocks noChangeAspect="1"/>
              </p:cNvSpPr>
              <p:nvPr/>
            </p:nvSpPr>
            <p:spPr>
              <a:xfrm>
                <a:off x="1869000" y="3947911"/>
                <a:ext cx="143290" cy="134335"/>
              </a:xfrm>
              <a:custGeom>
                <a:avLst/>
                <a:gdLst>
                  <a:gd name="connsiteX0" fmla="*/ 128066 w 143290"/>
                  <a:gd name="connsiteY0" fmla="*/ 76123 h 134334"/>
                  <a:gd name="connsiteX1" fmla="*/ 114184 w 143290"/>
                  <a:gd name="connsiteY1" fmla="*/ 82840 h 134334"/>
                  <a:gd name="connsiteX2" fmla="*/ 99407 w 143290"/>
                  <a:gd name="connsiteY2" fmla="*/ 74332 h 134334"/>
                  <a:gd name="connsiteX3" fmla="*/ 102990 w 143290"/>
                  <a:gd name="connsiteY3" fmla="*/ 60451 h 134334"/>
                  <a:gd name="connsiteX4" fmla="*/ 96273 w 143290"/>
                  <a:gd name="connsiteY4" fmla="*/ 41644 h 134334"/>
                  <a:gd name="connsiteX5" fmla="*/ 107468 w 143290"/>
                  <a:gd name="connsiteY5" fmla="*/ 31345 h 134334"/>
                  <a:gd name="connsiteX6" fmla="*/ 119110 w 143290"/>
                  <a:gd name="connsiteY6" fmla="*/ 35823 h 134334"/>
                  <a:gd name="connsiteX7" fmla="*/ 137021 w 143290"/>
                  <a:gd name="connsiteY7" fmla="*/ 17911 h 134334"/>
                  <a:gd name="connsiteX8" fmla="*/ 119110 w 143290"/>
                  <a:gd name="connsiteY8" fmla="*/ 0 h 134334"/>
                  <a:gd name="connsiteX9" fmla="*/ 101199 w 143290"/>
                  <a:gd name="connsiteY9" fmla="*/ 17911 h 134334"/>
                  <a:gd name="connsiteX10" fmla="*/ 104333 w 143290"/>
                  <a:gd name="connsiteY10" fmla="*/ 28210 h 134334"/>
                  <a:gd name="connsiteX11" fmla="*/ 92691 w 143290"/>
                  <a:gd name="connsiteY11" fmla="*/ 38509 h 134334"/>
                  <a:gd name="connsiteX12" fmla="*/ 72988 w 143290"/>
                  <a:gd name="connsiteY12" fmla="*/ 30897 h 134334"/>
                  <a:gd name="connsiteX13" fmla="*/ 54182 w 143290"/>
                  <a:gd name="connsiteY13" fmla="*/ 37614 h 134334"/>
                  <a:gd name="connsiteX14" fmla="*/ 44330 w 143290"/>
                  <a:gd name="connsiteY14" fmla="*/ 27315 h 134334"/>
                  <a:gd name="connsiteX15" fmla="*/ 47465 w 143290"/>
                  <a:gd name="connsiteY15" fmla="*/ 18359 h 134334"/>
                  <a:gd name="connsiteX16" fmla="*/ 33136 w 143290"/>
                  <a:gd name="connsiteY16" fmla="*/ 4030 h 134334"/>
                  <a:gd name="connsiteX17" fmla="*/ 18807 w 143290"/>
                  <a:gd name="connsiteY17" fmla="*/ 18359 h 134334"/>
                  <a:gd name="connsiteX18" fmla="*/ 33136 w 143290"/>
                  <a:gd name="connsiteY18" fmla="*/ 32688 h 134334"/>
                  <a:gd name="connsiteX19" fmla="*/ 40748 w 143290"/>
                  <a:gd name="connsiteY19" fmla="*/ 30449 h 134334"/>
                  <a:gd name="connsiteX20" fmla="*/ 50599 w 143290"/>
                  <a:gd name="connsiteY20" fmla="*/ 40748 h 134334"/>
                  <a:gd name="connsiteX21" fmla="*/ 42987 w 143290"/>
                  <a:gd name="connsiteY21" fmla="*/ 60451 h 134334"/>
                  <a:gd name="connsiteX22" fmla="*/ 46569 w 143290"/>
                  <a:gd name="connsiteY22" fmla="*/ 74332 h 134334"/>
                  <a:gd name="connsiteX23" fmla="*/ 31793 w 143290"/>
                  <a:gd name="connsiteY23" fmla="*/ 82840 h 134334"/>
                  <a:gd name="connsiteX24" fmla="*/ 17911 w 143290"/>
                  <a:gd name="connsiteY24" fmla="*/ 76123 h 134334"/>
                  <a:gd name="connsiteX25" fmla="*/ 0 w 143290"/>
                  <a:gd name="connsiteY25" fmla="*/ 94034 h 134334"/>
                  <a:gd name="connsiteX26" fmla="*/ 17911 w 143290"/>
                  <a:gd name="connsiteY26" fmla="*/ 111946 h 134334"/>
                  <a:gd name="connsiteX27" fmla="*/ 35823 w 143290"/>
                  <a:gd name="connsiteY27" fmla="*/ 94034 h 134334"/>
                  <a:gd name="connsiteX28" fmla="*/ 34479 w 143290"/>
                  <a:gd name="connsiteY28" fmla="*/ 86870 h 134334"/>
                  <a:gd name="connsiteX29" fmla="*/ 49256 w 143290"/>
                  <a:gd name="connsiteY29" fmla="*/ 77914 h 134334"/>
                  <a:gd name="connsiteX30" fmla="*/ 70749 w 143290"/>
                  <a:gd name="connsiteY30" fmla="*/ 89556 h 134334"/>
                  <a:gd name="connsiteX31" fmla="*/ 70749 w 143290"/>
                  <a:gd name="connsiteY31" fmla="*/ 109707 h 134334"/>
                  <a:gd name="connsiteX32" fmla="*/ 58659 w 143290"/>
                  <a:gd name="connsiteY32" fmla="*/ 124035 h 134334"/>
                  <a:gd name="connsiteX33" fmla="*/ 72988 w 143290"/>
                  <a:gd name="connsiteY33" fmla="*/ 138365 h 134334"/>
                  <a:gd name="connsiteX34" fmla="*/ 87317 w 143290"/>
                  <a:gd name="connsiteY34" fmla="*/ 124035 h 134334"/>
                  <a:gd name="connsiteX35" fmla="*/ 75227 w 143290"/>
                  <a:gd name="connsiteY35" fmla="*/ 109707 h 134334"/>
                  <a:gd name="connsiteX36" fmla="*/ 75227 w 143290"/>
                  <a:gd name="connsiteY36" fmla="*/ 89556 h 134334"/>
                  <a:gd name="connsiteX37" fmla="*/ 96721 w 143290"/>
                  <a:gd name="connsiteY37" fmla="*/ 77466 h 134334"/>
                  <a:gd name="connsiteX38" fmla="*/ 111498 w 143290"/>
                  <a:gd name="connsiteY38" fmla="*/ 85974 h 134334"/>
                  <a:gd name="connsiteX39" fmla="*/ 109707 w 143290"/>
                  <a:gd name="connsiteY39" fmla="*/ 93586 h 134334"/>
                  <a:gd name="connsiteX40" fmla="*/ 127618 w 143290"/>
                  <a:gd name="connsiteY40" fmla="*/ 111498 h 134334"/>
                  <a:gd name="connsiteX41" fmla="*/ 145529 w 143290"/>
                  <a:gd name="connsiteY41" fmla="*/ 93586 h 134334"/>
                  <a:gd name="connsiteX42" fmla="*/ 128066 w 143290"/>
                  <a:gd name="connsiteY42" fmla="*/ 76123 h 134334"/>
                  <a:gd name="connsiteX43" fmla="*/ 118662 w 143290"/>
                  <a:gd name="connsiteY43" fmla="*/ 4478 h 134334"/>
                  <a:gd name="connsiteX44" fmla="*/ 132096 w 143290"/>
                  <a:gd name="connsiteY44" fmla="*/ 17911 h 134334"/>
                  <a:gd name="connsiteX45" fmla="*/ 118662 w 143290"/>
                  <a:gd name="connsiteY45" fmla="*/ 31345 h 134334"/>
                  <a:gd name="connsiteX46" fmla="*/ 105229 w 143290"/>
                  <a:gd name="connsiteY46" fmla="*/ 17911 h 134334"/>
                  <a:gd name="connsiteX47" fmla="*/ 118662 w 143290"/>
                  <a:gd name="connsiteY47" fmla="*/ 4478 h 134334"/>
                  <a:gd name="connsiteX48" fmla="*/ 33584 w 143290"/>
                  <a:gd name="connsiteY48" fmla="*/ 27763 h 134334"/>
                  <a:gd name="connsiteX49" fmla="*/ 23732 w 143290"/>
                  <a:gd name="connsiteY49" fmla="*/ 17911 h 134334"/>
                  <a:gd name="connsiteX50" fmla="*/ 33584 w 143290"/>
                  <a:gd name="connsiteY50" fmla="*/ 8060 h 134334"/>
                  <a:gd name="connsiteX51" fmla="*/ 43435 w 143290"/>
                  <a:gd name="connsiteY51" fmla="*/ 17911 h 134334"/>
                  <a:gd name="connsiteX52" fmla="*/ 33584 w 143290"/>
                  <a:gd name="connsiteY52" fmla="*/ 27763 h 134334"/>
                  <a:gd name="connsiteX53" fmla="*/ 18359 w 143290"/>
                  <a:gd name="connsiteY53" fmla="*/ 107468 h 134334"/>
                  <a:gd name="connsiteX54" fmla="*/ 4926 w 143290"/>
                  <a:gd name="connsiteY54" fmla="*/ 94034 h 134334"/>
                  <a:gd name="connsiteX55" fmla="*/ 18359 w 143290"/>
                  <a:gd name="connsiteY55" fmla="*/ 80601 h 134334"/>
                  <a:gd name="connsiteX56" fmla="*/ 31793 w 143290"/>
                  <a:gd name="connsiteY56" fmla="*/ 94034 h 134334"/>
                  <a:gd name="connsiteX57" fmla="*/ 18359 w 143290"/>
                  <a:gd name="connsiteY57" fmla="*/ 107468 h 134334"/>
                  <a:gd name="connsiteX58" fmla="*/ 83287 w 143290"/>
                  <a:gd name="connsiteY58" fmla="*/ 124483 h 134334"/>
                  <a:gd name="connsiteX59" fmla="*/ 73436 w 143290"/>
                  <a:gd name="connsiteY59" fmla="*/ 134335 h 134334"/>
                  <a:gd name="connsiteX60" fmla="*/ 63585 w 143290"/>
                  <a:gd name="connsiteY60" fmla="*/ 124483 h 134334"/>
                  <a:gd name="connsiteX61" fmla="*/ 73436 w 143290"/>
                  <a:gd name="connsiteY61" fmla="*/ 114632 h 134334"/>
                  <a:gd name="connsiteX62" fmla="*/ 83287 w 143290"/>
                  <a:gd name="connsiteY62" fmla="*/ 124483 h 134334"/>
                  <a:gd name="connsiteX63" fmla="*/ 72988 w 143290"/>
                  <a:gd name="connsiteY63" fmla="*/ 85526 h 134334"/>
                  <a:gd name="connsiteX64" fmla="*/ 47913 w 143290"/>
                  <a:gd name="connsiteY64" fmla="*/ 60451 h 134334"/>
                  <a:gd name="connsiteX65" fmla="*/ 72988 w 143290"/>
                  <a:gd name="connsiteY65" fmla="*/ 35375 h 134334"/>
                  <a:gd name="connsiteX66" fmla="*/ 98064 w 143290"/>
                  <a:gd name="connsiteY66" fmla="*/ 60451 h 134334"/>
                  <a:gd name="connsiteX67" fmla="*/ 72988 w 143290"/>
                  <a:gd name="connsiteY67" fmla="*/ 85526 h 134334"/>
                  <a:gd name="connsiteX68" fmla="*/ 128066 w 143290"/>
                  <a:gd name="connsiteY68" fmla="*/ 107468 h 134334"/>
                  <a:gd name="connsiteX69" fmla="*/ 114632 w 143290"/>
                  <a:gd name="connsiteY69" fmla="*/ 94034 h 134334"/>
                  <a:gd name="connsiteX70" fmla="*/ 116423 w 143290"/>
                  <a:gd name="connsiteY70" fmla="*/ 87318 h 134334"/>
                  <a:gd name="connsiteX71" fmla="*/ 116871 w 143290"/>
                  <a:gd name="connsiteY71" fmla="*/ 86870 h 134334"/>
                  <a:gd name="connsiteX72" fmla="*/ 117319 w 143290"/>
                  <a:gd name="connsiteY72" fmla="*/ 85974 h 134334"/>
                  <a:gd name="connsiteX73" fmla="*/ 128066 w 143290"/>
                  <a:gd name="connsiteY73" fmla="*/ 80601 h 134334"/>
                  <a:gd name="connsiteX74" fmla="*/ 141499 w 143290"/>
                  <a:gd name="connsiteY74" fmla="*/ 94034 h 134334"/>
                  <a:gd name="connsiteX75" fmla="*/ 128066 w 143290"/>
                  <a:gd name="connsiteY75" fmla="*/ 107468 h 13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43290" h="134334">
                    <a:moveTo>
                      <a:pt x="128066" y="76123"/>
                    </a:moveTo>
                    <a:cubicBezTo>
                      <a:pt x="122692" y="76123"/>
                      <a:pt x="117767" y="78810"/>
                      <a:pt x="114184" y="82840"/>
                    </a:cubicBezTo>
                    <a:lnTo>
                      <a:pt x="99407" y="74332"/>
                    </a:lnTo>
                    <a:cubicBezTo>
                      <a:pt x="101646" y="70302"/>
                      <a:pt x="102990" y="65376"/>
                      <a:pt x="102990" y="60451"/>
                    </a:cubicBezTo>
                    <a:cubicBezTo>
                      <a:pt x="102990" y="53286"/>
                      <a:pt x="100303" y="46569"/>
                      <a:pt x="96273" y="41644"/>
                    </a:cubicBezTo>
                    <a:lnTo>
                      <a:pt x="107468" y="31345"/>
                    </a:lnTo>
                    <a:cubicBezTo>
                      <a:pt x="110602" y="34031"/>
                      <a:pt x="114632" y="35823"/>
                      <a:pt x="119110" y="35823"/>
                    </a:cubicBezTo>
                    <a:cubicBezTo>
                      <a:pt x="128961" y="35823"/>
                      <a:pt x="137021" y="27763"/>
                      <a:pt x="137021" y="17911"/>
                    </a:cubicBezTo>
                    <a:cubicBezTo>
                      <a:pt x="137021" y="8060"/>
                      <a:pt x="128961" y="0"/>
                      <a:pt x="119110" y="0"/>
                    </a:cubicBezTo>
                    <a:cubicBezTo>
                      <a:pt x="109259" y="0"/>
                      <a:pt x="101199" y="8060"/>
                      <a:pt x="101199" y="17911"/>
                    </a:cubicBezTo>
                    <a:cubicBezTo>
                      <a:pt x="101199" y="21494"/>
                      <a:pt x="102542" y="25076"/>
                      <a:pt x="104333" y="28210"/>
                    </a:cubicBezTo>
                    <a:lnTo>
                      <a:pt x="92691" y="38509"/>
                    </a:lnTo>
                    <a:cubicBezTo>
                      <a:pt x="87317" y="34031"/>
                      <a:pt x="80601" y="30897"/>
                      <a:pt x="72988" y="30897"/>
                    </a:cubicBezTo>
                    <a:cubicBezTo>
                      <a:pt x="65824" y="30897"/>
                      <a:pt x="59555" y="33584"/>
                      <a:pt x="54182" y="37614"/>
                    </a:cubicBezTo>
                    <a:lnTo>
                      <a:pt x="44330" y="27315"/>
                    </a:lnTo>
                    <a:cubicBezTo>
                      <a:pt x="46569" y="24628"/>
                      <a:pt x="47465" y="21494"/>
                      <a:pt x="47465" y="18359"/>
                    </a:cubicBezTo>
                    <a:cubicBezTo>
                      <a:pt x="47465" y="10299"/>
                      <a:pt x="41196" y="4030"/>
                      <a:pt x="33136" y="4030"/>
                    </a:cubicBezTo>
                    <a:cubicBezTo>
                      <a:pt x="25076" y="4030"/>
                      <a:pt x="18807" y="10299"/>
                      <a:pt x="18807" y="18359"/>
                    </a:cubicBezTo>
                    <a:cubicBezTo>
                      <a:pt x="18807" y="26419"/>
                      <a:pt x="25076" y="32688"/>
                      <a:pt x="33136" y="32688"/>
                    </a:cubicBezTo>
                    <a:cubicBezTo>
                      <a:pt x="35823" y="32688"/>
                      <a:pt x="38509" y="31793"/>
                      <a:pt x="40748" y="30449"/>
                    </a:cubicBezTo>
                    <a:lnTo>
                      <a:pt x="50599" y="40748"/>
                    </a:lnTo>
                    <a:cubicBezTo>
                      <a:pt x="45674" y="46122"/>
                      <a:pt x="42987" y="52838"/>
                      <a:pt x="42987" y="60451"/>
                    </a:cubicBezTo>
                    <a:cubicBezTo>
                      <a:pt x="42987" y="65376"/>
                      <a:pt x="44330" y="70302"/>
                      <a:pt x="46569" y="74332"/>
                    </a:cubicBezTo>
                    <a:lnTo>
                      <a:pt x="31793" y="82840"/>
                    </a:lnTo>
                    <a:cubicBezTo>
                      <a:pt x="28658" y="78810"/>
                      <a:pt x="23732" y="76123"/>
                      <a:pt x="17911" y="76123"/>
                    </a:cubicBezTo>
                    <a:cubicBezTo>
                      <a:pt x="8060" y="76123"/>
                      <a:pt x="0" y="84183"/>
                      <a:pt x="0" y="94034"/>
                    </a:cubicBezTo>
                    <a:cubicBezTo>
                      <a:pt x="0" y="103885"/>
                      <a:pt x="8060" y="111946"/>
                      <a:pt x="17911" y="111946"/>
                    </a:cubicBezTo>
                    <a:cubicBezTo>
                      <a:pt x="27762" y="111946"/>
                      <a:pt x="35823" y="103885"/>
                      <a:pt x="35823" y="94034"/>
                    </a:cubicBezTo>
                    <a:cubicBezTo>
                      <a:pt x="35823" y="91347"/>
                      <a:pt x="35375" y="89109"/>
                      <a:pt x="34479" y="86870"/>
                    </a:cubicBezTo>
                    <a:lnTo>
                      <a:pt x="49256" y="77914"/>
                    </a:lnTo>
                    <a:cubicBezTo>
                      <a:pt x="54182" y="84631"/>
                      <a:pt x="61794" y="89109"/>
                      <a:pt x="70749" y="89556"/>
                    </a:cubicBezTo>
                    <a:lnTo>
                      <a:pt x="70749" y="109707"/>
                    </a:lnTo>
                    <a:cubicBezTo>
                      <a:pt x="64033" y="110602"/>
                      <a:pt x="58659" y="116871"/>
                      <a:pt x="58659" y="124035"/>
                    </a:cubicBezTo>
                    <a:cubicBezTo>
                      <a:pt x="58659" y="132096"/>
                      <a:pt x="64928" y="138365"/>
                      <a:pt x="72988" y="138365"/>
                    </a:cubicBezTo>
                    <a:cubicBezTo>
                      <a:pt x="81049" y="138365"/>
                      <a:pt x="87317" y="132096"/>
                      <a:pt x="87317" y="124035"/>
                    </a:cubicBezTo>
                    <a:cubicBezTo>
                      <a:pt x="87317" y="116871"/>
                      <a:pt x="81944" y="111050"/>
                      <a:pt x="75227" y="109707"/>
                    </a:cubicBezTo>
                    <a:lnTo>
                      <a:pt x="75227" y="89556"/>
                    </a:lnTo>
                    <a:cubicBezTo>
                      <a:pt x="84183" y="89109"/>
                      <a:pt x="91795" y="84183"/>
                      <a:pt x="96721" y="77466"/>
                    </a:cubicBezTo>
                    <a:lnTo>
                      <a:pt x="111498" y="85974"/>
                    </a:lnTo>
                    <a:cubicBezTo>
                      <a:pt x="110602" y="88213"/>
                      <a:pt x="109707" y="90900"/>
                      <a:pt x="109707" y="93586"/>
                    </a:cubicBezTo>
                    <a:cubicBezTo>
                      <a:pt x="109707" y="103438"/>
                      <a:pt x="117767" y="111498"/>
                      <a:pt x="127618" y="111498"/>
                    </a:cubicBezTo>
                    <a:cubicBezTo>
                      <a:pt x="137469" y="111498"/>
                      <a:pt x="145529" y="103438"/>
                      <a:pt x="145529" y="93586"/>
                    </a:cubicBezTo>
                    <a:cubicBezTo>
                      <a:pt x="145977" y="84183"/>
                      <a:pt x="137917" y="76123"/>
                      <a:pt x="128066" y="76123"/>
                    </a:cubicBezTo>
                    <a:close/>
                    <a:moveTo>
                      <a:pt x="118662" y="4478"/>
                    </a:moveTo>
                    <a:cubicBezTo>
                      <a:pt x="125827" y="4478"/>
                      <a:pt x="132096" y="10299"/>
                      <a:pt x="132096" y="17911"/>
                    </a:cubicBezTo>
                    <a:cubicBezTo>
                      <a:pt x="132096" y="25076"/>
                      <a:pt x="126274" y="31345"/>
                      <a:pt x="118662" y="31345"/>
                    </a:cubicBezTo>
                    <a:cubicBezTo>
                      <a:pt x="111498" y="31345"/>
                      <a:pt x="105229" y="25524"/>
                      <a:pt x="105229" y="17911"/>
                    </a:cubicBezTo>
                    <a:cubicBezTo>
                      <a:pt x="105677" y="10299"/>
                      <a:pt x="111498" y="4478"/>
                      <a:pt x="118662" y="4478"/>
                    </a:cubicBezTo>
                    <a:close/>
                    <a:moveTo>
                      <a:pt x="33584" y="27763"/>
                    </a:moveTo>
                    <a:cubicBezTo>
                      <a:pt x="28210" y="27763"/>
                      <a:pt x="23732" y="23285"/>
                      <a:pt x="23732" y="17911"/>
                    </a:cubicBezTo>
                    <a:cubicBezTo>
                      <a:pt x="23732" y="12538"/>
                      <a:pt x="28210" y="8060"/>
                      <a:pt x="33584" y="8060"/>
                    </a:cubicBezTo>
                    <a:cubicBezTo>
                      <a:pt x="38957" y="8060"/>
                      <a:pt x="43435" y="12538"/>
                      <a:pt x="43435" y="17911"/>
                    </a:cubicBezTo>
                    <a:cubicBezTo>
                      <a:pt x="43435" y="23285"/>
                      <a:pt x="38957" y="27763"/>
                      <a:pt x="33584" y="27763"/>
                    </a:cubicBezTo>
                    <a:close/>
                    <a:moveTo>
                      <a:pt x="18359" y="107468"/>
                    </a:moveTo>
                    <a:cubicBezTo>
                      <a:pt x="11195" y="107468"/>
                      <a:pt x="4926" y="101646"/>
                      <a:pt x="4926" y="94034"/>
                    </a:cubicBezTo>
                    <a:cubicBezTo>
                      <a:pt x="4926" y="86870"/>
                      <a:pt x="10747" y="80601"/>
                      <a:pt x="18359" y="80601"/>
                    </a:cubicBezTo>
                    <a:cubicBezTo>
                      <a:pt x="25523" y="80601"/>
                      <a:pt x="31793" y="86422"/>
                      <a:pt x="31793" y="94034"/>
                    </a:cubicBezTo>
                    <a:cubicBezTo>
                      <a:pt x="31345" y="101199"/>
                      <a:pt x="25523" y="107468"/>
                      <a:pt x="18359" y="107468"/>
                    </a:cubicBezTo>
                    <a:close/>
                    <a:moveTo>
                      <a:pt x="83287" y="124483"/>
                    </a:moveTo>
                    <a:cubicBezTo>
                      <a:pt x="83287" y="129857"/>
                      <a:pt x="78810" y="134335"/>
                      <a:pt x="73436" y="134335"/>
                    </a:cubicBezTo>
                    <a:cubicBezTo>
                      <a:pt x="68063" y="134335"/>
                      <a:pt x="63585" y="129857"/>
                      <a:pt x="63585" y="124483"/>
                    </a:cubicBezTo>
                    <a:cubicBezTo>
                      <a:pt x="63585" y="119110"/>
                      <a:pt x="68063" y="114632"/>
                      <a:pt x="73436" y="114632"/>
                    </a:cubicBezTo>
                    <a:cubicBezTo>
                      <a:pt x="78810" y="114632"/>
                      <a:pt x="83287" y="119110"/>
                      <a:pt x="83287" y="124483"/>
                    </a:cubicBezTo>
                    <a:close/>
                    <a:moveTo>
                      <a:pt x="72988" y="85526"/>
                    </a:moveTo>
                    <a:cubicBezTo>
                      <a:pt x="59107" y="85526"/>
                      <a:pt x="47913" y="74332"/>
                      <a:pt x="47913" y="60451"/>
                    </a:cubicBezTo>
                    <a:cubicBezTo>
                      <a:pt x="47913" y="46569"/>
                      <a:pt x="59107" y="35375"/>
                      <a:pt x="72988" y="35375"/>
                    </a:cubicBezTo>
                    <a:cubicBezTo>
                      <a:pt x="86870" y="35375"/>
                      <a:pt x="98064" y="46569"/>
                      <a:pt x="98064" y="60451"/>
                    </a:cubicBezTo>
                    <a:cubicBezTo>
                      <a:pt x="98064" y="74332"/>
                      <a:pt x="86870" y="85526"/>
                      <a:pt x="72988" y="85526"/>
                    </a:cubicBezTo>
                    <a:close/>
                    <a:moveTo>
                      <a:pt x="128066" y="107468"/>
                    </a:moveTo>
                    <a:cubicBezTo>
                      <a:pt x="120901" y="107468"/>
                      <a:pt x="114632" y="101646"/>
                      <a:pt x="114632" y="94034"/>
                    </a:cubicBezTo>
                    <a:cubicBezTo>
                      <a:pt x="114632" y="91795"/>
                      <a:pt x="115528" y="89556"/>
                      <a:pt x="116423" y="87318"/>
                    </a:cubicBezTo>
                    <a:cubicBezTo>
                      <a:pt x="116423" y="87318"/>
                      <a:pt x="116871" y="86870"/>
                      <a:pt x="116871" y="86870"/>
                    </a:cubicBezTo>
                    <a:cubicBezTo>
                      <a:pt x="116871" y="86422"/>
                      <a:pt x="116871" y="86422"/>
                      <a:pt x="117319" y="85974"/>
                    </a:cubicBezTo>
                    <a:cubicBezTo>
                      <a:pt x="119558" y="82840"/>
                      <a:pt x="123588" y="80601"/>
                      <a:pt x="128066" y="80601"/>
                    </a:cubicBezTo>
                    <a:cubicBezTo>
                      <a:pt x="135230" y="80601"/>
                      <a:pt x="141499" y="86422"/>
                      <a:pt x="141499" y="94034"/>
                    </a:cubicBezTo>
                    <a:cubicBezTo>
                      <a:pt x="141499" y="101199"/>
                      <a:pt x="135230" y="107468"/>
                      <a:pt x="128066" y="10746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426" name="Group 4322">
                <a:extLst>
                  <a:ext uri="{FF2B5EF4-FFF2-40B4-BE49-F238E27FC236}">
                    <a16:creationId xmlns:a16="http://schemas.microsoft.com/office/drawing/2014/main" id="{24DCB617-2314-BCCE-CC72-32682F136F58}"/>
                  </a:ext>
                  <a:ext uri="{C183D7F6-B498-43B3-948B-1728B52AA6E4}">
                    <adec:decorative xmlns:adec="http://schemas.microsoft.com/office/drawing/2017/decorative" val="1"/>
                  </a:ext>
                </a:extLst>
              </p:cNvPr>
              <p:cNvGrpSpPr>
                <a:grpSpLocks noChangeAspect="1"/>
              </p:cNvGrpSpPr>
              <p:nvPr/>
            </p:nvGrpSpPr>
            <p:grpSpPr>
              <a:xfrm>
                <a:off x="2144957" y="3939851"/>
                <a:ext cx="138812" cy="129857"/>
                <a:chOff x="2185711" y="3204412"/>
                <a:chExt cx="138812" cy="129857"/>
              </a:xfrm>
            </p:grpSpPr>
            <p:sp>
              <p:nvSpPr>
                <p:cNvPr id="427" name="Freeform: Shape 4323">
                  <a:extLst>
                    <a:ext uri="{FF2B5EF4-FFF2-40B4-BE49-F238E27FC236}">
                      <a16:creationId xmlns:a16="http://schemas.microsoft.com/office/drawing/2014/main" id="{58F72E55-ECA8-F915-66F5-5351B2CBA547}"/>
                    </a:ext>
                  </a:extLst>
                </p:cNvPr>
                <p:cNvSpPr/>
                <p:nvPr/>
              </p:nvSpPr>
              <p:spPr>
                <a:xfrm>
                  <a:off x="2193647" y="3278296"/>
                  <a:ext cx="8956" cy="22389"/>
                </a:xfrm>
                <a:custGeom>
                  <a:avLst/>
                  <a:gdLst>
                    <a:gd name="connsiteX0" fmla="*/ 8060 w 8955"/>
                    <a:gd name="connsiteY0" fmla="*/ 25524 h 22389"/>
                    <a:gd name="connsiteX1" fmla="*/ 5821 w 8955"/>
                    <a:gd name="connsiteY1" fmla="*/ 24180 h 22389"/>
                    <a:gd name="connsiteX2" fmla="*/ 0 w 8955"/>
                    <a:gd name="connsiteY2" fmla="*/ 2239 h 22389"/>
                    <a:gd name="connsiteX3" fmla="*/ 2239 w 8955"/>
                    <a:gd name="connsiteY3" fmla="*/ 0 h 22389"/>
                    <a:gd name="connsiteX4" fmla="*/ 4478 w 8955"/>
                    <a:gd name="connsiteY4" fmla="*/ 2239 h 22389"/>
                    <a:gd name="connsiteX5" fmla="*/ 9851 w 8955"/>
                    <a:gd name="connsiteY5" fmla="*/ 22389 h 22389"/>
                    <a:gd name="connsiteX6" fmla="*/ 8956 w 8955"/>
                    <a:gd name="connsiteY6" fmla="*/ 25524 h 22389"/>
                    <a:gd name="connsiteX7" fmla="*/ 8060 w 8955"/>
                    <a:gd name="connsiteY7" fmla="*/ 25524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22389">
                      <a:moveTo>
                        <a:pt x="8060" y="25524"/>
                      </a:moveTo>
                      <a:cubicBezTo>
                        <a:pt x="7165" y="25524"/>
                        <a:pt x="6269" y="25076"/>
                        <a:pt x="5821" y="24180"/>
                      </a:cubicBezTo>
                      <a:cubicBezTo>
                        <a:pt x="2687" y="17464"/>
                        <a:pt x="448" y="9851"/>
                        <a:pt x="0" y="2239"/>
                      </a:cubicBezTo>
                      <a:cubicBezTo>
                        <a:pt x="0" y="896"/>
                        <a:pt x="896" y="0"/>
                        <a:pt x="2239" y="0"/>
                      </a:cubicBezTo>
                      <a:cubicBezTo>
                        <a:pt x="3582" y="0"/>
                        <a:pt x="4478" y="896"/>
                        <a:pt x="4478" y="2239"/>
                      </a:cubicBezTo>
                      <a:cubicBezTo>
                        <a:pt x="4926" y="9404"/>
                        <a:pt x="6717" y="16120"/>
                        <a:pt x="9851" y="22389"/>
                      </a:cubicBezTo>
                      <a:cubicBezTo>
                        <a:pt x="10299" y="23285"/>
                        <a:pt x="9851" y="24628"/>
                        <a:pt x="8956" y="25524"/>
                      </a:cubicBezTo>
                      <a:cubicBezTo>
                        <a:pt x="8956" y="25524"/>
                        <a:pt x="8508" y="25524"/>
                        <a:pt x="8060" y="2552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8" name="Freeform: Shape 4324">
                  <a:extLst>
                    <a:ext uri="{FF2B5EF4-FFF2-40B4-BE49-F238E27FC236}">
                      <a16:creationId xmlns:a16="http://schemas.microsoft.com/office/drawing/2014/main" id="{297BDDF8-B3D4-5D13-D120-45CFBB30CDF0}"/>
                    </a:ext>
                  </a:extLst>
                </p:cNvPr>
                <p:cNvSpPr/>
                <p:nvPr/>
              </p:nvSpPr>
              <p:spPr>
                <a:xfrm>
                  <a:off x="2238426" y="3329672"/>
                  <a:ext cx="31345" cy="4478"/>
                </a:xfrm>
                <a:custGeom>
                  <a:avLst/>
                  <a:gdLst>
                    <a:gd name="connsiteX0" fmla="*/ 15672 w 31344"/>
                    <a:gd name="connsiteY0" fmla="*/ 7284 h 4477"/>
                    <a:gd name="connsiteX1" fmla="*/ 1791 w 31344"/>
                    <a:gd name="connsiteY1" fmla="*/ 5492 h 4477"/>
                    <a:gd name="connsiteX2" fmla="*/ 0 w 31344"/>
                    <a:gd name="connsiteY2" fmla="*/ 2806 h 4477"/>
                    <a:gd name="connsiteX3" fmla="*/ 2687 w 31344"/>
                    <a:gd name="connsiteY3" fmla="*/ 1015 h 4477"/>
                    <a:gd name="connsiteX4" fmla="*/ 31345 w 31344"/>
                    <a:gd name="connsiteY4" fmla="*/ 119 h 4477"/>
                    <a:gd name="connsiteX5" fmla="*/ 34031 w 31344"/>
                    <a:gd name="connsiteY5" fmla="*/ 1463 h 4477"/>
                    <a:gd name="connsiteX6" fmla="*/ 32688 w 31344"/>
                    <a:gd name="connsiteY6" fmla="*/ 4149 h 4477"/>
                    <a:gd name="connsiteX7" fmla="*/ 15672 w 31344"/>
                    <a:gd name="connsiteY7" fmla="*/ 7284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44" h="4477">
                      <a:moveTo>
                        <a:pt x="15672" y="7284"/>
                      </a:moveTo>
                      <a:cubicBezTo>
                        <a:pt x="10747" y="7284"/>
                        <a:pt x="6269" y="6836"/>
                        <a:pt x="1791" y="5492"/>
                      </a:cubicBezTo>
                      <a:cubicBezTo>
                        <a:pt x="448" y="5045"/>
                        <a:pt x="0" y="4149"/>
                        <a:pt x="0" y="2806"/>
                      </a:cubicBezTo>
                      <a:cubicBezTo>
                        <a:pt x="448" y="1463"/>
                        <a:pt x="1343" y="1015"/>
                        <a:pt x="2687" y="1015"/>
                      </a:cubicBezTo>
                      <a:cubicBezTo>
                        <a:pt x="12090" y="3254"/>
                        <a:pt x="21941" y="2806"/>
                        <a:pt x="31345" y="119"/>
                      </a:cubicBezTo>
                      <a:cubicBezTo>
                        <a:pt x="32688" y="-329"/>
                        <a:pt x="33584" y="567"/>
                        <a:pt x="34031" y="1463"/>
                      </a:cubicBezTo>
                      <a:cubicBezTo>
                        <a:pt x="34479" y="2806"/>
                        <a:pt x="33584" y="3702"/>
                        <a:pt x="32688" y="4149"/>
                      </a:cubicBezTo>
                      <a:cubicBezTo>
                        <a:pt x="27315" y="6388"/>
                        <a:pt x="21493" y="7284"/>
                        <a:pt x="15672" y="728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9" name="Freeform: Shape 4325">
                  <a:extLst>
                    <a:ext uri="{FF2B5EF4-FFF2-40B4-BE49-F238E27FC236}">
                      <a16:creationId xmlns:a16="http://schemas.microsoft.com/office/drawing/2014/main" id="{F0B99218-A535-17B9-892C-E06EF5BD0F47}"/>
                    </a:ext>
                  </a:extLst>
                </p:cNvPr>
                <p:cNvSpPr/>
                <p:nvPr/>
              </p:nvSpPr>
              <p:spPr>
                <a:xfrm>
                  <a:off x="2304977" y="3277848"/>
                  <a:ext cx="4478" cy="22389"/>
                </a:xfrm>
                <a:custGeom>
                  <a:avLst/>
                  <a:gdLst>
                    <a:gd name="connsiteX0" fmla="*/ 2407 w 4477"/>
                    <a:gd name="connsiteY0" fmla="*/ 23732 h 22389"/>
                    <a:gd name="connsiteX1" fmla="*/ 1511 w 4477"/>
                    <a:gd name="connsiteY1" fmla="*/ 23732 h 22389"/>
                    <a:gd name="connsiteX2" fmla="*/ 168 w 4477"/>
                    <a:gd name="connsiteY2" fmla="*/ 20598 h 22389"/>
                    <a:gd name="connsiteX3" fmla="*/ 4198 w 4477"/>
                    <a:gd name="connsiteY3" fmla="*/ 2239 h 22389"/>
                    <a:gd name="connsiteX4" fmla="*/ 6437 w 4477"/>
                    <a:gd name="connsiteY4" fmla="*/ 0 h 22389"/>
                    <a:gd name="connsiteX5" fmla="*/ 8676 w 4477"/>
                    <a:gd name="connsiteY5" fmla="*/ 2239 h 22389"/>
                    <a:gd name="connsiteX6" fmla="*/ 4198 w 4477"/>
                    <a:gd name="connsiteY6" fmla="*/ 21941 h 22389"/>
                    <a:gd name="connsiteX7" fmla="*/ 2407 w 4477"/>
                    <a:gd name="connsiteY7" fmla="*/ 23732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 h="22389">
                      <a:moveTo>
                        <a:pt x="2407" y="23732"/>
                      </a:moveTo>
                      <a:cubicBezTo>
                        <a:pt x="1959" y="23732"/>
                        <a:pt x="1959" y="23732"/>
                        <a:pt x="1511" y="23732"/>
                      </a:cubicBezTo>
                      <a:cubicBezTo>
                        <a:pt x="168" y="23285"/>
                        <a:pt x="-280" y="21941"/>
                        <a:pt x="168" y="20598"/>
                      </a:cubicBezTo>
                      <a:cubicBezTo>
                        <a:pt x="2407" y="14777"/>
                        <a:pt x="4198" y="8508"/>
                        <a:pt x="4198" y="2239"/>
                      </a:cubicBezTo>
                      <a:cubicBezTo>
                        <a:pt x="4198" y="896"/>
                        <a:pt x="5541" y="0"/>
                        <a:pt x="6437" y="0"/>
                      </a:cubicBezTo>
                      <a:cubicBezTo>
                        <a:pt x="7780" y="0"/>
                        <a:pt x="8676" y="1343"/>
                        <a:pt x="8676" y="2239"/>
                      </a:cubicBezTo>
                      <a:cubicBezTo>
                        <a:pt x="8228" y="8956"/>
                        <a:pt x="6885" y="15672"/>
                        <a:pt x="4198" y="21941"/>
                      </a:cubicBezTo>
                      <a:cubicBezTo>
                        <a:pt x="4198" y="23285"/>
                        <a:pt x="3302" y="23732"/>
                        <a:pt x="2407" y="2373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0" name="Freeform: Shape 4326">
                  <a:extLst>
                    <a:ext uri="{FF2B5EF4-FFF2-40B4-BE49-F238E27FC236}">
                      <a16:creationId xmlns:a16="http://schemas.microsoft.com/office/drawing/2014/main" id="{3AAED163-743C-9423-8E3A-983634695A6B}"/>
                    </a:ext>
                  </a:extLst>
                </p:cNvPr>
                <p:cNvSpPr/>
                <p:nvPr/>
              </p:nvSpPr>
              <p:spPr>
                <a:xfrm>
                  <a:off x="2277012" y="3222400"/>
                  <a:ext cx="17911" cy="13433"/>
                </a:xfrm>
                <a:custGeom>
                  <a:avLst/>
                  <a:gdLst>
                    <a:gd name="connsiteX0" fmla="*/ 16491 w 17911"/>
                    <a:gd name="connsiteY0" fmla="*/ 14252 h 13433"/>
                    <a:gd name="connsiteX1" fmla="*/ 15148 w 17911"/>
                    <a:gd name="connsiteY1" fmla="*/ 13804 h 13433"/>
                    <a:gd name="connsiteX2" fmla="*/ 1266 w 17911"/>
                    <a:gd name="connsiteY2" fmla="*/ 4401 h 13433"/>
                    <a:gd name="connsiteX3" fmla="*/ 371 w 17911"/>
                    <a:gd name="connsiteY3" fmla="*/ 1266 h 13433"/>
                    <a:gd name="connsiteX4" fmla="*/ 3505 w 17911"/>
                    <a:gd name="connsiteY4" fmla="*/ 371 h 13433"/>
                    <a:gd name="connsiteX5" fmla="*/ 18282 w 17911"/>
                    <a:gd name="connsiteY5" fmla="*/ 10222 h 13433"/>
                    <a:gd name="connsiteX6" fmla="*/ 18282 w 17911"/>
                    <a:gd name="connsiteY6" fmla="*/ 13357 h 13433"/>
                    <a:gd name="connsiteX7" fmla="*/ 16491 w 17911"/>
                    <a:gd name="connsiteY7" fmla="*/ 14252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11" h="13433">
                      <a:moveTo>
                        <a:pt x="16491" y="14252"/>
                      </a:moveTo>
                      <a:cubicBezTo>
                        <a:pt x="16043" y="14252"/>
                        <a:pt x="15596" y="14252"/>
                        <a:pt x="15148" y="13804"/>
                      </a:cubicBezTo>
                      <a:cubicBezTo>
                        <a:pt x="11118" y="10222"/>
                        <a:pt x="6192" y="7088"/>
                        <a:pt x="1266" y="4401"/>
                      </a:cubicBezTo>
                      <a:cubicBezTo>
                        <a:pt x="371" y="3953"/>
                        <a:pt x="-525" y="2610"/>
                        <a:pt x="371" y="1266"/>
                      </a:cubicBezTo>
                      <a:cubicBezTo>
                        <a:pt x="819" y="371"/>
                        <a:pt x="2162" y="-525"/>
                        <a:pt x="3505" y="371"/>
                      </a:cubicBezTo>
                      <a:cubicBezTo>
                        <a:pt x="8879" y="3058"/>
                        <a:pt x="13804" y="6192"/>
                        <a:pt x="18282" y="10222"/>
                      </a:cubicBezTo>
                      <a:cubicBezTo>
                        <a:pt x="19178" y="11118"/>
                        <a:pt x="19178" y="12461"/>
                        <a:pt x="18282" y="13357"/>
                      </a:cubicBezTo>
                      <a:cubicBezTo>
                        <a:pt x="17387" y="13804"/>
                        <a:pt x="16939" y="14252"/>
                        <a:pt x="16491" y="1425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1" name="Freeform: Shape 4327">
                  <a:extLst>
                    <a:ext uri="{FF2B5EF4-FFF2-40B4-BE49-F238E27FC236}">
                      <a16:creationId xmlns:a16="http://schemas.microsoft.com/office/drawing/2014/main" id="{65EB12CA-E53E-F769-26D2-A490E99A84BF}"/>
                    </a:ext>
                  </a:extLst>
                </p:cNvPr>
                <p:cNvSpPr/>
                <p:nvPr/>
              </p:nvSpPr>
              <p:spPr>
                <a:xfrm>
                  <a:off x="2212678" y="3223043"/>
                  <a:ext cx="13433" cy="8956"/>
                </a:xfrm>
                <a:custGeom>
                  <a:avLst/>
                  <a:gdLst>
                    <a:gd name="connsiteX0" fmla="*/ 2463 w 13433"/>
                    <a:gd name="connsiteY0" fmla="*/ 13161 h 8955"/>
                    <a:gd name="connsiteX1" fmla="*/ 672 w 13433"/>
                    <a:gd name="connsiteY1" fmla="*/ 12266 h 8955"/>
                    <a:gd name="connsiteX2" fmla="*/ 672 w 13433"/>
                    <a:gd name="connsiteY2" fmla="*/ 9131 h 8955"/>
                    <a:gd name="connsiteX3" fmla="*/ 13657 w 13433"/>
                    <a:gd name="connsiteY3" fmla="*/ 176 h 8955"/>
                    <a:gd name="connsiteX4" fmla="*/ 16792 w 13433"/>
                    <a:gd name="connsiteY4" fmla="*/ 1071 h 8955"/>
                    <a:gd name="connsiteX5" fmla="*/ 15896 w 13433"/>
                    <a:gd name="connsiteY5" fmla="*/ 4206 h 8955"/>
                    <a:gd name="connsiteX6" fmla="*/ 4254 w 13433"/>
                    <a:gd name="connsiteY6" fmla="*/ 12266 h 8955"/>
                    <a:gd name="connsiteX7" fmla="*/ 2463 w 13433"/>
                    <a:gd name="connsiteY7" fmla="*/ 13161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8955">
                      <a:moveTo>
                        <a:pt x="2463" y="13161"/>
                      </a:moveTo>
                      <a:cubicBezTo>
                        <a:pt x="2015" y="13161"/>
                        <a:pt x="1119" y="12714"/>
                        <a:pt x="672" y="12266"/>
                      </a:cubicBezTo>
                      <a:cubicBezTo>
                        <a:pt x="-224" y="11370"/>
                        <a:pt x="-224" y="10027"/>
                        <a:pt x="672" y="9131"/>
                      </a:cubicBezTo>
                      <a:cubicBezTo>
                        <a:pt x="4702" y="5549"/>
                        <a:pt x="8732" y="2415"/>
                        <a:pt x="13657" y="176"/>
                      </a:cubicBezTo>
                      <a:cubicBezTo>
                        <a:pt x="14553" y="-272"/>
                        <a:pt x="15896" y="176"/>
                        <a:pt x="16792" y="1071"/>
                      </a:cubicBezTo>
                      <a:cubicBezTo>
                        <a:pt x="17687" y="1967"/>
                        <a:pt x="16792" y="3310"/>
                        <a:pt x="15896" y="4206"/>
                      </a:cubicBezTo>
                      <a:cubicBezTo>
                        <a:pt x="11418" y="6445"/>
                        <a:pt x="7836" y="9131"/>
                        <a:pt x="4254" y="12266"/>
                      </a:cubicBezTo>
                      <a:cubicBezTo>
                        <a:pt x="3358" y="13161"/>
                        <a:pt x="2911" y="13161"/>
                        <a:pt x="2463" y="1316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2" name="Freeform: Shape 4328">
                  <a:extLst>
                    <a:ext uri="{FF2B5EF4-FFF2-40B4-BE49-F238E27FC236}">
                      <a16:creationId xmlns:a16="http://schemas.microsoft.com/office/drawing/2014/main" id="{EC666400-B681-A75F-2B3D-186EEBE46A4B}"/>
                    </a:ext>
                  </a:extLst>
                </p:cNvPr>
                <p:cNvSpPr/>
                <p:nvPr/>
              </p:nvSpPr>
              <p:spPr>
                <a:xfrm>
                  <a:off x="2234843" y="3318596"/>
                  <a:ext cx="4478" cy="4478"/>
                </a:xfrm>
                <a:custGeom>
                  <a:avLst/>
                  <a:gdLst>
                    <a:gd name="connsiteX0" fmla="*/ 0 w 0"/>
                    <a:gd name="connsiteY0" fmla="*/ 0 h 0"/>
                    <a:gd name="connsiteX1" fmla="*/ 0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0" y="0"/>
                      </a:moveTo>
                      <a:lnTo>
                        <a:pt x="0" y="0"/>
                      </a:lnTo>
                      <a:lnTo>
                        <a:pt x="0" y="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3" name="Freeform: Shape 4329">
                  <a:extLst>
                    <a:ext uri="{FF2B5EF4-FFF2-40B4-BE49-F238E27FC236}">
                      <a16:creationId xmlns:a16="http://schemas.microsoft.com/office/drawing/2014/main" id="{9632DB43-98BD-857B-3598-07E87949B4C8}"/>
                    </a:ext>
                  </a:extLst>
                </p:cNvPr>
                <p:cNvSpPr/>
                <p:nvPr/>
              </p:nvSpPr>
              <p:spPr>
                <a:xfrm>
                  <a:off x="2185711" y="3204412"/>
                  <a:ext cx="138812" cy="129857"/>
                </a:xfrm>
                <a:custGeom>
                  <a:avLst/>
                  <a:gdLst>
                    <a:gd name="connsiteX0" fmla="*/ 125703 w 138812"/>
                    <a:gd name="connsiteY0" fmla="*/ 35823 h 129856"/>
                    <a:gd name="connsiteX1" fmla="*/ 105552 w 138812"/>
                    <a:gd name="connsiteY1" fmla="*/ 48808 h 129856"/>
                    <a:gd name="connsiteX2" fmla="*/ 105552 w 138812"/>
                    <a:gd name="connsiteY2" fmla="*/ 56421 h 129856"/>
                    <a:gd name="connsiteX3" fmla="*/ 88537 w 138812"/>
                    <a:gd name="connsiteY3" fmla="*/ 63137 h 129856"/>
                    <a:gd name="connsiteX4" fmla="*/ 70626 w 138812"/>
                    <a:gd name="connsiteY4" fmla="*/ 50599 h 129856"/>
                    <a:gd name="connsiteX5" fmla="*/ 70626 w 138812"/>
                    <a:gd name="connsiteY5" fmla="*/ 33584 h 129856"/>
                    <a:gd name="connsiteX6" fmla="*/ 85402 w 138812"/>
                    <a:gd name="connsiteY6" fmla="*/ 17016 h 129856"/>
                    <a:gd name="connsiteX7" fmla="*/ 68387 w 138812"/>
                    <a:gd name="connsiteY7" fmla="*/ 0 h 129856"/>
                    <a:gd name="connsiteX8" fmla="*/ 51371 w 138812"/>
                    <a:gd name="connsiteY8" fmla="*/ 17016 h 129856"/>
                    <a:gd name="connsiteX9" fmla="*/ 66148 w 138812"/>
                    <a:gd name="connsiteY9" fmla="*/ 33584 h 129856"/>
                    <a:gd name="connsiteX10" fmla="*/ 66148 w 138812"/>
                    <a:gd name="connsiteY10" fmla="*/ 50599 h 129856"/>
                    <a:gd name="connsiteX11" fmla="*/ 48684 w 138812"/>
                    <a:gd name="connsiteY11" fmla="*/ 62689 h 129856"/>
                    <a:gd name="connsiteX12" fmla="*/ 33460 w 138812"/>
                    <a:gd name="connsiteY12" fmla="*/ 56868 h 129856"/>
                    <a:gd name="connsiteX13" fmla="*/ 33460 w 138812"/>
                    <a:gd name="connsiteY13" fmla="*/ 49256 h 129856"/>
                    <a:gd name="connsiteX14" fmla="*/ 13310 w 138812"/>
                    <a:gd name="connsiteY14" fmla="*/ 36270 h 129856"/>
                    <a:gd name="connsiteX15" fmla="*/ 324 w 138812"/>
                    <a:gd name="connsiteY15" fmla="*/ 56421 h 129856"/>
                    <a:gd name="connsiteX16" fmla="*/ 7936 w 138812"/>
                    <a:gd name="connsiteY16" fmla="*/ 67167 h 129856"/>
                    <a:gd name="connsiteX17" fmla="*/ 16892 w 138812"/>
                    <a:gd name="connsiteY17" fmla="*/ 69854 h 129856"/>
                    <a:gd name="connsiteX18" fmla="*/ 20474 w 138812"/>
                    <a:gd name="connsiteY18" fmla="*/ 69406 h 129856"/>
                    <a:gd name="connsiteX19" fmla="*/ 31668 w 138812"/>
                    <a:gd name="connsiteY19" fmla="*/ 60898 h 129856"/>
                    <a:gd name="connsiteX20" fmla="*/ 46893 w 138812"/>
                    <a:gd name="connsiteY20" fmla="*/ 66719 h 129856"/>
                    <a:gd name="connsiteX21" fmla="*/ 45998 w 138812"/>
                    <a:gd name="connsiteY21" fmla="*/ 72541 h 129856"/>
                    <a:gd name="connsiteX22" fmla="*/ 51819 w 138812"/>
                    <a:gd name="connsiteY22" fmla="*/ 87765 h 129856"/>
                    <a:gd name="connsiteX23" fmla="*/ 40176 w 138812"/>
                    <a:gd name="connsiteY23" fmla="*/ 100751 h 129856"/>
                    <a:gd name="connsiteX24" fmla="*/ 31221 w 138812"/>
                    <a:gd name="connsiteY24" fmla="*/ 98960 h 129856"/>
                    <a:gd name="connsiteX25" fmla="*/ 19578 w 138812"/>
                    <a:gd name="connsiteY25" fmla="*/ 104781 h 129856"/>
                    <a:gd name="connsiteX26" fmla="*/ 15548 w 138812"/>
                    <a:gd name="connsiteY26" fmla="*/ 117319 h 129856"/>
                    <a:gd name="connsiteX27" fmla="*/ 21370 w 138812"/>
                    <a:gd name="connsiteY27" fmla="*/ 128961 h 129856"/>
                    <a:gd name="connsiteX28" fmla="*/ 32564 w 138812"/>
                    <a:gd name="connsiteY28" fmla="*/ 132991 h 129856"/>
                    <a:gd name="connsiteX29" fmla="*/ 33907 w 138812"/>
                    <a:gd name="connsiteY29" fmla="*/ 132991 h 129856"/>
                    <a:gd name="connsiteX30" fmla="*/ 49580 w 138812"/>
                    <a:gd name="connsiteY30" fmla="*/ 114632 h 129856"/>
                    <a:gd name="connsiteX31" fmla="*/ 44206 w 138812"/>
                    <a:gd name="connsiteY31" fmla="*/ 103438 h 129856"/>
                    <a:gd name="connsiteX32" fmla="*/ 55401 w 138812"/>
                    <a:gd name="connsiteY32" fmla="*/ 90900 h 129856"/>
                    <a:gd name="connsiteX33" fmla="*/ 68387 w 138812"/>
                    <a:gd name="connsiteY33" fmla="*/ 95378 h 129856"/>
                    <a:gd name="connsiteX34" fmla="*/ 82716 w 138812"/>
                    <a:gd name="connsiteY34" fmla="*/ 90004 h 129856"/>
                    <a:gd name="connsiteX35" fmla="*/ 94806 w 138812"/>
                    <a:gd name="connsiteY35" fmla="*/ 103438 h 129856"/>
                    <a:gd name="connsiteX36" fmla="*/ 89432 w 138812"/>
                    <a:gd name="connsiteY36" fmla="*/ 114632 h 129856"/>
                    <a:gd name="connsiteX37" fmla="*/ 105105 w 138812"/>
                    <a:gd name="connsiteY37" fmla="*/ 132991 h 129856"/>
                    <a:gd name="connsiteX38" fmla="*/ 106448 w 138812"/>
                    <a:gd name="connsiteY38" fmla="*/ 132991 h 129856"/>
                    <a:gd name="connsiteX39" fmla="*/ 123464 w 138812"/>
                    <a:gd name="connsiteY39" fmla="*/ 117319 h 129856"/>
                    <a:gd name="connsiteX40" fmla="*/ 119434 w 138812"/>
                    <a:gd name="connsiteY40" fmla="*/ 104781 h 129856"/>
                    <a:gd name="connsiteX41" fmla="*/ 107791 w 138812"/>
                    <a:gd name="connsiteY41" fmla="*/ 98960 h 129856"/>
                    <a:gd name="connsiteX42" fmla="*/ 98836 w 138812"/>
                    <a:gd name="connsiteY42" fmla="*/ 100751 h 129856"/>
                    <a:gd name="connsiteX43" fmla="*/ 85850 w 138812"/>
                    <a:gd name="connsiteY43" fmla="*/ 86422 h 129856"/>
                    <a:gd name="connsiteX44" fmla="*/ 90776 w 138812"/>
                    <a:gd name="connsiteY44" fmla="*/ 72541 h 129856"/>
                    <a:gd name="connsiteX45" fmla="*/ 89880 w 138812"/>
                    <a:gd name="connsiteY45" fmla="*/ 67167 h 129856"/>
                    <a:gd name="connsiteX46" fmla="*/ 106896 w 138812"/>
                    <a:gd name="connsiteY46" fmla="*/ 60451 h 129856"/>
                    <a:gd name="connsiteX47" fmla="*/ 118090 w 138812"/>
                    <a:gd name="connsiteY47" fmla="*/ 68958 h 129856"/>
                    <a:gd name="connsiteX48" fmla="*/ 121673 w 138812"/>
                    <a:gd name="connsiteY48" fmla="*/ 69406 h 129856"/>
                    <a:gd name="connsiteX49" fmla="*/ 130628 w 138812"/>
                    <a:gd name="connsiteY49" fmla="*/ 66719 h 129856"/>
                    <a:gd name="connsiteX50" fmla="*/ 138241 w 138812"/>
                    <a:gd name="connsiteY50" fmla="*/ 55973 h 129856"/>
                    <a:gd name="connsiteX51" fmla="*/ 125703 w 138812"/>
                    <a:gd name="connsiteY51" fmla="*/ 35823 h 129856"/>
                    <a:gd name="connsiteX52" fmla="*/ 19578 w 138812"/>
                    <a:gd name="connsiteY52" fmla="*/ 64481 h 129856"/>
                    <a:gd name="connsiteX53" fmla="*/ 4802 w 138812"/>
                    <a:gd name="connsiteY53" fmla="*/ 55077 h 129856"/>
                    <a:gd name="connsiteX54" fmla="*/ 14205 w 138812"/>
                    <a:gd name="connsiteY54" fmla="*/ 40300 h 129856"/>
                    <a:gd name="connsiteX55" fmla="*/ 16892 w 138812"/>
                    <a:gd name="connsiteY55" fmla="*/ 39853 h 129856"/>
                    <a:gd name="connsiteX56" fmla="*/ 28982 w 138812"/>
                    <a:gd name="connsiteY56" fmla="*/ 49704 h 129856"/>
                    <a:gd name="connsiteX57" fmla="*/ 19578 w 138812"/>
                    <a:gd name="connsiteY57" fmla="*/ 64481 h 129856"/>
                    <a:gd name="connsiteX58" fmla="*/ 55849 w 138812"/>
                    <a:gd name="connsiteY58" fmla="*/ 16568 h 129856"/>
                    <a:gd name="connsiteX59" fmla="*/ 68387 w 138812"/>
                    <a:gd name="connsiteY59" fmla="*/ 4030 h 129856"/>
                    <a:gd name="connsiteX60" fmla="*/ 80924 w 138812"/>
                    <a:gd name="connsiteY60" fmla="*/ 16568 h 129856"/>
                    <a:gd name="connsiteX61" fmla="*/ 68387 w 138812"/>
                    <a:gd name="connsiteY61" fmla="*/ 29106 h 129856"/>
                    <a:gd name="connsiteX62" fmla="*/ 55849 w 138812"/>
                    <a:gd name="connsiteY62" fmla="*/ 16568 h 129856"/>
                    <a:gd name="connsiteX63" fmla="*/ 41968 w 138812"/>
                    <a:gd name="connsiteY63" fmla="*/ 123588 h 129856"/>
                    <a:gd name="connsiteX64" fmla="*/ 33460 w 138812"/>
                    <a:gd name="connsiteY64" fmla="*/ 128066 h 129856"/>
                    <a:gd name="connsiteX65" fmla="*/ 24504 w 138812"/>
                    <a:gd name="connsiteY65" fmla="*/ 124931 h 129856"/>
                    <a:gd name="connsiteX66" fmla="*/ 20026 w 138812"/>
                    <a:gd name="connsiteY66" fmla="*/ 116423 h 129856"/>
                    <a:gd name="connsiteX67" fmla="*/ 23161 w 138812"/>
                    <a:gd name="connsiteY67" fmla="*/ 107467 h 129856"/>
                    <a:gd name="connsiteX68" fmla="*/ 31668 w 138812"/>
                    <a:gd name="connsiteY68" fmla="*/ 102990 h 129856"/>
                    <a:gd name="connsiteX69" fmla="*/ 32564 w 138812"/>
                    <a:gd name="connsiteY69" fmla="*/ 102990 h 129856"/>
                    <a:gd name="connsiteX70" fmla="*/ 40624 w 138812"/>
                    <a:gd name="connsiteY70" fmla="*/ 106124 h 129856"/>
                    <a:gd name="connsiteX71" fmla="*/ 45102 w 138812"/>
                    <a:gd name="connsiteY71" fmla="*/ 114632 h 129856"/>
                    <a:gd name="connsiteX72" fmla="*/ 41968 w 138812"/>
                    <a:gd name="connsiteY72" fmla="*/ 123588 h 129856"/>
                    <a:gd name="connsiteX73" fmla="*/ 107344 w 138812"/>
                    <a:gd name="connsiteY73" fmla="*/ 102990 h 129856"/>
                    <a:gd name="connsiteX74" fmla="*/ 115852 w 138812"/>
                    <a:gd name="connsiteY74" fmla="*/ 107467 h 129856"/>
                    <a:gd name="connsiteX75" fmla="*/ 118986 w 138812"/>
                    <a:gd name="connsiteY75" fmla="*/ 116423 h 129856"/>
                    <a:gd name="connsiteX76" fmla="*/ 114508 w 138812"/>
                    <a:gd name="connsiteY76" fmla="*/ 124931 h 129856"/>
                    <a:gd name="connsiteX77" fmla="*/ 105552 w 138812"/>
                    <a:gd name="connsiteY77" fmla="*/ 128066 h 129856"/>
                    <a:gd name="connsiteX78" fmla="*/ 97045 w 138812"/>
                    <a:gd name="connsiteY78" fmla="*/ 123588 h 129856"/>
                    <a:gd name="connsiteX79" fmla="*/ 93910 w 138812"/>
                    <a:gd name="connsiteY79" fmla="*/ 114632 h 129856"/>
                    <a:gd name="connsiteX80" fmla="*/ 98388 w 138812"/>
                    <a:gd name="connsiteY80" fmla="*/ 106124 h 129856"/>
                    <a:gd name="connsiteX81" fmla="*/ 106448 w 138812"/>
                    <a:gd name="connsiteY81" fmla="*/ 102990 h 129856"/>
                    <a:gd name="connsiteX82" fmla="*/ 107344 w 138812"/>
                    <a:gd name="connsiteY82" fmla="*/ 102990 h 129856"/>
                    <a:gd name="connsiteX83" fmla="*/ 68387 w 138812"/>
                    <a:gd name="connsiteY83" fmla="*/ 90452 h 129856"/>
                    <a:gd name="connsiteX84" fmla="*/ 56744 w 138812"/>
                    <a:gd name="connsiteY84" fmla="*/ 85974 h 129856"/>
                    <a:gd name="connsiteX85" fmla="*/ 56744 w 138812"/>
                    <a:gd name="connsiteY85" fmla="*/ 85974 h 129856"/>
                    <a:gd name="connsiteX86" fmla="*/ 56744 w 138812"/>
                    <a:gd name="connsiteY86" fmla="*/ 85974 h 129856"/>
                    <a:gd name="connsiteX87" fmla="*/ 50923 w 138812"/>
                    <a:gd name="connsiteY87" fmla="*/ 72989 h 129856"/>
                    <a:gd name="connsiteX88" fmla="*/ 68834 w 138812"/>
                    <a:gd name="connsiteY88" fmla="*/ 55077 h 129856"/>
                    <a:gd name="connsiteX89" fmla="*/ 86746 w 138812"/>
                    <a:gd name="connsiteY89" fmla="*/ 72989 h 129856"/>
                    <a:gd name="connsiteX90" fmla="*/ 68387 w 138812"/>
                    <a:gd name="connsiteY90" fmla="*/ 90452 h 129856"/>
                    <a:gd name="connsiteX91" fmla="*/ 134211 w 138812"/>
                    <a:gd name="connsiteY91" fmla="*/ 55077 h 129856"/>
                    <a:gd name="connsiteX92" fmla="*/ 119434 w 138812"/>
                    <a:gd name="connsiteY92" fmla="*/ 64481 h 129856"/>
                    <a:gd name="connsiteX93" fmla="*/ 110030 w 138812"/>
                    <a:gd name="connsiteY93" fmla="*/ 49704 h 129856"/>
                    <a:gd name="connsiteX94" fmla="*/ 122120 w 138812"/>
                    <a:gd name="connsiteY94" fmla="*/ 39853 h 129856"/>
                    <a:gd name="connsiteX95" fmla="*/ 124807 w 138812"/>
                    <a:gd name="connsiteY95" fmla="*/ 40300 h 129856"/>
                    <a:gd name="connsiteX96" fmla="*/ 134211 w 138812"/>
                    <a:gd name="connsiteY96" fmla="*/ 55077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38812" h="129856">
                      <a:moveTo>
                        <a:pt x="125703" y="35823"/>
                      </a:moveTo>
                      <a:cubicBezTo>
                        <a:pt x="116747" y="33584"/>
                        <a:pt x="107344" y="39405"/>
                        <a:pt x="105552" y="48808"/>
                      </a:cubicBezTo>
                      <a:cubicBezTo>
                        <a:pt x="105105" y="51495"/>
                        <a:pt x="105105" y="54182"/>
                        <a:pt x="105552" y="56421"/>
                      </a:cubicBezTo>
                      <a:lnTo>
                        <a:pt x="88537" y="63137"/>
                      </a:lnTo>
                      <a:cubicBezTo>
                        <a:pt x="85402" y="56421"/>
                        <a:pt x="78686" y="51495"/>
                        <a:pt x="70626" y="50599"/>
                      </a:cubicBezTo>
                      <a:lnTo>
                        <a:pt x="70626" y="33584"/>
                      </a:lnTo>
                      <a:cubicBezTo>
                        <a:pt x="78686" y="32240"/>
                        <a:pt x="85402" y="25523"/>
                        <a:pt x="85402" y="17016"/>
                      </a:cubicBezTo>
                      <a:cubicBezTo>
                        <a:pt x="85402" y="7612"/>
                        <a:pt x="77790" y="0"/>
                        <a:pt x="68387" y="0"/>
                      </a:cubicBezTo>
                      <a:cubicBezTo>
                        <a:pt x="58983" y="0"/>
                        <a:pt x="51371" y="7612"/>
                        <a:pt x="51371" y="17016"/>
                      </a:cubicBezTo>
                      <a:cubicBezTo>
                        <a:pt x="51371" y="25523"/>
                        <a:pt x="58088" y="32688"/>
                        <a:pt x="66148" y="33584"/>
                      </a:cubicBezTo>
                      <a:lnTo>
                        <a:pt x="66148" y="50599"/>
                      </a:lnTo>
                      <a:cubicBezTo>
                        <a:pt x="58535" y="51495"/>
                        <a:pt x="51819" y="55973"/>
                        <a:pt x="48684" y="62689"/>
                      </a:cubicBezTo>
                      <a:lnTo>
                        <a:pt x="33460" y="56868"/>
                      </a:lnTo>
                      <a:cubicBezTo>
                        <a:pt x="33907" y="54182"/>
                        <a:pt x="34355" y="51943"/>
                        <a:pt x="33460" y="49256"/>
                      </a:cubicBezTo>
                      <a:cubicBezTo>
                        <a:pt x="31221" y="40300"/>
                        <a:pt x="22265" y="34479"/>
                        <a:pt x="13310" y="36270"/>
                      </a:cubicBezTo>
                      <a:cubicBezTo>
                        <a:pt x="4354" y="38509"/>
                        <a:pt x="-1467" y="47465"/>
                        <a:pt x="324" y="56421"/>
                      </a:cubicBezTo>
                      <a:cubicBezTo>
                        <a:pt x="1219" y="60898"/>
                        <a:pt x="3906" y="64481"/>
                        <a:pt x="7936" y="67167"/>
                      </a:cubicBezTo>
                      <a:cubicBezTo>
                        <a:pt x="10623" y="68958"/>
                        <a:pt x="13757" y="69854"/>
                        <a:pt x="16892" y="69854"/>
                      </a:cubicBezTo>
                      <a:cubicBezTo>
                        <a:pt x="18235" y="69854"/>
                        <a:pt x="19578" y="69854"/>
                        <a:pt x="20474" y="69406"/>
                      </a:cubicBezTo>
                      <a:cubicBezTo>
                        <a:pt x="25400" y="68511"/>
                        <a:pt x="29430" y="64928"/>
                        <a:pt x="31668" y="60898"/>
                      </a:cubicBezTo>
                      <a:lnTo>
                        <a:pt x="46893" y="66719"/>
                      </a:lnTo>
                      <a:cubicBezTo>
                        <a:pt x="46445" y="68511"/>
                        <a:pt x="45998" y="70750"/>
                        <a:pt x="45998" y="72541"/>
                      </a:cubicBezTo>
                      <a:cubicBezTo>
                        <a:pt x="45998" y="78362"/>
                        <a:pt x="48236" y="83735"/>
                        <a:pt x="51819" y="87765"/>
                      </a:cubicBezTo>
                      <a:lnTo>
                        <a:pt x="40176" y="100751"/>
                      </a:lnTo>
                      <a:cubicBezTo>
                        <a:pt x="37490" y="99407"/>
                        <a:pt x="34355" y="98512"/>
                        <a:pt x="31221" y="98960"/>
                      </a:cubicBezTo>
                      <a:cubicBezTo>
                        <a:pt x="26743" y="99407"/>
                        <a:pt x="22713" y="101199"/>
                        <a:pt x="19578" y="104781"/>
                      </a:cubicBezTo>
                      <a:cubicBezTo>
                        <a:pt x="16444" y="108363"/>
                        <a:pt x="15101" y="112393"/>
                        <a:pt x="15548" y="117319"/>
                      </a:cubicBezTo>
                      <a:cubicBezTo>
                        <a:pt x="15996" y="121797"/>
                        <a:pt x="17787" y="125827"/>
                        <a:pt x="21370" y="128961"/>
                      </a:cubicBezTo>
                      <a:cubicBezTo>
                        <a:pt x="24504" y="131648"/>
                        <a:pt x="28534" y="132991"/>
                        <a:pt x="32564" y="132991"/>
                      </a:cubicBezTo>
                      <a:cubicBezTo>
                        <a:pt x="33012" y="132991"/>
                        <a:pt x="33460" y="132991"/>
                        <a:pt x="33907" y="132991"/>
                      </a:cubicBezTo>
                      <a:cubicBezTo>
                        <a:pt x="43311" y="132095"/>
                        <a:pt x="50475" y="124035"/>
                        <a:pt x="49580" y="114632"/>
                      </a:cubicBezTo>
                      <a:cubicBezTo>
                        <a:pt x="49132" y="110154"/>
                        <a:pt x="47341" y="106572"/>
                        <a:pt x="44206" y="103438"/>
                      </a:cubicBezTo>
                      <a:lnTo>
                        <a:pt x="55401" y="90900"/>
                      </a:lnTo>
                      <a:cubicBezTo>
                        <a:pt x="58983" y="93586"/>
                        <a:pt x="63461" y="95378"/>
                        <a:pt x="68387" y="95378"/>
                      </a:cubicBezTo>
                      <a:cubicBezTo>
                        <a:pt x="73760" y="95378"/>
                        <a:pt x="78686" y="93139"/>
                        <a:pt x="82716" y="90004"/>
                      </a:cubicBezTo>
                      <a:lnTo>
                        <a:pt x="94806" y="103438"/>
                      </a:lnTo>
                      <a:cubicBezTo>
                        <a:pt x="91671" y="106572"/>
                        <a:pt x="89880" y="110154"/>
                        <a:pt x="89432" y="114632"/>
                      </a:cubicBezTo>
                      <a:cubicBezTo>
                        <a:pt x="88537" y="124035"/>
                        <a:pt x="95701" y="132095"/>
                        <a:pt x="105105" y="132991"/>
                      </a:cubicBezTo>
                      <a:cubicBezTo>
                        <a:pt x="105552" y="132991"/>
                        <a:pt x="106000" y="132991"/>
                        <a:pt x="106448" y="132991"/>
                      </a:cubicBezTo>
                      <a:cubicBezTo>
                        <a:pt x="115404" y="132991"/>
                        <a:pt x="122568" y="126274"/>
                        <a:pt x="123464" y="117319"/>
                      </a:cubicBezTo>
                      <a:cubicBezTo>
                        <a:pt x="123912" y="112841"/>
                        <a:pt x="122568" y="108363"/>
                        <a:pt x="119434" y="104781"/>
                      </a:cubicBezTo>
                      <a:cubicBezTo>
                        <a:pt x="116299" y="101199"/>
                        <a:pt x="112269" y="99407"/>
                        <a:pt x="107791" y="98960"/>
                      </a:cubicBezTo>
                      <a:cubicBezTo>
                        <a:pt x="104657" y="98512"/>
                        <a:pt x="101522" y="99407"/>
                        <a:pt x="98836" y="100751"/>
                      </a:cubicBezTo>
                      <a:lnTo>
                        <a:pt x="85850" y="86422"/>
                      </a:lnTo>
                      <a:cubicBezTo>
                        <a:pt x="88985" y="82392"/>
                        <a:pt x="90776" y="77914"/>
                        <a:pt x="90776" y="72541"/>
                      </a:cubicBezTo>
                      <a:cubicBezTo>
                        <a:pt x="90776" y="70750"/>
                        <a:pt x="90328" y="68958"/>
                        <a:pt x="89880" y="67167"/>
                      </a:cubicBezTo>
                      <a:lnTo>
                        <a:pt x="106896" y="60451"/>
                      </a:lnTo>
                      <a:cubicBezTo>
                        <a:pt x="109135" y="64481"/>
                        <a:pt x="113165" y="67615"/>
                        <a:pt x="118090" y="68958"/>
                      </a:cubicBezTo>
                      <a:cubicBezTo>
                        <a:pt x="119434" y="69406"/>
                        <a:pt x="120777" y="69406"/>
                        <a:pt x="121673" y="69406"/>
                      </a:cubicBezTo>
                      <a:cubicBezTo>
                        <a:pt x="124807" y="69406"/>
                        <a:pt x="127942" y="68511"/>
                        <a:pt x="130628" y="66719"/>
                      </a:cubicBezTo>
                      <a:cubicBezTo>
                        <a:pt x="134658" y="64481"/>
                        <a:pt x="137345" y="60451"/>
                        <a:pt x="138241" y="55973"/>
                      </a:cubicBezTo>
                      <a:cubicBezTo>
                        <a:pt x="140927" y="47017"/>
                        <a:pt x="135106" y="37614"/>
                        <a:pt x="125703" y="35823"/>
                      </a:cubicBezTo>
                      <a:close/>
                      <a:moveTo>
                        <a:pt x="19578" y="64481"/>
                      </a:moveTo>
                      <a:cubicBezTo>
                        <a:pt x="12862" y="65824"/>
                        <a:pt x="6145" y="61794"/>
                        <a:pt x="4802" y="55077"/>
                      </a:cubicBezTo>
                      <a:cubicBezTo>
                        <a:pt x="3458" y="48360"/>
                        <a:pt x="7488" y="41644"/>
                        <a:pt x="14205" y="40300"/>
                      </a:cubicBezTo>
                      <a:cubicBezTo>
                        <a:pt x="15101" y="40300"/>
                        <a:pt x="15996" y="39853"/>
                        <a:pt x="16892" y="39853"/>
                      </a:cubicBezTo>
                      <a:cubicBezTo>
                        <a:pt x="22713" y="39853"/>
                        <a:pt x="27638" y="43883"/>
                        <a:pt x="28982" y="49704"/>
                      </a:cubicBezTo>
                      <a:cubicBezTo>
                        <a:pt x="30325" y="56421"/>
                        <a:pt x="26295" y="63137"/>
                        <a:pt x="19578" y="64481"/>
                      </a:cubicBezTo>
                      <a:close/>
                      <a:moveTo>
                        <a:pt x="55849" y="16568"/>
                      </a:moveTo>
                      <a:cubicBezTo>
                        <a:pt x="55849" y="9851"/>
                        <a:pt x="61670" y="4030"/>
                        <a:pt x="68387" y="4030"/>
                      </a:cubicBezTo>
                      <a:cubicBezTo>
                        <a:pt x="75103" y="4030"/>
                        <a:pt x="80924" y="9851"/>
                        <a:pt x="80924" y="16568"/>
                      </a:cubicBezTo>
                      <a:cubicBezTo>
                        <a:pt x="80924" y="23285"/>
                        <a:pt x="75103" y="29106"/>
                        <a:pt x="68387" y="29106"/>
                      </a:cubicBezTo>
                      <a:cubicBezTo>
                        <a:pt x="61670" y="29106"/>
                        <a:pt x="55849" y="23732"/>
                        <a:pt x="55849" y="16568"/>
                      </a:cubicBezTo>
                      <a:close/>
                      <a:moveTo>
                        <a:pt x="41968" y="123588"/>
                      </a:moveTo>
                      <a:cubicBezTo>
                        <a:pt x="39729" y="126274"/>
                        <a:pt x="36594" y="127618"/>
                        <a:pt x="33460" y="128066"/>
                      </a:cubicBezTo>
                      <a:cubicBezTo>
                        <a:pt x="30325" y="128513"/>
                        <a:pt x="26743" y="127170"/>
                        <a:pt x="24504" y="124931"/>
                      </a:cubicBezTo>
                      <a:cubicBezTo>
                        <a:pt x="22265" y="122692"/>
                        <a:pt x="20474" y="119558"/>
                        <a:pt x="20026" y="116423"/>
                      </a:cubicBezTo>
                      <a:cubicBezTo>
                        <a:pt x="19578" y="113289"/>
                        <a:pt x="20922" y="109706"/>
                        <a:pt x="23161" y="107467"/>
                      </a:cubicBezTo>
                      <a:cubicBezTo>
                        <a:pt x="25400" y="105229"/>
                        <a:pt x="28534" y="103438"/>
                        <a:pt x="31668" y="102990"/>
                      </a:cubicBezTo>
                      <a:cubicBezTo>
                        <a:pt x="32116" y="102990"/>
                        <a:pt x="32116" y="102990"/>
                        <a:pt x="32564" y="102990"/>
                      </a:cubicBezTo>
                      <a:cubicBezTo>
                        <a:pt x="35699" y="102990"/>
                        <a:pt x="38385" y="103885"/>
                        <a:pt x="40624" y="106124"/>
                      </a:cubicBezTo>
                      <a:cubicBezTo>
                        <a:pt x="43311" y="108363"/>
                        <a:pt x="44654" y="111498"/>
                        <a:pt x="45102" y="114632"/>
                      </a:cubicBezTo>
                      <a:cubicBezTo>
                        <a:pt x="45102" y="118214"/>
                        <a:pt x="44206" y="121349"/>
                        <a:pt x="41968" y="123588"/>
                      </a:cubicBezTo>
                      <a:close/>
                      <a:moveTo>
                        <a:pt x="107344" y="102990"/>
                      </a:moveTo>
                      <a:cubicBezTo>
                        <a:pt x="110478" y="103438"/>
                        <a:pt x="113613" y="104781"/>
                        <a:pt x="115852" y="107467"/>
                      </a:cubicBezTo>
                      <a:cubicBezTo>
                        <a:pt x="118090" y="110154"/>
                        <a:pt x="118986" y="113289"/>
                        <a:pt x="118986" y="116423"/>
                      </a:cubicBezTo>
                      <a:cubicBezTo>
                        <a:pt x="118538" y="119558"/>
                        <a:pt x="117195" y="122692"/>
                        <a:pt x="114508" y="124931"/>
                      </a:cubicBezTo>
                      <a:cubicBezTo>
                        <a:pt x="111822" y="127170"/>
                        <a:pt x="108687" y="128066"/>
                        <a:pt x="105552" y="128066"/>
                      </a:cubicBezTo>
                      <a:cubicBezTo>
                        <a:pt x="102418" y="127618"/>
                        <a:pt x="99284" y="126274"/>
                        <a:pt x="97045" y="123588"/>
                      </a:cubicBezTo>
                      <a:cubicBezTo>
                        <a:pt x="94806" y="120901"/>
                        <a:pt x="93910" y="117767"/>
                        <a:pt x="93910" y="114632"/>
                      </a:cubicBezTo>
                      <a:cubicBezTo>
                        <a:pt x="94358" y="111498"/>
                        <a:pt x="95701" y="108363"/>
                        <a:pt x="98388" y="106124"/>
                      </a:cubicBezTo>
                      <a:cubicBezTo>
                        <a:pt x="100627" y="104333"/>
                        <a:pt x="103314" y="102990"/>
                        <a:pt x="106448" y="102990"/>
                      </a:cubicBezTo>
                      <a:cubicBezTo>
                        <a:pt x="106896" y="102990"/>
                        <a:pt x="106896" y="102990"/>
                        <a:pt x="107344" y="102990"/>
                      </a:cubicBezTo>
                      <a:close/>
                      <a:moveTo>
                        <a:pt x="68387" y="90452"/>
                      </a:moveTo>
                      <a:cubicBezTo>
                        <a:pt x="63909" y="90452"/>
                        <a:pt x="59879" y="88661"/>
                        <a:pt x="56744" y="85974"/>
                      </a:cubicBezTo>
                      <a:cubicBezTo>
                        <a:pt x="56744" y="85974"/>
                        <a:pt x="56744" y="85974"/>
                        <a:pt x="56744" y="85974"/>
                      </a:cubicBezTo>
                      <a:cubicBezTo>
                        <a:pt x="56744" y="85974"/>
                        <a:pt x="56744" y="85974"/>
                        <a:pt x="56744" y="85974"/>
                      </a:cubicBezTo>
                      <a:cubicBezTo>
                        <a:pt x="53162" y="82839"/>
                        <a:pt x="50923" y="77914"/>
                        <a:pt x="50923" y="72989"/>
                      </a:cubicBezTo>
                      <a:cubicBezTo>
                        <a:pt x="50923" y="63137"/>
                        <a:pt x="58983" y="55077"/>
                        <a:pt x="68834" y="55077"/>
                      </a:cubicBezTo>
                      <a:cubicBezTo>
                        <a:pt x="78686" y="55077"/>
                        <a:pt x="86746" y="63137"/>
                        <a:pt x="86746" y="72989"/>
                      </a:cubicBezTo>
                      <a:cubicBezTo>
                        <a:pt x="86746" y="82839"/>
                        <a:pt x="78238" y="90452"/>
                        <a:pt x="68387" y="90452"/>
                      </a:cubicBezTo>
                      <a:close/>
                      <a:moveTo>
                        <a:pt x="134211" y="55077"/>
                      </a:moveTo>
                      <a:cubicBezTo>
                        <a:pt x="132867" y="61794"/>
                        <a:pt x="126150" y="65824"/>
                        <a:pt x="119434" y="64481"/>
                      </a:cubicBezTo>
                      <a:cubicBezTo>
                        <a:pt x="112717" y="63137"/>
                        <a:pt x="108687" y="56421"/>
                        <a:pt x="110030" y="49704"/>
                      </a:cubicBezTo>
                      <a:cubicBezTo>
                        <a:pt x="111374" y="43883"/>
                        <a:pt x="116299" y="39853"/>
                        <a:pt x="122120" y="39853"/>
                      </a:cubicBezTo>
                      <a:cubicBezTo>
                        <a:pt x="123016" y="39853"/>
                        <a:pt x="123912" y="39853"/>
                        <a:pt x="124807" y="40300"/>
                      </a:cubicBezTo>
                      <a:cubicBezTo>
                        <a:pt x="131524" y="41644"/>
                        <a:pt x="136002" y="48360"/>
                        <a:pt x="134211" y="5507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434" name="Group 4330">
                <a:extLst>
                  <a:ext uri="{FF2B5EF4-FFF2-40B4-BE49-F238E27FC236}">
                    <a16:creationId xmlns:a16="http://schemas.microsoft.com/office/drawing/2014/main" id="{EFB59B3D-3295-B393-CE44-3792D024D567}"/>
                  </a:ext>
                  <a:ext uri="{C183D7F6-B498-43B3-948B-1728B52AA6E4}">
                    <adec:decorative xmlns:adec="http://schemas.microsoft.com/office/drawing/2017/decorative" val="1"/>
                  </a:ext>
                </a:extLst>
              </p:cNvPr>
              <p:cNvGrpSpPr>
                <a:grpSpLocks noChangeAspect="1"/>
              </p:cNvGrpSpPr>
              <p:nvPr/>
            </p:nvGrpSpPr>
            <p:grpSpPr>
              <a:xfrm>
                <a:off x="2915882" y="3937612"/>
                <a:ext cx="136634" cy="130633"/>
                <a:chOff x="2956636" y="3202173"/>
                <a:chExt cx="136634" cy="130633"/>
              </a:xfrm>
            </p:grpSpPr>
            <p:sp>
              <p:nvSpPr>
                <p:cNvPr id="435" name="Freeform: Shape 4331">
                  <a:extLst>
                    <a:ext uri="{FF2B5EF4-FFF2-40B4-BE49-F238E27FC236}">
                      <a16:creationId xmlns:a16="http://schemas.microsoft.com/office/drawing/2014/main" id="{40E24220-7A51-D0DF-0DB4-AC5D8095F206}"/>
                    </a:ext>
                  </a:extLst>
                </p:cNvPr>
                <p:cNvSpPr/>
                <p:nvPr/>
              </p:nvSpPr>
              <p:spPr>
                <a:xfrm>
                  <a:off x="3003685" y="3252772"/>
                  <a:ext cx="44778" cy="44778"/>
                </a:xfrm>
                <a:custGeom>
                  <a:avLst/>
                  <a:gdLst>
                    <a:gd name="connsiteX0" fmla="*/ 22389 w 44778"/>
                    <a:gd name="connsiteY0" fmla="*/ 44778 h 44778"/>
                    <a:gd name="connsiteX1" fmla="*/ 0 w 44778"/>
                    <a:gd name="connsiteY1" fmla="*/ 22389 h 44778"/>
                    <a:gd name="connsiteX2" fmla="*/ 22389 w 44778"/>
                    <a:gd name="connsiteY2" fmla="*/ 0 h 44778"/>
                    <a:gd name="connsiteX3" fmla="*/ 44778 w 44778"/>
                    <a:gd name="connsiteY3" fmla="*/ 22389 h 44778"/>
                    <a:gd name="connsiteX4" fmla="*/ 22389 w 44778"/>
                    <a:gd name="connsiteY4" fmla="*/ 44778 h 44778"/>
                    <a:gd name="connsiteX5" fmla="*/ 22389 w 44778"/>
                    <a:gd name="connsiteY5" fmla="*/ 4478 h 44778"/>
                    <a:gd name="connsiteX6" fmla="*/ 4478 w 44778"/>
                    <a:gd name="connsiteY6" fmla="*/ 22389 h 44778"/>
                    <a:gd name="connsiteX7" fmla="*/ 22389 w 44778"/>
                    <a:gd name="connsiteY7" fmla="*/ 40300 h 44778"/>
                    <a:gd name="connsiteX8" fmla="*/ 40300 w 44778"/>
                    <a:gd name="connsiteY8" fmla="*/ 22389 h 44778"/>
                    <a:gd name="connsiteX9" fmla="*/ 22389 w 44778"/>
                    <a:gd name="connsiteY9" fmla="*/ 44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78" h="44778">
                      <a:moveTo>
                        <a:pt x="22389" y="44778"/>
                      </a:moveTo>
                      <a:cubicBezTo>
                        <a:pt x="9851" y="44778"/>
                        <a:pt x="0" y="34927"/>
                        <a:pt x="0" y="22389"/>
                      </a:cubicBezTo>
                      <a:cubicBezTo>
                        <a:pt x="0" y="9851"/>
                        <a:pt x="9851" y="0"/>
                        <a:pt x="22389" y="0"/>
                      </a:cubicBezTo>
                      <a:cubicBezTo>
                        <a:pt x="34927" y="0"/>
                        <a:pt x="44778" y="9851"/>
                        <a:pt x="44778" y="22389"/>
                      </a:cubicBezTo>
                      <a:cubicBezTo>
                        <a:pt x="44778" y="34927"/>
                        <a:pt x="34927" y="44778"/>
                        <a:pt x="22389" y="44778"/>
                      </a:cubicBezTo>
                      <a:close/>
                      <a:moveTo>
                        <a:pt x="22389" y="4478"/>
                      </a:moveTo>
                      <a:cubicBezTo>
                        <a:pt x="12538" y="4478"/>
                        <a:pt x="4478" y="12538"/>
                        <a:pt x="4478" y="22389"/>
                      </a:cubicBezTo>
                      <a:cubicBezTo>
                        <a:pt x="4478" y="32240"/>
                        <a:pt x="12538" y="40300"/>
                        <a:pt x="22389" y="40300"/>
                      </a:cubicBezTo>
                      <a:cubicBezTo>
                        <a:pt x="32240" y="40300"/>
                        <a:pt x="40300" y="32240"/>
                        <a:pt x="40300" y="22389"/>
                      </a:cubicBezTo>
                      <a:cubicBezTo>
                        <a:pt x="40300" y="12538"/>
                        <a:pt x="32688" y="4478"/>
                        <a:pt x="2238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6" name="Freeform: Shape 4332">
                  <a:extLst>
                    <a:ext uri="{FF2B5EF4-FFF2-40B4-BE49-F238E27FC236}">
                      <a16:creationId xmlns:a16="http://schemas.microsoft.com/office/drawing/2014/main" id="{E564D6AD-83F3-2467-91D0-B345FFD31FA6}"/>
                    </a:ext>
                  </a:extLst>
                </p:cNvPr>
                <p:cNvSpPr/>
                <p:nvPr/>
              </p:nvSpPr>
              <p:spPr>
                <a:xfrm>
                  <a:off x="2972256" y="3301057"/>
                  <a:ext cx="31345" cy="31345"/>
                </a:xfrm>
                <a:custGeom>
                  <a:avLst/>
                  <a:gdLst>
                    <a:gd name="connsiteX0" fmla="*/ 17100 w 31344"/>
                    <a:gd name="connsiteY0" fmla="*/ 34107 h 31344"/>
                    <a:gd name="connsiteX1" fmla="*/ 5905 w 31344"/>
                    <a:gd name="connsiteY1" fmla="*/ 30077 h 31344"/>
                    <a:gd name="connsiteX2" fmla="*/ 84 w 31344"/>
                    <a:gd name="connsiteY2" fmla="*/ 18435 h 31344"/>
                    <a:gd name="connsiteX3" fmla="*/ 4114 w 31344"/>
                    <a:gd name="connsiteY3" fmla="*/ 5897 h 31344"/>
                    <a:gd name="connsiteX4" fmla="*/ 15756 w 31344"/>
                    <a:gd name="connsiteY4" fmla="*/ 76 h 31344"/>
                    <a:gd name="connsiteX5" fmla="*/ 34115 w 31344"/>
                    <a:gd name="connsiteY5" fmla="*/ 15748 h 31344"/>
                    <a:gd name="connsiteX6" fmla="*/ 34115 w 31344"/>
                    <a:gd name="connsiteY6" fmla="*/ 15748 h 31344"/>
                    <a:gd name="connsiteX7" fmla="*/ 30085 w 31344"/>
                    <a:gd name="connsiteY7" fmla="*/ 28286 h 31344"/>
                    <a:gd name="connsiteX8" fmla="*/ 18443 w 31344"/>
                    <a:gd name="connsiteY8" fmla="*/ 34107 h 31344"/>
                    <a:gd name="connsiteX9" fmla="*/ 17100 w 31344"/>
                    <a:gd name="connsiteY9" fmla="*/ 34107 h 31344"/>
                    <a:gd name="connsiteX10" fmla="*/ 17100 w 31344"/>
                    <a:gd name="connsiteY10" fmla="*/ 4553 h 31344"/>
                    <a:gd name="connsiteX11" fmla="*/ 16204 w 31344"/>
                    <a:gd name="connsiteY11" fmla="*/ 4553 h 31344"/>
                    <a:gd name="connsiteX12" fmla="*/ 7696 w 31344"/>
                    <a:gd name="connsiteY12" fmla="*/ 9031 h 31344"/>
                    <a:gd name="connsiteX13" fmla="*/ 4562 w 31344"/>
                    <a:gd name="connsiteY13" fmla="*/ 17987 h 31344"/>
                    <a:gd name="connsiteX14" fmla="*/ 9040 w 31344"/>
                    <a:gd name="connsiteY14" fmla="*/ 26495 h 31344"/>
                    <a:gd name="connsiteX15" fmla="*/ 17995 w 31344"/>
                    <a:gd name="connsiteY15" fmla="*/ 29629 h 31344"/>
                    <a:gd name="connsiteX16" fmla="*/ 26503 w 31344"/>
                    <a:gd name="connsiteY16" fmla="*/ 25151 h 31344"/>
                    <a:gd name="connsiteX17" fmla="*/ 29638 w 31344"/>
                    <a:gd name="connsiteY17" fmla="*/ 16196 h 31344"/>
                    <a:gd name="connsiteX18" fmla="*/ 29638 w 31344"/>
                    <a:gd name="connsiteY18" fmla="*/ 16196 h 31344"/>
                    <a:gd name="connsiteX19" fmla="*/ 17100 w 31344"/>
                    <a:gd name="connsiteY19" fmla="*/ 4553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344" h="31344">
                      <a:moveTo>
                        <a:pt x="17100" y="34107"/>
                      </a:moveTo>
                      <a:cubicBezTo>
                        <a:pt x="13070" y="34107"/>
                        <a:pt x="9040" y="32764"/>
                        <a:pt x="5905" y="30077"/>
                      </a:cubicBezTo>
                      <a:cubicBezTo>
                        <a:pt x="2323" y="26943"/>
                        <a:pt x="532" y="22912"/>
                        <a:pt x="84" y="18435"/>
                      </a:cubicBezTo>
                      <a:cubicBezTo>
                        <a:pt x="-364" y="13957"/>
                        <a:pt x="979" y="9479"/>
                        <a:pt x="4114" y="5897"/>
                      </a:cubicBezTo>
                      <a:cubicBezTo>
                        <a:pt x="7248" y="2315"/>
                        <a:pt x="11279" y="523"/>
                        <a:pt x="15756" y="76"/>
                      </a:cubicBezTo>
                      <a:cubicBezTo>
                        <a:pt x="25160" y="-820"/>
                        <a:pt x="33220" y="6344"/>
                        <a:pt x="34115" y="15748"/>
                      </a:cubicBezTo>
                      <a:lnTo>
                        <a:pt x="34115" y="15748"/>
                      </a:lnTo>
                      <a:cubicBezTo>
                        <a:pt x="34563" y="20226"/>
                        <a:pt x="33220" y="24704"/>
                        <a:pt x="30085" y="28286"/>
                      </a:cubicBezTo>
                      <a:cubicBezTo>
                        <a:pt x="26951" y="31868"/>
                        <a:pt x="22921" y="33659"/>
                        <a:pt x="18443" y="34107"/>
                      </a:cubicBezTo>
                      <a:cubicBezTo>
                        <a:pt x="17995" y="34107"/>
                        <a:pt x="17547" y="34107"/>
                        <a:pt x="17100" y="34107"/>
                      </a:cubicBezTo>
                      <a:close/>
                      <a:moveTo>
                        <a:pt x="17100" y="4553"/>
                      </a:moveTo>
                      <a:cubicBezTo>
                        <a:pt x="16652" y="4553"/>
                        <a:pt x="16652" y="4553"/>
                        <a:pt x="16204" y="4553"/>
                      </a:cubicBezTo>
                      <a:cubicBezTo>
                        <a:pt x="13070" y="5001"/>
                        <a:pt x="9935" y="6344"/>
                        <a:pt x="7696" y="9031"/>
                      </a:cubicBezTo>
                      <a:cubicBezTo>
                        <a:pt x="5457" y="11718"/>
                        <a:pt x="4562" y="14852"/>
                        <a:pt x="4562" y="17987"/>
                      </a:cubicBezTo>
                      <a:cubicBezTo>
                        <a:pt x="5010" y="21121"/>
                        <a:pt x="6353" y="24256"/>
                        <a:pt x="9040" y="26495"/>
                      </a:cubicBezTo>
                      <a:cubicBezTo>
                        <a:pt x="11726" y="28734"/>
                        <a:pt x="14861" y="29629"/>
                        <a:pt x="17995" y="29629"/>
                      </a:cubicBezTo>
                      <a:cubicBezTo>
                        <a:pt x="21130" y="29181"/>
                        <a:pt x="24264" y="27838"/>
                        <a:pt x="26503" y="25151"/>
                      </a:cubicBezTo>
                      <a:cubicBezTo>
                        <a:pt x="28742" y="22465"/>
                        <a:pt x="29638" y="19330"/>
                        <a:pt x="29638" y="16196"/>
                      </a:cubicBezTo>
                      <a:lnTo>
                        <a:pt x="29638" y="16196"/>
                      </a:lnTo>
                      <a:cubicBezTo>
                        <a:pt x="29190" y="9479"/>
                        <a:pt x="23368" y="4553"/>
                        <a:pt x="17100" y="455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7" name="Freeform: Shape 4333">
                  <a:extLst>
                    <a:ext uri="{FF2B5EF4-FFF2-40B4-BE49-F238E27FC236}">
                      <a16:creationId xmlns:a16="http://schemas.microsoft.com/office/drawing/2014/main" id="{12B54FC9-7995-3878-CCE6-6488E33A191F}"/>
                    </a:ext>
                  </a:extLst>
                </p:cNvPr>
                <p:cNvSpPr/>
                <p:nvPr/>
              </p:nvSpPr>
              <p:spPr>
                <a:xfrm>
                  <a:off x="3008163" y="3202173"/>
                  <a:ext cx="31345" cy="31345"/>
                </a:xfrm>
                <a:custGeom>
                  <a:avLst/>
                  <a:gdLst>
                    <a:gd name="connsiteX0" fmla="*/ 17016 w 31344"/>
                    <a:gd name="connsiteY0" fmla="*/ 34031 h 31344"/>
                    <a:gd name="connsiteX1" fmla="*/ 0 w 31344"/>
                    <a:gd name="connsiteY1" fmla="*/ 17016 h 31344"/>
                    <a:gd name="connsiteX2" fmla="*/ 17016 w 31344"/>
                    <a:gd name="connsiteY2" fmla="*/ 0 h 31344"/>
                    <a:gd name="connsiteX3" fmla="*/ 34031 w 31344"/>
                    <a:gd name="connsiteY3" fmla="*/ 17016 h 31344"/>
                    <a:gd name="connsiteX4" fmla="*/ 17016 w 31344"/>
                    <a:gd name="connsiteY4" fmla="*/ 34031 h 31344"/>
                    <a:gd name="connsiteX5" fmla="*/ 17016 w 31344"/>
                    <a:gd name="connsiteY5" fmla="*/ 4478 h 31344"/>
                    <a:gd name="connsiteX6" fmla="*/ 4478 w 31344"/>
                    <a:gd name="connsiteY6" fmla="*/ 17016 h 31344"/>
                    <a:gd name="connsiteX7" fmla="*/ 17016 w 31344"/>
                    <a:gd name="connsiteY7" fmla="*/ 29554 h 31344"/>
                    <a:gd name="connsiteX8" fmla="*/ 29553 w 31344"/>
                    <a:gd name="connsiteY8" fmla="*/ 17016 h 31344"/>
                    <a:gd name="connsiteX9" fmla="*/ 17016 w 31344"/>
                    <a:gd name="connsiteY9" fmla="*/ 4478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44" h="31344">
                      <a:moveTo>
                        <a:pt x="17016" y="34031"/>
                      </a:moveTo>
                      <a:cubicBezTo>
                        <a:pt x="7612" y="34031"/>
                        <a:pt x="0" y="26419"/>
                        <a:pt x="0" y="17016"/>
                      </a:cubicBezTo>
                      <a:cubicBezTo>
                        <a:pt x="0" y="7612"/>
                        <a:pt x="7612" y="0"/>
                        <a:pt x="17016" y="0"/>
                      </a:cubicBezTo>
                      <a:cubicBezTo>
                        <a:pt x="26419" y="0"/>
                        <a:pt x="34031" y="7612"/>
                        <a:pt x="34031" y="17016"/>
                      </a:cubicBezTo>
                      <a:cubicBezTo>
                        <a:pt x="34031" y="26419"/>
                        <a:pt x="26419" y="34031"/>
                        <a:pt x="17016" y="34031"/>
                      </a:cubicBezTo>
                      <a:close/>
                      <a:moveTo>
                        <a:pt x="17016" y="4478"/>
                      </a:moveTo>
                      <a:cubicBezTo>
                        <a:pt x="10299" y="4478"/>
                        <a:pt x="4478" y="10299"/>
                        <a:pt x="4478" y="17016"/>
                      </a:cubicBezTo>
                      <a:cubicBezTo>
                        <a:pt x="4478" y="23732"/>
                        <a:pt x="10299" y="29554"/>
                        <a:pt x="17016" y="29554"/>
                      </a:cubicBezTo>
                      <a:cubicBezTo>
                        <a:pt x="23732" y="29554"/>
                        <a:pt x="29553" y="23732"/>
                        <a:pt x="29553" y="17016"/>
                      </a:cubicBezTo>
                      <a:cubicBezTo>
                        <a:pt x="29553" y="10299"/>
                        <a:pt x="23732" y="4478"/>
                        <a:pt x="1701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8" name="Freeform: Shape 4334">
                  <a:extLst>
                    <a:ext uri="{FF2B5EF4-FFF2-40B4-BE49-F238E27FC236}">
                      <a16:creationId xmlns:a16="http://schemas.microsoft.com/office/drawing/2014/main" id="{D5B55529-B647-8871-123B-6CF9FE916F31}"/>
                    </a:ext>
                  </a:extLst>
                </p:cNvPr>
                <p:cNvSpPr/>
                <p:nvPr/>
              </p:nvSpPr>
              <p:spPr>
                <a:xfrm>
                  <a:off x="2956636" y="3237516"/>
                  <a:ext cx="31345" cy="31345"/>
                </a:xfrm>
                <a:custGeom>
                  <a:avLst/>
                  <a:gdLst>
                    <a:gd name="connsiteX0" fmla="*/ 17047 w 31344"/>
                    <a:gd name="connsiteY0" fmla="*/ 34063 h 31344"/>
                    <a:gd name="connsiteX1" fmla="*/ 479 w 31344"/>
                    <a:gd name="connsiteY1" fmla="*/ 20629 h 31344"/>
                    <a:gd name="connsiteX2" fmla="*/ 13465 w 31344"/>
                    <a:gd name="connsiteY2" fmla="*/ 479 h 31344"/>
                    <a:gd name="connsiteX3" fmla="*/ 33615 w 31344"/>
                    <a:gd name="connsiteY3" fmla="*/ 13465 h 31344"/>
                    <a:gd name="connsiteX4" fmla="*/ 33615 w 31344"/>
                    <a:gd name="connsiteY4" fmla="*/ 13465 h 31344"/>
                    <a:gd name="connsiteX5" fmla="*/ 20629 w 31344"/>
                    <a:gd name="connsiteY5" fmla="*/ 33615 h 31344"/>
                    <a:gd name="connsiteX6" fmla="*/ 17047 w 31344"/>
                    <a:gd name="connsiteY6" fmla="*/ 34063 h 31344"/>
                    <a:gd name="connsiteX7" fmla="*/ 17047 w 31344"/>
                    <a:gd name="connsiteY7" fmla="*/ 4509 h 31344"/>
                    <a:gd name="connsiteX8" fmla="*/ 14360 w 31344"/>
                    <a:gd name="connsiteY8" fmla="*/ 4957 h 31344"/>
                    <a:gd name="connsiteX9" fmla="*/ 4957 w 31344"/>
                    <a:gd name="connsiteY9" fmla="*/ 19734 h 31344"/>
                    <a:gd name="connsiteX10" fmla="*/ 19734 w 31344"/>
                    <a:gd name="connsiteY10" fmla="*/ 29137 h 31344"/>
                    <a:gd name="connsiteX11" fmla="*/ 29137 w 31344"/>
                    <a:gd name="connsiteY11" fmla="*/ 14360 h 31344"/>
                    <a:gd name="connsiteX12" fmla="*/ 17047 w 31344"/>
                    <a:gd name="connsiteY12" fmla="*/ 4509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344" h="31344">
                      <a:moveTo>
                        <a:pt x="17047" y="34063"/>
                      </a:moveTo>
                      <a:cubicBezTo>
                        <a:pt x="9435" y="34063"/>
                        <a:pt x="2270" y="28689"/>
                        <a:pt x="479" y="20629"/>
                      </a:cubicBezTo>
                      <a:cubicBezTo>
                        <a:pt x="-1760" y="11674"/>
                        <a:pt x="4061" y="2270"/>
                        <a:pt x="13465" y="479"/>
                      </a:cubicBezTo>
                      <a:cubicBezTo>
                        <a:pt x="22421" y="-1760"/>
                        <a:pt x="31824" y="4061"/>
                        <a:pt x="33615" y="13465"/>
                      </a:cubicBezTo>
                      <a:lnTo>
                        <a:pt x="33615" y="13465"/>
                      </a:lnTo>
                      <a:cubicBezTo>
                        <a:pt x="35854" y="22420"/>
                        <a:pt x="30033" y="31824"/>
                        <a:pt x="20629" y="33615"/>
                      </a:cubicBezTo>
                      <a:cubicBezTo>
                        <a:pt x="19286" y="34063"/>
                        <a:pt x="18390" y="34063"/>
                        <a:pt x="17047" y="34063"/>
                      </a:cubicBezTo>
                      <a:close/>
                      <a:moveTo>
                        <a:pt x="17047" y="4509"/>
                      </a:moveTo>
                      <a:cubicBezTo>
                        <a:pt x="16152" y="4509"/>
                        <a:pt x="15256" y="4509"/>
                        <a:pt x="14360" y="4957"/>
                      </a:cubicBezTo>
                      <a:cubicBezTo>
                        <a:pt x="7644" y="6300"/>
                        <a:pt x="3614" y="13017"/>
                        <a:pt x="4957" y="19734"/>
                      </a:cubicBezTo>
                      <a:cubicBezTo>
                        <a:pt x="6300" y="26450"/>
                        <a:pt x="13017" y="30480"/>
                        <a:pt x="19734" y="29137"/>
                      </a:cubicBezTo>
                      <a:cubicBezTo>
                        <a:pt x="26450" y="27794"/>
                        <a:pt x="30481" y="21077"/>
                        <a:pt x="29137" y="14360"/>
                      </a:cubicBezTo>
                      <a:cubicBezTo>
                        <a:pt x="27794" y="8539"/>
                        <a:pt x="22868" y="4509"/>
                        <a:pt x="17047" y="450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39" name="Freeform: Shape 4335">
                  <a:extLst>
                    <a:ext uri="{FF2B5EF4-FFF2-40B4-BE49-F238E27FC236}">
                      <a16:creationId xmlns:a16="http://schemas.microsoft.com/office/drawing/2014/main" id="{5A09C073-6C4A-BD59-EC23-BE9675CEF75F}"/>
                    </a:ext>
                  </a:extLst>
                </p:cNvPr>
                <p:cNvSpPr/>
                <p:nvPr/>
              </p:nvSpPr>
              <p:spPr>
                <a:xfrm>
                  <a:off x="2965175" y="3278296"/>
                  <a:ext cx="8956" cy="22389"/>
                </a:xfrm>
                <a:custGeom>
                  <a:avLst/>
                  <a:gdLst>
                    <a:gd name="connsiteX0" fmla="*/ 7165 w 8955"/>
                    <a:gd name="connsiteY0" fmla="*/ 22389 h 22389"/>
                    <a:gd name="connsiteX1" fmla="*/ 4926 w 8955"/>
                    <a:gd name="connsiteY1" fmla="*/ 21046 h 22389"/>
                    <a:gd name="connsiteX2" fmla="*/ 0 w 8955"/>
                    <a:gd name="connsiteY2" fmla="*/ 2239 h 22389"/>
                    <a:gd name="connsiteX3" fmla="*/ 2239 w 8955"/>
                    <a:gd name="connsiteY3" fmla="*/ 0 h 22389"/>
                    <a:gd name="connsiteX4" fmla="*/ 4478 w 8955"/>
                    <a:gd name="connsiteY4" fmla="*/ 2239 h 22389"/>
                    <a:gd name="connsiteX5" fmla="*/ 8956 w 8955"/>
                    <a:gd name="connsiteY5" fmla="*/ 19703 h 22389"/>
                    <a:gd name="connsiteX6" fmla="*/ 7612 w 8955"/>
                    <a:gd name="connsiteY6" fmla="*/ 22837 h 22389"/>
                    <a:gd name="connsiteX7" fmla="*/ 7165 w 8955"/>
                    <a:gd name="connsiteY7" fmla="*/ 22389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22389">
                      <a:moveTo>
                        <a:pt x="7165" y="22389"/>
                      </a:moveTo>
                      <a:cubicBezTo>
                        <a:pt x="6269" y="22389"/>
                        <a:pt x="5373" y="21941"/>
                        <a:pt x="4926" y="21046"/>
                      </a:cubicBezTo>
                      <a:cubicBezTo>
                        <a:pt x="2239" y="15225"/>
                        <a:pt x="448" y="8508"/>
                        <a:pt x="0" y="2239"/>
                      </a:cubicBezTo>
                      <a:cubicBezTo>
                        <a:pt x="0" y="896"/>
                        <a:pt x="896" y="0"/>
                        <a:pt x="2239" y="0"/>
                      </a:cubicBezTo>
                      <a:cubicBezTo>
                        <a:pt x="3582" y="0"/>
                        <a:pt x="4478" y="896"/>
                        <a:pt x="4478" y="2239"/>
                      </a:cubicBezTo>
                      <a:cubicBezTo>
                        <a:pt x="4926" y="8060"/>
                        <a:pt x="6717" y="14329"/>
                        <a:pt x="8956" y="19703"/>
                      </a:cubicBezTo>
                      <a:cubicBezTo>
                        <a:pt x="9404" y="21046"/>
                        <a:pt x="8956" y="21941"/>
                        <a:pt x="7612" y="22837"/>
                      </a:cubicBezTo>
                      <a:cubicBezTo>
                        <a:pt x="8060" y="22389"/>
                        <a:pt x="7612" y="22389"/>
                        <a:pt x="7165" y="2238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0" name="Freeform: Shape 4336">
                  <a:extLst>
                    <a:ext uri="{FF2B5EF4-FFF2-40B4-BE49-F238E27FC236}">
                      <a16:creationId xmlns:a16="http://schemas.microsoft.com/office/drawing/2014/main" id="{989067F8-FC4C-1815-8E30-809D6176250C}"/>
                    </a:ext>
                  </a:extLst>
                </p:cNvPr>
                <p:cNvSpPr/>
                <p:nvPr/>
              </p:nvSpPr>
              <p:spPr>
                <a:xfrm>
                  <a:off x="3009058" y="3328328"/>
                  <a:ext cx="31345" cy="4478"/>
                </a:xfrm>
                <a:custGeom>
                  <a:avLst/>
                  <a:gdLst>
                    <a:gd name="connsiteX0" fmla="*/ 16120 w 31344"/>
                    <a:gd name="connsiteY0" fmla="*/ 6836 h 4477"/>
                    <a:gd name="connsiteX1" fmla="*/ 1791 w 31344"/>
                    <a:gd name="connsiteY1" fmla="*/ 5045 h 4477"/>
                    <a:gd name="connsiteX2" fmla="*/ 0 w 31344"/>
                    <a:gd name="connsiteY2" fmla="*/ 2358 h 4477"/>
                    <a:gd name="connsiteX3" fmla="*/ 2687 w 31344"/>
                    <a:gd name="connsiteY3" fmla="*/ 567 h 4477"/>
                    <a:gd name="connsiteX4" fmla="*/ 30897 w 31344"/>
                    <a:gd name="connsiteY4" fmla="*/ 119 h 4477"/>
                    <a:gd name="connsiteX5" fmla="*/ 33584 w 31344"/>
                    <a:gd name="connsiteY5" fmla="*/ 1462 h 4477"/>
                    <a:gd name="connsiteX6" fmla="*/ 32240 w 31344"/>
                    <a:gd name="connsiteY6" fmla="*/ 4149 h 4477"/>
                    <a:gd name="connsiteX7" fmla="*/ 16120 w 31344"/>
                    <a:gd name="connsiteY7" fmla="*/ 6836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44" h="4477">
                      <a:moveTo>
                        <a:pt x="16120" y="6836"/>
                      </a:moveTo>
                      <a:cubicBezTo>
                        <a:pt x="11195" y="6836"/>
                        <a:pt x="6717" y="6388"/>
                        <a:pt x="1791" y="5045"/>
                      </a:cubicBezTo>
                      <a:cubicBezTo>
                        <a:pt x="448" y="4597"/>
                        <a:pt x="0" y="3701"/>
                        <a:pt x="0" y="2358"/>
                      </a:cubicBezTo>
                      <a:cubicBezTo>
                        <a:pt x="448" y="1015"/>
                        <a:pt x="1344" y="567"/>
                        <a:pt x="2687" y="567"/>
                      </a:cubicBezTo>
                      <a:cubicBezTo>
                        <a:pt x="12090" y="2806"/>
                        <a:pt x="21494" y="2806"/>
                        <a:pt x="30897" y="119"/>
                      </a:cubicBezTo>
                      <a:cubicBezTo>
                        <a:pt x="32240" y="-329"/>
                        <a:pt x="33136" y="567"/>
                        <a:pt x="33584" y="1462"/>
                      </a:cubicBezTo>
                      <a:cubicBezTo>
                        <a:pt x="34032" y="2358"/>
                        <a:pt x="33136" y="3701"/>
                        <a:pt x="32240" y="4149"/>
                      </a:cubicBezTo>
                      <a:cubicBezTo>
                        <a:pt x="27315" y="5940"/>
                        <a:pt x="21494" y="6836"/>
                        <a:pt x="16120" y="683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1" name="Freeform: Shape 4337">
                  <a:extLst>
                    <a:ext uri="{FF2B5EF4-FFF2-40B4-BE49-F238E27FC236}">
                      <a16:creationId xmlns:a16="http://schemas.microsoft.com/office/drawing/2014/main" id="{88AF478E-CD39-B324-F597-0534DFC99B48}"/>
                    </a:ext>
                  </a:extLst>
                </p:cNvPr>
                <p:cNvSpPr/>
                <p:nvPr/>
              </p:nvSpPr>
              <p:spPr>
                <a:xfrm>
                  <a:off x="3076057" y="3275609"/>
                  <a:ext cx="8956" cy="22389"/>
                </a:xfrm>
                <a:custGeom>
                  <a:avLst/>
                  <a:gdLst>
                    <a:gd name="connsiteX0" fmla="*/ 2407 w 8955"/>
                    <a:gd name="connsiteY0" fmla="*/ 25076 h 22389"/>
                    <a:gd name="connsiteX1" fmla="*/ 1511 w 8955"/>
                    <a:gd name="connsiteY1" fmla="*/ 25076 h 22389"/>
                    <a:gd name="connsiteX2" fmla="*/ 168 w 8955"/>
                    <a:gd name="connsiteY2" fmla="*/ 21941 h 22389"/>
                    <a:gd name="connsiteX3" fmla="*/ 4646 w 8955"/>
                    <a:gd name="connsiteY3" fmla="*/ 2239 h 22389"/>
                    <a:gd name="connsiteX4" fmla="*/ 6885 w 8955"/>
                    <a:gd name="connsiteY4" fmla="*/ 0 h 22389"/>
                    <a:gd name="connsiteX5" fmla="*/ 9124 w 8955"/>
                    <a:gd name="connsiteY5" fmla="*/ 2239 h 22389"/>
                    <a:gd name="connsiteX6" fmla="*/ 4198 w 8955"/>
                    <a:gd name="connsiteY6" fmla="*/ 23732 h 22389"/>
                    <a:gd name="connsiteX7" fmla="*/ 2407 w 8955"/>
                    <a:gd name="connsiteY7" fmla="*/ 25076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22389">
                      <a:moveTo>
                        <a:pt x="2407" y="25076"/>
                      </a:moveTo>
                      <a:cubicBezTo>
                        <a:pt x="1959" y="25076"/>
                        <a:pt x="1959" y="25076"/>
                        <a:pt x="1511" y="25076"/>
                      </a:cubicBezTo>
                      <a:cubicBezTo>
                        <a:pt x="168" y="24628"/>
                        <a:pt x="-280" y="23285"/>
                        <a:pt x="168" y="21941"/>
                      </a:cubicBezTo>
                      <a:cubicBezTo>
                        <a:pt x="2855" y="15672"/>
                        <a:pt x="4646" y="8956"/>
                        <a:pt x="4646" y="2239"/>
                      </a:cubicBezTo>
                      <a:cubicBezTo>
                        <a:pt x="4646" y="896"/>
                        <a:pt x="5989" y="0"/>
                        <a:pt x="6885" y="0"/>
                      </a:cubicBezTo>
                      <a:cubicBezTo>
                        <a:pt x="8228" y="0"/>
                        <a:pt x="9124" y="896"/>
                        <a:pt x="9124" y="2239"/>
                      </a:cubicBezTo>
                      <a:cubicBezTo>
                        <a:pt x="8676" y="9851"/>
                        <a:pt x="6885" y="17016"/>
                        <a:pt x="4198" y="23732"/>
                      </a:cubicBezTo>
                      <a:cubicBezTo>
                        <a:pt x="3750" y="24628"/>
                        <a:pt x="3302" y="25076"/>
                        <a:pt x="2407" y="2507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2" name="Freeform: Shape 4338">
                  <a:extLst>
                    <a:ext uri="{FF2B5EF4-FFF2-40B4-BE49-F238E27FC236}">
                      <a16:creationId xmlns:a16="http://schemas.microsoft.com/office/drawing/2014/main" id="{AA3AC860-00BF-F7F2-D38B-4F12CC558F03}"/>
                    </a:ext>
                  </a:extLst>
                </p:cNvPr>
                <p:cNvSpPr/>
                <p:nvPr/>
              </p:nvSpPr>
              <p:spPr>
                <a:xfrm>
                  <a:off x="3046504" y="3219469"/>
                  <a:ext cx="17911" cy="13433"/>
                </a:xfrm>
                <a:custGeom>
                  <a:avLst/>
                  <a:gdLst>
                    <a:gd name="connsiteX0" fmla="*/ 18975 w 17911"/>
                    <a:gd name="connsiteY0" fmla="*/ 15840 h 13433"/>
                    <a:gd name="connsiteX1" fmla="*/ 17631 w 17911"/>
                    <a:gd name="connsiteY1" fmla="*/ 15392 h 13433"/>
                    <a:gd name="connsiteX2" fmla="*/ 1511 w 17911"/>
                    <a:gd name="connsiteY2" fmla="*/ 4646 h 13433"/>
                    <a:gd name="connsiteX3" fmla="*/ 168 w 17911"/>
                    <a:gd name="connsiteY3" fmla="*/ 1511 h 13433"/>
                    <a:gd name="connsiteX4" fmla="*/ 3302 w 17911"/>
                    <a:gd name="connsiteY4" fmla="*/ 168 h 13433"/>
                    <a:gd name="connsiteX5" fmla="*/ 20766 w 17911"/>
                    <a:gd name="connsiteY5" fmla="*/ 11810 h 13433"/>
                    <a:gd name="connsiteX6" fmla="*/ 20766 w 17911"/>
                    <a:gd name="connsiteY6" fmla="*/ 14945 h 13433"/>
                    <a:gd name="connsiteX7" fmla="*/ 18975 w 17911"/>
                    <a:gd name="connsiteY7" fmla="*/ 15840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11" h="13433">
                      <a:moveTo>
                        <a:pt x="18975" y="15840"/>
                      </a:moveTo>
                      <a:cubicBezTo>
                        <a:pt x="18527" y="15840"/>
                        <a:pt x="18079" y="15840"/>
                        <a:pt x="17631" y="15392"/>
                      </a:cubicBezTo>
                      <a:cubicBezTo>
                        <a:pt x="12706" y="10915"/>
                        <a:pt x="7332" y="7332"/>
                        <a:pt x="1511" y="4646"/>
                      </a:cubicBezTo>
                      <a:cubicBezTo>
                        <a:pt x="168" y="4198"/>
                        <a:pt x="-280" y="2855"/>
                        <a:pt x="168" y="1511"/>
                      </a:cubicBezTo>
                      <a:cubicBezTo>
                        <a:pt x="616" y="168"/>
                        <a:pt x="1959" y="-280"/>
                        <a:pt x="3302" y="168"/>
                      </a:cubicBezTo>
                      <a:cubicBezTo>
                        <a:pt x="9571" y="2855"/>
                        <a:pt x="15840" y="6885"/>
                        <a:pt x="20766" y="11810"/>
                      </a:cubicBezTo>
                      <a:cubicBezTo>
                        <a:pt x="21661" y="12706"/>
                        <a:pt x="21661" y="14049"/>
                        <a:pt x="20766" y="14945"/>
                      </a:cubicBezTo>
                      <a:cubicBezTo>
                        <a:pt x="20318" y="15840"/>
                        <a:pt x="19422" y="15840"/>
                        <a:pt x="18975" y="1584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3" name="Freeform: Shape 4339">
                  <a:extLst>
                    <a:ext uri="{FF2B5EF4-FFF2-40B4-BE49-F238E27FC236}">
                      <a16:creationId xmlns:a16="http://schemas.microsoft.com/office/drawing/2014/main" id="{9AAEF1A2-C337-ED51-200E-50A3408BFF6B}"/>
                    </a:ext>
                  </a:extLst>
                </p:cNvPr>
                <p:cNvSpPr/>
                <p:nvPr/>
              </p:nvSpPr>
              <p:spPr>
                <a:xfrm>
                  <a:off x="2983758" y="3220356"/>
                  <a:ext cx="17911" cy="13433"/>
                </a:xfrm>
                <a:custGeom>
                  <a:avLst/>
                  <a:gdLst>
                    <a:gd name="connsiteX0" fmla="*/ 2463 w 17911"/>
                    <a:gd name="connsiteY0" fmla="*/ 14505 h 13433"/>
                    <a:gd name="connsiteX1" fmla="*/ 672 w 17911"/>
                    <a:gd name="connsiteY1" fmla="*/ 13609 h 13433"/>
                    <a:gd name="connsiteX2" fmla="*/ 672 w 17911"/>
                    <a:gd name="connsiteY2" fmla="*/ 10475 h 13433"/>
                    <a:gd name="connsiteX3" fmla="*/ 15896 w 17911"/>
                    <a:gd name="connsiteY3" fmla="*/ 176 h 13433"/>
                    <a:gd name="connsiteX4" fmla="*/ 19031 w 17911"/>
                    <a:gd name="connsiteY4" fmla="*/ 1071 h 13433"/>
                    <a:gd name="connsiteX5" fmla="*/ 18135 w 17911"/>
                    <a:gd name="connsiteY5" fmla="*/ 4206 h 13433"/>
                    <a:gd name="connsiteX6" fmla="*/ 4254 w 17911"/>
                    <a:gd name="connsiteY6" fmla="*/ 13609 h 13433"/>
                    <a:gd name="connsiteX7" fmla="*/ 2463 w 17911"/>
                    <a:gd name="connsiteY7" fmla="*/ 14505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11" h="13433">
                      <a:moveTo>
                        <a:pt x="2463" y="14505"/>
                      </a:moveTo>
                      <a:cubicBezTo>
                        <a:pt x="2015" y="14505"/>
                        <a:pt x="1119" y="14057"/>
                        <a:pt x="672" y="13609"/>
                      </a:cubicBezTo>
                      <a:cubicBezTo>
                        <a:pt x="-224" y="12714"/>
                        <a:pt x="-224" y="11370"/>
                        <a:pt x="672" y="10475"/>
                      </a:cubicBezTo>
                      <a:cubicBezTo>
                        <a:pt x="5149" y="6445"/>
                        <a:pt x="10075" y="2862"/>
                        <a:pt x="15896" y="176"/>
                      </a:cubicBezTo>
                      <a:cubicBezTo>
                        <a:pt x="16792" y="-272"/>
                        <a:pt x="18135" y="176"/>
                        <a:pt x="19031" y="1071"/>
                      </a:cubicBezTo>
                      <a:cubicBezTo>
                        <a:pt x="19478" y="1967"/>
                        <a:pt x="19031" y="3310"/>
                        <a:pt x="18135" y="4206"/>
                      </a:cubicBezTo>
                      <a:cubicBezTo>
                        <a:pt x="13210" y="6445"/>
                        <a:pt x="8284" y="10027"/>
                        <a:pt x="4254" y="13609"/>
                      </a:cubicBezTo>
                      <a:cubicBezTo>
                        <a:pt x="3358" y="14057"/>
                        <a:pt x="2910" y="14505"/>
                        <a:pt x="2463" y="1450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4" name="Freeform: Shape 4340">
                  <a:extLst>
                    <a:ext uri="{FF2B5EF4-FFF2-40B4-BE49-F238E27FC236}">
                      <a16:creationId xmlns:a16="http://schemas.microsoft.com/office/drawing/2014/main" id="{81F0F877-0D5E-896C-0860-3A994F28DD66}"/>
                    </a:ext>
                  </a:extLst>
                </p:cNvPr>
                <p:cNvSpPr/>
                <p:nvPr/>
              </p:nvSpPr>
              <p:spPr>
                <a:xfrm>
                  <a:off x="3046140" y="3301049"/>
                  <a:ext cx="31345" cy="31345"/>
                </a:xfrm>
                <a:custGeom>
                  <a:avLst/>
                  <a:gdLst>
                    <a:gd name="connsiteX0" fmla="*/ 17100 w 31344"/>
                    <a:gd name="connsiteY0" fmla="*/ 34115 h 31344"/>
                    <a:gd name="connsiteX1" fmla="*/ 15756 w 31344"/>
                    <a:gd name="connsiteY1" fmla="*/ 34115 h 31344"/>
                    <a:gd name="connsiteX2" fmla="*/ 4114 w 31344"/>
                    <a:gd name="connsiteY2" fmla="*/ 28294 h 31344"/>
                    <a:gd name="connsiteX3" fmla="*/ 84 w 31344"/>
                    <a:gd name="connsiteY3" fmla="*/ 15756 h 31344"/>
                    <a:gd name="connsiteX4" fmla="*/ 84 w 31344"/>
                    <a:gd name="connsiteY4" fmla="*/ 15756 h 31344"/>
                    <a:gd name="connsiteX5" fmla="*/ 5905 w 31344"/>
                    <a:gd name="connsiteY5" fmla="*/ 4114 h 31344"/>
                    <a:gd name="connsiteX6" fmla="*/ 18443 w 31344"/>
                    <a:gd name="connsiteY6" fmla="*/ 84 h 31344"/>
                    <a:gd name="connsiteX7" fmla="*/ 34115 w 31344"/>
                    <a:gd name="connsiteY7" fmla="*/ 18443 h 31344"/>
                    <a:gd name="connsiteX8" fmla="*/ 28294 w 31344"/>
                    <a:gd name="connsiteY8" fmla="*/ 30085 h 31344"/>
                    <a:gd name="connsiteX9" fmla="*/ 17100 w 31344"/>
                    <a:gd name="connsiteY9" fmla="*/ 34115 h 31344"/>
                    <a:gd name="connsiteX10" fmla="*/ 17100 w 31344"/>
                    <a:gd name="connsiteY10" fmla="*/ 4562 h 31344"/>
                    <a:gd name="connsiteX11" fmla="*/ 9040 w 31344"/>
                    <a:gd name="connsiteY11" fmla="*/ 7696 h 31344"/>
                    <a:gd name="connsiteX12" fmla="*/ 4562 w 31344"/>
                    <a:gd name="connsiteY12" fmla="*/ 16204 h 31344"/>
                    <a:gd name="connsiteX13" fmla="*/ 4562 w 31344"/>
                    <a:gd name="connsiteY13" fmla="*/ 16204 h 31344"/>
                    <a:gd name="connsiteX14" fmla="*/ 7696 w 31344"/>
                    <a:gd name="connsiteY14" fmla="*/ 25160 h 31344"/>
                    <a:gd name="connsiteX15" fmla="*/ 16204 w 31344"/>
                    <a:gd name="connsiteY15" fmla="*/ 29637 h 31344"/>
                    <a:gd name="connsiteX16" fmla="*/ 25160 w 31344"/>
                    <a:gd name="connsiteY16" fmla="*/ 26503 h 31344"/>
                    <a:gd name="connsiteX17" fmla="*/ 29638 w 31344"/>
                    <a:gd name="connsiteY17" fmla="*/ 17995 h 31344"/>
                    <a:gd name="connsiteX18" fmla="*/ 17995 w 31344"/>
                    <a:gd name="connsiteY18" fmla="*/ 4562 h 31344"/>
                    <a:gd name="connsiteX19" fmla="*/ 17100 w 31344"/>
                    <a:gd name="connsiteY19" fmla="*/ 4562 h 31344"/>
                    <a:gd name="connsiteX20" fmla="*/ 2323 w 31344"/>
                    <a:gd name="connsiteY20" fmla="*/ 15756 h 31344"/>
                    <a:gd name="connsiteX21" fmla="*/ 2323 w 31344"/>
                    <a:gd name="connsiteY21" fmla="*/ 15756 h 31344"/>
                    <a:gd name="connsiteX22" fmla="*/ 2323 w 31344"/>
                    <a:gd name="connsiteY22" fmla="*/ 15756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344" h="31344">
                      <a:moveTo>
                        <a:pt x="17100" y="34115"/>
                      </a:moveTo>
                      <a:cubicBezTo>
                        <a:pt x="16652" y="34115"/>
                        <a:pt x="16204" y="34115"/>
                        <a:pt x="15756" y="34115"/>
                      </a:cubicBezTo>
                      <a:cubicBezTo>
                        <a:pt x="11279" y="33668"/>
                        <a:pt x="7248" y="31876"/>
                        <a:pt x="4114" y="28294"/>
                      </a:cubicBezTo>
                      <a:cubicBezTo>
                        <a:pt x="979" y="24712"/>
                        <a:pt x="-364" y="20682"/>
                        <a:pt x="84" y="15756"/>
                      </a:cubicBezTo>
                      <a:lnTo>
                        <a:pt x="84" y="15756"/>
                      </a:lnTo>
                      <a:cubicBezTo>
                        <a:pt x="532" y="11279"/>
                        <a:pt x="2323" y="7248"/>
                        <a:pt x="5905" y="4114"/>
                      </a:cubicBezTo>
                      <a:cubicBezTo>
                        <a:pt x="9487" y="980"/>
                        <a:pt x="13517" y="-364"/>
                        <a:pt x="18443" y="84"/>
                      </a:cubicBezTo>
                      <a:cubicBezTo>
                        <a:pt x="27846" y="980"/>
                        <a:pt x="35011" y="9040"/>
                        <a:pt x="34115" y="18443"/>
                      </a:cubicBezTo>
                      <a:cubicBezTo>
                        <a:pt x="33668" y="22921"/>
                        <a:pt x="31876" y="26951"/>
                        <a:pt x="28294" y="30085"/>
                      </a:cubicBezTo>
                      <a:cubicBezTo>
                        <a:pt x="25160" y="32772"/>
                        <a:pt x="21130" y="34115"/>
                        <a:pt x="17100" y="34115"/>
                      </a:cubicBezTo>
                      <a:close/>
                      <a:moveTo>
                        <a:pt x="17100" y="4562"/>
                      </a:moveTo>
                      <a:cubicBezTo>
                        <a:pt x="13965" y="4562"/>
                        <a:pt x="11279" y="5457"/>
                        <a:pt x="9040" y="7696"/>
                      </a:cubicBezTo>
                      <a:cubicBezTo>
                        <a:pt x="6353" y="9935"/>
                        <a:pt x="5010" y="13070"/>
                        <a:pt x="4562" y="16204"/>
                      </a:cubicBezTo>
                      <a:lnTo>
                        <a:pt x="4562" y="16204"/>
                      </a:lnTo>
                      <a:cubicBezTo>
                        <a:pt x="4114" y="19339"/>
                        <a:pt x="5457" y="22921"/>
                        <a:pt x="7696" y="25160"/>
                      </a:cubicBezTo>
                      <a:cubicBezTo>
                        <a:pt x="9935" y="27399"/>
                        <a:pt x="13070" y="29190"/>
                        <a:pt x="16204" y="29637"/>
                      </a:cubicBezTo>
                      <a:cubicBezTo>
                        <a:pt x="19339" y="30085"/>
                        <a:pt x="22921" y="28742"/>
                        <a:pt x="25160" y="26503"/>
                      </a:cubicBezTo>
                      <a:cubicBezTo>
                        <a:pt x="27846" y="24264"/>
                        <a:pt x="29190" y="21130"/>
                        <a:pt x="29638" y="17995"/>
                      </a:cubicBezTo>
                      <a:cubicBezTo>
                        <a:pt x="30085" y="11279"/>
                        <a:pt x="25160" y="5009"/>
                        <a:pt x="17995" y="4562"/>
                      </a:cubicBezTo>
                      <a:cubicBezTo>
                        <a:pt x="17995" y="4562"/>
                        <a:pt x="17547" y="4562"/>
                        <a:pt x="17100" y="4562"/>
                      </a:cubicBezTo>
                      <a:close/>
                      <a:moveTo>
                        <a:pt x="2323" y="15756"/>
                      </a:moveTo>
                      <a:lnTo>
                        <a:pt x="2323" y="15756"/>
                      </a:lnTo>
                      <a:lnTo>
                        <a:pt x="2323" y="1575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5" name="Freeform: Shape 4341">
                  <a:extLst>
                    <a:ext uri="{FF2B5EF4-FFF2-40B4-BE49-F238E27FC236}">
                      <a16:creationId xmlns:a16="http://schemas.microsoft.com/office/drawing/2014/main" id="{C319343F-A61F-A999-8863-8773E62F5782}"/>
                    </a:ext>
                  </a:extLst>
                </p:cNvPr>
                <p:cNvSpPr/>
                <p:nvPr/>
              </p:nvSpPr>
              <p:spPr>
                <a:xfrm>
                  <a:off x="3061925" y="3237205"/>
                  <a:ext cx="31345" cy="31345"/>
                </a:xfrm>
                <a:custGeom>
                  <a:avLst/>
                  <a:gdLst>
                    <a:gd name="connsiteX0" fmla="*/ 16987 w 31344"/>
                    <a:gd name="connsiteY0" fmla="*/ 34375 h 31344"/>
                    <a:gd name="connsiteX1" fmla="*/ 13405 w 31344"/>
                    <a:gd name="connsiteY1" fmla="*/ 33927 h 31344"/>
                    <a:gd name="connsiteX2" fmla="*/ 2658 w 31344"/>
                    <a:gd name="connsiteY2" fmla="*/ 26314 h 31344"/>
                    <a:gd name="connsiteX3" fmla="*/ 419 w 31344"/>
                    <a:gd name="connsiteY3" fmla="*/ 13329 h 31344"/>
                    <a:gd name="connsiteX4" fmla="*/ 8032 w 31344"/>
                    <a:gd name="connsiteY4" fmla="*/ 2582 h 31344"/>
                    <a:gd name="connsiteX5" fmla="*/ 21017 w 31344"/>
                    <a:gd name="connsiteY5" fmla="*/ 343 h 31344"/>
                    <a:gd name="connsiteX6" fmla="*/ 31764 w 31344"/>
                    <a:gd name="connsiteY6" fmla="*/ 7956 h 31344"/>
                    <a:gd name="connsiteX7" fmla="*/ 34003 w 31344"/>
                    <a:gd name="connsiteY7" fmla="*/ 20941 h 31344"/>
                    <a:gd name="connsiteX8" fmla="*/ 26390 w 31344"/>
                    <a:gd name="connsiteY8" fmla="*/ 31688 h 31344"/>
                    <a:gd name="connsiteX9" fmla="*/ 16987 w 31344"/>
                    <a:gd name="connsiteY9" fmla="*/ 34375 h 31344"/>
                    <a:gd name="connsiteX10" fmla="*/ 16987 w 31344"/>
                    <a:gd name="connsiteY10" fmla="*/ 4821 h 31344"/>
                    <a:gd name="connsiteX11" fmla="*/ 10270 w 31344"/>
                    <a:gd name="connsiteY11" fmla="*/ 6612 h 31344"/>
                    <a:gd name="connsiteX12" fmla="*/ 4897 w 31344"/>
                    <a:gd name="connsiteY12" fmla="*/ 14224 h 31344"/>
                    <a:gd name="connsiteX13" fmla="*/ 4897 w 31344"/>
                    <a:gd name="connsiteY13" fmla="*/ 14224 h 31344"/>
                    <a:gd name="connsiteX14" fmla="*/ 6688 w 31344"/>
                    <a:gd name="connsiteY14" fmla="*/ 23628 h 31344"/>
                    <a:gd name="connsiteX15" fmla="*/ 14300 w 31344"/>
                    <a:gd name="connsiteY15" fmla="*/ 29001 h 31344"/>
                    <a:gd name="connsiteX16" fmla="*/ 23704 w 31344"/>
                    <a:gd name="connsiteY16" fmla="*/ 27210 h 31344"/>
                    <a:gd name="connsiteX17" fmla="*/ 29077 w 31344"/>
                    <a:gd name="connsiteY17" fmla="*/ 19598 h 31344"/>
                    <a:gd name="connsiteX18" fmla="*/ 27286 w 31344"/>
                    <a:gd name="connsiteY18" fmla="*/ 10194 h 31344"/>
                    <a:gd name="connsiteX19" fmla="*/ 19674 w 31344"/>
                    <a:gd name="connsiteY19" fmla="*/ 4821 h 31344"/>
                    <a:gd name="connsiteX20" fmla="*/ 16987 w 31344"/>
                    <a:gd name="connsiteY20" fmla="*/ 4821 h 31344"/>
                    <a:gd name="connsiteX21" fmla="*/ 2658 w 31344"/>
                    <a:gd name="connsiteY21" fmla="*/ 14224 h 31344"/>
                    <a:gd name="connsiteX22" fmla="*/ 2658 w 31344"/>
                    <a:gd name="connsiteY22" fmla="*/ 14224 h 31344"/>
                    <a:gd name="connsiteX23" fmla="*/ 2658 w 31344"/>
                    <a:gd name="connsiteY23" fmla="*/ 14224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344" h="31344">
                      <a:moveTo>
                        <a:pt x="16987" y="34375"/>
                      </a:moveTo>
                      <a:cubicBezTo>
                        <a:pt x="15644" y="34375"/>
                        <a:pt x="14300" y="34375"/>
                        <a:pt x="13405" y="33927"/>
                      </a:cubicBezTo>
                      <a:cubicBezTo>
                        <a:pt x="8927" y="33031"/>
                        <a:pt x="5345" y="30345"/>
                        <a:pt x="2658" y="26314"/>
                      </a:cubicBezTo>
                      <a:cubicBezTo>
                        <a:pt x="-29" y="22284"/>
                        <a:pt x="-476" y="17807"/>
                        <a:pt x="419" y="13329"/>
                      </a:cubicBezTo>
                      <a:cubicBezTo>
                        <a:pt x="1315" y="8851"/>
                        <a:pt x="4001" y="5269"/>
                        <a:pt x="8032" y="2582"/>
                      </a:cubicBezTo>
                      <a:cubicBezTo>
                        <a:pt x="12061" y="343"/>
                        <a:pt x="16539" y="-552"/>
                        <a:pt x="21017" y="343"/>
                      </a:cubicBezTo>
                      <a:cubicBezTo>
                        <a:pt x="25495" y="1239"/>
                        <a:pt x="29077" y="3925"/>
                        <a:pt x="31764" y="7956"/>
                      </a:cubicBezTo>
                      <a:cubicBezTo>
                        <a:pt x="34450" y="11986"/>
                        <a:pt x="34898" y="16463"/>
                        <a:pt x="34003" y="20941"/>
                      </a:cubicBezTo>
                      <a:cubicBezTo>
                        <a:pt x="33107" y="25419"/>
                        <a:pt x="30421" y="29001"/>
                        <a:pt x="26390" y="31688"/>
                      </a:cubicBezTo>
                      <a:cubicBezTo>
                        <a:pt x="23256" y="33479"/>
                        <a:pt x="20122" y="34375"/>
                        <a:pt x="16987" y="34375"/>
                      </a:cubicBezTo>
                      <a:close/>
                      <a:moveTo>
                        <a:pt x="16987" y="4821"/>
                      </a:moveTo>
                      <a:cubicBezTo>
                        <a:pt x="14748" y="4821"/>
                        <a:pt x="12509" y="5269"/>
                        <a:pt x="10270" y="6612"/>
                      </a:cubicBezTo>
                      <a:cubicBezTo>
                        <a:pt x="7584" y="8403"/>
                        <a:pt x="5345" y="11090"/>
                        <a:pt x="4897" y="14224"/>
                      </a:cubicBezTo>
                      <a:lnTo>
                        <a:pt x="4897" y="14224"/>
                      </a:lnTo>
                      <a:cubicBezTo>
                        <a:pt x="4001" y="17359"/>
                        <a:pt x="4897" y="20941"/>
                        <a:pt x="6688" y="23628"/>
                      </a:cubicBezTo>
                      <a:cubicBezTo>
                        <a:pt x="8479" y="26314"/>
                        <a:pt x="11166" y="28553"/>
                        <a:pt x="14300" y="29001"/>
                      </a:cubicBezTo>
                      <a:cubicBezTo>
                        <a:pt x="17435" y="29897"/>
                        <a:pt x="21017" y="29001"/>
                        <a:pt x="23704" y="27210"/>
                      </a:cubicBezTo>
                      <a:cubicBezTo>
                        <a:pt x="26390" y="25419"/>
                        <a:pt x="28629" y="22732"/>
                        <a:pt x="29077" y="19598"/>
                      </a:cubicBezTo>
                      <a:cubicBezTo>
                        <a:pt x="29973" y="16463"/>
                        <a:pt x="29077" y="12881"/>
                        <a:pt x="27286" y="10194"/>
                      </a:cubicBezTo>
                      <a:cubicBezTo>
                        <a:pt x="25495" y="7508"/>
                        <a:pt x="22808" y="5269"/>
                        <a:pt x="19674" y="4821"/>
                      </a:cubicBezTo>
                      <a:cubicBezTo>
                        <a:pt x="18778" y="5269"/>
                        <a:pt x="17883" y="4821"/>
                        <a:pt x="16987" y="4821"/>
                      </a:cubicBezTo>
                      <a:close/>
                      <a:moveTo>
                        <a:pt x="2658" y="14224"/>
                      </a:moveTo>
                      <a:lnTo>
                        <a:pt x="2658" y="14224"/>
                      </a:lnTo>
                      <a:lnTo>
                        <a:pt x="2658" y="1422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446" name="Group 4342">
                <a:extLst>
                  <a:ext uri="{FF2B5EF4-FFF2-40B4-BE49-F238E27FC236}">
                    <a16:creationId xmlns:a16="http://schemas.microsoft.com/office/drawing/2014/main" id="{37B123E3-C6E2-A598-6A41-63BF3B96BE06}"/>
                  </a:ext>
                  <a:ext uri="{C183D7F6-B498-43B3-948B-1728B52AA6E4}">
                    <adec:decorative xmlns:adec="http://schemas.microsoft.com/office/drawing/2017/decorative" val="1"/>
                  </a:ext>
                </a:extLst>
              </p:cNvPr>
              <p:cNvGrpSpPr>
                <a:grpSpLocks noChangeAspect="1"/>
              </p:cNvGrpSpPr>
              <p:nvPr/>
            </p:nvGrpSpPr>
            <p:grpSpPr>
              <a:xfrm>
                <a:off x="2661490" y="3945224"/>
                <a:ext cx="134542" cy="131471"/>
                <a:chOff x="2702244" y="3209785"/>
                <a:chExt cx="134542" cy="131471"/>
              </a:xfrm>
            </p:grpSpPr>
            <p:sp>
              <p:nvSpPr>
                <p:cNvPr id="447" name="Freeform: Shape 4343">
                  <a:extLst>
                    <a:ext uri="{FF2B5EF4-FFF2-40B4-BE49-F238E27FC236}">
                      <a16:creationId xmlns:a16="http://schemas.microsoft.com/office/drawing/2014/main" id="{668CADE1-4839-C853-931E-A66524C4ED2F}"/>
                    </a:ext>
                  </a:extLst>
                </p:cNvPr>
                <p:cNvSpPr/>
                <p:nvPr/>
              </p:nvSpPr>
              <p:spPr>
                <a:xfrm>
                  <a:off x="2748449" y="3259489"/>
                  <a:ext cx="44778" cy="44778"/>
                </a:xfrm>
                <a:custGeom>
                  <a:avLst/>
                  <a:gdLst>
                    <a:gd name="connsiteX0" fmla="*/ 22389 w 44778"/>
                    <a:gd name="connsiteY0" fmla="*/ 44778 h 44778"/>
                    <a:gd name="connsiteX1" fmla="*/ 0 w 44778"/>
                    <a:gd name="connsiteY1" fmla="*/ 22389 h 44778"/>
                    <a:gd name="connsiteX2" fmla="*/ 22389 w 44778"/>
                    <a:gd name="connsiteY2" fmla="*/ 0 h 44778"/>
                    <a:gd name="connsiteX3" fmla="*/ 44778 w 44778"/>
                    <a:gd name="connsiteY3" fmla="*/ 22389 h 44778"/>
                    <a:gd name="connsiteX4" fmla="*/ 22389 w 44778"/>
                    <a:gd name="connsiteY4" fmla="*/ 44778 h 44778"/>
                    <a:gd name="connsiteX5" fmla="*/ 22389 w 44778"/>
                    <a:gd name="connsiteY5" fmla="*/ 4478 h 44778"/>
                    <a:gd name="connsiteX6" fmla="*/ 4478 w 44778"/>
                    <a:gd name="connsiteY6" fmla="*/ 22389 h 44778"/>
                    <a:gd name="connsiteX7" fmla="*/ 22389 w 44778"/>
                    <a:gd name="connsiteY7" fmla="*/ 40300 h 44778"/>
                    <a:gd name="connsiteX8" fmla="*/ 40300 w 44778"/>
                    <a:gd name="connsiteY8" fmla="*/ 22389 h 44778"/>
                    <a:gd name="connsiteX9" fmla="*/ 22389 w 44778"/>
                    <a:gd name="connsiteY9" fmla="*/ 44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78" h="44778">
                      <a:moveTo>
                        <a:pt x="22389" y="44778"/>
                      </a:moveTo>
                      <a:cubicBezTo>
                        <a:pt x="9851" y="44778"/>
                        <a:pt x="0" y="34927"/>
                        <a:pt x="0" y="22389"/>
                      </a:cubicBezTo>
                      <a:cubicBezTo>
                        <a:pt x="0" y="9851"/>
                        <a:pt x="9851" y="0"/>
                        <a:pt x="22389" y="0"/>
                      </a:cubicBezTo>
                      <a:cubicBezTo>
                        <a:pt x="34927" y="0"/>
                        <a:pt x="44778" y="9851"/>
                        <a:pt x="44778" y="22389"/>
                      </a:cubicBezTo>
                      <a:cubicBezTo>
                        <a:pt x="44778" y="34927"/>
                        <a:pt x="34479" y="44778"/>
                        <a:pt x="22389" y="44778"/>
                      </a:cubicBezTo>
                      <a:close/>
                      <a:moveTo>
                        <a:pt x="22389" y="4478"/>
                      </a:moveTo>
                      <a:cubicBezTo>
                        <a:pt x="12538" y="4478"/>
                        <a:pt x="4478" y="12538"/>
                        <a:pt x="4478" y="22389"/>
                      </a:cubicBezTo>
                      <a:cubicBezTo>
                        <a:pt x="4478" y="32240"/>
                        <a:pt x="12538" y="40300"/>
                        <a:pt x="22389" y="40300"/>
                      </a:cubicBezTo>
                      <a:cubicBezTo>
                        <a:pt x="32240" y="40300"/>
                        <a:pt x="40300" y="32240"/>
                        <a:pt x="40300" y="22389"/>
                      </a:cubicBezTo>
                      <a:cubicBezTo>
                        <a:pt x="40300" y="12538"/>
                        <a:pt x="32240" y="4478"/>
                        <a:pt x="2238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8" name="Freeform: Shape 4344">
                  <a:extLst>
                    <a:ext uri="{FF2B5EF4-FFF2-40B4-BE49-F238E27FC236}">
                      <a16:creationId xmlns:a16="http://schemas.microsoft.com/office/drawing/2014/main" id="{BD70549F-13B4-300B-DE07-6D80775AB479}"/>
                    </a:ext>
                  </a:extLst>
                </p:cNvPr>
                <p:cNvSpPr/>
                <p:nvPr/>
              </p:nvSpPr>
              <p:spPr>
                <a:xfrm>
                  <a:off x="2702244" y="3289854"/>
                  <a:ext cx="31345" cy="31345"/>
                </a:xfrm>
                <a:custGeom>
                  <a:avLst/>
                  <a:gdLst>
                    <a:gd name="connsiteX0" fmla="*/ 17100 w 31344"/>
                    <a:gd name="connsiteY0" fmla="*/ 34115 h 31344"/>
                    <a:gd name="connsiteX1" fmla="*/ 84 w 31344"/>
                    <a:gd name="connsiteY1" fmla="*/ 18443 h 31344"/>
                    <a:gd name="connsiteX2" fmla="*/ 4114 w 31344"/>
                    <a:gd name="connsiteY2" fmla="*/ 5905 h 31344"/>
                    <a:gd name="connsiteX3" fmla="*/ 15756 w 31344"/>
                    <a:gd name="connsiteY3" fmla="*/ 84 h 31344"/>
                    <a:gd name="connsiteX4" fmla="*/ 28294 w 31344"/>
                    <a:gd name="connsiteY4" fmla="*/ 4114 h 31344"/>
                    <a:gd name="connsiteX5" fmla="*/ 34115 w 31344"/>
                    <a:gd name="connsiteY5" fmla="*/ 15756 h 31344"/>
                    <a:gd name="connsiteX6" fmla="*/ 18443 w 31344"/>
                    <a:gd name="connsiteY6" fmla="*/ 34115 h 31344"/>
                    <a:gd name="connsiteX7" fmla="*/ 17100 w 31344"/>
                    <a:gd name="connsiteY7" fmla="*/ 34115 h 31344"/>
                    <a:gd name="connsiteX8" fmla="*/ 17100 w 31344"/>
                    <a:gd name="connsiteY8" fmla="*/ 5009 h 31344"/>
                    <a:gd name="connsiteX9" fmla="*/ 16204 w 31344"/>
                    <a:gd name="connsiteY9" fmla="*/ 5009 h 31344"/>
                    <a:gd name="connsiteX10" fmla="*/ 7696 w 31344"/>
                    <a:gd name="connsiteY10" fmla="*/ 9487 h 31344"/>
                    <a:gd name="connsiteX11" fmla="*/ 4562 w 31344"/>
                    <a:gd name="connsiteY11" fmla="*/ 18443 h 31344"/>
                    <a:gd name="connsiteX12" fmla="*/ 17995 w 31344"/>
                    <a:gd name="connsiteY12" fmla="*/ 30085 h 31344"/>
                    <a:gd name="connsiteX13" fmla="*/ 29638 w 31344"/>
                    <a:gd name="connsiteY13" fmla="*/ 16652 h 31344"/>
                    <a:gd name="connsiteX14" fmla="*/ 25160 w 31344"/>
                    <a:gd name="connsiteY14" fmla="*/ 8144 h 31344"/>
                    <a:gd name="connsiteX15" fmla="*/ 17100 w 31344"/>
                    <a:gd name="connsiteY15" fmla="*/ 5009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344" h="31344">
                      <a:moveTo>
                        <a:pt x="17100" y="34115"/>
                      </a:moveTo>
                      <a:cubicBezTo>
                        <a:pt x="8144" y="34115"/>
                        <a:pt x="979" y="27399"/>
                        <a:pt x="84" y="18443"/>
                      </a:cubicBezTo>
                      <a:cubicBezTo>
                        <a:pt x="-364" y="13965"/>
                        <a:pt x="979" y="9487"/>
                        <a:pt x="4114" y="5905"/>
                      </a:cubicBezTo>
                      <a:cubicBezTo>
                        <a:pt x="7249" y="2323"/>
                        <a:pt x="11279" y="532"/>
                        <a:pt x="15756" y="84"/>
                      </a:cubicBezTo>
                      <a:cubicBezTo>
                        <a:pt x="20234" y="-364"/>
                        <a:pt x="24712" y="980"/>
                        <a:pt x="28294" y="4114"/>
                      </a:cubicBezTo>
                      <a:cubicBezTo>
                        <a:pt x="31877" y="7248"/>
                        <a:pt x="33668" y="11279"/>
                        <a:pt x="34115" y="15756"/>
                      </a:cubicBezTo>
                      <a:cubicBezTo>
                        <a:pt x="35011" y="25160"/>
                        <a:pt x="27846" y="33220"/>
                        <a:pt x="18443" y="34115"/>
                      </a:cubicBezTo>
                      <a:cubicBezTo>
                        <a:pt x="17995" y="34115"/>
                        <a:pt x="17547" y="34115"/>
                        <a:pt x="17100" y="34115"/>
                      </a:cubicBezTo>
                      <a:close/>
                      <a:moveTo>
                        <a:pt x="17100" y="5009"/>
                      </a:moveTo>
                      <a:cubicBezTo>
                        <a:pt x="16652" y="5009"/>
                        <a:pt x="16652" y="5009"/>
                        <a:pt x="16204" y="5009"/>
                      </a:cubicBezTo>
                      <a:cubicBezTo>
                        <a:pt x="13070" y="5457"/>
                        <a:pt x="9935" y="6801"/>
                        <a:pt x="7696" y="9487"/>
                      </a:cubicBezTo>
                      <a:cubicBezTo>
                        <a:pt x="5457" y="12174"/>
                        <a:pt x="4562" y="15308"/>
                        <a:pt x="4562" y="18443"/>
                      </a:cubicBezTo>
                      <a:cubicBezTo>
                        <a:pt x="5010" y="25160"/>
                        <a:pt x="11279" y="30533"/>
                        <a:pt x="17995" y="30085"/>
                      </a:cubicBezTo>
                      <a:cubicBezTo>
                        <a:pt x="24712" y="29637"/>
                        <a:pt x="30085" y="23369"/>
                        <a:pt x="29638" y="16652"/>
                      </a:cubicBezTo>
                      <a:cubicBezTo>
                        <a:pt x="29190" y="13517"/>
                        <a:pt x="27846" y="10383"/>
                        <a:pt x="25160" y="8144"/>
                      </a:cubicBezTo>
                      <a:cubicBezTo>
                        <a:pt x="22921" y="5905"/>
                        <a:pt x="20234" y="5009"/>
                        <a:pt x="17100" y="500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9" name="Freeform: Shape 4345">
                  <a:extLst>
                    <a:ext uri="{FF2B5EF4-FFF2-40B4-BE49-F238E27FC236}">
                      <a16:creationId xmlns:a16="http://schemas.microsoft.com/office/drawing/2014/main" id="{2BB4BCDC-9834-F8F2-FB58-6D40367709D6}"/>
                    </a:ext>
                  </a:extLst>
                </p:cNvPr>
                <p:cNvSpPr/>
                <p:nvPr/>
              </p:nvSpPr>
              <p:spPr>
                <a:xfrm>
                  <a:off x="2753822" y="3209785"/>
                  <a:ext cx="31345" cy="31345"/>
                </a:xfrm>
                <a:custGeom>
                  <a:avLst/>
                  <a:gdLst>
                    <a:gd name="connsiteX0" fmla="*/ 17016 w 31344"/>
                    <a:gd name="connsiteY0" fmla="*/ 34031 h 31344"/>
                    <a:gd name="connsiteX1" fmla="*/ 0 w 31344"/>
                    <a:gd name="connsiteY1" fmla="*/ 17016 h 31344"/>
                    <a:gd name="connsiteX2" fmla="*/ 17016 w 31344"/>
                    <a:gd name="connsiteY2" fmla="*/ 0 h 31344"/>
                    <a:gd name="connsiteX3" fmla="*/ 34031 w 31344"/>
                    <a:gd name="connsiteY3" fmla="*/ 17016 h 31344"/>
                    <a:gd name="connsiteX4" fmla="*/ 17016 w 31344"/>
                    <a:gd name="connsiteY4" fmla="*/ 34031 h 31344"/>
                    <a:gd name="connsiteX5" fmla="*/ 17016 w 31344"/>
                    <a:gd name="connsiteY5" fmla="*/ 4478 h 31344"/>
                    <a:gd name="connsiteX6" fmla="*/ 4478 w 31344"/>
                    <a:gd name="connsiteY6" fmla="*/ 17016 h 31344"/>
                    <a:gd name="connsiteX7" fmla="*/ 17016 w 31344"/>
                    <a:gd name="connsiteY7" fmla="*/ 29554 h 31344"/>
                    <a:gd name="connsiteX8" fmla="*/ 29554 w 31344"/>
                    <a:gd name="connsiteY8" fmla="*/ 17016 h 31344"/>
                    <a:gd name="connsiteX9" fmla="*/ 17016 w 31344"/>
                    <a:gd name="connsiteY9" fmla="*/ 4478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44" h="31344">
                      <a:moveTo>
                        <a:pt x="17016" y="34031"/>
                      </a:moveTo>
                      <a:cubicBezTo>
                        <a:pt x="7612" y="34031"/>
                        <a:pt x="0" y="26419"/>
                        <a:pt x="0" y="17016"/>
                      </a:cubicBezTo>
                      <a:cubicBezTo>
                        <a:pt x="0" y="7612"/>
                        <a:pt x="7612" y="0"/>
                        <a:pt x="17016" y="0"/>
                      </a:cubicBezTo>
                      <a:cubicBezTo>
                        <a:pt x="26419" y="0"/>
                        <a:pt x="34031" y="7612"/>
                        <a:pt x="34031" y="17016"/>
                      </a:cubicBezTo>
                      <a:cubicBezTo>
                        <a:pt x="34031" y="26419"/>
                        <a:pt x="26419" y="34031"/>
                        <a:pt x="17016" y="34031"/>
                      </a:cubicBezTo>
                      <a:close/>
                      <a:moveTo>
                        <a:pt x="17016" y="4478"/>
                      </a:moveTo>
                      <a:cubicBezTo>
                        <a:pt x="10299" y="4478"/>
                        <a:pt x="4478" y="10299"/>
                        <a:pt x="4478" y="17016"/>
                      </a:cubicBezTo>
                      <a:cubicBezTo>
                        <a:pt x="4478" y="23733"/>
                        <a:pt x="10299" y="29554"/>
                        <a:pt x="17016" y="29554"/>
                      </a:cubicBezTo>
                      <a:cubicBezTo>
                        <a:pt x="23732" y="29554"/>
                        <a:pt x="29554" y="23733"/>
                        <a:pt x="29554" y="17016"/>
                      </a:cubicBezTo>
                      <a:cubicBezTo>
                        <a:pt x="29554" y="10299"/>
                        <a:pt x="23732" y="4478"/>
                        <a:pt x="1701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50" name="Freeform: Shape 4346">
                  <a:extLst>
                    <a:ext uri="{FF2B5EF4-FFF2-40B4-BE49-F238E27FC236}">
                      <a16:creationId xmlns:a16="http://schemas.microsoft.com/office/drawing/2014/main" id="{B719EA92-AA90-0E4F-A881-E13189D32DCE}"/>
                    </a:ext>
                  </a:extLst>
                </p:cNvPr>
                <p:cNvSpPr/>
                <p:nvPr/>
              </p:nvSpPr>
              <p:spPr>
                <a:xfrm>
                  <a:off x="2805441" y="3290062"/>
                  <a:ext cx="31345" cy="31345"/>
                </a:xfrm>
                <a:custGeom>
                  <a:avLst/>
                  <a:gdLst>
                    <a:gd name="connsiteX0" fmla="*/ 16892 w 31344"/>
                    <a:gd name="connsiteY0" fmla="*/ 33907 h 31344"/>
                    <a:gd name="connsiteX1" fmla="*/ 13309 w 31344"/>
                    <a:gd name="connsiteY1" fmla="*/ 33460 h 31344"/>
                    <a:gd name="connsiteX2" fmla="*/ 324 w 31344"/>
                    <a:gd name="connsiteY2" fmla="*/ 13310 h 31344"/>
                    <a:gd name="connsiteX3" fmla="*/ 324 w 31344"/>
                    <a:gd name="connsiteY3" fmla="*/ 13310 h 31344"/>
                    <a:gd name="connsiteX4" fmla="*/ 20474 w 31344"/>
                    <a:gd name="connsiteY4" fmla="*/ 324 h 31344"/>
                    <a:gd name="connsiteX5" fmla="*/ 33460 w 31344"/>
                    <a:gd name="connsiteY5" fmla="*/ 20474 h 31344"/>
                    <a:gd name="connsiteX6" fmla="*/ 16892 w 31344"/>
                    <a:gd name="connsiteY6" fmla="*/ 33907 h 31344"/>
                    <a:gd name="connsiteX7" fmla="*/ 4802 w 31344"/>
                    <a:gd name="connsiteY7" fmla="*/ 14205 h 31344"/>
                    <a:gd name="connsiteX8" fmla="*/ 14205 w 31344"/>
                    <a:gd name="connsiteY8" fmla="*/ 28982 h 31344"/>
                    <a:gd name="connsiteX9" fmla="*/ 28982 w 31344"/>
                    <a:gd name="connsiteY9" fmla="*/ 19578 h 31344"/>
                    <a:gd name="connsiteX10" fmla="*/ 19578 w 31344"/>
                    <a:gd name="connsiteY10" fmla="*/ 4802 h 31344"/>
                    <a:gd name="connsiteX11" fmla="*/ 4802 w 31344"/>
                    <a:gd name="connsiteY11" fmla="*/ 14205 h 31344"/>
                    <a:gd name="connsiteX12" fmla="*/ 4802 w 31344"/>
                    <a:gd name="connsiteY12" fmla="*/ 14205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344" h="31344">
                      <a:moveTo>
                        <a:pt x="16892" y="33907"/>
                      </a:moveTo>
                      <a:cubicBezTo>
                        <a:pt x="15548" y="33907"/>
                        <a:pt x="14205" y="33907"/>
                        <a:pt x="13309" y="33460"/>
                      </a:cubicBezTo>
                      <a:cubicBezTo>
                        <a:pt x="4354" y="31221"/>
                        <a:pt x="-1467" y="22265"/>
                        <a:pt x="324" y="13310"/>
                      </a:cubicBezTo>
                      <a:cubicBezTo>
                        <a:pt x="324" y="13310"/>
                        <a:pt x="324" y="13310"/>
                        <a:pt x="324" y="13310"/>
                      </a:cubicBezTo>
                      <a:cubicBezTo>
                        <a:pt x="2563" y="4354"/>
                        <a:pt x="11518" y="-1467"/>
                        <a:pt x="20474" y="324"/>
                      </a:cubicBezTo>
                      <a:cubicBezTo>
                        <a:pt x="29430" y="2563"/>
                        <a:pt x="35251" y="11518"/>
                        <a:pt x="33460" y="20474"/>
                      </a:cubicBezTo>
                      <a:cubicBezTo>
                        <a:pt x="31669" y="28534"/>
                        <a:pt x="24504" y="33907"/>
                        <a:pt x="16892" y="33907"/>
                      </a:cubicBezTo>
                      <a:close/>
                      <a:moveTo>
                        <a:pt x="4802" y="14205"/>
                      </a:moveTo>
                      <a:cubicBezTo>
                        <a:pt x="3458" y="20922"/>
                        <a:pt x="7488" y="27639"/>
                        <a:pt x="14205" y="28982"/>
                      </a:cubicBezTo>
                      <a:cubicBezTo>
                        <a:pt x="20922" y="30325"/>
                        <a:pt x="27638" y="26295"/>
                        <a:pt x="28982" y="19578"/>
                      </a:cubicBezTo>
                      <a:cubicBezTo>
                        <a:pt x="30325" y="12862"/>
                        <a:pt x="26295" y="6145"/>
                        <a:pt x="19578" y="4802"/>
                      </a:cubicBezTo>
                      <a:cubicBezTo>
                        <a:pt x="12862" y="3458"/>
                        <a:pt x="6145" y="7488"/>
                        <a:pt x="4802" y="14205"/>
                      </a:cubicBezTo>
                      <a:lnTo>
                        <a:pt x="4802" y="1420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51" name="Freeform: Shape 4347">
                  <a:extLst>
                    <a:ext uri="{FF2B5EF4-FFF2-40B4-BE49-F238E27FC236}">
                      <a16:creationId xmlns:a16="http://schemas.microsoft.com/office/drawing/2014/main" id="{F7758A33-B968-1825-9D01-F792A5DEAC27}"/>
                    </a:ext>
                  </a:extLst>
                </p:cNvPr>
                <p:cNvSpPr/>
                <p:nvPr/>
              </p:nvSpPr>
              <p:spPr>
                <a:xfrm>
                  <a:off x="2732035" y="3323345"/>
                  <a:ext cx="76123" cy="17911"/>
                </a:xfrm>
                <a:custGeom>
                  <a:avLst/>
                  <a:gdLst>
                    <a:gd name="connsiteX0" fmla="*/ 38803 w 76122"/>
                    <a:gd name="connsiteY0" fmla="*/ 18535 h 17911"/>
                    <a:gd name="connsiteX1" fmla="*/ 742 w 76122"/>
                    <a:gd name="connsiteY1" fmla="*/ 4654 h 17911"/>
                    <a:gd name="connsiteX2" fmla="*/ 294 w 76122"/>
                    <a:gd name="connsiteY2" fmla="*/ 1520 h 17911"/>
                    <a:gd name="connsiteX3" fmla="*/ 3429 w 76122"/>
                    <a:gd name="connsiteY3" fmla="*/ 1072 h 17911"/>
                    <a:gd name="connsiteX4" fmla="*/ 38803 w 76122"/>
                    <a:gd name="connsiteY4" fmla="*/ 13610 h 17911"/>
                    <a:gd name="connsiteX5" fmla="*/ 74626 w 76122"/>
                    <a:gd name="connsiteY5" fmla="*/ 624 h 17911"/>
                    <a:gd name="connsiteX6" fmla="*/ 77760 w 76122"/>
                    <a:gd name="connsiteY6" fmla="*/ 1072 h 17911"/>
                    <a:gd name="connsiteX7" fmla="*/ 77313 w 76122"/>
                    <a:gd name="connsiteY7" fmla="*/ 4206 h 17911"/>
                    <a:gd name="connsiteX8" fmla="*/ 38803 w 76122"/>
                    <a:gd name="connsiteY8" fmla="*/ 18535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122" h="17911">
                      <a:moveTo>
                        <a:pt x="38803" y="18535"/>
                      </a:moveTo>
                      <a:cubicBezTo>
                        <a:pt x="24922" y="18535"/>
                        <a:pt x="11489" y="13610"/>
                        <a:pt x="742" y="4654"/>
                      </a:cubicBezTo>
                      <a:cubicBezTo>
                        <a:pt x="-154" y="3759"/>
                        <a:pt x="-154" y="2415"/>
                        <a:pt x="294" y="1520"/>
                      </a:cubicBezTo>
                      <a:cubicBezTo>
                        <a:pt x="1190" y="624"/>
                        <a:pt x="2533" y="624"/>
                        <a:pt x="3429" y="1072"/>
                      </a:cubicBezTo>
                      <a:cubicBezTo>
                        <a:pt x="13280" y="9132"/>
                        <a:pt x="25818" y="13610"/>
                        <a:pt x="38803" y="13610"/>
                      </a:cubicBezTo>
                      <a:cubicBezTo>
                        <a:pt x="51789" y="13610"/>
                        <a:pt x="64775" y="9132"/>
                        <a:pt x="74626" y="624"/>
                      </a:cubicBezTo>
                      <a:cubicBezTo>
                        <a:pt x="75521" y="-271"/>
                        <a:pt x="76865" y="-271"/>
                        <a:pt x="77760" y="1072"/>
                      </a:cubicBezTo>
                      <a:cubicBezTo>
                        <a:pt x="78656" y="1967"/>
                        <a:pt x="78656" y="3311"/>
                        <a:pt x="77313" y="4206"/>
                      </a:cubicBezTo>
                      <a:cubicBezTo>
                        <a:pt x="66566" y="13162"/>
                        <a:pt x="53132" y="18535"/>
                        <a:pt x="38803" y="1853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52" name="Freeform: Shape 4348">
                  <a:extLst>
                    <a:ext uri="{FF2B5EF4-FFF2-40B4-BE49-F238E27FC236}">
                      <a16:creationId xmlns:a16="http://schemas.microsoft.com/office/drawing/2014/main" id="{8B266E0A-C12A-D4B6-142B-CC9177316381}"/>
                    </a:ext>
                  </a:extLst>
                </p:cNvPr>
                <p:cNvSpPr/>
                <p:nvPr/>
              </p:nvSpPr>
              <p:spPr>
                <a:xfrm>
                  <a:off x="2790373" y="3225290"/>
                  <a:ext cx="40300" cy="58212"/>
                </a:xfrm>
                <a:custGeom>
                  <a:avLst/>
                  <a:gdLst>
                    <a:gd name="connsiteX0" fmla="*/ 38229 w 40300"/>
                    <a:gd name="connsiteY0" fmla="*/ 58379 h 58211"/>
                    <a:gd name="connsiteX1" fmla="*/ 35990 w 40300"/>
                    <a:gd name="connsiteY1" fmla="*/ 56141 h 58211"/>
                    <a:gd name="connsiteX2" fmla="*/ 1511 w 40300"/>
                    <a:gd name="connsiteY2" fmla="*/ 4646 h 58211"/>
                    <a:gd name="connsiteX3" fmla="*/ 168 w 40300"/>
                    <a:gd name="connsiteY3" fmla="*/ 1511 h 58211"/>
                    <a:gd name="connsiteX4" fmla="*/ 3302 w 40300"/>
                    <a:gd name="connsiteY4" fmla="*/ 168 h 58211"/>
                    <a:gd name="connsiteX5" fmla="*/ 40916 w 40300"/>
                    <a:gd name="connsiteY5" fmla="*/ 55693 h 58211"/>
                    <a:gd name="connsiteX6" fmla="*/ 38229 w 40300"/>
                    <a:gd name="connsiteY6" fmla="*/ 58379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300" h="58211">
                      <a:moveTo>
                        <a:pt x="38229" y="58379"/>
                      </a:moveTo>
                      <a:cubicBezTo>
                        <a:pt x="36886" y="58379"/>
                        <a:pt x="35990" y="57484"/>
                        <a:pt x="35990" y="56141"/>
                      </a:cubicBezTo>
                      <a:cubicBezTo>
                        <a:pt x="35990" y="33304"/>
                        <a:pt x="22557" y="13154"/>
                        <a:pt x="1511" y="4646"/>
                      </a:cubicBezTo>
                      <a:cubicBezTo>
                        <a:pt x="168" y="4198"/>
                        <a:pt x="-280" y="2855"/>
                        <a:pt x="168" y="1511"/>
                      </a:cubicBezTo>
                      <a:cubicBezTo>
                        <a:pt x="616" y="168"/>
                        <a:pt x="1959" y="-280"/>
                        <a:pt x="3302" y="168"/>
                      </a:cubicBezTo>
                      <a:cubicBezTo>
                        <a:pt x="26139" y="9571"/>
                        <a:pt x="40916" y="31513"/>
                        <a:pt x="40916" y="55693"/>
                      </a:cubicBezTo>
                      <a:cubicBezTo>
                        <a:pt x="40468" y="57484"/>
                        <a:pt x="39573" y="58379"/>
                        <a:pt x="38229" y="5837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53" name="Freeform: Shape 4349">
                  <a:extLst>
                    <a:ext uri="{FF2B5EF4-FFF2-40B4-BE49-F238E27FC236}">
                      <a16:creationId xmlns:a16="http://schemas.microsoft.com/office/drawing/2014/main" id="{D49020E6-4E4B-5670-AAD5-23B60C3A638C}"/>
                    </a:ext>
                  </a:extLst>
                </p:cNvPr>
                <p:cNvSpPr/>
                <p:nvPr/>
              </p:nvSpPr>
              <p:spPr>
                <a:xfrm>
                  <a:off x="2710835" y="3225738"/>
                  <a:ext cx="35823" cy="53734"/>
                </a:xfrm>
                <a:custGeom>
                  <a:avLst/>
                  <a:gdLst>
                    <a:gd name="connsiteX0" fmla="*/ 2239 w 35822"/>
                    <a:gd name="connsiteY0" fmla="*/ 57932 h 53733"/>
                    <a:gd name="connsiteX1" fmla="*/ 0 w 35822"/>
                    <a:gd name="connsiteY1" fmla="*/ 55693 h 53733"/>
                    <a:gd name="connsiteX2" fmla="*/ 36718 w 35822"/>
                    <a:gd name="connsiteY2" fmla="*/ 168 h 53733"/>
                    <a:gd name="connsiteX3" fmla="*/ 39853 w 35822"/>
                    <a:gd name="connsiteY3" fmla="*/ 1511 h 53733"/>
                    <a:gd name="connsiteX4" fmla="*/ 38509 w 35822"/>
                    <a:gd name="connsiteY4" fmla="*/ 4646 h 53733"/>
                    <a:gd name="connsiteX5" fmla="*/ 4478 w 35822"/>
                    <a:gd name="connsiteY5" fmla="*/ 56141 h 53733"/>
                    <a:gd name="connsiteX6" fmla="*/ 2239 w 35822"/>
                    <a:gd name="connsiteY6" fmla="*/ 57932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22" h="53733">
                      <a:moveTo>
                        <a:pt x="2239" y="57932"/>
                      </a:moveTo>
                      <a:cubicBezTo>
                        <a:pt x="896" y="57932"/>
                        <a:pt x="0" y="57036"/>
                        <a:pt x="0" y="55693"/>
                      </a:cubicBezTo>
                      <a:cubicBezTo>
                        <a:pt x="0" y="31513"/>
                        <a:pt x="14329" y="9571"/>
                        <a:pt x="36718" y="168"/>
                      </a:cubicBezTo>
                      <a:cubicBezTo>
                        <a:pt x="38061" y="-280"/>
                        <a:pt x="38957" y="168"/>
                        <a:pt x="39853" y="1511"/>
                      </a:cubicBezTo>
                      <a:cubicBezTo>
                        <a:pt x="40300" y="2855"/>
                        <a:pt x="39853" y="3750"/>
                        <a:pt x="38509" y="4646"/>
                      </a:cubicBezTo>
                      <a:cubicBezTo>
                        <a:pt x="17911" y="13601"/>
                        <a:pt x="4478" y="33304"/>
                        <a:pt x="4478" y="56141"/>
                      </a:cubicBezTo>
                      <a:cubicBezTo>
                        <a:pt x="4478" y="57036"/>
                        <a:pt x="3135" y="57932"/>
                        <a:pt x="2239" y="5793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454" name="Freeform: Shape 4350">
                <a:extLst>
                  <a:ext uri="{FF2B5EF4-FFF2-40B4-BE49-F238E27FC236}">
                    <a16:creationId xmlns:a16="http://schemas.microsoft.com/office/drawing/2014/main" id="{B070E076-644D-90FE-256F-0B122B54D52A}"/>
                  </a:ext>
                  <a:ext uri="{C183D7F6-B498-43B3-948B-1728B52AA6E4}">
                    <adec:decorative xmlns:adec="http://schemas.microsoft.com/office/drawing/2017/decorative" val="1"/>
                  </a:ext>
                </a:extLst>
              </p:cNvPr>
              <p:cNvSpPr>
                <a:spLocks noChangeAspect="1"/>
              </p:cNvSpPr>
              <p:nvPr/>
            </p:nvSpPr>
            <p:spPr>
              <a:xfrm>
                <a:off x="2393352" y="3934478"/>
                <a:ext cx="152246" cy="152246"/>
              </a:xfrm>
              <a:custGeom>
                <a:avLst/>
                <a:gdLst>
                  <a:gd name="connsiteX0" fmla="*/ 129857 w 152245"/>
                  <a:gd name="connsiteY0" fmla="*/ 53734 h 152245"/>
                  <a:gd name="connsiteX1" fmla="*/ 112393 w 152245"/>
                  <a:gd name="connsiteY1" fmla="*/ 62242 h 152245"/>
                  <a:gd name="connsiteX2" fmla="*/ 90004 w 152245"/>
                  <a:gd name="connsiteY2" fmla="*/ 39853 h 152245"/>
                  <a:gd name="connsiteX3" fmla="*/ 98512 w 152245"/>
                  <a:gd name="connsiteY3" fmla="*/ 22389 h 152245"/>
                  <a:gd name="connsiteX4" fmla="*/ 76123 w 152245"/>
                  <a:gd name="connsiteY4" fmla="*/ 0 h 152245"/>
                  <a:gd name="connsiteX5" fmla="*/ 53734 w 152245"/>
                  <a:gd name="connsiteY5" fmla="*/ 22389 h 152245"/>
                  <a:gd name="connsiteX6" fmla="*/ 61794 w 152245"/>
                  <a:gd name="connsiteY6" fmla="*/ 39853 h 152245"/>
                  <a:gd name="connsiteX7" fmla="*/ 39405 w 152245"/>
                  <a:gd name="connsiteY7" fmla="*/ 62242 h 152245"/>
                  <a:gd name="connsiteX8" fmla="*/ 22389 w 152245"/>
                  <a:gd name="connsiteY8" fmla="*/ 54182 h 152245"/>
                  <a:gd name="connsiteX9" fmla="*/ 0 w 152245"/>
                  <a:gd name="connsiteY9" fmla="*/ 76571 h 152245"/>
                  <a:gd name="connsiteX10" fmla="*/ 10299 w 152245"/>
                  <a:gd name="connsiteY10" fmla="*/ 95378 h 152245"/>
                  <a:gd name="connsiteX11" fmla="*/ 22389 w 152245"/>
                  <a:gd name="connsiteY11" fmla="*/ 98960 h 152245"/>
                  <a:gd name="connsiteX12" fmla="*/ 39405 w 152245"/>
                  <a:gd name="connsiteY12" fmla="*/ 90900 h 152245"/>
                  <a:gd name="connsiteX13" fmla="*/ 61794 w 152245"/>
                  <a:gd name="connsiteY13" fmla="*/ 113289 h 152245"/>
                  <a:gd name="connsiteX14" fmla="*/ 53734 w 152245"/>
                  <a:gd name="connsiteY14" fmla="*/ 130305 h 152245"/>
                  <a:gd name="connsiteX15" fmla="*/ 64033 w 152245"/>
                  <a:gd name="connsiteY15" fmla="*/ 149111 h 152245"/>
                  <a:gd name="connsiteX16" fmla="*/ 76123 w 152245"/>
                  <a:gd name="connsiteY16" fmla="*/ 152694 h 152245"/>
                  <a:gd name="connsiteX17" fmla="*/ 98512 w 152245"/>
                  <a:gd name="connsiteY17" fmla="*/ 130305 h 152245"/>
                  <a:gd name="connsiteX18" fmla="*/ 90452 w 152245"/>
                  <a:gd name="connsiteY18" fmla="*/ 113289 h 152245"/>
                  <a:gd name="connsiteX19" fmla="*/ 112841 w 152245"/>
                  <a:gd name="connsiteY19" fmla="*/ 90900 h 152245"/>
                  <a:gd name="connsiteX20" fmla="*/ 118214 w 152245"/>
                  <a:gd name="connsiteY20" fmla="*/ 95825 h 152245"/>
                  <a:gd name="connsiteX21" fmla="*/ 130304 w 152245"/>
                  <a:gd name="connsiteY21" fmla="*/ 99407 h 152245"/>
                  <a:gd name="connsiteX22" fmla="*/ 152693 w 152245"/>
                  <a:gd name="connsiteY22" fmla="*/ 77018 h 152245"/>
                  <a:gd name="connsiteX23" fmla="*/ 129857 w 152245"/>
                  <a:gd name="connsiteY23" fmla="*/ 53734 h 152245"/>
                  <a:gd name="connsiteX24" fmla="*/ 58212 w 152245"/>
                  <a:gd name="connsiteY24" fmla="*/ 22389 h 152245"/>
                  <a:gd name="connsiteX25" fmla="*/ 76123 w 152245"/>
                  <a:gd name="connsiteY25" fmla="*/ 4478 h 152245"/>
                  <a:gd name="connsiteX26" fmla="*/ 94034 w 152245"/>
                  <a:gd name="connsiteY26" fmla="*/ 22389 h 152245"/>
                  <a:gd name="connsiteX27" fmla="*/ 76123 w 152245"/>
                  <a:gd name="connsiteY27" fmla="*/ 40300 h 152245"/>
                  <a:gd name="connsiteX28" fmla="*/ 66719 w 152245"/>
                  <a:gd name="connsiteY28" fmla="*/ 37614 h 152245"/>
                  <a:gd name="connsiteX29" fmla="*/ 58212 w 152245"/>
                  <a:gd name="connsiteY29" fmla="*/ 22389 h 152245"/>
                  <a:gd name="connsiteX30" fmla="*/ 22389 w 152245"/>
                  <a:gd name="connsiteY30" fmla="*/ 94034 h 152245"/>
                  <a:gd name="connsiteX31" fmla="*/ 12986 w 152245"/>
                  <a:gd name="connsiteY31" fmla="*/ 91347 h 152245"/>
                  <a:gd name="connsiteX32" fmla="*/ 4478 w 152245"/>
                  <a:gd name="connsiteY32" fmla="*/ 76123 h 152245"/>
                  <a:gd name="connsiteX33" fmla="*/ 22389 w 152245"/>
                  <a:gd name="connsiteY33" fmla="*/ 58212 h 152245"/>
                  <a:gd name="connsiteX34" fmla="*/ 40300 w 152245"/>
                  <a:gd name="connsiteY34" fmla="*/ 76123 h 152245"/>
                  <a:gd name="connsiteX35" fmla="*/ 22389 w 152245"/>
                  <a:gd name="connsiteY35" fmla="*/ 94034 h 152245"/>
                  <a:gd name="connsiteX36" fmla="*/ 42091 w 152245"/>
                  <a:gd name="connsiteY36" fmla="*/ 86870 h 152245"/>
                  <a:gd name="connsiteX37" fmla="*/ 44778 w 152245"/>
                  <a:gd name="connsiteY37" fmla="*/ 76123 h 152245"/>
                  <a:gd name="connsiteX38" fmla="*/ 42091 w 152245"/>
                  <a:gd name="connsiteY38" fmla="*/ 65824 h 152245"/>
                  <a:gd name="connsiteX39" fmla="*/ 65824 w 152245"/>
                  <a:gd name="connsiteY39" fmla="*/ 42091 h 152245"/>
                  <a:gd name="connsiteX40" fmla="*/ 73884 w 152245"/>
                  <a:gd name="connsiteY40" fmla="*/ 44330 h 152245"/>
                  <a:gd name="connsiteX41" fmla="*/ 73884 w 152245"/>
                  <a:gd name="connsiteY41" fmla="*/ 107468 h 152245"/>
                  <a:gd name="connsiteX42" fmla="*/ 65824 w 152245"/>
                  <a:gd name="connsiteY42" fmla="*/ 110154 h 152245"/>
                  <a:gd name="connsiteX43" fmla="*/ 42091 w 152245"/>
                  <a:gd name="connsiteY43" fmla="*/ 86870 h 152245"/>
                  <a:gd name="connsiteX44" fmla="*/ 94034 w 152245"/>
                  <a:gd name="connsiteY44" fmla="*/ 129857 h 152245"/>
                  <a:gd name="connsiteX45" fmla="*/ 76123 w 152245"/>
                  <a:gd name="connsiteY45" fmla="*/ 147768 h 152245"/>
                  <a:gd name="connsiteX46" fmla="*/ 66719 w 152245"/>
                  <a:gd name="connsiteY46" fmla="*/ 145081 h 152245"/>
                  <a:gd name="connsiteX47" fmla="*/ 58212 w 152245"/>
                  <a:gd name="connsiteY47" fmla="*/ 129857 h 152245"/>
                  <a:gd name="connsiteX48" fmla="*/ 76123 w 152245"/>
                  <a:gd name="connsiteY48" fmla="*/ 111946 h 152245"/>
                  <a:gd name="connsiteX49" fmla="*/ 94034 w 152245"/>
                  <a:gd name="connsiteY49" fmla="*/ 129857 h 152245"/>
                  <a:gd name="connsiteX50" fmla="*/ 86422 w 152245"/>
                  <a:gd name="connsiteY50" fmla="*/ 110154 h 152245"/>
                  <a:gd name="connsiteX51" fmla="*/ 77914 w 152245"/>
                  <a:gd name="connsiteY51" fmla="*/ 107915 h 152245"/>
                  <a:gd name="connsiteX52" fmla="*/ 77914 w 152245"/>
                  <a:gd name="connsiteY52" fmla="*/ 44778 h 152245"/>
                  <a:gd name="connsiteX53" fmla="*/ 85974 w 152245"/>
                  <a:gd name="connsiteY53" fmla="*/ 42539 h 152245"/>
                  <a:gd name="connsiteX54" fmla="*/ 109707 w 152245"/>
                  <a:gd name="connsiteY54" fmla="*/ 66272 h 152245"/>
                  <a:gd name="connsiteX55" fmla="*/ 107468 w 152245"/>
                  <a:gd name="connsiteY55" fmla="*/ 76123 h 152245"/>
                  <a:gd name="connsiteX56" fmla="*/ 110154 w 152245"/>
                  <a:gd name="connsiteY56" fmla="*/ 86422 h 152245"/>
                  <a:gd name="connsiteX57" fmla="*/ 86422 w 152245"/>
                  <a:gd name="connsiteY57" fmla="*/ 110154 h 152245"/>
                  <a:gd name="connsiteX58" fmla="*/ 129857 w 152245"/>
                  <a:gd name="connsiteY58" fmla="*/ 94034 h 152245"/>
                  <a:gd name="connsiteX59" fmla="*/ 120453 w 152245"/>
                  <a:gd name="connsiteY59" fmla="*/ 91347 h 152245"/>
                  <a:gd name="connsiteX60" fmla="*/ 111945 w 152245"/>
                  <a:gd name="connsiteY60" fmla="*/ 76123 h 152245"/>
                  <a:gd name="connsiteX61" fmla="*/ 129857 w 152245"/>
                  <a:gd name="connsiteY61" fmla="*/ 58212 h 152245"/>
                  <a:gd name="connsiteX62" fmla="*/ 147768 w 152245"/>
                  <a:gd name="connsiteY62" fmla="*/ 76123 h 152245"/>
                  <a:gd name="connsiteX63" fmla="*/ 129857 w 152245"/>
                  <a:gd name="connsiteY63" fmla="*/ 94034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52245" h="152245">
                    <a:moveTo>
                      <a:pt x="129857" y="53734"/>
                    </a:moveTo>
                    <a:cubicBezTo>
                      <a:pt x="122692" y="53734"/>
                      <a:pt x="116423" y="57316"/>
                      <a:pt x="112393" y="62242"/>
                    </a:cubicBezTo>
                    <a:lnTo>
                      <a:pt x="90004" y="39853"/>
                    </a:lnTo>
                    <a:cubicBezTo>
                      <a:pt x="95377" y="35823"/>
                      <a:pt x="98512" y="29554"/>
                      <a:pt x="98512" y="22389"/>
                    </a:cubicBezTo>
                    <a:cubicBezTo>
                      <a:pt x="98512" y="9851"/>
                      <a:pt x="88661" y="0"/>
                      <a:pt x="76123" y="0"/>
                    </a:cubicBezTo>
                    <a:cubicBezTo>
                      <a:pt x="63585" y="0"/>
                      <a:pt x="53734" y="9851"/>
                      <a:pt x="53734" y="22389"/>
                    </a:cubicBezTo>
                    <a:cubicBezTo>
                      <a:pt x="53734" y="29106"/>
                      <a:pt x="56868" y="35375"/>
                      <a:pt x="61794" y="39853"/>
                    </a:cubicBezTo>
                    <a:lnTo>
                      <a:pt x="39405" y="62242"/>
                    </a:lnTo>
                    <a:cubicBezTo>
                      <a:pt x="35375" y="57316"/>
                      <a:pt x="29106" y="54182"/>
                      <a:pt x="22389" y="54182"/>
                    </a:cubicBezTo>
                    <a:cubicBezTo>
                      <a:pt x="9851" y="54182"/>
                      <a:pt x="0" y="64033"/>
                      <a:pt x="0" y="76571"/>
                    </a:cubicBezTo>
                    <a:cubicBezTo>
                      <a:pt x="0" y="84183"/>
                      <a:pt x="4030" y="91347"/>
                      <a:pt x="10299" y="95378"/>
                    </a:cubicBezTo>
                    <a:cubicBezTo>
                      <a:pt x="13881" y="97616"/>
                      <a:pt x="17911" y="98960"/>
                      <a:pt x="22389" y="98960"/>
                    </a:cubicBezTo>
                    <a:cubicBezTo>
                      <a:pt x="29106" y="98960"/>
                      <a:pt x="35375" y="95825"/>
                      <a:pt x="39405" y="90900"/>
                    </a:cubicBezTo>
                    <a:lnTo>
                      <a:pt x="61794" y="113289"/>
                    </a:lnTo>
                    <a:cubicBezTo>
                      <a:pt x="56868" y="117319"/>
                      <a:pt x="53734" y="123588"/>
                      <a:pt x="53734" y="130305"/>
                    </a:cubicBezTo>
                    <a:cubicBezTo>
                      <a:pt x="53734" y="137917"/>
                      <a:pt x="57764" y="145081"/>
                      <a:pt x="64033" y="149111"/>
                    </a:cubicBezTo>
                    <a:cubicBezTo>
                      <a:pt x="67615" y="151350"/>
                      <a:pt x="71645" y="152694"/>
                      <a:pt x="76123" y="152694"/>
                    </a:cubicBezTo>
                    <a:cubicBezTo>
                      <a:pt x="88661" y="152694"/>
                      <a:pt x="98512" y="142842"/>
                      <a:pt x="98512" y="130305"/>
                    </a:cubicBezTo>
                    <a:cubicBezTo>
                      <a:pt x="98512" y="123140"/>
                      <a:pt x="95377" y="117319"/>
                      <a:pt x="90452" y="113289"/>
                    </a:cubicBezTo>
                    <a:lnTo>
                      <a:pt x="112841" y="90900"/>
                    </a:lnTo>
                    <a:cubicBezTo>
                      <a:pt x="114184" y="92691"/>
                      <a:pt x="115975" y="94482"/>
                      <a:pt x="118214" y="95825"/>
                    </a:cubicBezTo>
                    <a:cubicBezTo>
                      <a:pt x="121797" y="98064"/>
                      <a:pt x="125827" y="99407"/>
                      <a:pt x="130304" y="99407"/>
                    </a:cubicBezTo>
                    <a:cubicBezTo>
                      <a:pt x="142842" y="99407"/>
                      <a:pt x="152693" y="89556"/>
                      <a:pt x="152693" y="77018"/>
                    </a:cubicBezTo>
                    <a:cubicBezTo>
                      <a:pt x="152246" y="64033"/>
                      <a:pt x="141947" y="53734"/>
                      <a:pt x="129857" y="53734"/>
                    </a:cubicBezTo>
                    <a:close/>
                    <a:moveTo>
                      <a:pt x="58212" y="22389"/>
                    </a:moveTo>
                    <a:cubicBezTo>
                      <a:pt x="58212" y="12538"/>
                      <a:pt x="66272" y="4478"/>
                      <a:pt x="76123" y="4478"/>
                    </a:cubicBezTo>
                    <a:cubicBezTo>
                      <a:pt x="85974" y="4478"/>
                      <a:pt x="94034" y="12538"/>
                      <a:pt x="94034" y="22389"/>
                    </a:cubicBezTo>
                    <a:cubicBezTo>
                      <a:pt x="94034" y="32240"/>
                      <a:pt x="85974" y="40300"/>
                      <a:pt x="76123" y="40300"/>
                    </a:cubicBezTo>
                    <a:cubicBezTo>
                      <a:pt x="72541" y="40300"/>
                      <a:pt x="69406" y="39405"/>
                      <a:pt x="66719" y="37614"/>
                    </a:cubicBezTo>
                    <a:cubicBezTo>
                      <a:pt x="61346" y="34479"/>
                      <a:pt x="58212" y="28658"/>
                      <a:pt x="58212" y="22389"/>
                    </a:cubicBezTo>
                    <a:close/>
                    <a:moveTo>
                      <a:pt x="22389" y="94034"/>
                    </a:moveTo>
                    <a:cubicBezTo>
                      <a:pt x="18807" y="94034"/>
                      <a:pt x="15672" y="93139"/>
                      <a:pt x="12986" y="91347"/>
                    </a:cubicBezTo>
                    <a:cubicBezTo>
                      <a:pt x="7612" y="88213"/>
                      <a:pt x="4478" y="82392"/>
                      <a:pt x="4478" y="76123"/>
                    </a:cubicBezTo>
                    <a:cubicBezTo>
                      <a:pt x="4478" y="66272"/>
                      <a:pt x="12538" y="58212"/>
                      <a:pt x="22389" y="58212"/>
                    </a:cubicBezTo>
                    <a:cubicBezTo>
                      <a:pt x="32240" y="58212"/>
                      <a:pt x="40300" y="66272"/>
                      <a:pt x="40300" y="76123"/>
                    </a:cubicBezTo>
                    <a:cubicBezTo>
                      <a:pt x="40300" y="85974"/>
                      <a:pt x="32240" y="94034"/>
                      <a:pt x="22389" y="94034"/>
                    </a:cubicBezTo>
                    <a:close/>
                    <a:moveTo>
                      <a:pt x="42091" y="86870"/>
                    </a:moveTo>
                    <a:cubicBezTo>
                      <a:pt x="43883" y="83735"/>
                      <a:pt x="44778" y="80153"/>
                      <a:pt x="44778" y="76123"/>
                    </a:cubicBezTo>
                    <a:cubicBezTo>
                      <a:pt x="44778" y="72541"/>
                      <a:pt x="43883" y="68958"/>
                      <a:pt x="42091" y="65824"/>
                    </a:cubicBezTo>
                    <a:lnTo>
                      <a:pt x="65824" y="42091"/>
                    </a:lnTo>
                    <a:cubicBezTo>
                      <a:pt x="68063" y="43435"/>
                      <a:pt x="70749" y="44330"/>
                      <a:pt x="73884" y="44330"/>
                    </a:cubicBezTo>
                    <a:lnTo>
                      <a:pt x="73884" y="107468"/>
                    </a:lnTo>
                    <a:cubicBezTo>
                      <a:pt x="70749" y="107915"/>
                      <a:pt x="68063" y="108811"/>
                      <a:pt x="65824" y="110154"/>
                    </a:cubicBezTo>
                    <a:lnTo>
                      <a:pt x="42091" y="86870"/>
                    </a:lnTo>
                    <a:close/>
                    <a:moveTo>
                      <a:pt x="94034" y="129857"/>
                    </a:moveTo>
                    <a:cubicBezTo>
                      <a:pt x="94034" y="139708"/>
                      <a:pt x="85974" y="147768"/>
                      <a:pt x="76123" y="147768"/>
                    </a:cubicBezTo>
                    <a:cubicBezTo>
                      <a:pt x="72541" y="147768"/>
                      <a:pt x="69406" y="146872"/>
                      <a:pt x="66719" y="145081"/>
                    </a:cubicBezTo>
                    <a:cubicBezTo>
                      <a:pt x="61346" y="141947"/>
                      <a:pt x="58212" y="136126"/>
                      <a:pt x="58212" y="129857"/>
                    </a:cubicBezTo>
                    <a:cubicBezTo>
                      <a:pt x="58212" y="120006"/>
                      <a:pt x="66272" y="111946"/>
                      <a:pt x="76123" y="111946"/>
                    </a:cubicBezTo>
                    <a:cubicBezTo>
                      <a:pt x="85974" y="111946"/>
                      <a:pt x="94034" y="120006"/>
                      <a:pt x="94034" y="129857"/>
                    </a:cubicBezTo>
                    <a:close/>
                    <a:moveTo>
                      <a:pt x="86422" y="110154"/>
                    </a:moveTo>
                    <a:cubicBezTo>
                      <a:pt x="83735" y="108811"/>
                      <a:pt x="81048" y="107915"/>
                      <a:pt x="77914" y="107915"/>
                    </a:cubicBezTo>
                    <a:lnTo>
                      <a:pt x="77914" y="44778"/>
                    </a:lnTo>
                    <a:cubicBezTo>
                      <a:pt x="80601" y="44330"/>
                      <a:pt x="83287" y="43883"/>
                      <a:pt x="85974" y="42539"/>
                    </a:cubicBezTo>
                    <a:lnTo>
                      <a:pt x="109707" y="66272"/>
                    </a:lnTo>
                    <a:cubicBezTo>
                      <a:pt x="108363" y="69406"/>
                      <a:pt x="107468" y="72541"/>
                      <a:pt x="107468" y="76123"/>
                    </a:cubicBezTo>
                    <a:cubicBezTo>
                      <a:pt x="107468" y="79705"/>
                      <a:pt x="108363" y="83287"/>
                      <a:pt x="110154" y="86422"/>
                    </a:cubicBezTo>
                    <a:lnTo>
                      <a:pt x="86422" y="110154"/>
                    </a:lnTo>
                    <a:close/>
                    <a:moveTo>
                      <a:pt x="129857" y="94034"/>
                    </a:moveTo>
                    <a:cubicBezTo>
                      <a:pt x="126274" y="94034"/>
                      <a:pt x="123140" y="93139"/>
                      <a:pt x="120453" y="91347"/>
                    </a:cubicBezTo>
                    <a:cubicBezTo>
                      <a:pt x="115080" y="88213"/>
                      <a:pt x="111945" y="82392"/>
                      <a:pt x="111945" y="76123"/>
                    </a:cubicBezTo>
                    <a:cubicBezTo>
                      <a:pt x="111945" y="66272"/>
                      <a:pt x="120005" y="58212"/>
                      <a:pt x="129857" y="58212"/>
                    </a:cubicBezTo>
                    <a:cubicBezTo>
                      <a:pt x="139708" y="58212"/>
                      <a:pt x="147768" y="66272"/>
                      <a:pt x="147768" y="76123"/>
                    </a:cubicBezTo>
                    <a:cubicBezTo>
                      <a:pt x="147768" y="85974"/>
                      <a:pt x="139708" y="94034"/>
                      <a:pt x="129857" y="9403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55" name="Freeform: Shape 4351">
                <a:extLst>
                  <a:ext uri="{FF2B5EF4-FFF2-40B4-BE49-F238E27FC236}">
                    <a16:creationId xmlns:a16="http://schemas.microsoft.com/office/drawing/2014/main" id="{2C7553F4-E64D-49F2-FF08-FCEBF5747E03}"/>
                  </a:ext>
                  <a:ext uri="{C183D7F6-B498-43B3-948B-1728B52AA6E4}">
                    <adec:decorative xmlns:adec="http://schemas.microsoft.com/office/drawing/2017/decorative" val="1"/>
                  </a:ext>
                </a:extLst>
              </p:cNvPr>
              <p:cNvSpPr>
                <a:spLocks noChangeAspect="1"/>
              </p:cNvSpPr>
              <p:nvPr/>
            </p:nvSpPr>
            <p:spPr>
              <a:xfrm>
                <a:off x="3175627" y="3934589"/>
                <a:ext cx="138812" cy="152246"/>
              </a:xfrm>
              <a:custGeom>
                <a:avLst/>
                <a:gdLst>
                  <a:gd name="connsiteX0" fmla="*/ 138812 w 138812"/>
                  <a:gd name="connsiteY0" fmla="*/ 115863 h 152245"/>
                  <a:gd name="connsiteX1" fmla="*/ 138812 w 138812"/>
                  <a:gd name="connsiteY1" fmla="*/ 115863 h 152245"/>
                  <a:gd name="connsiteX2" fmla="*/ 138812 w 138812"/>
                  <a:gd name="connsiteY2" fmla="*/ 32576 h 152245"/>
                  <a:gd name="connsiteX3" fmla="*/ 138812 w 138812"/>
                  <a:gd name="connsiteY3" fmla="*/ 32576 h 152245"/>
                  <a:gd name="connsiteX4" fmla="*/ 138812 w 138812"/>
                  <a:gd name="connsiteY4" fmla="*/ 32576 h 152245"/>
                  <a:gd name="connsiteX5" fmla="*/ 138812 w 138812"/>
                  <a:gd name="connsiteY5" fmla="*/ 32576 h 152245"/>
                  <a:gd name="connsiteX6" fmla="*/ 138364 w 138812"/>
                  <a:gd name="connsiteY6" fmla="*/ 31681 h 152245"/>
                  <a:gd name="connsiteX7" fmla="*/ 138364 w 138812"/>
                  <a:gd name="connsiteY7" fmla="*/ 31233 h 152245"/>
                  <a:gd name="connsiteX8" fmla="*/ 137469 w 138812"/>
                  <a:gd name="connsiteY8" fmla="*/ 30785 h 152245"/>
                  <a:gd name="connsiteX9" fmla="*/ 137469 w 138812"/>
                  <a:gd name="connsiteY9" fmla="*/ 30785 h 152245"/>
                  <a:gd name="connsiteX10" fmla="*/ 137469 w 138812"/>
                  <a:gd name="connsiteY10" fmla="*/ 30785 h 152245"/>
                  <a:gd name="connsiteX11" fmla="*/ 137469 w 138812"/>
                  <a:gd name="connsiteY11" fmla="*/ 30785 h 152245"/>
                  <a:gd name="connsiteX12" fmla="*/ 70302 w 138812"/>
                  <a:gd name="connsiteY12" fmla="*/ 336 h 152245"/>
                  <a:gd name="connsiteX13" fmla="*/ 68511 w 138812"/>
                  <a:gd name="connsiteY13" fmla="*/ 336 h 152245"/>
                  <a:gd name="connsiteX14" fmla="*/ 1343 w 138812"/>
                  <a:gd name="connsiteY14" fmla="*/ 30785 h 152245"/>
                  <a:gd name="connsiteX15" fmla="*/ 1343 w 138812"/>
                  <a:gd name="connsiteY15" fmla="*/ 30785 h 152245"/>
                  <a:gd name="connsiteX16" fmla="*/ 1343 w 138812"/>
                  <a:gd name="connsiteY16" fmla="*/ 30785 h 152245"/>
                  <a:gd name="connsiteX17" fmla="*/ 1343 w 138812"/>
                  <a:gd name="connsiteY17" fmla="*/ 30785 h 152245"/>
                  <a:gd name="connsiteX18" fmla="*/ 448 w 138812"/>
                  <a:gd name="connsiteY18" fmla="*/ 31233 h 152245"/>
                  <a:gd name="connsiteX19" fmla="*/ 448 w 138812"/>
                  <a:gd name="connsiteY19" fmla="*/ 31681 h 152245"/>
                  <a:gd name="connsiteX20" fmla="*/ 0 w 138812"/>
                  <a:gd name="connsiteY20" fmla="*/ 32576 h 152245"/>
                  <a:gd name="connsiteX21" fmla="*/ 0 w 138812"/>
                  <a:gd name="connsiteY21" fmla="*/ 32576 h 152245"/>
                  <a:gd name="connsiteX22" fmla="*/ 0 w 138812"/>
                  <a:gd name="connsiteY22" fmla="*/ 32576 h 152245"/>
                  <a:gd name="connsiteX23" fmla="*/ 0 w 138812"/>
                  <a:gd name="connsiteY23" fmla="*/ 32576 h 152245"/>
                  <a:gd name="connsiteX24" fmla="*/ 0 w 138812"/>
                  <a:gd name="connsiteY24" fmla="*/ 115863 h 152245"/>
                  <a:gd name="connsiteX25" fmla="*/ 0 w 138812"/>
                  <a:gd name="connsiteY25" fmla="*/ 116311 h 152245"/>
                  <a:gd name="connsiteX26" fmla="*/ 0 w 138812"/>
                  <a:gd name="connsiteY26" fmla="*/ 116759 h 152245"/>
                  <a:gd name="connsiteX27" fmla="*/ 0 w 138812"/>
                  <a:gd name="connsiteY27" fmla="*/ 117207 h 152245"/>
                  <a:gd name="connsiteX28" fmla="*/ 448 w 138812"/>
                  <a:gd name="connsiteY28" fmla="*/ 117655 h 152245"/>
                  <a:gd name="connsiteX29" fmla="*/ 895 w 138812"/>
                  <a:gd name="connsiteY29" fmla="*/ 118102 h 152245"/>
                  <a:gd name="connsiteX30" fmla="*/ 1343 w 138812"/>
                  <a:gd name="connsiteY30" fmla="*/ 118102 h 152245"/>
                  <a:gd name="connsiteX31" fmla="*/ 68511 w 138812"/>
                  <a:gd name="connsiteY31" fmla="*/ 152582 h 152245"/>
                  <a:gd name="connsiteX32" fmla="*/ 68511 w 138812"/>
                  <a:gd name="connsiteY32" fmla="*/ 152582 h 152245"/>
                  <a:gd name="connsiteX33" fmla="*/ 69406 w 138812"/>
                  <a:gd name="connsiteY33" fmla="*/ 153029 h 152245"/>
                  <a:gd name="connsiteX34" fmla="*/ 70302 w 138812"/>
                  <a:gd name="connsiteY34" fmla="*/ 152582 h 152245"/>
                  <a:gd name="connsiteX35" fmla="*/ 70302 w 138812"/>
                  <a:gd name="connsiteY35" fmla="*/ 152582 h 152245"/>
                  <a:gd name="connsiteX36" fmla="*/ 137469 w 138812"/>
                  <a:gd name="connsiteY36" fmla="*/ 118102 h 152245"/>
                  <a:gd name="connsiteX37" fmla="*/ 137917 w 138812"/>
                  <a:gd name="connsiteY37" fmla="*/ 118102 h 152245"/>
                  <a:gd name="connsiteX38" fmla="*/ 138364 w 138812"/>
                  <a:gd name="connsiteY38" fmla="*/ 117655 h 152245"/>
                  <a:gd name="connsiteX39" fmla="*/ 138812 w 138812"/>
                  <a:gd name="connsiteY39" fmla="*/ 117207 h 152245"/>
                  <a:gd name="connsiteX40" fmla="*/ 138812 w 138812"/>
                  <a:gd name="connsiteY40" fmla="*/ 116759 h 152245"/>
                  <a:gd name="connsiteX41" fmla="*/ 138812 w 138812"/>
                  <a:gd name="connsiteY41" fmla="*/ 115863 h 152245"/>
                  <a:gd name="connsiteX42" fmla="*/ 4478 w 138812"/>
                  <a:gd name="connsiteY42" fmla="*/ 36158 h 152245"/>
                  <a:gd name="connsiteX43" fmla="*/ 67167 w 138812"/>
                  <a:gd name="connsiteY43" fmla="*/ 68846 h 152245"/>
                  <a:gd name="connsiteX44" fmla="*/ 67167 w 138812"/>
                  <a:gd name="connsiteY44" fmla="*/ 146313 h 152245"/>
                  <a:gd name="connsiteX45" fmla="*/ 4478 w 138812"/>
                  <a:gd name="connsiteY45" fmla="*/ 114073 h 152245"/>
                  <a:gd name="connsiteX46" fmla="*/ 4478 w 138812"/>
                  <a:gd name="connsiteY46" fmla="*/ 36158 h 152245"/>
                  <a:gd name="connsiteX47" fmla="*/ 71645 w 138812"/>
                  <a:gd name="connsiteY47" fmla="*/ 68846 h 152245"/>
                  <a:gd name="connsiteX48" fmla="*/ 134335 w 138812"/>
                  <a:gd name="connsiteY48" fmla="*/ 36158 h 152245"/>
                  <a:gd name="connsiteX49" fmla="*/ 134335 w 138812"/>
                  <a:gd name="connsiteY49" fmla="*/ 114520 h 152245"/>
                  <a:gd name="connsiteX50" fmla="*/ 71645 w 138812"/>
                  <a:gd name="connsiteY50" fmla="*/ 146761 h 152245"/>
                  <a:gd name="connsiteX51" fmla="*/ 71645 w 138812"/>
                  <a:gd name="connsiteY51" fmla="*/ 68846 h 152245"/>
                  <a:gd name="connsiteX52" fmla="*/ 69406 w 138812"/>
                  <a:gd name="connsiteY52" fmla="*/ 4814 h 152245"/>
                  <a:gd name="connsiteX53" fmla="*/ 131648 w 138812"/>
                  <a:gd name="connsiteY53" fmla="*/ 33024 h 152245"/>
                  <a:gd name="connsiteX54" fmla="*/ 69406 w 138812"/>
                  <a:gd name="connsiteY54" fmla="*/ 65264 h 152245"/>
                  <a:gd name="connsiteX55" fmla="*/ 7164 w 138812"/>
                  <a:gd name="connsiteY55" fmla="*/ 33024 h 152245"/>
                  <a:gd name="connsiteX56" fmla="*/ 69406 w 138812"/>
                  <a:gd name="connsiteY56" fmla="*/ 4814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38812" h="152245">
                    <a:moveTo>
                      <a:pt x="138812" y="115863"/>
                    </a:moveTo>
                    <a:cubicBezTo>
                      <a:pt x="138812" y="115863"/>
                      <a:pt x="138812" y="115863"/>
                      <a:pt x="138812" y="115863"/>
                    </a:cubicBezTo>
                    <a:lnTo>
                      <a:pt x="138812" y="32576"/>
                    </a:lnTo>
                    <a:cubicBezTo>
                      <a:pt x="138812" y="32576"/>
                      <a:pt x="138812" y="32576"/>
                      <a:pt x="138812" y="32576"/>
                    </a:cubicBezTo>
                    <a:cubicBezTo>
                      <a:pt x="138812" y="32576"/>
                      <a:pt x="138812" y="32576"/>
                      <a:pt x="138812" y="32576"/>
                    </a:cubicBezTo>
                    <a:cubicBezTo>
                      <a:pt x="138812" y="32576"/>
                      <a:pt x="138812" y="32576"/>
                      <a:pt x="138812" y="32576"/>
                    </a:cubicBezTo>
                    <a:cubicBezTo>
                      <a:pt x="138812" y="32128"/>
                      <a:pt x="138812" y="32128"/>
                      <a:pt x="138364" y="31681"/>
                    </a:cubicBezTo>
                    <a:cubicBezTo>
                      <a:pt x="138364" y="31681"/>
                      <a:pt x="138364" y="31681"/>
                      <a:pt x="138364" y="31233"/>
                    </a:cubicBezTo>
                    <a:cubicBezTo>
                      <a:pt x="138364" y="30785"/>
                      <a:pt x="137917" y="30785"/>
                      <a:pt x="137469" y="30785"/>
                    </a:cubicBezTo>
                    <a:cubicBezTo>
                      <a:pt x="137469" y="30785"/>
                      <a:pt x="137469" y="30785"/>
                      <a:pt x="137469" y="30785"/>
                    </a:cubicBezTo>
                    <a:lnTo>
                      <a:pt x="137469" y="30785"/>
                    </a:lnTo>
                    <a:cubicBezTo>
                      <a:pt x="137469" y="30785"/>
                      <a:pt x="137469" y="30785"/>
                      <a:pt x="137469" y="30785"/>
                    </a:cubicBezTo>
                    <a:lnTo>
                      <a:pt x="70302" y="336"/>
                    </a:lnTo>
                    <a:cubicBezTo>
                      <a:pt x="69854" y="-112"/>
                      <a:pt x="68958" y="-112"/>
                      <a:pt x="68511" y="336"/>
                    </a:cubicBezTo>
                    <a:lnTo>
                      <a:pt x="1343" y="30785"/>
                    </a:lnTo>
                    <a:cubicBezTo>
                      <a:pt x="1343" y="30785"/>
                      <a:pt x="1343" y="30785"/>
                      <a:pt x="1343" y="30785"/>
                    </a:cubicBezTo>
                    <a:lnTo>
                      <a:pt x="1343" y="30785"/>
                    </a:lnTo>
                    <a:cubicBezTo>
                      <a:pt x="1343" y="30785"/>
                      <a:pt x="1343" y="30785"/>
                      <a:pt x="1343" y="30785"/>
                    </a:cubicBezTo>
                    <a:cubicBezTo>
                      <a:pt x="895" y="30785"/>
                      <a:pt x="895" y="31233"/>
                      <a:pt x="448" y="31233"/>
                    </a:cubicBezTo>
                    <a:cubicBezTo>
                      <a:pt x="448" y="31233"/>
                      <a:pt x="448" y="31233"/>
                      <a:pt x="448" y="31681"/>
                    </a:cubicBezTo>
                    <a:cubicBezTo>
                      <a:pt x="448" y="32128"/>
                      <a:pt x="0" y="32128"/>
                      <a:pt x="0" y="32576"/>
                    </a:cubicBezTo>
                    <a:cubicBezTo>
                      <a:pt x="0" y="32576"/>
                      <a:pt x="0" y="32576"/>
                      <a:pt x="0" y="32576"/>
                    </a:cubicBezTo>
                    <a:cubicBezTo>
                      <a:pt x="0" y="32576"/>
                      <a:pt x="0" y="32576"/>
                      <a:pt x="0" y="32576"/>
                    </a:cubicBezTo>
                    <a:cubicBezTo>
                      <a:pt x="0" y="32576"/>
                      <a:pt x="0" y="32576"/>
                      <a:pt x="0" y="32576"/>
                    </a:cubicBezTo>
                    <a:lnTo>
                      <a:pt x="0" y="115863"/>
                    </a:lnTo>
                    <a:cubicBezTo>
                      <a:pt x="0" y="115863"/>
                      <a:pt x="0" y="115863"/>
                      <a:pt x="0" y="116311"/>
                    </a:cubicBezTo>
                    <a:cubicBezTo>
                      <a:pt x="0" y="116311"/>
                      <a:pt x="0" y="116759"/>
                      <a:pt x="0" y="116759"/>
                    </a:cubicBezTo>
                    <a:cubicBezTo>
                      <a:pt x="0" y="116759"/>
                      <a:pt x="0" y="117207"/>
                      <a:pt x="0" y="117207"/>
                    </a:cubicBezTo>
                    <a:cubicBezTo>
                      <a:pt x="0" y="117207"/>
                      <a:pt x="0" y="117655"/>
                      <a:pt x="448" y="117655"/>
                    </a:cubicBezTo>
                    <a:cubicBezTo>
                      <a:pt x="448" y="117655"/>
                      <a:pt x="895" y="117655"/>
                      <a:pt x="895" y="118102"/>
                    </a:cubicBezTo>
                    <a:cubicBezTo>
                      <a:pt x="895" y="118102"/>
                      <a:pt x="895" y="118102"/>
                      <a:pt x="1343" y="118102"/>
                    </a:cubicBezTo>
                    <a:lnTo>
                      <a:pt x="68511" y="152582"/>
                    </a:lnTo>
                    <a:cubicBezTo>
                      <a:pt x="68511" y="152582"/>
                      <a:pt x="68511" y="152582"/>
                      <a:pt x="68511" y="152582"/>
                    </a:cubicBezTo>
                    <a:cubicBezTo>
                      <a:pt x="68958" y="152582"/>
                      <a:pt x="68958" y="153029"/>
                      <a:pt x="69406" y="153029"/>
                    </a:cubicBezTo>
                    <a:cubicBezTo>
                      <a:pt x="69854" y="153029"/>
                      <a:pt x="69854" y="153029"/>
                      <a:pt x="70302" y="152582"/>
                    </a:cubicBezTo>
                    <a:cubicBezTo>
                      <a:pt x="70302" y="152582"/>
                      <a:pt x="70302" y="152582"/>
                      <a:pt x="70302" y="152582"/>
                    </a:cubicBezTo>
                    <a:lnTo>
                      <a:pt x="137469" y="118102"/>
                    </a:lnTo>
                    <a:cubicBezTo>
                      <a:pt x="137469" y="118102"/>
                      <a:pt x="137469" y="118102"/>
                      <a:pt x="137917" y="118102"/>
                    </a:cubicBezTo>
                    <a:cubicBezTo>
                      <a:pt x="137917" y="118102"/>
                      <a:pt x="138364" y="118102"/>
                      <a:pt x="138364" y="117655"/>
                    </a:cubicBezTo>
                    <a:cubicBezTo>
                      <a:pt x="138364" y="117655"/>
                      <a:pt x="138364" y="117207"/>
                      <a:pt x="138812" y="117207"/>
                    </a:cubicBezTo>
                    <a:cubicBezTo>
                      <a:pt x="139260" y="117207"/>
                      <a:pt x="138812" y="116759"/>
                      <a:pt x="138812" y="116759"/>
                    </a:cubicBezTo>
                    <a:cubicBezTo>
                      <a:pt x="138812" y="116311"/>
                      <a:pt x="138812" y="116311"/>
                      <a:pt x="138812" y="115863"/>
                    </a:cubicBezTo>
                    <a:close/>
                    <a:moveTo>
                      <a:pt x="4478" y="36158"/>
                    </a:moveTo>
                    <a:lnTo>
                      <a:pt x="67167" y="68846"/>
                    </a:lnTo>
                    <a:lnTo>
                      <a:pt x="67167" y="146313"/>
                    </a:lnTo>
                    <a:lnTo>
                      <a:pt x="4478" y="114073"/>
                    </a:lnTo>
                    <a:lnTo>
                      <a:pt x="4478" y="36158"/>
                    </a:lnTo>
                    <a:close/>
                    <a:moveTo>
                      <a:pt x="71645" y="68846"/>
                    </a:moveTo>
                    <a:lnTo>
                      <a:pt x="134335" y="36158"/>
                    </a:lnTo>
                    <a:lnTo>
                      <a:pt x="134335" y="114520"/>
                    </a:lnTo>
                    <a:lnTo>
                      <a:pt x="71645" y="146761"/>
                    </a:lnTo>
                    <a:lnTo>
                      <a:pt x="71645" y="68846"/>
                    </a:lnTo>
                    <a:close/>
                    <a:moveTo>
                      <a:pt x="69406" y="4814"/>
                    </a:moveTo>
                    <a:lnTo>
                      <a:pt x="131648" y="33024"/>
                    </a:lnTo>
                    <a:lnTo>
                      <a:pt x="69406" y="65264"/>
                    </a:lnTo>
                    <a:lnTo>
                      <a:pt x="7164" y="33024"/>
                    </a:lnTo>
                    <a:lnTo>
                      <a:pt x="69406" y="481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456" name="Group 4352">
                <a:extLst>
                  <a:ext uri="{FF2B5EF4-FFF2-40B4-BE49-F238E27FC236}">
                    <a16:creationId xmlns:a16="http://schemas.microsoft.com/office/drawing/2014/main" id="{5B237C4A-FAD3-2A22-2A3E-BED5A7930658}"/>
                  </a:ext>
                  <a:ext uri="{C183D7F6-B498-43B3-948B-1728B52AA6E4}">
                    <adec:decorative xmlns:adec="http://schemas.microsoft.com/office/drawing/2017/decorative" val="1"/>
                  </a:ext>
                </a:extLst>
              </p:cNvPr>
              <p:cNvGrpSpPr>
                <a:grpSpLocks noChangeAspect="1"/>
              </p:cNvGrpSpPr>
              <p:nvPr/>
            </p:nvGrpSpPr>
            <p:grpSpPr>
              <a:xfrm>
                <a:off x="3706249" y="3934589"/>
                <a:ext cx="143290" cy="152246"/>
                <a:chOff x="3747003" y="3199150"/>
                <a:chExt cx="143290" cy="152246"/>
              </a:xfrm>
            </p:grpSpPr>
            <p:sp>
              <p:nvSpPr>
                <p:cNvPr id="457" name="Freeform: Shape 4353">
                  <a:extLst>
                    <a:ext uri="{FF2B5EF4-FFF2-40B4-BE49-F238E27FC236}">
                      <a16:creationId xmlns:a16="http://schemas.microsoft.com/office/drawing/2014/main" id="{27ED6F7F-98CA-8933-B319-7DD2FD93092C}"/>
                    </a:ext>
                  </a:extLst>
                </p:cNvPr>
                <p:cNvSpPr/>
                <p:nvPr/>
              </p:nvSpPr>
              <p:spPr>
                <a:xfrm>
                  <a:off x="3747003" y="3199150"/>
                  <a:ext cx="134335" cy="152246"/>
                </a:xfrm>
                <a:custGeom>
                  <a:avLst/>
                  <a:gdLst>
                    <a:gd name="connsiteX0" fmla="*/ 137917 w 134334"/>
                    <a:gd name="connsiteY0" fmla="*/ 38397 h 152245"/>
                    <a:gd name="connsiteX1" fmla="*/ 137917 w 134334"/>
                    <a:gd name="connsiteY1" fmla="*/ 38397 h 152245"/>
                    <a:gd name="connsiteX2" fmla="*/ 137021 w 134334"/>
                    <a:gd name="connsiteY2" fmla="*/ 37502 h 152245"/>
                    <a:gd name="connsiteX3" fmla="*/ 137021 w 134334"/>
                    <a:gd name="connsiteY3" fmla="*/ 37502 h 152245"/>
                    <a:gd name="connsiteX4" fmla="*/ 69854 w 134334"/>
                    <a:gd name="connsiteY4" fmla="*/ 336 h 152245"/>
                    <a:gd name="connsiteX5" fmla="*/ 67615 w 134334"/>
                    <a:gd name="connsiteY5" fmla="*/ 336 h 152245"/>
                    <a:gd name="connsiteX6" fmla="*/ 448 w 134334"/>
                    <a:gd name="connsiteY6" fmla="*/ 37502 h 152245"/>
                    <a:gd name="connsiteX7" fmla="*/ 448 w 134334"/>
                    <a:gd name="connsiteY7" fmla="*/ 37502 h 152245"/>
                    <a:gd name="connsiteX8" fmla="*/ 448 w 134334"/>
                    <a:gd name="connsiteY8" fmla="*/ 37502 h 152245"/>
                    <a:gd name="connsiteX9" fmla="*/ 448 w 134334"/>
                    <a:gd name="connsiteY9" fmla="*/ 37502 h 152245"/>
                    <a:gd name="connsiteX10" fmla="*/ 0 w 134334"/>
                    <a:gd name="connsiteY10" fmla="*/ 37949 h 152245"/>
                    <a:gd name="connsiteX11" fmla="*/ 0 w 134334"/>
                    <a:gd name="connsiteY11" fmla="*/ 38397 h 152245"/>
                    <a:gd name="connsiteX12" fmla="*/ 0 w 134334"/>
                    <a:gd name="connsiteY12" fmla="*/ 39293 h 152245"/>
                    <a:gd name="connsiteX13" fmla="*/ 0 w 134334"/>
                    <a:gd name="connsiteY13" fmla="*/ 39293 h 152245"/>
                    <a:gd name="connsiteX14" fmla="*/ 0 w 134334"/>
                    <a:gd name="connsiteY14" fmla="*/ 113177 h 152245"/>
                    <a:gd name="connsiteX15" fmla="*/ 1343 w 134334"/>
                    <a:gd name="connsiteY15" fmla="*/ 114968 h 152245"/>
                    <a:gd name="connsiteX16" fmla="*/ 68511 w 134334"/>
                    <a:gd name="connsiteY16" fmla="*/ 152134 h 152245"/>
                    <a:gd name="connsiteX17" fmla="*/ 69406 w 134334"/>
                    <a:gd name="connsiteY17" fmla="*/ 152582 h 152245"/>
                    <a:gd name="connsiteX18" fmla="*/ 69406 w 134334"/>
                    <a:gd name="connsiteY18" fmla="*/ 152582 h 152245"/>
                    <a:gd name="connsiteX19" fmla="*/ 69406 w 134334"/>
                    <a:gd name="connsiteY19" fmla="*/ 152582 h 152245"/>
                    <a:gd name="connsiteX20" fmla="*/ 70302 w 134334"/>
                    <a:gd name="connsiteY20" fmla="*/ 152134 h 152245"/>
                    <a:gd name="connsiteX21" fmla="*/ 83735 w 134334"/>
                    <a:gd name="connsiteY21" fmla="*/ 144969 h 152245"/>
                    <a:gd name="connsiteX22" fmla="*/ 84631 w 134334"/>
                    <a:gd name="connsiteY22" fmla="*/ 141835 h 152245"/>
                    <a:gd name="connsiteX23" fmla="*/ 81496 w 134334"/>
                    <a:gd name="connsiteY23" fmla="*/ 140939 h 152245"/>
                    <a:gd name="connsiteX24" fmla="*/ 71197 w 134334"/>
                    <a:gd name="connsiteY24" fmla="*/ 146313 h 152245"/>
                    <a:gd name="connsiteX25" fmla="*/ 71197 w 134334"/>
                    <a:gd name="connsiteY25" fmla="*/ 77354 h 152245"/>
                    <a:gd name="connsiteX26" fmla="*/ 133887 w 134334"/>
                    <a:gd name="connsiteY26" fmla="*/ 42875 h 152245"/>
                    <a:gd name="connsiteX27" fmla="*/ 133887 w 134334"/>
                    <a:gd name="connsiteY27" fmla="*/ 96609 h 152245"/>
                    <a:gd name="connsiteX28" fmla="*/ 136126 w 134334"/>
                    <a:gd name="connsiteY28" fmla="*/ 98848 h 152245"/>
                    <a:gd name="connsiteX29" fmla="*/ 138364 w 134334"/>
                    <a:gd name="connsiteY29" fmla="*/ 96609 h 152245"/>
                    <a:gd name="connsiteX30" fmla="*/ 138364 w 134334"/>
                    <a:gd name="connsiteY30" fmla="*/ 39293 h 152245"/>
                    <a:gd name="connsiteX31" fmla="*/ 137917 w 134334"/>
                    <a:gd name="connsiteY31" fmla="*/ 38397 h 152245"/>
                    <a:gd name="connsiteX32" fmla="*/ 66272 w 134334"/>
                    <a:gd name="connsiteY32" fmla="*/ 146313 h 152245"/>
                    <a:gd name="connsiteX33" fmla="*/ 3582 w 134334"/>
                    <a:gd name="connsiteY33" fmla="*/ 111834 h 152245"/>
                    <a:gd name="connsiteX34" fmla="*/ 3582 w 134334"/>
                    <a:gd name="connsiteY34" fmla="*/ 42875 h 152245"/>
                    <a:gd name="connsiteX35" fmla="*/ 66272 w 134334"/>
                    <a:gd name="connsiteY35" fmla="*/ 77354 h 152245"/>
                    <a:gd name="connsiteX36" fmla="*/ 66272 w 134334"/>
                    <a:gd name="connsiteY36" fmla="*/ 146313 h 152245"/>
                    <a:gd name="connsiteX37" fmla="*/ 68511 w 134334"/>
                    <a:gd name="connsiteY37" fmla="*/ 73772 h 152245"/>
                    <a:gd name="connsiteX38" fmla="*/ 5821 w 134334"/>
                    <a:gd name="connsiteY38" fmla="*/ 39293 h 152245"/>
                    <a:gd name="connsiteX39" fmla="*/ 68511 w 134334"/>
                    <a:gd name="connsiteY39" fmla="*/ 4814 h 152245"/>
                    <a:gd name="connsiteX40" fmla="*/ 131200 w 134334"/>
                    <a:gd name="connsiteY40" fmla="*/ 39293 h 152245"/>
                    <a:gd name="connsiteX41" fmla="*/ 68511 w 134334"/>
                    <a:gd name="connsiteY41" fmla="*/ 73772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34334" h="152245">
                      <a:moveTo>
                        <a:pt x="137917" y="38397"/>
                      </a:moveTo>
                      <a:cubicBezTo>
                        <a:pt x="137917" y="37949"/>
                        <a:pt x="137917" y="37949"/>
                        <a:pt x="137917" y="38397"/>
                      </a:cubicBezTo>
                      <a:cubicBezTo>
                        <a:pt x="137469" y="37949"/>
                        <a:pt x="137469" y="37949"/>
                        <a:pt x="137021" y="37502"/>
                      </a:cubicBezTo>
                      <a:cubicBezTo>
                        <a:pt x="137021" y="37502"/>
                        <a:pt x="137021" y="37502"/>
                        <a:pt x="137021" y="37502"/>
                      </a:cubicBezTo>
                      <a:lnTo>
                        <a:pt x="69854" y="336"/>
                      </a:lnTo>
                      <a:cubicBezTo>
                        <a:pt x="69406" y="-112"/>
                        <a:pt x="68511" y="-112"/>
                        <a:pt x="67615" y="336"/>
                      </a:cubicBezTo>
                      <a:lnTo>
                        <a:pt x="448" y="37502"/>
                      </a:lnTo>
                      <a:cubicBezTo>
                        <a:pt x="448" y="37502"/>
                        <a:pt x="448" y="37502"/>
                        <a:pt x="448" y="37502"/>
                      </a:cubicBezTo>
                      <a:cubicBezTo>
                        <a:pt x="448" y="37502"/>
                        <a:pt x="448" y="37502"/>
                        <a:pt x="448" y="37502"/>
                      </a:cubicBezTo>
                      <a:cubicBezTo>
                        <a:pt x="448" y="37502"/>
                        <a:pt x="448" y="37502"/>
                        <a:pt x="448" y="37502"/>
                      </a:cubicBezTo>
                      <a:cubicBezTo>
                        <a:pt x="0" y="37502"/>
                        <a:pt x="0" y="37949"/>
                        <a:pt x="0" y="37949"/>
                      </a:cubicBezTo>
                      <a:cubicBezTo>
                        <a:pt x="0" y="37949"/>
                        <a:pt x="0" y="37949"/>
                        <a:pt x="0" y="38397"/>
                      </a:cubicBezTo>
                      <a:cubicBezTo>
                        <a:pt x="0" y="38845"/>
                        <a:pt x="0" y="38845"/>
                        <a:pt x="0" y="39293"/>
                      </a:cubicBezTo>
                      <a:cubicBezTo>
                        <a:pt x="0" y="39293"/>
                        <a:pt x="0" y="39293"/>
                        <a:pt x="0" y="39293"/>
                      </a:cubicBezTo>
                      <a:lnTo>
                        <a:pt x="0" y="113177"/>
                      </a:lnTo>
                      <a:cubicBezTo>
                        <a:pt x="0" y="114073"/>
                        <a:pt x="448" y="114968"/>
                        <a:pt x="1343" y="114968"/>
                      </a:cubicBezTo>
                      <a:lnTo>
                        <a:pt x="68511" y="152134"/>
                      </a:lnTo>
                      <a:cubicBezTo>
                        <a:pt x="68958" y="152134"/>
                        <a:pt x="69406" y="152582"/>
                        <a:pt x="69406" y="152582"/>
                      </a:cubicBezTo>
                      <a:lnTo>
                        <a:pt x="69406" y="152582"/>
                      </a:lnTo>
                      <a:lnTo>
                        <a:pt x="69406" y="152582"/>
                      </a:lnTo>
                      <a:cubicBezTo>
                        <a:pt x="69854" y="152582"/>
                        <a:pt x="70302" y="152582"/>
                        <a:pt x="70302" y="152134"/>
                      </a:cubicBezTo>
                      <a:lnTo>
                        <a:pt x="83735" y="144969"/>
                      </a:lnTo>
                      <a:cubicBezTo>
                        <a:pt x="84631" y="144522"/>
                        <a:pt x="85079" y="143178"/>
                        <a:pt x="84631" y="141835"/>
                      </a:cubicBezTo>
                      <a:cubicBezTo>
                        <a:pt x="84183" y="140939"/>
                        <a:pt x="82840" y="140491"/>
                        <a:pt x="81496" y="140939"/>
                      </a:cubicBezTo>
                      <a:lnTo>
                        <a:pt x="71197" y="146313"/>
                      </a:lnTo>
                      <a:lnTo>
                        <a:pt x="71197" y="77354"/>
                      </a:lnTo>
                      <a:lnTo>
                        <a:pt x="133887" y="42875"/>
                      </a:lnTo>
                      <a:lnTo>
                        <a:pt x="133887" y="96609"/>
                      </a:lnTo>
                      <a:cubicBezTo>
                        <a:pt x="133887" y="97952"/>
                        <a:pt x="134782" y="98848"/>
                        <a:pt x="136126" y="98848"/>
                      </a:cubicBezTo>
                      <a:cubicBezTo>
                        <a:pt x="137469" y="98848"/>
                        <a:pt x="138364" y="97952"/>
                        <a:pt x="138364" y="96609"/>
                      </a:cubicBezTo>
                      <a:lnTo>
                        <a:pt x="138364" y="39293"/>
                      </a:lnTo>
                      <a:cubicBezTo>
                        <a:pt x="137917" y="38845"/>
                        <a:pt x="137917" y="38397"/>
                        <a:pt x="137917" y="38397"/>
                      </a:cubicBezTo>
                      <a:close/>
                      <a:moveTo>
                        <a:pt x="66272" y="146313"/>
                      </a:moveTo>
                      <a:lnTo>
                        <a:pt x="3582" y="111834"/>
                      </a:lnTo>
                      <a:lnTo>
                        <a:pt x="3582" y="42875"/>
                      </a:lnTo>
                      <a:lnTo>
                        <a:pt x="66272" y="77354"/>
                      </a:lnTo>
                      <a:lnTo>
                        <a:pt x="66272" y="146313"/>
                      </a:lnTo>
                      <a:close/>
                      <a:moveTo>
                        <a:pt x="68511" y="73772"/>
                      </a:moveTo>
                      <a:lnTo>
                        <a:pt x="5821" y="39293"/>
                      </a:lnTo>
                      <a:lnTo>
                        <a:pt x="68511" y="4814"/>
                      </a:lnTo>
                      <a:lnTo>
                        <a:pt x="131200" y="39293"/>
                      </a:lnTo>
                      <a:lnTo>
                        <a:pt x="68511" y="73772"/>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58" name="Freeform: Shape 4354">
                  <a:extLst>
                    <a:ext uri="{FF2B5EF4-FFF2-40B4-BE49-F238E27FC236}">
                      <a16:creationId xmlns:a16="http://schemas.microsoft.com/office/drawing/2014/main" id="{E62C0F6C-580E-8633-0825-FD5219E9D262}"/>
                    </a:ext>
                  </a:extLst>
                </p:cNvPr>
                <p:cNvSpPr/>
                <p:nvPr/>
              </p:nvSpPr>
              <p:spPr>
                <a:xfrm>
                  <a:off x="3841037" y="3293185"/>
                  <a:ext cx="49256" cy="53734"/>
                </a:xfrm>
                <a:custGeom>
                  <a:avLst/>
                  <a:gdLst>
                    <a:gd name="connsiteX0" fmla="*/ 10747 w 49255"/>
                    <a:gd name="connsiteY0" fmla="*/ 58100 h 53733"/>
                    <a:gd name="connsiteX1" fmla="*/ 10747 w 49255"/>
                    <a:gd name="connsiteY1" fmla="*/ 58100 h 53733"/>
                    <a:gd name="connsiteX2" fmla="*/ 8508 w 49255"/>
                    <a:gd name="connsiteY2" fmla="*/ 56308 h 53733"/>
                    <a:gd name="connsiteX3" fmla="*/ 0 w 49255"/>
                    <a:gd name="connsiteY3" fmla="*/ 2575 h 53733"/>
                    <a:gd name="connsiteX4" fmla="*/ 895 w 49255"/>
                    <a:gd name="connsiteY4" fmla="*/ 336 h 53733"/>
                    <a:gd name="connsiteX5" fmla="*/ 3134 w 49255"/>
                    <a:gd name="connsiteY5" fmla="*/ 336 h 53733"/>
                    <a:gd name="connsiteX6" fmla="*/ 49704 w 49255"/>
                    <a:gd name="connsiteY6" fmla="*/ 28098 h 53733"/>
                    <a:gd name="connsiteX7" fmla="*/ 50599 w 49255"/>
                    <a:gd name="connsiteY7" fmla="*/ 30337 h 53733"/>
                    <a:gd name="connsiteX8" fmla="*/ 48808 w 49255"/>
                    <a:gd name="connsiteY8" fmla="*/ 32128 h 53733"/>
                    <a:gd name="connsiteX9" fmla="*/ 23732 w 49255"/>
                    <a:gd name="connsiteY9" fmla="*/ 34367 h 53733"/>
                    <a:gd name="connsiteX10" fmla="*/ 12538 w 49255"/>
                    <a:gd name="connsiteY10" fmla="*/ 56756 h 53733"/>
                    <a:gd name="connsiteX11" fmla="*/ 10747 w 49255"/>
                    <a:gd name="connsiteY11" fmla="*/ 58100 h 53733"/>
                    <a:gd name="connsiteX12" fmla="*/ 4925 w 49255"/>
                    <a:gd name="connsiteY12" fmla="*/ 6605 h 53733"/>
                    <a:gd name="connsiteX13" fmla="*/ 11642 w 49255"/>
                    <a:gd name="connsiteY13" fmla="*/ 48696 h 53733"/>
                    <a:gd name="connsiteX14" fmla="*/ 20150 w 49255"/>
                    <a:gd name="connsiteY14" fmla="*/ 31680 h 53733"/>
                    <a:gd name="connsiteX15" fmla="*/ 21941 w 49255"/>
                    <a:gd name="connsiteY15" fmla="*/ 30337 h 53733"/>
                    <a:gd name="connsiteX16" fmla="*/ 41196 w 49255"/>
                    <a:gd name="connsiteY16" fmla="*/ 28546 h 53733"/>
                    <a:gd name="connsiteX17" fmla="*/ 4925 w 49255"/>
                    <a:gd name="connsiteY17" fmla="*/ 6605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255" h="53733">
                      <a:moveTo>
                        <a:pt x="10747" y="58100"/>
                      </a:moveTo>
                      <a:cubicBezTo>
                        <a:pt x="10747" y="58100"/>
                        <a:pt x="10299" y="58100"/>
                        <a:pt x="10747" y="58100"/>
                      </a:cubicBezTo>
                      <a:cubicBezTo>
                        <a:pt x="9403" y="58100"/>
                        <a:pt x="8508" y="57204"/>
                        <a:pt x="8508" y="56308"/>
                      </a:cubicBezTo>
                      <a:lnTo>
                        <a:pt x="0" y="2575"/>
                      </a:lnTo>
                      <a:cubicBezTo>
                        <a:pt x="0" y="1679"/>
                        <a:pt x="448" y="783"/>
                        <a:pt x="895" y="336"/>
                      </a:cubicBezTo>
                      <a:cubicBezTo>
                        <a:pt x="1791" y="-112"/>
                        <a:pt x="2687" y="-112"/>
                        <a:pt x="3134" y="336"/>
                      </a:cubicBezTo>
                      <a:lnTo>
                        <a:pt x="49704" y="28098"/>
                      </a:lnTo>
                      <a:cubicBezTo>
                        <a:pt x="50599" y="28546"/>
                        <a:pt x="51047" y="29442"/>
                        <a:pt x="50599" y="30337"/>
                      </a:cubicBezTo>
                      <a:cubicBezTo>
                        <a:pt x="50599" y="31233"/>
                        <a:pt x="49704" y="32128"/>
                        <a:pt x="48808" y="32128"/>
                      </a:cubicBezTo>
                      <a:lnTo>
                        <a:pt x="23732" y="34367"/>
                      </a:lnTo>
                      <a:lnTo>
                        <a:pt x="12538" y="56756"/>
                      </a:lnTo>
                      <a:cubicBezTo>
                        <a:pt x="12090" y="57652"/>
                        <a:pt x="11642" y="58100"/>
                        <a:pt x="10747" y="58100"/>
                      </a:cubicBezTo>
                      <a:close/>
                      <a:moveTo>
                        <a:pt x="4925" y="6605"/>
                      </a:moveTo>
                      <a:lnTo>
                        <a:pt x="11642" y="48696"/>
                      </a:lnTo>
                      <a:lnTo>
                        <a:pt x="20150" y="31680"/>
                      </a:lnTo>
                      <a:cubicBezTo>
                        <a:pt x="20598" y="30785"/>
                        <a:pt x="21046" y="30337"/>
                        <a:pt x="21941" y="30337"/>
                      </a:cubicBezTo>
                      <a:lnTo>
                        <a:pt x="41196" y="28546"/>
                      </a:lnTo>
                      <a:lnTo>
                        <a:pt x="4925" y="660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459" name="Freeform: Shape 4355">
                <a:extLst>
                  <a:ext uri="{FF2B5EF4-FFF2-40B4-BE49-F238E27FC236}">
                    <a16:creationId xmlns:a16="http://schemas.microsoft.com/office/drawing/2014/main" id="{E611B800-B193-22B4-F5CE-904F7F75B6FA}"/>
                  </a:ext>
                  <a:ext uri="{C183D7F6-B498-43B3-948B-1728B52AA6E4}">
                    <adec:decorative xmlns:adec="http://schemas.microsoft.com/office/drawing/2017/decorative" val="1"/>
                  </a:ext>
                </a:extLst>
              </p:cNvPr>
              <p:cNvSpPr>
                <a:spLocks noChangeAspect="1"/>
              </p:cNvSpPr>
              <p:nvPr/>
            </p:nvSpPr>
            <p:spPr>
              <a:xfrm>
                <a:off x="3969992" y="3934478"/>
                <a:ext cx="147768" cy="152246"/>
              </a:xfrm>
              <a:custGeom>
                <a:avLst/>
                <a:gdLst>
                  <a:gd name="connsiteX0" fmla="*/ 151350 w 147767"/>
                  <a:gd name="connsiteY0" fmla="*/ 110154 h 152245"/>
                  <a:gd name="connsiteX1" fmla="*/ 151350 w 147767"/>
                  <a:gd name="connsiteY1" fmla="*/ 109707 h 152245"/>
                  <a:gd name="connsiteX2" fmla="*/ 151350 w 147767"/>
                  <a:gd name="connsiteY2" fmla="*/ 109259 h 152245"/>
                  <a:gd name="connsiteX3" fmla="*/ 151350 w 147767"/>
                  <a:gd name="connsiteY3" fmla="*/ 108811 h 152245"/>
                  <a:gd name="connsiteX4" fmla="*/ 151350 w 147767"/>
                  <a:gd name="connsiteY4" fmla="*/ 108363 h 152245"/>
                  <a:gd name="connsiteX5" fmla="*/ 77466 w 147767"/>
                  <a:gd name="connsiteY5" fmla="*/ 896 h 152245"/>
                  <a:gd name="connsiteX6" fmla="*/ 77466 w 147767"/>
                  <a:gd name="connsiteY6" fmla="*/ 896 h 152245"/>
                  <a:gd name="connsiteX7" fmla="*/ 75675 w 147767"/>
                  <a:gd name="connsiteY7" fmla="*/ 0 h 152245"/>
                  <a:gd name="connsiteX8" fmla="*/ 73884 w 147767"/>
                  <a:gd name="connsiteY8" fmla="*/ 896 h 152245"/>
                  <a:gd name="connsiteX9" fmla="*/ 73884 w 147767"/>
                  <a:gd name="connsiteY9" fmla="*/ 896 h 152245"/>
                  <a:gd name="connsiteX10" fmla="*/ 0 w 147767"/>
                  <a:gd name="connsiteY10" fmla="*/ 108363 h 152245"/>
                  <a:gd name="connsiteX11" fmla="*/ 0 w 147767"/>
                  <a:gd name="connsiteY11" fmla="*/ 108811 h 152245"/>
                  <a:gd name="connsiteX12" fmla="*/ 0 w 147767"/>
                  <a:gd name="connsiteY12" fmla="*/ 109259 h 152245"/>
                  <a:gd name="connsiteX13" fmla="*/ 0 w 147767"/>
                  <a:gd name="connsiteY13" fmla="*/ 109707 h 152245"/>
                  <a:gd name="connsiteX14" fmla="*/ 0 w 147767"/>
                  <a:gd name="connsiteY14" fmla="*/ 110154 h 152245"/>
                  <a:gd name="connsiteX15" fmla="*/ 0 w 147767"/>
                  <a:gd name="connsiteY15" fmla="*/ 110154 h 152245"/>
                  <a:gd name="connsiteX16" fmla="*/ 0 w 147767"/>
                  <a:gd name="connsiteY16" fmla="*/ 110154 h 152245"/>
                  <a:gd name="connsiteX17" fmla="*/ 0 w 147767"/>
                  <a:gd name="connsiteY17" fmla="*/ 110602 h 152245"/>
                  <a:gd name="connsiteX18" fmla="*/ 0 w 147767"/>
                  <a:gd name="connsiteY18" fmla="*/ 110602 h 152245"/>
                  <a:gd name="connsiteX19" fmla="*/ 448 w 147767"/>
                  <a:gd name="connsiteY19" fmla="*/ 111498 h 152245"/>
                  <a:gd name="connsiteX20" fmla="*/ 448 w 147767"/>
                  <a:gd name="connsiteY20" fmla="*/ 111498 h 152245"/>
                  <a:gd name="connsiteX21" fmla="*/ 448 w 147767"/>
                  <a:gd name="connsiteY21" fmla="*/ 111498 h 152245"/>
                  <a:gd name="connsiteX22" fmla="*/ 74332 w 147767"/>
                  <a:gd name="connsiteY22" fmla="*/ 151798 h 152245"/>
                  <a:gd name="connsiteX23" fmla="*/ 74332 w 147767"/>
                  <a:gd name="connsiteY23" fmla="*/ 151798 h 152245"/>
                  <a:gd name="connsiteX24" fmla="*/ 75227 w 147767"/>
                  <a:gd name="connsiteY24" fmla="*/ 152246 h 152245"/>
                  <a:gd name="connsiteX25" fmla="*/ 76123 w 147767"/>
                  <a:gd name="connsiteY25" fmla="*/ 151798 h 152245"/>
                  <a:gd name="connsiteX26" fmla="*/ 76123 w 147767"/>
                  <a:gd name="connsiteY26" fmla="*/ 151798 h 152245"/>
                  <a:gd name="connsiteX27" fmla="*/ 150007 w 147767"/>
                  <a:gd name="connsiteY27" fmla="*/ 111498 h 152245"/>
                  <a:gd name="connsiteX28" fmla="*/ 150007 w 147767"/>
                  <a:gd name="connsiteY28" fmla="*/ 111498 h 152245"/>
                  <a:gd name="connsiteX29" fmla="*/ 150007 w 147767"/>
                  <a:gd name="connsiteY29" fmla="*/ 111498 h 152245"/>
                  <a:gd name="connsiteX30" fmla="*/ 150455 w 147767"/>
                  <a:gd name="connsiteY30" fmla="*/ 110602 h 152245"/>
                  <a:gd name="connsiteX31" fmla="*/ 150455 w 147767"/>
                  <a:gd name="connsiteY31" fmla="*/ 110602 h 152245"/>
                  <a:gd name="connsiteX32" fmla="*/ 151350 w 147767"/>
                  <a:gd name="connsiteY32" fmla="*/ 110154 h 152245"/>
                  <a:gd name="connsiteX33" fmla="*/ 151350 w 147767"/>
                  <a:gd name="connsiteY33" fmla="*/ 110154 h 152245"/>
                  <a:gd name="connsiteX34" fmla="*/ 151350 w 147767"/>
                  <a:gd name="connsiteY34" fmla="*/ 110154 h 152245"/>
                  <a:gd name="connsiteX35" fmla="*/ 72988 w 147767"/>
                  <a:gd name="connsiteY35" fmla="*/ 73436 h 152245"/>
                  <a:gd name="connsiteX36" fmla="*/ 8060 w 147767"/>
                  <a:gd name="connsiteY36" fmla="*/ 104333 h 152245"/>
                  <a:gd name="connsiteX37" fmla="*/ 72988 w 147767"/>
                  <a:gd name="connsiteY37" fmla="*/ 9851 h 152245"/>
                  <a:gd name="connsiteX38" fmla="*/ 72988 w 147767"/>
                  <a:gd name="connsiteY38" fmla="*/ 73436 h 152245"/>
                  <a:gd name="connsiteX39" fmla="*/ 72988 w 147767"/>
                  <a:gd name="connsiteY39" fmla="*/ 78362 h 152245"/>
                  <a:gd name="connsiteX40" fmla="*/ 72988 w 147767"/>
                  <a:gd name="connsiteY40" fmla="*/ 146425 h 152245"/>
                  <a:gd name="connsiteX41" fmla="*/ 6269 w 147767"/>
                  <a:gd name="connsiteY41" fmla="*/ 110154 h 152245"/>
                  <a:gd name="connsiteX42" fmla="*/ 72988 w 147767"/>
                  <a:gd name="connsiteY42" fmla="*/ 78362 h 152245"/>
                  <a:gd name="connsiteX43" fmla="*/ 77466 w 147767"/>
                  <a:gd name="connsiteY43" fmla="*/ 78362 h 152245"/>
                  <a:gd name="connsiteX44" fmla="*/ 144186 w 147767"/>
                  <a:gd name="connsiteY44" fmla="*/ 109707 h 152245"/>
                  <a:gd name="connsiteX45" fmla="*/ 77466 w 147767"/>
                  <a:gd name="connsiteY45" fmla="*/ 145977 h 152245"/>
                  <a:gd name="connsiteX46" fmla="*/ 77466 w 147767"/>
                  <a:gd name="connsiteY46" fmla="*/ 78362 h 152245"/>
                  <a:gd name="connsiteX47" fmla="*/ 77466 w 147767"/>
                  <a:gd name="connsiteY47" fmla="*/ 73436 h 152245"/>
                  <a:gd name="connsiteX48" fmla="*/ 77466 w 147767"/>
                  <a:gd name="connsiteY48" fmla="*/ 9403 h 152245"/>
                  <a:gd name="connsiteX49" fmla="*/ 142395 w 147767"/>
                  <a:gd name="connsiteY49" fmla="*/ 103885 h 152245"/>
                  <a:gd name="connsiteX50" fmla="*/ 77466 w 147767"/>
                  <a:gd name="connsiteY50" fmla="*/ 73436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47767" h="152245">
                    <a:moveTo>
                      <a:pt x="151350" y="110154"/>
                    </a:moveTo>
                    <a:cubicBezTo>
                      <a:pt x="151350" y="110154"/>
                      <a:pt x="151350" y="109707"/>
                      <a:pt x="151350" y="109707"/>
                    </a:cubicBezTo>
                    <a:cubicBezTo>
                      <a:pt x="151350" y="109707"/>
                      <a:pt x="151350" y="109259"/>
                      <a:pt x="151350" y="109259"/>
                    </a:cubicBezTo>
                    <a:cubicBezTo>
                      <a:pt x="151350" y="109259"/>
                      <a:pt x="151350" y="108811"/>
                      <a:pt x="151350" y="108811"/>
                    </a:cubicBezTo>
                    <a:cubicBezTo>
                      <a:pt x="151350" y="108811"/>
                      <a:pt x="151350" y="108811"/>
                      <a:pt x="151350" y="108363"/>
                    </a:cubicBezTo>
                    <a:lnTo>
                      <a:pt x="77466" y="896"/>
                    </a:lnTo>
                    <a:cubicBezTo>
                      <a:pt x="77466" y="896"/>
                      <a:pt x="77466" y="896"/>
                      <a:pt x="77466" y="896"/>
                    </a:cubicBezTo>
                    <a:cubicBezTo>
                      <a:pt x="77019" y="448"/>
                      <a:pt x="76571" y="0"/>
                      <a:pt x="75675" y="0"/>
                    </a:cubicBezTo>
                    <a:cubicBezTo>
                      <a:pt x="74780" y="0"/>
                      <a:pt x="74332" y="448"/>
                      <a:pt x="73884" y="896"/>
                    </a:cubicBezTo>
                    <a:cubicBezTo>
                      <a:pt x="73884" y="896"/>
                      <a:pt x="73884" y="896"/>
                      <a:pt x="73884" y="896"/>
                    </a:cubicBezTo>
                    <a:lnTo>
                      <a:pt x="0" y="108363"/>
                    </a:lnTo>
                    <a:cubicBezTo>
                      <a:pt x="0" y="108363"/>
                      <a:pt x="0" y="108363"/>
                      <a:pt x="0" y="108811"/>
                    </a:cubicBezTo>
                    <a:cubicBezTo>
                      <a:pt x="0" y="108811"/>
                      <a:pt x="0" y="109259"/>
                      <a:pt x="0" y="109259"/>
                    </a:cubicBezTo>
                    <a:cubicBezTo>
                      <a:pt x="0" y="109259"/>
                      <a:pt x="0" y="109707"/>
                      <a:pt x="0" y="109707"/>
                    </a:cubicBezTo>
                    <a:cubicBezTo>
                      <a:pt x="0" y="109707"/>
                      <a:pt x="0" y="110154"/>
                      <a:pt x="0" y="110154"/>
                    </a:cubicBezTo>
                    <a:cubicBezTo>
                      <a:pt x="0" y="110154"/>
                      <a:pt x="0" y="110154"/>
                      <a:pt x="0" y="110154"/>
                    </a:cubicBezTo>
                    <a:cubicBezTo>
                      <a:pt x="0" y="110154"/>
                      <a:pt x="0" y="110154"/>
                      <a:pt x="0" y="110154"/>
                    </a:cubicBezTo>
                    <a:cubicBezTo>
                      <a:pt x="0" y="110154"/>
                      <a:pt x="0" y="110154"/>
                      <a:pt x="0" y="110602"/>
                    </a:cubicBezTo>
                    <a:cubicBezTo>
                      <a:pt x="0" y="110602"/>
                      <a:pt x="0" y="110602"/>
                      <a:pt x="0" y="110602"/>
                    </a:cubicBezTo>
                    <a:cubicBezTo>
                      <a:pt x="0" y="111050"/>
                      <a:pt x="448" y="111050"/>
                      <a:pt x="448" y="111498"/>
                    </a:cubicBezTo>
                    <a:cubicBezTo>
                      <a:pt x="448" y="111498"/>
                      <a:pt x="448" y="111498"/>
                      <a:pt x="448" y="111498"/>
                    </a:cubicBezTo>
                    <a:cubicBezTo>
                      <a:pt x="448" y="111498"/>
                      <a:pt x="448" y="111498"/>
                      <a:pt x="448" y="111498"/>
                    </a:cubicBezTo>
                    <a:lnTo>
                      <a:pt x="74332" y="151798"/>
                    </a:lnTo>
                    <a:cubicBezTo>
                      <a:pt x="74332" y="151798"/>
                      <a:pt x="74332" y="151798"/>
                      <a:pt x="74332" y="151798"/>
                    </a:cubicBezTo>
                    <a:cubicBezTo>
                      <a:pt x="74780" y="151798"/>
                      <a:pt x="74780" y="152246"/>
                      <a:pt x="75227" y="152246"/>
                    </a:cubicBezTo>
                    <a:cubicBezTo>
                      <a:pt x="75675" y="152246"/>
                      <a:pt x="76123" y="152246"/>
                      <a:pt x="76123" y="151798"/>
                    </a:cubicBezTo>
                    <a:cubicBezTo>
                      <a:pt x="76123" y="151798"/>
                      <a:pt x="76123" y="151798"/>
                      <a:pt x="76123" y="151798"/>
                    </a:cubicBezTo>
                    <a:lnTo>
                      <a:pt x="150007" y="111498"/>
                    </a:lnTo>
                    <a:cubicBezTo>
                      <a:pt x="150007" y="111498"/>
                      <a:pt x="150007" y="111498"/>
                      <a:pt x="150007" y="111498"/>
                    </a:cubicBezTo>
                    <a:cubicBezTo>
                      <a:pt x="150007" y="111498"/>
                      <a:pt x="150007" y="111498"/>
                      <a:pt x="150007" y="111498"/>
                    </a:cubicBezTo>
                    <a:cubicBezTo>
                      <a:pt x="150455" y="111498"/>
                      <a:pt x="150455" y="111050"/>
                      <a:pt x="150455" y="110602"/>
                    </a:cubicBezTo>
                    <a:cubicBezTo>
                      <a:pt x="150455" y="110602"/>
                      <a:pt x="150455" y="110602"/>
                      <a:pt x="150455" y="110602"/>
                    </a:cubicBezTo>
                    <a:cubicBezTo>
                      <a:pt x="150903" y="110602"/>
                      <a:pt x="150903" y="110602"/>
                      <a:pt x="151350" y="110154"/>
                    </a:cubicBezTo>
                    <a:cubicBezTo>
                      <a:pt x="150903" y="110602"/>
                      <a:pt x="150903" y="110602"/>
                      <a:pt x="151350" y="110154"/>
                    </a:cubicBezTo>
                    <a:cubicBezTo>
                      <a:pt x="151350" y="110154"/>
                      <a:pt x="151350" y="110154"/>
                      <a:pt x="151350" y="110154"/>
                    </a:cubicBezTo>
                    <a:close/>
                    <a:moveTo>
                      <a:pt x="72988" y="73436"/>
                    </a:moveTo>
                    <a:lnTo>
                      <a:pt x="8060" y="104333"/>
                    </a:lnTo>
                    <a:lnTo>
                      <a:pt x="72988" y="9851"/>
                    </a:lnTo>
                    <a:lnTo>
                      <a:pt x="72988" y="73436"/>
                    </a:lnTo>
                    <a:close/>
                    <a:moveTo>
                      <a:pt x="72988" y="78362"/>
                    </a:moveTo>
                    <a:lnTo>
                      <a:pt x="72988" y="146425"/>
                    </a:lnTo>
                    <a:lnTo>
                      <a:pt x="6269" y="110154"/>
                    </a:lnTo>
                    <a:lnTo>
                      <a:pt x="72988" y="78362"/>
                    </a:lnTo>
                    <a:close/>
                    <a:moveTo>
                      <a:pt x="77466" y="78362"/>
                    </a:moveTo>
                    <a:lnTo>
                      <a:pt x="144186" y="109707"/>
                    </a:lnTo>
                    <a:lnTo>
                      <a:pt x="77466" y="145977"/>
                    </a:lnTo>
                    <a:lnTo>
                      <a:pt x="77466" y="78362"/>
                    </a:lnTo>
                    <a:close/>
                    <a:moveTo>
                      <a:pt x="77466" y="73436"/>
                    </a:moveTo>
                    <a:lnTo>
                      <a:pt x="77466" y="9403"/>
                    </a:lnTo>
                    <a:lnTo>
                      <a:pt x="142395" y="103885"/>
                    </a:lnTo>
                    <a:lnTo>
                      <a:pt x="77466" y="7343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460" name="Group 4356">
                <a:extLst>
                  <a:ext uri="{FF2B5EF4-FFF2-40B4-BE49-F238E27FC236}">
                    <a16:creationId xmlns:a16="http://schemas.microsoft.com/office/drawing/2014/main" id="{8E609D6B-212E-15AE-8C24-69F25130668C}"/>
                  </a:ext>
                  <a:ext uri="{C183D7F6-B498-43B3-948B-1728B52AA6E4}">
                    <adec:decorative xmlns:adec="http://schemas.microsoft.com/office/drawing/2017/decorative" val="1"/>
                  </a:ext>
                </a:extLst>
              </p:cNvPr>
              <p:cNvGrpSpPr>
                <a:grpSpLocks noChangeAspect="1"/>
              </p:cNvGrpSpPr>
              <p:nvPr/>
            </p:nvGrpSpPr>
            <p:grpSpPr>
              <a:xfrm>
                <a:off x="5286471" y="3934589"/>
                <a:ext cx="125379" cy="147209"/>
                <a:chOff x="5327225" y="3199150"/>
                <a:chExt cx="125379" cy="147209"/>
              </a:xfrm>
            </p:grpSpPr>
            <p:sp>
              <p:nvSpPr>
                <p:cNvPr id="461" name="Freeform: Shape 4357">
                  <a:extLst>
                    <a:ext uri="{FF2B5EF4-FFF2-40B4-BE49-F238E27FC236}">
                      <a16:creationId xmlns:a16="http://schemas.microsoft.com/office/drawing/2014/main" id="{94E93487-DD8E-60AA-6515-296198C77FC0}"/>
                    </a:ext>
                  </a:extLst>
                </p:cNvPr>
                <p:cNvSpPr/>
                <p:nvPr/>
              </p:nvSpPr>
              <p:spPr>
                <a:xfrm>
                  <a:off x="5327225" y="3199150"/>
                  <a:ext cx="125379" cy="107468"/>
                </a:xfrm>
                <a:custGeom>
                  <a:avLst/>
                  <a:gdLst>
                    <a:gd name="connsiteX0" fmla="*/ 124931 w 125378"/>
                    <a:gd name="connsiteY0" fmla="*/ 42427 h 107467"/>
                    <a:gd name="connsiteX1" fmla="*/ 124931 w 125378"/>
                    <a:gd name="connsiteY1" fmla="*/ 42427 h 107467"/>
                    <a:gd name="connsiteX2" fmla="*/ 124931 w 125378"/>
                    <a:gd name="connsiteY2" fmla="*/ 42427 h 107467"/>
                    <a:gd name="connsiteX3" fmla="*/ 124483 w 125378"/>
                    <a:gd name="connsiteY3" fmla="*/ 41532 h 107467"/>
                    <a:gd name="connsiteX4" fmla="*/ 124483 w 125378"/>
                    <a:gd name="connsiteY4" fmla="*/ 41084 h 107467"/>
                    <a:gd name="connsiteX5" fmla="*/ 124035 w 125378"/>
                    <a:gd name="connsiteY5" fmla="*/ 40636 h 107467"/>
                    <a:gd name="connsiteX6" fmla="*/ 124035 w 125378"/>
                    <a:gd name="connsiteY6" fmla="*/ 40636 h 107467"/>
                    <a:gd name="connsiteX7" fmla="*/ 63585 w 125378"/>
                    <a:gd name="connsiteY7" fmla="*/ 336 h 107467"/>
                    <a:gd name="connsiteX8" fmla="*/ 60898 w 125378"/>
                    <a:gd name="connsiteY8" fmla="*/ 336 h 107467"/>
                    <a:gd name="connsiteX9" fmla="*/ 448 w 125378"/>
                    <a:gd name="connsiteY9" fmla="*/ 40636 h 107467"/>
                    <a:gd name="connsiteX10" fmla="*/ 0 w 125378"/>
                    <a:gd name="connsiteY10" fmla="*/ 41532 h 107467"/>
                    <a:gd name="connsiteX11" fmla="*/ 0 w 125378"/>
                    <a:gd name="connsiteY11" fmla="*/ 41532 h 107467"/>
                    <a:gd name="connsiteX12" fmla="*/ 0 w 125378"/>
                    <a:gd name="connsiteY12" fmla="*/ 42427 h 107467"/>
                    <a:gd name="connsiteX13" fmla="*/ 0 w 125378"/>
                    <a:gd name="connsiteY13" fmla="*/ 42427 h 107467"/>
                    <a:gd name="connsiteX14" fmla="*/ 0 w 125378"/>
                    <a:gd name="connsiteY14" fmla="*/ 109147 h 107467"/>
                    <a:gd name="connsiteX15" fmla="*/ 2239 w 125378"/>
                    <a:gd name="connsiteY15" fmla="*/ 111386 h 107467"/>
                    <a:gd name="connsiteX16" fmla="*/ 4478 w 125378"/>
                    <a:gd name="connsiteY16" fmla="*/ 109147 h 107467"/>
                    <a:gd name="connsiteX17" fmla="*/ 4478 w 125378"/>
                    <a:gd name="connsiteY17" fmla="*/ 46457 h 107467"/>
                    <a:gd name="connsiteX18" fmla="*/ 44330 w 125378"/>
                    <a:gd name="connsiteY18" fmla="*/ 70190 h 107467"/>
                    <a:gd name="connsiteX19" fmla="*/ 47465 w 125378"/>
                    <a:gd name="connsiteY19" fmla="*/ 69294 h 107467"/>
                    <a:gd name="connsiteX20" fmla="*/ 46569 w 125378"/>
                    <a:gd name="connsiteY20" fmla="*/ 66160 h 107467"/>
                    <a:gd name="connsiteX21" fmla="*/ 6269 w 125378"/>
                    <a:gd name="connsiteY21" fmla="*/ 41980 h 107467"/>
                    <a:gd name="connsiteX22" fmla="*/ 62689 w 125378"/>
                    <a:gd name="connsiteY22" fmla="*/ 4366 h 107467"/>
                    <a:gd name="connsiteX23" fmla="*/ 119110 w 125378"/>
                    <a:gd name="connsiteY23" fmla="*/ 41980 h 107467"/>
                    <a:gd name="connsiteX24" fmla="*/ 79705 w 125378"/>
                    <a:gd name="connsiteY24" fmla="*/ 65264 h 107467"/>
                    <a:gd name="connsiteX25" fmla="*/ 78809 w 125378"/>
                    <a:gd name="connsiteY25" fmla="*/ 68399 h 107467"/>
                    <a:gd name="connsiteX26" fmla="*/ 80601 w 125378"/>
                    <a:gd name="connsiteY26" fmla="*/ 69294 h 107467"/>
                    <a:gd name="connsiteX27" fmla="*/ 81944 w 125378"/>
                    <a:gd name="connsiteY27" fmla="*/ 68846 h 107467"/>
                    <a:gd name="connsiteX28" fmla="*/ 120901 w 125378"/>
                    <a:gd name="connsiteY28" fmla="*/ 45562 h 107467"/>
                    <a:gd name="connsiteX29" fmla="*/ 120901 w 125378"/>
                    <a:gd name="connsiteY29" fmla="*/ 108251 h 107467"/>
                    <a:gd name="connsiteX30" fmla="*/ 123140 w 125378"/>
                    <a:gd name="connsiteY30" fmla="*/ 110490 h 107467"/>
                    <a:gd name="connsiteX31" fmla="*/ 125379 w 125378"/>
                    <a:gd name="connsiteY31" fmla="*/ 108251 h 107467"/>
                    <a:gd name="connsiteX32" fmla="*/ 124931 w 125378"/>
                    <a:gd name="connsiteY32" fmla="*/ 42427 h 107467"/>
                    <a:gd name="connsiteX33" fmla="*/ 124931 w 125378"/>
                    <a:gd name="connsiteY33" fmla="*/ 42427 h 1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5378" h="107467">
                      <a:moveTo>
                        <a:pt x="124931" y="42427"/>
                      </a:moveTo>
                      <a:cubicBezTo>
                        <a:pt x="124931" y="42427"/>
                        <a:pt x="124931" y="42427"/>
                        <a:pt x="124931" y="42427"/>
                      </a:cubicBezTo>
                      <a:lnTo>
                        <a:pt x="124931" y="42427"/>
                      </a:lnTo>
                      <a:cubicBezTo>
                        <a:pt x="124931" y="41980"/>
                        <a:pt x="124931" y="41532"/>
                        <a:pt x="124483" y="41532"/>
                      </a:cubicBezTo>
                      <a:cubicBezTo>
                        <a:pt x="124483" y="41532"/>
                        <a:pt x="124483" y="41532"/>
                        <a:pt x="124483" y="41084"/>
                      </a:cubicBezTo>
                      <a:cubicBezTo>
                        <a:pt x="124483" y="41084"/>
                        <a:pt x="124035" y="40636"/>
                        <a:pt x="124035" y="40636"/>
                      </a:cubicBezTo>
                      <a:cubicBezTo>
                        <a:pt x="124035" y="40636"/>
                        <a:pt x="124035" y="40636"/>
                        <a:pt x="124035" y="40636"/>
                      </a:cubicBezTo>
                      <a:lnTo>
                        <a:pt x="63585" y="336"/>
                      </a:lnTo>
                      <a:cubicBezTo>
                        <a:pt x="62689" y="-112"/>
                        <a:pt x="61794" y="-112"/>
                        <a:pt x="60898" y="336"/>
                      </a:cubicBezTo>
                      <a:lnTo>
                        <a:pt x="448" y="40636"/>
                      </a:lnTo>
                      <a:cubicBezTo>
                        <a:pt x="0" y="40636"/>
                        <a:pt x="0" y="41084"/>
                        <a:pt x="0" y="41532"/>
                      </a:cubicBezTo>
                      <a:cubicBezTo>
                        <a:pt x="0" y="41532"/>
                        <a:pt x="0" y="41532"/>
                        <a:pt x="0" y="41532"/>
                      </a:cubicBezTo>
                      <a:cubicBezTo>
                        <a:pt x="0" y="41980"/>
                        <a:pt x="0" y="41980"/>
                        <a:pt x="0" y="42427"/>
                      </a:cubicBezTo>
                      <a:cubicBezTo>
                        <a:pt x="0" y="42427"/>
                        <a:pt x="0" y="42427"/>
                        <a:pt x="0" y="42427"/>
                      </a:cubicBezTo>
                      <a:lnTo>
                        <a:pt x="0" y="109147"/>
                      </a:lnTo>
                      <a:cubicBezTo>
                        <a:pt x="0" y="110490"/>
                        <a:pt x="895" y="111386"/>
                        <a:pt x="2239" y="111386"/>
                      </a:cubicBezTo>
                      <a:cubicBezTo>
                        <a:pt x="3582" y="111386"/>
                        <a:pt x="4478" y="110490"/>
                        <a:pt x="4478" y="109147"/>
                      </a:cubicBezTo>
                      <a:lnTo>
                        <a:pt x="4478" y="46457"/>
                      </a:lnTo>
                      <a:lnTo>
                        <a:pt x="44330" y="70190"/>
                      </a:lnTo>
                      <a:cubicBezTo>
                        <a:pt x="45226" y="70638"/>
                        <a:pt x="46569" y="70638"/>
                        <a:pt x="47465" y="69294"/>
                      </a:cubicBezTo>
                      <a:cubicBezTo>
                        <a:pt x="47912" y="68399"/>
                        <a:pt x="47912" y="67055"/>
                        <a:pt x="46569" y="66160"/>
                      </a:cubicBezTo>
                      <a:lnTo>
                        <a:pt x="6269" y="41980"/>
                      </a:lnTo>
                      <a:lnTo>
                        <a:pt x="62689" y="4366"/>
                      </a:lnTo>
                      <a:lnTo>
                        <a:pt x="119110" y="41980"/>
                      </a:lnTo>
                      <a:lnTo>
                        <a:pt x="79705" y="65264"/>
                      </a:lnTo>
                      <a:cubicBezTo>
                        <a:pt x="78809" y="65712"/>
                        <a:pt x="78362" y="67055"/>
                        <a:pt x="78809" y="68399"/>
                      </a:cubicBezTo>
                      <a:cubicBezTo>
                        <a:pt x="79257" y="69294"/>
                        <a:pt x="80153" y="69294"/>
                        <a:pt x="80601" y="69294"/>
                      </a:cubicBezTo>
                      <a:cubicBezTo>
                        <a:pt x="81048" y="69294"/>
                        <a:pt x="81496" y="69294"/>
                        <a:pt x="81944" y="68846"/>
                      </a:cubicBezTo>
                      <a:lnTo>
                        <a:pt x="120901" y="45562"/>
                      </a:lnTo>
                      <a:lnTo>
                        <a:pt x="120901" y="108251"/>
                      </a:lnTo>
                      <a:cubicBezTo>
                        <a:pt x="120901" y="109595"/>
                        <a:pt x="121796" y="110490"/>
                        <a:pt x="123140" y="110490"/>
                      </a:cubicBezTo>
                      <a:cubicBezTo>
                        <a:pt x="124483" y="110490"/>
                        <a:pt x="125379" y="109595"/>
                        <a:pt x="125379" y="108251"/>
                      </a:cubicBezTo>
                      <a:lnTo>
                        <a:pt x="124931" y="42427"/>
                      </a:lnTo>
                      <a:cubicBezTo>
                        <a:pt x="124931" y="42427"/>
                        <a:pt x="124931" y="42427"/>
                        <a:pt x="124931" y="4242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62" name="Freeform: Shape 4358">
                  <a:extLst>
                    <a:ext uri="{FF2B5EF4-FFF2-40B4-BE49-F238E27FC236}">
                      <a16:creationId xmlns:a16="http://schemas.microsoft.com/office/drawing/2014/main" id="{0CF86F5E-B6F7-D9CE-A961-5201452E8E94}"/>
                    </a:ext>
                  </a:extLst>
                </p:cNvPr>
                <p:cNvSpPr/>
                <p:nvPr/>
              </p:nvSpPr>
              <p:spPr>
                <a:xfrm>
                  <a:off x="5339315" y="3252325"/>
                  <a:ext cx="98512" cy="94034"/>
                </a:xfrm>
                <a:custGeom>
                  <a:avLst/>
                  <a:gdLst>
                    <a:gd name="connsiteX0" fmla="*/ 100303 w 98511"/>
                    <a:gd name="connsiteY0" fmla="*/ 64928 h 94034"/>
                    <a:gd name="connsiteX1" fmla="*/ 100303 w 98511"/>
                    <a:gd name="connsiteY1" fmla="*/ 64928 h 94034"/>
                    <a:gd name="connsiteX2" fmla="*/ 100303 w 98511"/>
                    <a:gd name="connsiteY2" fmla="*/ 64928 h 94034"/>
                    <a:gd name="connsiteX3" fmla="*/ 100303 w 98511"/>
                    <a:gd name="connsiteY3" fmla="*/ 64033 h 94034"/>
                    <a:gd name="connsiteX4" fmla="*/ 100303 w 98511"/>
                    <a:gd name="connsiteY4" fmla="*/ 63585 h 94034"/>
                    <a:gd name="connsiteX5" fmla="*/ 100303 w 98511"/>
                    <a:gd name="connsiteY5" fmla="*/ 63137 h 94034"/>
                    <a:gd name="connsiteX6" fmla="*/ 99856 w 98511"/>
                    <a:gd name="connsiteY6" fmla="*/ 62689 h 94034"/>
                    <a:gd name="connsiteX7" fmla="*/ 99407 w 98511"/>
                    <a:gd name="connsiteY7" fmla="*/ 62242 h 94034"/>
                    <a:gd name="connsiteX8" fmla="*/ 98960 w 98511"/>
                    <a:gd name="connsiteY8" fmla="*/ 62242 h 94034"/>
                    <a:gd name="connsiteX9" fmla="*/ 98512 w 98511"/>
                    <a:gd name="connsiteY9" fmla="*/ 62242 h 94034"/>
                    <a:gd name="connsiteX10" fmla="*/ 98512 w 98511"/>
                    <a:gd name="connsiteY10" fmla="*/ 62242 h 94034"/>
                    <a:gd name="connsiteX11" fmla="*/ 98512 w 98511"/>
                    <a:gd name="connsiteY11" fmla="*/ 62242 h 94034"/>
                    <a:gd name="connsiteX12" fmla="*/ 98512 w 98511"/>
                    <a:gd name="connsiteY12" fmla="*/ 62242 h 94034"/>
                    <a:gd name="connsiteX13" fmla="*/ 84183 w 98511"/>
                    <a:gd name="connsiteY13" fmla="*/ 59555 h 94034"/>
                    <a:gd name="connsiteX14" fmla="*/ 81496 w 98511"/>
                    <a:gd name="connsiteY14" fmla="*/ 61346 h 94034"/>
                    <a:gd name="connsiteX15" fmla="*/ 83287 w 98511"/>
                    <a:gd name="connsiteY15" fmla="*/ 64033 h 94034"/>
                    <a:gd name="connsiteX16" fmla="*/ 91795 w 98511"/>
                    <a:gd name="connsiteY16" fmla="*/ 65376 h 94034"/>
                    <a:gd name="connsiteX17" fmla="*/ 52390 w 98511"/>
                    <a:gd name="connsiteY17" fmla="*/ 91795 h 94034"/>
                    <a:gd name="connsiteX18" fmla="*/ 52390 w 98511"/>
                    <a:gd name="connsiteY18" fmla="*/ 7612 h 94034"/>
                    <a:gd name="connsiteX19" fmla="*/ 58659 w 98511"/>
                    <a:gd name="connsiteY19" fmla="*/ 13881 h 94034"/>
                    <a:gd name="connsiteX20" fmla="*/ 60003 w 98511"/>
                    <a:gd name="connsiteY20" fmla="*/ 14329 h 94034"/>
                    <a:gd name="connsiteX21" fmla="*/ 61794 w 98511"/>
                    <a:gd name="connsiteY21" fmla="*/ 13433 h 94034"/>
                    <a:gd name="connsiteX22" fmla="*/ 61794 w 98511"/>
                    <a:gd name="connsiteY22" fmla="*/ 10299 h 94034"/>
                    <a:gd name="connsiteX23" fmla="*/ 51495 w 98511"/>
                    <a:gd name="connsiteY23" fmla="*/ 448 h 94034"/>
                    <a:gd name="connsiteX24" fmla="*/ 51047 w 98511"/>
                    <a:gd name="connsiteY24" fmla="*/ 448 h 94034"/>
                    <a:gd name="connsiteX25" fmla="*/ 50600 w 98511"/>
                    <a:gd name="connsiteY25" fmla="*/ 0 h 94034"/>
                    <a:gd name="connsiteX26" fmla="*/ 50600 w 98511"/>
                    <a:gd name="connsiteY26" fmla="*/ 0 h 94034"/>
                    <a:gd name="connsiteX27" fmla="*/ 50151 w 98511"/>
                    <a:gd name="connsiteY27" fmla="*/ 0 h 94034"/>
                    <a:gd name="connsiteX28" fmla="*/ 49704 w 98511"/>
                    <a:gd name="connsiteY28" fmla="*/ 0 h 94034"/>
                    <a:gd name="connsiteX29" fmla="*/ 49704 w 98511"/>
                    <a:gd name="connsiteY29" fmla="*/ 0 h 94034"/>
                    <a:gd name="connsiteX30" fmla="*/ 49704 w 98511"/>
                    <a:gd name="connsiteY30" fmla="*/ 0 h 94034"/>
                    <a:gd name="connsiteX31" fmla="*/ 49704 w 98511"/>
                    <a:gd name="connsiteY31" fmla="*/ 0 h 94034"/>
                    <a:gd name="connsiteX32" fmla="*/ 49256 w 98511"/>
                    <a:gd name="connsiteY32" fmla="*/ 0 h 94034"/>
                    <a:gd name="connsiteX33" fmla="*/ 48808 w 98511"/>
                    <a:gd name="connsiteY33" fmla="*/ 0 h 94034"/>
                    <a:gd name="connsiteX34" fmla="*/ 48808 w 98511"/>
                    <a:gd name="connsiteY34" fmla="*/ 0 h 94034"/>
                    <a:gd name="connsiteX35" fmla="*/ 48808 w 98511"/>
                    <a:gd name="connsiteY35" fmla="*/ 0 h 94034"/>
                    <a:gd name="connsiteX36" fmla="*/ 48361 w 98511"/>
                    <a:gd name="connsiteY36" fmla="*/ 448 h 94034"/>
                    <a:gd name="connsiteX37" fmla="*/ 38061 w 98511"/>
                    <a:gd name="connsiteY37" fmla="*/ 10747 h 94034"/>
                    <a:gd name="connsiteX38" fmla="*/ 38061 w 98511"/>
                    <a:gd name="connsiteY38" fmla="*/ 13881 h 94034"/>
                    <a:gd name="connsiteX39" fmla="*/ 39853 w 98511"/>
                    <a:gd name="connsiteY39" fmla="*/ 14329 h 94034"/>
                    <a:gd name="connsiteX40" fmla="*/ 41644 w 98511"/>
                    <a:gd name="connsiteY40" fmla="*/ 13881 h 94034"/>
                    <a:gd name="connsiteX41" fmla="*/ 47912 w 98511"/>
                    <a:gd name="connsiteY41" fmla="*/ 7612 h 94034"/>
                    <a:gd name="connsiteX42" fmla="*/ 47912 w 98511"/>
                    <a:gd name="connsiteY42" fmla="*/ 91795 h 94034"/>
                    <a:gd name="connsiteX43" fmla="*/ 8060 w 98511"/>
                    <a:gd name="connsiteY43" fmla="*/ 65376 h 94034"/>
                    <a:gd name="connsiteX44" fmla="*/ 17016 w 98511"/>
                    <a:gd name="connsiteY44" fmla="*/ 64033 h 94034"/>
                    <a:gd name="connsiteX45" fmla="*/ 18807 w 98511"/>
                    <a:gd name="connsiteY45" fmla="*/ 61346 h 94034"/>
                    <a:gd name="connsiteX46" fmla="*/ 16120 w 98511"/>
                    <a:gd name="connsiteY46" fmla="*/ 59555 h 94034"/>
                    <a:gd name="connsiteX47" fmla="*/ 1791 w 98511"/>
                    <a:gd name="connsiteY47" fmla="*/ 62242 h 94034"/>
                    <a:gd name="connsiteX48" fmla="*/ 1791 w 98511"/>
                    <a:gd name="connsiteY48" fmla="*/ 62242 h 94034"/>
                    <a:gd name="connsiteX49" fmla="*/ 1791 w 98511"/>
                    <a:gd name="connsiteY49" fmla="*/ 62242 h 94034"/>
                    <a:gd name="connsiteX50" fmla="*/ 1791 w 98511"/>
                    <a:gd name="connsiteY50" fmla="*/ 62242 h 94034"/>
                    <a:gd name="connsiteX51" fmla="*/ 1344 w 98511"/>
                    <a:gd name="connsiteY51" fmla="*/ 62242 h 94034"/>
                    <a:gd name="connsiteX52" fmla="*/ 895 w 98511"/>
                    <a:gd name="connsiteY52" fmla="*/ 62242 h 94034"/>
                    <a:gd name="connsiteX53" fmla="*/ 448 w 98511"/>
                    <a:gd name="connsiteY53" fmla="*/ 62689 h 94034"/>
                    <a:gd name="connsiteX54" fmla="*/ 0 w 98511"/>
                    <a:gd name="connsiteY54" fmla="*/ 63137 h 94034"/>
                    <a:gd name="connsiteX55" fmla="*/ 0 w 98511"/>
                    <a:gd name="connsiteY55" fmla="*/ 63585 h 94034"/>
                    <a:gd name="connsiteX56" fmla="*/ 0 w 98511"/>
                    <a:gd name="connsiteY56" fmla="*/ 64033 h 94034"/>
                    <a:gd name="connsiteX57" fmla="*/ 0 w 98511"/>
                    <a:gd name="connsiteY57" fmla="*/ 64481 h 94034"/>
                    <a:gd name="connsiteX58" fmla="*/ 0 w 98511"/>
                    <a:gd name="connsiteY58" fmla="*/ 64928 h 94034"/>
                    <a:gd name="connsiteX59" fmla="*/ 0 w 98511"/>
                    <a:gd name="connsiteY59" fmla="*/ 64928 h 94034"/>
                    <a:gd name="connsiteX60" fmla="*/ 0 w 98511"/>
                    <a:gd name="connsiteY60" fmla="*/ 64928 h 94034"/>
                    <a:gd name="connsiteX61" fmla="*/ 0 w 98511"/>
                    <a:gd name="connsiteY61" fmla="*/ 64928 h 94034"/>
                    <a:gd name="connsiteX62" fmla="*/ 2239 w 98511"/>
                    <a:gd name="connsiteY62" fmla="*/ 78810 h 94034"/>
                    <a:gd name="connsiteX63" fmla="*/ 4478 w 98511"/>
                    <a:gd name="connsiteY63" fmla="*/ 80601 h 94034"/>
                    <a:gd name="connsiteX64" fmla="*/ 4925 w 98511"/>
                    <a:gd name="connsiteY64" fmla="*/ 80601 h 94034"/>
                    <a:gd name="connsiteX65" fmla="*/ 6717 w 98511"/>
                    <a:gd name="connsiteY65" fmla="*/ 77914 h 94034"/>
                    <a:gd name="connsiteX66" fmla="*/ 5373 w 98511"/>
                    <a:gd name="connsiteY66" fmla="*/ 68958 h 94034"/>
                    <a:gd name="connsiteX67" fmla="*/ 48808 w 98511"/>
                    <a:gd name="connsiteY67" fmla="*/ 97616 h 94034"/>
                    <a:gd name="connsiteX68" fmla="*/ 48808 w 98511"/>
                    <a:gd name="connsiteY68" fmla="*/ 97616 h 94034"/>
                    <a:gd name="connsiteX69" fmla="*/ 50151 w 98511"/>
                    <a:gd name="connsiteY69" fmla="*/ 98064 h 94034"/>
                    <a:gd name="connsiteX70" fmla="*/ 50151 w 98511"/>
                    <a:gd name="connsiteY70" fmla="*/ 98064 h 94034"/>
                    <a:gd name="connsiteX71" fmla="*/ 50151 w 98511"/>
                    <a:gd name="connsiteY71" fmla="*/ 98064 h 94034"/>
                    <a:gd name="connsiteX72" fmla="*/ 50151 w 98511"/>
                    <a:gd name="connsiteY72" fmla="*/ 98064 h 94034"/>
                    <a:gd name="connsiteX73" fmla="*/ 50151 w 98511"/>
                    <a:gd name="connsiteY73" fmla="*/ 98064 h 94034"/>
                    <a:gd name="connsiteX74" fmla="*/ 51047 w 98511"/>
                    <a:gd name="connsiteY74" fmla="*/ 97616 h 94034"/>
                    <a:gd name="connsiteX75" fmla="*/ 51047 w 98511"/>
                    <a:gd name="connsiteY75" fmla="*/ 97616 h 94034"/>
                    <a:gd name="connsiteX76" fmla="*/ 51047 w 98511"/>
                    <a:gd name="connsiteY76" fmla="*/ 97616 h 94034"/>
                    <a:gd name="connsiteX77" fmla="*/ 94482 w 98511"/>
                    <a:gd name="connsiteY77" fmla="*/ 68511 h 94034"/>
                    <a:gd name="connsiteX78" fmla="*/ 93139 w 98511"/>
                    <a:gd name="connsiteY78" fmla="*/ 77466 h 94034"/>
                    <a:gd name="connsiteX79" fmla="*/ 94930 w 98511"/>
                    <a:gd name="connsiteY79" fmla="*/ 80153 h 94034"/>
                    <a:gd name="connsiteX80" fmla="*/ 95378 w 98511"/>
                    <a:gd name="connsiteY80" fmla="*/ 80153 h 94034"/>
                    <a:gd name="connsiteX81" fmla="*/ 97617 w 98511"/>
                    <a:gd name="connsiteY81" fmla="*/ 78362 h 94034"/>
                    <a:gd name="connsiteX82" fmla="*/ 100303 w 98511"/>
                    <a:gd name="connsiteY82" fmla="*/ 64928 h 94034"/>
                    <a:gd name="connsiteX83" fmla="*/ 100303 w 98511"/>
                    <a:gd name="connsiteY83" fmla="*/ 64928 h 94034"/>
                    <a:gd name="connsiteX84" fmla="*/ 100303 w 98511"/>
                    <a:gd name="connsiteY84" fmla="*/ 64928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98511" h="94034">
                      <a:moveTo>
                        <a:pt x="100303" y="64928"/>
                      </a:moveTo>
                      <a:lnTo>
                        <a:pt x="100303" y="64928"/>
                      </a:lnTo>
                      <a:cubicBezTo>
                        <a:pt x="100303" y="64928"/>
                        <a:pt x="100303" y="64481"/>
                        <a:pt x="100303" y="64928"/>
                      </a:cubicBezTo>
                      <a:cubicBezTo>
                        <a:pt x="100303" y="64481"/>
                        <a:pt x="100303" y="64033"/>
                        <a:pt x="100303" y="64033"/>
                      </a:cubicBezTo>
                      <a:cubicBezTo>
                        <a:pt x="100303" y="64033"/>
                        <a:pt x="100303" y="63585"/>
                        <a:pt x="100303" y="63585"/>
                      </a:cubicBezTo>
                      <a:cubicBezTo>
                        <a:pt x="100303" y="63585"/>
                        <a:pt x="100303" y="63137"/>
                        <a:pt x="100303" y="63137"/>
                      </a:cubicBezTo>
                      <a:cubicBezTo>
                        <a:pt x="100303" y="63137"/>
                        <a:pt x="100303" y="63137"/>
                        <a:pt x="99856" y="62689"/>
                      </a:cubicBezTo>
                      <a:cubicBezTo>
                        <a:pt x="99856" y="62689"/>
                        <a:pt x="99856" y="62689"/>
                        <a:pt x="99407" y="62242"/>
                      </a:cubicBezTo>
                      <a:cubicBezTo>
                        <a:pt x="99407" y="62242"/>
                        <a:pt x="98960" y="62242"/>
                        <a:pt x="98960" y="62242"/>
                      </a:cubicBezTo>
                      <a:cubicBezTo>
                        <a:pt x="98960" y="62242"/>
                        <a:pt x="98512" y="62242"/>
                        <a:pt x="98512" y="62242"/>
                      </a:cubicBezTo>
                      <a:lnTo>
                        <a:pt x="98512" y="62242"/>
                      </a:lnTo>
                      <a:lnTo>
                        <a:pt x="98512" y="62242"/>
                      </a:lnTo>
                      <a:lnTo>
                        <a:pt x="98512" y="62242"/>
                      </a:lnTo>
                      <a:lnTo>
                        <a:pt x="84183" y="59555"/>
                      </a:lnTo>
                      <a:cubicBezTo>
                        <a:pt x="82840" y="59555"/>
                        <a:pt x="81944" y="60003"/>
                        <a:pt x="81496" y="61346"/>
                      </a:cubicBezTo>
                      <a:cubicBezTo>
                        <a:pt x="81048" y="62689"/>
                        <a:pt x="81944" y="63585"/>
                        <a:pt x="83287" y="64033"/>
                      </a:cubicBezTo>
                      <a:lnTo>
                        <a:pt x="91795" y="65376"/>
                      </a:lnTo>
                      <a:lnTo>
                        <a:pt x="52390" y="91795"/>
                      </a:lnTo>
                      <a:lnTo>
                        <a:pt x="52390" y="7612"/>
                      </a:lnTo>
                      <a:lnTo>
                        <a:pt x="58659" y="13881"/>
                      </a:lnTo>
                      <a:cubicBezTo>
                        <a:pt x="59107" y="14329"/>
                        <a:pt x="59555" y="14329"/>
                        <a:pt x="60003" y="14329"/>
                      </a:cubicBezTo>
                      <a:cubicBezTo>
                        <a:pt x="60451" y="14329"/>
                        <a:pt x="61346" y="13881"/>
                        <a:pt x="61794" y="13433"/>
                      </a:cubicBezTo>
                      <a:cubicBezTo>
                        <a:pt x="62689" y="12538"/>
                        <a:pt x="62689" y="11195"/>
                        <a:pt x="61794" y="10299"/>
                      </a:cubicBezTo>
                      <a:lnTo>
                        <a:pt x="51495" y="448"/>
                      </a:lnTo>
                      <a:cubicBezTo>
                        <a:pt x="51495" y="448"/>
                        <a:pt x="51495" y="448"/>
                        <a:pt x="51047" y="448"/>
                      </a:cubicBezTo>
                      <a:cubicBezTo>
                        <a:pt x="51047" y="448"/>
                        <a:pt x="50600" y="448"/>
                        <a:pt x="50600" y="0"/>
                      </a:cubicBezTo>
                      <a:cubicBezTo>
                        <a:pt x="50600" y="0"/>
                        <a:pt x="50600" y="0"/>
                        <a:pt x="50600" y="0"/>
                      </a:cubicBezTo>
                      <a:cubicBezTo>
                        <a:pt x="50600" y="0"/>
                        <a:pt x="50151" y="0"/>
                        <a:pt x="50151" y="0"/>
                      </a:cubicBezTo>
                      <a:cubicBezTo>
                        <a:pt x="50151" y="0"/>
                        <a:pt x="49704" y="0"/>
                        <a:pt x="49704" y="0"/>
                      </a:cubicBezTo>
                      <a:lnTo>
                        <a:pt x="49704" y="0"/>
                      </a:lnTo>
                      <a:cubicBezTo>
                        <a:pt x="49704" y="0"/>
                        <a:pt x="49704" y="0"/>
                        <a:pt x="49704" y="0"/>
                      </a:cubicBezTo>
                      <a:lnTo>
                        <a:pt x="49704" y="0"/>
                      </a:lnTo>
                      <a:cubicBezTo>
                        <a:pt x="49704" y="0"/>
                        <a:pt x="49256" y="0"/>
                        <a:pt x="49256" y="0"/>
                      </a:cubicBezTo>
                      <a:cubicBezTo>
                        <a:pt x="49256" y="0"/>
                        <a:pt x="48808" y="0"/>
                        <a:pt x="48808" y="0"/>
                      </a:cubicBezTo>
                      <a:cubicBezTo>
                        <a:pt x="48808" y="0"/>
                        <a:pt x="48808" y="0"/>
                        <a:pt x="48808" y="0"/>
                      </a:cubicBezTo>
                      <a:cubicBezTo>
                        <a:pt x="48808" y="0"/>
                        <a:pt x="48808" y="0"/>
                        <a:pt x="48808" y="0"/>
                      </a:cubicBezTo>
                      <a:cubicBezTo>
                        <a:pt x="48361" y="0"/>
                        <a:pt x="48361" y="448"/>
                        <a:pt x="48361" y="448"/>
                      </a:cubicBezTo>
                      <a:lnTo>
                        <a:pt x="38061" y="10747"/>
                      </a:lnTo>
                      <a:cubicBezTo>
                        <a:pt x="37166" y="11642"/>
                        <a:pt x="37166" y="12986"/>
                        <a:pt x="38061" y="13881"/>
                      </a:cubicBezTo>
                      <a:cubicBezTo>
                        <a:pt x="38509" y="14329"/>
                        <a:pt x="38957" y="14329"/>
                        <a:pt x="39853" y="14329"/>
                      </a:cubicBezTo>
                      <a:cubicBezTo>
                        <a:pt x="40748" y="14329"/>
                        <a:pt x="41196" y="14329"/>
                        <a:pt x="41644" y="13881"/>
                      </a:cubicBezTo>
                      <a:lnTo>
                        <a:pt x="47912" y="7612"/>
                      </a:lnTo>
                      <a:lnTo>
                        <a:pt x="47912" y="91795"/>
                      </a:lnTo>
                      <a:lnTo>
                        <a:pt x="8060" y="65376"/>
                      </a:lnTo>
                      <a:lnTo>
                        <a:pt x="17016" y="64033"/>
                      </a:lnTo>
                      <a:cubicBezTo>
                        <a:pt x="18359" y="64033"/>
                        <a:pt x="19255" y="62689"/>
                        <a:pt x="18807" y="61346"/>
                      </a:cubicBezTo>
                      <a:cubicBezTo>
                        <a:pt x="18807" y="60003"/>
                        <a:pt x="17464" y="59107"/>
                        <a:pt x="16120" y="59555"/>
                      </a:cubicBezTo>
                      <a:lnTo>
                        <a:pt x="1791" y="62242"/>
                      </a:lnTo>
                      <a:lnTo>
                        <a:pt x="1791" y="62242"/>
                      </a:lnTo>
                      <a:lnTo>
                        <a:pt x="1791" y="62242"/>
                      </a:lnTo>
                      <a:lnTo>
                        <a:pt x="1791" y="62242"/>
                      </a:lnTo>
                      <a:cubicBezTo>
                        <a:pt x="1791" y="62242"/>
                        <a:pt x="1344" y="62242"/>
                        <a:pt x="1344" y="62242"/>
                      </a:cubicBezTo>
                      <a:cubicBezTo>
                        <a:pt x="1344" y="62242"/>
                        <a:pt x="895" y="62242"/>
                        <a:pt x="895" y="62242"/>
                      </a:cubicBezTo>
                      <a:cubicBezTo>
                        <a:pt x="895" y="62242"/>
                        <a:pt x="895" y="62242"/>
                        <a:pt x="448" y="62689"/>
                      </a:cubicBezTo>
                      <a:cubicBezTo>
                        <a:pt x="448" y="62689"/>
                        <a:pt x="448" y="62689"/>
                        <a:pt x="0" y="63137"/>
                      </a:cubicBezTo>
                      <a:cubicBezTo>
                        <a:pt x="0" y="63137"/>
                        <a:pt x="0" y="63585"/>
                        <a:pt x="0" y="63585"/>
                      </a:cubicBezTo>
                      <a:cubicBezTo>
                        <a:pt x="0" y="63585"/>
                        <a:pt x="0" y="64033"/>
                        <a:pt x="0" y="64033"/>
                      </a:cubicBezTo>
                      <a:cubicBezTo>
                        <a:pt x="0" y="64033"/>
                        <a:pt x="0" y="64481"/>
                        <a:pt x="0" y="64481"/>
                      </a:cubicBezTo>
                      <a:cubicBezTo>
                        <a:pt x="0" y="64481"/>
                        <a:pt x="0" y="64928"/>
                        <a:pt x="0" y="64928"/>
                      </a:cubicBezTo>
                      <a:lnTo>
                        <a:pt x="0" y="64928"/>
                      </a:lnTo>
                      <a:cubicBezTo>
                        <a:pt x="0" y="64928"/>
                        <a:pt x="0" y="64928"/>
                        <a:pt x="0" y="64928"/>
                      </a:cubicBezTo>
                      <a:cubicBezTo>
                        <a:pt x="0" y="64928"/>
                        <a:pt x="0" y="64928"/>
                        <a:pt x="0" y="64928"/>
                      </a:cubicBezTo>
                      <a:lnTo>
                        <a:pt x="2239" y="78810"/>
                      </a:lnTo>
                      <a:cubicBezTo>
                        <a:pt x="2239" y="79705"/>
                        <a:pt x="3582" y="80601"/>
                        <a:pt x="4478" y="80601"/>
                      </a:cubicBezTo>
                      <a:cubicBezTo>
                        <a:pt x="4478" y="80601"/>
                        <a:pt x="4925" y="80601"/>
                        <a:pt x="4925" y="80601"/>
                      </a:cubicBezTo>
                      <a:cubicBezTo>
                        <a:pt x="6269" y="80601"/>
                        <a:pt x="7164" y="79257"/>
                        <a:pt x="6717" y="77914"/>
                      </a:cubicBezTo>
                      <a:lnTo>
                        <a:pt x="5373" y="68958"/>
                      </a:lnTo>
                      <a:lnTo>
                        <a:pt x="48808" y="97616"/>
                      </a:lnTo>
                      <a:cubicBezTo>
                        <a:pt x="48808" y="97616"/>
                        <a:pt x="48808" y="97616"/>
                        <a:pt x="48808" y="97616"/>
                      </a:cubicBezTo>
                      <a:cubicBezTo>
                        <a:pt x="49256" y="97616"/>
                        <a:pt x="49704" y="98064"/>
                        <a:pt x="50151" y="98064"/>
                      </a:cubicBezTo>
                      <a:cubicBezTo>
                        <a:pt x="50151" y="98064"/>
                        <a:pt x="50151" y="98064"/>
                        <a:pt x="50151" y="98064"/>
                      </a:cubicBezTo>
                      <a:cubicBezTo>
                        <a:pt x="50151" y="98064"/>
                        <a:pt x="50151" y="98064"/>
                        <a:pt x="50151" y="98064"/>
                      </a:cubicBezTo>
                      <a:lnTo>
                        <a:pt x="50151" y="98064"/>
                      </a:lnTo>
                      <a:cubicBezTo>
                        <a:pt x="50151" y="98064"/>
                        <a:pt x="50151" y="98064"/>
                        <a:pt x="50151" y="98064"/>
                      </a:cubicBezTo>
                      <a:cubicBezTo>
                        <a:pt x="50600" y="98064"/>
                        <a:pt x="51047" y="98064"/>
                        <a:pt x="51047" y="97616"/>
                      </a:cubicBezTo>
                      <a:cubicBezTo>
                        <a:pt x="51047" y="97616"/>
                        <a:pt x="51047" y="97616"/>
                        <a:pt x="51047" y="97616"/>
                      </a:cubicBezTo>
                      <a:cubicBezTo>
                        <a:pt x="51047" y="97616"/>
                        <a:pt x="51047" y="97616"/>
                        <a:pt x="51047" y="97616"/>
                      </a:cubicBezTo>
                      <a:lnTo>
                        <a:pt x="94482" y="68511"/>
                      </a:lnTo>
                      <a:lnTo>
                        <a:pt x="93139" y="77466"/>
                      </a:lnTo>
                      <a:cubicBezTo>
                        <a:pt x="93139" y="78810"/>
                        <a:pt x="93587" y="79705"/>
                        <a:pt x="94930" y="80153"/>
                      </a:cubicBezTo>
                      <a:cubicBezTo>
                        <a:pt x="94930" y="80153"/>
                        <a:pt x="95378" y="80153"/>
                        <a:pt x="95378" y="80153"/>
                      </a:cubicBezTo>
                      <a:cubicBezTo>
                        <a:pt x="96273" y="80153"/>
                        <a:pt x="97617" y="79257"/>
                        <a:pt x="97617" y="78362"/>
                      </a:cubicBezTo>
                      <a:lnTo>
                        <a:pt x="100303" y="64928"/>
                      </a:lnTo>
                      <a:cubicBezTo>
                        <a:pt x="100303" y="64928"/>
                        <a:pt x="100303" y="64928"/>
                        <a:pt x="100303" y="64928"/>
                      </a:cubicBezTo>
                      <a:lnTo>
                        <a:pt x="100303" y="6492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463" name="Group 4359">
                <a:extLst>
                  <a:ext uri="{FF2B5EF4-FFF2-40B4-BE49-F238E27FC236}">
                    <a16:creationId xmlns:a16="http://schemas.microsoft.com/office/drawing/2014/main" id="{43A1B5E2-2659-F6F4-2A90-7250DBF9D2FB}"/>
                  </a:ext>
                  <a:ext uri="{C183D7F6-B498-43B3-948B-1728B52AA6E4}">
                    <adec:decorative xmlns:adec="http://schemas.microsoft.com/office/drawing/2017/decorative" val="1"/>
                  </a:ext>
                </a:extLst>
              </p:cNvPr>
              <p:cNvGrpSpPr>
                <a:grpSpLocks noChangeAspect="1"/>
              </p:cNvGrpSpPr>
              <p:nvPr/>
            </p:nvGrpSpPr>
            <p:grpSpPr>
              <a:xfrm>
                <a:off x="5540363" y="3947911"/>
                <a:ext cx="138812" cy="138812"/>
                <a:chOff x="5581117" y="3212472"/>
                <a:chExt cx="138812" cy="138812"/>
              </a:xfrm>
            </p:grpSpPr>
            <p:sp>
              <p:nvSpPr>
                <p:cNvPr id="464" name="Freeform: Shape 4360">
                  <a:extLst>
                    <a:ext uri="{FF2B5EF4-FFF2-40B4-BE49-F238E27FC236}">
                      <a16:creationId xmlns:a16="http://schemas.microsoft.com/office/drawing/2014/main" id="{5FC4B2DF-4E9A-8343-B10F-53B081F3EC7C}"/>
                    </a:ext>
                  </a:extLst>
                </p:cNvPr>
                <p:cNvSpPr/>
                <p:nvPr/>
              </p:nvSpPr>
              <p:spPr>
                <a:xfrm>
                  <a:off x="5642911" y="3250086"/>
                  <a:ext cx="13433" cy="4478"/>
                </a:xfrm>
                <a:custGeom>
                  <a:avLst/>
                  <a:gdLst>
                    <a:gd name="connsiteX0" fmla="*/ 11195 w 13433"/>
                    <a:gd name="connsiteY0" fmla="*/ 4478 h 4477"/>
                    <a:gd name="connsiteX1" fmla="*/ 2239 w 13433"/>
                    <a:gd name="connsiteY1" fmla="*/ 4478 h 4477"/>
                    <a:gd name="connsiteX2" fmla="*/ 0 w 13433"/>
                    <a:gd name="connsiteY2" fmla="*/ 2239 h 4477"/>
                    <a:gd name="connsiteX3" fmla="*/ 2239 w 13433"/>
                    <a:gd name="connsiteY3" fmla="*/ 0 h 4477"/>
                    <a:gd name="connsiteX4" fmla="*/ 11195 w 13433"/>
                    <a:gd name="connsiteY4" fmla="*/ 0 h 4477"/>
                    <a:gd name="connsiteX5" fmla="*/ 13433 w 13433"/>
                    <a:gd name="connsiteY5" fmla="*/ 2239 h 4477"/>
                    <a:gd name="connsiteX6" fmla="*/ 11195 w 13433"/>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 h="4477">
                      <a:moveTo>
                        <a:pt x="11195" y="4478"/>
                      </a:moveTo>
                      <a:lnTo>
                        <a:pt x="2239" y="4478"/>
                      </a:lnTo>
                      <a:cubicBezTo>
                        <a:pt x="895" y="4478"/>
                        <a:pt x="0" y="3582"/>
                        <a:pt x="0" y="2239"/>
                      </a:cubicBezTo>
                      <a:cubicBezTo>
                        <a:pt x="0" y="896"/>
                        <a:pt x="895" y="0"/>
                        <a:pt x="2239" y="0"/>
                      </a:cubicBezTo>
                      <a:lnTo>
                        <a:pt x="11195" y="0"/>
                      </a:lnTo>
                      <a:cubicBezTo>
                        <a:pt x="12538" y="0"/>
                        <a:pt x="13433" y="896"/>
                        <a:pt x="13433" y="2239"/>
                      </a:cubicBezTo>
                      <a:cubicBezTo>
                        <a:pt x="13433" y="3582"/>
                        <a:pt x="12090" y="4478"/>
                        <a:pt x="11195"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65" name="Freeform: Shape 4361">
                  <a:extLst>
                    <a:ext uri="{FF2B5EF4-FFF2-40B4-BE49-F238E27FC236}">
                      <a16:creationId xmlns:a16="http://schemas.microsoft.com/office/drawing/2014/main" id="{DA3928D3-EBF2-95F9-9DB2-99B1B72F67B0}"/>
                    </a:ext>
                  </a:extLst>
                </p:cNvPr>
                <p:cNvSpPr/>
                <p:nvPr/>
              </p:nvSpPr>
              <p:spPr>
                <a:xfrm>
                  <a:off x="5618731" y="3276057"/>
                  <a:ext cx="4478" cy="13433"/>
                </a:xfrm>
                <a:custGeom>
                  <a:avLst/>
                  <a:gdLst>
                    <a:gd name="connsiteX0" fmla="*/ 2239 w 4477"/>
                    <a:gd name="connsiteY0" fmla="*/ 13433 h 13433"/>
                    <a:gd name="connsiteX1" fmla="*/ 0 w 4477"/>
                    <a:gd name="connsiteY1" fmla="*/ 11195 h 13433"/>
                    <a:gd name="connsiteX2" fmla="*/ 0 w 4477"/>
                    <a:gd name="connsiteY2" fmla="*/ 2239 h 13433"/>
                    <a:gd name="connsiteX3" fmla="*/ 2239 w 4477"/>
                    <a:gd name="connsiteY3" fmla="*/ 0 h 13433"/>
                    <a:gd name="connsiteX4" fmla="*/ 4478 w 4477"/>
                    <a:gd name="connsiteY4" fmla="*/ 2239 h 13433"/>
                    <a:gd name="connsiteX5" fmla="*/ 4478 w 4477"/>
                    <a:gd name="connsiteY5" fmla="*/ 11195 h 13433"/>
                    <a:gd name="connsiteX6" fmla="*/ 2239 w 4477"/>
                    <a:gd name="connsiteY6" fmla="*/ 13433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13433">
                      <a:moveTo>
                        <a:pt x="2239" y="13433"/>
                      </a:moveTo>
                      <a:cubicBezTo>
                        <a:pt x="895" y="13433"/>
                        <a:pt x="0" y="12538"/>
                        <a:pt x="0" y="11195"/>
                      </a:cubicBezTo>
                      <a:lnTo>
                        <a:pt x="0" y="2239"/>
                      </a:lnTo>
                      <a:cubicBezTo>
                        <a:pt x="0" y="896"/>
                        <a:pt x="895" y="0"/>
                        <a:pt x="2239" y="0"/>
                      </a:cubicBezTo>
                      <a:cubicBezTo>
                        <a:pt x="3582" y="0"/>
                        <a:pt x="4478" y="896"/>
                        <a:pt x="4478" y="2239"/>
                      </a:cubicBezTo>
                      <a:lnTo>
                        <a:pt x="4478" y="11195"/>
                      </a:lnTo>
                      <a:cubicBezTo>
                        <a:pt x="4478" y="12538"/>
                        <a:pt x="3134" y="13433"/>
                        <a:pt x="2239" y="1343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66" name="Freeform: Shape 4362">
                  <a:extLst>
                    <a:ext uri="{FF2B5EF4-FFF2-40B4-BE49-F238E27FC236}">
                      <a16:creationId xmlns:a16="http://schemas.microsoft.com/office/drawing/2014/main" id="{CC83BA69-800C-BF0A-9296-ECA23041AF55}"/>
                    </a:ext>
                  </a:extLst>
                </p:cNvPr>
                <p:cNvSpPr/>
                <p:nvPr/>
              </p:nvSpPr>
              <p:spPr>
                <a:xfrm>
                  <a:off x="5644254" y="3309193"/>
                  <a:ext cx="13433" cy="4478"/>
                </a:xfrm>
                <a:custGeom>
                  <a:avLst/>
                  <a:gdLst>
                    <a:gd name="connsiteX0" fmla="*/ 11195 w 13433"/>
                    <a:gd name="connsiteY0" fmla="*/ 4478 h 4477"/>
                    <a:gd name="connsiteX1" fmla="*/ 2239 w 13433"/>
                    <a:gd name="connsiteY1" fmla="*/ 4478 h 4477"/>
                    <a:gd name="connsiteX2" fmla="*/ 0 w 13433"/>
                    <a:gd name="connsiteY2" fmla="*/ 2239 h 4477"/>
                    <a:gd name="connsiteX3" fmla="*/ 2239 w 13433"/>
                    <a:gd name="connsiteY3" fmla="*/ 0 h 4477"/>
                    <a:gd name="connsiteX4" fmla="*/ 11195 w 13433"/>
                    <a:gd name="connsiteY4" fmla="*/ 0 h 4477"/>
                    <a:gd name="connsiteX5" fmla="*/ 13433 w 13433"/>
                    <a:gd name="connsiteY5" fmla="*/ 2239 h 4477"/>
                    <a:gd name="connsiteX6" fmla="*/ 11195 w 13433"/>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 h="4477">
                      <a:moveTo>
                        <a:pt x="11195" y="4478"/>
                      </a:moveTo>
                      <a:lnTo>
                        <a:pt x="2239" y="4478"/>
                      </a:lnTo>
                      <a:cubicBezTo>
                        <a:pt x="896" y="4478"/>
                        <a:pt x="0" y="3582"/>
                        <a:pt x="0" y="2239"/>
                      </a:cubicBezTo>
                      <a:cubicBezTo>
                        <a:pt x="0" y="896"/>
                        <a:pt x="896" y="0"/>
                        <a:pt x="2239" y="0"/>
                      </a:cubicBezTo>
                      <a:lnTo>
                        <a:pt x="11195" y="0"/>
                      </a:lnTo>
                      <a:cubicBezTo>
                        <a:pt x="12538" y="0"/>
                        <a:pt x="13433" y="896"/>
                        <a:pt x="13433" y="2239"/>
                      </a:cubicBezTo>
                      <a:cubicBezTo>
                        <a:pt x="13433" y="3582"/>
                        <a:pt x="12538" y="4478"/>
                        <a:pt x="11195"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67" name="Freeform: Shape 4363">
                  <a:extLst>
                    <a:ext uri="{FF2B5EF4-FFF2-40B4-BE49-F238E27FC236}">
                      <a16:creationId xmlns:a16="http://schemas.microsoft.com/office/drawing/2014/main" id="{0F61FEC1-FF8F-C52E-8035-F80C4BB1CC86}"/>
                    </a:ext>
                  </a:extLst>
                </p:cNvPr>
                <p:cNvSpPr/>
                <p:nvPr/>
              </p:nvSpPr>
              <p:spPr>
                <a:xfrm>
                  <a:off x="5677390" y="3274266"/>
                  <a:ext cx="4478" cy="13433"/>
                </a:xfrm>
                <a:custGeom>
                  <a:avLst/>
                  <a:gdLst>
                    <a:gd name="connsiteX0" fmla="*/ 2239 w 4477"/>
                    <a:gd name="connsiteY0" fmla="*/ 13433 h 13433"/>
                    <a:gd name="connsiteX1" fmla="*/ 0 w 4477"/>
                    <a:gd name="connsiteY1" fmla="*/ 11195 h 13433"/>
                    <a:gd name="connsiteX2" fmla="*/ 0 w 4477"/>
                    <a:gd name="connsiteY2" fmla="*/ 2239 h 13433"/>
                    <a:gd name="connsiteX3" fmla="*/ 2239 w 4477"/>
                    <a:gd name="connsiteY3" fmla="*/ 0 h 13433"/>
                    <a:gd name="connsiteX4" fmla="*/ 4478 w 4477"/>
                    <a:gd name="connsiteY4" fmla="*/ 2239 h 13433"/>
                    <a:gd name="connsiteX5" fmla="*/ 4478 w 4477"/>
                    <a:gd name="connsiteY5" fmla="*/ 11195 h 13433"/>
                    <a:gd name="connsiteX6" fmla="*/ 2239 w 4477"/>
                    <a:gd name="connsiteY6" fmla="*/ 13433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13433">
                      <a:moveTo>
                        <a:pt x="2239" y="13433"/>
                      </a:moveTo>
                      <a:cubicBezTo>
                        <a:pt x="895" y="13433"/>
                        <a:pt x="0" y="12538"/>
                        <a:pt x="0" y="11195"/>
                      </a:cubicBezTo>
                      <a:lnTo>
                        <a:pt x="0" y="2239"/>
                      </a:lnTo>
                      <a:cubicBezTo>
                        <a:pt x="0" y="896"/>
                        <a:pt x="895" y="0"/>
                        <a:pt x="2239" y="0"/>
                      </a:cubicBezTo>
                      <a:cubicBezTo>
                        <a:pt x="3582" y="0"/>
                        <a:pt x="4478" y="896"/>
                        <a:pt x="4478" y="2239"/>
                      </a:cubicBezTo>
                      <a:lnTo>
                        <a:pt x="4478" y="11195"/>
                      </a:lnTo>
                      <a:cubicBezTo>
                        <a:pt x="4478" y="12538"/>
                        <a:pt x="3582" y="13433"/>
                        <a:pt x="2239" y="1343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68" name="Freeform: Shape 4364">
                  <a:extLst>
                    <a:ext uri="{FF2B5EF4-FFF2-40B4-BE49-F238E27FC236}">
                      <a16:creationId xmlns:a16="http://schemas.microsoft.com/office/drawing/2014/main" id="{479EF9CC-2FAA-45FD-510B-A1CFAE367F4F}"/>
                    </a:ext>
                  </a:extLst>
                </p:cNvPr>
                <p:cNvSpPr/>
                <p:nvPr/>
              </p:nvSpPr>
              <p:spPr>
                <a:xfrm>
                  <a:off x="5666643" y="3244936"/>
                  <a:ext cx="17911" cy="17911"/>
                </a:xfrm>
                <a:custGeom>
                  <a:avLst/>
                  <a:gdLst>
                    <a:gd name="connsiteX0" fmla="*/ 20150 w 17911"/>
                    <a:gd name="connsiteY0" fmla="*/ 672 h 17911"/>
                    <a:gd name="connsiteX1" fmla="*/ 17016 w 17911"/>
                    <a:gd name="connsiteY1" fmla="*/ 672 h 17911"/>
                    <a:gd name="connsiteX2" fmla="*/ 12538 w 17911"/>
                    <a:gd name="connsiteY2" fmla="*/ 5149 h 17911"/>
                    <a:gd name="connsiteX3" fmla="*/ 2239 w 17911"/>
                    <a:gd name="connsiteY3" fmla="*/ 5149 h 17911"/>
                    <a:gd name="connsiteX4" fmla="*/ 0 w 17911"/>
                    <a:gd name="connsiteY4" fmla="*/ 7388 h 17911"/>
                    <a:gd name="connsiteX5" fmla="*/ 2239 w 17911"/>
                    <a:gd name="connsiteY5" fmla="*/ 9627 h 17911"/>
                    <a:gd name="connsiteX6" fmla="*/ 11195 w 17911"/>
                    <a:gd name="connsiteY6" fmla="*/ 9627 h 17911"/>
                    <a:gd name="connsiteX7" fmla="*/ 11195 w 17911"/>
                    <a:gd name="connsiteY7" fmla="*/ 18583 h 17911"/>
                    <a:gd name="connsiteX8" fmla="*/ 13433 w 17911"/>
                    <a:gd name="connsiteY8" fmla="*/ 20822 h 17911"/>
                    <a:gd name="connsiteX9" fmla="*/ 15672 w 17911"/>
                    <a:gd name="connsiteY9" fmla="*/ 18583 h 17911"/>
                    <a:gd name="connsiteX10" fmla="*/ 15672 w 17911"/>
                    <a:gd name="connsiteY10" fmla="*/ 8284 h 17911"/>
                    <a:gd name="connsiteX11" fmla="*/ 20150 w 17911"/>
                    <a:gd name="connsiteY11" fmla="*/ 3806 h 17911"/>
                    <a:gd name="connsiteX12" fmla="*/ 20150 w 17911"/>
                    <a:gd name="connsiteY12" fmla="*/ 672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911" h="17911">
                      <a:moveTo>
                        <a:pt x="20150" y="672"/>
                      </a:moveTo>
                      <a:cubicBezTo>
                        <a:pt x="19255" y="-224"/>
                        <a:pt x="17911" y="-224"/>
                        <a:pt x="17016" y="672"/>
                      </a:cubicBezTo>
                      <a:lnTo>
                        <a:pt x="12538" y="5149"/>
                      </a:lnTo>
                      <a:lnTo>
                        <a:pt x="2239" y="5149"/>
                      </a:lnTo>
                      <a:cubicBezTo>
                        <a:pt x="896" y="5149"/>
                        <a:pt x="0" y="6045"/>
                        <a:pt x="0" y="7388"/>
                      </a:cubicBezTo>
                      <a:cubicBezTo>
                        <a:pt x="0" y="8732"/>
                        <a:pt x="896" y="9627"/>
                        <a:pt x="2239" y="9627"/>
                      </a:cubicBezTo>
                      <a:lnTo>
                        <a:pt x="11195" y="9627"/>
                      </a:lnTo>
                      <a:lnTo>
                        <a:pt x="11195" y="18583"/>
                      </a:lnTo>
                      <a:cubicBezTo>
                        <a:pt x="11195" y="19926"/>
                        <a:pt x="12090" y="20822"/>
                        <a:pt x="13433" y="20822"/>
                      </a:cubicBezTo>
                      <a:cubicBezTo>
                        <a:pt x="14777" y="20822"/>
                        <a:pt x="15672" y="19926"/>
                        <a:pt x="15672" y="18583"/>
                      </a:cubicBezTo>
                      <a:lnTo>
                        <a:pt x="15672" y="8284"/>
                      </a:lnTo>
                      <a:lnTo>
                        <a:pt x="20150" y="3806"/>
                      </a:lnTo>
                      <a:cubicBezTo>
                        <a:pt x="21046" y="2911"/>
                        <a:pt x="21046" y="1567"/>
                        <a:pt x="20150" y="67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69" name="Freeform: Shape 4365">
                  <a:extLst>
                    <a:ext uri="{FF2B5EF4-FFF2-40B4-BE49-F238E27FC236}">
                      <a16:creationId xmlns:a16="http://schemas.microsoft.com/office/drawing/2014/main" id="{B97C7DD3-28CB-8999-0C95-ACC369CCB2C0}"/>
                    </a:ext>
                  </a:extLst>
                </p:cNvPr>
                <p:cNvSpPr/>
                <p:nvPr/>
              </p:nvSpPr>
              <p:spPr>
                <a:xfrm>
                  <a:off x="5691495" y="3229712"/>
                  <a:ext cx="8956" cy="8956"/>
                </a:xfrm>
                <a:custGeom>
                  <a:avLst/>
                  <a:gdLst>
                    <a:gd name="connsiteX0" fmla="*/ 2463 w 8955"/>
                    <a:gd name="connsiteY0" fmla="*/ 10971 h 8955"/>
                    <a:gd name="connsiteX1" fmla="*/ 672 w 8955"/>
                    <a:gd name="connsiteY1" fmla="*/ 10523 h 8955"/>
                    <a:gd name="connsiteX2" fmla="*/ 672 w 8955"/>
                    <a:gd name="connsiteY2" fmla="*/ 7388 h 8955"/>
                    <a:gd name="connsiteX3" fmla="*/ 7389 w 8955"/>
                    <a:gd name="connsiteY3" fmla="*/ 672 h 8955"/>
                    <a:gd name="connsiteX4" fmla="*/ 10523 w 8955"/>
                    <a:gd name="connsiteY4" fmla="*/ 672 h 8955"/>
                    <a:gd name="connsiteX5" fmla="*/ 10523 w 8955"/>
                    <a:gd name="connsiteY5" fmla="*/ 3806 h 8955"/>
                    <a:gd name="connsiteX6" fmla="*/ 3806 w 8955"/>
                    <a:gd name="connsiteY6" fmla="*/ 10523 h 8955"/>
                    <a:gd name="connsiteX7" fmla="*/ 2463 w 8955"/>
                    <a:gd name="connsiteY7" fmla="*/ 10971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8955">
                      <a:moveTo>
                        <a:pt x="2463" y="10971"/>
                      </a:moveTo>
                      <a:cubicBezTo>
                        <a:pt x="2015" y="10971"/>
                        <a:pt x="1120" y="10971"/>
                        <a:pt x="672" y="10523"/>
                      </a:cubicBezTo>
                      <a:cubicBezTo>
                        <a:pt x="-224" y="9627"/>
                        <a:pt x="-224" y="8284"/>
                        <a:pt x="672" y="7388"/>
                      </a:cubicBezTo>
                      <a:lnTo>
                        <a:pt x="7389" y="672"/>
                      </a:lnTo>
                      <a:cubicBezTo>
                        <a:pt x="8284" y="-224"/>
                        <a:pt x="9628" y="-224"/>
                        <a:pt x="10523" y="672"/>
                      </a:cubicBezTo>
                      <a:cubicBezTo>
                        <a:pt x="11418" y="1567"/>
                        <a:pt x="11418" y="2911"/>
                        <a:pt x="10523" y="3806"/>
                      </a:cubicBezTo>
                      <a:lnTo>
                        <a:pt x="3806" y="10523"/>
                      </a:lnTo>
                      <a:cubicBezTo>
                        <a:pt x="3359" y="10971"/>
                        <a:pt x="2911" y="10971"/>
                        <a:pt x="2463" y="1097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70" name="Freeform: Shape 4366">
                  <a:extLst>
                    <a:ext uri="{FF2B5EF4-FFF2-40B4-BE49-F238E27FC236}">
                      <a16:creationId xmlns:a16="http://schemas.microsoft.com/office/drawing/2014/main" id="{618C83DE-2BEC-42EF-33F9-D9E819FD9CFA}"/>
                    </a:ext>
                  </a:extLst>
                </p:cNvPr>
                <p:cNvSpPr/>
                <p:nvPr/>
              </p:nvSpPr>
              <p:spPr>
                <a:xfrm>
                  <a:off x="5613581" y="3244936"/>
                  <a:ext cx="17911" cy="17911"/>
                </a:xfrm>
                <a:custGeom>
                  <a:avLst/>
                  <a:gdLst>
                    <a:gd name="connsiteX0" fmla="*/ 18583 w 17911"/>
                    <a:gd name="connsiteY0" fmla="*/ 5149 h 17911"/>
                    <a:gd name="connsiteX1" fmla="*/ 8284 w 17911"/>
                    <a:gd name="connsiteY1" fmla="*/ 5149 h 17911"/>
                    <a:gd name="connsiteX2" fmla="*/ 3806 w 17911"/>
                    <a:gd name="connsiteY2" fmla="*/ 672 h 17911"/>
                    <a:gd name="connsiteX3" fmla="*/ 672 w 17911"/>
                    <a:gd name="connsiteY3" fmla="*/ 672 h 17911"/>
                    <a:gd name="connsiteX4" fmla="*/ 672 w 17911"/>
                    <a:gd name="connsiteY4" fmla="*/ 3806 h 17911"/>
                    <a:gd name="connsiteX5" fmla="*/ 5150 w 17911"/>
                    <a:gd name="connsiteY5" fmla="*/ 8284 h 17911"/>
                    <a:gd name="connsiteX6" fmla="*/ 5150 w 17911"/>
                    <a:gd name="connsiteY6" fmla="*/ 18583 h 17911"/>
                    <a:gd name="connsiteX7" fmla="*/ 7389 w 17911"/>
                    <a:gd name="connsiteY7" fmla="*/ 20822 h 17911"/>
                    <a:gd name="connsiteX8" fmla="*/ 9628 w 17911"/>
                    <a:gd name="connsiteY8" fmla="*/ 18583 h 17911"/>
                    <a:gd name="connsiteX9" fmla="*/ 9628 w 17911"/>
                    <a:gd name="connsiteY9" fmla="*/ 9627 h 17911"/>
                    <a:gd name="connsiteX10" fmla="*/ 18583 w 17911"/>
                    <a:gd name="connsiteY10" fmla="*/ 9627 h 17911"/>
                    <a:gd name="connsiteX11" fmla="*/ 20822 w 17911"/>
                    <a:gd name="connsiteY11" fmla="*/ 7388 h 17911"/>
                    <a:gd name="connsiteX12" fmla="*/ 18583 w 17911"/>
                    <a:gd name="connsiteY12" fmla="*/ 5149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911" h="17911">
                      <a:moveTo>
                        <a:pt x="18583" y="5149"/>
                      </a:moveTo>
                      <a:lnTo>
                        <a:pt x="8284" y="5149"/>
                      </a:lnTo>
                      <a:lnTo>
                        <a:pt x="3806" y="672"/>
                      </a:lnTo>
                      <a:cubicBezTo>
                        <a:pt x="2911" y="-224"/>
                        <a:pt x="1567" y="-224"/>
                        <a:pt x="672" y="672"/>
                      </a:cubicBezTo>
                      <a:cubicBezTo>
                        <a:pt x="-224" y="1567"/>
                        <a:pt x="-224" y="2911"/>
                        <a:pt x="672" y="3806"/>
                      </a:cubicBezTo>
                      <a:lnTo>
                        <a:pt x="5150" y="8284"/>
                      </a:lnTo>
                      <a:lnTo>
                        <a:pt x="5150" y="18583"/>
                      </a:lnTo>
                      <a:cubicBezTo>
                        <a:pt x="5150" y="19926"/>
                        <a:pt x="6045" y="20822"/>
                        <a:pt x="7389" y="20822"/>
                      </a:cubicBezTo>
                      <a:cubicBezTo>
                        <a:pt x="8732" y="20822"/>
                        <a:pt x="9628" y="19926"/>
                        <a:pt x="9628" y="18583"/>
                      </a:cubicBezTo>
                      <a:lnTo>
                        <a:pt x="9628" y="9627"/>
                      </a:lnTo>
                      <a:lnTo>
                        <a:pt x="18583" y="9627"/>
                      </a:lnTo>
                      <a:cubicBezTo>
                        <a:pt x="19926" y="9627"/>
                        <a:pt x="20822" y="8732"/>
                        <a:pt x="20822" y="7388"/>
                      </a:cubicBezTo>
                      <a:cubicBezTo>
                        <a:pt x="20822" y="6045"/>
                        <a:pt x="19479" y="5149"/>
                        <a:pt x="18583" y="514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71" name="Freeform: Shape 4367">
                  <a:extLst>
                    <a:ext uri="{FF2B5EF4-FFF2-40B4-BE49-F238E27FC236}">
                      <a16:creationId xmlns:a16="http://schemas.microsoft.com/office/drawing/2014/main" id="{B87CB835-C899-7D44-005E-D8EA1B0416BC}"/>
                    </a:ext>
                  </a:extLst>
                </p:cNvPr>
                <p:cNvSpPr/>
                <p:nvPr/>
              </p:nvSpPr>
              <p:spPr>
                <a:xfrm>
                  <a:off x="5597461" y="3229712"/>
                  <a:ext cx="8956" cy="8956"/>
                </a:xfrm>
                <a:custGeom>
                  <a:avLst/>
                  <a:gdLst>
                    <a:gd name="connsiteX0" fmla="*/ 9179 w 8955"/>
                    <a:gd name="connsiteY0" fmla="*/ 10971 h 8955"/>
                    <a:gd name="connsiteX1" fmla="*/ 7389 w 8955"/>
                    <a:gd name="connsiteY1" fmla="*/ 10523 h 8955"/>
                    <a:gd name="connsiteX2" fmla="*/ 672 w 8955"/>
                    <a:gd name="connsiteY2" fmla="*/ 3806 h 8955"/>
                    <a:gd name="connsiteX3" fmla="*/ 672 w 8955"/>
                    <a:gd name="connsiteY3" fmla="*/ 672 h 8955"/>
                    <a:gd name="connsiteX4" fmla="*/ 3806 w 8955"/>
                    <a:gd name="connsiteY4" fmla="*/ 672 h 8955"/>
                    <a:gd name="connsiteX5" fmla="*/ 10523 w 8955"/>
                    <a:gd name="connsiteY5" fmla="*/ 7388 h 8955"/>
                    <a:gd name="connsiteX6" fmla="*/ 10523 w 8955"/>
                    <a:gd name="connsiteY6" fmla="*/ 10523 h 8955"/>
                    <a:gd name="connsiteX7" fmla="*/ 9179 w 8955"/>
                    <a:gd name="connsiteY7" fmla="*/ 10971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8955">
                      <a:moveTo>
                        <a:pt x="9179" y="10971"/>
                      </a:moveTo>
                      <a:cubicBezTo>
                        <a:pt x="8732" y="10971"/>
                        <a:pt x="7836" y="10971"/>
                        <a:pt x="7389" y="10523"/>
                      </a:cubicBezTo>
                      <a:lnTo>
                        <a:pt x="672" y="3806"/>
                      </a:lnTo>
                      <a:cubicBezTo>
                        <a:pt x="-224" y="2911"/>
                        <a:pt x="-224" y="1567"/>
                        <a:pt x="672" y="672"/>
                      </a:cubicBezTo>
                      <a:cubicBezTo>
                        <a:pt x="1567" y="-224"/>
                        <a:pt x="2911" y="-224"/>
                        <a:pt x="3806" y="672"/>
                      </a:cubicBezTo>
                      <a:lnTo>
                        <a:pt x="10523" y="7388"/>
                      </a:lnTo>
                      <a:cubicBezTo>
                        <a:pt x="11418" y="8284"/>
                        <a:pt x="11418" y="9627"/>
                        <a:pt x="10523" y="10523"/>
                      </a:cubicBezTo>
                      <a:cubicBezTo>
                        <a:pt x="10523" y="10971"/>
                        <a:pt x="10075" y="10971"/>
                        <a:pt x="9179" y="1097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72" name="Freeform: Shape 4368">
                  <a:extLst>
                    <a:ext uri="{FF2B5EF4-FFF2-40B4-BE49-F238E27FC236}">
                      <a16:creationId xmlns:a16="http://schemas.microsoft.com/office/drawing/2014/main" id="{FE1A57EF-AB5C-BFF0-50FB-393C190BE0D2}"/>
                    </a:ext>
                  </a:extLst>
                </p:cNvPr>
                <p:cNvSpPr/>
                <p:nvPr/>
              </p:nvSpPr>
              <p:spPr>
                <a:xfrm>
                  <a:off x="5666643" y="3297998"/>
                  <a:ext cx="17911" cy="17911"/>
                </a:xfrm>
                <a:custGeom>
                  <a:avLst/>
                  <a:gdLst>
                    <a:gd name="connsiteX0" fmla="*/ 20150 w 17911"/>
                    <a:gd name="connsiteY0" fmla="*/ 17016 h 17911"/>
                    <a:gd name="connsiteX1" fmla="*/ 15672 w 17911"/>
                    <a:gd name="connsiteY1" fmla="*/ 12538 h 17911"/>
                    <a:gd name="connsiteX2" fmla="*/ 15672 w 17911"/>
                    <a:gd name="connsiteY2" fmla="*/ 2239 h 17911"/>
                    <a:gd name="connsiteX3" fmla="*/ 13433 w 17911"/>
                    <a:gd name="connsiteY3" fmla="*/ 0 h 17911"/>
                    <a:gd name="connsiteX4" fmla="*/ 11195 w 17911"/>
                    <a:gd name="connsiteY4" fmla="*/ 2239 h 17911"/>
                    <a:gd name="connsiteX5" fmla="*/ 11195 w 17911"/>
                    <a:gd name="connsiteY5" fmla="*/ 11195 h 17911"/>
                    <a:gd name="connsiteX6" fmla="*/ 2239 w 17911"/>
                    <a:gd name="connsiteY6" fmla="*/ 11195 h 17911"/>
                    <a:gd name="connsiteX7" fmla="*/ 0 w 17911"/>
                    <a:gd name="connsiteY7" fmla="*/ 13433 h 17911"/>
                    <a:gd name="connsiteX8" fmla="*/ 2239 w 17911"/>
                    <a:gd name="connsiteY8" fmla="*/ 15672 h 17911"/>
                    <a:gd name="connsiteX9" fmla="*/ 12538 w 17911"/>
                    <a:gd name="connsiteY9" fmla="*/ 15672 h 17911"/>
                    <a:gd name="connsiteX10" fmla="*/ 17016 w 17911"/>
                    <a:gd name="connsiteY10" fmla="*/ 20150 h 17911"/>
                    <a:gd name="connsiteX11" fmla="*/ 18807 w 17911"/>
                    <a:gd name="connsiteY11" fmla="*/ 20598 h 17911"/>
                    <a:gd name="connsiteX12" fmla="*/ 20598 w 17911"/>
                    <a:gd name="connsiteY12" fmla="*/ 20150 h 17911"/>
                    <a:gd name="connsiteX13" fmla="*/ 20150 w 17911"/>
                    <a:gd name="connsiteY13" fmla="*/ 17016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11" h="17911">
                      <a:moveTo>
                        <a:pt x="20150" y="17016"/>
                      </a:moveTo>
                      <a:lnTo>
                        <a:pt x="15672" y="12538"/>
                      </a:lnTo>
                      <a:lnTo>
                        <a:pt x="15672" y="2239"/>
                      </a:lnTo>
                      <a:cubicBezTo>
                        <a:pt x="15672" y="896"/>
                        <a:pt x="14777" y="0"/>
                        <a:pt x="13433" y="0"/>
                      </a:cubicBezTo>
                      <a:cubicBezTo>
                        <a:pt x="12090" y="0"/>
                        <a:pt x="11195" y="896"/>
                        <a:pt x="11195" y="2239"/>
                      </a:cubicBezTo>
                      <a:lnTo>
                        <a:pt x="11195" y="11195"/>
                      </a:lnTo>
                      <a:lnTo>
                        <a:pt x="2239" y="11195"/>
                      </a:lnTo>
                      <a:cubicBezTo>
                        <a:pt x="896" y="11195"/>
                        <a:pt x="0" y="12090"/>
                        <a:pt x="0" y="13433"/>
                      </a:cubicBezTo>
                      <a:cubicBezTo>
                        <a:pt x="0" y="14777"/>
                        <a:pt x="896" y="15672"/>
                        <a:pt x="2239" y="15672"/>
                      </a:cubicBezTo>
                      <a:lnTo>
                        <a:pt x="12538" y="15672"/>
                      </a:lnTo>
                      <a:lnTo>
                        <a:pt x="17016" y="20150"/>
                      </a:lnTo>
                      <a:cubicBezTo>
                        <a:pt x="17464" y="20598"/>
                        <a:pt x="17911" y="20598"/>
                        <a:pt x="18807" y="20598"/>
                      </a:cubicBezTo>
                      <a:cubicBezTo>
                        <a:pt x="19703" y="20598"/>
                        <a:pt x="20150" y="20598"/>
                        <a:pt x="20598" y="20150"/>
                      </a:cubicBezTo>
                      <a:cubicBezTo>
                        <a:pt x="21046" y="19255"/>
                        <a:pt x="21046" y="17911"/>
                        <a:pt x="20150" y="1701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73" name="Freeform: Shape 4369">
                  <a:extLst>
                    <a:ext uri="{FF2B5EF4-FFF2-40B4-BE49-F238E27FC236}">
                      <a16:creationId xmlns:a16="http://schemas.microsoft.com/office/drawing/2014/main" id="{403EE9D5-F22E-8C37-4A8E-FBC385827964}"/>
                    </a:ext>
                  </a:extLst>
                </p:cNvPr>
                <p:cNvSpPr/>
                <p:nvPr/>
              </p:nvSpPr>
              <p:spPr>
                <a:xfrm>
                  <a:off x="5691495" y="3323298"/>
                  <a:ext cx="8956" cy="8956"/>
                </a:xfrm>
                <a:custGeom>
                  <a:avLst/>
                  <a:gdLst>
                    <a:gd name="connsiteX0" fmla="*/ 9179 w 8955"/>
                    <a:gd name="connsiteY0" fmla="*/ 10971 h 8955"/>
                    <a:gd name="connsiteX1" fmla="*/ 7389 w 8955"/>
                    <a:gd name="connsiteY1" fmla="*/ 10523 h 8955"/>
                    <a:gd name="connsiteX2" fmla="*/ 672 w 8955"/>
                    <a:gd name="connsiteY2" fmla="*/ 3806 h 8955"/>
                    <a:gd name="connsiteX3" fmla="*/ 672 w 8955"/>
                    <a:gd name="connsiteY3" fmla="*/ 672 h 8955"/>
                    <a:gd name="connsiteX4" fmla="*/ 3806 w 8955"/>
                    <a:gd name="connsiteY4" fmla="*/ 672 h 8955"/>
                    <a:gd name="connsiteX5" fmla="*/ 10523 w 8955"/>
                    <a:gd name="connsiteY5" fmla="*/ 7388 h 8955"/>
                    <a:gd name="connsiteX6" fmla="*/ 10523 w 8955"/>
                    <a:gd name="connsiteY6" fmla="*/ 10523 h 8955"/>
                    <a:gd name="connsiteX7" fmla="*/ 9179 w 8955"/>
                    <a:gd name="connsiteY7" fmla="*/ 10971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8955">
                      <a:moveTo>
                        <a:pt x="9179" y="10971"/>
                      </a:moveTo>
                      <a:cubicBezTo>
                        <a:pt x="8732" y="10971"/>
                        <a:pt x="7836" y="10971"/>
                        <a:pt x="7389" y="10523"/>
                      </a:cubicBezTo>
                      <a:lnTo>
                        <a:pt x="672" y="3806"/>
                      </a:lnTo>
                      <a:cubicBezTo>
                        <a:pt x="-224" y="2911"/>
                        <a:pt x="-224" y="1567"/>
                        <a:pt x="672" y="672"/>
                      </a:cubicBezTo>
                      <a:cubicBezTo>
                        <a:pt x="1567" y="-224"/>
                        <a:pt x="2911" y="-224"/>
                        <a:pt x="3806" y="672"/>
                      </a:cubicBezTo>
                      <a:lnTo>
                        <a:pt x="10523" y="7388"/>
                      </a:lnTo>
                      <a:cubicBezTo>
                        <a:pt x="11418" y="8284"/>
                        <a:pt x="11418" y="9627"/>
                        <a:pt x="10523" y="10523"/>
                      </a:cubicBezTo>
                      <a:cubicBezTo>
                        <a:pt x="10075" y="10971"/>
                        <a:pt x="9628" y="10971"/>
                        <a:pt x="9179" y="1097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74" name="Freeform: Shape 4370">
                  <a:extLst>
                    <a:ext uri="{FF2B5EF4-FFF2-40B4-BE49-F238E27FC236}">
                      <a16:creationId xmlns:a16="http://schemas.microsoft.com/office/drawing/2014/main" id="{252471F8-27BC-1E2E-2E9C-FE1A974CA96B}"/>
                    </a:ext>
                  </a:extLst>
                </p:cNvPr>
                <p:cNvSpPr/>
                <p:nvPr/>
              </p:nvSpPr>
              <p:spPr>
                <a:xfrm>
                  <a:off x="5613581" y="3297998"/>
                  <a:ext cx="17911" cy="17911"/>
                </a:xfrm>
                <a:custGeom>
                  <a:avLst/>
                  <a:gdLst>
                    <a:gd name="connsiteX0" fmla="*/ 18583 w 17911"/>
                    <a:gd name="connsiteY0" fmla="*/ 11195 h 17911"/>
                    <a:gd name="connsiteX1" fmla="*/ 9628 w 17911"/>
                    <a:gd name="connsiteY1" fmla="*/ 11195 h 17911"/>
                    <a:gd name="connsiteX2" fmla="*/ 9628 w 17911"/>
                    <a:gd name="connsiteY2" fmla="*/ 2239 h 17911"/>
                    <a:gd name="connsiteX3" fmla="*/ 7389 w 17911"/>
                    <a:gd name="connsiteY3" fmla="*/ 0 h 17911"/>
                    <a:gd name="connsiteX4" fmla="*/ 5150 w 17911"/>
                    <a:gd name="connsiteY4" fmla="*/ 2239 h 17911"/>
                    <a:gd name="connsiteX5" fmla="*/ 5150 w 17911"/>
                    <a:gd name="connsiteY5" fmla="*/ 12538 h 17911"/>
                    <a:gd name="connsiteX6" fmla="*/ 672 w 17911"/>
                    <a:gd name="connsiteY6" fmla="*/ 17016 h 17911"/>
                    <a:gd name="connsiteX7" fmla="*/ 672 w 17911"/>
                    <a:gd name="connsiteY7" fmla="*/ 20150 h 17911"/>
                    <a:gd name="connsiteX8" fmla="*/ 2463 w 17911"/>
                    <a:gd name="connsiteY8" fmla="*/ 20598 h 17911"/>
                    <a:gd name="connsiteX9" fmla="*/ 4254 w 17911"/>
                    <a:gd name="connsiteY9" fmla="*/ 20150 h 17911"/>
                    <a:gd name="connsiteX10" fmla="*/ 8732 w 17911"/>
                    <a:gd name="connsiteY10" fmla="*/ 15672 h 17911"/>
                    <a:gd name="connsiteX11" fmla="*/ 19031 w 17911"/>
                    <a:gd name="connsiteY11" fmla="*/ 15672 h 17911"/>
                    <a:gd name="connsiteX12" fmla="*/ 21270 w 17911"/>
                    <a:gd name="connsiteY12" fmla="*/ 13433 h 17911"/>
                    <a:gd name="connsiteX13" fmla="*/ 18583 w 17911"/>
                    <a:gd name="connsiteY13" fmla="*/ 11195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11" h="17911">
                      <a:moveTo>
                        <a:pt x="18583" y="11195"/>
                      </a:moveTo>
                      <a:lnTo>
                        <a:pt x="9628" y="11195"/>
                      </a:lnTo>
                      <a:lnTo>
                        <a:pt x="9628" y="2239"/>
                      </a:lnTo>
                      <a:cubicBezTo>
                        <a:pt x="9628" y="896"/>
                        <a:pt x="8732" y="0"/>
                        <a:pt x="7389" y="0"/>
                      </a:cubicBezTo>
                      <a:cubicBezTo>
                        <a:pt x="6045" y="0"/>
                        <a:pt x="5150" y="896"/>
                        <a:pt x="5150" y="2239"/>
                      </a:cubicBezTo>
                      <a:lnTo>
                        <a:pt x="5150" y="12538"/>
                      </a:lnTo>
                      <a:lnTo>
                        <a:pt x="672" y="17016"/>
                      </a:lnTo>
                      <a:cubicBezTo>
                        <a:pt x="-224" y="17911"/>
                        <a:pt x="-224" y="19255"/>
                        <a:pt x="672" y="20150"/>
                      </a:cubicBezTo>
                      <a:cubicBezTo>
                        <a:pt x="1120" y="20598"/>
                        <a:pt x="1567" y="20598"/>
                        <a:pt x="2463" y="20598"/>
                      </a:cubicBezTo>
                      <a:cubicBezTo>
                        <a:pt x="3359" y="20598"/>
                        <a:pt x="3806" y="20598"/>
                        <a:pt x="4254" y="20150"/>
                      </a:cubicBezTo>
                      <a:lnTo>
                        <a:pt x="8732" y="15672"/>
                      </a:lnTo>
                      <a:lnTo>
                        <a:pt x="19031" y="15672"/>
                      </a:lnTo>
                      <a:cubicBezTo>
                        <a:pt x="20374" y="15672"/>
                        <a:pt x="21270" y="14777"/>
                        <a:pt x="21270" y="13433"/>
                      </a:cubicBezTo>
                      <a:cubicBezTo>
                        <a:pt x="20822" y="12090"/>
                        <a:pt x="19479" y="11195"/>
                        <a:pt x="18583" y="1119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75" name="Freeform: Shape 4371">
                  <a:extLst>
                    <a:ext uri="{FF2B5EF4-FFF2-40B4-BE49-F238E27FC236}">
                      <a16:creationId xmlns:a16="http://schemas.microsoft.com/office/drawing/2014/main" id="{F4ABD65E-4680-79D9-6AB1-5457F30406BA}"/>
                    </a:ext>
                  </a:extLst>
                </p:cNvPr>
                <p:cNvSpPr/>
                <p:nvPr/>
              </p:nvSpPr>
              <p:spPr>
                <a:xfrm>
                  <a:off x="5597461" y="3323298"/>
                  <a:ext cx="8956" cy="8956"/>
                </a:xfrm>
                <a:custGeom>
                  <a:avLst/>
                  <a:gdLst>
                    <a:gd name="connsiteX0" fmla="*/ 2463 w 8955"/>
                    <a:gd name="connsiteY0" fmla="*/ 10971 h 8955"/>
                    <a:gd name="connsiteX1" fmla="*/ 672 w 8955"/>
                    <a:gd name="connsiteY1" fmla="*/ 10523 h 8955"/>
                    <a:gd name="connsiteX2" fmla="*/ 672 w 8955"/>
                    <a:gd name="connsiteY2" fmla="*/ 7388 h 8955"/>
                    <a:gd name="connsiteX3" fmla="*/ 7389 w 8955"/>
                    <a:gd name="connsiteY3" fmla="*/ 672 h 8955"/>
                    <a:gd name="connsiteX4" fmla="*/ 10523 w 8955"/>
                    <a:gd name="connsiteY4" fmla="*/ 672 h 8955"/>
                    <a:gd name="connsiteX5" fmla="*/ 10523 w 8955"/>
                    <a:gd name="connsiteY5" fmla="*/ 3806 h 8955"/>
                    <a:gd name="connsiteX6" fmla="*/ 3806 w 8955"/>
                    <a:gd name="connsiteY6" fmla="*/ 10523 h 8955"/>
                    <a:gd name="connsiteX7" fmla="*/ 2463 w 8955"/>
                    <a:gd name="connsiteY7" fmla="*/ 10971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8955">
                      <a:moveTo>
                        <a:pt x="2463" y="10971"/>
                      </a:moveTo>
                      <a:cubicBezTo>
                        <a:pt x="2015" y="10971"/>
                        <a:pt x="1120" y="10971"/>
                        <a:pt x="672" y="10523"/>
                      </a:cubicBezTo>
                      <a:cubicBezTo>
                        <a:pt x="-224" y="9627"/>
                        <a:pt x="-224" y="8284"/>
                        <a:pt x="672" y="7388"/>
                      </a:cubicBezTo>
                      <a:lnTo>
                        <a:pt x="7389" y="672"/>
                      </a:lnTo>
                      <a:cubicBezTo>
                        <a:pt x="8284" y="-224"/>
                        <a:pt x="9628" y="-224"/>
                        <a:pt x="10523" y="672"/>
                      </a:cubicBezTo>
                      <a:cubicBezTo>
                        <a:pt x="11418" y="1567"/>
                        <a:pt x="11418" y="2911"/>
                        <a:pt x="10523" y="3806"/>
                      </a:cubicBezTo>
                      <a:lnTo>
                        <a:pt x="3806" y="10523"/>
                      </a:lnTo>
                      <a:cubicBezTo>
                        <a:pt x="3806" y="10971"/>
                        <a:pt x="3359" y="10971"/>
                        <a:pt x="2463" y="1097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76" name="Freeform: Shape 4372">
                  <a:extLst>
                    <a:ext uri="{FF2B5EF4-FFF2-40B4-BE49-F238E27FC236}">
                      <a16:creationId xmlns:a16="http://schemas.microsoft.com/office/drawing/2014/main" id="{306E09DE-58F6-52C9-DEBC-5DA3BA1579D8}"/>
                    </a:ext>
                  </a:extLst>
                </p:cNvPr>
                <p:cNvSpPr/>
                <p:nvPr/>
              </p:nvSpPr>
              <p:spPr>
                <a:xfrm>
                  <a:off x="5581117" y="3212472"/>
                  <a:ext cx="138812" cy="138812"/>
                </a:xfrm>
                <a:custGeom>
                  <a:avLst/>
                  <a:gdLst>
                    <a:gd name="connsiteX0" fmla="*/ 138812 w 138812"/>
                    <a:gd name="connsiteY0" fmla="*/ 2239 h 138812"/>
                    <a:gd name="connsiteX1" fmla="*/ 138812 w 138812"/>
                    <a:gd name="connsiteY1" fmla="*/ 1343 h 138812"/>
                    <a:gd name="connsiteX2" fmla="*/ 137469 w 138812"/>
                    <a:gd name="connsiteY2" fmla="*/ 0 h 138812"/>
                    <a:gd name="connsiteX3" fmla="*/ 136573 w 138812"/>
                    <a:gd name="connsiteY3" fmla="*/ 0 h 138812"/>
                    <a:gd name="connsiteX4" fmla="*/ 2239 w 138812"/>
                    <a:gd name="connsiteY4" fmla="*/ 0 h 138812"/>
                    <a:gd name="connsiteX5" fmla="*/ 1344 w 138812"/>
                    <a:gd name="connsiteY5" fmla="*/ 0 h 138812"/>
                    <a:gd name="connsiteX6" fmla="*/ 0 w 138812"/>
                    <a:gd name="connsiteY6" fmla="*/ 1343 h 138812"/>
                    <a:gd name="connsiteX7" fmla="*/ 0 w 138812"/>
                    <a:gd name="connsiteY7" fmla="*/ 2239 h 138812"/>
                    <a:gd name="connsiteX8" fmla="*/ 0 w 138812"/>
                    <a:gd name="connsiteY8" fmla="*/ 136574 h 138812"/>
                    <a:gd name="connsiteX9" fmla="*/ 0 w 138812"/>
                    <a:gd name="connsiteY9" fmla="*/ 137469 h 138812"/>
                    <a:gd name="connsiteX10" fmla="*/ 1344 w 138812"/>
                    <a:gd name="connsiteY10" fmla="*/ 138812 h 138812"/>
                    <a:gd name="connsiteX11" fmla="*/ 2239 w 138812"/>
                    <a:gd name="connsiteY11" fmla="*/ 138812 h 138812"/>
                    <a:gd name="connsiteX12" fmla="*/ 136573 w 138812"/>
                    <a:gd name="connsiteY12" fmla="*/ 138812 h 138812"/>
                    <a:gd name="connsiteX13" fmla="*/ 137469 w 138812"/>
                    <a:gd name="connsiteY13" fmla="*/ 138812 h 138812"/>
                    <a:gd name="connsiteX14" fmla="*/ 138812 w 138812"/>
                    <a:gd name="connsiteY14" fmla="*/ 137469 h 138812"/>
                    <a:gd name="connsiteX15" fmla="*/ 138812 w 138812"/>
                    <a:gd name="connsiteY15" fmla="*/ 136574 h 138812"/>
                    <a:gd name="connsiteX16" fmla="*/ 138812 w 138812"/>
                    <a:gd name="connsiteY16" fmla="*/ 2239 h 138812"/>
                    <a:gd name="connsiteX17" fmla="*/ 127618 w 138812"/>
                    <a:gd name="connsiteY17" fmla="*/ 124931 h 138812"/>
                    <a:gd name="connsiteX18" fmla="*/ 124484 w 138812"/>
                    <a:gd name="connsiteY18" fmla="*/ 124931 h 138812"/>
                    <a:gd name="connsiteX19" fmla="*/ 124484 w 138812"/>
                    <a:gd name="connsiteY19" fmla="*/ 128066 h 138812"/>
                    <a:gd name="connsiteX20" fmla="*/ 130752 w 138812"/>
                    <a:gd name="connsiteY20" fmla="*/ 134335 h 138812"/>
                    <a:gd name="connsiteX21" fmla="*/ 7164 w 138812"/>
                    <a:gd name="connsiteY21" fmla="*/ 134335 h 138812"/>
                    <a:gd name="connsiteX22" fmla="*/ 13433 w 138812"/>
                    <a:gd name="connsiteY22" fmla="*/ 128066 h 138812"/>
                    <a:gd name="connsiteX23" fmla="*/ 13433 w 138812"/>
                    <a:gd name="connsiteY23" fmla="*/ 124931 h 138812"/>
                    <a:gd name="connsiteX24" fmla="*/ 10299 w 138812"/>
                    <a:gd name="connsiteY24" fmla="*/ 124931 h 138812"/>
                    <a:gd name="connsiteX25" fmla="*/ 4030 w 138812"/>
                    <a:gd name="connsiteY25" fmla="*/ 131200 h 138812"/>
                    <a:gd name="connsiteX26" fmla="*/ 4030 w 138812"/>
                    <a:gd name="connsiteY26" fmla="*/ 7612 h 138812"/>
                    <a:gd name="connsiteX27" fmla="*/ 10299 w 138812"/>
                    <a:gd name="connsiteY27" fmla="*/ 13881 h 138812"/>
                    <a:gd name="connsiteX28" fmla="*/ 12090 w 138812"/>
                    <a:gd name="connsiteY28" fmla="*/ 14329 h 138812"/>
                    <a:gd name="connsiteX29" fmla="*/ 13881 w 138812"/>
                    <a:gd name="connsiteY29" fmla="*/ 13881 h 138812"/>
                    <a:gd name="connsiteX30" fmla="*/ 13881 w 138812"/>
                    <a:gd name="connsiteY30" fmla="*/ 10747 h 138812"/>
                    <a:gd name="connsiteX31" fmla="*/ 7612 w 138812"/>
                    <a:gd name="connsiteY31" fmla="*/ 4478 h 138812"/>
                    <a:gd name="connsiteX32" fmla="*/ 131200 w 138812"/>
                    <a:gd name="connsiteY32" fmla="*/ 4478 h 138812"/>
                    <a:gd name="connsiteX33" fmla="*/ 124931 w 138812"/>
                    <a:gd name="connsiteY33" fmla="*/ 10747 h 138812"/>
                    <a:gd name="connsiteX34" fmla="*/ 124931 w 138812"/>
                    <a:gd name="connsiteY34" fmla="*/ 13881 h 138812"/>
                    <a:gd name="connsiteX35" fmla="*/ 126722 w 138812"/>
                    <a:gd name="connsiteY35" fmla="*/ 14329 h 138812"/>
                    <a:gd name="connsiteX36" fmla="*/ 128513 w 138812"/>
                    <a:gd name="connsiteY36" fmla="*/ 13881 h 138812"/>
                    <a:gd name="connsiteX37" fmla="*/ 134782 w 138812"/>
                    <a:gd name="connsiteY37" fmla="*/ 7612 h 138812"/>
                    <a:gd name="connsiteX38" fmla="*/ 134782 w 138812"/>
                    <a:gd name="connsiteY38" fmla="*/ 131200 h 138812"/>
                    <a:gd name="connsiteX39" fmla="*/ 127618 w 138812"/>
                    <a:gd name="connsiteY39" fmla="*/ 124931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8812" h="138812">
                      <a:moveTo>
                        <a:pt x="138812" y="2239"/>
                      </a:moveTo>
                      <a:cubicBezTo>
                        <a:pt x="138812" y="1791"/>
                        <a:pt x="138812" y="1791"/>
                        <a:pt x="138812" y="1343"/>
                      </a:cubicBezTo>
                      <a:cubicBezTo>
                        <a:pt x="138365" y="896"/>
                        <a:pt x="138365" y="448"/>
                        <a:pt x="137469" y="0"/>
                      </a:cubicBezTo>
                      <a:cubicBezTo>
                        <a:pt x="137021" y="0"/>
                        <a:pt x="137021" y="0"/>
                        <a:pt x="136573" y="0"/>
                      </a:cubicBezTo>
                      <a:lnTo>
                        <a:pt x="2239" y="0"/>
                      </a:lnTo>
                      <a:cubicBezTo>
                        <a:pt x="1791" y="0"/>
                        <a:pt x="1791" y="0"/>
                        <a:pt x="1344" y="0"/>
                      </a:cubicBezTo>
                      <a:cubicBezTo>
                        <a:pt x="895" y="448"/>
                        <a:pt x="448" y="448"/>
                        <a:pt x="0" y="1343"/>
                      </a:cubicBezTo>
                      <a:cubicBezTo>
                        <a:pt x="0" y="1791"/>
                        <a:pt x="0" y="1791"/>
                        <a:pt x="0" y="2239"/>
                      </a:cubicBezTo>
                      <a:lnTo>
                        <a:pt x="0" y="136574"/>
                      </a:lnTo>
                      <a:cubicBezTo>
                        <a:pt x="0" y="137021"/>
                        <a:pt x="0" y="137021"/>
                        <a:pt x="0" y="137469"/>
                      </a:cubicBezTo>
                      <a:cubicBezTo>
                        <a:pt x="448" y="137917"/>
                        <a:pt x="448" y="138365"/>
                        <a:pt x="1344" y="138812"/>
                      </a:cubicBezTo>
                      <a:cubicBezTo>
                        <a:pt x="1791" y="138812"/>
                        <a:pt x="1791" y="138812"/>
                        <a:pt x="2239" y="138812"/>
                      </a:cubicBezTo>
                      <a:lnTo>
                        <a:pt x="136573" y="138812"/>
                      </a:lnTo>
                      <a:cubicBezTo>
                        <a:pt x="137021" y="138812"/>
                        <a:pt x="137021" y="138812"/>
                        <a:pt x="137469" y="138812"/>
                      </a:cubicBezTo>
                      <a:cubicBezTo>
                        <a:pt x="137917" y="138365"/>
                        <a:pt x="138365" y="138365"/>
                        <a:pt x="138812" y="137469"/>
                      </a:cubicBezTo>
                      <a:cubicBezTo>
                        <a:pt x="138812" y="137021"/>
                        <a:pt x="138812" y="137021"/>
                        <a:pt x="138812" y="136574"/>
                      </a:cubicBezTo>
                      <a:lnTo>
                        <a:pt x="138812" y="2239"/>
                      </a:lnTo>
                      <a:close/>
                      <a:moveTo>
                        <a:pt x="127618" y="124931"/>
                      </a:moveTo>
                      <a:cubicBezTo>
                        <a:pt x="126722" y="124035"/>
                        <a:pt x="125379" y="124035"/>
                        <a:pt x="124484" y="124931"/>
                      </a:cubicBezTo>
                      <a:cubicBezTo>
                        <a:pt x="123588" y="125827"/>
                        <a:pt x="123588" y="127170"/>
                        <a:pt x="124484" y="128066"/>
                      </a:cubicBezTo>
                      <a:lnTo>
                        <a:pt x="130752" y="134335"/>
                      </a:lnTo>
                      <a:lnTo>
                        <a:pt x="7164" y="134335"/>
                      </a:lnTo>
                      <a:lnTo>
                        <a:pt x="13433" y="128066"/>
                      </a:lnTo>
                      <a:cubicBezTo>
                        <a:pt x="14329" y="127170"/>
                        <a:pt x="14329" y="125827"/>
                        <a:pt x="13433" y="124931"/>
                      </a:cubicBezTo>
                      <a:cubicBezTo>
                        <a:pt x="12538" y="124035"/>
                        <a:pt x="11195" y="124035"/>
                        <a:pt x="10299" y="124931"/>
                      </a:cubicBezTo>
                      <a:lnTo>
                        <a:pt x="4030" y="131200"/>
                      </a:lnTo>
                      <a:lnTo>
                        <a:pt x="4030" y="7612"/>
                      </a:lnTo>
                      <a:lnTo>
                        <a:pt x="10299" y="13881"/>
                      </a:lnTo>
                      <a:cubicBezTo>
                        <a:pt x="10747" y="14329"/>
                        <a:pt x="11195" y="14329"/>
                        <a:pt x="12090" y="14329"/>
                      </a:cubicBezTo>
                      <a:cubicBezTo>
                        <a:pt x="12986" y="14329"/>
                        <a:pt x="13433" y="14329"/>
                        <a:pt x="13881" y="13881"/>
                      </a:cubicBezTo>
                      <a:cubicBezTo>
                        <a:pt x="14777" y="12986"/>
                        <a:pt x="14777" y="11642"/>
                        <a:pt x="13881" y="10747"/>
                      </a:cubicBezTo>
                      <a:lnTo>
                        <a:pt x="7612" y="4478"/>
                      </a:lnTo>
                      <a:lnTo>
                        <a:pt x="131200" y="4478"/>
                      </a:lnTo>
                      <a:lnTo>
                        <a:pt x="124931" y="10747"/>
                      </a:lnTo>
                      <a:cubicBezTo>
                        <a:pt x="124035" y="11642"/>
                        <a:pt x="124035" y="12986"/>
                        <a:pt x="124931" y="13881"/>
                      </a:cubicBezTo>
                      <a:cubicBezTo>
                        <a:pt x="125379" y="14329"/>
                        <a:pt x="125827" y="14329"/>
                        <a:pt x="126722" y="14329"/>
                      </a:cubicBezTo>
                      <a:cubicBezTo>
                        <a:pt x="127618" y="14329"/>
                        <a:pt x="128065" y="14329"/>
                        <a:pt x="128513" y="13881"/>
                      </a:cubicBezTo>
                      <a:lnTo>
                        <a:pt x="134782" y="7612"/>
                      </a:lnTo>
                      <a:lnTo>
                        <a:pt x="134782" y="131200"/>
                      </a:lnTo>
                      <a:lnTo>
                        <a:pt x="127618" y="12493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477" name="Group 4373">
                <a:extLst>
                  <a:ext uri="{FF2B5EF4-FFF2-40B4-BE49-F238E27FC236}">
                    <a16:creationId xmlns:a16="http://schemas.microsoft.com/office/drawing/2014/main" id="{462B8913-372A-7F33-CB97-31F0BB0671A4}"/>
                  </a:ext>
                  <a:ext uri="{C183D7F6-B498-43B3-948B-1728B52AA6E4}">
                    <adec:decorative xmlns:adec="http://schemas.microsoft.com/office/drawing/2017/decorative" val="1"/>
                  </a:ext>
                </a:extLst>
              </p:cNvPr>
              <p:cNvGrpSpPr>
                <a:grpSpLocks noChangeAspect="1"/>
              </p:cNvGrpSpPr>
              <p:nvPr/>
            </p:nvGrpSpPr>
            <p:grpSpPr>
              <a:xfrm>
                <a:off x="544013" y="4245238"/>
                <a:ext cx="152246" cy="152246"/>
                <a:chOff x="584767" y="3509799"/>
                <a:chExt cx="152246" cy="152246"/>
              </a:xfrm>
            </p:grpSpPr>
            <p:sp>
              <p:nvSpPr>
                <p:cNvPr id="478" name="Freeform: Shape 4374">
                  <a:extLst>
                    <a:ext uri="{FF2B5EF4-FFF2-40B4-BE49-F238E27FC236}">
                      <a16:creationId xmlns:a16="http://schemas.microsoft.com/office/drawing/2014/main" id="{9A783A2B-1589-AE44-9703-93FCA7DD24D5}"/>
                    </a:ext>
                  </a:extLst>
                </p:cNvPr>
                <p:cNvSpPr/>
                <p:nvPr/>
              </p:nvSpPr>
              <p:spPr>
                <a:xfrm>
                  <a:off x="631337" y="3552450"/>
                  <a:ext cx="58212" cy="62689"/>
                </a:xfrm>
                <a:custGeom>
                  <a:avLst/>
                  <a:gdLst>
                    <a:gd name="connsiteX0" fmla="*/ 59107 w 58211"/>
                    <a:gd name="connsiteY0" fmla="*/ 16904 h 62689"/>
                    <a:gd name="connsiteX1" fmla="*/ 59107 w 58211"/>
                    <a:gd name="connsiteY1" fmla="*/ 16904 h 62689"/>
                    <a:gd name="connsiteX2" fmla="*/ 58212 w 58211"/>
                    <a:gd name="connsiteY2" fmla="*/ 16008 h 62689"/>
                    <a:gd name="connsiteX3" fmla="*/ 58212 w 58211"/>
                    <a:gd name="connsiteY3" fmla="*/ 16008 h 62689"/>
                    <a:gd name="connsiteX4" fmla="*/ 30897 w 58211"/>
                    <a:gd name="connsiteY4" fmla="*/ 336 h 62689"/>
                    <a:gd name="connsiteX5" fmla="*/ 28658 w 58211"/>
                    <a:gd name="connsiteY5" fmla="*/ 336 h 62689"/>
                    <a:gd name="connsiteX6" fmla="*/ 1343 w 58211"/>
                    <a:gd name="connsiteY6" fmla="*/ 16008 h 62689"/>
                    <a:gd name="connsiteX7" fmla="*/ 0 w 58211"/>
                    <a:gd name="connsiteY7" fmla="*/ 17799 h 62689"/>
                    <a:gd name="connsiteX8" fmla="*/ 0 w 58211"/>
                    <a:gd name="connsiteY8" fmla="*/ 49144 h 62689"/>
                    <a:gd name="connsiteX9" fmla="*/ 1343 w 58211"/>
                    <a:gd name="connsiteY9" fmla="*/ 50935 h 62689"/>
                    <a:gd name="connsiteX10" fmla="*/ 28658 w 58211"/>
                    <a:gd name="connsiteY10" fmla="*/ 66608 h 62689"/>
                    <a:gd name="connsiteX11" fmla="*/ 28658 w 58211"/>
                    <a:gd name="connsiteY11" fmla="*/ 66608 h 62689"/>
                    <a:gd name="connsiteX12" fmla="*/ 29554 w 58211"/>
                    <a:gd name="connsiteY12" fmla="*/ 67055 h 62689"/>
                    <a:gd name="connsiteX13" fmla="*/ 29554 w 58211"/>
                    <a:gd name="connsiteY13" fmla="*/ 67055 h 62689"/>
                    <a:gd name="connsiteX14" fmla="*/ 29554 w 58211"/>
                    <a:gd name="connsiteY14" fmla="*/ 67055 h 62689"/>
                    <a:gd name="connsiteX15" fmla="*/ 29554 w 58211"/>
                    <a:gd name="connsiteY15" fmla="*/ 67055 h 62689"/>
                    <a:gd name="connsiteX16" fmla="*/ 30449 w 58211"/>
                    <a:gd name="connsiteY16" fmla="*/ 66608 h 62689"/>
                    <a:gd name="connsiteX17" fmla="*/ 57764 w 58211"/>
                    <a:gd name="connsiteY17" fmla="*/ 50935 h 62689"/>
                    <a:gd name="connsiteX18" fmla="*/ 59107 w 58211"/>
                    <a:gd name="connsiteY18" fmla="*/ 49144 h 62689"/>
                    <a:gd name="connsiteX19" fmla="*/ 59107 w 58211"/>
                    <a:gd name="connsiteY19" fmla="*/ 17799 h 62689"/>
                    <a:gd name="connsiteX20" fmla="*/ 59107 w 58211"/>
                    <a:gd name="connsiteY20" fmla="*/ 16904 h 62689"/>
                    <a:gd name="connsiteX21" fmla="*/ 30001 w 58211"/>
                    <a:gd name="connsiteY21" fmla="*/ 4814 h 62689"/>
                    <a:gd name="connsiteX22" fmla="*/ 52838 w 58211"/>
                    <a:gd name="connsiteY22" fmla="*/ 17799 h 62689"/>
                    <a:gd name="connsiteX23" fmla="*/ 30001 w 58211"/>
                    <a:gd name="connsiteY23" fmla="*/ 30785 h 62689"/>
                    <a:gd name="connsiteX24" fmla="*/ 7165 w 58211"/>
                    <a:gd name="connsiteY24" fmla="*/ 17799 h 62689"/>
                    <a:gd name="connsiteX25" fmla="*/ 30001 w 58211"/>
                    <a:gd name="connsiteY25" fmla="*/ 4814 h 62689"/>
                    <a:gd name="connsiteX26" fmla="*/ 4926 w 58211"/>
                    <a:gd name="connsiteY26" fmla="*/ 47801 h 62689"/>
                    <a:gd name="connsiteX27" fmla="*/ 4926 w 58211"/>
                    <a:gd name="connsiteY27" fmla="*/ 21381 h 62689"/>
                    <a:gd name="connsiteX28" fmla="*/ 27762 w 58211"/>
                    <a:gd name="connsiteY28" fmla="*/ 34367 h 62689"/>
                    <a:gd name="connsiteX29" fmla="*/ 27762 w 58211"/>
                    <a:gd name="connsiteY29" fmla="*/ 60786 h 62689"/>
                    <a:gd name="connsiteX30" fmla="*/ 4926 w 58211"/>
                    <a:gd name="connsiteY30" fmla="*/ 47801 h 62689"/>
                    <a:gd name="connsiteX31" fmla="*/ 32240 w 58211"/>
                    <a:gd name="connsiteY31" fmla="*/ 60786 h 62689"/>
                    <a:gd name="connsiteX32" fmla="*/ 32240 w 58211"/>
                    <a:gd name="connsiteY32" fmla="*/ 34367 h 62689"/>
                    <a:gd name="connsiteX33" fmla="*/ 55077 w 58211"/>
                    <a:gd name="connsiteY33" fmla="*/ 21381 h 62689"/>
                    <a:gd name="connsiteX34" fmla="*/ 55077 w 58211"/>
                    <a:gd name="connsiteY34" fmla="*/ 47801 h 62689"/>
                    <a:gd name="connsiteX35" fmla="*/ 32240 w 58211"/>
                    <a:gd name="connsiteY35" fmla="*/ 60786 h 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8211" h="62689">
                      <a:moveTo>
                        <a:pt x="59107" y="16904"/>
                      </a:moveTo>
                      <a:cubicBezTo>
                        <a:pt x="59107" y="16904"/>
                        <a:pt x="59107" y="16456"/>
                        <a:pt x="59107" y="16904"/>
                      </a:cubicBezTo>
                      <a:cubicBezTo>
                        <a:pt x="58659" y="16456"/>
                        <a:pt x="58659" y="16456"/>
                        <a:pt x="58212" y="16008"/>
                      </a:cubicBezTo>
                      <a:cubicBezTo>
                        <a:pt x="58212" y="16008"/>
                        <a:pt x="58212" y="16008"/>
                        <a:pt x="58212" y="16008"/>
                      </a:cubicBezTo>
                      <a:lnTo>
                        <a:pt x="30897" y="336"/>
                      </a:lnTo>
                      <a:cubicBezTo>
                        <a:pt x="30001" y="-112"/>
                        <a:pt x="29554" y="-112"/>
                        <a:pt x="28658" y="336"/>
                      </a:cubicBezTo>
                      <a:lnTo>
                        <a:pt x="1343" y="16008"/>
                      </a:lnTo>
                      <a:cubicBezTo>
                        <a:pt x="448" y="16456"/>
                        <a:pt x="0" y="17352"/>
                        <a:pt x="0" y="17799"/>
                      </a:cubicBezTo>
                      <a:lnTo>
                        <a:pt x="0" y="49144"/>
                      </a:lnTo>
                      <a:cubicBezTo>
                        <a:pt x="0" y="50040"/>
                        <a:pt x="448" y="50487"/>
                        <a:pt x="1343" y="50935"/>
                      </a:cubicBezTo>
                      <a:lnTo>
                        <a:pt x="28658" y="66608"/>
                      </a:lnTo>
                      <a:cubicBezTo>
                        <a:pt x="28658" y="66608"/>
                        <a:pt x="28658" y="66608"/>
                        <a:pt x="28658" y="66608"/>
                      </a:cubicBezTo>
                      <a:cubicBezTo>
                        <a:pt x="29106" y="66608"/>
                        <a:pt x="29106" y="67055"/>
                        <a:pt x="29554" y="67055"/>
                      </a:cubicBezTo>
                      <a:cubicBezTo>
                        <a:pt x="29554" y="67055"/>
                        <a:pt x="29554" y="67055"/>
                        <a:pt x="29554" y="67055"/>
                      </a:cubicBezTo>
                      <a:cubicBezTo>
                        <a:pt x="29554" y="67055"/>
                        <a:pt x="29554" y="67055"/>
                        <a:pt x="29554" y="67055"/>
                      </a:cubicBezTo>
                      <a:lnTo>
                        <a:pt x="29554" y="67055"/>
                      </a:lnTo>
                      <a:cubicBezTo>
                        <a:pt x="30001" y="67055"/>
                        <a:pt x="30449" y="67055"/>
                        <a:pt x="30449" y="66608"/>
                      </a:cubicBezTo>
                      <a:lnTo>
                        <a:pt x="57764" y="50935"/>
                      </a:lnTo>
                      <a:cubicBezTo>
                        <a:pt x="58659" y="50487"/>
                        <a:pt x="59107" y="49592"/>
                        <a:pt x="59107" y="49144"/>
                      </a:cubicBezTo>
                      <a:lnTo>
                        <a:pt x="59107" y="17799"/>
                      </a:lnTo>
                      <a:cubicBezTo>
                        <a:pt x="59555" y="17352"/>
                        <a:pt x="59107" y="16904"/>
                        <a:pt x="59107" y="16904"/>
                      </a:cubicBezTo>
                      <a:close/>
                      <a:moveTo>
                        <a:pt x="30001" y="4814"/>
                      </a:moveTo>
                      <a:lnTo>
                        <a:pt x="52838" y="17799"/>
                      </a:lnTo>
                      <a:lnTo>
                        <a:pt x="30001" y="30785"/>
                      </a:lnTo>
                      <a:lnTo>
                        <a:pt x="7165" y="17799"/>
                      </a:lnTo>
                      <a:lnTo>
                        <a:pt x="30001" y="4814"/>
                      </a:lnTo>
                      <a:close/>
                      <a:moveTo>
                        <a:pt x="4926" y="47801"/>
                      </a:moveTo>
                      <a:lnTo>
                        <a:pt x="4926" y="21381"/>
                      </a:lnTo>
                      <a:lnTo>
                        <a:pt x="27762" y="34367"/>
                      </a:lnTo>
                      <a:lnTo>
                        <a:pt x="27762" y="60786"/>
                      </a:lnTo>
                      <a:lnTo>
                        <a:pt x="4926" y="47801"/>
                      </a:lnTo>
                      <a:close/>
                      <a:moveTo>
                        <a:pt x="32240" y="60786"/>
                      </a:moveTo>
                      <a:lnTo>
                        <a:pt x="32240" y="34367"/>
                      </a:lnTo>
                      <a:lnTo>
                        <a:pt x="55077" y="21381"/>
                      </a:lnTo>
                      <a:lnTo>
                        <a:pt x="55077" y="47801"/>
                      </a:lnTo>
                      <a:lnTo>
                        <a:pt x="32240" y="607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79" name="Freeform: Shape 4375">
                  <a:extLst>
                    <a:ext uri="{FF2B5EF4-FFF2-40B4-BE49-F238E27FC236}">
                      <a16:creationId xmlns:a16="http://schemas.microsoft.com/office/drawing/2014/main" id="{C93D687C-2E9C-312F-EEF6-ED6B02DF41D7}"/>
                    </a:ext>
                  </a:extLst>
                </p:cNvPr>
                <p:cNvSpPr/>
                <p:nvPr/>
              </p:nvSpPr>
              <p:spPr>
                <a:xfrm>
                  <a:off x="584767" y="3509799"/>
                  <a:ext cx="152246" cy="152246"/>
                </a:xfrm>
                <a:custGeom>
                  <a:avLst/>
                  <a:gdLst>
                    <a:gd name="connsiteX0" fmla="*/ 89556 w 152245"/>
                    <a:gd name="connsiteY0" fmla="*/ 152246 h 152245"/>
                    <a:gd name="connsiteX1" fmla="*/ 63137 w 152245"/>
                    <a:gd name="connsiteY1" fmla="*/ 152246 h 152245"/>
                    <a:gd name="connsiteX2" fmla="*/ 60898 w 152245"/>
                    <a:gd name="connsiteY2" fmla="*/ 150902 h 152245"/>
                    <a:gd name="connsiteX3" fmla="*/ 56421 w 152245"/>
                    <a:gd name="connsiteY3" fmla="*/ 138812 h 152245"/>
                    <a:gd name="connsiteX4" fmla="*/ 45674 w 152245"/>
                    <a:gd name="connsiteY4" fmla="*/ 134335 h 152245"/>
                    <a:gd name="connsiteX5" fmla="*/ 34479 w 152245"/>
                    <a:gd name="connsiteY5" fmla="*/ 139708 h 152245"/>
                    <a:gd name="connsiteX6" fmla="*/ 31793 w 152245"/>
                    <a:gd name="connsiteY6" fmla="*/ 139260 h 152245"/>
                    <a:gd name="connsiteX7" fmla="*/ 12986 w 152245"/>
                    <a:gd name="connsiteY7" fmla="*/ 120453 h 152245"/>
                    <a:gd name="connsiteX8" fmla="*/ 12538 w 152245"/>
                    <a:gd name="connsiteY8" fmla="*/ 117767 h 152245"/>
                    <a:gd name="connsiteX9" fmla="*/ 17911 w 152245"/>
                    <a:gd name="connsiteY9" fmla="*/ 106124 h 152245"/>
                    <a:gd name="connsiteX10" fmla="*/ 13433 w 152245"/>
                    <a:gd name="connsiteY10" fmla="*/ 95377 h 152245"/>
                    <a:gd name="connsiteX11" fmla="*/ 1343 w 152245"/>
                    <a:gd name="connsiteY11" fmla="*/ 90900 h 152245"/>
                    <a:gd name="connsiteX12" fmla="*/ 0 w 152245"/>
                    <a:gd name="connsiteY12" fmla="*/ 88661 h 152245"/>
                    <a:gd name="connsiteX13" fmla="*/ 0 w 152245"/>
                    <a:gd name="connsiteY13" fmla="*/ 62242 h 152245"/>
                    <a:gd name="connsiteX14" fmla="*/ 1343 w 152245"/>
                    <a:gd name="connsiteY14" fmla="*/ 60003 h 152245"/>
                    <a:gd name="connsiteX15" fmla="*/ 13433 w 152245"/>
                    <a:gd name="connsiteY15" fmla="*/ 55525 h 152245"/>
                    <a:gd name="connsiteX16" fmla="*/ 17911 w 152245"/>
                    <a:gd name="connsiteY16" fmla="*/ 44778 h 152245"/>
                    <a:gd name="connsiteX17" fmla="*/ 12538 w 152245"/>
                    <a:gd name="connsiteY17" fmla="*/ 33136 h 152245"/>
                    <a:gd name="connsiteX18" fmla="*/ 13433 w 152245"/>
                    <a:gd name="connsiteY18" fmla="*/ 31793 h 152245"/>
                    <a:gd name="connsiteX19" fmla="*/ 32240 w 152245"/>
                    <a:gd name="connsiteY19" fmla="*/ 12986 h 152245"/>
                    <a:gd name="connsiteX20" fmla="*/ 34927 w 152245"/>
                    <a:gd name="connsiteY20" fmla="*/ 12538 h 152245"/>
                    <a:gd name="connsiteX21" fmla="*/ 46569 w 152245"/>
                    <a:gd name="connsiteY21" fmla="*/ 17911 h 152245"/>
                    <a:gd name="connsiteX22" fmla="*/ 57316 w 152245"/>
                    <a:gd name="connsiteY22" fmla="*/ 13433 h 152245"/>
                    <a:gd name="connsiteX23" fmla="*/ 61794 w 152245"/>
                    <a:gd name="connsiteY23" fmla="*/ 1343 h 152245"/>
                    <a:gd name="connsiteX24" fmla="*/ 64033 w 152245"/>
                    <a:gd name="connsiteY24" fmla="*/ 0 h 152245"/>
                    <a:gd name="connsiteX25" fmla="*/ 77018 w 152245"/>
                    <a:gd name="connsiteY25" fmla="*/ 0 h 152245"/>
                    <a:gd name="connsiteX26" fmla="*/ 90004 w 152245"/>
                    <a:gd name="connsiteY26" fmla="*/ 0 h 152245"/>
                    <a:gd name="connsiteX27" fmla="*/ 92243 w 152245"/>
                    <a:gd name="connsiteY27" fmla="*/ 1343 h 152245"/>
                    <a:gd name="connsiteX28" fmla="*/ 96721 w 152245"/>
                    <a:gd name="connsiteY28" fmla="*/ 13433 h 152245"/>
                    <a:gd name="connsiteX29" fmla="*/ 107468 w 152245"/>
                    <a:gd name="connsiteY29" fmla="*/ 17911 h 152245"/>
                    <a:gd name="connsiteX30" fmla="*/ 119110 w 152245"/>
                    <a:gd name="connsiteY30" fmla="*/ 12538 h 152245"/>
                    <a:gd name="connsiteX31" fmla="*/ 121797 w 152245"/>
                    <a:gd name="connsiteY31" fmla="*/ 12986 h 152245"/>
                    <a:gd name="connsiteX32" fmla="*/ 140603 w 152245"/>
                    <a:gd name="connsiteY32" fmla="*/ 31793 h 152245"/>
                    <a:gd name="connsiteX33" fmla="*/ 141051 w 152245"/>
                    <a:gd name="connsiteY33" fmla="*/ 34479 h 152245"/>
                    <a:gd name="connsiteX34" fmla="*/ 135678 w 152245"/>
                    <a:gd name="connsiteY34" fmla="*/ 46121 h 152245"/>
                    <a:gd name="connsiteX35" fmla="*/ 140156 w 152245"/>
                    <a:gd name="connsiteY35" fmla="*/ 56868 h 152245"/>
                    <a:gd name="connsiteX36" fmla="*/ 152246 w 152245"/>
                    <a:gd name="connsiteY36" fmla="*/ 61346 h 152245"/>
                    <a:gd name="connsiteX37" fmla="*/ 153589 w 152245"/>
                    <a:gd name="connsiteY37" fmla="*/ 63585 h 152245"/>
                    <a:gd name="connsiteX38" fmla="*/ 153589 w 152245"/>
                    <a:gd name="connsiteY38" fmla="*/ 90004 h 152245"/>
                    <a:gd name="connsiteX39" fmla="*/ 152246 w 152245"/>
                    <a:gd name="connsiteY39" fmla="*/ 92243 h 152245"/>
                    <a:gd name="connsiteX40" fmla="*/ 140156 w 152245"/>
                    <a:gd name="connsiteY40" fmla="*/ 96721 h 152245"/>
                    <a:gd name="connsiteX41" fmla="*/ 135678 w 152245"/>
                    <a:gd name="connsiteY41" fmla="*/ 107468 h 152245"/>
                    <a:gd name="connsiteX42" fmla="*/ 141051 w 152245"/>
                    <a:gd name="connsiteY42" fmla="*/ 119110 h 152245"/>
                    <a:gd name="connsiteX43" fmla="*/ 140603 w 152245"/>
                    <a:gd name="connsiteY43" fmla="*/ 121797 h 152245"/>
                    <a:gd name="connsiteX44" fmla="*/ 121797 w 152245"/>
                    <a:gd name="connsiteY44" fmla="*/ 140604 h 152245"/>
                    <a:gd name="connsiteX45" fmla="*/ 119110 w 152245"/>
                    <a:gd name="connsiteY45" fmla="*/ 141051 h 152245"/>
                    <a:gd name="connsiteX46" fmla="*/ 107468 w 152245"/>
                    <a:gd name="connsiteY46" fmla="*/ 135678 h 152245"/>
                    <a:gd name="connsiteX47" fmla="*/ 96721 w 152245"/>
                    <a:gd name="connsiteY47" fmla="*/ 140156 h 152245"/>
                    <a:gd name="connsiteX48" fmla="*/ 92243 w 152245"/>
                    <a:gd name="connsiteY48" fmla="*/ 152246 h 152245"/>
                    <a:gd name="connsiteX49" fmla="*/ 89556 w 152245"/>
                    <a:gd name="connsiteY49" fmla="*/ 152246 h 152245"/>
                    <a:gd name="connsiteX50" fmla="*/ 64928 w 152245"/>
                    <a:gd name="connsiteY50" fmla="*/ 147768 h 152245"/>
                    <a:gd name="connsiteX51" fmla="*/ 88213 w 152245"/>
                    <a:gd name="connsiteY51" fmla="*/ 147768 h 152245"/>
                    <a:gd name="connsiteX52" fmla="*/ 92243 w 152245"/>
                    <a:gd name="connsiteY52" fmla="*/ 136126 h 152245"/>
                    <a:gd name="connsiteX53" fmla="*/ 93586 w 152245"/>
                    <a:gd name="connsiteY53" fmla="*/ 134782 h 152245"/>
                    <a:gd name="connsiteX54" fmla="*/ 105677 w 152245"/>
                    <a:gd name="connsiteY54" fmla="*/ 129857 h 152245"/>
                    <a:gd name="connsiteX55" fmla="*/ 107915 w 152245"/>
                    <a:gd name="connsiteY55" fmla="*/ 129857 h 152245"/>
                    <a:gd name="connsiteX56" fmla="*/ 119110 w 152245"/>
                    <a:gd name="connsiteY56" fmla="*/ 135230 h 152245"/>
                    <a:gd name="connsiteX57" fmla="*/ 135678 w 152245"/>
                    <a:gd name="connsiteY57" fmla="*/ 118662 h 152245"/>
                    <a:gd name="connsiteX58" fmla="*/ 130305 w 152245"/>
                    <a:gd name="connsiteY58" fmla="*/ 107468 h 152245"/>
                    <a:gd name="connsiteX59" fmla="*/ 130305 w 152245"/>
                    <a:gd name="connsiteY59" fmla="*/ 105229 h 152245"/>
                    <a:gd name="connsiteX60" fmla="*/ 135230 w 152245"/>
                    <a:gd name="connsiteY60" fmla="*/ 93139 h 152245"/>
                    <a:gd name="connsiteX61" fmla="*/ 136573 w 152245"/>
                    <a:gd name="connsiteY61" fmla="*/ 91795 h 152245"/>
                    <a:gd name="connsiteX62" fmla="*/ 148216 w 152245"/>
                    <a:gd name="connsiteY62" fmla="*/ 87765 h 152245"/>
                    <a:gd name="connsiteX63" fmla="*/ 148216 w 152245"/>
                    <a:gd name="connsiteY63" fmla="*/ 64481 h 152245"/>
                    <a:gd name="connsiteX64" fmla="*/ 136573 w 152245"/>
                    <a:gd name="connsiteY64" fmla="*/ 60451 h 152245"/>
                    <a:gd name="connsiteX65" fmla="*/ 135230 w 152245"/>
                    <a:gd name="connsiteY65" fmla="*/ 59107 h 152245"/>
                    <a:gd name="connsiteX66" fmla="*/ 130305 w 152245"/>
                    <a:gd name="connsiteY66" fmla="*/ 47017 h 152245"/>
                    <a:gd name="connsiteX67" fmla="*/ 130305 w 152245"/>
                    <a:gd name="connsiteY67" fmla="*/ 44778 h 152245"/>
                    <a:gd name="connsiteX68" fmla="*/ 135678 w 152245"/>
                    <a:gd name="connsiteY68" fmla="*/ 33584 h 152245"/>
                    <a:gd name="connsiteX69" fmla="*/ 119110 w 152245"/>
                    <a:gd name="connsiteY69" fmla="*/ 17016 h 152245"/>
                    <a:gd name="connsiteX70" fmla="*/ 107915 w 152245"/>
                    <a:gd name="connsiteY70" fmla="*/ 22389 h 152245"/>
                    <a:gd name="connsiteX71" fmla="*/ 105677 w 152245"/>
                    <a:gd name="connsiteY71" fmla="*/ 22389 h 152245"/>
                    <a:gd name="connsiteX72" fmla="*/ 93586 w 152245"/>
                    <a:gd name="connsiteY72" fmla="*/ 17464 h 152245"/>
                    <a:gd name="connsiteX73" fmla="*/ 92243 w 152245"/>
                    <a:gd name="connsiteY73" fmla="*/ 16120 h 152245"/>
                    <a:gd name="connsiteX74" fmla="*/ 88213 w 152245"/>
                    <a:gd name="connsiteY74" fmla="*/ 4478 h 152245"/>
                    <a:gd name="connsiteX75" fmla="*/ 76571 w 152245"/>
                    <a:gd name="connsiteY75" fmla="*/ 4478 h 152245"/>
                    <a:gd name="connsiteX76" fmla="*/ 64928 w 152245"/>
                    <a:gd name="connsiteY76" fmla="*/ 4478 h 152245"/>
                    <a:gd name="connsiteX77" fmla="*/ 60898 w 152245"/>
                    <a:gd name="connsiteY77" fmla="*/ 16120 h 152245"/>
                    <a:gd name="connsiteX78" fmla="*/ 59555 w 152245"/>
                    <a:gd name="connsiteY78" fmla="*/ 17464 h 152245"/>
                    <a:gd name="connsiteX79" fmla="*/ 47465 w 152245"/>
                    <a:gd name="connsiteY79" fmla="*/ 22389 h 152245"/>
                    <a:gd name="connsiteX80" fmla="*/ 45226 w 152245"/>
                    <a:gd name="connsiteY80" fmla="*/ 22389 h 152245"/>
                    <a:gd name="connsiteX81" fmla="*/ 34031 w 152245"/>
                    <a:gd name="connsiteY81" fmla="*/ 17016 h 152245"/>
                    <a:gd name="connsiteX82" fmla="*/ 17463 w 152245"/>
                    <a:gd name="connsiteY82" fmla="*/ 33584 h 152245"/>
                    <a:gd name="connsiteX83" fmla="*/ 22837 w 152245"/>
                    <a:gd name="connsiteY83" fmla="*/ 44778 h 152245"/>
                    <a:gd name="connsiteX84" fmla="*/ 22837 w 152245"/>
                    <a:gd name="connsiteY84" fmla="*/ 47017 h 152245"/>
                    <a:gd name="connsiteX85" fmla="*/ 17911 w 152245"/>
                    <a:gd name="connsiteY85" fmla="*/ 59107 h 152245"/>
                    <a:gd name="connsiteX86" fmla="*/ 16568 w 152245"/>
                    <a:gd name="connsiteY86" fmla="*/ 60451 h 152245"/>
                    <a:gd name="connsiteX87" fmla="*/ 4926 w 152245"/>
                    <a:gd name="connsiteY87" fmla="*/ 64481 h 152245"/>
                    <a:gd name="connsiteX88" fmla="*/ 4926 w 152245"/>
                    <a:gd name="connsiteY88" fmla="*/ 87765 h 152245"/>
                    <a:gd name="connsiteX89" fmla="*/ 16568 w 152245"/>
                    <a:gd name="connsiteY89" fmla="*/ 91795 h 152245"/>
                    <a:gd name="connsiteX90" fmla="*/ 17911 w 152245"/>
                    <a:gd name="connsiteY90" fmla="*/ 93139 h 152245"/>
                    <a:gd name="connsiteX91" fmla="*/ 22837 w 152245"/>
                    <a:gd name="connsiteY91" fmla="*/ 105229 h 152245"/>
                    <a:gd name="connsiteX92" fmla="*/ 22837 w 152245"/>
                    <a:gd name="connsiteY92" fmla="*/ 107468 h 152245"/>
                    <a:gd name="connsiteX93" fmla="*/ 17463 w 152245"/>
                    <a:gd name="connsiteY93" fmla="*/ 118662 h 152245"/>
                    <a:gd name="connsiteX94" fmla="*/ 34031 w 152245"/>
                    <a:gd name="connsiteY94" fmla="*/ 135230 h 152245"/>
                    <a:gd name="connsiteX95" fmla="*/ 45226 w 152245"/>
                    <a:gd name="connsiteY95" fmla="*/ 129857 h 152245"/>
                    <a:gd name="connsiteX96" fmla="*/ 47465 w 152245"/>
                    <a:gd name="connsiteY96" fmla="*/ 129857 h 152245"/>
                    <a:gd name="connsiteX97" fmla="*/ 59555 w 152245"/>
                    <a:gd name="connsiteY97" fmla="*/ 134782 h 152245"/>
                    <a:gd name="connsiteX98" fmla="*/ 60898 w 152245"/>
                    <a:gd name="connsiteY98" fmla="*/ 136126 h 152245"/>
                    <a:gd name="connsiteX99" fmla="*/ 64928 w 152245"/>
                    <a:gd name="connsiteY99" fmla="*/ 14776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52245" h="152245">
                      <a:moveTo>
                        <a:pt x="89556" y="152246"/>
                      </a:moveTo>
                      <a:lnTo>
                        <a:pt x="63137" y="152246"/>
                      </a:lnTo>
                      <a:cubicBezTo>
                        <a:pt x="62242" y="152246"/>
                        <a:pt x="61346" y="151798"/>
                        <a:pt x="60898" y="150902"/>
                      </a:cubicBezTo>
                      <a:lnTo>
                        <a:pt x="56421" y="138812"/>
                      </a:lnTo>
                      <a:cubicBezTo>
                        <a:pt x="52838" y="137469"/>
                        <a:pt x="49256" y="136126"/>
                        <a:pt x="45674" y="134335"/>
                      </a:cubicBezTo>
                      <a:lnTo>
                        <a:pt x="34479" y="139708"/>
                      </a:lnTo>
                      <a:cubicBezTo>
                        <a:pt x="33584" y="140156"/>
                        <a:pt x="32688" y="140156"/>
                        <a:pt x="31793" y="139260"/>
                      </a:cubicBezTo>
                      <a:lnTo>
                        <a:pt x="12986" y="120453"/>
                      </a:lnTo>
                      <a:cubicBezTo>
                        <a:pt x="12090" y="120005"/>
                        <a:pt x="12090" y="118662"/>
                        <a:pt x="12538" y="117767"/>
                      </a:cubicBezTo>
                      <a:lnTo>
                        <a:pt x="17911" y="106124"/>
                      </a:lnTo>
                      <a:cubicBezTo>
                        <a:pt x="16120" y="102542"/>
                        <a:pt x="14777" y="98960"/>
                        <a:pt x="13433" y="95377"/>
                      </a:cubicBezTo>
                      <a:lnTo>
                        <a:pt x="1343" y="90900"/>
                      </a:lnTo>
                      <a:cubicBezTo>
                        <a:pt x="448" y="90452"/>
                        <a:pt x="0" y="89556"/>
                        <a:pt x="0" y="88661"/>
                      </a:cubicBezTo>
                      <a:lnTo>
                        <a:pt x="0" y="62242"/>
                      </a:lnTo>
                      <a:cubicBezTo>
                        <a:pt x="0" y="61346"/>
                        <a:pt x="448" y="60451"/>
                        <a:pt x="1343" y="60003"/>
                      </a:cubicBezTo>
                      <a:lnTo>
                        <a:pt x="13433" y="55525"/>
                      </a:lnTo>
                      <a:cubicBezTo>
                        <a:pt x="14777" y="51943"/>
                        <a:pt x="16120" y="48360"/>
                        <a:pt x="17911" y="44778"/>
                      </a:cubicBezTo>
                      <a:lnTo>
                        <a:pt x="12538" y="33136"/>
                      </a:lnTo>
                      <a:cubicBezTo>
                        <a:pt x="12538" y="33136"/>
                        <a:pt x="12538" y="32240"/>
                        <a:pt x="13433" y="31793"/>
                      </a:cubicBezTo>
                      <a:lnTo>
                        <a:pt x="32240" y="12986"/>
                      </a:lnTo>
                      <a:cubicBezTo>
                        <a:pt x="33136" y="12090"/>
                        <a:pt x="34031" y="12090"/>
                        <a:pt x="34927" y="12538"/>
                      </a:cubicBezTo>
                      <a:lnTo>
                        <a:pt x="46569" y="17911"/>
                      </a:lnTo>
                      <a:cubicBezTo>
                        <a:pt x="50152" y="16120"/>
                        <a:pt x="53734" y="14777"/>
                        <a:pt x="57316" y="13433"/>
                      </a:cubicBezTo>
                      <a:lnTo>
                        <a:pt x="61794" y="1343"/>
                      </a:lnTo>
                      <a:cubicBezTo>
                        <a:pt x="62242" y="448"/>
                        <a:pt x="63137" y="0"/>
                        <a:pt x="64033" y="0"/>
                      </a:cubicBezTo>
                      <a:lnTo>
                        <a:pt x="77018" y="0"/>
                      </a:lnTo>
                      <a:lnTo>
                        <a:pt x="90004" y="0"/>
                      </a:lnTo>
                      <a:cubicBezTo>
                        <a:pt x="90900" y="0"/>
                        <a:pt x="91795" y="448"/>
                        <a:pt x="92243" y="1343"/>
                      </a:cubicBezTo>
                      <a:lnTo>
                        <a:pt x="96721" y="13433"/>
                      </a:lnTo>
                      <a:cubicBezTo>
                        <a:pt x="100303" y="14777"/>
                        <a:pt x="103885" y="16120"/>
                        <a:pt x="107468" y="17911"/>
                      </a:cubicBezTo>
                      <a:lnTo>
                        <a:pt x="119110" y="12538"/>
                      </a:lnTo>
                      <a:cubicBezTo>
                        <a:pt x="120006" y="12090"/>
                        <a:pt x="120901" y="12090"/>
                        <a:pt x="121797" y="12986"/>
                      </a:cubicBezTo>
                      <a:lnTo>
                        <a:pt x="140603" y="31793"/>
                      </a:lnTo>
                      <a:cubicBezTo>
                        <a:pt x="141499" y="32240"/>
                        <a:pt x="141499" y="33584"/>
                        <a:pt x="141051" y="34479"/>
                      </a:cubicBezTo>
                      <a:lnTo>
                        <a:pt x="135678" y="46121"/>
                      </a:lnTo>
                      <a:cubicBezTo>
                        <a:pt x="137469" y="49704"/>
                        <a:pt x="138812" y="53286"/>
                        <a:pt x="140156" y="56868"/>
                      </a:cubicBezTo>
                      <a:lnTo>
                        <a:pt x="152246" y="61346"/>
                      </a:lnTo>
                      <a:cubicBezTo>
                        <a:pt x="153141" y="61794"/>
                        <a:pt x="153589" y="62689"/>
                        <a:pt x="153589" y="63585"/>
                      </a:cubicBezTo>
                      <a:lnTo>
                        <a:pt x="153589" y="90004"/>
                      </a:lnTo>
                      <a:cubicBezTo>
                        <a:pt x="153589" y="90900"/>
                        <a:pt x="153141" y="91795"/>
                        <a:pt x="152246" y="92243"/>
                      </a:cubicBezTo>
                      <a:lnTo>
                        <a:pt x="140156" y="96721"/>
                      </a:lnTo>
                      <a:cubicBezTo>
                        <a:pt x="138812" y="100303"/>
                        <a:pt x="137469" y="103885"/>
                        <a:pt x="135678" y="107468"/>
                      </a:cubicBezTo>
                      <a:lnTo>
                        <a:pt x="141051" y="119110"/>
                      </a:lnTo>
                      <a:cubicBezTo>
                        <a:pt x="141499" y="120005"/>
                        <a:pt x="141499" y="120901"/>
                        <a:pt x="140603" y="121797"/>
                      </a:cubicBezTo>
                      <a:lnTo>
                        <a:pt x="121797" y="140604"/>
                      </a:lnTo>
                      <a:cubicBezTo>
                        <a:pt x="121349" y="141499"/>
                        <a:pt x="120006" y="141499"/>
                        <a:pt x="119110" y="141051"/>
                      </a:cubicBezTo>
                      <a:lnTo>
                        <a:pt x="107468" y="135678"/>
                      </a:lnTo>
                      <a:cubicBezTo>
                        <a:pt x="103885" y="137469"/>
                        <a:pt x="100303" y="138812"/>
                        <a:pt x="96721" y="140156"/>
                      </a:cubicBezTo>
                      <a:lnTo>
                        <a:pt x="92243" y="152246"/>
                      </a:lnTo>
                      <a:cubicBezTo>
                        <a:pt x="91347" y="151798"/>
                        <a:pt x="90452" y="152246"/>
                        <a:pt x="89556" y="152246"/>
                      </a:cubicBezTo>
                      <a:close/>
                      <a:moveTo>
                        <a:pt x="64928" y="147768"/>
                      </a:moveTo>
                      <a:lnTo>
                        <a:pt x="88213" y="147768"/>
                      </a:lnTo>
                      <a:lnTo>
                        <a:pt x="92243" y="136126"/>
                      </a:lnTo>
                      <a:cubicBezTo>
                        <a:pt x="92691" y="135230"/>
                        <a:pt x="93139" y="134782"/>
                        <a:pt x="93586" y="134782"/>
                      </a:cubicBezTo>
                      <a:cubicBezTo>
                        <a:pt x="97616" y="133439"/>
                        <a:pt x="101646" y="132096"/>
                        <a:pt x="105677" y="129857"/>
                      </a:cubicBezTo>
                      <a:cubicBezTo>
                        <a:pt x="106124" y="129409"/>
                        <a:pt x="107020" y="129409"/>
                        <a:pt x="107915" y="129857"/>
                      </a:cubicBezTo>
                      <a:lnTo>
                        <a:pt x="119110" y="135230"/>
                      </a:lnTo>
                      <a:lnTo>
                        <a:pt x="135678" y="118662"/>
                      </a:lnTo>
                      <a:lnTo>
                        <a:pt x="130305" y="107468"/>
                      </a:lnTo>
                      <a:cubicBezTo>
                        <a:pt x="129857" y="107020"/>
                        <a:pt x="129857" y="106124"/>
                        <a:pt x="130305" y="105229"/>
                      </a:cubicBezTo>
                      <a:cubicBezTo>
                        <a:pt x="132543" y="101199"/>
                        <a:pt x="134335" y="97169"/>
                        <a:pt x="135230" y="93139"/>
                      </a:cubicBezTo>
                      <a:cubicBezTo>
                        <a:pt x="135230" y="92243"/>
                        <a:pt x="136126" y="91795"/>
                        <a:pt x="136573" y="91795"/>
                      </a:cubicBezTo>
                      <a:lnTo>
                        <a:pt x="148216" y="87765"/>
                      </a:lnTo>
                      <a:lnTo>
                        <a:pt x="148216" y="64481"/>
                      </a:lnTo>
                      <a:lnTo>
                        <a:pt x="136573" y="60451"/>
                      </a:lnTo>
                      <a:cubicBezTo>
                        <a:pt x="135678" y="60003"/>
                        <a:pt x="135230" y="59555"/>
                        <a:pt x="135230" y="59107"/>
                      </a:cubicBezTo>
                      <a:cubicBezTo>
                        <a:pt x="133887" y="55077"/>
                        <a:pt x="132543" y="51047"/>
                        <a:pt x="130305" y="47017"/>
                      </a:cubicBezTo>
                      <a:cubicBezTo>
                        <a:pt x="129857" y="46569"/>
                        <a:pt x="129857" y="45674"/>
                        <a:pt x="130305" y="44778"/>
                      </a:cubicBezTo>
                      <a:lnTo>
                        <a:pt x="135678" y="33584"/>
                      </a:lnTo>
                      <a:lnTo>
                        <a:pt x="119110" y="17016"/>
                      </a:lnTo>
                      <a:lnTo>
                        <a:pt x="107915" y="22389"/>
                      </a:lnTo>
                      <a:cubicBezTo>
                        <a:pt x="107468" y="22837"/>
                        <a:pt x="106572" y="22837"/>
                        <a:pt x="105677" y="22389"/>
                      </a:cubicBezTo>
                      <a:cubicBezTo>
                        <a:pt x="101646" y="20150"/>
                        <a:pt x="97616" y="18359"/>
                        <a:pt x="93586" y="17464"/>
                      </a:cubicBezTo>
                      <a:cubicBezTo>
                        <a:pt x="92691" y="17464"/>
                        <a:pt x="92243" y="16568"/>
                        <a:pt x="92243" y="16120"/>
                      </a:cubicBezTo>
                      <a:lnTo>
                        <a:pt x="88213" y="4478"/>
                      </a:lnTo>
                      <a:lnTo>
                        <a:pt x="76571" y="4478"/>
                      </a:lnTo>
                      <a:lnTo>
                        <a:pt x="64928" y="4478"/>
                      </a:lnTo>
                      <a:lnTo>
                        <a:pt x="60898" y="16120"/>
                      </a:lnTo>
                      <a:cubicBezTo>
                        <a:pt x="60451" y="17016"/>
                        <a:pt x="60003" y="17464"/>
                        <a:pt x="59555" y="17464"/>
                      </a:cubicBezTo>
                      <a:cubicBezTo>
                        <a:pt x="55525" y="18807"/>
                        <a:pt x="51495" y="20150"/>
                        <a:pt x="47465" y="22389"/>
                      </a:cubicBezTo>
                      <a:cubicBezTo>
                        <a:pt x="47017" y="22837"/>
                        <a:pt x="46122" y="22837"/>
                        <a:pt x="45226" y="22389"/>
                      </a:cubicBezTo>
                      <a:lnTo>
                        <a:pt x="34031" y="17016"/>
                      </a:lnTo>
                      <a:lnTo>
                        <a:pt x="17463" y="33584"/>
                      </a:lnTo>
                      <a:lnTo>
                        <a:pt x="22837" y="44778"/>
                      </a:lnTo>
                      <a:cubicBezTo>
                        <a:pt x="23285" y="45226"/>
                        <a:pt x="23285" y="46121"/>
                        <a:pt x="22837" y="47017"/>
                      </a:cubicBezTo>
                      <a:cubicBezTo>
                        <a:pt x="20598" y="51047"/>
                        <a:pt x="18807" y="55077"/>
                        <a:pt x="17911" y="59107"/>
                      </a:cubicBezTo>
                      <a:cubicBezTo>
                        <a:pt x="17911" y="60003"/>
                        <a:pt x="17016" y="60451"/>
                        <a:pt x="16568" y="60451"/>
                      </a:cubicBezTo>
                      <a:lnTo>
                        <a:pt x="4926" y="64481"/>
                      </a:lnTo>
                      <a:lnTo>
                        <a:pt x="4926" y="87765"/>
                      </a:lnTo>
                      <a:lnTo>
                        <a:pt x="16568" y="91795"/>
                      </a:lnTo>
                      <a:cubicBezTo>
                        <a:pt x="17463" y="92243"/>
                        <a:pt x="17911" y="92691"/>
                        <a:pt x="17911" y="93139"/>
                      </a:cubicBezTo>
                      <a:cubicBezTo>
                        <a:pt x="19255" y="97169"/>
                        <a:pt x="20598" y="101199"/>
                        <a:pt x="22837" y="105229"/>
                      </a:cubicBezTo>
                      <a:cubicBezTo>
                        <a:pt x="23285" y="105677"/>
                        <a:pt x="23285" y="106572"/>
                        <a:pt x="22837" y="107468"/>
                      </a:cubicBezTo>
                      <a:lnTo>
                        <a:pt x="17463" y="118662"/>
                      </a:lnTo>
                      <a:lnTo>
                        <a:pt x="34031" y="135230"/>
                      </a:lnTo>
                      <a:lnTo>
                        <a:pt x="45226" y="129857"/>
                      </a:lnTo>
                      <a:cubicBezTo>
                        <a:pt x="45674" y="129409"/>
                        <a:pt x="46569" y="129409"/>
                        <a:pt x="47465" y="129857"/>
                      </a:cubicBezTo>
                      <a:cubicBezTo>
                        <a:pt x="51495" y="132096"/>
                        <a:pt x="55525" y="133887"/>
                        <a:pt x="59555" y="134782"/>
                      </a:cubicBezTo>
                      <a:cubicBezTo>
                        <a:pt x="60451" y="134782"/>
                        <a:pt x="60898" y="135678"/>
                        <a:pt x="60898" y="136126"/>
                      </a:cubicBezTo>
                      <a:lnTo>
                        <a:pt x="64928" y="14776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80" name="Freeform: Shape 4376">
                  <a:extLst>
                    <a:ext uri="{FF2B5EF4-FFF2-40B4-BE49-F238E27FC236}">
                      <a16:creationId xmlns:a16="http://schemas.microsoft.com/office/drawing/2014/main" id="{23D26092-5F48-630B-6119-D32E240EA919}"/>
                    </a:ext>
                  </a:extLst>
                </p:cNvPr>
                <p:cNvSpPr/>
                <p:nvPr/>
              </p:nvSpPr>
              <p:spPr>
                <a:xfrm>
                  <a:off x="610739" y="3535323"/>
                  <a:ext cx="98512" cy="98512"/>
                </a:xfrm>
                <a:custGeom>
                  <a:avLst/>
                  <a:gdLst>
                    <a:gd name="connsiteX0" fmla="*/ 50599 w 98511"/>
                    <a:gd name="connsiteY0" fmla="*/ 101646 h 98511"/>
                    <a:gd name="connsiteX1" fmla="*/ 14777 w 98511"/>
                    <a:gd name="connsiteY1" fmla="*/ 86870 h 98511"/>
                    <a:gd name="connsiteX2" fmla="*/ 14777 w 98511"/>
                    <a:gd name="connsiteY2" fmla="*/ 14777 h 98511"/>
                    <a:gd name="connsiteX3" fmla="*/ 86870 w 98511"/>
                    <a:gd name="connsiteY3" fmla="*/ 14777 h 98511"/>
                    <a:gd name="connsiteX4" fmla="*/ 86870 w 98511"/>
                    <a:gd name="connsiteY4" fmla="*/ 14777 h 98511"/>
                    <a:gd name="connsiteX5" fmla="*/ 86870 w 98511"/>
                    <a:gd name="connsiteY5" fmla="*/ 86870 h 98511"/>
                    <a:gd name="connsiteX6" fmla="*/ 50599 w 98511"/>
                    <a:gd name="connsiteY6" fmla="*/ 101646 h 98511"/>
                    <a:gd name="connsiteX7" fmla="*/ 50599 w 98511"/>
                    <a:gd name="connsiteY7" fmla="*/ 4478 h 98511"/>
                    <a:gd name="connsiteX8" fmla="*/ 17911 w 98511"/>
                    <a:gd name="connsiteY8" fmla="*/ 17911 h 98511"/>
                    <a:gd name="connsiteX9" fmla="*/ 17911 w 98511"/>
                    <a:gd name="connsiteY9" fmla="*/ 83287 h 98511"/>
                    <a:gd name="connsiteX10" fmla="*/ 50599 w 98511"/>
                    <a:gd name="connsiteY10" fmla="*/ 96721 h 98511"/>
                    <a:gd name="connsiteX11" fmla="*/ 83287 w 98511"/>
                    <a:gd name="connsiteY11" fmla="*/ 83287 h 98511"/>
                    <a:gd name="connsiteX12" fmla="*/ 83287 w 98511"/>
                    <a:gd name="connsiteY12" fmla="*/ 17911 h 98511"/>
                    <a:gd name="connsiteX13" fmla="*/ 50599 w 98511"/>
                    <a:gd name="connsiteY13" fmla="*/ 4478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511" h="98511">
                      <a:moveTo>
                        <a:pt x="50599" y="101646"/>
                      </a:moveTo>
                      <a:cubicBezTo>
                        <a:pt x="37166" y="101646"/>
                        <a:pt x="24180" y="96273"/>
                        <a:pt x="14777" y="86870"/>
                      </a:cubicBezTo>
                      <a:cubicBezTo>
                        <a:pt x="-4926" y="67167"/>
                        <a:pt x="-4926" y="34927"/>
                        <a:pt x="14777" y="14777"/>
                      </a:cubicBezTo>
                      <a:cubicBezTo>
                        <a:pt x="34479" y="-4926"/>
                        <a:pt x="66719" y="-4926"/>
                        <a:pt x="86870" y="14777"/>
                      </a:cubicBezTo>
                      <a:lnTo>
                        <a:pt x="86870" y="14777"/>
                      </a:lnTo>
                      <a:cubicBezTo>
                        <a:pt x="106572" y="34479"/>
                        <a:pt x="106572" y="66720"/>
                        <a:pt x="86870" y="86870"/>
                      </a:cubicBezTo>
                      <a:cubicBezTo>
                        <a:pt x="77018" y="96273"/>
                        <a:pt x="64033" y="101646"/>
                        <a:pt x="50599" y="101646"/>
                      </a:cubicBezTo>
                      <a:close/>
                      <a:moveTo>
                        <a:pt x="50599" y="4478"/>
                      </a:moveTo>
                      <a:cubicBezTo>
                        <a:pt x="38509" y="4478"/>
                        <a:pt x="26867" y="8956"/>
                        <a:pt x="17911" y="17911"/>
                      </a:cubicBezTo>
                      <a:cubicBezTo>
                        <a:pt x="0" y="35822"/>
                        <a:pt x="0" y="65376"/>
                        <a:pt x="17911" y="83287"/>
                      </a:cubicBezTo>
                      <a:cubicBezTo>
                        <a:pt x="26867" y="92243"/>
                        <a:pt x="38509" y="96721"/>
                        <a:pt x="50599" y="96721"/>
                      </a:cubicBezTo>
                      <a:cubicBezTo>
                        <a:pt x="62689" y="96721"/>
                        <a:pt x="74780" y="91795"/>
                        <a:pt x="83287" y="83287"/>
                      </a:cubicBezTo>
                      <a:cubicBezTo>
                        <a:pt x="101199" y="65376"/>
                        <a:pt x="101199" y="35822"/>
                        <a:pt x="83287" y="17911"/>
                      </a:cubicBezTo>
                      <a:cubicBezTo>
                        <a:pt x="74332" y="8956"/>
                        <a:pt x="62242" y="4478"/>
                        <a:pt x="5059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481" name="Group 4377">
                <a:extLst>
                  <a:ext uri="{FF2B5EF4-FFF2-40B4-BE49-F238E27FC236}">
                    <a16:creationId xmlns:a16="http://schemas.microsoft.com/office/drawing/2014/main" id="{BF6F624E-24ED-2A78-ED66-2AB08931D91F}"/>
                  </a:ext>
                  <a:ext uri="{C183D7F6-B498-43B3-948B-1728B52AA6E4}">
                    <adec:decorative xmlns:adec="http://schemas.microsoft.com/office/drawing/2017/decorative" val="1"/>
                  </a:ext>
                </a:extLst>
              </p:cNvPr>
              <p:cNvGrpSpPr>
                <a:grpSpLocks noChangeAspect="1"/>
              </p:cNvGrpSpPr>
              <p:nvPr/>
            </p:nvGrpSpPr>
            <p:grpSpPr>
              <a:xfrm>
                <a:off x="1074187" y="4258671"/>
                <a:ext cx="151351" cy="132208"/>
                <a:chOff x="1114941" y="3523232"/>
                <a:chExt cx="151351" cy="132208"/>
              </a:xfrm>
            </p:grpSpPr>
            <p:sp>
              <p:nvSpPr>
                <p:cNvPr id="482" name="Freeform: Shape 4378">
                  <a:extLst>
                    <a:ext uri="{FF2B5EF4-FFF2-40B4-BE49-F238E27FC236}">
                      <a16:creationId xmlns:a16="http://schemas.microsoft.com/office/drawing/2014/main" id="{9F347A1D-9814-808E-AD19-3BC267BA86EE}"/>
                    </a:ext>
                  </a:extLst>
                </p:cNvPr>
                <p:cNvSpPr/>
                <p:nvPr/>
              </p:nvSpPr>
              <p:spPr>
                <a:xfrm>
                  <a:off x="1114941" y="3530061"/>
                  <a:ext cx="111945" cy="125379"/>
                </a:xfrm>
                <a:custGeom>
                  <a:avLst/>
                  <a:gdLst>
                    <a:gd name="connsiteX0" fmla="*/ 111498 w 111945"/>
                    <a:gd name="connsiteY0" fmla="*/ 32128 h 125378"/>
                    <a:gd name="connsiteX1" fmla="*/ 111498 w 111945"/>
                    <a:gd name="connsiteY1" fmla="*/ 32128 h 125378"/>
                    <a:gd name="connsiteX2" fmla="*/ 110602 w 111945"/>
                    <a:gd name="connsiteY2" fmla="*/ 31233 h 125378"/>
                    <a:gd name="connsiteX3" fmla="*/ 110602 w 111945"/>
                    <a:gd name="connsiteY3" fmla="*/ 31233 h 125378"/>
                    <a:gd name="connsiteX4" fmla="*/ 56868 w 111945"/>
                    <a:gd name="connsiteY4" fmla="*/ 336 h 125378"/>
                    <a:gd name="connsiteX5" fmla="*/ 54629 w 111945"/>
                    <a:gd name="connsiteY5" fmla="*/ 336 h 125378"/>
                    <a:gd name="connsiteX6" fmla="*/ 896 w 111945"/>
                    <a:gd name="connsiteY6" fmla="*/ 31233 h 125378"/>
                    <a:gd name="connsiteX7" fmla="*/ 0 w 111945"/>
                    <a:gd name="connsiteY7" fmla="*/ 32128 h 125378"/>
                    <a:gd name="connsiteX8" fmla="*/ 0 w 111945"/>
                    <a:gd name="connsiteY8" fmla="*/ 32576 h 125378"/>
                    <a:gd name="connsiteX9" fmla="*/ 0 w 111945"/>
                    <a:gd name="connsiteY9" fmla="*/ 33472 h 125378"/>
                    <a:gd name="connsiteX10" fmla="*/ 0 w 111945"/>
                    <a:gd name="connsiteY10" fmla="*/ 33472 h 125378"/>
                    <a:gd name="connsiteX11" fmla="*/ 0 w 111945"/>
                    <a:gd name="connsiteY11" fmla="*/ 95265 h 125378"/>
                    <a:gd name="connsiteX12" fmla="*/ 1343 w 111945"/>
                    <a:gd name="connsiteY12" fmla="*/ 97057 h 125378"/>
                    <a:gd name="connsiteX13" fmla="*/ 55077 w 111945"/>
                    <a:gd name="connsiteY13" fmla="*/ 127954 h 125378"/>
                    <a:gd name="connsiteX14" fmla="*/ 55077 w 111945"/>
                    <a:gd name="connsiteY14" fmla="*/ 127954 h 125378"/>
                    <a:gd name="connsiteX15" fmla="*/ 55973 w 111945"/>
                    <a:gd name="connsiteY15" fmla="*/ 128401 h 125378"/>
                    <a:gd name="connsiteX16" fmla="*/ 55973 w 111945"/>
                    <a:gd name="connsiteY16" fmla="*/ 128401 h 125378"/>
                    <a:gd name="connsiteX17" fmla="*/ 55973 w 111945"/>
                    <a:gd name="connsiteY17" fmla="*/ 128401 h 125378"/>
                    <a:gd name="connsiteX18" fmla="*/ 55973 w 111945"/>
                    <a:gd name="connsiteY18" fmla="*/ 128401 h 125378"/>
                    <a:gd name="connsiteX19" fmla="*/ 56868 w 111945"/>
                    <a:gd name="connsiteY19" fmla="*/ 127954 h 125378"/>
                    <a:gd name="connsiteX20" fmla="*/ 110602 w 111945"/>
                    <a:gd name="connsiteY20" fmla="*/ 97057 h 125378"/>
                    <a:gd name="connsiteX21" fmla="*/ 111945 w 111945"/>
                    <a:gd name="connsiteY21" fmla="*/ 95265 h 125378"/>
                    <a:gd name="connsiteX22" fmla="*/ 111945 w 111945"/>
                    <a:gd name="connsiteY22" fmla="*/ 33472 h 125378"/>
                    <a:gd name="connsiteX23" fmla="*/ 111498 w 111945"/>
                    <a:gd name="connsiteY23" fmla="*/ 32128 h 125378"/>
                    <a:gd name="connsiteX24" fmla="*/ 55973 w 111945"/>
                    <a:gd name="connsiteY24" fmla="*/ 4814 h 125378"/>
                    <a:gd name="connsiteX25" fmla="*/ 105229 w 111945"/>
                    <a:gd name="connsiteY25" fmla="*/ 33024 h 125378"/>
                    <a:gd name="connsiteX26" fmla="*/ 55973 w 111945"/>
                    <a:gd name="connsiteY26" fmla="*/ 61234 h 125378"/>
                    <a:gd name="connsiteX27" fmla="*/ 6717 w 111945"/>
                    <a:gd name="connsiteY27" fmla="*/ 33024 h 125378"/>
                    <a:gd name="connsiteX28" fmla="*/ 55973 w 111945"/>
                    <a:gd name="connsiteY28" fmla="*/ 4814 h 125378"/>
                    <a:gd name="connsiteX29" fmla="*/ 53734 w 111945"/>
                    <a:gd name="connsiteY29" fmla="*/ 122132 h 125378"/>
                    <a:gd name="connsiteX30" fmla="*/ 4478 w 111945"/>
                    <a:gd name="connsiteY30" fmla="*/ 93922 h 125378"/>
                    <a:gd name="connsiteX31" fmla="*/ 4478 w 111945"/>
                    <a:gd name="connsiteY31" fmla="*/ 37054 h 125378"/>
                    <a:gd name="connsiteX32" fmla="*/ 53734 w 111945"/>
                    <a:gd name="connsiteY32" fmla="*/ 65264 h 125378"/>
                    <a:gd name="connsiteX33" fmla="*/ 53734 w 111945"/>
                    <a:gd name="connsiteY33" fmla="*/ 122132 h 125378"/>
                    <a:gd name="connsiteX34" fmla="*/ 58212 w 111945"/>
                    <a:gd name="connsiteY34" fmla="*/ 122132 h 125378"/>
                    <a:gd name="connsiteX35" fmla="*/ 58212 w 111945"/>
                    <a:gd name="connsiteY35" fmla="*/ 65264 h 125378"/>
                    <a:gd name="connsiteX36" fmla="*/ 107468 w 111945"/>
                    <a:gd name="connsiteY36" fmla="*/ 37054 h 125378"/>
                    <a:gd name="connsiteX37" fmla="*/ 107468 w 111945"/>
                    <a:gd name="connsiteY37" fmla="*/ 93922 h 125378"/>
                    <a:gd name="connsiteX38" fmla="*/ 58212 w 111945"/>
                    <a:gd name="connsiteY38" fmla="*/ 122132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1945" h="125378">
                      <a:moveTo>
                        <a:pt x="111498" y="32128"/>
                      </a:moveTo>
                      <a:cubicBezTo>
                        <a:pt x="111498" y="32128"/>
                        <a:pt x="111498" y="32128"/>
                        <a:pt x="111498" y="32128"/>
                      </a:cubicBezTo>
                      <a:cubicBezTo>
                        <a:pt x="111050" y="31681"/>
                        <a:pt x="111050" y="31681"/>
                        <a:pt x="110602" y="31233"/>
                      </a:cubicBezTo>
                      <a:cubicBezTo>
                        <a:pt x="110602" y="31233"/>
                        <a:pt x="110602" y="31233"/>
                        <a:pt x="110602" y="31233"/>
                      </a:cubicBezTo>
                      <a:lnTo>
                        <a:pt x="56868" y="336"/>
                      </a:lnTo>
                      <a:cubicBezTo>
                        <a:pt x="55973" y="-112"/>
                        <a:pt x="55525" y="-112"/>
                        <a:pt x="54629" y="336"/>
                      </a:cubicBezTo>
                      <a:lnTo>
                        <a:pt x="896" y="31233"/>
                      </a:lnTo>
                      <a:cubicBezTo>
                        <a:pt x="448" y="31233"/>
                        <a:pt x="448" y="31681"/>
                        <a:pt x="0" y="32128"/>
                      </a:cubicBezTo>
                      <a:cubicBezTo>
                        <a:pt x="0" y="32128"/>
                        <a:pt x="0" y="32128"/>
                        <a:pt x="0" y="32576"/>
                      </a:cubicBezTo>
                      <a:cubicBezTo>
                        <a:pt x="0" y="33024"/>
                        <a:pt x="0" y="33024"/>
                        <a:pt x="0" y="33472"/>
                      </a:cubicBezTo>
                      <a:cubicBezTo>
                        <a:pt x="0" y="33472"/>
                        <a:pt x="0" y="33472"/>
                        <a:pt x="0" y="33472"/>
                      </a:cubicBezTo>
                      <a:lnTo>
                        <a:pt x="0" y="95265"/>
                      </a:lnTo>
                      <a:cubicBezTo>
                        <a:pt x="0" y="96161"/>
                        <a:pt x="448" y="96609"/>
                        <a:pt x="1343" y="97057"/>
                      </a:cubicBezTo>
                      <a:lnTo>
                        <a:pt x="55077" y="127954"/>
                      </a:lnTo>
                      <a:cubicBezTo>
                        <a:pt x="55077" y="127954"/>
                        <a:pt x="55077" y="127954"/>
                        <a:pt x="55077" y="127954"/>
                      </a:cubicBezTo>
                      <a:cubicBezTo>
                        <a:pt x="55525" y="127954"/>
                        <a:pt x="55525" y="128401"/>
                        <a:pt x="55973" y="128401"/>
                      </a:cubicBezTo>
                      <a:cubicBezTo>
                        <a:pt x="55973" y="128401"/>
                        <a:pt x="55973" y="128401"/>
                        <a:pt x="55973" y="128401"/>
                      </a:cubicBezTo>
                      <a:lnTo>
                        <a:pt x="55973" y="128401"/>
                      </a:lnTo>
                      <a:lnTo>
                        <a:pt x="55973" y="128401"/>
                      </a:lnTo>
                      <a:cubicBezTo>
                        <a:pt x="56421" y="128401"/>
                        <a:pt x="56868" y="128401"/>
                        <a:pt x="56868" y="127954"/>
                      </a:cubicBezTo>
                      <a:lnTo>
                        <a:pt x="110602" y="97057"/>
                      </a:lnTo>
                      <a:cubicBezTo>
                        <a:pt x="111498" y="96609"/>
                        <a:pt x="111945" y="95713"/>
                        <a:pt x="111945" y="95265"/>
                      </a:cubicBezTo>
                      <a:lnTo>
                        <a:pt x="111945" y="33472"/>
                      </a:lnTo>
                      <a:cubicBezTo>
                        <a:pt x="111498" y="32576"/>
                        <a:pt x="111498" y="32576"/>
                        <a:pt x="111498" y="32128"/>
                      </a:cubicBezTo>
                      <a:close/>
                      <a:moveTo>
                        <a:pt x="55973" y="4814"/>
                      </a:moveTo>
                      <a:lnTo>
                        <a:pt x="105229" y="33024"/>
                      </a:lnTo>
                      <a:lnTo>
                        <a:pt x="55973" y="61234"/>
                      </a:lnTo>
                      <a:lnTo>
                        <a:pt x="6717" y="33024"/>
                      </a:lnTo>
                      <a:lnTo>
                        <a:pt x="55973" y="4814"/>
                      </a:lnTo>
                      <a:close/>
                      <a:moveTo>
                        <a:pt x="53734" y="122132"/>
                      </a:moveTo>
                      <a:lnTo>
                        <a:pt x="4478" y="93922"/>
                      </a:lnTo>
                      <a:lnTo>
                        <a:pt x="4478" y="37054"/>
                      </a:lnTo>
                      <a:lnTo>
                        <a:pt x="53734" y="65264"/>
                      </a:lnTo>
                      <a:lnTo>
                        <a:pt x="53734" y="122132"/>
                      </a:lnTo>
                      <a:close/>
                      <a:moveTo>
                        <a:pt x="58212" y="122132"/>
                      </a:moveTo>
                      <a:lnTo>
                        <a:pt x="58212" y="65264"/>
                      </a:lnTo>
                      <a:lnTo>
                        <a:pt x="107468" y="37054"/>
                      </a:lnTo>
                      <a:lnTo>
                        <a:pt x="107468" y="93922"/>
                      </a:lnTo>
                      <a:lnTo>
                        <a:pt x="58212" y="122132"/>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83" name="Freeform: Shape 4379">
                  <a:extLst>
                    <a:ext uri="{FF2B5EF4-FFF2-40B4-BE49-F238E27FC236}">
                      <a16:creationId xmlns:a16="http://schemas.microsoft.com/office/drawing/2014/main" id="{8B0BC403-ABC4-5708-74A5-9308E2E6B602}"/>
                    </a:ext>
                  </a:extLst>
                </p:cNvPr>
                <p:cNvSpPr/>
                <p:nvPr/>
              </p:nvSpPr>
              <p:spPr>
                <a:xfrm>
                  <a:off x="1208080" y="3523232"/>
                  <a:ext cx="58212" cy="4478"/>
                </a:xfrm>
                <a:custGeom>
                  <a:avLst/>
                  <a:gdLst>
                    <a:gd name="connsiteX0" fmla="*/ 57316 w 58211"/>
                    <a:gd name="connsiteY0" fmla="*/ 4478 h 4477"/>
                    <a:gd name="connsiteX1" fmla="*/ 2239 w 58211"/>
                    <a:gd name="connsiteY1" fmla="*/ 4478 h 4477"/>
                    <a:gd name="connsiteX2" fmla="*/ 0 w 58211"/>
                    <a:gd name="connsiteY2" fmla="*/ 2239 h 4477"/>
                    <a:gd name="connsiteX3" fmla="*/ 2239 w 58211"/>
                    <a:gd name="connsiteY3" fmla="*/ 0 h 4477"/>
                    <a:gd name="connsiteX4" fmla="*/ 57316 w 58211"/>
                    <a:gd name="connsiteY4" fmla="*/ 0 h 4477"/>
                    <a:gd name="connsiteX5" fmla="*/ 59555 w 58211"/>
                    <a:gd name="connsiteY5" fmla="*/ 2239 h 4477"/>
                    <a:gd name="connsiteX6" fmla="*/ 57316 w 582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211" h="4477">
                      <a:moveTo>
                        <a:pt x="57316" y="4478"/>
                      </a:moveTo>
                      <a:lnTo>
                        <a:pt x="2239" y="4478"/>
                      </a:lnTo>
                      <a:cubicBezTo>
                        <a:pt x="896" y="4478"/>
                        <a:pt x="0" y="3582"/>
                        <a:pt x="0" y="2239"/>
                      </a:cubicBezTo>
                      <a:cubicBezTo>
                        <a:pt x="0" y="896"/>
                        <a:pt x="896" y="0"/>
                        <a:pt x="2239" y="0"/>
                      </a:cubicBezTo>
                      <a:lnTo>
                        <a:pt x="57316" y="0"/>
                      </a:lnTo>
                      <a:cubicBezTo>
                        <a:pt x="58659" y="0"/>
                        <a:pt x="59555" y="896"/>
                        <a:pt x="59555" y="2239"/>
                      </a:cubicBezTo>
                      <a:cubicBezTo>
                        <a:pt x="59555" y="3582"/>
                        <a:pt x="58659" y="4478"/>
                        <a:pt x="5731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84" name="Freeform: Shape 4380">
                  <a:extLst>
                    <a:ext uri="{FF2B5EF4-FFF2-40B4-BE49-F238E27FC236}">
                      <a16:creationId xmlns:a16="http://schemas.microsoft.com/office/drawing/2014/main" id="{4893B387-6895-487B-A85F-D25273FE2C8A}"/>
                    </a:ext>
                  </a:extLst>
                </p:cNvPr>
                <p:cNvSpPr/>
                <p:nvPr/>
              </p:nvSpPr>
              <p:spPr>
                <a:xfrm>
                  <a:off x="1236290" y="3550099"/>
                  <a:ext cx="26867" cy="4478"/>
                </a:xfrm>
                <a:custGeom>
                  <a:avLst/>
                  <a:gdLst>
                    <a:gd name="connsiteX0" fmla="*/ 28210 w 26866"/>
                    <a:gd name="connsiteY0" fmla="*/ 4478 h 4477"/>
                    <a:gd name="connsiteX1" fmla="*/ 2239 w 26866"/>
                    <a:gd name="connsiteY1" fmla="*/ 4478 h 4477"/>
                    <a:gd name="connsiteX2" fmla="*/ 0 w 26866"/>
                    <a:gd name="connsiteY2" fmla="*/ 2239 h 4477"/>
                    <a:gd name="connsiteX3" fmla="*/ 2239 w 26866"/>
                    <a:gd name="connsiteY3" fmla="*/ 0 h 4477"/>
                    <a:gd name="connsiteX4" fmla="*/ 28210 w 26866"/>
                    <a:gd name="connsiteY4" fmla="*/ 0 h 4477"/>
                    <a:gd name="connsiteX5" fmla="*/ 30449 w 26866"/>
                    <a:gd name="connsiteY5" fmla="*/ 2239 h 4477"/>
                    <a:gd name="connsiteX6" fmla="*/ 28210 w 26866"/>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66" h="4477">
                      <a:moveTo>
                        <a:pt x="28210" y="4478"/>
                      </a:moveTo>
                      <a:lnTo>
                        <a:pt x="2239" y="4478"/>
                      </a:lnTo>
                      <a:cubicBezTo>
                        <a:pt x="896" y="4478"/>
                        <a:pt x="0" y="3582"/>
                        <a:pt x="0" y="2239"/>
                      </a:cubicBezTo>
                      <a:cubicBezTo>
                        <a:pt x="0" y="896"/>
                        <a:pt x="896" y="0"/>
                        <a:pt x="2239" y="0"/>
                      </a:cubicBezTo>
                      <a:lnTo>
                        <a:pt x="28210" y="0"/>
                      </a:lnTo>
                      <a:cubicBezTo>
                        <a:pt x="29554" y="0"/>
                        <a:pt x="30449" y="896"/>
                        <a:pt x="30449" y="2239"/>
                      </a:cubicBezTo>
                      <a:cubicBezTo>
                        <a:pt x="30449" y="3582"/>
                        <a:pt x="29106" y="4478"/>
                        <a:pt x="28210"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85" name="Freeform: Shape 4381">
                  <a:extLst>
                    <a:ext uri="{FF2B5EF4-FFF2-40B4-BE49-F238E27FC236}">
                      <a16:creationId xmlns:a16="http://schemas.microsoft.com/office/drawing/2014/main" id="{5DF41C46-D083-13DA-5EE5-8C37C651A549}"/>
                    </a:ext>
                  </a:extLst>
                </p:cNvPr>
                <p:cNvSpPr/>
                <p:nvPr/>
              </p:nvSpPr>
              <p:spPr>
                <a:xfrm>
                  <a:off x="1236290" y="3576966"/>
                  <a:ext cx="26867" cy="4478"/>
                </a:xfrm>
                <a:custGeom>
                  <a:avLst/>
                  <a:gdLst>
                    <a:gd name="connsiteX0" fmla="*/ 28210 w 26866"/>
                    <a:gd name="connsiteY0" fmla="*/ 4478 h 4477"/>
                    <a:gd name="connsiteX1" fmla="*/ 2239 w 26866"/>
                    <a:gd name="connsiteY1" fmla="*/ 4478 h 4477"/>
                    <a:gd name="connsiteX2" fmla="*/ 0 w 26866"/>
                    <a:gd name="connsiteY2" fmla="*/ 2239 h 4477"/>
                    <a:gd name="connsiteX3" fmla="*/ 2239 w 26866"/>
                    <a:gd name="connsiteY3" fmla="*/ 0 h 4477"/>
                    <a:gd name="connsiteX4" fmla="*/ 28210 w 26866"/>
                    <a:gd name="connsiteY4" fmla="*/ 0 h 4477"/>
                    <a:gd name="connsiteX5" fmla="*/ 30449 w 26866"/>
                    <a:gd name="connsiteY5" fmla="*/ 2239 h 4477"/>
                    <a:gd name="connsiteX6" fmla="*/ 28210 w 26866"/>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66" h="4477">
                      <a:moveTo>
                        <a:pt x="28210" y="4478"/>
                      </a:moveTo>
                      <a:lnTo>
                        <a:pt x="2239" y="4478"/>
                      </a:lnTo>
                      <a:cubicBezTo>
                        <a:pt x="896" y="4478"/>
                        <a:pt x="0" y="3582"/>
                        <a:pt x="0" y="2239"/>
                      </a:cubicBezTo>
                      <a:cubicBezTo>
                        <a:pt x="0" y="896"/>
                        <a:pt x="896" y="0"/>
                        <a:pt x="2239" y="0"/>
                      </a:cubicBezTo>
                      <a:lnTo>
                        <a:pt x="28210" y="0"/>
                      </a:lnTo>
                      <a:cubicBezTo>
                        <a:pt x="29554" y="0"/>
                        <a:pt x="30449" y="896"/>
                        <a:pt x="30449" y="2239"/>
                      </a:cubicBezTo>
                      <a:cubicBezTo>
                        <a:pt x="30449" y="3582"/>
                        <a:pt x="29106" y="4478"/>
                        <a:pt x="28210"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486" name="Group 4382">
                <a:extLst>
                  <a:ext uri="{FF2B5EF4-FFF2-40B4-BE49-F238E27FC236}">
                    <a16:creationId xmlns:a16="http://schemas.microsoft.com/office/drawing/2014/main" id="{041E65D9-12E4-C263-B777-12D4A10351B4}"/>
                  </a:ext>
                  <a:ext uri="{C183D7F6-B498-43B3-948B-1728B52AA6E4}">
                    <adec:decorative xmlns:adec="http://schemas.microsoft.com/office/drawing/2017/decorative" val="1"/>
                  </a:ext>
                </a:extLst>
              </p:cNvPr>
              <p:cNvGrpSpPr>
                <a:grpSpLocks noChangeAspect="1"/>
              </p:cNvGrpSpPr>
              <p:nvPr/>
            </p:nvGrpSpPr>
            <p:grpSpPr>
              <a:xfrm>
                <a:off x="1341513" y="4241208"/>
                <a:ext cx="138812" cy="156724"/>
                <a:chOff x="1382267" y="3505769"/>
                <a:chExt cx="138812" cy="156724"/>
              </a:xfrm>
            </p:grpSpPr>
            <p:sp>
              <p:nvSpPr>
                <p:cNvPr id="487" name="Freeform: Shape 4383">
                  <a:extLst>
                    <a:ext uri="{FF2B5EF4-FFF2-40B4-BE49-F238E27FC236}">
                      <a16:creationId xmlns:a16="http://schemas.microsoft.com/office/drawing/2014/main" id="{2D9167A2-2C57-2E3D-4560-4E6BDAA33456}"/>
                    </a:ext>
                  </a:extLst>
                </p:cNvPr>
                <p:cNvSpPr/>
                <p:nvPr/>
              </p:nvSpPr>
              <p:spPr>
                <a:xfrm>
                  <a:off x="1382267" y="3505769"/>
                  <a:ext cx="138812" cy="156724"/>
                </a:xfrm>
                <a:custGeom>
                  <a:avLst/>
                  <a:gdLst>
                    <a:gd name="connsiteX0" fmla="*/ 137917 w 138812"/>
                    <a:gd name="connsiteY0" fmla="*/ 41196 h 156723"/>
                    <a:gd name="connsiteX1" fmla="*/ 137469 w 138812"/>
                    <a:gd name="connsiteY1" fmla="*/ 40300 h 156723"/>
                    <a:gd name="connsiteX2" fmla="*/ 137469 w 138812"/>
                    <a:gd name="connsiteY2" fmla="*/ 39852 h 156723"/>
                    <a:gd name="connsiteX3" fmla="*/ 137021 w 138812"/>
                    <a:gd name="connsiteY3" fmla="*/ 39405 h 156723"/>
                    <a:gd name="connsiteX4" fmla="*/ 137021 w 138812"/>
                    <a:gd name="connsiteY4" fmla="*/ 39405 h 156723"/>
                    <a:gd name="connsiteX5" fmla="*/ 69854 w 138812"/>
                    <a:gd name="connsiteY5" fmla="*/ 448 h 156723"/>
                    <a:gd name="connsiteX6" fmla="*/ 69854 w 138812"/>
                    <a:gd name="connsiteY6" fmla="*/ 448 h 156723"/>
                    <a:gd name="connsiteX7" fmla="*/ 68958 w 138812"/>
                    <a:gd name="connsiteY7" fmla="*/ 0 h 156723"/>
                    <a:gd name="connsiteX8" fmla="*/ 68958 w 138812"/>
                    <a:gd name="connsiteY8" fmla="*/ 0 h 156723"/>
                    <a:gd name="connsiteX9" fmla="*/ 68063 w 138812"/>
                    <a:gd name="connsiteY9" fmla="*/ 448 h 156723"/>
                    <a:gd name="connsiteX10" fmla="*/ 68063 w 138812"/>
                    <a:gd name="connsiteY10" fmla="*/ 448 h 156723"/>
                    <a:gd name="connsiteX11" fmla="*/ 896 w 138812"/>
                    <a:gd name="connsiteY11" fmla="*/ 39405 h 156723"/>
                    <a:gd name="connsiteX12" fmla="*/ 896 w 138812"/>
                    <a:gd name="connsiteY12" fmla="*/ 39405 h 156723"/>
                    <a:gd name="connsiteX13" fmla="*/ 0 w 138812"/>
                    <a:gd name="connsiteY13" fmla="*/ 40300 h 156723"/>
                    <a:gd name="connsiteX14" fmla="*/ 0 w 138812"/>
                    <a:gd name="connsiteY14" fmla="*/ 40748 h 156723"/>
                    <a:gd name="connsiteX15" fmla="*/ 0 w 138812"/>
                    <a:gd name="connsiteY15" fmla="*/ 41644 h 156723"/>
                    <a:gd name="connsiteX16" fmla="*/ 0 w 138812"/>
                    <a:gd name="connsiteY16" fmla="*/ 41644 h 156723"/>
                    <a:gd name="connsiteX17" fmla="*/ 0 w 138812"/>
                    <a:gd name="connsiteY17" fmla="*/ 119110 h 156723"/>
                    <a:gd name="connsiteX18" fmla="*/ 0 w 138812"/>
                    <a:gd name="connsiteY18" fmla="*/ 119110 h 156723"/>
                    <a:gd name="connsiteX19" fmla="*/ 448 w 138812"/>
                    <a:gd name="connsiteY19" fmla="*/ 120005 h 156723"/>
                    <a:gd name="connsiteX20" fmla="*/ 448 w 138812"/>
                    <a:gd name="connsiteY20" fmla="*/ 120005 h 156723"/>
                    <a:gd name="connsiteX21" fmla="*/ 1343 w 138812"/>
                    <a:gd name="connsiteY21" fmla="*/ 120901 h 156723"/>
                    <a:gd name="connsiteX22" fmla="*/ 1343 w 138812"/>
                    <a:gd name="connsiteY22" fmla="*/ 120901 h 156723"/>
                    <a:gd name="connsiteX23" fmla="*/ 1343 w 138812"/>
                    <a:gd name="connsiteY23" fmla="*/ 120901 h 156723"/>
                    <a:gd name="connsiteX24" fmla="*/ 68511 w 138812"/>
                    <a:gd name="connsiteY24" fmla="*/ 159858 h 156723"/>
                    <a:gd name="connsiteX25" fmla="*/ 68511 w 138812"/>
                    <a:gd name="connsiteY25" fmla="*/ 159858 h 156723"/>
                    <a:gd name="connsiteX26" fmla="*/ 69406 w 138812"/>
                    <a:gd name="connsiteY26" fmla="*/ 160306 h 156723"/>
                    <a:gd name="connsiteX27" fmla="*/ 70302 w 138812"/>
                    <a:gd name="connsiteY27" fmla="*/ 160306 h 156723"/>
                    <a:gd name="connsiteX28" fmla="*/ 70750 w 138812"/>
                    <a:gd name="connsiteY28" fmla="*/ 160306 h 156723"/>
                    <a:gd name="connsiteX29" fmla="*/ 137917 w 138812"/>
                    <a:gd name="connsiteY29" fmla="*/ 121349 h 156723"/>
                    <a:gd name="connsiteX30" fmla="*/ 137917 w 138812"/>
                    <a:gd name="connsiteY30" fmla="*/ 121349 h 156723"/>
                    <a:gd name="connsiteX31" fmla="*/ 137917 w 138812"/>
                    <a:gd name="connsiteY31" fmla="*/ 121349 h 156723"/>
                    <a:gd name="connsiteX32" fmla="*/ 138812 w 138812"/>
                    <a:gd name="connsiteY32" fmla="*/ 120453 h 156723"/>
                    <a:gd name="connsiteX33" fmla="*/ 139260 w 138812"/>
                    <a:gd name="connsiteY33" fmla="*/ 119558 h 156723"/>
                    <a:gd name="connsiteX34" fmla="*/ 139260 w 138812"/>
                    <a:gd name="connsiteY34" fmla="*/ 119558 h 156723"/>
                    <a:gd name="connsiteX35" fmla="*/ 139260 w 138812"/>
                    <a:gd name="connsiteY35" fmla="*/ 41196 h 156723"/>
                    <a:gd name="connsiteX36" fmla="*/ 66272 w 138812"/>
                    <a:gd name="connsiteY36" fmla="*/ 6717 h 156723"/>
                    <a:gd name="connsiteX37" fmla="*/ 66272 w 138812"/>
                    <a:gd name="connsiteY37" fmla="*/ 16120 h 156723"/>
                    <a:gd name="connsiteX38" fmla="*/ 68511 w 138812"/>
                    <a:gd name="connsiteY38" fmla="*/ 18359 h 156723"/>
                    <a:gd name="connsiteX39" fmla="*/ 70750 w 138812"/>
                    <a:gd name="connsiteY39" fmla="*/ 16120 h 156723"/>
                    <a:gd name="connsiteX40" fmla="*/ 70750 w 138812"/>
                    <a:gd name="connsiteY40" fmla="*/ 6717 h 156723"/>
                    <a:gd name="connsiteX41" fmla="*/ 131200 w 138812"/>
                    <a:gd name="connsiteY41" fmla="*/ 41644 h 156723"/>
                    <a:gd name="connsiteX42" fmla="*/ 70750 w 138812"/>
                    <a:gd name="connsiteY42" fmla="*/ 76571 h 156723"/>
                    <a:gd name="connsiteX43" fmla="*/ 70750 w 138812"/>
                    <a:gd name="connsiteY43" fmla="*/ 69854 h 156723"/>
                    <a:gd name="connsiteX44" fmla="*/ 68511 w 138812"/>
                    <a:gd name="connsiteY44" fmla="*/ 67615 h 156723"/>
                    <a:gd name="connsiteX45" fmla="*/ 66272 w 138812"/>
                    <a:gd name="connsiteY45" fmla="*/ 69854 h 156723"/>
                    <a:gd name="connsiteX46" fmla="*/ 66272 w 138812"/>
                    <a:gd name="connsiteY46" fmla="*/ 76571 h 156723"/>
                    <a:gd name="connsiteX47" fmla="*/ 5821 w 138812"/>
                    <a:gd name="connsiteY47" fmla="*/ 41644 h 156723"/>
                    <a:gd name="connsiteX48" fmla="*/ 66272 w 138812"/>
                    <a:gd name="connsiteY48" fmla="*/ 6717 h 156723"/>
                    <a:gd name="connsiteX49" fmla="*/ 5821 w 138812"/>
                    <a:gd name="connsiteY49" fmla="*/ 119110 h 156723"/>
                    <a:gd name="connsiteX50" fmla="*/ 13881 w 138812"/>
                    <a:gd name="connsiteY50" fmla="*/ 114184 h 156723"/>
                    <a:gd name="connsiteX51" fmla="*/ 14777 w 138812"/>
                    <a:gd name="connsiteY51" fmla="*/ 111050 h 156723"/>
                    <a:gd name="connsiteX52" fmla="*/ 11642 w 138812"/>
                    <a:gd name="connsiteY52" fmla="*/ 110154 h 156723"/>
                    <a:gd name="connsiteX53" fmla="*/ 3582 w 138812"/>
                    <a:gd name="connsiteY53" fmla="*/ 115080 h 156723"/>
                    <a:gd name="connsiteX54" fmla="*/ 3582 w 138812"/>
                    <a:gd name="connsiteY54" fmla="*/ 45226 h 156723"/>
                    <a:gd name="connsiteX55" fmla="*/ 64033 w 138812"/>
                    <a:gd name="connsiteY55" fmla="*/ 80153 h 156723"/>
                    <a:gd name="connsiteX56" fmla="*/ 58212 w 138812"/>
                    <a:gd name="connsiteY56" fmla="*/ 83287 h 156723"/>
                    <a:gd name="connsiteX57" fmla="*/ 57316 w 138812"/>
                    <a:gd name="connsiteY57" fmla="*/ 86422 h 156723"/>
                    <a:gd name="connsiteX58" fmla="*/ 59107 w 138812"/>
                    <a:gd name="connsiteY58" fmla="*/ 87765 h 156723"/>
                    <a:gd name="connsiteX59" fmla="*/ 60003 w 138812"/>
                    <a:gd name="connsiteY59" fmla="*/ 87317 h 156723"/>
                    <a:gd name="connsiteX60" fmla="*/ 65824 w 138812"/>
                    <a:gd name="connsiteY60" fmla="*/ 84183 h 156723"/>
                    <a:gd name="connsiteX61" fmla="*/ 65824 w 138812"/>
                    <a:gd name="connsiteY61" fmla="*/ 154037 h 156723"/>
                    <a:gd name="connsiteX62" fmla="*/ 5821 w 138812"/>
                    <a:gd name="connsiteY62" fmla="*/ 119110 h 156723"/>
                    <a:gd name="connsiteX63" fmla="*/ 70750 w 138812"/>
                    <a:gd name="connsiteY63" fmla="*/ 84183 h 156723"/>
                    <a:gd name="connsiteX64" fmla="*/ 76571 w 138812"/>
                    <a:gd name="connsiteY64" fmla="*/ 87317 h 156723"/>
                    <a:gd name="connsiteX65" fmla="*/ 77466 w 138812"/>
                    <a:gd name="connsiteY65" fmla="*/ 87765 h 156723"/>
                    <a:gd name="connsiteX66" fmla="*/ 79257 w 138812"/>
                    <a:gd name="connsiteY66" fmla="*/ 86422 h 156723"/>
                    <a:gd name="connsiteX67" fmla="*/ 78362 w 138812"/>
                    <a:gd name="connsiteY67" fmla="*/ 83287 h 156723"/>
                    <a:gd name="connsiteX68" fmla="*/ 72541 w 138812"/>
                    <a:gd name="connsiteY68" fmla="*/ 80153 h 156723"/>
                    <a:gd name="connsiteX69" fmla="*/ 132991 w 138812"/>
                    <a:gd name="connsiteY69" fmla="*/ 45226 h 156723"/>
                    <a:gd name="connsiteX70" fmla="*/ 132991 w 138812"/>
                    <a:gd name="connsiteY70" fmla="*/ 115080 h 156723"/>
                    <a:gd name="connsiteX71" fmla="*/ 124931 w 138812"/>
                    <a:gd name="connsiteY71" fmla="*/ 110154 h 156723"/>
                    <a:gd name="connsiteX72" fmla="*/ 121797 w 138812"/>
                    <a:gd name="connsiteY72" fmla="*/ 111050 h 156723"/>
                    <a:gd name="connsiteX73" fmla="*/ 122692 w 138812"/>
                    <a:gd name="connsiteY73" fmla="*/ 114184 h 156723"/>
                    <a:gd name="connsiteX74" fmla="*/ 130752 w 138812"/>
                    <a:gd name="connsiteY74" fmla="*/ 119110 h 156723"/>
                    <a:gd name="connsiteX75" fmla="*/ 70302 w 138812"/>
                    <a:gd name="connsiteY75" fmla="*/ 154037 h 156723"/>
                    <a:gd name="connsiteX76" fmla="*/ 70302 w 138812"/>
                    <a:gd name="connsiteY76" fmla="*/ 84183 h 15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38812" h="156723">
                      <a:moveTo>
                        <a:pt x="137917" y="41196"/>
                      </a:moveTo>
                      <a:cubicBezTo>
                        <a:pt x="137917" y="40748"/>
                        <a:pt x="137917" y="40300"/>
                        <a:pt x="137469" y="40300"/>
                      </a:cubicBezTo>
                      <a:cubicBezTo>
                        <a:pt x="137469" y="40300"/>
                        <a:pt x="137469" y="40300"/>
                        <a:pt x="137469" y="39852"/>
                      </a:cubicBezTo>
                      <a:cubicBezTo>
                        <a:pt x="137469" y="39405"/>
                        <a:pt x="137021" y="39405"/>
                        <a:pt x="137021" y="39405"/>
                      </a:cubicBezTo>
                      <a:cubicBezTo>
                        <a:pt x="137021" y="39405"/>
                        <a:pt x="137021" y="39405"/>
                        <a:pt x="137021" y="39405"/>
                      </a:cubicBezTo>
                      <a:lnTo>
                        <a:pt x="69854" y="448"/>
                      </a:lnTo>
                      <a:cubicBezTo>
                        <a:pt x="69854" y="448"/>
                        <a:pt x="69854" y="448"/>
                        <a:pt x="69854" y="448"/>
                      </a:cubicBezTo>
                      <a:cubicBezTo>
                        <a:pt x="69406" y="448"/>
                        <a:pt x="69406" y="0"/>
                        <a:pt x="68958" y="0"/>
                      </a:cubicBezTo>
                      <a:cubicBezTo>
                        <a:pt x="68958" y="0"/>
                        <a:pt x="68958" y="0"/>
                        <a:pt x="68958" y="0"/>
                      </a:cubicBezTo>
                      <a:cubicBezTo>
                        <a:pt x="68511" y="0"/>
                        <a:pt x="68063" y="0"/>
                        <a:pt x="68063" y="448"/>
                      </a:cubicBezTo>
                      <a:cubicBezTo>
                        <a:pt x="68063" y="448"/>
                        <a:pt x="68063" y="448"/>
                        <a:pt x="68063" y="448"/>
                      </a:cubicBezTo>
                      <a:lnTo>
                        <a:pt x="896" y="39405"/>
                      </a:lnTo>
                      <a:cubicBezTo>
                        <a:pt x="896" y="39405"/>
                        <a:pt x="896" y="39405"/>
                        <a:pt x="896" y="39405"/>
                      </a:cubicBezTo>
                      <a:cubicBezTo>
                        <a:pt x="448" y="39405"/>
                        <a:pt x="448" y="39852"/>
                        <a:pt x="0" y="40300"/>
                      </a:cubicBezTo>
                      <a:cubicBezTo>
                        <a:pt x="0" y="40300"/>
                        <a:pt x="0" y="40300"/>
                        <a:pt x="0" y="40748"/>
                      </a:cubicBezTo>
                      <a:cubicBezTo>
                        <a:pt x="0" y="41196"/>
                        <a:pt x="0" y="41196"/>
                        <a:pt x="0" y="41644"/>
                      </a:cubicBezTo>
                      <a:cubicBezTo>
                        <a:pt x="0" y="41644"/>
                        <a:pt x="0" y="41644"/>
                        <a:pt x="0" y="41644"/>
                      </a:cubicBezTo>
                      <a:lnTo>
                        <a:pt x="0" y="119110"/>
                      </a:lnTo>
                      <a:cubicBezTo>
                        <a:pt x="0" y="119110"/>
                        <a:pt x="0" y="119110"/>
                        <a:pt x="0" y="119110"/>
                      </a:cubicBezTo>
                      <a:cubicBezTo>
                        <a:pt x="0" y="119558"/>
                        <a:pt x="0" y="120005"/>
                        <a:pt x="448" y="120005"/>
                      </a:cubicBezTo>
                      <a:lnTo>
                        <a:pt x="448" y="120005"/>
                      </a:lnTo>
                      <a:cubicBezTo>
                        <a:pt x="448" y="120453"/>
                        <a:pt x="896" y="120453"/>
                        <a:pt x="1343" y="120901"/>
                      </a:cubicBezTo>
                      <a:lnTo>
                        <a:pt x="1343" y="120901"/>
                      </a:lnTo>
                      <a:cubicBezTo>
                        <a:pt x="1343" y="120901"/>
                        <a:pt x="1343" y="120901"/>
                        <a:pt x="1343" y="120901"/>
                      </a:cubicBezTo>
                      <a:lnTo>
                        <a:pt x="68511" y="159858"/>
                      </a:lnTo>
                      <a:cubicBezTo>
                        <a:pt x="68511" y="159858"/>
                        <a:pt x="68511" y="159858"/>
                        <a:pt x="68511" y="159858"/>
                      </a:cubicBezTo>
                      <a:cubicBezTo>
                        <a:pt x="68958" y="159858"/>
                        <a:pt x="69406" y="160306"/>
                        <a:pt x="69406" y="160306"/>
                      </a:cubicBezTo>
                      <a:cubicBezTo>
                        <a:pt x="69854" y="160306"/>
                        <a:pt x="69854" y="160306"/>
                        <a:pt x="70302" y="160306"/>
                      </a:cubicBezTo>
                      <a:cubicBezTo>
                        <a:pt x="70302" y="160306"/>
                        <a:pt x="70750" y="160306"/>
                        <a:pt x="70750" y="160306"/>
                      </a:cubicBezTo>
                      <a:lnTo>
                        <a:pt x="137917" y="121349"/>
                      </a:lnTo>
                      <a:lnTo>
                        <a:pt x="137917" y="121349"/>
                      </a:lnTo>
                      <a:lnTo>
                        <a:pt x="137917" y="121349"/>
                      </a:lnTo>
                      <a:cubicBezTo>
                        <a:pt x="138365" y="121349"/>
                        <a:pt x="138365" y="120901"/>
                        <a:pt x="138812" y="120453"/>
                      </a:cubicBezTo>
                      <a:cubicBezTo>
                        <a:pt x="138812" y="120005"/>
                        <a:pt x="139260" y="120005"/>
                        <a:pt x="139260" y="119558"/>
                      </a:cubicBezTo>
                      <a:cubicBezTo>
                        <a:pt x="139260" y="119558"/>
                        <a:pt x="139260" y="119558"/>
                        <a:pt x="139260" y="119558"/>
                      </a:cubicBezTo>
                      <a:lnTo>
                        <a:pt x="139260" y="41196"/>
                      </a:lnTo>
                      <a:close/>
                      <a:moveTo>
                        <a:pt x="66272" y="6717"/>
                      </a:moveTo>
                      <a:lnTo>
                        <a:pt x="66272" y="16120"/>
                      </a:lnTo>
                      <a:cubicBezTo>
                        <a:pt x="66272" y="17463"/>
                        <a:pt x="67167" y="18359"/>
                        <a:pt x="68511" y="18359"/>
                      </a:cubicBezTo>
                      <a:cubicBezTo>
                        <a:pt x="69854" y="18359"/>
                        <a:pt x="70750" y="17463"/>
                        <a:pt x="70750" y="16120"/>
                      </a:cubicBezTo>
                      <a:lnTo>
                        <a:pt x="70750" y="6717"/>
                      </a:lnTo>
                      <a:lnTo>
                        <a:pt x="131200" y="41644"/>
                      </a:lnTo>
                      <a:lnTo>
                        <a:pt x="70750" y="76571"/>
                      </a:lnTo>
                      <a:lnTo>
                        <a:pt x="70750" y="69854"/>
                      </a:lnTo>
                      <a:cubicBezTo>
                        <a:pt x="70750" y="68511"/>
                        <a:pt x="69854" y="67615"/>
                        <a:pt x="68511" y="67615"/>
                      </a:cubicBezTo>
                      <a:cubicBezTo>
                        <a:pt x="67167" y="67615"/>
                        <a:pt x="66272" y="68511"/>
                        <a:pt x="66272" y="69854"/>
                      </a:cubicBezTo>
                      <a:lnTo>
                        <a:pt x="66272" y="76571"/>
                      </a:lnTo>
                      <a:lnTo>
                        <a:pt x="5821" y="41644"/>
                      </a:lnTo>
                      <a:lnTo>
                        <a:pt x="66272" y="6717"/>
                      </a:lnTo>
                      <a:close/>
                      <a:moveTo>
                        <a:pt x="5821" y="119110"/>
                      </a:moveTo>
                      <a:lnTo>
                        <a:pt x="13881" y="114184"/>
                      </a:lnTo>
                      <a:cubicBezTo>
                        <a:pt x="14777" y="113736"/>
                        <a:pt x="15225" y="112393"/>
                        <a:pt x="14777" y="111050"/>
                      </a:cubicBezTo>
                      <a:cubicBezTo>
                        <a:pt x="14329" y="109707"/>
                        <a:pt x="12986" y="109707"/>
                        <a:pt x="11642" y="110154"/>
                      </a:cubicBezTo>
                      <a:lnTo>
                        <a:pt x="3582" y="115080"/>
                      </a:lnTo>
                      <a:lnTo>
                        <a:pt x="3582" y="45226"/>
                      </a:lnTo>
                      <a:lnTo>
                        <a:pt x="64033" y="80153"/>
                      </a:lnTo>
                      <a:lnTo>
                        <a:pt x="58212" y="83287"/>
                      </a:lnTo>
                      <a:cubicBezTo>
                        <a:pt x="57316" y="83735"/>
                        <a:pt x="56868" y="85079"/>
                        <a:pt x="57316" y="86422"/>
                      </a:cubicBezTo>
                      <a:cubicBezTo>
                        <a:pt x="57764" y="87317"/>
                        <a:pt x="58659" y="87765"/>
                        <a:pt x="59107" y="87765"/>
                      </a:cubicBezTo>
                      <a:cubicBezTo>
                        <a:pt x="59555" y="87765"/>
                        <a:pt x="60003" y="87765"/>
                        <a:pt x="60003" y="87317"/>
                      </a:cubicBezTo>
                      <a:lnTo>
                        <a:pt x="65824" y="84183"/>
                      </a:lnTo>
                      <a:lnTo>
                        <a:pt x="65824" y="154037"/>
                      </a:lnTo>
                      <a:lnTo>
                        <a:pt x="5821" y="119110"/>
                      </a:lnTo>
                      <a:close/>
                      <a:moveTo>
                        <a:pt x="70750" y="84183"/>
                      </a:moveTo>
                      <a:lnTo>
                        <a:pt x="76571" y="87317"/>
                      </a:lnTo>
                      <a:cubicBezTo>
                        <a:pt x="77018" y="87317"/>
                        <a:pt x="77466" y="87765"/>
                        <a:pt x="77466" y="87765"/>
                      </a:cubicBezTo>
                      <a:cubicBezTo>
                        <a:pt x="78362" y="87765"/>
                        <a:pt x="78810" y="87317"/>
                        <a:pt x="79257" y="86422"/>
                      </a:cubicBezTo>
                      <a:cubicBezTo>
                        <a:pt x="79705" y="85526"/>
                        <a:pt x="79705" y="84183"/>
                        <a:pt x="78362" y="83287"/>
                      </a:cubicBezTo>
                      <a:lnTo>
                        <a:pt x="72541" y="80153"/>
                      </a:lnTo>
                      <a:lnTo>
                        <a:pt x="132991" y="45226"/>
                      </a:lnTo>
                      <a:lnTo>
                        <a:pt x="132991" y="115080"/>
                      </a:lnTo>
                      <a:lnTo>
                        <a:pt x="124931" y="110154"/>
                      </a:lnTo>
                      <a:cubicBezTo>
                        <a:pt x="124036" y="109707"/>
                        <a:pt x="122692" y="109707"/>
                        <a:pt x="121797" y="111050"/>
                      </a:cubicBezTo>
                      <a:cubicBezTo>
                        <a:pt x="121349" y="111945"/>
                        <a:pt x="121349" y="113289"/>
                        <a:pt x="122692" y="114184"/>
                      </a:cubicBezTo>
                      <a:lnTo>
                        <a:pt x="130752" y="119110"/>
                      </a:lnTo>
                      <a:lnTo>
                        <a:pt x="70302" y="154037"/>
                      </a:lnTo>
                      <a:lnTo>
                        <a:pt x="70302" y="8418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88" name="Freeform: Shape 4384">
                  <a:extLst>
                    <a:ext uri="{FF2B5EF4-FFF2-40B4-BE49-F238E27FC236}">
                      <a16:creationId xmlns:a16="http://schemas.microsoft.com/office/drawing/2014/main" id="{E3F06E3E-38E0-F082-FA52-9777E1E09A38}"/>
                    </a:ext>
                  </a:extLst>
                </p:cNvPr>
                <p:cNvSpPr/>
                <p:nvPr/>
              </p:nvSpPr>
              <p:spPr>
                <a:xfrm>
                  <a:off x="1448539" y="3528606"/>
                  <a:ext cx="4478" cy="17911"/>
                </a:xfrm>
                <a:custGeom>
                  <a:avLst/>
                  <a:gdLst>
                    <a:gd name="connsiteX0" fmla="*/ 2239 w 4477"/>
                    <a:gd name="connsiteY0" fmla="*/ 17911 h 17911"/>
                    <a:gd name="connsiteX1" fmla="*/ 4478 w 4477"/>
                    <a:gd name="connsiteY1" fmla="*/ 15672 h 17911"/>
                    <a:gd name="connsiteX2" fmla="*/ 4478 w 4477"/>
                    <a:gd name="connsiteY2" fmla="*/ 2239 h 17911"/>
                    <a:gd name="connsiteX3" fmla="*/ 2239 w 4477"/>
                    <a:gd name="connsiteY3" fmla="*/ 0 h 17911"/>
                    <a:gd name="connsiteX4" fmla="*/ 0 w 4477"/>
                    <a:gd name="connsiteY4" fmla="*/ 2239 h 17911"/>
                    <a:gd name="connsiteX5" fmla="*/ 0 w 4477"/>
                    <a:gd name="connsiteY5" fmla="*/ 15672 h 17911"/>
                    <a:gd name="connsiteX6" fmla="*/ 2239 w 4477"/>
                    <a:gd name="connsiteY6" fmla="*/ 17911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17911">
                      <a:moveTo>
                        <a:pt x="2239" y="17911"/>
                      </a:moveTo>
                      <a:cubicBezTo>
                        <a:pt x="3582" y="17911"/>
                        <a:pt x="4478" y="17016"/>
                        <a:pt x="4478" y="15672"/>
                      </a:cubicBezTo>
                      <a:lnTo>
                        <a:pt x="4478" y="2239"/>
                      </a:lnTo>
                      <a:cubicBezTo>
                        <a:pt x="4478" y="896"/>
                        <a:pt x="3582" y="0"/>
                        <a:pt x="2239" y="0"/>
                      </a:cubicBezTo>
                      <a:cubicBezTo>
                        <a:pt x="896" y="0"/>
                        <a:pt x="0" y="896"/>
                        <a:pt x="0" y="2239"/>
                      </a:cubicBezTo>
                      <a:lnTo>
                        <a:pt x="0" y="15672"/>
                      </a:lnTo>
                      <a:cubicBezTo>
                        <a:pt x="0" y="17016"/>
                        <a:pt x="896" y="17911"/>
                        <a:pt x="2239" y="1791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89" name="Freeform: Shape 4385">
                  <a:extLst>
                    <a:ext uri="{FF2B5EF4-FFF2-40B4-BE49-F238E27FC236}">
                      <a16:creationId xmlns:a16="http://schemas.microsoft.com/office/drawing/2014/main" id="{6A433178-354E-5690-C08E-CECB139866CF}"/>
                    </a:ext>
                  </a:extLst>
                </p:cNvPr>
                <p:cNvSpPr/>
                <p:nvPr/>
              </p:nvSpPr>
              <p:spPr>
                <a:xfrm>
                  <a:off x="1448539" y="3550995"/>
                  <a:ext cx="4478" cy="17911"/>
                </a:xfrm>
                <a:custGeom>
                  <a:avLst/>
                  <a:gdLst>
                    <a:gd name="connsiteX0" fmla="*/ 2239 w 4477"/>
                    <a:gd name="connsiteY0" fmla="*/ 17911 h 17911"/>
                    <a:gd name="connsiteX1" fmla="*/ 4478 w 4477"/>
                    <a:gd name="connsiteY1" fmla="*/ 15672 h 17911"/>
                    <a:gd name="connsiteX2" fmla="*/ 4478 w 4477"/>
                    <a:gd name="connsiteY2" fmla="*/ 2239 h 17911"/>
                    <a:gd name="connsiteX3" fmla="*/ 2239 w 4477"/>
                    <a:gd name="connsiteY3" fmla="*/ 0 h 17911"/>
                    <a:gd name="connsiteX4" fmla="*/ 0 w 4477"/>
                    <a:gd name="connsiteY4" fmla="*/ 2239 h 17911"/>
                    <a:gd name="connsiteX5" fmla="*/ 0 w 4477"/>
                    <a:gd name="connsiteY5" fmla="*/ 15672 h 17911"/>
                    <a:gd name="connsiteX6" fmla="*/ 2239 w 4477"/>
                    <a:gd name="connsiteY6" fmla="*/ 17911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17911">
                      <a:moveTo>
                        <a:pt x="2239" y="17911"/>
                      </a:moveTo>
                      <a:cubicBezTo>
                        <a:pt x="3582" y="17911"/>
                        <a:pt x="4478" y="17016"/>
                        <a:pt x="4478" y="15672"/>
                      </a:cubicBezTo>
                      <a:lnTo>
                        <a:pt x="4478" y="2239"/>
                      </a:lnTo>
                      <a:cubicBezTo>
                        <a:pt x="4478" y="896"/>
                        <a:pt x="3582" y="0"/>
                        <a:pt x="2239" y="0"/>
                      </a:cubicBezTo>
                      <a:cubicBezTo>
                        <a:pt x="896" y="0"/>
                        <a:pt x="0" y="896"/>
                        <a:pt x="0" y="2239"/>
                      </a:cubicBezTo>
                      <a:lnTo>
                        <a:pt x="0" y="15672"/>
                      </a:lnTo>
                      <a:cubicBezTo>
                        <a:pt x="0" y="17016"/>
                        <a:pt x="896" y="17911"/>
                        <a:pt x="2239" y="1791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90" name="Freeform: Shape 4386">
                  <a:extLst>
                    <a:ext uri="{FF2B5EF4-FFF2-40B4-BE49-F238E27FC236}">
                      <a16:creationId xmlns:a16="http://schemas.microsoft.com/office/drawing/2014/main" id="{04795A93-5CEB-2380-28B3-2DEE02BA3C57}"/>
                    </a:ext>
                  </a:extLst>
                </p:cNvPr>
                <p:cNvSpPr/>
                <p:nvPr/>
              </p:nvSpPr>
              <p:spPr>
                <a:xfrm>
                  <a:off x="1464839" y="3593267"/>
                  <a:ext cx="13433" cy="8956"/>
                </a:xfrm>
                <a:custGeom>
                  <a:avLst/>
                  <a:gdLst>
                    <a:gd name="connsiteX0" fmla="*/ 15045 w 13433"/>
                    <a:gd name="connsiteY0" fmla="*/ 6984 h 8955"/>
                    <a:gd name="connsiteX1" fmla="*/ 3402 w 13433"/>
                    <a:gd name="connsiteY1" fmla="*/ 268 h 8955"/>
                    <a:gd name="connsiteX2" fmla="*/ 268 w 13433"/>
                    <a:gd name="connsiteY2" fmla="*/ 1163 h 8955"/>
                    <a:gd name="connsiteX3" fmla="*/ 1163 w 13433"/>
                    <a:gd name="connsiteY3" fmla="*/ 4298 h 8955"/>
                    <a:gd name="connsiteX4" fmla="*/ 12806 w 13433"/>
                    <a:gd name="connsiteY4" fmla="*/ 11015 h 8955"/>
                    <a:gd name="connsiteX5" fmla="*/ 13701 w 13433"/>
                    <a:gd name="connsiteY5" fmla="*/ 11462 h 8955"/>
                    <a:gd name="connsiteX6" fmla="*/ 15492 w 13433"/>
                    <a:gd name="connsiteY6" fmla="*/ 10119 h 8955"/>
                    <a:gd name="connsiteX7" fmla="*/ 15045 w 13433"/>
                    <a:gd name="connsiteY7" fmla="*/ 6984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8955">
                      <a:moveTo>
                        <a:pt x="15045" y="6984"/>
                      </a:moveTo>
                      <a:lnTo>
                        <a:pt x="3402" y="268"/>
                      </a:lnTo>
                      <a:cubicBezTo>
                        <a:pt x="2507" y="-180"/>
                        <a:pt x="1163" y="-180"/>
                        <a:pt x="268" y="1163"/>
                      </a:cubicBezTo>
                      <a:cubicBezTo>
                        <a:pt x="-180" y="2059"/>
                        <a:pt x="-180" y="3402"/>
                        <a:pt x="1163" y="4298"/>
                      </a:cubicBezTo>
                      <a:lnTo>
                        <a:pt x="12806" y="11015"/>
                      </a:lnTo>
                      <a:cubicBezTo>
                        <a:pt x="13253" y="11015"/>
                        <a:pt x="13701" y="11462"/>
                        <a:pt x="13701" y="11462"/>
                      </a:cubicBezTo>
                      <a:cubicBezTo>
                        <a:pt x="14597" y="11462"/>
                        <a:pt x="15045" y="11015"/>
                        <a:pt x="15492" y="10119"/>
                      </a:cubicBezTo>
                      <a:cubicBezTo>
                        <a:pt x="16836" y="9223"/>
                        <a:pt x="16388" y="7880"/>
                        <a:pt x="15045" y="698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91" name="Freeform: Shape 4387">
                  <a:extLst>
                    <a:ext uri="{FF2B5EF4-FFF2-40B4-BE49-F238E27FC236}">
                      <a16:creationId xmlns:a16="http://schemas.microsoft.com/office/drawing/2014/main" id="{8EB5BFD7-5280-89DC-3346-4AF305BD79DF}"/>
                    </a:ext>
                  </a:extLst>
                </p:cNvPr>
                <p:cNvSpPr/>
                <p:nvPr/>
              </p:nvSpPr>
              <p:spPr>
                <a:xfrm>
                  <a:off x="1484541" y="3604461"/>
                  <a:ext cx="13433" cy="8956"/>
                </a:xfrm>
                <a:custGeom>
                  <a:avLst/>
                  <a:gdLst>
                    <a:gd name="connsiteX0" fmla="*/ 15045 w 13433"/>
                    <a:gd name="connsiteY0" fmla="*/ 6984 h 8955"/>
                    <a:gd name="connsiteX1" fmla="*/ 3402 w 13433"/>
                    <a:gd name="connsiteY1" fmla="*/ 268 h 8955"/>
                    <a:gd name="connsiteX2" fmla="*/ 268 w 13433"/>
                    <a:gd name="connsiteY2" fmla="*/ 1163 h 8955"/>
                    <a:gd name="connsiteX3" fmla="*/ 1163 w 13433"/>
                    <a:gd name="connsiteY3" fmla="*/ 4298 h 8955"/>
                    <a:gd name="connsiteX4" fmla="*/ 12806 w 13433"/>
                    <a:gd name="connsiteY4" fmla="*/ 11015 h 8955"/>
                    <a:gd name="connsiteX5" fmla="*/ 13701 w 13433"/>
                    <a:gd name="connsiteY5" fmla="*/ 11462 h 8955"/>
                    <a:gd name="connsiteX6" fmla="*/ 15492 w 13433"/>
                    <a:gd name="connsiteY6" fmla="*/ 10119 h 8955"/>
                    <a:gd name="connsiteX7" fmla="*/ 15045 w 13433"/>
                    <a:gd name="connsiteY7" fmla="*/ 6984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8955">
                      <a:moveTo>
                        <a:pt x="15045" y="6984"/>
                      </a:moveTo>
                      <a:lnTo>
                        <a:pt x="3402" y="268"/>
                      </a:lnTo>
                      <a:cubicBezTo>
                        <a:pt x="2507" y="-180"/>
                        <a:pt x="1163" y="-180"/>
                        <a:pt x="268" y="1163"/>
                      </a:cubicBezTo>
                      <a:cubicBezTo>
                        <a:pt x="-180" y="2059"/>
                        <a:pt x="-180" y="3402"/>
                        <a:pt x="1163" y="4298"/>
                      </a:cubicBezTo>
                      <a:lnTo>
                        <a:pt x="12806" y="11015"/>
                      </a:lnTo>
                      <a:cubicBezTo>
                        <a:pt x="13253" y="11015"/>
                        <a:pt x="13701" y="11462"/>
                        <a:pt x="13701" y="11462"/>
                      </a:cubicBezTo>
                      <a:cubicBezTo>
                        <a:pt x="14597" y="11462"/>
                        <a:pt x="15045" y="11015"/>
                        <a:pt x="15492" y="10119"/>
                      </a:cubicBezTo>
                      <a:cubicBezTo>
                        <a:pt x="16388" y="9223"/>
                        <a:pt x="15940" y="7880"/>
                        <a:pt x="15045" y="698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92" name="Freeform: Shape 4388">
                  <a:extLst>
                    <a:ext uri="{FF2B5EF4-FFF2-40B4-BE49-F238E27FC236}">
                      <a16:creationId xmlns:a16="http://schemas.microsoft.com/office/drawing/2014/main" id="{BE20916D-A8A3-44E6-5D1E-CA9366FDC8B9}"/>
                    </a:ext>
                  </a:extLst>
                </p:cNvPr>
                <p:cNvSpPr/>
                <p:nvPr/>
              </p:nvSpPr>
              <p:spPr>
                <a:xfrm>
                  <a:off x="1400450" y="3604553"/>
                  <a:ext cx="13433" cy="8956"/>
                </a:xfrm>
                <a:custGeom>
                  <a:avLst/>
                  <a:gdLst>
                    <a:gd name="connsiteX0" fmla="*/ 12714 w 13433"/>
                    <a:gd name="connsiteY0" fmla="*/ 176 h 8955"/>
                    <a:gd name="connsiteX1" fmla="*/ 1071 w 13433"/>
                    <a:gd name="connsiteY1" fmla="*/ 6892 h 8955"/>
                    <a:gd name="connsiteX2" fmla="*/ 176 w 13433"/>
                    <a:gd name="connsiteY2" fmla="*/ 10027 h 8955"/>
                    <a:gd name="connsiteX3" fmla="*/ 1967 w 13433"/>
                    <a:gd name="connsiteY3" fmla="*/ 11370 h 8955"/>
                    <a:gd name="connsiteX4" fmla="*/ 2862 w 13433"/>
                    <a:gd name="connsiteY4" fmla="*/ 10922 h 8955"/>
                    <a:gd name="connsiteX5" fmla="*/ 14505 w 13433"/>
                    <a:gd name="connsiteY5" fmla="*/ 4206 h 8955"/>
                    <a:gd name="connsiteX6" fmla="*/ 15400 w 13433"/>
                    <a:gd name="connsiteY6" fmla="*/ 1071 h 8955"/>
                    <a:gd name="connsiteX7" fmla="*/ 12714 w 13433"/>
                    <a:gd name="connsiteY7" fmla="*/ 176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8955">
                      <a:moveTo>
                        <a:pt x="12714" y="176"/>
                      </a:moveTo>
                      <a:lnTo>
                        <a:pt x="1071" y="6892"/>
                      </a:lnTo>
                      <a:cubicBezTo>
                        <a:pt x="176" y="7340"/>
                        <a:pt x="-272" y="8684"/>
                        <a:pt x="176" y="10027"/>
                      </a:cubicBezTo>
                      <a:cubicBezTo>
                        <a:pt x="623" y="10922"/>
                        <a:pt x="1519" y="11370"/>
                        <a:pt x="1967" y="11370"/>
                      </a:cubicBezTo>
                      <a:cubicBezTo>
                        <a:pt x="2415" y="11370"/>
                        <a:pt x="2862" y="11370"/>
                        <a:pt x="2862" y="10922"/>
                      </a:cubicBezTo>
                      <a:lnTo>
                        <a:pt x="14505" y="4206"/>
                      </a:lnTo>
                      <a:cubicBezTo>
                        <a:pt x="15400" y="3758"/>
                        <a:pt x="15848" y="2415"/>
                        <a:pt x="15400" y="1071"/>
                      </a:cubicBezTo>
                      <a:cubicBezTo>
                        <a:pt x="15400" y="176"/>
                        <a:pt x="14057" y="-272"/>
                        <a:pt x="12714" y="17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93" name="Freeform: Shape 4389">
                  <a:extLst>
                    <a:ext uri="{FF2B5EF4-FFF2-40B4-BE49-F238E27FC236}">
                      <a16:creationId xmlns:a16="http://schemas.microsoft.com/office/drawing/2014/main" id="{C327F611-1FF8-002F-717A-F0F6A22D5D65}"/>
                    </a:ext>
                  </a:extLst>
                </p:cNvPr>
                <p:cNvSpPr/>
                <p:nvPr/>
              </p:nvSpPr>
              <p:spPr>
                <a:xfrm>
                  <a:off x="1420153" y="3593359"/>
                  <a:ext cx="13433" cy="8956"/>
                </a:xfrm>
                <a:custGeom>
                  <a:avLst/>
                  <a:gdLst>
                    <a:gd name="connsiteX0" fmla="*/ 12714 w 13433"/>
                    <a:gd name="connsiteY0" fmla="*/ 176 h 8955"/>
                    <a:gd name="connsiteX1" fmla="*/ 1071 w 13433"/>
                    <a:gd name="connsiteY1" fmla="*/ 6892 h 8955"/>
                    <a:gd name="connsiteX2" fmla="*/ 176 w 13433"/>
                    <a:gd name="connsiteY2" fmla="*/ 10027 h 8955"/>
                    <a:gd name="connsiteX3" fmla="*/ 1967 w 13433"/>
                    <a:gd name="connsiteY3" fmla="*/ 11370 h 8955"/>
                    <a:gd name="connsiteX4" fmla="*/ 2862 w 13433"/>
                    <a:gd name="connsiteY4" fmla="*/ 10922 h 8955"/>
                    <a:gd name="connsiteX5" fmla="*/ 14505 w 13433"/>
                    <a:gd name="connsiteY5" fmla="*/ 4206 h 8955"/>
                    <a:gd name="connsiteX6" fmla="*/ 15400 w 13433"/>
                    <a:gd name="connsiteY6" fmla="*/ 1071 h 8955"/>
                    <a:gd name="connsiteX7" fmla="*/ 12714 w 13433"/>
                    <a:gd name="connsiteY7" fmla="*/ 176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8955">
                      <a:moveTo>
                        <a:pt x="12714" y="176"/>
                      </a:moveTo>
                      <a:lnTo>
                        <a:pt x="1071" y="6892"/>
                      </a:lnTo>
                      <a:cubicBezTo>
                        <a:pt x="176" y="7340"/>
                        <a:pt x="-272" y="8684"/>
                        <a:pt x="176" y="10027"/>
                      </a:cubicBezTo>
                      <a:cubicBezTo>
                        <a:pt x="623" y="10922"/>
                        <a:pt x="1519" y="11370"/>
                        <a:pt x="1967" y="11370"/>
                      </a:cubicBezTo>
                      <a:cubicBezTo>
                        <a:pt x="2415" y="11370"/>
                        <a:pt x="2862" y="11370"/>
                        <a:pt x="2862" y="10922"/>
                      </a:cubicBezTo>
                      <a:lnTo>
                        <a:pt x="14505" y="4206"/>
                      </a:lnTo>
                      <a:cubicBezTo>
                        <a:pt x="15400" y="3758"/>
                        <a:pt x="15848" y="2415"/>
                        <a:pt x="15400" y="1071"/>
                      </a:cubicBezTo>
                      <a:cubicBezTo>
                        <a:pt x="14952" y="176"/>
                        <a:pt x="13609" y="-272"/>
                        <a:pt x="12714" y="17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494" name="Freeform: Shape 4390">
                <a:extLst>
                  <a:ext uri="{FF2B5EF4-FFF2-40B4-BE49-F238E27FC236}">
                    <a16:creationId xmlns:a16="http://schemas.microsoft.com/office/drawing/2014/main" id="{DB23F90C-B1F1-2E70-370A-00502EF407AD}"/>
                  </a:ext>
                  <a:ext uri="{C183D7F6-B498-43B3-948B-1728B52AA6E4}">
                    <adec:decorative xmlns:adec="http://schemas.microsoft.com/office/drawing/2017/decorative" val="1"/>
                  </a:ext>
                </a:extLst>
              </p:cNvPr>
              <p:cNvSpPr>
                <a:spLocks noChangeAspect="1"/>
              </p:cNvSpPr>
              <p:nvPr/>
            </p:nvSpPr>
            <p:spPr>
              <a:xfrm>
                <a:off x="1610630" y="4241320"/>
                <a:ext cx="138812" cy="156724"/>
              </a:xfrm>
              <a:custGeom>
                <a:avLst/>
                <a:gdLst>
                  <a:gd name="connsiteX0" fmla="*/ 138365 w 138812"/>
                  <a:gd name="connsiteY0" fmla="*/ 40188 h 156723"/>
                  <a:gd name="connsiteX1" fmla="*/ 138365 w 138812"/>
                  <a:gd name="connsiteY1" fmla="*/ 40188 h 156723"/>
                  <a:gd name="connsiteX2" fmla="*/ 137469 w 138812"/>
                  <a:gd name="connsiteY2" fmla="*/ 39293 h 156723"/>
                  <a:gd name="connsiteX3" fmla="*/ 137469 w 138812"/>
                  <a:gd name="connsiteY3" fmla="*/ 39293 h 156723"/>
                  <a:gd name="connsiteX4" fmla="*/ 70302 w 138812"/>
                  <a:gd name="connsiteY4" fmla="*/ 336 h 156723"/>
                  <a:gd name="connsiteX5" fmla="*/ 68063 w 138812"/>
                  <a:gd name="connsiteY5" fmla="*/ 336 h 156723"/>
                  <a:gd name="connsiteX6" fmla="*/ 896 w 138812"/>
                  <a:gd name="connsiteY6" fmla="*/ 39293 h 156723"/>
                  <a:gd name="connsiteX7" fmla="*/ 0 w 138812"/>
                  <a:gd name="connsiteY7" fmla="*/ 40188 h 156723"/>
                  <a:gd name="connsiteX8" fmla="*/ 0 w 138812"/>
                  <a:gd name="connsiteY8" fmla="*/ 40636 h 156723"/>
                  <a:gd name="connsiteX9" fmla="*/ 0 w 138812"/>
                  <a:gd name="connsiteY9" fmla="*/ 41532 h 156723"/>
                  <a:gd name="connsiteX10" fmla="*/ 0 w 138812"/>
                  <a:gd name="connsiteY10" fmla="*/ 41532 h 156723"/>
                  <a:gd name="connsiteX11" fmla="*/ 0 w 138812"/>
                  <a:gd name="connsiteY11" fmla="*/ 118998 h 156723"/>
                  <a:gd name="connsiteX12" fmla="*/ 1343 w 138812"/>
                  <a:gd name="connsiteY12" fmla="*/ 120789 h 156723"/>
                  <a:gd name="connsiteX13" fmla="*/ 68511 w 138812"/>
                  <a:gd name="connsiteY13" fmla="*/ 159746 h 156723"/>
                  <a:gd name="connsiteX14" fmla="*/ 68511 w 138812"/>
                  <a:gd name="connsiteY14" fmla="*/ 159746 h 156723"/>
                  <a:gd name="connsiteX15" fmla="*/ 69406 w 138812"/>
                  <a:gd name="connsiteY15" fmla="*/ 160194 h 156723"/>
                  <a:gd name="connsiteX16" fmla="*/ 69406 w 138812"/>
                  <a:gd name="connsiteY16" fmla="*/ 160194 h 156723"/>
                  <a:gd name="connsiteX17" fmla="*/ 69406 w 138812"/>
                  <a:gd name="connsiteY17" fmla="*/ 160194 h 156723"/>
                  <a:gd name="connsiteX18" fmla="*/ 69406 w 138812"/>
                  <a:gd name="connsiteY18" fmla="*/ 160194 h 156723"/>
                  <a:gd name="connsiteX19" fmla="*/ 70302 w 138812"/>
                  <a:gd name="connsiteY19" fmla="*/ 159746 h 156723"/>
                  <a:gd name="connsiteX20" fmla="*/ 137469 w 138812"/>
                  <a:gd name="connsiteY20" fmla="*/ 120789 h 156723"/>
                  <a:gd name="connsiteX21" fmla="*/ 138812 w 138812"/>
                  <a:gd name="connsiteY21" fmla="*/ 118998 h 156723"/>
                  <a:gd name="connsiteX22" fmla="*/ 138812 w 138812"/>
                  <a:gd name="connsiteY22" fmla="*/ 41532 h 156723"/>
                  <a:gd name="connsiteX23" fmla="*/ 138365 w 138812"/>
                  <a:gd name="connsiteY23" fmla="*/ 40188 h 156723"/>
                  <a:gd name="connsiteX24" fmla="*/ 35823 w 138812"/>
                  <a:gd name="connsiteY24" fmla="*/ 24516 h 156723"/>
                  <a:gd name="connsiteX25" fmla="*/ 64928 w 138812"/>
                  <a:gd name="connsiteY25" fmla="*/ 41532 h 156723"/>
                  <a:gd name="connsiteX26" fmla="*/ 35823 w 138812"/>
                  <a:gd name="connsiteY26" fmla="*/ 58547 h 156723"/>
                  <a:gd name="connsiteX27" fmla="*/ 6717 w 138812"/>
                  <a:gd name="connsiteY27" fmla="*/ 41532 h 156723"/>
                  <a:gd name="connsiteX28" fmla="*/ 35823 w 138812"/>
                  <a:gd name="connsiteY28" fmla="*/ 24516 h 156723"/>
                  <a:gd name="connsiteX29" fmla="*/ 69406 w 138812"/>
                  <a:gd name="connsiteY29" fmla="*/ 77354 h 156723"/>
                  <a:gd name="connsiteX30" fmla="*/ 40300 w 138812"/>
                  <a:gd name="connsiteY30" fmla="*/ 60786 h 156723"/>
                  <a:gd name="connsiteX31" fmla="*/ 69406 w 138812"/>
                  <a:gd name="connsiteY31" fmla="*/ 43771 h 156723"/>
                  <a:gd name="connsiteX32" fmla="*/ 98512 w 138812"/>
                  <a:gd name="connsiteY32" fmla="*/ 60339 h 156723"/>
                  <a:gd name="connsiteX33" fmla="*/ 69406 w 138812"/>
                  <a:gd name="connsiteY33" fmla="*/ 77354 h 156723"/>
                  <a:gd name="connsiteX34" fmla="*/ 4478 w 138812"/>
                  <a:gd name="connsiteY34" fmla="*/ 45114 h 156723"/>
                  <a:gd name="connsiteX35" fmla="*/ 33584 w 138812"/>
                  <a:gd name="connsiteY35" fmla="*/ 62130 h 156723"/>
                  <a:gd name="connsiteX36" fmla="*/ 33584 w 138812"/>
                  <a:gd name="connsiteY36" fmla="*/ 97056 h 156723"/>
                  <a:gd name="connsiteX37" fmla="*/ 4478 w 138812"/>
                  <a:gd name="connsiteY37" fmla="*/ 80041 h 156723"/>
                  <a:gd name="connsiteX38" fmla="*/ 4478 w 138812"/>
                  <a:gd name="connsiteY38" fmla="*/ 45114 h 156723"/>
                  <a:gd name="connsiteX39" fmla="*/ 38061 w 138812"/>
                  <a:gd name="connsiteY39" fmla="*/ 64368 h 156723"/>
                  <a:gd name="connsiteX40" fmla="*/ 67167 w 138812"/>
                  <a:gd name="connsiteY40" fmla="*/ 81384 h 156723"/>
                  <a:gd name="connsiteX41" fmla="*/ 67167 w 138812"/>
                  <a:gd name="connsiteY41" fmla="*/ 116311 h 156723"/>
                  <a:gd name="connsiteX42" fmla="*/ 38061 w 138812"/>
                  <a:gd name="connsiteY42" fmla="*/ 99295 h 156723"/>
                  <a:gd name="connsiteX43" fmla="*/ 38061 w 138812"/>
                  <a:gd name="connsiteY43" fmla="*/ 64368 h 156723"/>
                  <a:gd name="connsiteX44" fmla="*/ 71645 w 138812"/>
                  <a:gd name="connsiteY44" fmla="*/ 121237 h 156723"/>
                  <a:gd name="connsiteX45" fmla="*/ 100751 w 138812"/>
                  <a:gd name="connsiteY45" fmla="*/ 104221 h 156723"/>
                  <a:gd name="connsiteX46" fmla="*/ 100751 w 138812"/>
                  <a:gd name="connsiteY46" fmla="*/ 136462 h 156723"/>
                  <a:gd name="connsiteX47" fmla="*/ 71645 w 138812"/>
                  <a:gd name="connsiteY47" fmla="*/ 153477 h 156723"/>
                  <a:gd name="connsiteX48" fmla="*/ 71645 w 138812"/>
                  <a:gd name="connsiteY48" fmla="*/ 121237 h 156723"/>
                  <a:gd name="connsiteX49" fmla="*/ 71645 w 138812"/>
                  <a:gd name="connsiteY49" fmla="*/ 116311 h 156723"/>
                  <a:gd name="connsiteX50" fmla="*/ 71645 w 138812"/>
                  <a:gd name="connsiteY50" fmla="*/ 81384 h 156723"/>
                  <a:gd name="connsiteX51" fmla="*/ 100751 w 138812"/>
                  <a:gd name="connsiteY51" fmla="*/ 64368 h 156723"/>
                  <a:gd name="connsiteX52" fmla="*/ 100751 w 138812"/>
                  <a:gd name="connsiteY52" fmla="*/ 99295 h 156723"/>
                  <a:gd name="connsiteX53" fmla="*/ 71645 w 138812"/>
                  <a:gd name="connsiteY53" fmla="*/ 116311 h 156723"/>
                  <a:gd name="connsiteX54" fmla="*/ 105229 w 138812"/>
                  <a:gd name="connsiteY54" fmla="*/ 62130 h 156723"/>
                  <a:gd name="connsiteX55" fmla="*/ 134335 w 138812"/>
                  <a:gd name="connsiteY55" fmla="*/ 45114 h 156723"/>
                  <a:gd name="connsiteX56" fmla="*/ 134335 w 138812"/>
                  <a:gd name="connsiteY56" fmla="*/ 80041 h 156723"/>
                  <a:gd name="connsiteX57" fmla="*/ 105229 w 138812"/>
                  <a:gd name="connsiteY57" fmla="*/ 97056 h 156723"/>
                  <a:gd name="connsiteX58" fmla="*/ 105229 w 138812"/>
                  <a:gd name="connsiteY58" fmla="*/ 62130 h 156723"/>
                  <a:gd name="connsiteX59" fmla="*/ 102990 w 138812"/>
                  <a:gd name="connsiteY59" fmla="*/ 58100 h 156723"/>
                  <a:gd name="connsiteX60" fmla="*/ 73884 w 138812"/>
                  <a:gd name="connsiteY60" fmla="*/ 41532 h 156723"/>
                  <a:gd name="connsiteX61" fmla="*/ 102990 w 138812"/>
                  <a:gd name="connsiteY61" fmla="*/ 24964 h 156723"/>
                  <a:gd name="connsiteX62" fmla="*/ 132096 w 138812"/>
                  <a:gd name="connsiteY62" fmla="*/ 41532 h 156723"/>
                  <a:gd name="connsiteX63" fmla="*/ 102990 w 138812"/>
                  <a:gd name="connsiteY63" fmla="*/ 58100 h 156723"/>
                  <a:gd name="connsiteX64" fmla="*/ 69406 w 138812"/>
                  <a:gd name="connsiteY64" fmla="*/ 5261 h 156723"/>
                  <a:gd name="connsiteX65" fmla="*/ 98512 w 138812"/>
                  <a:gd name="connsiteY65" fmla="*/ 22277 h 156723"/>
                  <a:gd name="connsiteX66" fmla="*/ 69406 w 138812"/>
                  <a:gd name="connsiteY66" fmla="*/ 38845 h 156723"/>
                  <a:gd name="connsiteX67" fmla="*/ 40300 w 138812"/>
                  <a:gd name="connsiteY67" fmla="*/ 21829 h 156723"/>
                  <a:gd name="connsiteX68" fmla="*/ 69406 w 138812"/>
                  <a:gd name="connsiteY68" fmla="*/ 5261 h 156723"/>
                  <a:gd name="connsiteX69" fmla="*/ 4478 w 138812"/>
                  <a:gd name="connsiteY69" fmla="*/ 85414 h 156723"/>
                  <a:gd name="connsiteX70" fmla="*/ 33584 w 138812"/>
                  <a:gd name="connsiteY70" fmla="*/ 102430 h 156723"/>
                  <a:gd name="connsiteX71" fmla="*/ 33584 w 138812"/>
                  <a:gd name="connsiteY71" fmla="*/ 134670 h 156723"/>
                  <a:gd name="connsiteX72" fmla="*/ 4478 w 138812"/>
                  <a:gd name="connsiteY72" fmla="*/ 117655 h 156723"/>
                  <a:gd name="connsiteX73" fmla="*/ 4478 w 138812"/>
                  <a:gd name="connsiteY73" fmla="*/ 85414 h 156723"/>
                  <a:gd name="connsiteX74" fmla="*/ 38061 w 138812"/>
                  <a:gd name="connsiteY74" fmla="*/ 136909 h 156723"/>
                  <a:gd name="connsiteX75" fmla="*/ 38061 w 138812"/>
                  <a:gd name="connsiteY75" fmla="*/ 104669 h 156723"/>
                  <a:gd name="connsiteX76" fmla="*/ 67167 w 138812"/>
                  <a:gd name="connsiteY76" fmla="*/ 121684 h 156723"/>
                  <a:gd name="connsiteX77" fmla="*/ 67167 w 138812"/>
                  <a:gd name="connsiteY77" fmla="*/ 153925 h 156723"/>
                  <a:gd name="connsiteX78" fmla="*/ 38061 w 138812"/>
                  <a:gd name="connsiteY78" fmla="*/ 136909 h 156723"/>
                  <a:gd name="connsiteX79" fmla="*/ 105229 w 138812"/>
                  <a:gd name="connsiteY79" fmla="*/ 134223 h 156723"/>
                  <a:gd name="connsiteX80" fmla="*/ 105229 w 138812"/>
                  <a:gd name="connsiteY80" fmla="*/ 101982 h 156723"/>
                  <a:gd name="connsiteX81" fmla="*/ 134335 w 138812"/>
                  <a:gd name="connsiteY81" fmla="*/ 84967 h 156723"/>
                  <a:gd name="connsiteX82" fmla="*/ 134335 w 138812"/>
                  <a:gd name="connsiteY82" fmla="*/ 117207 h 156723"/>
                  <a:gd name="connsiteX83" fmla="*/ 105229 w 138812"/>
                  <a:gd name="connsiteY83" fmla="*/ 134223 h 15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38812" h="156723">
                    <a:moveTo>
                      <a:pt x="138365" y="40188"/>
                    </a:moveTo>
                    <a:cubicBezTo>
                      <a:pt x="138365" y="40188"/>
                      <a:pt x="138365" y="40188"/>
                      <a:pt x="138365" y="40188"/>
                    </a:cubicBezTo>
                    <a:cubicBezTo>
                      <a:pt x="137917" y="39740"/>
                      <a:pt x="137917" y="39740"/>
                      <a:pt x="137469" y="39293"/>
                    </a:cubicBezTo>
                    <a:cubicBezTo>
                      <a:pt x="137469" y="39293"/>
                      <a:pt x="137469" y="39293"/>
                      <a:pt x="137469" y="39293"/>
                    </a:cubicBezTo>
                    <a:lnTo>
                      <a:pt x="70302" y="336"/>
                    </a:lnTo>
                    <a:cubicBezTo>
                      <a:pt x="69406" y="-112"/>
                      <a:pt x="68958" y="-112"/>
                      <a:pt x="68063" y="336"/>
                    </a:cubicBezTo>
                    <a:lnTo>
                      <a:pt x="896" y="39293"/>
                    </a:lnTo>
                    <a:cubicBezTo>
                      <a:pt x="448" y="39293"/>
                      <a:pt x="448" y="39740"/>
                      <a:pt x="0" y="40188"/>
                    </a:cubicBezTo>
                    <a:cubicBezTo>
                      <a:pt x="0" y="40188"/>
                      <a:pt x="0" y="40188"/>
                      <a:pt x="0" y="40636"/>
                    </a:cubicBezTo>
                    <a:cubicBezTo>
                      <a:pt x="0" y="41084"/>
                      <a:pt x="0" y="41084"/>
                      <a:pt x="0" y="41532"/>
                    </a:cubicBezTo>
                    <a:cubicBezTo>
                      <a:pt x="0" y="41532"/>
                      <a:pt x="0" y="41532"/>
                      <a:pt x="0" y="41532"/>
                    </a:cubicBezTo>
                    <a:lnTo>
                      <a:pt x="0" y="118998"/>
                    </a:lnTo>
                    <a:cubicBezTo>
                      <a:pt x="0" y="119894"/>
                      <a:pt x="448" y="120341"/>
                      <a:pt x="1343" y="120789"/>
                    </a:cubicBezTo>
                    <a:lnTo>
                      <a:pt x="68511" y="159746"/>
                    </a:lnTo>
                    <a:cubicBezTo>
                      <a:pt x="68511" y="159746"/>
                      <a:pt x="68511" y="159746"/>
                      <a:pt x="68511" y="159746"/>
                    </a:cubicBezTo>
                    <a:cubicBezTo>
                      <a:pt x="68958" y="159746"/>
                      <a:pt x="68958" y="160194"/>
                      <a:pt x="69406" y="160194"/>
                    </a:cubicBezTo>
                    <a:cubicBezTo>
                      <a:pt x="69406" y="160194"/>
                      <a:pt x="69406" y="160194"/>
                      <a:pt x="69406" y="160194"/>
                    </a:cubicBezTo>
                    <a:lnTo>
                      <a:pt x="69406" y="160194"/>
                    </a:lnTo>
                    <a:lnTo>
                      <a:pt x="69406" y="160194"/>
                    </a:lnTo>
                    <a:cubicBezTo>
                      <a:pt x="69854" y="160194"/>
                      <a:pt x="70302" y="160194"/>
                      <a:pt x="70302" y="159746"/>
                    </a:cubicBezTo>
                    <a:lnTo>
                      <a:pt x="137469" y="120789"/>
                    </a:lnTo>
                    <a:cubicBezTo>
                      <a:pt x="138365" y="120341"/>
                      <a:pt x="138812" y="119446"/>
                      <a:pt x="138812" y="118998"/>
                    </a:cubicBezTo>
                    <a:lnTo>
                      <a:pt x="138812" y="41532"/>
                    </a:lnTo>
                    <a:cubicBezTo>
                      <a:pt x="138812" y="41084"/>
                      <a:pt x="138812" y="40636"/>
                      <a:pt x="138365" y="40188"/>
                    </a:cubicBezTo>
                    <a:close/>
                    <a:moveTo>
                      <a:pt x="35823" y="24516"/>
                    </a:moveTo>
                    <a:lnTo>
                      <a:pt x="64928" y="41532"/>
                    </a:lnTo>
                    <a:lnTo>
                      <a:pt x="35823" y="58547"/>
                    </a:lnTo>
                    <a:lnTo>
                      <a:pt x="6717" y="41532"/>
                    </a:lnTo>
                    <a:lnTo>
                      <a:pt x="35823" y="24516"/>
                    </a:lnTo>
                    <a:close/>
                    <a:moveTo>
                      <a:pt x="69406" y="77354"/>
                    </a:moveTo>
                    <a:lnTo>
                      <a:pt x="40300" y="60786"/>
                    </a:lnTo>
                    <a:lnTo>
                      <a:pt x="69406" y="43771"/>
                    </a:lnTo>
                    <a:lnTo>
                      <a:pt x="98512" y="60339"/>
                    </a:lnTo>
                    <a:lnTo>
                      <a:pt x="69406" y="77354"/>
                    </a:lnTo>
                    <a:close/>
                    <a:moveTo>
                      <a:pt x="4478" y="45114"/>
                    </a:moveTo>
                    <a:lnTo>
                      <a:pt x="33584" y="62130"/>
                    </a:lnTo>
                    <a:lnTo>
                      <a:pt x="33584" y="97056"/>
                    </a:lnTo>
                    <a:lnTo>
                      <a:pt x="4478" y="80041"/>
                    </a:lnTo>
                    <a:lnTo>
                      <a:pt x="4478" y="45114"/>
                    </a:lnTo>
                    <a:close/>
                    <a:moveTo>
                      <a:pt x="38061" y="64368"/>
                    </a:moveTo>
                    <a:lnTo>
                      <a:pt x="67167" y="81384"/>
                    </a:lnTo>
                    <a:lnTo>
                      <a:pt x="67167" y="116311"/>
                    </a:lnTo>
                    <a:lnTo>
                      <a:pt x="38061" y="99295"/>
                    </a:lnTo>
                    <a:lnTo>
                      <a:pt x="38061" y="64368"/>
                    </a:lnTo>
                    <a:close/>
                    <a:moveTo>
                      <a:pt x="71645" y="121237"/>
                    </a:moveTo>
                    <a:lnTo>
                      <a:pt x="100751" y="104221"/>
                    </a:lnTo>
                    <a:lnTo>
                      <a:pt x="100751" y="136462"/>
                    </a:lnTo>
                    <a:lnTo>
                      <a:pt x="71645" y="153477"/>
                    </a:lnTo>
                    <a:lnTo>
                      <a:pt x="71645" y="121237"/>
                    </a:lnTo>
                    <a:close/>
                    <a:moveTo>
                      <a:pt x="71645" y="116311"/>
                    </a:moveTo>
                    <a:lnTo>
                      <a:pt x="71645" y="81384"/>
                    </a:lnTo>
                    <a:lnTo>
                      <a:pt x="100751" y="64368"/>
                    </a:lnTo>
                    <a:lnTo>
                      <a:pt x="100751" y="99295"/>
                    </a:lnTo>
                    <a:lnTo>
                      <a:pt x="71645" y="116311"/>
                    </a:lnTo>
                    <a:close/>
                    <a:moveTo>
                      <a:pt x="105229" y="62130"/>
                    </a:moveTo>
                    <a:lnTo>
                      <a:pt x="134335" y="45114"/>
                    </a:lnTo>
                    <a:lnTo>
                      <a:pt x="134335" y="80041"/>
                    </a:lnTo>
                    <a:lnTo>
                      <a:pt x="105229" y="97056"/>
                    </a:lnTo>
                    <a:lnTo>
                      <a:pt x="105229" y="62130"/>
                    </a:lnTo>
                    <a:close/>
                    <a:moveTo>
                      <a:pt x="102990" y="58100"/>
                    </a:moveTo>
                    <a:lnTo>
                      <a:pt x="73884" y="41532"/>
                    </a:lnTo>
                    <a:lnTo>
                      <a:pt x="102990" y="24964"/>
                    </a:lnTo>
                    <a:lnTo>
                      <a:pt x="132096" y="41532"/>
                    </a:lnTo>
                    <a:lnTo>
                      <a:pt x="102990" y="58100"/>
                    </a:lnTo>
                    <a:close/>
                    <a:moveTo>
                      <a:pt x="69406" y="5261"/>
                    </a:moveTo>
                    <a:lnTo>
                      <a:pt x="98512" y="22277"/>
                    </a:lnTo>
                    <a:lnTo>
                      <a:pt x="69406" y="38845"/>
                    </a:lnTo>
                    <a:lnTo>
                      <a:pt x="40300" y="21829"/>
                    </a:lnTo>
                    <a:lnTo>
                      <a:pt x="69406" y="5261"/>
                    </a:lnTo>
                    <a:close/>
                    <a:moveTo>
                      <a:pt x="4478" y="85414"/>
                    </a:moveTo>
                    <a:lnTo>
                      <a:pt x="33584" y="102430"/>
                    </a:lnTo>
                    <a:lnTo>
                      <a:pt x="33584" y="134670"/>
                    </a:lnTo>
                    <a:lnTo>
                      <a:pt x="4478" y="117655"/>
                    </a:lnTo>
                    <a:lnTo>
                      <a:pt x="4478" y="85414"/>
                    </a:lnTo>
                    <a:close/>
                    <a:moveTo>
                      <a:pt x="38061" y="136909"/>
                    </a:moveTo>
                    <a:lnTo>
                      <a:pt x="38061" y="104669"/>
                    </a:lnTo>
                    <a:lnTo>
                      <a:pt x="67167" y="121684"/>
                    </a:lnTo>
                    <a:lnTo>
                      <a:pt x="67167" y="153925"/>
                    </a:lnTo>
                    <a:lnTo>
                      <a:pt x="38061" y="136909"/>
                    </a:lnTo>
                    <a:close/>
                    <a:moveTo>
                      <a:pt x="105229" y="134223"/>
                    </a:moveTo>
                    <a:lnTo>
                      <a:pt x="105229" y="101982"/>
                    </a:lnTo>
                    <a:lnTo>
                      <a:pt x="134335" y="84967"/>
                    </a:lnTo>
                    <a:lnTo>
                      <a:pt x="134335" y="117207"/>
                    </a:lnTo>
                    <a:lnTo>
                      <a:pt x="105229" y="13422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495" name="Group 4391">
                <a:extLst>
                  <a:ext uri="{FF2B5EF4-FFF2-40B4-BE49-F238E27FC236}">
                    <a16:creationId xmlns:a16="http://schemas.microsoft.com/office/drawing/2014/main" id="{88955219-21B8-12A0-3302-39FBDC214DCD}"/>
                  </a:ext>
                  <a:ext uri="{C183D7F6-B498-43B3-948B-1728B52AA6E4}">
                    <adec:decorative xmlns:adec="http://schemas.microsoft.com/office/drawing/2017/decorative" val="1"/>
                  </a:ext>
                </a:extLst>
              </p:cNvPr>
              <p:cNvGrpSpPr>
                <a:grpSpLocks noChangeAspect="1"/>
              </p:cNvGrpSpPr>
              <p:nvPr/>
            </p:nvGrpSpPr>
            <p:grpSpPr>
              <a:xfrm>
                <a:off x="803727" y="4258671"/>
                <a:ext cx="152246" cy="134335"/>
                <a:chOff x="844481" y="3523232"/>
                <a:chExt cx="152246" cy="134335"/>
              </a:xfrm>
            </p:grpSpPr>
            <p:sp>
              <p:nvSpPr>
                <p:cNvPr id="496" name="Freeform: Shape 4392">
                  <a:extLst>
                    <a:ext uri="{FF2B5EF4-FFF2-40B4-BE49-F238E27FC236}">
                      <a16:creationId xmlns:a16="http://schemas.microsoft.com/office/drawing/2014/main" id="{1EE17B40-738E-B679-54C5-347EEDF0C067}"/>
                    </a:ext>
                  </a:extLst>
                </p:cNvPr>
                <p:cNvSpPr/>
                <p:nvPr/>
              </p:nvSpPr>
              <p:spPr>
                <a:xfrm>
                  <a:off x="844481" y="3523232"/>
                  <a:ext cx="152246" cy="134335"/>
                </a:xfrm>
                <a:custGeom>
                  <a:avLst/>
                  <a:gdLst>
                    <a:gd name="connsiteX0" fmla="*/ 152694 w 152245"/>
                    <a:gd name="connsiteY0" fmla="*/ 2239 h 134334"/>
                    <a:gd name="connsiteX1" fmla="*/ 150455 w 152245"/>
                    <a:gd name="connsiteY1" fmla="*/ 0 h 134334"/>
                    <a:gd name="connsiteX2" fmla="*/ 56421 w 152245"/>
                    <a:gd name="connsiteY2" fmla="*/ 0 h 134334"/>
                    <a:gd name="connsiteX3" fmla="*/ 55973 w 152245"/>
                    <a:gd name="connsiteY3" fmla="*/ 0 h 134334"/>
                    <a:gd name="connsiteX4" fmla="*/ 55525 w 152245"/>
                    <a:gd name="connsiteY4" fmla="*/ 0 h 134334"/>
                    <a:gd name="connsiteX5" fmla="*/ 55077 w 152245"/>
                    <a:gd name="connsiteY5" fmla="*/ 0 h 134334"/>
                    <a:gd name="connsiteX6" fmla="*/ 54629 w 152245"/>
                    <a:gd name="connsiteY6" fmla="*/ 0 h 134334"/>
                    <a:gd name="connsiteX7" fmla="*/ 896 w 152245"/>
                    <a:gd name="connsiteY7" fmla="*/ 40300 h 134334"/>
                    <a:gd name="connsiteX8" fmla="*/ 896 w 152245"/>
                    <a:gd name="connsiteY8" fmla="*/ 40300 h 134334"/>
                    <a:gd name="connsiteX9" fmla="*/ 448 w 152245"/>
                    <a:gd name="connsiteY9" fmla="*/ 40748 h 134334"/>
                    <a:gd name="connsiteX10" fmla="*/ 0 w 152245"/>
                    <a:gd name="connsiteY10" fmla="*/ 41196 h 134334"/>
                    <a:gd name="connsiteX11" fmla="*/ 0 w 152245"/>
                    <a:gd name="connsiteY11" fmla="*/ 41644 h 134334"/>
                    <a:gd name="connsiteX12" fmla="*/ 0 w 152245"/>
                    <a:gd name="connsiteY12" fmla="*/ 42092 h 134334"/>
                    <a:gd name="connsiteX13" fmla="*/ 0 w 152245"/>
                    <a:gd name="connsiteY13" fmla="*/ 42092 h 134334"/>
                    <a:gd name="connsiteX14" fmla="*/ 0 w 152245"/>
                    <a:gd name="connsiteY14" fmla="*/ 136126 h 134334"/>
                    <a:gd name="connsiteX15" fmla="*/ 0 w 152245"/>
                    <a:gd name="connsiteY15" fmla="*/ 136573 h 134334"/>
                    <a:gd name="connsiteX16" fmla="*/ 0 w 152245"/>
                    <a:gd name="connsiteY16" fmla="*/ 137021 h 134334"/>
                    <a:gd name="connsiteX17" fmla="*/ 0 w 152245"/>
                    <a:gd name="connsiteY17" fmla="*/ 137469 h 134334"/>
                    <a:gd name="connsiteX18" fmla="*/ 0 w 152245"/>
                    <a:gd name="connsiteY18" fmla="*/ 137917 h 134334"/>
                    <a:gd name="connsiteX19" fmla="*/ 0 w 152245"/>
                    <a:gd name="connsiteY19" fmla="*/ 137917 h 134334"/>
                    <a:gd name="connsiteX20" fmla="*/ 448 w 152245"/>
                    <a:gd name="connsiteY20" fmla="*/ 138365 h 134334"/>
                    <a:gd name="connsiteX21" fmla="*/ 448 w 152245"/>
                    <a:gd name="connsiteY21" fmla="*/ 138365 h 134334"/>
                    <a:gd name="connsiteX22" fmla="*/ 1343 w 152245"/>
                    <a:gd name="connsiteY22" fmla="*/ 138365 h 134334"/>
                    <a:gd name="connsiteX23" fmla="*/ 95378 w 152245"/>
                    <a:gd name="connsiteY23" fmla="*/ 138365 h 134334"/>
                    <a:gd name="connsiteX24" fmla="*/ 95378 w 152245"/>
                    <a:gd name="connsiteY24" fmla="*/ 138365 h 134334"/>
                    <a:gd name="connsiteX25" fmla="*/ 95378 w 152245"/>
                    <a:gd name="connsiteY25" fmla="*/ 138365 h 134334"/>
                    <a:gd name="connsiteX26" fmla="*/ 95378 w 152245"/>
                    <a:gd name="connsiteY26" fmla="*/ 138365 h 134334"/>
                    <a:gd name="connsiteX27" fmla="*/ 96721 w 152245"/>
                    <a:gd name="connsiteY27" fmla="*/ 137917 h 134334"/>
                    <a:gd name="connsiteX28" fmla="*/ 96721 w 152245"/>
                    <a:gd name="connsiteY28" fmla="*/ 137917 h 134334"/>
                    <a:gd name="connsiteX29" fmla="*/ 150455 w 152245"/>
                    <a:gd name="connsiteY29" fmla="*/ 97616 h 134334"/>
                    <a:gd name="connsiteX30" fmla="*/ 150455 w 152245"/>
                    <a:gd name="connsiteY30" fmla="*/ 97616 h 134334"/>
                    <a:gd name="connsiteX31" fmla="*/ 150902 w 152245"/>
                    <a:gd name="connsiteY31" fmla="*/ 97169 h 134334"/>
                    <a:gd name="connsiteX32" fmla="*/ 151350 w 152245"/>
                    <a:gd name="connsiteY32" fmla="*/ 96721 h 134334"/>
                    <a:gd name="connsiteX33" fmla="*/ 151350 w 152245"/>
                    <a:gd name="connsiteY33" fmla="*/ 96273 h 134334"/>
                    <a:gd name="connsiteX34" fmla="*/ 151350 w 152245"/>
                    <a:gd name="connsiteY34" fmla="*/ 95825 h 134334"/>
                    <a:gd name="connsiteX35" fmla="*/ 151350 w 152245"/>
                    <a:gd name="connsiteY35" fmla="*/ 95825 h 134334"/>
                    <a:gd name="connsiteX36" fmla="*/ 151350 w 152245"/>
                    <a:gd name="connsiteY36" fmla="*/ 2239 h 134334"/>
                    <a:gd name="connsiteX37" fmla="*/ 56421 w 152245"/>
                    <a:gd name="connsiteY37" fmla="*/ 26867 h 134334"/>
                    <a:gd name="connsiteX38" fmla="*/ 54182 w 152245"/>
                    <a:gd name="connsiteY38" fmla="*/ 29106 h 134334"/>
                    <a:gd name="connsiteX39" fmla="*/ 54182 w 152245"/>
                    <a:gd name="connsiteY39" fmla="*/ 40300 h 134334"/>
                    <a:gd name="connsiteX40" fmla="*/ 9403 w 152245"/>
                    <a:gd name="connsiteY40" fmla="*/ 40300 h 134334"/>
                    <a:gd name="connsiteX41" fmla="*/ 54182 w 152245"/>
                    <a:gd name="connsiteY41" fmla="*/ 6717 h 134334"/>
                    <a:gd name="connsiteX42" fmla="*/ 54182 w 152245"/>
                    <a:gd name="connsiteY42" fmla="*/ 15672 h 134334"/>
                    <a:gd name="connsiteX43" fmla="*/ 56421 w 152245"/>
                    <a:gd name="connsiteY43" fmla="*/ 17911 h 134334"/>
                    <a:gd name="connsiteX44" fmla="*/ 58659 w 152245"/>
                    <a:gd name="connsiteY44" fmla="*/ 15672 h 134334"/>
                    <a:gd name="connsiteX45" fmla="*/ 58659 w 152245"/>
                    <a:gd name="connsiteY45" fmla="*/ 4478 h 134334"/>
                    <a:gd name="connsiteX46" fmla="*/ 143738 w 152245"/>
                    <a:gd name="connsiteY46" fmla="*/ 4478 h 134334"/>
                    <a:gd name="connsiteX47" fmla="*/ 95825 w 152245"/>
                    <a:gd name="connsiteY47" fmla="*/ 40300 h 134334"/>
                    <a:gd name="connsiteX48" fmla="*/ 58659 w 152245"/>
                    <a:gd name="connsiteY48" fmla="*/ 40300 h 134334"/>
                    <a:gd name="connsiteX49" fmla="*/ 58659 w 152245"/>
                    <a:gd name="connsiteY49" fmla="*/ 29106 h 134334"/>
                    <a:gd name="connsiteX50" fmla="*/ 56421 w 152245"/>
                    <a:gd name="connsiteY50" fmla="*/ 26867 h 134334"/>
                    <a:gd name="connsiteX51" fmla="*/ 98960 w 152245"/>
                    <a:gd name="connsiteY51" fmla="*/ 43883 h 134334"/>
                    <a:gd name="connsiteX52" fmla="*/ 148216 w 152245"/>
                    <a:gd name="connsiteY52" fmla="*/ 6717 h 134334"/>
                    <a:gd name="connsiteX53" fmla="*/ 148216 w 152245"/>
                    <a:gd name="connsiteY53" fmla="*/ 94034 h 134334"/>
                    <a:gd name="connsiteX54" fmla="*/ 137021 w 152245"/>
                    <a:gd name="connsiteY54" fmla="*/ 94034 h 134334"/>
                    <a:gd name="connsiteX55" fmla="*/ 134782 w 152245"/>
                    <a:gd name="connsiteY55" fmla="*/ 96273 h 134334"/>
                    <a:gd name="connsiteX56" fmla="*/ 137021 w 152245"/>
                    <a:gd name="connsiteY56" fmla="*/ 98512 h 134334"/>
                    <a:gd name="connsiteX57" fmla="*/ 143738 w 152245"/>
                    <a:gd name="connsiteY57" fmla="*/ 98512 h 134334"/>
                    <a:gd name="connsiteX58" fmla="*/ 98960 w 152245"/>
                    <a:gd name="connsiteY58" fmla="*/ 132096 h 134334"/>
                    <a:gd name="connsiteX59" fmla="*/ 98960 w 152245"/>
                    <a:gd name="connsiteY59" fmla="*/ 43883 h 134334"/>
                    <a:gd name="connsiteX60" fmla="*/ 8956 w 152245"/>
                    <a:gd name="connsiteY60" fmla="*/ 134335 h 134334"/>
                    <a:gd name="connsiteX61" fmla="*/ 14329 w 152245"/>
                    <a:gd name="connsiteY61" fmla="*/ 130305 h 134334"/>
                    <a:gd name="connsiteX62" fmla="*/ 14777 w 152245"/>
                    <a:gd name="connsiteY62" fmla="*/ 127170 h 134334"/>
                    <a:gd name="connsiteX63" fmla="*/ 11642 w 152245"/>
                    <a:gd name="connsiteY63" fmla="*/ 126722 h 134334"/>
                    <a:gd name="connsiteX64" fmla="*/ 4478 w 152245"/>
                    <a:gd name="connsiteY64" fmla="*/ 132096 h 134334"/>
                    <a:gd name="connsiteX65" fmla="*/ 4478 w 152245"/>
                    <a:gd name="connsiteY65" fmla="*/ 44778 h 134334"/>
                    <a:gd name="connsiteX66" fmla="*/ 94034 w 152245"/>
                    <a:gd name="connsiteY66" fmla="*/ 44778 h 134334"/>
                    <a:gd name="connsiteX67" fmla="*/ 94034 w 152245"/>
                    <a:gd name="connsiteY67" fmla="*/ 94034 h 134334"/>
                    <a:gd name="connsiteX68" fmla="*/ 82840 w 152245"/>
                    <a:gd name="connsiteY68" fmla="*/ 94034 h 134334"/>
                    <a:gd name="connsiteX69" fmla="*/ 80601 w 152245"/>
                    <a:gd name="connsiteY69" fmla="*/ 96273 h 134334"/>
                    <a:gd name="connsiteX70" fmla="*/ 82840 w 152245"/>
                    <a:gd name="connsiteY70" fmla="*/ 98512 h 134334"/>
                    <a:gd name="connsiteX71" fmla="*/ 94034 w 152245"/>
                    <a:gd name="connsiteY71" fmla="*/ 98512 h 134334"/>
                    <a:gd name="connsiteX72" fmla="*/ 94034 w 152245"/>
                    <a:gd name="connsiteY72" fmla="*/ 134335 h 134334"/>
                    <a:gd name="connsiteX73" fmla="*/ 8956 w 152245"/>
                    <a:gd name="connsiteY73" fmla="*/ 134335 h 13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52245" h="134334">
                      <a:moveTo>
                        <a:pt x="152694" y="2239"/>
                      </a:moveTo>
                      <a:cubicBezTo>
                        <a:pt x="152694" y="896"/>
                        <a:pt x="151798" y="0"/>
                        <a:pt x="150455" y="0"/>
                      </a:cubicBezTo>
                      <a:lnTo>
                        <a:pt x="56421" y="0"/>
                      </a:lnTo>
                      <a:cubicBezTo>
                        <a:pt x="56421" y="0"/>
                        <a:pt x="56421" y="0"/>
                        <a:pt x="55973" y="0"/>
                      </a:cubicBezTo>
                      <a:cubicBezTo>
                        <a:pt x="55973" y="0"/>
                        <a:pt x="55525" y="0"/>
                        <a:pt x="55525" y="0"/>
                      </a:cubicBezTo>
                      <a:cubicBezTo>
                        <a:pt x="55525" y="0"/>
                        <a:pt x="55077" y="0"/>
                        <a:pt x="55077" y="0"/>
                      </a:cubicBezTo>
                      <a:cubicBezTo>
                        <a:pt x="55077" y="0"/>
                        <a:pt x="55077" y="0"/>
                        <a:pt x="54629" y="0"/>
                      </a:cubicBezTo>
                      <a:lnTo>
                        <a:pt x="896" y="40300"/>
                      </a:lnTo>
                      <a:cubicBezTo>
                        <a:pt x="896" y="40300"/>
                        <a:pt x="896" y="40300"/>
                        <a:pt x="896" y="40300"/>
                      </a:cubicBezTo>
                      <a:cubicBezTo>
                        <a:pt x="896" y="40300"/>
                        <a:pt x="896" y="40300"/>
                        <a:pt x="448" y="40748"/>
                      </a:cubicBezTo>
                      <a:cubicBezTo>
                        <a:pt x="448" y="40748"/>
                        <a:pt x="448" y="40748"/>
                        <a:pt x="0" y="41196"/>
                      </a:cubicBezTo>
                      <a:cubicBezTo>
                        <a:pt x="0" y="41196"/>
                        <a:pt x="0" y="41644"/>
                        <a:pt x="0" y="41644"/>
                      </a:cubicBezTo>
                      <a:cubicBezTo>
                        <a:pt x="0" y="41644"/>
                        <a:pt x="0" y="42092"/>
                        <a:pt x="0" y="42092"/>
                      </a:cubicBezTo>
                      <a:cubicBezTo>
                        <a:pt x="0" y="42092"/>
                        <a:pt x="0" y="42092"/>
                        <a:pt x="0" y="42092"/>
                      </a:cubicBezTo>
                      <a:lnTo>
                        <a:pt x="0" y="136126"/>
                      </a:lnTo>
                      <a:cubicBezTo>
                        <a:pt x="0" y="136126"/>
                        <a:pt x="0" y="136126"/>
                        <a:pt x="0" y="136573"/>
                      </a:cubicBezTo>
                      <a:cubicBezTo>
                        <a:pt x="0" y="136573"/>
                        <a:pt x="0" y="137021"/>
                        <a:pt x="0" y="137021"/>
                      </a:cubicBezTo>
                      <a:cubicBezTo>
                        <a:pt x="0" y="137021"/>
                        <a:pt x="0" y="137469"/>
                        <a:pt x="0" y="137469"/>
                      </a:cubicBezTo>
                      <a:cubicBezTo>
                        <a:pt x="0" y="137469"/>
                        <a:pt x="0" y="137469"/>
                        <a:pt x="0" y="137917"/>
                      </a:cubicBezTo>
                      <a:cubicBezTo>
                        <a:pt x="0" y="137917"/>
                        <a:pt x="0" y="137917"/>
                        <a:pt x="0" y="137917"/>
                      </a:cubicBezTo>
                      <a:cubicBezTo>
                        <a:pt x="0" y="137917"/>
                        <a:pt x="448" y="138365"/>
                        <a:pt x="448" y="138365"/>
                      </a:cubicBezTo>
                      <a:cubicBezTo>
                        <a:pt x="448" y="138365"/>
                        <a:pt x="448" y="138365"/>
                        <a:pt x="448" y="138365"/>
                      </a:cubicBezTo>
                      <a:cubicBezTo>
                        <a:pt x="896" y="138365"/>
                        <a:pt x="896" y="138365"/>
                        <a:pt x="1343" y="138365"/>
                      </a:cubicBezTo>
                      <a:lnTo>
                        <a:pt x="95378" y="138365"/>
                      </a:lnTo>
                      <a:lnTo>
                        <a:pt x="95378" y="138365"/>
                      </a:lnTo>
                      <a:lnTo>
                        <a:pt x="95378" y="138365"/>
                      </a:lnTo>
                      <a:cubicBezTo>
                        <a:pt x="95378" y="138365"/>
                        <a:pt x="95378" y="138365"/>
                        <a:pt x="95378" y="138365"/>
                      </a:cubicBezTo>
                      <a:cubicBezTo>
                        <a:pt x="95825" y="138365"/>
                        <a:pt x="96273" y="138365"/>
                        <a:pt x="96721" y="137917"/>
                      </a:cubicBezTo>
                      <a:cubicBezTo>
                        <a:pt x="96721" y="137917"/>
                        <a:pt x="96721" y="137917"/>
                        <a:pt x="96721" y="137917"/>
                      </a:cubicBezTo>
                      <a:lnTo>
                        <a:pt x="150455" y="97616"/>
                      </a:lnTo>
                      <a:cubicBezTo>
                        <a:pt x="150455" y="97616"/>
                        <a:pt x="150455" y="97616"/>
                        <a:pt x="150455" y="97616"/>
                      </a:cubicBezTo>
                      <a:cubicBezTo>
                        <a:pt x="150455" y="97616"/>
                        <a:pt x="150455" y="97616"/>
                        <a:pt x="150902" y="97169"/>
                      </a:cubicBezTo>
                      <a:cubicBezTo>
                        <a:pt x="150902" y="97169"/>
                        <a:pt x="150902" y="97169"/>
                        <a:pt x="151350" y="96721"/>
                      </a:cubicBezTo>
                      <a:cubicBezTo>
                        <a:pt x="151350" y="96721"/>
                        <a:pt x="151350" y="96273"/>
                        <a:pt x="151350" y="96273"/>
                      </a:cubicBezTo>
                      <a:cubicBezTo>
                        <a:pt x="151350" y="96273"/>
                        <a:pt x="151350" y="95825"/>
                        <a:pt x="151350" y="95825"/>
                      </a:cubicBezTo>
                      <a:cubicBezTo>
                        <a:pt x="151350" y="95825"/>
                        <a:pt x="151350" y="95825"/>
                        <a:pt x="151350" y="95825"/>
                      </a:cubicBezTo>
                      <a:lnTo>
                        <a:pt x="151350" y="2239"/>
                      </a:lnTo>
                      <a:close/>
                      <a:moveTo>
                        <a:pt x="56421" y="26867"/>
                      </a:moveTo>
                      <a:cubicBezTo>
                        <a:pt x="55077" y="26867"/>
                        <a:pt x="54182" y="27763"/>
                        <a:pt x="54182" y="29106"/>
                      </a:cubicBezTo>
                      <a:lnTo>
                        <a:pt x="54182" y="40300"/>
                      </a:lnTo>
                      <a:lnTo>
                        <a:pt x="9403" y="40300"/>
                      </a:lnTo>
                      <a:lnTo>
                        <a:pt x="54182" y="6717"/>
                      </a:lnTo>
                      <a:lnTo>
                        <a:pt x="54182" y="15672"/>
                      </a:lnTo>
                      <a:cubicBezTo>
                        <a:pt x="54182" y="17016"/>
                        <a:pt x="55077" y="17911"/>
                        <a:pt x="56421" y="17911"/>
                      </a:cubicBezTo>
                      <a:cubicBezTo>
                        <a:pt x="57764" y="17911"/>
                        <a:pt x="58659" y="17016"/>
                        <a:pt x="58659" y="15672"/>
                      </a:cubicBezTo>
                      <a:lnTo>
                        <a:pt x="58659" y="4478"/>
                      </a:lnTo>
                      <a:lnTo>
                        <a:pt x="143738" y="4478"/>
                      </a:lnTo>
                      <a:lnTo>
                        <a:pt x="95825" y="40300"/>
                      </a:lnTo>
                      <a:lnTo>
                        <a:pt x="58659" y="40300"/>
                      </a:lnTo>
                      <a:lnTo>
                        <a:pt x="58659" y="29106"/>
                      </a:lnTo>
                      <a:cubicBezTo>
                        <a:pt x="58659" y="27763"/>
                        <a:pt x="57316" y="26867"/>
                        <a:pt x="56421" y="26867"/>
                      </a:cubicBezTo>
                      <a:close/>
                      <a:moveTo>
                        <a:pt x="98960" y="43883"/>
                      </a:moveTo>
                      <a:lnTo>
                        <a:pt x="148216" y="6717"/>
                      </a:lnTo>
                      <a:lnTo>
                        <a:pt x="148216" y="94034"/>
                      </a:lnTo>
                      <a:lnTo>
                        <a:pt x="137021" y="94034"/>
                      </a:lnTo>
                      <a:cubicBezTo>
                        <a:pt x="135678" y="94034"/>
                        <a:pt x="134782" y="94930"/>
                        <a:pt x="134782" y="96273"/>
                      </a:cubicBezTo>
                      <a:cubicBezTo>
                        <a:pt x="134782" y="97616"/>
                        <a:pt x="135678" y="98512"/>
                        <a:pt x="137021" y="98512"/>
                      </a:cubicBezTo>
                      <a:lnTo>
                        <a:pt x="143738" y="98512"/>
                      </a:lnTo>
                      <a:lnTo>
                        <a:pt x="98960" y="132096"/>
                      </a:lnTo>
                      <a:lnTo>
                        <a:pt x="98960" y="43883"/>
                      </a:lnTo>
                      <a:close/>
                      <a:moveTo>
                        <a:pt x="8956" y="134335"/>
                      </a:moveTo>
                      <a:lnTo>
                        <a:pt x="14329" y="130305"/>
                      </a:lnTo>
                      <a:cubicBezTo>
                        <a:pt x="15225" y="129409"/>
                        <a:pt x="15672" y="128066"/>
                        <a:pt x="14777" y="127170"/>
                      </a:cubicBezTo>
                      <a:cubicBezTo>
                        <a:pt x="13881" y="126274"/>
                        <a:pt x="12538" y="125827"/>
                        <a:pt x="11642" y="126722"/>
                      </a:cubicBezTo>
                      <a:lnTo>
                        <a:pt x="4478" y="132096"/>
                      </a:lnTo>
                      <a:lnTo>
                        <a:pt x="4478" y="44778"/>
                      </a:lnTo>
                      <a:lnTo>
                        <a:pt x="94034" y="44778"/>
                      </a:lnTo>
                      <a:lnTo>
                        <a:pt x="94034" y="94034"/>
                      </a:lnTo>
                      <a:lnTo>
                        <a:pt x="82840" y="94034"/>
                      </a:lnTo>
                      <a:cubicBezTo>
                        <a:pt x="81496" y="94034"/>
                        <a:pt x="80601" y="94930"/>
                        <a:pt x="80601" y="96273"/>
                      </a:cubicBezTo>
                      <a:cubicBezTo>
                        <a:pt x="80601" y="97616"/>
                        <a:pt x="81496" y="98512"/>
                        <a:pt x="82840" y="98512"/>
                      </a:cubicBezTo>
                      <a:lnTo>
                        <a:pt x="94034" y="98512"/>
                      </a:lnTo>
                      <a:lnTo>
                        <a:pt x="94034" y="134335"/>
                      </a:lnTo>
                      <a:lnTo>
                        <a:pt x="8956" y="13433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97" name="Freeform: Shape 4393">
                  <a:extLst>
                    <a:ext uri="{FF2B5EF4-FFF2-40B4-BE49-F238E27FC236}">
                      <a16:creationId xmlns:a16="http://schemas.microsoft.com/office/drawing/2014/main" id="{390FBC80-1698-40A7-29DE-433C0321AC2A}"/>
                    </a:ext>
                  </a:extLst>
                </p:cNvPr>
                <p:cNvSpPr/>
                <p:nvPr/>
              </p:nvSpPr>
              <p:spPr>
                <a:xfrm>
                  <a:off x="898662" y="3576966"/>
                  <a:ext cx="4478" cy="17911"/>
                </a:xfrm>
                <a:custGeom>
                  <a:avLst/>
                  <a:gdLst>
                    <a:gd name="connsiteX0" fmla="*/ 2239 w 4477"/>
                    <a:gd name="connsiteY0" fmla="*/ 17911 h 17911"/>
                    <a:gd name="connsiteX1" fmla="*/ 4478 w 4477"/>
                    <a:gd name="connsiteY1" fmla="*/ 15672 h 17911"/>
                    <a:gd name="connsiteX2" fmla="*/ 4478 w 4477"/>
                    <a:gd name="connsiteY2" fmla="*/ 2239 h 17911"/>
                    <a:gd name="connsiteX3" fmla="*/ 2239 w 4477"/>
                    <a:gd name="connsiteY3" fmla="*/ 0 h 17911"/>
                    <a:gd name="connsiteX4" fmla="*/ 0 w 4477"/>
                    <a:gd name="connsiteY4" fmla="*/ 2239 h 17911"/>
                    <a:gd name="connsiteX5" fmla="*/ 0 w 4477"/>
                    <a:gd name="connsiteY5" fmla="*/ 15672 h 17911"/>
                    <a:gd name="connsiteX6" fmla="*/ 2239 w 4477"/>
                    <a:gd name="connsiteY6" fmla="*/ 17911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17911">
                      <a:moveTo>
                        <a:pt x="2239" y="17911"/>
                      </a:moveTo>
                      <a:cubicBezTo>
                        <a:pt x="3582" y="17911"/>
                        <a:pt x="4478" y="17016"/>
                        <a:pt x="4478" y="15672"/>
                      </a:cubicBezTo>
                      <a:lnTo>
                        <a:pt x="4478" y="2239"/>
                      </a:lnTo>
                      <a:cubicBezTo>
                        <a:pt x="4478" y="896"/>
                        <a:pt x="3582" y="0"/>
                        <a:pt x="2239" y="0"/>
                      </a:cubicBezTo>
                      <a:cubicBezTo>
                        <a:pt x="896" y="0"/>
                        <a:pt x="0" y="896"/>
                        <a:pt x="0" y="2239"/>
                      </a:cubicBezTo>
                      <a:lnTo>
                        <a:pt x="0" y="15672"/>
                      </a:lnTo>
                      <a:cubicBezTo>
                        <a:pt x="0" y="17016"/>
                        <a:pt x="896" y="17911"/>
                        <a:pt x="2239" y="1791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98" name="Freeform: Shape 4394">
                  <a:extLst>
                    <a:ext uri="{FF2B5EF4-FFF2-40B4-BE49-F238E27FC236}">
                      <a16:creationId xmlns:a16="http://schemas.microsoft.com/office/drawing/2014/main" id="{F76B1581-462A-FDEA-D178-90FD7070E45F}"/>
                    </a:ext>
                  </a:extLst>
                </p:cNvPr>
                <p:cNvSpPr/>
                <p:nvPr/>
              </p:nvSpPr>
              <p:spPr>
                <a:xfrm>
                  <a:off x="865934" y="3633346"/>
                  <a:ext cx="13433" cy="8956"/>
                </a:xfrm>
                <a:custGeom>
                  <a:avLst/>
                  <a:gdLst>
                    <a:gd name="connsiteX0" fmla="*/ 11683 w 13433"/>
                    <a:gd name="connsiteY0" fmla="*/ 488 h 8955"/>
                    <a:gd name="connsiteX1" fmla="*/ 936 w 13433"/>
                    <a:gd name="connsiteY1" fmla="*/ 8548 h 8955"/>
                    <a:gd name="connsiteX2" fmla="*/ 488 w 13433"/>
                    <a:gd name="connsiteY2" fmla="*/ 11683 h 8955"/>
                    <a:gd name="connsiteX3" fmla="*/ 2279 w 13433"/>
                    <a:gd name="connsiteY3" fmla="*/ 12578 h 8955"/>
                    <a:gd name="connsiteX4" fmla="*/ 3623 w 13433"/>
                    <a:gd name="connsiteY4" fmla="*/ 12130 h 8955"/>
                    <a:gd name="connsiteX5" fmla="*/ 14369 w 13433"/>
                    <a:gd name="connsiteY5" fmla="*/ 4070 h 8955"/>
                    <a:gd name="connsiteX6" fmla="*/ 14817 w 13433"/>
                    <a:gd name="connsiteY6" fmla="*/ 936 h 8955"/>
                    <a:gd name="connsiteX7" fmla="*/ 11683 w 13433"/>
                    <a:gd name="connsiteY7" fmla="*/ 488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8955">
                      <a:moveTo>
                        <a:pt x="11683" y="488"/>
                      </a:moveTo>
                      <a:lnTo>
                        <a:pt x="936" y="8548"/>
                      </a:lnTo>
                      <a:cubicBezTo>
                        <a:pt x="40" y="9444"/>
                        <a:pt x="-407" y="10787"/>
                        <a:pt x="488" y="11683"/>
                      </a:cubicBezTo>
                      <a:cubicBezTo>
                        <a:pt x="936" y="12130"/>
                        <a:pt x="1384" y="12578"/>
                        <a:pt x="2279" y="12578"/>
                      </a:cubicBezTo>
                      <a:cubicBezTo>
                        <a:pt x="2727" y="12578"/>
                        <a:pt x="3175" y="12578"/>
                        <a:pt x="3623" y="12130"/>
                      </a:cubicBezTo>
                      <a:lnTo>
                        <a:pt x="14369" y="4070"/>
                      </a:lnTo>
                      <a:cubicBezTo>
                        <a:pt x="15265" y="3175"/>
                        <a:pt x="15713" y="1831"/>
                        <a:pt x="14817" y="936"/>
                      </a:cubicBezTo>
                      <a:cubicBezTo>
                        <a:pt x="14369" y="40"/>
                        <a:pt x="13026" y="-407"/>
                        <a:pt x="11683" y="48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99" name="Freeform: Shape 4395">
                  <a:extLst>
                    <a:ext uri="{FF2B5EF4-FFF2-40B4-BE49-F238E27FC236}">
                      <a16:creationId xmlns:a16="http://schemas.microsoft.com/office/drawing/2014/main" id="{0E973227-C9E6-9921-7923-F8C67B736143}"/>
                    </a:ext>
                  </a:extLst>
                </p:cNvPr>
                <p:cNvSpPr/>
                <p:nvPr/>
              </p:nvSpPr>
              <p:spPr>
                <a:xfrm>
                  <a:off x="887875" y="3603833"/>
                  <a:ext cx="26867" cy="22389"/>
                </a:xfrm>
                <a:custGeom>
                  <a:avLst/>
                  <a:gdLst>
                    <a:gd name="connsiteX0" fmla="*/ 26460 w 26866"/>
                    <a:gd name="connsiteY0" fmla="*/ 13433 h 22389"/>
                    <a:gd name="connsiteX1" fmla="*/ 15265 w 26866"/>
                    <a:gd name="connsiteY1" fmla="*/ 13433 h 22389"/>
                    <a:gd name="connsiteX2" fmla="*/ 15265 w 26866"/>
                    <a:gd name="connsiteY2" fmla="*/ 2239 h 22389"/>
                    <a:gd name="connsiteX3" fmla="*/ 13026 w 26866"/>
                    <a:gd name="connsiteY3" fmla="*/ 0 h 22389"/>
                    <a:gd name="connsiteX4" fmla="*/ 10787 w 26866"/>
                    <a:gd name="connsiteY4" fmla="*/ 2239 h 22389"/>
                    <a:gd name="connsiteX5" fmla="*/ 10787 w 26866"/>
                    <a:gd name="connsiteY5" fmla="*/ 14777 h 22389"/>
                    <a:gd name="connsiteX6" fmla="*/ 936 w 26866"/>
                    <a:gd name="connsiteY6" fmla="*/ 21941 h 22389"/>
                    <a:gd name="connsiteX7" fmla="*/ 488 w 26866"/>
                    <a:gd name="connsiteY7" fmla="*/ 25076 h 22389"/>
                    <a:gd name="connsiteX8" fmla="*/ 2279 w 26866"/>
                    <a:gd name="connsiteY8" fmla="*/ 25971 h 22389"/>
                    <a:gd name="connsiteX9" fmla="*/ 3623 w 26866"/>
                    <a:gd name="connsiteY9" fmla="*/ 25524 h 22389"/>
                    <a:gd name="connsiteX10" fmla="*/ 13922 w 26866"/>
                    <a:gd name="connsiteY10" fmla="*/ 17911 h 22389"/>
                    <a:gd name="connsiteX11" fmla="*/ 26460 w 26866"/>
                    <a:gd name="connsiteY11" fmla="*/ 17911 h 22389"/>
                    <a:gd name="connsiteX12" fmla="*/ 28698 w 26866"/>
                    <a:gd name="connsiteY12" fmla="*/ 15672 h 22389"/>
                    <a:gd name="connsiteX13" fmla="*/ 26460 w 26866"/>
                    <a:gd name="connsiteY13" fmla="*/ 13433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866" h="22389">
                      <a:moveTo>
                        <a:pt x="26460" y="13433"/>
                      </a:moveTo>
                      <a:lnTo>
                        <a:pt x="15265" y="13433"/>
                      </a:lnTo>
                      <a:lnTo>
                        <a:pt x="15265" y="2239"/>
                      </a:lnTo>
                      <a:cubicBezTo>
                        <a:pt x="15265" y="896"/>
                        <a:pt x="14369" y="0"/>
                        <a:pt x="13026" y="0"/>
                      </a:cubicBezTo>
                      <a:cubicBezTo>
                        <a:pt x="11683" y="0"/>
                        <a:pt x="10787" y="896"/>
                        <a:pt x="10787" y="2239"/>
                      </a:cubicBezTo>
                      <a:lnTo>
                        <a:pt x="10787" y="14777"/>
                      </a:lnTo>
                      <a:lnTo>
                        <a:pt x="936" y="21941"/>
                      </a:lnTo>
                      <a:cubicBezTo>
                        <a:pt x="40" y="22837"/>
                        <a:pt x="-407" y="24180"/>
                        <a:pt x="488" y="25076"/>
                      </a:cubicBezTo>
                      <a:cubicBezTo>
                        <a:pt x="936" y="25524"/>
                        <a:pt x="1384" y="25971"/>
                        <a:pt x="2279" y="25971"/>
                      </a:cubicBezTo>
                      <a:cubicBezTo>
                        <a:pt x="2727" y="25971"/>
                        <a:pt x="3175" y="25971"/>
                        <a:pt x="3623" y="25524"/>
                      </a:cubicBezTo>
                      <a:lnTo>
                        <a:pt x="13922" y="17911"/>
                      </a:lnTo>
                      <a:lnTo>
                        <a:pt x="26460" y="17911"/>
                      </a:lnTo>
                      <a:cubicBezTo>
                        <a:pt x="27803" y="17911"/>
                        <a:pt x="28698" y="17016"/>
                        <a:pt x="28698" y="15672"/>
                      </a:cubicBezTo>
                      <a:cubicBezTo>
                        <a:pt x="28698" y="14329"/>
                        <a:pt x="27355" y="13433"/>
                        <a:pt x="26460" y="1343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00" name="Freeform: Shape 4396">
                  <a:extLst>
                    <a:ext uri="{FF2B5EF4-FFF2-40B4-BE49-F238E27FC236}">
                      <a16:creationId xmlns:a16="http://schemas.microsoft.com/office/drawing/2014/main" id="{75CEE159-E7BD-416C-9EAE-410E29E05655}"/>
                    </a:ext>
                  </a:extLst>
                </p:cNvPr>
                <p:cNvSpPr/>
                <p:nvPr/>
              </p:nvSpPr>
              <p:spPr>
                <a:xfrm>
                  <a:off x="952396" y="3617267"/>
                  <a:ext cx="17911" cy="4478"/>
                </a:xfrm>
                <a:custGeom>
                  <a:avLst/>
                  <a:gdLst>
                    <a:gd name="connsiteX0" fmla="*/ 15672 w 17911"/>
                    <a:gd name="connsiteY0" fmla="*/ 0 h 4477"/>
                    <a:gd name="connsiteX1" fmla="*/ 2239 w 17911"/>
                    <a:gd name="connsiteY1" fmla="*/ 0 h 4477"/>
                    <a:gd name="connsiteX2" fmla="*/ 0 w 17911"/>
                    <a:gd name="connsiteY2" fmla="*/ 2239 h 4477"/>
                    <a:gd name="connsiteX3" fmla="*/ 2239 w 17911"/>
                    <a:gd name="connsiteY3" fmla="*/ 4478 h 4477"/>
                    <a:gd name="connsiteX4" fmla="*/ 15672 w 17911"/>
                    <a:gd name="connsiteY4" fmla="*/ 4478 h 4477"/>
                    <a:gd name="connsiteX5" fmla="*/ 17911 w 17911"/>
                    <a:gd name="connsiteY5" fmla="*/ 2239 h 4477"/>
                    <a:gd name="connsiteX6" fmla="*/ 15672 w 17911"/>
                    <a:gd name="connsiteY6" fmla="*/ 0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0"/>
                      </a:moveTo>
                      <a:lnTo>
                        <a:pt x="2239" y="0"/>
                      </a:lnTo>
                      <a:cubicBezTo>
                        <a:pt x="896" y="0"/>
                        <a:pt x="0" y="896"/>
                        <a:pt x="0" y="2239"/>
                      </a:cubicBezTo>
                      <a:cubicBezTo>
                        <a:pt x="0" y="3582"/>
                        <a:pt x="896" y="4478"/>
                        <a:pt x="2239" y="4478"/>
                      </a:cubicBezTo>
                      <a:lnTo>
                        <a:pt x="15672" y="4478"/>
                      </a:lnTo>
                      <a:cubicBezTo>
                        <a:pt x="17016" y="4478"/>
                        <a:pt x="17911" y="3582"/>
                        <a:pt x="17911" y="2239"/>
                      </a:cubicBezTo>
                      <a:cubicBezTo>
                        <a:pt x="17911" y="896"/>
                        <a:pt x="16568" y="0"/>
                        <a:pt x="15672"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501" name="Freeform: Shape 4397">
                <a:extLst>
                  <a:ext uri="{FF2B5EF4-FFF2-40B4-BE49-F238E27FC236}">
                    <a16:creationId xmlns:a16="http://schemas.microsoft.com/office/drawing/2014/main" id="{28A6631B-81C4-439E-9857-E689AA9C9ECB}"/>
                  </a:ext>
                  <a:ext uri="{C183D7F6-B498-43B3-948B-1728B52AA6E4}">
                    <adec:decorative xmlns:adec="http://schemas.microsoft.com/office/drawing/2017/decorative" val="1"/>
                  </a:ext>
                </a:extLst>
              </p:cNvPr>
              <p:cNvSpPr>
                <a:spLocks noChangeAspect="1"/>
              </p:cNvSpPr>
              <p:nvPr/>
            </p:nvSpPr>
            <p:spPr>
              <a:xfrm>
                <a:off x="1877060" y="4278822"/>
                <a:ext cx="125379" cy="102990"/>
              </a:xfrm>
              <a:custGeom>
                <a:avLst/>
                <a:gdLst>
                  <a:gd name="connsiteX0" fmla="*/ 69406 w 125378"/>
                  <a:gd name="connsiteY0" fmla="*/ 105229 h 102989"/>
                  <a:gd name="connsiteX1" fmla="*/ 67615 w 125378"/>
                  <a:gd name="connsiteY1" fmla="*/ 104781 h 102989"/>
                  <a:gd name="connsiteX2" fmla="*/ 54182 w 125378"/>
                  <a:gd name="connsiteY2" fmla="*/ 91348 h 102989"/>
                  <a:gd name="connsiteX3" fmla="*/ 53734 w 125378"/>
                  <a:gd name="connsiteY3" fmla="*/ 89556 h 102989"/>
                  <a:gd name="connsiteX4" fmla="*/ 53734 w 125378"/>
                  <a:gd name="connsiteY4" fmla="*/ 63585 h 102989"/>
                  <a:gd name="connsiteX5" fmla="*/ 448 w 125378"/>
                  <a:gd name="connsiteY5" fmla="*/ 10747 h 102989"/>
                  <a:gd name="connsiteX6" fmla="*/ 0 w 125378"/>
                  <a:gd name="connsiteY6" fmla="*/ 8956 h 102989"/>
                  <a:gd name="connsiteX7" fmla="*/ 0 w 125378"/>
                  <a:gd name="connsiteY7" fmla="*/ 2239 h 102989"/>
                  <a:gd name="connsiteX8" fmla="*/ 2239 w 125378"/>
                  <a:gd name="connsiteY8" fmla="*/ 0 h 102989"/>
                  <a:gd name="connsiteX9" fmla="*/ 123140 w 125378"/>
                  <a:gd name="connsiteY9" fmla="*/ 0 h 102989"/>
                  <a:gd name="connsiteX10" fmla="*/ 125379 w 125378"/>
                  <a:gd name="connsiteY10" fmla="*/ 2239 h 102989"/>
                  <a:gd name="connsiteX11" fmla="*/ 125379 w 125378"/>
                  <a:gd name="connsiteY11" fmla="*/ 8956 h 102989"/>
                  <a:gd name="connsiteX12" fmla="*/ 124931 w 125378"/>
                  <a:gd name="connsiteY12" fmla="*/ 10747 h 102989"/>
                  <a:gd name="connsiteX13" fmla="*/ 71645 w 125378"/>
                  <a:gd name="connsiteY13" fmla="*/ 64033 h 102989"/>
                  <a:gd name="connsiteX14" fmla="*/ 71645 w 125378"/>
                  <a:gd name="connsiteY14" fmla="*/ 103438 h 102989"/>
                  <a:gd name="connsiteX15" fmla="*/ 70302 w 125378"/>
                  <a:gd name="connsiteY15" fmla="*/ 105677 h 102989"/>
                  <a:gd name="connsiteX16" fmla="*/ 69406 w 125378"/>
                  <a:gd name="connsiteY16" fmla="*/ 105229 h 102989"/>
                  <a:gd name="connsiteX17" fmla="*/ 58212 w 125378"/>
                  <a:gd name="connsiteY17" fmla="*/ 88661 h 102989"/>
                  <a:gd name="connsiteX18" fmla="*/ 67167 w 125378"/>
                  <a:gd name="connsiteY18" fmla="*/ 97616 h 102989"/>
                  <a:gd name="connsiteX19" fmla="*/ 67167 w 125378"/>
                  <a:gd name="connsiteY19" fmla="*/ 62689 h 102989"/>
                  <a:gd name="connsiteX20" fmla="*/ 67615 w 125378"/>
                  <a:gd name="connsiteY20" fmla="*/ 60898 h 102989"/>
                  <a:gd name="connsiteX21" fmla="*/ 120901 w 125378"/>
                  <a:gd name="connsiteY21" fmla="*/ 7612 h 102989"/>
                  <a:gd name="connsiteX22" fmla="*/ 120901 w 125378"/>
                  <a:gd name="connsiteY22" fmla="*/ 4030 h 102989"/>
                  <a:gd name="connsiteX23" fmla="*/ 4478 w 125378"/>
                  <a:gd name="connsiteY23" fmla="*/ 4030 h 102989"/>
                  <a:gd name="connsiteX24" fmla="*/ 4478 w 125378"/>
                  <a:gd name="connsiteY24" fmla="*/ 7612 h 102989"/>
                  <a:gd name="connsiteX25" fmla="*/ 57764 w 125378"/>
                  <a:gd name="connsiteY25" fmla="*/ 60898 h 102989"/>
                  <a:gd name="connsiteX26" fmla="*/ 58212 w 125378"/>
                  <a:gd name="connsiteY26" fmla="*/ 62689 h 102989"/>
                  <a:gd name="connsiteX27" fmla="*/ 58212 w 125378"/>
                  <a:gd name="connsiteY27" fmla="*/ 88661 h 102989"/>
                  <a:gd name="connsiteX28" fmla="*/ 123140 w 125378"/>
                  <a:gd name="connsiteY28" fmla="*/ 8956 h 102989"/>
                  <a:gd name="connsiteX29" fmla="*/ 123140 w 125378"/>
                  <a:gd name="connsiteY29" fmla="*/ 8956 h 102989"/>
                  <a:gd name="connsiteX30" fmla="*/ 123140 w 125378"/>
                  <a:gd name="connsiteY30" fmla="*/ 8956 h 10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5378" h="102989">
                    <a:moveTo>
                      <a:pt x="69406" y="105229"/>
                    </a:moveTo>
                    <a:cubicBezTo>
                      <a:pt x="68958" y="105229"/>
                      <a:pt x="68063" y="104781"/>
                      <a:pt x="67615" y="104781"/>
                    </a:cubicBezTo>
                    <a:lnTo>
                      <a:pt x="54182" y="91348"/>
                    </a:lnTo>
                    <a:cubicBezTo>
                      <a:pt x="53734" y="90900"/>
                      <a:pt x="53734" y="90452"/>
                      <a:pt x="53734" y="89556"/>
                    </a:cubicBezTo>
                    <a:lnTo>
                      <a:pt x="53734" y="63585"/>
                    </a:lnTo>
                    <a:lnTo>
                      <a:pt x="448" y="10747"/>
                    </a:lnTo>
                    <a:cubicBezTo>
                      <a:pt x="0" y="10299"/>
                      <a:pt x="0" y="9851"/>
                      <a:pt x="0" y="8956"/>
                    </a:cubicBezTo>
                    <a:lnTo>
                      <a:pt x="0" y="2239"/>
                    </a:lnTo>
                    <a:cubicBezTo>
                      <a:pt x="0" y="896"/>
                      <a:pt x="896" y="0"/>
                      <a:pt x="2239" y="0"/>
                    </a:cubicBezTo>
                    <a:lnTo>
                      <a:pt x="123140" y="0"/>
                    </a:lnTo>
                    <a:cubicBezTo>
                      <a:pt x="124483" y="0"/>
                      <a:pt x="125379" y="896"/>
                      <a:pt x="125379" y="2239"/>
                    </a:cubicBezTo>
                    <a:lnTo>
                      <a:pt x="125379" y="8956"/>
                    </a:lnTo>
                    <a:cubicBezTo>
                      <a:pt x="125379" y="9404"/>
                      <a:pt x="124931" y="10299"/>
                      <a:pt x="124931" y="10747"/>
                    </a:cubicBezTo>
                    <a:lnTo>
                      <a:pt x="71645" y="64033"/>
                    </a:lnTo>
                    <a:lnTo>
                      <a:pt x="71645" y="103438"/>
                    </a:lnTo>
                    <a:cubicBezTo>
                      <a:pt x="71645" y="104333"/>
                      <a:pt x="71197" y="105229"/>
                      <a:pt x="70302" y="105677"/>
                    </a:cubicBezTo>
                    <a:cubicBezTo>
                      <a:pt x="69854" y="105229"/>
                      <a:pt x="69406" y="105229"/>
                      <a:pt x="69406" y="105229"/>
                    </a:cubicBezTo>
                    <a:close/>
                    <a:moveTo>
                      <a:pt x="58212" y="88661"/>
                    </a:moveTo>
                    <a:lnTo>
                      <a:pt x="67167" y="97616"/>
                    </a:lnTo>
                    <a:lnTo>
                      <a:pt x="67167" y="62689"/>
                    </a:lnTo>
                    <a:cubicBezTo>
                      <a:pt x="67167" y="62242"/>
                      <a:pt x="67615" y="61346"/>
                      <a:pt x="67615" y="60898"/>
                    </a:cubicBezTo>
                    <a:lnTo>
                      <a:pt x="120901" y="7612"/>
                    </a:lnTo>
                    <a:lnTo>
                      <a:pt x="120901" y="4030"/>
                    </a:lnTo>
                    <a:lnTo>
                      <a:pt x="4478" y="4030"/>
                    </a:lnTo>
                    <a:lnTo>
                      <a:pt x="4478" y="7612"/>
                    </a:lnTo>
                    <a:lnTo>
                      <a:pt x="57764" y="60898"/>
                    </a:lnTo>
                    <a:cubicBezTo>
                      <a:pt x="58212" y="61346"/>
                      <a:pt x="58212" y="61794"/>
                      <a:pt x="58212" y="62689"/>
                    </a:cubicBezTo>
                    <a:lnTo>
                      <a:pt x="58212" y="88661"/>
                    </a:lnTo>
                    <a:close/>
                    <a:moveTo>
                      <a:pt x="123140" y="8956"/>
                    </a:moveTo>
                    <a:lnTo>
                      <a:pt x="123140" y="8956"/>
                    </a:lnTo>
                    <a:lnTo>
                      <a:pt x="123140" y="895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502" name="Group 4398">
                <a:extLst>
                  <a:ext uri="{FF2B5EF4-FFF2-40B4-BE49-F238E27FC236}">
                    <a16:creationId xmlns:a16="http://schemas.microsoft.com/office/drawing/2014/main" id="{6937EE68-F723-F48E-96E6-25DDD531A4D4}"/>
                  </a:ext>
                  <a:ext uri="{C183D7F6-B498-43B3-948B-1728B52AA6E4}">
                    <adec:decorative xmlns:adec="http://schemas.microsoft.com/office/drawing/2017/decorative" val="1"/>
                  </a:ext>
                </a:extLst>
              </p:cNvPr>
              <p:cNvGrpSpPr>
                <a:grpSpLocks noChangeAspect="1"/>
              </p:cNvGrpSpPr>
              <p:nvPr/>
            </p:nvGrpSpPr>
            <p:grpSpPr>
              <a:xfrm>
                <a:off x="2147072" y="4245238"/>
                <a:ext cx="125379" cy="165679"/>
                <a:chOff x="2187826" y="3509799"/>
                <a:chExt cx="125379" cy="165679"/>
              </a:xfrm>
            </p:grpSpPr>
            <p:sp>
              <p:nvSpPr>
                <p:cNvPr id="503" name="Freeform: Shape 4399">
                  <a:extLst>
                    <a:ext uri="{FF2B5EF4-FFF2-40B4-BE49-F238E27FC236}">
                      <a16:creationId xmlns:a16="http://schemas.microsoft.com/office/drawing/2014/main" id="{5B873EEC-9881-665C-9007-56184D14C46D}"/>
                    </a:ext>
                  </a:extLst>
                </p:cNvPr>
                <p:cNvSpPr/>
                <p:nvPr/>
              </p:nvSpPr>
              <p:spPr>
                <a:xfrm>
                  <a:off x="2241560" y="3657567"/>
                  <a:ext cx="17911" cy="17911"/>
                </a:xfrm>
                <a:custGeom>
                  <a:avLst/>
                  <a:gdLst>
                    <a:gd name="connsiteX0" fmla="*/ 8956 w 17911"/>
                    <a:gd name="connsiteY0" fmla="*/ 17911 h 17911"/>
                    <a:gd name="connsiteX1" fmla="*/ 0 w 17911"/>
                    <a:gd name="connsiteY1" fmla="*/ 8956 h 17911"/>
                    <a:gd name="connsiteX2" fmla="*/ 8956 w 17911"/>
                    <a:gd name="connsiteY2" fmla="*/ 0 h 17911"/>
                    <a:gd name="connsiteX3" fmla="*/ 17911 w 17911"/>
                    <a:gd name="connsiteY3" fmla="*/ 8956 h 17911"/>
                    <a:gd name="connsiteX4" fmla="*/ 8956 w 17911"/>
                    <a:gd name="connsiteY4" fmla="*/ 17911 h 17911"/>
                    <a:gd name="connsiteX5" fmla="*/ 8956 w 17911"/>
                    <a:gd name="connsiteY5" fmla="*/ 4478 h 17911"/>
                    <a:gd name="connsiteX6" fmla="*/ 4478 w 17911"/>
                    <a:gd name="connsiteY6" fmla="*/ 8956 h 17911"/>
                    <a:gd name="connsiteX7" fmla="*/ 8956 w 17911"/>
                    <a:gd name="connsiteY7" fmla="*/ 13433 h 17911"/>
                    <a:gd name="connsiteX8" fmla="*/ 13433 w 17911"/>
                    <a:gd name="connsiteY8" fmla="*/ 8956 h 17911"/>
                    <a:gd name="connsiteX9" fmla="*/ 8956 w 17911"/>
                    <a:gd name="connsiteY9" fmla="*/ 4478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8956" y="17911"/>
                      </a:moveTo>
                      <a:cubicBezTo>
                        <a:pt x="4030" y="17911"/>
                        <a:pt x="0" y="13881"/>
                        <a:pt x="0" y="8956"/>
                      </a:cubicBezTo>
                      <a:cubicBezTo>
                        <a:pt x="0" y="4030"/>
                        <a:pt x="4030" y="0"/>
                        <a:pt x="8956" y="0"/>
                      </a:cubicBezTo>
                      <a:cubicBezTo>
                        <a:pt x="13881" y="0"/>
                        <a:pt x="17911" y="4030"/>
                        <a:pt x="17911" y="8956"/>
                      </a:cubicBezTo>
                      <a:cubicBezTo>
                        <a:pt x="17911" y="13881"/>
                        <a:pt x="13881" y="17911"/>
                        <a:pt x="8956" y="17911"/>
                      </a:cubicBezTo>
                      <a:close/>
                      <a:moveTo>
                        <a:pt x="8956" y="4478"/>
                      </a:moveTo>
                      <a:cubicBezTo>
                        <a:pt x="6269" y="4478"/>
                        <a:pt x="4478" y="6269"/>
                        <a:pt x="4478" y="8956"/>
                      </a:cubicBezTo>
                      <a:cubicBezTo>
                        <a:pt x="4478" y="11642"/>
                        <a:pt x="6269" y="13433"/>
                        <a:pt x="8956" y="13433"/>
                      </a:cubicBezTo>
                      <a:cubicBezTo>
                        <a:pt x="11642" y="13433"/>
                        <a:pt x="13433" y="11642"/>
                        <a:pt x="13433" y="8956"/>
                      </a:cubicBezTo>
                      <a:cubicBezTo>
                        <a:pt x="13433" y="6269"/>
                        <a:pt x="11195" y="4478"/>
                        <a:pt x="89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04" name="Freeform: Shape 4400">
                  <a:extLst>
                    <a:ext uri="{FF2B5EF4-FFF2-40B4-BE49-F238E27FC236}">
                      <a16:creationId xmlns:a16="http://schemas.microsoft.com/office/drawing/2014/main" id="{CEFB509E-448C-9C08-8E29-CBBE451B4E2E}"/>
                    </a:ext>
                  </a:extLst>
                </p:cNvPr>
                <p:cNvSpPr/>
                <p:nvPr/>
              </p:nvSpPr>
              <p:spPr>
                <a:xfrm>
                  <a:off x="2187826" y="3536666"/>
                  <a:ext cx="125379" cy="116423"/>
                </a:xfrm>
                <a:custGeom>
                  <a:avLst/>
                  <a:gdLst>
                    <a:gd name="connsiteX0" fmla="*/ 123140 w 125378"/>
                    <a:gd name="connsiteY0" fmla="*/ 13433 h 116423"/>
                    <a:gd name="connsiteX1" fmla="*/ 57764 w 125378"/>
                    <a:gd name="connsiteY1" fmla="*/ 13433 h 116423"/>
                    <a:gd name="connsiteX2" fmla="*/ 42539 w 125378"/>
                    <a:gd name="connsiteY2" fmla="*/ 0 h 116423"/>
                    <a:gd name="connsiteX3" fmla="*/ 27315 w 125378"/>
                    <a:gd name="connsiteY3" fmla="*/ 13433 h 116423"/>
                    <a:gd name="connsiteX4" fmla="*/ 2239 w 125378"/>
                    <a:gd name="connsiteY4" fmla="*/ 13433 h 116423"/>
                    <a:gd name="connsiteX5" fmla="*/ 0 w 125378"/>
                    <a:gd name="connsiteY5" fmla="*/ 15672 h 116423"/>
                    <a:gd name="connsiteX6" fmla="*/ 0 w 125378"/>
                    <a:gd name="connsiteY6" fmla="*/ 22389 h 116423"/>
                    <a:gd name="connsiteX7" fmla="*/ 448 w 125378"/>
                    <a:gd name="connsiteY7" fmla="*/ 24180 h 116423"/>
                    <a:gd name="connsiteX8" fmla="*/ 53734 w 125378"/>
                    <a:gd name="connsiteY8" fmla="*/ 77466 h 116423"/>
                    <a:gd name="connsiteX9" fmla="*/ 53734 w 125378"/>
                    <a:gd name="connsiteY9" fmla="*/ 103438 h 116423"/>
                    <a:gd name="connsiteX10" fmla="*/ 54181 w 125378"/>
                    <a:gd name="connsiteY10" fmla="*/ 105229 h 116423"/>
                    <a:gd name="connsiteX11" fmla="*/ 67615 w 125378"/>
                    <a:gd name="connsiteY11" fmla="*/ 118662 h 116423"/>
                    <a:gd name="connsiteX12" fmla="*/ 69406 w 125378"/>
                    <a:gd name="connsiteY12" fmla="*/ 119110 h 116423"/>
                    <a:gd name="connsiteX13" fmla="*/ 70302 w 125378"/>
                    <a:gd name="connsiteY13" fmla="*/ 119110 h 116423"/>
                    <a:gd name="connsiteX14" fmla="*/ 71645 w 125378"/>
                    <a:gd name="connsiteY14" fmla="*/ 116871 h 116423"/>
                    <a:gd name="connsiteX15" fmla="*/ 71645 w 125378"/>
                    <a:gd name="connsiteY15" fmla="*/ 77019 h 116423"/>
                    <a:gd name="connsiteX16" fmla="*/ 124931 w 125378"/>
                    <a:gd name="connsiteY16" fmla="*/ 23732 h 116423"/>
                    <a:gd name="connsiteX17" fmla="*/ 125379 w 125378"/>
                    <a:gd name="connsiteY17" fmla="*/ 21941 h 116423"/>
                    <a:gd name="connsiteX18" fmla="*/ 125379 w 125378"/>
                    <a:gd name="connsiteY18" fmla="*/ 15225 h 116423"/>
                    <a:gd name="connsiteX19" fmla="*/ 123140 w 125378"/>
                    <a:gd name="connsiteY19" fmla="*/ 13433 h 116423"/>
                    <a:gd name="connsiteX20" fmla="*/ 42539 w 125378"/>
                    <a:gd name="connsiteY20" fmla="*/ 4478 h 116423"/>
                    <a:gd name="connsiteX21" fmla="*/ 53286 w 125378"/>
                    <a:gd name="connsiteY21" fmla="*/ 13433 h 116423"/>
                    <a:gd name="connsiteX22" fmla="*/ 31345 w 125378"/>
                    <a:gd name="connsiteY22" fmla="*/ 13433 h 116423"/>
                    <a:gd name="connsiteX23" fmla="*/ 42539 w 125378"/>
                    <a:gd name="connsiteY23" fmla="*/ 4478 h 116423"/>
                    <a:gd name="connsiteX24" fmla="*/ 120901 w 125378"/>
                    <a:gd name="connsiteY24" fmla="*/ 21493 h 116423"/>
                    <a:gd name="connsiteX25" fmla="*/ 67615 w 125378"/>
                    <a:gd name="connsiteY25" fmla="*/ 74780 h 116423"/>
                    <a:gd name="connsiteX26" fmla="*/ 67167 w 125378"/>
                    <a:gd name="connsiteY26" fmla="*/ 76571 h 116423"/>
                    <a:gd name="connsiteX27" fmla="*/ 67167 w 125378"/>
                    <a:gd name="connsiteY27" fmla="*/ 111498 h 116423"/>
                    <a:gd name="connsiteX28" fmla="*/ 58212 w 125378"/>
                    <a:gd name="connsiteY28" fmla="*/ 102542 h 116423"/>
                    <a:gd name="connsiteX29" fmla="*/ 58212 w 125378"/>
                    <a:gd name="connsiteY29" fmla="*/ 76571 h 116423"/>
                    <a:gd name="connsiteX30" fmla="*/ 57764 w 125378"/>
                    <a:gd name="connsiteY30" fmla="*/ 74780 h 116423"/>
                    <a:gd name="connsiteX31" fmla="*/ 4478 w 125378"/>
                    <a:gd name="connsiteY31" fmla="*/ 21493 h 116423"/>
                    <a:gd name="connsiteX32" fmla="*/ 4478 w 125378"/>
                    <a:gd name="connsiteY32" fmla="*/ 17911 h 116423"/>
                    <a:gd name="connsiteX33" fmla="*/ 120901 w 125378"/>
                    <a:gd name="connsiteY33" fmla="*/ 17911 h 116423"/>
                    <a:gd name="connsiteX34" fmla="*/ 120901 w 125378"/>
                    <a:gd name="connsiteY34" fmla="*/ 21493 h 11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5378" h="116423">
                      <a:moveTo>
                        <a:pt x="123140" y="13433"/>
                      </a:moveTo>
                      <a:lnTo>
                        <a:pt x="57764" y="13433"/>
                      </a:lnTo>
                      <a:cubicBezTo>
                        <a:pt x="56868" y="5821"/>
                        <a:pt x="50151" y="0"/>
                        <a:pt x="42539" y="0"/>
                      </a:cubicBezTo>
                      <a:cubicBezTo>
                        <a:pt x="34927" y="0"/>
                        <a:pt x="28210" y="5821"/>
                        <a:pt x="27315" y="13433"/>
                      </a:cubicBezTo>
                      <a:lnTo>
                        <a:pt x="2239" y="13433"/>
                      </a:lnTo>
                      <a:cubicBezTo>
                        <a:pt x="895" y="13433"/>
                        <a:pt x="0" y="14329"/>
                        <a:pt x="0" y="15672"/>
                      </a:cubicBezTo>
                      <a:lnTo>
                        <a:pt x="0" y="22389"/>
                      </a:lnTo>
                      <a:cubicBezTo>
                        <a:pt x="0" y="22837"/>
                        <a:pt x="448" y="23732"/>
                        <a:pt x="448" y="24180"/>
                      </a:cubicBezTo>
                      <a:lnTo>
                        <a:pt x="53734" y="77466"/>
                      </a:lnTo>
                      <a:lnTo>
                        <a:pt x="53734" y="103438"/>
                      </a:lnTo>
                      <a:cubicBezTo>
                        <a:pt x="53734" y="103885"/>
                        <a:pt x="54181" y="104781"/>
                        <a:pt x="54181" y="105229"/>
                      </a:cubicBezTo>
                      <a:lnTo>
                        <a:pt x="67615" y="118662"/>
                      </a:lnTo>
                      <a:cubicBezTo>
                        <a:pt x="68063" y="119110"/>
                        <a:pt x="68511" y="119110"/>
                        <a:pt x="69406" y="119110"/>
                      </a:cubicBezTo>
                      <a:cubicBezTo>
                        <a:pt x="69854" y="119110"/>
                        <a:pt x="69854" y="119110"/>
                        <a:pt x="70302" y="119110"/>
                      </a:cubicBezTo>
                      <a:cubicBezTo>
                        <a:pt x="71197" y="118662"/>
                        <a:pt x="71645" y="117767"/>
                        <a:pt x="71645" y="116871"/>
                      </a:cubicBezTo>
                      <a:lnTo>
                        <a:pt x="71645" y="77019"/>
                      </a:lnTo>
                      <a:lnTo>
                        <a:pt x="124931" y="23732"/>
                      </a:lnTo>
                      <a:cubicBezTo>
                        <a:pt x="125379" y="23285"/>
                        <a:pt x="125379" y="22837"/>
                        <a:pt x="125379" y="21941"/>
                      </a:cubicBezTo>
                      <a:lnTo>
                        <a:pt x="125379" y="15225"/>
                      </a:lnTo>
                      <a:cubicBezTo>
                        <a:pt x="125379" y="14329"/>
                        <a:pt x="124483" y="13433"/>
                        <a:pt x="123140" y="13433"/>
                      </a:cubicBezTo>
                      <a:close/>
                      <a:moveTo>
                        <a:pt x="42539" y="4478"/>
                      </a:moveTo>
                      <a:cubicBezTo>
                        <a:pt x="47913" y="4478"/>
                        <a:pt x="52390" y="8508"/>
                        <a:pt x="53286" y="13433"/>
                      </a:cubicBezTo>
                      <a:lnTo>
                        <a:pt x="31345" y="13433"/>
                      </a:lnTo>
                      <a:cubicBezTo>
                        <a:pt x="32688" y="8508"/>
                        <a:pt x="37166" y="4478"/>
                        <a:pt x="42539" y="4478"/>
                      </a:cubicBezTo>
                      <a:close/>
                      <a:moveTo>
                        <a:pt x="120901" y="21493"/>
                      </a:moveTo>
                      <a:lnTo>
                        <a:pt x="67615" y="74780"/>
                      </a:lnTo>
                      <a:cubicBezTo>
                        <a:pt x="67167" y="75227"/>
                        <a:pt x="67167" y="75675"/>
                        <a:pt x="67167" y="76571"/>
                      </a:cubicBezTo>
                      <a:lnTo>
                        <a:pt x="67167" y="111498"/>
                      </a:lnTo>
                      <a:lnTo>
                        <a:pt x="58212" y="102542"/>
                      </a:lnTo>
                      <a:lnTo>
                        <a:pt x="58212" y="76571"/>
                      </a:lnTo>
                      <a:cubicBezTo>
                        <a:pt x="58212" y="76123"/>
                        <a:pt x="57764" y="75227"/>
                        <a:pt x="57764" y="74780"/>
                      </a:cubicBezTo>
                      <a:lnTo>
                        <a:pt x="4478" y="21493"/>
                      </a:lnTo>
                      <a:lnTo>
                        <a:pt x="4478" y="17911"/>
                      </a:lnTo>
                      <a:lnTo>
                        <a:pt x="120901" y="17911"/>
                      </a:lnTo>
                      <a:lnTo>
                        <a:pt x="120901" y="2149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05" name="Freeform: Shape 4401">
                  <a:extLst>
                    <a:ext uri="{FF2B5EF4-FFF2-40B4-BE49-F238E27FC236}">
                      <a16:creationId xmlns:a16="http://schemas.microsoft.com/office/drawing/2014/main" id="{B978EA7F-86FA-6236-646C-B22DE9A12E52}"/>
                    </a:ext>
                  </a:extLst>
                </p:cNvPr>
                <p:cNvSpPr/>
                <p:nvPr/>
              </p:nvSpPr>
              <p:spPr>
                <a:xfrm>
                  <a:off x="2228127" y="3509799"/>
                  <a:ext cx="17911" cy="17911"/>
                </a:xfrm>
                <a:custGeom>
                  <a:avLst/>
                  <a:gdLst>
                    <a:gd name="connsiteX0" fmla="*/ 8956 w 17911"/>
                    <a:gd name="connsiteY0" fmla="*/ 17911 h 17911"/>
                    <a:gd name="connsiteX1" fmla="*/ 0 w 17911"/>
                    <a:gd name="connsiteY1" fmla="*/ 8956 h 17911"/>
                    <a:gd name="connsiteX2" fmla="*/ 8956 w 17911"/>
                    <a:gd name="connsiteY2" fmla="*/ 0 h 17911"/>
                    <a:gd name="connsiteX3" fmla="*/ 17911 w 17911"/>
                    <a:gd name="connsiteY3" fmla="*/ 8956 h 17911"/>
                    <a:gd name="connsiteX4" fmla="*/ 8956 w 17911"/>
                    <a:gd name="connsiteY4" fmla="*/ 17911 h 17911"/>
                    <a:gd name="connsiteX5" fmla="*/ 8956 w 17911"/>
                    <a:gd name="connsiteY5" fmla="*/ 4478 h 17911"/>
                    <a:gd name="connsiteX6" fmla="*/ 4478 w 17911"/>
                    <a:gd name="connsiteY6" fmla="*/ 8956 h 17911"/>
                    <a:gd name="connsiteX7" fmla="*/ 8956 w 17911"/>
                    <a:gd name="connsiteY7" fmla="*/ 13433 h 17911"/>
                    <a:gd name="connsiteX8" fmla="*/ 13433 w 17911"/>
                    <a:gd name="connsiteY8" fmla="*/ 8956 h 17911"/>
                    <a:gd name="connsiteX9" fmla="*/ 8956 w 17911"/>
                    <a:gd name="connsiteY9" fmla="*/ 4478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8956" y="17911"/>
                      </a:moveTo>
                      <a:cubicBezTo>
                        <a:pt x="4030" y="17911"/>
                        <a:pt x="0" y="13881"/>
                        <a:pt x="0" y="8956"/>
                      </a:cubicBezTo>
                      <a:cubicBezTo>
                        <a:pt x="0" y="4030"/>
                        <a:pt x="4030" y="0"/>
                        <a:pt x="8956" y="0"/>
                      </a:cubicBezTo>
                      <a:cubicBezTo>
                        <a:pt x="13881" y="0"/>
                        <a:pt x="17911" y="4030"/>
                        <a:pt x="17911" y="8956"/>
                      </a:cubicBezTo>
                      <a:cubicBezTo>
                        <a:pt x="17911" y="13881"/>
                        <a:pt x="13881" y="17911"/>
                        <a:pt x="8956" y="17911"/>
                      </a:cubicBezTo>
                      <a:close/>
                      <a:moveTo>
                        <a:pt x="8956" y="4478"/>
                      </a:moveTo>
                      <a:cubicBezTo>
                        <a:pt x="6269" y="4478"/>
                        <a:pt x="4478" y="6269"/>
                        <a:pt x="4478" y="8956"/>
                      </a:cubicBezTo>
                      <a:cubicBezTo>
                        <a:pt x="4478" y="11642"/>
                        <a:pt x="6269" y="13433"/>
                        <a:pt x="8956" y="13433"/>
                      </a:cubicBezTo>
                      <a:cubicBezTo>
                        <a:pt x="11642" y="13433"/>
                        <a:pt x="13433" y="11642"/>
                        <a:pt x="13433" y="8956"/>
                      </a:cubicBezTo>
                      <a:cubicBezTo>
                        <a:pt x="13433" y="6269"/>
                        <a:pt x="11195" y="4478"/>
                        <a:pt x="89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06" name="Freeform: Shape 4402">
                  <a:extLst>
                    <a:ext uri="{FF2B5EF4-FFF2-40B4-BE49-F238E27FC236}">
                      <a16:creationId xmlns:a16="http://schemas.microsoft.com/office/drawing/2014/main" id="{AC3B5C8A-0223-F60B-F843-B046CC0E57E7}"/>
                    </a:ext>
                  </a:extLst>
                </p:cNvPr>
                <p:cNvSpPr/>
                <p:nvPr/>
              </p:nvSpPr>
              <p:spPr>
                <a:xfrm>
                  <a:off x="2254994" y="3509799"/>
                  <a:ext cx="31345" cy="31345"/>
                </a:xfrm>
                <a:custGeom>
                  <a:avLst/>
                  <a:gdLst>
                    <a:gd name="connsiteX0" fmla="*/ 15672 w 31344"/>
                    <a:gd name="connsiteY0" fmla="*/ 31345 h 31344"/>
                    <a:gd name="connsiteX1" fmla="*/ 0 w 31344"/>
                    <a:gd name="connsiteY1" fmla="*/ 15672 h 31344"/>
                    <a:gd name="connsiteX2" fmla="*/ 15672 w 31344"/>
                    <a:gd name="connsiteY2" fmla="*/ 0 h 31344"/>
                    <a:gd name="connsiteX3" fmla="*/ 31345 w 31344"/>
                    <a:gd name="connsiteY3" fmla="*/ 15672 h 31344"/>
                    <a:gd name="connsiteX4" fmla="*/ 15672 w 31344"/>
                    <a:gd name="connsiteY4" fmla="*/ 31345 h 31344"/>
                    <a:gd name="connsiteX5" fmla="*/ 15672 w 31344"/>
                    <a:gd name="connsiteY5" fmla="*/ 4478 h 31344"/>
                    <a:gd name="connsiteX6" fmla="*/ 4478 w 31344"/>
                    <a:gd name="connsiteY6" fmla="*/ 15672 h 31344"/>
                    <a:gd name="connsiteX7" fmla="*/ 15672 w 31344"/>
                    <a:gd name="connsiteY7" fmla="*/ 26867 h 31344"/>
                    <a:gd name="connsiteX8" fmla="*/ 26867 w 31344"/>
                    <a:gd name="connsiteY8" fmla="*/ 15672 h 31344"/>
                    <a:gd name="connsiteX9" fmla="*/ 15672 w 31344"/>
                    <a:gd name="connsiteY9" fmla="*/ 4478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44" h="31344">
                      <a:moveTo>
                        <a:pt x="15672" y="31345"/>
                      </a:moveTo>
                      <a:cubicBezTo>
                        <a:pt x="7164" y="31345"/>
                        <a:pt x="0" y="24180"/>
                        <a:pt x="0" y="15672"/>
                      </a:cubicBezTo>
                      <a:cubicBezTo>
                        <a:pt x="0" y="7165"/>
                        <a:pt x="7164" y="0"/>
                        <a:pt x="15672" y="0"/>
                      </a:cubicBezTo>
                      <a:cubicBezTo>
                        <a:pt x="24180" y="0"/>
                        <a:pt x="31345" y="7165"/>
                        <a:pt x="31345" y="15672"/>
                      </a:cubicBezTo>
                      <a:cubicBezTo>
                        <a:pt x="31345" y="24180"/>
                        <a:pt x="24180" y="31345"/>
                        <a:pt x="15672" y="31345"/>
                      </a:cubicBezTo>
                      <a:close/>
                      <a:moveTo>
                        <a:pt x="15672" y="4478"/>
                      </a:moveTo>
                      <a:cubicBezTo>
                        <a:pt x="9403" y="4478"/>
                        <a:pt x="4478" y="9404"/>
                        <a:pt x="4478" y="15672"/>
                      </a:cubicBezTo>
                      <a:cubicBezTo>
                        <a:pt x="4478" y="21941"/>
                        <a:pt x="9403" y="26867"/>
                        <a:pt x="15672" y="26867"/>
                      </a:cubicBezTo>
                      <a:cubicBezTo>
                        <a:pt x="21941" y="26867"/>
                        <a:pt x="26867" y="21941"/>
                        <a:pt x="26867" y="15672"/>
                      </a:cubicBezTo>
                      <a:cubicBezTo>
                        <a:pt x="26867" y="9404"/>
                        <a:pt x="21941"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507" name="Group 4403">
                <a:extLst>
                  <a:ext uri="{FF2B5EF4-FFF2-40B4-BE49-F238E27FC236}">
                    <a16:creationId xmlns:a16="http://schemas.microsoft.com/office/drawing/2014/main" id="{EC61701E-4F0D-9BC8-1788-9277EBEFBD23}"/>
                  </a:ext>
                  <a:ext uri="{C183D7F6-B498-43B3-948B-1728B52AA6E4}">
                    <adec:decorative xmlns:adec="http://schemas.microsoft.com/office/drawing/2017/decorative" val="1"/>
                  </a:ext>
                </a:extLst>
              </p:cNvPr>
              <p:cNvGrpSpPr>
                <a:grpSpLocks noChangeAspect="1"/>
              </p:cNvGrpSpPr>
              <p:nvPr/>
            </p:nvGrpSpPr>
            <p:grpSpPr>
              <a:xfrm>
                <a:off x="2388296" y="4246837"/>
                <a:ext cx="152246" cy="152246"/>
                <a:chOff x="2381268" y="3492783"/>
                <a:chExt cx="152246" cy="152246"/>
              </a:xfrm>
            </p:grpSpPr>
            <p:sp>
              <p:nvSpPr>
                <p:cNvPr id="508" name="Freeform: Shape 4404">
                  <a:extLst>
                    <a:ext uri="{FF2B5EF4-FFF2-40B4-BE49-F238E27FC236}">
                      <a16:creationId xmlns:a16="http://schemas.microsoft.com/office/drawing/2014/main" id="{8F977189-5929-AD99-9212-FECA7E2F5211}"/>
                    </a:ext>
                  </a:extLst>
                </p:cNvPr>
                <p:cNvSpPr/>
                <p:nvPr/>
              </p:nvSpPr>
              <p:spPr>
                <a:xfrm>
                  <a:off x="2381268" y="3492783"/>
                  <a:ext cx="152246" cy="152246"/>
                </a:xfrm>
                <a:custGeom>
                  <a:avLst/>
                  <a:gdLst>
                    <a:gd name="connsiteX0" fmla="*/ 76123 w 152245"/>
                    <a:gd name="connsiteY0" fmla="*/ 0 h 152245"/>
                    <a:gd name="connsiteX1" fmla="*/ 39405 w 152245"/>
                    <a:gd name="connsiteY1" fmla="*/ 9403 h 152245"/>
                    <a:gd name="connsiteX2" fmla="*/ 38509 w 152245"/>
                    <a:gd name="connsiteY2" fmla="*/ 12538 h 152245"/>
                    <a:gd name="connsiteX3" fmla="*/ 41644 w 152245"/>
                    <a:gd name="connsiteY3" fmla="*/ 13433 h 152245"/>
                    <a:gd name="connsiteX4" fmla="*/ 76123 w 152245"/>
                    <a:gd name="connsiteY4" fmla="*/ 4478 h 152245"/>
                    <a:gd name="connsiteX5" fmla="*/ 147768 w 152245"/>
                    <a:gd name="connsiteY5" fmla="*/ 76123 h 152245"/>
                    <a:gd name="connsiteX6" fmla="*/ 118662 w 152245"/>
                    <a:gd name="connsiteY6" fmla="*/ 133887 h 152245"/>
                    <a:gd name="connsiteX7" fmla="*/ 76123 w 152245"/>
                    <a:gd name="connsiteY7" fmla="*/ 147768 h 152245"/>
                    <a:gd name="connsiteX8" fmla="*/ 4478 w 152245"/>
                    <a:gd name="connsiteY8" fmla="*/ 76123 h 152245"/>
                    <a:gd name="connsiteX9" fmla="*/ 12090 w 152245"/>
                    <a:gd name="connsiteY9" fmla="*/ 43883 h 152245"/>
                    <a:gd name="connsiteX10" fmla="*/ 11195 w 152245"/>
                    <a:gd name="connsiteY10" fmla="*/ 40748 h 152245"/>
                    <a:gd name="connsiteX11" fmla="*/ 8060 w 152245"/>
                    <a:gd name="connsiteY11" fmla="*/ 41644 h 152245"/>
                    <a:gd name="connsiteX12" fmla="*/ 0 w 152245"/>
                    <a:gd name="connsiteY12" fmla="*/ 76123 h 152245"/>
                    <a:gd name="connsiteX13" fmla="*/ 76123 w 152245"/>
                    <a:gd name="connsiteY13" fmla="*/ 152246 h 152245"/>
                    <a:gd name="connsiteX14" fmla="*/ 121349 w 152245"/>
                    <a:gd name="connsiteY14" fmla="*/ 137469 h 152245"/>
                    <a:gd name="connsiteX15" fmla="*/ 152246 w 152245"/>
                    <a:gd name="connsiteY15" fmla="*/ 76123 h 152245"/>
                    <a:gd name="connsiteX16" fmla="*/ 76123 w 152245"/>
                    <a:gd name="connsiteY16" fmla="*/ 0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245" h="152245">
                      <a:moveTo>
                        <a:pt x="76123" y="0"/>
                      </a:moveTo>
                      <a:cubicBezTo>
                        <a:pt x="63137" y="0"/>
                        <a:pt x="50599" y="3135"/>
                        <a:pt x="39405" y="9403"/>
                      </a:cubicBezTo>
                      <a:cubicBezTo>
                        <a:pt x="38509" y="9851"/>
                        <a:pt x="38061" y="11195"/>
                        <a:pt x="38509" y="12538"/>
                      </a:cubicBezTo>
                      <a:cubicBezTo>
                        <a:pt x="38957" y="13433"/>
                        <a:pt x="40300" y="13881"/>
                        <a:pt x="41644" y="13433"/>
                      </a:cubicBezTo>
                      <a:cubicBezTo>
                        <a:pt x="52391" y="7612"/>
                        <a:pt x="64033" y="4478"/>
                        <a:pt x="76123" y="4478"/>
                      </a:cubicBezTo>
                      <a:cubicBezTo>
                        <a:pt x="115528" y="4478"/>
                        <a:pt x="147768" y="36718"/>
                        <a:pt x="147768" y="76123"/>
                      </a:cubicBezTo>
                      <a:cubicBezTo>
                        <a:pt x="147768" y="98960"/>
                        <a:pt x="137021" y="120453"/>
                        <a:pt x="118662" y="133887"/>
                      </a:cubicBezTo>
                      <a:cubicBezTo>
                        <a:pt x="106124" y="142842"/>
                        <a:pt x="91795" y="147768"/>
                        <a:pt x="76123" y="147768"/>
                      </a:cubicBezTo>
                      <a:cubicBezTo>
                        <a:pt x="36718" y="147768"/>
                        <a:pt x="4478" y="115528"/>
                        <a:pt x="4478" y="76123"/>
                      </a:cubicBezTo>
                      <a:cubicBezTo>
                        <a:pt x="4478" y="64928"/>
                        <a:pt x="7165" y="53734"/>
                        <a:pt x="12090" y="43883"/>
                      </a:cubicBezTo>
                      <a:cubicBezTo>
                        <a:pt x="12538" y="42987"/>
                        <a:pt x="12090" y="41644"/>
                        <a:pt x="11195" y="40748"/>
                      </a:cubicBezTo>
                      <a:cubicBezTo>
                        <a:pt x="10299" y="40300"/>
                        <a:pt x="8956" y="40748"/>
                        <a:pt x="8060" y="41644"/>
                      </a:cubicBezTo>
                      <a:cubicBezTo>
                        <a:pt x="2687" y="52391"/>
                        <a:pt x="0" y="64033"/>
                        <a:pt x="0" y="76123"/>
                      </a:cubicBezTo>
                      <a:cubicBezTo>
                        <a:pt x="0" y="118214"/>
                        <a:pt x="34031" y="152246"/>
                        <a:pt x="76123" y="152246"/>
                      </a:cubicBezTo>
                      <a:cubicBezTo>
                        <a:pt x="92691" y="152246"/>
                        <a:pt x="107915" y="147320"/>
                        <a:pt x="121349" y="137469"/>
                      </a:cubicBezTo>
                      <a:cubicBezTo>
                        <a:pt x="140603" y="123140"/>
                        <a:pt x="152246" y="100303"/>
                        <a:pt x="152246" y="76123"/>
                      </a:cubicBezTo>
                      <a:cubicBezTo>
                        <a:pt x="152246" y="34031"/>
                        <a:pt x="118214" y="0"/>
                        <a:pt x="76123"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09" name="Freeform: Shape 4405">
                  <a:extLst>
                    <a:ext uri="{FF2B5EF4-FFF2-40B4-BE49-F238E27FC236}">
                      <a16:creationId xmlns:a16="http://schemas.microsoft.com/office/drawing/2014/main" id="{C6BF12B3-CD96-A426-81CF-AC52C2DD4267}"/>
                    </a:ext>
                  </a:extLst>
                </p:cNvPr>
                <p:cNvSpPr/>
                <p:nvPr/>
              </p:nvSpPr>
              <p:spPr>
                <a:xfrm>
                  <a:off x="2408135" y="3519650"/>
                  <a:ext cx="98512" cy="94034"/>
                </a:xfrm>
                <a:custGeom>
                  <a:avLst/>
                  <a:gdLst>
                    <a:gd name="connsiteX0" fmla="*/ 43435 w 98511"/>
                    <a:gd name="connsiteY0" fmla="*/ 98064 h 94034"/>
                    <a:gd name="connsiteX1" fmla="*/ 43435 w 98511"/>
                    <a:gd name="connsiteY1" fmla="*/ 98064 h 94034"/>
                    <a:gd name="connsiteX2" fmla="*/ 0 w 98511"/>
                    <a:gd name="connsiteY2" fmla="*/ 49256 h 94034"/>
                    <a:gd name="connsiteX3" fmla="*/ 49256 w 98511"/>
                    <a:gd name="connsiteY3" fmla="*/ 0 h 94034"/>
                    <a:gd name="connsiteX4" fmla="*/ 98512 w 98511"/>
                    <a:gd name="connsiteY4" fmla="*/ 49256 h 94034"/>
                    <a:gd name="connsiteX5" fmla="*/ 85974 w 98511"/>
                    <a:gd name="connsiteY5" fmla="*/ 81944 h 94034"/>
                    <a:gd name="connsiteX6" fmla="*/ 82840 w 98511"/>
                    <a:gd name="connsiteY6" fmla="*/ 81944 h 94034"/>
                    <a:gd name="connsiteX7" fmla="*/ 82840 w 98511"/>
                    <a:gd name="connsiteY7" fmla="*/ 78809 h 94034"/>
                    <a:gd name="connsiteX8" fmla="*/ 94034 w 98511"/>
                    <a:gd name="connsiteY8" fmla="*/ 49256 h 94034"/>
                    <a:gd name="connsiteX9" fmla="*/ 49256 w 98511"/>
                    <a:gd name="connsiteY9" fmla="*/ 4478 h 94034"/>
                    <a:gd name="connsiteX10" fmla="*/ 4478 w 98511"/>
                    <a:gd name="connsiteY10" fmla="*/ 49256 h 94034"/>
                    <a:gd name="connsiteX11" fmla="*/ 43883 w 98511"/>
                    <a:gd name="connsiteY11" fmla="*/ 93586 h 94034"/>
                    <a:gd name="connsiteX12" fmla="*/ 45674 w 98511"/>
                    <a:gd name="connsiteY12" fmla="*/ 96273 h 94034"/>
                    <a:gd name="connsiteX13" fmla="*/ 43435 w 98511"/>
                    <a:gd name="connsiteY13" fmla="*/ 98064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511" h="94034">
                      <a:moveTo>
                        <a:pt x="43435" y="98064"/>
                      </a:moveTo>
                      <a:cubicBezTo>
                        <a:pt x="43435" y="98064"/>
                        <a:pt x="43435" y="98064"/>
                        <a:pt x="43435" y="98064"/>
                      </a:cubicBezTo>
                      <a:cubicBezTo>
                        <a:pt x="18359" y="94930"/>
                        <a:pt x="0" y="73884"/>
                        <a:pt x="0" y="49256"/>
                      </a:cubicBezTo>
                      <a:cubicBezTo>
                        <a:pt x="0" y="21941"/>
                        <a:pt x="21941" y="0"/>
                        <a:pt x="49256" y="0"/>
                      </a:cubicBezTo>
                      <a:cubicBezTo>
                        <a:pt x="76571" y="0"/>
                        <a:pt x="98512" y="21941"/>
                        <a:pt x="98512" y="49256"/>
                      </a:cubicBezTo>
                      <a:cubicBezTo>
                        <a:pt x="98512" y="61346"/>
                        <a:pt x="94034" y="72988"/>
                        <a:pt x="85974" y="81944"/>
                      </a:cubicBezTo>
                      <a:cubicBezTo>
                        <a:pt x="85079" y="82840"/>
                        <a:pt x="83735" y="82840"/>
                        <a:pt x="82840" y="81944"/>
                      </a:cubicBezTo>
                      <a:cubicBezTo>
                        <a:pt x="81944" y="81048"/>
                        <a:pt x="81944" y="79705"/>
                        <a:pt x="82840" y="78809"/>
                      </a:cubicBezTo>
                      <a:cubicBezTo>
                        <a:pt x="90004" y="70749"/>
                        <a:pt x="94034" y="60003"/>
                        <a:pt x="94034" y="49256"/>
                      </a:cubicBezTo>
                      <a:cubicBezTo>
                        <a:pt x="94034" y="24628"/>
                        <a:pt x="73884" y="4478"/>
                        <a:pt x="49256" y="4478"/>
                      </a:cubicBezTo>
                      <a:cubicBezTo>
                        <a:pt x="24628" y="4478"/>
                        <a:pt x="4478" y="24628"/>
                        <a:pt x="4478" y="49256"/>
                      </a:cubicBezTo>
                      <a:cubicBezTo>
                        <a:pt x="4478" y="72093"/>
                        <a:pt x="21494" y="90900"/>
                        <a:pt x="43883" y="93586"/>
                      </a:cubicBezTo>
                      <a:cubicBezTo>
                        <a:pt x="45226" y="93586"/>
                        <a:pt x="46122" y="94930"/>
                        <a:pt x="45674" y="96273"/>
                      </a:cubicBezTo>
                      <a:cubicBezTo>
                        <a:pt x="45674" y="97616"/>
                        <a:pt x="44778" y="98064"/>
                        <a:pt x="43435" y="9806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10" name="Freeform: Shape 4406">
                  <a:extLst>
                    <a:ext uri="{FF2B5EF4-FFF2-40B4-BE49-F238E27FC236}">
                      <a16:creationId xmlns:a16="http://schemas.microsoft.com/office/drawing/2014/main" id="{D8835834-4D68-AF41-E26B-75B24EB18090}"/>
                    </a:ext>
                  </a:extLst>
                </p:cNvPr>
                <p:cNvSpPr/>
                <p:nvPr/>
              </p:nvSpPr>
              <p:spPr>
                <a:xfrm>
                  <a:off x="2435002" y="3546517"/>
                  <a:ext cx="44778" cy="44778"/>
                </a:xfrm>
                <a:custGeom>
                  <a:avLst/>
                  <a:gdLst>
                    <a:gd name="connsiteX0" fmla="*/ 22389 w 44778"/>
                    <a:gd name="connsiteY0" fmla="*/ 44778 h 44778"/>
                    <a:gd name="connsiteX1" fmla="*/ 0 w 44778"/>
                    <a:gd name="connsiteY1" fmla="*/ 22389 h 44778"/>
                    <a:gd name="connsiteX2" fmla="*/ 22389 w 44778"/>
                    <a:gd name="connsiteY2" fmla="*/ 0 h 44778"/>
                    <a:gd name="connsiteX3" fmla="*/ 44778 w 44778"/>
                    <a:gd name="connsiteY3" fmla="*/ 22389 h 44778"/>
                    <a:gd name="connsiteX4" fmla="*/ 22389 w 44778"/>
                    <a:gd name="connsiteY4" fmla="*/ 44778 h 44778"/>
                    <a:gd name="connsiteX5" fmla="*/ 22389 w 44778"/>
                    <a:gd name="connsiteY5" fmla="*/ 4478 h 44778"/>
                    <a:gd name="connsiteX6" fmla="*/ 4478 w 44778"/>
                    <a:gd name="connsiteY6" fmla="*/ 22389 h 44778"/>
                    <a:gd name="connsiteX7" fmla="*/ 22389 w 44778"/>
                    <a:gd name="connsiteY7" fmla="*/ 40300 h 44778"/>
                    <a:gd name="connsiteX8" fmla="*/ 40300 w 44778"/>
                    <a:gd name="connsiteY8" fmla="*/ 22389 h 44778"/>
                    <a:gd name="connsiteX9" fmla="*/ 22389 w 44778"/>
                    <a:gd name="connsiteY9" fmla="*/ 44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78" h="44778">
                      <a:moveTo>
                        <a:pt x="22389" y="44778"/>
                      </a:moveTo>
                      <a:cubicBezTo>
                        <a:pt x="9851" y="44778"/>
                        <a:pt x="0" y="34927"/>
                        <a:pt x="0" y="22389"/>
                      </a:cubicBezTo>
                      <a:cubicBezTo>
                        <a:pt x="0" y="9851"/>
                        <a:pt x="9851" y="0"/>
                        <a:pt x="22389" y="0"/>
                      </a:cubicBezTo>
                      <a:cubicBezTo>
                        <a:pt x="34927" y="0"/>
                        <a:pt x="44778" y="9851"/>
                        <a:pt x="44778" y="22389"/>
                      </a:cubicBezTo>
                      <a:cubicBezTo>
                        <a:pt x="44778" y="34927"/>
                        <a:pt x="34479" y="44778"/>
                        <a:pt x="22389" y="44778"/>
                      </a:cubicBezTo>
                      <a:close/>
                      <a:moveTo>
                        <a:pt x="22389" y="4478"/>
                      </a:moveTo>
                      <a:cubicBezTo>
                        <a:pt x="12538" y="4478"/>
                        <a:pt x="4478" y="12538"/>
                        <a:pt x="4478" y="22389"/>
                      </a:cubicBezTo>
                      <a:cubicBezTo>
                        <a:pt x="4478" y="32240"/>
                        <a:pt x="12538" y="40300"/>
                        <a:pt x="22389" y="40300"/>
                      </a:cubicBezTo>
                      <a:cubicBezTo>
                        <a:pt x="32240" y="40300"/>
                        <a:pt x="40300" y="32240"/>
                        <a:pt x="40300" y="22389"/>
                      </a:cubicBezTo>
                      <a:cubicBezTo>
                        <a:pt x="40300" y="12538"/>
                        <a:pt x="32240" y="4478"/>
                        <a:pt x="2238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11" name="Freeform: Shape 4407">
                  <a:extLst>
                    <a:ext uri="{FF2B5EF4-FFF2-40B4-BE49-F238E27FC236}">
                      <a16:creationId xmlns:a16="http://schemas.microsoft.com/office/drawing/2014/main" id="{8C2D4ECE-0EAC-D92C-5FBE-6E202D6615DF}"/>
                    </a:ext>
                  </a:extLst>
                </p:cNvPr>
                <p:cNvSpPr/>
                <p:nvPr/>
              </p:nvSpPr>
              <p:spPr>
                <a:xfrm>
                  <a:off x="2387985" y="3502635"/>
                  <a:ext cx="31345" cy="31345"/>
                </a:xfrm>
                <a:custGeom>
                  <a:avLst/>
                  <a:gdLst>
                    <a:gd name="connsiteX0" fmla="*/ 15672 w 31344"/>
                    <a:gd name="connsiteY0" fmla="*/ 31345 h 31344"/>
                    <a:gd name="connsiteX1" fmla="*/ 0 w 31344"/>
                    <a:gd name="connsiteY1" fmla="*/ 15672 h 31344"/>
                    <a:gd name="connsiteX2" fmla="*/ 15672 w 31344"/>
                    <a:gd name="connsiteY2" fmla="*/ 0 h 31344"/>
                    <a:gd name="connsiteX3" fmla="*/ 31345 w 31344"/>
                    <a:gd name="connsiteY3" fmla="*/ 15672 h 31344"/>
                    <a:gd name="connsiteX4" fmla="*/ 15672 w 31344"/>
                    <a:gd name="connsiteY4" fmla="*/ 31345 h 31344"/>
                    <a:gd name="connsiteX5" fmla="*/ 15672 w 31344"/>
                    <a:gd name="connsiteY5" fmla="*/ 4478 h 31344"/>
                    <a:gd name="connsiteX6" fmla="*/ 4478 w 31344"/>
                    <a:gd name="connsiteY6" fmla="*/ 15672 h 31344"/>
                    <a:gd name="connsiteX7" fmla="*/ 15672 w 31344"/>
                    <a:gd name="connsiteY7" fmla="*/ 26867 h 31344"/>
                    <a:gd name="connsiteX8" fmla="*/ 26867 w 31344"/>
                    <a:gd name="connsiteY8" fmla="*/ 15672 h 31344"/>
                    <a:gd name="connsiteX9" fmla="*/ 15672 w 31344"/>
                    <a:gd name="connsiteY9" fmla="*/ 4478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44" h="31344">
                      <a:moveTo>
                        <a:pt x="15672" y="31345"/>
                      </a:moveTo>
                      <a:cubicBezTo>
                        <a:pt x="7165" y="31345"/>
                        <a:pt x="0" y="24180"/>
                        <a:pt x="0" y="15672"/>
                      </a:cubicBezTo>
                      <a:cubicBezTo>
                        <a:pt x="0" y="7164"/>
                        <a:pt x="7165" y="0"/>
                        <a:pt x="15672" y="0"/>
                      </a:cubicBezTo>
                      <a:cubicBezTo>
                        <a:pt x="24180" y="0"/>
                        <a:pt x="31345" y="7164"/>
                        <a:pt x="31345" y="15672"/>
                      </a:cubicBezTo>
                      <a:cubicBezTo>
                        <a:pt x="31345" y="24180"/>
                        <a:pt x="24180" y="31345"/>
                        <a:pt x="15672" y="31345"/>
                      </a:cubicBezTo>
                      <a:close/>
                      <a:moveTo>
                        <a:pt x="15672" y="4478"/>
                      </a:moveTo>
                      <a:cubicBezTo>
                        <a:pt x="9403" y="4478"/>
                        <a:pt x="4478" y="9403"/>
                        <a:pt x="4478" y="15672"/>
                      </a:cubicBezTo>
                      <a:cubicBezTo>
                        <a:pt x="4478" y="21941"/>
                        <a:pt x="9403" y="26867"/>
                        <a:pt x="15672" y="26867"/>
                      </a:cubicBezTo>
                      <a:cubicBezTo>
                        <a:pt x="21941" y="26867"/>
                        <a:pt x="26867" y="21941"/>
                        <a:pt x="26867" y="15672"/>
                      </a:cubicBezTo>
                      <a:cubicBezTo>
                        <a:pt x="26867" y="9403"/>
                        <a:pt x="21941"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12" name="Freeform: Shape 4408">
                  <a:extLst>
                    <a:ext uri="{FF2B5EF4-FFF2-40B4-BE49-F238E27FC236}">
                      <a16:creationId xmlns:a16="http://schemas.microsoft.com/office/drawing/2014/main" id="{B43C6BE8-EB3F-9CC0-DECB-8AC32F089D28}"/>
                    </a:ext>
                  </a:extLst>
                </p:cNvPr>
                <p:cNvSpPr/>
                <p:nvPr/>
              </p:nvSpPr>
              <p:spPr>
                <a:xfrm>
                  <a:off x="2457839" y="3598012"/>
                  <a:ext cx="31345" cy="31345"/>
                </a:xfrm>
                <a:custGeom>
                  <a:avLst/>
                  <a:gdLst>
                    <a:gd name="connsiteX0" fmla="*/ 15672 w 31344"/>
                    <a:gd name="connsiteY0" fmla="*/ 31345 h 31344"/>
                    <a:gd name="connsiteX1" fmla="*/ 0 w 31344"/>
                    <a:gd name="connsiteY1" fmla="*/ 15672 h 31344"/>
                    <a:gd name="connsiteX2" fmla="*/ 15672 w 31344"/>
                    <a:gd name="connsiteY2" fmla="*/ 0 h 31344"/>
                    <a:gd name="connsiteX3" fmla="*/ 31345 w 31344"/>
                    <a:gd name="connsiteY3" fmla="*/ 15672 h 31344"/>
                    <a:gd name="connsiteX4" fmla="*/ 15672 w 31344"/>
                    <a:gd name="connsiteY4" fmla="*/ 31345 h 31344"/>
                    <a:gd name="connsiteX5" fmla="*/ 15672 w 31344"/>
                    <a:gd name="connsiteY5" fmla="*/ 4478 h 31344"/>
                    <a:gd name="connsiteX6" fmla="*/ 4478 w 31344"/>
                    <a:gd name="connsiteY6" fmla="*/ 15672 h 31344"/>
                    <a:gd name="connsiteX7" fmla="*/ 15672 w 31344"/>
                    <a:gd name="connsiteY7" fmla="*/ 26867 h 31344"/>
                    <a:gd name="connsiteX8" fmla="*/ 26867 w 31344"/>
                    <a:gd name="connsiteY8" fmla="*/ 15672 h 31344"/>
                    <a:gd name="connsiteX9" fmla="*/ 15672 w 31344"/>
                    <a:gd name="connsiteY9" fmla="*/ 4478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44" h="31344">
                      <a:moveTo>
                        <a:pt x="15672" y="31345"/>
                      </a:moveTo>
                      <a:cubicBezTo>
                        <a:pt x="7165" y="31345"/>
                        <a:pt x="0" y="24180"/>
                        <a:pt x="0" y="15672"/>
                      </a:cubicBezTo>
                      <a:cubicBezTo>
                        <a:pt x="0" y="7164"/>
                        <a:pt x="7165" y="0"/>
                        <a:pt x="15672" y="0"/>
                      </a:cubicBezTo>
                      <a:cubicBezTo>
                        <a:pt x="24180" y="0"/>
                        <a:pt x="31345" y="7164"/>
                        <a:pt x="31345" y="15672"/>
                      </a:cubicBezTo>
                      <a:cubicBezTo>
                        <a:pt x="31345" y="24180"/>
                        <a:pt x="24628" y="31345"/>
                        <a:pt x="15672" y="31345"/>
                      </a:cubicBezTo>
                      <a:close/>
                      <a:moveTo>
                        <a:pt x="15672" y="4478"/>
                      </a:moveTo>
                      <a:cubicBezTo>
                        <a:pt x="9403" y="4478"/>
                        <a:pt x="4478" y="9403"/>
                        <a:pt x="4478" y="15672"/>
                      </a:cubicBezTo>
                      <a:cubicBezTo>
                        <a:pt x="4478" y="21941"/>
                        <a:pt x="9403" y="26867"/>
                        <a:pt x="15672" y="26867"/>
                      </a:cubicBezTo>
                      <a:cubicBezTo>
                        <a:pt x="21941" y="26867"/>
                        <a:pt x="26867" y="21941"/>
                        <a:pt x="26867" y="15672"/>
                      </a:cubicBezTo>
                      <a:cubicBezTo>
                        <a:pt x="26867" y="9403"/>
                        <a:pt x="21941"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513" name="Group 4409">
                <a:extLst>
                  <a:ext uri="{FF2B5EF4-FFF2-40B4-BE49-F238E27FC236}">
                    <a16:creationId xmlns:a16="http://schemas.microsoft.com/office/drawing/2014/main" id="{0585D51E-EE9A-24FE-EFFF-E2C831E88F91}"/>
                  </a:ext>
                  <a:ext uri="{C183D7F6-B498-43B3-948B-1728B52AA6E4}">
                    <adec:decorative xmlns:adec="http://schemas.microsoft.com/office/drawing/2017/decorative" val="1"/>
                  </a:ext>
                </a:extLst>
              </p:cNvPr>
              <p:cNvGrpSpPr>
                <a:grpSpLocks noChangeAspect="1"/>
              </p:cNvGrpSpPr>
              <p:nvPr/>
            </p:nvGrpSpPr>
            <p:grpSpPr>
              <a:xfrm>
                <a:off x="2653961" y="4245238"/>
                <a:ext cx="152246" cy="152246"/>
                <a:chOff x="2694715" y="3509799"/>
                <a:chExt cx="152246" cy="152246"/>
              </a:xfrm>
            </p:grpSpPr>
            <p:sp>
              <p:nvSpPr>
                <p:cNvPr id="514" name="Freeform: Shape 4410">
                  <a:extLst>
                    <a:ext uri="{FF2B5EF4-FFF2-40B4-BE49-F238E27FC236}">
                      <a16:creationId xmlns:a16="http://schemas.microsoft.com/office/drawing/2014/main" id="{562F6DFC-B2CF-22FB-C314-ADD5CA464831}"/>
                    </a:ext>
                  </a:extLst>
                </p:cNvPr>
                <p:cNvSpPr/>
                <p:nvPr/>
              </p:nvSpPr>
              <p:spPr>
                <a:xfrm>
                  <a:off x="2748001" y="3563533"/>
                  <a:ext cx="44778" cy="44778"/>
                </a:xfrm>
                <a:custGeom>
                  <a:avLst/>
                  <a:gdLst>
                    <a:gd name="connsiteX0" fmla="*/ 22389 w 44778"/>
                    <a:gd name="connsiteY0" fmla="*/ 44778 h 44778"/>
                    <a:gd name="connsiteX1" fmla="*/ 0 w 44778"/>
                    <a:gd name="connsiteY1" fmla="*/ 22389 h 44778"/>
                    <a:gd name="connsiteX2" fmla="*/ 22389 w 44778"/>
                    <a:gd name="connsiteY2" fmla="*/ 0 h 44778"/>
                    <a:gd name="connsiteX3" fmla="*/ 44778 w 44778"/>
                    <a:gd name="connsiteY3" fmla="*/ 22389 h 44778"/>
                    <a:gd name="connsiteX4" fmla="*/ 22389 w 44778"/>
                    <a:gd name="connsiteY4" fmla="*/ 44778 h 44778"/>
                    <a:gd name="connsiteX5" fmla="*/ 22389 w 44778"/>
                    <a:gd name="connsiteY5" fmla="*/ 4478 h 44778"/>
                    <a:gd name="connsiteX6" fmla="*/ 4478 w 44778"/>
                    <a:gd name="connsiteY6" fmla="*/ 22389 h 44778"/>
                    <a:gd name="connsiteX7" fmla="*/ 22389 w 44778"/>
                    <a:gd name="connsiteY7" fmla="*/ 40300 h 44778"/>
                    <a:gd name="connsiteX8" fmla="*/ 40300 w 44778"/>
                    <a:gd name="connsiteY8" fmla="*/ 22389 h 44778"/>
                    <a:gd name="connsiteX9" fmla="*/ 22389 w 44778"/>
                    <a:gd name="connsiteY9" fmla="*/ 44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78" h="44778">
                      <a:moveTo>
                        <a:pt x="22389" y="44778"/>
                      </a:moveTo>
                      <a:cubicBezTo>
                        <a:pt x="9851" y="44778"/>
                        <a:pt x="0" y="34927"/>
                        <a:pt x="0" y="22389"/>
                      </a:cubicBezTo>
                      <a:cubicBezTo>
                        <a:pt x="0" y="9851"/>
                        <a:pt x="9851" y="0"/>
                        <a:pt x="22389" y="0"/>
                      </a:cubicBezTo>
                      <a:cubicBezTo>
                        <a:pt x="34927" y="0"/>
                        <a:pt x="44778" y="9851"/>
                        <a:pt x="44778" y="22389"/>
                      </a:cubicBezTo>
                      <a:cubicBezTo>
                        <a:pt x="44778" y="34927"/>
                        <a:pt x="34927" y="44778"/>
                        <a:pt x="22389" y="44778"/>
                      </a:cubicBezTo>
                      <a:close/>
                      <a:moveTo>
                        <a:pt x="22389" y="4478"/>
                      </a:moveTo>
                      <a:cubicBezTo>
                        <a:pt x="12538" y="4478"/>
                        <a:pt x="4478" y="12538"/>
                        <a:pt x="4478" y="22389"/>
                      </a:cubicBezTo>
                      <a:cubicBezTo>
                        <a:pt x="4478" y="32240"/>
                        <a:pt x="12538" y="40300"/>
                        <a:pt x="22389" y="40300"/>
                      </a:cubicBezTo>
                      <a:cubicBezTo>
                        <a:pt x="32240" y="40300"/>
                        <a:pt x="40300" y="32240"/>
                        <a:pt x="40300" y="22389"/>
                      </a:cubicBezTo>
                      <a:cubicBezTo>
                        <a:pt x="40300" y="12538"/>
                        <a:pt x="32240" y="4478"/>
                        <a:pt x="2238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15" name="Freeform: Shape 4411">
                  <a:extLst>
                    <a:ext uri="{FF2B5EF4-FFF2-40B4-BE49-F238E27FC236}">
                      <a16:creationId xmlns:a16="http://schemas.microsoft.com/office/drawing/2014/main" id="{AE864873-8069-5E5A-D55D-E0282DAE3310}"/>
                    </a:ext>
                  </a:extLst>
                </p:cNvPr>
                <p:cNvSpPr/>
                <p:nvPr/>
              </p:nvSpPr>
              <p:spPr>
                <a:xfrm>
                  <a:off x="2721134" y="3536666"/>
                  <a:ext cx="98512" cy="98512"/>
                </a:xfrm>
                <a:custGeom>
                  <a:avLst/>
                  <a:gdLst>
                    <a:gd name="connsiteX0" fmla="*/ 49256 w 98511"/>
                    <a:gd name="connsiteY0" fmla="*/ 98512 h 98511"/>
                    <a:gd name="connsiteX1" fmla="*/ 0 w 98511"/>
                    <a:gd name="connsiteY1" fmla="*/ 49256 h 98511"/>
                    <a:gd name="connsiteX2" fmla="*/ 49256 w 98511"/>
                    <a:gd name="connsiteY2" fmla="*/ 0 h 98511"/>
                    <a:gd name="connsiteX3" fmla="*/ 98512 w 98511"/>
                    <a:gd name="connsiteY3" fmla="*/ 49256 h 98511"/>
                    <a:gd name="connsiteX4" fmla="*/ 49256 w 98511"/>
                    <a:gd name="connsiteY4" fmla="*/ 98512 h 98511"/>
                    <a:gd name="connsiteX5" fmla="*/ 49256 w 98511"/>
                    <a:gd name="connsiteY5" fmla="*/ 4478 h 98511"/>
                    <a:gd name="connsiteX6" fmla="*/ 4478 w 98511"/>
                    <a:gd name="connsiteY6" fmla="*/ 49256 h 98511"/>
                    <a:gd name="connsiteX7" fmla="*/ 49256 w 98511"/>
                    <a:gd name="connsiteY7" fmla="*/ 94034 h 98511"/>
                    <a:gd name="connsiteX8" fmla="*/ 94034 w 98511"/>
                    <a:gd name="connsiteY8" fmla="*/ 49256 h 98511"/>
                    <a:gd name="connsiteX9" fmla="*/ 49256 w 98511"/>
                    <a:gd name="connsiteY9" fmla="*/ 4478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511" h="98511">
                      <a:moveTo>
                        <a:pt x="49256" y="98512"/>
                      </a:moveTo>
                      <a:cubicBezTo>
                        <a:pt x="21941" y="98512"/>
                        <a:pt x="0" y="76571"/>
                        <a:pt x="0" y="49256"/>
                      </a:cubicBezTo>
                      <a:cubicBezTo>
                        <a:pt x="0" y="21941"/>
                        <a:pt x="21941" y="0"/>
                        <a:pt x="49256" y="0"/>
                      </a:cubicBezTo>
                      <a:cubicBezTo>
                        <a:pt x="76571" y="0"/>
                        <a:pt x="98512" y="21941"/>
                        <a:pt x="98512" y="49256"/>
                      </a:cubicBezTo>
                      <a:cubicBezTo>
                        <a:pt x="98512" y="76571"/>
                        <a:pt x="76571" y="98512"/>
                        <a:pt x="49256" y="98512"/>
                      </a:cubicBezTo>
                      <a:close/>
                      <a:moveTo>
                        <a:pt x="49256" y="4478"/>
                      </a:moveTo>
                      <a:cubicBezTo>
                        <a:pt x="24628" y="4478"/>
                        <a:pt x="4478" y="24628"/>
                        <a:pt x="4478" y="49256"/>
                      </a:cubicBezTo>
                      <a:cubicBezTo>
                        <a:pt x="4478" y="73884"/>
                        <a:pt x="24628" y="94034"/>
                        <a:pt x="49256" y="94034"/>
                      </a:cubicBezTo>
                      <a:cubicBezTo>
                        <a:pt x="73884" y="94034"/>
                        <a:pt x="94034" y="73884"/>
                        <a:pt x="94034" y="49256"/>
                      </a:cubicBezTo>
                      <a:cubicBezTo>
                        <a:pt x="94034" y="24628"/>
                        <a:pt x="74332" y="4478"/>
                        <a:pt x="492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16" name="Freeform: Shape 4412">
                  <a:extLst>
                    <a:ext uri="{FF2B5EF4-FFF2-40B4-BE49-F238E27FC236}">
                      <a16:creationId xmlns:a16="http://schemas.microsoft.com/office/drawing/2014/main" id="{A9EEDE0D-ADC9-FD9D-DB9A-90ACE19181AB}"/>
                    </a:ext>
                  </a:extLst>
                </p:cNvPr>
                <p:cNvSpPr/>
                <p:nvPr/>
              </p:nvSpPr>
              <p:spPr>
                <a:xfrm>
                  <a:off x="2694715" y="3509799"/>
                  <a:ext cx="152246" cy="152246"/>
                </a:xfrm>
                <a:custGeom>
                  <a:avLst/>
                  <a:gdLst>
                    <a:gd name="connsiteX0" fmla="*/ 76123 w 152245"/>
                    <a:gd name="connsiteY0" fmla="*/ 152246 h 152245"/>
                    <a:gd name="connsiteX1" fmla="*/ 0 w 152245"/>
                    <a:gd name="connsiteY1" fmla="*/ 76123 h 152245"/>
                    <a:gd name="connsiteX2" fmla="*/ 76123 w 152245"/>
                    <a:gd name="connsiteY2" fmla="*/ 0 h 152245"/>
                    <a:gd name="connsiteX3" fmla="*/ 152246 w 152245"/>
                    <a:gd name="connsiteY3" fmla="*/ 76123 h 152245"/>
                    <a:gd name="connsiteX4" fmla="*/ 76123 w 152245"/>
                    <a:gd name="connsiteY4" fmla="*/ 152246 h 152245"/>
                    <a:gd name="connsiteX5" fmla="*/ 76123 w 152245"/>
                    <a:gd name="connsiteY5" fmla="*/ 4478 h 152245"/>
                    <a:gd name="connsiteX6" fmla="*/ 4478 w 152245"/>
                    <a:gd name="connsiteY6" fmla="*/ 76123 h 152245"/>
                    <a:gd name="connsiteX7" fmla="*/ 76123 w 152245"/>
                    <a:gd name="connsiteY7" fmla="*/ 147768 h 152245"/>
                    <a:gd name="connsiteX8" fmla="*/ 147768 w 152245"/>
                    <a:gd name="connsiteY8" fmla="*/ 76123 h 152245"/>
                    <a:gd name="connsiteX9" fmla="*/ 76123 w 152245"/>
                    <a:gd name="connsiteY9" fmla="*/ 447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245" h="152245">
                      <a:moveTo>
                        <a:pt x="76123" y="152246"/>
                      </a:moveTo>
                      <a:cubicBezTo>
                        <a:pt x="34031" y="152246"/>
                        <a:pt x="0" y="118214"/>
                        <a:pt x="0" y="76123"/>
                      </a:cubicBezTo>
                      <a:cubicBezTo>
                        <a:pt x="0" y="34032"/>
                        <a:pt x="34031" y="0"/>
                        <a:pt x="76123" y="0"/>
                      </a:cubicBezTo>
                      <a:cubicBezTo>
                        <a:pt x="118214" y="0"/>
                        <a:pt x="152246" y="34032"/>
                        <a:pt x="152246" y="76123"/>
                      </a:cubicBezTo>
                      <a:cubicBezTo>
                        <a:pt x="152246" y="118214"/>
                        <a:pt x="118214" y="152246"/>
                        <a:pt x="76123" y="152246"/>
                      </a:cubicBezTo>
                      <a:close/>
                      <a:moveTo>
                        <a:pt x="76123" y="4478"/>
                      </a:moveTo>
                      <a:cubicBezTo>
                        <a:pt x="36718" y="4478"/>
                        <a:pt x="4478" y="36718"/>
                        <a:pt x="4478" y="76123"/>
                      </a:cubicBezTo>
                      <a:cubicBezTo>
                        <a:pt x="4478" y="115528"/>
                        <a:pt x="36718" y="147768"/>
                        <a:pt x="76123" y="147768"/>
                      </a:cubicBezTo>
                      <a:cubicBezTo>
                        <a:pt x="115528" y="147768"/>
                        <a:pt x="147768" y="115528"/>
                        <a:pt x="147768" y="76123"/>
                      </a:cubicBezTo>
                      <a:cubicBezTo>
                        <a:pt x="147768" y="36718"/>
                        <a:pt x="115528" y="4478"/>
                        <a:pt x="7612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517" name="Freeform: Shape 4413">
                <a:extLst>
                  <a:ext uri="{FF2B5EF4-FFF2-40B4-BE49-F238E27FC236}">
                    <a16:creationId xmlns:a16="http://schemas.microsoft.com/office/drawing/2014/main" id="{E9033362-1A55-BB24-BC4B-F196FF4EF019}"/>
                  </a:ext>
                  <a:ext uri="{C183D7F6-B498-43B3-948B-1728B52AA6E4}">
                    <adec:decorative xmlns:adec="http://schemas.microsoft.com/office/drawing/2017/decorative" val="1"/>
                  </a:ext>
                </a:extLst>
              </p:cNvPr>
              <p:cNvSpPr>
                <a:spLocks noChangeAspect="1"/>
              </p:cNvSpPr>
              <p:nvPr/>
            </p:nvSpPr>
            <p:spPr>
              <a:xfrm>
                <a:off x="3169358" y="4232067"/>
                <a:ext cx="161201" cy="165679"/>
              </a:xfrm>
              <a:custGeom>
                <a:avLst/>
                <a:gdLst>
                  <a:gd name="connsiteX0" fmla="*/ 149559 w 161201"/>
                  <a:gd name="connsiteY0" fmla="*/ 31082 h 165679"/>
                  <a:gd name="connsiteX1" fmla="*/ 151350 w 161201"/>
                  <a:gd name="connsiteY1" fmla="*/ 30635 h 165679"/>
                  <a:gd name="connsiteX2" fmla="*/ 164784 w 161201"/>
                  <a:gd name="connsiteY2" fmla="*/ 17201 h 165679"/>
                  <a:gd name="connsiteX3" fmla="*/ 165232 w 161201"/>
                  <a:gd name="connsiteY3" fmla="*/ 14962 h 165679"/>
                  <a:gd name="connsiteX4" fmla="*/ 162993 w 161201"/>
                  <a:gd name="connsiteY4" fmla="*/ 13619 h 165679"/>
                  <a:gd name="connsiteX5" fmla="*/ 151798 w 161201"/>
                  <a:gd name="connsiteY5" fmla="*/ 13619 h 165679"/>
                  <a:gd name="connsiteX6" fmla="*/ 151798 w 161201"/>
                  <a:gd name="connsiteY6" fmla="*/ 2424 h 165679"/>
                  <a:gd name="connsiteX7" fmla="*/ 150455 w 161201"/>
                  <a:gd name="connsiteY7" fmla="*/ 186 h 165679"/>
                  <a:gd name="connsiteX8" fmla="*/ 148216 w 161201"/>
                  <a:gd name="connsiteY8" fmla="*/ 633 h 165679"/>
                  <a:gd name="connsiteX9" fmla="*/ 134782 w 161201"/>
                  <a:gd name="connsiteY9" fmla="*/ 14067 h 165679"/>
                  <a:gd name="connsiteX10" fmla="*/ 134335 w 161201"/>
                  <a:gd name="connsiteY10" fmla="*/ 15858 h 165679"/>
                  <a:gd name="connsiteX11" fmla="*/ 134335 w 161201"/>
                  <a:gd name="connsiteY11" fmla="*/ 28396 h 165679"/>
                  <a:gd name="connsiteX12" fmla="*/ 128065 w 161201"/>
                  <a:gd name="connsiteY12" fmla="*/ 34665 h 165679"/>
                  <a:gd name="connsiteX13" fmla="*/ 76123 w 161201"/>
                  <a:gd name="connsiteY13" fmla="*/ 14067 h 165679"/>
                  <a:gd name="connsiteX14" fmla="*/ 0 w 161201"/>
                  <a:gd name="connsiteY14" fmla="*/ 90190 h 165679"/>
                  <a:gd name="connsiteX15" fmla="*/ 76123 w 161201"/>
                  <a:gd name="connsiteY15" fmla="*/ 166312 h 165679"/>
                  <a:gd name="connsiteX16" fmla="*/ 152246 w 161201"/>
                  <a:gd name="connsiteY16" fmla="*/ 90190 h 165679"/>
                  <a:gd name="connsiteX17" fmla="*/ 131648 w 161201"/>
                  <a:gd name="connsiteY17" fmla="*/ 38247 h 165679"/>
                  <a:gd name="connsiteX18" fmla="*/ 137917 w 161201"/>
                  <a:gd name="connsiteY18" fmla="*/ 31978 h 165679"/>
                  <a:gd name="connsiteX19" fmla="*/ 149559 w 161201"/>
                  <a:gd name="connsiteY19" fmla="*/ 31978 h 165679"/>
                  <a:gd name="connsiteX20" fmla="*/ 138365 w 161201"/>
                  <a:gd name="connsiteY20" fmla="*/ 16306 h 165679"/>
                  <a:gd name="connsiteX21" fmla="*/ 147320 w 161201"/>
                  <a:gd name="connsiteY21" fmla="*/ 7350 h 165679"/>
                  <a:gd name="connsiteX22" fmla="*/ 147320 w 161201"/>
                  <a:gd name="connsiteY22" fmla="*/ 15410 h 165679"/>
                  <a:gd name="connsiteX23" fmla="*/ 149559 w 161201"/>
                  <a:gd name="connsiteY23" fmla="*/ 17649 h 165679"/>
                  <a:gd name="connsiteX24" fmla="*/ 157619 w 161201"/>
                  <a:gd name="connsiteY24" fmla="*/ 17649 h 165679"/>
                  <a:gd name="connsiteX25" fmla="*/ 148664 w 161201"/>
                  <a:gd name="connsiteY25" fmla="*/ 26605 h 165679"/>
                  <a:gd name="connsiteX26" fmla="*/ 138365 w 161201"/>
                  <a:gd name="connsiteY26" fmla="*/ 26605 h 165679"/>
                  <a:gd name="connsiteX27" fmla="*/ 138365 w 161201"/>
                  <a:gd name="connsiteY27" fmla="*/ 16306 h 165679"/>
                  <a:gd name="connsiteX28" fmla="*/ 147320 w 161201"/>
                  <a:gd name="connsiteY28" fmla="*/ 89294 h 165679"/>
                  <a:gd name="connsiteX29" fmla="*/ 75675 w 161201"/>
                  <a:gd name="connsiteY29" fmla="*/ 160939 h 165679"/>
                  <a:gd name="connsiteX30" fmla="*/ 4030 w 161201"/>
                  <a:gd name="connsiteY30" fmla="*/ 89294 h 165679"/>
                  <a:gd name="connsiteX31" fmla="*/ 75675 w 161201"/>
                  <a:gd name="connsiteY31" fmla="*/ 17649 h 165679"/>
                  <a:gd name="connsiteX32" fmla="*/ 124483 w 161201"/>
                  <a:gd name="connsiteY32" fmla="*/ 37351 h 165679"/>
                  <a:gd name="connsiteX33" fmla="*/ 108811 w 161201"/>
                  <a:gd name="connsiteY33" fmla="*/ 53024 h 165679"/>
                  <a:gd name="connsiteX34" fmla="*/ 75675 w 161201"/>
                  <a:gd name="connsiteY34" fmla="*/ 40038 h 165679"/>
                  <a:gd name="connsiteX35" fmla="*/ 26419 w 161201"/>
                  <a:gd name="connsiteY35" fmla="*/ 89294 h 165679"/>
                  <a:gd name="connsiteX36" fmla="*/ 75675 w 161201"/>
                  <a:gd name="connsiteY36" fmla="*/ 138550 h 165679"/>
                  <a:gd name="connsiteX37" fmla="*/ 124931 w 161201"/>
                  <a:gd name="connsiteY37" fmla="*/ 89294 h 165679"/>
                  <a:gd name="connsiteX38" fmla="*/ 111945 w 161201"/>
                  <a:gd name="connsiteY38" fmla="*/ 56158 h 165679"/>
                  <a:gd name="connsiteX39" fmla="*/ 127618 w 161201"/>
                  <a:gd name="connsiteY39" fmla="*/ 40486 h 165679"/>
                  <a:gd name="connsiteX40" fmla="*/ 147320 w 161201"/>
                  <a:gd name="connsiteY40" fmla="*/ 89294 h 165679"/>
                  <a:gd name="connsiteX41" fmla="*/ 76123 w 161201"/>
                  <a:gd name="connsiteY41" fmla="*/ 89294 h 165679"/>
                  <a:gd name="connsiteX42" fmla="*/ 77914 w 161201"/>
                  <a:gd name="connsiteY42" fmla="*/ 89742 h 165679"/>
                  <a:gd name="connsiteX43" fmla="*/ 79705 w 161201"/>
                  <a:gd name="connsiteY43" fmla="*/ 89294 h 165679"/>
                  <a:gd name="connsiteX44" fmla="*/ 90452 w 161201"/>
                  <a:gd name="connsiteY44" fmla="*/ 78547 h 165679"/>
                  <a:gd name="connsiteX45" fmla="*/ 94482 w 161201"/>
                  <a:gd name="connsiteY45" fmla="*/ 89294 h 165679"/>
                  <a:gd name="connsiteX46" fmla="*/ 76571 w 161201"/>
                  <a:gd name="connsiteY46" fmla="*/ 107205 h 165679"/>
                  <a:gd name="connsiteX47" fmla="*/ 58659 w 161201"/>
                  <a:gd name="connsiteY47" fmla="*/ 89294 h 165679"/>
                  <a:gd name="connsiteX48" fmla="*/ 76571 w 161201"/>
                  <a:gd name="connsiteY48" fmla="*/ 71383 h 165679"/>
                  <a:gd name="connsiteX49" fmla="*/ 87317 w 161201"/>
                  <a:gd name="connsiteY49" fmla="*/ 75413 h 165679"/>
                  <a:gd name="connsiteX50" fmla="*/ 76571 w 161201"/>
                  <a:gd name="connsiteY50" fmla="*/ 86159 h 165679"/>
                  <a:gd name="connsiteX51" fmla="*/ 76123 w 161201"/>
                  <a:gd name="connsiteY51" fmla="*/ 89294 h 165679"/>
                  <a:gd name="connsiteX52" fmla="*/ 90004 w 161201"/>
                  <a:gd name="connsiteY52" fmla="*/ 72278 h 165679"/>
                  <a:gd name="connsiteX53" fmla="*/ 76123 w 161201"/>
                  <a:gd name="connsiteY53" fmla="*/ 67353 h 165679"/>
                  <a:gd name="connsiteX54" fmla="*/ 53734 w 161201"/>
                  <a:gd name="connsiteY54" fmla="*/ 89742 h 165679"/>
                  <a:gd name="connsiteX55" fmla="*/ 76123 w 161201"/>
                  <a:gd name="connsiteY55" fmla="*/ 112131 h 165679"/>
                  <a:gd name="connsiteX56" fmla="*/ 98512 w 161201"/>
                  <a:gd name="connsiteY56" fmla="*/ 89742 h 165679"/>
                  <a:gd name="connsiteX57" fmla="*/ 93587 w 161201"/>
                  <a:gd name="connsiteY57" fmla="*/ 75861 h 165679"/>
                  <a:gd name="connsiteX58" fmla="*/ 109707 w 161201"/>
                  <a:gd name="connsiteY58" fmla="*/ 59740 h 165679"/>
                  <a:gd name="connsiteX59" fmla="*/ 121349 w 161201"/>
                  <a:gd name="connsiteY59" fmla="*/ 89742 h 165679"/>
                  <a:gd name="connsiteX60" fmla="*/ 76571 w 161201"/>
                  <a:gd name="connsiteY60" fmla="*/ 134520 h 165679"/>
                  <a:gd name="connsiteX61" fmla="*/ 31792 w 161201"/>
                  <a:gd name="connsiteY61" fmla="*/ 89742 h 165679"/>
                  <a:gd name="connsiteX62" fmla="*/ 76571 w 161201"/>
                  <a:gd name="connsiteY62" fmla="*/ 44964 h 165679"/>
                  <a:gd name="connsiteX63" fmla="*/ 106572 w 161201"/>
                  <a:gd name="connsiteY63" fmla="*/ 56606 h 165679"/>
                  <a:gd name="connsiteX64" fmla="*/ 90004 w 161201"/>
                  <a:gd name="connsiteY64" fmla="*/ 72278 h 16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61201" h="165679">
                    <a:moveTo>
                      <a:pt x="149559" y="31082"/>
                    </a:moveTo>
                    <a:cubicBezTo>
                      <a:pt x="150007" y="31082"/>
                      <a:pt x="150903" y="30635"/>
                      <a:pt x="151350" y="30635"/>
                    </a:cubicBezTo>
                    <a:lnTo>
                      <a:pt x="164784" y="17201"/>
                    </a:lnTo>
                    <a:cubicBezTo>
                      <a:pt x="165232" y="16753"/>
                      <a:pt x="165679" y="15410"/>
                      <a:pt x="165232" y="14962"/>
                    </a:cubicBezTo>
                    <a:cubicBezTo>
                      <a:pt x="164784" y="14067"/>
                      <a:pt x="163888" y="13619"/>
                      <a:pt x="162993" y="13619"/>
                    </a:cubicBezTo>
                    <a:lnTo>
                      <a:pt x="151798" y="13619"/>
                    </a:lnTo>
                    <a:lnTo>
                      <a:pt x="151798" y="2424"/>
                    </a:lnTo>
                    <a:cubicBezTo>
                      <a:pt x="151798" y="1529"/>
                      <a:pt x="151350" y="633"/>
                      <a:pt x="150455" y="186"/>
                    </a:cubicBezTo>
                    <a:cubicBezTo>
                      <a:pt x="149559" y="-262"/>
                      <a:pt x="148664" y="186"/>
                      <a:pt x="148216" y="633"/>
                    </a:cubicBezTo>
                    <a:lnTo>
                      <a:pt x="134782" y="14067"/>
                    </a:lnTo>
                    <a:cubicBezTo>
                      <a:pt x="134335" y="14514"/>
                      <a:pt x="134335" y="14962"/>
                      <a:pt x="134335" y="15858"/>
                    </a:cubicBezTo>
                    <a:lnTo>
                      <a:pt x="134335" y="28396"/>
                    </a:lnTo>
                    <a:lnTo>
                      <a:pt x="128065" y="34665"/>
                    </a:lnTo>
                    <a:cubicBezTo>
                      <a:pt x="114632" y="21679"/>
                      <a:pt x="96273" y="14067"/>
                      <a:pt x="76123" y="14067"/>
                    </a:cubicBezTo>
                    <a:cubicBezTo>
                      <a:pt x="34031" y="14067"/>
                      <a:pt x="0" y="48098"/>
                      <a:pt x="0" y="90190"/>
                    </a:cubicBezTo>
                    <a:cubicBezTo>
                      <a:pt x="0" y="132281"/>
                      <a:pt x="34031" y="166312"/>
                      <a:pt x="76123" y="166312"/>
                    </a:cubicBezTo>
                    <a:cubicBezTo>
                      <a:pt x="118215" y="166312"/>
                      <a:pt x="152246" y="132281"/>
                      <a:pt x="152246" y="90190"/>
                    </a:cubicBezTo>
                    <a:cubicBezTo>
                      <a:pt x="152246" y="70039"/>
                      <a:pt x="144186" y="51680"/>
                      <a:pt x="131648" y="38247"/>
                    </a:cubicBezTo>
                    <a:lnTo>
                      <a:pt x="137917" y="31978"/>
                    </a:lnTo>
                    <a:lnTo>
                      <a:pt x="149559" y="31978"/>
                    </a:lnTo>
                    <a:close/>
                    <a:moveTo>
                      <a:pt x="138365" y="16306"/>
                    </a:moveTo>
                    <a:lnTo>
                      <a:pt x="147320" y="7350"/>
                    </a:lnTo>
                    <a:lnTo>
                      <a:pt x="147320" y="15410"/>
                    </a:lnTo>
                    <a:cubicBezTo>
                      <a:pt x="147320" y="16753"/>
                      <a:pt x="148216" y="17649"/>
                      <a:pt x="149559" y="17649"/>
                    </a:cubicBezTo>
                    <a:lnTo>
                      <a:pt x="157619" y="17649"/>
                    </a:lnTo>
                    <a:lnTo>
                      <a:pt x="148664" y="26605"/>
                    </a:lnTo>
                    <a:lnTo>
                      <a:pt x="138365" y="26605"/>
                    </a:lnTo>
                    <a:lnTo>
                      <a:pt x="138365" y="16306"/>
                    </a:lnTo>
                    <a:close/>
                    <a:moveTo>
                      <a:pt x="147320" y="89294"/>
                    </a:moveTo>
                    <a:cubicBezTo>
                      <a:pt x="147320" y="128699"/>
                      <a:pt x="115080" y="160939"/>
                      <a:pt x="75675" y="160939"/>
                    </a:cubicBezTo>
                    <a:cubicBezTo>
                      <a:pt x="36270" y="160939"/>
                      <a:pt x="4030" y="128699"/>
                      <a:pt x="4030" y="89294"/>
                    </a:cubicBezTo>
                    <a:cubicBezTo>
                      <a:pt x="4030" y="49889"/>
                      <a:pt x="36270" y="17649"/>
                      <a:pt x="75675" y="17649"/>
                    </a:cubicBezTo>
                    <a:cubicBezTo>
                      <a:pt x="94482" y="17649"/>
                      <a:pt x="111945" y="25261"/>
                      <a:pt x="124483" y="37351"/>
                    </a:cubicBezTo>
                    <a:lnTo>
                      <a:pt x="108811" y="53024"/>
                    </a:lnTo>
                    <a:cubicBezTo>
                      <a:pt x="99855" y="44964"/>
                      <a:pt x="88213" y="40038"/>
                      <a:pt x="75675" y="40038"/>
                    </a:cubicBezTo>
                    <a:cubicBezTo>
                      <a:pt x="48360" y="40038"/>
                      <a:pt x="26419" y="61979"/>
                      <a:pt x="26419" y="89294"/>
                    </a:cubicBezTo>
                    <a:cubicBezTo>
                      <a:pt x="26419" y="116609"/>
                      <a:pt x="48360" y="138550"/>
                      <a:pt x="75675" y="138550"/>
                    </a:cubicBezTo>
                    <a:cubicBezTo>
                      <a:pt x="102990" y="138550"/>
                      <a:pt x="124931" y="116609"/>
                      <a:pt x="124931" y="89294"/>
                    </a:cubicBezTo>
                    <a:cubicBezTo>
                      <a:pt x="124931" y="76308"/>
                      <a:pt x="120005" y="65114"/>
                      <a:pt x="111945" y="56158"/>
                    </a:cubicBezTo>
                    <a:lnTo>
                      <a:pt x="127618" y="40486"/>
                    </a:lnTo>
                    <a:cubicBezTo>
                      <a:pt x="140156" y="53024"/>
                      <a:pt x="147320" y="70487"/>
                      <a:pt x="147320" y="89294"/>
                    </a:cubicBezTo>
                    <a:close/>
                    <a:moveTo>
                      <a:pt x="76123" y="89294"/>
                    </a:moveTo>
                    <a:cubicBezTo>
                      <a:pt x="76571" y="89742"/>
                      <a:pt x="77019" y="89742"/>
                      <a:pt x="77914" y="89742"/>
                    </a:cubicBezTo>
                    <a:cubicBezTo>
                      <a:pt x="78809" y="89742"/>
                      <a:pt x="79257" y="89742"/>
                      <a:pt x="79705" y="89294"/>
                    </a:cubicBezTo>
                    <a:lnTo>
                      <a:pt x="90452" y="78547"/>
                    </a:lnTo>
                    <a:cubicBezTo>
                      <a:pt x="92691" y="81682"/>
                      <a:pt x="94482" y="85264"/>
                      <a:pt x="94482" y="89294"/>
                    </a:cubicBezTo>
                    <a:cubicBezTo>
                      <a:pt x="94482" y="99145"/>
                      <a:pt x="86422" y="107205"/>
                      <a:pt x="76571" y="107205"/>
                    </a:cubicBezTo>
                    <a:cubicBezTo>
                      <a:pt x="66720" y="107205"/>
                      <a:pt x="58659" y="99145"/>
                      <a:pt x="58659" y="89294"/>
                    </a:cubicBezTo>
                    <a:cubicBezTo>
                      <a:pt x="58659" y="79443"/>
                      <a:pt x="66720" y="71383"/>
                      <a:pt x="76571" y="71383"/>
                    </a:cubicBezTo>
                    <a:cubicBezTo>
                      <a:pt x="80601" y="71383"/>
                      <a:pt x="84631" y="72726"/>
                      <a:pt x="87317" y="75413"/>
                    </a:cubicBezTo>
                    <a:lnTo>
                      <a:pt x="76571" y="86159"/>
                    </a:lnTo>
                    <a:cubicBezTo>
                      <a:pt x="75227" y="86607"/>
                      <a:pt x="75227" y="88398"/>
                      <a:pt x="76123" y="89294"/>
                    </a:cubicBezTo>
                    <a:close/>
                    <a:moveTo>
                      <a:pt x="90004" y="72278"/>
                    </a:moveTo>
                    <a:cubicBezTo>
                      <a:pt x="85974" y="69144"/>
                      <a:pt x="81496" y="67353"/>
                      <a:pt x="76123" y="67353"/>
                    </a:cubicBezTo>
                    <a:cubicBezTo>
                      <a:pt x="63585" y="67353"/>
                      <a:pt x="53734" y="77204"/>
                      <a:pt x="53734" y="89742"/>
                    </a:cubicBezTo>
                    <a:cubicBezTo>
                      <a:pt x="53734" y="102280"/>
                      <a:pt x="63585" y="112131"/>
                      <a:pt x="76123" y="112131"/>
                    </a:cubicBezTo>
                    <a:cubicBezTo>
                      <a:pt x="88661" y="112131"/>
                      <a:pt x="98512" y="102280"/>
                      <a:pt x="98512" y="89742"/>
                    </a:cubicBezTo>
                    <a:cubicBezTo>
                      <a:pt x="98512" y="84368"/>
                      <a:pt x="96721" y="79443"/>
                      <a:pt x="93587" y="75861"/>
                    </a:cubicBezTo>
                    <a:lnTo>
                      <a:pt x="109707" y="59740"/>
                    </a:lnTo>
                    <a:cubicBezTo>
                      <a:pt x="116871" y="67800"/>
                      <a:pt x="121349" y="78099"/>
                      <a:pt x="121349" y="89742"/>
                    </a:cubicBezTo>
                    <a:cubicBezTo>
                      <a:pt x="121349" y="114370"/>
                      <a:pt x="101199" y="134520"/>
                      <a:pt x="76571" y="134520"/>
                    </a:cubicBezTo>
                    <a:cubicBezTo>
                      <a:pt x="51943" y="134520"/>
                      <a:pt x="31792" y="114370"/>
                      <a:pt x="31792" y="89742"/>
                    </a:cubicBezTo>
                    <a:cubicBezTo>
                      <a:pt x="31792" y="65114"/>
                      <a:pt x="51943" y="44964"/>
                      <a:pt x="76571" y="44964"/>
                    </a:cubicBezTo>
                    <a:cubicBezTo>
                      <a:pt x="88213" y="44964"/>
                      <a:pt x="98512" y="49442"/>
                      <a:pt x="106572" y="56606"/>
                    </a:cubicBezTo>
                    <a:lnTo>
                      <a:pt x="90004" y="722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518" name="Group 4414">
                <a:extLst>
                  <a:ext uri="{FF2B5EF4-FFF2-40B4-BE49-F238E27FC236}">
                    <a16:creationId xmlns:a16="http://schemas.microsoft.com/office/drawing/2014/main" id="{BEC7292D-498C-89C0-2BC9-B5E18D8E0DF5}"/>
                  </a:ext>
                  <a:ext uri="{C183D7F6-B498-43B3-948B-1728B52AA6E4}">
                    <adec:decorative xmlns:adec="http://schemas.microsoft.com/office/drawing/2017/decorative" val="1"/>
                  </a:ext>
                </a:extLst>
              </p:cNvPr>
              <p:cNvGrpSpPr>
                <a:grpSpLocks noChangeAspect="1"/>
              </p:cNvGrpSpPr>
              <p:nvPr/>
            </p:nvGrpSpPr>
            <p:grpSpPr>
              <a:xfrm>
                <a:off x="3439370" y="4245238"/>
                <a:ext cx="152246" cy="94188"/>
                <a:chOff x="3480124" y="3509799"/>
                <a:chExt cx="152246" cy="94188"/>
              </a:xfrm>
            </p:grpSpPr>
            <p:sp>
              <p:nvSpPr>
                <p:cNvPr id="519" name="Freeform: Shape 4415">
                  <a:extLst>
                    <a:ext uri="{FF2B5EF4-FFF2-40B4-BE49-F238E27FC236}">
                      <a16:creationId xmlns:a16="http://schemas.microsoft.com/office/drawing/2014/main" id="{81377970-223C-5E22-E136-2B7299B9BD48}"/>
                    </a:ext>
                  </a:extLst>
                </p:cNvPr>
                <p:cNvSpPr/>
                <p:nvPr/>
              </p:nvSpPr>
              <p:spPr>
                <a:xfrm>
                  <a:off x="3480124" y="3509799"/>
                  <a:ext cx="152246" cy="76123"/>
                </a:xfrm>
                <a:custGeom>
                  <a:avLst/>
                  <a:gdLst>
                    <a:gd name="connsiteX0" fmla="*/ 150007 w 152245"/>
                    <a:gd name="connsiteY0" fmla="*/ 78362 h 76122"/>
                    <a:gd name="connsiteX1" fmla="*/ 147768 w 152245"/>
                    <a:gd name="connsiteY1" fmla="*/ 76123 h 76122"/>
                    <a:gd name="connsiteX2" fmla="*/ 76123 w 152245"/>
                    <a:gd name="connsiteY2" fmla="*/ 4478 h 76122"/>
                    <a:gd name="connsiteX3" fmla="*/ 4478 w 152245"/>
                    <a:gd name="connsiteY3" fmla="*/ 76123 h 76122"/>
                    <a:gd name="connsiteX4" fmla="*/ 2239 w 152245"/>
                    <a:gd name="connsiteY4" fmla="*/ 78362 h 76122"/>
                    <a:gd name="connsiteX5" fmla="*/ 0 w 152245"/>
                    <a:gd name="connsiteY5" fmla="*/ 76123 h 76122"/>
                    <a:gd name="connsiteX6" fmla="*/ 76123 w 152245"/>
                    <a:gd name="connsiteY6" fmla="*/ 0 h 76122"/>
                    <a:gd name="connsiteX7" fmla="*/ 152246 w 152245"/>
                    <a:gd name="connsiteY7" fmla="*/ 76123 h 76122"/>
                    <a:gd name="connsiteX8" fmla="*/ 150007 w 152245"/>
                    <a:gd name="connsiteY8" fmla="*/ 78362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245" h="76122">
                      <a:moveTo>
                        <a:pt x="150007" y="78362"/>
                      </a:moveTo>
                      <a:cubicBezTo>
                        <a:pt x="148664" y="78362"/>
                        <a:pt x="147768" y="77466"/>
                        <a:pt x="147768" y="76123"/>
                      </a:cubicBezTo>
                      <a:cubicBezTo>
                        <a:pt x="147768" y="36718"/>
                        <a:pt x="115528" y="4478"/>
                        <a:pt x="76123" y="4478"/>
                      </a:cubicBezTo>
                      <a:cubicBezTo>
                        <a:pt x="36718" y="4478"/>
                        <a:pt x="4478" y="36718"/>
                        <a:pt x="4478" y="76123"/>
                      </a:cubicBezTo>
                      <a:cubicBezTo>
                        <a:pt x="4478" y="77466"/>
                        <a:pt x="3582" y="78362"/>
                        <a:pt x="2239" y="78362"/>
                      </a:cubicBezTo>
                      <a:cubicBezTo>
                        <a:pt x="896" y="78362"/>
                        <a:pt x="0" y="77466"/>
                        <a:pt x="0" y="76123"/>
                      </a:cubicBezTo>
                      <a:cubicBezTo>
                        <a:pt x="0" y="34032"/>
                        <a:pt x="34032" y="0"/>
                        <a:pt x="76123" y="0"/>
                      </a:cubicBezTo>
                      <a:cubicBezTo>
                        <a:pt x="118215" y="0"/>
                        <a:pt x="152246" y="34032"/>
                        <a:pt x="152246" y="76123"/>
                      </a:cubicBezTo>
                      <a:cubicBezTo>
                        <a:pt x="152246" y="77466"/>
                        <a:pt x="150903" y="78362"/>
                        <a:pt x="150007" y="7836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20" name="Freeform: Shape 4416">
                  <a:extLst>
                    <a:ext uri="{FF2B5EF4-FFF2-40B4-BE49-F238E27FC236}">
                      <a16:creationId xmlns:a16="http://schemas.microsoft.com/office/drawing/2014/main" id="{BCDAEF29-149D-7F5D-DC02-B67DAC5D1444}"/>
                    </a:ext>
                  </a:extLst>
                </p:cNvPr>
                <p:cNvSpPr/>
                <p:nvPr/>
              </p:nvSpPr>
              <p:spPr>
                <a:xfrm>
                  <a:off x="3520579" y="3550253"/>
                  <a:ext cx="49256" cy="53734"/>
                </a:xfrm>
                <a:custGeom>
                  <a:avLst/>
                  <a:gdLst>
                    <a:gd name="connsiteX0" fmla="*/ 35669 w 49255"/>
                    <a:gd name="connsiteY0" fmla="*/ 26713 h 53733"/>
                    <a:gd name="connsiteX1" fmla="*/ 27609 w 49255"/>
                    <a:gd name="connsiteY1" fmla="*/ 28952 h 53733"/>
                    <a:gd name="connsiteX2" fmla="*/ 3876 w 49255"/>
                    <a:gd name="connsiteY2" fmla="*/ 742 h 53733"/>
                    <a:gd name="connsiteX3" fmla="*/ 742 w 49255"/>
                    <a:gd name="connsiteY3" fmla="*/ 294 h 53733"/>
                    <a:gd name="connsiteX4" fmla="*/ 294 w 49255"/>
                    <a:gd name="connsiteY4" fmla="*/ 3429 h 53733"/>
                    <a:gd name="connsiteX5" fmla="*/ 24027 w 49255"/>
                    <a:gd name="connsiteY5" fmla="*/ 31639 h 53733"/>
                    <a:gd name="connsiteX6" fmla="*/ 19996 w 49255"/>
                    <a:gd name="connsiteY6" fmla="*/ 41938 h 53733"/>
                    <a:gd name="connsiteX7" fmla="*/ 35669 w 49255"/>
                    <a:gd name="connsiteY7" fmla="*/ 57610 h 53733"/>
                    <a:gd name="connsiteX8" fmla="*/ 51341 w 49255"/>
                    <a:gd name="connsiteY8" fmla="*/ 41938 h 53733"/>
                    <a:gd name="connsiteX9" fmla="*/ 35669 w 49255"/>
                    <a:gd name="connsiteY9" fmla="*/ 26713 h 53733"/>
                    <a:gd name="connsiteX10" fmla="*/ 35669 w 49255"/>
                    <a:gd name="connsiteY10" fmla="*/ 53580 h 53733"/>
                    <a:gd name="connsiteX11" fmla="*/ 24474 w 49255"/>
                    <a:gd name="connsiteY11" fmla="*/ 42386 h 53733"/>
                    <a:gd name="connsiteX12" fmla="*/ 35669 w 49255"/>
                    <a:gd name="connsiteY12" fmla="*/ 31191 h 53733"/>
                    <a:gd name="connsiteX13" fmla="*/ 46863 w 49255"/>
                    <a:gd name="connsiteY13" fmla="*/ 42386 h 53733"/>
                    <a:gd name="connsiteX14" fmla="*/ 35669 w 49255"/>
                    <a:gd name="connsiteY14" fmla="*/ 53580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255" h="53733">
                      <a:moveTo>
                        <a:pt x="35669" y="26713"/>
                      </a:moveTo>
                      <a:cubicBezTo>
                        <a:pt x="32534" y="26713"/>
                        <a:pt x="29848" y="27609"/>
                        <a:pt x="27609" y="28952"/>
                      </a:cubicBezTo>
                      <a:lnTo>
                        <a:pt x="3876" y="742"/>
                      </a:lnTo>
                      <a:cubicBezTo>
                        <a:pt x="2981" y="-154"/>
                        <a:pt x="1638" y="-154"/>
                        <a:pt x="742" y="294"/>
                      </a:cubicBezTo>
                      <a:cubicBezTo>
                        <a:pt x="-154" y="742"/>
                        <a:pt x="-154" y="2533"/>
                        <a:pt x="294" y="3429"/>
                      </a:cubicBezTo>
                      <a:lnTo>
                        <a:pt x="24027" y="31639"/>
                      </a:lnTo>
                      <a:cubicBezTo>
                        <a:pt x="21340" y="34326"/>
                        <a:pt x="19996" y="37908"/>
                        <a:pt x="19996" y="41938"/>
                      </a:cubicBezTo>
                      <a:cubicBezTo>
                        <a:pt x="19996" y="50446"/>
                        <a:pt x="27161" y="57610"/>
                        <a:pt x="35669" y="57610"/>
                      </a:cubicBezTo>
                      <a:cubicBezTo>
                        <a:pt x="44177" y="57610"/>
                        <a:pt x="51341" y="50446"/>
                        <a:pt x="51341" y="41938"/>
                      </a:cubicBezTo>
                      <a:cubicBezTo>
                        <a:pt x="51341" y="33430"/>
                        <a:pt x="44177" y="26713"/>
                        <a:pt x="35669" y="26713"/>
                      </a:cubicBezTo>
                      <a:close/>
                      <a:moveTo>
                        <a:pt x="35669" y="53580"/>
                      </a:moveTo>
                      <a:cubicBezTo>
                        <a:pt x="29400" y="53580"/>
                        <a:pt x="24474" y="48655"/>
                        <a:pt x="24474" y="42386"/>
                      </a:cubicBezTo>
                      <a:cubicBezTo>
                        <a:pt x="24474" y="36117"/>
                        <a:pt x="29400" y="31191"/>
                        <a:pt x="35669" y="31191"/>
                      </a:cubicBezTo>
                      <a:cubicBezTo>
                        <a:pt x="41938" y="31191"/>
                        <a:pt x="46863" y="36117"/>
                        <a:pt x="46863" y="42386"/>
                      </a:cubicBezTo>
                      <a:cubicBezTo>
                        <a:pt x="46863" y="48655"/>
                        <a:pt x="41490" y="53580"/>
                        <a:pt x="35669" y="5358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521" name="Group 4417">
                <a:extLst>
                  <a:ext uri="{FF2B5EF4-FFF2-40B4-BE49-F238E27FC236}">
                    <a16:creationId xmlns:a16="http://schemas.microsoft.com/office/drawing/2014/main" id="{57122A5C-5606-CCF4-6910-0A1E94CAD279}"/>
                  </a:ext>
                  <a:ext uri="{C183D7F6-B498-43B3-948B-1728B52AA6E4}">
                    <adec:decorative xmlns:adec="http://schemas.microsoft.com/office/drawing/2017/decorative" val="1"/>
                  </a:ext>
                </a:extLst>
              </p:cNvPr>
              <p:cNvGrpSpPr>
                <a:grpSpLocks noChangeAspect="1"/>
              </p:cNvGrpSpPr>
              <p:nvPr/>
            </p:nvGrpSpPr>
            <p:grpSpPr>
              <a:xfrm>
                <a:off x="3969096" y="4245238"/>
                <a:ext cx="152246" cy="98472"/>
                <a:chOff x="4009850" y="3509799"/>
                <a:chExt cx="152246" cy="98472"/>
              </a:xfrm>
            </p:grpSpPr>
            <p:sp>
              <p:nvSpPr>
                <p:cNvPr id="522" name="Freeform: Shape 4418">
                  <a:extLst>
                    <a:ext uri="{FF2B5EF4-FFF2-40B4-BE49-F238E27FC236}">
                      <a16:creationId xmlns:a16="http://schemas.microsoft.com/office/drawing/2014/main" id="{7DB87702-F029-043B-B6CC-2E594ED741BC}"/>
                    </a:ext>
                  </a:extLst>
                </p:cNvPr>
                <p:cNvSpPr/>
                <p:nvPr/>
              </p:nvSpPr>
              <p:spPr>
                <a:xfrm>
                  <a:off x="4009850" y="3509799"/>
                  <a:ext cx="152246" cy="76123"/>
                </a:xfrm>
                <a:custGeom>
                  <a:avLst/>
                  <a:gdLst>
                    <a:gd name="connsiteX0" fmla="*/ 150007 w 152245"/>
                    <a:gd name="connsiteY0" fmla="*/ 78362 h 76122"/>
                    <a:gd name="connsiteX1" fmla="*/ 147768 w 152245"/>
                    <a:gd name="connsiteY1" fmla="*/ 76123 h 76122"/>
                    <a:gd name="connsiteX2" fmla="*/ 76123 w 152245"/>
                    <a:gd name="connsiteY2" fmla="*/ 4478 h 76122"/>
                    <a:gd name="connsiteX3" fmla="*/ 4478 w 152245"/>
                    <a:gd name="connsiteY3" fmla="*/ 76123 h 76122"/>
                    <a:gd name="connsiteX4" fmla="*/ 2239 w 152245"/>
                    <a:gd name="connsiteY4" fmla="*/ 78362 h 76122"/>
                    <a:gd name="connsiteX5" fmla="*/ 0 w 152245"/>
                    <a:gd name="connsiteY5" fmla="*/ 76123 h 76122"/>
                    <a:gd name="connsiteX6" fmla="*/ 76123 w 152245"/>
                    <a:gd name="connsiteY6" fmla="*/ 0 h 76122"/>
                    <a:gd name="connsiteX7" fmla="*/ 152246 w 152245"/>
                    <a:gd name="connsiteY7" fmla="*/ 76123 h 76122"/>
                    <a:gd name="connsiteX8" fmla="*/ 150007 w 152245"/>
                    <a:gd name="connsiteY8" fmla="*/ 78362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245" h="76122">
                      <a:moveTo>
                        <a:pt x="150007" y="78362"/>
                      </a:moveTo>
                      <a:cubicBezTo>
                        <a:pt x="148664" y="78362"/>
                        <a:pt x="147768" y="77466"/>
                        <a:pt x="147768" y="76123"/>
                      </a:cubicBezTo>
                      <a:cubicBezTo>
                        <a:pt x="147768" y="36718"/>
                        <a:pt x="115528" y="4478"/>
                        <a:pt x="76123" y="4478"/>
                      </a:cubicBezTo>
                      <a:cubicBezTo>
                        <a:pt x="36718" y="4478"/>
                        <a:pt x="4478" y="36718"/>
                        <a:pt x="4478" y="76123"/>
                      </a:cubicBezTo>
                      <a:cubicBezTo>
                        <a:pt x="4478" y="77466"/>
                        <a:pt x="3582" y="78362"/>
                        <a:pt x="2239" y="78362"/>
                      </a:cubicBezTo>
                      <a:cubicBezTo>
                        <a:pt x="896" y="78362"/>
                        <a:pt x="0" y="77466"/>
                        <a:pt x="0" y="76123"/>
                      </a:cubicBezTo>
                      <a:cubicBezTo>
                        <a:pt x="0" y="34032"/>
                        <a:pt x="34032" y="0"/>
                        <a:pt x="76123" y="0"/>
                      </a:cubicBezTo>
                      <a:cubicBezTo>
                        <a:pt x="118215" y="0"/>
                        <a:pt x="152246" y="34032"/>
                        <a:pt x="152246" y="76123"/>
                      </a:cubicBezTo>
                      <a:cubicBezTo>
                        <a:pt x="152246" y="77466"/>
                        <a:pt x="150903" y="78362"/>
                        <a:pt x="150007" y="7836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23" name="Freeform: Shape 4419">
                  <a:extLst>
                    <a:ext uri="{FF2B5EF4-FFF2-40B4-BE49-F238E27FC236}">
                      <a16:creationId xmlns:a16="http://schemas.microsoft.com/office/drawing/2014/main" id="{1631C0F7-B66B-9063-864C-E503B6C9C3F1}"/>
                    </a:ext>
                  </a:extLst>
                </p:cNvPr>
                <p:cNvSpPr/>
                <p:nvPr/>
              </p:nvSpPr>
              <p:spPr>
                <a:xfrm>
                  <a:off x="4070301" y="3550059"/>
                  <a:ext cx="49256" cy="58212"/>
                </a:xfrm>
                <a:custGeom>
                  <a:avLst/>
                  <a:gdLst>
                    <a:gd name="connsiteX0" fmla="*/ 49704 w 49255"/>
                    <a:gd name="connsiteY0" fmla="*/ 488 h 58211"/>
                    <a:gd name="connsiteX1" fmla="*/ 46569 w 49255"/>
                    <a:gd name="connsiteY1" fmla="*/ 936 h 58211"/>
                    <a:gd name="connsiteX2" fmla="*/ 23285 w 49255"/>
                    <a:gd name="connsiteY2" fmla="*/ 29146 h 58211"/>
                    <a:gd name="connsiteX3" fmla="*/ 15672 w 49255"/>
                    <a:gd name="connsiteY3" fmla="*/ 27355 h 58211"/>
                    <a:gd name="connsiteX4" fmla="*/ 0 w 49255"/>
                    <a:gd name="connsiteY4" fmla="*/ 43027 h 58211"/>
                    <a:gd name="connsiteX5" fmla="*/ 15672 w 49255"/>
                    <a:gd name="connsiteY5" fmla="*/ 58700 h 58211"/>
                    <a:gd name="connsiteX6" fmla="*/ 31345 w 49255"/>
                    <a:gd name="connsiteY6" fmla="*/ 43027 h 58211"/>
                    <a:gd name="connsiteX7" fmla="*/ 26867 w 49255"/>
                    <a:gd name="connsiteY7" fmla="*/ 31833 h 58211"/>
                    <a:gd name="connsiteX8" fmla="*/ 50152 w 49255"/>
                    <a:gd name="connsiteY8" fmla="*/ 4070 h 58211"/>
                    <a:gd name="connsiteX9" fmla="*/ 49704 w 49255"/>
                    <a:gd name="connsiteY9" fmla="*/ 488 h 58211"/>
                    <a:gd name="connsiteX10" fmla="*/ 15672 w 49255"/>
                    <a:gd name="connsiteY10" fmla="*/ 53774 h 58211"/>
                    <a:gd name="connsiteX11" fmla="*/ 4478 w 49255"/>
                    <a:gd name="connsiteY11" fmla="*/ 42580 h 58211"/>
                    <a:gd name="connsiteX12" fmla="*/ 15672 w 49255"/>
                    <a:gd name="connsiteY12" fmla="*/ 31385 h 58211"/>
                    <a:gd name="connsiteX13" fmla="*/ 26867 w 49255"/>
                    <a:gd name="connsiteY13" fmla="*/ 42580 h 58211"/>
                    <a:gd name="connsiteX14" fmla="*/ 15672 w 49255"/>
                    <a:gd name="connsiteY14" fmla="*/ 53774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255" h="58211">
                      <a:moveTo>
                        <a:pt x="49704" y="488"/>
                      </a:moveTo>
                      <a:cubicBezTo>
                        <a:pt x="48808" y="-407"/>
                        <a:pt x="47465" y="40"/>
                        <a:pt x="46569" y="936"/>
                      </a:cubicBezTo>
                      <a:lnTo>
                        <a:pt x="23285" y="29146"/>
                      </a:lnTo>
                      <a:cubicBezTo>
                        <a:pt x="21046" y="27803"/>
                        <a:pt x="18359" y="27355"/>
                        <a:pt x="15672" y="27355"/>
                      </a:cubicBezTo>
                      <a:cubicBezTo>
                        <a:pt x="7165" y="27355"/>
                        <a:pt x="0" y="34520"/>
                        <a:pt x="0" y="43027"/>
                      </a:cubicBezTo>
                      <a:cubicBezTo>
                        <a:pt x="0" y="51535"/>
                        <a:pt x="7165" y="58700"/>
                        <a:pt x="15672" y="58700"/>
                      </a:cubicBezTo>
                      <a:cubicBezTo>
                        <a:pt x="24180" y="58700"/>
                        <a:pt x="31345" y="51535"/>
                        <a:pt x="31345" y="43027"/>
                      </a:cubicBezTo>
                      <a:cubicBezTo>
                        <a:pt x="31345" y="38550"/>
                        <a:pt x="29554" y="34967"/>
                        <a:pt x="26867" y="31833"/>
                      </a:cubicBezTo>
                      <a:lnTo>
                        <a:pt x="50152" y="4070"/>
                      </a:lnTo>
                      <a:cubicBezTo>
                        <a:pt x="50600" y="2727"/>
                        <a:pt x="50600" y="1384"/>
                        <a:pt x="49704" y="488"/>
                      </a:cubicBezTo>
                      <a:close/>
                      <a:moveTo>
                        <a:pt x="15672" y="53774"/>
                      </a:moveTo>
                      <a:cubicBezTo>
                        <a:pt x="9404" y="53774"/>
                        <a:pt x="4478" y="48849"/>
                        <a:pt x="4478" y="42580"/>
                      </a:cubicBezTo>
                      <a:cubicBezTo>
                        <a:pt x="4478" y="36311"/>
                        <a:pt x="9404" y="31385"/>
                        <a:pt x="15672" y="31385"/>
                      </a:cubicBezTo>
                      <a:cubicBezTo>
                        <a:pt x="21941" y="31385"/>
                        <a:pt x="26867" y="36311"/>
                        <a:pt x="26867" y="42580"/>
                      </a:cubicBezTo>
                      <a:cubicBezTo>
                        <a:pt x="26867" y="48849"/>
                        <a:pt x="21494" y="53774"/>
                        <a:pt x="15672" y="5377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524" name="Freeform: Shape 4420">
                <a:extLst>
                  <a:ext uri="{FF2B5EF4-FFF2-40B4-BE49-F238E27FC236}">
                    <a16:creationId xmlns:a16="http://schemas.microsoft.com/office/drawing/2014/main" id="{C13224B4-F779-E6F7-0826-4890EE27BAE4}"/>
                  </a:ext>
                  <a:ext uri="{C183D7F6-B498-43B3-948B-1728B52AA6E4}">
                    <adec:decorative xmlns:adec="http://schemas.microsoft.com/office/drawing/2017/decorative" val="1"/>
                  </a:ext>
                </a:extLst>
              </p:cNvPr>
              <p:cNvSpPr>
                <a:spLocks noChangeAspect="1"/>
              </p:cNvSpPr>
              <p:nvPr/>
            </p:nvSpPr>
            <p:spPr>
              <a:xfrm>
                <a:off x="4228810" y="4245238"/>
                <a:ext cx="152246" cy="152246"/>
              </a:xfrm>
              <a:custGeom>
                <a:avLst/>
                <a:gdLst>
                  <a:gd name="connsiteX0" fmla="*/ 76123 w 152245"/>
                  <a:gd name="connsiteY0" fmla="*/ 0 h 152245"/>
                  <a:gd name="connsiteX1" fmla="*/ 0 w 152245"/>
                  <a:gd name="connsiteY1" fmla="*/ 76123 h 152245"/>
                  <a:gd name="connsiteX2" fmla="*/ 76123 w 152245"/>
                  <a:gd name="connsiteY2" fmla="*/ 152246 h 152245"/>
                  <a:gd name="connsiteX3" fmla="*/ 152246 w 152245"/>
                  <a:gd name="connsiteY3" fmla="*/ 76123 h 152245"/>
                  <a:gd name="connsiteX4" fmla="*/ 76123 w 152245"/>
                  <a:gd name="connsiteY4" fmla="*/ 0 h 152245"/>
                  <a:gd name="connsiteX5" fmla="*/ 76123 w 152245"/>
                  <a:gd name="connsiteY5" fmla="*/ 120901 h 152245"/>
                  <a:gd name="connsiteX6" fmla="*/ 31345 w 152245"/>
                  <a:gd name="connsiteY6" fmla="*/ 76123 h 152245"/>
                  <a:gd name="connsiteX7" fmla="*/ 76123 w 152245"/>
                  <a:gd name="connsiteY7" fmla="*/ 31345 h 152245"/>
                  <a:gd name="connsiteX8" fmla="*/ 120901 w 152245"/>
                  <a:gd name="connsiteY8" fmla="*/ 76123 h 152245"/>
                  <a:gd name="connsiteX9" fmla="*/ 76123 w 152245"/>
                  <a:gd name="connsiteY9" fmla="*/ 120901 h 152245"/>
                  <a:gd name="connsiteX10" fmla="*/ 124484 w 152245"/>
                  <a:gd name="connsiteY10" fmla="*/ 68063 h 152245"/>
                  <a:gd name="connsiteX11" fmla="*/ 147320 w 152245"/>
                  <a:gd name="connsiteY11" fmla="*/ 68063 h 152245"/>
                  <a:gd name="connsiteX12" fmla="*/ 147768 w 152245"/>
                  <a:gd name="connsiteY12" fmla="*/ 76123 h 152245"/>
                  <a:gd name="connsiteX13" fmla="*/ 147320 w 152245"/>
                  <a:gd name="connsiteY13" fmla="*/ 83288 h 152245"/>
                  <a:gd name="connsiteX14" fmla="*/ 124484 w 152245"/>
                  <a:gd name="connsiteY14" fmla="*/ 83288 h 152245"/>
                  <a:gd name="connsiteX15" fmla="*/ 124931 w 152245"/>
                  <a:gd name="connsiteY15" fmla="*/ 76123 h 152245"/>
                  <a:gd name="connsiteX16" fmla="*/ 124484 w 152245"/>
                  <a:gd name="connsiteY16" fmla="*/ 68063 h 152245"/>
                  <a:gd name="connsiteX17" fmla="*/ 146425 w 152245"/>
                  <a:gd name="connsiteY17" fmla="*/ 63585 h 152245"/>
                  <a:gd name="connsiteX18" fmla="*/ 123588 w 152245"/>
                  <a:gd name="connsiteY18" fmla="*/ 63585 h 152245"/>
                  <a:gd name="connsiteX19" fmla="*/ 88213 w 152245"/>
                  <a:gd name="connsiteY19" fmla="*/ 28658 h 152245"/>
                  <a:gd name="connsiteX20" fmla="*/ 88213 w 152245"/>
                  <a:gd name="connsiteY20" fmla="*/ 28210 h 152245"/>
                  <a:gd name="connsiteX21" fmla="*/ 88213 w 152245"/>
                  <a:gd name="connsiteY21" fmla="*/ 5821 h 152245"/>
                  <a:gd name="connsiteX22" fmla="*/ 146425 w 152245"/>
                  <a:gd name="connsiteY22" fmla="*/ 63585 h 152245"/>
                  <a:gd name="connsiteX23" fmla="*/ 83735 w 152245"/>
                  <a:gd name="connsiteY23" fmla="*/ 4926 h 152245"/>
                  <a:gd name="connsiteX24" fmla="*/ 83735 w 152245"/>
                  <a:gd name="connsiteY24" fmla="*/ 27763 h 152245"/>
                  <a:gd name="connsiteX25" fmla="*/ 75675 w 152245"/>
                  <a:gd name="connsiteY25" fmla="*/ 26867 h 152245"/>
                  <a:gd name="connsiteX26" fmla="*/ 68063 w 152245"/>
                  <a:gd name="connsiteY26" fmla="*/ 27315 h 152245"/>
                  <a:gd name="connsiteX27" fmla="*/ 68063 w 152245"/>
                  <a:gd name="connsiteY27" fmla="*/ 4478 h 152245"/>
                  <a:gd name="connsiteX28" fmla="*/ 75675 w 152245"/>
                  <a:gd name="connsiteY28" fmla="*/ 4030 h 152245"/>
                  <a:gd name="connsiteX29" fmla="*/ 83735 w 152245"/>
                  <a:gd name="connsiteY29" fmla="*/ 4926 h 152245"/>
                  <a:gd name="connsiteX30" fmla="*/ 64033 w 152245"/>
                  <a:gd name="connsiteY30" fmla="*/ 5373 h 152245"/>
                  <a:gd name="connsiteX31" fmla="*/ 64033 w 152245"/>
                  <a:gd name="connsiteY31" fmla="*/ 28210 h 152245"/>
                  <a:gd name="connsiteX32" fmla="*/ 28210 w 152245"/>
                  <a:gd name="connsiteY32" fmla="*/ 63585 h 152245"/>
                  <a:gd name="connsiteX33" fmla="*/ 5373 w 152245"/>
                  <a:gd name="connsiteY33" fmla="*/ 63585 h 152245"/>
                  <a:gd name="connsiteX34" fmla="*/ 64033 w 152245"/>
                  <a:gd name="connsiteY34" fmla="*/ 5373 h 152245"/>
                  <a:gd name="connsiteX35" fmla="*/ 4478 w 152245"/>
                  <a:gd name="connsiteY35" fmla="*/ 76123 h 152245"/>
                  <a:gd name="connsiteX36" fmla="*/ 4926 w 152245"/>
                  <a:gd name="connsiteY36" fmla="*/ 68063 h 152245"/>
                  <a:gd name="connsiteX37" fmla="*/ 27763 w 152245"/>
                  <a:gd name="connsiteY37" fmla="*/ 68063 h 152245"/>
                  <a:gd name="connsiteX38" fmla="*/ 26867 w 152245"/>
                  <a:gd name="connsiteY38" fmla="*/ 76123 h 152245"/>
                  <a:gd name="connsiteX39" fmla="*/ 27315 w 152245"/>
                  <a:gd name="connsiteY39" fmla="*/ 83288 h 152245"/>
                  <a:gd name="connsiteX40" fmla="*/ 4478 w 152245"/>
                  <a:gd name="connsiteY40" fmla="*/ 83288 h 152245"/>
                  <a:gd name="connsiteX41" fmla="*/ 4478 w 152245"/>
                  <a:gd name="connsiteY41" fmla="*/ 76123 h 152245"/>
                  <a:gd name="connsiteX42" fmla="*/ 5373 w 152245"/>
                  <a:gd name="connsiteY42" fmla="*/ 87765 h 152245"/>
                  <a:gd name="connsiteX43" fmla="*/ 27763 w 152245"/>
                  <a:gd name="connsiteY43" fmla="*/ 87765 h 152245"/>
                  <a:gd name="connsiteX44" fmla="*/ 28210 w 152245"/>
                  <a:gd name="connsiteY44" fmla="*/ 87765 h 152245"/>
                  <a:gd name="connsiteX45" fmla="*/ 64033 w 152245"/>
                  <a:gd name="connsiteY45" fmla="*/ 124036 h 152245"/>
                  <a:gd name="connsiteX46" fmla="*/ 64033 w 152245"/>
                  <a:gd name="connsiteY46" fmla="*/ 146872 h 152245"/>
                  <a:gd name="connsiteX47" fmla="*/ 5373 w 152245"/>
                  <a:gd name="connsiteY47" fmla="*/ 87765 h 152245"/>
                  <a:gd name="connsiteX48" fmla="*/ 68511 w 152245"/>
                  <a:gd name="connsiteY48" fmla="*/ 147320 h 152245"/>
                  <a:gd name="connsiteX49" fmla="*/ 68511 w 152245"/>
                  <a:gd name="connsiteY49" fmla="*/ 147320 h 152245"/>
                  <a:gd name="connsiteX50" fmla="*/ 68511 w 152245"/>
                  <a:gd name="connsiteY50" fmla="*/ 124483 h 152245"/>
                  <a:gd name="connsiteX51" fmla="*/ 76123 w 152245"/>
                  <a:gd name="connsiteY51" fmla="*/ 124931 h 152245"/>
                  <a:gd name="connsiteX52" fmla="*/ 84183 w 152245"/>
                  <a:gd name="connsiteY52" fmla="*/ 124036 h 152245"/>
                  <a:gd name="connsiteX53" fmla="*/ 84183 w 152245"/>
                  <a:gd name="connsiteY53" fmla="*/ 146872 h 152245"/>
                  <a:gd name="connsiteX54" fmla="*/ 76123 w 152245"/>
                  <a:gd name="connsiteY54" fmla="*/ 147320 h 152245"/>
                  <a:gd name="connsiteX55" fmla="*/ 68511 w 152245"/>
                  <a:gd name="connsiteY55" fmla="*/ 147320 h 152245"/>
                  <a:gd name="connsiteX56" fmla="*/ 88213 w 152245"/>
                  <a:gd name="connsiteY56" fmla="*/ 146872 h 152245"/>
                  <a:gd name="connsiteX57" fmla="*/ 88213 w 152245"/>
                  <a:gd name="connsiteY57" fmla="*/ 124483 h 152245"/>
                  <a:gd name="connsiteX58" fmla="*/ 88213 w 152245"/>
                  <a:gd name="connsiteY58" fmla="*/ 124036 h 152245"/>
                  <a:gd name="connsiteX59" fmla="*/ 123588 w 152245"/>
                  <a:gd name="connsiteY59" fmla="*/ 88213 h 152245"/>
                  <a:gd name="connsiteX60" fmla="*/ 123588 w 152245"/>
                  <a:gd name="connsiteY60" fmla="*/ 88213 h 152245"/>
                  <a:gd name="connsiteX61" fmla="*/ 146425 w 152245"/>
                  <a:gd name="connsiteY61" fmla="*/ 88213 h 152245"/>
                  <a:gd name="connsiteX62" fmla="*/ 88213 w 152245"/>
                  <a:gd name="connsiteY62" fmla="*/ 146872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52245" h="152245">
                    <a:moveTo>
                      <a:pt x="76123" y="0"/>
                    </a:moveTo>
                    <a:cubicBezTo>
                      <a:pt x="34032" y="0"/>
                      <a:pt x="0" y="34032"/>
                      <a:pt x="0" y="76123"/>
                    </a:cubicBezTo>
                    <a:cubicBezTo>
                      <a:pt x="0" y="118214"/>
                      <a:pt x="34032" y="152246"/>
                      <a:pt x="76123" y="152246"/>
                    </a:cubicBezTo>
                    <a:cubicBezTo>
                      <a:pt x="118215" y="152246"/>
                      <a:pt x="152246" y="118214"/>
                      <a:pt x="152246" y="76123"/>
                    </a:cubicBezTo>
                    <a:cubicBezTo>
                      <a:pt x="152246" y="34032"/>
                      <a:pt x="117767" y="0"/>
                      <a:pt x="76123" y="0"/>
                    </a:cubicBezTo>
                    <a:close/>
                    <a:moveTo>
                      <a:pt x="76123" y="120901"/>
                    </a:moveTo>
                    <a:cubicBezTo>
                      <a:pt x="51495" y="120901"/>
                      <a:pt x="31345" y="100751"/>
                      <a:pt x="31345" y="76123"/>
                    </a:cubicBezTo>
                    <a:cubicBezTo>
                      <a:pt x="31345" y="51495"/>
                      <a:pt x="51495" y="31345"/>
                      <a:pt x="76123" y="31345"/>
                    </a:cubicBezTo>
                    <a:cubicBezTo>
                      <a:pt x="100751" y="31345"/>
                      <a:pt x="120901" y="51495"/>
                      <a:pt x="120901" y="76123"/>
                    </a:cubicBezTo>
                    <a:cubicBezTo>
                      <a:pt x="120901" y="100751"/>
                      <a:pt x="100751" y="120901"/>
                      <a:pt x="76123" y="120901"/>
                    </a:cubicBezTo>
                    <a:close/>
                    <a:moveTo>
                      <a:pt x="124484" y="68063"/>
                    </a:moveTo>
                    <a:lnTo>
                      <a:pt x="147320" y="68063"/>
                    </a:lnTo>
                    <a:cubicBezTo>
                      <a:pt x="147768" y="70749"/>
                      <a:pt x="147768" y="73436"/>
                      <a:pt x="147768" y="76123"/>
                    </a:cubicBezTo>
                    <a:cubicBezTo>
                      <a:pt x="147768" y="78362"/>
                      <a:pt x="147768" y="81049"/>
                      <a:pt x="147320" y="83288"/>
                    </a:cubicBezTo>
                    <a:lnTo>
                      <a:pt x="124484" y="83288"/>
                    </a:lnTo>
                    <a:cubicBezTo>
                      <a:pt x="124931" y="81049"/>
                      <a:pt x="124931" y="78362"/>
                      <a:pt x="124931" y="76123"/>
                    </a:cubicBezTo>
                    <a:cubicBezTo>
                      <a:pt x="125379" y="73436"/>
                      <a:pt x="124931" y="70749"/>
                      <a:pt x="124484" y="68063"/>
                    </a:cubicBezTo>
                    <a:close/>
                    <a:moveTo>
                      <a:pt x="146425" y="63585"/>
                    </a:moveTo>
                    <a:lnTo>
                      <a:pt x="123588" y="63585"/>
                    </a:lnTo>
                    <a:cubicBezTo>
                      <a:pt x="119110" y="46569"/>
                      <a:pt x="105677" y="32688"/>
                      <a:pt x="88213" y="28658"/>
                    </a:cubicBezTo>
                    <a:cubicBezTo>
                      <a:pt x="88213" y="28658"/>
                      <a:pt x="88213" y="28210"/>
                      <a:pt x="88213" y="28210"/>
                    </a:cubicBezTo>
                    <a:lnTo>
                      <a:pt x="88213" y="5821"/>
                    </a:lnTo>
                    <a:cubicBezTo>
                      <a:pt x="117767" y="10747"/>
                      <a:pt x="141051" y="34032"/>
                      <a:pt x="146425" y="63585"/>
                    </a:cubicBezTo>
                    <a:close/>
                    <a:moveTo>
                      <a:pt x="83735" y="4926"/>
                    </a:moveTo>
                    <a:lnTo>
                      <a:pt x="83735" y="27763"/>
                    </a:lnTo>
                    <a:cubicBezTo>
                      <a:pt x="81049" y="27315"/>
                      <a:pt x="78362" y="26867"/>
                      <a:pt x="75675" y="26867"/>
                    </a:cubicBezTo>
                    <a:cubicBezTo>
                      <a:pt x="72989" y="26867"/>
                      <a:pt x="70750" y="27315"/>
                      <a:pt x="68063" y="27315"/>
                    </a:cubicBezTo>
                    <a:lnTo>
                      <a:pt x="68063" y="4478"/>
                    </a:lnTo>
                    <a:cubicBezTo>
                      <a:pt x="70302" y="4030"/>
                      <a:pt x="72989" y="4030"/>
                      <a:pt x="75675" y="4030"/>
                    </a:cubicBezTo>
                    <a:cubicBezTo>
                      <a:pt x="78362" y="4478"/>
                      <a:pt x="81049" y="4478"/>
                      <a:pt x="83735" y="4926"/>
                    </a:cubicBezTo>
                    <a:close/>
                    <a:moveTo>
                      <a:pt x="64033" y="5373"/>
                    </a:moveTo>
                    <a:lnTo>
                      <a:pt x="64033" y="28210"/>
                    </a:lnTo>
                    <a:cubicBezTo>
                      <a:pt x="46569" y="32688"/>
                      <a:pt x="33136" y="46121"/>
                      <a:pt x="28210" y="63585"/>
                    </a:cubicBezTo>
                    <a:lnTo>
                      <a:pt x="5373" y="63585"/>
                    </a:lnTo>
                    <a:cubicBezTo>
                      <a:pt x="10747" y="34032"/>
                      <a:pt x="34032" y="10747"/>
                      <a:pt x="64033" y="5373"/>
                    </a:cubicBezTo>
                    <a:close/>
                    <a:moveTo>
                      <a:pt x="4478" y="76123"/>
                    </a:moveTo>
                    <a:cubicBezTo>
                      <a:pt x="4478" y="73436"/>
                      <a:pt x="4478" y="70749"/>
                      <a:pt x="4926" y="68063"/>
                    </a:cubicBezTo>
                    <a:lnTo>
                      <a:pt x="27763" y="68063"/>
                    </a:lnTo>
                    <a:cubicBezTo>
                      <a:pt x="27315" y="70749"/>
                      <a:pt x="26867" y="73436"/>
                      <a:pt x="26867" y="76123"/>
                    </a:cubicBezTo>
                    <a:cubicBezTo>
                      <a:pt x="26867" y="78810"/>
                      <a:pt x="27315" y="81049"/>
                      <a:pt x="27315" y="83288"/>
                    </a:cubicBezTo>
                    <a:lnTo>
                      <a:pt x="4478" y="83288"/>
                    </a:lnTo>
                    <a:cubicBezTo>
                      <a:pt x="4478" y="81049"/>
                      <a:pt x="4478" y="78810"/>
                      <a:pt x="4478" y="76123"/>
                    </a:cubicBezTo>
                    <a:close/>
                    <a:moveTo>
                      <a:pt x="5373" y="87765"/>
                    </a:moveTo>
                    <a:lnTo>
                      <a:pt x="27763" y="87765"/>
                    </a:lnTo>
                    <a:cubicBezTo>
                      <a:pt x="27763" y="87765"/>
                      <a:pt x="28210" y="87765"/>
                      <a:pt x="28210" y="87765"/>
                    </a:cubicBezTo>
                    <a:cubicBezTo>
                      <a:pt x="32688" y="105677"/>
                      <a:pt x="46569" y="119558"/>
                      <a:pt x="64033" y="124036"/>
                    </a:cubicBezTo>
                    <a:lnTo>
                      <a:pt x="64033" y="146872"/>
                    </a:lnTo>
                    <a:cubicBezTo>
                      <a:pt x="34032" y="141499"/>
                      <a:pt x="10299" y="117767"/>
                      <a:pt x="5373" y="87765"/>
                    </a:cubicBezTo>
                    <a:close/>
                    <a:moveTo>
                      <a:pt x="68511" y="147320"/>
                    </a:moveTo>
                    <a:cubicBezTo>
                      <a:pt x="68511" y="147320"/>
                      <a:pt x="68511" y="147320"/>
                      <a:pt x="68511" y="147320"/>
                    </a:cubicBezTo>
                    <a:lnTo>
                      <a:pt x="68511" y="124483"/>
                    </a:lnTo>
                    <a:cubicBezTo>
                      <a:pt x="70750" y="124931"/>
                      <a:pt x="73436" y="124931"/>
                      <a:pt x="76123" y="124931"/>
                    </a:cubicBezTo>
                    <a:cubicBezTo>
                      <a:pt x="78810" y="124931"/>
                      <a:pt x="81496" y="124483"/>
                      <a:pt x="84183" y="124036"/>
                    </a:cubicBezTo>
                    <a:lnTo>
                      <a:pt x="84183" y="146872"/>
                    </a:lnTo>
                    <a:cubicBezTo>
                      <a:pt x="81496" y="147320"/>
                      <a:pt x="78810" y="147320"/>
                      <a:pt x="76123" y="147320"/>
                    </a:cubicBezTo>
                    <a:cubicBezTo>
                      <a:pt x="73436" y="147768"/>
                      <a:pt x="70750" y="147768"/>
                      <a:pt x="68511" y="147320"/>
                    </a:cubicBezTo>
                    <a:close/>
                    <a:moveTo>
                      <a:pt x="88213" y="146872"/>
                    </a:moveTo>
                    <a:lnTo>
                      <a:pt x="88213" y="124483"/>
                    </a:lnTo>
                    <a:cubicBezTo>
                      <a:pt x="88213" y="124483"/>
                      <a:pt x="88213" y="124036"/>
                      <a:pt x="88213" y="124036"/>
                    </a:cubicBezTo>
                    <a:cubicBezTo>
                      <a:pt x="105677" y="119558"/>
                      <a:pt x="119558" y="105677"/>
                      <a:pt x="123588" y="88213"/>
                    </a:cubicBezTo>
                    <a:cubicBezTo>
                      <a:pt x="123588" y="88213"/>
                      <a:pt x="123588" y="88213"/>
                      <a:pt x="123588" y="88213"/>
                    </a:cubicBezTo>
                    <a:lnTo>
                      <a:pt x="146425" y="88213"/>
                    </a:lnTo>
                    <a:cubicBezTo>
                      <a:pt x="141499" y="117767"/>
                      <a:pt x="118215" y="141499"/>
                      <a:pt x="88213" y="14687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525" name="Group 4421">
                <a:extLst>
                  <a:ext uri="{FF2B5EF4-FFF2-40B4-BE49-F238E27FC236}">
                    <a16:creationId xmlns:a16="http://schemas.microsoft.com/office/drawing/2014/main" id="{0C1E6C9C-E3AD-4890-F71A-7C56FDD97CCE}"/>
                  </a:ext>
                  <a:ext uri="{C183D7F6-B498-43B3-948B-1728B52AA6E4}">
                    <adec:decorative xmlns:adec="http://schemas.microsoft.com/office/drawing/2017/decorative" val="1"/>
                  </a:ext>
                </a:extLst>
              </p:cNvPr>
              <p:cNvGrpSpPr>
                <a:grpSpLocks noChangeAspect="1"/>
              </p:cNvGrpSpPr>
              <p:nvPr/>
            </p:nvGrpSpPr>
            <p:grpSpPr>
              <a:xfrm>
                <a:off x="4758648" y="4259119"/>
                <a:ext cx="147768" cy="120901"/>
                <a:chOff x="4799402" y="3523680"/>
                <a:chExt cx="147768" cy="120901"/>
              </a:xfrm>
            </p:grpSpPr>
            <p:sp>
              <p:nvSpPr>
                <p:cNvPr id="526" name="Freeform: Shape 4422">
                  <a:extLst>
                    <a:ext uri="{FF2B5EF4-FFF2-40B4-BE49-F238E27FC236}">
                      <a16:creationId xmlns:a16="http://schemas.microsoft.com/office/drawing/2014/main" id="{90AB622E-1305-8621-8951-7EFE9BB73600}"/>
                    </a:ext>
                  </a:extLst>
                </p:cNvPr>
                <p:cNvSpPr/>
                <p:nvPr/>
              </p:nvSpPr>
              <p:spPr>
                <a:xfrm>
                  <a:off x="4799402" y="3523680"/>
                  <a:ext cx="147768" cy="120901"/>
                </a:xfrm>
                <a:custGeom>
                  <a:avLst/>
                  <a:gdLst>
                    <a:gd name="connsiteX0" fmla="*/ 149895 w 147767"/>
                    <a:gd name="connsiteY0" fmla="*/ 124931 h 120901"/>
                    <a:gd name="connsiteX1" fmla="*/ 149895 w 147767"/>
                    <a:gd name="connsiteY1" fmla="*/ 124931 h 120901"/>
                    <a:gd name="connsiteX2" fmla="*/ 2127 w 147767"/>
                    <a:gd name="connsiteY2" fmla="*/ 124931 h 120901"/>
                    <a:gd name="connsiteX3" fmla="*/ 336 w 147767"/>
                    <a:gd name="connsiteY3" fmla="*/ 123588 h 120901"/>
                    <a:gd name="connsiteX4" fmla="*/ 336 w 147767"/>
                    <a:gd name="connsiteY4" fmla="*/ 121349 h 120901"/>
                    <a:gd name="connsiteX5" fmla="*/ 74220 w 147767"/>
                    <a:gd name="connsiteY5" fmla="*/ 895 h 120901"/>
                    <a:gd name="connsiteX6" fmla="*/ 76011 w 147767"/>
                    <a:gd name="connsiteY6" fmla="*/ 0 h 120901"/>
                    <a:gd name="connsiteX7" fmla="*/ 76011 w 147767"/>
                    <a:gd name="connsiteY7" fmla="*/ 0 h 120901"/>
                    <a:gd name="connsiteX8" fmla="*/ 77802 w 147767"/>
                    <a:gd name="connsiteY8" fmla="*/ 895 h 120901"/>
                    <a:gd name="connsiteX9" fmla="*/ 151686 w 147767"/>
                    <a:gd name="connsiteY9" fmla="*/ 121349 h 120901"/>
                    <a:gd name="connsiteX10" fmla="*/ 151686 w 147767"/>
                    <a:gd name="connsiteY10" fmla="*/ 123588 h 120901"/>
                    <a:gd name="connsiteX11" fmla="*/ 149895 w 147767"/>
                    <a:gd name="connsiteY11" fmla="*/ 124931 h 120901"/>
                    <a:gd name="connsiteX12" fmla="*/ 6157 w 147767"/>
                    <a:gd name="connsiteY12" fmla="*/ 120453 h 120901"/>
                    <a:gd name="connsiteX13" fmla="*/ 145865 w 147767"/>
                    <a:gd name="connsiteY13" fmla="*/ 120453 h 120901"/>
                    <a:gd name="connsiteX14" fmla="*/ 76011 w 147767"/>
                    <a:gd name="connsiteY14" fmla="*/ 6269 h 120901"/>
                    <a:gd name="connsiteX15" fmla="*/ 6157 w 147767"/>
                    <a:gd name="connsiteY15" fmla="*/ 120453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767" h="120901">
                      <a:moveTo>
                        <a:pt x="149895" y="124931"/>
                      </a:moveTo>
                      <a:lnTo>
                        <a:pt x="149895" y="124931"/>
                      </a:lnTo>
                      <a:lnTo>
                        <a:pt x="2127" y="124931"/>
                      </a:lnTo>
                      <a:cubicBezTo>
                        <a:pt x="1231" y="124931"/>
                        <a:pt x="783" y="124483"/>
                        <a:pt x="336" y="123588"/>
                      </a:cubicBezTo>
                      <a:cubicBezTo>
                        <a:pt x="-112" y="122692"/>
                        <a:pt x="-112" y="121796"/>
                        <a:pt x="336" y="121349"/>
                      </a:cubicBezTo>
                      <a:lnTo>
                        <a:pt x="74220" y="895"/>
                      </a:lnTo>
                      <a:cubicBezTo>
                        <a:pt x="74667" y="448"/>
                        <a:pt x="75563" y="0"/>
                        <a:pt x="76011" y="0"/>
                      </a:cubicBezTo>
                      <a:lnTo>
                        <a:pt x="76011" y="0"/>
                      </a:lnTo>
                      <a:cubicBezTo>
                        <a:pt x="76906" y="0"/>
                        <a:pt x="77354" y="448"/>
                        <a:pt x="77802" y="895"/>
                      </a:cubicBezTo>
                      <a:lnTo>
                        <a:pt x="151686" y="121349"/>
                      </a:lnTo>
                      <a:cubicBezTo>
                        <a:pt x="152134" y="122244"/>
                        <a:pt x="152134" y="122692"/>
                        <a:pt x="151686" y="123588"/>
                      </a:cubicBezTo>
                      <a:cubicBezTo>
                        <a:pt x="151238" y="124483"/>
                        <a:pt x="150343" y="124931"/>
                        <a:pt x="149895" y="124931"/>
                      </a:cubicBezTo>
                      <a:close/>
                      <a:moveTo>
                        <a:pt x="6157" y="120453"/>
                      </a:moveTo>
                      <a:lnTo>
                        <a:pt x="145865" y="120453"/>
                      </a:lnTo>
                      <a:lnTo>
                        <a:pt x="76011" y="6269"/>
                      </a:lnTo>
                      <a:lnTo>
                        <a:pt x="6157" y="12045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27" name="Freeform: Shape 4423">
                  <a:extLst>
                    <a:ext uri="{FF2B5EF4-FFF2-40B4-BE49-F238E27FC236}">
                      <a16:creationId xmlns:a16="http://schemas.microsoft.com/office/drawing/2014/main" id="{EF97719A-C028-1158-3AEF-02689BA5DF5D}"/>
                    </a:ext>
                  </a:extLst>
                </p:cNvPr>
                <p:cNvSpPr/>
                <p:nvPr/>
              </p:nvSpPr>
              <p:spPr>
                <a:xfrm>
                  <a:off x="4859404" y="3577238"/>
                  <a:ext cx="31345" cy="53734"/>
                </a:xfrm>
                <a:custGeom>
                  <a:avLst/>
                  <a:gdLst>
                    <a:gd name="connsiteX0" fmla="*/ 34815 w 31344"/>
                    <a:gd name="connsiteY0" fmla="*/ 47193 h 53733"/>
                    <a:gd name="connsiteX1" fmla="*/ 31681 w 31344"/>
                    <a:gd name="connsiteY1" fmla="*/ 46297 h 53733"/>
                    <a:gd name="connsiteX2" fmla="*/ 20486 w 31344"/>
                    <a:gd name="connsiteY2" fmla="*/ 51223 h 53733"/>
                    <a:gd name="connsiteX3" fmla="*/ 31233 w 31344"/>
                    <a:gd name="connsiteY3" fmla="*/ 30177 h 53733"/>
                    <a:gd name="connsiteX4" fmla="*/ 31233 w 31344"/>
                    <a:gd name="connsiteY4" fmla="*/ 27938 h 53733"/>
                    <a:gd name="connsiteX5" fmla="*/ 29442 w 31344"/>
                    <a:gd name="connsiteY5" fmla="*/ 27043 h 53733"/>
                    <a:gd name="connsiteX6" fmla="*/ 6157 w 31344"/>
                    <a:gd name="connsiteY6" fmla="*/ 27043 h 53733"/>
                    <a:gd name="connsiteX7" fmla="*/ 17799 w 31344"/>
                    <a:gd name="connsiteY7" fmla="*/ 3310 h 53733"/>
                    <a:gd name="connsiteX8" fmla="*/ 16904 w 31344"/>
                    <a:gd name="connsiteY8" fmla="*/ 176 h 53733"/>
                    <a:gd name="connsiteX9" fmla="*/ 13769 w 31344"/>
                    <a:gd name="connsiteY9" fmla="*/ 1071 h 53733"/>
                    <a:gd name="connsiteX10" fmla="*/ 336 w 31344"/>
                    <a:gd name="connsiteY10" fmla="*/ 27938 h 53733"/>
                    <a:gd name="connsiteX11" fmla="*/ 336 w 31344"/>
                    <a:gd name="connsiteY11" fmla="*/ 30177 h 53733"/>
                    <a:gd name="connsiteX12" fmla="*/ 2127 w 31344"/>
                    <a:gd name="connsiteY12" fmla="*/ 31073 h 53733"/>
                    <a:gd name="connsiteX13" fmla="*/ 25412 w 31344"/>
                    <a:gd name="connsiteY13" fmla="*/ 31073 h 53733"/>
                    <a:gd name="connsiteX14" fmla="*/ 15560 w 31344"/>
                    <a:gd name="connsiteY14" fmla="*/ 50775 h 53733"/>
                    <a:gd name="connsiteX15" fmla="*/ 10635 w 31344"/>
                    <a:gd name="connsiteY15" fmla="*/ 41371 h 53733"/>
                    <a:gd name="connsiteX16" fmla="*/ 7500 w 31344"/>
                    <a:gd name="connsiteY16" fmla="*/ 40476 h 53733"/>
                    <a:gd name="connsiteX17" fmla="*/ 6605 w 31344"/>
                    <a:gd name="connsiteY17" fmla="*/ 43610 h 53733"/>
                    <a:gd name="connsiteX18" fmla="*/ 13321 w 31344"/>
                    <a:gd name="connsiteY18" fmla="*/ 57044 h 53733"/>
                    <a:gd name="connsiteX19" fmla="*/ 13321 w 31344"/>
                    <a:gd name="connsiteY19" fmla="*/ 57044 h 53733"/>
                    <a:gd name="connsiteX20" fmla="*/ 13769 w 31344"/>
                    <a:gd name="connsiteY20" fmla="*/ 57492 h 53733"/>
                    <a:gd name="connsiteX21" fmla="*/ 13769 w 31344"/>
                    <a:gd name="connsiteY21" fmla="*/ 57492 h 53733"/>
                    <a:gd name="connsiteX22" fmla="*/ 13769 w 31344"/>
                    <a:gd name="connsiteY22" fmla="*/ 57492 h 53733"/>
                    <a:gd name="connsiteX23" fmla="*/ 13769 w 31344"/>
                    <a:gd name="connsiteY23" fmla="*/ 57492 h 53733"/>
                    <a:gd name="connsiteX24" fmla="*/ 14665 w 31344"/>
                    <a:gd name="connsiteY24" fmla="*/ 57939 h 53733"/>
                    <a:gd name="connsiteX25" fmla="*/ 14665 w 31344"/>
                    <a:gd name="connsiteY25" fmla="*/ 57939 h 53733"/>
                    <a:gd name="connsiteX26" fmla="*/ 14665 w 31344"/>
                    <a:gd name="connsiteY26" fmla="*/ 57939 h 53733"/>
                    <a:gd name="connsiteX27" fmla="*/ 14665 w 31344"/>
                    <a:gd name="connsiteY27" fmla="*/ 57939 h 53733"/>
                    <a:gd name="connsiteX28" fmla="*/ 14665 w 31344"/>
                    <a:gd name="connsiteY28" fmla="*/ 57939 h 53733"/>
                    <a:gd name="connsiteX29" fmla="*/ 14665 w 31344"/>
                    <a:gd name="connsiteY29" fmla="*/ 57939 h 53733"/>
                    <a:gd name="connsiteX30" fmla="*/ 15560 w 31344"/>
                    <a:gd name="connsiteY30" fmla="*/ 57939 h 53733"/>
                    <a:gd name="connsiteX31" fmla="*/ 32576 w 31344"/>
                    <a:gd name="connsiteY31" fmla="*/ 50327 h 53733"/>
                    <a:gd name="connsiteX32" fmla="*/ 34815 w 31344"/>
                    <a:gd name="connsiteY32" fmla="*/ 47193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344" h="53733">
                      <a:moveTo>
                        <a:pt x="34815" y="47193"/>
                      </a:moveTo>
                      <a:cubicBezTo>
                        <a:pt x="34367" y="45849"/>
                        <a:pt x="33024" y="45402"/>
                        <a:pt x="31681" y="46297"/>
                      </a:cubicBezTo>
                      <a:lnTo>
                        <a:pt x="20486" y="51223"/>
                      </a:lnTo>
                      <a:lnTo>
                        <a:pt x="31233" y="30177"/>
                      </a:lnTo>
                      <a:cubicBezTo>
                        <a:pt x="31681" y="29282"/>
                        <a:pt x="31681" y="28834"/>
                        <a:pt x="31233" y="27938"/>
                      </a:cubicBezTo>
                      <a:cubicBezTo>
                        <a:pt x="30785" y="27043"/>
                        <a:pt x="29889" y="27043"/>
                        <a:pt x="29442" y="27043"/>
                      </a:cubicBezTo>
                      <a:lnTo>
                        <a:pt x="6157" y="27043"/>
                      </a:lnTo>
                      <a:lnTo>
                        <a:pt x="17799" y="3310"/>
                      </a:lnTo>
                      <a:cubicBezTo>
                        <a:pt x="18247" y="2415"/>
                        <a:pt x="17799" y="1071"/>
                        <a:pt x="16904" y="176"/>
                      </a:cubicBezTo>
                      <a:cubicBezTo>
                        <a:pt x="16008" y="-272"/>
                        <a:pt x="14665" y="176"/>
                        <a:pt x="13769" y="1071"/>
                      </a:cubicBezTo>
                      <a:lnTo>
                        <a:pt x="336" y="27938"/>
                      </a:lnTo>
                      <a:cubicBezTo>
                        <a:pt x="-112" y="28834"/>
                        <a:pt x="-112" y="29282"/>
                        <a:pt x="336" y="30177"/>
                      </a:cubicBezTo>
                      <a:cubicBezTo>
                        <a:pt x="784" y="31073"/>
                        <a:pt x="1679" y="31073"/>
                        <a:pt x="2127" y="31073"/>
                      </a:cubicBezTo>
                      <a:lnTo>
                        <a:pt x="25412" y="31073"/>
                      </a:lnTo>
                      <a:lnTo>
                        <a:pt x="15560" y="50775"/>
                      </a:lnTo>
                      <a:lnTo>
                        <a:pt x="10635" y="41371"/>
                      </a:lnTo>
                      <a:cubicBezTo>
                        <a:pt x="10187" y="40476"/>
                        <a:pt x="8844" y="40028"/>
                        <a:pt x="7500" y="40476"/>
                      </a:cubicBezTo>
                      <a:cubicBezTo>
                        <a:pt x="6605" y="40924"/>
                        <a:pt x="6157" y="42267"/>
                        <a:pt x="6605" y="43610"/>
                      </a:cubicBezTo>
                      <a:lnTo>
                        <a:pt x="13321" y="57044"/>
                      </a:lnTo>
                      <a:cubicBezTo>
                        <a:pt x="13321" y="57044"/>
                        <a:pt x="13321" y="57044"/>
                        <a:pt x="13321" y="57044"/>
                      </a:cubicBezTo>
                      <a:cubicBezTo>
                        <a:pt x="13321" y="57492"/>
                        <a:pt x="13769" y="57492"/>
                        <a:pt x="13769" y="57492"/>
                      </a:cubicBezTo>
                      <a:cubicBezTo>
                        <a:pt x="13769" y="57492"/>
                        <a:pt x="13769" y="57492"/>
                        <a:pt x="13769" y="57492"/>
                      </a:cubicBezTo>
                      <a:cubicBezTo>
                        <a:pt x="13769" y="57492"/>
                        <a:pt x="13769" y="57492"/>
                        <a:pt x="13769" y="57492"/>
                      </a:cubicBezTo>
                      <a:cubicBezTo>
                        <a:pt x="13769" y="57492"/>
                        <a:pt x="13769" y="57492"/>
                        <a:pt x="13769" y="57492"/>
                      </a:cubicBezTo>
                      <a:cubicBezTo>
                        <a:pt x="14217" y="57492"/>
                        <a:pt x="14217" y="57939"/>
                        <a:pt x="14665" y="57939"/>
                      </a:cubicBezTo>
                      <a:cubicBezTo>
                        <a:pt x="14665" y="57939"/>
                        <a:pt x="14665" y="57939"/>
                        <a:pt x="14665" y="57939"/>
                      </a:cubicBezTo>
                      <a:cubicBezTo>
                        <a:pt x="14665" y="57939"/>
                        <a:pt x="14665" y="57939"/>
                        <a:pt x="14665" y="57939"/>
                      </a:cubicBezTo>
                      <a:lnTo>
                        <a:pt x="14665" y="57939"/>
                      </a:lnTo>
                      <a:lnTo>
                        <a:pt x="14665" y="57939"/>
                      </a:lnTo>
                      <a:cubicBezTo>
                        <a:pt x="14665" y="57939"/>
                        <a:pt x="14665" y="57939"/>
                        <a:pt x="14665" y="57939"/>
                      </a:cubicBezTo>
                      <a:cubicBezTo>
                        <a:pt x="15113" y="57939"/>
                        <a:pt x="15113" y="57939"/>
                        <a:pt x="15560" y="57939"/>
                      </a:cubicBezTo>
                      <a:lnTo>
                        <a:pt x="32576" y="50327"/>
                      </a:lnTo>
                      <a:cubicBezTo>
                        <a:pt x="34815" y="49432"/>
                        <a:pt x="35263" y="48088"/>
                        <a:pt x="34815" y="4719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528" name="Freeform: Shape 4424">
                <a:extLst>
                  <a:ext uri="{FF2B5EF4-FFF2-40B4-BE49-F238E27FC236}">
                    <a16:creationId xmlns:a16="http://schemas.microsoft.com/office/drawing/2014/main" id="{C7F4898B-4541-9264-917C-3C2D8F73C772}"/>
                  </a:ext>
                  <a:ext uri="{C183D7F6-B498-43B3-948B-1728B52AA6E4}">
                    <adec:decorative xmlns:adec="http://schemas.microsoft.com/office/drawing/2017/decorative" val="1"/>
                  </a:ext>
                </a:extLst>
              </p:cNvPr>
              <p:cNvSpPr>
                <a:spLocks noChangeAspect="1"/>
              </p:cNvSpPr>
              <p:nvPr/>
            </p:nvSpPr>
            <p:spPr>
              <a:xfrm>
                <a:off x="5273037" y="4245238"/>
                <a:ext cx="147768" cy="152246"/>
              </a:xfrm>
              <a:custGeom>
                <a:avLst/>
                <a:gdLst>
                  <a:gd name="connsiteX0" fmla="*/ 151798 w 147767"/>
                  <a:gd name="connsiteY0" fmla="*/ 76123 h 152245"/>
                  <a:gd name="connsiteX1" fmla="*/ 75675 w 147767"/>
                  <a:gd name="connsiteY1" fmla="*/ 0 h 152245"/>
                  <a:gd name="connsiteX2" fmla="*/ 21941 w 147767"/>
                  <a:gd name="connsiteY2" fmla="*/ 22389 h 152245"/>
                  <a:gd name="connsiteX3" fmla="*/ 21941 w 147767"/>
                  <a:gd name="connsiteY3" fmla="*/ 22389 h 152245"/>
                  <a:gd name="connsiteX4" fmla="*/ 21941 w 147767"/>
                  <a:gd name="connsiteY4" fmla="*/ 22837 h 152245"/>
                  <a:gd name="connsiteX5" fmla="*/ 0 w 147767"/>
                  <a:gd name="connsiteY5" fmla="*/ 76123 h 152245"/>
                  <a:gd name="connsiteX6" fmla="*/ 76123 w 147767"/>
                  <a:gd name="connsiteY6" fmla="*/ 152246 h 152245"/>
                  <a:gd name="connsiteX7" fmla="*/ 129409 w 147767"/>
                  <a:gd name="connsiteY7" fmla="*/ 130305 h 152245"/>
                  <a:gd name="connsiteX8" fmla="*/ 129857 w 147767"/>
                  <a:gd name="connsiteY8" fmla="*/ 130305 h 152245"/>
                  <a:gd name="connsiteX9" fmla="*/ 129857 w 147767"/>
                  <a:gd name="connsiteY9" fmla="*/ 130305 h 152245"/>
                  <a:gd name="connsiteX10" fmla="*/ 151798 w 147767"/>
                  <a:gd name="connsiteY10" fmla="*/ 76123 h 152245"/>
                  <a:gd name="connsiteX11" fmla="*/ 147320 w 147767"/>
                  <a:gd name="connsiteY11" fmla="*/ 76123 h 152245"/>
                  <a:gd name="connsiteX12" fmla="*/ 127618 w 147767"/>
                  <a:gd name="connsiteY12" fmla="*/ 125379 h 152245"/>
                  <a:gd name="connsiteX13" fmla="*/ 26419 w 147767"/>
                  <a:gd name="connsiteY13" fmla="*/ 24180 h 152245"/>
                  <a:gd name="connsiteX14" fmla="*/ 75675 w 147767"/>
                  <a:gd name="connsiteY14" fmla="*/ 4478 h 152245"/>
                  <a:gd name="connsiteX15" fmla="*/ 147320 w 147767"/>
                  <a:gd name="connsiteY15" fmla="*/ 76123 h 152245"/>
                  <a:gd name="connsiteX16" fmla="*/ 4030 w 147767"/>
                  <a:gd name="connsiteY16" fmla="*/ 76123 h 152245"/>
                  <a:gd name="connsiteX17" fmla="*/ 23284 w 147767"/>
                  <a:gd name="connsiteY17" fmla="*/ 27315 h 152245"/>
                  <a:gd name="connsiteX18" fmla="*/ 124483 w 147767"/>
                  <a:gd name="connsiteY18" fmla="*/ 128513 h 152245"/>
                  <a:gd name="connsiteX19" fmla="*/ 75675 w 147767"/>
                  <a:gd name="connsiteY19" fmla="*/ 147768 h 152245"/>
                  <a:gd name="connsiteX20" fmla="*/ 4030 w 147767"/>
                  <a:gd name="connsiteY20" fmla="*/ 76123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767" h="152245">
                    <a:moveTo>
                      <a:pt x="151798" y="76123"/>
                    </a:moveTo>
                    <a:cubicBezTo>
                      <a:pt x="151798" y="34032"/>
                      <a:pt x="117766" y="0"/>
                      <a:pt x="75675" y="0"/>
                    </a:cubicBezTo>
                    <a:cubicBezTo>
                      <a:pt x="54629" y="0"/>
                      <a:pt x="35374" y="8508"/>
                      <a:pt x="21941" y="22389"/>
                    </a:cubicBezTo>
                    <a:cubicBezTo>
                      <a:pt x="21941" y="22389"/>
                      <a:pt x="21941" y="22389"/>
                      <a:pt x="21941" y="22389"/>
                    </a:cubicBezTo>
                    <a:cubicBezTo>
                      <a:pt x="21941" y="22389"/>
                      <a:pt x="21941" y="22389"/>
                      <a:pt x="21941" y="22837"/>
                    </a:cubicBezTo>
                    <a:cubicBezTo>
                      <a:pt x="8507" y="36718"/>
                      <a:pt x="0" y="55525"/>
                      <a:pt x="0" y="76123"/>
                    </a:cubicBezTo>
                    <a:cubicBezTo>
                      <a:pt x="0" y="118214"/>
                      <a:pt x="34031" y="152246"/>
                      <a:pt x="76123" y="152246"/>
                    </a:cubicBezTo>
                    <a:cubicBezTo>
                      <a:pt x="96721" y="152246"/>
                      <a:pt x="115527" y="143738"/>
                      <a:pt x="129409" y="130305"/>
                    </a:cubicBezTo>
                    <a:cubicBezTo>
                      <a:pt x="129409" y="130305"/>
                      <a:pt x="129409" y="130305"/>
                      <a:pt x="129857" y="130305"/>
                    </a:cubicBezTo>
                    <a:cubicBezTo>
                      <a:pt x="129857" y="130305"/>
                      <a:pt x="129857" y="130305"/>
                      <a:pt x="129857" y="130305"/>
                    </a:cubicBezTo>
                    <a:cubicBezTo>
                      <a:pt x="143290" y="116423"/>
                      <a:pt x="151798" y="97169"/>
                      <a:pt x="151798" y="76123"/>
                    </a:cubicBezTo>
                    <a:close/>
                    <a:moveTo>
                      <a:pt x="147320" y="76123"/>
                    </a:moveTo>
                    <a:cubicBezTo>
                      <a:pt x="147320" y="95377"/>
                      <a:pt x="139708" y="112393"/>
                      <a:pt x="127618" y="125379"/>
                    </a:cubicBezTo>
                    <a:lnTo>
                      <a:pt x="26419" y="24180"/>
                    </a:lnTo>
                    <a:cubicBezTo>
                      <a:pt x="39404" y="12090"/>
                      <a:pt x="56420" y="4478"/>
                      <a:pt x="75675" y="4478"/>
                    </a:cubicBezTo>
                    <a:cubicBezTo>
                      <a:pt x="115527" y="4478"/>
                      <a:pt x="147320" y="36718"/>
                      <a:pt x="147320" y="76123"/>
                    </a:cubicBezTo>
                    <a:close/>
                    <a:moveTo>
                      <a:pt x="4030" y="76123"/>
                    </a:moveTo>
                    <a:cubicBezTo>
                      <a:pt x="4030" y="57316"/>
                      <a:pt x="11195" y="40300"/>
                      <a:pt x="23284" y="27315"/>
                    </a:cubicBezTo>
                    <a:lnTo>
                      <a:pt x="124483" y="128513"/>
                    </a:lnTo>
                    <a:cubicBezTo>
                      <a:pt x="111497" y="140604"/>
                      <a:pt x="94482" y="147768"/>
                      <a:pt x="75675" y="147768"/>
                    </a:cubicBezTo>
                    <a:cubicBezTo>
                      <a:pt x="36270" y="147768"/>
                      <a:pt x="4030" y="115528"/>
                      <a:pt x="4030" y="7612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529" name="Group 4425">
                <a:extLst>
                  <a:ext uri="{FF2B5EF4-FFF2-40B4-BE49-F238E27FC236}">
                    <a16:creationId xmlns:a16="http://schemas.microsoft.com/office/drawing/2014/main" id="{ECD041C6-D80A-152B-C571-73F6B492E19F}"/>
                  </a:ext>
                  <a:ext uri="{C183D7F6-B498-43B3-948B-1728B52AA6E4}">
                    <adec:decorative xmlns:adec="http://schemas.microsoft.com/office/drawing/2017/decorative" val="1"/>
                  </a:ext>
                </a:extLst>
              </p:cNvPr>
              <p:cNvGrpSpPr>
                <a:grpSpLocks noChangeAspect="1"/>
              </p:cNvGrpSpPr>
              <p:nvPr/>
            </p:nvGrpSpPr>
            <p:grpSpPr>
              <a:xfrm>
                <a:off x="2909197" y="4245238"/>
                <a:ext cx="152246" cy="152246"/>
                <a:chOff x="2949951" y="3509799"/>
                <a:chExt cx="152246" cy="152246"/>
              </a:xfrm>
            </p:grpSpPr>
            <p:sp>
              <p:nvSpPr>
                <p:cNvPr id="530" name="Freeform: Shape 4426">
                  <a:extLst>
                    <a:ext uri="{FF2B5EF4-FFF2-40B4-BE49-F238E27FC236}">
                      <a16:creationId xmlns:a16="http://schemas.microsoft.com/office/drawing/2014/main" id="{72BD5C4C-38F1-4F8E-74AD-834A60CEAD86}"/>
                    </a:ext>
                  </a:extLst>
                </p:cNvPr>
                <p:cNvSpPr/>
                <p:nvPr/>
              </p:nvSpPr>
              <p:spPr>
                <a:xfrm>
                  <a:off x="2979337" y="3539234"/>
                  <a:ext cx="31345" cy="31345"/>
                </a:xfrm>
                <a:custGeom>
                  <a:avLst/>
                  <a:gdLst>
                    <a:gd name="connsiteX0" fmla="*/ 1959 w 31344"/>
                    <a:gd name="connsiteY0" fmla="*/ 35494 h 31344"/>
                    <a:gd name="connsiteX1" fmla="*/ 1511 w 31344"/>
                    <a:gd name="connsiteY1" fmla="*/ 35494 h 31344"/>
                    <a:gd name="connsiteX2" fmla="*/ 168 w 31344"/>
                    <a:gd name="connsiteY2" fmla="*/ 32807 h 31344"/>
                    <a:gd name="connsiteX3" fmla="*/ 31960 w 31344"/>
                    <a:gd name="connsiteY3" fmla="*/ 119 h 31344"/>
                    <a:gd name="connsiteX4" fmla="*/ 34647 w 31344"/>
                    <a:gd name="connsiteY4" fmla="*/ 1462 h 31344"/>
                    <a:gd name="connsiteX5" fmla="*/ 33304 w 31344"/>
                    <a:gd name="connsiteY5" fmla="*/ 4149 h 31344"/>
                    <a:gd name="connsiteX6" fmla="*/ 4646 w 31344"/>
                    <a:gd name="connsiteY6" fmla="*/ 33703 h 31344"/>
                    <a:gd name="connsiteX7" fmla="*/ 1959 w 31344"/>
                    <a:gd name="connsiteY7" fmla="*/ 35494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44" h="31344">
                      <a:moveTo>
                        <a:pt x="1959" y="35494"/>
                      </a:moveTo>
                      <a:cubicBezTo>
                        <a:pt x="1959" y="35494"/>
                        <a:pt x="1511" y="35494"/>
                        <a:pt x="1511" y="35494"/>
                      </a:cubicBezTo>
                      <a:cubicBezTo>
                        <a:pt x="168" y="35046"/>
                        <a:pt x="-280" y="33703"/>
                        <a:pt x="168" y="32807"/>
                      </a:cubicBezTo>
                      <a:cubicBezTo>
                        <a:pt x="4646" y="17582"/>
                        <a:pt x="16736" y="5045"/>
                        <a:pt x="31960" y="119"/>
                      </a:cubicBezTo>
                      <a:cubicBezTo>
                        <a:pt x="33304" y="-329"/>
                        <a:pt x="34199" y="567"/>
                        <a:pt x="34647" y="1462"/>
                      </a:cubicBezTo>
                      <a:cubicBezTo>
                        <a:pt x="35095" y="2806"/>
                        <a:pt x="34199" y="3701"/>
                        <a:pt x="33304" y="4149"/>
                      </a:cubicBezTo>
                      <a:cubicBezTo>
                        <a:pt x="19422" y="8627"/>
                        <a:pt x="8676" y="19821"/>
                        <a:pt x="4646" y="33703"/>
                      </a:cubicBezTo>
                      <a:cubicBezTo>
                        <a:pt x="3750" y="35046"/>
                        <a:pt x="2854" y="35494"/>
                        <a:pt x="1959" y="3549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31" name="Freeform: Shape 4427">
                  <a:extLst>
                    <a:ext uri="{FF2B5EF4-FFF2-40B4-BE49-F238E27FC236}">
                      <a16:creationId xmlns:a16="http://schemas.microsoft.com/office/drawing/2014/main" id="{FCFDA41B-8F6B-5A93-AE82-01A01608A4FE}"/>
                    </a:ext>
                  </a:extLst>
                </p:cNvPr>
                <p:cNvSpPr/>
                <p:nvPr/>
              </p:nvSpPr>
              <p:spPr>
                <a:xfrm>
                  <a:off x="2978490" y="3597445"/>
                  <a:ext cx="31345" cy="31345"/>
                </a:xfrm>
                <a:custGeom>
                  <a:avLst/>
                  <a:gdLst>
                    <a:gd name="connsiteX0" fmla="*/ 32807 w 31344"/>
                    <a:gd name="connsiteY0" fmla="*/ 35494 h 31344"/>
                    <a:gd name="connsiteX1" fmla="*/ 31912 w 31344"/>
                    <a:gd name="connsiteY1" fmla="*/ 35494 h 31344"/>
                    <a:gd name="connsiteX2" fmla="*/ 119 w 31344"/>
                    <a:gd name="connsiteY2" fmla="*/ 2806 h 31344"/>
                    <a:gd name="connsiteX3" fmla="*/ 1462 w 31344"/>
                    <a:gd name="connsiteY3" fmla="*/ 119 h 31344"/>
                    <a:gd name="connsiteX4" fmla="*/ 4149 w 31344"/>
                    <a:gd name="connsiteY4" fmla="*/ 1462 h 31344"/>
                    <a:gd name="connsiteX5" fmla="*/ 32807 w 31344"/>
                    <a:gd name="connsiteY5" fmla="*/ 31016 h 31344"/>
                    <a:gd name="connsiteX6" fmla="*/ 34151 w 31344"/>
                    <a:gd name="connsiteY6" fmla="*/ 33703 h 31344"/>
                    <a:gd name="connsiteX7" fmla="*/ 32807 w 31344"/>
                    <a:gd name="connsiteY7" fmla="*/ 35494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44" h="31344">
                      <a:moveTo>
                        <a:pt x="32807" y="35494"/>
                      </a:moveTo>
                      <a:cubicBezTo>
                        <a:pt x="32359" y="35494"/>
                        <a:pt x="32359" y="35494"/>
                        <a:pt x="31912" y="35494"/>
                      </a:cubicBezTo>
                      <a:cubicBezTo>
                        <a:pt x="16687" y="30568"/>
                        <a:pt x="5045" y="18478"/>
                        <a:pt x="119" y="2806"/>
                      </a:cubicBezTo>
                      <a:cubicBezTo>
                        <a:pt x="-329" y="1462"/>
                        <a:pt x="567" y="567"/>
                        <a:pt x="1462" y="119"/>
                      </a:cubicBezTo>
                      <a:cubicBezTo>
                        <a:pt x="2806" y="-329"/>
                        <a:pt x="3701" y="567"/>
                        <a:pt x="4149" y="1462"/>
                      </a:cubicBezTo>
                      <a:cubicBezTo>
                        <a:pt x="8179" y="15344"/>
                        <a:pt x="18926" y="26538"/>
                        <a:pt x="32807" y="31016"/>
                      </a:cubicBezTo>
                      <a:cubicBezTo>
                        <a:pt x="34151" y="31464"/>
                        <a:pt x="34598" y="32807"/>
                        <a:pt x="34151" y="33703"/>
                      </a:cubicBezTo>
                      <a:cubicBezTo>
                        <a:pt x="34598" y="34598"/>
                        <a:pt x="33703" y="35494"/>
                        <a:pt x="32807" y="3549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32" name="Freeform: Shape 4428">
                  <a:extLst>
                    <a:ext uri="{FF2B5EF4-FFF2-40B4-BE49-F238E27FC236}">
                      <a16:creationId xmlns:a16="http://schemas.microsoft.com/office/drawing/2014/main" id="{3DAD3DA1-A3A6-B6AB-84D3-A583E6BAEC58}"/>
                    </a:ext>
                  </a:extLst>
                </p:cNvPr>
                <p:cNvSpPr/>
                <p:nvPr/>
              </p:nvSpPr>
              <p:spPr>
                <a:xfrm>
                  <a:off x="3035808" y="3597396"/>
                  <a:ext cx="35823" cy="35823"/>
                </a:xfrm>
                <a:custGeom>
                  <a:avLst/>
                  <a:gdLst>
                    <a:gd name="connsiteX0" fmla="*/ 2355 w 35822"/>
                    <a:gd name="connsiteY0" fmla="*/ 36438 h 35822"/>
                    <a:gd name="connsiteX1" fmla="*/ 116 w 35822"/>
                    <a:gd name="connsiteY1" fmla="*/ 34647 h 35822"/>
                    <a:gd name="connsiteX2" fmla="*/ 1908 w 35822"/>
                    <a:gd name="connsiteY2" fmla="*/ 31960 h 35822"/>
                    <a:gd name="connsiteX3" fmla="*/ 33252 w 35822"/>
                    <a:gd name="connsiteY3" fmla="*/ 1511 h 35822"/>
                    <a:gd name="connsiteX4" fmla="*/ 35939 w 35822"/>
                    <a:gd name="connsiteY4" fmla="*/ 168 h 35822"/>
                    <a:gd name="connsiteX5" fmla="*/ 37283 w 35822"/>
                    <a:gd name="connsiteY5" fmla="*/ 2855 h 35822"/>
                    <a:gd name="connsiteX6" fmla="*/ 2803 w 35822"/>
                    <a:gd name="connsiteY6" fmla="*/ 36438 h 35822"/>
                    <a:gd name="connsiteX7" fmla="*/ 2355 w 35822"/>
                    <a:gd name="connsiteY7" fmla="*/ 36438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822" h="35822">
                      <a:moveTo>
                        <a:pt x="2355" y="36438"/>
                      </a:moveTo>
                      <a:cubicBezTo>
                        <a:pt x="1460" y="36438"/>
                        <a:pt x="564" y="35991"/>
                        <a:pt x="116" y="34647"/>
                      </a:cubicBezTo>
                      <a:cubicBezTo>
                        <a:pt x="-331" y="33304"/>
                        <a:pt x="564" y="32408"/>
                        <a:pt x="1908" y="31960"/>
                      </a:cubicBezTo>
                      <a:cubicBezTo>
                        <a:pt x="16684" y="27930"/>
                        <a:pt x="28775" y="16288"/>
                        <a:pt x="33252" y="1511"/>
                      </a:cubicBezTo>
                      <a:cubicBezTo>
                        <a:pt x="33700" y="168"/>
                        <a:pt x="35044" y="-280"/>
                        <a:pt x="35939" y="168"/>
                      </a:cubicBezTo>
                      <a:cubicBezTo>
                        <a:pt x="37283" y="616"/>
                        <a:pt x="37730" y="1959"/>
                        <a:pt x="37283" y="2855"/>
                      </a:cubicBezTo>
                      <a:cubicBezTo>
                        <a:pt x="32357" y="19423"/>
                        <a:pt x="19371" y="31960"/>
                        <a:pt x="2803" y="36438"/>
                      </a:cubicBezTo>
                      <a:cubicBezTo>
                        <a:pt x="2803" y="35991"/>
                        <a:pt x="2803" y="36438"/>
                        <a:pt x="2355" y="3643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33" name="Freeform: Shape 4429">
                  <a:extLst>
                    <a:ext uri="{FF2B5EF4-FFF2-40B4-BE49-F238E27FC236}">
                      <a16:creationId xmlns:a16="http://schemas.microsoft.com/office/drawing/2014/main" id="{9857EEBF-108A-BDD6-F104-B9EB06FB621B}"/>
                    </a:ext>
                  </a:extLst>
                </p:cNvPr>
                <p:cNvSpPr/>
                <p:nvPr/>
              </p:nvSpPr>
              <p:spPr>
                <a:xfrm>
                  <a:off x="3035925" y="3538009"/>
                  <a:ext cx="35823" cy="35823"/>
                </a:xfrm>
                <a:custGeom>
                  <a:avLst/>
                  <a:gdLst>
                    <a:gd name="connsiteX0" fmla="*/ 35375 w 35822"/>
                    <a:gd name="connsiteY0" fmla="*/ 36718 h 35822"/>
                    <a:gd name="connsiteX1" fmla="*/ 33136 w 35822"/>
                    <a:gd name="connsiteY1" fmla="*/ 34927 h 35822"/>
                    <a:gd name="connsiteX2" fmla="*/ 1791 w 35822"/>
                    <a:gd name="connsiteY2" fmla="*/ 4478 h 35822"/>
                    <a:gd name="connsiteX3" fmla="*/ 0 w 35822"/>
                    <a:gd name="connsiteY3" fmla="*/ 1791 h 35822"/>
                    <a:gd name="connsiteX4" fmla="*/ 2687 w 35822"/>
                    <a:gd name="connsiteY4" fmla="*/ 0 h 35822"/>
                    <a:gd name="connsiteX5" fmla="*/ 37166 w 35822"/>
                    <a:gd name="connsiteY5" fmla="*/ 33584 h 35822"/>
                    <a:gd name="connsiteX6" fmla="*/ 35823 w 35822"/>
                    <a:gd name="connsiteY6" fmla="*/ 36270 h 35822"/>
                    <a:gd name="connsiteX7" fmla="*/ 35375 w 35822"/>
                    <a:gd name="connsiteY7" fmla="*/ 36718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822" h="35822">
                      <a:moveTo>
                        <a:pt x="35375" y="36718"/>
                      </a:moveTo>
                      <a:cubicBezTo>
                        <a:pt x="34479" y="36718"/>
                        <a:pt x="33584" y="36270"/>
                        <a:pt x="33136" y="34927"/>
                      </a:cubicBezTo>
                      <a:cubicBezTo>
                        <a:pt x="28658" y="20150"/>
                        <a:pt x="16568" y="8508"/>
                        <a:pt x="1791" y="4478"/>
                      </a:cubicBezTo>
                      <a:cubicBezTo>
                        <a:pt x="448" y="4030"/>
                        <a:pt x="0" y="3135"/>
                        <a:pt x="0" y="1791"/>
                      </a:cubicBezTo>
                      <a:cubicBezTo>
                        <a:pt x="448" y="448"/>
                        <a:pt x="1344" y="0"/>
                        <a:pt x="2687" y="0"/>
                      </a:cubicBezTo>
                      <a:cubicBezTo>
                        <a:pt x="19255" y="4478"/>
                        <a:pt x="32240" y="17016"/>
                        <a:pt x="37166" y="33584"/>
                      </a:cubicBezTo>
                      <a:cubicBezTo>
                        <a:pt x="37614" y="34927"/>
                        <a:pt x="36718" y="35823"/>
                        <a:pt x="35823" y="36270"/>
                      </a:cubicBezTo>
                      <a:cubicBezTo>
                        <a:pt x="35823" y="36718"/>
                        <a:pt x="35823" y="36718"/>
                        <a:pt x="35375" y="3671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34" name="Freeform: Shape 4430">
                  <a:extLst>
                    <a:ext uri="{FF2B5EF4-FFF2-40B4-BE49-F238E27FC236}">
                      <a16:creationId xmlns:a16="http://schemas.microsoft.com/office/drawing/2014/main" id="{ED3391C3-A6BA-6BE5-CBF0-A2ECF1F6365A}"/>
                    </a:ext>
                  </a:extLst>
                </p:cNvPr>
                <p:cNvSpPr/>
                <p:nvPr/>
              </p:nvSpPr>
              <p:spPr>
                <a:xfrm>
                  <a:off x="2949951" y="3509799"/>
                  <a:ext cx="152246" cy="152246"/>
                </a:xfrm>
                <a:custGeom>
                  <a:avLst/>
                  <a:gdLst>
                    <a:gd name="connsiteX0" fmla="*/ 76123 w 152245"/>
                    <a:gd name="connsiteY0" fmla="*/ 0 h 152245"/>
                    <a:gd name="connsiteX1" fmla="*/ 0 w 152245"/>
                    <a:gd name="connsiteY1" fmla="*/ 76123 h 152245"/>
                    <a:gd name="connsiteX2" fmla="*/ 76123 w 152245"/>
                    <a:gd name="connsiteY2" fmla="*/ 152246 h 152245"/>
                    <a:gd name="connsiteX3" fmla="*/ 152246 w 152245"/>
                    <a:gd name="connsiteY3" fmla="*/ 76123 h 152245"/>
                    <a:gd name="connsiteX4" fmla="*/ 76123 w 152245"/>
                    <a:gd name="connsiteY4" fmla="*/ 0 h 152245"/>
                    <a:gd name="connsiteX5" fmla="*/ 147768 w 152245"/>
                    <a:gd name="connsiteY5" fmla="*/ 73884 h 152245"/>
                    <a:gd name="connsiteX6" fmla="*/ 98512 w 152245"/>
                    <a:gd name="connsiteY6" fmla="*/ 73884 h 152245"/>
                    <a:gd name="connsiteX7" fmla="*/ 78809 w 152245"/>
                    <a:gd name="connsiteY7" fmla="*/ 54182 h 152245"/>
                    <a:gd name="connsiteX8" fmla="*/ 78809 w 152245"/>
                    <a:gd name="connsiteY8" fmla="*/ 4926 h 152245"/>
                    <a:gd name="connsiteX9" fmla="*/ 147768 w 152245"/>
                    <a:gd name="connsiteY9" fmla="*/ 73884 h 152245"/>
                    <a:gd name="connsiteX10" fmla="*/ 73884 w 152245"/>
                    <a:gd name="connsiteY10" fmla="*/ 73884 h 152245"/>
                    <a:gd name="connsiteX11" fmla="*/ 58659 w 152245"/>
                    <a:gd name="connsiteY11" fmla="*/ 73884 h 152245"/>
                    <a:gd name="connsiteX12" fmla="*/ 73884 w 152245"/>
                    <a:gd name="connsiteY12" fmla="*/ 58660 h 152245"/>
                    <a:gd name="connsiteX13" fmla="*/ 73884 w 152245"/>
                    <a:gd name="connsiteY13" fmla="*/ 73884 h 152245"/>
                    <a:gd name="connsiteX14" fmla="*/ 73884 w 152245"/>
                    <a:gd name="connsiteY14" fmla="*/ 78362 h 152245"/>
                    <a:gd name="connsiteX15" fmla="*/ 73884 w 152245"/>
                    <a:gd name="connsiteY15" fmla="*/ 93586 h 152245"/>
                    <a:gd name="connsiteX16" fmla="*/ 58659 w 152245"/>
                    <a:gd name="connsiteY16" fmla="*/ 78362 h 152245"/>
                    <a:gd name="connsiteX17" fmla="*/ 73884 w 152245"/>
                    <a:gd name="connsiteY17" fmla="*/ 78362 h 152245"/>
                    <a:gd name="connsiteX18" fmla="*/ 78362 w 152245"/>
                    <a:gd name="connsiteY18" fmla="*/ 78362 h 152245"/>
                    <a:gd name="connsiteX19" fmla="*/ 93586 w 152245"/>
                    <a:gd name="connsiteY19" fmla="*/ 78362 h 152245"/>
                    <a:gd name="connsiteX20" fmla="*/ 78362 w 152245"/>
                    <a:gd name="connsiteY20" fmla="*/ 93586 h 152245"/>
                    <a:gd name="connsiteX21" fmla="*/ 78362 w 152245"/>
                    <a:gd name="connsiteY21" fmla="*/ 78362 h 152245"/>
                    <a:gd name="connsiteX22" fmla="*/ 78362 w 152245"/>
                    <a:gd name="connsiteY22" fmla="*/ 73884 h 152245"/>
                    <a:gd name="connsiteX23" fmla="*/ 78362 w 152245"/>
                    <a:gd name="connsiteY23" fmla="*/ 58660 h 152245"/>
                    <a:gd name="connsiteX24" fmla="*/ 93586 w 152245"/>
                    <a:gd name="connsiteY24" fmla="*/ 73884 h 152245"/>
                    <a:gd name="connsiteX25" fmla="*/ 78362 w 152245"/>
                    <a:gd name="connsiteY25" fmla="*/ 73884 h 152245"/>
                    <a:gd name="connsiteX26" fmla="*/ 73884 w 152245"/>
                    <a:gd name="connsiteY26" fmla="*/ 4478 h 152245"/>
                    <a:gd name="connsiteX27" fmla="*/ 73884 w 152245"/>
                    <a:gd name="connsiteY27" fmla="*/ 53734 h 152245"/>
                    <a:gd name="connsiteX28" fmla="*/ 54181 w 152245"/>
                    <a:gd name="connsiteY28" fmla="*/ 73436 h 152245"/>
                    <a:gd name="connsiteX29" fmla="*/ 4925 w 152245"/>
                    <a:gd name="connsiteY29" fmla="*/ 73436 h 152245"/>
                    <a:gd name="connsiteX30" fmla="*/ 73884 w 152245"/>
                    <a:gd name="connsiteY30" fmla="*/ 4478 h 152245"/>
                    <a:gd name="connsiteX31" fmla="*/ 4925 w 152245"/>
                    <a:gd name="connsiteY31" fmla="*/ 78362 h 152245"/>
                    <a:gd name="connsiteX32" fmla="*/ 54181 w 152245"/>
                    <a:gd name="connsiteY32" fmla="*/ 78362 h 152245"/>
                    <a:gd name="connsiteX33" fmla="*/ 73884 w 152245"/>
                    <a:gd name="connsiteY33" fmla="*/ 98064 h 152245"/>
                    <a:gd name="connsiteX34" fmla="*/ 73884 w 152245"/>
                    <a:gd name="connsiteY34" fmla="*/ 147320 h 152245"/>
                    <a:gd name="connsiteX35" fmla="*/ 4925 w 152245"/>
                    <a:gd name="connsiteY35" fmla="*/ 78362 h 152245"/>
                    <a:gd name="connsiteX36" fmla="*/ 78362 w 152245"/>
                    <a:gd name="connsiteY36" fmla="*/ 147768 h 152245"/>
                    <a:gd name="connsiteX37" fmla="*/ 78362 w 152245"/>
                    <a:gd name="connsiteY37" fmla="*/ 98512 h 152245"/>
                    <a:gd name="connsiteX38" fmla="*/ 98064 w 152245"/>
                    <a:gd name="connsiteY38" fmla="*/ 78810 h 152245"/>
                    <a:gd name="connsiteX39" fmla="*/ 147320 w 152245"/>
                    <a:gd name="connsiteY39" fmla="*/ 78810 h 152245"/>
                    <a:gd name="connsiteX40" fmla="*/ 78362 w 152245"/>
                    <a:gd name="connsiteY40" fmla="*/ 14776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2245" h="152245">
                      <a:moveTo>
                        <a:pt x="76123" y="0"/>
                      </a:moveTo>
                      <a:cubicBezTo>
                        <a:pt x="34031" y="0"/>
                        <a:pt x="0" y="34032"/>
                        <a:pt x="0" y="76123"/>
                      </a:cubicBezTo>
                      <a:cubicBezTo>
                        <a:pt x="0" y="118214"/>
                        <a:pt x="34031" y="152246"/>
                        <a:pt x="76123" y="152246"/>
                      </a:cubicBezTo>
                      <a:cubicBezTo>
                        <a:pt x="118214" y="152246"/>
                        <a:pt x="152246" y="118214"/>
                        <a:pt x="152246" y="76123"/>
                      </a:cubicBezTo>
                      <a:cubicBezTo>
                        <a:pt x="152246" y="34032"/>
                        <a:pt x="118214" y="0"/>
                        <a:pt x="76123" y="0"/>
                      </a:cubicBezTo>
                      <a:close/>
                      <a:moveTo>
                        <a:pt x="147768" y="73884"/>
                      </a:moveTo>
                      <a:lnTo>
                        <a:pt x="98512" y="73884"/>
                      </a:lnTo>
                      <a:cubicBezTo>
                        <a:pt x="97616" y="63137"/>
                        <a:pt x="89108" y="55077"/>
                        <a:pt x="78809" y="54182"/>
                      </a:cubicBezTo>
                      <a:lnTo>
                        <a:pt x="78809" y="4926"/>
                      </a:lnTo>
                      <a:cubicBezTo>
                        <a:pt x="116423" y="5821"/>
                        <a:pt x="146872" y="36270"/>
                        <a:pt x="147768" y="73884"/>
                      </a:cubicBezTo>
                      <a:close/>
                      <a:moveTo>
                        <a:pt x="73884" y="73884"/>
                      </a:moveTo>
                      <a:lnTo>
                        <a:pt x="58659" y="73884"/>
                      </a:lnTo>
                      <a:cubicBezTo>
                        <a:pt x="59555" y="65824"/>
                        <a:pt x="65824" y="59555"/>
                        <a:pt x="73884" y="58660"/>
                      </a:cubicBezTo>
                      <a:lnTo>
                        <a:pt x="73884" y="73884"/>
                      </a:lnTo>
                      <a:close/>
                      <a:moveTo>
                        <a:pt x="73884" y="78362"/>
                      </a:moveTo>
                      <a:lnTo>
                        <a:pt x="73884" y="93586"/>
                      </a:lnTo>
                      <a:cubicBezTo>
                        <a:pt x="65824" y="92691"/>
                        <a:pt x="59555" y="86422"/>
                        <a:pt x="58659" y="78362"/>
                      </a:cubicBezTo>
                      <a:lnTo>
                        <a:pt x="73884" y="78362"/>
                      </a:lnTo>
                      <a:close/>
                      <a:moveTo>
                        <a:pt x="78362" y="78362"/>
                      </a:moveTo>
                      <a:lnTo>
                        <a:pt x="93586" y="78362"/>
                      </a:lnTo>
                      <a:cubicBezTo>
                        <a:pt x="92691" y="86422"/>
                        <a:pt x="86422" y="92691"/>
                        <a:pt x="78362" y="93586"/>
                      </a:cubicBezTo>
                      <a:lnTo>
                        <a:pt x="78362" y="78362"/>
                      </a:lnTo>
                      <a:close/>
                      <a:moveTo>
                        <a:pt x="78362" y="73884"/>
                      </a:moveTo>
                      <a:lnTo>
                        <a:pt x="78362" y="58660"/>
                      </a:lnTo>
                      <a:cubicBezTo>
                        <a:pt x="86422" y="59555"/>
                        <a:pt x="92691" y="65824"/>
                        <a:pt x="93586" y="73884"/>
                      </a:cubicBezTo>
                      <a:lnTo>
                        <a:pt x="78362" y="73884"/>
                      </a:lnTo>
                      <a:close/>
                      <a:moveTo>
                        <a:pt x="73884" y="4478"/>
                      </a:moveTo>
                      <a:lnTo>
                        <a:pt x="73884" y="53734"/>
                      </a:lnTo>
                      <a:cubicBezTo>
                        <a:pt x="63137" y="54629"/>
                        <a:pt x="55077" y="63137"/>
                        <a:pt x="54181" y="73436"/>
                      </a:cubicBezTo>
                      <a:lnTo>
                        <a:pt x="4925" y="73436"/>
                      </a:lnTo>
                      <a:cubicBezTo>
                        <a:pt x="5821" y="36270"/>
                        <a:pt x="36270" y="5821"/>
                        <a:pt x="73884" y="4478"/>
                      </a:cubicBezTo>
                      <a:close/>
                      <a:moveTo>
                        <a:pt x="4925" y="78362"/>
                      </a:moveTo>
                      <a:lnTo>
                        <a:pt x="54181" y="78362"/>
                      </a:lnTo>
                      <a:cubicBezTo>
                        <a:pt x="55077" y="89109"/>
                        <a:pt x="63585" y="97169"/>
                        <a:pt x="73884" y="98064"/>
                      </a:cubicBezTo>
                      <a:lnTo>
                        <a:pt x="73884" y="147320"/>
                      </a:lnTo>
                      <a:cubicBezTo>
                        <a:pt x="36270" y="146425"/>
                        <a:pt x="5821" y="115976"/>
                        <a:pt x="4925" y="78362"/>
                      </a:cubicBezTo>
                      <a:close/>
                      <a:moveTo>
                        <a:pt x="78362" y="147768"/>
                      </a:moveTo>
                      <a:lnTo>
                        <a:pt x="78362" y="98512"/>
                      </a:lnTo>
                      <a:cubicBezTo>
                        <a:pt x="89108" y="97616"/>
                        <a:pt x="97168" y="89109"/>
                        <a:pt x="98064" y="78810"/>
                      </a:cubicBezTo>
                      <a:lnTo>
                        <a:pt x="147320" y="78810"/>
                      </a:lnTo>
                      <a:cubicBezTo>
                        <a:pt x="146872" y="115976"/>
                        <a:pt x="116423" y="146425"/>
                        <a:pt x="78362" y="14776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535" name="Group 4431">
                <a:extLst>
                  <a:ext uri="{FF2B5EF4-FFF2-40B4-BE49-F238E27FC236}">
                    <a16:creationId xmlns:a16="http://schemas.microsoft.com/office/drawing/2014/main" id="{E9FC4E8B-C63C-C084-9FD7-B19EDD1F96BD}"/>
                  </a:ext>
                  <a:ext uri="{C183D7F6-B498-43B3-948B-1728B52AA6E4}">
                    <adec:decorative xmlns:adec="http://schemas.microsoft.com/office/drawing/2017/decorative" val="1"/>
                  </a:ext>
                </a:extLst>
              </p:cNvPr>
              <p:cNvGrpSpPr>
                <a:grpSpLocks noChangeAspect="1"/>
              </p:cNvGrpSpPr>
              <p:nvPr/>
            </p:nvGrpSpPr>
            <p:grpSpPr>
              <a:xfrm>
                <a:off x="5546632" y="4265388"/>
                <a:ext cx="125379" cy="120901"/>
                <a:chOff x="5587386" y="3529949"/>
                <a:chExt cx="125379" cy="120901"/>
              </a:xfrm>
            </p:grpSpPr>
            <p:sp>
              <p:nvSpPr>
                <p:cNvPr id="536" name="Freeform: Shape 4432">
                  <a:extLst>
                    <a:ext uri="{FF2B5EF4-FFF2-40B4-BE49-F238E27FC236}">
                      <a16:creationId xmlns:a16="http://schemas.microsoft.com/office/drawing/2014/main" id="{D852DC2F-43C0-1975-CD0E-1AC6E008086E}"/>
                    </a:ext>
                  </a:extLst>
                </p:cNvPr>
                <p:cNvSpPr/>
                <p:nvPr/>
              </p:nvSpPr>
              <p:spPr>
                <a:xfrm>
                  <a:off x="5587386" y="3529949"/>
                  <a:ext cx="125379" cy="120901"/>
                </a:xfrm>
                <a:custGeom>
                  <a:avLst/>
                  <a:gdLst>
                    <a:gd name="connsiteX0" fmla="*/ 87765 w 125378"/>
                    <a:gd name="connsiteY0" fmla="*/ 124931 h 120901"/>
                    <a:gd name="connsiteX1" fmla="*/ 37614 w 125378"/>
                    <a:gd name="connsiteY1" fmla="*/ 124931 h 120901"/>
                    <a:gd name="connsiteX2" fmla="*/ 35823 w 125378"/>
                    <a:gd name="connsiteY2" fmla="*/ 124483 h 120901"/>
                    <a:gd name="connsiteX3" fmla="*/ 448 w 125378"/>
                    <a:gd name="connsiteY3" fmla="*/ 89109 h 120901"/>
                    <a:gd name="connsiteX4" fmla="*/ 0 w 125378"/>
                    <a:gd name="connsiteY4" fmla="*/ 87317 h 120901"/>
                    <a:gd name="connsiteX5" fmla="*/ 0 w 125378"/>
                    <a:gd name="connsiteY5" fmla="*/ 37614 h 120901"/>
                    <a:gd name="connsiteX6" fmla="*/ 448 w 125378"/>
                    <a:gd name="connsiteY6" fmla="*/ 35823 h 120901"/>
                    <a:gd name="connsiteX7" fmla="*/ 35823 w 125378"/>
                    <a:gd name="connsiteY7" fmla="*/ 448 h 120901"/>
                    <a:gd name="connsiteX8" fmla="*/ 37614 w 125378"/>
                    <a:gd name="connsiteY8" fmla="*/ 0 h 120901"/>
                    <a:gd name="connsiteX9" fmla="*/ 87765 w 125378"/>
                    <a:gd name="connsiteY9" fmla="*/ 0 h 120901"/>
                    <a:gd name="connsiteX10" fmla="*/ 89556 w 125378"/>
                    <a:gd name="connsiteY10" fmla="*/ 448 h 120901"/>
                    <a:gd name="connsiteX11" fmla="*/ 124931 w 125378"/>
                    <a:gd name="connsiteY11" fmla="*/ 35823 h 120901"/>
                    <a:gd name="connsiteX12" fmla="*/ 125379 w 125378"/>
                    <a:gd name="connsiteY12" fmla="*/ 37614 h 120901"/>
                    <a:gd name="connsiteX13" fmla="*/ 125379 w 125378"/>
                    <a:gd name="connsiteY13" fmla="*/ 87317 h 120901"/>
                    <a:gd name="connsiteX14" fmla="*/ 124931 w 125378"/>
                    <a:gd name="connsiteY14" fmla="*/ 89109 h 120901"/>
                    <a:gd name="connsiteX15" fmla="*/ 89556 w 125378"/>
                    <a:gd name="connsiteY15" fmla="*/ 124483 h 120901"/>
                    <a:gd name="connsiteX16" fmla="*/ 87765 w 125378"/>
                    <a:gd name="connsiteY16" fmla="*/ 124931 h 120901"/>
                    <a:gd name="connsiteX17" fmla="*/ 38957 w 125378"/>
                    <a:gd name="connsiteY17" fmla="*/ 120453 h 120901"/>
                    <a:gd name="connsiteX18" fmla="*/ 87317 w 125378"/>
                    <a:gd name="connsiteY18" fmla="*/ 120453 h 120901"/>
                    <a:gd name="connsiteX19" fmla="*/ 121349 w 125378"/>
                    <a:gd name="connsiteY19" fmla="*/ 86422 h 120901"/>
                    <a:gd name="connsiteX20" fmla="*/ 121349 w 125378"/>
                    <a:gd name="connsiteY20" fmla="*/ 38509 h 120901"/>
                    <a:gd name="connsiteX21" fmla="*/ 87317 w 125378"/>
                    <a:gd name="connsiteY21" fmla="*/ 4478 h 120901"/>
                    <a:gd name="connsiteX22" fmla="*/ 38957 w 125378"/>
                    <a:gd name="connsiteY22" fmla="*/ 4478 h 120901"/>
                    <a:gd name="connsiteX23" fmla="*/ 4925 w 125378"/>
                    <a:gd name="connsiteY23" fmla="*/ 38509 h 120901"/>
                    <a:gd name="connsiteX24" fmla="*/ 4925 w 125378"/>
                    <a:gd name="connsiteY24" fmla="*/ 86422 h 120901"/>
                    <a:gd name="connsiteX25" fmla="*/ 38957 w 125378"/>
                    <a:gd name="connsiteY25" fmla="*/ 120453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5378" h="120901">
                      <a:moveTo>
                        <a:pt x="87765" y="124931"/>
                      </a:moveTo>
                      <a:lnTo>
                        <a:pt x="37614" y="124931"/>
                      </a:lnTo>
                      <a:cubicBezTo>
                        <a:pt x="37166" y="124931"/>
                        <a:pt x="36270" y="124483"/>
                        <a:pt x="35823" y="124483"/>
                      </a:cubicBezTo>
                      <a:lnTo>
                        <a:pt x="448" y="89109"/>
                      </a:lnTo>
                      <a:cubicBezTo>
                        <a:pt x="0" y="88661"/>
                        <a:pt x="0" y="88213"/>
                        <a:pt x="0" y="87317"/>
                      </a:cubicBezTo>
                      <a:lnTo>
                        <a:pt x="0" y="37614"/>
                      </a:lnTo>
                      <a:cubicBezTo>
                        <a:pt x="0" y="37166"/>
                        <a:pt x="448" y="36270"/>
                        <a:pt x="448" y="35823"/>
                      </a:cubicBezTo>
                      <a:lnTo>
                        <a:pt x="35823" y="448"/>
                      </a:lnTo>
                      <a:cubicBezTo>
                        <a:pt x="36270" y="0"/>
                        <a:pt x="36718" y="0"/>
                        <a:pt x="37614" y="0"/>
                      </a:cubicBezTo>
                      <a:lnTo>
                        <a:pt x="87765" y="0"/>
                      </a:lnTo>
                      <a:cubicBezTo>
                        <a:pt x="88213" y="0"/>
                        <a:pt x="89109" y="448"/>
                        <a:pt x="89556" y="448"/>
                      </a:cubicBezTo>
                      <a:lnTo>
                        <a:pt x="124931" y="35823"/>
                      </a:lnTo>
                      <a:cubicBezTo>
                        <a:pt x="125379" y="36270"/>
                        <a:pt x="125379" y="36718"/>
                        <a:pt x="125379" y="37614"/>
                      </a:cubicBezTo>
                      <a:lnTo>
                        <a:pt x="125379" y="87317"/>
                      </a:lnTo>
                      <a:cubicBezTo>
                        <a:pt x="125379" y="87765"/>
                        <a:pt x="124931" y="88661"/>
                        <a:pt x="124931" y="89109"/>
                      </a:cubicBezTo>
                      <a:lnTo>
                        <a:pt x="89556" y="124483"/>
                      </a:lnTo>
                      <a:cubicBezTo>
                        <a:pt x="89109" y="124931"/>
                        <a:pt x="88660" y="124931"/>
                        <a:pt x="87765" y="124931"/>
                      </a:cubicBezTo>
                      <a:close/>
                      <a:moveTo>
                        <a:pt x="38957" y="120453"/>
                      </a:moveTo>
                      <a:lnTo>
                        <a:pt x="87317" y="120453"/>
                      </a:lnTo>
                      <a:lnTo>
                        <a:pt x="121349" y="86422"/>
                      </a:lnTo>
                      <a:lnTo>
                        <a:pt x="121349" y="38509"/>
                      </a:lnTo>
                      <a:lnTo>
                        <a:pt x="87317" y="4478"/>
                      </a:lnTo>
                      <a:lnTo>
                        <a:pt x="38957" y="4478"/>
                      </a:lnTo>
                      <a:lnTo>
                        <a:pt x="4925" y="38509"/>
                      </a:lnTo>
                      <a:lnTo>
                        <a:pt x="4925" y="86422"/>
                      </a:lnTo>
                      <a:lnTo>
                        <a:pt x="38957" y="12045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37" name="Freeform: Shape 4433">
                  <a:extLst>
                    <a:ext uri="{FF2B5EF4-FFF2-40B4-BE49-F238E27FC236}">
                      <a16:creationId xmlns:a16="http://schemas.microsoft.com/office/drawing/2014/main" id="{C33ECEE3-7FEB-AF04-E0BD-E73966698AF6}"/>
                    </a:ext>
                  </a:extLst>
                </p:cNvPr>
                <p:cNvSpPr/>
                <p:nvPr/>
              </p:nvSpPr>
              <p:spPr>
                <a:xfrm>
                  <a:off x="5648284" y="3563533"/>
                  <a:ext cx="4478" cy="40300"/>
                </a:xfrm>
                <a:custGeom>
                  <a:avLst/>
                  <a:gdLst>
                    <a:gd name="connsiteX0" fmla="*/ 2239 w 4477"/>
                    <a:gd name="connsiteY0" fmla="*/ 40300 h 40300"/>
                    <a:gd name="connsiteX1" fmla="*/ 0 w 4477"/>
                    <a:gd name="connsiteY1" fmla="*/ 38061 h 40300"/>
                    <a:gd name="connsiteX2" fmla="*/ 0 w 4477"/>
                    <a:gd name="connsiteY2" fmla="*/ 2239 h 40300"/>
                    <a:gd name="connsiteX3" fmla="*/ 2239 w 4477"/>
                    <a:gd name="connsiteY3" fmla="*/ 0 h 40300"/>
                    <a:gd name="connsiteX4" fmla="*/ 4478 w 4477"/>
                    <a:gd name="connsiteY4" fmla="*/ 2239 h 40300"/>
                    <a:gd name="connsiteX5" fmla="*/ 4478 w 4477"/>
                    <a:gd name="connsiteY5" fmla="*/ 38061 h 40300"/>
                    <a:gd name="connsiteX6" fmla="*/ 2239 w 4477"/>
                    <a:gd name="connsiteY6" fmla="*/ 40300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0300">
                      <a:moveTo>
                        <a:pt x="2239" y="40300"/>
                      </a:moveTo>
                      <a:cubicBezTo>
                        <a:pt x="895" y="40300"/>
                        <a:pt x="0" y="39405"/>
                        <a:pt x="0" y="38061"/>
                      </a:cubicBezTo>
                      <a:lnTo>
                        <a:pt x="0" y="2239"/>
                      </a:lnTo>
                      <a:cubicBezTo>
                        <a:pt x="0" y="896"/>
                        <a:pt x="895" y="0"/>
                        <a:pt x="2239" y="0"/>
                      </a:cubicBezTo>
                      <a:cubicBezTo>
                        <a:pt x="3582" y="0"/>
                        <a:pt x="4478" y="896"/>
                        <a:pt x="4478" y="2239"/>
                      </a:cubicBezTo>
                      <a:lnTo>
                        <a:pt x="4478" y="38061"/>
                      </a:lnTo>
                      <a:cubicBezTo>
                        <a:pt x="4478" y="39405"/>
                        <a:pt x="3134" y="40300"/>
                        <a:pt x="2239" y="4030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38" name="Freeform: Shape 4434">
                  <a:extLst>
                    <a:ext uri="{FF2B5EF4-FFF2-40B4-BE49-F238E27FC236}">
                      <a16:creationId xmlns:a16="http://schemas.microsoft.com/office/drawing/2014/main" id="{445C89A1-C75C-A432-5300-05781BA4F5C1}"/>
                    </a:ext>
                  </a:extLst>
                </p:cNvPr>
                <p:cNvSpPr/>
                <p:nvPr/>
              </p:nvSpPr>
              <p:spPr>
                <a:xfrm>
                  <a:off x="5645597" y="3613237"/>
                  <a:ext cx="8956" cy="8956"/>
                </a:xfrm>
                <a:custGeom>
                  <a:avLst/>
                  <a:gdLst>
                    <a:gd name="connsiteX0" fmla="*/ 9851 w 8955"/>
                    <a:gd name="connsiteY0" fmla="*/ 4926 h 8955"/>
                    <a:gd name="connsiteX1" fmla="*/ 4926 w 8955"/>
                    <a:gd name="connsiteY1" fmla="*/ 9851 h 8955"/>
                    <a:gd name="connsiteX2" fmla="*/ 0 w 8955"/>
                    <a:gd name="connsiteY2" fmla="*/ 4926 h 8955"/>
                    <a:gd name="connsiteX3" fmla="*/ 4926 w 8955"/>
                    <a:gd name="connsiteY3" fmla="*/ 0 h 8955"/>
                    <a:gd name="connsiteX4" fmla="*/ 9851 w 8955"/>
                    <a:gd name="connsiteY4" fmla="*/ 4926 h 8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5" h="8955">
                      <a:moveTo>
                        <a:pt x="9851" y="4926"/>
                      </a:moveTo>
                      <a:cubicBezTo>
                        <a:pt x="9851" y="7646"/>
                        <a:pt x="7646" y="9851"/>
                        <a:pt x="4926" y="9851"/>
                      </a:cubicBezTo>
                      <a:cubicBezTo>
                        <a:pt x="2205" y="9851"/>
                        <a:pt x="0" y="7646"/>
                        <a:pt x="0" y="4926"/>
                      </a:cubicBezTo>
                      <a:cubicBezTo>
                        <a:pt x="0" y="2205"/>
                        <a:pt x="2205" y="0"/>
                        <a:pt x="4926" y="0"/>
                      </a:cubicBezTo>
                      <a:cubicBezTo>
                        <a:pt x="7646" y="0"/>
                        <a:pt x="9851" y="2205"/>
                        <a:pt x="9851" y="492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539" name="Group 4435">
                <a:extLst>
                  <a:ext uri="{FF2B5EF4-FFF2-40B4-BE49-F238E27FC236}">
                    <a16:creationId xmlns:a16="http://schemas.microsoft.com/office/drawing/2014/main" id="{BAEE48F4-676D-8C5A-7E91-D22F90A8C178}"/>
                  </a:ext>
                  <a:ext uri="{C183D7F6-B498-43B3-948B-1728B52AA6E4}">
                    <adec:decorative xmlns:adec="http://schemas.microsoft.com/office/drawing/2017/decorative" val="1"/>
                  </a:ext>
                </a:extLst>
              </p:cNvPr>
              <p:cNvGrpSpPr>
                <a:grpSpLocks noChangeAspect="1"/>
              </p:cNvGrpSpPr>
              <p:nvPr/>
            </p:nvGrpSpPr>
            <p:grpSpPr>
              <a:xfrm>
                <a:off x="591478" y="4567193"/>
                <a:ext cx="53734" cy="152246"/>
                <a:chOff x="632232" y="3831754"/>
                <a:chExt cx="53734" cy="152246"/>
              </a:xfrm>
            </p:grpSpPr>
            <p:sp>
              <p:nvSpPr>
                <p:cNvPr id="540" name="Freeform: Shape 4436">
                  <a:extLst>
                    <a:ext uri="{FF2B5EF4-FFF2-40B4-BE49-F238E27FC236}">
                      <a16:creationId xmlns:a16="http://schemas.microsoft.com/office/drawing/2014/main" id="{1B46420D-4EDC-B945-7017-0CBF5D7257D8}"/>
                    </a:ext>
                  </a:extLst>
                </p:cNvPr>
                <p:cNvSpPr/>
                <p:nvPr/>
              </p:nvSpPr>
              <p:spPr>
                <a:xfrm>
                  <a:off x="632232" y="3831754"/>
                  <a:ext cx="53734" cy="152246"/>
                </a:xfrm>
                <a:custGeom>
                  <a:avLst/>
                  <a:gdLst>
                    <a:gd name="connsiteX0" fmla="*/ 42539 w 53733"/>
                    <a:gd name="connsiteY0" fmla="*/ 0 h 152245"/>
                    <a:gd name="connsiteX1" fmla="*/ 15672 w 53733"/>
                    <a:gd name="connsiteY1" fmla="*/ 0 h 152245"/>
                    <a:gd name="connsiteX2" fmla="*/ 0 w 53733"/>
                    <a:gd name="connsiteY2" fmla="*/ 15672 h 152245"/>
                    <a:gd name="connsiteX3" fmla="*/ 0 w 53733"/>
                    <a:gd name="connsiteY3" fmla="*/ 123140 h 152245"/>
                    <a:gd name="connsiteX4" fmla="*/ 15672 w 53733"/>
                    <a:gd name="connsiteY4" fmla="*/ 138812 h 152245"/>
                    <a:gd name="connsiteX5" fmla="*/ 20150 w 53733"/>
                    <a:gd name="connsiteY5" fmla="*/ 138812 h 152245"/>
                    <a:gd name="connsiteX6" fmla="*/ 20150 w 53733"/>
                    <a:gd name="connsiteY6" fmla="*/ 150007 h 152245"/>
                    <a:gd name="connsiteX7" fmla="*/ 22389 w 53733"/>
                    <a:gd name="connsiteY7" fmla="*/ 152246 h 152245"/>
                    <a:gd name="connsiteX8" fmla="*/ 35823 w 53733"/>
                    <a:gd name="connsiteY8" fmla="*/ 152246 h 152245"/>
                    <a:gd name="connsiteX9" fmla="*/ 38061 w 53733"/>
                    <a:gd name="connsiteY9" fmla="*/ 150007 h 152245"/>
                    <a:gd name="connsiteX10" fmla="*/ 38061 w 53733"/>
                    <a:gd name="connsiteY10" fmla="*/ 138812 h 152245"/>
                    <a:gd name="connsiteX11" fmla="*/ 42539 w 53733"/>
                    <a:gd name="connsiteY11" fmla="*/ 138812 h 152245"/>
                    <a:gd name="connsiteX12" fmla="*/ 58212 w 53733"/>
                    <a:gd name="connsiteY12" fmla="*/ 123140 h 152245"/>
                    <a:gd name="connsiteX13" fmla="*/ 58212 w 53733"/>
                    <a:gd name="connsiteY13" fmla="*/ 15672 h 152245"/>
                    <a:gd name="connsiteX14" fmla="*/ 42539 w 53733"/>
                    <a:gd name="connsiteY14" fmla="*/ 0 h 152245"/>
                    <a:gd name="connsiteX15" fmla="*/ 33584 w 53733"/>
                    <a:gd name="connsiteY15" fmla="*/ 147768 h 152245"/>
                    <a:gd name="connsiteX16" fmla="*/ 24628 w 53733"/>
                    <a:gd name="connsiteY16" fmla="*/ 147768 h 152245"/>
                    <a:gd name="connsiteX17" fmla="*/ 24628 w 53733"/>
                    <a:gd name="connsiteY17" fmla="*/ 138812 h 152245"/>
                    <a:gd name="connsiteX18" fmla="*/ 33584 w 53733"/>
                    <a:gd name="connsiteY18" fmla="*/ 138812 h 152245"/>
                    <a:gd name="connsiteX19" fmla="*/ 33584 w 53733"/>
                    <a:gd name="connsiteY19" fmla="*/ 147768 h 152245"/>
                    <a:gd name="connsiteX20" fmla="*/ 53734 w 53733"/>
                    <a:gd name="connsiteY20" fmla="*/ 123140 h 152245"/>
                    <a:gd name="connsiteX21" fmla="*/ 42539 w 53733"/>
                    <a:gd name="connsiteY21" fmla="*/ 134335 h 152245"/>
                    <a:gd name="connsiteX22" fmla="*/ 35823 w 53733"/>
                    <a:gd name="connsiteY22" fmla="*/ 134335 h 152245"/>
                    <a:gd name="connsiteX23" fmla="*/ 22389 w 53733"/>
                    <a:gd name="connsiteY23" fmla="*/ 134335 h 152245"/>
                    <a:gd name="connsiteX24" fmla="*/ 15672 w 53733"/>
                    <a:gd name="connsiteY24" fmla="*/ 134335 h 152245"/>
                    <a:gd name="connsiteX25" fmla="*/ 4478 w 53733"/>
                    <a:gd name="connsiteY25" fmla="*/ 123140 h 152245"/>
                    <a:gd name="connsiteX26" fmla="*/ 4478 w 53733"/>
                    <a:gd name="connsiteY26" fmla="*/ 15672 h 152245"/>
                    <a:gd name="connsiteX27" fmla="*/ 15672 w 53733"/>
                    <a:gd name="connsiteY27" fmla="*/ 4478 h 152245"/>
                    <a:gd name="connsiteX28" fmla="*/ 42539 w 53733"/>
                    <a:gd name="connsiteY28" fmla="*/ 4478 h 152245"/>
                    <a:gd name="connsiteX29" fmla="*/ 53734 w 53733"/>
                    <a:gd name="connsiteY29" fmla="*/ 15672 h 152245"/>
                    <a:gd name="connsiteX30" fmla="*/ 53734 w 53733"/>
                    <a:gd name="connsiteY30" fmla="*/ 123140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3733" h="152245">
                      <a:moveTo>
                        <a:pt x="42539" y="0"/>
                      </a:moveTo>
                      <a:lnTo>
                        <a:pt x="15672" y="0"/>
                      </a:lnTo>
                      <a:cubicBezTo>
                        <a:pt x="7165" y="0"/>
                        <a:pt x="0" y="7164"/>
                        <a:pt x="0" y="15672"/>
                      </a:cubicBezTo>
                      <a:lnTo>
                        <a:pt x="0" y="123140"/>
                      </a:lnTo>
                      <a:cubicBezTo>
                        <a:pt x="0" y="131648"/>
                        <a:pt x="7165" y="138812"/>
                        <a:pt x="15672" y="138812"/>
                      </a:cubicBezTo>
                      <a:lnTo>
                        <a:pt x="20150" y="138812"/>
                      </a:lnTo>
                      <a:lnTo>
                        <a:pt x="20150" y="150007"/>
                      </a:lnTo>
                      <a:cubicBezTo>
                        <a:pt x="20150" y="151350"/>
                        <a:pt x="21046" y="152246"/>
                        <a:pt x="22389" y="152246"/>
                      </a:cubicBezTo>
                      <a:lnTo>
                        <a:pt x="35823" y="152246"/>
                      </a:lnTo>
                      <a:cubicBezTo>
                        <a:pt x="37166" y="152246"/>
                        <a:pt x="38061" y="151350"/>
                        <a:pt x="38061" y="150007"/>
                      </a:cubicBezTo>
                      <a:lnTo>
                        <a:pt x="38061" y="138812"/>
                      </a:lnTo>
                      <a:lnTo>
                        <a:pt x="42539" y="138812"/>
                      </a:lnTo>
                      <a:cubicBezTo>
                        <a:pt x="51047" y="138812"/>
                        <a:pt x="58212" y="131648"/>
                        <a:pt x="58212" y="123140"/>
                      </a:cubicBezTo>
                      <a:lnTo>
                        <a:pt x="58212" y="15672"/>
                      </a:lnTo>
                      <a:cubicBezTo>
                        <a:pt x="58212" y="7164"/>
                        <a:pt x="51047" y="0"/>
                        <a:pt x="42539" y="0"/>
                      </a:cubicBezTo>
                      <a:close/>
                      <a:moveTo>
                        <a:pt x="33584" y="147768"/>
                      </a:moveTo>
                      <a:lnTo>
                        <a:pt x="24628" y="147768"/>
                      </a:lnTo>
                      <a:lnTo>
                        <a:pt x="24628" y="138812"/>
                      </a:lnTo>
                      <a:lnTo>
                        <a:pt x="33584" y="138812"/>
                      </a:lnTo>
                      <a:lnTo>
                        <a:pt x="33584" y="147768"/>
                      </a:lnTo>
                      <a:close/>
                      <a:moveTo>
                        <a:pt x="53734" y="123140"/>
                      </a:moveTo>
                      <a:cubicBezTo>
                        <a:pt x="53734" y="129409"/>
                        <a:pt x="48808" y="134335"/>
                        <a:pt x="42539" y="134335"/>
                      </a:cubicBezTo>
                      <a:lnTo>
                        <a:pt x="35823" y="134335"/>
                      </a:lnTo>
                      <a:lnTo>
                        <a:pt x="22389" y="134335"/>
                      </a:lnTo>
                      <a:lnTo>
                        <a:pt x="15672" y="134335"/>
                      </a:lnTo>
                      <a:cubicBezTo>
                        <a:pt x="9403" y="134335"/>
                        <a:pt x="4478" y="129409"/>
                        <a:pt x="4478" y="123140"/>
                      </a:cubicBezTo>
                      <a:lnTo>
                        <a:pt x="4478" y="15672"/>
                      </a:lnTo>
                      <a:cubicBezTo>
                        <a:pt x="4478" y="9403"/>
                        <a:pt x="9403" y="4478"/>
                        <a:pt x="15672" y="4478"/>
                      </a:cubicBezTo>
                      <a:lnTo>
                        <a:pt x="42539" y="4478"/>
                      </a:lnTo>
                      <a:cubicBezTo>
                        <a:pt x="48808" y="4478"/>
                        <a:pt x="53734" y="9403"/>
                        <a:pt x="53734" y="15672"/>
                      </a:cubicBezTo>
                      <a:lnTo>
                        <a:pt x="53734" y="12314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41" name="Freeform: Shape 4437">
                  <a:extLst>
                    <a:ext uri="{FF2B5EF4-FFF2-40B4-BE49-F238E27FC236}">
                      <a16:creationId xmlns:a16="http://schemas.microsoft.com/office/drawing/2014/main" id="{06B12C64-5887-220E-DEC4-ADF3E21D6EBF}"/>
                    </a:ext>
                  </a:extLst>
                </p:cNvPr>
                <p:cNvSpPr/>
                <p:nvPr/>
              </p:nvSpPr>
              <p:spPr>
                <a:xfrm>
                  <a:off x="645666" y="3845188"/>
                  <a:ext cx="26867" cy="31345"/>
                </a:xfrm>
                <a:custGeom>
                  <a:avLst/>
                  <a:gdLst>
                    <a:gd name="connsiteX0" fmla="*/ 15672 w 26866"/>
                    <a:gd name="connsiteY0" fmla="*/ 31345 h 31344"/>
                    <a:gd name="connsiteX1" fmla="*/ 0 w 26866"/>
                    <a:gd name="connsiteY1" fmla="*/ 15672 h 31344"/>
                    <a:gd name="connsiteX2" fmla="*/ 15672 w 26866"/>
                    <a:gd name="connsiteY2" fmla="*/ 0 h 31344"/>
                    <a:gd name="connsiteX3" fmla="*/ 31345 w 26866"/>
                    <a:gd name="connsiteY3" fmla="*/ 15672 h 31344"/>
                    <a:gd name="connsiteX4" fmla="*/ 15672 w 26866"/>
                    <a:gd name="connsiteY4" fmla="*/ 31345 h 31344"/>
                    <a:gd name="connsiteX5" fmla="*/ 15672 w 26866"/>
                    <a:gd name="connsiteY5" fmla="*/ 4478 h 31344"/>
                    <a:gd name="connsiteX6" fmla="*/ 4478 w 26866"/>
                    <a:gd name="connsiteY6" fmla="*/ 15672 h 31344"/>
                    <a:gd name="connsiteX7" fmla="*/ 15672 w 26866"/>
                    <a:gd name="connsiteY7" fmla="*/ 26867 h 31344"/>
                    <a:gd name="connsiteX8" fmla="*/ 26867 w 26866"/>
                    <a:gd name="connsiteY8" fmla="*/ 15672 h 31344"/>
                    <a:gd name="connsiteX9" fmla="*/ 15672 w 26866"/>
                    <a:gd name="connsiteY9" fmla="*/ 4478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66" h="31344">
                      <a:moveTo>
                        <a:pt x="15672" y="31345"/>
                      </a:moveTo>
                      <a:cubicBezTo>
                        <a:pt x="7165" y="31345"/>
                        <a:pt x="0" y="24180"/>
                        <a:pt x="0" y="15672"/>
                      </a:cubicBezTo>
                      <a:cubicBezTo>
                        <a:pt x="0" y="7164"/>
                        <a:pt x="7165" y="0"/>
                        <a:pt x="15672" y="0"/>
                      </a:cubicBezTo>
                      <a:cubicBezTo>
                        <a:pt x="24180" y="0"/>
                        <a:pt x="31345" y="7164"/>
                        <a:pt x="31345" y="15672"/>
                      </a:cubicBezTo>
                      <a:cubicBezTo>
                        <a:pt x="31345" y="24180"/>
                        <a:pt x="24180" y="31345"/>
                        <a:pt x="15672" y="31345"/>
                      </a:cubicBezTo>
                      <a:close/>
                      <a:moveTo>
                        <a:pt x="15672" y="4478"/>
                      </a:moveTo>
                      <a:cubicBezTo>
                        <a:pt x="9403" y="4478"/>
                        <a:pt x="4478" y="9403"/>
                        <a:pt x="4478" y="15672"/>
                      </a:cubicBezTo>
                      <a:cubicBezTo>
                        <a:pt x="4478" y="21941"/>
                        <a:pt x="9403" y="26867"/>
                        <a:pt x="15672" y="26867"/>
                      </a:cubicBezTo>
                      <a:cubicBezTo>
                        <a:pt x="21941" y="26867"/>
                        <a:pt x="26867" y="21941"/>
                        <a:pt x="26867" y="15672"/>
                      </a:cubicBezTo>
                      <a:cubicBezTo>
                        <a:pt x="26867" y="9403"/>
                        <a:pt x="21494"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42" name="Freeform: Shape 4438">
                  <a:extLst>
                    <a:ext uri="{FF2B5EF4-FFF2-40B4-BE49-F238E27FC236}">
                      <a16:creationId xmlns:a16="http://schemas.microsoft.com/office/drawing/2014/main" id="{D051A1FB-2932-40EC-B0BD-9D0882B22E34}"/>
                    </a:ext>
                  </a:extLst>
                </p:cNvPr>
                <p:cNvSpPr/>
                <p:nvPr/>
              </p:nvSpPr>
              <p:spPr>
                <a:xfrm>
                  <a:off x="645666" y="3885488"/>
                  <a:ext cx="26867" cy="31345"/>
                </a:xfrm>
                <a:custGeom>
                  <a:avLst/>
                  <a:gdLst>
                    <a:gd name="connsiteX0" fmla="*/ 15672 w 26866"/>
                    <a:gd name="connsiteY0" fmla="*/ 31345 h 31344"/>
                    <a:gd name="connsiteX1" fmla="*/ 0 w 26866"/>
                    <a:gd name="connsiteY1" fmla="*/ 15672 h 31344"/>
                    <a:gd name="connsiteX2" fmla="*/ 15672 w 26866"/>
                    <a:gd name="connsiteY2" fmla="*/ 0 h 31344"/>
                    <a:gd name="connsiteX3" fmla="*/ 31345 w 26866"/>
                    <a:gd name="connsiteY3" fmla="*/ 15672 h 31344"/>
                    <a:gd name="connsiteX4" fmla="*/ 15672 w 26866"/>
                    <a:gd name="connsiteY4" fmla="*/ 31345 h 31344"/>
                    <a:gd name="connsiteX5" fmla="*/ 15672 w 26866"/>
                    <a:gd name="connsiteY5" fmla="*/ 4478 h 31344"/>
                    <a:gd name="connsiteX6" fmla="*/ 4478 w 26866"/>
                    <a:gd name="connsiteY6" fmla="*/ 15672 h 31344"/>
                    <a:gd name="connsiteX7" fmla="*/ 15672 w 26866"/>
                    <a:gd name="connsiteY7" fmla="*/ 26867 h 31344"/>
                    <a:gd name="connsiteX8" fmla="*/ 26867 w 26866"/>
                    <a:gd name="connsiteY8" fmla="*/ 15672 h 31344"/>
                    <a:gd name="connsiteX9" fmla="*/ 15672 w 26866"/>
                    <a:gd name="connsiteY9" fmla="*/ 4478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66" h="31344">
                      <a:moveTo>
                        <a:pt x="15672" y="31345"/>
                      </a:moveTo>
                      <a:cubicBezTo>
                        <a:pt x="7165" y="31345"/>
                        <a:pt x="0" y="24180"/>
                        <a:pt x="0" y="15672"/>
                      </a:cubicBezTo>
                      <a:cubicBezTo>
                        <a:pt x="0" y="7164"/>
                        <a:pt x="7165" y="0"/>
                        <a:pt x="15672" y="0"/>
                      </a:cubicBezTo>
                      <a:cubicBezTo>
                        <a:pt x="24180" y="0"/>
                        <a:pt x="31345" y="7164"/>
                        <a:pt x="31345" y="15672"/>
                      </a:cubicBezTo>
                      <a:cubicBezTo>
                        <a:pt x="31345" y="24180"/>
                        <a:pt x="24180" y="31345"/>
                        <a:pt x="15672" y="31345"/>
                      </a:cubicBezTo>
                      <a:close/>
                      <a:moveTo>
                        <a:pt x="15672" y="4478"/>
                      </a:moveTo>
                      <a:cubicBezTo>
                        <a:pt x="9403" y="4478"/>
                        <a:pt x="4478" y="9403"/>
                        <a:pt x="4478" y="15672"/>
                      </a:cubicBezTo>
                      <a:cubicBezTo>
                        <a:pt x="4478" y="21941"/>
                        <a:pt x="9403" y="26867"/>
                        <a:pt x="15672" y="26867"/>
                      </a:cubicBezTo>
                      <a:cubicBezTo>
                        <a:pt x="21941" y="26867"/>
                        <a:pt x="26867" y="21941"/>
                        <a:pt x="26867" y="15672"/>
                      </a:cubicBezTo>
                      <a:cubicBezTo>
                        <a:pt x="26867" y="9403"/>
                        <a:pt x="21494"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43" name="Freeform: Shape 4439">
                  <a:extLst>
                    <a:ext uri="{FF2B5EF4-FFF2-40B4-BE49-F238E27FC236}">
                      <a16:creationId xmlns:a16="http://schemas.microsoft.com/office/drawing/2014/main" id="{0C739946-1AB5-AC66-5043-2E849B83AAC7}"/>
                    </a:ext>
                  </a:extLst>
                </p:cNvPr>
                <p:cNvSpPr/>
                <p:nvPr/>
              </p:nvSpPr>
              <p:spPr>
                <a:xfrm>
                  <a:off x="645666" y="3925788"/>
                  <a:ext cx="26867" cy="31345"/>
                </a:xfrm>
                <a:custGeom>
                  <a:avLst/>
                  <a:gdLst>
                    <a:gd name="connsiteX0" fmla="*/ 15672 w 26866"/>
                    <a:gd name="connsiteY0" fmla="*/ 31345 h 31344"/>
                    <a:gd name="connsiteX1" fmla="*/ 0 w 26866"/>
                    <a:gd name="connsiteY1" fmla="*/ 15672 h 31344"/>
                    <a:gd name="connsiteX2" fmla="*/ 15672 w 26866"/>
                    <a:gd name="connsiteY2" fmla="*/ 0 h 31344"/>
                    <a:gd name="connsiteX3" fmla="*/ 31345 w 26866"/>
                    <a:gd name="connsiteY3" fmla="*/ 15672 h 31344"/>
                    <a:gd name="connsiteX4" fmla="*/ 15672 w 26866"/>
                    <a:gd name="connsiteY4" fmla="*/ 31345 h 31344"/>
                    <a:gd name="connsiteX5" fmla="*/ 15672 w 26866"/>
                    <a:gd name="connsiteY5" fmla="*/ 4478 h 31344"/>
                    <a:gd name="connsiteX6" fmla="*/ 4478 w 26866"/>
                    <a:gd name="connsiteY6" fmla="*/ 15672 h 31344"/>
                    <a:gd name="connsiteX7" fmla="*/ 15672 w 26866"/>
                    <a:gd name="connsiteY7" fmla="*/ 26867 h 31344"/>
                    <a:gd name="connsiteX8" fmla="*/ 26867 w 26866"/>
                    <a:gd name="connsiteY8" fmla="*/ 15672 h 31344"/>
                    <a:gd name="connsiteX9" fmla="*/ 15672 w 26866"/>
                    <a:gd name="connsiteY9" fmla="*/ 4478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66" h="31344">
                      <a:moveTo>
                        <a:pt x="15672" y="31345"/>
                      </a:moveTo>
                      <a:cubicBezTo>
                        <a:pt x="7165" y="31345"/>
                        <a:pt x="0" y="24180"/>
                        <a:pt x="0" y="15672"/>
                      </a:cubicBezTo>
                      <a:cubicBezTo>
                        <a:pt x="0" y="7164"/>
                        <a:pt x="7165" y="0"/>
                        <a:pt x="15672" y="0"/>
                      </a:cubicBezTo>
                      <a:cubicBezTo>
                        <a:pt x="24180" y="0"/>
                        <a:pt x="31345" y="7164"/>
                        <a:pt x="31345" y="15672"/>
                      </a:cubicBezTo>
                      <a:cubicBezTo>
                        <a:pt x="31345" y="24180"/>
                        <a:pt x="24180" y="31345"/>
                        <a:pt x="15672" y="31345"/>
                      </a:cubicBezTo>
                      <a:close/>
                      <a:moveTo>
                        <a:pt x="15672" y="4478"/>
                      </a:moveTo>
                      <a:cubicBezTo>
                        <a:pt x="9403" y="4478"/>
                        <a:pt x="4478" y="9403"/>
                        <a:pt x="4478" y="15672"/>
                      </a:cubicBezTo>
                      <a:cubicBezTo>
                        <a:pt x="4478" y="21941"/>
                        <a:pt x="9403" y="26867"/>
                        <a:pt x="15672" y="26867"/>
                      </a:cubicBezTo>
                      <a:cubicBezTo>
                        <a:pt x="21941" y="26867"/>
                        <a:pt x="26867" y="21941"/>
                        <a:pt x="26867" y="15672"/>
                      </a:cubicBezTo>
                      <a:cubicBezTo>
                        <a:pt x="26867" y="9403"/>
                        <a:pt x="21494"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544" name="Freeform: Shape 4440">
                <a:extLst>
                  <a:ext uri="{FF2B5EF4-FFF2-40B4-BE49-F238E27FC236}">
                    <a16:creationId xmlns:a16="http://schemas.microsoft.com/office/drawing/2014/main" id="{C8C01F9A-2903-818D-6A18-DD64F2616B7B}"/>
                  </a:ext>
                  <a:ext uri="{C183D7F6-B498-43B3-948B-1728B52AA6E4}">
                    <adec:decorative xmlns:adec="http://schemas.microsoft.com/office/drawing/2017/decorative" val="1"/>
                  </a:ext>
                </a:extLst>
              </p:cNvPr>
              <p:cNvSpPr>
                <a:spLocks noChangeAspect="1"/>
              </p:cNvSpPr>
              <p:nvPr/>
            </p:nvSpPr>
            <p:spPr>
              <a:xfrm>
                <a:off x="813869" y="4581074"/>
                <a:ext cx="116423" cy="125379"/>
              </a:xfrm>
              <a:custGeom>
                <a:avLst/>
                <a:gdLst>
                  <a:gd name="connsiteX0" fmla="*/ 115237 w 116423"/>
                  <a:gd name="connsiteY0" fmla="*/ 19255 h 125378"/>
                  <a:gd name="connsiteX1" fmla="*/ 102699 w 116423"/>
                  <a:gd name="connsiteY1" fmla="*/ 13433 h 125378"/>
                  <a:gd name="connsiteX2" fmla="*/ 95086 w 116423"/>
                  <a:gd name="connsiteY2" fmla="*/ 13433 h 125378"/>
                  <a:gd name="connsiteX3" fmla="*/ 95086 w 116423"/>
                  <a:gd name="connsiteY3" fmla="*/ 2239 h 125378"/>
                  <a:gd name="connsiteX4" fmla="*/ 92848 w 116423"/>
                  <a:gd name="connsiteY4" fmla="*/ 0 h 125378"/>
                  <a:gd name="connsiteX5" fmla="*/ 25680 w 116423"/>
                  <a:gd name="connsiteY5" fmla="*/ 0 h 125378"/>
                  <a:gd name="connsiteX6" fmla="*/ 23441 w 116423"/>
                  <a:gd name="connsiteY6" fmla="*/ 2239 h 125378"/>
                  <a:gd name="connsiteX7" fmla="*/ 23441 w 116423"/>
                  <a:gd name="connsiteY7" fmla="*/ 13433 h 125378"/>
                  <a:gd name="connsiteX8" fmla="*/ 15829 w 116423"/>
                  <a:gd name="connsiteY8" fmla="*/ 13433 h 125378"/>
                  <a:gd name="connsiteX9" fmla="*/ 3291 w 116423"/>
                  <a:gd name="connsiteY9" fmla="*/ 19255 h 125378"/>
                  <a:gd name="connsiteX10" fmla="*/ 605 w 116423"/>
                  <a:gd name="connsiteY10" fmla="*/ 32688 h 125378"/>
                  <a:gd name="connsiteX11" fmla="*/ 7321 w 116423"/>
                  <a:gd name="connsiteY11" fmla="*/ 59555 h 125378"/>
                  <a:gd name="connsiteX12" fmla="*/ 22546 w 116423"/>
                  <a:gd name="connsiteY12" fmla="*/ 71645 h 125378"/>
                  <a:gd name="connsiteX13" fmla="*/ 23889 w 116423"/>
                  <a:gd name="connsiteY13" fmla="*/ 71645 h 125378"/>
                  <a:gd name="connsiteX14" fmla="*/ 56577 w 116423"/>
                  <a:gd name="connsiteY14" fmla="*/ 98512 h 125378"/>
                  <a:gd name="connsiteX15" fmla="*/ 56577 w 116423"/>
                  <a:gd name="connsiteY15" fmla="*/ 120901 h 125378"/>
                  <a:gd name="connsiteX16" fmla="*/ 38666 w 116423"/>
                  <a:gd name="connsiteY16" fmla="*/ 120901 h 125378"/>
                  <a:gd name="connsiteX17" fmla="*/ 36427 w 116423"/>
                  <a:gd name="connsiteY17" fmla="*/ 123140 h 125378"/>
                  <a:gd name="connsiteX18" fmla="*/ 38666 w 116423"/>
                  <a:gd name="connsiteY18" fmla="*/ 125379 h 125378"/>
                  <a:gd name="connsiteX19" fmla="*/ 78966 w 116423"/>
                  <a:gd name="connsiteY19" fmla="*/ 125379 h 125378"/>
                  <a:gd name="connsiteX20" fmla="*/ 81205 w 116423"/>
                  <a:gd name="connsiteY20" fmla="*/ 123140 h 125378"/>
                  <a:gd name="connsiteX21" fmla="*/ 78966 w 116423"/>
                  <a:gd name="connsiteY21" fmla="*/ 120901 h 125378"/>
                  <a:gd name="connsiteX22" fmla="*/ 61055 w 116423"/>
                  <a:gd name="connsiteY22" fmla="*/ 120901 h 125378"/>
                  <a:gd name="connsiteX23" fmla="*/ 61055 w 116423"/>
                  <a:gd name="connsiteY23" fmla="*/ 98512 h 125378"/>
                  <a:gd name="connsiteX24" fmla="*/ 93743 w 116423"/>
                  <a:gd name="connsiteY24" fmla="*/ 71645 h 125378"/>
                  <a:gd name="connsiteX25" fmla="*/ 95086 w 116423"/>
                  <a:gd name="connsiteY25" fmla="*/ 71645 h 125378"/>
                  <a:gd name="connsiteX26" fmla="*/ 110311 w 116423"/>
                  <a:gd name="connsiteY26" fmla="*/ 59555 h 125378"/>
                  <a:gd name="connsiteX27" fmla="*/ 117028 w 116423"/>
                  <a:gd name="connsiteY27" fmla="*/ 32688 h 125378"/>
                  <a:gd name="connsiteX28" fmla="*/ 115237 w 116423"/>
                  <a:gd name="connsiteY28" fmla="*/ 19255 h 125378"/>
                  <a:gd name="connsiteX29" fmla="*/ 23889 w 116423"/>
                  <a:gd name="connsiteY29" fmla="*/ 66720 h 125378"/>
                  <a:gd name="connsiteX30" fmla="*/ 22994 w 116423"/>
                  <a:gd name="connsiteY30" fmla="*/ 66720 h 125378"/>
                  <a:gd name="connsiteX31" fmla="*/ 12247 w 116423"/>
                  <a:gd name="connsiteY31" fmla="*/ 58212 h 125378"/>
                  <a:gd name="connsiteX32" fmla="*/ 5530 w 116423"/>
                  <a:gd name="connsiteY32" fmla="*/ 31345 h 125378"/>
                  <a:gd name="connsiteX33" fmla="*/ 7769 w 116423"/>
                  <a:gd name="connsiteY33" fmla="*/ 21941 h 125378"/>
                  <a:gd name="connsiteX34" fmla="*/ 16725 w 116423"/>
                  <a:gd name="connsiteY34" fmla="*/ 17464 h 125378"/>
                  <a:gd name="connsiteX35" fmla="*/ 24337 w 116423"/>
                  <a:gd name="connsiteY35" fmla="*/ 17464 h 125378"/>
                  <a:gd name="connsiteX36" fmla="*/ 24337 w 116423"/>
                  <a:gd name="connsiteY36" fmla="*/ 64481 h 125378"/>
                  <a:gd name="connsiteX37" fmla="*/ 24337 w 116423"/>
                  <a:gd name="connsiteY37" fmla="*/ 66720 h 125378"/>
                  <a:gd name="connsiteX38" fmla="*/ 61951 w 116423"/>
                  <a:gd name="connsiteY38" fmla="*/ 93586 h 125378"/>
                  <a:gd name="connsiteX39" fmla="*/ 57473 w 116423"/>
                  <a:gd name="connsiteY39" fmla="*/ 93586 h 125378"/>
                  <a:gd name="connsiteX40" fmla="*/ 28367 w 116423"/>
                  <a:gd name="connsiteY40" fmla="*/ 64481 h 125378"/>
                  <a:gd name="connsiteX41" fmla="*/ 28367 w 116423"/>
                  <a:gd name="connsiteY41" fmla="*/ 15225 h 125378"/>
                  <a:gd name="connsiteX42" fmla="*/ 28367 w 116423"/>
                  <a:gd name="connsiteY42" fmla="*/ 4030 h 125378"/>
                  <a:gd name="connsiteX43" fmla="*/ 91056 w 116423"/>
                  <a:gd name="connsiteY43" fmla="*/ 4030 h 125378"/>
                  <a:gd name="connsiteX44" fmla="*/ 91056 w 116423"/>
                  <a:gd name="connsiteY44" fmla="*/ 15225 h 125378"/>
                  <a:gd name="connsiteX45" fmla="*/ 91056 w 116423"/>
                  <a:gd name="connsiteY45" fmla="*/ 64481 h 125378"/>
                  <a:gd name="connsiteX46" fmla="*/ 61951 w 116423"/>
                  <a:gd name="connsiteY46" fmla="*/ 93586 h 125378"/>
                  <a:gd name="connsiteX47" fmla="*/ 113446 w 116423"/>
                  <a:gd name="connsiteY47" fmla="*/ 31345 h 125378"/>
                  <a:gd name="connsiteX48" fmla="*/ 106729 w 116423"/>
                  <a:gd name="connsiteY48" fmla="*/ 58212 h 125378"/>
                  <a:gd name="connsiteX49" fmla="*/ 95982 w 116423"/>
                  <a:gd name="connsiteY49" fmla="*/ 66720 h 125378"/>
                  <a:gd name="connsiteX50" fmla="*/ 95086 w 116423"/>
                  <a:gd name="connsiteY50" fmla="*/ 66720 h 125378"/>
                  <a:gd name="connsiteX51" fmla="*/ 95086 w 116423"/>
                  <a:gd name="connsiteY51" fmla="*/ 64481 h 125378"/>
                  <a:gd name="connsiteX52" fmla="*/ 95086 w 116423"/>
                  <a:gd name="connsiteY52" fmla="*/ 17464 h 125378"/>
                  <a:gd name="connsiteX53" fmla="*/ 102699 w 116423"/>
                  <a:gd name="connsiteY53" fmla="*/ 17464 h 125378"/>
                  <a:gd name="connsiteX54" fmla="*/ 111654 w 116423"/>
                  <a:gd name="connsiteY54" fmla="*/ 21941 h 125378"/>
                  <a:gd name="connsiteX55" fmla="*/ 113446 w 116423"/>
                  <a:gd name="connsiteY55" fmla="*/ 31345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6423" h="125378">
                    <a:moveTo>
                      <a:pt x="115237" y="19255"/>
                    </a:moveTo>
                    <a:cubicBezTo>
                      <a:pt x="112102" y="15225"/>
                      <a:pt x="107624" y="13433"/>
                      <a:pt x="102699" y="13433"/>
                    </a:cubicBezTo>
                    <a:lnTo>
                      <a:pt x="95086" y="13433"/>
                    </a:lnTo>
                    <a:lnTo>
                      <a:pt x="95086" y="2239"/>
                    </a:lnTo>
                    <a:cubicBezTo>
                      <a:pt x="95086" y="896"/>
                      <a:pt x="94191" y="0"/>
                      <a:pt x="92848" y="0"/>
                    </a:cubicBezTo>
                    <a:lnTo>
                      <a:pt x="25680" y="0"/>
                    </a:lnTo>
                    <a:cubicBezTo>
                      <a:pt x="24337" y="0"/>
                      <a:pt x="23441" y="896"/>
                      <a:pt x="23441" y="2239"/>
                    </a:cubicBezTo>
                    <a:lnTo>
                      <a:pt x="23441" y="13433"/>
                    </a:lnTo>
                    <a:lnTo>
                      <a:pt x="15829" y="13433"/>
                    </a:lnTo>
                    <a:cubicBezTo>
                      <a:pt x="10903" y="13433"/>
                      <a:pt x="6426" y="15672"/>
                      <a:pt x="3291" y="19255"/>
                    </a:cubicBezTo>
                    <a:cubicBezTo>
                      <a:pt x="157" y="23285"/>
                      <a:pt x="-739" y="28210"/>
                      <a:pt x="605" y="32688"/>
                    </a:cubicBezTo>
                    <a:lnTo>
                      <a:pt x="7321" y="59555"/>
                    </a:lnTo>
                    <a:cubicBezTo>
                      <a:pt x="9112" y="66720"/>
                      <a:pt x="15381" y="71645"/>
                      <a:pt x="22546" y="71645"/>
                    </a:cubicBezTo>
                    <a:lnTo>
                      <a:pt x="23889" y="71645"/>
                    </a:lnTo>
                    <a:cubicBezTo>
                      <a:pt x="27024" y="86870"/>
                      <a:pt x="40457" y="98512"/>
                      <a:pt x="56577" y="98512"/>
                    </a:cubicBezTo>
                    <a:lnTo>
                      <a:pt x="56577" y="120901"/>
                    </a:lnTo>
                    <a:lnTo>
                      <a:pt x="38666" y="120901"/>
                    </a:lnTo>
                    <a:cubicBezTo>
                      <a:pt x="37323" y="120901"/>
                      <a:pt x="36427" y="121797"/>
                      <a:pt x="36427" y="123140"/>
                    </a:cubicBezTo>
                    <a:cubicBezTo>
                      <a:pt x="36427" y="124483"/>
                      <a:pt x="37323" y="125379"/>
                      <a:pt x="38666" y="125379"/>
                    </a:cubicBezTo>
                    <a:lnTo>
                      <a:pt x="78966" y="125379"/>
                    </a:lnTo>
                    <a:cubicBezTo>
                      <a:pt x="80310" y="125379"/>
                      <a:pt x="81205" y="124483"/>
                      <a:pt x="81205" y="123140"/>
                    </a:cubicBezTo>
                    <a:cubicBezTo>
                      <a:pt x="81205" y="121797"/>
                      <a:pt x="80310" y="120901"/>
                      <a:pt x="78966" y="120901"/>
                    </a:cubicBezTo>
                    <a:lnTo>
                      <a:pt x="61055" y="120901"/>
                    </a:lnTo>
                    <a:lnTo>
                      <a:pt x="61055" y="98512"/>
                    </a:lnTo>
                    <a:cubicBezTo>
                      <a:pt x="77175" y="98512"/>
                      <a:pt x="91056" y="86870"/>
                      <a:pt x="93743" y="71645"/>
                    </a:cubicBezTo>
                    <a:lnTo>
                      <a:pt x="95086" y="71645"/>
                    </a:lnTo>
                    <a:cubicBezTo>
                      <a:pt x="102251" y="71645"/>
                      <a:pt x="108520" y="66720"/>
                      <a:pt x="110311" y="59555"/>
                    </a:cubicBezTo>
                    <a:lnTo>
                      <a:pt x="117028" y="32688"/>
                    </a:lnTo>
                    <a:cubicBezTo>
                      <a:pt x="119267" y="27763"/>
                      <a:pt x="117923" y="22837"/>
                      <a:pt x="115237" y="19255"/>
                    </a:cubicBezTo>
                    <a:close/>
                    <a:moveTo>
                      <a:pt x="23889" y="66720"/>
                    </a:moveTo>
                    <a:lnTo>
                      <a:pt x="22994" y="66720"/>
                    </a:lnTo>
                    <a:cubicBezTo>
                      <a:pt x="18068" y="66720"/>
                      <a:pt x="13590" y="63137"/>
                      <a:pt x="12247" y="58212"/>
                    </a:cubicBezTo>
                    <a:lnTo>
                      <a:pt x="5530" y="31345"/>
                    </a:lnTo>
                    <a:cubicBezTo>
                      <a:pt x="4635" y="27763"/>
                      <a:pt x="5530" y="24628"/>
                      <a:pt x="7769" y="21941"/>
                    </a:cubicBezTo>
                    <a:cubicBezTo>
                      <a:pt x="10008" y="19255"/>
                      <a:pt x="13142" y="17464"/>
                      <a:pt x="16725" y="17464"/>
                    </a:cubicBezTo>
                    <a:lnTo>
                      <a:pt x="24337" y="17464"/>
                    </a:lnTo>
                    <a:lnTo>
                      <a:pt x="24337" y="64481"/>
                    </a:lnTo>
                    <a:lnTo>
                      <a:pt x="24337" y="66720"/>
                    </a:lnTo>
                    <a:close/>
                    <a:moveTo>
                      <a:pt x="61951" y="93586"/>
                    </a:moveTo>
                    <a:lnTo>
                      <a:pt x="57473" y="93586"/>
                    </a:lnTo>
                    <a:cubicBezTo>
                      <a:pt x="41353" y="93586"/>
                      <a:pt x="28367" y="80601"/>
                      <a:pt x="28367" y="64481"/>
                    </a:cubicBezTo>
                    <a:lnTo>
                      <a:pt x="28367" y="15225"/>
                    </a:lnTo>
                    <a:lnTo>
                      <a:pt x="28367" y="4030"/>
                    </a:lnTo>
                    <a:lnTo>
                      <a:pt x="91056" y="4030"/>
                    </a:lnTo>
                    <a:lnTo>
                      <a:pt x="91056" y="15225"/>
                    </a:lnTo>
                    <a:lnTo>
                      <a:pt x="91056" y="64481"/>
                    </a:lnTo>
                    <a:cubicBezTo>
                      <a:pt x="91056" y="80601"/>
                      <a:pt x="77623" y="93586"/>
                      <a:pt x="61951" y="93586"/>
                    </a:cubicBezTo>
                    <a:close/>
                    <a:moveTo>
                      <a:pt x="113446" y="31345"/>
                    </a:moveTo>
                    <a:lnTo>
                      <a:pt x="106729" y="58212"/>
                    </a:lnTo>
                    <a:cubicBezTo>
                      <a:pt x="105385" y="63137"/>
                      <a:pt x="100908" y="66720"/>
                      <a:pt x="95982" y="66720"/>
                    </a:cubicBezTo>
                    <a:lnTo>
                      <a:pt x="95086" y="66720"/>
                    </a:lnTo>
                    <a:lnTo>
                      <a:pt x="95086" y="64481"/>
                    </a:lnTo>
                    <a:lnTo>
                      <a:pt x="95086" y="17464"/>
                    </a:lnTo>
                    <a:lnTo>
                      <a:pt x="102699" y="17464"/>
                    </a:lnTo>
                    <a:cubicBezTo>
                      <a:pt x="106281" y="17464"/>
                      <a:pt x="109415" y="19255"/>
                      <a:pt x="111654" y="21941"/>
                    </a:cubicBezTo>
                    <a:cubicBezTo>
                      <a:pt x="113893" y="24628"/>
                      <a:pt x="114341" y="28210"/>
                      <a:pt x="113446" y="313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545" name="Group 4441">
                <a:extLst>
                  <a:ext uri="{FF2B5EF4-FFF2-40B4-BE49-F238E27FC236}">
                    <a16:creationId xmlns:a16="http://schemas.microsoft.com/office/drawing/2014/main" id="{1943252E-5B8F-955F-1E60-98105D1351DA}"/>
                  </a:ext>
                  <a:ext uri="{C183D7F6-B498-43B3-948B-1728B52AA6E4}">
                    <adec:decorative xmlns:adec="http://schemas.microsoft.com/office/drawing/2017/decorative" val="1"/>
                  </a:ext>
                </a:extLst>
              </p:cNvPr>
              <p:cNvGrpSpPr>
                <a:grpSpLocks noChangeAspect="1"/>
              </p:cNvGrpSpPr>
              <p:nvPr/>
            </p:nvGrpSpPr>
            <p:grpSpPr>
              <a:xfrm>
                <a:off x="1087326" y="4567193"/>
                <a:ext cx="125379" cy="147768"/>
                <a:chOff x="1128080" y="3831754"/>
                <a:chExt cx="125379" cy="147768"/>
              </a:xfrm>
            </p:grpSpPr>
            <p:sp>
              <p:nvSpPr>
                <p:cNvPr id="546" name="Freeform: Shape 4442">
                  <a:extLst>
                    <a:ext uri="{FF2B5EF4-FFF2-40B4-BE49-F238E27FC236}">
                      <a16:creationId xmlns:a16="http://schemas.microsoft.com/office/drawing/2014/main" id="{1D10F1BC-C619-B004-698A-01134B4F6534}"/>
                    </a:ext>
                  </a:extLst>
                </p:cNvPr>
                <p:cNvSpPr/>
                <p:nvPr/>
              </p:nvSpPr>
              <p:spPr>
                <a:xfrm>
                  <a:off x="1148525" y="3845188"/>
                  <a:ext cx="85079" cy="85079"/>
                </a:xfrm>
                <a:custGeom>
                  <a:avLst/>
                  <a:gdLst>
                    <a:gd name="connsiteX0" fmla="*/ 42539 w 85078"/>
                    <a:gd name="connsiteY0" fmla="*/ 85079 h 85078"/>
                    <a:gd name="connsiteX1" fmla="*/ 0 w 85078"/>
                    <a:gd name="connsiteY1" fmla="*/ 42539 h 85078"/>
                    <a:gd name="connsiteX2" fmla="*/ 42539 w 85078"/>
                    <a:gd name="connsiteY2" fmla="*/ 0 h 85078"/>
                    <a:gd name="connsiteX3" fmla="*/ 85079 w 85078"/>
                    <a:gd name="connsiteY3" fmla="*/ 42539 h 85078"/>
                    <a:gd name="connsiteX4" fmla="*/ 42539 w 85078"/>
                    <a:gd name="connsiteY4" fmla="*/ 85079 h 85078"/>
                    <a:gd name="connsiteX5" fmla="*/ 42539 w 85078"/>
                    <a:gd name="connsiteY5" fmla="*/ 4478 h 85078"/>
                    <a:gd name="connsiteX6" fmla="*/ 4478 w 85078"/>
                    <a:gd name="connsiteY6" fmla="*/ 42539 h 85078"/>
                    <a:gd name="connsiteX7" fmla="*/ 42539 w 85078"/>
                    <a:gd name="connsiteY7" fmla="*/ 80601 h 85078"/>
                    <a:gd name="connsiteX8" fmla="*/ 80601 w 85078"/>
                    <a:gd name="connsiteY8" fmla="*/ 42539 h 85078"/>
                    <a:gd name="connsiteX9" fmla="*/ 42539 w 85078"/>
                    <a:gd name="connsiteY9" fmla="*/ 4478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078" h="85078">
                      <a:moveTo>
                        <a:pt x="42539" y="85079"/>
                      </a:moveTo>
                      <a:cubicBezTo>
                        <a:pt x="19255" y="85079"/>
                        <a:pt x="0" y="65824"/>
                        <a:pt x="0" y="42539"/>
                      </a:cubicBezTo>
                      <a:cubicBezTo>
                        <a:pt x="0" y="19255"/>
                        <a:pt x="19255" y="0"/>
                        <a:pt x="42539" y="0"/>
                      </a:cubicBezTo>
                      <a:cubicBezTo>
                        <a:pt x="65824" y="0"/>
                        <a:pt x="85079" y="19255"/>
                        <a:pt x="85079" y="42539"/>
                      </a:cubicBezTo>
                      <a:cubicBezTo>
                        <a:pt x="85079" y="65824"/>
                        <a:pt x="65824" y="85079"/>
                        <a:pt x="42539" y="85079"/>
                      </a:cubicBezTo>
                      <a:close/>
                      <a:moveTo>
                        <a:pt x="42539" y="4478"/>
                      </a:moveTo>
                      <a:cubicBezTo>
                        <a:pt x="21494" y="4478"/>
                        <a:pt x="4478" y="21493"/>
                        <a:pt x="4478" y="42539"/>
                      </a:cubicBezTo>
                      <a:cubicBezTo>
                        <a:pt x="4478" y="63585"/>
                        <a:pt x="21494" y="80601"/>
                        <a:pt x="42539" y="80601"/>
                      </a:cubicBezTo>
                      <a:cubicBezTo>
                        <a:pt x="63585" y="80601"/>
                        <a:pt x="80601" y="63585"/>
                        <a:pt x="80601" y="42539"/>
                      </a:cubicBezTo>
                      <a:cubicBezTo>
                        <a:pt x="80601" y="21493"/>
                        <a:pt x="63585" y="4478"/>
                        <a:pt x="4253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47" name="Freeform: Shape 4443">
                  <a:extLst>
                    <a:ext uri="{FF2B5EF4-FFF2-40B4-BE49-F238E27FC236}">
                      <a16:creationId xmlns:a16="http://schemas.microsoft.com/office/drawing/2014/main" id="{CADF7E77-1AAE-5F36-E668-6A97A04FF519}"/>
                    </a:ext>
                  </a:extLst>
                </p:cNvPr>
                <p:cNvSpPr/>
                <p:nvPr/>
              </p:nvSpPr>
              <p:spPr>
                <a:xfrm>
                  <a:off x="1128080" y="3831754"/>
                  <a:ext cx="125379" cy="147768"/>
                </a:xfrm>
                <a:custGeom>
                  <a:avLst/>
                  <a:gdLst>
                    <a:gd name="connsiteX0" fmla="*/ 125673 w 125378"/>
                    <a:gd name="connsiteY0" fmla="*/ 126722 h 147767"/>
                    <a:gd name="connsiteX1" fmla="*/ 106418 w 125378"/>
                    <a:gd name="connsiteY1" fmla="*/ 91347 h 147767"/>
                    <a:gd name="connsiteX2" fmla="*/ 106418 w 125378"/>
                    <a:gd name="connsiteY2" fmla="*/ 91347 h 147767"/>
                    <a:gd name="connsiteX3" fmla="*/ 118956 w 125378"/>
                    <a:gd name="connsiteY3" fmla="*/ 55973 h 147767"/>
                    <a:gd name="connsiteX4" fmla="*/ 62984 w 125378"/>
                    <a:gd name="connsiteY4" fmla="*/ 0 h 147767"/>
                    <a:gd name="connsiteX5" fmla="*/ 7011 w 125378"/>
                    <a:gd name="connsiteY5" fmla="*/ 55973 h 147767"/>
                    <a:gd name="connsiteX6" fmla="*/ 19549 w 125378"/>
                    <a:gd name="connsiteY6" fmla="*/ 91347 h 147767"/>
                    <a:gd name="connsiteX7" fmla="*/ 19549 w 125378"/>
                    <a:gd name="connsiteY7" fmla="*/ 91347 h 147767"/>
                    <a:gd name="connsiteX8" fmla="*/ 294 w 125378"/>
                    <a:gd name="connsiteY8" fmla="*/ 126722 h 147767"/>
                    <a:gd name="connsiteX9" fmla="*/ 742 w 125378"/>
                    <a:gd name="connsiteY9" fmla="*/ 129409 h 147767"/>
                    <a:gd name="connsiteX10" fmla="*/ 2981 w 125378"/>
                    <a:gd name="connsiteY10" fmla="*/ 130304 h 147767"/>
                    <a:gd name="connsiteX11" fmla="*/ 28057 w 125378"/>
                    <a:gd name="connsiteY11" fmla="*/ 122692 h 147767"/>
                    <a:gd name="connsiteX12" fmla="*/ 35669 w 125378"/>
                    <a:gd name="connsiteY12" fmla="*/ 147768 h 147767"/>
                    <a:gd name="connsiteX13" fmla="*/ 37460 w 125378"/>
                    <a:gd name="connsiteY13" fmla="*/ 149559 h 147767"/>
                    <a:gd name="connsiteX14" fmla="*/ 37908 w 125378"/>
                    <a:gd name="connsiteY14" fmla="*/ 149559 h 147767"/>
                    <a:gd name="connsiteX15" fmla="*/ 39699 w 125378"/>
                    <a:gd name="connsiteY15" fmla="*/ 148216 h 147767"/>
                    <a:gd name="connsiteX16" fmla="*/ 58954 w 125378"/>
                    <a:gd name="connsiteY16" fmla="*/ 112841 h 147767"/>
                    <a:gd name="connsiteX17" fmla="*/ 59401 w 125378"/>
                    <a:gd name="connsiteY17" fmla="*/ 111945 h 147767"/>
                    <a:gd name="connsiteX18" fmla="*/ 63431 w 125378"/>
                    <a:gd name="connsiteY18" fmla="*/ 111945 h 147767"/>
                    <a:gd name="connsiteX19" fmla="*/ 67461 w 125378"/>
                    <a:gd name="connsiteY19" fmla="*/ 111945 h 147767"/>
                    <a:gd name="connsiteX20" fmla="*/ 67909 w 125378"/>
                    <a:gd name="connsiteY20" fmla="*/ 112841 h 147767"/>
                    <a:gd name="connsiteX21" fmla="*/ 87164 w 125378"/>
                    <a:gd name="connsiteY21" fmla="*/ 148216 h 147767"/>
                    <a:gd name="connsiteX22" fmla="*/ 88955 w 125378"/>
                    <a:gd name="connsiteY22" fmla="*/ 149559 h 147767"/>
                    <a:gd name="connsiteX23" fmla="*/ 89403 w 125378"/>
                    <a:gd name="connsiteY23" fmla="*/ 149559 h 147767"/>
                    <a:gd name="connsiteX24" fmla="*/ 91194 w 125378"/>
                    <a:gd name="connsiteY24" fmla="*/ 147768 h 147767"/>
                    <a:gd name="connsiteX25" fmla="*/ 98806 w 125378"/>
                    <a:gd name="connsiteY25" fmla="*/ 122692 h 147767"/>
                    <a:gd name="connsiteX26" fmla="*/ 123882 w 125378"/>
                    <a:gd name="connsiteY26" fmla="*/ 130304 h 147767"/>
                    <a:gd name="connsiteX27" fmla="*/ 126121 w 125378"/>
                    <a:gd name="connsiteY27" fmla="*/ 129409 h 147767"/>
                    <a:gd name="connsiteX28" fmla="*/ 125673 w 125378"/>
                    <a:gd name="connsiteY28" fmla="*/ 126722 h 147767"/>
                    <a:gd name="connsiteX29" fmla="*/ 37908 w 125378"/>
                    <a:gd name="connsiteY29" fmla="*/ 141499 h 147767"/>
                    <a:gd name="connsiteX30" fmla="*/ 31191 w 125378"/>
                    <a:gd name="connsiteY30" fmla="*/ 119558 h 147767"/>
                    <a:gd name="connsiteX31" fmla="*/ 28504 w 125378"/>
                    <a:gd name="connsiteY31" fmla="*/ 118214 h 147767"/>
                    <a:gd name="connsiteX32" fmla="*/ 6563 w 125378"/>
                    <a:gd name="connsiteY32" fmla="*/ 124931 h 147767"/>
                    <a:gd name="connsiteX33" fmla="*/ 22683 w 125378"/>
                    <a:gd name="connsiteY33" fmla="*/ 95377 h 147767"/>
                    <a:gd name="connsiteX34" fmla="*/ 54476 w 125378"/>
                    <a:gd name="connsiteY34" fmla="*/ 111945 h 147767"/>
                    <a:gd name="connsiteX35" fmla="*/ 37908 w 125378"/>
                    <a:gd name="connsiteY35" fmla="*/ 141499 h 147767"/>
                    <a:gd name="connsiteX36" fmla="*/ 11489 w 125378"/>
                    <a:gd name="connsiteY36" fmla="*/ 55973 h 147767"/>
                    <a:gd name="connsiteX37" fmla="*/ 62984 w 125378"/>
                    <a:gd name="connsiteY37" fmla="*/ 4478 h 147767"/>
                    <a:gd name="connsiteX38" fmla="*/ 114479 w 125378"/>
                    <a:gd name="connsiteY38" fmla="*/ 55973 h 147767"/>
                    <a:gd name="connsiteX39" fmla="*/ 62984 w 125378"/>
                    <a:gd name="connsiteY39" fmla="*/ 107468 h 147767"/>
                    <a:gd name="connsiteX40" fmla="*/ 11489 w 125378"/>
                    <a:gd name="connsiteY40" fmla="*/ 55973 h 147767"/>
                    <a:gd name="connsiteX41" fmla="*/ 97015 w 125378"/>
                    <a:gd name="connsiteY41" fmla="*/ 117767 h 147767"/>
                    <a:gd name="connsiteX42" fmla="*/ 94328 w 125378"/>
                    <a:gd name="connsiteY42" fmla="*/ 119110 h 147767"/>
                    <a:gd name="connsiteX43" fmla="*/ 87612 w 125378"/>
                    <a:gd name="connsiteY43" fmla="*/ 141051 h 147767"/>
                    <a:gd name="connsiteX44" fmla="*/ 71491 w 125378"/>
                    <a:gd name="connsiteY44" fmla="*/ 111050 h 147767"/>
                    <a:gd name="connsiteX45" fmla="*/ 103284 w 125378"/>
                    <a:gd name="connsiteY45" fmla="*/ 94482 h 147767"/>
                    <a:gd name="connsiteX46" fmla="*/ 119404 w 125378"/>
                    <a:gd name="connsiteY46" fmla="*/ 124036 h 147767"/>
                    <a:gd name="connsiteX47" fmla="*/ 97015 w 125378"/>
                    <a:gd name="connsiteY47" fmla="*/ 117767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25378" h="147767">
                      <a:moveTo>
                        <a:pt x="125673" y="126722"/>
                      </a:moveTo>
                      <a:lnTo>
                        <a:pt x="106418" y="91347"/>
                      </a:lnTo>
                      <a:cubicBezTo>
                        <a:pt x="106418" y="91347"/>
                        <a:pt x="106418" y="91347"/>
                        <a:pt x="106418" y="91347"/>
                      </a:cubicBezTo>
                      <a:cubicBezTo>
                        <a:pt x="114031" y="81944"/>
                        <a:pt x="118956" y="69406"/>
                        <a:pt x="118956" y="55973"/>
                      </a:cubicBezTo>
                      <a:cubicBezTo>
                        <a:pt x="118956" y="25076"/>
                        <a:pt x="93881" y="0"/>
                        <a:pt x="62984" y="0"/>
                      </a:cubicBezTo>
                      <a:cubicBezTo>
                        <a:pt x="32087" y="0"/>
                        <a:pt x="7011" y="25076"/>
                        <a:pt x="7011" y="55973"/>
                      </a:cubicBezTo>
                      <a:cubicBezTo>
                        <a:pt x="7011" y="69406"/>
                        <a:pt x="11489" y="81496"/>
                        <a:pt x="19549" y="91347"/>
                      </a:cubicBezTo>
                      <a:cubicBezTo>
                        <a:pt x="19549" y="91347"/>
                        <a:pt x="19549" y="91347"/>
                        <a:pt x="19549" y="91347"/>
                      </a:cubicBezTo>
                      <a:lnTo>
                        <a:pt x="294" y="126722"/>
                      </a:lnTo>
                      <a:cubicBezTo>
                        <a:pt x="-154" y="127618"/>
                        <a:pt x="-154" y="128513"/>
                        <a:pt x="742" y="129409"/>
                      </a:cubicBezTo>
                      <a:cubicBezTo>
                        <a:pt x="1637" y="130304"/>
                        <a:pt x="2085" y="130304"/>
                        <a:pt x="2981" y="130304"/>
                      </a:cubicBezTo>
                      <a:lnTo>
                        <a:pt x="28057" y="122692"/>
                      </a:lnTo>
                      <a:lnTo>
                        <a:pt x="35669" y="147768"/>
                      </a:lnTo>
                      <a:cubicBezTo>
                        <a:pt x="36117" y="148664"/>
                        <a:pt x="36564" y="149111"/>
                        <a:pt x="37460" y="149559"/>
                      </a:cubicBezTo>
                      <a:cubicBezTo>
                        <a:pt x="37460" y="149559"/>
                        <a:pt x="37460" y="149559"/>
                        <a:pt x="37908" y="149559"/>
                      </a:cubicBezTo>
                      <a:cubicBezTo>
                        <a:pt x="38803" y="149559"/>
                        <a:pt x="39699" y="149111"/>
                        <a:pt x="39699" y="148216"/>
                      </a:cubicBezTo>
                      <a:lnTo>
                        <a:pt x="58954" y="112841"/>
                      </a:lnTo>
                      <a:cubicBezTo>
                        <a:pt x="58954" y="112393"/>
                        <a:pt x="59401" y="112393"/>
                        <a:pt x="59401" y="111945"/>
                      </a:cubicBezTo>
                      <a:cubicBezTo>
                        <a:pt x="60745" y="111945"/>
                        <a:pt x="62088" y="111945"/>
                        <a:pt x="63431" y="111945"/>
                      </a:cubicBezTo>
                      <a:cubicBezTo>
                        <a:pt x="64775" y="111945"/>
                        <a:pt x="66118" y="111945"/>
                        <a:pt x="67461" y="111945"/>
                      </a:cubicBezTo>
                      <a:cubicBezTo>
                        <a:pt x="67461" y="112393"/>
                        <a:pt x="67461" y="112841"/>
                        <a:pt x="67909" y="112841"/>
                      </a:cubicBezTo>
                      <a:lnTo>
                        <a:pt x="87164" y="148216"/>
                      </a:lnTo>
                      <a:cubicBezTo>
                        <a:pt x="87612" y="149111"/>
                        <a:pt x="88507" y="149559"/>
                        <a:pt x="88955" y="149559"/>
                      </a:cubicBezTo>
                      <a:cubicBezTo>
                        <a:pt x="88955" y="149559"/>
                        <a:pt x="88955" y="149559"/>
                        <a:pt x="89403" y="149559"/>
                      </a:cubicBezTo>
                      <a:cubicBezTo>
                        <a:pt x="90298" y="149559"/>
                        <a:pt x="91194" y="148664"/>
                        <a:pt x="91194" y="147768"/>
                      </a:cubicBezTo>
                      <a:lnTo>
                        <a:pt x="98806" y="122692"/>
                      </a:lnTo>
                      <a:lnTo>
                        <a:pt x="123882" y="130304"/>
                      </a:lnTo>
                      <a:cubicBezTo>
                        <a:pt x="124777" y="130752"/>
                        <a:pt x="125673" y="130304"/>
                        <a:pt x="126121" y="129409"/>
                      </a:cubicBezTo>
                      <a:cubicBezTo>
                        <a:pt x="126569" y="128513"/>
                        <a:pt x="126121" y="127618"/>
                        <a:pt x="125673" y="126722"/>
                      </a:cubicBezTo>
                      <a:close/>
                      <a:moveTo>
                        <a:pt x="37908" y="141499"/>
                      </a:moveTo>
                      <a:lnTo>
                        <a:pt x="31191" y="119558"/>
                      </a:lnTo>
                      <a:cubicBezTo>
                        <a:pt x="30743" y="118214"/>
                        <a:pt x="29400" y="117767"/>
                        <a:pt x="28504" y="118214"/>
                      </a:cubicBezTo>
                      <a:lnTo>
                        <a:pt x="6563" y="124931"/>
                      </a:lnTo>
                      <a:lnTo>
                        <a:pt x="22683" y="95377"/>
                      </a:lnTo>
                      <a:cubicBezTo>
                        <a:pt x="31191" y="103885"/>
                        <a:pt x="41938" y="110154"/>
                        <a:pt x="54476" y="111945"/>
                      </a:cubicBezTo>
                      <a:lnTo>
                        <a:pt x="37908" y="141499"/>
                      </a:lnTo>
                      <a:close/>
                      <a:moveTo>
                        <a:pt x="11489" y="55973"/>
                      </a:moveTo>
                      <a:cubicBezTo>
                        <a:pt x="11489" y="27763"/>
                        <a:pt x="34773" y="4478"/>
                        <a:pt x="62984" y="4478"/>
                      </a:cubicBezTo>
                      <a:cubicBezTo>
                        <a:pt x="91194" y="4478"/>
                        <a:pt x="114479" y="27763"/>
                        <a:pt x="114479" y="55973"/>
                      </a:cubicBezTo>
                      <a:cubicBezTo>
                        <a:pt x="114479" y="84183"/>
                        <a:pt x="91194" y="107468"/>
                        <a:pt x="62984" y="107468"/>
                      </a:cubicBezTo>
                      <a:cubicBezTo>
                        <a:pt x="34773" y="107468"/>
                        <a:pt x="11489" y="84631"/>
                        <a:pt x="11489" y="55973"/>
                      </a:cubicBezTo>
                      <a:close/>
                      <a:moveTo>
                        <a:pt x="97015" y="117767"/>
                      </a:moveTo>
                      <a:cubicBezTo>
                        <a:pt x="95672" y="117319"/>
                        <a:pt x="94776" y="118214"/>
                        <a:pt x="94328" y="119110"/>
                      </a:cubicBezTo>
                      <a:lnTo>
                        <a:pt x="87612" y="141051"/>
                      </a:lnTo>
                      <a:lnTo>
                        <a:pt x="71491" y="111050"/>
                      </a:lnTo>
                      <a:cubicBezTo>
                        <a:pt x="84029" y="109259"/>
                        <a:pt x="94776" y="102990"/>
                        <a:pt x="103284" y="94482"/>
                      </a:cubicBezTo>
                      <a:lnTo>
                        <a:pt x="119404" y="124036"/>
                      </a:lnTo>
                      <a:lnTo>
                        <a:pt x="97015" y="1177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548" name="Freeform: Shape 4444">
                <a:extLst>
                  <a:ext uri="{FF2B5EF4-FFF2-40B4-BE49-F238E27FC236}">
                    <a16:creationId xmlns:a16="http://schemas.microsoft.com/office/drawing/2014/main" id="{ECCEE850-B1CE-F9BD-698A-D126E6335B67}"/>
                  </a:ext>
                  <a:ext uri="{C183D7F6-B498-43B3-948B-1728B52AA6E4}">
                    <adec:decorative xmlns:adec="http://schemas.microsoft.com/office/drawing/2017/decorative" val="1"/>
                  </a:ext>
                </a:extLst>
              </p:cNvPr>
              <p:cNvSpPr>
                <a:spLocks noChangeAspect="1"/>
              </p:cNvSpPr>
              <p:nvPr/>
            </p:nvSpPr>
            <p:spPr>
              <a:xfrm>
                <a:off x="1889598" y="4580627"/>
                <a:ext cx="98512" cy="125379"/>
              </a:xfrm>
              <a:custGeom>
                <a:avLst/>
                <a:gdLst>
                  <a:gd name="connsiteX0" fmla="*/ 97169 w 98511"/>
                  <a:gd name="connsiteY0" fmla="*/ 107468 h 125378"/>
                  <a:gd name="connsiteX1" fmla="*/ 85526 w 98511"/>
                  <a:gd name="connsiteY1" fmla="*/ 107468 h 125378"/>
                  <a:gd name="connsiteX2" fmla="*/ 79257 w 98511"/>
                  <a:gd name="connsiteY2" fmla="*/ 82392 h 125378"/>
                  <a:gd name="connsiteX3" fmla="*/ 68958 w 98511"/>
                  <a:gd name="connsiteY3" fmla="*/ 42091 h 125378"/>
                  <a:gd name="connsiteX4" fmla="*/ 58659 w 98511"/>
                  <a:gd name="connsiteY4" fmla="*/ 1791 h 125378"/>
                  <a:gd name="connsiteX5" fmla="*/ 56420 w 98511"/>
                  <a:gd name="connsiteY5" fmla="*/ 0 h 125378"/>
                  <a:gd name="connsiteX6" fmla="*/ 42987 w 98511"/>
                  <a:gd name="connsiteY6" fmla="*/ 0 h 125378"/>
                  <a:gd name="connsiteX7" fmla="*/ 40748 w 98511"/>
                  <a:gd name="connsiteY7" fmla="*/ 1791 h 125378"/>
                  <a:gd name="connsiteX8" fmla="*/ 30449 w 98511"/>
                  <a:gd name="connsiteY8" fmla="*/ 42091 h 125378"/>
                  <a:gd name="connsiteX9" fmla="*/ 20150 w 98511"/>
                  <a:gd name="connsiteY9" fmla="*/ 82392 h 125378"/>
                  <a:gd name="connsiteX10" fmla="*/ 13881 w 98511"/>
                  <a:gd name="connsiteY10" fmla="*/ 107468 h 125378"/>
                  <a:gd name="connsiteX11" fmla="*/ 2239 w 98511"/>
                  <a:gd name="connsiteY11" fmla="*/ 107468 h 125378"/>
                  <a:gd name="connsiteX12" fmla="*/ 0 w 98511"/>
                  <a:gd name="connsiteY12" fmla="*/ 109707 h 125378"/>
                  <a:gd name="connsiteX13" fmla="*/ 0 w 98511"/>
                  <a:gd name="connsiteY13" fmla="*/ 123140 h 125378"/>
                  <a:gd name="connsiteX14" fmla="*/ 2239 w 98511"/>
                  <a:gd name="connsiteY14" fmla="*/ 125379 h 125378"/>
                  <a:gd name="connsiteX15" fmla="*/ 96273 w 98511"/>
                  <a:gd name="connsiteY15" fmla="*/ 125379 h 125378"/>
                  <a:gd name="connsiteX16" fmla="*/ 98512 w 98511"/>
                  <a:gd name="connsiteY16" fmla="*/ 123140 h 125378"/>
                  <a:gd name="connsiteX17" fmla="*/ 98512 w 98511"/>
                  <a:gd name="connsiteY17" fmla="*/ 109707 h 125378"/>
                  <a:gd name="connsiteX18" fmla="*/ 97169 w 98511"/>
                  <a:gd name="connsiteY18" fmla="*/ 107468 h 125378"/>
                  <a:gd name="connsiteX19" fmla="*/ 45226 w 98511"/>
                  <a:gd name="connsiteY19" fmla="*/ 4478 h 125378"/>
                  <a:gd name="connsiteX20" fmla="*/ 55077 w 98511"/>
                  <a:gd name="connsiteY20" fmla="*/ 4478 h 125378"/>
                  <a:gd name="connsiteX21" fmla="*/ 64033 w 98511"/>
                  <a:gd name="connsiteY21" fmla="*/ 40300 h 125378"/>
                  <a:gd name="connsiteX22" fmla="*/ 36270 w 98511"/>
                  <a:gd name="connsiteY22" fmla="*/ 40300 h 125378"/>
                  <a:gd name="connsiteX23" fmla="*/ 45226 w 98511"/>
                  <a:gd name="connsiteY23" fmla="*/ 4478 h 125378"/>
                  <a:gd name="connsiteX24" fmla="*/ 34927 w 98511"/>
                  <a:gd name="connsiteY24" fmla="*/ 44778 h 125378"/>
                  <a:gd name="connsiteX25" fmla="*/ 64928 w 98511"/>
                  <a:gd name="connsiteY25" fmla="*/ 44778 h 125378"/>
                  <a:gd name="connsiteX26" fmla="*/ 73884 w 98511"/>
                  <a:gd name="connsiteY26" fmla="*/ 80601 h 125378"/>
                  <a:gd name="connsiteX27" fmla="*/ 25971 w 98511"/>
                  <a:gd name="connsiteY27" fmla="*/ 80601 h 125378"/>
                  <a:gd name="connsiteX28" fmla="*/ 34927 w 98511"/>
                  <a:gd name="connsiteY28" fmla="*/ 44778 h 125378"/>
                  <a:gd name="connsiteX29" fmla="*/ 25076 w 98511"/>
                  <a:gd name="connsiteY29" fmla="*/ 85079 h 125378"/>
                  <a:gd name="connsiteX30" fmla="*/ 75227 w 98511"/>
                  <a:gd name="connsiteY30" fmla="*/ 85079 h 125378"/>
                  <a:gd name="connsiteX31" fmla="*/ 81048 w 98511"/>
                  <a:gd name="connsiteY31" fmla="*/ 107468 h 125378"/>
                  <a:gd name="connsiteX32" fmla="*/ 19255 w 98511"/>
                  <a:gd name="connsiteY32" fmla="*/ 107468 h 125378"/>
                  <a:gd name="connsiteX33" fmla="*/ 25076 w 98511"/>
                  <a:gd name="connsiteY33" fmla="*/ 85079 h 125378"/>
                  <a:gd name="connsiteX34" fmla="*/ 94930 w 98511"/>
                  <a:gd name="connsiteY34" fmla="*/ 120901 h 125378"/>
                  <a:gd name="connsiteX35" fmla="*/ 5373 w 98511"/>
                  <a:gd name="connsiteY35" fmla="*/ 120901 h 125378"/>
                  <a:gd name="connsiteX36" fmla="*/ 5373 w 98511"/>
                  <a:gd name="connsiteY36" fmla="*/ 111945 h 125378"/>
                  <a:gd name="connsiteX37" fmla="*/ 16568 w 98511"/>
                  <a:gd name="connsiteY37" fmla="*/ 111945 h 125378"/>
                  <a:gd name="connsiteX38" fmla="*/ 83735 w 98511"/>
                  <a:gd name="connsiteY38" fmla="*/ 111945 h 125378"/>
                  <a:gd name="connsiteX39" fmla="*/ 94930 w 98511"/>
                  <a:gd name="connsiteY39" fmla="*/ 111945 h 125378"/>
                  <a:gd name="connsiteX40" fmla="*/ 94930 w 98511"/>
                  <a:gd name="connsiteY40" fmla="*/ 120901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98511" h="125378">
                    <a:moveTo>
                      <a:pt x="97169" y="107468"/>
                    </a:moveTo>
                    <a:lnTo>
                      <a:pt x="85526" y="107468"/>
                    </a:lnTo>
                    <a:lnTo>
                      <a:pt x="79257" y="82392"/>
                    </a:lnTo>
                    <a:lnTo>
                      <a:pt x="68958" y="42091"/>
                    </a:lnTo>
                    <a:lnTo>
                      <a:pt x="58659" y="1791"/>
                    </a:lnTo>
                    <a:cubicBezTo>
                      <a:pt x="58212" y="896"/>
                      <a:pt x="57316" y="0"/>
                      <a:pt x="56420" y="0"/>
                    </a:cubicBezTo>
                    <a:lnTo>
                      <a:pt x="42987" y="0"/>
                    </a:lnTo>
                    <a:cubicBezTo>
                      <a:pt x="42091" y="0"/>
                      <a:pt x="41196" y="896"/>
                      <a:pt x="40748" y="1791"/>
                    </a:cubicBezTo>
                    <a:lnTo>
                      <a:pt x="30449" y="42091"/>
                    </a:lnTo>
                    <a:lnTo>
                      <a:pt x="20150" y="82392"/>
                    </a:lnTo>
                    <a:lnTo>
                      <a:pt x="13881" y="107468"/>
                    </a:lnTo>
                    <a:lnTo>
                      <a:pt x="2239" y="107468"/>
                    </a:lnTo>
                    <a:cubicBezTo>
                      <a:pt x="895" y="107468"/>
                      <a:pt x="0" y="108363"/>
                      <a:pt x="0" y="109707"/>
                    </a:cubicBezTo>
                    <a:lnTo>
                      <a:pt x="0" y="123140"/>
                    </a:lnTo>
                    <a:cubicBezTo>
                      <a:pt x="0" y="124483"/>
                      <a:pt x="895" y="125379"/>
                      <a:pt x="2239" y="125379"/>
                    </a:cubicBezTo>
                    <a:lnTo>
                      <a:pt x="96273" y="125379"/>
                    </a:lnTo>
                    <a:cubicBezTo>
                      <a:pt x="97616" y="125379"/>
                      <a:pt x="98512" y="124483"/>
                      <a:pt x="98512" y="123140"/>
                    </a:cubicBezTo>
                    <a:lnTo>
                      <a:pt x="98512" y="109707"/>
                    </a:lnTo>
                    <a:cubicBezTo>
                      <a:pt x="99407" y="108363"/>
                      <a:pt x="98064" y="107468"/>
                      <a:pt x="97169" y="107468"/>
                    </a:cubicBezTo>
                    <a:close/>
                    <a:moveTo>
                      <a:pt x="45226" y="4478"/>
                    </a:moveTo>
                    <a:lnTo>
                      <a:pt x="55077" y="4478"/>
                    </a:lnTo>
                    <a:lnTo>
                      <a:pt x="64033" y="40300"/>
                    </a:lnTo>
                    <a:lnTo>
                      <a:pt x="36270" y="40300"/>
                    </a:lnTo>
                    <a:lnTo>
                      <a:pt x="45226" y="4478"/>
                    </a:lnTo>
                    <a:close/>
                    <a:moveTo>
                      <a:pt x="34927" y="44778"/>
                    </a:moveTo>
                    <a:lnTo>
                      <a:pt x="64928" y="44778"/>
                    </a:lnTo>
                    <a:lnTo>
                      <a:pt x="73884" y="80601"/>
                    </a:lnTo>
                    <a:lnTo>
                      <a:pt x="25971" y="80601"/>
                    </a:lnTo>
                    <a:lnTo>
                      <a:pt x="34927" y="44778"/>
                    </a:lnTo>
                    <a:close/>
                    <a:moveTo>
                      <a:pt x="25076" y="85079"/>
                    </a:moveTo>
                    <a:lnTo>
                      <a:pt x="75227" y="85079"/>
                    </a:lnTo>
                    <a:lnTo>
                      <a:pt x="81048" y="107468"/>
                    </a:lnTo>
                    <a:lnTo>
                      <a:pt x="19255" y="107468"/>
                    </a:lnTo>
                    <a:lnTo>
                      <a:pt x="25076" y="85079"/>
                    </a:lnTo>
                    <a:close/>
                    <a:moveTo>
                      <a:pt x="94930" y="120901"/>
                    </a:moveTo>
                    <a:lnTo>
                      <a:pt x="5373" y="120901"/>
                    </a:lnTo>
                    <a:lnTo>
                      <a:pt x="5373" y="111945"/>
                    </a:lnTo>
                    <a:lnTo>
                      <a:pt x="16568" y="111945"/>
                    </a:lnTo>
                    <a:lnTo>
                      <a:pt x="83735" y="111945"/>
                    </a:lnTo>
                    <a:lnTo>
                      <a:pt x="94930" y="111945"/>
                    </a:lnTo>
                    <a:lnTo>
                      <a:pt x="94930" y="12090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49" name="Freeform: Shape 4445">
                <a:extLst>
                  <a:ext uri="{FF2B5EF4-FFF2-40B4-BE49-F238E27FC236}">
                    <a16:creationId xmlns:a16="http://schemas.microsoft.com/office/drawing/2014/main" id="{B7C184EE-9BCE-B3CD-5AF4-64544867A0BD}"/>
                  </a:ext>
                  <a:ext uri="{C183D7F6-B498-43B3-948B-1728B52AA6E4}">
                    <adec:decorative xmlns:adec="http://schemas.microsoft.com/office/drawing/2017/decorative" val="1"/>
                  </a:ext>
                </a:extLst>
              </p:cNvPr>
              <p:cNvSpPr>
                <a:spLocks noChangeAspect="1"/>
              </p:cNvSpPr>
              <p:nvPr/>
            </p:nvSpPr>
            <p:spPr>
              <a:xfrm>
                <a:off x="2147520" y="4584433"/>
                <a:ext cx="125379" cy="120901"/>
              </a:xfrm>
              <a:custGeom>
                <a:avLst/>
                <a:gdLst>
                  <a:gd name="connsiteX0" fmla="*/ 122692 w 125378"/>
                  <a:gd name="connsiteY0" fmla="*/ 23061 h 120901"/>
                  <a:gd name="connsiteX1" fmla="*/ 104333 w 125378"/>
                  <a:gd name="connsiteY1" fmla="*/ 23061 h 120901"/>
                  <a:gd name="connsiteX2" fmla="*/ 106124 w 125378"/>
                  <a:gd name="connsiteY2" fmla="*/ 15896 h 120901"/>
                  <a:gd name="connsiteX3" fmla="*/ 101647 w 125378"/>
                  <a:gd name="connsiteY3" fmla="*/ 4702 h 120901"/>
                  <a:gd name="connsiteX4" fmla="*/ 79705 w 125378"/>
                  <a:gd name="connsiteY4" fmla="*/ 4702 h 120901"/>
                  <a:gd name="connsiteX5" fmla="*/ 62242 w 125378"/>
                  <a:gd name="connsiteY5" fmla="*/ 22165 h 120901"/>
                  <a:gd name="connsiteX6" fmla="*/ 44778 w 125378"/>
                  <a:gd name="connsiteY6" fmla="*/ 4702 h 120901"/>
                  <a:gd name="connsiteX7" fmla="*/ 22837 w 125378"/>
                  <a:gd name="connsiteY7" fmla="*/ 4702 h 120901"/>
                  <a:gd name="connsiteX8" fmla="*/ 18359 w 125378"/>
                  <a:gd name="connsiteY8" fmla="*/ 15896 h 120901"/>
                  <a:gd name="connsiteX9" fmla="*/ 20150 w 125378"/>
                  <a:gd name="connsiteY9" fmla="*/ 23061 h 120901"/>
                  <a:gd name="connsiteX10" fmla="*/ 2239 w 125378"/>
                  <a:gd name="connsiteY10" fmla="*/ 23061 h 120901"/>
                  <a:gd name="connsiteX11" fmla="*/ 0 w 125378"/>
                  <a:gd name="connsiteY11" fmla="*/ 25300 h 120901"/>
                  <a:gd name="connsiteX12" fmla="*/ 0 w 125378"/>
                  <a:gd name="connsiteY12" fmla="*/ 52167 h 120901"/>
                  <a:gd name="connsiteX13" fmla="*/ 2239 w 125378"/>
                  <a:gd name="connsiteY13" fmla="*/ 54406 h 120901"/>
                  <a:gd name="connsiteX14" fmla="*/ 13433 w 125378"/>
                  <a:gd name="connsiteY14" fmla="*/ 54406 h 120901"/>
                  <a:gd name="connsiteX15" fmla="*/ 13433 w 125378"/>
                  <a:gd name="connsiteY15" fmla="*/ 119334 h 120901"/>
                  <a:gd name="connsiteX16" fmla="*/ 15672 w 125378"/>
                  <a:gd name="connsiteY16" fmla="*/ 121573 h 120901"/>
                  <a:gd name="connsiteX17" fmla="*/ 109707 w 125378"/>
                  <a:gd name="connsiteY17" fmla="*/ 121573 h 120901"/>
                  <a:gd name="connsiteX18" fmla="*/ 111945 w 125378"/>
                  <a:gd name="connsiteY18" fmla="*/ 119334 h 120901"/>
                  <a:gd name="connsiteX19" fmla="*/ 111945 w 125378"/>
                  <a:gd name="connsiteY19" fmla="*/ 54406 h 120901"/>
                  <a:gd name="connsiteX20" fmla="*/ 123140 w 125378"/>
                  <a:gd name="connsiteY20" fmla="*/ 54406 h 120901"/>
                  <a:gd name="connsiteX21" fmla="*/ 125379 w 125378"/>
                  <a:gd name="connsiteY21" fmla="*/ 52167 h 120901"/>
                  <a:gd name="connsiteX22" fmla="*/ 125379 w 125378"/>
                  <a:gd name="connsiteY22" fmla="*/ 25300 h 120901"/>
                  <a:gd name="connsiteX23" fmla="*/ 122692 w 125378"/>
                  <a:gd name="connsiteY23" fmla="*/ 23061 h 120901"/>
                  <a:gd name="connsiteX24" fmla="*/ 82840 w 125378"/>
                  <a:gd name="connsiteY24" fmla="*/ 7836 h 120901"/>
                  <a:gd name="connsiteX25" fmla="*/ 98512 w 125378"/>
                  <a:gd name="connsiteY25" fmla="*/ 7836 h 120901"/>
                  <a:gd name="connsiteX26" fmla="*/ 101647 w 125378"/>
                  <a:gd name="connsiteY26" fmla="*/ 15896 h 120901"/>
                  <a:gd name="connsiteX27" fmla="*/ 98960 w 125378"/>
                  <a:gd name="connsiteY27" fmla="*/ 23061 h 120901"/>
                  <a:gd name="connsiteX28" fmla="*/ 67167 w 125378"/>
                  <a:gd name="connsiteY28" fmla="*/ 23061 h 120901"/>
                  <a:gd name="connsiteX29" fmla="*/ 82840 w 125378"/>
                  <a:gd name="connsiteY29" fmla="*/ 7836 h 120901"/>
                  <a:gd name="connsiteX30" fmla="*/ 22389 w 125378"/>
                  <a:gd name="connsiteY30" fmla="*/ 15896 h 120901"/>
                  <a:gd name="connsiteX31" fmla="*/ 25524 w 125378"/>
                  <a:gd name="connsiteY31" fmla="*/ 7836 h 120901"/>
                  <a:gd name="connsiteX32" fmla="*/ 41196 w 125378"/>
                  <a:gd name="connsiteY32" fmla="*/ 7836 h 120901"/>
                  <a:gd name="connsiteX33" fmla="*/ 56421 w 125378"/>
                  <a:gd name="connsiteY33" fmla="*/ 23061 h 120901"/>
                  <a:gd name="connsiteX34" fmla="*/ 24628 w 125378"/>
                  <a:gd name="connsiteY34" fmla="*/ 23061 h 120901"/>
                  <a:gd name="connsiteX35" fmla="*/ 22389 w 125378"/>
                  <a:gd name="connsiteY35" fmla="*/ 15896 h 120901"/>
                  <a:gd name="connsiteX36" fmla="*/ 4030 w 125378"/>
                  <a:gd name="connsiteY36" fmla="*/ 27539 h 120901"/>
                  <a:gd name="connsiteX37" fmla="*/ 24180 w 125378"/>
                  <a:gd name="connsiteY37" fmla="*/ 27539 h 120901"/>
                  <a:gd name="connsiteX38" fmla="*/ 60003 w 125378"/>
                  <a:gd name="connsiteY38" fmla="*/ 27539 h 120901"/>
                  <a:gd name="connsiteX39" fmla="*/ 60003 w 125378"/>
                  <a:gd name="connsiteY39" fmla="*/ 49928 h 120901"/>
                  <a:gd name="connsiteX40" fmla="*/ 15225 w 125378"/>
                  <a:gd name="connsiteY40" fmla="*/ 49928 h 120901"/>
                  <a:gd name="connsiteX41" fmla="*/ 4030 w 125378"/>
                  <a:gd name="connsiteY41" fmla="*/ 49928 h 120901"/>
                  <a:gd name="connsiteX42" fmla="*/ 4030 w 125378"/>
                  <a:gd name="connsiteY42" fmla="*/ 27539 h 120901"/>
                  <a:gd name="connsiteX43" fmla="*/ 17464 w 125378"/>
                  <a:gd name="connsiteY43" fmla="*/ 54406 h 120901"/>
                  <a:gd name="connsiteX44" fmla="*/ 60003 w 125378"/>
                  <a:gd name="connsiteY44" fmla="*/ 54406 h 120901"/>
                  <a:gd name="connsiteX45" fmla="*/ 60003 w 125378"/>
                  <a:gd name="connsiteY45" fmla="*/ 117095 h 120901"/>
                  <a:gd name="connsiteX46" fmla="*/ 17464 w 125378"/>
                  <a:gd name="connsiteY46" fmla="*/ 117095 h 120901"/>
                  <a:gd name="connsiteX47" fmla="*/ 17464 w 125378"/>
                  <a:gd name="connsiteY47" fmla="*/ 54406 h 120901"/>
                  <a:gd name="connsiteX48" fmla="*/ 107020 w 125378"/>
                  <a:gd name="connsiteY48" fmla="*/ 117095 h 120901"/>
                  <a:gd name="connsiteX49" fmla="*/ 64481 w 125378"/>
                  <a:gd name="connsiteY49" fmla="*/ 117095 h 120901"/>
                  <a:gd name="connsiteX50" fmla="*/ 64481 w 125378"/>
                  <a:gd name="connsiteY50" fmla="*/ 54406 h 120901"/>
                  <a:gd name="connsiteX51" fmla="*/ 107020 w 125378"/>
                  <a:gd name="connsiteY51" fmla="*/ 54406 h 120901"/>
                  <a:gd name="connsiteX52" fmla="*/ 107020 w 125378"/>
                  <a:gd name="connsiteY52" fmla="*/ 117095 h 120901"/>
                  <a:gd name="connsiteX53" fmla="*/ 120453 w 125378"/>
                  <a:gd name="connsiteY53" fmla="*/ 49928 h 120901"/>
                  <a:gd name="connsiteX54" fmla="*/ 109259 w 125378"/>
                  <a:gd name="connsiteY54" fmla="*/ 49928 h 120901"/>
                  <a:gd name="connsiteX55" fmla="*/ 64481 w 125378"/>
                  <a:gd name="connsiteY55" fmla="*/ 49928 h 120901"/>
                  <a:gd name="connsiteX56" fmla="*/ 64481 w 125378"/>
                  <a:gd name="connsiteY56" fmla="*/ 27539 h 120901"/>
                  <a:gd name="connsiteX57" fmla="*/ 100303 w 125378"/>
                  <a:gd name="connsiteY57" fmla="*/ 27539 h 120901"/>
                  <a:gd name="connsiteX58" fmla="*/ 120453 w 125378"/>
                  <a:gd name="connsiteY58" fmla="*/ 27539 h 120901"/>
                  <a:gd name="connsiteX59" fmla="*/ 120453 w 125378"/>
                  <a:gd name="connsiteY59" fmla="*/ 49928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25378" h="120901">
                    <a:moveTo>
                      <a:pt x="122692" y="23061"/>
                    </a:moveTo>
                    <a:lnTo>
                      <a:pt x="104333" y="23061"/>
                    </a:lnTo>
                    <a:cubicBezTo>
                      <a:pt x="105677" y="20822"/>
                      <a:pt x="106124" y="18583"/>
                      <a:pt x="106124" y="15896"/>
                    </a:cubicBezTo>
                    <a:cubicBezTo>
                      <a:pt x="106124" y="11866"/>
                      <a:pt x="104333" y="7836"/>
                      <a:pt x="101647" y="4702"/>
                    </a:cubicBezTo>
                    <a:cubicBezTo>
                      <a:pt x="95378" y="-1567"/>
                      <a:pt x="85526" y="-1567"/>
                      <a:pt x="79705" y="4702"/>
                    </a:cubicBezTo>
                    <a:lnTo>
                      <a:pt x="62242" y="22165"/>
                    </a:lnTo>
                    <a:lnTo>
                      <a:pt x="44778" y="4702"/>
                    </a:lnTo>
                    <a:cubicBezTo>
                      <a:pt x="38957" y="-1120"/>
                      <a:pt x="28658" y="-1120"/>
                      <a:pt x="22837" y="4702"/>
                    </a:cubicBezTo>
                    <a:cubicBezTo>
                      <a:pt x="19703" y="7836"/>
                      <a:pt x="18359" y="11418"/>
                      <a:pt x="18359" y="15896"/>
                    </a:cubicBezTo>
                    <a:cubicBezTo>
                      <a:pt x="18359" y="18583"/>
                      <a:pt x="19255" y="20822"/>
                      <a:pt x="20150" y="23061"/>
                    </a:cubicBezTo>
                    <a:lnTo>
                      <a:pt x="2239" y="23061"/>
                    </a:lnTo>
                    <a:cubicBezTo>
                      <a:pt x="896" y="23061"/>
                      <a:pt x="0" y="23956"/>
                      <a:pt x="0" y="25300"/>
                    </a:cubicBezTo>
                    <a:lnTo>
                      <a:pt x="0" y="52167"/>
                    </a:lnTo>
                    <a:cubicBezTo>
                      <a:pt x="0" y="53510"/>
                      <a:pt x="896" y="54406"/>
                      <a:pt x="2239" y="54406"/>
                    </a:cubicBezTo>
                    <a:lnTo>
                      <a:pt x="13433" y="54406"/>
                    </a:lnTo>
                    <a:lnTo>
                      <a:pt x="13433" y="119334"/>
                    </a:lnTo>
                    <a:cubicBezTo>
                      <a:pt x="13433" y="120677"/>
                      <a:pt x="14329" y="121573"/>
                      <a:pt x="15672" y="121573"/>
                    </a:cubicBezTo>
                    <a:lnTo>
                      <a:pt x="109707" y="121573"/>
                    </a:lnTo>
                    <a:cubicBezTo>
                      <a:pt x="111050" y="121573"/>
                      <a:pt x="111945" y="120677"/>
                      <a:pt x="111945" y="119334"/>
                    </a:cubicBezTo>
                    <a:lnTo>
                      <a:pt x="111945" y="54406"/>
                    </a:lnTo>
                    <a:lnTo>
                      <a:pt x="123140" y="54406"/>
                    </a:lnTo>
                    <a:cubicBezTo>
                      <a:pt x="124483" y="54406"/>
                      <a:pt x="125379" y="53510"/>
                      <a:pt x="125379" y="52167"/>
                    </a:cubicBezTo>
                    <a:lnTo>
                      <a:pt x="125379" y="25300"/>
                    </a:lnTo>
                    <a:cubicBezTo>
                      <a:pt x="124931" y="23956"/>
                      <a:pt x="124036" y="23061"/>
                      <a:pt x="122692" y="23061"/>
                    </a:cubicBezTo>
                    <a:close/>
                    <a:moveTo>
                      <a:pt x="82840" y="7836"/>
                    </a:moveTo>
                    <a:cubicBezTo>
                      <a:pt x="87317" y="3358"/>
                      <a:pt x="94482" y="3358"/>
                      <a:pt x="98512" y="7836"/>
                    </a:cubicBezTo>
                    <a:cubicBezTo>
                      <a:pt x="100751" y="10075"/>
                      <a:pt x="101647" y="12762"/>
                      <a:pt x="101647" y="15896"/>
                    </a:cubicBezTo>
                    <a:cubicBezTo>
                      <a:pt x="101647" y="18583"/>
                      <a:pt x="100751" y="21270"/>
                      <a:pt x="98960" y="23061"/>
                    </a:cubicBezTo>
                    <a:lnTo>
                      <a:pt x="67167" y="23061"/>
                    </a:lnTo>
                    <a:lnTo>
                      <a:pt x="82840" y="7836"/>
                    </a:lnTo>
                    <a:close/>
                    <a:moveTo>
                      <a:pt x="22389" y="15896"/>
                    </a:moveTo>
                    <a:cubicBezTo>
                      <a:pt x="22389" y="12762"/>
                      <a:pt x="23733" y="10075"/>
                      <a:pt x="25524" y="7836"/>
                    </a:cubicBezTo>
                    <a:cubicBezTo>
                      <a:pt x="29554" y="3806"/>
                      <a:pt x="37166" y="3806"/>
                      <a:pt x="41196" y="7836"/>
                    </a:cubicBezTo>
                    <a:lnTo>
                      <a:pt x="56421" y="23061"/>
                    </a:lnTo>
                    <a:lnTo>
                      <a:pt x="24628" y="23061"/>
                    </a:lnTo>
                    <a:cubicBezTo>
                      <a:pt x="23285" y="21270"/>
                      <a:pt x="22389" y="18583"/>
                      <a:pt x="22389" y="15896"/>
                    </a:cubicBezTo>
                    <a:close/>
                    <a:moveTo>
                      <a:pt x="4030" y="27539"/>
                    </a:moveTo>
                    <a:lnTo>
                      <a:pt x="24180" y="27539"/>
                    </a:lnTo>
                    <a:lnTo>
                      <a:pt x="60003" y="27539"/>
                    </a:lnTo>
                    <a:lnTo>
                      <a:pt x="60003" y="49928"/>
                    </a:lnTo>
                    <a:lnTo>
                      <a:pt x="15225" y="49928"/>
                    </a:lnTo>
                    <a:lnTo>
                      <a:pt x="4030" y="49928"/>
                    </a:lnTo>
                    <a:lnTo>
                      <a:pt x="4030" y="27539"/>
                    </a:lnTo>
                    <a:close/>
                    <a:moveTo>
                      <a:pt x="17464" y="54406"/>
                    </a:moveTo>
                    <a:lnTo>
                      <a:pt x="60003" y="54406"/>
                    </a:lnTo>
                    <a:lnTo>
                      <a:pt x="60003" y="117095"/>
                    </a:lnTo>
                    <a:lnTo>
                      <a:pt x="17464" y="117095"/>
                    </a:lnTo>
                    <a:lnTo>
                      <a:pt x="17464" y="54406"/>
                    </a:lnTo>
                    <a:close/>
                    <a:moveTo>
                      <a:pt x="107020" y="117095"/>
                    </a:moveTo>
                    <a:lnTo>
                      <a:pt x="64481" y="117095"/>
                    </a:lnTo>
                    <a:lnTo>
                      <a:pt x="64481" y="54406"/>
                    </a:lnTo>
                    <a:lnTo>
                      <a:pt x="107020" y="54406"/>
                    </a:lnTo>
                    <a:lnTo>
                      <a:pt x="107020" y="117095"/>
                    </a:lnTo>
                    <a:close/>
                    <a:moveTo>
                      <a:pt x="120453" y="49928"/>
                    </a:moveTo>
                    <a:lnTo>
                      <a:pt x="109259" y="49928"/>
                    </a:lnTo>
                    <a:lnTo>
                      <a:pt x="64481" y="49928"/>
                    </a:lnTo>
                    <a:lnTo>
                      <a:pt x="64481" y="27539"/>
                    </a:lnTo>
                    <a:lnTo>
                      <a:pt x="100303" y="27539"/>
                    </a:lnTo>
                    <a:lnTo>
                      <a:pt x="120453" y="27539"/>
                    </a:lnTo>
                    <a:lnTo>
                      <a:pt x="120453" y="4992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50" name="Freeform: Shape 4446">
                <a:extLst>
                  <a:ext uri="{FF2B5EF4-FFF2-40B4-BE49-F238E27FC236}">
                    <a16:creationId xmlns:a16="http://schemas.microsoft.com/office/drawing/2014/main" id="{FB40F297-5608-0DE6-BC53-BDB38D4DF891}"/>
                  </a:ext>
                  <a:ext uri="{C183D7F6-B498-43B3-948B-1728B52AA6E4}">
                    <adec:decorative xmlns:adec="http://schemas.microsoft.com/office/drawing/2017/decorative" val="1"/>
                  </a:ext>
                </a:extLst>
              </p:cNvPr>
              <p:cNvSpPr>
                <a:spLocks noChangeAspect="1"/>
              </p:cNvSpPr>
              <p:nvPr/>
            </p:nvSpPr>
            <p:spPr>
              <a:xfrm>
                <a:off x="2412383" y="4593612"/>
                <a:ext cx="125379" cy="94034"/>
              </a:xfrm>
              <a:custGeom>
                <a:avLst/>
                <a:gdLst>
                  <a:gd name="connsiteX0" fmla="*/ 126498 w 125378"/>
                  <a:gd name="connsiteY0" fmla="*/ 29554 h 94034"/>
                  <a:gd name="connsiteX1" fmla="*/ 126498 w 125378"/>
                  <a:gd name="connsiteY1" fmla="*/ 29554 h 94034"/>
                  <a:gd name="connsiteX2" fmla="*/ 126498 w 125378"/>
                  <a:gd name="connsiteY2" fmla="*/ 29554 h 94034"/>
                  <a:gd name="connsiteX3" fmla="*/ 126498 w 125378"/>
                  <a:gd name="connsiteY3" fmla="*/ 28658 h 94034"/>
                  <a:gd name="connsiteX4" fmla="*/ 126498 w 125378"/>
                  <a:gd name="connsiteY4" fmla="*/ 28210 h 94034"/>
                  <a:gd name="connsiteX5" fmla="*/ 126498 w 125378"/>
                  <a:gd name="connsiteY5" fmla="*/ 27763 h 94034"/>
                  <a:gd name="connsiteX6" fmla="*/ 103214 w 125378"/>
                  <a:gd name="connsiteY6" fmla="*/ 896 h 94034"/>
                  <a:gd name="connsiteX7" fmla="*/ 101423 w 125378"/>
                  <a:gd name="connsiteY7" fmla="*/ 0 h 94034"/>
                  <a:gd name="connsiteX8" fmla="*/ 63809 w 125378"/>
                  <a:gd name="connsiteY8" fmla="*/ 0 h 94034"/>
                  <a:gd name="connsiteX9" fmla="*/ 63809 w 125378"/>
                  <a:gd name="connsiteY9" fmla="*/ 0 h 94034"/>
                  <a:gd name="connsiteX10" fmla="*/ 26195 w 125378"/>
                  <a:gd name="connsiteY10" fmla="*/ 0 h 94034"/>
                  <a:gd name="connsiteX11" fmla="*/ 25748 w 125378"/>
                  <a:gd name="connsiteY11" fmla="*/ 0 h 94034"/>
                  <a:gd name="connsiteX12" fmla="*/ 25300 w 125378"/>
                  <a:gd name="connsiteY12" fmla="*/ 0 h 94034"/>
                  <a:gd name="connsiteX13" fmla="*/ 25300 w 125378"/>
                  <a:gd name="connsiteY13" fmla="*/ 0 h 94034"/>
                  <a:gd name="connsiteX14" fmla="*/ 24852 w 125378"/>
                  <a:gd name="connsiteY14" fmla="*/ 448 h 94034"/>
                  <a:gd name="connsiteX15" fmla="*/ 24404 w 125378"/>
                  <a:gd name="connsiteY15" fmla="*/ 448 h 94034"/>
                  <a:gd name="connsiteX16" fmla="*/ 24404 w 125378"/>
                  <a:gd name="connsiteY16" fmla="*/ 448 h 94034"/>
                  <a:gd name="connsiteX17" fmla="*/ 672 w 125378"/>
                  <a:gd name="connsiteY17" fmla="*/ 27315 h 94034"/>
                  <a:gd name="connsiteX18" fmla="*/ 672 w 125378"/>
                  <a:gd name="connsiteY18" fmla="*/ 30449 h 94034"/>
                  <a:gd name="connsiteX19" fmla="*/ 62018 w 125378"/>
                  <a:gd name="connsiteY19" fmla="*/ 97617 h 94034"/>
                  <a:gd name="connsiteX20" fmla="*/ 62018 w 125378"/>
                  <a:gd name="connsiteY20" fmla="*/ 97617 h 94034"/>
                  <a:gd name="connsiteX21" fmla="*/ 62466 w 125378"/>
                  <a:gd name="connsiteY21" fmla="*/ 97617 h 94034"/>
                  <a:gd name="connsiteX22" fmla="*/ 62913 w 125378"/>
                  <a:gd name="connsiteY22" fmla="*/ 97617 h 94034"/>
                  <a:gd name="connsiteX23" fmla="*/ 63361 w 125378"/>
                  <a:gd name="connsiteY23" fmla="*/ 97617 h 94034"/>
                  <a:gd name="connsiteX24" fmla="*/ 63361 w 125378"/>
                  <a:gd name="connsiteY24" fmla="*/ 97617 h 94034"/>
                  <a:gd name="connsiteX25" fmla="*/ 64257 w 125378"/>
                  <a:gd name="connsiteY25" fmla="*/ 97617 h 94034"/>
                  <a:gd name="connsiteX26" fmla="*/ 64257 w 125378"/>
                  <a:gd name="connsiteY26" fmla="*/ 97617 h 94034"/>
                  <a:gd name="connsiteX27" fmla="*/ 64257 w 125378"/>
                  <a:gd name="connsiteY27" fmla="*/ 97617 h 94034"/>
                  <a:gd name="connsiteX28" fmla="*/ 65152 w 125378"/>
                  <a:gd name="connsiteY28" fmla="*/ 97617 h 94034"/>
                  <a:gd name="connsiteX29" fmla="*/ 65600 w 125378"/>
                  <a:gd name="connsiteY29" fmla="*/ 97617 h 94034"/>
                  <a:gd name="connsiteX30" fmla="*/ 66048 w 125378"/>
                  <a:gd name="connsiteY30" fmla="*/ 97617 h 94034"/>
                  <a:gd name="connsiteX31" fmla="*/ 66496 w 125378"/>
                  <a:gd name="connsiteY31" fmla="*/ 97617 h 94034"/>
                  <a:gd name="connsiteX32" fmla="*/ 66496 w 125378"/>
                  <a:gd name="connsiteY32" fmla="*/ 97617 h 94034"/>
                  <a:gd name="connsiteX33" fmla="*/ 127394 w 125378"/>
                  <a:gd name="connsiteY33" fmla="*/ 30449 h 94034"/>
                  <a:gd name="connsiteX34" fmla="*/ 127842 w 125378"/>
                  <a:gd name="connsiteY34" fmla="*/ 30001 h 94034"/>
                  <a:gd name="connsiteX35" fmla="*/ 127842 w 125378"/>
                  <a:gd name="connsiteY35" fmla="*/ 29554 h 94034"/>
                  <a:gd name="connsiteX36" fmla="*/ 126498 w 125378"/>
                  <a:gd name="connsiteY36" fmla="*/ 29554 h 94034"/>
                  <a:gd name="connsiteX37" fmla="*/ 25300 w 125378"/>
                  <a:gd name="connsiteY37" fmla="*/ 7165 h 94034"/>
                  <a:gd name="connsiteX38" fmla="*/ 33360 w 125378"/>
                  <a:gd name="connsiteY38" fmla="*/ 27763 h 94034"/>
                  <a:gd name="connsiteX39" fmla="*/ 6941 w 125378"/>
                  <a:gd name="connsiteY39" fmla="*/ 27763 h 94034"/>
                  <a:gd name="connsiteX40" fmla="*/ 25300 w 125378"/>
                  <a:gd name="connsiteY40" fmla="*/ 7165 h 94034"/>
                  <a:gd name="connsiteX41" fmla="*/ 87094 w 125378"/>
                  <a:gd name="connsiteY41" fmla="*/ 31793 h 94034"/>
                  <a:gd name="connsiteX42" fmla="*/ 63361 w 125378"/>
                  <a:gd name="connsiteY42" fmla="*/ 90900 h 94034"/>
                  <a:gd name="connsiteX43" fmla="*/ 39629 w 125378"/>
                  <a:gd name="connsiteY43" fmla="*/ 31793 h 94034"/>
                  <a:gd name="connsiteX44" fmla="*/ 87094 w 125378"/>
                  <a:gd name="connsiteY44" fmla="*/ 31793 h 94034"/>
                  <a:gd name="connsiteX45" fmla="*/ 42315 w 125378"/>
                  <a:gd name="connsiteY45" fmla="*/ 27315 h 94034"/>
                  <a:gd name="connsiteX46" fmla="*/ 63809 w 125378"/>
                  <a:gd name="connsiteY46" fmla="*/ 5821 h 94034"/>
                  <a:gd name="connsiteX47" fmla="*/ 85302 w 125378"/>
                  <a:gd name="connsiteY47" fmla="*/ 27315 h 94034"/>
                  <a:gd name="connsiteX48" fmla="*/ 42315 w 125378"/>
                  <a:gd name="connsiteY48" fmla="*/ 27315 h 94034"/>
                  <a:gd name="connsiteX49" fmla="*/ 69182 w 125378"/>
                  <a:gd name="connsiteY49" fmla="*/ 4926 h 94034"/>
                  <a:gd name="connsiteX50" fmla="*/ 97840 w 125378"/>
                  <a:gd name="connsiteY50" fmla="*/ 4926 h 94034"/>
                  <a:gd name="connsiteX51" fmla="*/ 89780 w 125378"/>
                  <a:gd name="connsiteY51" fmla="*/ 25524 h 94034"/>
                  <a:gd name="connsiteX52" fmla="*/ 69182 w 125378"/>
                  <a:gd name="connsiteY52" fmla="*/ 4926 h 94034"/>
                  <a:gd name="connsiteX53" fmla="*/ 37838 w 125378"/>
                  <a:gd name="connsiteY53" fmla="*/ 25524 h 94034"/>
                  <a:gd name="connsiteX54" fmla="*/ 29778 w 125378"/>
                  <a:gd name="connsiteY54" fmla="*/ 4926 h 94034"/>
                  <a:gd name="connsiteX55" fmla="*/ 58436 w 125378"/>
                  <a:gd name="connsiteY55" fmla="*/ 4926 h 94034"/>
                  <a:gd name="connsiteX56" fmla="*/ 37838 w 125378"/>
                  <a:gd name="connsiteY56" fmla="*/ 25524 h 94034"/>
                  <a:gd name="connsiteX57" fmla="*/ 35151 w 125378"/>
                  <a:gd name="connsiteY57" fmla="*/ 31793 h 94034"/>
                  <a:gd name="connsiteX58" fmla="*/ 57092 w 125378"/>
                  <a:gd name="connsiteY58" fmla="*/ 85974 h 94034"/>
                  <a:gd name="connsiteX59" fmla="*/ 7388 w 125378"/>
                  <a:gd name="connsiteY59" fmla="*/ 31793 h 94034"/>
                  <a:gd name="connsiteX60" fmla="*/ 35151 w 125378"/>
                  <a:gd name="connsiteY60" fmla="*/ 31793 h 94034"/>
                  <a:gd name="connsiteX61" fmla="*/ 92019 w 125378"/>
                  <a:gd name="connsiteY61" fmla="*/ 31793 h 94034"/>
                  <a:gd name="connsiteX62" fmla="*/ 119334 w 125378"/>
                  <a:gd name="connsiteY62" fmla="*/ 31793 h 94034"/>
                  <a:gd name="connsiteX63" fmla="*/ 70526 w 125378"/>
                  <a:gd name="connsiteY63" fmla="*/ 85974 h 94034"/>
                  <a:gd name="connsiteX64" fmla="*/ 92019 w 125378"/>
                  <a:gd name="connsiteY64" fmla="*/ 31793 h 94034"/>
                  <a:gd name="connsiteX65" fmla="*/ 93810 w 125378"/>
                  <a:gd name="connsiteY65" fmla="*/ 27315 h 94034"/>
                  <a:gd name="connsiteX66" fmla="*/ 101870 w 125378"/>
                  <a:gd name="connsiteY66" fmla="*/ 7165 h 94034"/>
                  <a:gd name="connsiteX67" fmla="*/ 119334 w 125378"/>
                  <a:gd name="connsiteY67" fmla="*/ 27315 h 94034"/>
                  <a:gd name="connsiteX68" fmla="*/ 93810 w 125378"/>
                  <a:gd name="connsiteY68" fmla="*/ 2731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25378" h="94034">
                    <a:moveTo>
                      <a:pt x="126498" y="29554"/>
                    </a:moveTo>
                    <a:cubicBezTo>
                      <a:pt x="126498" y="29554"/>
                      <a:pt x="126498" y="29554"/>
                      <a:pt x="126498" y="29554"/>
                    </a:cubicBezTo>
                    <a:cubicBezTo>
                      <a:pt x="126498" y="29554"/>
                      <a:pt x="126498" y="29554"/>
                      <a:pt x="126498" y="29554"/>
                    </a:cubicBezTo>
                    <a:cubicBezTo>
                      <a:pt x="126498" y="29106"/>
                      <a:pt x="126498" y="29106"/>
                      <a:pt x="126498" y="28658"/>
                    </a:cubicBezTo>
                    <a:cubicBezTo>
                      <a:pt x="126498" y="28658"/>
                      <a:pt x="126498" y="28658"/>
                      <a:pt x="126498" y="28210"/>
                    </a:cubicBezTo>
                    <a:cubicBezTo>
                      <a:pt x="126498" y="28210"/>
                      <a:pt x="126498" y="27763"/>
                      <a:pt x="126498" y="27763"/>
                    </a:cubicBezTo>
                    <a:lnTo>
                      <a:pt x="103214" y="896"/>
                    </a:lnTo>
                    <a:cubicBezTo>
                      <a:pt x="102766" y="448"/>
                      <a:pt x="102318" y="0"/>
                      <a:pt x="101423" y="0"/>
                    </a:cubicBezTo>
                    <a:lnTo>
                      <a:pt x="63809" y="0"/>
                    </a:lnTo>
                    <a:cubicBezTo>
                      <a:pt x="63809" y="0"/>
                      <a:pt x="63809" y="0"/>
                      <a:pt x="63809" y="0"/>
                    </a:cubicBezTo>
                    <a:lnTo>
                      <a:pt x="26195" y="0"/>
                    </a:lnTo>
                    <a:cubicBezTo>
                      <a:pt x="26195" y="0"/>
                      <a:pt x="25748" y="0"/>
                      <a:pt x="25748" y="0"/>
                    </a:cubicBezTo>
                    <a:cubicBezTo>
                      <a:pt x="25748" y="0"/>
                      <a:pt x="25300" y="0"/>
                      <a:pt x="25300" y="0"/>
                    </a:cubicBezTo>
                    <a:cubicBezTo>
                      <a:pt x="25300" y="0"/>
                      <a:pt x="25300" y="0"/>
                      <a:pt x="25300" y="0"/>
                    </a:cubicBezTo>
                    <a:cubicBezTo>
                      <a:pt x="25300" y="0"/>
                      <a:pt x="24852" y="0"/>
                      <a:pt x="24852" y="448"/>
                    </a:cubicBezTo>
                    <a:cubicBezTo>
                      <a:pt x="24852" y="448"/>
                      <a:pt x="24852" y="448"/>
                      <a:pt x="24404" y="448"/>
                    </a:cubicBezTo>
                    <a:cubicBezTo>
                      <a:pt x="24404" y="448"/>
                      <a:pt x="24404" y="448"/>
                      <a:pt x="24404" y="448"/>
                    </a:cubicBezTo>
                    <a:lnTo>
                      <a:pt x="672" y="27315"/>
                    </a:lnTo>
                    <a:cubicBezTo>
                      <a:pt x="-224" y="28210"/>
                      <a:pt x="-224" y="29554"/>
                      <a:pt x="672" y="30449"/>
                    </a:cubicBezTo>
                    <a:lnTo>
                      <a:pt x="62018" y="97617"/>
                    </a:lnTo>
                    <a:cubicBezTo>
                      <a:pt x="62018" y="97617"/>
                      <a:pt x="62018" y="97617"/>
                      <a:pt x="62018" y="97617"/>
                    </a:cubicBezTo>
                    <a:cubicBezTo>
                      <a:pt x="62018" y="97617"/>
                      <a:pt x="62018" y="97617"/>
                      <a:pt x="62466" y="97617"/>
                    </a:cubicBezTo>
                    <a:cubicBezTo>
                      <a:pt x="62466" y="97617"/>
                      <a:pt x="62466" y="97617"/>
                      <a:pt x="62913" y="97617"/>
                    </a:cubicBezTo>
                    <a:cubicBezTo>
                      <a:pt x="62913" y="97617"/>
                      <a:pt x="62913" y="97617"/>
                      <a:pt x="63361" y="97617"/>
                    </a:cubicBezTo>
                    <a:cubicBezTo>
                      <a:pt x="63361" y="97617"/>
                      <a:pt x="63361" y="97617"/>
                      <a:pt x="63361" y="97617"/>
                    </a:cubicBezTo>
                    <a:cubicBezTo>
                      <a:pt x="63809" y="97617"/>
                      <a:pt x="63809" y="97617"/>
                      <a:pt x="64257" y="97617"/>
                    </a:cubicBezTo>
                    <a:lnTo>
                      <a:pt x="64257" y="97617"/>
                    </a:lnTo>
                    <a:lnTo>
                      <a:pt x="64257" y="97617"/>
                    </a:lnTo>
                    <a:cubicBezTo>
                      <a:pt x="64704" y="97617"/>
                      <a:pt x="64704" y="97617"/>
                      <a:pt x="65152" y="97617"/>
                    </a:cubicBezTo>
                    <a:cubicBezTo>
                      <a:pt x="65152" y="97617"/>
                      <a:pt x="65152" y="97617"/>
                      <a:pt x="65600" y="97617"/>
                    </a:cubicBezTo>
                    <a:cubicBezTo>
                      <a:pt x="65600" y="97617"/>
                      <a:pt x="65600" y="97617"/>
                      <a:pt x="66048" y="97617"/>
                    </a:cubicBezTo>
                    <a:cubicBezTo>
                      <a:pt x="66048" y="97617"/>
                      <a:pt x="66048" y="97617"/>
                      <a:pt x="66496" y="97617"/>
                    </a:cubicBezTo>
                    <a:cubicBezTo>
                      <a:pt x="66496" y="97617"/>
                      <a:pt x="66496" y="97617"/>
                      <a:pt x="66496" y="97617"/>
                    </a:cubicBezTo>
                    <a:lnTo>
                      <a:pt x="127394" y="30449"/>
                    </a:lnTo>
                    <a:cubicBezTo>
                      <a:pt x="127394" y="30449"/>
                      <a:pt x="127394" y="30001"/>
                      <a:pt x="127842" y="30001"/>
                    </a:cubicBezTo>
                    <a:cubicBezTo>
                      <a:pt x="127842" y="30001"/>
                      <a:pt x="127842" y="30001"/>
                      <a:pt x="127842" y="29554"/>
                    </a:cubicBezTo>
                    <a:cubicBezTo>
                      <a:pt x="126498" y="30001"/>
                      <a:pt x="126498" y="30001"/>
                      <a:pt x="126498" y="29554"/>
                    </a:cubicBezTo>
                    <a:close/>
                    <a:moveTo>
                      <a:pt x="25300" y="7165"/>
                    </a:moveTo>
                    <a:lnTo>
                      <a:pt x="33360" y="27763"/>
                    </a:lnTo>
                    <a:lnTo>
                      <a:pt x="6941" y="27763"/>
                    </a:lnTo>
                    <a:lnTo>
                      <a:pt x="25300" y="7165"/>
                    </a:lnTo>
                    <a:close/>
                    <a:moveTo>
                      <a:pt x="87094" y="31793"/>
                    </a:moveTo>
                    <a:lnTo>
                      <a:pt x="63361" y="90900"/>
                    </a:lnTo>
                    <a:lnTo>
                      <a:pt x="39629" y="31793"/>
                    </a:lnTo>
                    <a:lnTo>
                      <a:pt x="87094" y="31793"/>
                    </a:lnTo>
                    <a:close/>
                    <a:moveTo>
                      <a:pt x="42315" y="27315"/>
                    </a:moveTo>
                    <a:lnTo>
                      <a:pt x="63809" y="5821"/>
                    </a:lnTo>
                    <a:lnTo>
                      <a:pt x="85302" y="27315"/>
                    </a:lnTo>
                    <a:lnTo>
                      <a:pt x="42315" y="27315"/>
                    </a:lnTo>
                    <a:close/>
                    <a:moveTo>
                      <a:pt x="69182" y="4926"/>
                    </a:moveTo>
                    <a:lnTo>
                      <a:pt x="97840" y="4926"/>
                    </a:lnTo>
                    <a:lnTo>
                      <a:pt x="89780" y="25524"/>
                    </a:lnTo>
                    <a:lnTo>
                      <a:pt x="69182" y="4926"/>
                    </a:lnTo>
                    <a:close/>
                    <a:moveTo>
                      <a:pt x="37838" y="25524"/>
                    </a:moveTo>
                    <a:lnTo>
                      <a:pt x="29778" y="4926"/>
                    </a:lnTo>
                    <a:lnTo>
                      <a:pt x="58436" y="4926"/>
                    </a:lnTo>
                    <a:lnTo>
                      <a:pt x="37838" y="25524"/>
                    </a:lnTo>
                    <a:close/>
                    <a:moveTo>
                      <a:pt x="35151" y="31793"/>
                    </a:moveTo>
                    <a:lnTo>
                      <a:pt x="57092" y="85974"/>
                    </a:lnTo>
                    <a:lnTo>
                      <a:pt x="7388" y="31793"/>
                    </a:lnTo>
                    <a:lnTo>
                      <a:pt x="35151" y="31793"/>
                    </a:lnTo>
                    <a:close/>
                    <a:moveTo>
                      <a:pt x="92019" y="31793"/>
                    </a:moveTo>
                    <a:lnTo>
                      <a:pt x="119334" y="31793"/>
                    </a:lnTo>
                    <a:lnTo>
                      <a:pt x="70526" y="85974"/>
                    </a:lnTo>
                    <a:lnTo>
                      <a:pt x="92019" y="31793"/>
                    </a:lnTo>
                    <a:close/>
                    <a:moveTo>
                      <a:pt x="93810" y="27315"/>
                    </a:moveTo>
                    <a:lnTo>
                      <a:pt x="101870" y="7165"/>
                    </a:lnTo>
                    <a:lnTo>
                      <a:pt x="119334" y="27315"/>
                    </a:lnTo>
                    <a:lnTo>
                      <a:pt x="93810" y="2731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551" name="Group 4447">
                <a:extLst>
                  <a:ext uri="{FF2B5EF4-FFF2-40B4-BE49-F238E27FC236}">
                    <a16:creationId xmlns:a16="http://schemas.microsoft.com/office/drawing/2014/main" id="{2E49A1BD-0732-8F99-8B53-62B5DE6DF75C}"/>
                  </a:ext>
                  <a:ext uri="{C183D7F6-B498-43B3-948B-1728B52AA6E4}">
                    <adec:decorative xmlns:adec="http://schemas.microsoft.com/office/drawing/2017/decorative" val="1"/>
                  </a:ext>
                </a:extLst>
              </p:cNvPr>
              <p:cNvGrpSpPr>
                <a:grpSpLocks noChangeAspect="1"/>
              </p:cNvGrpSpPr>
              <p:nvPr/>
            </p:nvGrpSpPr>
            <p:grpSpPr>
              <a:xfrm>
                <a:off x="2667395" y="4567417"/>
                <a:ext cx="111945" cy="150678"/>
                <a:chOff x="2708149" y="3831978"/>
                <a:chExt cx="111945" cy="150678"/>
              </a:xfrm>
            </p:grpSpPr>
            <p:sp>
              <p:nvSpPr>
                <p:cNvPr id="552" name="Freeform: Shape 4448">
                  <a:extLst>
                    <a:ext uri="{FF2B5EF4-FFF2-40B4-BE49-F238E27FC236}">
                      <a16:creationId xmlns:a16="http://schemas.microsoft.com/office/drawing/2014/main" id="{83B28D3D-4E35-3C84-EB7B-B36EB09E771F}"/>
                    </a:ext>
                  </a:extLst>
                </p:cNvPr>
                <p:cNvSpPr/>
                <p:nvPr/>
              </p:nvSpPr>
              <p:spPr>
                <a:xfrm>
                  <a:off x="2721582" y="3885488"/>
                  <a:ext cx="85079" cy="85079"/>
                </a:xfrm>
                <a:custGeom>
                  <a:avLst/>
                  <a:gdLst>
                    <a:gd name="connsiteX0" fmla="*/ 42539 w 85078"/>
                    <a:gd name="connsiteY0" fmla="*/ 85079 h 85078"/>
                    <a:gd name="connsiteX1" fmla="*/ 0 w 85078"/>
                    <a:gd name="connsiteY1" fmla="*/ 42539 h 85078"/>
                    <a:gd name="connsiteX2" fmla="*/ 42539 w 85078"/>
                    <a:gd name="connsiteY2" fmla="*/ 0 h 85078"/>
                    <a:gd name="connsiteX3" fmla="*/ 85079 w 85078"/>
                    <a:gd name="connsiteY3" fmla="*/ 42539 h 85078"/>
                    <a:gd name="connsiteX4" fmla="*/ 42539 w 85078"/>
                    <a:gd name="connsiteY4" fmla="*/ 85079 h 85078"/>
                    <a:gd name="connsiteX5" fmla="*/ 42539 w 85078"/>
                    <a:gd name="connsiteY5" fmla="*/ 4478 h 85078"/>
                    <a:gd name="connsiteX6" fmla="*/ 4478 w 85078"/>
                    <a:gd name="connsiteY6" fmla="*/ 42539 h 85078"/>
                    <a:gd name="connsiteX7" fmla="*/ 42539 w 85078"/>
                    <a:gd name="connsiteY7" fmla="*/ 80601 h 85078"/>
                    <a:gd name="connsiteX8" fmla="*/ 80601 w 85078"/>
                    <a:gd name="connsiteY8" fmla="*/ 42539 h 85078"/>
                    <a:gd name="connsiteX9" fmla="*/ 42539 w 85078"/>
                    <a:gd name="connsiteY9" fmla="*/ 4478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078" h="85078">
                      <a:moveTo>
                        <a:pt x="42539" y="85079"/>
                      </a:moveTo>
                      <a:cubicBezTo>
                        <a:pt x="19255" y="85079"/>
                        <a:pt x="0" y="65824"/>
                        <a:pt x="0" y="42539"/>
                      </a:cubicBezTo>
                      <a:cubicBezTo>
                        <a:pt x="0" y="19255"/>
                        <a:pt x="19255" y="0"/>
                        <a:pt x="42539" y="0"/>
                      </a:cubicBezTo>
                      <a:cubicBezTo>
                        <a:pt x="65824" y="0"/>
                        <a:pt x="85079" y="19255"/>
                        <a:pt x="85079" y="42539"/>
                      </a:cubicBezTo>
                      <a:cubicBezTo>
                        <a:pt x="85079" y="65824"/>
                        <a:pt x="65824" y="85079"/>
                        <a:pt x="42539" y="85079"/>
                      </a:cubicBezTo>
                      <a:close/>
                      <a:moveTo>
                        <a:pt x="42539" y="4478"/>
                      </a:moveTo>
                      <a:cubicBezTo>
                        <a:pt x="21494" y="4478"/>
                        <a:pt x="4478" y="21493"/>
                        <a:pt x="4478" y="42539"/>
                      </a:cubicBezTo>
                      <a:cubicBezTo>
                        <a:pt x="4478" y="63585"/>
                        <a:pt x="21494" y="80601"/>
                        <a:pt x="42539" y="80601"/>
                      </a:cubicBezTo>
                      <a:cubicBezTo>
                        <a:pt x="63585" y="80601"/>
                        <a:pt x="80601" y="63585"/>
                        <a:pt x="80601" y="42539"/>
                      </a:cubicBezTo>
                      <a:cubicBezTo>
                        <a:pt x="80601" y="21493"/>
                        <a:pt x="63585" y="4478"/>
                        <a:pt x="4253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53" name="Freeform: Shape 4449">
                  <a:extLst>
                    <a:ext uri="{FF2B5EF4-FFF2-40B4-BE49-F238E27FC236}">
                      <a16:creationId xmlns:a16="http://schemas.microsoft.com/office/drawing/2014/main" id="{4AE9E967-8268-33B5-CBC8-E29099632A4A}"/>
                    </a:ext>
                  </a:extLst>
                </p:cNvPr>
                <p:cNvSpPr/>
                <p:nvPr/>
              </p:nvSpPr>
              <p:spPr>
                <a:xfrm>
                  <a:off x="2708149" y="3843844"/>
                  <a:ext cx="111945" cy="138812"/>
                </a:xfrm>
                <a:custGeom>
                  <a:avLst/>
                  <a:gdLst>
                    <a:gd name="connsiteX0" fmla="*/ 71645 w 111945"/>
                    <a:gd name="connsiteY0" fmla="*/ 30449 h 138812"/>
                    <a:gd name="connsiteX1" fmla="*/ 71645 w 111945"/>
                    <a:gd name="connsiteY1" fmla="*/ 17016 h 138812"/>
                    <a:gd name="connsiteX2" fmla="*/ 69406 w 111945"/>
                    <a:gd name="connsiteY2" fmla="*/ 14777 h 138812"/>
                    <a:gd name="connsiteX3" fmla="*/ 57764 w 111945"/>
                    <a:gd name="connsiteY3" fmla="*/ 14777 h 138812"/>
                    <a:gd name="connsiteX4" fmla="*/ 58212 w 111945"/>
                    <a:gd name="connsiteY4" fmla="*/ 12538 h 138812"/>
                    <a:gd name="connsiteX5" fmla="*/ 58212 w 111945"/>
                    <a:gd name="connsiteY5" fmla="*/ 6269 h 138812"/>
                    <a:gd name="connsiteX6" fmla="*/ 61794 w 111945"/>
                    <a:gd name="connsiteY6" fmla="*/ 4925 h 138812"/>
                    <a:gd name="connsiteX7" fmla="*/ 70750 w 111945"/>
                    <a:gd name="connsiteY7" fmla="*/ 7164 h 138812"/>
                    <a:gd name="connsiteX8" fmla="*/ 85079 w 111945"/>
                    <a:gd name="connsiteY8" fmla="*/ 4030 h 138812"/>
                    <a:gd name="connsiteX9" fmla="*/ 84183 w 111945"/>
                    <a:gd name="connsiteY9" fmla="*/ 895 h 138812"/>
                    <a:gd name="connsiteX10" fmla="*/ 81049 w 111945"/>
                    <a:gd name="connsiteY10" fmla="*/ 1791 h 138812"/>
                    <a:gd name="connsiteX11" fmla="*/ 72541 w 111945"/>
                    <a:gd name="connsiteY11" fmla="*/ 2687 h 138812"/>
                    <a:gd name="connsiteX12" fmla="*/ 61794 w 111945"/>
                    <a:gd name="connsiteY12" fmla="*/ 0 h 138812"/>
                    <a:gd name="connsiteX13" fmla="*/ 54182 w 111945"/>
                    <a:gd name="connsiteY13" fmla="*/ 3134 h 138812"/>
                    <a:gd name="connsiteX14" fmla="*/ 53734 w 111945"/>
                    <a:gd name="connsiteY14" fmla="*/ 13433 h 138812"/>
                    <a:gd name="connsiteX15" fmla="*/ 54182 w 111945"/>
                    <a:gd name="connsiteY15" fmla="*/ 13881 h 138812"/>
                    <a:gd name="connsiteX16" fmla="*/ 42539 w 111945"/>
                    <a:gd name="connsiteY16" fmla="*/ 13881 h 138812"/>
                    <a:gd name="connsiteX17" fmla="*/ 40300 w 111945"/>
                    <a:gd name="connsiteY17" fmla="*/ 16120 h 138812"/>
                    <a:gd name="connsiteX18" fmla="*/ 40300 w 111945"/>
                    <a:gd name="connsiteY18" fmla="*/ 29553 h 138812"/>
                    <a:gd name="connsiteX19" fmla="*/ 0 w 111945"/>
                    <a:gd name="connsiteY19" fmla="*/ 83287 h 138812"/>
                    <a:gd name="connsiteX20" fmla="*/ 55973 w 111945"/>
                    <a:gd name="connsiteY20" fmla="*/ 139260 h 138812"/>
                    <a:gd name="connsiteX21" fmla="*/ 111945 w 111945"/>
                    <a:gd name="connsiteY21" fmla="*/ 83287 h 138812"/>
                    <a:gd name="connsiteX22" fmla="*/ 71645 w 111945"/>
                    <a:gd name="connsiteY22" fmla="*/ 30449 h 138812"/>
                    <a:gd name="connsiteX23" fmla="*/ 44778 w 111945"/>
                    <a:gd name="connsiteY23" fmla="*/ 19255 h 138812"/>
                    <a:gd name="connsiteX24" fmla="*/ 67167 w 111945"/>
                    <a:gd name="connsiteY24" fmla="*/ 19255 h 138812"/>
                    <a:gd name="connsiteX25" fmla="*/ 67167 w 111945"/>
                    <a:gd name="connsiteY25" fmla="*/ 29553 h 138812"/>
                    <a:gd name="connsiteX26" fmla="*/ 55973 w 111945"/>
                    <a:gd name="connsiteY26" fmla="*/ 28210 h 138812"/>
                    <a:gd name="connsiteX27" fmla="*/ 44778 w 111945"/>
                    <a:gd name="connsiteY27" fmla="*/ 29553 h 138812"/>
                    <a:gd name="connsiteX28" fmla="*/ 44778 w 111945"/>
                    <a:gd name="connsiteY28" fmla="*/ 19255 h 138812"/>
                    <a:gd name="connsiteX29" fmla="*/ 55973 w 111945"/>
                    <a:gd name="connsiteY29" fmla="*/ 135678 h 138812"/>
                    <a:gd name="connsiteX30" fmla="*/ 4478 w 111945"/>
                    <a:gd name="connsiteY30" fmla="*/ 84183 h 138812"/>
                    <a:gd name="connsiteX31" fmla="*/ 55973 w 111945"/>
                    <a:gd name="connsiteY31" fmla="*/ 32688 h 138812"/>
                    <a:gd name="connsiteX32" fmla="*/ 107468 w 111945"/>
                    <a:gd name="connsiteY32" fmla="*/ 84183 h 138812"/>
                    <a:gd name="connsiteX33" fmla="*/ 55973 w 111945"/>
                    <a:gd name="connsiteY33" fmla="*/ 135678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45" h="138812">
                      <a:moveTo>
                        <a:pt x="71645" y="30449"/>
                      </a:moveTo>
                      <a:lnTo>
                        <a:pt x="71645" y="17016"/>
                      </a:lnTo>
                      <a:cubicBezTo>
                        <a:pt x="71645" y="15672"/>
                        <a:pt x="70750" y="14777"/>
                        <a:pt x="69406" y="14777"/>
                      </a:cubicBezTo>
                      <a:lnTo>
                        <a:pt x="57764" y="14777"/>
                      </a:lnTo>
                      <a:cubicBezTo>
                        <a:pt x="58212" y="14329"/>
                        <a:pt x="58212" y="13433"/>
                        <a:pt x="58212" y="12538"/>
                      </a:cubicBezTo>
                      <a:cubicBezTo>
                        <a:pt x="57764" y="11642"/>
                        <a:pt x="56868" y="8060"/>
                        <a:pt x="58212" y="6269"/>
                      </a:cubicBezTo>
                      <a:cubicBezTo>
                        <a:pt x="58659" y="5373"/>
                        <a:pt x="60003" y="4925"/>
                        <a:pt x="61794" y="4925"/>
                      </a:cubicBezTo>
                      <a:cubicBezTo>
                        <a:pt x="64928" y="4925"/>
                        <a:pt x="68063" y="6269"/>
                        <a:pt x="70750" y="7164"/>
                      </a:cubicBezTo>
                      <a:cubicBezTo>
                        <a:pt x="75227" y="8956"/>
                        <a:pt x="81049" y="11642"/>
                        <a:pt x="85079" y="4030"/>
                      </a:cubicBezTo>
                      <a:cubicBezTo>
                        <a:pt x="85526" y="3134"/>
                        <a:pt x="85079" y="1791"/>
                        <a:pt x="84183" y="895"/>
                      </a:cubicBezTo>
                      <a:cubicBezTo>
                        <a:pt x="83287" y="448"/>
                        <a:pt x="81944" y="895"/>
                        <a:pt x="81049" y="1791"/>
                      </a:cubicBezTo>
                      <a:cubicBezTo>
                        <a:pt x="79257" y="4925"/>
                        <a:pt x="77914" y="4925"/>
                        <a:pt x="72541" y="2687"/>
                      </a:cubicBezTo>
                      <a:cubicBezTo>
                        <a:pt x="69854" y="1343"/>
                        <a:pt x="65824" y="0"/>
                        <a:pt x="61794" y="0"/>
                      </a:cubicBezTo>
                      <a:cubicBezTo>
                        <a:pt x="57764" y="0"/>
                        <a:pt x="55525" y="1791"/>
                        <a:pt x="54182" y="3134"/>
                      </a:cubicBezTo>
                      <a:cubicBezTo>
                        <a:pt x="51495" y="7164"/>
                        <a:pt x="53286" y="12986"/>
                        <a:pt x="53734" y="13433"/>
                      </a:cubicBezTo>
                      <a:cubicBezTo>
                        <a:pt x="53734" y="13433"/>
                        <a:pt x="54182" y="13881"/>
                        <a:pt x="54182" y="13881"/>
                      </a:cubicBezTo>
                      <a:lnTo>
                        <a:pt x="42539" y="13881"/>
                      </a:lnTo>
                      <a:cubicBezTo>
                        <a:pt x="41196" y="13881"/>
                        <a:pt x="40300" y="14777"/>
                        <a:pt x="40300" y="16120"/>
                      </a:cubicBezTo>
                      <a:lnTo>
                        <a:pt x="40300" y="29553"/>
                      </a:lnTo>
                      <a:cubicBezTo>
                        <a:pt x="17016" y="36270"/>
                        <a:pt x="0" y="57764"/>
                        <a:pt x="0" y="83287"/>
                      </a:cubicBezTo>
                      <a:cubicBezTo>
                        <a:pt x="0" y="114184"/>
                        <a:pt x="25076" y="139260"/>
                        <a:pt x="55973" y="139260"/>
                      </a:cubicBezTo>
                      <a:cubicBezTo>
                        <a:pt x="86870" y="139260"/>
                        <a:pt x="111945" y="114184"/>
                        <a:pt x="111945" y="83287"/>
                      </a:cubicBezTo>
                      <a:cubicBezTo>
                        <a:pt x="111945" y="58659"/>
                        <a:pt x="94930" y="37166"/>
                        <a:pt x="71645" y="30449"/>
                      </a:cubicBezTo>
                      <a:close/>
                      <a:moveTo>
                        <a:pt x="44778" y="19255"/>
                      </a:moveTo>
                      <a:lnTo>
                        <a:pt x="67167" y="19255"/>
                      </a:lnTo>
                      <a:lnTo>
                        <a:pt x="67167" y="29553"/>
                      </a:lnTo>
                      <a:cubicBezTo>
                        <a:pt x="63585" y="28658"/>
                        <a:pt x="60003" y="28210"/>
                        <a:pt x="55973" y="28210"/>
                      </a:cubicBezTo>
                      <a:cubicBezTo>
                        <a:pt x="51943" y="28210"/>
                        <a:pt x="48361" y="28658"/>
                        <a:pt x="44778" y="29553"/>
                      </a:cubicBezTo>
                      <a:lnTo>
                        <a:pt x="44778" y="19255"/>
                      </a:lnTo>
                      <a:close/>
                      <a:moveTo>
                        <a:pt x="55973" y="135678"/>
                      </a:moveTo>
                      <a:cubicBezTo>
                        <a:pt x="27763" y="135678"/>
                        <a:pt x="4478" y="112393"/>
                        <a:pt x="4478" y="84183"/>
                      </a:cubicBezTo>
                      <a:cubicBezTo>
                        <a:pt x="4478" y="55973"/>
                        <a:pt x="27763" y="32688"/>
                        <a:pt x="55973" y="32688"/>
                      </a:cubicBezTo>
                      <a:cubicBezTo>
                        <a:pt x="84183" y="32688"/>
                        <a:pt x="107468" y="55973"/>
                        <a:pt x="107468" y="84183"/>
                      </a:cubicBezTo>
                      <a:cubicBezTo>
                        <a:pt x="107468" y="112393"/>
                        <a:pt x="84183" y="135678"/>
                        <a:pt x="55973" y="1356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54" name="Freeform: Shape 4450">
                  <a:extLst>
                    <a:ext uri="{FF2B5EF4-FFF2-40B4-BE49-F238E27FC236}">
                      <a16:creationId xmlns:a16="http://schemas.microsoft.com/office/drawing/2014/main" id="{2191C175-6480-071A-88E8-BE32F51E3885}"/>
                    </a:ext>
                  </a:extLst>
                </p:cNvPr>
                <p:cNvSpPr/>
                <p:nvPr/>
              </p:nvSpPr>
              <p:spPr>
                <a:xfrm>
                  <a:off x="2795690" y="3831978"/>
                  <a:ext cx="8956" cy="8956"/>
                </a:xfrm>
                <a:custGeom>
                  <a:avLst/>
                  <a:gdLst>
                    <a:gd name="connsiteX0" fmla="*/ 2015 w 8955"/>
                    <a:gd name="connsiteY0" fmla="*/ 11866 h 8955"/>
                    <a:gd name="connsiteX1" fmla="*/ 672 w 8955"/>
                    <a:gd name="connsiteY1" fmla="*/ 11418 h 8955"/>
                    <a:gd name="connsiteX2" fmla="*/ 672 w 8955"/>
                    <a:gd name="connsiteY2" fmla="*/ 8284 h 8955"/>
                    <a:gd name="connsiteX3" fmla="*/ 7388 w 8955"/>
                    <a:gd name="connsiteY3" fmla="*/ 672 h 8955"/>
                    <a:gd name="connsiteX4" fmla="*/ 10523 w 8955"/>
                    <a:gd name="connsiteY4" fmla="*/ 672 h 8955"/>
                    <a:gd name="connsiteX5" fmla="*/ 10523 w 8955"/>
                    <a:gd name="connsiteY5" fmla="*/ 3806 h 8955"/>
                    <a:gd name="connsiteX6" fmla="*/ 3806 w 8955"/>
                    <a:gd name="connsiteY6" fmla="*/ 11418 h 8955"/>
                    <a:gd name="connsiteX7" fmla="*/ 2015 w 8955"/>
                    <a:gd name="connsiteY7" fmla="*/ 11866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8955">
                      <a:moveTo>
                        <a:pt x="2015" y="11866"/>
                      </a:moveTo>
                      <a:cubicBezTo>
                        <a:pt x="1567" y="11866"/>
                        <a:pt x="1120" y="11866"/>
                        <a:pt x="672" y="11418"/>
                      </a:cubicBezTo>
                      <a:cubicBezTo>
                        <a:pt x="-224" y="10523"/>
                        <a:pt x="-224" y="9179"/>
                        <a:pt x="672" y="8284"/>
                      </a:cubicBezTo>
                      <a:lnTo>
                        <a:pt x="7388" y="672"/>
                      </a:lnTo>
                      <a:cubicBezTo>
                        <a:pt x="8284" y="-224"/>
                        <a:pt x="9627" y="-224"/>
                        <a:pt x="10523" y="672"/>
                      </a:cubicBezTo>
                      <a:cubicBezTo>
                        <a:pt x="11418" y="1567"/>
                        <a:pt x="11418" y="2911"/>
                        <a:pt x="10523" y="3806"/>
                      </a:cubicBezTo>
                      <a:lnTo>
                        <a:pt x="3806" y="11418"/>
                      </a:lnTo>
                      <a:cubicBezTo>
                        <a:pt x="3358" y="11866"/>
                        <a:pt x="2463" y="11866"/>
                        <a:pt x="2015" y="1186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55" name="Freeform: Shape 4451">
                  <a:extLst>
                    <a:ext uri="{FF2B5EF4-FFF2-40B4-BE49-F238E27FC236}">
                      <a16:creationId xmlns:a16="http://schemas.microsoft.com/office/drawing/2014/main" id="{3D0616C0-4E54-4DD4-1D68-9E63BDF84E6E}"/>
                    </a:ext>
                  </a:extLst>
                </p:cNvPr>
                <p:cNvSpPr/>
                <p:nvPr/>
              </p:nvSpPr>
              <p:spPr>
                <a:xfrm>
                  <a:off x="2796321" y="3849625"/>
                  <a:ext cx="8956" cy="8956"/>
                </a:xfrm>
                <a:custGeom>
                  <a:avLst/>
                  <a:gdLst>
                    <a:gd name="connsiteX0" fmla="*/ 8548 w 8955"/>
                    <a:gd name="connsiteY0" fmla="*/ 9444 h 8955"/>
                    <a:gd name="connsiteX1" fmla="*/ 7205 w 8955"/>
                    <a:gd name="connsiteY1" fmla="*/ 8996 h 8955"/>
                    <a:gd name="connsiteX2" fmla="*/ 936 w 8955"/>
                    <a:gd name="connsiteY2" fmla="*/ 4070 h 8955"/>
                    <a:gd name="connsiteX3" fmla="*/ 488 w 8955"/>
                    <a:gd name="connsiteY3" fmla="*/ 936 h 8955"/>
                    <a:gd name="connsiteX4" fmla="*/ 3623 w 8955"/>
                    <a:gd name="connsiteY4" fmla="*/ 488 h 8955"/>
                    <a:gd name="connsiteX5" fmla="*/ 9892 w 8955"/>
                    <a:gd name="connsiteY5" fmla="*/ 5414 h 8955"/>
                    <a:gd name="connsiteX6" fmla="*/ 10339 w 8955"/>
                    <a:gd name="connsiteY6" fmla="*/ 8548 h 8955"/>
                    <a:gd name="connsiteX7" fmla="*/ 8548 w 8955"/>
                    <a:gd name="connsiteY7" fmla="*/ 9444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8955">
                      <a:moveTo>
                        <a:pt x="8548" y="9444"/>
                      </a:moveTo>
                      <a:cubicBezTo>
                        <a:pt x="8100" y="9444"/>
                        <a:pt x="7653" y="9444"/>
                        <a:pt x="7205" y="8996"/>
                      </a:cubicBezTo>
                      <a:lnTo>
                        <a:pt x="936" y="4070"/>
                      </a:lnTo>
                      <a:cubicBezTo>
                        <a:pt x="40" y="3175"/>
                        <a:pt x="-407" y="1831"/>
                        <a:pt x="488" y="936"/>
                      </a:cubicBezTo>
                      <a:cubicBezTo>
                        <a:pt x="1384" y="40"/>
                        <a:pt x="2727" y="-407"/>
                        <a:pt x="3623" y="488"/>
                      </a:cubicBezTo>
                      <a:lnTo>
                        <a:pt x="9892" y="5414"/>
                      </a:lnTo>
                      <a:cubicBezTo>
                        <a:pt x="10787" y="6309"/>
                        <a:pt x="11235" y="7653"/>
                        <a:pt x="10339" y="8548"/>
                      </a:cubicBezTo>
                      <a:cubicBezTo>
                        <a:pt x="9892" y="8996"/>
                        <a:pt x="9444" y="9444"/>
                        <a:pt x="8548" y="944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56" name="Freeform: Shape 4452">
                  <a:extLst>
                    <a:ext uri="{FF2B5EF4-FFF2-40B4-BE49-F238E27FC236}">
                      <a16:creationId xmlns:a16="http://schemas.microsoft.com/office/drawing/2014/main" id="{A719D8F2-6BFC-0E31-CBE9-9597E2E517CD}"/>
                    </a:ext>
                  </a:extLst>
                </p:cNvPr>
                <p:cNvSpPr/>
                <p:nvPr/>
              </p:nvSpPr>
              <p:spPr>
                <a:xfrm>
                  <a:off x="2777514" y="3834400"/>
                  <a:ext cx="8956" cy="8956"/>
                </a:xfrm>
                <a:custGeom>
                  <a:avLst/>
                  <a:gdLst>
                    <a:gd name="connsiteX0" fmla="*/ 8548 w 8955"/>
                    <a:gd name="connsiteY0" fmla="*/ 8996 h 8955"/>
                    <a:gd name="connsiteX1" fmla="*/ 7205 w 8955"/>
                    <a:gd name="connsiteY1" fmla="*/ 8548 h 8955"/>
                    <a:gd name="connsiteX2" fmla="*/ 936 w 8955"/>
                    <a:gd name="connsiteY2" fmla="*/ 4070 h 8955"/>
                    <a:gd name="connsiteX3" fmla="*/ 488 w 8955"/>
                    <a:gd name="connsiteY3" fmla="*/ 936 h 8955"/>
                    <a:gd name="connsiteX4" fmla="*/ 3623 w 8955"/>
                    <a:gd name="connsiteY4" fmla="*/ 488 h 8955"/>
                    <a:gd name="connsiteX5" fmla="*/ 9892 w 8955"/>
                    <a:gd name="connsiteY5" fmla="*/ 4966 h 8955"/>
                    <a:gd name="connsiteX6" fmla="*/ 10339 w 8955"/>
                    <a:gd name="connsiteY6" fmla="*/ 8100 h 8955"/>
                    <a:gd name="connsiteX7" fmla="*/ 8548 w 8955"/>
                    <a:gd name="connsiteY7" fmla="*/ 8996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8955">
                      <a:moveTo>
                        <a:pt x="8548" y="8996"/>
                      </a:moveTo>
                      <a:cubicBezTo>
                        <a:pt x="8101" y="8996"/>
                        <a:pt x="7653" y="8996"/>
                        <a:pt x="7205" y="8548"/>
                      </a:cubicBezTo>
                      <a:lnTo>
                        <a:pt x="936" y="4070"/>
                      </a:lnTo>
                      <a:cubicBezTo>
                        <a:pt x="40" y="3175"/>
                        <a:pt x="-407" y="1832"/>
                        <a:pt x="488" y="936"/>
                      </a:cubicBezTo>
                      <a:cubicBezTo>
                        <a:pt x="1384" y="40"/>
                        <a:pt x="2727" y="-407"/>
                        <a:pt x="3623" y="488"/>
                      </a:cubicBezTo>
                      <a:lnTo>
                        <a:pt x="9892" y="4966"/>
                      </a:lnTo>
                      <a:cubicBezTo>
                        <a:pt x="10787" y="5861"/>
                        <a:pt x="11235" y="7205"/>
                        <a:pt x="10339" y="8100"/>
                      </a:cubicBezTo>
                      <a:cubicBezTo>
                        <a:pt x="9892" y="8996"/>
                        <a:pt x="9444" y="8996"/>
                        <a:pt x="8548" y="899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57" name="Freeform: Shape 4453">
                  <a:extLst>
                    <a:ext uri="{FF2B5EF4-FFF2-40B4-BE49-F238E27FC236}">
                      <a16:creationId xmlns:a16="http://schemas.microsoft.com/office/drawing/2014/main" id="{DDFB136E-1207-91D2-317A-8A156D23622B}"/>
                    </a:ext>
                  </a:extLst>
                </p:cNvPr>
                <p:cNvSpPr/>
                <p:nvPr/>
              </p:nvSpPr>
              <p:spPr>
                <a:xfrm>
                  <a:off x="2761882" y="3891757"/>
                  <a:ext cx="4478" cy="8956"/>
                </a:xfrm>
                <a:custGeom>
                  <a:avLst/>
                  <a:gdLst>
                    <a:gd name="connsiteX0" fmla="*/ 2239 w 4477"/>
                    <a:gd name="connsiteY0" fmla="*/ 12986 h 8955"/>
                    <a:gd name="connsiteX1" fmla="*/ 0 w 4477"/>
                    <a:gd name="connsiteY1" fmla="*/ 10747 h 8955"/>
                    <a:gd name="connsiteX2" fmla="*/ 0 w 4477"/>
                    <a:gd name="connsiteY2" fmla="*/ 2239 h 8955"/>
                    <a:gd name="connsiteX3" fmla="*/ 2239 w 4477"/>
                    <a:gd name="connsiteY3" fmla="*/ 0 h 8955"/>
                    <a:gd name="connsiteX4" fmla="*/ 4478 w 4477"/>
                    <a:gd name="connsiteY4" fmla="*/ 2239 h 8955"/>
                    <a:gd name="connsiteX5" fmla="*/ 4478 w 4477"/>
                    <a:gd name="connsiteY5" fmla="*/ 10747 h 8955"/>
                    <a:gd name="connsiteX6" fmla="*/ 2239 w 4477"/>
                    <a:gd name="connsiteY6" fmla="*/ 12986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8955">
                      <a:moveTo>
                        <a:pt x="2239" y="12986"/>
                      </a:moveTo>
                      <a:cubicBezTo>
                        <a:pt x="896" y="12986"/>
                        <a:pt x="0" y="12090"/>
                        <a:pt x="0" y="10747"/>
                      </a:cubicBezTo>
                      <a:lnTo>
                        <a:pt x="0" y="2239"/>
                      </a:lnTo>
                      <a:cubicBezTo>
                        <a:pt x="0" y="896"/>
                        <a:pt x="896" y="0"/>
                        <a:pt x="2239" y="0"/>
                      </a:cubicBezTo>
                      <a:cubicBezTo>
                        <a:pt x="3582" y="0"/>
                        <a:pt x="4478" y="896"/>
                        <a:pt x="4478" y="2239"/>
                      </a:cubicBezTo>
                      <a:lnTo>
                        <a:pt x="4478" y="10747"/>
                      </a:lnTo>
                      <a:cubicBezTo>
                        <a:pt x="4478" y="11642"/>
                        <a:pt x="3582" y="12986"/>
                        <a:pt x="2239" y="1298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58" name="Freeform: Shape 4454">
                  <a:extLst>
                    <a:ext uri="{FF2B5EF4-FFF2-40B4-BE49-F238E27FC236}">
                      <a16:creationId xmlns:a16="http://schemas.microsoft.com/office/drawing/2014/main" id="{C27E634C-FD64-3A64-D22D-B34B0030ABB0}"/>
                    </a:ext>
                  </a:extLst>
                </p:cNvPr>
                <p:cNvSpPr/>
                <p:nvPr/>
              </p:nvSpPr>
              <p:spPr>
                <a:xfrm>
                  <a:off x="2761882" y="3951760"/>
                  <a:ext cx="4478" cy="8956"/>
                </a:xfrm>
                <a:custGeom>
                  <a:avLst/>
                  <a:gdLst>
                    <a:gd name="connsiteX0" fmla="*/ 2239 w 4477"/>
                    <a:gd name="connsiteY0" fmla="*/ 12986 h 8955"/>
                    <a:gd name="connsiteX1" fmla="*/ 0 w 4477"/>
                    <a:gd name="connsiteY1" fmla="*/ 10747 h 8955"/>
                    <a:gd name="connsiteX2" fmla="*/ 0 w 4477"/>
                    <a:gd name="connsiteY2" fmla="*/ 2239 h 8955"/>
                    <a:gd name="connsiteX3" fmla="*/ 2239 w 4477"/>
                    <a:gd name="connsiteY3" fmla="*/ 0 h 8955"/>
                    <a:gd name="connsiteX4" fmla="*/ 4478 w 4477"/>
                    <a:gd name="connsiteY4" fmla="*/ 2239 h 8955"/>
                    <a:gd name="connsiteX5" fmla="*/ 4478 w 4477"/>
                    <a:gd name="connsiteY5" fmla="*/ 10747 h 8955"/>
                    <a:gd name="connsiteX6" fmla="*/ 2239 w 4477"/>
                    <a:gd name="connsiteY6" fmla="*/ 12986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8955">
                      <a:moveTo>
                        <a:pt x="2239" y="12986"/>
                      </a:moveTo>
                      <a:cubicBezTo>
                        <a:pt x="896" y="12986"/>
                        <a:pt x="0" y="12090"/>
                        <a:pt x="0" y="10747"/>
                      </a:cubicBezTo>
                      <a:lnTo>
                        <a:pt x="0" y="2239"/>
                      </a:lnTo>
                      <a:cubicBezTo>
                        <a:pt x="0" y="896"/>
                        <a:pt x="896" y="0"/>
                        <a:pt x="2239" y="0"/>
                      </a:cubicBezTo>
                      <a:cubicBezTo>
                        <a:pt x="3582" y="0"/>
                        <a:pt x="4478" y="896"/>
                        <a:pt x="4478" y="2239"/>
                      </a:cubicBezTo>
                      <a:lnTo>
                        <a:pt x="4478" y="10747"/>
                      </a:lnTo>
                      <a:cubicBezTo>
                        <a:pt x="4478" y="12090"/>
                        <a:pt x="3582" y="12986"/>
                        <a:pt x="2239" y="1298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59" name="Freeform: Shape 4455">
                  <a:extLst>
                    <a:ext uri="{FF2B5EF4-FFF2-40B4-BE49-F238E27FC236}">
                      <a16:creationId xmlns:a16="http://schemas.microsoft.com/office/drawing/2014/main" id="{0DBD2406-7139-0C78-7356-6F10CD9AF629}"/>
                    </a:ext>
                  </a:extLst>
                </p:cNvPr>
                <p:cNvSpPr/>
                <p:nvPr/>
              </p:nvSpPr>
              <p:spPr>
                <a:xfrm>
                  <a:off x="2787854" y="3926236"/>
                  <a:ext cx="8956" cy="4478"/>
                </a:xfrm>
                <a:custGeom>
                  <a:avLst/>
                  <a:gdLst>
                    <a:gd name="connsiteX0" fmla="*/ 10747 w 8955"/>
                    <a:gd name="connsiteY0" fmla="*/ 4478 h 4477"/>
                    <a:gd name="connsiteX1" fmla="*/ 2239 w 8955"/>
                    <a:gd name="connsiteY1" fmla="*/ 4478 h 4477"/>
                    <a:gd name="connsiteX2" fmla="*/ 0 w 8955"/>
                    <a:gd name="connsiteY2" fmla="*/ 2239 h 4477"/>
                    <a:gd name="connsiteX3" fmla="*/ 2239 w 8955"/>
                    <a:gd name="connsiteY3" fmla="*/ 0 h 4477"/>
                    <a:gd name="connsiteX4" fmla="*/ 10747 w 8955"/>
                    <a:gd name="connsiteY4" fmla="*/ 0 h 4477"/>
                    <a:gd name="connsiteX5" fmla="*/ 12986 w 8955"/>
                    <a:gd name="connsiteY5" fmla="*/ 2239 h 4477"/>
                    <a:gd name="connsiteX6" fmla="*/ 10747 w 8955"/>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55" h="4477">
                      <a:moveTo>
                        <a:pt x="10747" y="4478"/>
                      </a:moveTo>
                      <a:lnTo>
                        <a:pt x="2239" y="4478"/>
                      </a:lnTo>
                      <a:cubicBezTo>
                        <a:pt x="895" y="4478"/>
                        <a:pt x="0" y="3582"/>
                        <a:pt x="0" y="2239"/>
                      </a:cubicBezTo>
                      <a:cubicBezTo>
                        <a:pt x="0" y="896"/>
                        <a:pt x="895" y="0"/>
                        <a:pt x="2239" y="0"/>
                      </a:cubicBezTo>
                      <a:lnTo>
                        <a:pt x="10747" y="0"/>
                      </a:lnTo>
                      <a:cubicBezTo>
                        <a:pt x="12090" y="0"/>
                        <a:pt x="12986" y="896"/>
                        <a:pt x="12986" y="2239"/>
                      </a:cubicBezTo>
                      <a:cubicBezTo>
                        <a:pt x="12986" y="3582"/>
                        <a:pt x="11642" y="4478"/>
                        <a:pt x="10747"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60" name="Freeform: Shape 4456">
                  <a:extLst>
                    <a:ext uri="{FF2B5EF4-FFF2-40B4-BE49-F238E27FC236}">
                      <a16:creationId xmlns:a16="http://schemas.microsoft.com/office/drawing/2014/main" id="{1BF98512-3DAE-3D80-EFC4-6E6F67E76540}"/>
                    </a:ext>
                  </a:extLst>
                </p:cNvPr>
                <p:cNvSpPr/>
                <p:nvPr/>
              </p:nvSpPr>
              <p:spPr>
                <a:xfrm>
                  <a:off x="2727403" y="3926236"/>
                  <a:ext cx="8956" cy="4478"/>
                </a:xfrm>
                <a:custGeom>
                  <a:avLst/>
                  <a:gdLst>
                    <a:gd name="connsiteX0" fmla="*/ 10747 w 8955"/>
                    <a:gd name="connsiteY0" fmla="*/ 4478 h 4477"/>
                    <a:gd name="connsiteX1" fmla="*/ 2239 w 8955"/>
                    <a:gd name="connsiteY1" fmla="*/ 4478 h 4477"/>
                    <a:gd name="connsiteX2" fmla="*/ 0 w 8955"/>
                    <a:gd name="connsiteY2" fmla="*/ 2239 h 4477"/>
                    <a:gd name="connsiteX3" fmla="*/ 2239 w 8955"/>
                    <a:gd name="connsiteY3" fmla="*/ 0 h 4477"/>
                    <a:gd name="connsiteX4" fmla="*/ 10747 w 8955"/>
                    <a:gd name="connsiteY4" fmla="*/ 0 h 4477"/>
                    <a:gd name="connsiteX5" fmla="*/ 12986 w 8955"/>
                    <a:gd name="connsiteY5" fmla="*/ 2239 h 4477"/>
                    <a:gd name="connsiteX6" fmla="*/ 10747 w 8955"/>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55" h="4477">
                      <a:moveTo>
                        <a:pt x="10747" y="4478"/>
                      </a:moveTo>
                      <a:lnTo>
                        <a:pt x="2239" y="4478"/>
                      </a:lnTo>
                      <a:cubicBezTo>
                        <a:pt x="895" y="4478"/>
                        <a:pt x="0" y="3582"/>
                        <a:pt x="0" y="2239"/>
                      </a:cubicBezTo>
                      <a:cubicBezTo>
                        <a:pt x="0" y="896"/>
                        <a:pt x="895" y="0"/>
                        <a:pt x="2239" y="0"/>
                      </a:cubicBezTo>
                      <a:lnTo>
                        <a:pt x="10747" y="0"/>
                      </a:lnTo>
                      <a:cubicBezTo>
                        <a:pt x="12090" y="0"/>
                        <a:pt x="12986" y="896"/>
                        <a:pt x="12986" y="2239"/>
                      </a:cubicBezTo>
                      <a:cubicBezTo>
                        <a:pt x="12986" y="3582"/>
                        <a:pt x="12090" y="4478"/>
                        <a:pt x="10747"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61" name="Freeform: Shape 4457">
                  <a:extLst>
                    <a:ext uri="{FF2B5EF4-FFF2-40B4-BE49-F238E27FC236}">
                      <a16:creationId xmlns:a16="http://schemas.microsoft.com/office/drawing/2014/main" id="{DED6310A-1A39-EB92-7BDE-6F86AF44F44A}"/>
                    </a:ext>
                  </a:extLst>
                </p:cNvPr>
                <p:cNvSpPr/>
                <p:nvPr/>
              </p:nvSpPr>
              <p:spPr>
                <a:xfrm>
                  <a:off x="2748629" y="3906068"/>
                  <a:ext cx="17911" cy="26867"/>
                </a:xfrm>
                <a:custGeom>
                  <a:avLst/>
                  <a:gdLst>
                    <a:gd name="connsiteX0" fmla="*/ 15492 w 17911"/>
                    <a:gd name="connsiteY0" fmla="*/ 26885 h 26866"/>
                    <a:gd name="connsiteX1" fmla="*/ 13701 w 17911"/>
                    <a:gd name="connsiteY1" fmla="*/ 25989 h 26866"/>
                    <a:gd name="connsiteX2" fmla="*/ 268 w 17911"/>
                    <a:gd name="connsiteY2" fmla="*/ 3600 h 26866"/>
                    <a:gd name="connsiteX3" fmla="*/ 1163 w 17911"/>
                    <a:gd name="connsiteY3" fmla="*/ 466 h 26866"/>
                    <a:gd name="connsiteX4" fmla="*/ 4298 w 17911"/>
                    <a:gd name="connsiteY4" fmla="*/ 1361 h 26866"/>
                    <a:gd name="connsiteX5" fmla="*/ 13701 w 17911"/>
                    <a:gd name="connsiteY5" fmla="*/ 17034 h 26866"/>
                    <a:gd name="connsiteX6" fmla="*/ 13701 w 17911"/>
                    <a:gd name="connsiteY6" fmla="*/ 5391 h 26866"/>
                    <a:gd name="connsiteX7" fmla="*/ 15940 w 17911"/>
                    <a:gd name="connsiteY7" fmla="*/ 3153 h 26866"/>
                    <a:gd name="connsiteX8" fmla="*/ 18179 w 17911"/>
                    <a:gd name="connsiteY8" fmla="*/ 5391 h 26866"/>
                    <a:gd name="connsiteX9" fmla="*/ 18179 w 17911"/>
                    <a:gd name="connsiteY9" fmla="*/ 25094 h 26866"/>
                    <a:gd name="connsiteX10" fmla="*/ 16388 w 17911"/>
                    <a:gd name="connsiteY10" fmla="*/ 27333 h 26866"/>
                    <a:gd name="connsiteX11" fmla="*/ 15492 w 17911"/>
                    <a:gd name="connsiteY11" fmla="*/ 26885 h 26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11" h="26866">
                      <a:moveTo>
                        <a:pt x="15492" y="26885"/>
                      </a:moveTo>
                      <a:cubicBezTo>
                        <a:pt x="14597" y="26885"/>
                        <a:pt x="14149" y="26437"/>
                        <a:pt x="13701" y="25989"/>
                      </a:cubicBezTo>
                      <a:lnTo>
                        <a:pt x="268" y="3600"/>
                      </a:lnTo>
                      <a:cubicBezTo>
                        <a:pt x="-180" y="2705"/>
                        <a:pt x="-180" y="1361"/>
                        <a:pt x="1163" y="466"/>
                      </a:cubicBezTo>
                      <a:cubicBezTo>
                        <a:pt x="2507" y="-430"/>
                        <a:pt x="3402" y="18"/>
                        <a:pt x="4298" y="1361"/>
                      </a:cubicBezTo>
                      <a:lnTo>
                        <a:pt x="13701" y="17034"/>
                      </a:lnTo>
                      <a:lnTo>
                        <a:pt x="13701" y="5391"/>
                      </a:lnTo>
                      <a:cubicBezTo>
                        <a:pt x="13701" y="4048"/>
                        <a:pt x="14597" y="3153"/>
                        <a:pt x="15940" y="3153"/>
                      </a:cubicBezTo>
                      <a:cubicBezTo>
                        <a:pt x="17283" y="3153"/>
                        <a:pt x="18179" y="4048"/>
                        <a:pt x="18179" y="5391"/>
                      </a:cubicBezTo>
                      <a:lnTo>
                        <a:pt x="18179" y="25094"/>
                      </a:lnTo>
                      <a:cubicBezTo>
                        <a:pt x="18179" y="25989"/>
                        <a:pt x="17731" y="26885"/>
                        <a:pt x="16388" y="27333"/>
                      </a:cubicBezTo>
                      <a:cubicBezTo>
                        <a:pt x="15940" y="26437"/>
                        <a:pt x="15492" y="26885"/>
                        <a:pt x="15492" y="2688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562" name="Freeform: Shape 4458">
                <a:extLst>
                  <a:ext uri="{FF2B5EF4-FFF2-40B4-BE49-F238E27FC236}">
                    <a16:creationId xmlns:a16="http://schemas.microsoft.com/office/drawing/2014/main" id="{4D253726-F512-CEC4-B3E4-4A9BF0F2F935}"/>
                  </a:ext>
                  <a:ext uri="{C183D7F6-B498-43B3-948B-1728B52AA6E4}">
                    <adec:decorative xmlns:adec="http://schemas.microsoft.com/office/drawing/2017/decorative" val="1"/>
                  </a:ext>
                </a:extLst>
              </p:cNvPr>
              <p:cNvSpPr>
                <a:spLocks noChangeAspect="1"/>
              </p:cNvSpPr>
              <p:nvPr/>
            </p:nvSpPr>
            <p:spPr>
              <a:xfrm>
                <a:off x="1604361" y="4594060"/>
                <a:ext cx="147768" cy="107468"/>
              </a:xfrm>
              <a:custGeom>
                <a:avLst/>
                <a:gdLst>
                  <a:gd name="connsiteX0" fmla="*/ 147768 w 147767"/>
                  <a:gd name="connsiteY0" fmla="*/ 41644 h 107467"/>
                  <a:gd name="connsiteX1" fmla="*/ 147768 w 147767"/>
                  <a:gd name="connsiteY1" fmla="*/ 41644 h 107467"/>
                  <a:gd name="connsiteX2" fmla="*/ 124483 w 147767"/>
                  <a:gd name="connsiteY2" fmla="*/ 896 h 107467"/>
                  <a:gd name="connsiteX3" fmla="*/ 124483 w 147767"/>
                  <a:gd name="connsiteY3" fmla="*/ 896 h 107467"/>
                  <a:gd name="connsiteX4" fmla="*/ 124036 w 147767"/>
                  <a:gd name="connsiteY4" fmla="*/ 448 h 107467"/>
                  <a:gd name="connsiteX5" fmla="*/ 123588 w 147767"/>
                  <a:gd name="connsiteY5" fmla="*/ 448 h 107467"/>
                  <a:gd name="connsiteX6" fmla="*/ 122692 w 147767"/>
                  <a:gd name="connsiteY6" fmla="*/ 0 h 107467"/>
                  <a:gd name="connsiteX7" fmla="*/ 122692 w 147767"/>
                  <a:gd name="connsiteY7" fmla="*/ 0 h 107467"/>
                  <a:gd name="connsiteX8" fmla="*/ 122692 w 147767"/>
                  <a:gd name="connsiteY8" fmla="*/ 0 h 107467"/>
                  <a:gd name="connsiteX9" fmla="*/ 122692 w 147767"/>
                  <a:gd name="connsiteY9" fmla="*/ 0 h 107467"/>
                  <a:gd name="connsiteX10" fmla="*/ 28658 w 147767"/>
                  <a:gd name="connsiteY10" fmla="*/ 0 h 107467"/>
                  <a:gd name="connsiteX11" fmla="*/ 28658 w 147767"/>
                  <a:gd name="connsiteY11" fmla="*/ 0 h 107467"/>
                  <a:gd name="connsiteX12" fmla="*/ 28658 w 147767"/>
                  <a:gd name="connsiteY12" fmla="*/ 0 h 107467"/>
                  <a:gd name="connsiteX13" fmla="*/ 27762 w 147767"/>
                  <a:gd name="connsiteY13" fmla="*/ 448 h 107467"/>
                  <a:gd name="connsiteX14" fmla="*/ 27762 w 147767"/>
                  <a:gd name="connsiteY14" fmla="*/ 448 h 107467"/>
                  <a:gd name="connsiteX15" fmla="*/ 27315 w 147767"/>
                  <a:gd name="connsiteY15" fmla="*/ 896 h 107467"/>
                  <a:gd name="connsiteX16" fmla="*/ 27315 w 147767"/>
                  <a:gd name="connsiteY16" fmla="*/ 896 h 107467"/>
                  <a:gd name="connsiteX17" fmla="*/ 27315 w 147767"/>
                  <a:gd name="connsiteY17" fmla="*/ 896 h 107467"/>
                  <a:gd name="connsiteX18" fmla="*/ 27315 w 147767"/>
                  <a:gd name="connsiteY18" fmla="*/ 896 h 107467"/>
                  <a:gd name="connsiteX19" fmla="*/ 4030 w 147767"/>
                  <a:gd name="connsiteY19" fmla="*/ 40748 h 107467"/>
                  <a:gd name="connsiteX20" fmla="*/ 4030 w 147767"/>
                  <a:gd name="connsiteY20" fmla="*/ 40748 h 107467"/>
                  <a:gd name="connsiteX21" fmla="*/ 0 w 147767"/>
                  <a:gd name="connsiteY21" fmla="*/ 55077 h 107467"/>
                  <a:gd name="connsiteX22" fmla="*/ 29106 w 147767"/>
                  <a:gd name="connsiteY22" fmla="*/ 84183 h 107467"/>
                  <a:gd name="connsiteX23" fmla="*/ 58212 w 147767"/>
                  <a:gd name="connsiteY23" fmla="*/ 55077 h 107467"/>
                  <a:gd name="connsiteX24" fmla="*/ 54629 w 147767"/>
                  <a:gd name="connsiteY24" fmla="*/ 40748 h 107467"/>
                  <a:gd name="connsiteX25" fmla="*/ 54629 w 147767"/>
                  <a:gd name="connsiteY25" fmla="*/ 40300 h 107467"/>
                  <a:gd name="connsiteX26" fmla="*/ 33136 w 147767"/>
                  <a:gd name="connsiteY26" fmla="*/ 3135 h 107467"/>
                  <a:gd name="connsiteX27" fmla="*/ 73884 w 147767"/>
                  <a:gd name="connsiteY27" fmla="*/ 3135 h 107467"/>
                  <a:gd name="connsiteX28" fmla="*/ 73884 w 147767"/>
                  <a:gd name="connsiteY28" fmla="*/ 106124 h 107467"/>
                  <a:gd name="connsiteX29" fmla="*/ 42539 w 147767"/>
                  <a:gd name="connsiteY29" fmla="*/ 106124 h 107467"/>
                  <a:gd name="connsiteX30" fmla="*/ 40300 w 147767"/>
                  <a:gd name="connsiteY30" fmla="*/ 108363 h 107467"/>
                  <a:gd name="connsiteX31" fmla="*/ 42539 w 147767"/>
                  <a:gd name="connsiteY31" fmla="*/ 110602 h 107467"/>
                  <a:gd name="connsiteX32" fmla="*/ 109707 w 147767"/>
                  <a:gd name="connsiteY32" fmla="*/ 110602 h 107467"/>
                  <a:gd name="connsiteX33" fmla="*/ 111945 w 147767"/>
                  <a:gd name="connsiteY33" fmla="*/ 108363 h 107467"/>
                  <a:gd name="connsiteX34" fmla="*/ 109707 w 147767"/>
                  <a:gd name="connsiteY34" fmla="*/ 106124 h 107467"/>
                  <a:gd name="connsiteX35" fmla="*/ 78362 w 147767"/>
                  <a:gd name="connsiteY35" fmla="*/ 106124 h 107467"/>
                  <a:gd name="connsiteX36" fmla="*/ 78362 w 147767"/>
                  <a:gd name="connsiteY36" fmla="*/ 3135 h 107467"/>
                  <a:gd name="connsiteX37" fmla="*/ 119110 w 147767"/>
                  <a:gd name="connsiteY37" fmla="*/ 3135 h 107467"/>
                  <a:gd name="connsiteX38" fmla="*/ 97616 w 147767"/>
                  <a:gd name="connsiteY38" fmla="*/ 40300 h 107467"/>
                  <a:gd name="connsiteX39" fmla="*/ 97616 w 147767"/>
                  <a:gd name="connsiteY39" fmla="*/ 40300 h 107467"/>
                  <a:gd name="connsiteX40" fmla="*/ 93586 w 147767"/>
                  <a:gd name="connsiteY40" fmla="*/ 54629 h 107467"/>
                  <a:gd name="connsiteX41" fmla="*/ 122692 w 147767"/>
                  <a:gd name="connsiteY41" fmla="*/ 83735 h 107467"/>
                  <a:gd name="connsiteX42" fmla="*/ 151798 w 147767"/>
                  <a:gd name="connsiteY42" fmla="*/ 54629 h 107467"/>
                  <a:gd name="connsiteX43" fmla="*/ 147768 w 147767"/>
                  <a:gd name="connsiteY43" fmla="*/ 41644 h 107467"/>
                  <a:gd name="connsiteX44" fmla="*/ 28658 w 147767"/>
                  <a:gd name="connsiteY44" fmla="*/ 80601 h 107467"/>
                  <a:gd name="connsiteX45" fmla="*/ 4030 w 147767"/>
                  <a:gd name="connsiteY45" fmla="*/ 58212 h 107467"/>
                  <a:gd name="connsiteX46" fmla="*/ 52838 w 147767"/>
                  <a:gd name="connsiteY46" fmla="*/ 58212 h 107467"/>
                  <a:gd name="connsiteX47" fmla="*/ 28658 w 147767"/>
                  <a:gd name="connsiteY47" fmla="*/ 80601 h 107467"/>
                  <a:gd name="connsiteX48" fmla="*/ 49704 w 147767"/>
                  <a:gd name="connsiteY48" fmla="*/ 43883 h 107467"/>
                  <a:gd name="connsiteX49" fmla="*/ 52838 w 147767"/>
                  <a:gd name="connsiteY49" fmla="*/ 53734 h 107467"/>
                  <a:gd name="connsiteX50" fmla="*/ 4030 w 147767"/>
                  <a:gd name="connsiteY50" fmla="*/ 53734 h 107467"/>
                  <a:gd name="connsiteX51" fmla="*/ 7165 w 147767"/>
                  <a:gd name="connsiteY51" fmla="*/ 43883 h 107467"/>
                  <a:gd name="connsiteX52" fmla="*/ 7165 w 147767"/>
                  <a:gd name="connsiteY52" fmla="*/ 43883 h 107467"/>
                  <a:gd name="connsiteX53" fmla="*/ 7165 w 147767"/>
                  <a:gd name="connsiteY53" fmla="*/ 43883 h 107467"/>
                  <a:gd name="connsiteX54" fmla="*/ 28658 w 147767"/>
                  <a:gd name="connsiteY54" fmla="*/ 6717 h 107467"/>
                  <a:gd name="connsiteX55" fmla="*/ 49704 w 147767"/>
                  <a:gd name="connsiteY55" fmla="*/ 43883 h 107467"/>
                  <a:gd name="connsiteX56" fmla="*/ 49704 w 147767"/>
                  <a:gd name="connsiteY56" fmla="*/ 43883 h 107467"/>
                  <a:gd name="connsiteX57" fmla="*/ 101199 w 147767"/>
                  <a:gd name="connsiteY57" fmla="*/ 43883 h 107467"/>
                  <a:gd name="connsiteX58" fmla="*/ 101199 w 147767"/>
                  <a:gd name="connsiteY58" fmla="*/ 43883 h 107467"/>
                  <a:gd name="connsiteX59" fmla="*/ 101199 w 147767"/>
                  <a:gd name="connsiteY59" fmla="*/ 43883 h 107467"/>
                  <a:gd name="connsiteX60" fmla="*/ 122692 w 147767"/>
                  <a:gd name="connsiteY60" fmla="*/ 6717 h 107467"/>
                  <a:gd name="connsiteX61" fmla="*/ 143738 w 147767"/>
                  <a:gd name="connsiteY61" fmla="*/ 43435 h 107467"/>
                  <a:gd name="connsiteX62" fmla="*/ 143738 w 147767"/>
                  <a:gd name="connsiteY62" fmla="*/ 43435 h 107467"/>
                  <a:gd name="connsiteX63" fmla="*/ 146872 w 147767"/>
                  <a:gd name="connsiteY63" fmla="*/ 53286 h 107467"/>
                  <a:gd name="connsiteX64" fmla="*/ 98064 w 147767"/>
                  <a:gd name="connsiteY64" fmla="*/ 53286 h 107467"/>
                  <a:gd name="connsiteX65" fmla="*/ 101199 w 147767"/>
                  <a:gd name="connsiteY65" fmla="*/ 43883 h 107467"/>
                  <a:gd name="connsiteX66" fmla="*/ 122692 w 147767"/>
                  <a:gd name="connsiteY66" fmla="*/ 80601 h 107467"/>
                  <a:gd name="connsiteX67" fmla="*/ 98064 w 147767"/>
                  <a:gd name="connsiteY67" fmla="*/ 58212 h 107467"/>
                  <a:gd name="connsiteX68" fmla="*/ 146872 w 147767"/>
                  <a:gd name="connsiteY68" fmla="*/ 58212 h 107467"/>
                  <a:gd name="connsiteX69" fmla="*/ 122692 w 147767"/>
                  <a:gd name="connsiteY69" fmla="*/ 80601 h 1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47767" h="107467">
                    <a:moveTo>
                      <a:pt x="147768" y="41644"/>
                    </a:moveTo>
                    <a:cubicBezTo>
                      <a:pt x="147768" y="41644"/>
                      <a:pt x="147768" y="41644"/>
                      <a:pt x="147768" y="41644"/>
                    </a:cubicBezTo>
                    <a:lnTo>
                      <a:pt x="124483" y="896"/>
                    </a:lnTo>
                    <a:cubicBezTo>
                      <a:pt x="124483" y="896"/>
                      <a:pt x="124483" y="896"/>
                      <a:pt x="124483" y="896"/>
                    </a:cubicBezTo>
                    <a:cubicBezTo>
                      <a:pt x="124483" y="896"/>
                      <a:pt x="124036" y="448"/>
                      <a:pt x="124036" y="448"/>
                    </a:cubicBezTo>
                    <a:cubicBezTo>
                      <a:pt x="124036" y="448"/>
                      <a:pt x="124036" y="448"/>
                      <a:pt x="123588" y="448"/>
                    </a:cubicBezTo>
                    <a:cubicBezTo>
                      <a:pt x="123140" y="448"/>
                      <a:pt x="123140" y="0"/>
                      <a:pt x="122692" y="0"/>
                    </a:cubicBezTo>
                    <a:cubicBezTo>
                      <a:pt x="122692" y="0"/>
                      <a:pt x="122692" y="0"/>
                      <a:pt x="122692" y="0"/>
                    </a:cubicBezTo>
                    <a:cubicBezTo>
                      <a:pt x="122692" y="0"/>
                      <a:pt x="122692" y="0"/>
                      <a:pt x="122692" y="0"/>
                    </a:cubicBezTo>
                    <a:cubicBezTo>
                      <a:pt x="122692" y="0"/>
                      <a:pt x="122692" y="0"/>
                      <a:pt x="122692" y="0"/>
                    </a:cubicBezTo>
                    <a:lnTo>
                      <a:pt x="28658" y="0"/>
                    </a:lnTo>
                    <a:lnTo>
                      <a:pt x="28658" y="0"/>
                    </a:lnTo>
                    <a:lnTo>
                      <a:pt x="28658" y="0"/>
                    </a:lnTo>
                    <a:cubicBezTo>
                      <a:pt x="28210" y="0"/>
                      <a:pt x="27762" y="0"/>
                      <a:pt x="27762" y="448"/>
                    </a:cubicBezTo>
                    <a:cubicBezTo>
                      <a:pt x="27762" y="448"/>
                      <a:pt x="27762" y="448"/>
                      <a:pt x="27762" y="448"/>
                    </a:cubicBezTo>
                    <a:cubicBezTo>
                      <a:pt x="27315" y="448"/>
                      <a:pt x="27315" y="896"/>
                      <a:pt x="27315" y="896"/>
                    </a:cubicBezTo>
                    <a:cubicBezTo>
                      <a:pt x="27315" y="896"/>
                      <a:pt x="27315" y="896"/>
                      <a:pt x="27315" y="896"/>
                    </a:cubicBezTo>
                    <a:lnTo>
                      <a:pt x="27315" y="896"/>
                    </a:lnTo>
                    <a:cubicBezTo>
                      <a:pt x="27315" y="896"/>
                      <a:pt x="27315" y="896"/>
                      <a:pt x="27315" y="896"/>
                    </a:cubicBezTo>
                    <a:lnTo>
                      <a:pt x="4030" y="40748"/>
                    </a:lnTo>
                    <a:cubicBezTo>
                      <a:pt x="4030" y="40748"/>
                      <a:pt x="4030" y="40748"/>
                      <a:pt x="4030" y="40748"/>
                    </a:cubicBezTo>
                    <a:cubicBezTo>
                      <a:pt x="1343" y="45226"/>
                      <a:pt x="0" y="50152"/>
                      <a:pt x="0" y="55077"/>
                    </a:cubicBezTo>
                    <a:cubicBezTo>
                      <a:pt x="0" y="71197"/>
                      <a:pt x="12986" y="84183"/>
                      <a:pt x="29106" y="84183"/>
                    </a:cubicBezTo>
                    <a:cubicBezTo>
                      <a:pt x="45226" y="84183"/>
                      <a:pt x="58212" y="71197"/>
                      <a:pt x="58212" y="55077"/>
                    </a:cubicBezTo>
                    <a:cubicBezTo>
                      <a:pt x="58212" y="50152"/>
                      <a:pt x="56868" y="45226"/>
                      <a:pt x="54629" y="40748"/>
                    </a:cubicBezTo>
                    <a:cubicBezTo>
                      <a:pt x="54629" y="40748"/>
                      <a:pt x="54629" y="40748"/>
                      <a:pt x="54629" y="40300"/>
                    </a:cubicBezTo>
                    <a:lnTo>
                      <a:pt x="33136" y="3135"/>
                    </a:lnTo>
                    <a:lnTo>
                      <a:pt x="73884" y="3135"/>
                    </a:lnTo>
                    <a:lnTo>
                      <a:pt x="73884" y="106124"/>
                    </a:lnTo>
                    <a:lnTo>
                      <a:pt x="42539" y="106124"/>
                    </a:lnTo>
                    <a:cubicBezTo>
                      <a:pt x="41196" y="106124"/>
                      <a:pt x="40300" y="107020"/>
                      <a:pt x="40300" y="108363"/>
                    </a:cubicBezTo>
                    <a:cubicBezTo>
                      <a:pt x="40300" y="109707"/>
                      <a:pt x="41196" y="110602"/>
                      <a:pt x="42539" y="110602"/>
                    </a:cubicBezTo>
                    <a:lnTo>
                      <a:pt x="109707" y="110602"/>
                    </a:lnTo>
                    <a:cubicBezTo>
                      <a:pt x="111050" y="110602"/>
                      <a:pt x="111945" y="109707"/>
                      <a:pt x="111945" y="108363"/>
                    </a:cubicBezTo>
                    <a:cubicBezTo>
                      <a:pt x="111945" y="107020"/>
                      <a:pt x="111050" y="106124"/>
                      <a:pt x="109707" y="106124"/>
                    </a:cubicBezTo>
                    <a:lnTo>
                      <a:pt x="78362" y="106124"/>
                    </a:lnTo>
                    <a:lnTo>
                      <a:pt x="78362" y="3135"/>
                    </a:lnTo>
                    <a:lnTo>
                      <a:pt x="119110" y="3135"/>
                    </a:lnTo>
                    <a:lnTo>
                      <a:pt x="97616" y="40300"/>
                    </a:lnTo>
                    <a:cubicBezTo>
                      <a:pt x="97616" y="40300"/>
                      <a:pt x="97616" y="40300"/>
                      <a:pt x="97616" y="40300"/>
                    </a:cubicBezTo>
                    <a:cubicBezTo>
                      <a:pt x="94930" y="44778"/>
                      <a:pt x="93586" y="49704"/>
                      <a:pt x="93586" y="54629"/>
                    </a:cubicBezTo>
                    <a:cubicBezTo>
                      <a:pt x="93586" y="70749"/>
                      <a:pt x="106572" y="83735"/>
                      <a:pt x="122692" y="83735"/>
                    </a:cubicBezTo>
                    <a:cubicBezTo>
                      <a:pt x="138812" y="83735"/>
                      <a:pt x="151798" y="70749"/>
                      <a:pt x="151798" y="54629"/>
                    </a:cubicBezTo>
                    <a:cubicBezTo>
                      <a:pt x="151798" y="51047"/>
                      <a:pt x="150455" y="46121"/>
                      <a:pt x="147768" y="41644"/>
                    </a:cubicBezTo>
                    <a:close/>
                    <a:moveTo>
                      <a:pt x="28658" y="80601"/>
                    </a:moveTo>
                    <a:cubicBezTo>
                      <a:pt x="15672" y="80601"/>
                      <a:pt x="5373" y="70749"/>
                      <a:pt x="4030" y="58212"/>
                    </a:cubicBezTo>
                    <a:lnTo>
                      <a:pt x="52838" y="58212"/>
                    </a:lnTo>
                    <a:cubicBezTo>
                      <a:pt x="51943" y="70749"/>
                      <a:pt x="41644" y="80601"/>
                      <a:pt x="28658" y="80601"/>
                    </a:cubicBezTo>
                    <a:close/>
                    <a:moveTo>
                      <a:pt x="49704" y="43883"/>
                    </a:moveTo>
                    <a:cubicBezTo>
                      <a:pt x="51495" y="47017"/>
                      <a:pt x="52390" y="50152"/>
                      <a:pt x="52838" y="53734"/>
                    </a:cubicBezTo>
                    <a:lnTo>
                      <a:pt x="4030" y="53734"/>
                    </a:lnTo>
                    <a:cubicBezTo>
                      <a:pt x="4478" y="50152"/>
                      <a:pt x="5373" y="46569"/>
                      <a:pt x="7165" y="43883"/>
                    </a:cubicBezTo>
                    <a:cubicBezTo>
                      <a:pt x="7165" y="43883"/>
                      <a:pt x="7165" y="43883"/>
                      <a:pt x="7165" y="43883"/>
                    </a:cubicBezTo>
                    <a:cubicBezTo>
                      <a:pt x="7165" y="43883"/>
                      <a:pt x="7165" y="43883"/>
                      <a:pt x="7165" y="43883"/>
                    </a:cubicBezTo>
                    <a:lnTo>
                      <a:pt x="28658" y="6717"/>
                    </a:lnTo>
                    <a:lnTo>
                      <a:pt x="49704" y="43883"/>
                    </a:lnTo>
                    <a:cubicBezTo>
                      <a:pt x="49704" y="43435"/>
                      <a:pt x="49704" y="43883"/>
                      <a:pt x="49704" y="43883"/>
                    </a:cubicBezTo>
                    <a:close/>
                    <a:moveTo>
                      <a:pt x="101199" y="43883"/>
                    </a:moveTo>
                    <a:cubicBezTo>
                      <a:pt x="101199" y="43883"/>
                      <a:pt x="101199" y="43883"/>
                      <a:pt x="101199" y="43883"/>
                    </a:cubicBezTo>
                    <a:cubicBezTo>
                      <a:pt x="101199" y="43883"/>
                      <a:pt x="101199" y="43883"/>
                      <a:pt x="101199" y="43883"/>
                    </a:cubicBezTo>
                    <a:lnTo>
                      <a:pt x="122692" y="6717"/>
                    </a:lnTo>
                    <a:lnTo>
                      <a:pt x="143738" y="43435"/>
                    </a:lnTo>
                    <a:cubicBezTo>
                      <a:pt x="143738" y="43435"/>
                      <a:pt x="143738" y="43435"/>
                      <a:pt x="143738" y="43435"/>
                    </a:cubicBezTo>
                    <a:cubicBezTo>
                      <a:pt x="145529" y="46569"/>
                      <a:pt x="146425" y="49704"/>
                      <a:pt x="146872" y="53286"/>
                    </a:cubicBezTo>
                    <a:lnTo>
                      <a:pt x="98064" y="53286"/>
                    </a:lnTo>
                    <a:cubicBezTo>
                      <a:pt x="98512" y="50152"/>
                      <a:pt x="99408" y="47017"/>
                      <a:pt x="101199" y="43883"/>
                    </a:cubicBezTo>
                    <a:close/>
                    <a:moveTo>
                      <a:pt x="122692" y="80601"/>
                    </a:moveTo>
                    <a:cubicBezTo>
                      <a:pt x="109707" y="80601"/>
                      <a:pt x="99408" y="70749"/>
                      <a:pt x="98064" y="58212"/>
                    </a:cubicBezTo>
                    <a:lnTo>
                      <a:pt x="146872" y="58212"/>
                    </a:lnTo>
                    <a:cubicBezTo>
                      <a:pt x="145977" y="70749"/>
                      <a:pt x="135678" y="80601"/>
                      <a:pt x="122692" y="8060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63" name="Freeform: Shape 4459">
                <a:extLst>
                  <a:ext uri="{FF2B5EF4-FFF2-40B4-BE49-F238E27FC236}">
                    <a16:creationId xmlns:a16="http://schemas.microsoft.com/office/drawing/2014/main" id="{E3B0FB8F-08D6-CE64-3AA0-B9BBD9D3406E}"/>
                  </a:ext>
                  <a:ext uri="{C183D7F6-B498-43B3-948B-1728B52AA6E4}">
                    <adec:decorative xmlns:adec="http://schemas.microsoft.com/office/drawing/2017/decorative" val="1"/>
                  </a:ext>
                </a:extLst>
              </p:cNvPr>
              <p:cNvSpPr>
                <a:spLocks noChangeAspect="1"/>
              </p:cNvSpPr>
              <p:nvPr/>
            </p:nvSpPr>
            <p:spPr>
              <a:xfrm>
                <a:off x="1333453" y="4588239"/>
                <a:ext cx="152246" cy="116423"/>
              </a:xfrm>
              <a:custGeom>
                <a:avLst/>
                <a:gdLst>
                  <a:gd name="connsiteX0" fmla="*/ 148664 w 152245"/>
                  <a:gd name="connsiteY0" fmla="*/ 67167 h 116423"/>
                  <a:gd name="connsiteX1" fmla="*/ 148664 w 152245"/>
                  <a:gd name="connsiteY1" fmla="*/ 67167 h 116423"/>
                  <a:gd name="connsiteX2" fmla="*/ 125379 w 152245"/>
                  <a:gd name="connsiteY2" fmla="*/ 26419 h 116423"/>
                  <a:gd name="connsiteX3" fmla="*/ 125379 w 152245"/>
                  <a:gd name="connsiteY3" fmla="*/ 26419 h 116423"/>
                  <a:gd name="connsiteX4" fmla="*/ 124483 w 152245"/>
                  <a:gd name="connsiteY4" fmla="*/ 25523 h 116423"/>
                  <a:gd name="connsiteX5" fmla="*/ 124036 w 152245"/>
                  <a:gd name="connsiteY5" fmla="*/ 25523 h 116423"/>
                  <a:gd name="connsiteX6" fmla="*/ 123588 w 152245"/>
                  <a:gd name="connsiteY6" fmla="*/ 25523 h 116423"/>
                  <a:gd name="connsiteX7" fmla="*/ 29554 w 152245"/>
                  <a:gd name="connsiteY7" fmla="*/ 0 h 116423"/>
                  <a:gd name="connsiteX8" fmla="*/ 29106 w 152245"/>
                  <a:gd name="connsiteY8" fmla="*/ 0 h 116423"/>
                  <a:gd name="connsiteX9" fmla="*/ 29106 w 152245"/>
                  <a:gd name="connsiteY9" fmla="*/ 0 h 116423"/>
                  <a:gd name="connsiteX10" fmla="*/ 29106 w 152245"/>
                  <a:gd name="connsiteY10" fmla="*/ 0 h 116423"/>
                  <a:gd name="connsiteX11" fmla="*/ 29106 w 152245"/>
                  <a:gd name="connsiteY11" fmla="*/ 0 h 116423"/>
                  <a:gd name="connsiteX12" fmla="*/ 28210 w 152245"/>
                  <a:gd name="connsiteY12" fmla="*/ 448 h 116423"/>
                  <a:gd name="connsiteX13" fmla="*/ 28210 w 152245"/>
                  <a:gd name="connsiteY13" fmla="*/ 448 h 116423"/>
                  <a:gd name="connsiteX14" fmla="*/ 27315 w 152245"/>
                  <a:gd name="connsiteY14" fmla="*/ 1343 h 116423"/>
                  <a:gd name="connsiteX15" fmla="*/ 27315 w 152245"/>
                  <a:gd name="connsiteY15" fmla="*/ 1343 h 116423"/>
                  <a:gd name="connsiteX16" fmla="*/ 4030 w 152245"/>
                  <a:gd name="connsiteY16" fmla="*/ 41644 h 116423"/>
                  <a:gd name="connsiteX17" fmla="*/ 4030 w 152245"/>
                  <a:gd name="connsiteY17" fmla="*/ 41644 h 116423"/>
                  <a:gd name="connsiteX18" fmla="*/ 0 w 152245"/>
                  <a:gd name="connsiteY18" fmla="*/ 55973 h 116423"/>
                  <a:gd name="connsiteX19" fmla="*/ 0 w 152245"/>
                  <a:gd name="connsiteY19" fmla="*/ 55973 h 116423"/>
                  <a:gd name="connsiteX20" fmla="*/ 0 w 152245"/>
                  <a:gd name="connsiteY20" fmla="*/ 55973 h 116423"/>
                  <a:gd name="connsiteX21" fmla="*/ 0 w 152245"/>
                  <a:gd name="connsiteY21" fmla="*/ 56420 h 116423"/>
                  <a:gd name="connsiteX22" fmla="*/ 29106 w 152245"/>
                  <a:gd name="connsiteY22" fmla="*/ 85526 h 116423"/>
                  <a:gd name="connsiteX23" fmla="*/ 58212 w 152245"/>
                  <a:gd name="connsiteY23" fmla="*/ 56420 h 116423"/>
                  <a:gd name="connsiteX24" fmla="*/ 58212 w 152245"/>
                  <a:gd name="connsiteY24" fmla="*/ 56420 h 116423"/>
                  <a:gd name="connsiteX25" fmla="*/ 58212 w 152245"/>
                  <a:gd name="connsiteY25" fmla="*/ 56420 h 116423"/>
                  <a:gd name="connsiteX26" fmla="*/ 58212 w 152245"/>
                  <a:gd name="connsiteY26" fmla="*/ 55973 h 116423"/>
                  <a:gd name="connsiteX27" fmla="*/ 54629 w 152245"/>
                  <a:gd name="connsiteY27" fmla="*/ 42539 h 116423"/>
                  <a:gd name="connsiteX28" fmla="*/ 54629 w 152245"/>
                  <a:gd name="connsiteY28" fmla="*/ 42091 h 116423"/>
                  <a:gd name="connsiteX29" fmla="*/ 34031 w 152245"/>
                  <a:gd name="connsiteY29" fmla="*/ 6269 h 116423"/>
                  <a:gd name="connsiteX30" fmla="*/ 74332 w 152245"/>
                  <a:gd name="connsiteY30" fmla="*/ 17016 h 116423"/>
                  <a:gd name="connsiteX31" fmla="*/ 74332 w 152245"/>
                  <a:gd name="connsiteY31" fmla="*/ 113736 h 116423"/>
                  <a:gd name="connsiteX32" fmla="*/ 42987 w 152245"/>
                  <a:gd name="connsiteY32" fmla="*/ 113736 h 116423"/>
                  <a:gd name="connsiteX33" fmla="*/ 40748 w 152245"/>
                  <a:gd name="connsiteY33" fmla="*/ 115975 h 116423"/>
                  <a:gd name="connsiteX34" fmla="*/ 42987 w 152245"/>
                  <a:gd name="connsiteY34" fmla="*/ 118214 h 116423"/>
                  <a:gd name="connsiteX35" fmla="*/ 110154 w 152245"/>
                  <a:gd name="connsiteY35" fmla="*/ 118214 h 116423"/>
                  <a:gd name="connsiteX36" fmla="*/ 112393 w 152245"/>
                  <a:gd name="connsiteY36" fmla="*/ 115975 h 116423"/>
                  <a:gd name="connsiteX37" fmla="*/ 110154 w 152245"/>
                  <a:gd name="connsiteY37" fmla="*/ 113736 h 116423"/>
                  <a:gd name="connsiteX38" fmla="*/ 78810 w 152245"/>
                  <a:gd name="connsiteY38" fmla="*/ 113736 h 116423"/>
                  <a:gd name="connsiteX39" fmla="*/ 78810 w 152245"/>
                  <a:gd name="connsiteY39" fmla="*/ 18359 h 116423"/>
                  <a:gd name="connsiteX40" fmla="*/ 120006 w 152245"/>
                  <a:gd name="connsiteY40" fmla="*/ 29553 h 116423"/>
                  <a:gd name="connsiteX41" fmla="*/ 98064 w 152245"/>
                  <a:gd name="connsiteY41" fmla="*/ 67167 h 116423"/>
                  <a:gd name="connsiteX42" fmla="*/ 98064 w 152245"/>
                  <a:gd name="connsiteY42" fmla="*/ 67167 h 116423"/>
                  <a:gd name="connsiteX43" fmla="*/ 94034 w 152245"/>
                  <a:gd name="connsiteY43" fmla="*/ 81496 h 116423"/>
                  <a:gd name="connsiteX44" fmla="*/ 123140 w 152245"/>
                  <a:gd name="connsiteY44" fmla="*/ 110602 h 116423"/>
                  <a:gd name="connsiteX45" fmla="*/ 152246 w 152245"/>
                  <a:gd name="connsiteY45" fmla="*/ 81496 h 116423"/>
                  <a:gd name="connsiteX46" fmla="*/ 148664 w 152245"/>
                  <a:gd name="connsiteY46" fmla="*/ 67167 h 116423"/>
                  <a:gd name="connsiteX47" fmla="*/ 102094 w 152245"/>
                  <a:gd name="connsiteY47" fmla="*/ 68958 h 116423"/>
                  <a:gd name="connsiteX48" fmla="*/ 102094 w 152245"/>
                  <a:gd name="connsiteY48" fmla="*/ 68958 h 116423"/>
                  <a:gd name="connsiteX49" fmla="*/ 102094 w 152245"/>
                  <a:gd name="connsiteY49" fmla="*/ 68958 h 116423"/>
                  <a:gd name="connsiteX50" fmla="*/ 123588 w 152245"/>
                  <a:gd name="connsiteY50" fmla="*/ 31792 h 116423"/>
                  <a:gd name="connsiteX51" fmla="*/ 144634 w 152245"/>
                  <a:gd name="connsiteY51" fmla="*/ 68511 h 116423"/>
                  <a:gd name="connsiteX52" fmla="*/ 144634 w 152245"/>
                  <a:gd name="connsiteY52" fmla="*/ 68511 h 116423"/>
                  <a:gd name="connsiteX53" fmla="*/ 147768 w 152245"/>
                  <a:gd name="connsiteY53" fmla="*/ 78362 h 116423"/>
                  <a:gd name="connsiteX54" fmla="*/ 98960 w 152245"/>
                  <a:gd name="connsiteY54" fmla="*/ 78362 h 116423"/>
                  <a:gd name="connsiteX55" fmla="*/ 102094 w 152245"/>
                  <a:gd name="connsiteY55" fmla="*/ 68958 h 116423"/>
                  <a:gd name="connsiteX56" fmla="*/ 50599 w 152245"/>
                  <a:gd name="connsiteY56" fmla="*/ 43435 h 116423"/>
                  <a:gd name="connsiteX57" fmla="*/ 53734 w 152245"/>
                  <a:gd name="connsiteY57" fmla="*/ 53286 h 116423"/>
                  <a:gd name="connsiteX58" fmla="*/ 4926 w 152245"/>
                  <a:gd name="connsiteY58" fmla="*/ 53286 h 116423"/>
                  <a:gd name="connsiteX59" fmla="*/ 8060 w 152245"/>
                  <a:gd name="connsiteY59" fmla="*/ 43435 h 116423"/>
                  <a:gd name="connsiteX60" fmla="*/ 8060 w 152245"/>
                  <a:gd name="connsiteY60" fmla="*/ 43435 h 116423"/>
                  <a:gd name="connsiteX61" fmla="*/ 8060 w 152245"/>
                  <a:gd name="connsiteY61" fmla="*/ 43435 h 116423"/>
                  <a:gd name="connsiteX62" fmla="*/ 29554 w 152245"/>
                  <a:gd name="connsiteY62" fmla="*/ 6717 h 116423"/>
                  <a:gd name="connsiteX63" fmla="*/ 50599 w 152245"/>
                  <a:gd name="connsiteY63" fmla="*/ 43435 h 116423"/>
                  <a:gd name="connsiteX64" fmla="*/ 50599 w 152245"/>
                  <a:gd name="connsiteY64" fmla="*/ 43435 h 116423"/>
                  <a:gd name="connsiteX65" fmla="*/ 29554 w 152245"/>
                  <a:gd name="connsiteY65" fmla="*/ 80601 h 116423"/>
                  <a:gd name="connsiteX66" fmla="*/ 4926 w 152245"/>
                  <a:gd name="connsiteY66" fmla="*/ 57764 h 116423"/>
                  <a:gd name="connsiteX67" fmla="*/ 54182 w 152245"/>
                  <a:gd name="connsiteY67" fmla="*/ 57764 h 116423"/>
                  <a:gd name="connsiteX68" fmla="*/ 29554 w 152245"/>
                  <a:gd name="connsiteY68" fmla="*/ 80601 h 116423"/>
                  <a:gd name="connsiteX69" fmla="*/ 123588 w 152245"/>
                  <a:gd name="connsiteY69" fmla="*/ 106124 h 116423"/>
                  <a:gd name="connsiteX70" fmla="*/ 98960 w 152245"/>
                  <a:gd name="connsiteY70" fmla="*/ 83735 h 116423"/>
                  <a:gd name="connsiteX71" fmla="*/ 147768 w 152245"/>
                  <a:gd name="connsiteY71" fmla="*/ 83735 h 116423"/>
                  <a:gd name="connsiteX72" fmla="*/ 123588 w 152245"/>
                  <a:gd name="connsiteY72" fmla="*/ 106124 h 11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52245" h="116423">
                    <a:moveTo>
                      <a:pt x="148664" y="67167"/>
                    </a:moveTo>
                    <a:cubicBezTo>
                      <a:pt x="148664" y="66719"/>
                      <a:pt x="148664" y="66719"/>
                      <a:pt x="148664" y="67167"/>
                    </a:cubicBezTo>
                    <a:lnTo>
                      <a:pt x="125379" y="26419"/>
                    </a:lnTo>
                    <a:cubicBezTo>
                      <a:pt x="125379" y="26419"/>
                      <a:pt x="125379" y="26419"/>
                      <a:pt x="125379" y="26419"/>
                    </a:cubicBezTo>
                    <a:cubicBezTo>
                      <a:pt x="125379" y="25971"/>
                      <a:pt x="124931" y="25971"/>
                      <a:pt x="124483" y="25523"/>
                    </a:cubicBezTo>
                    <a:cubicBezTo>
                      <a:pt x="124483" y="25523"/>
                      <a:pt x="124483" y="25523"/>
                      <a:pt x="124036" y="25523"/>
                    </a:cubicBezTo>
                    <a:cubicBezTo>
                      <a:pt x="124036" y="25523"/>
                      <a:pt x="124036" y="25523"/>
                      <a:pt x="123588" y="25523"/>
                    </a:cubicBezTo>
                    <a:lnTo>
                      <a:pt x="29554" y="0"/>
                    </a:lnTo>
                    <a:cubicBezTo>
                      <a:pt x="29554" y="0"/>
                      <a:pt x="29106" y="0"/>
                      <a:pt x="29106" y="0"/>
                    </a:cubicBezTo>
                    <a:cubicBezTo>
                      <a:pt x="29106" y="0"/>
                      <a:pt x="29106" y="0"/>
                      <a:pt x="29106" y="0"/>
                    </a:cubicBezTo>
                    <a:lnTo>
                      <a:pt x="29106" y="0"/>
                    </a:lnTo>
                    <a:cubicBezTo>
                      <a:pt x="29106" y="0"/>
                      <a:pt x="29106" y="0"/>
                      <a:pt x="29106" y="0"/>
                    </a:cubicBezTo>
                    <a:cubicBezTo>
                      <a:pt x="28658" y="0"/>
                      <a:pt x="28210" y="0"/>
                      <a:pt x="28210" y="448"/>
                    </a:cubicBezTo>
                    <a:cubicBezTo>
                      <a:pt x="28210" y="448"/>
                      <a:pt x="28210" y="448"/>
                      <a:pt x="28210" y="448"/>
                    </a:cubicBezTo>
                    <a:cubicBezTo>
                      <a:pt x="27762" y="448"/>
                      <a:pt x="27762" y="895"/>
                      <a:pt x="27315" y="1343"/>
                    </a:cubicBezTo>
                    <a:cubicBezTo>
                      <a:pt x="27315" y="1343"/>
                      <a:pt x="27315" y="1343"/>
                      <a:pt x="27315" y="1343"/>
                    </a:cubicBezTo>
                    <a:lnTo>
                      <a:pt x="4030" y="41644"/>
                    </a:lnTo>
                    <a:cubicBezTo>
                      <a:pt x="4030" y="41644"/>
                      <a:pt x="4030" y="41644"/>
                      <a:pt x="4030" y="41644"/>
                    </a:cubicBezTo>
                    <a:cubicBezTo>
                      <a:pt x="1343" y="45674"/>
                      <a:pt x="0" y="50599"/>
                      <a:pt x="0" y="55973"/>
                    </a:cubicBezTo>
                    <a:cubicBezTo>
                      <a:pt x="0" y="55973"/>
                      <a:pt x="0" y="55973"/>
                      <a:pt x="0" y="55973"/>
                    </a:cubicBezTo>
                    <a:cubicBezTo>
                      <a:pt x="0" y="55973"/>
                      <a:pt x="0" y="55973"/>
                      <a:pt x="0" y="55973"/>
                    </a:cubicBezTo>
                    <a:cubicBezTo>
                      <a:pt x="0" y="55973"/>
                      <a:pt x="0" y="56420"/>
                      <a:pt x="0" y="56420"/>
                    </a:cubicBezTo>
                    <a:cubicBezTo>
                      <a:pt x="0" y="72540"/>
                      <a:pt x="12986" y="85526"/>
                      <a:pt x="29106" y="85526"/>
                    </a:cubicBezTo>
                    <a:cubicBezTo>
                      <a:pt x="45226" y="85526"/>
                      <a:pt x="58212" y="72540"/>
                      <a:pt x="58212" y="56420"/>
                    </a:cubicBezTo>
                    <a:cubicBezTo>
                      <a:pt x="58212" y="56420"/>
                      <a:pt x="58212" y="56420"/>
                      <a:pt x="58212" y="56420"/>
                    </a:cubicBezTo>
                    <a:cubicBezTo>
                      <a:pt x="58212" y="56420"/>
                      <a:pt x="58212" y="56420"/>
                      <a:pt x="58212" y="56420"/>
                    </a:cubicBezTo>
                    <a:cubicBezTo>
                      <a:pt x="58212" y="56420"/>
                      <a:pt x="58212" y="55973"/>
                      <a:pt x="58212" y="55973"/>
                    </a:cubicBezTo>
                    <a:cubicBezTo>
                      <a:pt x="58212" y="51047"/>
                      <a:pt x="56868" y="46569"/>
                      <a:pt x="54629" y="42539"/>
                    </a:cubicBezTo>
                    <a:cubicBezTo>
                      <a:pt x="54629" y="42539"/>
                      <a:pt x="54629" y="42539"/>
                      <a:pt x="54629" y="42091"/>
                    </a:cubicBezTo>
                    <a:lnTo>
                      <a:pt x="34031" y="6269"/>
                    </a:lnTo>
                    <a:lnTo>
                      <a:pt x="74332" y="17016"/>
                    </a:lnTo>
                    <a:lnTo>
                      <a:pt x="74332" y="113736"/>
                    </a:lnTo>
                    <a:lnTo>
                      <a:pt x="42987" y="113736"/>
                    </a:lnTo>
                    <a:cubicBezTo>
                      <a:pt x="41644" y="113736"/>
                      <a:pt x="40748" y="114632"/>
                      <a:pt x="40748" y="115975"/>
                    </a:cubicBezTo>
                    <a:cubicBezTo>
                      <a:pt x="40748" y="117319"/>
                      <a:pt x="41644" y="118214"/>
                      <a:pt x="42987" y="118214"/>
                    </a:cubicBezTo>
                    <a:lnTo>
                      <a:pt x="110154" y="118214"/>
                    </a:lnTo>
                    <a:cubicBezTo>
                      <a:pt x="111498" y="118214"/>
                      <a:pt x="112393" y="117319"/>
                      <a:pt x="112393" y="115975"/>
                    </a:cubicBezTo>
                    <a:cubicBezTo>
                      <a:pt x="112393" y="114632"/>
                      <a:pt x="111498" y="113736"/>
                      <a:pt x="110154" y="113736"/>
                    </a:cubicBezTo>
                    <a:lnTo>
                      <a:pt x="78810" y="113736"/>
                    </a:lnTo>
                    <a:lnTo>
                      <a:pt x="78810" y="18359"/>
                    </a:lnTo>
                    <a:lnTo>
                      <a:pt x="120006" y="29553"/>
                    </a:lnTo>
                    <a:lnTo>
                      <a:pt x="98064" y="67167"/>
                    </a:lnTo>
                    <a:cubicBezTo>
                      <a:pt x="98064" y="67167"/>
                      <a:pt x="98064" y="67167"/>
                      <a:pt x="98064" y="67167"/>
                    </a:cubicBezTo>
                    <a:cubicBezTo>
                      <a:pt x="95378" y="71645"/>
                      <a:pt x="94034" y="76571"/>
                      <a:pt x="94034" y="81496"/>
                    </a:cubicBezTo>
                    <a:cubicBezTo>
                      <a:pt x="94034" y="97616"/>
                      <a:pt x="107020" y="110602"/>
                      <a:pt x="123140" y="110602"/>
                    </a:cubicBezTo>
                    <a:cubicBezTo>
                      <a:pt x="139260" y="110602"/>
                      <a:pt x="152246" y="97616"/>
                      <a:pt x="152246" y="81496"/>
                    </a:cubicBezTo>
                    <a:cubicBezTo>
                      <a:pt x="152694" y="76123"/>
                      <a:pt x="151350" y="71197"/>
                      <a:pt x="148664" y="67167"/>
                    </a:cubicBezTo>
                    <a:close/>
                    <a:moveTo>
                      <a:pt x="102094" y="68958"/>
                    </a:moveTo>
                    <a:cubicBezTo>
                      <a:pt x="102094" y="68958"/>
                      <a:pt x="102094" y="68958"/>
                      <a:pt x="102094" y="68958"/>
                    </a:cubicBezTo>
                    <a:cubicBezTo>
                      <a:pt x="102094" y="68958"/>
                      <a:pt x="102094" y="68958"/>
                      <a:pt x="102094" y="68958"/>
                    </a:cubicBezTo>
                    <a:lnTo>
                      <a:pt x="123588" y="31792"/>
                    </a:lnTo>
                    <a:lnTo>
                      <a:pt x="144634" y="68511"/>
                    </a:lnTo>
                    <a:cubicBezTo>
                      <a:pt x="144634" y="68511"/>
                      <a:pt x="144634" y="68511"/>
                      <a:pt x="144634" y="68511"/>
                    </a:cubicBezTo>
                    <a:cubicBezTo>
                      <a:pt x="146425" y="71645"/>
                      <a:pt x="147320" y="74779"/>
                      <a:pt x="147768" y="78362"/>
                    </a:cubicBezTo>
                    <a:lnTo>
                      <a:pt x="98960" y="78362"/>
                    </a:lnTo>
                    <a:cubicBezTo>
                      <a:pt x="99408" y="75675"/>
                      <a:pt x="100303" y="72093"/>
                      <a:pt x="102094" y="68958"/>
                    </a:cubicBezTo>
                    <a:close/>
                    <a:moveTo>
                      <a:pt x="50599" y="43435"/>
                    </a:moveTo>
                    <a:cubicBezTo>
                      <a:pt x="52390" y="46569"/>
                      <a:pt x="53286" y="49704"/>
                      <a:pt x="53734" y="53286"/>
                    </a:cubicBezTo>
                    <a:lnTo>
                      <a:pt x="4926" y="53286"/>
                    </a:lnTo>
                    <a:cubicBezTo>
                      <a:pt x="5373" y="49704"/>
                      <a:pt x="6269" y="46569"/>
                      <a:pt x="8060" y="43435"/>
                    </a:cubicBezTo>
                    <a:cubicBezTo>
                      <a:pt x="8060" y="43435"/>
                      <a:pt x="8060" y="43435"/>
                      <a:pt x="8060" y="43435"/>
                    </a:cubicBezTo>
                    <a:cubicBezTo>
                      <a:pt x="8060" y="43435"/>
                      <a:pt x="8060" y="43435"/>
                      <a:pt x="8060" y="43435"/>
                    </a:cubicBezTo>
                    <a:lnTo>
                      <a:pt x="29554" y="6717"/>
                    </a:lnTo>
                    <a:lnTo>
                      <a:pt x="50599" y="43435"/>
                    </a:lnTo>
                    <a:cubicBezTo>
                      <a:pt x="50599" y="43435"/>
                      <a:pt x="50599" y="43435"/>
                      <a:pt x="50599" y="43435"/>
                    </a:cubicBezTo>
                    <a:close/>
                    <a:moveTo>
                      <a:pt x="29554" y="80601"/>
                    </a:moveTo>
                    <a:cubicBezTo>
                      <a:pt x="16568" y="80601"/>
                      <a:pt x="5821" y="70749"/>
                      <a:pt x="4926" y="57764"/>
                    </a:cubicBezTo>
                    <a:lnTo>
                      <a:pt x="54182" y="57764"/>
                    </a:lnTo>
                    <a:cubicBezTo>
                      <a:pt x="52838" y="70302"/>
                      <a:pt x="42091" y="80601"/>
                      <a:pt x="29554" y="80601"/>
                    </a:cubicBezTo>
                    <a:close/>
                    <a:moveTo>
                      <a:pt x="123588" y="106124"/>
                    </a:moveTo>
                    <a:cubicBezTo>
                      <a:pt x="110602" y="106124"/>
                      <a:pt x="100303" y="96273"/>
                      <a:pt x="98960" y="83735"/>
                    </a:cubicBezTo>
                    <a:lnTo>
                      <a:pt x="147768" y="83735"/>
                    </a:lnTo>
                    <a:cubicBezTo>
                      <a:pt x="146872" y="96273"/>
                      <a:pt x="136126" y="106124"/>
                      <a:pt x="123588" y="10612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64" name="Freeform: Shape 4460">
                <a:extLst>
                  <a:ext uri="{FF2B5EF4-FFF2-40B4-BE49-F238E27FC236}">
                    <a16:creationId xmlns:a16="http://schemas.microsoft.com/office/drawing/2014/main" id="{B301A5BC-8C52-1D30-9318-CBA416CB62BD}"/>
                  </a:ext>
                  <a:ext uri="{C183D7F6-B498-43B3-948B-1728B52AA6E4}">
                    <adec:decorative xmlns:adec="http://schemas.microsoft.com/office/drawing/2017/decorative" val="1"/>
                  </a:ext>
                </a:extLst>
              </p:cNvPr>
              <p:cNvSpPr>
                <a:spLocks noChangeAspect="1"/>
              </p:cNvSpPr>
              <p:nvPr/>
            </p:nvSpPr>
            <p:spPr>
              <a:xfrm>
                <a:off x="3438475" y="4580739"/>
                <a:ext cx="152246" cy="129857"/>
              </a:xfrm>
              <a:custGeom>
                <a:avLst/>
                <a:gdLst>
                  <a:gd name="connsiteX0" fmla="*/ 124931 w 152245"/>
                  <a:gd name="connsiteY0" fmla="*/ 83175 h 129856"/>
                  <a:gd name="connsiteX1" fmla="*/ 125827 w 152245"/>
                  <a:gd name="connsiteY1" fmla="*/ 81384 h 129856"/>
                  <a:gd name="connsiteX2" fmla="*/ 125827 w 152245"/>
                  <a:gd name="connsiteY2" fmla="*/ 58100 h 129856"/>
                  <a:gd name="connsiteX3" fmla="*/ 151798 w 152245"/>
                  <a:gd name="connsiteY3" fmla="*/ 42875 h 129856"/>
                  <a:gd name="connsiteX4" fmla="*/ 152694 w 152245"/>
                  <a:gd name="connsiteY4" fmla="*/ 41084 h 129856"/>
                  <a:gd name="connsiteX5" fmla="*/ 151350 w 152245"/>
                  <a:gd name="connsiteY5" fmla="*/ 39293 h 129856"/>
                  <a:gd name="connsiteX6" fmla="*/ 77466 w 152245"/>
                  <a:gd name="connsiteY6" fmla="*/ 336 h 129856"/>
                  <a:gd name="connsiteX7" fmla="*/ 75228 w 152245"/>
                  <a:gd name="connsiteY7" fmla="*/ 336 h 129856"/>
                  <a:gd name="connsiteX8" fmla="*/ 1344 w 152245"/>
                  <a:gd name="connsiteY8" fmla="*/ 39293 h 129856"/>
                  <a:gd name="connsiteX9" fmla="*/ 0 w 152245"/>
                  <a:gd name="connsiteY9" fmla="*/ 41084 h 129856"/>
                  <a:gd name="connsiteX10" fmla="*/ 896 w 152245"/>
                  <a:gd name="connsiteY10" fmla="*/ 42875 h 129856"/>
                  <a:gd name="connsiteX11" fmla="*/ 26867 w 152245"/>
                  <a:gd name="connsiteY11" fmla="*/ 58100 h 129856"/>
                  <a:gd name="connsiteX12" fmla="*/ 26867 w 152245"/>
                  <a:gd name="connsiteY12" fmla="*/ 84519 h 129856"/>
                  <a:gd name="connsiteX13" fmla="*/ 28210 w 152245"/>
                  <a:gd name="connsiteY13" fmla="*/ 86310 h 129856"/>
                  <a:gd name="connsiteX14" fmla="*/ 73884 w 152245"/>
                  <a:gd name="connsiteY14" fmla="*/ 111834 h 129856"/>
                  <a:gd name="connsiteX15" fmla="*/ 74780 w 152245"/>
                  <a:gd name="connsiteY15" fmla="*/ 112281 h 129856"/>
                  <a:gd name="connsiteX16" fmla="*/ 76123 w 152245"/>
                  <a:gd name="connsiteY16" fmla="*/ 111834 h 129856"/>
                  <a:gd name="connsiteX17" fmla="*/ 107916 w 152245"/>
                  <a:gd name="connsiteY17" fmla="*/ 93027 h 129856"/>
                  <a:gd name="connsiteX18" fmla="*/ 107916 w 152245"/>
                  <a:gd name="connsiteY18" fmla="*/ 115416 h 129856"/>
                  <a:gd name="connsiteX19" fmla="*/ 95378 w 152245"/>
                  <a:gd name="connsiteY19" fmla="*/ 127058 h 129856"/>
                  <a:gd name="connsiteX20" fmla="*/ 94930 w 152245"/>
                  <a:gd name="connsiteY20" fmla="*/ 129297 h 129856"/>
                  <a:gd name="connsiteX21" fmla="*/ 97169 w 152245"/>
                  <a:gd name="connsiteY21" fmla="*/ 130640 h 129856"/>
                  <a:gd name="connsiteX22" fmla="*/ 124036 w 152245"/>
                  <a:gd name="connsiteY22" fmla="*/ 130640 h 129856"/>
                  <a:gd name="connsiteX23" fmla="*/ 126275 w 152245"/>
                  <a:gd name="connsiteY23" fmla="*/ 129297 h 129856"/>
                  <a:gd name="connsiteX24" fmla="*/ 125827 w 152245"/>
                  <a:gd name="connsiteY24" fmla="*/ 126610 h 129856"/>
                  <a:gd name="connsiteX25" fmla="*/ 112841 w 152245"/>
                  <a:gd name="connsiteY25" fmla="*/ 114968 h 129856"/>
                  <a:gd name="connsiteX26" fmla="*/ 112841 w 152245"/>
                  <a:gd name="connsiteY26" fmla="*/ 89892 h 129856"/>
                  <a:gd name="connsiteX27" fmla="*/ 124931 w 152245"/>
                  <a:gd name="connsiteY27" fmla="*/ 83175 h 129856"/>
                  <a:gd name="connsiteX28" fmla="*/ 118215 w 152245"/>
                  <a:gd name="connsiteY28" fmla="*/ 126610 h 129856"/>
                  <a:gd name="connsiteX29" fmla="*/ 102542 w 152245"/>
                  <a:gd name="connsiteY29" fmla="*/ 126610 h 129856"/>
                  <a:gd name="connsiteX30" fmla="*/ 110154 w 152245"/>
                  <a:gd name="connsiteY30" fmla="*/ 119446 h 129856"/>
                  <a:gd name="connsiteX31" fmla="*/ 118215 w 152245"/>
                  <a:gd name="connsiteY31" fmla="*/ 126610 h 129856"/>
                  <a:gd name="connsiteX32" fmla="*/ 121797 w 152245"/>
                  <a:gd name="connsiteY32" fmla="*/ 80041 h 129856"/>
                  <a:gd name="connsiteX33" fmla="*/ 112841 w 152245"/>
                  <a:gd name="connsiteY33" fmla="*/ 85414 h 129856"/>
                  <a:gd name="connsiteX34" fmla="*/ 112841 w 152245"/>
                  <a:gd name="connsiteY34" fmla="*/ 69742 h 129856"/>
                  <a:gd name="connsiteX35" fmla="*/ 111945 w 152245"/>
                  <a:gd name="connsiteY35" fmla="*/ 67951 h 129856"/>
                  <a:gd name="connsiteX36" fmla="*/ 111050 w 152245"/>
                  <a:gd name="connsiteY36" fmla="*/ 67503 h 129856"/>
                  <a:gd name="connsiteX37" fmla="*/ 121797 w 152245"/>
                  <a:gd name="connsiteY37" fmla="*/ 61234 h 129856"/>
                  <a:gd name="connsiteX38" fmla="*/ 121797 w 152245"/>
                  <a:gd name="connsiteY38" fmla="*/ 80041 h 129856"/>
                  <a:gd name="connsiteX39" fmla="*/ 77019 w 152245"/>
                  <a:gd name="connsiteY39" fmla="*/ 4814 h 129856"/>
                  <a:gd name="connsiteX40" fmla="*/ 146425 w 152245"/>
                  <a:gd name="connsiteY40" fmla="*/ 41084 h 129856"/>
                  <a:gd name="connsiteX41" fmla="*/ 106572 w 152245"/>
                  <a:gd name="connsiteY41" fmla="*/ 64368 h 129856"/>
                  <a:gd name="connsiteX42" fmla="*/ 78362 w 152245"/>
                  <a:gd name="connsiteY42" fmla="*/ 46905 h 129856"/>
                  <a:gd name="connsiteX43" fmla="*/ 75228 w 152245"/>
                  <a:gd name="connsiteY43" fmla="*/ 47801 h 129856"/>
                  <a:gd name="connsiteX44" fmla="*/ 76123 w 152245"/>
                  <a:gd name="connsiteY44" fmla="*/ 50935 h 129856"/>
                  <a:gd name="connsiteX45" fmla="*/ 102542 w 152245"/>
                  <a:gd name="connsiteY45" fmla="*/ 67055 h 129856"/>
                  <a:gd name="connsiteX46" fmla="*/ 77466 w 152245"/>
                  <a:gd name="connsiteY46" fmla="*/ 81832 h 129856"/>
                  <a:gd name="connsiteX47" fmla="*/ 8060 w 152245"/>
                  <a:gd name="connsiteY47" fmla="*/ 41084 h 129856"/>
                  <a:gd name="connsiteX48" fmla="*/ 77019 w 152245"/>
                  <a:gd name="connsiteY48" fmla="*/ 4814 h 129856"/>
                  <a:gd name="connsiteX49" fmla="*/ 75228 w 152245"/>
                  <a:gd name="connsiteY49" fmla="*/ 107356 h 129856"/>
                  <a:gd name="connsiteX50" fmla="*/ 31793 w 152245"/>
                  <a:gd name="connsiteY50" fmla="*/ 83175 h 129856"/>
                  <a:gd name="connsiteX51" fmla="*/ 31793 w 152245"/>
                  <a:gd name="connsiteY51" fmla="*/ 60786 h 129856"/>
                  <a:gd name="connsiteX52" fmla="*/ 75228 w 152245"/>
                  <a:gd name="connsiteY52" fmla="*/ 86310 h 129856"/>
                  <a:gd name="connsiteX53" fmla="*/ 76571 w 152245"/>
                  <a:gd name="connsiteY53" fmla="*/ 86758 h 129856"/>
                  <a:gd name="connsiteX54" fmla="*/ 77914 w 152245"/>
                  <a:gd name="connsiteY54" fmla="*/ 86310 h 129856"/>
                  <a:gd name="connsiteX55" fmla="*/ 106124 w 152245"/>
                  <a:gd name="connsiteY55" fmla="*/ 69742 h 129856"/>
                  <a:gd name="connsiteX56" fmla="*/ 107916 w 152245"/>
                  <a:gd name="connsiteY56" fmla="*/ 70638 h 129856"/>
                  <a:gd name="connsiteX57" fmla="*/ 107916 w 152245"/>
                  <a:gd name="connsiteY57" fmla="*/ 87653 h 129856"/>
                  <a:gd name="connsiteX58" fmla="*/ 75228 w 152245"/>
                  <a:gd name="connsiteY58" fmla="*/ 107356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52245" h="129856">
                    <a:moveTo>
                      <a:pt x="124931" y="83175"/>
                    </a:moveTo>
                    <a:cubicBezTo>
                      <a:pt x="125827" y="82728"/>
                      <a:pt x="125827" y="81832"/>
                      <a:pt x="125827" y="81384"/>
                    </a:cubicBezTo>
                    <a:lnTo>
                      <a:pt x="125827" y="58100"/>
                    </a:lnTo>
                    <a:lnTo>
                      <a:pt x="151798" y="42875"/>
                    </a:lnTo>
                    <a:cubicBezTo>
                      <a:pt x="152694" y="42427"/>
                      <a:pt x="153141" y="41532"/>
                      <a:pt x="152694" y="41084"/>
                    </a:cubicBezTo>
                    <a:cubicBezTo>
                      <a:pt x="152694" y="40188"/>
                      <a:pt x="152246" y="39740"/>
                      <a:pt x="151350" y="39293"/>
                    </a:cubicBezTo>
                    <a:lnTo>
                      <a:pt x="77466" y="336"/>
                    </a:lnTo>
                    <a:cubicBezTo>
                      <a:pt x="77019" y="-112"/>
                      <a:pt x="76123" y="-112"/>
                      <a:pt x="75228" y="336"/>
                    </a:cubicBezTo>
                    <a:lnTo>
                      <a:pt x="1344" y="39293"/>
                    </a:lnTo>
                    <a:cubicBezTo>
                      <a:pt x="448" y="39740"/>
                      <a:pt x="0" y="40188"/>
                      <a:pt x="0" y="41084"/>
                    </a:cubicBezTo>
                    <a:cubicBezTo>
                      <a:pt x="0" y="41979"/>
                      <a:pt x="448" y="42875"/>
                      <a:pt x="896" y="42875"/>
                    </a:cubicBezTo>
                    <a:lnTo>
                      <a:pt x="26867" y="58100"/>
                    </a:lnTo>
                    <a:lnTo>
                      <a:pt x="26867" y="84519"/>
                    </a:lnTo>
                    <a:cubicBezTo>
                      <a:pt x="26867" y="85414"/>
                      <a:pt x="27315" y="85862"/>
                      <a:pt x="28210" y="86310"/>
                    </a:cubicBezTo>
                    <a:lnTo>
                      <a:pt x="73884" y="111834"/>
                    </a:lnTo>
                    <a:cubicBezTo>
                      <a:pt x="74332" y="111834"/>
                      <a:pt x="74780" y="112281"/>
                      <a:pt x="74780" y="112281"/>
                    </a:cubicBezTo>
                    <a:cubicBezTo>
                      <a:pt x="75228" y="112281"/>
                      <a:pt x="75675" y="112281"/>
                      <a:pt x="76123" y="111834"/>
                    </a:cubicBezTo>
                    <a:lnTo>
                      <a:pt x="107916" y="93027"/>
                    </a:lnTo>
                    <a:lnTo>
                      <a:pt x="107916" y="115416"/>
                    </a:lnTo>
                    <a:lnTo>
                      <a:pt x="95378" y="127058"/>
                    </a:lnTo>
                    <a:cubicBezTo>
                      <a:pt x="94930" y="127506"/>
                      <a:pt x="94482" y="128849"/>
                      <a:pt x="94930" y="129297"/>
                    </a:cubicBezTo>
                    <a:cubicBezTo>
                      <a:pt x="95378" y="130192"/>
                      <a:pt x="96273" y="130640"/>
                      <a:pt x="97169" y="130640"/>
                    </a:cubicBezTo>
                    <a:lnTo>
                      <a:pt x="124036" y="130640"/>
                    </a:lnTo>
                    <a:cubicBezTo>
                      <a:pt x="124931" y="130640"/>
                      <a:pt x="125827" y="130192"/>
                      <a:pt x="126275" y="129297"/>
                    </a:cubicBezTo>
                    <a:cubicBezTo>
                      <a:pt x="126722" y="128401"/>
                      <a:pt x="126275" y="127506"/>
                      <a:pt x="125827" y="126610"/>
                    </a:cubicBezTo>
                    <a:lnTo>
                      <a:pt x="112841" y="114968"/>
                    </a:lnTo>
                    <a:lnTo>
                      <a:pt x="112841" y="89892"/>
                    </a:lnTo>
                    <a:lnTo>
                      <a:pt x="124931" y="83175"/>
                    </a:lnTo>
                    <a:close/>
                    <a:moveTo>
                      <a:pt x="118215" y="126610"/>
                    </a:moveTo>
                    <a:lnTo>
                      <a:pt x="102542" y="126610"/>
                    </a:lnTo>
                    <a:lnTo>
                      <a:pt x="110154" y="119446"/>
                    </a:lnTo>
                    <a:lnTo>
                      <a:pt x="118215" y="126610"/>
                    </a:lnTo>
                    <a:close/>
                    <a:moveTo>
                      <a:pt x="121797" y="80041"/>
                    </a:moveTo>
                    <a:lnTo>
                      <a:pt x="112841" y="85414"/>
                    </a:lnTo>
                    <a:lnTo>
                      <a:pt x="112841" y="69742"/>
                    </a:lnTo>
                    <a:cubicBezTo>
                      <a:pt x="112841" y="68846"/>
                      <a:pt x="112393" y="68399"/>
                      <a:pt x="111945" y="67951"/>
                    </a:cubicBezTo>
                    <a:lnTo>
                      <a:pt x="111050" y="67503"/>
                    </a:lnTo>
                    <a:lnTo>
                      <a:pt x="121797" y="61234"/>
                    </a:lnTo>
                    <a:lnTo>
                      <a:pt x="121797" y="80041"/>
                    </a:lnTo>
                    <a:close/>
                    <a:moveTo>
                      <a:pt x="77019" y="4814"/>
                    </a:moveTo>
                    <a:lnTo>
                      <a:pt x="146425" y="41084"/>
                    </a:lnTo>
                    <a:lnTo>
                      <a:pt x="106572" y="64368"/>
                    </a:lnTo>
                    <a:lnTo>
                      <a:pt x="78362" y="46905"/>
                    </a:lnTo>
                    <a:cubicBezTo>
                      <a:pt x="77466" y="46457"/>
                      <a:pt x="76123" y="46457"/>
                      <a:pt x="75228" y="47801"/>
                    </a:cubicBezTo>
                    <a:cubicBezTo>
                      <a:pt x="74780" y="48696"/>
                      <a:pt x="74780" y="50040"/>
                      <a:pt x="76123" y="50935"/>
                    </a:cubicBezTo>
                    <a:lnTo>
                      <a:pt x="102542" y="67055"/>
                    </a:lnTo>
                    <a:lnTo>
                      <a:pt x="77466" y="81832"/>
                    </a:lnTo>
                    <a:lnTo>
                      <a:pt x="8060" y="41084"/>
                    </a:lnTo>
                    <a:lnTo>
                      <a:pt x="77019" y="4814"/>
                    </a:lnTo>
                    <a:close/>
                    <a:moveTo>
                      <a:pt x="75228" y="107356"/>
                    </a:moveTo>
                    <a:lnTo>
                      <a:pt x="31793" y="83175"/>
                    </a:lnTo>
                    <a:lnTo>
                      <a:pt x="31793" y="60786"/>
                    </a:lnTo>
                    <a:lnTo>
                      <a:pt x="75228" y="86310"/>
                    </a:lnTo>
                    <a:cubicBezTo>
                      <a:pt x="75675" y="86310"/>
                      <a:pt x="76123" y="86758"/>
                      <a:pt x="76571" y="86758"/>
                    </a:cubicBezTo>
                    <a:cubicBezTo>
                      <a:pt x="77019" y="86758"/>
                      <a:pt x="77466" y="86758"/>
                      <a:pt x="77914" y="86310"/>
                    </a:cubicBezTo>
                    <a:lnTo>
                      <a:pt x="106124" y="69742"/>
                    </a:lnTo>
                    <a:lnTo>
                      <a:pt x="107916" y="70638"/>
                    </a:lnTo>
                    <a:lnTo>
                      <a:pt x="107916" y="87653"/>
                    </a:lnTo>
                    <a:lnTo>
                      <a:pt x="75228" y="10735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565" name="Group 4461">
                <a:extLst>
                  <a:ext uri="{FF2B5EF4-FFF2-40B4-BE49-F238E27FC236}">
                    <a16:creationId xmlns:a16="http://schemas.microsoft.com/office/drawing/2014/main" id="{62FC3FE8-6D3F-ADD6-B430-35F6B9042AD4}"/>
                  </a:ext>
                  <a:ext uri="{C183D7F6-B498-43B3-948B-1728B52AA6E4}">
                    <adec:decorative xmlns:adec="http://schemas.microsoft.com/office/drawing/2017/decorative" val="1"/>
                  </a:ext>
                </a:extLst>
              </p:cNvPr>
              <p:cNvGrpSpPr>
                <a:grpSpLocks noChangeAspect="1"/>
              </p:cNvGrpSpPr>
              <p:nvPr/>
            </p:nvGrpSpPr>
            <p:grpSpPr>
              <a:xfrm>
                <a:off x="2909248" y="4587121"/>
                <a:ext cx="148164" cy="116423"/>
                <a:chOff x="2950002" y="3851682"/>
                <a:chExt cx="148164" cy="116423"/>
              </a:xfrm>
            </p:grpSpPr>
            <p:sp>
              <p:nvSpPr>
                <p:cNvPr id="566" name="Freeform: Shape 4462">
                  <a:extLst>
                    <a:ext uri="{FF2B5EF4-FFF2-40B4-BE49-F238E27FC236}">
                      <a16:creationId xmlns:a16="http://schemas.microsoft.com/office/drawing/2014/main" id="{7BC2B5DD-D93B-1C14-0FD7-07EB0D5B8099}"/>
                    </a:ext>
                  </a:extLst>
                </p:cNvPr>
                <p:cNvSpPr/>
                <p:nvPr/>
              </p:nvSpPr>
              <p:spPr>
                <a:xfrm>
                  <a:off x="2950002" y="3851682"/>
                  <a:ext cx="129857" cy="116423"/>
                </a:xfrm>
                <a:custGeom>
                  <a:avLst/>
                  <a:gdLst>
                    <a:gd name="connsiteX0" fmla="*/ 130253 w 129856"/>
                    <a:gd name="connsiteY0" fmla="*/ 17238 h 116423"/>
                    <a:gd name="connsiteX1" fmla="*/ 127119 w 129856"/>
                    <a:gd name="connsiteY1" fmla="*/ 15894 h 116423"/>
                    <a:gd name="connsiteX2" fmla="*/ 119954 w 129856"/>
                    <a:gd name="connsiteY2" fmla="*/ 11417 h 116423"/>
                    <a:gd name="connsiteX3" fmla="*/ 113685 w 129856"/>
                    <a:gd name="connsiteY3" fmla="*/ 2461 h 116423"/>
                    <a:gd name="connsiteX4" fmla="*/ 106073 w 129856"/>
                    <a:gd name="connsiteY4" fmla="*/ 222 h 116423"/>
                    <a:gd name="connsiteX5" fmla="*/ 98908 w 129856"/>
                    <a:gd name="connsiteY5" fmla="*/ 7834 h 116423"/>
                    <a:gd name="connsiteX6" fmla="*/ 98908 w 129856"/>
                    <a:gd name="connsiteY6" fmla="*/ 8282 h 116423"/>
                    <a:gd name="connsiteX7" fmla="*/ 89953 w 129856"/>
                    <a:gd name="connsiteY7" fmla="*/ 670 h 116423"/>
                    <a:gd name="connsiteX8" fmla="*/ 86818 w 129856"/>
                    <a:gd name="connsiteY8" fmla="*/ 1118 h 116423"/>
                    <a:gd name="connsiteX9" fmla="*/ 78311 w 129856"/>
                    <a:gd name="connsiteY9" fmla="*/ 11417 h 116423"/>
                    <a:gd name="connsiteX10" fmla="*/ 12934 w 129856"/>
                    <a:gd name="connsiteY10" fmla="*/ 27089 h 116423"/>
                    <a:gd name="connsiteX11" fmla="*/ 20099 w 129856"/>
                    <a:gd name="connsiteY11" fmla="*/ 105898 h 116423"/>
                    <a:gd name="connsiteX12" fmla="*/ 55921 w 129856"/>
                    <a:gd name="connsiteY12" fmla="*/ 118884 h 116423"/>
                    <a:gd name="connsiteX13" fmla="*/ 98908 w 129856"/>
                    <a:gd name="connsiteY13" fmla="*/ 98734 h 116423"/>
                    <a:gd name="connsiteX14" fmla="*/ 102043 w 129856"/>
                    <a:gd name="connsiteY14" fmla="*/ 31567 h 116423"/>
                    <a:gd name="connsiteX15" fmla="*/ 110551 w 129856"/>
                    <a:gd name="connsiteY15" fmla="*/ 21268 h 116423"/>
                    <a:gd name="connsiteX16" fmla="*/ 110999 w 129856"/>
                    <a:gd name="connsiteY16" fmla="*/ 19477 h 116423"/>
                    <a:gd name="connsiteX17" fmla="*/ 110103 w 129856"/>
                    <a:gd name="connsiteY17" fmla="*/ 18133 h 116423"/>
                    <a:gd name="connsiteX18" fmla="*/ 101147 w 129856"/>
                    <a:gd name="connsiteY18" fmla="*/ 10521 h 116423"/>
                    <a:gd name="connsiteX19" fmla="*/ 102491 w 129856"/>
                    <a:gd name="connsiteY19" fmla="*/ 9178 h 116423"/>
                    <a:gd name="connsiteX20" fmla="*/ 106521 w 129856"/>
                    <a:gd name="connsiteY20" fmla="*/ 4252 h 116423"/>
                    <a:gd name="connsiteX21" fmla="*/ 110103 w 129856"/>
                    <a:gd name="connsiteY21" fmla="*/ 5596 h 116423"/>
                    <a:gd name="connsiteX22" fmla="*/ 115476 w 129856"/>
                    <a:gd name="connsiteY22" fmla="*/ 13208 h 116423"/>
                    <a:gd name="connsiteX23" fmla="*/ 123984 w 129856"/>
                    <a:gd name="connsiteY23" fmla="*/ 20820 h 116423"/>
                    <a:gd name="connsiteX24" fmla="*/ 128014 w 129856"/>
                    <a:gd name="connsiteY24" fmla="*/ 19924 h 116423"/>
                    <a:gd name="connsiteX25" fmla="*/ 130253 w 129856"/>
                    <a:gd name="connsiteY25" fmla="*/ 17238 h 116423"/>
                    <a:gd name="connsiteX26" fmla="*/ 95774 w 129856"/>
                    <a:gd name="connsiteY26" fmla="*/ 96047 h 116423"/>
                    <a:gd name="connsiteX27" fmla="*/ 23233 w 129856"/>
                    <a:gd name="connsiteY27" fmla="*/ 102764 h 116423"/>
                    <a:gd name="connsiteX28" fmla="*/ 16516 w 129856"/>
                    <a:gd name="connsiteY28" fmla="*/ 30224 h 116423"/>
                    <a:gd name="connsiteX29" fmla="*/ 56369 w 129856"/>
                    <a:gd name="connsiteY29" fmla="*/ 11864 h 116423"/>
                    <a:gd name="connsiteX30" fmla="*/ 89057 w 129856"/>
                    <a:gd name="connsiteY30" fmla="*/ 23507 h 116423"/>
                    <a:gd name="connsiteX31" fmla="*/ 95774 w 129856"/>
                    <a:gd name="connsiteY31" fmla="*/ 96047 h 116423"/>
                    <a:gd name="connsiteX32" fmla="*/ 99804 w 129856"/>
                    <a:gd name="connsiteY32" fmla="*/ 27985 h 116423"/>
                    <a:gd name="connsiteX33" fmla="*/ 91744 w 129856"/>
                    <a:gd name="connsiteY33" fmla="*/ 19924 h 116423"/>
                    <a:gd name="connsiteX34" fmla="*/ 82340 w 129856"/>
                    <a:gd name="connsiteY34" fmla="*/ 13656 h 116423"/>
                    <a:gd name="connsiteX35" fmla="*/ 88609 w 129856"/>
                    <a:gd name="connsiteY35" fmla="*/ 6043 h 116423"/>
                    <a:gd name="connsiteX36" fmla="*/ 105625 w 129856"/>
                    <a:gd name="connsiteY36" fmla="*/ 20372 h 116423"/>
                    <a:gd name="connsiteX37" fmla="*/ 99804 w 129856"/>
                    <a:gd name="connsiteY37" fmla="*/ 27985 h 11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856" h="116423">
                      <a:moveTo>
                        <a:pt x="130253" y="17238"/>
                      </a:moveTo>
                      <a:cubicBezTo>
                        <a:pt x="129805" y="15894"/>
                        <a:pt x="128462" y="15447"/>
                        <a:pt x="127119" y="15894"/>
                      </a:cubicBezTo>
                      <a:cubicBezTo>
                        <a:pt x="123536" y="17238"/>
                        <a:pt x="122641" y="16342"/>
                        <a:pt x="119954" y="11417"/>
                      </a:cubicBezTo>
                      <a:cubicBezTo>
                        <a:pt x="118611" y="8730"/>
                        <a:pt x="116820" y="5148"/>
                        <a:pt x="113685" y="2461"/>
                      </a:cubicBezTo>
                      <a:cubicBezTo>
                        <a:pt x="110551" y="-226"/>
                        <a:pt x="107864" y="-226"/>
                        <a:pt x="106073" y="222"/>
                      </a:cubicBezTo>
                      <a:cubicBezTo>
                        <a:pt x="101595" y="1565"/>
                        <a:pt x="99356" y="7386"/>
                        <a:pt x="98908" y="7834"/>
                      </a:cubicBezTo>
                      <a:cubicBezTo>
                        <a:pt x="98908" y="7834"/>
                        <a:pt x="98908" y="8282"/>
                        <a:pt x="98908" y="8282"/>
                      </a:cubicBezTo>
                      <a:lnTo>
                        <a:pt x="89953" y="670"/>
                      </a:lnTo>
                      <a:cubicBezTo>
                        <a:pt x="89057" y="-226"/>
                        <a:pt x="87714" y="222"/>
                        <a:pt x="86818" y="1118"/>
                      </a:cubicBezTo>
                      <a:lnTo>
                        <a:pt x="78311" y="11417"/>
                      </a:lnTo>
                      <a:cubicBezTo>
                        <a:pt x="55921" y="2013"/>
                        <a:pt x="29055" y="7386"/>
                        <a:pt x="12934" y="27089"/>
                      </a:cubicBezTo>
                      <a:cubicBezTo>
                        <a:pt x="-6768" y="50821"/>
                        <a:pt x="-3634" y="86196"/>
                        <a:pt x="20099" y="105898"/>
                      </a:cubicBezTo>
                      <a:cubicBezTo>
                        <a:pt x="30398" y="114406"/>
                        <a:pt x="43383" y="118884"/>
                        <a:pt x="55921" y="118884"/>
                      </a:cubicBezTo>
                      <a:cubicBezTo>
                        <a:pt x="72041" y="118884"/>
                        <a:pt x="88162" y="112168"/>
                        <a:pt x="98908" y="98734"/>
                      </a:cubicBezTo>
                      <a:cubicBezTo>
                        <a:pt x="115028" y="79032"/>
                        <a:pt x="115924" y="51717"/>
                        <a:pt x="102043" y="31567"/>
                      </a:cubicBezTo>
                      <a:lnTo>
                        <a:pt x="110551" y="21268"/>
                      </a:lnTo>
                      <a:cubicBezTo>
                        <a:pt x="110999" y="20820"/>
                        <a:pt x="110999" y="20372"/>
                        <a:pt x="110999" y="19477"/>
                      </a:cubicBezTo>
                      <a:cubicBezTo>
                        <a:pt x="110999" y="19029"/>
                        <a:pt x="110551" y="18133"/>
                        <a:pt x="110103" y="18133"/>
                      </a:cubicBezTo>
                      <a:lnTo>
                        <a:pt x="101147" y="10521"/>
                      </a:lnTo>
                      <a:cubicBezTo>
                        <a:pt x="102043" y="10521"/>
                        <a:pt x="102491" y="10073"/>
                        <a:pt x="102491" y="9178"/>
                      </a:cubicBezTo>
                      <a:cubicBezTo>
                        <a:pt x="102939" y="8282"/>
                        <a:pt x="104282" y="4700"/>
                        <a:pt x="106521" y="4252"/>
                      </a:cubicBezTo>
                      <a:cubicBezTo>
                        <a:pt x="107416" y="3804"/>
                        <a:pt x="108760" y="4252"/>
                        <a:pt x="110103" y="5596"/>
                      </a:cubicBezTo>
                      <a:cubicBezTo>
                        <a:pt x="112790" y="7834"/>
                        <a:pt x="114133" y="10521"/>
                        <a:pt x="115476" y="13208"/>
                      </a:cubicBezTo>
                      <a:cubicBezTo>
                        <a:pt x="117267" y="16790"/>
                        <a:pt x="119506" y="20820"/>
                        <a:pt x="123984" y="20820"/>
                      </a:cubicBezTo>
                      <a:cubicBezTo>
                        <a:pt x="125328" y="20820"/>
                        <a:pt x="126671" y="20372"/>
                        <a:pt x="128014" y="19924"/>
                      </a:cubicBezTo>
                      <a:cubicBezTo>
                        <a:pt x="130253" y="19924"/>
                        <a:pt x="131149" y="18581"/>
                        <a:pt x="130253" y="17238"/>
                      </a:cubicBezTo>
                      <a:close/>
                      <a:moveTo>
                        <a:pt x="95774" y="96047"/>
                      </a:moveTo>
                      <a:cubicBezTo>
                        <a:pt x="77863" y="117989"/>
                        <a:pt x="45175" y="121123"/>
                        <a:pt x="23233" y="102764"/>
                      </a:cubicBezTo>
                      <a:cubicBezTo>
                        <a:pt x="1292" y="84405"/>
                        <a:pt x="-1843" y="52165"/>
                        <a:pt x="16516" y="30224"/>
                      </a:cubicBezTo>
                      <a:cubicBezTo>
                        <a:pt x="26816" y="18133"/>
                        <a:pt x="41592" y="11864"/>
                        <a:pt x="56369" y="11864"/>
                      </a:cubicBezTo>
                      <a:cubicBezTo>
                        <a:pt x="68011" y="11864"/>
                        <a:pt x="79654" y="15894"/>
                        <a:pt x="89057" y="23507"/>
                      </a:cubicBezTo>
                      <a:cubicBezTo>
                        <a:pt x="110999" y="41418"/>
                        <a:pt x="113685" y="74106"/>
                        <a:pt x="95774" y="96047"/>
                      </a:cubicBezTo>
                      <a:close/>
                      <a:moveTo>
                        <a:pt x="99804" y="27985"/>
                      </a:moveTo>
                      <a:cubicBezTo>
                        <a:pt x="97565" y="25298"/>
                        <a:pt x="94878" y="22611"/>
                        <a:pt x="91744" y="19924"/>
                      </a:cubicBezTo>
                      <a:cubicBezTo>
                        <a:pt x="88609" y="17685"/>
                        <a:pt x="85475" y="15447"/>
                        <a:pt x="82340" y="13656"/>
                      </a:cubicBezTo>
                      <a:lnTo>
                        <a:pt x="88609" y="6043"/>
                      </a:lnTo>
                      <a:lnTo>
                        <a:pt x="105625" y="20372"/>
                      </a:lnTo>
                      <a:lnTo>
                        <a:pt x="99804" y="2798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67" name="Freeform: Shape 4463">
                  <a:extLst>
                    <a:ext uri="{FF2B5EF4-FFF2-40B4-BE49-F238E27FC236}">
                      <a16:creationId xmlns:a16="http://schemas.microsoft.com/office/drawing/2014/main" id="{8BC5CE90-8AD3-FFB1-085E-B269AA01FEDC}"/>
                    </a:ext>
                  </a:extLst>
                </p:cNvPr>
                <p:cNvSpPr/>
                <p:nvPr/>
              </p:nvSpPr>
              <p:spPr>
                <a:xfrm>
                  <a:off x="3084733" y="3865785"/>
                  <a:ext cx="13433" cy="4478"/>
                </a:xfrm>
                <a:custGeom>
                  <a:avLst/>
                  <a:gdLst>
                    <a:gd name="connsiteX0" fmla="*/ 2239 w 13433"/>
                    <a:gd name="connsiteY0" fmla="*/ 6269 h 4477"/>
                    <a:gd name="connsiteX1" fmla="*/ 0 w 13433"/>
                    <a:gd name="connsiteY1" fmla="*/ 4478 h 4477"/>
                    <a:gd name="connsiteX2" fmla="*/ 1791 w 13433"/>
                    <a:gd name="connsiteY2" fmla="*/ 1791 h 4477"/>
                    <a:gd name="connsiteX3" fmla="*/ 12090 w 13433"/>
                    <a:gd name="connsiteY3" fmla="*/ 0 h 4477"/>
                    <a:gd name="connsiteX4" fmla="*/ 14777 w 13433"/>
                    <a:gd name="connsiteY4" fmla="*/ 1791 h 4477"/>
                    <a:gd name="connsiteX5" fmla="*/ 12986 w 13433"/>
                    <a:gd name="connsiteY5" fmla="*/ 4478 h 4477"/>
                    <a:gd name="connsiteX6" fmla="*/ 2239 w 13433"/>
                    <a:gd name="connsiteY6" fmla="*/ 6269 h 4477"/>
                    <a:gd name="connsiteX7" fmla="*/ 2239 w 13433"/>
                    <a:gd name="connsiteY7" fmla="*/ 6269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4477">
                      <a:moveTo>
                        <a:pt x="2239" y="6269"/>
                      </a:moveTo>
                      <a:cubicBezTo>
                        <a:pt x="1343" y="6269"/>
                        <a:pt x="0" y="5373"/>
                        <a:pt x="0" y="4478"/>
                      </a:cubicBezTo>
                      <a:cubicBezTo>
                        <a:pt x="0" y="3135"/>
                        <a:pt x="448" y="2239"/>
                        <a:pt x="1791" y="1791"/>
                      </a:cubicBezTo>
                      <a:lnTo>
                        <a:pt x="12090" y="0"/>
                      </a:lnTo>
                      <a:cubicBezTo>
                        <a:pt x="13433" y="0"/>
                        <a:pt x="14329" y="448"/>
                        <a:pt x="14777" y="1791"/>
                      </a:cubicBezTo>
                      <a:cubicBezTo>
                        <a:pt x="14777" y="3135"/>
                        <a:pt x="14329" y="4030"/>
                        <a:pt x="12986" y="4478"/>
                      </a:cubicBezTo>
                      <a:lnTo>
                        <a:pt x="2239" y="6269"/>
                      </a:lnTo>
                      <a:cubicBezTo>
                        <a:pt x="2687" y="6269"/>
                        <a:pt x="2687" y="6269"/>
                        <a:pt x="2239" y="626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68" name="Freeform: Shape 4464">
                  <a:extLst>
                    <a:ext uri="{FF2B5EF4-FFF2-40B4-BE49-F238E27FC236}">
                      <a16:creationId xmlns:a16="http://schemas.microsoft.com/office/drawing/2014/main" id="{C142AE85-A04C-09D9-88B7-941E62898C0F}"/>
                    </a:ext>
                  </a:extLst>
                </p:cNvPr>
                <p:cNvSpPr/>
                <p:nvPr/>
              </p:nvSpPr>
              <p:spPr>
                <a:xfrm>
                  <a:off x="3078796" y="3875968"/>
                  <a:ext cx="4478" cy="8956"/>
                </a:xfrm>
                <a:custGeom>
                  <a:avLst/>
                  <a:gdLst>
                    <a:gd name="connsiteX0" fmla="*/ 4146 w 4477"/>
                    <a:gd name="connsiteY0" fmla="*/ 12207 h 8955"/>
                    <a:gd name="connsiteX1" fmla="*/ 1908 w 4477"/>
                    <a:gd name="connsiteY1" fmla="*/ 10416 h 8955"/>
                    <a:gd name="connsiteX2" fmla="*/ 117 w 4477"/>
                    <a:gd name="connsiteY2" fmla="*/ 2803 h 8955"/>
                    <a:gd name="connsiteX3" fmla="*/ 1908 w 4477"/>
                    <a:gd name="connsiteY3" fmla="*/ 116 h 8955"/>
                    <a:gd name="connsiteX4" fmla="*/ 4594 w 4477"/>
                    <a:gd name="connsiteY4" fmla="*/ 1908 h 8955"/>
                    <a:gd name="connsiteX5" fmla="*/ 6385 w 4477"/>
                    <a:gd name="connsiteY5" fmla="*/ 9520 h 8955"/>
                    <a:gd name="connsiteX6" fmla="*/ 4594 w 4477"/>
                    <a:gd name="connsiteY6" fmla="*/ 12207 h 8955"/>
                    <a:gd name="connsiteX7" fmla="*/ 4146 w 4477"/>
                    <a:gd name="connsiteY7" fmla="*/ 12207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 h="8955">
                      <a:moveTo>
                        <a:pt x="4146" y="12207"/>
                      </a:moveTo>
                      <a:cubicBezTo>
                        <a:pt x="3251" y="12207"/>
                        <a:pt x="2355" y="11311"/>
                        <a:pt x="1908" y="10416"/>
                      </a:cubicBezTo>
                      <a:lnTo>
                        <a:pt x="117" y="2803"/>
                      </a:lnTo>
                      <a:cubicBezTo>
                        <a:pt x="-331" y="1460"/>
                        <a:pt x="564" y="564"/>
                        <a:pt x="1908" y="116"/>
                      </a:cubicBezTo>
                      <a:cubicBezTo>
                        <a:pt x="3251" y="-331"/>
                        <a:pt x="4146" y="564"/>
                        <a:pt x="4594" y="1908"/>
                      </a:cubicBezTo>
                      <a:lnTo>
                        <a:pt x="6385" y="9520"/>
                      </a:lnTo>
                      <a:cubicBezTo>
                        <a:pt x="6833" y="10863"/>
                        <a:pt x="5938" y="11759"/>
                        <a:pt x="4594" y="12207"/>
                      </a:cubicBezTo>
                      <a:cubicBezTo>
                        <a:pt x="4594" y="12207"/>
                        <a:pt x="4594" y="12207"/>
                        <a:pt x="4146" y="1220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69" name="Freeform: Shape 4465">
                  <a:extLst>
                    <a:ext uri="{FF2B5EF4-FFF2-40B4-BE49-F238E27FC236}">
                      <a16:creationId xmlns:a16="http://schemas.microsoft.com/office/drawing/2014/main" id="{22AEDABB-8027-A1DD-FC38-6B8D2DE8637D}"/>
                    </a:ext>
                  </a:extLst>
                </p:cNvPr>
                <p:cNvSpPr/>
                <p:nvPr/>
              </p:nvSpPr>
              <p:spPr>
                <a:xfrm>
                  <a:off x="3074318" y="3851788"/>
                  <a:ext cx="4478" cy="8956"/>
                </a:xfrm>
                <a:custGeom>
                  <a:avLst/>
                  <a:gdLst>
                    <a:gd name="connsiteX0" fmla="*/ 4146 w 4477"/>
                    <a:gd name="connsiteY0" fmla="*/ 12207 h 8955"/>
                    <a:gd name="connsiteX1" fmla="*/ 1908 w 4477"/>
                    <a:gd name="connsiteY1" fmla="*/ 10415 h 8955"/>
                    <a:gd name="connsiteX2" fmla="*/ 117 w 4477"/>
                    <a:gd name="connsiteY2" fmla="*/ 2803 h 8955"/>
                    <a:gd name="connsiteX3" fmla="*/ 1908 w 4477"/>
                    <a:gd name="connsiteY3" fmla="*/ 117 h 8955"/>
                    <a:gd name="connsiteX4" fmla="*/ 4594 w 4477"/>
                    <a:gd name="connsiteY4" fmla="*/ 1908 h 8955"/>
                    <a:gd name="connsiteX5" fmla="*/ 6385 w 4477"/>
                    <a:gd name="connsiteY5" fmla="*/ 9520 h 8955"/>
                    <a:gd name="connsiteX6" fmla="*/ 4594 w 4477"/>
                    <a:gd name="connsiteY6" fmla="*/ 12207 h 8955"/>
                    <a:gd name="connsiteX7" fmla="*/ 4146 w 4477"/>
                    <a:gd name="connsiteY7" fmla="*/ 12207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 h="8955">
                      <a:moveTo>
                        <a:pt x="4146" y="12207"/>
                      </a:moveTo>
                      <a:cubicBezTo>
                        <a:pt x="3251" y="12207"/>
                        <a:pt x="2355" y="11311"/>
                        <a:pt x="1908" y="10415"/>
                      </a:cubicBezTo>
                      <a:lnTo>
                        <a:pt x="117" y="2803"/>
                      </a:lnTo>
                      <a:cubicBezTo>
                        <a:pt x="-331" y="1460"/>
                        <a:pt x="564" y="564"/>
                        <a:pt x="1908" y="117"/>
                      </a:cubicBezTo>
                      <a:cubicBezTo>
                        <a:pt x="3251" y="-331"/>
                        <a:pt x="4146" y="564"/>
                        <a:pt x="4594" y="1908"/>
                      </a:cubicBezTo>
                      <a:lnTo>
                        <a:pt x="6385" y="9520"/>
                      </a:lnTo>
                      <a:cubicBezTo>
                        <a:pt x="6833" y="10863"/>
                        <a:pt x="5938" y="11759"/>
                        <a:pt x="4594" y="12207"/>
                      </a:cubicBezTo>
                      <a:cubicBezTo>
                        <a:pt x="4594" y="12207"/>
                        <a:pt x="4594" y="12207"/>
                        <a:pt x="4146" y="1220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570" name="Group 4466">
                <a:extLst>
                  <a:ext uri="{FF2B5EF4-FFF2-40B4-BE49-F238E27FC236}">
                    <a16:creationId xmlns:a16="http://schemas.microsoft.com/office/drawing/2014/main" id="{923532D0-71A2-C657-8B60-7D3348D56433}"/>
                  </a:ext>
                  <a:ext uri="{C183D7F6-B498-43B3-948B-1728B52AA6E4}">
                    <adec:decorative xmlns:adec="http://schemas.microsoft.com/office/drawing/2017/decorative" val="1"/>
                  </a:ext>
                </a:extLst>
              </p:cNvPr>
              <p:cNvGrpSpPr>
                <a:grpSpLocks noChangeAspect="1"/>
              </p:cNvGrpSpPr>
              <p:nvPr/>
            </p:nvGrpSpPr>
            <p:grpSpPr>
              <a:xfrm>
                <a:off x="3176075" y="4588239"/>
                <a:ext cx="138812" cy="125379"/>
                <a:chOff x="3216829" y="3852800"/>
                <a:chExt cx="138812" cy="125379"/>
              </a:xfrm>
            </p:grpSpPr>
            <p:sp>
              <p:nvSpPr>
                <p:cNvPr id="571" name="Freeform: Shape 4467">
                  <a:extLst>
                    <a:ext uri="{FF2B5EF4-FFF2-40B4-BE49-F238E27FC236}">
                      <a16:creationId xmlns:a16="http://schemas.microsoft.com/office/drawing/2014/main" id="{6FAFAAAF-DDF7-0D0D-98D0-B350CD979014}"/>
                    </a:ext>
                  </a:extLst>
                </p:cNvPr>
                <p:cNvSpPr/>
                <p:nvPr/>
              </p:nvSpPr>
              <p:spPr>
                <a:xfrm>
                  <a:off x="3263398" y="3898921"/>
                  <a:ext cx="17911" cy="17911"/>
                </a:xfrm>
                <a:custGeom>
                  <a:avLst/>
                  <a:gdLst>
                    <a:gd name="connsiteX0" fmla="*/ 8956 w 17911"/>
                    <a:gd name="connsiteY0" fmla="*/ 17911 h 17911"/>
                    <a:gd name="connsiteX1" fmla="*/ 0 w 17911"/>
                    <a:gd name="connsiteY1" fmla="*/ 8956 h 17911"/>
                    <a:gd name="connsiteX2" fmla="*/ 8956 w 17911"/>
                    <a:gd name="connsiteY2" fmla="*/ 0 h 17911"/>
                    <a:gd name="connsiteX3" fmla="*/ 17911 w 17911"/>
                    <a:gd name="connsiteY3" fmla="*/ 8956 h 17911"/>
                    <a:gd name="connsiteX4" fmla="*/ 8956 w 17911"/>
                    <a:gd name="connsiteY4" fmla="*/ 17911 h 17911"/>
                    <a:gd name="connsiteX5" fmla="*/ 8956 w 17911"/>
                    <a:gd name="connsiteY5" fmla="*/ 4478 h 17911"/>
                    <a:gd name="connsiteX6" fmla="*/ 4478 w 17911"/>
                    <a:gd name="connsiteY6" fmla="*/ 8956 h 17911"/>
                    <a:gd name="connsiteX7" fmla="*/ 8956 w 17911"/>
                    <a:gd name="connsiteY7" fmla="*/ 13433 h 17911"/>
                    <a:gd name="connsiteX8" fmla="*/ 13433 w 17911"/>
                    <a:gd name="connsiteY8" fmla="*/ 8956 h 17911"/>
                    <a:gd name="connsiteX9" fmla="*/ 8956 w 17911"/>
                    <a:gd name="connsiteY9" fmla="*/ 4478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8956" y="17911"/>
                      </a:moveTo>
                      <a:cubicBezTo>
                        <a:pt x="4030" y="17911"/>
                        <a:pt x="0" y="13881"/>
                        <a:pt x="0" y="8956"/>
                      </a:cubicBezTo>
                      <a:cubicBezTo>
                        <a:pt x="0" y="4030"/>
                        <a:pt x="4030" y="0"/>
                        <a:pt x="8956" y="0"/>
                      </a:cubicBezTo>
                      <a:cubicBezTo>
                        <a:pt x="13881" y="0"/>
                        <a:pt x="17911" y="4030"/>
                        <a:pt x="17911" y="8956"/>
                      </a:cubicBezTo>
                      <a:cubicBezTo>
                        <a:pt x="17911" y="13881"/>
                        <a:pt x="13881" y="17911"/>
                        <a:pt x="8956" y="17911"/>
                      </a:cubicBezTo>
                      <a:close/>
                      <a:moveTo>
                        <a:pt x="8956" y="4478"/>
                      </a:moveTo>
                      <a:cubicBezTo>
                        <a:pt x="6269" y="4478"/>
                        <a:pt x="4478" y="6269"/>
                        <a:pt x="4478" y="8956"/>
                      </a:cubicBezTo>
                      <a:cubicBezTo>
                        <a:pt x="4478" y="11642"/>
                        <a:pt x="6269" y="13433"/>
                        <a:pt x="8956" y="13433"/>
                      </a:cubicBezTo>
                      <a:cubicBezTo>
                        <a:pt x="11642" y="13433"/>
                        <a:pt x="13433" y="11642"/>
                        <a:pt x="13433" y="8956"/>
                      </a:cubicBezTo>
                      <a:cubicBezTo>
                        <a:pt x="13433" y="6269"/>
                        <a:pt x="11642" y="4478"/>
                        <a:pt x="89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72" name="Freeform: Shape 4468">
                  <a:extLst>
                    <a:ext uri="{FF2B5EF4-FFF2-40B4-BE49-F238E27FC236}">
                      <a16:creationId xmlns:a16="http://schemas.microsoft.com/office/drawing/2014/main" id="{2F4EACB0-417E-FEFA-C2B1-2ABEBFF69A08}"/>
                    </a:ext>
                  </a:extLst>
                </p:cNvPr>
                <p:cNvSpPr/>
                <p:nvPr/>
              </p:nvSpPr>
              <p:spPr>
                <a:xfrm>
                  <a:off x="3229815" y="3865338"/>
                  <a:ext cx="44778" cy="44778"/>
                </a:xfrm>
                <a:custGeom>
                  <a:avLst/>
                  <a:gdLst>
                    <a:gd name="connsiteX0" fmla="*/ 2239 w 44778"/>
                    <a:gd name="connsiteY0" fmla="*/ 44778 h 44778"/>
                    <a:gd name="connsiteX1" fmla="*/ 0 w 44778"/>
                    <a:gd name="connsiteY1" fmla="*/ 42539 h 44778"/>
                    <a:gd name="connsiteX2" fmla="*/ 42539 w 44778"/>
                    <a:gd name="connsiteY2" fmla="*/ 0 h 44778"/>
                    <a:gd name="connsiteX3" fmla="*/ 44778 w 44778"/>
                    <a:gd name="connsiteY3" fmla="*/ 2239 h 44778"/>
                    <a:gd name="connsiteX4" fmla="*/ 42539 w 44778"/>
                    <a:gd name="connsiteY4" fmla="*/ 4478 h 44778"/>
                    <a:gd name="connsiteX5" fmla="*/ 4478 w 44778"/>
                    <a:gd name="connsiteY5" fmla="*/ 42539 h 44778"/>
                    <a:gd name="connsiteX6" fmla="*/ 2239 w 44778"/>
                    <a:gd name="connsiteY6" fmla="*/ 447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8" h="44778">
                      <a:moveTo>
                        <a:pt x="2239" y="44778"/>
                      </a:moveTo>
                      <a:cubicBezTo>
                        <a:pt x="895" y="44778"/>
                        <a:pt x="0" y="43883"/>
                        <a:pt x="0" y="42539"/>
                      </a:cubicBezTo>
                      <a:cubicBezTo>
                        <a:pt x="0" y="19255"/>
                        <a:pt x="19255" y="0"/>
                        <a:pt x="42539" y="0"/>
                      </a:cubicBezTo>
                      <a:cubicBezTo>
                        <a:pt x="43883" y="0"/>
                        <a:pt x="44778" y="896"/>
                        <a:pt x="44778" y="2239"/>
                      </a:cubicBezTo>
                      <a:cubicBezTo>
                        <a:pt x="44778" y="3582"/>
                        <a:pt x="43883" y="4478"/>
                        <a:pt x="42539" y="4478"/>
                      </a:cubicBezTo>
                      <a:cubicBezTo>
                        <a:pt x="21493" y="4478"/>
                        <a:pt x="4478" y="21493"/>
                        <a:pt x="4478" y="42539"/>
                      </a:cubicBezTo>
                      <a:cubicBezTo>
                        <a:pt x="4478" y="43883"/>
                        <a:pt x="3582" y="44778"/>
                        <a:pt x="2239" y="447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73" name="Freeform: Shape 4469">
                  <a:extLst>
                    <a:ext uri="{FF2B5EF4-FFF2-40B4-BE49-F238E27FC236}">
                      <a16:creationId xmlns:a16="http://schemas.microsoft.com/office/drawing/2014/main" id="{2ADF2DC1-4EAF-C972-DB66-CD0EF6884C91}"/>
                    </a:ext>
                  </a:extLst>
                </p:cNvPr>
                <p:cNvSpPr/>
                <p:nvPr/>
              </p:nvSpPr>
              <p:spPr>
                <a:xfrm>
                  <a:off x="3216829" y="3852800"/>
                  <a:ext cx="138812" cy="125379"/>
                </a:xfrm>
                <a:custGeom>
                  <a:avLst/>
                  <a:gdLst>
                    <a:gd name="connsiteX0" fmla="*/ 137021 w 138812"/>
                    <a:gd name="connsiteY0" fmla="*/ 26419 h 125378"/>
                    <a:gd name="connsiteX1" fmla="*/ 134782 w 138812"/>
                    <a:gd name="connsiteY1" fmla="*/ 26867 h 125378"/>
                    <a:gd name="connsiteX2" fmla="*/ 121349 w 138812"/>
                    <a:gd name="connsiteY2" fmla="*/ 40300 h 125378"/>
                    <a:gd name="connsiteX3" fmla="*/ 120901 w 138812"/>
                    <a:gd name="connsiteY3" fmla="*/ 42091 h 125378"/>
                    <a:gd name="connsiteX4" fmla="*/ 120901 w 138812"/>
                    <a:gd name="connsiteY4" fmla="*/ 68958 h 125378"/>
                    <a:gd name="connsiteX5" fmla="*/ 121349 w 138812"/>
                    <a:gd name="connsiteY5" fmla="*/ 70749 h 125378"/>
                    <a:gd name="connsiteX6" fmla="*/ 134335 w 138812"/>
                    <a:gd name="connsiteY6" fmla="*/ 83735 h 125378"/>
                    <a:gd name="connsiteX7" fmla="*/ 134335 w 138812"/>
                    <a:gd name="connsiteY7" fmla="*/ 107468 h 125378"/>
                    <a:gd name="connsiteX8" fmla="*/ 98512 w 138812"/>
                    <a:gd name="connsiteY8" fmla="*/ 107468 h 125378"/>
                    <a:gd name="connsiteX9" fmla="*/ 98512 w 138812"/>
                    <a:gd name="connsiteY9" fmla="*/ 92243 h 125378"/>
                    <a:gd name="connsiteX10" fmla="*/ 98512 w 138812"/>
                    <a:gd name="connsiteY10" fmla="*/ 92243 h 125378"/>
                    <a:gd name="connsiteX11" fmla="*/ 111945 w 138812"/>
                    <a:gd name="connsiteY11" fmla="*/ 55973 h 125378"/>
                    <a:gd name="connsiteX12" fmla="*/ 55973 w 138812"/>
                    <a:gd name="connsiteY12" fmla="*/ 0 h 125378"/>
                    <a:gd name="connsiteX13" fmla="*/ 0 w 138812"/>
                    <a:gd name="connsiteY13" fmla="*/ 55973 h 125378"/>
                    <a:gd name="connsiteX14" fmla="*/ 13433 w 138812"/>
                    <a:gd name="connsiteY14" fmla="*/ 92243 h 125378"/>
                    <a:gd name="connsiteX15" fmla="*/ 13433 w 138812"/>
                    <a:gd name="connsiteY15" fmla="*/ 92243 h 125378"/>
                    <a:gd name="connsiteX16" fmla="*/ 13433 w 138812"/>
                    <a:gd name="connsiteY16" fmla="*/ 109707 h 125378"/>
                    <a:gd name="connsiteX17" fmla="*/ 29106 w 138812"/>
                    <a:gd name="connsiteY17" fmla="*/ 125379 h 125378"/>
                    <a:gd name="connsiteX18" fmla="*/ 82840 w 138812"/>
                    <a:gd name="connsiteY18" fmla="*/ 125379 h 125378"/>
                    <a:gd name="connsiteX19" fmla="*/ 98064 w 138812"/>
                    <a:gd name="connsiteY19" fmla="*/ 111945 h 125378"/>
                    <a:gd name="connsiteX20" fmla="*/ 136573 w 138812"/>
                    <a:gd name="connsiteY20" fmla="*/ 111945 h 125378"/>
                    <a:gd name="connsiteX21" fmla="*/ 138812 w 138812"/>
                    <a:gd name="connsiteY21" fmla="*/ 109707 h 125378"/>
                    <a:gd name="connsiteX22" fmla="*/ 138812 w 138812"/>
                    <a:gd name="connsiteY22" fmla="*/ 82840 h 125378"/>
                    <a:gd name="connsiteX23" fmla="*/ 138812 w 138812"/>
                    <a:gd name="connsiteY23" fmla="*/ 82840 h 125378"/>
                    <a:gd name="connsiteX24" fmla="*/ 138812 w 138812"/>
                    <a:gd name="connsiteY24" fmla="*/ 29106 h 125378"/>
                    <a:gd name="connsiteX25" fmla="*/ 137021 w 138812"/>
                    <a:gd name="connsiteY25" fmla="*/ 26419 h 125378"/>
                    <a:gd name="connsiteX26" fmla="*/ 55525 w 138812"/>
                    <a:gd name="connsiteY26" fmla="*/ 3582 h 125378"/>
                    <a:gd name="connsiteX27" fmla="*/ 107020 w 138812"/>
                    <a:gd name="connsiteY27" fmla="*/ 55077 h 125378"/>
                    <a:gd name="connsiteX28" fmla="*/ 55525 w 138812"/>
                    <a:gd name="connsiteY28" fmla="*/ 106572 h 125378"/>
                    <a:gd name="connsiteX29" fmla="*/ 4030 w 138812"/>
                    <a:gd name="connsiteY29" fmla="*/ 55077 h 125378"/>
                    <a:gd name="connsiteX30" fmla="*/ 55525 w 138812"/>
                    <a:gd name="connsiteY30" fmla="*/ 3582 h 125378"/>
                    <a:gd name="connsiteX31" fmla="*/ 82392 w 138812"/>
                    <a:gd name="connsiteY31" fmla="*/ 120005 h 125378"/>
                    <a:gd name="connsiteX32" fmla="*/ 28658 w 138812"/>
                    <a:gd name="connsiteY32" fmla="*/ 120005 h 125378"/>
                    <a:gd name="connsiteX33" fmla="*/ 17464 w 138812"/>
                    <a:gd name="connsiteY33" fmla="*/ 108811 h 125378"/>
                    <a:gd name="connsiteX34" fmla="*/ 17464 w 138812"/>
                    <a:gd name="connsiteY34" fmla="*/ 95825 h 125378"/>
                    <a:gd name="connsiteX35" fmla="*/ 55525 w 138812"/>
                    <a:gd name="connsiteY35" fmla="*/ 111050 h 125378"/>
                    <a:gd name="connsiteX36" fmla="*/ 93587 w 138812"/>
                    <a:gd name="connsiteY36" fmla="*/ 95825 h 125378"/>
                    <a:gd name="connsiteX37" fmla="*/ 93587 w 138812"/>
                    <a:gd name="connsiteY37" fmla="*/ 108811 h 125378"/>
                    <a:gd name="connsiteX38" fmla="*/ 82392 w 138812"/>
                    <a:gd name="connsiteY38" fmla="*/ 120005 h 125378"/>
                    <a:gd name="connsiteX39" fmla="*/ 133887 w 138812"/>
                    <a:gd name="connsiteY39" fmla="*/ 76571 h 125378"/>
                    <a:gd name="connsiteX40" fmla="*/ 124931 w 138812"/>
                    <a:gd name="connsiteY40" fmla="*/ 67615 h 125378"/>
                    <a:gd name="connsiteX41" fmla="*/ 124931 w 138812"/>
                    <a:gd name="connsiteY41" fmla="*/ 42539 h 125378"/>
                    <a:gd name="connsiteX42" fmla="*/ 133887 w 138812"/>
                    <a:gd name="connsiteY42" fmla="*/ 33584 h 125378"/>
                    <a:gd name="connsiteX43" fmla="*/ 133887 w 138812"/>
                    <a:gd name="connsiteY43" fmla="*/ 76571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38812" h="125378">
                      <a:moveTo>
                        <a:pt x="137021" y="26419"/>
                      </a:moveTo>
                      <a:cubicBezTo>
                        <a:pt x="136126" y="25971"/>
                        <a:pt x="135230" y="26419"/>
                        <a:pt x="134782" y="26867"/>
                      </a:cubicBezTo>
                      <a:lnTo>
                        <a:pt x="121349" y="40300"/>
                      </a:lnTo>
                      <a:cubicBezTo>
                        <a:pt x="120901" y="40748"/>
                        <a:pt x="120901" y="41196"/>
                        <a:pt x="120901" y="42091"/>
                      </a:cubicBezTo>
                      <a:lnTo>
                        <a:pt x="120901" y="68958"/>
                      </a:lnTo>
                      <a:cubicBezTo>
                        <a:pt x="120901" y="69406"/>
                        <a:pt x="121349" y="70302"/>
                        <a:pt x="121349" y="70749"/>
                      </a:cubicBezTo>
                      <a:lnTo>
                        <a:pt x="134335" y="83735"/>
                      </a:lnTo>
                      <a:lnTo>
                        <a:pt x="134335" y="107468"/>
                      </a:lnTo>
                      <a:lnTo>
                        <a:pt x="98512" y="107468"/>
                      </a:lnTo>
                      <a:lnTo>
                        <a:pt x="98512" y="92243"/>
                      </a:lnTo>
                      <a:cubicBezTo>
                        <a:pt x="98512" y="92243"/>
                        <a:pt x="98512" y="92243"/>
                        <a:pt x="98512" y="92243"/>
                      </a:cubicBezTo>
                      <a:cubicBezTo>
                        <a:pt x="107020" y="82392"/>
                        <a:pt x="111945" y="69854"/>
                        <a:pt x="111945" y="55973"/>
                      </a:cubicBezTo>
                      <a:cubicBezTo>
                        <a:pt x="111945" y="25076"/>
                        <a:pt x="86870" y="0"/>
                        <a:pt x="55973" y="0"/>
                      </a:cubicBezTo>
                      <a:cubicBezTo>
                        <a:pt x="25076" y="0"/>
                        <a:pt x="0" y="25076"/>
                        <a:pt x="0" y="55973"/>
                      </a:cubicBezTo>
                      <a:cubicBezTo>
                        <a:pt x="0" y="69854"/>
                        <a:pt x="4925" y="82392"/>
                        <a:pt x="13433" y="92243"/>
                      </a:cubicBezTo>
                      <a:cubicBezTo>
                        <a:pt x="13433" y="92243"/>
                        <a:pt x="13433" y="92243"/>
                        <a:pt x="13433" y="92243"/>
                      </a:cubicBezTo>
                      <a:lnTo>
                        <a:pt x="13433" y="109707"/>
                      </a:lnTo>
                      <a:cubicBezTo>
                        <a:pt x="13433" y="118214"/>
                        <a:pt x="20598" y="125379"/>
                        <a:pt x="29106" y="125379"/>
                      </a:cubicBezTo>
                      <a:lnTo>
                        <a:pt x="82840" y="125379"/>
                      </a:lnTo>
                      <a:cubicBezTo>
                        <a:pt x="90900" y="125379"/>
                        <a:pt x="97169" y="119558"/>
                        <a:pt x="98064" y="111945"/>
                      </a:cubicBezTo>
                      <a:lnTo>
                        <a:pt x="136573" y="111945"/>
                      </a:lnTo>
                      <a:cubicBezTo>
                        <a:pt x="137917" y="111945"/>
                        <a:pt x="138812" y="111050"/>
                        <a:pt x="138812" y="109707"/>
                      </a:cubicBezTo>
                      <a:lnTo>
                        <a:pt x="138812" y="82840"/>
                      </a:lnTo>
                      <a:cubicBezTo>
                        <a:pt x="138812" y="82840"/>
                        <a:pt x="138812" y="82840"/>
                        <a:pt x="138812" y="82840"/>
                      </a:cubicBezTo>
                      <a:lnTo>
                        <a:pt x="138812" y="29106"/>
                      </a:lnTo>
                      <a:cubicBezTo>
                        <a:pt x="138365" y="27315"/>
                        <a:pt x="137917" y="26419"/>
                        <a:pt x="137021" y="26419"/>
                      </a:cubicBezTo>
                      <a:close/>
                      <a:moveTo>
                        <a:pt x="55525" y="3582"/>
                      </a:moveTo>
                      <a:cubicBezTo>
                        <a:pt x="83735" y="3582"/>
                        <a:pt x="107020" y="26867"/>
                        <a:pt x="107020" y="55077"/>
                      </a:cubicBezTo>
                      <a:cubicBezTo>
                        <a:pt x="107020" y="83287"/>
                        <a:pt x="83735" y="106572"/>
                        <a:pt x="55525" y="106572"/>
                      </a:cubicBezTo>
                      <a:cubicBezTo>
                        <a:pt x="27315" y="106572"/>
                        <a:pt x="4030" y="83287"/>
                        <a:pt x="4030" y="55077"/>
                      </a:cubicBezTo>
                      <a:cubicBezTo>
                        <a:pt x="4030" y="26867"/>
                        <a:pt x="27315" y="3582"/>
                        <a:pt x="55525" y="3582"/>
                      </a:cubicBezTo>
                      <a:close/>
                      <a:moveTo>
                        <a:pt x="82392" y="120005"/>
                      </a:moveTo>
                      <a:lnTo>
                        <a:pt x="28658" y="120005"/>
                      </a:lnTo>
                      <a:cubicBezTo>
                        <a:pt x="22389" y="120005"/>
                        <a:pt x="17464" y="115080"/>
                        <a:pt x="17464" y="108811"/>
                      </a:cubicBezTo>
                      <a:lnTo>
                        <a:pt x="17464" y="95825"/>
                      </a:lnTo>
                      <a:cubicBezTo>
                        <a:pt x="27315" y="105229"/>
                        <a:pt x="40748" y="111050"/>
                        <a:pt x="55525" y="111050"/>
                      </a:cubicBezTo>
                      <a:cubicBezTo>
                        <a:pt x="70302" y="111050"/>
                        <a:pt x="83735" y="105229"/>
                        <a:pt x="93587" y="95825"/>
                      </a:cubicBezTo>
                      <a:lnTo>
                        <a:pt x="93587" y="108811"/>
                      </a:lnTo>
                      <a:cubicBezTo>
                        <a:pt x="93587" y="115080"/>
                        <a:pt x="88661" y="120005"/>
                        <a:pt x="82392" y="120005"/>
                      </a:cubicBezTo>
                      <a:close/>
                      <a:moveTo>
                        <a:pt x="133887" y="76571"/>
                      </a:moveTo>
                      <a:lnTo>
                        <a:pt x="124931" y="67615"/>
                      </a:lnTo>
                      <a:lnTo>
                        <a:pt x="124931" y="42539"/>
                      </a:lnTo>
                      <a:lnTo>
                        <a:pt x="133887" y="33584"/>
                      </a:lnTo>
                      <a:lnTo>
                        <a:pt x="133887" y="7657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574" name="Freeform: Shape 4470">
                <a:extLst>
                  <a:ext uri="{FF2B5EF4-FFF2-40B4-BE49-F238E27FC236}">
                    <a16:creationId xmlns:a16="http://schemas.microsoft.com/office/drawing/2014/main" id="{00C8EF97-BFFC-4B63-2932-8698B62A41C3}"/>
                  </a:ext>
                  <a:ext uri="{C183D7F6-B498-43B3-948B-1728B52AA6E4}">
                    <adec:decorative xmlns:adec="http://schemas.microsoft.com/office/drawing/2017/decorative" val="1"/>
                  </a:ext>
                </a:extLst>
              </p:cNvPr>
              <p:cNvSpPr>
                <a:spLocks noChangeAspect="1"/>
              </p:cNvSpPr>
              <p:nvPr/>
            </p:nvSpPr>
            <p:spPr>
              <a:xfrm>
                <a:off x="3702218" y="4577940"/>
                <a:ext cx="116423" cy="116423"/>
              </a:xfrm>
              <a:custGeom>
                <a:avLst/>
                <a:gdLst>
                  <a:gd name="connsiteX0" fmla="*/ 116423 w 116423"/>
                  <a:gd name="connsiteY0" fmla="*/ 118662 h 116423"/>
                  <a:gd name="connsiteX1" fmla="*/ 35823 w 116423"/>
                  <a:gd name="connsiteY1" fmla="*/ 118662 h 116423"/>
                  <a:gd name="connsiteX2" fmla="*/ 33584 w 116423"/>
                  <a:gd name="connsiteY2" fmla="*/ 116423 h 116423"/>
                  <a:gd name="connsiteX3" fmla="*/ 33584 w 116423"/>
                  <a:gd name="connsiteY3" fmla="*/ 82840 h 116423"/>
                  <a:gd name="connsiteX4" fmla="*/ 29553 w 116423"/>
                  <a:gd name="connsiteY4" fmla="*/ 82840 h 116423"/>
                  <a:gd name="connsiteX5" fmla="*/ 15672 w 116423"/>
                  <a:gd name="connsiteY5" fmla="*/ 91795 h 116423"/>
                  <a:gd name="connsiteX6" fmla="*/ 0 w 116423"/>
                  <a:gd name="connsiteY6" fmla="*/ 76123 h 116423"/>
                  <a:gd name="connsiteX7" fmla="*/ 15672 w 116423"/>
                  <a:gd name="connsiteY7" fmla="*/ 60451 h 116423"/>
                  <a:gd name="connsiteX8" fmla="*/ 29106 w 116423"/>
                  <a:gd name="connsiteY8" fmla="*/ 68063 h 116423"/>
                  <a:gd name="connsiteX9" fmla="*/ 33584 w 116423"/>
                  <a:gd name="connsiteY9" fmla="*/ 68063 h 116423"/>
                  <a:gd name="connsiteX10" fmla="*/ 33584 w 116423"/>
                  <a:gd name="connsiteY10" fmla="*/ 35823 h 116423"/>
                  <a:gd name="connsiteX11" fmla="*/ 35823 w 116423"/>
                  <a:gd name="connsiteY11" fmla="*/ 33584 h 116423"/>
                  <a:gd name="connsiteX12" fmla="*/ 68511 w 116423"/>
                  <a:gd name="connsiteY12" fmla="*/ 33584 h 116423"/>
                  <a:gd name="connsiteX13" fmla="*/ 68511 w 116423"/>
                  <a:gd name="connsiteY13" fmla="*/ 29554 h 116423"/>
                  <a:gd name="connsiteX14" fmla="*/ 60451 w 116423"/>
                  <a:gd name="connsiteY14" fmla="*/ 15672 h 116423"/>
                  <a:gd name="connsiteX15" fmla="*/ 76123 w 116423"/>
                  <a:gd name="connsiteY15" fmla="*/ 0 h 116423"/>
                  <a:gd name="connsiteX16" fmla="*/ 91795 w 116423"/>
                  <a:gd name="connsiteY16" fmla="*/ 15672 h 116423"/>
                  <a:gd name="connsiteX17" fmla="*/ 83735 w 116423"/>
                  <a:gd name="connsiteY17" fmla="*/ 29554 h 116423"/>
                  <a:gd name="connsiteX18" fmla="*/ 83735 w 116423"/>
                  <a:gd name="connsiteY18" fmla="*/ 33584 h 116423"/>
                  <a:gd name="connsiteX19" fmla="*/ 116423 w 116423"/>
                  <a:gd name="connsiteY19" fmla="*/ 33584 h 116423"/>
                  <a:gd name="connsiteX20" fmla="*/ 118662 w 116423"/>
                  <a:gd name="connsiteY20" fmla="*/ 35823 h 116423"/>
                  <a:gd name="connsiteX21" fmla="*/ 118662 w 116423"/>
                  <a:gd name="connsiteY21" fmla="*/ 70302 h 116423"/>
                  <a:gd name="connsiteX22" fmla="*/ 118215 w 116423"/>
                  <a:gd name="connsiteY22" fmla="*/ 72093 h 116423"/>
                  <a:gd name="connsiteX23" fmla="*/ 116423 w 116423"/>
                  <a:gd name="connsiteY23" fmla="*/ 72541 h 116423"/>
                  <a:gd name="connsiteX24" fmla="*/ 116423 w 116423"/>
                  <a:gd name="connsiteY24" fmla="*/ 72541 h 116423"/>
                  <a:gd name="connsiteX25" fmla="*/ 108811 w 116423"/>
                  <a:gd name="connsiteY25" fmla="*/ 72541 h 116423"/>
                  <a:gd name="connsiteX26" fmla="*/ 106572 w 116423"/>
                  <a:gd name="connsiteY26" fmla="*/ 71197 h 116423"/>
                  <a:gd name="connsiteX27" fmla="*/ 96273 w 116423"/>
                  <a:gd name="connsiteY27" fmla="*/ 64928 h 116423"/>
                  <a:gd name="connsiteX28" fmla="*/ 85079 w 116423"/>
                  <a:gd name="connsiteY28" fmla="*/ 76123 h 116423"/>
                  <a:gd name="connsiteX29" fmla="*/ 96273 w 116423"/>
                  <a:gd name="connsiteY29" fmla="*/ 87317 h 116423"/>
                  <a:gd name="connsiteX30" fmla="*/ 106572 w 116423"/>
                  <a:gd name="connsiteY30" fmla="*/ 80153 h 116423"/>
                  <a:gd name="connsiteX31" fmla="*/ 108811 w 116423"/>
                  <a:gd name="connsiteY31" fmla="*/ 78810 h 116423"/>
                  <a:gd name="connsiteX32" fmla="*/ 115976 w 116423"/>
                  <a:gd name="connsiteY32" fmla="*/ 78810 h 116423"/>
                  <a:gd name="connsiteX33" fmla="*/ 117767 w 116423"/>
                  <a:gd name="connsiteY33" fmla="*/ 79257 h 116423"/>
                  <a:gd name="connsiteX34" fmla="*/ 118215 w 116423"/>
                  <a:gd name="connsiteY34" fmla="*/ 81049 h 116423"/>
                  <a:gd name="connsiteX35" fmla="*/ 118215 w 116423"/>
                  <a:gd name="connsiteY35" fmla="*/ 116871 h 116423"/>
                  <a:gd name="connsiteX36" fmla="*/ 116423 w 116423"/>
                  <a:gd name="connsiteY36" fmla="*/ 118662 h 116423"/>
                  <a:gd name="connsiteX37" fmla="*/ 38061 w 116423"/>
                  <a:gd name="connsiteY37" fmla="*/ 114184 h 116423"/>
                  <a:gd name="connsiteX38" fmla="*/ 114184 w 116423"/>
                  <a:gd name="connsiteY38" fmla="*/ 114184 h 116423"/>
                  <a:gd name="connsiteX39" fmla="*/ 114184 w 116423"/>
                  <a:gd name="connsiteY39" fmla="*/ 82840 h 116423"/>
                  <a:gd name="connsiteX40" fmla="*/ 110602 w 116423"/>
                  <a:gd name="connsiteY40" fmla="*/ 82840 h 116423"/>
                  <a:gd name="connsiteX41" fmla="*/ 96721 w 116423"/>
                  <a:gd name="connsiteY41" fmla="*/ 91795 h 116423"/>
                  <a:gd name="connsiteX42" fmla="*/ 81048 w 116423"/>
                  <a:gd name="connsiteY42" fmla="*/ 76123 h 116423"/>
                  <a:gd name="connsiteX43" fmla="*/ 96721 w 116423"/>
                  <a:gd name="connsiteY43" fmla="*/ 60451 h 116423"/>
                  <a:gd name="connsiteX44" fmla="*/ 110154 w 116423"/>
                  <a:gd name="connsiteY44" fmla="*/ 68063 h 116423"/>
                  <a:gd name="connsiteX45" fmla="*/ 114184 w 116423"/>
                  <a:gd name="connsiteY45" fmla="*/ 68063 h 116423"/>
                  <a:gd name="connsiteX46" fmla="*/ 114184 w 116423"/>
                  <a:gd name="connsiteY46" fmla="*/ 38061 h 116423"/>
                  <a:gd name="connsiteX47" fmla="*/ 81496 w 116423"/>
                  <a:gd name="connsiteY47" fmla="*/ 38061 h 116423"/>
                  <a:gd name="connsiteX48" fmla="*/ 79257 w 116423"/>
                  <a:gd name="connsiteY48" fmla="*/ 35823 h 116423"/>
                  <a:gd name="connsiteX49" fmla="*/ 79257 w 116423"/>
                  <a:gd name="connsiteY49" fmla="*/ 28210 h 116423"/>
                  <a:gd name="connsiteX50" fmla="*/ 80601 w 116423"/>
                  <a:gd name="connsiteY50" fmla="*/ 25972 h 116423"/>
                  <a:gd name="connsiteX51" fmla="*/ 87317 w 116423"/>
                  <a:gd name="connsiteY51" fmla="*/ 15672 h 116423"/>
                  <a:gd name="connsiteX52" fmla="*/ 76123 w 116423"/>
                  <a:gd name="connsiteY52" fmla="*/ 4478 h 116423"/>
                  <a:gd name="connsiteX53" fmla="*/ 64928 w 116423"/>
                  <a:gd name="connsiteY53" fmla="*/ 15672 h 116423"/>
                  <a:gd name="connsiteX54" fmla="*/ 71645 w 116423"/>
                  <a:gd name="connsiteY54" fmla="*/ 25972 h 116423"/>
                  <a:gd name="connsiteX55" fmla="*/ 72988 w 116423"/>
                  <a:gd name="connsiteY55" fmla="*/ 28210 h 116423"/>
                  <a:gd name="connsiteX56" fmla="*/ 72988 w 116423"/>
                  <a:gd name="connsiteY56" fmla="*/ 35823 h 116423"/>
                  <a:gd name="connsiteX57" fmla="*/ 70749 w 116423"/>
                  <a:gd name="connsiteY57" fmla="*/ 38061 h 116423"/>
                  <a:gd name="connsiteX58" fmla="*/ 38061 w 116423"/>
                  <a:gd name="connsiteY58" fmla="*/ 38061 h 116423"/>
                  <a:gd name="connsiteX59" fmla="*/ 38061 w 116423"/>
                  <a:gd name="connsiteY59" fmla="*/ 70302 h 116423"/>
                  <a:gd name="connsiteX60" fmla="*/ 35823 w 116423"/>
                  <a:gd name="connsiteY60" fmla="*/ 72541 h 116423"/>
                  <a:gd name="connsiteX61" fmla="*/ 28210 w 116423"/>
                  <a:gd name="connsiteY61" fmla="*/ 72541 h 116423"/>
                  <a:gd name="connsiteX62" fmla="*/ 25524 w 116423"/>
                  <a:gd name="connsiteY62" fmla="*/ 71197 h 116423"/>
                  <a:gd name="connsiteX63" fmla="*/ 15225 w 116423"/>
                  <a:gd name="connsiteY63" fmla="*/ 64481 h 116423"/>
                  <a:gd name="connsiteX64" fmla="*/ 4030 w 116423"/>
                  <a:gd name="connsiteY64" fmla="*/ 75675 h 116423"/>
                  <a:gd name="connsiteX65" fmla="*/ 15225 w 116423"/>
                  <a:gd name="connsiteY65" fmla="*/ 86870 h 116423"/>
                  <a:gd name="connsiteX66" fmla="*/ 25524 w 116423"/>
                  <a:gd name="connsiteY66" fmla="*/ 79705 h 116423"/>
                  <a:gd name="connsiteX67" fmla="*/ 27763 w 116423"/>
                  <a:gd name="connsiteY67" fmla="*/ 78362 h 116423"/>
                  <a:gd name="connsiteX68" fmla="*/ 35375 w 116423"/>
                  <a:gd name="connsiteY68" fmla="*/ 78362 h 116423"/>
                  <a:gd name="connsiteX69" fmla="*/ 37614 w 116423"/>
                  <a:gd name="connsiteY69" fmla="*/ 80601 h 116423"/>
                  <a:gd name="connsiteX70" fmla="*/ 37614 w 116423"/>
                  <a:gd name="connsiteY70" fmla="*/ 114184 h 11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6423" h="116423">
                    <a:moveTo>
                      <a:pt x="116423" y="118662"/>
                    </a:moveTo>
                    <a:lnTo>
                      <a:pt x="35823" y="118662"/>
                    </a:lnTo>
                    <a:cubicBezTo>
                      <a:pt x="34479" y="118662"/>
                      <a:pt x="33584" y="117767"/>
                      <a:pt x="33584" y="116423"/>
                    </a:cubicBezTo>
                    <a:lnTo>
                      <a:pt x="33584" y="82840"/>
                    </a:lnTo>
                    <a:lnTo>
                      <a:pt x="29553" y="82840"/>
                    </a:lnTo>
                    <a:cubicBezTo>
                      <a:pt x="26867" y="88213"/>
                      <a:pt x="21493" y="91795"/>
                      <a:pt x="15672" y="91795"/>
                    </a:cubicBezTo>
                    <a:cubicBezTo>
                      <a:pt x="7164" y="91795"/>
                      <a:pt x="0" y="84631"/>
                      <a:pt x="0" y="76123"/>
                    </a:cubicBezTo>
                    <a:cubicBezTo>
                      <a:pt x="0" y="67615"/>
                      <a:pt x="7164" y="60451"/>
                      <a:pt x="15672" y="60451"/>
                    </a:cubicBezTo>
                    <a:cubicBezTo>
                      <a:pt x="21046" y="60451"/>
                      <a:pt x="26419" y="63585"/>
                      <a:pt x="29106" y="68063"/>
                    </a:cubicBezTo>
                    <a:lnTo>
                      <a:pt x="33584" y="68063"/>
                    </a:lnTo>
                    <a:lnTo>
                      <a:pt x="33584" y="35823"/>
                    </a:lnTo>
                    <a:cubicBezTo>
                      <a:pt x="33584" y="34479"/>
                      <a:pt x="34479" y="33584"/>
                      <a:pt x="35823" y="33584"/>
                    </a:cubicBezTo>
                    <a:lnTo>
                      <a:pt x="68511" y="33584"/>
                    </a:lnTo>
                    <a:lnTo>
                      <a:pt x="68511" y="29554"/>
                    </a:lnTo>
                    <a:cubicBezTo>
                      <a:pt x="63585" y="26867"/>
                      <a:pt x="60451" y="21494"/>
                      <a:pt x="60451" y="15672"/>
                    </a:cubicBezTo>
                    <a:cubicBezTo>
                      <a:pt x="60451" y="7165"/>
                      <a:pt x="67615" y="0"/>
                      <a:pt x="76123" y="0"/>
                    </a:cubicBezTo>
                    <a:cubicBezTo>
                      <a:pt x="84631" y="0"/>
                      <a:pt x="91795" y="7165"/>
                      <a:pt x="91795" y="15672"/>
                    </a:cubicBezTo>
                    <a:cubicBezTo>
                      <a:pt x="91795" y="21494"/>
                      <a:pt x="88661" y="26867"/>
                      <a:pt x="83735" y="29554"/>
                    </a:cubicBezTo>
                    <a:lnTo>
                      <a:pt x="83735" y="33584"/>
                    </a:lnTo>
                    <a:lnTo>
                      <a:pt x="116423" y="33584"/>
                    </a:lnTo>
                    <a:cubicBezTo>
                      <a:pt x="117767" y="33584"/>
                      <a:pt x="118662" y="34479"/>
                      <a:pt x="118662" y="35823"/>
                    </a:cubicBezTo>
                    <a:lnTo>
                      <a:pt x="118662" y="70302"/>
                    </a:lnTo>
                    <a:cubicBezTo>
                      <a:pt x="118662" y="70750"/>
                      <a:pt x="118215" y="71645"/>
                      <a:pt x="118215" y="72093"/>
                    </a:cubicBezTo>
                    <a:cubicBezTo>
                      <a:pt x="118215" y="72541"/>
                      <a:pt x="117319" y="72541"/>
                      <a:pt x="116423" y="72541"/>
                    </a:cubicBezTo>
                    <a:cubicBezTo>
                      <a:pt x="116423" y="72541"/>
                      <a:pt x="116423" y="72541"/>
                      <a:pt x="116423" y="72541"/>
                    </a:cubicBezTo>
                    <a:lnTo>
                      <a:pt x="108811" y="72541"/>
                    </a:lnTo>
                    <a:cubicBezTo>
                      <a:pt x="107915" y="72541"/>
                      <a:pt x="107020" y="72093"/>
                      <a:pt x="106572" y="71197"/>
                    </a:cubicBezTo>
                    <a:cubicBezTo>
                      <a:pt x="104781" y="67167"/>
                      <a:pt x="100751" y="64928"/>
                      <a:pt x="96273" y="64928"/>
                    </a:cubicBezTo>
                    <a:cubicBezTo>
                      <a:pt x="90004" y="64928"/>
                      <a:pt x="85079" y="69854"/>
                      <a:pt x="85079" y="76123"/>
                    </a:cubicBezTo>
                    <a:cubicBezTo>
                      <a:pt x="85079" y="82392"/>
                      <a:pt x="90004" y="87317"/>
                      <a:pt x="96273" y="87317"/>
                    </a:cubicBezTo>
                    <a:cubicBezTo>
                      <a:pt x="100751" y="87317"/>
                      <a:pt x="105229" y="84183"/>
                      <a:pt x="106572" y="80153"/>
                    </a:cubicBezTo>
                    <a:cubicBezTo>
                      <a:pt x="107020" y="79257"/>
                      <a:pt x="107915" y="78810"/>
                      <a:pt x="108811" y="78810"/>
                    </a:cubicBezTo>
                    <a:lnTo>
                      <a:pt x="115976" y="78810"/>
                    </a:lnTo>
                    <a:cubicBezTo>
                      <a:pt x="116423" y="78810"/>
                      <a:pt x="117319" y="79257"/>
                      <a:pt x="117767" y="79257"/>
                    </a:cubicBezTo>
                    <a:cubicBezTo>
                      <a:pt x="118215" y="79257"/>
                      <a:pt x="118215" y="80153"/>
                      <a:pt x="118215" y="81049"/>
                    </a:cubicBezTo>
                    <a:lnTo>
                      <a:pt x="118215" y="116871"/>
                    </a:lnTo>
                    <a:cubicBezTo>
                      <a:pt x="118662" y="117319"/>
                      <a:pt x="117767" y="118662"/>
                      <a:pt x="116423" y="118662"/>
                    </a:cubicBezTo>
                    <a:close/>
                    <a:moveTo>
                      <a:pt x="38061" y="114184"/>
                    </a:moveTo>
                    <a:lnTo>
                      <a:pt x="114184" y="114184"/>
                    </a:lnTo>
                    <a:lnTo>
                      <a:pt x="114184" y="82840"/>
                    </a:lnTo>
                    <a:lnTo>
                      <a:pt x="110602" y="82840"/>
                    </a:lnTo>
                    <a:cubicBezTo>
                      <a:pt x="107915" y="88213"/>
                      <a:pt x="102542" y="91795"/>
                      <a:pt x="96721" y="91795"/>
                    </a:cubicBezTo>
                    <a:cubicBezTo>
                      <a:pt x="88213" y="91795"/>
                      <a:pt x="81048" y="84631"/>
                      <a:pt x="81048" y="76123"/>
                    </a:cubicBezTo>
                    <a:cubicBezTo>
                      <a:pt x="81048" y="67615"/>
                      <a:pt x="88213" y="60451"/>
                      <a:pt x="96721" y="60451"/>
                    </a:cubicBezTo>
                    <a:cubicBezTo>
                      <a:pt x="102094" y="60451"/>
                      <a:pt x="107468" y="63585"/>
                      <a:pt x="110154" y="68063"/>
                    </a:cubicBezTo>
                    <a:lnTo>
                      <a:pt x="114184" y="68063"/>
                    </a:lnTo>
                    <a:lnTo>
                      <a:pt x="114184" y="38061"/>
                    </a:lnTo>
                    <a:lnTo>
                      <a:pt x="81496" y="38061"/>
                    </a:lnTo>
                    <a:cubicBezTo>
                      <a:pt x="80153" y="38061"/>
                      <a:pt x="79257" y="37166"/>
                      <a:pt x="79257" y="35823"/>
                    </a:cubicBezTo>
                    <a:lnTo>
                      <a:pt x="79257" y="28210"/>
                    </a:lnTo>
                    <a:cubicBezTo>
                      <a:pt x="79257" y="27315"/>
                      <a:pt x="79705" y="26419"/>
                      <a:pt x="80601" y="25972"/>
                    </a:cubicBezTo>
                    <a:cubicBezTo>
                      <a:pt x="84631" y="24180"/>
                      <a:pt x="87317" y="20150"/>
                      <a:pt x="87317" y="15672"/>
                    </a:cubicBezTo>
                    <a:cubicBezTo>
                      <a:pt x="87317" y="9404"/>
                      <a:pt x="82392" y="4478"/>
                      <a:pt x="76123" y="4478"/>
                    </a:cubicBezTo>
                    <a:cubicBezTo>
                      <a:pt x="69854" y="4478"/>
                      <a:pt x="64928" y="9404"/>
                      <a:pt x="64928" y="15672"/>
                    </a:cubicBezTo>
                    <a:cubicBezTo>
                      <a:pt x="64928" y="20150"/>
                      <a:pt x="67615" y="24180"/>
                      <a:pt x="71645" y="25972"/>
                    </a:cubicBezTo>
                    <a:cubicBezTo>
                      <a:pt x="72541" y="26419"/>
                      <a:pt x="72988" y="27315"/>
                      <a:pt x="72988" y="28210"/>
                    </a:cubicBezTo>
                    <a:lnTo>
                      <a:pt x="72988" y="35823"/>
                    </a:lnTo>
                    <a:cubicBezTo>
                      <a:pt x="72988" y="37166"/>
                      <a:pt x="72093" y="38061"/>
                      <a:pt x="70749" y="38061"/>
                    </a:cubicBezTo>
                    <a:lnTo>
                      <a:pt x="38061" y="38061"/>
                    </a:lnTo>
                    <a:lnTo>
                      <a:pt x="38061" y="70302"/>
                    </a:lnTo>
                    <a:cubicBezTo>
                      <a:pt x="38061" y="71645"/>
                      <a:pt x="37166" y="72541"/>
                      <a:pt x="35823" y="72541"/>
                    </a:cubicBezTo>
                    <a:lnTo>
                      <a:pt x="28210" y="72541"/>
                    </a:lnTo>
                    <a:cubicBezTo>
                      <a:pt x="27315" y="72541"/>
                      <a:pt x="25971" y="72093"/>
                      <a:pt x="25524" y="71197"/>
                    </a:cubicBezTo>
                    <a:cubicBezTo>
                      <a:pt x="23732" y="67167"/>
                      <a:pt x="19703" y="64481"/>
                      <a:pt x="15225" y="64481"/>
                    </a:cubicBezTo>
                    <a:cubicBezTo>
                      <a:pt x="8956" y="64481"/>
                      <a:pt x="4030" y="69406"/>
                      <a:pt x="4030" y="75675"/>
                    </a:cubicBezTo>
                    <a:cubicBezTo>
                      <a:pt x="4030" y="81944"/>
                      <a:pt x="8956" y="86870"/>
                      <a:pt x="15225" y="86870"/>
                    </a:cubicBezTo>
                    <a:cubicBezTo>
                      <a:pt x="19703" y="86870"/>
                      <a:pt x="24180" y="83735"/>
                      <a:pt x="25524" y="79705"/>
                    </a:cubicBezTo>
                    <a:cubicBezTo>
                      <a:pt x="25971" y="78810"/>
                      <a:pt x="26867" y="78362"/>
                      <a:pt x="27763" y="78362"/>
                    </a:cubicBezTo>
                    <a:lnTo>
                      <a:pt x="35375" y="78362"/>
                    </a:lnTo>
                    <a:cubicBezTo>
                      <a:pt x="36718" y="78362"/>
                      <a:pt x="37614" y="79257"/>
                      <a:pt x="37614" y="80601"/>
                    </a:cubicBezTo>
                    <a:lnTo>
                      <a:pt x="37614" y="11418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575" name="Group 4471">
                <a:extLst>
                  <a:ext uri="{FF2B5EF4-FFF2-40B4-BE49-F238E27FC236}">
                    <a16:creationId xmlns:a16="http://schemas.microsoft.com/office/drawing/2014/main" id="{6376B30E-F8CA-3C2C-7697-EE39AFAA7BEB}"/>
                  </a:ext>
                  <a:ext uri="{C183D7F6-B498-43B3-948B-1728B52AA6E4}">
                    <adec:decorative xmlns:adec="http://schemas.microsoft.com/office/drawing/2017/decorative" val="1"/>
                  </a:ext>
                </a:extLst>
              </p:cNvPr>
              <p:cNvGrpSpPr>
                <a:grpSpLocks noChangeAspect="1"/>
              </p:cNvGrpSpPr>
              <p:nvPr/>
            </p:nvGrpSpPr>
            <p:grpSpPr>
              <a:xfrm>
                <a:off x="4002680" y="4567193"/>
                <a:ext cx="85079" cy="144634"/>
                <a:chOff x="4043434" y="3831754"/>
                <a:chExt cx="85079" cy="144634"/>
              </a:xfrm>
            </p:grpSpPr>
            <p:sp>
              <p:nvSpPr>
                <p:cNvPr id="576" name="Freeform: Shape 4472">
                  <a:extLst>
                    <a:ext uri="{FF2B5EF4-FFF2-40B4-BE49-F238E27FC236}">
                      <a16:creationId xmlns:a16="http://schemas.microsoft.com/office/drawing/2014/main" id="{D239C3A5-CB99-C7D9-3C0C-ACED4B08A21B}"/>
                    </a:ext>
                  </a:extLst>
                </p:cNvPr>
                <p:cNvSpPr/>
                <p:nvPr/>
              </p:nvSpPr>
              <p:spPr>
                <a:xfrm>
                  <a:off x="4067167" y="3946386"/>
                  <a:ext cx="35823" cy="4478"/>
                </a:xfrm>
                <a:custGeom>
                  <a:avLst/>
                  <a:gdLst>
                    <a:gd name="connsiteX0" fmla="*/ 35375 w 35822"/>
                    <a:gd name="connsiteY0" fmla="*/ 4478 h 4477"/>
                    <a:gd name="connsiteX1" fmla="*/ 2239 w 35822"/>
                    <a:gd name="connsiteY1" fmla="*/ 4478 h 4477"/>
                    <a:gd name="connsiteX2" fmla="*/ 0 w 35822"/>
                    <a:gd name="connsiteY2" fmla="*/ 2239 h 4477"/>
                    <a:gd name="connsiteX3" fmla="*/ 2239 w 35822"/>
                    <a:gd name="connsiteY3" fmla="*/ 0 h 4477"/>
                    <a:gd name="connsiteX4" fmla="*/ 35375 w 35822"/>
                    <a:gd name="connsiteY4" fmla="*/ 0 h 4477"/>
                    <a:gd name="connsiteX5" fmla="*/ 37614 w 35822"/>
                    <a:gd name="connsiteY5" fmla="*/ 2239 h 4477"/>
                    <a:gd name="connsiteX6" fmla="*/ 35375 w 35822"/>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22" h="4477">
                      <a:moveTo>
                        <a:pt x="35375" y="4478"/>
                      </a:moveTo>
                      <a:lnTo>
                        <a:pt x="2239" y="4478"/>
                      </a:lnTo>
                      <a:cubicBezTo>
                        <a:pt x="895" y="4478"/>
                        <a:pt x="0" y="3582"/>
                        <a:pt x="0" y="2239"/>
                      </a:cubicBezTo>
                      <a:cubicBezTo>
                        <a:pt x="0" y="896"/>
                        <a:pt x="895" y="0"/>
                        <a:pt x="2239" y="0"/>
                      </a:cubicBezTo>
                      <a:lnTo>
                        <a:pt x="35375" y="0"/>
                      </a:lnTo>
                      <a:cubicBezTo>
                        <a:pt x="36718" y="0"/>
                        <a:pt x="37614" y="896"/>
                        <a:pt x="37614" y="2239"/>
                      </a:cubicBezTo>
                      <a:cubicBezTo>
                        <a:pt x="37614" y="3582"/>
                        <a:pt x="36718" y="4478"/>
                        <a:pt x="35375"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77" name="Freeform: Shape 4473">
                  <a:extLst>
                    <a:ext uri="{FF2B5EF4-FFF2-40B4-BE49-F238E27FC236}">
                      <a16:creationId xmlns:a16="http://schemas.microsoft.com/office/drawing/2014/main" id="{7842B160-07D8-5641-2833-426E23592687}"/>
                    </a:ext>
                  </a:extLst>
                </p:cNvPr>
                <p:cNvSpPr/>
                <p:nvPr/>
              </p:nvSpPr>
              <p:spPr>
                <a:xfrm>
                  <a:off x="4068958" y="3958476"/>
                  <a:ext cx="31345" cy="4478"/>
                </a:xfrm>
                <a:custGeom>
                  <a:avLst/>
                  <a:gdLst>
                    <a:gd name="connsiteX0" fmla="*/ 31793 w 31344"/>
                    <a:gd name="connsiteY0" fmla="*/ 4478 h 4477"/>
                    <a:gd name="connsiteX1" fmla="*/ 2239 w 31344"/>
                    <a:gd name="connsiteY1" fmla="*/ 4478 h 4477"/>
                    <a:gd name="connsiteX2" fmla="*/ 0 w 31344"/>
                    <a:gd name="connsiteY2" fmla="*/ 2239 h 4477"/>
                    <a:gd name="connsiteX3" fmla="*/ 2239 w 31344"/>
                    <a:gd name="connsiteY3" fmla="*/ 0 h 4477"/>
                    <a:gd name="connsiteX4" fmla="*/ 31793 w 31344"/>
                    <a:gd name="connsiteY4" fmla="*/ 0 h 4477"/>
                    <a:gd name="connsiteX5" fmla="*/ 34032 w 31344"/>
                    <a:gd name="connsiteY5" fmla="*/ 2239 h 4477"/>
                    <a:gd name="connsiteX6" fmla="*/ 31793 w 31344"/>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44" h="4477">
                      <a:moveTo>
                        <a:pt x="31793" y="4478"/>
                      </a:moveTo>
                      <a:lnTo>
                        <a:pt x="2239" y="4478"/>
                      </a:lnTo>
                      <a:cubicBezTo>
                        <a:pt x="896" y="4478"/>
                        <a:pt x="0" y="3582"/>
                        <a:pt x="0" y="2239"/>
                      </a:cubicBezTo>
                      <a:cubicBezTo>
                        <a:pt x="0" y="896"/>
                        <a:pt x="896" y="0"/>
                        <a:pt x="2239" y="0"/>
                      </a:cubicBezTo>
                      <a:lnTo>
                        <a:pt x="31793" y="0"/>
                      </a:lnTo>
                      <a:cubicBezTo>
                        <a:pt x="33136" y="0"/>
                        <a:pt x="34032" y="896"/>
                        <a:pt x="34032" y="2239"/>
                      </a:cubicBezTo>
                      <a:cubicBezTo>
                        <a:pt x="34032" y="3582"/>
                        <a:pt x="33136" y="4478"/>
                        <a:pt x="3179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78" name="Freeform: Shape 4474">
                  <a:extLst>
                    <a:ext uri="{FF2B5EF4-FFF2-40B4-BE49-F238E27FC236}">
                      <a16:creationId xmlns:a16="http://schemas.microsoft.com/office/drawing/2014/main" id="{7170841F-7299-9D8C-E9DA-155CA926B099}"/>
                    </a:ext>
                  </a:extLst>
                </p:cNvPr>
                <p:cNvSpPr/>
                <p:nvPr/>
              </p:nvSpPr>
              <p:spPr>
                <a:xfrm>
                  <a:off x="4074779" y="3971910"/>
                  <a:ext cx="17911" cy="4478"/>
                </a:xfrm>
                <a:custGeom>
                  <a:avLst/>
                  <a:gdLst>
                    <a:gd name="connsiteX0" fmla="*/ 19703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9703 w 17911"/>
                    <a:gd name="connsiteY4" fmla="*/ 0 h 4477"/>
                    <a:gd name="connsiteX5" fmla="*/ 21941 w 17911"/>
                    <a:gd name="connsiteY5" fmla="*/ 2239 h 4477"/>
                    <a:gd name="connsiteX6" fmla="*/ 19703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9703" y="4478"/>
                      </a:moveTo>
                      <a:lnTo>
                        <a:pt x="2239" y="4478"/>
                      </a:lnTo>
                      <a:cubicBezTo>
                        <a:pt x="896" y="4478"/>
                        <a:pt x="0" y="3582"/>
                        <a:pt x="0" y="2239"/>
                      </a:cubicBezTo>
                      <a:cubicBezTo>
                        <a:pt x="0" y="896"/>
                        <a:pt x="896" y="0"/>
                        <a:pt x="2239" y="0"/>
                      </a:cubicBezTo>
                      <a:lnTo>
                        <a:pt x="19703" y="0"/>
                      </a:lnTo>
                      <a:cubicBezTo>
                        <a:pt x="21046" y="0"/>
                        <a:pt x="21941" y="896"/>
                        <a:pt x="21941" y="2239"/>
                      </a:cubicBezTo>
                      <a:cubicBezTo>
                        <a:pt x="21941" y="3582"/>
                        <a:pt x="21046" y="4478"/>
                        <a:pt x="1970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79" name="Freeform: Shape 4475">
                  <a:extLst>
                    <a:ext uri="{FF2B5EF4-FFF2-40B4-BE49-F238E27FC236}">
                      <a16:creationId xmlns:a16="http://schemas.microsoft.com/office/drawing/2014/main" id="{1E6284A3-9DF8-226B-7D79-529D99D5DA1D}"/>
                    </a:ext>
                  </a:extLst>
                </p:cNvPr>
                <p:cNvSpPr/>
                <p:nvPr/>
              </p:nvSpPr>
              <p:spPr>
                <a:xfrm>
                  <a:off x="4043434" y="3831754"/>
                  <a:ext cx="85079" cy="102990"/>
                </a:xfrm>
                <a:custGeom>
                  <a:avLst/>
                  <a:gdLst>
                    <a:gd name="connsiteX0" fmla="*/ 42539 w 85078"/>
                    <a:gd name="connsiteY0" fmla="*/ 0 h 102989"/>
                    <a:gd name="connsiteX1" fmla="*/ 0 w 85078"/>
                    <a:gd name="connsiteY1" fmla="*/ 42539 h 102989"/>
                    <a:gd name="connsiteX2" fmla="*/ 9851 w 85078"/>
                    <a:gd name="connsiteY2" fmla="*/ 69854 h 102989"/>
                    <a:gd name="connsiteX3" fmla="*/ 10299 w 85078"/>
                    <a:gd name="connsiteY3" fmla="*/ 70302 h 102989"/>
                    <a:gd name="connsiteX4" fmla="*/ 21941 w 85078"/>
                    <a:gd name="connsiteY4" fmla="*/ 88661 h 102989"/>
                    <a:gd name="connsiteX5" fmla="*/ 23285 w 85078"/>
                    <a:gd name="connsiteY5" fmla="*/ 96273 h 102989"/>
                    <a:gd name="connsiteX6" fmla="*/ 24180 w 85078"/>
                    <a:gd name="connsiteY6" fmla="*/ 102094 h 102989"/>
                    <a:gd name="connsiteX7" fmla="*/ 26419 w 85078"/>
                    <a:gd name="connsiteY7" fmla="*/ 103885 h 102989"/>
                    <a:gd name="connsiteX8" fmla="*/ 36270 w 85078"/>
                    <a:gd name="connsiteY8" fmla="*/ 103885 h 102989"/>
                    <a:gd name="connsiteX9" fmla="*/ 49704 w 85078"/>
                    <a:gd name="connsiteY9" fmla="*/ 103885 h 102989"/>
                    <a:gd name="connsiteX10" fmla="*/ 59107 w 85078"/>
                    <a:gd name="connsiteY10" fmla="*/ 103885 h 102989"/>
                    <a:gd name="connsiteX11" fmla="*/ 61346 w 85078"/>
                    <a:gd name="connsiteY11" fmla="*/ 102094 h 102989"/>
                    <a:gd name="connsiteX12" fmla="*/ 62242 w 85078"/>
                    <a:gd name="connsiteY12" fmla="*/ 96721 h 102989"/>
                    <a:gd name="connsiteX13" fmla="*/ 63585 w 85078"/>
                    <a:gd name="connsiteY13" fmla="*/ 90452 h 102989"/>
                    <a:gd name="connsiteX14" fmla="*/ 75228 w 85078"/>
                    <a:gd name="connsiteY14" fmla="*/ 69854 h 102989"/>
                    <a:gd name="connsiteX15" fmla="*/ 85526 w 85078"/>
                    <a:gd name="connsiteY15" fmla="*/ 42091 h 102989"/>
                    <a:gd name="connsiteX16" fmla="*/ 42539 w 85078"/>
                    <a:gd name="connsiteY16" fmla="*/ 0 h 102989"/>
                    <a:gd name="connsiteX17" fmla="*/ 38061 w 85078"/>
                    <a:gd name="connsiteY17" fmla="*/ 99855 h 102989"/>
                    <a:gd name="connsiteX18" fmla="*/ 38061 w 85078"/>
                    <a:gd name="connsiteY18" fmla="*/ 53286 h 102989"/>
                    <a:gd name="connsiteX19" fmla="*/ 47017 w 85078"/>
                    <a:gd name="connsiteY19" fmla="*/ 53286 h 102989"/>
                    <a:gd name="connsiteX20" fmla="*/ 47017 w 85078"/>
                    <a:gd name="connsiteY20" fmla="*/ 99855 h 102989"/>
                    <a:gd name="connsiteX21" fmla="*/ 38061 w 85078"/>
                    <a:gd name="connsiteY21" fmla="*/ 99855 h 102989"/>
                    <a:gd name="connsiteX22" fmla="*/ 71197 w 85078"/>
                    <a:gd name="connsiteY22" fmla="*/ 67615 h 102989"/>
                    <a:gd name="connsiteX23" fmla="*/ 59107 w 85078"/>
                    <a:gd name="connsiteY23" fmla="*/ 90004 h 102989"/>
                    <a:gd name="connsiteX24" fmla="*/ 57764 w 85078"/>
                    <a:gd name="connsiteY24" fmla="*/ 96721 h 102989"/>
                    <a:gd name="connsiteX25" fmla="*/ 57316 w 85078"/>
                    <a:gd name="connsiteY25" fmla="*/ 99855 h 102989"/>
                    <a:gd name="connsiteX26" fmla="*/ 51943 w 85078"/>
                    <a:gd name="connsiteY26" fmla="*/ 99855 h 102989"/>
                    <a:gd name="connsiteX27" fmla="*/ 51943 w 85078"/>
                    <a:gd name="connsiteY27" fmla="*/ 51047 h 102989"/>
                    <a:gd name="connsiteX28" fmla="*/ 49704 w 85078"/>
                    <a:gd name="connsiteY28" fmla="*/ 48808 h 102989"/>
                    <a:gd name="connsiteX29" fmla="*/ 36270 w 85078"/>
                    <a:gd name="connsiteY29" fmla="*/ 48808 h 102989"/>
                    <a:gd name="connsiteX30" fmla="*/ 34032 w 85078"/>
                    <a:gd name="connsiteY30" fmla="*/ 51047 h 102989"/>
                    <a:gd name="connsiteX31" fmla="*/ 34032 w 85078"/>
                    <a:gd name="connsiteY31" fmla="*/ 99855 h 102989"/>
                    <a:gd name="connsiteX32" fmla="*/ 28658 w 85078"/>
                    <a:gd name="connsiteY32" fmla="*/ 99855 h 102989"/>
                    <a:gd name="connsiteX33" fmla="*/ 28210 w 85078"/>
                    <a:gd name="connsiteY33" fmla="*/ 96273 h 102989"/>
                    <a:gd name="connsiteX34" fmla="*/ 26867 w 85078"/>
                    <a:gd name="connsiteY34" fmla="*/ 87317 h 102989"/>
                    <a:gd name="connsiteX35" fmla="*/ 14777 w 85078"/>
                    <a:gd name="connsiteY35" fmla="*/ 68063 h 102989"/>
                    <a:gd name="connsiteX36" fmla="*/ 14329 w 85078"/>
                    <a:gd name="connsiteY36" fmla="*/ 67615 h 102989"/>
                    <a:gd name="connsiteX37" fmla="*/ 4926 w 85078"/>
                    <a:gd name="connsiteY37" fmla="*/ 42987 h 102989"/>
                    <a:gd name="connsiteX38" fmla="*/ 42987 w 85078"/>
                    <a:gd name="connsiteY38" fmla="*/ 4925 h 102989"/>
                    <a:gd name="connsiteX39" fmla="*/ 81049 w 85078"/>
                    <a:gd name="connsiteY39" fmla="*/ 42987 h 102989"/>
                    <a:gd name="connsiteX40" fmla="*/ 71197 w 85078"/>
                    <a:gd name="connsiteY40" fmla="*/ 67615 h 10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5078" h="102989">
                      <a:moveTo>
                        <a:pt x="42539" y="0"/>
                      </a:moveTo>
                      <a:cubicBezTo>
                        <a:pt x="19255" y="0"/>
                        <a:pt x="0" y="19255"/>
                        <a:pt x="0" y="42539"/>
                      </a:cubicBezTo>
                      <a:cubicBezTo>
                        <a:pt x="0" y="52391"/>
                        <a:pt x="3582" y="62241"/>
                        <a:pt x="9851" y="69854"/>
                      </a:cubicBezTo>
                      <a:cubicBezTo>
                        <a:pt x="9851" y="69854"/>
                        <a:pt x="9851" y="70302"/>
                        <a:pt x="10299" y="70302"/>
                      </a:cubicBezTo>
                      <a:cubicBezTo>
                        <a:pt x="10299" y="70302"/>
                        <a:pt x="18359" y="80153"/>
                        <a:pt x="21941" y="88661"/>
                      </a:cubicBezTo>
                      <a:cubicBezTo>
                        <a:pt x="22389" y="90004"/>
                        <a:pt x="22837" y="93586"/>
                        <a:pt x="23285" y="96273"/>
                      </a:cubicBezTo>
                      <a:cubicBezTo>
                        <a:pt x="23733" y="98960"/>
                        <a:pt x="23733" y="100751"/>
                        <a:pt x="24180" y="102094"/>
                      </a:cubicBezTo>
                      <a:cubicBezTo>
                        <a:pt x="24628" y="102990"/>
                        <a:pt x="25524" y="103885"/>
                        <a:pt x="26419" y="103885"/>
                      </a:cubicBezTo>
                      <a:lnTo>
                        <a:pt x="36270" y="103885"/>
                      </a:lnTo>
                      <a:lnTo>
                        <a:pt x="49704" y="103885"/>
                      </a:lnTo>
                      <a:lnTo>
                        <a:pt x="59107" y="103885"/>
                      </a:lnTo>
                      <a:cubicBezTo>
                        <a:pt x="60003" y="103885"/>
                        <a:pt x="60898" y="103437"/>
                        <a:pt x="61346" y="102094"/>
                      </a:cubicBezTo>
                      <a:cubicBezTo>
                        <a:pt x="61794" y="101199"/>
                        <a:pt x="61794" y="98960"/>
                        <a:pt x="62242" y="96721"/>
                      </a:cubicBezTo>
                      <a:cubicBezTo>
                        <a:pt x="62689" y="94482"/>
                        <a:pt x="63137" y="91347"/>
                        <a:pt x="63585" y="90452"/>
                      </a:cubicBezTo>
                      <a:cubicBezTo>
                        <a:pt x="66720" y="81496"/>
                        <a:pt x="75228" y="69854"/>
                        <a:pt x="75228" y="69854"/>
                      </a:cubicBezTo>
                      <a:cubicBezTo>
                        <a:pt x="81944" y="62241"/>
                        <a:pt x="85526" y="52391"/>
                        <a:pt x="85526" y="42091"/>
                      </a:cubicBezTo>
                      <a:cubicBezTo>
                        <a:pt x="85079" y="19255"/>
                        <a:pt x="65824" y="0"/>
                        <a:pt x="42539" y="0"/>
                      </a:cubicBezTo>
                      <a:close/>
                      <a:moveTo>
                        <a:pt x="38061" y="99855"/>
                      </a:moveTo>
                      <a:lnTo>
                        <a:pt x="38061" y="53286"/>
                      </a:lnTo>
                      <a:lnTo>
                        <a:pt x="47017" y="53286"/>
                      </a:lnTo>
                      <a:lnTo>
                        <a:pt x="47017" y="99855"/>
                      </a:lnTo>
                      <a:lnTo>
                        <a:pt x="38061" y="99855"/>
                      </a:lnTo>
                      <a:close/>
                      <a:moveTo>
                        <a:pt x="71197" y="67615"/>
                      </a:moveTo>
                      <a:cubicBezTo>
                        <a:pt x="70750" y="68063"/>
                        <a:pt x="62242" y="80153"/>
                        <a:pt x="59107" y="90004"/>
                      </a:cubicBezTo>
                      <a:cubicBezTo>
                        <a:pt x="58660" y="91347"/>
                        <a:pt x="58212" y="93586"/>
                        <a:pt x="57764" y="96721"/>
                      </a:cubicBezTo>
                      <a:cubicBezTo>
                        <a:pt x="57764" y="98064"/>
                        <a:pt x="57316" y="98960"/>
                        <a:pt x="57316" y="99855"/>
                      </a:cubicBezTo>
                      <a:lnTo>
                        <a:pt x="51943" y="99855"/>
                      </a:lnTo>
                      <a:lnTo>
                        <a:pt x="51943" y="51047"/>
                      </a:lnTo>
                      <a:cubicBezTo>
                        <a:pt x="51943" y="49704"/>
                        <a:pt x="51047" y="48808"/>
                        <a:pt x="49704" y="48808"/>
                      </a:cubicBezTo>
                      <a:lnTo>
                        <a:pt x="36270" y="48808"/>
                      </a:lnTo>
                      <a:cubicBezTo>
                        <a:pt x="34927" y="48808"/>
                        <a:pt x="34032" y="49704"/>
                        <a:pt x="34032" y="51047"/>
                      </a:cubicBezTo>
                      <a:lnTo>
                        <a:pt x="34032" y="99855"/>
                      </a:lnTo>
                      <a:lnTo>
                        <a:pt x="28658" y="99855"/>
                      </a:lnTo>
                      <a:cubicBezTo>
                        <a:pt x="28658" y="98960"/>
                        <a:pt x="28210" y="97616"/>
                        <a:pt x="28210" y="96273"/>
                      </a:cubicBezTo>
                      <a:cubicBezTo>
                        <a:pt x="27763" y="91795"/>
                        <a:pt x="27315" y="89108"/>
                        <a:pt x="26867" y="87317"/>
                      </a:cubicBezTo>
                      <a:cubicBezTo>
                        <a:pt x="23285" y="79257"/>
                        <a:pt x="16568" y="70302"/>
                        <a:pt x="14777" y="68063"/>
                      </a:cubicBezTo>
                      <a:cubicBezTo>
                        <a:pt x="14777" y="68063"/>
                        <a:pt x="14777" y="67615"/>
                        <a:pt x="14329" y="67615"/>
                      </a:cubicBezTo>
                      <a:cubicBezTo>
                        <a:pt x="8060" y="60451"/>
                        <a:pt x="4926" y="51943"/>
                        <a:pt x="4926" y="42987"/>
                      </a:cubicBezTo>
                      <a:cubicBezTo>
                        <a:pt x="4926" y="21941"/>
                        <a:pt x="21941" y="4925"/>
                        <a:pt x="42987" y="4925"/>
                      </a:cubicBezTo>
                      <a:cubicBezTo>
                        <a:pt x="64033" y="4925"/>
                        <a:pt x="81049" y="21941"/>
                        <a:pt x="81049" y="42987"/>
                      </a:cubicBezTo>
                      <a:cubicBezTo>
                        <a:pt x="80601" y="51943"/>
                        <a:pt x="77019" y="60451"/>
                        <a:pt x="71197" y="6761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580" name="Group 4476">
                <a:extLst>
                  <a:ext uri="{FF2B5EF4-FFF2-40B4-BE49-F238E27FC236}">
                    <a16:creationId xmlns:a16="http://schemas.microsoft.com/office/drawing/2014/main" id="{9BF4F99A-BD56-3486-3402-8DF5650D1056}"/>
                  </a:ext>
                  <a:ext uri="{C183D7F6-B498-43B3-948B-1728B52AA6E4}">
                    <adec:decorative xmlns:adec="http://schemas.microsoft.com/office/drawing/2017/decorative" val="1"/>
                  </a:ext>
                </a:extLst>
              </p:cNvPr>
              <p:cNvGrpSpPr>
                <a:grpSpLocks noChangeAspect="1"/>
              </p:cNvGrpSpPr>
              <p:nvPr/>
            </p:nvGrpSpPr>
            <p:grpSpPr>
              <a:xfrm>
                <a:off x="3428356" y="5223344"/>
                <a:ext cx="147992" cy="147544"/>
                <a:chOff x="3479677" y="4492232"/>
                <a:chExt cx="147992" cy="147544"/>
              </a:xfrm>
            </p:grpSpPr>
            <p:sp>
              <p:nvSpPr>
                <p:cNvPr id="581" name="Freeform: Shape 4477">
                  <a:extLst>
                    <a:ext uri="{FF2B5EF4-FFF2-40B4-BE49-F238E27FC236}">
                      <a16:creationId xmlns:a16="http://schemas.microsoft.com/office/drawing/2014/main" id="{F124DB7A-1F70-570E-5640-087A84C229E9}"/>
                    </a:ext>
                  </a:extLst>
                </p:cNvPr>
                <p:cNvSpPr/>
                <p:nvPr/>
              </p:nvSpPr>
              <p:spPr>
                <a:xfrm>
                  <a:off x="3503185" y="4515293"/>
                  <a:ext cx="22389" cy="22389"/>
                </a:xfrm>
                <a:custGeom>
                  <a:avLst/>
                  <a:gdLst>
                    <a:gd name="connsiteX0" fmla="*/ 21270 w 22389"/>
                    <a:gd name="connsiteY0" fmla="*/ 23508 h 22389"/>
                    <a:gd name="connsiteX1" fmla="*/ 19478 w 22389"/>
                    <a:gd name="connsiteY1" fmla="*/ 23061 h 22389"/>
                    <a:gd name="connsiteX2" fmla="*/ 672 w 22389"/>
                    <a:gd name="connsiteY2" fmla="*/ 3806 h 22389"/>
                    <a:gd name="connsiteX3" fmla="*/ 672 w 22389"/>
                    <a:gd name="connsiteY3" fmla="*/ 672 h 22389"/>
                    <a:gd name="connsiteX4" fmla="*/ 3806 w 22389"/>
                    <a:gd name="connsiteY4" fmla="*/ 672 h 22389"/>
                    <a:gd name="connsiteX5" fmla="*/ 22613 w 22389"/>
                    <a:gd name="connsiteY5" fmla="*/ 19926 h 22389"/>
                    <a:gd name="connsiteX6" fmla="*/ 22613 w 22389"/>
                    <a:gd name="connsiteY6" fmla="*/ 23061 h 22389"/>
                    <a:gd name="connsiteX7" fmla="*/ 21270 w 22389"/>
                    <a:gd name="connsiteY7" fmla="*/ 23508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89" h="22389">
                      <a:moveTo>
                        <a:pt x="21270" y="23508"/>
                      </a:moveTo>
                      <a:cubicBezTo>
                        <a:pt x="20822" y="23508"/>
                        <a:pt x="19926" y="23508"/>
                        <a:pt x="19478" y="23061"/>
                      </a:cubicBezTo>
                      <a:lnTo>
                        <a:pt x="672" y="3806"/>
                      </a:lnTo>
                      <a:cubicBezTo>
                        <a:pt x="-224" y="2911"/>
                        <a:pt x="-224" y="1567"/>
                        <a:pt x="672" y="672"/>
                      </a:cubicBezTo>
                      <a:cubicBezTo>
                        <a:pt x="1567" y="-224"/>
                        <a:pt x="2910" y="-224"/>
                        <a:pt x="3806" y="672"/>
                      </a:cubicBezTo>
                      <a:lnTo>
                        <a:pt x="22613" y="19926"/>
                      </a:lnTo>
                      <a:cubicBezTo>
                        <a:pt x="23509" y="20822"/>
                        <a:pt x="23509" y="22165"/>
                        <a:pt x="22613" y="23061"/>
                      </a:cubicBezTo>
                      <a:cubicBezTo>
                        <a:pt x="22165" y="23508"/>
                        <a:pt x="21717" y="23508"/>
                        <a:pt x="21270" y="2350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82" name="Freeform: Shape 4478">
                  <a:extLst>
                    <a:ext uri="{FF2B5EF4-FFF2-40B4-BE49-F238E27FC236}">
                      <a16:creationId xmlns:a16="http://schemas.microsoft.com/office/drawing/2014/main" id="{6D772F9B-56A9-F663-4956-2B15895ABC9F}"/>
                    </a:ext>
                  </a:extLst>
                </p:cNvPr>
                <p:cNvSpPr/>
                <p:nvPr/>
              </p:nvSpPr>
              <p:spPr>
                <a:xfrm>
                  <a:off x="3487289" y="4545518"/>
                  <a:ext cx="26867" cy="4478"/>
                </a:xfrm>
                <a:custGeom>
                  <a:avLst/>
                  <a:gdLst>
                    <a:gd name="connsiteX0" fmla="*/ 27762 w 26866"/>
                    <a:gd name="connsiteY0" fmla="*/ 4478 h 4477"/>
                    <a:gd name="connsiteX1" fmla="*/ 2239 w 26866"/>
                    <a:gd name="connsiteY1" fmla="*/ 4478 h 4477"/>
                    <a:gd name="connsiteX2" fmla="*/ 0 w 26866"/>
                    <a:gd name="connsiteY2" fmla="*/ 2239 h 4477"/>
                    <a:gd name="connsiteX3" fmla="*/ 2239 w 26866"/>
                    <a:gd name="connsiteY3" fmla="*/ 0 h 4477"/>
                    <a:gd name="connsiteX4" fmla="*/ 27762 w 26866"/>
                    <a:gd name="connsiteY4" fmla="*/ 0 h 4477"/>
                    <a:gd name="connsiteX5" fmla="*/ 30001 w 26866"/>
                    <a:gd name="connsiteY5" fmla="*/ 2239 h 4477"/>
                    <a:gd name="connsiteX6" fmla="*/ 27762 w 26866"/>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66" h="4477">
                      <a:moveTo>
                        <a:pt x="27762" y="4478"/>
                      </a:moveTo>
                      <a:lnTo>
                        <a:pt x="2239" y="4478"/>
                      </a:lnTo>
                      <a:cubicBezTo>
                        <a:pt x="895" y="4478"/>
                        <a:pt x="0" y="3582"/>
                        <a:pt x="0" y="2239"/>
                      </a:cubicBezTo>
                      <a:cubicBezTo>
                        <a:pt x="0" y="896"/>
                        <a:pt x="895" y="0"/>
                        <a:pt x="2239" y="0"/>
                      </a:cubicBezTo>
                      <a:lnTo>
                        <a:pt x="27762" y="0"/>
                      </a:lnTo>
                      <a:cubicBezTo>
                        <a:pt x="29106" y="0"/>
                        <a:pt x="30001" y="896"/>
                        <a:pt x="30001" y="2239"/>
                      </a:cubicBezTo>
                      <a:cubicBezTo>
                        <a:pt x="30001" y="3582"/>
                        <a:pt x="28658" y="4478"/>
                        <a:pt x="2776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83" name="Freeform: Shape 4479">
                  <a:extLst>
                    <a:ext uri="{FF2B5EF4-FFF2-40B4-BE49-F238E27FC236}">
                      <a16:creationId xmlns:a16="http://schemas.microsoft.com/office/drawing/2014/main" id="{F6C4D82C-CC80-E658-2452-21132328396C}"/>
                    </a:ext>
                  </a:extLst>
                </p:cNvPr>
                <p:cNvSpPr/>
                <p:nvPr/>
              </p:nvSpPr>
              <p:spPr>
                <a:xfrm>
                  <a:off x="3533411" y="4499397"/>
                  <a:ext cx="4478" cy="26867"/>
                </a:xfrm>
                <a:custGeom>
                  <a:avLst/>
                  <a:gdLst>
                    <a:gd name="connsiteX0" fmla="*/ 2239 w 4477"/>
                    <a:gd name="connsiteY0" fmla="*/ 30449 h 26866"/>
                    <a:gd name="connsiteX1" fmla="*/ 0 w 4477"/>
                    <a:gd name="connsiteY1" fmla="*/ 28210 h 26866"/>
                    <a:gd name="connsiteX2" fmla="*/ 0 w 4477"/>
                    <a:gd name="connsiteY2" fmla="*/ 2239 h 26866"/>
                    <a:gd name="connsiteX3" fmla="*/ 2239 w 4477"/>
                    <a:gd name="connsiteY3" fmla="*/ 0 h 26866"/>
                    <a:gd name="connsiteX4" fmla="*/ 4478 w 4477"/>
                    <a:gd name="connsiteY4" fmla="*/ 2239 h 26866"/>
                    <a:gd name="connsiteX5" fmla="*/ 4478 w 4477"/>
                    <a:gd name="connsiteY5" fmla="*/ 28210 h 26866"/>
                    <a:gd name="connsiteX6" fmla="*/ 2239 w 4477"/>
                    <a:gd name="connsiteY6" fmla="*/ 30449 h 26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26866">
                      <a:moveTo>
                        <a:pt x="2239" y="30449"/>
                      </a:moveTo>
                      <a:cubicBezTo>
                        <a:pt x="896" y="30449"/>
                        <a:pt x="0" y="29554"/>
                        <a:pt x="0" y="28210"/>
                      </a:cubicBezTo>
                      <a:lnTo>
                        <a:pt x="0" y="2239"/>
                      </a:lnTo>
                      <a:cubicBezTo>
                        <a:pt x="0" y="896"/>
                        <a:pt x="896" y="0"/>
                        <a:pt x="2239" y="0"/>
                      </a:cubicBezTo>
                      <a:cubicBezTo>
                        <a:pt x="3582" y="0"/>
                        <a:pt x="4478" y="896"/>
                        <a:pt x="4478" y="2239"/>
                      </a:cubicBezTo>
                      <a:lnTo>
                        <a:pt x="4478" y="28210"/>
                      </a:lnTo>
                      <a:cubicBezTo>
                        <a:pt x="4478" y="29554"/>
                        <a:pt x="3582" y="30449"/>
                        <a:pt x="2239" y="3044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84" name="Freeform: Shape 4480">
                  <a:extLst>
                    <a:ext uri="{FF2B5EF4-FFF2-40B4-BE49-F238E27FC236}">
                      <a16:creationId xmlns:a16="http://schemas.microsoft.com/office/drawing/2014/main" id="{8FFB13C1-B47C-6FB1-9A7D-2BBF4AEDB0B0}"/>
                    </a:ext>
                  </a:extLst>
                </p:cNvPr>
                <p:cNvSpPr/>
                <p:nvPr/>
              </p:nvSpPr>
              <p:spPr>
                <a:xfrm>
                  <a:off x="3583786" y="4596789"/>
                  <a:ext cx="22389" cy="22389"/>
                </a:xfrm>
                <a:custGeom>
                  <a:avLst/>
                  <a:gdLst>
                    <a:gd name="connsiteX0" fmla="*/ 21270 w 22389"/>
                    <a:gd name="connsiteY0" fmla="*/ 23508 h 22389"/>
                    <a:gd name="connsiteX1" fmla="*/ 19478 w 22389"/>
                    <a:gd name="connsiteY1" fmla="*/ 23061 h 22389"/>
                    <a:gd name="connsiteX2" fmla="*/ 672 w 22389"/>
                    <a:gd name="connsiteY2" fmla="*/ 3806 h 22389"/>
                    <a:gd name="connsiteX3" fmla="*/ 672 w 22389"/>
                    <a:gd name="connsiteY3" fmla="*/ 672 h 22389"/>
                    <a:gd name="connsiteX4" fmla="*/ 3806 w 22389"/>
                    <a:gd name="connsiteY4" fmla="*/ 672 h 22389"/>
                    <a:gd name="connsiteX5" fmla="*/ 22613 w 22389"/>
                    <a:gd name="connsiteY5" fmla="*/ 19926 h 22389"/>
                    <a:gd name="connsiteX6" fmla="*/ 22613 w 22389"/>
                    <a:gd name="connsiteY6" fmla="*/ 23061 h 22389"/>
                    <a:gd name="connsiteX7" fmla="*/ 21270 w 22389"/>
                    <a:gd name="connsiteY7" fmla="*/ 23508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89" h="22389">
                      <a:moveTo>
                        <a:pt x="21270" y="23508"/>
                      </a:moveTo>
                      <a:cubicBezTo>
                        <a:pt x="20822" y="23508"/>
                        <a:pt x="19926" y="23508"/>
                        <a:pt x="19478" y="23061"/>
                      </a:cubicBezTo>
                      <a:lnTo>
                        <a:pt x="672" y="3806"/>
                      </a:lnTo>
                      <a:cubicBezTo>
                        <a:pt x="-224" y="2911"/>
                        <a:pt x="-224" y="1567"/>
                        <a:pt x="672" y="672"/>
                      </a:cubicBezTo>
                      <a:cubicBezTo>
                        <a:pt x="1567" y="-224"/>
                        <a:pt x="2910" y="-224"/>
                        <a:pt x="3806" y="672"/>
                      </a:cubicBezTo>
                      <a:lnTo>
                        <a:pt x="22613" y="19926"/>
                      </a:lnTo>
                      <a:cubicBezTo>
                        <a:pt x="23509" y="20822"/>
                        <a:pt x="23509" y="22165"/>
                        <a:pt x="22613" y="23061"/>
                      </a:cubicBezTo>
                      <a:cubicBezTo>
                        <a:pt x="22613" y="23061"/>
                        <a:pt x="21717" y="23508"/>
                        <a:pt x="21270" y="2350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85" name="Freeform: Shape 4481">
                  <a:extLst>
                    <a:ext uri="{FF2B5EF4-FFF2-40B4-BE49-F238E27FC236}">
                      <a16:creationId xmlns:a16="http://schemas.microsoft.com/office/drawing/2014/main" id="{28906E1C-5E99-EA89-C902-8BC2BFFEBB5A}"/>
                    </a:ext>
                  </a:extLst>
                </p:cNvPr>
                <p:cNvSpPr/>
                <p:nvPr/>
              </p:nvSpPr>
              <p:spPr>
                <a:xfrm>
                  <a:off x="3574159" y="4606864"/>
                  <a:ext cx="4478" cy="26867"/>
                </a:xfrm>
                <a:custGeom>
                  <a:avLst/>
                  <a:gdLst>
                    <a:gd name="connsiteX0" fmla="*/ 2239 w 4477"/>
                    <a:gd name="connsiteY0" fmla="*/ 30449 h 26866"/>
                    <a:gd name="connsiteX1" fmla="*/ 0 w 4477"/>
                    <a:gd name="connsiteY1" fmla="*/ 28210 h 26866"/>
                    <a:gd name="connsiteX2" fmla="*/ 0 w 4477"/>
                    <a:gd name="connsiteY2" fmla="*/ 2239 h 26866"/>
                    <a:gd name="connsiteX3" fmla="*/ 2239 w 4477"/>
                    <a:gd name="connsiteY3" fmla="*/ 0 h 26866"/>
                    <a:gd name="connsiteX4" fmla="*/ 4478 w 4477"/>
                    <a:gd name="connsiteY4" fmla="*/ 2239 h 26866"/>
                    <a:gd name="connsiteX5" fmla="*/ 4478 w 4477"/>
                    <a:gd name="connsiteY5" fmla="*/ 28210 h 26866"/>
                    <a:gd name="connsiteX6" fmla="*/ 2239 w 4477"/>
                    <a:gd name="connsiteY6" fmla="*/ 30449 h 26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26866">
                      <a:moveTo>
                        <a:pt x="2239" y="30449"/>
                      </a:moveTo>
                      <a:cubicBezTo>
                        <a:pt x="896" y="30449"/>
                        <a:pt x="0" y="29554"/>
                        <a:pt x="0" y="28210"/>
                      </a:cubicBezTo>
                      <a:lnTo>
                        <a:pt x="0" y="2239"/>
                      </a:lnTo>
                      <a:cubicBezTo>
                        <a:pt x="0" y="896"/>
                        <a:pt x="896" y="0"/>
                        <a:pt x="2239" y="0"/>
                      </a:cubicBezTo>
                      <a:cubicBezTo>
                        <a:pt x="3582" y="0"/>
                        <a:pt x="4478" y="896"/>
                        <a:pt x="4478" y="2239"/>
                      </a:cubicBezTo>
                      <a:lnTo>
                        <a:pt x="4478" y="28210"/>
                      </a:lnTo>
                      <a:cubicBezTo>
                        <a:pt x="4478" y="29106"/>
                        <a:pt x="3582" y="30449"/>
                        <a:pt x="2239" y="3044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86" name="Freeform: Shape 4482">
                  <a:extLst>
                    <a:ext uri="{FF2B5EF4-FFF2-40B4-BE49-F238E27FC236}">
                      <a16:creationId xmlns:a16="http://schemas.microsoft.com/office/drawing/2014/main" id="{38047177-9D2B-7321-0E9D-5EB2122BCC53}"/>
                    </a:ext>
                  </a:extLst>
                </p:cNvPr>
                <p:cNvSpPr/>
                <p:nvPr/>
              </p:nvSpPr>
              <p:spPr>
                <a:xfrm>
                  <a:off x="3593413" y="4585818"/>
                  <a:ext cx="26867" cy="4478"/>
                </a:xfrm>
                <a:custGeom>
                  <a:avLst/>
                  <a:gdLst>
                    <a:gd name="connsiteX0" fmla="*/ 27763 w 26866"/>
                    <a:gd name="connsiteY0" fmla="*/ 4478 h 4477"/>
                    <a:gd name="connsiteX1" fmla="*/ 2239 w 26866"/>
                    <a:gd name="connsiteY1" fmla="*/ 4478 h 4477"/>
                    <a:gd name="connsiteX2" fmla="*/ 0 w 26866"/>
                    <a:gd name="connsiteY2" fmla="*/ 2239 h 4477"/>
                    <a:gd name="connsiteX3" fmla="*/ 2239 w 26866"/>
                    <a:gd name="connsiteY3" fmla="*/ 0 h 4477"/>
                    <a:gd name="connsiteX4" fmla="*/ 27763 w 26866"/>
                    <a:gd name="connsiteY4" fmla="*/ 0 h 4477"/>
                    <a:gd name="connsiteX5" fmla="*/ 30001 w 26866"/>
                    <a:gd name="connsiteY5" fmla="*/ 2239 h 4477"/>
                    <a:gd name="connsiteX6" fmla="*/ 27763 w 26866"/>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66" h="4477">
                      <a:moveTo>
                        <a:pt x="27763" y="4478"/>
                      </a:moveTo>
                      <a:lnTo>
                        <a:pt x="2239" y="4478"/>
                      </a:lnTo>
                      <a:cubicBezTo>
                        <a:pt x="896" y="4478"/>
                        <a:pt x="0" y="3582"/>
                        <a:pt x="0" y="2239"/>
                      </a:cubicBezTo>
                      <a:cubicBezTo>
                        <a:pt x="0" y="896"/>
                        <a:pt x="896" y="0"/>
                        <a:pt x="2239" y="0"/>
                      </a:cubicBezTo>
                      <a:lnTo>
                        <a:pt x="27763" y="0"/>
                      </a:lnTo>
                      <a:cubicBezTo>
                        <a:pt x="29106" y="0"/>
                        <a:pt x="30001" y="896"/>
                        <a:pt x="30001" y="2239"/>
                      </a:cubicBezTo>
                      <a:cubicBezTo>
                        <a:pt x="30001" y="3582"/>
                        <a:pt x="29106" y="4478"/>
                        <a:pt x="2776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87" name="Freeform: Shape 4483">
                  <a:extLst>
                    <a:ext uri="{FF2B5EF4-FFF2-40B4-BE49-F238E27FC236}">
                      <a16:creationId xmlns:a16="http://schemas.microsoft.com/office/drawing/2014/main" id="{914F73F5-6B3F-8BDD-0D0A-B611D5D8A1DB}"/>
                    </a:ext>
                  </a:extLst>
                </p:cNvPr>
                <p:cNvSpPr/>
                <p:nvPr/>
              </p:nvSpPr>
              <p:spPr>
                <a:xfrm>
                  <a:off x="3551546" y="4492232"/>
                  <a:ext cx="76123" cy="76123"/>
                </a:xfrm>
                <a:custGeom>
                  <a:avLst/>
                  <a:gdLst>
                    <a:gd name="connsiteX0" fmla="*/ 43211 w 76122"/>
                    <a:gd name="connsiteY0" fmla="*/ 80153 h 76122"/>
                    <a:gd name="connsiteX1" fmla="*/ 41420 w 76122"/>
                    <a:gd name="connsiteY1" fmla="*/ 79705 h 76122"/>
                    <a:gd name="connsiteX2" fmla="*/ 41420 w 76122"/>
                    <a:gd name="connsiteY2" fmla="*/ 76571 h 76122"/>
                    <a:gd name="connsiteX3" fmla="*/ 68287 w 76122"/>
                    <a:gd name="connsiteY3" fmla="*/ 49704 h 76122"/>
                    <a:gd name="connsiteX4" fmla="*/ 75899 w 76122"/>
                    <a:gd name="connsiteY4" fmla="*/ 30897 h 76122"/>
                    <a:gd name="connsiteX5" fmla="*/ 49480 w 76122"/>
                    <a:gd name="connsiteY5" fmla="*/ 4478 h 76122"/>
                    <a:gd name="connsiteX6" fmla="*/ 30673 w 76122"/>
                    <a:gd name="connsiteY6" fmla="*/ 12090 h 76122"/>
                    <a:gd name="connsiteX7" fmla="*/ 3806 w 76122"/>
                    <a:gd name="connsiteY7" fmla="*/ 38957 h 76122"/>
                    <a:gd name="connsiteX8" fmla="*/ 672 w 76122"/>
                    <a:gd name="connsiteY8" fmla="*/ 38957 h 76122"/>
                    <a:gd name="connsiteX9" fmla="*/ 672 w 76122"/>
                    <a:gd name="connsiteY9" fmla="*/ 35823 h 76122"/>
                    <a:gd name="connsiteX10" fmla="*/ 27539 w 76122"/>
                    <a:gd name="connsiteY10" fmla="*/ 8956 h 76122"/>
                    <a:gd name="connsiteX11" fmla="*/ 49480 w 76122"/>
                    <a:gd name="connsiteY11" fmla="*/ 0 h 76122"/>
                    <a:gd name="connsiteX12" fmla="*/ 80377 w 76122"/>
                    <a:gd name="connsiteY12" fmla="*/ 30897 h 76122"/>
                    <a:gd name="connsiteX13" fmla="*/ 71421 w 76122"/>
                    <a:gd name="connsiteY13" fmla="*/ 52838 h 76122"/>
                    <a:gd name="connsiteX14" fmla="*/ 44554 w 76122"/>
                    <a:gd name="connsiteY14" fmla="*/ 79705 h 76122"/>
                    <a:gd name="connsiteX15" fmla="*/ 43211 w 76122"/>
                    <a:gd name="connsiteY15" fmla="*/ 80153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22" h="76122">
                      <a:moveTo>
                        <a:pt x="43211" y="80153"/>
                      </a:moveTo>
                      <a:cubicBezTo>
                        <a:pt x="42763" y="80153"/>
                        <a:pt x="41867" y="80153"/>
                        <a:pt x="41420" y="79705"/>
                      </a:cubicBezTo>
                      <a:cubicBezTo>
                        <a:pt x="40524" y="78809"/>
                        <a:pt x="40524" y="77466"/>
                        <a:pt x="41420" y="76571"/>
                      </a:cubicBezTo>
                      <a:lnTo>
                        <a:pt x="68287" y="49704"/>
                      </a:lnTo>
                      <a:cubicBezTo>
                        <a:pt x="73212" y="44778"/>
                        <a:pt x="75899" y="38061"/>
                        <a:pt x="75899" y="30897"/>
                      </a:cubicBezTo>
                      <a:cubicBezTo>
                        <a:pt x="75899" y="16120"/>
                        <a:pt x="64257" y="4478"/>
                        <a:pt x="49480" y="4478"/>
                      </a:cubicBezTo>
                      <a:cubicBezTo>
                        <a:pt x="42315" y="4478"/>
                        <a:pt x="36046" y="7164"/>
                        <a:pt x="30673" y="12090"/>
                      </a:cubicBezTo>
                      <a:lnTo>
                        <a:pt x="3806" y="38957"/>
                      </a:lnTo>
                      <a:cubicBezTo>
                        <a:pt x="2911" y="39852"/>
                        <a:pt x="1567" y="39852"/>
                        <a:pt x="672" y="38957"/>
                      </a:cubicBezTo>
                      <a:cubicBezTo>
                        <a:pt x="-224" y="38061"/>
                        <a:pt x="-224" y="36718"/>
                        <a:pt x="672" y="35823"/>
                      </a:cubicBezTo>
                      <a:lnTo>
                        <a:pt x="27539" y="8956"/>
                      </a:lnTo>
                      <a:cubicBezTo>
                        <a:pt x="33360" y="3135"/>
                        <a:pt x="40972" y="0"/>
                        <a:pt x="49480" y="0"/>
                      </a:cubicBezTo>
                      <a:cubicBezTo>
                        <a:pt x="66495" y="0"/>
                        <a:pt x="80377" y="13881"/>
                        <a:pt x="80377" y="30897"/>
                      </a:cubicBezTo>
                      <a:cubicBezTo>
                        <a:pt x="80377" y="38957"/>
                        <a:pt x="77242" y="47017"/>
                        <a:pt x="71421" y="52838"/>
                      </a:cubicBezTo>
                      <a:lnTo>
                        <a:pt x="44554" y="79705"/>
                      </a:lnTo>
                      <a:cubicBezTo>
                        <a:pt x="44554" y="79705"/>
                        <a:pt x="43659" y="80153"/>
                        <a:pt x="43211" y="8015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88" name="Freeform: Shape 4484">
                  <a:extLst>
                    <a:ext uri="{FF2B5EF4-FFF2-40B4-BE49-F238E27FC236}">
                      <a16:creationId xmlns:a16="http://schemas.microsoft.com/office/drawing/2014/main" id="{43ACBB29-9E95-9895-1879-1EA0C597FA72}"/>
                    </a:ext>
                  </a:extLst>
                </p:cNvPr>
                <p:cNvSpPr/>
                <p:nvPr/>
              </p:nvSpPr>
              <p:spPr>
                <a:xfrm>
                  <a:off x="3479677" y="4563653"/>
                  <a:ext cx="76123" cy="76123"/>
                </a:xfrm>
                <a:custGeom>
                  <a:avLst/>
                  <a:gdLst>
                    <a:gd name="connsiteX0" fmla="*/ 30897 w 76122"/>
                    <a:gd name="connsiteY0" fmla="*/ 80377 h 76122"/>
                    <a:gd name="connsiteX1" fmla="*/ 0 w 76122"/>
                    <a:gd name="connsiteY1" fmla="*/ 49480 h 76122"/>
                    <a:gd name="connsiteX2" fmla="*/ 8956 w 76122"/>
                    <a:gd name="connsiteY2" fmla="*/ 27539 h 76122"/>
                    <a:gd name="connsiteX3" fmla="*/ 35823 w 76122"/>
                    <a:gd name="connsiteY3" fmla="*/ 672 h 76122"/>
                    <a:gd name="connsiteX4" fmla="*/ 38957 w 76122"/>
                    <a:gd name="connsiteY4" fmla="*/ 672 h 76122"/>
                    <a:gd name="connsiteX5" fmla="*/ 38957 w 76122"/>
                    <a:gd name="connsiteY5" fmla="*/ 3806 h 76122"/>
                    <a:gd name="connsiteX6" fmla="*/ 12090 w 76122"/>
                    <a:gd name="connsiteY6" fmla="*/ 30673 h 76122"/>
                    <a:gd name="connsiteX7" fmla="*/ 4478 w 76122"/>
                    <a:gd name="connsiteY7" fmla="*/ 49480 h 76122"/>
                    <a:gd name="connsiteX8" fmla="*/ 30897 w 76122"/>
                    <a:gd name="connsiteY8" fmla="*/ 75899 h 76122"/>
                    <a:gd name="connsiteX9" fmla="*/ 49704 w 76122"/>
                    <a:gd name="connsiteY9" fmla="*/ 68287 h 76122"/>
                    <a:gd name="connsiteX10" fmla="*/ 76571 w 76122"/>
                    <a:gd name="connsiteY10" fmla="*/ 41420 h 76122"/>
                    <a:gd name="connsiteX11" fmla="*/ 79705 w 76122"/>
                    <a:gd name="connsiteY11" fmla="*/ 41420 h 76122"/>
                    <a:gd name="connsiteX12" fmla="*/ 79705 w 76122"/>
                    <a:gd name="connsiteY12" fmla="*/ 44554 h 76122"/>
                    <a:gd name="connsiteX13" fmla="*/ 52838 w 76122"/>
                    <a:gd name="connsiteY13" fmla="*/ 71421 h 76122"/>
                    <a:gd name="connsiteX14" fmla="*/ 30897 w 76122"/>
                    <a:gd name="connsiteY14" fmla="*/ 80377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122" h="76122">
                      <a:moveTo>
                        <a:pt x="30897" y="80377"/>
                      </a:moveTo>
                      <a:cubicBezTo>
                        <a:pt x="13881" y="80377"/>
                        <a:pt x="0" y="66496"/>
                        <a:pt x="0" y="49480"/>
                      </a:cubicBezTo>
                      <a:cubicBezTo>
                        <a:pt x="0" y="41420"/>
                        <a:pt x="3135" y="33360"/>
                        <a:pt x="8956" y="27539"/>
                      </a:cubicBezTo>
                      <a:lnTo>
                        <a:pt x="35823" y="672"/>
                      </a:lnTo>
                      <a:cubicBezTo>
                        <a:pt x="36718" y="-224"/>
                        <a:pt x="38061" y="-224"/>
                        <a:pt x="38957" y="672"/>
                      </a:cubicBezTo>
                      <a:cubicBezTo>
                        <a:pt x="39852" y="1567"/>
                        <a:pt x="39852" y="2911"/>
                        <a:pt x="38957" y="3806"/>
                      </a:cubicBezTo>
                      <a:lnTo>
                        <a:pt x="12090" y="30673"/>
                      </a:lnTo>
                      <a:cubicBezTo>
                        <a:pt x="7164" y="35599"/>
                        <a:pt x="4478" y="42315"/>
                        <a:pt x="4478" y="49480"/>
                      </a:cubicBezTo>
                      <a:cubicBezTo>
                        <a:pt x="4478" y="64257"/>
                        <a:pt x="16120" y="75899"/>
                        <a:pt x="30897" y="75899"/>
                      </a:cubicBezTo>
                      <a:cubicBezTo>
                        <a:pt x="38061" y="75899"/>
                        <a:pt x="44330" y="73212"/>
                        <a:pt x="49704" y="68287"/>
                      </a:cubicBezTo>
                      <a:lnTo>
                        <a:pt x="76571" y="41420"/>
                      </a:lnTo>
                      <a:cubicBezTo>
                        <a:pt x="77466" y="40524"/>
                        <a:pt x="78809" y="40524"/>
                        <a:pt x="79705" y="41420"/>
                      </a:cubicBezTo>
                      <a:cubicBezTo>
                        <a:pt x="80601" y="42315"/>
                        <a:pt x="80601" y="43659"/>
                        <a:pt x="79705" y="44554"/>
                      </a:cubicBezTo>
                      <a:lnTo>
                        <a:pt x="52838" y="71421"/>
                      </a:lnTo>
                      <a:cubicBezTo>
                        <a:pt x="47017" y="76795"/>
                        <a:pt x="39405" y="80377"/>
                        <a:pt x="30897" y="8037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589" name="Group 4485">
                <a:extLst>
                  <a:ext uri="{FF2B5EF4-FFF2-40B4-BE49-F238E27FC236}">
                    <a16:creationId xmlns:a16="http://schemas.microsoft.com/office/drawing/2014/main" id="{857082E5-C0F0-13E4-C101-B7F6428A3F59}"/>
                  </a:ext>
                  <a:ext uri="{C183D7F6-B498-43B3-948B-1728B52AA6E4}">
                    <adec:decorative xmlns:adec="http://schemas.microsoft.com/office/drawing/2017/decorative" val="1"/>
                  </a:ext>
                </a:extLst>
              </p:cNvPr>
              <p:cNvGrpSpPr>
                <a:grpSpLocks noChangeAspect="1"/>
              </p:cNvGrpSpPr>
              <p:nvPr/>
            </p:nvGrpSpPr>
            <p:grpSpPr>
              <a:xfrm>
                <a:off x="5278143" y="5223344"/>
                <a:ext cx="120901" cy="151798"/>
                <a:chOff x="5329464" y="4492232"/>
                <a:chExt cx="120901" cy="151798"/>
              </a:xfrm>
            </p:grpSpPr>
            <p:sp>
              <p:nvSpPr>
                <p:cNvPr id="590" name="Freeform: Shape 4486">
                  <a:extLst>
                    <a:ext uri="{FF2B5EF4-FFF2-40B4-BE49-F238E27FC236}">
                      <a16:creationId xmlns:a16="http://schemas.microsoft.com/office/drawing/2014/main" id="{33631D07-40BF-FA0E-DD1A-ABDFE91D7EF4}"/>
                    </a:ext>
                  </a:extLst>
                </p:cNvPr>
                <p:cNvSpPr/>
                <p:nvPr/>
              </p:nvSpPr>
              <p:spPr>
                <a:xfrm>
                  <a:off x="5329464" y="4639552"/>
                  <a:ext cx="120901" cy="4478"/>
                </a:xfrm>
                <a:custGeom>
                  <a:avLst/>
                  <a:gdLst>
                    <a:gd name="connsiteX0" fmla="*/ 120005 w 120901"/>
                    <a:gd name="connsiteY0" fmla="*/ 4478 h 4477"/>
                    <a:gd name="connsiteX1" fmla="*/ 2239 w 120901"/>
                    <a:gd name="connsiteY1" fmla="*/ 4478 h 4477"/>
                    <a:gd name="connsiteX2" fmla="*/ 0 w 120901"/>
                    <a:gd name="connsiteY2" fmla="*/ 2239 h 4477"/>
                    <a:gd name="connsiteX3" fmla="*/ 2239 w 120901"/>
                    <a:gd name="connsiteY3" fmla="*/ 0 h 4477"/>
                    <a:gd name="connsiteX4" fmla="*/ 120005 w 120901"/>
                    <a:gd name="connsiteY4" fmla="*/ 0 h 4477"/>
                    <a:gd name="connsiteX5" fmla="*/ 122244 w 120901"/>
                    <a:gd name="connsiteY5" fmla="*/ 2239 h 4477"/>
                    <a:gd name="connsiteX6" fmla="*/ 120005 w 12090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901" h="4477">
                      <a:moveTo>
                        <a:pt x="120005" y="4478"/>
                      </a:moveTo>
                      <a:lnTo>
                        <a:pt x="2239" y="4478"/>
                      </a:lnTo>
                      <a:cubicBezTo>
                        <a:pt x="895" y="4478"/>
                        <a:pt x="0" y="3582"/>
                        <a:pt x="0" y="2239"/>
                      </a:cubicBezTo>
                      <a:cubicBezTo>
                        <a:pt x="0" y="896"/>
                        <a:pt x="895" y="0"/>
                        <a:pt x="2239" y="0"/>
                      </a:cubicBezTo>
                      <a:lnTo>
                        <a:pt x="120005" y="0"/>
                      </a:lnTo>
                      <a:cubicBezTo>
                        <a:pt x="121349" y="0"/>
                        <a:pt x="122244" y="896"/>
                        <a:pt x="122244" y="2239"/>
                      </a:cubicBezTo>
                      <a:cubicBezTo>
                        <a:pt x="122244" y="3582"/>
                        <a:pt x="121349" y="4478"/>
                        <a:pt x="120005"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91" name="Freeform: Shape 4487">
                  <a:extLst>
                    <a:ext uri="{FF2B5EF4-FFF2-40B4-BE49-F238E27FC236}">
                      <a16:creationId xmlns:a16="http://schemas.microsoft.com/office/drawing/2014/main" id="{FBAD32B6-6354-659E-DAC7-A898791F30F8}"/>
                    </a:ext>
                  </a:extLst>
                </p:cNvPr>
                <p:cNvSpPr/>
                <p:nvPr/>
              </p:nvSpPr>
              <p:spPr>
                <a:xfrm>
                  <a:off x="5341330" y="4492232"/>
                  <a:ext cx="94034" cy="129857"/>
                </a:xfrm>
                <a:custGeom>
                  <a:avLst/>
                  <a:gdLst>
                    <a:gd name="connsiteX0" fmla="*/ 94706 w 94034"/>
                    <a:gd name="connsiteY0" fmla="*/ 84631 h 129856"/>
                    <a:gd name="connsiteX1" fmla="*/ 91571 w 94034"/>
                    <a:gd name="connsiteY1" fmla="*/ 84631 h 129856"/>
                    <a:gd name="connsiteX2" fmla="*/ 49928 w 94034"/>
                    <a:gd name="connsiteY2" fmla="*/ 126274 h 129856"/>
                    <a:gd name="connsiteX3" fmla="*/ 49928 w 94034"/>
                    <a:gd name="connsiteY3" fmla="*/ 2239 h 129856"/>
                    <a:gd name="connsiteX4" fmla="*/ 47689 w 94034"/>
                    <a:gd name="connsiteY4" fmla="*/ 0 h 129856"/>
                    <a:gd name="connsiteX5" fmla="*/ 45450 w 94034"/>
                    <a:gd name="connsiteY5" fmla="*/ 2239 h 129856"/>
                    <a:gd name="connsiteX6" fmla="*/ 45450 w 94034"/>
                    <a:gd name="connsiteY6" fmla="*/ 126274 h 129856"/>
                    <a:gd name="connsiteX7" fmla="*/ 3806 w 94034"/>
                    <a:gd name="connsiteY7" fmla="*/ 84631 h 129856"/>
                    <a:gd name="connsiteX8" fmla="*/ 672 w 94034"/>
                    <a:gd name="connsiteY8" fmla="*/ 84631 h 129856"/>
                    <a:gd name="connsiteX9" fmla="*/ 672 w 94034"/>
                    <a:gd name="connsiteY9" fmla="*/ 87765 h 129856"/>
                    <a:gd name="connsiteX10" fmla="*/ 45897 w 94034"/>
                    <a:gd name="connsiteY10" fmla="*/ 132991 h 129856"/>
                    <a:gd name="connsiteX11" fmla="*/ 47689 w 94034"/>
                    <a:gd name="connsiteY11" fmla="*/ 133439 h 129856"/>
                    <a:gd name="connsiteX12" fmla="*/ 49480 w 94034"/>
                    <a:gd name="connsiteY12" fmla="*/ 132991 h 129856"/>
                    <a:gd name="connsiteX13" fmla="*/ 94706 w 94034"/>
                    <a:gd name="connsiteY13" fmla="*/ 87765 h 129856"/>
                    <a:gd name="connsiteX14" fmla="*/ 94706 w 94034"/>
                    <a:gd name="connsiteY14" fmla="*/ 84631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034" h="129856">
                      <a:moveTo>
                        <a:pt x="94706" y="84631"/>
                      </a:moveTo>
                      <a:cubicBezTo>
                        <a:pt x="93810" y="83735"/>
                        <a:pt x="92467" y="83735"/>
                        <a:pt x="91571" y="84631"/>
                      </a:cubicBezTo>
                      <a:lnTo>
                        <a:pt x="49928" y="126274"/>
                      </a:lnTo>
                      <a:lnTo>
                        <a:pt x="49928" y="2239"/>
                      </a:lnTo>
                      <a:cubicBezTo>
                        <a:pt x="49928" y="896"/>
                        <a:pt x="49032" y="0"/>
                        <a:pt x="47689" y="0"/>
                      </a:cubicBezTo>
                      <a:cubicBezTo>
                        <a:pt x="46346" y="0"/>
                        <a:pt x="45450" y="896"/>
                        <a:pt x="45450" y="2239"/>
                      </a:cubicBezTo>
                      <a:lnTo>
                        <a:pt x="45450" y="126274"/>
                      </a:lnTo>
                      <a:lnTo>
                        <a:pt x="3806" y="84631"/>
                      </a:lnTo>
                      <a:cubicBezTo>
                        <a:pt x="2910" y="83735"/>
                        <a:pt x="1567" y="83735"/>
                        <a:pt x="672" y="84631"/>
                      </a:cubicBezTo>
                      <a:cubicBezTo>
                        <a:pt x="-224" y="85526"/>
                        <a:pt x="-224" y="86869"/>
                        <a:pt x="672" y="87765"/>
                      </a:cubicBezTo>
                      <a:lnTo>
                        <a:pt x="45897" y="132991"/>
                      </a:lnTo>
                      <a:cubicBezTo>
                        <a:pt x="46346" y="133439"/>
                        <a:pt x="46793" y="133439"/>
                        <a:pt x="47689" y="133439"/>
                      </a:cubicBezTo>
                      <a:cubicBezTo>
                        <a:pt x="48584" y="133439"/>
                        <a:pt x="49032" y="133439"/>
                        <a:pt x="49480" y="132991"/>
                      </a:cubicBezTo>
                      <a:lnTo>
                        <a:pt x="94706" y="87765"/>
                      </a:lnTo>
                      <a:cubicBezTo>
                        <a:pt x="95602" y="86869"/>
                        <a:pt x="95602" y="85526"/>
                        <a:pt x="94706" y="8463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592" name="Freeform: Shape 4488">
                <a:extLst>
                  <a:ext uri="{FF2B5EF4-FFF2-40B4-BE49-F238E27FC236}">
                    <a16:creationId xmlns:a16="http://schemas.microsoft.com/office/drawing/2014/main" id="{7310961A-6496-DE29-1565-0F1C8AE07C1B}"/>
                  </a:ext>
                  <a:ext uri="{C183D7F6-B498-43B3-948B-1728B52AA6E4}">
                    <adec:decorative xmlns:adec="http://schemas.microsoft.com/office/drawing/2017/decorative" val="1"/>
                  </a:ext>
                </a:extLst>
              </p:cNvPr>
              <p:cNvSpPr>
                <a:spLocks noChangeAspect="1"/>
              </p:cNvSpPr>
              <p:nvPr/>
            </p:nvSpPr>
            <p:spPr>
              <a:xfrm>
                <a:off x="4488255" y="5222896"/>
                <a:ext cx="147768" cy="147768"/>
              </a:xfrm>
              <a:custGeom>
                <a:avLst/>
                <a:gdLst>
                  <a:gd name="connsiteX0" fmla="*/ 151350 w 147767"/>
                  <a:gd name="connsiteY0" fmla="*/ 147768 h 147767"/>
                  <a:gd name="connsiteX1" fmla="*/ 97168 w 147767"/>
                  <a:gd name="connsiteY1" fmla="*/ 93586 h 147767"/>
                  <a:gd name="connsiteX2" fmla="*/ 111945 w 147767"/>
                  <a:gd name="connsiteY2" fmla="*/ 55973 h 147767"/>
                  <a:gd name="connsiteX3" fmla="*/ 55973 w 147767"/>
                  <a:gd name="connsiteY3" fmla="*/ 0 h 147767"/>
                  <a:gd name="connsiteX4" fmla="*/ 0 w 147767"/>
                  <a:gd name="connsiteY4" fmla="*/ 55973 h 147767"/>
                  <a:gd name="connsiteX5" fmla="*/ 55973 w 147767"/>
                  <a:gd name="connsiteY5" fmla="*/ 111945 h 147767"/>
                  <a:gd name="connsiteX6" fmla="*/ 94034 w 147767"/>
                  <a:gd name="connsiteY6" fmla="*/ 96721 h 147767"/>
                  <a:gd name="connsiteX7" fmla="*/ 148216 w 147767"/>
                  <a:gd name="connsiteY7" fmla="*/ 150902 h 147767"/>
                  <a:gd name="connsiteX8" fmla="*/ 150007 w 147767"/>
                  <a:gd name="connsiteY8" fmla="*/ 151350 h 147767"/>
                  <a:gd name="connsiteX9" fmla="*/ 151798 w 147767"/>
                  <a:gd name="connsiteY9" fmla="*/ 150902 h 147767"/>
                  <a:gd name="connsiteX10" fmla="*/ 151350 w 147767"/>
                  <a:gd name="connsiteY10" fmla="*/ 147768 h 147767"/>
                  <a:gd name="connsiteX11" fmla="*/ 4478 w 147767"/>
                  <a:gd name="connsiteY11" fmla="*/ 55973 h 147767"/>
                  <a:gd name="connsiteX12" fmla="*/ 55973 w 147767"/>
                  <a:gd name="connsiteY12" fmla="*/ 4478 h 147767"/>
                  <a:gd name="connsiteX13" fmla="*/ 107468 w 147767"/>
                  <a:gd name="connsiteY13" fmla="*/ 55973 h 147767"/>
                  <a:gd name="connsiteX14" fmla="*/ 55973 w 147767"/>
                  <a:gd name="connsiteY14" fmla="*/ 107468 h 147767"/>
                  <a:gd name="connsiteX15" fmla="*/ 4478 w 147767"/>
                  <a:gd name="connsiteY15" fmla="*/ 55973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767" h="147767">
                    <a:moveTo>
                      <a:pt x="151350" y="147768"/>
                    </a:moveTo>
                    <a:lnTo>
                      <a:pt x="97168" y="93586"/>
                    </a:lnTo>
                    <a:cubicBezTo>
                      <a:pt x="106124" y="83735"/>
                      <a:pt x="111945" y="70302"/>
                      <a:pt x="111945" y="55973"/>
                    </a:cubicBezTo>
                    <a:cubicBezTo>
                      <a:pt x="111945" y="25076"/>
                      <a:pt x="86870" y="0"/>
                      <a:pt x="55973" y="0"/>
                    </a:cubicBezTo>
                    <a:cubicBezTo>
                      <a:pt x="25076" y="0"/>
                      <a:pt x="0" y="25076"/>
                      <a:pt x="0" y="55973"/>
                    </a:cubicBezTo>
                    <a:cubicBezTo>
                      <a:pt x="0" y="86870"/>
                      <a:pt x="25076" y="111945"/>
                      <a:pt x="55973" y="111945"/>
                    </a:cubicBezTo>
                    <a:cubicBezTo>
                      <a:pt x="70749" y="111945"/>
                      <a:pt x="84183" y="106124"/>
                      <a:pt x="94034" y="96721"/>
                    </a:cubicBezTo>
                    <a:lnTo>
                      <a:pt x="148216" y="150902"/>
                    </a:lnTo>
                    <a:cubicBezTo>
                      <a:pt x="148663" y="151350"/>
                      <a:pt x="149111" y="151350"/>
                      <a:pt x="150007" y="151350"/>
                    </a:cubicBezTo>
                    <a:cubicBezTo>
                      <a:pt x="150455" y="151350"/>
                      <a:pt x="151350" y="151350"/>
                      <a:pt x="151798" y="150902"/>
                    </a:cubicBezTo>
                    <a:cubicBezTo>
                      <a:pt x="152246" y="150007"/>
                      <a:pt x="152246" y="148664"/>
                      <a:pt x="151350" y="147768"/>
                    </a:cubicBezTo>
                    <a:close/>
                    <a:moveTo>
                      <a:pt x="4478" y="55973"/>
                    </a:moveTo>
                    <a:cubicBezTo>
                      <a:pt x="4478" y="27763"/>
                      <a:pt x="27762" y="4478"/>
                      <a:pt x="55973" y="4478"/>
                    </a:cubicBezTo>
                    <a:cubicBezTo>
                      <a:pt x="84183" y="4478"/>
                      <a:pt x="107468" y="27763"/>
                      <a:pt x="107468" y="55973"/>
                    </a:cubicBezTo>
                    <a:cubicBezTo>
                      <a:pt x="107468" y="84183"/>
                      <a:pt x="84183" y="107468"/>
                      <a:pt x="55973" y="107468"/>
                    </a:cubicBezTo>
                    <a:cubicBezTo>
                      <a:pt x="27762" y="107468"/>
                      <a:pt x="4478" y="84183"/>
                      <a:pt x="4478" y="5597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593" name="Group 4489">
                <a:extLst>
                  <a:ext uri="{FF2B5EF4-FFF2-40B4-BE49-F238E27FC236}">
                    <a16:creationId xmlns:a16="http://schemas.microsoft.com/office/drawing/2014/main" id="{7DBF25FD-AA85-C71F-C593-D461D82EAB1B}"/>
                  </a:ext>
                  <a:ext uri="{C183D7F6-B498-43B3-948B-1728B52AA6E4}">
                    <adec:decorative xmlns:adec="http://schemas.microsoft.com/office/drawing/2017/decorative" val="1"/>
                  </a:ext>
                </a:extLst>
              </p:cNvPr>
              <p:cNvGrpSpPr>
                <a:grpSpLocks noChangeAspect="1"/>
              </p:cNvGrpSpPr>
              <p:nvPr/>
            </p:nvGrpSpPr>
            <p:grpSpPr>
              <a:xfrm>
                <a:off x="4747521" y="5222896"/>
                <a:ext cx="152246" cy="147768"/>
                <a:chOff x="4798842" y="4491784"/>
                <a:chExt cx="152246" cy="147768"/>
              </a:xfrm>
            </p:grpSpPr>
            <p:sp>
              <p:nvSpPr>
                <p:cNvPr id="594" name="Freeform: Shape 4490">
                  <a:extLst>
                    <a:ext uri="{FF2B5EF4-FFF2-40B4-BE49-F238E27FC236}">
                      <a16:creationId xmlns:a16="http://schemas.microsoft.com/office/drawing/2014/main" id="{CFC2ABF3-9A6C-83A4-EF3C-E4DF8C8131F0}"/>
                    </a:ext>
                  </a:extLst>
                </p:cNvPr>
                <p:cNvSpPr/>
                <p:nvPr/>
              </p:nvSpPr>
              <p:spPr>
                <a:xfrm>
                  <a:off x="4798842" y="4491784"/>
                  <a:ext cx="152246" cy="147768"/>
                </a:xfrm>
                <a:custGeom>
                  <a:avLst/>
                  <a:gdLst>
                    <a:gd name="connsiteX0" fmla="*/ 151798 w 152245"/>
                    <a:gd name="connsiteY0" fmla="*/ 148216 h 147767"/>
                    <a:gd name="connsiteX1" fmla="*/ 97169 w 152245"/>
                    <a:gd name="connsiteY1" fmla="*/ 93586 h 147767"/>
                    <a:gd name="connsiteX2" fmla="*/ 111945 w 152245"/>
                    <a:gd name="connsiteY2" fmla="*/ 55973 h 147767"/>
                    <a:gd name="connsiteX3" fmla="*/ 55973 w 152245"/>
                    <a:gd name="connsiteY3" fmla="*/ 0 h 147767"/>
                    <a:gd name="connsiteX4" fmla="*/ 0 w 152245"/>
                    <a:gd name="connsiteY4" fmla="*/ 55973 h 147767"/>
                    <a:gd name="connsiteX5" fmla="*/ 56421 w 152245"/>
                    <a:gd name="connsiteY5" fmla="*/ 111498 h 147767"/>
                    <a:gd name="connsiteX6" fmla="*/ 94482 w 152245"/>
                    <a:gd name="connsiteY6" fmla="*/ 96721 h 147767"/>
                    <a:gd name="connsiteX7" fmla="*/ 149111 w 152245"/>
                    <a:gd name="connsiteY7" fmla="*/ 151350 h 147767"/>
                    <a:gd name="connsiteX8" fmla="*/ 150903 w 152245"/>
                    <a:gd name="connsiteY8" fmla="*/ 151798 h 147767"/>
                    <a:gd name="connsiteX9" fmla="*/ 152694 w 152245"/>
                    <a:gd name="connsiteY9" fmla="*/ 151350 h 147767"/>
                    <a:gd name="connsiteX10" fmla="*/ 151798 w 152245"/>
                    <a:gd name="connsiteY10" fmla="*/ 148216 h 147767"/>
                    <a:gd name="connsiteX11" fmla="*/ 4926 w 152245"/>
                    <a:gd name="connsiteY11" fmla="*/ 55973 h 147767"/>
                    <a:gd name="connsiteX12" fmla="*/ 56421 w 152245"/>
                    <a:gd name="connsiteY12" fmla="*/ 4478 h 147767"/>
                    <a:gd name="connsiteX13" fmla="*/ 107916 w 152245"/>
                    <a:gd name="connsiteY13" fmla="*/ 55973 h 147767"/>
                    <a:gd name="connsiteX14" fmla="*/ 56421 w 152245"/>
                    <a:gd name="connsiteY14" fmla="*/ 107468 h 147767"/>
                    <a:gd name="connsiteX15" fmla="*/ 4926 w 152245"/>
                    <a:gd name="connsiteY15" fmla="*/ 55973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245" h="147767">
                      <a:moveTo>
                        <a:pt x="151798" y="148216"/>
                      </a:moveTo>
                      <a:lnTo>
                        <a:pt x="97169" y="93586"/>
                      </a:lnTo>
                      <a:cubicBezTo>
                        <a:pt x="106572" y="83735"/>
                        <a:pt x="111945" y="70302"/>
                        <a:pt x="111945" y="55973"/>
                      </a:cubicBezTo>
                      <a:cubicBezTo>
                        <a:pt x="111945" y="25076"/>
                        <a:pt x="86870" y="0"/>
                        <a:pt x="55973" y="0"/>
                      </a:cubicBezTo>
                      <a:cubicBezTo>
                        <a:pt x="25076" y="0"/>
                        <a:pt x="0" y="25076"/>
                        <a:pt x="0" y="55973"/>
                      </a:cubicBezTo>
                      <a:cubicBezTo>
                        <a:pt x="0" y="86870"/>
                        <a:pt x="25524" y="111498"/>
                        <a:pt x="56421" y="111498"/>
                      </a:cubicBezTo>
                      <a:cubicBezTo>
                        <a:pt x="71197" y="111498"/>
                        <a:pt x="84183" y="105677"/>
                        <a:pt x="94482" y="96721"/>
                      </a:cubicBezTo>
                      <a:lnTo>
                        <a:pt x="149111" y="151350"/>
                      </a:lnTo>
                      <a:cubicBezTo>
                        <a:pt x="149559" y="151798"/>
                        <a:pt x="150007" y="151798"/>
                        <a:pt x="150903" y="151798"/>
                      </a:cubicBezTo>
                      <a:cubicBezTo>
                        <a:pt x="151798" y="151798"/>
                        <a:pt x="152246" y="151798"/>
                        <a:pt x="152694" y="151350"/>
                      </a:cubicBezTo>
                      <a:cubicBezTo>
                        <a:pt x="152694" y="150455"/>
                        <a:pt x="152694" y="149112"/>
                        <a:pt x="151798" y="148216"/>
                      </a:cubicBezTo>
                      <a:close/>
                      <a:moveTo>
                        <a:pt x="4926" y="55973"/>
                      </a:moveTo>
                      <a:cubicBezTo>
                        <a:pt x="4926" y="27763"/>
                        <a:pt x="28210" y="4478"/>
                        <a:pt x="56421" y="4478"/>
                      </a:cubicBezTo>
                      <a:cubicBezTo>
                        <a:pt x="84631" y="4478"/>
                        <a:pt x="107916" y="27763"/>
                        <a:pt x="107916" y="55973"/>
                      </a:cubicBezTo>
                      <a:cubicBezTo>
                        <a:pt x="107916" y="84183"/>
                        <a:pt x="84631" y="107468"/>
                        <a:pt x="56421" y="107468"/>
                      </a:cubicBezTo>
                      <a:cubicBezTo>
                        <a:pt x="27763" y="107020"/>
                        <a:pt x="4926" y="84183"/>
                        <a:pt x="4926" y="5597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95" name="Freeform: Shape 4491">
                  <a:extLst>
                    <a:ext uri="{FF2B5EF4-FFF2-40B4-BE49-F238E27FC236}">
                      <a16:creationId xmlns:a16="http://schemas.microsoft.com/office/drawing/2014/main" id="{23E48841-097F-FC02-A468-8E7D9DAD3F04}"/>
                    </a:ext>
                  </a:extLst>
                </p:cNvPr>
                <p:cNvSpPr/>
                <p:nvPr/>
              </p:nvSpPr>
              <p:spPr>
                <a:xfrm>
                  <a:off x="4820335" y="4513278"/>
                  <a:ext cx="67167" cy="67167"/>
                </a:xfrm>
                <a:custGeom>
                  <a:avLst/>
                  <a:gdLst>
                    <a:gd name="connsiteX0" fmla="*/ 66720 w 67167"/>
                    <a:gd name="connsiteY0" fmla="*/ 32240 h 67167"/>
                    <a:gd name="connsiteX1" fmla="*/ 36718 w 67167"/>
                    <a:gd name="connsiteY1" fmla="*/ 32240 h 67167"/>
                    <a:gd name="connsiteX2" fmla="*/ 36718 w 67167"/>
                    <a:gd name="connsiteY2" fmla="*/ 2239 h 67167"/>
                    <a:gd name="connsiteX3" fmla="*/ 34479 w 67167"/>
                    <a:gd name="connsiteY3" fmla="*/ 0 h 67167"/>
                    <a:gd name="connsiteX4" fmla="*/ 32240 w 67167"/>
                    <a:gd name="connsiteY4" fmla="*/ 2239 h 67167"/>
                    <a:gd name="connsiteX5" fmla="*/ 32240 w 67167"/>
                    <a:gd name="connsiteY5" fmla="*/ 32240 h 67167"/>
                    <a:gd name="connsiteX6" fmla="*/ 2239 w 67167"/>
                    <a:gd name="connsiteY6" fmla="*/ 32240 h 67167"/>
                    <a:gd name="connsiteX7" fmla="*/ 0 w 67167"/>
                    <a:gd name="connsiteY7" fmla="*/ 34479 h 67167"/>
                    <a:gd name="connsiteX8" fmla="*/ 2239 w 67167"/>
                    <a:gd name="connsiteY8" fmla="*/ 36718 h 67167"/>
                    <a:gd name="connsiteX9" fmla="*/ 32240 w 67167"/>
                    <a:gd name="connsiteY9" fmla="*/ 36718 h 67167"/>
                    <a:gd name="connsiteX10" fmla="*/ 32240 w 67167"/>
                    <a:gd name="connsiteY10" fmla="*/ 66719 h 67167"/>
                    <a:gd name="connsiteX11" fmla="*/ 34479 w 67167"/>
                    <a:gd name="connsiteY11" fmla="*/ 68958 h 67167"/>
                    <a:gd name="connsiteX12" fmla="*/ 36718 w 67167"/>
                    <a:gd name="connsiteY12" fmla="*/ 66719 h 67167"/>
                    <a:gd name="connsiteX13" fmla="*/ 36718 w 67167"/>
                    <a:gd name="connsiteY13" fmla="*/ 36718 h 67167"/>
                    <a:gd name="connsiteX14" fmla="*/ 66720 w 67167"/>
                    <a:gd name="connsiteY14" fmla="*/ 36718 h 67167"/>
                    <a:gd name="connsiteX15" fmla="*/ 68959 w 67167"/>
                    <a:gd name="connsiteY15" fmla="*/ 34479 h 67167"/>
                    <a:gd name="connsiteX16" fmla="*/ 66720 w 67167"/>
                    <a:gd name="connsiteY16" fmla="*/ 32240 h 6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167" h="67167">
                      <a:moveTo>
                        <a:pt x="66720" y="32240"/>
                      </a:moveTo>
                      <a:lnTo>
                        <a:pt x="36718" y="32240"/>
                      </a:lnTo>
                      <a:lnTo>
                        <a:pt x="36718" y="2239"/>
                      </a:lnTo>
                      <a:cubicBezTo>
                        <a:pt x="36718" y="895"/>
                        <a:pt x="35823" y="0"/>
                        <a:pt x="34479" y="0"/>
                      </a:cubicBezTo>
                      <a:cubicBezTo>
                        <a:pt x="33136" y="0"/>
                        <a:pt x="32240" y="895"/>
                        <a:pt x="32240" y="2239"/>
                      </a:cubicBezTo>
                      <a:lnTo>
                        <a:pt x="32240" y="32240"/>
                      </a:lnTo>
                      <a:lnTo>
                        <a:pt x="2239" y="32240"/>
                      </a:lnTo>
                      <a:cubicBezTo>
                        <a:pt x="896" y="32240"/>
                        <a:pt x="0" y="33136"/>
                        <a:pt x="0" y="34479"/>
                      </a:cubicBezTo>
                      <a:cubicBezTo>
                        <a:pt x="0" y="35823"/>
                        <a:pt x="896" y="36718"/>
                        <a:pt x="2239" y="36718"/>
                      </a:cubicBezTo>
                      <a:lnTo>
                        <a:pt x="32240" y="36718"/>
                      </a:lnTo>
                      <a:lnTo>
                        <a:pt x="32240" y="66719"/>
                      </a:lnTo>
                      <a:cubicBezTo>
                        <a:pt x="32240" y="68063"/>
                        <a:pt x="33136" y="68958"/>
                        <a:pt x="34479" y="68958"/>
                      </a:cubicBezTo>
                      <a:cubicBezTo>
                        <a:pt x="35823" y="68958"/>
                        <a:pt x="36718" y="68063"/>
                        <a:pt x="36718" y="66719"/>
                      </a:cubicBezTo>
                      <a:lnTo>
                        <a:pt x="36718" y="36718"/>
                      </a:lnTo>
                      <a:lnTo>
                        <a:pt x="66720" y="36718"/>
                      </a:lnTo>
                      <a:cubicBezTo>
                        <a:pt x="68063" y="36718"/>
                        <a:pt x="68959" y="35823"/>
                        <a:pt x="68959" y="34479"/>
                      </a:cubicBezTo>
                      <a:cubicBezTo>
                        <a:pt x="68959" y="33136"/>
                        <a:pt x="68063" y="32240"/>
                        <a:pt x="66720" y="3224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596" name="Freeform: Shape 4492">
                <a:extLst>
                  <a:ext uri="{FF2B5EF4-FFF2-40B4-BE49-F238E27FC236}">
                    <a16:creationId xmlns:a16="http://schemas.microsoft.com/office/drawing/2014/main" id="{5AEA97C5-A00B-6BCD-F7C3-877D7BFF91D8}"/>
                  </a:ext>
                  <a:ext uri="{C183D7F6-B498-43B3-948B-1728B52AA6E4}">
                    <adec:decorative xmlns:adec="http://schemas.microsoft.com/office/drawing/2017/decorative" val="1"/>
                  </a:ext>
                </a:extLst>
              </p:cNvPr>
              <p:cNvSpPr>
                <a:spLocks noChangeAspect="1"/>
              </p:cNvSpPr>
              <p:nvPr/>
            </p:nvSpPr>
            <p:spPr>
              <a:xfrm>
                <a:off x="1059814" y="5571494"/>
                <a:ext cx="156724" cy="152246"/>
              </a:xfrm>
              <a:custGeom>
                <a:avLst/>
                <a:gdLst>
                  <a:gd name="connsiteX0" fmla="*/ 158739 w 156723"/>
                  <a:gd name="connsiteY0" fmla="*/ 67839 h 152245"/>
                  <a:gd name="connsiteX1" fmla="*/ 81272 w 156723"/>
                  <a:gd name="connsiteY1" fmla="*/ 672 h 152245"/>
                  <a:gd name="connsiteX2" fmla="*/ 78138 w 156723"/>
                  <a:gd name="connsiteY2" fmla="*/ 672 h 152245"/>
                  <a:gd name="connsiteX3" fmla="*/ 672 w 156723"/>
                  <a:gd name="connsiteY3" fmla="*/ 67839 h 152245"/>
                  <a:gd name="connsiteX4" fmla="*/ 672 w 156723"/>
                  <a:gd name="connsiteY4" fmla="*/ 70973 h 152245"/>
                  <a:gd name="connsiteX5" fmla="*/ 2463 w 156723"/>
                  <a:gd name="connsiteY5" fmla="*/ 71869 h 152245"/>
                  <a:gd name="connsiteX6" fmla="*/ 3806 w 156723"/>
                  <a:gd name="connsiteY6" fmla="*/ 71421 h 152245"/>
                  <a:gd name="connsiteX7" fmla="*/ 16792 w 156723"/>
                  <a:gd name="connsiteY7" fmla="*/ 59779 h 152245"/>
                  <a:gd name="connsiteX8" fmla="*/ 16792 w 156723"/>
                  <a:gd name="connsiteY8" fmla="*/ 150231 h 152245"/>
                  <a:gd name="connsiteX9" fmla="*/ 19031 w 156723"/>
                  <a:gd name="connsiteY9" fmla="*/ 152470 h 152245"/>
                  <a:gd name="connsiteX10" fmla="*/ 139932 w 156723"/>
                  <a:gd name="connsiteY10" fmla="*/ 152470 h 152245"/>
                  <a:gd name="connsiteX11" fmla="*/ 142171 w 156723"/>
                  <a:gd name="connsiteY11" fmla="*/ 150231 h 152245"/>
                  <a:gd name="connsiteX12" fmla="*/ 142171 w 156723"/>
                  <a:gd name="connsiteY12" fmla="*/ 59779 h 152245"/>
                  <a:gd name="connsiteX13" fmla="*/ 155156 w 156723"/>
                  <a:gd name="connsiteY13" fmla="*/ 71421 h 152245"/>
                  <a:gd name="connsiteX14" fmla="*/ 158291 w 156723"/>
                  <a:gd name="connsiteY14" fmla="*/ 71421 h 152245"/>
                  <a:gd name="connsiteX15" fmla="*/ 158739 w 156723"/>
                  <a:gd name="connsiteY15" fmla="*/ 67839 h 152245"/>
                  <a:gd name="connsiteX16" fmla="*/ 138141 w 156723"/>
                  <a:gd name="connsiteY16" fmla="*/ 57092 h 152245"/>
                  <a:gd name="connsiteX17" fmla="*/ 138141 w 156723"/>
                  <a:gd name="connsiteY17" fmla="*/ 147992 h 152245"/>
                  <a:gd name="connsiteX18" fmla="*/ 21717 w 156723"/>
                  <a:gd name="connsiteY18" fmla="*/ 147992 h 152245"/>
                  <a:gd name="connsiteX19" fmla="*/ 21717 w 156723"/>
                  <a:gd name="connsiteY19" fmla="*/ 57092 h 152245"/>
                  <a:gd name="connsiteX20" fmla="*/ 21717 w 156723"/>
                  <a:gd name="connsiteY20" fmla="*/ 56197 h 152245"/>
                  <a:gd name="connsiteX21" fmla="*/ 79929 w 156723"/>
                  <a:gd name="connsiteY21" fmla="*/ 5597 h 152245"/>
                  <a:gd name="connsiteX22" fmla="*/ 138141 w 156723"/>
                  <a:gd name="connsiteY22" fmla="*/ 56197 h 152245"/>
                  <a:gd name="connsiteX23" fmla="*/ 138141 w 156723"/>
                  <a:gd name="connsiteY23" fmla="*/ 57092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723" h="152245">
                    <a:moveTo>
                      <a:pt x="158739" y="67839"/>
                    </a:moveTo>
                    <a:lnTo>
                      <a:pt x="81272" y="672"/>
                    </a:lnTo>
                    <a:cubicBezTo>
                      <a:pt x="80377" y="-224"/>
                      <a:pt x="79033" y="-224"/>
                      <a:pt x="78138" y="672"/>
                    </a:cubicBezTo>
                    <a:lnTo>
                      <a:pt x="672" y="67839"/>
                    </a:lnTo>
                    <a:cubicBezTo>
                      <a:pt x="-224" y="68734"/>
                      <a:pt x="-224" y="70078"/>
                      <a:pt x="672" y="70973"/>
                    </a:cubicBezTo>
                    <a:cubicBezTo>
                      <a:pt x="1119" y="71421"/>
                      <a:pt x="1567" y="71869"/>
                      <a:pt x="2463" y="71869"/>
                    </a:cubicBezTo>
                    <a:cubicBezTo>
                      <a:pt x="2911" y="71869"/>
                      <a:pt x="3358" y="71869"/>
                      <a:pt x="3806" y="71421"/>
                    </a:cubicBezTo>
                    <a:lnTo>
                      <a:pt x="16792" y="59779"/>
                    </a:lnTo>
                    <a:lnTo>
                      <a:pt x="16792" y="150231"/>
                    </a:lnTo>
                    <a:cubicBezTo>
                      <a:pt x="16792" y="151574"/>
                      <a:pt x="17687" y="152470"/>
                      <a:pt x="19031" y="152470"/>
                    </a:cubicBezTo>
                    <a:lnTo>
                      <a:pt x="139932" y="152470"/>
                    </a:lnTo>
                    <a:cubicBezTo>
                      <a:pt x="141275" y="152470"/>
                      <a:pt x="142171" y="151574"/>
                      <a:pt x="142171" y="150231"/>
                    </a:cubicBezTo>
                    <a:lnTo>
                      <a:pt x="142171" y="59779"/>
                    </a:lnTo>
                    <a:lnTo>
                      <a:pt x="155156" y="71421"/>
                    </a:lnTo>
                    <a:cubicBezTo>
                      <a:pt x="156052" y="72317"/>
                      <a:pt x="157395" y="72317"/>
                      <a:pt x="158291" y="71421"/>
                    </a:cubicBezTo>
                    <a:cubicBezTo>
                      <a:pt x="159634" y="70078"/>
                      <a:pt x="159634" y="68734"/>
                      <a:pt x="158739" y="67839"/>
                    </a:cubicBezTo>
                    <a:close/>
                    <a:moveTo>
                      <a:pt x="138141" y="57092"/>
                    </a:moveTo>
                    <a:lnTo>
                      <a:pt x="138141" y="147992"/>
                    </a:lnTo>
                    <a:lnTo>
                      <a:pt x="21717" y="147992"/>
                    </a:lnTo>
                    <a:lnTo>
                      <a:pt x="21717" y="57092"/>
                    </a:lnTo>
                    <a:cubicBezTo>
                      <a:pt x="21717" y="56644"/>
                      <a:pt x="21717" y="56644"/>
                      <a:pt x="21717" y="56197"/>
                    </a:cubicBezTo>
                    <a:lnTo>
                      <a:pt x="79929" y="5597"/>
                    </a:lnTo>
                    <a:lnTo>
                      <a:pt x="138141" y="56197"/>
                    </a:lnTo>
                    <a:cubicBezTo>
                      <a:pt x="138141" y="56197"/>
                      <a:pt x="138141" y="56644"/>
                      <a:pt x="138141" y="5709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97" name="Freeform: Shape 4493">
                <a:extLst>
                  <a:ext uri="{FF2B5EF4-FFF2-40B4-BE49-F238E27FC236}">
                    <a16:creationId xmlns:a16="http://schemas.microsoft.com/office/drawing/2014/main" id="{AFC6A4BB-912E-463F-74DE-1293B6EC9360}"/>
                  </a:ext>
                  <a:ext uri="{C183D7F6-B498-43B3-948B-1728B52AA6E4}">
                    <adec:decorative xmlns:adec="http://schemas.microsoft.com/office/drawing/2017/decorative" val="1"/>
                  </a:ext>
                </a:extLst>
              </p:cNvPr>
              <p:cNvSpPr>
                <a:spLocks noChangeAspect="1"/>
              </p:cNvSpPr>
              <p:nvPr/>
            </p:nvSpPr>
            <p:spPr>
              <a:xfrm>
                <a:off x="793608" y="5577092"/>
                <a:ext cx="152246" cy="129857"/>
              </a:xfrm>
              <a:custGeom>
                <a:avLst/>
                <a:gdLst>
                  <a:gd name="connsiteX0" fmla="*/ 136573 w 152245"/>
                  <a:gd name="connsiteY0" fmla="*/ 21046 h 129856"/>
                  <a:gd name="connsiteX1" fmla="*/ 105229 w 152245"/>
                  <a:gd name="connsiteY1" fmla="*/ 21046 h 129856"/>
                  <a:gd name="connsiteX2" fmla="*/ 105229 w 152245"/>
                  <a:gd name="connsiteY2" fmla="*/ 12986 h 129856"/>
                  <a:gd name="connsiteX3" fmla="*/ 91347 w 152245"/>
                  <a:gd name="connsiteY3" fmla="*/ 0 h 129856"/>
                  <a:gd name="connsiteX4" fmla="*/ 60898 w 152245"/>
                  <a:gd name="connsiteY4" fmla="*/ 0 h 129856"/>
                  <a:gd name="connsiteX5" fmla="*/ 47017 w 152245"/>
                  <a:gd name="connsiteY5" fmla="*/ 12986 h 129856"/>
                  <a:gd name="connsiteX6" fmla="*/ 47017 w 152245"/>
                  <a:gd name="connsiteY6" fmla="*/ 21046 h 129856"/>
                  <a:gd name="connsiteX7" fmla="*/ 15672 w 152245"/>
                  <a:gd name="connsiteY7" fmla="*/ 21046 h 129856"/>
                  <a:gd name="connsiteX8" fmla="*/ 0 w 152245"/>
                  <a:gd name="connsiteY8" fmla="*/ 36718 h 129856"/>
                  <a:gd name="connsiteX9" fmla="*/ 0 w 152245"/>
                  <a:gd name="connsiteY9" fmla="*/ 117319 h 129856"/>
                  <a:gd name="connsiteX10" fmla="*/ 15672 w 152245"/>
                  <a:gd name="connsiteY10" fmla="*/ 132991 h 129856"/>
                  <a:gd name="connsiteX11" fmla="*/ 136573 w 152245"/>
                  <a:gd name="connsiteY11" fmla="*/ 132991 h 129856"/>
                  <a:gd name="connsiteX12" fmla="*/ 152246 w 152245"/>
                  <a:gd name="connsiteY12" fmla="*/ 117319 h 129856"/>
                  <a:gd name="connsiteX13" fmla="*/ 152246 w 152245"/>
                  <a:gd name="connsiteY13" fmla="*/ 36718 h 129856"/>
                  <a:gd name="connsiteX14" fmla="*/ 136573 w 152245"/>
                  <a:gd name="connsiteY14" fmla="*/ 21046 h 129856"/>
                  <a:gd name="connsiteX15" fmla="*/ 51495 w 152245"/>
                  <a:gd name="connsiteY15" fmla="*/ 12986 h 129856"/>
                  <a:gd name="connsiteX16" fmla="*/ 60898 w 152245"/>
                  <a:gd name="connsiteY16" fmla="*/ 4478 h 129856"/>
                  <a:gd name="connsiteX17" fmla="*/ 91347 w 152245"/>
                  <a:gd name="connsiteY17" fmla="*/ 4478 h 129856"/>
                  <a:gd name="connsiteX18" fmla="*/ 100751 w 152245"/>
                  <a:gd name="connsiteY18" fmla="*/ 12986 h 129856"/>
                  <a:gd name="connsiteX19" fmla="*/ 100751 w 152245"/>
                  <a:gd name="connsiteY19" fmla="*/ 21046 h 129856"/>
                  <a:gd name="connsiteX20" fmla="*/ 51495 w 152245"/>
                  <a:gd name="connsiteY20" fmla="*/ 21046 h 129856"/>
                  <a:gd name="connsiteX21" fmla="*/ 51495 w 152245"/>
                  <a:gd name="connsiteY21" fmla="*/ 12986 h 129856"/>
                  <a:gd name="connsiteX22" fmla="*/ 15672 w 152245"/>
                  <a:gd name="connsiteY22" fmla="*/ 25524 h 129856"/>
                  <a:gd name="connsiteX23" fmla="*/ 48360 w 152245"/>
                  <a:gd name="connsiteY23" fmla="*/ 25524 h 129856"/>
                  <a:gd name="connsiteX24" fmla="*/ 49256 w 152245"/>
                  <a:gd name="connsiteY24" fmla="*/ 25524 h 129856"/>
                  <a:gd name="connsiteX25" fmla="*/ 50152 w 152245"/>
                  <a:gd name="connsiteY25" fmla="*/ 25524 h 129856"/>
                  <a:gd name="connsiteX26" fmla="*/ 102542 w 152245"/>
                  <a:gd name="connsiteY26" fmla="*/ 25524 h 129856"/>
                  <a:gd name="connsiteX27" fmla="*/ 103438 w 152245"/>
                  <a:gd name="connsiteY27" fmla="*/ 25524 h 129856"/>
                  <a:gd name="connsiteX28" fmla="*/ 104333 w 152245"/>
                  <a:gd name="connsiteY28" fmla="*/ 25524 h 129856"/>
                  <a:gd name="connsiteX29" fmla="*/ 137021 w 152245"/>
                  <a:gd name="connsiteY29" fmla="*/ 25524 h 129856"/>
                  <a:gd name="connsiteX30" fmla="*/ 148216 w 152245"/>
                  <a:gd name="connsiteY30" fmla="*/ 36718 h 129856"/>
                  <a:gd name="connsiteX31" fmla="*/ 148216 w 152245"/>
                  <a:gd name="connsiteY31" fmla="*/ 61346 h 129856"/>
                  <a:gd name="connsiteX32" fmla="*/ 4926 w 152245"/>
                  <a:gd name="connsiteY32" fmla="*/ 61346 h 129856"/>
                  <a:gd name="connsiteX33" fmla="*/ 4926 w 152245"/>
                  <a:gd name="connsiteY33" fmla="*/ 36718 h 129856"/>
                  <a:gd name="connsiteX34" fmla="*/ 15672 w 152245"/>
                  <a:gd name="connsiteY34" fmla="*/ 25524 h 129856"/>
                  <a:gd name="connsiteX35" fmla="*/ 136573 w 152245"/>
                  <a:gd name="connsiteY35" fmla="*/ 128513 h 129856"/>
                  <a:gd name="connsiteX36" fmla="*/ 15672 w 152245"/>
                  <a:gd name="connsiteY36" fmla="*/ 128513 h 129856"/>
                  <a:gd name="connsiteX37" fmla="*/ 4478 w 152245"/>
                  <a:gd name="connsiteY37" fmla="*/ 117319 h 129856"/>
                  <a:gd name="connsiteX38" fmla="*/ 4478 w 152245"/>
                  <a:gd name="connsiteY38" fmla="*/ 65824 h 129856"/>
                  <a:gd name="connsiteX39" fmla="*/ 40300 w 152245"/>
                  <a:gd name="connsiteY39" fmla="*/ 65824 h 129856"/>
                  <a:gd name="connsiteX40" fmla="*/ 40300 w 152245"/>
                  <a:gd name="connsiteY40" fmla="*/ 83735 h 129856"/>
                  <a:gd name="connsiteX41" fmla="*/ 42539 w 152245"/>
                  <a:gd name="connsiteY41" fmla="*/ 85974 h 129856"/>
                  <a:gd name="connsiteX42" fmla="*/ 44778 w 152245"/>
                  <a:gd name="connsiteY42" fmla="*/ 83735 h 129856"/>
                  <a:gd name="connsiteX43" fmla="*/ 44778 w 152245"/>
                  <a:gd name="connsiteY43" fmla="*/ 65824 h 129856"/>
                  <a:gd name="connsiteX44" fmla="*/ 107468 w 152245"/>
                  <a:gd name="connsiteY44" fmla="*/ 65824 h 129856"/>
                  <a:gd name="connsiteX45" fmla="*/ 107468 w 152245"/>
                  <a:gd name="connsiteY45" fmla="*/ 83735 h 129856"/>
                  <a:gd name="connsiteX46" fmla="*/ 109707 w 152245"/>
                  <a:gd name="connsiteY46" fmla="*/ 85974 h 129856"/>
                  <a:gd name="connsiteX47" fmla="*/ 111945 w 152245"/>
                  <a:gd name="connsiteY47" fmla="*/ 83735 h 129856"/>
                  <a:gd name="connsiteX48" fmla="*/ 111945 w 152245"/>
                  <a:gd name="connsiteY48" fmla="*/ 65824 h 129856"/>
                  <a:gd name="connsiteX49" fmla="*/ 147768 w 152245"/>
                  <a:gd name="connsiteY49" fmla="*/ 65824 h 129856"/>
                  <a:gd name="connsiteX50" fmla="*/ 147768 w 152245"/>
                  <a:gd name="connsiteY50" fmla="*/ 117319 h 129856"/>
                  <a:gd name="connsiteX51" fmla="*/ 136573 w 152245"/>
                  <a:gd name="connsiteY51" fmla="*/ 128513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52245" h="129856">
                    <a:moveTo>
                      <a:pt x="136573" y="21046"/>
                    </a:moveTo>
                    <a:lnTo>
                      <a:pt x="105229" y="21046"/>
                    </a:lnTo>
                    <a:lnTo>
                      <a:pt x="105229" y="12986"/>
                    </a:lnTo>
                    <a:cubicBezTo>
                      <a:pt x="105229" y="5821"/>
                      <a:pt x="98960" y="0"/>
                      <a:pt x="91347" y="0"/>
                    </a:cubicBezTo>
                    <a:lnTo>
                      <a:pt x="60898" y="0"/>
                    </a:lnTo>
                    <a:cubicBezTo>
                      <a:pt x="53286" y="0"/>
                      <a:pt x="47017" y="5821"/>
                      <a:pt x="47017" y="12986"/>
                    </a:cubicBezTo>
                    <a:lnTo>
                      <a:pt x="47017" y="21046"/>
                    </a:lnTo>
                    <a:lnTo>
                      <a:pt x="15672" y="21046"/>
                    </a:lnTo>
                    <a:cubicBezTo>
                      <a:pt x="7165" y="21046"/>
                      <a:pt x="0" y="28210"/>
                      <a:pt x="0" y="36718"/>
                    </a:cubicBezTo>
                    <a:lnTo>
                      <a:pt x="0" y="117319"/>
                    </a:lnTo>
                    <a:cubicBezTo>
                      <a:pt x="0" y="125827"/>
                      <a:pt x="7165" y="132991"/>
                      <a:pt x="15672" y="132991"/>
                    </a:cubicBezTo>
                    <a:lnTo>
                      <a:pt x="136573" y="132991"/>
                    </a:lnTo>
                    <a:cubicBezTo>
                      <a:pt x="145081" y="132991"/>
                      <a:pt x="152246" y="125827"/>
                      <a:pt x="152246" y="117319"/>
                    </a:cubicBezTo>
                    <a:lnTo>
                      <a:pt x="152246" y="36718"/>
                    </a:lnTo>
                    <a:cubicBezTo>
                      <a:pt x="152246" y="28210"/>
                      <a:pt x="145081" y="21046"/>
                      <a:pt x="136573" y="21046"/>
                    </a:cubicBezTo>
                    <a:close/>
                    <a:moveTo>
                      <a:pt x="51495" y="12986"/>
                    </a:moveTo>
                    <a:cubicBezTo>
                      <a:pt x="51495" y="8508"/>
                      <a:pt x="55525" y="4478"/>
                      <a:pt x="60898" y="4478"/>
                    </a:cubicBezTo>
                    <a:lnTo>
                      <a:pt x="91347" y="4478"/>
                    </a:lnTo>
                    <a:cubicBezTo>
                      <a:pt x="96273" y="4478"/>
                      <a:pt x="100751" y="8060"/>
                      <a:pt x="100751" y="12986"/>
                    </a:cubicBezTo>
                    <a:lnTo>
                      <a:pt x="100751" y="21046"/>
                    </a:lnTo>
                    <a:lnTo>
                      <a:pt x="51495" y="21046"/>
                    </a:lnTo>
                    <a:lnTo>
                      <a:pt x="51495" y="12986"/>
                    </a:lnTo>
                    <a:close/>
                    <a:moveTo>
                      <a:pt x="15672" y="25524"/>
                    </a:moveTo>
                    <a:lnTo>
                      <a:pt x="48360" y="25524"/>
                    </a:lnTo>
                    <a:cubicBezTo>
                      <a:pt x="48808" y="25524"/>
                      <a:pt x="48808" y="25524"/>
                      <a:pt x="49256" y="25524"/>
                    </a:cubicBezTo>
                    <a:cubicBezTo>
                      <a:pt x="49704" y="25524"/>
                      <a:pt x="49704" y="25524"/>
                      <a:pt x="50152" y="25524"/>
                    </a:cubicBezTo>
                    <a:lnTo>
                      <a:pt x="102542" y="25524"/>
                    </a:lnTo>
                    <a:cubicBezTo>
                      <a:pt x="102990" y="25524"/>
                      <a:pt x="102990" y="25524"/>
                      <a:pt x="103438" y="25524"/>
                    </a:cubicBezTo>
                    <a:cubicBezTo>
                      <a:pt x="103885" y="25524"/>
                      <a:pt x="103885" y="25524"/>
                      <a:pt x="104333" y="25524"/>
                    </a:cubicBezTo>
                    <a:lnTo>
                      <a:pt x="137021" y="25524"/>
                    </a:lnTo>
                    <a:cubicBezTo>
                      <a:pt x="143290" y="25524"/>
                      <a:pt x="148216" y="30449"/>
                      <a:pt x="148216" y="36718"/>
                    </a:cubicBezTo>
                    <a:lnTo>
                      <a:pt x="148216" y="61346"/>
                    </a:lnTo>
                    <a:lnTo>
                      <a:pt x="4926" y="61346"/>
                    </a:lnTo>
                    <a:lnTo>
                      <a:pt x="4926" y="36718"/>
                    </a:lnTo>
                    <a:cubicBezTo>
                      <a:pt x="4030" y="30897"/>
                      <a:pt x="9403" y="25524"/>
                      <a:pt x="15672" y="25524"/>
                    </a:cubicBezTo>
                    <a:close/>
                    <a:moveTo>
                      <a:pt x="136573" y="128513"/>
                    </a:moveTo>
                    <a:lnTo>
                      <a:pt x="15672" y="128513"/>
                    </a:lnTo>
                    <a:cubicBezTo>
                      <a:pt x="9403" y="128513"/>
                      <a:pt x="4478" y="123588"/>
                      <a:pt x="4478" y="117319"/>
                    </a:cubicBezTo>
                    <a:lnTo>
                      <a:pt x="4478" y="65824"/>
                    </a:lnTo>
                    <a:lnTo>
                      <a:pt x="40300" y="65824"/>
                    </a:lnTo>
                    <a:lnTo>
                      <a:pt x="40300" y="83735"/>
                    </a:lnTo>
                    <a:cubicBezTo>
                      <a:pt x="40300" y="85079"/>
                      <a:pt x="41196" y="85974"/>
                      <a:pt x="42539" y="85974"/>
                    </a:cubicBezTo>
                    <a:cubicBezTo>
                      <a:pt x="43883" y="85974"/>
                      <a:pt x="44778" y="85079"/>
                      <a:pt x="44778" y="83735"/>
                    </a:cubicBezTo>
                    <a:lnTo>
                      <a:pt x="44778" y="65824"/>
                    </a:lnTo>
                    <a:lnTo>
                      <a:pt x="107468" y="65824"/>
                    </a:lnTo>
                    <a:lnTo>
                      <a:pt x="107468" y="83735"/>
                    </a:lnTo>
                    <a:cubicBezTo>
                      <a:pt x="107468" y="85079"/>
                      <a:pt x="108363" y="85974"/>
                      <a:pt x="109707" y="85974"/>
                    </a:cubicBezTo>
                    <a:cubicBezTo>
                      <a:pt x="111050" y="85974"/>
                      <a:pt x="111945" y="85079"/>
                      <a:pt x="111945" y="83735"/>
                    </a:cubicBezTo>
                    <a:lnTo>
                      <a:pt x="111945" y="65824"/>
                    </a:lnTo>
                    <a:lnTo>
                      <a:pt x="147768" y="65824"/>
                    </a:lnTo>
                    <a:lnTo>
                      <a:pt x="147768" y="117319"/>
                    </a:lnTo>
                    <a:cubicBezTo>
                      <a:pt x="147768" y="123588"/>
                      <a:pt x="142395" y="128513"/>
                      <a:pt x="136573" y="12851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98" name="Freeform: Shape 4494">
                <a:extLst>
                  <a:ext uri="{FF2B5EF4-FFF2-40B4-BE49-F238E27FC236}">
                    <a16:creationId xmlns:a16="http://schemas.microsoft.com/office/drawing/2014/main" id="{94D94F4E-8657-EC1F-B97B-25EBFA47A77B}"/>
                  </a:ext>
                  <a:ext uri="{C183D7F6-B498-43B3-948B-1728B52AA6E4}">
                    <adec:decorative xmlns:adec="http://schemas.microsoft.com/office/drawing/2017/decorative" val="1"/>
                  </a:ext>
                </a:extLst>
              </p:cNvPr>
              <p:cNvSpPr>
                <a:spLocks noChangeAspect="1"/>
              </p:cNvSpPr>
              <p:nvPr/>
            </p:nvSpPr>
            <p:spPr>
              <a:xfrm>
                <a:off x="4231676" y="5222449"/>
                <a:ext cx="125379" cy="152246"/>
              </a:xfrm>
              <a:custGeom>
                <a:avLst/>
                <a:gdLst>
                  <a:gd name="connsiteX0" fmla="*/ 62689 w 125378"/>
                  <a:gd name="connsiteY0" fmla="*/ 152693 h 152245"/>
                  <a:gd name="connsiteX1" fmla="*/ 61346 w 125378"/>
                  <a:gd name="connsiteY1" fmla="*/ 152246 h 152245"/>
                  <a:gd name="connsiteX2" fmla="*/ 23285 w 125378"/>
                  <a:gd name="connsiteY2" fmla="*/ 128961 h 152245"/>
                  <a:gd name="connsiteX3" fmla="*/ 0 w 125378"/>
                  <a:gd name="connsiteY3" fmla="*/ 88213 h 152245"/>
                  <a:gd name="connsiteX4" fmla="*/ 0 w 125378"/>
                  <a:gd name="connsiteY4" fmla="*/ 29106 h 152245"/>
                  <a:gd name="connsiteX5" fmla="*/ 2239 w 125378"/>
                  <a:gd name="connsiteY5" fmla="*/ 26867 h 152245"/>
                  <a:gd name="connsiteX6" fmla="*/ 60898 w 125378"/>
                  <a:gd name="connsiteY6" fmla="*/ 896 h 152245"/>
                  <a:gd name="connsiteX7" fmla="*/ 62689 w 125378"/>
                  <a:gd name="connsiteY7" fmla="*/ 0 h 152245"/>
                  <a:gd name="connsiteX8" fmla="*/ 62689 w 125378"/>
                  <a:gd name="connsiteY8" fmla="*/ 0 h 152245"/>
                  <a:gd name="connsiteX9" fmla="*/ 64481 w 125378"/>
                  <a:gd name="connsiteY9" fmla="*/ 896 h 152245"/>
                  <a:gd name="connsiteX10" fmla="*/ 123140 w 125378"/>
                  <a:gd name="connsiteY10" fmla="*/ 26867 h 152245"/>
                  <a:gd name="connsiteX11" fmla="*/ 125379 w 125378"/>
                  <a:gd name="connsiteY11" fmla="*/ 29106 h 152245"/>
                  <a:gd name="connsiteX12" fmla="*/ 125379 w 125378"/>
                  <a:gd name="connsiteY12" fmla="*/ 88213 h 152245"/>
                  <a:gd name="connsiteX13" fmla="*/ 102094 w 125378"/>
                  <a:gd name="connsiteY13" fmla="*/ 128961 h 152245"/>
                  <a:gd name="connsiteX14" fmla="*/ 64033 w 125378"/>
                  <a:gd name="connsiteY14" fmla="*/ 152246 h 152245"/>
                  <a:gd name="connsiteX15" fmla="*/ 62689 w 125378"/>
                  <a:gd name="connsiteY15" fmla="*/ 152693 h 152245"/>
                  <a:gd name="connsiteX16" fmla="*/ 4478 w 125378"/>
                  <a:gd name="connsiteY16" fmla="*/ 31345 h 152245"/>
                  <a:gd name="connsiteX17" fmla="*/ 4478 w 125378"/>
                  <a:gd name="connsiteY17" fmla="*/ 88213 h 152245"/>
                  <a:gd name="connsiteX18" fmla="*/ 25524 w 125378"/>
                  <a:gd name="connsiteY18" fmla="*/ 125379 h 152245"/>
                  <a:gd name="connsiteX19" fmla="*/ 62689 w 125378"/>
                  <a:gd name="connsiteY19" fmla="*/ 147768 h 152245"/>
                  <a:gd name="connsiteX20" fmla="*/ 99408 w 125378"/>
                  <a:gd name="connsiteY20" fmla="*/ 125379 h 152245"/>
                  <a:gd name="connsiteX21" fmla="*/ 120901 w 125378"/>
                  <a:gd name="connsiteY21" fmla="*/ 88213 h 152245"/>
                  <a:gd name="connsiteX22" fmla="*/ 120901 w 125378"/>
                  <a:gd name="connsiteY22" fmla="*/ 31345 h 152245"/>
                  <a:gd name="connsiteX23" fmla="*/ 62689 w 125378"/>
                  <a:gd name="connsiteY23" fmla="*/ 5821 h 152245"/>
                  <a:gd name="connsiteX24" fmla="*/ 4478 w 125378"/>
                  <a:gd name="connsiteY24" fmla="*/ 31345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5378" h="152245">
                    <a:moveTo>
                      <a:pt x="62689" y="152693"/>
                    </a:moveTo>
                    <a:cubicBezTo>
                      <a:pt x="62242" y="152693"/>
                      <a:pt x="61794" y="152693"/>
                      <a:pt x="61346" y="152246"/>
                    </a:cubicBezTo>
                    <a:lnTo>
                      <a:pt x="23285" y="128961"/>
                    </a:lnTo>
                    <a:cubicBezTo>
                      <a:pt x="8956" y="120453"/>
                      <a:pt x="0" y="104781"/>
                      <a:pt x="0" y="88213"/>
                    </a:cubicBezTo>
                    <a:lnTo>
                      <a:pt x="0" y="29106"/>
                    </a:lnTo>
                    <a:cubicBezTo>
                      <a:pt x="0" y="27763"/>
                      <a:pt x="896" y="26867"/>
                      <a:pt x="2239" y="26867"/>
                    </a:cubicBezTo>
                    <a:cubicBezTo>
                      <a:pt x="26867" y="26867"/>
                      <a:pt x="49704" y="13881"/>
                      <a:pt x="60898" y="896"/>
                    </a:cubicBezTo>
                    <a:cubicBezTo>
                      <a:pt x="61346" y="448"/>
                      <a:pt x="61794" y="0"/>
                      <a:pt x="62689" y="0"/>
                    </a:cubicBezTo>
                    <a:lnTo>
                      <a:pt x="62689" y="0"/>
                    </a:lnTo>
                    <a:cubicBezTo>
                      <a:pt x="63137" y="0"/>
                      <a:pt x="64033" y="448"/>
                      <a:pt x="64481" y="896"/>
                    </a:cubicBezTo>
                    <a:cubicBezTo>
                      <a:pt x="75675" y="13881"/>
                      <a:pt x="98512" y="26867"/>
                      <a:pt x="123140" y="26867"/>
                    </a:cubicBezTo>
                    <a:cubicBezTo>
                      <a:pt x="124484" y="26867"/>
                      <a:pt x="125379" y="27763"/>
                      <a:pt x="125379" y="29106"/>
                    </a:cubicBezTo>
                    <a:lnTo>
                      <a:pt x="125379" y="88213"/>
                    </a:lnTo>
                    <a:cubicBezTo>
                      <a:pt x="125379" y="104781"/>
                      <a:pt x="116423" y="120453"/>
                      <a:pt x="102094" y="128961"/>
                    </a:cubicBezTo>
                    <a:lnTo>
                      <a:pt x="64033" y="152246"/>
                    </a:lnTo>
                    <a:cubicBezTo>
                      <a:pt x="63137" y="152246"/>
                      <a:pt x="62689" y="152693"/>
                      <a:pt x="62689" y="152693"/>
                    </a:cubicBezTo>
                    <a:close/>
                    <a:moveTo>
                      <a:pt x="4478" y="31345"/>
                    </a:moveTo>
                    <a:lnTo>
                      <a:pt x="4478" y="88213"/>
                    </a:lnTo>
                    <a:cubicBezTo>
                      <a:pt x="4478" y="103437"/>
                      <a:pt x="12538" y="117319"/>
                      <a:pt x="25524" y="125379"/>
                    </a:cubicBezTo>
                    <a:lnTo>
                      <a:pt x="62689" y="147768"/>
                    </a:lnTo>
                    <a:lnTo>
                      <a:pt x="99408" y="125379"/>
                    </a:lnTo>
                    <a:cubicBezTo>
                      <a:pt x="112393" y="117767"/>
                      <a:pt x="120901" y="103437"/>
                      <a:pt x="120901" y="88213"/>
                    </a:cubicBezTo>
                    <a:lnTo>
                      <a:pt x="120901" y="31345"/>
                    </a:lnTo>
                    <a:cubicBezTo>
                      <a:pt x="96721" y="30449"/>
                      <a:pt x="74780" y="18359"/>
                      <a:pt x="62689" y="5821"/>
                    </a:cubicBezTo>
                    <a:cubicBezTo>
                      <a:pt x="50152" y="18359"/>
                      <a:pt x="28210" y="30449"/>
                      <a:pt x="4478" y="313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599" name="Group 4495">
                <a:extLst>
                  <a:ext uri="{FF2B5EF4-FFF2-40B4-BE49-F238E27FC236}">
                    <a16:creationId xmlns:a16="http://schemas.microsoft.com/office/drawing/2014/main" id="{8E29CEF6-2FB1-1192-0D23-862DA13CCAB9}"/>
                  </a:ext>
                  <a:ext uri="{C183D7F6-B498-43B3-948B-1728B52AA6E4}">
                    <adec:decorative xmlns:adec="http://schemas.microsoft.com/office/drawing/2017/decorative" val="1"/>
                  </a:ext>
                </a:extLst>
              </p:cNvPr>
              <p:cNvGrpSpPr>
                <a:grpSpLocks noChangeAspect="1"/>
              </p:cNvGrpSpPr>
              <p:nvPr/>
            </p:nvGrpSpPr>
            <p:grpSpPr>
              <a:xfrm>
                <a:off x="3688517" y="5222896"/>
                <a:ext cx="151351" cy="151799"/>
                <a:chOff x="3739838" y="4491784"/>
                <a:chExt cx="151351" cy="151799"/>
              </a:xfrm>
            </p:grpSpPr>
            <p:sp>
              <p:nvSpPr>
                <p:cNvPr id="600" name="Freeform: Shape 4496">
                  <a:extLst>
                    <a:ext uri="{FF2B5EF4-FFF2-40B4-BE49-F238E27FC236}">
                      <a16:creationId xmlns:a16="http://schemas.microsoft.com/office/drawing/2014/main" id="{9E30EC8F-2C7E-686D-8C65-12ECBCE53335}"/>
                    </a:ext>
                  </a:extLst>
                </p:cNvPr>
                <p:cNvSpPr/>
                <p:nvPr/>
              </p:nvSpPr>
              <p:spPr>
                <a:xfrm>
                  <a:off x="3806110" y="4491784"/>
                  <a:ext cx="85079" cy="85079"/>
                </a:xfrm>
                <a:custGeom>
                  <a:avLst/>
                  <a:gdLst>
                    <a:gd name="connsiteX0" fmla="*/ 31793 w 85078"/>
                    <a:gd name="connsiteY0" fmla="*/ 85526 h 85078"/>
                    <a:gd name="connsiteX1" fmla="*/ 28210 w 85078"/>
                    <a:gd name="connsiteY1" fmla="*/ 85526 h 85078"/>
                    <a:gd name="connsiteX2" fmla="*/ 25972 w 85078"/>
                    <a:gd name="connsiteY2" fmla="*/ 83288 h 85078"/>
                    <a:gd name="connsiteX3" fmla="*/ 28210 w 85078"/>
                    <a:gd name="connsiteY3" fmla="*/ 81049 h 85078"/>
                    <a:gd name="connsiteX4" fmla="*/ 31793 w 85078"/>
                    <a:gd name="connsiteY4" fmla="*/ 81049 h 85078"/>
                    <a:gd name="connsiteX5" fmla="*/ 49704 w 85078"/>
                    <a:gd name="connsiteY5" fmla="*/ 73436 h 85078"/>
                    <a:gd name="connsiteX6" fmla="*/ 73436 w 85078"/>
                    <a:gd name="connsiteY6" fmla="*/ 49704 h 85078"/>
                    <a:gd name="connsiteX7" fmla="*/ 81049 w 85078"/>
                    <a:gd name="connsiteY7" fmla="*/ 30897 h 85078"/>
                    <a:gd name="connsiteX8" fmla="*/ 54629 w 85078"/>
                    <a:gd name="connsiteY8" fmla="*/ 4478 h 85078"/>
                    <a:gd name="connsiteX9" fmla="*/ 35823 w 85078"/>
                    <a:gd name="connsiteY9" fmla="*/ 12090 h 85078"/>
                    <a:gd name="connsiteX10" fmla="*/ 12090 w 85078"/>
                    <a:gd name="connsiteY10" fmla="*/ 35823 h 85078"/>
                    <a:gd name="connsiteX11" fmla="*/ 4478 w 85078"/>
                    <a:gd name="connsiteY11" fmla="*/ 53734 h 85078"/>
                    <a:gd name="connsiteX12" fmla="*/ 4478 w 85078"/>
                    <a:gd name="connsiteY12" fmla="*/ 57316 h 85078"/>
                    <a:gd name="connsiteX13" fmla="*/ 2239 w 85078"/>
                    <a:gd name="connsiteY13" fmla="*/ 59555 h 85078"/>
                    <a:gd name="connsiteX14" fmla="*/ 0 w 85078"/>
                    <a:gd name="connsiteY14" fmla="*/ 57316 h 85078"/>
                    <a:gd name="connsiteX15" fmla="*/ 0 w 85078"/>
                    <a:gd name="connsiteY15" fmla="*/ 53734 h 85078"/>
                    <a:gd name="connsiteX16" fmla="*/ 8956 w 85078"/>
                    <a:gd name="connsiteY16" fmla="*/ 32688 h 85078"/>
                    <a:gd name="connsiteX17" fmla="*/ 32688 w 85078"/>
                    <a:gd name="connsiteY17" fmla="*/ 8956 h 85078"/>
                    <a:gd name="connsiteX18" fmla="*/ 54629 w 85078"/>
                    <a:gd name="connsiteY18" fmla="*/ 0 h 85078"/>
                    <a:gd name="connsiteX19" fmla="*/ 85526 w 85078"/>
                    <a:gd name="connsiteY19" fmla="*/ 30897 h 85078"/>
                    <a:gd name="connsiteX20" fmla="*/ 76571 w 85078"/>
                    <a:gd name="connsiteY20" fmla="*/ 52838 h 85078"/>
                    <a:gd name="connsiteX21" fmla="*/ 52838 w 85078"/>
                    <a:gd name="connsiteY21" fmla="*/ 76571 h 85078"/>
                    <a:gd name="connsiteX22" fmla="*/ 31793 w 85078"/>
                    <a:gd name="connsiteY22" fmla="*/ 85526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078" h="85078">
                      <a:moveTo>
                        <a:pt x="31793" y="85526"/>
                      </a:moveTo>
                      <a:lnTo>
                        <a:pt x="28210" y="85526"/>
                      </a:lnTo>
                      <a:cubicBezTo>
                        <a:pt x="26867" y="85526"/>
                        <a:pt x="25972" y="84631"/>
                        <a:pt x="25972" y="83288"/>
                      </a:cubicBezTo>
                      <a:cubicBezTo>
                        <a:pt x="25972" y="81944"/>
                        <a:pt x="26867" y="81049"/>
                        <a:pt x="28210" y="81049"/>
                      </a:cubicBezTo>
                      <a:lnTo>
                        <a:pt x="31793" y="81049"/>
                      </a:lnTo>
                      <a:cubicBezTo>
                        <a:pt x="38509" y="81049"/>
                        <a:pt x="44778" y="78362"/>
                        <a:pt x="49704" y="73436"/>
                      </a:cubicBezTo>
                      <a:lnTo>
                        <a:pt x="73436" y="49704"/>
                      </a:lnTo>
                      <a:cubicBezTo>
                        <a:pt x="78362" y="44778"/>
                        <a:pt x="81049" y="38061"/>
                        <a:pt x="81049" y="30897"/>
                      </a:cubicBezTo>
                      <a:cubicBezTo>
                        <a:pt x="81049" y="16120"/>
                        <a:pt x="68959" y="4478"/>
                        <a:pt x="54629" y="4478"/>
                      </a:cubicBezTo>
                      <a:cubicBezTo>
                        <a:pt x="47465" y="4478"/>
                        <a:pt x="40748" y="7165"/>
                        <a:pt x="35823" y="12090"/>
                      </a:cubicBezTo>
                      <a:lnTo>
                        <a:pt x="12090" y="35823"/>
                      </a:lnTo>
                      <a:cubicBezTo>
                        <a:pt x="7165" y="40748"/>
                        <a:pt x="4478" y="47017"/>
                        <a:pt x="4478" y="53734"/>
                      </a:cubicBezTo>
                      <a:lnTo>
                        <a:pt x="4478" y="57316"/>
                      </a:lnTo>
                      <a:cubicBezTo>
                        <a:pt x="4478" y="58660"/>
                        <a:pt x="3582" y="59555"/>
                        <a:pt x="2239" y="59555"/>
                      </a:cubicBezTo>
                      <a:cubicBezTo>
                        <a:pt x="896" y="59555"/>
                        <a:pt x="0" y="58660"/>
                        <a:pt x="0" y="57316"/>
                      </a:cubicBezTo>
                      <a:lnTo>
                        <a:pt x="0" y="53734"/>
                      </a:lnTo>
                      <a:cubicBezTo>
                        <a:pt x="0" y="46122"/>
                        <a:pt x="3135" y="38509"/>
                        <a:pt x="8956" y="32688"/>
                      </a:cubicBezTo>
                      <a:lnTo>
                        <a:pt x="32688" y="8956"/>
                      </a:lnTo>
                      <a:cubicBezTo>
                        <a:pt x="38509" y="3135"/>
                        <a:pt x="46122" y="0"/>
                        <a:pt x="54629" y="0"/>
                      </a:cubicBezTo>
                      <a:cubicBezTo>
                        <a:pt x="71645" y="0"/>
                        <a:pt x="85526" y="13881"/>
                        <a:pt x="85526" y="30897"/>
                      </a:cubicBezTo>
                      <a:cubicBezTo>
                        <a:pt x="85526" y="38957"/>
                        <a:pt x="82392" y="47017"/>
                        <a:pt x="76571" y="52838"/>
                      </a:cubicBezTo>
                      <a:lnTo>
                        <a:pt x="52838" y="76571"/>
                      </a:lnTo>
                      <a:cubicBezTo>
                        <a:pt x="47017" y="82392"/>
                        <a:pt x="39405" y="85526"/>
                        <a:pt x="31793" y="8552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01" name="Freeform: Shape 4497">
                  <a:extLst>
                    <a:ext uri="{FF2B5EF4-FFF2-40B4-BE49-F238E27FC236}">
                      <a16:creationId xmlns:a16="http://schemas.microsoft.com/office/drawing/2014/main" id="{CFD7AB9A-CABB-C94F-0E6A-8A019AE5FF5D}"/>
                    </a:ext>
                  </a:extLst>
                </p:cNvPr>
                <p:cNvSpPr/>
                <p:nvPr/>
              </p:nvSpPr>
              <p:spPr>
                <a:xfrm>
                  <a:off x="3739838" y="4558504"/>
                  <a:ext cx="85079" cy="85079"/>
                </a:xfrm>
                <a:custGeom>
                  <a:avLst/>
                  <a:gdLst>
                    <a:gd name="connsiteX0" fmla="*/ 30897 w 85078"/>
                    <a:gd name="connsiteY0" fmla="*/ 85526 h 85078"/>
                    <a:gd name="connsiteX1" fmla="*/ 0 w 85078"/>
                    <a:gd name="connsiteY1" fmla="*/ 54629 h 85078"/>
                    <a:gd name="connsiteX2" fmla="*/ 8956 w 85078"/>
                    <a:gd name="connsiteY2" fmla="*/ 32688 h 85078"/>
                    <a:gd name="connsiteX3" fmla="*/ 32688 w 85078"/>
                    <a:gd name="connsiteY3" fmla="*/ 8956 h 85078"/>
                    <a:gd name="connsiteX4" fmla="*/ 53734 w 85078"/>
                    <a:gd name="connsiteY4" fmla="*/ 0 h 85078"/>
                    <a:gd name="connsiteX5" fmla="*/ 57316 w 85078"/>
                    <a:gd name="connsiteY5" fmla="*/ 0 h 85078"/>
                    <a:gd name="connsiteX6" fmla="*/ 59555 w 85078"/>
                    <a:gd name="connsiteY6" fmla="*/ 2239 h 85078"/>
                    <a:gd name="connsiteX7" fmla="*/ 57316 w 85078"/>
                    <a:gd name="connsiteY7" fmla="*/ 4478 h 85078"/>
                    <a:gd name="connsiteX8" fmla="*/ 53734 w 85078"/>
                    <a:gd name="connsiteY8" fmla="*/ 4478 h 85078"/>
                    <a:gd name="connsiteX9" fmla="*/ 35823 w 85078"/>
                    <a:gd name="connsiteY9" fmla="*/ 12090 h 85078"/>
                    <a:gd name="connsiteX10" fmla="*/ 12090 w 85078"/>
                    <a:gd name="connsiteY10" fmla="*/ 35823 h 85078"/>
                    <a:gd name="connsiteX11" fmla="*/ 4478 w 85078"/>
                    <a:gd name="connsiteY11" fmla="*/ 54629 h 85078"/>
                    <a:gd name="connsiteX12" fmla="*/ 30897 w 85078"/>
                    <a:gd name="connsiteY12" fmla="*/ 81048 h 85078"/>
                    <a:gd name="connsiteX13" fmla="*/ 49704 w 85078"/>
                    <a:gd name="connsiteY13" fmla="*/ 73436 h 85078"/>
                    <a:gd name="connsiteX14" fmla="*/ 73436 w 85078"/>
                    <a:gd name="connsiteY14" fmla="*/ 49704 h 85078"/>
                    <a:gd name="connsiteX15" fmla="*/ 81049 w 85078"/>
                    <a:gd name="connsiteY15" fmla="*/ 31792 h 85078"/>
                    <a:gd name="connsiteX16" fmla="*/ 81049 w 85078"/>
                    <a:gd name="connsiteY16" fmla="*/ 28210 h 85078"/>
                    <a:gd name="connsiteX17" fmla="*/ 83288 w 85078"/>
                    <a:gd name="connsiteY17" fmla="*/ 25971 h 85078"/>
                    <a:gd name="connsiteX18" fmla="*/ 85526 w 85078"/>
                    <a:gd name="connsiteY18" fmla="*/ 28210 h 85078"/>
                    <a:gd name="connsiteX19" fmla="*/ 85526 w 85078"/>
                    <a:gd name="connsiteY19" fmla="*/ 31792 h 85078"/>
                    <a:gd name="connsiteX20" fmla="*/ 76571 w 85078"/>
                    <a:gd name="connsiteY20" fmla="*/ 52838 h 85078"/>
                    <a:gd name="connsiteX21" fmla="*/ 52838 w 85078"/>
                    <a:gd name="connsiteY21" fmla="*/ 76571 h 85078"/>
                    <a:gd name="connsiteX22" fmla="*/ 30897 w 85078"/>
                    <a:gd name="connsiteY22" fmla="*/ 85526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078" h="85078">
                      <a:moveTo>
                        <a:pt x="30897" y="85526"/>
                      </a:moveTo>
                      <a:cubicBezTo>
                        <a:pt x="13881" y="85526"/>
                        <a:pt x="0" y="71645"/>
                        <a:pt x="0" y="54629"/>
                      </a:cubicBezTo>
                      <a:cubicBezTo>
                        <a:pt x="0" y="46569"/>
                        <a:pt x="3135" y="38509"/>
                        <a:pt x="8956" y="32688"/>
                      </a:cubicBezTo>
                      <a:lnTo>
                        <a:pt x="32688" y="8956"/>
                      </a:lnTo>
                      <a:cubicBezTo>
                        <a:pt x="38509" y="3135"/>
                        <a:pt x="46121" y="0"/>
                        <a:pt x="53734" y="0"/>
                      </a:cubicBezTo>
                      <a:lnTo>
                        <a:pt x="57316" y="0"/>
                      </a:lnTo>
                      <a:cubicBezTo>
                        <a:pt x="58660" y="0"/>
                        <a:pt x="59555" y="896"/>
                        <a:pt x="59555" y="2239"/>
                      </a:cubicBezTo>
                      <a:cubicBezTo>
                        <a:pt x="59555" y="3582"/>
                        <a:pt x="58660" y="4478"/>
                        <a:pt x="57316" y="4478"/>
                      </a:cubicBezTo>
                      <a:lnTo>
                        <a:pt x="53734" y="4478"/>
                      </a:lnTo>
                      <a:cubicBezTo>
                        <a:pt x="47017" y="4478"/>
                        <a:pt x="40748" y="7164"/>
                        <a:pt x="35823" y="12090"/>
                      </a:cubicBezTo>
                      <a:lnTo>
                        <a:pt x="12090" y="35823"/>
                      </a:lnTo>
                      <a:cubicBezTo>
                        <a:pt x="7165" y="40748"/>
                        <a:pt x="4478" y="47465"/>
                        <a:pt x="4478" y="54629"/>
                      </a:cubicBezTo>
                      <a:cubicBezTo>
                        <a:pt x="4478" y="69406"/>
                        <a:pt x="16568" y="81048"/>
                        <a:pt x="30897" y="81048"/>
                      </a:cubicBezTo>
                      <a:cubicBezTo>
                        <a:pt x="38061" y="81048"/>
                        <a:pt x="44778" y="78362"/>
                        <a:pt x="49704" y="73436"/>
                      </a:cubicBezTo>
                      <a:lnTo>
                        <a:pt x="73436" y="49704"/>
                      </a:lnTo>
                      <a:cubicBezTo>
                        <a:pt x="78362" y="44778"/>
                        <a:pt x="81049" y="38509"/>
                        <a:pt x="81049" y="31792"/>
                      </a:cubicBezTo>
                      <a:lnTo>
                        <a:pt x="81049" y="28210"/>
                      </a:lnTo>
                      <a:cubicBezTo>
                        <a:pt x="81049" y="26867"/>
                        <a:pt x="81944" y="25971"/>
                        <a:pt x="83288" y="25971"/>
                      </a:cubicBezTo>
                      <a:cubicBezTo>
                        <a:pt x="84631" y="25971"/>
                        <a:pt x="85526" y="26867"/>
                        <a:pt x="85526" y="28210"/>
                      </a:cubicBezTo>
                      <a:lnTo>
                        <a:pt x="85526" y="31792"/>
                      </a:lnTo>
                      <a:cubicBezTo>
                        <a:pt x="85526" y="39405"/>
                        <a:pt x="82392" y="47017"/>
                        <a:pt x="76571" y="52838"/>
                      </a:cubicBezTo>
                      <a:lnTo>
                        <a:pt x="52838" y="76571"/>
                      </a:lnTo>
                      <a:cubicBezTo>
                        <a:pt x="46569" y="81944"/>
                        <a:pt x="38957" y="85526"/>
                        <a:pt x="30897" y="8552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02" name="Freeform: Shape 4498">
                  <a:extLst>
                    <a:ext uri="{FF2B5EF4-FFF2-40B4-BE49-F238E27FC236}">
                      <a16:creationId xmlns:a16="http://schemas.microsoft.com/office/drawing/2014/main" id="{00F735EE-DB08-1C49-4A98-78ADF4451EBE}"/>
                    </a:ext>
                  </a:extLst>
                </p:cNvPr>
                <p:cNvSpPr/>
                <p:nvPr/>
              </p:nvSpPr>
              <p:spPr>
                <a:xfrm>
                  <a:off x="3785288" y="4537682"/>
                  <a:ext cx="58212" cy="58212"/>
                </a:xfrm>
                <a:custGeom>
                  <a:avLst/>
                  <a:gdLst>
                    <a:gd name="connsiteX0" fmla="*/ 2463 w 58211"/>
                    <a:gd name="connsiteY0" fmla="*/ 60227 h 58211"/>
                    <a:gd name="connsiteX1" fmla="*/ 672 w 58211"/>
                    <a:gd name="connsiteY1" fmla="*/ 59779 h 58211"/>
                    <a:gd name="connsiteX2" fmla="*/ 672 w 58211"/>
                    <a:gd name="connsiteY2" fmla="*/ 56644 h 58211"/>
                    <a:gd name="connsiteX3" fmla="*/ 56644 w 58211"/>
                    <a:gd name="connsiteY3" fmla="*/ 672 h 58211"/>
                    <a:gd name="connsiteX4" fmla="*/ 59779 w 58211"/>
                    <a:gd name="connsiteY4" fmla="*/ 672 h 58211"/>
                    <a:gd name="connsiteX5" fmla="*/ 59779 w 58211"/>
                    <a:gd name="connsiteY5" fmla="*/ 3806 h 58211"/>
                    <a:gd name="connsiteX6" fmla="*/ 3806 w 58211"/>
                    <a:gd name="connsiteY6" fmla="*/ 59779 h 58211"/>
                    <a:gd name="connsiteX7" fmla="*/ 2463 w 58211"/>
                    <a:gd name="connsiteY7" fmla="*/ 60227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211" h="58211">
                      <a:moveTo>
                        <a:pt x="2463" y="60227"/>
                      </a:moveTo>
                      <a:cubicBezTo>
                        <a:pt x="2015" y="60227"/>
                        <a:pt x="1119" y="60227"/>
                        <a:pt x="672" y="59779"/>
                      </a:cubicBezTo>
                      <a:cubicBezTo>
                        <a:pt x="-224" y="58883"/>
                        <a:pt x="-224" y="57540"/>
                        <a:pt x="672" y="56644"/>
                      </a:cubicBezTo>
                      <a:lnTo>
                        <a:pt x="56644" y="672"/>
                      </a:lnTo>
                      <a:cubicBezTo>
                        <a:pt x="57540" y="-224"/>
                        <a:pt x="58883" y="-224"/>
                        <a:pt x="59779" y="672"/>
                      </a:cubicBezTo>
                      <a:cubicBezTo>
                        <a:pt x="60674" y="1567"/>
                        <a:pt x="60674" y="2911"/>
                        <a:pt x="59779" y="3806"/>
                      </a:cubicBezTo>
                      <a:lnTo>
                        <a:pt x="3806" y="59779"/>
                      </a:lnTo>
                      <a:cubicBezTo>
                        <a:pt x="3358" y="60227"/>
                        <a:pt x="2910" y="60227"/>
                        <a:pt x="2463" y="6022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603" name="Freeform: Shape 4499">
                <a:extLst>
                  <a:ext uri="{FF2B5EF4-FFF2-40B4-BE49-F238E27FC236}">
                    <a16:creationId xmlns:a16="http://schemas.microsoft.com/office/drawing/2014/main" id="{BADC7239-BFA6-86DD-3E47-EF646263F8A4}"/>
                  </a:ext>
                  <a:ext uri="{C183D7F6-B498-43B3-948B-1728B52AA6E4}">
                    <adec:decorative xmlns:adec="http://schemas.microsoft.com/office/drawing/2017/decorative" val="1"/>
                  </a:ext>
                </a:extLst>
              </p:cNvPr>
              <p:cNvSpPr>
                <a:spLocks noChangeAspect="1"/>
              </p:cNvSpPr>
              <p:nvPr/>
            </p:nvSpPr>
            <p:spPr>
              <a:xfrm>
                <a:off x="3966142" y="5222896"/>
                <a:ext cx="147768" cy="143290"/>
              </a:xfrm>
              <a:custGeom>
                <a:avLst/>
                <a:gdLst>
                  <a:gd name="connsiteX0" fmla="*/ 148216 w 147767"/>
                  <a:gd name="connsiteY0" fmla="*/ 120901 h 143290"/>
                  <a:gd name="connsiteX1" fmla="*/ 141947 w 147767"/>
                  <a:gd name="connsiteY1" fmla="*/ 120901 h 143290"/>
                  <a:gd name="connsiteX2" fmla="*/ 127170 w 147767"/>
                  <a:gd name="connsiteY2" fmla="*/ 51047 h 143290"/>
                  <a:gd name="connsiteX3" fmla="*/ 75227 w 147767"/>
                  <a:gd name="connsiteY3" fmla="*/ 0 h 143290"/>
                  <a:gd name="connsiteX4" fmla="*/ 23285 w 147767"/>
                  <a:gd name="connsiteY4" fmla="*/ 51047 h 143290"/>
                  <a:gd name="connsiteX5" fmla="*/ 8508 w 147767"/>
                  <a:gd name="connsiteY5" fmla="*/ 120901 h 143290"/>
                  <a:gd name="connsiteX6" fmla="*/ 2239 w 147767"/>
                  <a:gd name="connsiteY6" fmla="*/ 120901 h 143290"/>
                  <a:gd name="connsiteX7" fmla="*/ 0 w 147767"/>
                  <a:gd name="connsiteY7" fmla="*/ 123140 h 143290"/>
                  <a:gd name="connsiteX8" fmla="*/ 2239 w 147767"/>
                  <a:gd name="connsiteY8" fmla="*/ 125379 h 143290"/>
                  <a:gd name="connsiteX9" fmla="*/ 55077 w 147767"/>
                  <a:gd name="connsiteY9" fmla="*/ 125379 h 143290"/>
                  <a:gd name="connsiteX10" fmla="*/ 75227 w 147767"/>
                  <a:gd name="connsiteY10" fmla="*/ 145529 h 143290"/>
                  <a:gd name="connsiteX11" fmla="*/ 95377 w 147767"/>
                  <a:gd name="connsiteY11" fmla="*/ 125379 h 143290"/>
                  <a:gd name="connsiteX12" fmla="*/ 148216 w 147767"/>
                  <a:gd name="connsiteY12" fmla="*/ 125379 h 143290"/>
                  <a:gd name="connsiteX13" fmla="*/ 150455 w 147767"/>
                  <a:gd name="connsiteY13" fmla="*/ 123140 h 143290"/>
                  <a:gd name="connsiteX14" fmla="*/ 148216 w 147767"/>
                  <a:gd name="connsiteY14" fmla="*/ 120901 h 143290"/>
                  <a:gd name="connsiteX15" fmla="*/ 27763 w 147767"/>
                  <a:gd name="connsiteY15" fmla="*/ 51047 h 143290"/>
                  <a:gd name="connsiteX16" fmla="*/ 75227 w 147767"/>
                  <a:gd name="connsiteY16" fmla="*/ 4478 h 143290"/>
                  <a:gd name="connsiteX17" fmla="*/ 122692 w 147767"/>
                  <a:gd name="connsiteY17" fmla="*/ 51047 h 143290"/>
                  <a:gd name="connsiteX18" fmla="*/ 134782 w 147767"/>
                  <a:gd name="connsiteY18" fmla="*/ 120901 h 143290"/>
                  <a:gd name="connsiteX19" fmla="*/ 15225 w 147767"/>
                  <a:gd name="connsiteY19" fmla="*/ 120901 h 143290"/>
                  <a:gd name="connsiteX20" fmla="*/ 27763 w 147767"/>
                  <a:gd name="connsiteY20" fmla="*/ 51047 h 143290"/>
                  <a:gd name="connsiteX21" fmla="*/ 75227 w 147767"/>
                  <a:gd name="connsiteY21" fmla="*/ 141051 h 143290"/>
                  <a:gd name="connsiteX22" fmla="*/ 59555 w 147767"/>
                  <a:gd name="connsiteY22" fmla="*/ 125379 h 143290"/>
                  <a:gd name="connsiteX23" fmla="*/ 90900 w 147767"/>
                  <a:gd name="connsiteY23" fmla="*/ 125379 h 143290"/>
                  <a:gd name="connsiteX24" fmla="*/ 75227 w 147767"/>
                  <a:gd name="connsiteY24" fmla="*/ 141051 h 14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7767" h="143290">
                    <a:moveTo>
                      <a:pt x="148216" y="120901"/>
                    </a:moveTo>
                    <a:lnTo>
                      <a:pt x="141947" y="120901"/>
                    </a:lnTo>
                    <a:cubicBezTo>
                      <a:pt x="135678" y="120901"/>
                      <a:pt x="127170" y="94482"/>
                      <a:pt x="127170" y="51047"/>
                    </a:cubicBezTo>
                    <a:cubicBezTo>
                      <a:pt x="127170" y="22837"/>
                      <a:pt x="103885" y="0"/>
                      <a:pt x="75227" y="0"/>
                    </a:cubicBezTo>
                    <a:cubicBezTo>
                      <a:pt x="46569" y="0"/>
                      <a:pt x="23285" y="22837"/>
                      <a:pt x="23285" y="51047"/>
                    </a:cubicBezTo>
                    <a:cubicBezTo>
                      <a:pt x="23285" y="94034"/>
                      <a:pt x="14777" y="120901"/>
                      <a:pt x="8508" y="120901"/>
                    </a:cubicBezTo>
                    <a:lnTo>
                      <a:pt x="2239" y="120901"/>
                    </a:lnTo>
                    <a:cubicBezTo>
                      <a:pt x="896" y="120901"/>
                      <a:pt x="0" y="121797"/>
                      <a:pt x="0" y="123140"/>
                    </a:cubicBezTo>
                    <a:cubicBezTo>
                      <a:pt x="0" y="124484"/>
                      <a:pt x="896" y="125379"/>
                      <a:pt x="2239" y="125379"/>
                    </a:cubicBezTo>
                    <a:lnTo>
                      <a:pt x="55077" y="125379"/>
                    </a:lnTo>
                    <a:cubicBezTo>
                      <a:pt x="55973" y="136573"/>
                      <a:pt x="64928" y="145529"/>
                      <a:pt x="75227" y="145529"/>
                    </a:cubicBezTo>
                    <a:cubicBezTo>
                      <a:pt x="85526" y="145529"/>
                      <a:pt x="94482" y="136573"/>
                      <a:pt x="95377" y="125379"/>
                    </a:cubicBezTo>
                    <a:lnTo>
                      <a:pt x="148216" y="125379"/>
                    </a:lnTo>
                    <a:cubicBezTo>
                      <a:pt x="149559" y="125379"/>
                      <a:pt x="150455" y="124484"/>
                      <a:pt x="150455" y="123140"/>
                    </a:cubicBezTo>
                    <a:cubicBezTo>
                      <a:pt x="150455" y="121797"/>
                      <a:pt x="149111" y="120901"/>
                      <a:pt x="148216" y="120901"/>
                    </a:cubicBezTo>
                    <a:close/>
                    <a:moveTo>
                      <a:pt x="27763" y="51047"/>
                    </a:moveTo>
                    <a:cubicBezTo>
                      <a:pt x="27763" y="25076"/>
                      <a:pt x="49256" y="4478"/>
                      <a:pt x="75227" y="4478"/>
                    </a:cubicBezTo>
                    <a:cubicBezTo>
                      <a:pt x="101199" y="4478"/>
                      <a:pt x="122692" y="25524"/>
                      <a:pt x="122692" y="51047"/>
                    </a:cubicBezTo>
                    <a:cubicBezTo>
                      <a:pt x="122692" y="80153"/>
                      <a:pt x="126722" y="109707"/>
                      <a:pt x="134782" y="120901"/>
                    </a:cubicBezTo>
                    <a:lnTo>
                      <a:pt x="15225" y="120901"/>
                    </a:lnTo>
                    <a:cubicBezTo>
                      <a:pt x="23285" y="109707"/>
                      <a:pt x="27763" y="80153"/>
                      <a:pt x="27763" y="51047"/>
                    </a:cubicBezTo>
                    <a:close/>
                    <a:moveTo>
                      <a:pt x="75227" y="141051"/>
                    </a:moveTo>
                    <a:cubicBezTo>
                      <a:pt x="67167" y="141051"/>
                      <a:pt x="60451" y="133887"/>
                      <a:pt x="59555" y="125379"/>
                    </a:cubicBezTo>
                    <a:lnTo>
                      <a:pt x="90900" y="125379"/>
                    </a:lnTo>
                    <a:cubicBezTo>
                      <a:pt x="90004" y="133887"/>
                      <a:pt x="83288" y="141051"/>
                      <a:pt x="75227" y="14105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604" name="Group 4500">
                <a:extLst>
                  <a:ext uri="{FF2B5EF4-FFF2-40B4-BE49-F238E27FC236}">
                    <a16:creationId xmlns:a16="http://schemas.microsoft.com/office/drawing/2014/main" id="{8A751C8C-D546-68F7-9621-FCD32F6973A8}"/>
                  </a:ext>
                  <a:ext uri="{C183D7F6-B498-43B3-948B-1728B52AA6E4}">
                    <adec:decorative xmlns:adec="http://schemas.microsoft.com/office/drawing/2017/decorative" val="1"/>
                  </a:ext>
                </a:extLst>
              </p:cNvPr>
              <p:cNvGrpSpPr>
                <a:grpSpLocks noChangeAspect="1"/>
              </p:cNvGrpSpPr>
              <p:nvPr/>
            </p:nvGrpSpPr>
            <p:grpSpPr>
              <a:xfrm>
                <a:off x="2382561" y="5598138"/>
                <a:ext cx="152246" cy="111945"/>
                <a:chOff x="2433882" y="4867026"/>
                <a:chExt cx="152246" cy="111945"/>
              </a:xfrm>
            </p:grpSpPr>
            <p:sp>
              <p:nvSpPr>
                <p:cNvPr id="605" name="Freeform: Shape 4501">
                  <a:extLst>
                    <a:ext uri="{FF2B5EF4-FFF2-40B4-BE49-F238E27FC236}">
                      <a16:creationId xmlns:a16="http://schemas.microsoft.com/office/drawing/2014/main" id="{0C9B722B-79D2-CE99-32F1-F1778DC7CEEE}"/>
                    </a:ext>
                  </a:extLst>
                </p:cNvPr>
                <p:cNvSpPr/>
                <p:nvPr/>
              </p:nvSpPr>
              <p:spPr>
                <a:xfrm>
                  <a:off x="2433882" y="4867026"/>
                  <a:ext cx="152246" cy="111945"/>
                </a:xfrm>
                <a:custGeom>
                  <a:avLst/>
                  <a:gdLst>
                    <a:gd name="connsiteX0" fmla="*/ 150231 w 152245"/>
                    <a:gd name="connsiteY0" fmla="*/ 0 h 111945"/>
                    <a:gd name="connsiteX1" fmla="*/ 51719 w 152245"/>
                    <a:gd name="connsiteY1" fmla="*/ 0 h 111945"/>
                    <a:gd name="connsiteX2" fmla="*/ 49928 w 152245"/>
                    <a:gd name="connsiteY2" fmla="*/ 895 h 111945"/>
                    <a:gd name="connsiteX3" fmla="*/ 672 w 152245"/>
                    <a:gd name="connsiteY3" fmla="*/ 54629 h 111945"/>
                    <a:gd name="connsiteX4" fmla="*/ 672 w 152245"/>
                    <a:gd name="connsiteY4" fmla="*/ 57764 h 111945"/>
                    <a:gd name="connsiteX5" fmla="*/ 49928 w 152245"/>
                    <a:gd name="connsiteY5" fmla="*/ 111497 h 111945"/>
                    <a:gd name="connsiteX6" fmla="*/ 51719 w 152245"/>
                    <a:gd name="connsiteY6" fmla="*/ 112393 h 111945"/>
                    <a:gd name="connsiteX7" fmla="*/ 150231 w 152245"/>
                    <a:gd name="connsiteY7" fmla="*/ 112393 h 111945"/>
                    <a:gd name="connsiteX8" fmla="*/ 152470 w 152245"/>
                    <a:gd name="connsiteY8" fmla="*/ 110154 h 111945"/>
                    <a:gd name="connsiteX9" fmla="*/ 152470 w 152245"/>
                    <a:gd name="connsiteY9" fmla="*/ 2687 h 111945"/>
                    <a:gd name="connsiteX10" fmla="*/ 150231 w 152245"/>
                    <a:gd name="connsiteY10" fmla="*/ 0 h 111945"/>
                    <a:gd name="connsiteX11" fmla="*/ 147992 w 152245"/>
                    <a:gd name="connsiteY11" fmla="*/ 107468 h 111945"/>
                    <a:gd name="connsiteX12" fmla="*/ 52614 w 152245"/>
                    <a:gd name="connsiteY12" fmla="*/ 107468 h 111945"/>
                    <a:gd name="connsiteX13" fmla="*/ 5597 w 152245"/>
                    <a:gd name="connsiteY13" fmla="*/ 55973 h 111945"/>
                    <a:gd name="connsiteX14" fmla="*/ 52614 w 152245"/>
                    <a:gd name="connsiteY14" fmla="*/ 4478 h 111945"/>
                    <a:gd name="connsiteX15" fmla="*/ 147992 w 152245"/>
                    <a:gd name="connsiteY15" fmla="*/ 4478 h 111945"/>
                    <a:gd name="connsiteX16" fmla="*/ 147992 w 152245"/>
                    <a:gd name="connsiteY16" fmla="*/ 107468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245" h="111945">
                      <a:moveTo>
                        <a:pt x="150231" y="0"/>
                      </a:moveTo>
                      <a:lnTo>
                        <a:pt x="51719" y="0"/>
                      </a:lnTo>
                      <a:cubicBezTo>
                        <a:pt x="51271" y="0"/>
                        <a:pt x="50375" y="448"/>
                        <a:pt x="49928" y="895"/>
                      </a:cubicBezTo>
                      <a:lnTo>
                        <a:pt x="672" y="54629"/>
                      </a:lnTo>
                      <a:cubicBezTo>
                        <a:pt x="-224" y="55525"/>
                        <a:pt x="-224" y="56868"/>
                        <a:pt x="672" y="57764"/>
                      </a:cubicBezTo>
                      <a:lnTo>
                        <a:pt x="49928" y="111497"/>
                      </a:lnTo>
                      <a:cubicBezTo>
                        <a:pt x="50375" y="111945"/>
                        <a:pt x="50823" y="112393"/>
                        <a:pt x="51719" y="112393"/>
                      </a:cubicBezTo>
                      <a:lnTo>
                        <a:pt x="150231" y="112393"/>
                      </a:lnTo>
                      <a:cubicBezTo>
                        <a:pt x="151574" y="112393"/>
                        <a:pt x="152470" y="111497"/>
                        <a:pt x="152470" y="110154"/>
                      </a:cubicBezTo>
                      <a:lnTo>
                        <a:pt x="152470" y="2687"/>
                      </a:lnTo>
                      <a:cubicBezTo>
                        <a:pt x="152470" y="1343"/>
                        <a:pt x="151574" y="0"/>
                        <a:pt x="150231" y="0"/>
                      </a:cubicBezTo>
                      <a:close/>
                      <a:moveTo>
                        <a:pt x="147992" y="107468"/>
                      </a:moveTo>
                      <a:lnTo>
                        <a:pt x="52614" y="107468"/>
                      </a:lnTo>
                      <a:lnTo>
                        <a:pt x="5597" y="55973"/>
                      </a:lnTo>
                      <a:lnTo>
                        <a:pt x="52614" y="4478"/>
                      </a:lnTo>
                      <a:lnTo>
                        <a:pt x="147992" y="4478"/>
                      </a:lnTo>
                      <a:lnTo>
                        <a:pt x="147992" y="10746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06" name="Freeform: Shape 4502">
                  <a:extLst>
                    <a:ext uri="{FF2B5EF4-FFF2-40B4-BE49-F238E27FC236}">
                      <a16:creationId xmlns:a16="http://schemas.microsoft.com/office/drawing/2014/main" id="{0B27EC42-2F19-A1B9-6FC8-845E5584198D}"/>
                    </a:ext>
                  </a:extLst>
                </p:cNvPr>
                <p:cNvSpPr/>
                <p:nvPr/>
              </p:nvSpPr>
              <p:spPr>
                <a:xfrm>
                  <a:off x="2487700" y="4894564"/>
                  <a:ext cx="58212" cy="53734"/>
                </a:xfrm>
                <a:custGeom>
                  <a:avLst/>
                  <a:gdLst>
                    <a:gd name="connsiteX0" fmla="*/ 588 w 58211"/>
                    <a:gd name="connsiteY0" fmla="*/ 57092 h 53733"/>
                    <a:gd name="connsiteX1" fmla="*/ 2379 w 58211"/>
                    <a:gd name="connsiteY1" fmla="*/ 57540 h 53733"/>
                    <a:gd name="connsiteX2" fmla="*/ 4171 w 58211"/>
                    <a:gd name="connsiteY2" fmla="*/ 57092 h 53733"/>
                    <a:gd name="connsiteX3" fmla="*/ 29246 w 58211"/>
                    <a:gd name="connsiteY3" fmla="*/ 32016 h 53733"/>
                    <a:gd name="connsiteX4" fmla="*/ 54322 w 58211"/>
                    <a:gd name="connsiteY4" fmla="*/ 57092 h 53733"/>
                    <a:gd name="connsiteX5" fmla="*/ 56113 w 58211"/>
                    <a:gd name="connsiteY5" fmla="*/ 57540 h 53733"/>
                    <a:gd name="connsiteX6" fmla="*/ 57904 w 58211"/>
                    <a:gd name="connsiteY6" fmla="*/ 57092 h 53733"/>
                    <a:gd name="connsiteX7" fmla="*/ 57904 w 58211"/>
                    <a:gd name="connsiteY7" fmla="*/ 53958 h 53733"/>
                    <a:gd name="connsiteX8" fmla="*/ 32829 w 58211"/>
                    <a:gd name="connsiteY8" fmla="*/ 28882 h 53733"/>
                    <a:gd name="connsiteX9" fmla="*/ 57904 w 58211"/>
                    <a:gd name="connsiteY9" fmla="*/ 3806 h 53733"/>
                    <a:gd name="connsiteX10" fmla="*/ 57904 w 58211"/>
                    <a:gd name="connsiteY10" fmla="*/ 672 h 53733"/>
                    <a:gd name="connsiteX11" fmla="*/ 54770 w 58211"/>
                    <a:gd name="connsiteY11" fmla="*/ 672 h 53733"/>
                    <a:gd name="connsiteX12" fmla="*/ 29694 w 58211"/>
                    <a:gd name="connsiteY12" fmla="*/ 25747 h 53733"/>
                    <a:gd name="connsiteX13" fmla="*/ 4618 w 58211"/>
                    <a:gd name="connsiteY13" fmla="*/ 672 h 53733"/>
                    <a:gd name="connsiteX14" fmla="*/ 1484 w 58211"/>
                    <a:gd name="connsiteY14" fmla="*/ 672 h 53733"/>
                    <a:gd name="connsiteX15" fmla="*/ 1484 w 58211"/>
                    <a:gd name="connsiteY15" fmla="*/ 3806 h 53733"/>
                    <a:gd name="connsiteX16" fmla="*/ 26560 w 58211"/>
                    <a:gd name="connsiteY16" fmla="*/ 28882 h 53733"/>
                    <a:gd name="connsiteX17" fmla="*/ 1484 w 58211"/>
                    <a:gd name="connsiteY17" fmla="*/ 53958 h 53733"/>
                    <a:gd name="connsiteX18" fmla="*/ 588 w 58211"/>
                    <a:gd name="connsiteY18" fmla="*/ 57092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211" h="53733">
                      <a:moveTo>
                        <a:pt x="588" y="57092"/>
                      </a:moveTo>
                      <a:cubicBezTo>
                        <a:pt x="1036" y="57540"/>
                        <a:pt x="1484" y="57540"/>
                        <a:pt x="2379" y="57540"/>
                      </a:cubicBezTo>
                      <a:cubicBezTo>
                        <a:pt x="3275" y="57540"/>
                        <a:pt x="3723" y="57540"/>
                        <a:pt x="4171" y="57092"/>
                      </a:cubicBezTo>
                      <a:lnTo>
                        <a:pt x="29246" y="32016"/>
                      </a:lnTo>
                      <a:lnTo>
                        <a:pt x="54322" y="57092"/>
                      </a:lnTo>
                      <a:cubicBezTo>
                        <a:pt x="54770" y="57540"/>
                        <a:pt x="55218" y="57540"/>
                        <a:pt x="56113" y="57540"/>
                      </a:cubicBezTo>
                      <a:cubicBezTo>
                        <a:pt x="57009" y="57540"/>
                        <a:pt x="57457" y="57540"/>
                        <a:pt x="57904" y="57092"/>
                      </a:cubicBezTo>
                      <a:cubicBezTo>
                        <a:pt x="58800" y="56196"/>
                        <a:pt x="58800" y="54853"/>
                        <a:pt x="57904" y="53958"/>
                      </a:cubicBezTo>
                      <a:lnTo>
                        <a:pt x="32829" y="28882"/>
                      </a:lnTo>
                      <a:lnTo>
                        <a:pt x="57904" y="3806"/>
                      </a:lnTo>
                      <a:cubicBezTo>
                        <a:pt x="58800" y="2911"/>
                        <a:pt x="58800" y="1567"/>
                        <a:pt x="57904" y="672"/>
                      </a:cubicBezTo>
                      <a:cubicBezTo>
                        <a:pt x="57009" y="-224"/>
                        <a:pt x="55665" y="-224"/>
                        <a:pt x="54770" y="672"/>
                      </a:cubicBezTo>
                      <a:lnTo>
                        <a:pt x="29694" y="25747"/>
                      </a:lnTo>
                      <a:lnTo>
                        <a:pt x="4618" y="672"/>
                      </a:lnTo>
                      <a:cubicBezTo>
                        <a:pt x="3723" y="-224"/>
                        <a:pt x="2379" y="-224"/>
                        <a:pt x="1484" y="672"/>
                      </a:cubicBezTo>
                      <a:cubicBezTo>
                        <a:pt x="588" y="1567"/>
                        <a:pt x="588" y="2911"/>
                        <a:pt x="1484" y="3806"/>
                      </a:cubicBezTo>
                      <a:lnTo>
                        <a:pt x="26560" y="28882"/>
                      </a:lnTo>
                      <a:lnTo>
                        <a:pt x="1484" y="53958"/>
                      </a:lnTo>
                      <a:cubicBezTo>
                        <a:pt x="-307" y="54853"/>
                        <a:pt x="-307" y="56196"/>
                        <a:pt x="588" y="5709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607" name="Freeform: Shape 4503">
                <a:extLst>
                  <a:ext uri="{FF2B5EF4-FFF2-40B4-BE49-F238E27FC236}">
                    <a16:creationId xmlns:a16="http://schemas.microsoft.com/office/drawing/2014/main" id="{6647EBE4-E0FE-7266-BEAF-C490150B71E4}"/>
                  </a:ext>
                  <a:ext uri="{C183D7F6-B498-43B3-948B-1728B52AA6E4}">
                    <adec:decorative xmlns:adec="http://schemas.microsoft.com/office/drawing/2017/decorative" val="1"/>
                  </a:ext>
                </a:extLst>
              </p:cNvPr>
              <p:cNvSpPr>
                <a:spLocks noChangeAspect="1"/>
              </p:cNvSpPr>
              <p:nvPr/>
            </p:nvSpPr>
            <p:spPr>
              <a:xfrm>
                <a:off x="2663097" y="5585152"/>
                <a:ext cx="111945" cy="134335"/>
              </a:xfrm>
              <a:custGeom>
                <a:avLst/>
                <a:gdLst>
                  <a:gd name="connsiteX0" fmla="*/ 110602 w 111945"/>
                  <a:gd name="connsiteY0" fmla="*/ 138365 h 134334"/>
                  <a:gd name="connsiteX1" fmla="*/ 109707 w 111945"/>
                  <a:gd name="connsiteY1" fmla="*/ 138365 h 134334"/>
                  <a:gd name="connsiteX2" fmla="*/ 56421 w 111945"/>
                  <a:gd name="connsiteY2" fmla="*/ 115528 h 134334"/>
                  <a:gd name="connsiteX3" fmla="*/ 3135 w 111945"/>
                  <a:gd name="connsiteY3" fmla="*/ 138365 h 134334"/>
                  <a:gd name="connsiteX4" fmla="*/ 896 w 111945"/>
                  <a:gd name="connsiteY4" fmla="*/ 138365 h 134334"/>
                  <a:gd name="connsiteX5" fmla="*/ 0 w 111945"/>
                  <a:gd name="connsiteY5" fmla="*/ 136573 h 134334"/>
                  <a:gd name="connsiteX6" fmla="*/ 0 w 111945"/>
                  <a:gd name="connsiteY6" fmla="*/ 2239 h 134334"/>
                  <a:gd name="connsiteX7" fmla="*/ 2239 w 111945"/>
                  <a:gd name="connsiteY7" fmla="*/ 0 h 134334"/>
                  <a:gd name="connsiteX8" fmla="*/ 110154 w 111945"/>
                  <a:gd name="connsiteY8" fmla="*/ 0 h 134334"/>
                  <a:gd name="connsiteX9" fmla="*/ 112393 w 111945"/>
                  <a:gd name="connsiteY9" fmla="*/ 2239 h 134334"/>
                  <a:gd name="connsiteX10" fmla="*/ 112393 w 111945"/>
                  <a:gd name="connsiteY10" fmla="*/ 136573 h 134334"/>
                  <a:gd name="connsiteX11" fmla="*/ 111498 w 111945"/>
                  <a:gd name="connsiteY11" fmla="*/ 138365 h 134334"/>
                  <a:gd name="connsiteX12" fmla="*/ 110602 w 111945"/>
                  <a:gd name="connsiteY12" fmla="*/ 138365 h 134334"/>
                  <a:gd name="connsiteX13" fmla="*/ 56421 w 111945"/>
                  <a:gd name="connsiteY13" fmla="*/ 110602 h 134334"/>
                  <a:gd name="connsiteX14" fmla="*/ 57316 w 111945"/>
                  <a:gd name="connsiteY14" fmla="*/ 110602 h 134334"/>
                  <a:gd name="connsiteX15" fmla="*/ 108363 w 111945"/>
                  <a:gd name="connsiteY15" fmla="*/ 132543 h 134334"/>
                  <a:gd name="connsiteX16" fmla="*/ 108363 w 111945"/>
                  <a:gd name="connsiteY16" fmla="*/ 4030 h 134334"/>
                  <a:gd name="connsiteX17" fmla="*/ 4926 w 111945"/>
                  <a:gd name="connsiteY17" fmla="*/ 4030 h 134334"/>
                  <a:gd name="connsiteX18" fmla="*/ 4926 w 111945"/>
                  <a:gd name="connsiteY18" fmla="*/ 132543 h 134334"/>
                  <a:gd name="connsiteX19" fmla="*/ 55973 w 111945"/>
                  <a:gd name="connsiteY19" fmla="*/ 110602 h 134334"/>
                  <a:gd name="connsiteX20" fmla="*/ 56421 w 111945"/>
                  <a:gd name="connsiteY20" fmla="*/ 110602 h 13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1945" h="134334">
                    <a:moveTo>
                      <a:pt x="110602" y="138365"/>
                    </a:moveTo>
                    <a:cubicBezTo>
                      <a:pt x="110154" y="138365"/>
                      <a:pt x="110154" y="138365"/>
                      <a:pt x="109707" y="138365"/>
                    </a:cubicBezTo>
                    <a:lnTo>
                      <a:pt x="56421" y="115528"/>
                    </a:lnTo>
                    <a:lnTo>
                      <a:pt x="3135" y="138365"/>
                    </a:lnTo>
                    <a:cubicBezTo>
                      <a:pt x="2239" y="138812"/>
                      <a:pt x="1791" y="138812"/>
                      <a:pt x="896" y="138365"/>
                    </a:cubicBezTo>
                    <a:cubicBezTo>
                      <a:pt x="448" y="137917"/>
                      <a:pt x="0" y="137469"/>
                      <a:pt x="0" y="136573"/>
                    </a:cubicBezTo>
                    <a:lnTo>
                      <a:pt x="0" y="2239"/>
                    </a:lnTo>
                    <a:cubicBezTo>
                      <a:pt x="0" y="896"/>
                      <a:pt x="896" y="0"/>
                      <a:pt x="2239" y="0"/>
                    </a:cubicBezTo>
                    <a:lnTo>
                      <a:pt x="110154" y="0"/>
                    </a:lnTo>
                    <a:cubicBezTo>
                      <a:pt x="111498" y="0"/>
                      <a:pt x="112393" y="896"/>
                      <a:pt x="112393" y="2239"/>
                    </a:cubicBezTo>
                    <a:lnTo>
                      <a:pt x="112393" y="136573"/>
                    </a:lnTo>
                    <a:cubicBezTo>
                      <a:pt x="112393" y="137469"/>
                      <a:pt x="111945" y="137917"/>
                      <a:pt x="111498" y="138365"/>
                    </a:cubicBezTo>
                    <a:cubicBezTo>
                      <a:pt x="111050" y="138365"/>
                      <a:pt x="110602" y="138365"/>
                      <a:pt x="110602" y="138365"/>
                    </a:cubicBezTo>
                    <a:close/>
                    <a:moveTo>
                      <a:pt x="56421" y="110602"/>
                    </a:moveTo>
                    <a:cubicBezTo>
                      <a:pt x="56868" y="110602"/>
                      <a:pt x="56868" y="110602"/>
                      <a:pt x="57316" y="110602"/>
                    </a:cubicBezTo>
                    <a:lnTo>
                      <a:pt x="108363" y="132543"/>
                    </a:lnTo>
                    <a:lnTo>
                      <a:pt x="108363" y="4030"/>
                    </a:lnTo>
                    <a:lnTo>
                      <a:pt x="4926" y="4030"/>
                    </a:lnTo>
                    <a:lnTo>
                      <a:pt x="4926" y="132543"/>
                    </a:lnTo>
                    <a:lnTo>
                      <a:pt x="55973" y="110602"/>
                    </a:lnTo>
                    <a:cubicBezTo>
                      <a:pt x="55973" y="111050"/>
                      <a:pt x="55973" y="110602"/>
                      <a:pt x="56421" y="11060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608" name="Group 4504">
                <a:extLst>
                  <a:ext uri="{FF2B5EF4-FFF2-40B4-BE49-F238E27FC236}">
                    <a16:creationId xmlns:a16="http://schemas.microsoft.com/office/drawing/2014/main" id="{E2D17766-C22E-49A3-0318-83295DDCEFD8}"/>
                  </a:ext>
                  <a:ext uri="{C183D7F6-B498-43B3-948B-1728B52AA6E4}">
                    <adec:decorative xmlns:adec="http://schemas.microsoft.com/office/drawing/2017/decorative" val="1"/>
                  </a:ext>
                </a:extLst>
              </p:cNvPr>
              <p:cNvGrpSpPr>
                <a:grpSpLocks noChangeAspect="1"/>
              </p:cNvGrpSpPr>
              <p:nvPr/>
            </p:nvGrpSpPr>
            <p:grpSpPr>
              <a:xfrm>
                <a:off x="1323334" y="5578435"/>
                <a:ext cx="147768" cy="143290"/>
                <a:chOff x="1374655" y="4847323"/>
                <a:chExt cx="147768" cy="143290"/>
              </a:xfrm>
            </p:grpSpPr>
            <p:sp>
              <p:nvSpPr>
                <p:cNvPr id="609" name="Freeform: Shape 4505">
                  <a:extLst>
                    <a:ext uri="{FF2B5EF4-FFF2-40B4-BE49-F238E27FC236}">
                      <a16:creationId xmlns:a16="http://schemas.microsoft.com/office/drawing/2014/main" id="{550109AC-0BBA-AC93-90B5-E3EA2700AAE4}"/>
                    </a:ext>
                  </a:extLst>
                </p:cNvPr>
                <p:cNvSpPr/>
                <p:nvPr/>
              </p:nvSpPr>
              <p:spPr>
                <a:xfrm>
                  <a:off x="1374655" y="4847323"/>
                  <a:ext cx="147768" cy="143290"/>
                </a:xfrm>
                <a:custGeom>
                  <a:avLst/>
                  <a:gdLst>
                    <a:gd name="connsiteX0" fmla="*/ 150007 w 147767"/>
                    <a:gd name="connsiteY0" fmla="*/ 20150 h 143290"/>
                    <a:gd name="connsiteX1" fmla="*/ 98512 w 147767"/>
                    <a:gd name="connsiteY1" fmla="*/ 20150 h 143290"/>
                    <a:gd name="connsiteX2" fmla="*/ 98512 w 147767"/>
                    <a:gd name="connsiteY2" fmla="*/ 2239 h 143290"/>
                    <a:gd name="connsiteX3" fmla="*/ 96273 w 147767"/>
                    <a:gd name="connsiteY3" fmla="*/ 0 h 143290"/>
                    <a:gd name="connsiteX4" fmla="*/ 55973 w 147767"/>
                    <a:gd name="connsiteY4" fmla="*/ 0 h 143290"/>
                    <a:gd name="connsiteX5" fmla="*/ 53734 w 147767"/>
                    <a:gd name="connsiteY5" fmla="*/ 2239 h 143290"/>
                    <a:gd name="connsiteX6" fmla="*/ 53734 w 147767"/>
                    <a:gd name="connsiteY6" fmla="*/ 19703 h 143290"/>
                    <a:gd name="connsiteX7" fmla="*/ 2239 w 147767"/>
                    <a:gd name="connsiteY7" fmla="*/ 19703 h 143290"/>
                    <a:gd name="connsiteX8" fmla="*/ 0 w 147767"/>
                    <a:gd name="connsiteY8" fmla="*/ 21941 h 143290"/>
                    <a:gd name="connsiteX9" fmla="*/ 2239 w 147767"/>
                    <a:gd name="connsiteY9" fmla="*/ 24180 h 143290"/>
                    <a:gd name="connsiteX10" fmla="*/ 13433 w 147767"/>
                    <a:gd name="connsiteY10" fmla="*/ 24180 h 143290"/>
                    <a:gd name="connsiteX11" fmla="*/ 13433 w 147767"/>
                    <a:gd name="connsiteY11" fmla="*/ 132096 h 143290"/>
                    <a:gd name="connsiteX12" fmla="*/ 26867 w 147767"/>
                    <a:gd name="connsiteY12" fmla="*/ 145081 h 143290"/>
                    <a:gd name="connsiteX13" fmla="*/ 124931 w 147767"/>
                    <a:gd name="connsiteY13" fmla="*/ 145081 h 143290"/>
                    <a:gd name="connsiteX14" fmla="*/ 138365 w 147767"/>
                    <a:gd name="connsiteY14" fmla="*/ 132096 h 143290"/>
                    <a:gd name="connsiteX15" fmla="*/ 138365 w 147767"/>
                    <a:gd name="connsiteY15" fmla="*/ 24628 h 143290"/>
                    <a:gd name="connsiteX16" fmla="*/ 149559 w 147767"/>
                    <a:gd name="connsiteY16" fmla="*/ 24628 h 143290"/>
                    <a:gd name="connsiteX17" fmla="*/ 151798 w 147767"/>
                    <a:gd name="connsiteY17" fmla="*/ 22389 h 143290"/>
                    <a:gd name="connsiteX18" fmla="*/ 150007 w 147767"/>
                    <a:gd name="connsiteY18" fmla="*/ 20150 h 143290"/>
                    <a:gd name="connsiteX19" fmla="*/ 58212 w 147767"/>
                    <a:gd name="connsiteY19" fmla="*/ 4478 h 143290"/>
                    <a:gd name="connsiteX20" fmla="*/ 94034 w 147767"/>
                    <a:gd name="connsiteY20" fmla="*/ 4478 h 143290"/>
                    <a:gd name="connsiteX21" fmla="*/ 94034 w 147767"/>
                    <a:gd name="connsiteY21" fmla="*/ 19703 h 143290"/>
                    <a:gd name="connsiteX22" fmla="*/ 58212 w 147767"/>
                    <a:gd name="connsiteY22" fmla="*/ 19703 h 143290"/>
                    <a:gd name="connsiteX23" fmla="*/ 58212 w 147767"/>
                    <a:gd name="connsiteY23" fmla="*/ 4478 h 143290"/>
                    <a:gd name="connsiteX24" fmla="*/ 134335 w 147767"/>
                    <a:gd name="connsiteY24" fmla="*/ 132543 h 143290"/>
                    <a:gd name="connsiteX25" fmla="*/ 125379 w 147767"/>
                    <a:gd name="connsiteY25" fmla="*/ 141051 h 143290"/>
                    <a:gd name="connsiteX26" fmla="*/ 27315 w 147767"/>
                    <a:gd name="connsiteY26" fmla="*/ 141051 h 143290"/>
                    <a:gd name="connsiteX27" fmla="*/ 18359 w 147767"/>
                    <a:gd name="connsiteY27" fmla="*/ 132543 h 143290"/>
                    <a:gd name="connsiteX28" fmla="*/ 18359 w 147767"/>
                    <a:gd name="connsiteY28" fmla="*/ 24628 h 143290"/>
                    <a:gd name="connsiteX29" fmla="*/ 134782 w 147767"/>
                    <a:gd name="connsiteY29" fmla="*/ 24628 h 143290"/>
                    <a:gd name="connsiteX30" fmla="*/ 134782 w 147767"/>
                    <a:gd name="connsiteY30" fmla="*/ 132543 h 14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47767" h="143290">
                      <a:moveTo>
                        <a:pt x="150007" y="20150"/>
                      </a:moveTo>
                      <a:lnTo>
                        <a:pt x="98512" y="20150"/>
                      </a:lnTo>
                      <a:lnTo>
                        <a:pt x="98512" y="2239"/>
                      </a:lnTo>
                      <a:cubicBezTo>
                        <a:pt x="98512" y="896"/>
                        <a:pt x="97616" y="0"/>
                        <a:pt x="96273" y="0"/>
                      </a:cubicBezTo>
                      <a:lnTo>
                        <a:pt x="55973" y="0"/>
                      </a:lnTo>
                      <a:cubicBezTo>
                        <a:pt x="54629" y="0"/>
                        <a:pt x="53734" y="896"/>
                        <a:pt x="53734" y="2239"/>
                      </a:cubicBezTo>
                      <a:lnTo>
                        <a:pt x="53734" y="19703"/>
                      </a:lnTo>
                      <a:lnTo>
                        <a:pt x="2239" y="19703"/>
                      </a:lnTo>
                      <a:cubicBezTo>
                        <a:pt x="896" y="19703"/>
                        <a:pt x="0" y="20598"/>
                        <a:pt x="0" y="21941"/>
                      </a:cubicBezTo>
                      <a:cubicBezTo>
                        <a:pt x="0" y="23285"/>
                        <a:pt x="896" y="24180"/>
                        <a:pt x="2239" y="24180"/>
                      </a:cubicBezTo>
                      <a:lnTo>
                        <a:pt x="13433" y="24180"/>
                      </a:lnTo>
                      <a:lnTo>
                        <a:pt x="13433" y="132096"/>
                      </a:lnTo>
                      <a:cubicBezTo>
                        <a:pt x="13433" y="139260"/>
                        <a:pt x="19702" y="145081"/>
                        <a:pt x="26867" y="145081"/>
                      </a:cubicBezTo>
                      <a:lnTo>
                        <a:pt x="124931" y="145081"/>
                      </a:lnTo>
                      <a:cubicBezTo>
                        <a:pt x="132543" y="145081"/>
                        <a:pt x="138365" y="139260"/>
                        <a:pt x="138365" y="132096"/>
                      </a:cubicBezTo>
                      <a:lnTo>
                        <a:pt x="138365" y="24628"/>
                      </a:lnTo>
                      <a:lnTo>
                        <a:pt x="149559" y="24628"/>
                      </a:lnTo>
                      <a:cubicBezTo>
                        <a:pt x="150902" y="24628"/>
                        <a:pt x="151798" y="23732"/>
                        <a:pt x="151798" y="22389"/>
                      </a:cubicBezTo>
                      <a:cubicBezTo>
                        <a:pt x="151798" y="21046"/>
                        <a:pt x="150902" y="20150"/>
                        <a:pt x="150007" y="20150"/>
                      </a:cubicBezTo>
                      <a:close/>
                      <a:moveTo>
                        <a:pt x="58212" y="4478"/>
                      </a:moveTo>
                      <a:lnTo>
                        <a:pt x="94034" y="4478"/>
                      </a:lnTo>
                      <a:lnTo>
                        <a:pt x="94034" y="19703"/>
                      </a:lnTo>
                      <a:lnTo>
                        <a:pt x="58212" y="19703"/>
                      </a:lnTo>
                      <a:lnTo>
                        <a:pt x="58212" y="4478"/>
                      </a:lnTo>
                      <a:close/>
                      <a:moveTo>
                        <a:pt x="134335" y="132543"/>
                      </a:moveTo>
                      <a:cubicBezTo>
                        <a:pt x="134335" y="137021"/>
                        <a:pt x="130304" y="141051"/>
                        <a:pt x="125379" y="141051"/>
                      </a:cubicBezTo>
                      <a:lnTo>
                        <a:pt x="27315" y="141051"/>
                      </a:lnTo>
                      <a:cubicBezTo>
                        <a:pt x="22389" y="141051"/>
                        <a:pt x="18359" y="137469"/>
                        <a:pt x="18359" y="132543"/>
                      </a:cubicBezTo>
                      <a:lnTo>
                        <a:pt x="18359" y="24628"/>
                      </a:lnTo>
                      <a:lnTo>
                        <a:pt x="134782" y="24628"/>
                      </a:lnTo>
                      <a:lnTo>
                        <a:pt x="134782" y="13254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10" name="Freeform: Shape 4506">
                  <a:extLst>
                    <a:ext uri="{FF2B5EF4-FFF2-40B4-BE49-F238E27FC236}">
                      <a16:creationId xmlns:a16="http://schemas.microsoft.com/office/drawing/2014/main" id="{04E68971-01E6-0F94-7D8D-FCB1D7A7AFA5}"/>
                    </a:ext>
                  </a:extLst>
                </p:cNvPr>
                <p:cNvSpPr/>
                <p:nvPr/>
              </p:nvSpPr>
              <p:spPr>
                <a:xfrm>
                  <a:off x="1421672" y="4899714"/>
                  <a:ext cx="4478" cy="58212"/>
                </a:xfrm>
                <a:custGeom>
                  <a:avLst/>
                  <a:gdLst>
                    <a:gd name="connsiteX0" fmla="*/ 2239 w 4477"/>
                    <a:gd name="connsiteY0" fmla="*/ 0 h 58211"/>
                    <a:gd name="connsiteX1" fmla="*/ 0 w 4477"/>
                    <a:gd name="connsiteY1" fmla="*/ 2239 h 58211"/>
                    <a:gd name="connsiteX2" fmla="*/ 0 w 4477"/>
                    <a:gd name="connsiteY2" fmla="*/ 57764 h 58211"/>
                    <a:gd name="connsiteX3" fmla="*/ 2239 w 4477"/>
                    <a:gd name="connsiteY3" fmla="*/ 60003 h 58211"/>
                    <a:gd name="connsiteX4" fmla="*/ 4478 w 4477"/>
                    <a:gd name="connsiteY4" fmla="*/ 57764 h 58211"/>
                    <a:gd name="connsiteX5" fmla="*/ 4478 w 4477"/>
                    <a:gd name="connsiteY5" fmla="*/ 2239 h 58211"/>
                    <a:gd name="connsiteX6" fmla="*/ 2239 w 4477"/>
                    <a:gd name="connsiteY6" fmla="*/ 0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58211">
                      <a:moveTo>
                        <a:pt x="2239" y="0"/>
                      </a:moveTo>
                      <a:cubicBezTo>
                        <a:pt x="896" y="0"/>
                        <a:pt x="0" y="896"/>
                        <a:pt x="0" y="2239"/>
                      </a:cubicBezTo>
                      <a:lnTo>
                        <a:pt x="0" y="57764"/>
                      </a:lnTo>
                      <a:cubicBezTo>
                        <a:pt x="0" y="59107"/>
                        <a:pt x="896" y="60003"/>
                        <a:pt x="2239" y="60003"/>
                      </a:cubicBezTo>
                      <a:cubicBezTo>
                        <a:pt x="3582" y="60003"/>
                        <a:pt x="4478" y="59107"/>
                        <a:pt x="4478" y="57764"/>
                      </a:cubicBezTo>
                      <a:lnTo>
                        <a:pt x="4478" y="2239"/>
                      </a:lnTo>
                      <a:cubicBezTo>
                        <a:pt x="4478" y="1343"/>
                        <a:pt x="3134" y="0"/>
                        <a:pt x="2239"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11" name="Freeform: Shape 4507">
                  <a:extLst>
                    <a:ext uri="{FF2B5EF4-FFF2-40B4-BE49-F238E27FC236}">
                      <a16:creationId xmlns:a16="http://schemas.microsoft.com/office/drawing/2014/main" id="{4B39613D-495D-1A7F-8DDA-84BD5AB8AB38}"/>
                    </a:ext>
                  </a:extLst>
                </p:cNvPr>
                <p:cNvSpPr/>
                <p:nvPr/>
              </p:nvSpPr>
              <p:spPr>
                <a:xfrm>
                  <a:off x="1448539" y="4900161"/>
                  <a:ext cx="4478" cy="58212"/>
                </a:xfrm>
                <a:custGeom>
                  <a:avLst/>
                  <a:gdLst>
                    <a:gd name="connsiteX0" fmla="*/ 2239 w 4477"/>
                    <a:gd name="connsiteY0" fmla="*/ 0 h 58211"/>
                    <a:gd name="connsiteX1" fmla="*/ 0 w 4477"/>
                    <a:gd name="connsiteY1" fmla="*/ 2239 h 58211"/>
                    <a:gd name="connsiteX2" fmla="*/ 0 w 4477"/>
                    <a:gd name="connsiteY2" fmla="*/ 57764 h 58211"/>
                    <a:gd name="connsiteX3" fmla="*/ 2239 w 4477"/>
                    <a:gd name="connsiteY3" fmla="*/ 60003 h 58211"/>
                    <a:gd name="connsiteX4" fmla="*/ 4478 w 4477"/>
                    <a:gd name="connsiteY4" fmla="*/ 57764 h 58211"/>
                    <a:gd name="connsiteX5" fmla="*/ 4478 w 4477"/>
                    <a:gd name="connsiteY5" fmla="*/ 2239 h 58211"/>
                    <a:gd name="connsiteX6" fmla="*/ 2239 w 4477"/>
                    <a:gd name="connsiteY6" fmla="*/ 0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58211">
                      <a:moveTo>
                        <a:pt x="2239" y="0"/>
                      </a:moveTo>
                      <a:cubicBezTo>
                        <a:pt x="896" y="0"/>
                        <a:pt x="0" y="896"/>
                        <a:pt x="0" y="2239"/>
                      </a:cubicBezTo>
                      <a:lnTo>
                        <a:pt x="0" y="57764"/>
                      </a:lnTo>
                      <a:cubicBezTo>
                        <a:pt x="0" y="59107"/>
                        <a:pt x="896" y="60003"/>
                        <a:pt x="2239" y="60003"/>
                      </a:cubicBezTo>
                      <a:cubicBezTo>
                        <a:pt x="3582" y="60003"/>
                        <a:pt x="4478" y="59107"/>
                        <a:pt x="4478" y="57764"/>
                      </a:cubicBezTo>
                      <a:lnTo>
                        <a:pt x="4478" y="2239"/>
                      </a:lnTo>
                      <a:cubicBezTo>
                        <a:pt x="4478" y="896"/>
                        <a:pt x="3134" y="0"/>
                        <a:pt x="2239"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12" name="Freeform: Shape 4508">
                  <a:extLst>
                    <a:ext uri="{FF2B5EF4-FFF2-40B4-BE49-F238E27FC236}">
                      <a16:creationId xmlns:a16="http://schemas.microsoft.com/office/drawing/2014/main" id="{FAA63A90-D931-8201-E42C-B51A6B84281C}"/>
                    </a:ext>
                  </a:extLst>
                </p:cNvPr>
                <p:cNvSpPr/>
                <p:nvPr/>
              </p:nvSpPr>
              <p:spPr>
                <a:xfrm>
                  <a:off x="1475405" y="4900161"/>
                  <a:ext cx="4478" cy="58212"/>
                </a:xfrm>
                <a:custGeom>
                  <a:avLst/>
                  <a:gdLst>
                    <a:gd name="connsiteX0" fmla="*/ 2239 w 4477"/>
                    <a:gd name="connsiteY0" fmla="*/ 60003 h 58211"/>
                    <a:gd name="connsiteX1" fmla="*/ 4478 w 4477"/>
                    <a:gd name="connsiteY1" fmla="*/ 57764 h 58211"/>
                    <a:gd name="connsiteX2" fmla="*/ 4478 w 4477"/>
                    <a:gd name="connsiteY2" fmla="*/ 2239 h 58211"/>
                    <a:gd name="connsiteX3" fmla="*/ 2239 w 4477"/>
                    <a:gd name="connsiteY3" fmla="*/ 0 h 58211"/>
                    <a:gd name="connsiteX4" fmla="*/ 0 w 4477"/>
                    <a:gd name="connsiteY4" fmla="*/ 2239 h 58211"/>
                    <a:gd name="connsiteX5" fmla="*/ 0 w 4477"/>
                    <a:gd name="connsiteY5" fmla="*/ 57764 h 58211"/>
                    <a:gd name="connsiteX6" fmla="*/ 2239 w 4477"/>
                    <a:gd name="connsiteY6" fmla="*/ 60003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58211">
                      <a:moveTo>
                        <a:pt x="2239" y="60003"/>
                      </a:moveTo>
                      <a:cubicBezTo>
                        <a:pt x="3582" y="60003"/>
                        <a:pt x="4478" y="59107"/>
                        <a:pt x="4478" y="57764"/>
                      </a:cubicBezTo>
                      <a:lnTo>
                        <a:pt x="4478" y="2239"/>
                      </a:lnTo>
                      <a:cubicBezTo>
                        <a:pt x="4478" y="896"/>
                        <a:pt x="3582" y="0"/>
                        <a:pt x="2239" y="0"/>
                      </a:cubicBezTo>
                      <a:cubicBezTo>
                        <a:pt x="896" y="0"/>
                        <a:pt x="0" y="896"/>
                        <a:pt x="0" y="2239"/>
                      </a:cubicBezTo>
                      <a:lnTo>
                        <a:pt x="0" y="57764"/>
                      </a:lnTo>
                      <a:cubicBezTo>
                        <a:pt x="0" y="59107"/>
                        <a:pt x="896" y="60003"/>
                        <a:pt x="2239" y="6000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613" name="Group 4509">
                <a:extLst>
                  <a:ext uri="{FF2B5EF4-FFF2-40B4-BE49-F238E27FC236}">
                    <a16:creationId xmlns:a16="http://schemas.microsoft.com/office/drawing/2014/main" id="{048A366B-FF28-4540-BD13-9C5720C97187}"/>
                  </a:ext>
                  <a:ext uri="{C183D7F6-B498-43B3-948B-1728B52AA6E4}">
                    <adec:decorative xmlns:adec="http://schemas.microsoft.com/office/drawing/2017/decorative" val="1"/>
                  </a:ext>
                </a:extLst>
              </p:cNvPr>
              <p:cNvGrpSpPr>
                <a:grpSpLocks noChangeAspect="1"/>
              </p:cNvGrpSpPr>
              <p:nvPr/>
            </p:nvGrpSpPr>
            <p:grpSpPr>
              <a:xfrm>
                <a:off x="533894" y="5598138"/>
                <a:ext cx="134335" cy="85079"/>
                <a:chOff x="585215" y="4867026"/>
                <a:chExt cx="134335" cy="85079"/>
              </a:xfrm>
            </p:grpSpPr>
            <p:sp>
              <p:nvSpPr>
                <p:cNvPr id="614" name="Freeform: Shape 4510">
                  <a:extLst>
                    <a:ext uri="{FF2B5EF4-FFF2-40B4-BE49-F238E27FC236}">
                      <a16:creationId xmlns:a16="http://schemas.microsoft.com/office/drawing/2014/main" id="{FE94D077-5A34-D1CE-759E-ABC3F021A74B}"/>
                    </a:ext>
                  </a:extLst>
                </p:cNvPr>
                <p:cNvSpPr/>
                <p:nvPr/>
              </p:nvSpPr>
              <p:spPr>
                <a:xfrm>
                  <a:off x="585215" y="4867026"/>
                  <a:ext cx="134335" cy="85079"/>
                </a:xfrm>
                <a:custGeom>
                  <a:avLst/>
                  <a:gdLst>
                    <a:gd name="connsiteX0" fmla="*/ 95378 w 134334"/>
                    <a:gd name="connsiteY0" fmla="*/ 85079 h 85078"/>
                    <a:gd name="connsiteX1" fmla="*/ 42987 w 134334"/>
                    <a:gd name="connsiteY1" fmla="*/ 85079 h 85078"/>
                    <a:gd name="connsiteX2" fmla="*/ 0 w 134334"/>
                    <a:gd name="connsiteY2" fmla="*/ 42539 h 85078"/>
                    <a:gd name="connsiteX3" fmla="*/ 42987 w 134334"/>
                    <a:gd name="connsiteY3" fmla="*/ 0 h 85078"/>
                    <a:gd name="connsiteX4" fmla="*/ 95378 w 134334"/>
                    <a:gd name="connsiteY4" fmla="*/ 0 h 85078"/>
                    <a:gd name="connsiteX5" fmla="*/ 138365 w 134334"/>
                    <a:gd name="connsiteY5" fmla="*/ 42539 h 85078"/>
                    <a:gd name="connsiteX6" fmla="*/ 95378 w 134334"/>
                    <a:gd name="connsiteY6" fmla="*/ 85079 h 85078"/>
                    <a:gd name="connsiteX7" fmla="*/ 42987 w 134334"/>
                    <a:gd name="connsiteY7" fmla="*/ 4478 h 85078"/>
                    <a:gd name="connsiteX8" fmla="*/ 4478 w 134334"/>
                    <a:gd name="connsiteY8" fmla="*/ 42539 h 85078"/>
                    <a:gd name="connsiteX9" fmla="*/ 42987 w 134334"/>
                    <a:gd name="connsiteY9" fmla="*/ 80601 h 85078"/>
                    <a:gd name="connsiteX10" fmla="*/ 95378 w 134334"/>
                    <a:gd name="connsiteY10" fmla="*/ 80601 h 85078"/>
                    <a:gd name="connsiteX11" fmla="*/ 133887 w 134334"/>
                    <a:gd name="connsiteY11" fmla="*/ 42539 h 85078"/>
                    <a:gd name="connsiteX12" fmla="*/ 95378 w 134334"/>
                    <a:gd name="connsiteY12" fmla="*/ 4478 h 85078"/>
                    <a:gd name="connsiteX13" fmla="*/ 42987 w 134334"/>
                    <a:gd name="connsiteY13" fmla="*/ 4478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334" h="85078">
                      <a:moveTo>
                        <a:pt x="95378" y="85079"/>
                      </a:moveTo>
                      <a:lnTo>
                        <a:pt x="42987" y="85079"/>
                      </a:lnTo>
                      <a:cubicBezTo>
                        <a:pt x="19255" y="85079"/>
                        <a:pt x="0" y="65824"/>
                        <a:pt x="0" y="42539"/>
                      </a:cubicBezTo>
                      <a:cubicBezTo>
                        <a:pt x="0" y="19255"/>
                        <a:pt x="19255" y="0"/>
                        <a:pt x="42987" y="0"/>
                      </a:cubicBezTo>
                      <a:lnTo>
                        <a:pt x="95378" y="0"/>
                      </a:lnTo>
                      <a:cubicBezTo>
                        <a:pt x="119110" y="0"/>
                        <a:pt x="138365" y="19255"/>
                        <a:pt x="138365" y="42539"/>
                      </a:cubicBezTo>
                      <a:cubicBezTo>
                        <a:pt x="138365" y="65824"/>
                        <a:pt x="119110" y="85079"/>
                        <a:pt x="95378" y="85079"/>
                      </a:cubicBezTo>
                      <a:close/>
                      <a:moveTo>
                        <a:pt x="42987" y="4478"/>
                      </a:moveTo>
                      <a:cubicBezTo>
                        <a:pt x="21494" y="4478"/>
                        <a:pt x="4478" y="21493"/>
                        <a:pt x="4478" y="42539"/>
                      </a:cubicBezTo>
                      <a:cubicBezTo>
                        <a:pt x="4478" y="63585"/>
                        <a:pt x="21941" y="80601"/>
                        <a:pt x="42987" y="80601"/>
                      </a:cubicBezTo>
                      <a:lnTo>
                        <a:pt x="95378" y="80601"/>
                      </a:lnTo>
                      <a:cubicBezTo>
                        <a:pt x="116871" y="80601"/>
                        <a:pt x="133887" y="63585"/>
                        <a:pt x="133887" y="42539"/>
                      </a:cubicBezTo>
                      <a:cubicBezTo>
                        <a:pt x="133887" y="21493"/>
                        <a:pt x="116423" y="4478"/>
                        <a:pt x="95378" y="4478"/>
                      </a:cubicBezTo>
                      <a:lnTo>
                        <a:pt x="42987"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15" name="Freeform: Shape 4511">
                  <a:extLst>
                    <a:ext uri="{FF2B5EF4-FFF2-40B4-BE49-F238E27FC236}">
                      <a16:creationId xmlns:a16="http://schemas.microsoft.com/office/drawing/2014/main" id="{DB359DDA-FE09-31D6-A120-4C70D54B3A84}"/>
                    </a:ext>
                  </a:extLst>
                </p:cNvPr>
                <p:cNvSpPr/>
                <p:nvPr/>
              </p:nvSpPr>
              <p:spPr>
                <a:xfrm>
                  <a:off x="604470" y="4907326"/>
                  <a:ext cx="44778" cy="4478"/>
                </a:xfrm>
                <a:custGeom>
                  <a:avLst/>
                  <a:gdLst>
                    <a:gd name="connsiteX0" fmla="*/ 42987 w 44778"/>
                    <a:gd name="connsiteY0" fmla="*/ 4478 h 4477"/>
                    <a:gd name="connsiteX1" fmla="*/ 2239 w 44778"/>
                    <a:gd name="connsiteY1" fmla="*/ 4478 h 4477"/>
                    <a:gd name="connsiteX2" fmla="*/ 0 w 44778"/>
                    <a:gd name="connsiteY2" fmla="*/ 2239 h 4477"/>
                    <a:gd name="connsiteX3" fmla="*/ 2239 w 44778"/>
                    <a:gd name="connsiteY3" fmla="*/ 0 h 4477"/>
                    <a:gd name="connsiteX4" fmla="*/ 42987 w 44778"/>
                    <a:gd name="connsiteY4" fmla="*/ 0 h 4477"/>
                    <a:gd name="connsiteX5" fmla="*/ 45226 w 44778"/>
                    <a:gd name="connsiteY5" fmla="*/ 2239 h 4477"/>
                    <a:gd name="connsiteX6" fmla="*/ 42987 w 44778"/>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8" h="4477">
                      <a:moveTo>
                        <a:pt x="42987" y="4478"/>
                      </a:moveTo>
                      <a:lnTo>
                        <a:pt x="2239" y="4478"/>
                      </a:lnTo>
                      <a:cubicBezTo>
                        <a:pt x="896" y="4478"/>
                        <a:pt x="0" y="3582"/>
                        <a:pt x="0" y="2239"/>
                      </a:cubicBezTo>
                      <a:cubicBezTo>
                        <a:pt x="0" y="895"/>
                        <a:pt x="896" y="0"/>
                        <a:pt x="2239" y="0"/>
                      </a:cubicBezTo>
                      <a:lnTo>
                        <a:pt x="42987" y="0"/>
                      </a:lnTo>
                      <a:cubicBezTo>
                        <a:pt x="44330" y="0"/>
                        <a:pt x="45226" y="895"/>
                        <a:pt x="45226" y="2239"/>
                      </a:cubicBezTo>
                      <a:cubicBezTo>
                        <a:pt x="45226" y="3582"/>
                        <a:pt x="44330" y="4478"/>
                        <a:pt x="42987"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616" name="Freeform: Shape 4512">
                <a:extLst>
                  <a:ext uri="{FF2B5EF4-FFF2-40B4-BE49-F238E27FC236}">
                    <a16:creationId xmlns:a16="http://schemas.microsoft.com/office/drawing/2014/main" id="{2D4CC3C2-B8F5-B5D8-EF98-A198243E9E8A}"/>
                  </a:ext>
                  <a:ext uri="{C183D7F6-B498-43B3-948B-1728B52AA6E4}">
                    <adec:decorative xmlns:adec="http://schemas.microsoft.com/office/drawing/2017/decorative" val="1"/>
                  </a:ext>
                </a:extLst>
              </p:cNvPr>
              <p:cNvSpPr>
                <a:spLocks noChangeAspect="1"/>
              </p:cNvSpPr>
              <p:nvPr/>
            </p:nvSpPr>
            <p:spPr>
              <a:xfrm>
                <a:off x="5529348" y="5256480"/>
                <a:ext cx="138812" cy="85079"/>
              </a:xfrm>
              <a:custGeom>
                <a:avLst/>
                <a:gdLst>
                  <a:gd name="connsiteX0" fmla="*/ 96721 w 138812"/>
                  <a:gd name="connsiteY0" fmla="*/ 0 h 85078"/>
                  <a:gd name="connsiteX1" fmla="*/ 44778 w 138812"/>
                  <a:gd name="connsiteY1" fmla="*/ 0 h 85078"/>
                  <a:gd name="connsiteX2" fmla="*/ 44331 w 138812"/>
                  <a:gd name="connsiteY2" fmla="*/ 0 h 85078"/>
                  <a:gd name="connsiteX3" fmla="*/ 42539 w 138812"/>
                  <a:gd name="connsiteY3" fmla="*/ 0 h 85078"/>
                  <a:gd name="connsiteX4" fmla="*/ 0 w 138812"/>
                  <a:gd name="connsiteY4" fmla="*/ 42539 h 85078"/>
                  <a:gd name="connsiteX5" fmla="*/ 42539 w 138812"/>
                  <a:gd name="connsiteY5" fmla="*/ 85079 h 85078"/>
                  <a:gd name="connsiteX6" fmla="*/ 44331 w 138812"/>
                  <a:gd name="connsiteY6" fmla="*/ 85079 h 85078"/>
                  <a:gd name="connsiteX7" fmla="*/ 44778 w 138812"/>
                  <a:gd name="connsiteY7" fmla="*/ 85079 h 85078"/>
                  <a:gd name="connsiteX8" fmla="*/ 96721 w 138812"/>
                  <a:gd name="connsiteY8" fmla="*/ 85079 h 85078"/>
                  <a:gd name="connsiteX9" fmla="*/ 139260 w 138812"/>
                  <a:gd name="connsiteY9" fmla="*/ 42539 h 85078"/>
                  <a:gd name="connsiteX10" fmla="*/ 96721 w 138812"/>
                  <a:gd name="connsiteY10" fmla="*/ 0 h 85078"/>
                  <a:gd name="connsiteX11" fmla="*/ 4478 w 138812"/>
                  <a:gd name="connsiteY11" fmla="*/ 42539 h 85078"/>
                  <a:gd name="connsiteX12" fmla="*/ 42539 w 138812"/>
                  <a:gd name="connsiteY12" fmla="*/ 4478 h 85078"/>
                  <a:gd name="connsiteX13" fmla="*/ 80601 w 138812"/>
                  <a:gd name="connsiteY13" fmla="*/ 42539 h 85078"/>
                  <a:gd name="connsiteX14" fmla="*/ 42539 w 138812"/>
                  <a:gd name="connsiteY14" fmla="*/ 80601 h 85078"/>
                  <a:gd name="connsiteX15" fmla="*/ 4478 w 138812"/>
                  <a:gd name="connsiteY15" fmla="*/ 42539 h 85078"/>
                  <a:gd name="connsiteX16" fmla="*/ 96721 w 138812"/>
                  <a:gd name="connsiteY16" fmla="*/ 80601 h 85078"/>
                  <a:gd name="connsiteX17" fmla="*/ 61794 w 138812"/>
                  <a:gd name="connsiteY17" fmla="*/ 80601 h 85078"/>
                  <a:gd name="connsiteX18" fmla="*/ 85526 w 138812"/>
                  <a:gd name="connsiteY18" fmla="*/ 42539 h 85078"/>
                  <a:gd name="connsiteX19" fmla="*/ 61794 w 138812"/>
                  <a:gd name="connsiteY19" fmla="*/ 4478 h 85078"/>
                  <a:gd name="connsiteX20" fmla="*/ 96721 w 138812"/>
                  <a:gd name="connsiteY20" fmla="*/ 4478 h 85078"/>
                  <a:gd name="connsiteX21" fmla="*/ 134782 w 138812"/>
                  <a:gd name="connsiteY21" fmla="*/ 42539 h 85078"/>
                  <a:gd name="connsiteX22" fmla="*/ 96721 w 138812"/>
                  <a:gd name="connsiteY22" fmla="*/ 80601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812" h="85078">
                    <a:moveTo>
                      <a:pt x="96721" y="0"/>
                    </a:moveTo>
                    <a:lnTo>
                      <a:pt x="44778" y="0"/>
                    </a:lnTo>
                    <a:cubicBezTo>
                      <a:pt x="44778" y="0"/>
                      <a:pt x="44331" y="0"/>
                      <a:pt x="44331" y="0"/>
                    </a:cubicBezTo>
                    <a:cubicBezTo>
                      <a:pt x="43882" y="0"/>
                      <a:pt x="43435" y="0"/>
                      <a:pt x="42539" y="0"/>
                    </a:cubicBezTo>
                    <a:cubicBezTo>
                      <a:pt x="19254" y="0"/>
                      <a:pt x="0" y="19255"/>
                      <a:pt x="0" y="42539"/>
                    </a:cubicBezTo>
                    <a:cubicBezTo>
                      <a:pt x="0" y="65824"/>
                      <a:pt x="19254" y="85079"/>
                      <a:pt x="42539" y="85079"/>
                    </a:cubicBezTo>
                    <a:cubicBezTo>
                      <a:pt x="42987" y="85079"/>
                      <a:pt x="43435" y="85079"/>
                      <a:pt x="44331" y="85079"/>
                    </a:cubicBezTo>
                    <a:cubicBezTo>
                      <a:pt x="44331" y="85079"/>
                      <a:pt x="44778" y="85079"/>
                      <a:pt x="44778" y="85079"/>
                    </a:cubicBezTo>
                    <a:lnTo>
                      <a:pt x="96721" y="85079"/>
                    </a:lnTo>
                    <a:cubicBezTo>
                      <a:pt x="120005" y="85079"/>
                      <a:pt x="139260" y="65824"/>
                      <a:pt x="139260" y="42539"/>
                    </a:cubicBezTo>
                    <a:cubicBezTo>
                      <a:pt x="139260" y="19255"/>
                      <a:pt x="120005" y="0"/>
                      <a:pt x="96721" y="0"/>
                    </a:cubicBezTo>
                    <a:close/>
                    <a:moveTo>
                      <a:pt x="4478" y="42539"/>
                    </a:moveTo>
                    <a:cubicBezTo>
                      <a:pt x="4478" y="21494"/>
                      <a:pt x="21493" y="4478"/>
                      <a:pt x="42539" y="4478"/>
                    </a:cubicBezTo>
                    <a:cubicBezTo>
                      <a:pt x="63585" y="4478"/>
                      <a:pt x="80601" y="21494"/>
                      <a:pt x="80601" y="42539"/>
                    </a:cubicBezTo>
                    <a:cubicBezTo>
                      <a:pt x="80601" y="63585"/>
                      <a:pt x="63585" y="80601"/>
                      <a:pt x="42539" y="80601"/>
                    </a:cubicBezTo>
                    <a:cubicBezTo>
                      <a:pt x="21493" y="80601"/>
                      <a:pt x="4478" y="63585"/>
                      <a:pt x="4478" y="42539"/>
                    </a:cubicBezTo>
                    <a:close/>
                    <a:moveTo>
                      <a:pt x="96721" y="80601"/>
                    </a:moveTo>
                    <a:lnTo>
                      <a:pt x="61794" y="80601"/>
                    </a:lnTo>
                    <a:cubicBezTo>
                      <a:pt x="75675" y="73436"/>
                      <a:pt x="85526" y="59107"/>
                      <a:pt x="85526" y="42539"/>
                    </a:cubicBezTo>
                    <a:cubicBezTo>
                      <a:pt x="85526" y="25972"/>
                      <a:pt x="75675" y="11642"/>
                      <a:pt x="61794" y="4478"/>
                    </a:cubicBezTo>
                    <a:lnTo>
                      <a:pt x="96721" y="4478"/>
                    </a:lnTo>
                    <a:cubicBezTo>
                      <a:pt x="117766" y="4478"/>
                      <a:pt x="134782" y="21494"/>
                      <a:pt x="134782" y="42539"/>
                    </a:cubicBezTo>
                    <a:cubicBezTo>
                      <a:pt x="134782" y="63585"/>
                      <a:pt x="117766" y="80601"/>
                      <a:pt x="96721" y="8060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617" name="Group 4513">
                <a:extLst>
                  <a:ext uri="{FF2B5EF4-FFF2-40B4-BE49-F238E27FC236}">
                    <a16:creationId xmlns:a16="http://schemas.microsoft.com/office/drawing/2014/main" id="{3686374D-DC15-8F73-55AC-60BB80DACDA5}"/>
                  </a:ext>
                  <a:ext uri="{C183D7F6-B498-43B3-948B-1728B52AA6E4}">
                    <adec:decorative xmlns:adec="http://schemas.microsoft.com/office/drawing/2017/decorative" val="1"/>
                  </a:ext>
                </a:extLst>
              </p:cNvPr>
              <p:cNvGrpSpPr>
                <a:grpSpLocks noChangeAspect="1"/>
              </p:cNvGrpSpPr>
              <p:nvPr/>
            </p:nvGrpSpPr>
            <p:grpSpPr>
              <a:xfrm>
                <a:off x="1859328" y="5578883"/>
                <a:ext cx="138812" cy="138812"/>
                <a:chOff x="1910649" y="4847771"/>
                <a:chExt cx="138812" cy="138812"/>
              </a:xfrm>
            </p:grpSpPr>
            <p:sp>
              <p:nvSpPr>
                <p:cNvPr id="618" name="Freeform: Shape 4514">
                  <a:extLst>
                    <a:ext uri="{FF2B5EF4-FFF2-40B4-BE49-F238E27FC236}">
                      <a16:creationId xmlns:a16="http://schemas.microsoft.com/office/drawing/2014/main" id="{43E285AC-9F55-6E28-204E-E4B7D1EC3454}"/>
                    </a:ext>
                  </a:extLst>
                </p:cNvPr>
                <p:cNvSpPr/>
                <p:nvPr/>
              </p:nvSpPr>
              <p:spPr>
                <a:xfrm>
                  <a:off x="1958562" y="4893892"/>
                  <a:ext cx="44778" cy="44778"/>
                </a:xfrm>
                <a:custGeom>
                  <a:avLst/>
                  <a:gdLst>
                    <a:gd name="connsiteX0" fmla="*/ 22389 w 44778"/>
                    <a:gd name="connsiteY0" fmla="*/ 44778 h 44778"/>
                    <a:gd name="connsiteX1" fmla="*/ 0 w 44778"/>
                    <a:gd name="connsiteY1" fmla="*/ 22389 h 44778"/>
                    <a:gd name="connsiteX2" fmla="*/ 22389 w 44778"/>
                    <a:gd name="connsiteY2" fmla="*/ 0 h 44778"/>
                    <a:gd name="connsiteX3" fmla="*/ 44778 w 44778"/>
                    <a:gd name="connsiteY3" fmla="*/ 22389 h 44778"/>
                    <a:gd name="connsiteX4" fmla="*/ 22389 w 44778"/>
                    <a:gd name="connsiteY4" fmla="*/ 44778 h 44778"/>
                    <a:gd name="connsiteX5" fmla="*/ 22389 w 44778"/>
                    <a:gd name="connsiteY5" fmla="*/ 4478 h 44778"/>
                    <a:gd name="connsiteX6" fmla="*/ 4478 w 44778"/>
                    <a:gd name="connsiteY6" fmla="*/ 22389 h 44778"/>
                    <a:gd name="connsiteX7" fmla="*/ 22389 w 44778"/>
                    <a:gd name="connsiteY7" fmla="*/ 40300 h 44778"/>
                    <a:gd name="connsiteX8" fmla="*/ 40300 w 44778"/>
                    <a:gd name="connsiteY8" fmla="*/ 22389 h 44778"/>
                    <a:gd name="connsiteX9" fmla="*/ 22389 w 44778"/>
                    <a:gd name="connsiteY9" fmla="*/ 44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78" h="44778">
                      <a:moveTo>
                        <a:pt x="22389" y="44778"/>
                      </a:moveTo>
                      <a:cubicBezTo>
                        <a:pt x="9851" y="44778"/>
                        <a:pt x="0" y="34927"/>
                        <a:pt x="0" y="22389"/>
                      </a:cubicBezTo>
                      <a:cubicBezTo>
                        <a:pt x="0" y="9851"/>
                        <a:pt x="9851" y="0"/>
                        <a:pt x="22389" y="0"/>
                      </a:cubicBezTo>
                      <a:cubicBezTo>
                        <a:pt x="34927" y="0"/>
                        <a:pt x="44778" y="9851"/>
                        <a:pt x="44778" y="22389"/>
                      </a:cubicBezTo>
                      <a:cubicBezTo>
                        <a:pt x="44778" y="34927"/>
                        <a:pt x="34927" y="44778"/>
                        <a:pt x="22389" y="44778"/>
                      </a:cubicBezTo>
                      <a:close/>
                      <a:moveTo>
                        <a:pt x="22389" y="4478"/>
                      </a:moveTo>
                      <a:cubicBezTo>
                        <a:pt x="12538" y="4478"/>
                        <a:pt x="4478" y="12538"/>
                        <a:pt x="4478" y="22389"/>
                      </a:cubicBezTo>
                      <a:cubicBezTo>
                        <a:pt x="4478" y="32240"/>
                        <a:pt x="12538" y="40300"/>
                        <a:pt x="22389" y="40300"/>
                      </a:cubicBezTo>
                      <a:cubicBezTo>
                        <a:pt x="32240" y="40300"/>
                        <a:pt x="40300" y="32240"/>
                        <a:pt x="40300" y="22389"/>
                      </a:cubicBezTo>
                      <a:cubicBezTo>
                        <a:pt x="40300" y="12538"/>
                        <a:pt x="32240" y="4478"/>
                        <a:pt x="2238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19" name="Freeform: Shape 4515">
                  <a:extLst>
                    <a:ext uri="{FF2B5EF4-FFF2-40B4-BE49-F238E27FC236}">
                      <a16:creationId xmlns:a16="http://schemas.microsoft.com/office/drawing/2014/main" id="{F5EAC1C9-5C89-03FD-D2B7-A96D73478B2E}"/>
                    </a:ext>
                  </a:extLst>
                </p:cNvPr>
                <p:cNvSpPr/>
                <p:nvPr/>
              </p:nvSpPr>
              <p:spPr>
                <a:xfrm>
                  <a:off x="1910649" y="4847771"/>
                  <a:ext cx="138812" cy="138812"/>
                </a:xfrm>
                <a:custGeom>
                  <a:avLst/>
                  <a:gdLst>
                    <a:gd name="connsiteX0" fmla="*/ 76123 w 138812"/>
                    <a:gd name="connsiteY0" fmla="*/ 138812 h 138812"/>
                    <a:gd name="connsiteX1" fmla="*/ 62689 w 138812"/>
                    <a:gd name="connsiteY1" fmla="*/ 138812 h 138812"/>
                    <a:gd name="connsiteX2" fmla="*/ 60451 w 138812"/>
                    <a:gd name="connsiteY2" fmla="*/ 137469 h 138812"/>
                    <a:gd name="connsiteX3" fmla="*/ 54629 w 138812"/>
                    <a:gd name="connsiteY3" fmla="*/ 120006 h 138812"/>
                    <a:gd name="connsiteX4" fmla="*/ 43435 w 138812"/>
                    <a:gd name="connsiteY4" fmla="*/ 116423 h 138812"/>
                    <a:gd name="connsiteX5" fmla="*/ 25524 w 138812"/>
                    <a:gd name="connsiteY5" fmla="*/ 123140 h 138812"/>
                    <a:gd name="connsiteX6" fmla="*/ 23285 w 138812"/>
                    <a:gd name="connsiteY6" fmla="*/ 122692 h 138812"/>
                    <a:gd name="connsiteX7" fmla="*/ 16120 w 138812"/>
                    <a:gd name="connsiteY7" fmla="*/ 115528 h 138812"/>
                    <a:gd name="connsiteX8" fmla="*/ 15672 w 138812"/>
                    <a:gd name="connsiteY8" fmla="*/ 113289 h 138812"/>
                    <a:gd name="connsiteX9" fmla="*/ 22389 w 138812"/>
                    <a:gd name="connsiteY9" fmla="*/ 95378 h 138812"/>
                    <a:gd name="connsiteX10" fmla="*/ 18807 w 138812"/>
                    <a:gd name="connsiteY10" fmla="*/ 84183 h 138812"/>
                    <a:gd name="connsiteX11" fmla="*/ 1343 w 138812"/>
                    <a:gd name="connsiteY11" fmla="*/ 78362 h 138812"/>
                    <a:gd name="connsiteX12" fmla="*/ 0 w 138812"/>
                    <a:gd name="connsiteY12" fmla="*/ 76123 h 138812"/>
                    <a:gd name="connsiteX13" fmla="*/ 0 w 138812"/>
                    <a:gd name="connsiteY13" fmla="*/ 62689 h 138812"/>
                    <a:gd name="connsiteX14" fmla="*/ 1343 w 138812"/>
                    <a:gd name="connsiteY14" fmla="*/ 60451 h 138812"/>
                    <a:gd name="connsiteX15" fmla="*/ 18807 w 138812"/>
                    <a:gd name="connsiteY15" fmla="*/ 54629 h 138812"/>
                    <a:gd name="connsiteX16" fmla="*/ 22389 w 138812"/>
                    <a:gd name="connsiteY16" fmla="*/ 43435 h 138812"/>
                    <a:gd name="connsiteX17" fmla="*/ 15672 w 138812"/>
                    <a:gd name="connsiteY17" fmla="*/ 25524 h 138812"/>
                    <a:gd name="connsiteX18" fmla="*/ 16120 w 138812"/>
                    <a:gd name="connsiteY18" fmla="*/ 23285 h 138812"/>
                    <a:gd name="connsiteX19" fmla="*/ 23285 w 138812"/>
                    <a:gd name="connsiteY19" fmla="*/ 16120 h 138812"/>
                    <a:gd name="connsiteX20" fmla="*/ 25524 w 138812"/>
                    <a:gd name="connsiteY20" fmla="*/ 15672 h 138812"/>
                    <a:gd name="connsiteX21" fmla="*/ 43435 w 138812"/>
                    <a:gd name="connsiteY21" fmla="*/ 22389 h 138812"/>
                    <a:gd name="connsiteX22" fmla="*/ 54629 w 138812"/>
                    <a:gd name="connsiteY22" fmla="*/ 18807 h 138812"/>
                    <a:gd name="connsiteX23" fmla="*/ 60451 w 138812"/>
                    <a:gd name="connsiteY23" fmla="*/ 1344 h 138812"/>
                    <a:gd name="connsiteX24" fmla="*/ 62689 w 138812"/>
                    <a:gd name="connsiteY24" fmla="*/ 0 h 138812"/>
                    <a:gd name="connsiteX25" fmla="*/ 76123 w 138812"/>
                    <a:gd name="connsiteY25" fmla="*/ 0 h 138812"/>
                    <a:gd name="connsiteX26" fmla="*/ 78362 w 138812"/>
                    <a:gd name="connsiteY26" fmla="*/ 1344 h 138812"/>
                    <a:gd name="connsiteX27" fmla="*/ 84183 w 138812"/>
                    <a:gd name="connsiteY27" fmla="*/ 18807 h 138812"/>
                    <a:gd name="connsiteX28" fmla="*/ 95378 w 138812"/>
                    <a:gd name="connsiteY28" fmla="*/ 22389 h 138812"/>
                    <a:gd name="connsiteX29" fmla="*/ 113289 w 138812"/>
                    <a:gd name="connsiteY29" fmla="*/ 15672 h 138812"/>
                    <a:gd name="connsiteX30" fmla="*/ 115528 w 138812"/>
                    <a:gd name="connsiteY30" fmla="*/ 16120 h 138812"/>
                    <a:gd name="connsiteX31" fmla="*/ 122692 w 138812"/>
                    <a:gd name="connsiteY31" fmla="*/ 23285 h 138812"/>
                    <a:gd name="connsiteX32" fmla="*/ 123140 w 138812"/>
                    <a:gd name="connsiteY32" fmla="*/ 25524 h 138812"/>
                    <a:gd name="connsiteX33" fmla="*/ 116423 w 138812"/>
                    <a:gd name="connsiteY33" fmla="*/ 43435 h 138812"/>
                    <a:gd name="connsiteX34" fmla="*/ 120006 w 138812"/>
                    <a:gd name="connsiteY34" fmla="*/ 54629 h 138812"/>
                    <a:gd name="connsiteX35" fmla="*/ 137469 w 138812"/>
                    <a:gd name="connsiteY35" fmla="*/ 60451 h 138812"/>
                    <a:gd name="connsiteX36" fmla="*/ 138812 w 138812"/>
                    <a:gd name="connsiteY36" fmla="*/ 62689 h 138812"/>
                    <a:gd name="connsiteX37" fmla="*/ 138812 w 138812"/>
                    <a:gd name="connsiteY37" fmla="*/ 76123 h 138812"/>
                    <a:gd name="connsiteX38" fmla="*/ 137469 w 138812"/>
                    <a:gd name="connsiteY38" fmla="*/ 78362 h 138812"/>
                    <a:gd name="connsiteX39" fmla="*/ 120006 w 138812"/>
                    <a:gd name="connsiteY39" fmla="*/ 84183 h 138812"/>
                    <a:gd name="connsiteX40" fmla="*/ 116423 w 138812"/>
                    <a:gd name="connsiteY40" fmla="*/ 95378 h 138812"/>
                    <a:gd name="connsiteX41" fmla="*/ 123140 w 138812"/>
                    <a:gd name="connsiteY41" fmla="*/ 113289 h 138812"/>
                    <a:gd name="connsiteX42" fmla="*/ 122692 w 138812"/>
                    <a:gd name="connsiteY42" fmla="*/ 115528 h 138812"/>
                    <a:gd name="connsiteX43" fmla="*/ 115528 w 138812"/>
                    <a:gd name="connsiteY43" fmla="*/ 122692 h 138812"/>
                    <a:gd name="connsiteX44" fmla="*/ 113289 w 138812"/>
                    <a:gd name="connsiteY44" fmla="*/ 123140 h 138812"/>
                    <a:gd name="connsiteX45" fmla="*/ 95378 w 138812"/>
                    <a:gd name="connsiteY45" fmla="*/ 116423 h 138812"/>
                    <a:gd name="connsiteX46" fmla="*/ 84183 w 138812"/>
                    <a:gd name="connsiteY46" fmla="*/ 120006 h 138812"/>
                    <a:gd name="connsiteX47" fmla="*/ 78362 w 138812"/>
                    <a:gd name="connsiteY47" fmla="*/ 137469 h 138812"/>
                    <a:gd name="connsiteX48" fmla="*/ 76123 w 138812"/>
                    <a:gd name="connsiteY48" fmla="*/ 138812 h 138812"/>
                    <a:gd name="connsiteX49" fmla="*/ 64481 w 138812"/>
                    <a:gd name="connsiteY49" fmla="*/ 134335 h 138812"/>
                    <a:gd name="connsiteX50" fmla="*/ 74780 w 138812"/>
                    <a:gd name="connsiteY50" fmla="*/ 134335 h 138812"/>
                    <a:gd name="connsiteX51" fmla="*/ 80601 w 138812"/>
                    <a:gd name="connsiteY51" fmla="*/ 117319 h 138812"/>
                    <a:gd name="connsiteX52" fmla="*/ 81944 w 138812"/>
                    <a:gd name="connsiteY52" fmla="*/ 115976 h 138812"/>
                    <a:gd name="connsiteX53" fmla="*/ 94930 w 138812"/>
                    <a:gd name="connsiteY53" fmla="*/ 111945 h 138812"/>
                    <a:gd name="connsiteX54" fmla="*/ 96273 w 138812"/>
                    <a:gd name="connsiteY54" fmla="*/ 111945 h 138812"/>
                    <a:gd name="connsiteX55" fmla="*/ 113737 w 138812"/>
                    <a:gd name="connsiteY55" fmla="*/ 118214 h 138812"/>
                    <a:gd name="connsiteX56" fmla="*/ 118662 w 138812"/>
                    <a:gd name="connsiteY56" fmla="*/ 113289 h 138812"/>
                    <a:gd name="connsiteX57" fmla="*/ 112393 w 138812"/>
                    <a:gd name="connsiteY57" fmla="*/ 95825 h 138812"/>
                    <a:gd name="connsiteX58" fmla="*/ 112393 w 138812"/>
                    <a:gd name="connsiteY58" fmla="*/ 94482 h 138812"/>
                    <a:gd name="connsiteX59" fmla="*/ 116423 w 138812"/>
                    <a:gd name="connsiteY59" fmla="*/ 81496 h 138812"/>
                    <a:gd name="connsiteX60" fmla="*/ 117767 w 138812"/>
                    <a:gd name="connsiteY60" fmla="*/ 80153 h 138812"/>
                    <a:gd name="connsiteX61" fmla="*/ 134782 w 138812"/>
                    <a:gd name="connsiteY61" fmla="*/ 74332 h 138812"/>
                    <a:gd name="connsiteX62" fmla="*/ 134782 w 138812"/>
                    <a:gd name="connsiteY62" fmla="*/ 64033 h 138812"/>
                    <a:gd name="connsiteX63" fmla="*/ 117767 w 138812"/>
                    <a:gd name="connsiteY63" fmla="*/ 58212 h 138812"/>
                    <a:gd name="connsiteX64" fmla="*/ 116423 w 138812"/>
                    <a:gd name="connsiteY64" fmla="*/ 56868 h 138812"/>
                    <a:gd name="connsiteX65" fmla="*/ 112393 w 138812"/>
                    <a:gd name="connsiteY65" fmla="*/ 43883 h 138812"/>
                    <a:gd name="connsiteX66" fmla="*/ 112393 w 138812"/>
                    <a:gd name="connsiteY66" fmla="*/ 42539 h 138812"/>
                    <a:gd name="connsiteX67" fmla="*/ 118662 w 138812"/>
                    <a:gd name="connsiteY67" fmla="*/ 25076 h 138812"/>
                    <a:gd name="connsiteX68" fmla="*/ 113737 w 138812"/>
                    <a:gd name="connsiteY68" fmla="*/ 20150 h 138812"/>
                    <a:gd name="connsiteX69" fmla="*/ 96273 w 138812"/>
                    <a:gd name="connsiteY69" fmla="*/ 26419 h 138812"/>
                    <a:gd name="connsiteX70" fmla="*/ 94930 w 138812"/>
                    <a:gd name="connsiteY70" fmla="*/ 26419 h 138812"/>
                    <a:gd name="connsiteX71" fmla="*/ 81944 w 138812"/>
                    <a:gd name="connsiteY71" fmla="*/ 22389 h 138812"/>
                    <a:gd name="connsiteX72" fmla="*/ 80601 w 138812"/>
                    <a:gd name="connsiteY72" fmla="*/ 21046 h 138812"/>
                    <a:gd name="connsiteX73" fmla="*/ 74780 w 138812"/>
                    <a:gd name="connsiteY73" fmla="*/ 4030 h 138812"/>
                    <a:gd name="connsiteX74" fmla="*/ 64481 w 138812"/>
                    <a:gd name="connsiteY74" fmla="*/ 4030 h 138812"/>
                    <a:gd name="connsiteX75" fmla="*/ 58659 w 138812"/>
                    <a:gd name="connsiteY75" fmla="*/ 21046 h 138812"/>
                    <a:gd name="connsiteX76" fmla="*/ 57316 w 138812"/>
                    <a:gd name="connsiteY76" fmla="*/ 22389 h 138812"/>
                    <a:gd name="connsiteX77" fmla="*/ 44331 w 138812"/>
                    <a:gd name="connsiteY77" fmla="*/ 26419 h 138812"/>
                    <a:gd name="connsiteX78" fmla="*/ 42987 w 138812"/>
                    <a:gd name="connsiteY78" fmla="*/ 26419 h 138812"/>
                    <a:gd name="connsiteX79" fmla="*/ 25524 w 138812"/>
                    <a:gd name="connsiteY79" fmla="*/ 20150 h 138812"/>
                    <a:gd name="connsiteX80" fmla="*/ 20598 w 138812"/>
                    <a:gd name="connsiteY80" fmla="*/ 25076 h 138812"/>
                    <a:gd name="connsiteX81" fmla="*/ 26867 w 138812"/>
                    <a:gd name="connsiteY81" fmla="*/ 42539 h 138812"/>
                    <a:gd name="connsiteX82" fmla="*/ 26867 w 138812"/>
                    <a:gd name="connsiteY82" fmla="*/ 43883 h 138812"/>
                    <a:gd name="connsiteX83" fmla="*/ 22837 w 138812"/>
                    <a:gd name="connsiteY83" fmla="*/ 56868 h 138812"/>
                    <a:gd name="connsiteX84" fmla="*/ 21494 w 138812"/>
                    <a:gd name="connsiteY84" fmla="*/ 58212 h 138812"/>
                    <a:gd name="connsiteX85" fmla="*/ 4478 w 138812"/>
                    <a:gd name="connsiteY85" fmla="*/ 64033 h 138812"/>
                    <a:gd name="connsiteX86" fmla="*/ 4478 w 138812"/>
                    <a:gd name="connsiteY86" fmla="*/ 74332 h 138812"/>
                    <a:gd name="connsiteX87" fmla="*/ 21494 w 138812"/>
                    <a:gd name="connsiteY87" fmla="*/ 80153 h 138812"/>
                    <a:gd name="connsiteX88" fmla="*/ 22837 w 138812"/>
                    <a:gd name="connsiteY88" fmla="*/ 81496 h 138812"/>
                    <a:gd name="connsiteX89" fmla="*/ 26867 w 138812"/>
                    <a:gd name="connsiteY89" fmla="*/ 94482 h 138812"/>
                    <a:gd name="connsiteX90" fmla="*/ 26867 w 138812"/>
                    <a:gd name="connsiteY90" fmla="*/ 95825 h 138812"/>
                    <a:gd name="connsiteX91" fmla="*/ 20598 w 138812"/>
                    <a:gd name="connsiteY91" fmla="*/ 113289 h 138812"/>
                    <a:gd name="connsiteX92" fmla="*/ 25524 w 138812"/>
                    <a:gd name="connsiteY92" fmla="*/ 118214 h 138812"/>
                    <a:gd name="connsiteX93" fmla="*/ 42987 w 138812"/>
                    <a:gd name="connsiteY93" fmla="*/ 111945 h 138812"/>
                    <a:gd name="connsiteX94" fmla="*/ 44331 w 138812"/>
                    <a:gd name="connsiteY94" fmla="*/ 111945 h 138812"/>
                    <a:gd name="connsiteX95" fmla="*/ 57316 w 138812"/>
                    <a:gd name="connsiteY95" fmla="*/ 115976 h 138812"/>
                    <a:gd name="connsiteX96" fmla="*/ 58659 w 138812"/>
                    <a:gd name="connsiteY96" fmla="*/ 117319 h 138812"/>
                    <a:gd name="connsiteX97" fmla="*/ 64481 w 138812"/>
                    <a:gd name="connsiteY97" fmla="*/ 134335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38812" h="138812">
                      <a:moveTo>
                        <a:pt x="76123" y="138812"/>
                      </a:moveTo>
                      <a:lnTo>
                        <a:pt x="62689" y="138812"/>
                      </a:lnTo>
                      <a:cubicBezTo>
                        <a:pt x="61794" y="138812"/>
                        <a:pt x="60898" y="138365"/>
                        <a:pt x="60451" y="137469"/>
                      </a:cubicBezTo>
                      <a:lnTo>
                        <a:pt x="54629" y="120006"/>
                      </a:lnTo>
                      <a:lnTo>
                        <a:pt x="43435" y="116423"/>
                      </a:lnTo>
                      <a:lnTo>
                        <a:pt x="25524" y="123140"/>
                      </a:lnTo>
                      <a:cubicBezTo>
                        <a:pt x="24628" y="123588"/>
                        <a:pt x="23733" y="123140"/>
                        <a:pt x="23285" y="122692"/>
                      </a:cubicBezTo>
                      <a:lnTo>
                        <a:pt x="16120" y="115528"/>
                      </a:lnTo>
                      <a:cubicBezTo>
                        <a:pt x="15672" y="115080"/>
                        <a:pt x="15225" y="114184"/>
                        <a:pt x="15672" y="113289"/>
                      </a:cubicBezTo>
                      <a:lnTo>
                        <a:pt x="22389" y="95378"/>
                      </a:lnTo>
                      <a:lnTo>
                        <a:pt x="18807" y="84183"/>
                      </a:lnTo>
                      <a:lnTo>
                        <a:pt x="1343" y="78362"/>
                      </a:lnTo>
                      <a:cubicBezTo>
                        <a:pt x="448" y="77914"/>
                        <a:pt x="0" y="77019"/>
                        <a:pt x="0" y="76123"/>
                      </a:cubicBezTo>
                      <a:lnTo>
                        <a:pt x="0" y="62689"/>
                      </a:lnTo>
                      <a:cubicBezTo>
                        <a:pt x="0" y="61794"/>
                        <a:pt x="448" y="60898"/>
                        <a:pt x="1343" y="60451"/>
                      </a:cubicBezTo>
                      <a:lnTo>
                        <a:pt x="18807" y="54629"/>
                      </a:lnTo>
                      <a:lnTo>
                        <a:pt x="22389" y="43435"/>
                      </a:lnTo>
                      <a:lnTo>
                        <a:pt x="15672" y="25524"/>
                      </a:lnTo>
                      <a:cubicBezTo>
                        <a:pt x="15225" y="24628"/>
                        <a:pt x="15672" y="23733"/>
                        <a:pt x="16120" y="23285"/>
                      </a:cubicBezTo>
                      <a:lnTo>
                        <a:pt x="23285" y="16120"/>
                      </a:lnTo>
                      <a:cubicBezTo>
                        <a:pt x="23733" y="15672"/>
                        <a:pt x="24628" y="15225"/>
                        <a:pt x="25524" y="15672"/>
                      </a:cubicBezTo>
                      <a:lnTo>
                        <a:pt x="43435" y="22389"/>
                      </a:lnTo>
                      <a:lnTo>
                        <a:pt x="54629" y="18807"/>
                      </a:lnTo>
                      <a:lnTo>
                        <a:pt x="60451" y="1344"/>
                      </a:lnTo>
                      <a:cubicBezTo>
                        <a:pt x="60898" y="448"/>
                        <a:pt x="61794" y="0"/>
                        <a:pt x="62689" y="0"/>
                      </a:cubicBezTo>
                      <a:lnTo>
                        <a:pt x="76123" y="0"/>
                      </a:lnTo>
                      <a:cubicBezTo>
                        <a:pt x="77019" y="0"/>
                        <a:pt x="77914" y="448"/>
                        <a:pt x="78362" y="1344"/>
                      </a:cubicBezTo>
                      <a:lnTo>
                        <a:pt x="84183" y="18807"/>
                      </a:lnTo>
                      <a:lnTo>
                        <a:pt x="95378" y="22389"/>
                      </a:lnTo>
                      <a:lnTo>
                        <a:pt x="113289" y="15672"/>
                      </a:lnTo>
                      <a:cubicBezTo>
                        <a:pt x="114184" y="15225"/>
                        <a:pt x="115080" y="15672"/>
                        <a:pt x="115528" y="16120"/>
                      </a:cubicBezTo>
                      <a:lnTo>
                        <a:pt x="122692" y="23285"/>
                      </a:lnTo>
                      <a:cubicBezTo>
                        <a:pt x="123140" y="23733"/>
                        <a:pt x="123588" y="24628"/>
                        <a:pt x="123140" y="25524"/>
                      </a:cubicBezTo>
                      <a:lnTo>
                        <a:pt x="116423" y="43435"/>
                      </a:lnTo>
                      <a:lnTo>
                        <a:pt x="120006" y="54629"/>
                      </a:lnTo>
                      <a:lnTo>
                        <a:pt x="137469" y="60451"/>
                      </a:lnTo>
                      <a:cubicBezTo>
                        <a:pt x="138365" y="60898"/>
                        <a:pt x="138812" y="61794"/>
                        <a:pt x="138812" y="62689"/>
                      </a:cubicBezTo>
                      <a:lnTo>
                        <a:pt x="138812" y="76123"/>
                      </a:lnTo>
                      <a:cubicBezTo>
                        <a:pt x="138812" y="77019"/>
                        <a:pt x="138365" y="77914"/>
                        <a:pt x="137469" y="78362"/>
                      </a:cubicBezTo>
                      <a:lnTo>
                        <a:pt x="120006" y="84183"/>
                      </a:lnTo>
                      <a:lnTo>
                        <a:pt x="116423" y="95378"/>
                      </a:lnTo>
                      <a:lnTo>
                        <a:pt x="123140" y="113289"/>
                      </a:lnTo>
                      <a:cubicBezTo>
                        <a:pt x="123588" y="114184"/>
                        <a:pt x="123140" y="115080"/>
                        <a:pt x="122692" y="115528"/>
                      </a:cubicBezTo>
                      <a:lnTo>
                        <a:pt x="115528" y="122692"/>
                      </a:lnTo>
                      <a:cubicBezTo>
                        <a:pt x="115080" y="123140"/>
                        <a:pt x="114184" y="123588"/>
                        <a:pt x="113289" y="123140"/>
                      </a:cubicBezTo>
                      <a:lnTo>
                        <a:pt x="95378" y="116423"/>
                      </a:lnTo>
                      <a:lnTo>
                        <a:pt x="84183" y="120006"/>
                      </a:lnTo>
                      <a:lnTo>
                        <a:pt x="78362" y="137469"/>
                      </a:lnTo>
                      <a:cubicBezTo>
                        <a:pt x="77914" y="138365"/>
                        <a:pt x="77019" y="138812"/>
                        <a:pt x="76123" y="138812"/>
                      </a:cubicBezTo>
                      <a:close/>
                      <a:moveTo>
                        <a:pt x="64481" y="134335"/>
                      </a:moveTo>
                      <a:lnTo>
                        <a:pt x="74780" y="134335"/>
                      </a:lnTo>
                      <a:lnTo>
                        <a:pt x="80601" y="117319"/>
                      </a:lnTo>
                      <a:cubicBezTo>
                        <a:pt x="81049" y="116871"/>
                        <a:pt x="81496" y="115976"/>
                        <a:pt x="81944" y="115976"/>
                      </a:cubicBezTo>
                      <a:lnTo>
                        <a:pt x="94930" y="111945"/>
                      </a:lnTo>
                      <a:cubicBezTo>
                        <a:pt x="95378" y="111945"/>
                        <a:pt x="95825" y="111945"/>
                        <a:pt x="96273" y="111945"/>
                      </a:cubicBezTo>
                      <a:lnTo>
                        <a:pt x="113737" y="118214"/>
                      </a:lnTo>
                      <a:lnTo>
                        <a:pt x="118662" y="113289"/>
                      </a:lnTo>
                      <a:lnTo>
                        <a:pt x="112393" y="95825"/>
                      </a:lnTo>
                      <a:cubicBezTo>
                        <a:pt x="112393" y="95378"/>
                        <a:pt x="112393" y="94930"/>
                        <a:pt x="112393" y="94482"/>
                      </a:cubicBezTo>
                      <a:lnTo>
                        <a:pt x="116423" y="81496"/>
                      </a:lnTo>
                      <a:cubicBezTo>
                        <a:pt x="116423" y="80601"/>
                        <a:pt x="117319" y="80153"/>
                        <a:pt x="117767" y="80153"/>
                      </a:cubicBezTo>
                      <a:lnTo>
                        <a:pt x="134782" y="74332"/>
                      </a:lnTo>
                      <a:lnTo>
                        <a:pt x="134782" y="64033"/>
                      </a:lnTo>
                      <a:lnTo>
                        <a:pt x="117767" y="58212"/>
                      </a:lnTo>
                      <a:cubicBezTo>
                        <a:pt x="117319" y="57764"/>
                        <a:pt x="116423" y="57316"/>
                        <a:pt x="116423" y="56868"/>
                      </a:cubicBezTo>
                      <a:lnTo>
                        <a:pt x="112393" y="43883"/>
                      </a:lnTo>
                      <a:cubicBezTo>
                        <a:pt x="112393" y="43435"/>
                        <a:pt x="112393" y="42987"/>
                        <a:pt x="112393" y="42539"/>
                      </a:cubicBezTo>
                      <a:lnTo>
                        <a:pt x="118662" y="25076"/>
                      </a:lnTo>
                      <a:lnTo>
                        <a:pt x="113737" y="20150"/>
                      </a:lnTo>
                      <a:lnTo>
                        <a:pt x="96273" y="26419"/>
                      </a:lnTo>
                      <a:cubicBezTo>
                        <a:pt x="95825" y="26419"/>
                        <a:pt x="95378" y="26419"/>
                        <a:pt x="94930" y="26419"/>
                      </a:cubicBezTo>
                      <a:lnTo>
                        <a:pt x="81944" y="22389"/>
                      </a:lnTo>
                      <a:cubicBezTo>
                        <a:pt x="81049" y="22389"/>
                        <a:pt x="80601" y="21494"/>
                        <a:pt x="80601" y="21046"/>
                      </a:cubicBezTo>
                      <a:lnTo>
                        <a:pt x="74780" y="4030"/>
                      </a:lnTo>
                      <a:lnTo>
                        <a:pt x="64481" y="4030"/>
                      </a:lnTo>
                      <a:lnTo>
                        <a:pt x="58659" y="21046"/>
                      </a:lnTo>
                      <a:cubicBezTo>
                        <a:pt x="58212" y="21494"/>
                        <a:pt x="57764" y="22389"/>
                        <a:pt x="57316" y="22389"/>
                      </a:cubicBezTo>
                      <a:lnTo>
                        <a:pt x="44331" y="26419"/>
                      </a:lnTo>
                      <a:cubicBezTo>
                        <a:pt x="43883" y="26419"/>
                        <a:pt x="43435" y="26419"/>
                        <a:pt x="42987" y="26419"/>
                      </a:cubicBezTo>
                      <a:lnTo>
                        <a:pt x="25524" y="20150"/>
                      </a:lnTo>
                      <a:lnTo>
                        <a:pt x="20598" y="25076"/>
                      </a:lnTo>
                      <a:lnTo>
                        <a:pt x="26867" y="42539"/>
                      </a:lnTo>
                      <a:cubicBezTo>
                        <a:pt x="26867" y="42987"/>
                        <a:pt x="26867" y="43435"/>
                        <a:pt x="26867" y="43883"/>
                      </a:cubicBezTo>
                      <a:lnTo>
                        <a:pt x="22837" y="56868"/>
                      </a:lnTo>
                      <a:cubicBezTo>
                        <a:pt x="22837" y="57764"/>
                        <a:pt x="21941" y="58212"/>
                        <a:pt x="21494" y="58212"/>
                      </a:cubicBezTo>
                      <a:lnTo>
                        <a:pt x="4478" y="64033"/>
                      </a:lnTo>
                      <a:lnTo>
                        <a:pt x="4478" y="74332"/>
                      </a:lnTo>
                      <a:lnTo>
                        <a:pt x="21494" y="80153"/>
                      </a:lnTo>
                      <a:cubicBezTo>
                        <a:pt x="21941" y="80601"/>
                        <a:pt x="22837" y="81049"/>
                        <a:pt x="22837" y="81496"/>
                      </a:cubicBezTo>
                      <a:lnTo>
                        <a:pt x="26867" y="94482"/>
                      </a:lnTo>
                      <a:cubicBezTo>
                        <a:pt x="26867" y="94930"/>
                        <a:pt x="26867" y="95378"/>
                        <a:pt x="26867" y="95825"/>
                      </a:cubicBezTo>
                      <a:lnTo>
                        <a:pt x="20598" y="113289"/>
                      </a:lnTo>
                      <a:lnTo>
                        <a:pt x="25524" y="118214"/>
                      </a:lnTo>
                      <a:lnTo>
                        <a:pt x="42987" y="111945"/>
                      </a:lnTo>
                      <a:cubicBezTo>
                        <a:pt x="43435" y="111945"/>
                        <a:pt x="43883" y="111945"/>
                        <a:pt x="44331" y="111945"/>
                      </a:cubicBezTo>
                      <a:lnTo>
                        <a:pt x="57316" y="115976"/>
                      </a:lnTo>
                      <a:cubicBezTo>
                        <a:pt x="58212" y="115976"/>
                        <a:pt x="58659" y="116871"/>
                        <a:pt x="58659" y="117319"/>
                      </a:cubicBezTo>
                      <a:lnTo>
                        <a:pt x="64481" y="13433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620" name="Freeform: Shape 4516">
                <a:extLst>
                  <a:ext uri="{FF2B5EF4-FFF2-40B4-BE49-F238E27FC236}">
                    <a16:creationId xmlns:a16="http://schemas.microsoft.com/office/drawing/2014/main" id="{8A889FCB-6206-6FAB-6204-DAA4A7E34725}"/>
                  </a:ext>
                  <a:ext uri="{C183D7F6-B498-43B3-948B-1728B52AA6E4}">
                    <adec:decorative xmlns:adec="http://schemas.microsoft.com/office/drawing/2017/decorative" val="1"/>
                  </a:ext>
                </a:extLst>
              </p:cNvPr>
              <p:cNvSpPr>
                <a:spLocks noChangeAspect="1"/>
              </p:cNvSpPr>
              <p:nvPr/>
            </p:nvSpPr>
            <p:spPr>
              <a:xfrm>
                <a:off x="2127997" y="5595899"/>
                <a:ext cx="143290" cy="111945"/>
              </a:xfrm>
              <a:custGeom>
                <a:avLst/>
                <a:gdLst>
                  <a:gd name="connsiteX0" fmla="*/ 138365 w 143290"/>
                  <a:gd name="connsiteY0" fmla="*/ 109707 h 111945"/>
                  <a:gd name="connsiteX1" fmla="*/ 105229 w 143290"/>
                  <a:gd name="connsiteY1" fmla="*/ 109707 h 111945"/>
                  <a:gd name="connsiteX2" fmla="*/ 117319 w 143290"/>
                  <a:gd name="connsiteY2" fmla="*/ 83735 h 111945"/>
                  <a:gd name="connsiteX3" fmla="*/ 143290 w 143290"/>
                  <a:gd name="connsiteY3" fmla="*/ 64480 h 111945"/>
                  <a:gd name="connsiteX4" fmla="*/ 124483 w 143290"/>
                  <a:gd name="connsiteY4" fmla="*/ 45674 h 111945"/>
                  <a:gd name="connsiteX5" fmla="*/ 125379 w 143290"/>
                  <a:gd name="connsiteY5" fmla="*/ 38061 h 111945"/>
                  <a:gd name="connsiteX6" fmla="*/ 124931 w 143290"/>
                  <a:gd name="connsiteY6" fmla="*/ 36270 h 111945"/>
                  <a:gd name="connsiteX7" fmla="*/ 123140 w 143290"/>
                  <a:gd name="connsiteY7" fmla="*/ 35375 h 111945"/>
                  <a:gd name="connsiteX8" fmla="*/ 91348 w 143290"/>
                  <a:gd name="connsiteY8" fmla="*/ 35375 h 111945"/>
                  <a:gd name="connsiteX9" fmla="*/ 79257 w 143290"/>
                  <a:gd name="connsiteY9" fmla="*/ 24180 h 111945"/>
                  <a:gd name="connsiteX10" fmla="*/ 81049 w 143290"/>
                  <a:gd name="connsiteY10" fmla="*/ 18359 h 111945"/>
                  <a:gd name="connsiteX11" fmla="*/ 85079 w 143290"/>
                  <a:gd name="connsiteY11" fmla="*/ 12090 h 111945"/>
                  <a:gd name="connsiteX12" fmla="*/ 86422 w 143290"/>
                  <a:gd name="connsiteY12" fmla="*/ 7612 h 111945"/>
                  <a:gd name="connsiteX13" fmla="*/ 77019 w 143290"/>
                  <a:gd name="connsiteY13" fmla="*/ 0 h 111945"/>
                  <a:gd name="connsiteX14" fmla="*/ 74780 w 143290"/>
                  <a:gd name="connsiteY14" fmla="*/ 2239 h 111945"/>
                  <a:gd name="connsiteX15" fmla="*/ 77019 w 143290"/>
                  <a:gd name="connsiteY15" fmla="*/ 4478 h 111945"/>
                  <a:gd name="connsiteX16" fmla="*/ 81944 w 143290"/>
                  <a:gd name="connsiteY16" fmla="*/ 7612 h 111945"/>
                  <a:gd name="connsiteX17" fmla="*/ 81496 w 143290"/>
                  <a:gd name="connsiteY17" fmla="*/ 9851 h 111945"/>
                  <a:gd name="connsiteX18" fmla="*/ 77466 w 143290"/>
                  <a:gd name="connsiteY18" fmla="*/ 16120 h 111945"/>
                  <a:gd name="connsiteX19" fmla="*/ 75227 w 143290"/>
                  <a:gd name="connsiteY19" fmla="*/ 24180 h 111945"/>
                  <a:gd name="connsiteX20" fmla="*/ 80153 w 143290"/>
                  <a:gd name="connsiteY20" fmla="*/ 35375 h 111945"/>
                  <a:gd name="connsiteX21" fmla="*/ 63137 w 143290"/>
                  <a:gd name="connsiteY21" fmla="*/ 35375 h 111945"/>
                  <a:gd name="connsiteX22" fmla="*/ 51047 w 143290"/>
                  <a:gd name="connsiteY22" fmla="*/ 24180 h 111945"/>
                  <a:gd name="connsiteX23" fmla="*/ 52838 w 143290"/>
                  <a:gd name="connsiteY23" fmla="*/ 18359 h 111945"/>
                  <a:gd name="connsiteX24" fmla="*/ 56868 w 143290"/>
                  <a:gd name="connsiteY24" fmla="*/ 12090 h 111945"/>
                  <a:gd name="connsiteX25" fmla="*/ 58212 w 143290"/>
                  <a:gd name="connsiteY25" fmla="*/ 7612 h 111945"/>
                  <a:gd name="connsiteX26" fmla="*/ 48808 w 143290"/>
                  <a:gd name="connsiteY26" fmla="*/ 0 h 111945"/>
                  <a:gd name="connsiteX27" fmla="*/ 46569 w 143290"/>
                  <a:gd name="connsiteY27" fmla="*/ 2239 h 111945"/>
                  <a:gd name="connsiteX28" fmla="*/ 48808 w 143290"/>
                  <a:gd name="connsiteY28" fmla="*/ 4478 h 111945"/>
                  <a:gd name="connsiteX29" fmla="*/ 53734 w 143290"/>
                  <a:gd name="connsiteY29" fmla="*/ 7612 h 111945"/>
                  <a:gd name="connsiteX30" fmla="*/ 53286 w 143290"/>
                  <a:gd name="connsiteY30" fmla="*/ 9851 h 111945"/>
                  <a:gd name="connsiteX31" fmla="*/ 49256 w 143290"/>
                  <a:gd name="connsiteY31" fmla="*/ 16120 h 111945"/>
                  <a:gd name="connsiteX32" fmla="*/ 47017 w 143290"/>
                  <a:gd name="connsiteY32" fmla="*/ 24180 h 111945"/>
                  <a:gd name="connsiteX33" fmla="*/ 51943 w 143290"/>
                  <a:gd name="connsiteY33" fmla="*/ 35375 h 111945"/>
                  <a:gd name="connsiteX34" fmla="*/ 20150 w 143290"/>
                  <a:gd name="connsiteY34" fmla="*/ 35375 h 111945"/>
                  <a:gd name="connsiteX35" fmla="*/ 18359 w 143290"/>
                  <a:gd name="connsiteY35" fmla="*/ 36270 h 111945"/>
                  <a:gd name="connsiteX36" fmla="*/ 17911 w 143290"/>
                  <a:gd name="connsiteY36" fmla="*/ 38061 h 111945"/>
                  <a:gd name="connsiteX37" fmla="*/ 35375 w 143290"/>
                  <a:gd name="connsiteY37" fmla="*/ 109707 h 111945"/>
                  <a:gd name="connsiteX38" fmla="*/ 2239 w 143290"/>
                  <a:gd name="connsiteY38" fmla="*/ 109707 h 111945"/>
                  <a:gd name="connsiteX39" fmla="*/ 0 w 143290"/>
                  <a:gd name="connsiteY39" fmla="*/ 111945 h 111945"/>
                  <a:gd name="connsiteX40" fmla="*/ 2239 w 143290"/>
                  <a:gd name="connsiteY40" fmla="*/ 114184 h 111945"/>
                  <a:gd name="connsiteX41" fmla="*/ 139708 w 143290"/>
                  <a:gd name="connsiteY41" fmla="*/ 114184 h 111945"/>
                  <a:gd name="connsiteX42" fmla="*/ 141947 w 143290"/>
                  <a:gd name="connsiteY42" fmla="*/ 111945 h 111945"/>
                  <a:gd name="connsiteX43" fmla="*/ 138365 w 143290"/>
                  <a:gd name="connsiteY43" fmla="*/ 109707 h 111945"/>
                  <a:gd name="connsiteX44" fmla="*/ 138812 w 143290"/>
                  <a:gd name="connsiteY44" fmla="*/ 64928 h 111945"/>
                  <a:gd name="connsiteX45" fmla="*/ 118662 w 143290"/>
                  <a:gd name="connsiteY45" fmla="*/ 79705 h 111945"/>
                  <a:gd name="connsiteX46" fmla="*/ 124036 w 143290"/>
                  <a:gd name="connsiteY46" fmla="*/ 50599 h 111945"/>
                  <a:gd name="connsiteX47" fmla="*/ 138812 w 143290"/>
                  <a:gd name="connsiteY47" fmla="*/ 64928 h 111945"/>
                  <a:gd name="connsiteX48" fmla="*/ 120453 w 143290"/>
                  <a:gd name="connsiteY48" fmla="*/ 40300 h 111945"/>
                  <a:gd name="connsiteX49" fmla="*/ 96273 w 143290"/>
                  <a:gd name="connsiteY49" fmla="*/ 109707 h 111945"/>
                  <a:gd name="connsiteX50" fmla="*/ 42987 w 143290"/>
                  <a:gd name="connsiteY50" fmla="*/ 109707 h 111945"/>
                  <a:gd name="connsiteX51" fmla="*/ 21494 w 143290"/>
                  <a:gd name="connsiteY51" fmla="*/ 40300 h 111945"/>
                  <a:gd name="connsiteX52" fmla="*/ 120453 w 143290"/>
                  <a:gd name="connsiteY52" fmla="*/ 40300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3290" h="111945">
                    <a:moveTo>
                      <a:pt x="138365" y="109707"/>
                    </a:moveTo>
                    <a:lnTo>
                      <a:pt x="105229" y="109707"/>
                    </a:lnTo>
                    <a:cubicBezTo>
                      <a:pt x="110602" y="104333"/>
                      <a:pt x="114184" y="94482"/>
                      <a:pt x="117319" y="83735"/>
                    </a:cubicBezTo>
                    <a:cubicBezTo>
                      <a:pt x="129857" y="83735"/>
                      <a:pt x="143290" y="78809"/>
                      <a:pt x="143290" y="64480"/>
                    </a:cubicBezTo>
                    <a:cubicBezTo>
                      <a:pt x="143290" y="54629"/>
                      <a:pt x="134782" y="46121"/>
                      <a:pt x="124483" y="45674"/>
                    </a:cubicBezTo>
                    <a:cubicBezTo>
                      <a:pt x="124931" y="42091"/>
                      <a:pt x="125379" y="38957"/>
                      <a:pt x="125379" y="38061"/>
                    </a:cubicBezTo>
                    <a:cubicBezTo>
                      <a:pt x="125379" y="37614"/>
                      <a:pt x="125379" y="36718"/>
                      <a:pt x="124931" y="36270"/>
                    </a:cubicBezTo>
                    <a:cubicBezTo>
                      <a:pt x="124483" y="35823"/>
                      <a:pt x="124036" y="35375"/>
                      <a:pt x="123140" y="35375"/>
                    </a:cubicBezTo>
                    <a:lnTo>
                      <a:pt x="91348" y="35375"/>
                    </a:lnTo>
                    <a:cubicBezTo>
                      <a:pt x="84631" y="35375"/>
                      <a:pt x="79257" y="30449"/>
                      <a:pt x="79257" y="24180"/>
                    </a:cubicBezTo>
                    <a:cubicBezTo>
                      <a:pt x="79257" y="22389"/>
                      <a:pt x="79705" y="20150"/>
                      <a:pt x="81049" y="18359"/>
                    </a:cubicBezTo>
                    <a:lnTo>
                      <a:pt x="85079" y="12090"/>
                    </a:lnTo>
                    <a:cubicBezTo>
                      <a:pt x="85974" y="10747"/>
                      <a:pt x="86422" y="8956"/>
                      <a:pt x="86422" y="7612"/>
                    </a:cubicBezTo>
                    <a:cubicBezTo>
                      <a:pt x="86422" y="3134"/>
                      <a:pt x="82392" y="0"/>
                      <a:pt x="77019" y="0"/>
                    </a:cubicBezTo>
                    <a:cubicBezTo>
                      <a:pt x="75675" y="0"/>
                      <a:pt x="74780" y="895"/>
                      <a:pt x="74780" y="2239"/>
                    </a:cubicBezTo>
                    <a:cubicBezTo>
                      <a:pt x="74780" y="3582"/>
                      <a:pt x="75675" y="4478"/>
                      <a:pt x="77019" y="4478"/>
                    </a:cubicBezTo>
                    <a:cubicBezTo>
                      <a:pt x="78362" y="4478"/>
                      <a:pt x="81944" y="4925"/>
                      <a:pt x="81944" y="7612"/>
                    </a:cubicBezTo>
                    <a:cubicBezTo>
                      <a:pt x="81944" y="8508"/>
                      <a:pt x="81496" y="8956"/>
                      <a:pt x="81496" y="9851"/>
                    </a:cubicBezTo>
                    <a:lnTo>
                      <a:pt x="77466" y="16120"/>
                    </a:lnTo>
                    <a:cubicBezTo>
                      <a:pt x="75675" y="18359"/>
                      <a:pt x="75227" y="21493"/>
                      <a:pt x="75227" y="24180"/>
                    </a:cubicBezTo>
                    <a:cubicBezTo>
                      <a:pt x="75227" y="28658"/>
                      <a:pt x="77019" y="32240"/>
                      <a:pt x="80153" y="35375"/>
                    </a:cubicBezTo>
                    <a:lnTo>
                      <a:pt x="63137" y="35375"/>
                    </a:lnTo>
                    <a:cubicBezTo>
                      <a:pt x="56421" y="35375"/>
                      <a:pt x="51047" y="30449"/>
                      <a:pt x="51047" y="24180"/>
                    </a:cubicBezTo>
                    <a:cubicBezTo>
                      <a:pt x="51047" y="22389"/>
                      <a:pt x="51495" y="20150"/>
                      <a:pt x="52838" y="18359"/>
                    </a:cubicBezTo>
                    <a:lnTo>
                      <a:pt x="56868" y="12090"/>
                    </a:lnTo>
                    <a:cubicBezTo>
                      <a:pt x="57764" y="10747"/>
                      <a:pt x="58212" y="8956"/>
                      <a:pt x="58212" y="7612"/>
                    </a:cubicBezTo>
                    <a:cubicBezTo>
                      <a:pt x="58212" y="3134"/>
                      <a:pt x="54182" y="0"/>
                      <a:pt x="48808" y="0"/>
                    </a:cubicBezTo>
                    <a:cubicBezTo>
                      <a:pt x="47465" y="0"/>
                      <a:pt x="46569" y="895"/>
                      <a:pt x="46569" y="2239"/>
                    </a:cubicBezTo>
                    <a:cubicBezTo>
                      <a:pt x="46569" y="3582"/>
                      <a:pt x="47465" y="4478"/>
                      <a:pt x="48808" y="4478"/>
                    </a:cubicBezTo>
                    <a:cubicBezTo>
                      <a:pt x="50152" y="4478"/>
                      <a:pt x="53734" y="4925"/>
                      <a:pt x="53734" y="7612"/>
                    </a:cubicBezTo>
                    <a:cubicBezTo>
                      <a:pt x="53734" y="8508"/>
                      <a:pt x="53286" y="8956"/>
                      <a:pt x="53286" y="9851"/>
                    </a:cubicBezTo>
                    <a:lnTo>
                      <a:pt x="49256" y="16120"/>
                    </a:lnTo>
                    <a:cubicBezTo>
                      <a:pt x="47465" y="18359"/>
                      <a:pt x="47017" y="21493"/>
                      <a:pt x="47017" y="24180"/>
                    </a:cubicBezTo>
                    <a:cubicBezTo>
                      <a:pt x="47017" y="28658"/>
                      <a:pt x="48808" y="32240"/>
                      <a:pt x="51943" y="35375"/>
                    </a:cubicBezTo>
                    <a:lnTo>
                      <a:pt x="20150" y="35375"/>
                    </a:lnTo>
                    <a:cubicBezTo>
                      <a:pt x="19703" y="35375"/>
                      <a:pt x="18807" y="35823"/>
                      <a:pt x="18359" y="36270"/>
                    </a:cubicBezTo>
                    <a:cubicBezTo>
                      <a:pt x="17911" y="36718"/>
                      <a:pt x="17911" y="37166"/>
                      <a:pt x="17911" y="38061"/>
                    </a:cubicBezTo>
                    <a:cubicBezTo>
                      <a:pt x="18359" y="44778"/>
                      <a:pt x="21046" y="94482"/>
                      <a:pt x="35375" y="109707"/>
                    </a:cubicBezTo>
                    <a:lnTo>
                      <a:pt x="2239" y="109707"/>
                    </a:lnTo>
                    <a:cubicBezTo>
                      <a:pt x="896" y="109707"/>
                      <a:pt x="0" y="110602"/>
                      <a:pt x="0" y="111945"/>
                    </a:cubicBezTo>
                    <a:cubicBezTo>
                      <a:pt x="0" y="113289"/>
                      <a:pt x="896" y="114184"/>
                      <a:pt x="2239" y="114184"/>
                    </a:cubicBezTo>
                    <a:lnTo>
                      <a:pt x="139708" y="114184"/>
                    </a:lnTo>
                    <a:cubicBezTo>
                      <a:pt x="141051" y="114184"/>
                      <a:pt x="141947" y="113289"/>
                      <a:pt x="141947" y="111945"/>
                    </a:cubicBezTo>
                    <a:cubicBezTo>
                      <a:pt x="140604" y="111050"/>
                      <a:pt x="139708" y="109707"/>
                      <a:pt x="138365" y="109707"/>
                    </a:cubicBezTo>
                    <a:close/>
                    <a:moveTo>
                      <a:pt x="138812" y="64928"/>
                    </a:moveTo>
                    <a:cubicBezTo>
                      <a:pt x="138812" y="77466"/>
                      <a:pt x="124931" y="79257"/>
                      <a:pt x="118662" y="79705"/>
                    </a:cubicBezTo>
                    <a:cubicBezTo>
                      <a:pt x="121349" y="69406"/>
                      <a:pt x="123140" y="58659"/>
                      <a:pt x="124036" y="50599"/>
                    </a:cubicBezTo>
                    <a:cubicBezTo>
                      <a:pt x="132096" y="51047"/>
                      <a:pt x="138812" y="57316"/>
                      <a:pt x="138812" y="64928"/>
                    </a:cubicBezTo>
                    <a:close/>
                    <a:moveTo>
                      <a:pt x="120453" y="40300"/>
                    </a:moveTo>
                    <a:cubicBezTo>
                      <a:pt x="117767" y="68063"/>
                      <a:pt x="109259" y="109707"/>
                      <a:pt x="96273" y="109707"/>
                    </a:cubicBezTo>
                    <a:lnTo>
                      <a:pt x="42987" y="109707"/>
                    </a:lnTo>
                    <a:cubicBezTo>
                      <a:pt x="30001" y="109707"/>
                      <a:pt x="22837" y="68063"/>
                      <a:pt x="21494" y="40300"/>
                    </a:cubicBezTo>
                    <a:lnTo>
                      <a:pt x="120453" y="4030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621" name="Group 4517">
                <a:extLst>
                  <a:ext uri="{FF2B5EF4-FFF2-40B4-BE49-F238E27FC236}">
                    <a16:creationId xmlns:a16="http://schemas.microsoft.com/office/drawing/2014/main" id="{D0958925-D33A-4D0A-9809-C686F5AE9528}"/>
                  </a:ext>
                  <a:ext uri="{C183D7F6-B498-43B3-948B-1728B52AA6E4}">
                    <adec:decorative xmlns:adec="http://schemas.microsoft.com/office/drawing/2017/decorative" val="1"/>
                  </a:ext>
                </a:extLst>
              </p:cNvPr>
              <p:cNvGrpSpPr>
                <a:grpSpLocks noChangeAspect="1"/>
              </p:cNvGrpSpPr>
              <p:nvPr/>
            </p:nvGrpSpPr>
            <p:grpSpPr>
              <a:xfrm>
                <a:off x="3172225" y="5571718"/>
                <a:ext cx="125379" cy="152246"/>
                <a:chOff x="3223546" y="4840606"/>
                <a:chExt cx="125379" cy="152246"/>
              </a:xfrm>
            </p:grpSpPr>
            <p:sp>
              <p:nvSpPr>
                <p:cNvPr id="622" name="Freeform: Shape 4518">
                  <a:extLst>
                    <a:ext uri="{FF2B5EF4-FFF2-40B4-BE49-F238E27FC236}">
                      <a16:creationId xmlns:a16="http://schemas.microsoft.com/office/drawing/2014/main" id="{B2BAA47C-EE77-FD5A-BC6A-3CD707979CA6}"/>
                    </a:ext>
                  </a:extLst>
                </p:cNvPr>
                <p:cNvSpPr/>
                <p:nvPr/>
              </p:nvSpPr>
              <p:spPr>
                <a:xfrm>
                  <a:off x="3223546" y="4840606"/>
                  <a:ext cx="125379" cy="152246"/>
                </a:xfrm>
                <a:custGeom>
                  <a:avLst/>
                  <a:gdLst>
                    <a:gd name="connsiteX0" fmla="*/ 124483 w 125378"/>
                    <a:gd name="connsiteY0" fmla="*/ 25971 h 152245"/>
                    <a:gd name="connsiteX1" fmla="*/ 95825 w 125378"/>
                    <a:gd name="connsiteY1" fmla="*/ 448 h 152245"/>
                    <a:gd name="connsiteX2" fmla="*/ 94482 w 125378"/>
                    <a:gd name="connsiteY2" fmla="*/ 0 h 152245"/>
                    <a:gd name="connsiteX3" fmla="*/ 13881 w 125378"/>
                    <a:gd name="connsiteY3" fmla="*/ 0 h 152245"/>
                    <a:gd name="connsiteX4" fmla="*/ 0 w 125378"/>
                    <a:gd name="connsiteY4" fmla="*/ 12538 h 152245"/>
                    <a:gd name="connsiteX5" fmla="*/ 0 w 125378"/>
                    <a:gd name="connsiteY5" fmla="*/ 139708 h 152245"/>
                    <a:gd name="connsiteX6" fmla="*/ 13881 w 125378"/>
                    <a:gd name="connsiteY6" fmla="*/ 152246 h 152245"/>
                    <a:gd name="connsiteX7" fmla="*/ 111945 w 125378"/>
                    <a:gd name="connsiteY7" fmla="*/ 152246 h 152245"/>
                    <a:gd name="connsiteX8" fmla="*/ 125827 w 125378"/>
                    <a:gd name="connsiteY8" fmla="*/ 139708 h 152245"/>
                    <a:gd name="connsiteX9" fmla="*/ 125827 w 125378"/>
                    <a:gd name="connsiteY9" fmla="*/ 27763 h 152245"/>
                    <a:gd name="connsiteX10" fmla="*/ 124483 w 125378"/>
                    <a:gd name="connsiteY10" fmla="*/ 25971 h 152245"/>
                    <a:gd name="connsiteX11" fmla="*/ 120453 w 125378"/>
                    <a:gd name="connsiteY11" fmla="*/ 139708 h 152245"/>
                    <a:gd name="connsiteX12" fmla="*/ 111050 w 125378"/>
                    <a:gd name="connsiteY12" fmla="*/ 147768 h 152245"/>
                    <a:gd name="connsiteX13" fmla="*/ 12986 w 125378"/>
                    <a:gd name="connsiteY13" fmla="*/ 147768 h 152245"/>
                    <a:gd name="connsiteX14" fmla="*/ 3582 w 125378"/>
                    <a:gd name="connsiteY14" fmla="*/ 139708 h 152245"/>
                    <a:gd name="connsiteX15" fmla="*/ 3582 w 125378"/>
                    <a:gd name="connsiteY15" fmla="*/ 12538 h 152245"/>
                    <a:gd name="connsiteX16" fmla="*/ 12986 w 125378"/>
                    <a:gd name="connsiteY16" fmla="*/ 4478 h 152245"/>
                    <a:gd name="connsiteX17" fmla="*/ 92691 w 125378"/>
                    <a:gd name="connsiteY17" fmla="*/ 4478 h 152245"/>
                    <a:gd name="connsiteX18" fmla="*/ 120005 w 125378"/>
                    <a:gd name="connsiteY18" fmla="*/ 28658 h 152245"/>
                    <a:gd name="connsiteX19" fmla="*/ 120005 w 125378"/>
                    <a:gd name="connsiteY19" fmla="*/ 13970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378" h="152245">
                      <a:moveTo>
                        <a:pt x="124483" y="25971"/>
                      </a:moveTo>
                      <a:lnTo>
                        <a:pt x="95825" y="448"/>
                      </a:lnTo>
                      <a:cubicBezTo>
                        <a:pt x="95377" y="0"/>
                        <a:pt x="94930" y="0"/>
                        <a:pt x="94482" y="0"/>
                      </a:cubicBezTo>
                      <a:lnTo>
                        <a:pt x="13881" y="0"/>
                      </a:lnTo>
                      <a:cubicBezTo>
                        <a:pt x="6269" y="0"/>
                        <a:pt x="0" y="5373"/>
                        <a:pt x="0" y="12538"/>
                      </a:cubicBezTo>
                      <a:lnTo>
                        <a:pt x="0" y="139708"/>
                      </a:lnTo>
                      <a:cubicBezTo>
                        <a:pt x="0" y="146425"/>
                        <a:pt x="6269" y="152246"/>
                        <a:pt x="13881" y="152246"/>
                      </a:cubicBezTo>
                      <a:lnTo>
                        <a:pt x="111945" y="152246"/>
                      </a:lnTo>
                      <a:cubicBezTo>
                        <a:pt x="119558" y="152246"/>
                        <a:pt x="125827" y="146872"/>
                        <a:pt x="125827" y="139708"/>
                      </a:cubicBezTo>
                      <a:lnTo>
                        <a:pt x="125827" y="27763"/>
                      </a:lnTo>
                      <a:cubicBezTo>
                        <a:pt x="124931" y="26867"/>
                        <a:pt x="124931" y="26419"/>
                        <a:pt x="124483" y="25971"/>
                      </a:cubicBezTo>
                      <a:close/>
                      <a:moveTo>
                        <a:pt x="120453" y="139708"/>
                      </a:moveTo>
                      <a:cubicBezTo>
                        <a:pt x="120453" y="144186"/>
                        <a:pt x="116423" y="147768"/>
                        <a:pt x="111050" y="147768"/>
                      </a:cubicBezTo>
                      <a:lnTo>
                        <a:pt x="12986" y="147768"/>
                      </a:lnTo>
                      <a:cubicBezTo>
                        <a:pt x="8060" y="147768"/>
                        <a:pt x="3582" y="144186"/>
                        <a:pt x="3582" y="139708"/>
                      </a:cubicBezTo>
                      <a:lnTo>
                        <a:pt x="3582" y="12538"/>
                      </a:lnTo>
                      <a:cubicBezTo>
                        <a:pt x="3582" y="8060"/>
                        <a:pt x="7612" y="4478"/>
                        <a:pt x="12986" y="4478"/>
                      </a:cubicBezTo>
                      <a:lnTo>
                        <a:pt x="92691" y="4478"/>
                      </a:lnTo>
                      <a:lnTo>
                        <a:pt x="120005" y="28658"/>
                      </a:lnTo>
                      <a:lnTo>
                        <a:pt x="120005" y="13970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23" name="Freeform: Shape 4519">
                  <a:extLst>
                    <a:ext uri="{FF2B5EF4-FFF2-40B4-BE49-F238E27FC236}">
                      <a16:creationId xmlns:a16="http://schemas.microsoft.com/office/drawing/2014/main" id="{4D7512A0-C7FD-9AFE-21E5-63378FFA57F6}"/>
                    </a:ext>
                  </a:extLst>
                </p:cNvPr>
                <p:cNvSpPr/>
                <p:nvPr/>
              </p:nvSpPr>
              <p:spPr>
                <a:xfrm>
                  <a:off x="3240561" y="4903296"/>
                  <a:ext cx="89556" cy="71645"/>
                </a:xfrm>
                <a:custGeom>
                  <a:avLst/>
                  <a:gdLst>
                    <a:gd name="connsiteX0" fmla="*/ 32688 w 89556"/>
                    <a:gd name="connsiteY0" fmla="*/ 0 h 71645"/>
                    <a:gd name="connsiteX1" fmla="*/ 8060 w 89556"/>
                    <a:gd name="connsiteY1" fmla="*/ 0 h 71645"/>
                    <a:gd name="connsiteX2" fmla="*/ 0 w 89556"/>
                    <a:gd name="connsiteY2" fmla="*/ 7164 h 71645"/>
                    <a:gd name="connsiteX3" fmla="*/ 0 w 89556"/>
                    <a:gd name="connsiteY3" fmla="*/ 46569 h 71645"/>
                    <a:gd name="connsiteX4" fmla="*/ 0 w 89556"/>
                    <a:gd name="connsiteY4" fmla="*/ 46569 h 71645"/>
                    <a:gd name="connsiteX5" fmla="*/ 0 w 89556"/>
                    <a:gd name="connsiteY5" fmla="*/ 68063 h 71645"/>
                    <a:gd name="connsiteX6" fmla="*/ 0 w 89556"/>
                    <a:gd name="connsiteY6" fmla="*/ 68063 h 71645"/>
                    <a:gd name="connsiteX7" fmla="*/ 0 w 89556"/>
                    <a:gd name="connsiteY7" fmla="*/ 68063 h 71645"/>
                    <a:gd name="connsiteX8" fmla="*/ 8060 w 89556"/>
                    <a:gd name="connsiteY8" fmla="*/ 75227 h 71645"/>
                    <a:gd name="connsiteX9" fmla="*/ 8060 w 89556"/>
                    <a:gd name="connsiteY9" fmla="*/ 75227 h 71645"/>
                    <a:gd name="connsiteX10" fmla="*/ 8508 w 89556"/>
                    <a:gd name="connsiteY10" fmla="*/ 75227 h 71645"/>
                    <a:gd name="connsiteX11" fmla="*/ 31793 w 89556"/>
                    <a:gd name="connsiteY11" fmla="*/ 75227 h 71645"/>
                    <a:gd name="connsiteX12" fmla="*/ 31793 w 89556"/>
                    <a:gd name="connsiteY12" fmla="*/ 75227 h 71645"/>
                    <a:gd name="connsiteX13" fmla="*/ 31793 w 89556"/>
                    <a:gd name="connsiteY13" fmla="*/ 75227 h 71645"/>
                    <a:gd name="connsiteX14" fmla="*/ 58212 w 89556"/>
                    <a:gd name="connsiteY14" fmla="*/ 75227 h 71645"/>
                    <a:gd name="connsiteX15" fmla="*/ 58212 w 89556"/>
                    <a:gd name="connsiteY15" fmla="*/ 75227 h 71645"/>
                    <a:gd name="connsiteX16" fmla="*/ 58212 w 89556"/>
                    <a:gd name="connsiteY16" fmla="*/ 75227 h 71645"/>
                    <a:gd name="connsiteX17" fmla="*/ 82392 w 89556"/>
                    <a:gd name="connsiteY17" fmla="*/ 75227 h 71645"/>
                    <a:gd name="connsiteX18" fmla="*/ 82392 w 89556"/>
                    <a:gd name="connsiteY18" fmla="*/ 75227 h 71645"/>
                    <a:gd name="connsiteX19" fmla="*/ 82392 w 89556"/>
                    <a:gd name="connsiteY19" fmla="*/ 75227 h 71645"/>
                    <a:gd name="connsiteX20" fmla="*/ 90452 w 89556"/>
                    <a:gd name="connsiteY20" fmla="*/ 68063 h 71645"/>
                    <a:gd name="connsiteX21" fmla="*/ 90452 w 89556"/>
                    <a:gd name="connsiteY21" fmla="*/ 68063 h 71645"/>
                    <a:gd name="connsiteX22" fmla="*/ 90452 w 89556"/>
                    <a:gd name="connsiteY22" fmla="*/ 68063 h 71645"/>
                    <a:gd name="connsiteX23" fmla="*/ 90452 w 89556"/>
                    <a:gd name="connsiteY23" fmla="*/ 46569 h 71645"/>
                    <a:gd name="connsiteX24" fmla="*/ 90452 w 89556"/>
                    <a:gd name="connsiteY24" fmla="*/ 46569 h 71645"/>
                    <a:gd name="connsiteX25" fmla="*/ 90452 w 89556"/>
                    <a:gd name="connsiteY25" fmla="*/ 27315 h 71645"/>
                    <a:gd name="connsiteX26" fmla="*/ 90452 w 89556"/>
                    <a:gd name="connsiteY26" fmla="*/ 7164 h 71645"/>
                    <a:gd name="connsiteX27" fmla="*/ 82392 w 89556"/>
                    <a:gd name="connsiteY27" fmla="*/ 0 h 71645"/>
                    <a:gd name="connsiteX28" fmla="*/ 57764 w 89556"/>
                    <a:gd name="connsiteY28" fmla="*/ 0 h 71645"/>
                    <a:gd name="connsiteX29" fmla="*/ 32688 w 89556"/>
                    <a:gd name="connsiteY29" fmla="*/ 0 h 71645"/>
                    <a:gd name="connsiteX30" fmla="*/ 55973 w 89556"/>
                    <a:gd name="connsiteY30" fmla="*/ 4478 h 71645"/>
                    <a:gd name="connsiteX31" fmla="*/ 55973 w 89556"/>
                    <a:gd name="connsiteY31" fmla="*/ 25524 h 71645"/>
                    <a:gd name="connsiteX32" fmla="*/ 34927 w 89556"/>
                    <a:gd name="connsiteY32" fmla="*/ 25524 h 71645"/>
                    <a:gd name="connsiteX33" fmla="*/ 34927 w 89556"/>
                    <a:gd name="connsiteY33" fmla="*/ 4478 h 71645"/>
                    <a:gd name="connsiteX34" fmla="*/ 55973 w 89556"/>
                    <a:gd name="connsiteY34" fmla="*/ 4478 h 71645"/>
                    <a:gd name="connsiteX35" fmla="*/ 8060 w 89556"/>
                    <a:gd name="connsiteY35" fmla="*/ 4478 h 71645"/>
                    <a:gd name="connsiteX36" fmla="*/ 30449 w 89556"/>
                    <a:gd name="connsiteY36" fmla="*/ 4478 h 71645"/>
                    <a:gd name="connsiteX37" fmla="*/ 30449 w 89556"/>
                    <a:gd name="connsiteY37" fmla="*/ 27763 h 71645"/>
                    <a:gd name="connsiteX38" fmla="*/ 32688 w 89556"/>
                    <a:gd name="connsiteY38" fmla="*/ 30001 h 71645"/>
                    <a:gd name="connsiteX39" fmla="*/ 58212 w 89556"/>
                    <a:gd name="connsiteY39" fmla="*/ 30001 h 71645"/>
                    <a:gd name="connsiteX40" fmla="*/ 86422 w 89556"/>
                    <a:gd name="connsiteY40" fmla="*/ 30001 h 71645"/>
                    <a:gd name="connsiteX41" fmla="*/ 86422 w 89556"/>
                    <a:gd name="connsiteY41" fmla="*/ 44778 h 71645"/>
                    <a:gd name="connsiteX42" fmla="*/ 58212 w 89556"/>
                    <a:gd name="connsiteY42" fmla="*/ 44778 h 71645"/>
                    <a:gd name="connsiteX43" fmla="*/ 58212 w 89556"/>
                    <a:gd name="connsiteY43" fmla="*/ 44778 h 71645"/>
                    <a:gd name="connsiteX44" fmla="*/ 58212 w 89556"/>
                    <a:gd name="connsiteY44" fmla="*/ 44778 h 71645"/>
                    <a:gd name="connsiteX45" fmla="*/ 4478 w 89556"/>
                    <a:gd name="connsiteY45" fmla="*/ 44778 h 71645"/>
                    <a:gd name="connsiteX46" fmla="*/ 4478 w 89556"/>
                    <a:gd name="connsiteY46" fmla="*/ 7612 h 71645"/>
                    <a:gd name="connsiteX47" fmla="*/ 8060 w 89556"/>
                    <a:gd name="connsiteY47" fmla="*/ 4478 h 71645"/>
                    <a:gd name="connsiteX48" fmla="*/ 82840 w 89556"/>
                    <a:gd name="connsiteY48" fmla="*/ 71197 h 71645"/>
                    <a:gd name="connsiteX49" fmla="*/ 60451 w 89556"/>
                    <a:gd name="connsiteY49" fmla="*/ 71197 h 71645"/>
                    <a:gd name="connsiteX50" fmla="*/ 60451 w 89556"/>
                    <a:gd name="connsiteY50" fmla="*/ 48808 h 71645"/>
                    <a:gd name="connsiteX51" fmla="*/ 86422 w 89556"/>
                    <a:gd name="connsiteY51" fmla="*/ 48808 h 71645"/>
                    <a:gd name="connsiteX52" fmla="*/ 86422 w 89556"/>
                    <a:gd name="connsiteY52" fmla="*/ 68063 h 71645"/>
                    <a:gd name="connsiteX53" fmla="*/ 82840 w 89556"/>
                    <a:gd name="connsiteY53" fmla="*/ 71197 h 71645"/>
                    <a:gd name="connsiteX54" fmla="*/ 4478 w 89556"/>
                    <a:gd name="connsiteY54" fmla="*/ 68511 h 71645"/>
                    <a:gd name="connsiteX55" fmla="*/ 4478 w 89556"/>
                    <a:gd name="connsiteY55" fmla="*/ 49256 h 71645"/>
                    <a:gd name="connsiteX56" fmla="*/ 29554 w 89556"/>
                    <a:gd name="connsiteY56" fmla="*/ 49256 h 71645"/>
                    <a:gd name="connsiteX57" fmla="*/ 29554 w 89556"/>
                    <a:gd name="connsiteY57" fmla="*/ 71645 h 71645"/>
                    <a:gd name="connsiteX58" fmla="*/ 8508 w 89556"/>
                    <a:gd name="connsiteY58" fmla="*/ 71645 h 71645"/>
                    <a:gd name="connsiteX59" fmla="*/ 4478 w 89556"/>
                    <a:gd name="connsiteY59" fmla="*/ 68511 h 71645"/>
                    <a:gd name="connsiteX60" fmla="*/ 55973 w 89556"/>
                    <a:gd name="connsiteY60" fmla="*/ 49256 h 71645"/>
                    <a:gd name="connsiteX61" fmla="*/ 55973 w 89556"/>
                    <a:gd name="connsiteY61" fmla="*/ 71645 h 71645"/>
                    <a:gd name="connsiteX62" fmla="*/ 34032 w 89556"/>
                    <a:gd name="connsiteY62" fmla="*/ 71645 h 71645"/>
                    <a:gd name="connsiteX63" fmla="*/ 34032 w 89556"/>
                    <a:gd name="connsiteY63" fmla="*/ 49256 h 71645"/>
                    <a:gd name="connsiteX64" fmla="*/ 55973 w 89556"/>
                    <a:gd name="connsiteY64" fmla="*/ 49256 h 71645"/>
                    <a:gd name="connsiteX65" fmla="*/ 86422 w 89556"/>
                    <a:gd name="connsiteY65" fmla="*/ 7612 h 71645"/>
                    <a:gd name="connsiteX66" fmla="*/ 86422 w 89556"/>
                    <a:gd name="connsiteY66" fmla="*/ 25524 h 71645"/>
                    <a:gd name="connsiteX67" fmla="*/ 60451 w 89556"/>
                    <a:gd name="connsiteY67" fmla="*/ 25524 h 71645"/>
                    <a:gd name="connsiteX68" fmla="*/ 60451 w 89556"/>
                    <a:gd name="connsiteY68" fmla="*/ 4478 h 71645"/>
                    <a:gd name="connsiteX69" fmla="*/ 82840 w 89556"/>
                    <a:gd name="connsiteY69" fmla="*/ 4478 h 71645"/>
                    <a:gd name="connsiteX70" fmla="*/ 86422 w 89556"/>
                    <a:gd name="connsiteY70" fmla="*/ 7612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9556" h="71645">
                      <a:moveTo>
                        <a:pt x="32688" y="0"/>
                      </a:moveTo>
                      <a:lnTo>
                        <a:pt x="8060" y="0"/>
                      </a:lnTo>
                      <a:cubicBezTo>
                        <a:pt x="3582" y="0"/>
                        <a:pt x="0" y="3135"/>
                        <a:pt x="0" y="7164"/>
                      </a:cubicBezTo>
                      <a:lnTo>
                        <a:pt x="0" y="46569"/>
                      </a:lnTo>
                      <a:cubicBezTo>
                        <a:pt x="0" y="46569"/>
                        <a:pt x="0" y="46569"/>
                        <a:pt x="0" y="46569"/>
                      </a:cubicBezTo>
                      <a:lnTo>
                        <a:pt x="0" y="68063"/>
                      </a:lnTo>
                      <a:cubicBezTo>
                        <a:pt x="0" y="68063"/>
                        <a:pt x="0" y="68063"/>
                        <a:pt x="0" y="68063"/>
                      </a:cubicBezTo>
                      <a:lnTo>
                        <a:pt x="0" y="68063"/>
                      </a:lnTo>
                      <a:cubicBezTo>
                        <a:pt x="0" y="72093"/>
                        <a:pt x="3582" y="75227"/>
                        <a:pt x="8060" y="75227"/>
                      </a:cubicBezTo>
                      <a:lnTo>
                        <a:pt x="8060" y="75227"/>
                      </a:lnTo>
                      <a:cubicBezTo>
                        <a:pt x="8060" y="75227"/>
                        <a:pt x="8060" y="75227"/>
                        <a:pt x="8508" y="75227"/>
                      </a:cubicBezTo>
                      <a:lnTo>
                        <a:pt x="31793" y="75227"/>
                      </a:lnTo>
                      <a:cubicBezTo>
                        <a:pt x="31793" y="75227"/>
                        <a:pt x="31793" y="75227"/>
                        <a:pt x="31793" y="75227"/>
                      </a:cubicBezTo>
                      <a:cubicBezTo>
                        <a:pt x="31793" y="75227"/>
                        <a:pt x="31793" y="75227"/>
                        <a:pt x="31793" y="75227"/>
                      </a:cubicBezTo>
                      <a:lnTo>
                        <a:pt x="58212" y="75227"/>
                      </a:lnTo>
                      <a:cubicBezTo>
                        <a:pt x="58212" y="75227"/>
                        <a:pt x="58212" y="75227"/>
                        <a:pt x="58212" y="75227"/>
                      </a:cubicBezTo>
                      <a:cubicBezTo>
                        <a:pt x="58212" y="75227"/>
                        <a:pt x="58212" y="75227"/>
                        <a:pt x="58212" y="75227"/>
                      </a:cubicBezTo>
                      <a:lnTo>
                        <a:pt x="82392" y="75227"/>
                      </a:lnTo>
                      <a:cubicBezTo>
                        <a:pt x="82392" y="75227"/>
                        <a:pt x="82392" y="75227"/>
                        <a:pt x="82392" y="75227"/>
                      </a:cubicBezTo>
                      <a:lnTo>
                        <a:pt x="82392" y="75227"/>
                      </a:lnTo>
                      <a:cubicBezTo>
                        <a:pt x="86870" y="75227"/>
                        <a:pt x="90452" y="72093"/>
                        <a:pt x="90452" y="68063"/>
                      </a:cubicBezTo>
                      <a:lnTo>
                        <a:pt x="90452" y="68063"/>
                      </a:lnTo>
                      <a:cubicBezTo>
                        <a:pt x="90452" y="68063"/>
                        <a:pt x="90452" y="68063"/>
                        <a:pt x="90452" y="68063"/>
                      </a:cubicBezTo>
                      <a:lnTo>
                        <a:pt x="90452" y="46569"/>
                      </a:lnTo>
                      <a:cubicBezTo>
                        <a:pt x="90452" y="46569"/>
                        <a:pt x="90452" y="46569"/>
                        <a:pt x="90452" y="46569"/>
                      </a:cubicBezTo>
                      <a:lnTo>
                        <a:pt x="90452" y="27315"/>
                      </a:lnTo>
                      <a:lnTo>
                        <a:pt x="90452" y="7164"/>
                      </a:lnTo>
                      <a:cubicBezTo>
                        <a:pt x="90452" y="3135"/>
                        <a:pt x="86870" y="0"/>
                        <a:pt x="82392" y="0"/>
                      </a:cubicBezTo>
                      <a:lnTo>
                        <a:pt x="57764" y="0"/>
                      </a:lnTo>
                      <a:lnTo>
                        <a:pt x="32688" y="0"/>
                      </a:lnTo>
                      <a:close/>
                      <a:moveTo>
                        <a:pt x="55973" y="4478"/>
                      </a:moveTo>
                      <a:lnTo>
                        <a:pt x="55973" y="25524"/>
                      </a:lnTo>
                      <a:lnTo>
                        <a:pt x="34927" y="25524"/>
                      </a:lnTo>
                      <a:lnTo>
                        <a:pt x="34927" y="4478"/>
                      </a:lnTo>
                      <a:lnTo>
                        <a:pt x="55973" y="4478"/>
                      </a:lnTo>
                      <a:close/>
                      <a:moveTo>
                        <a:pt x="8060" y="4478"/>
                      </a:moveTo>
                      <a:lnTo>
                        <a:pt x="30449" y="4478"/>
                      </a:lnTo>
                      <a:lnTo>
                        <a:pt x="30449" y="27763"/>
                      </a:lnTo>
                      <a:cubicBezTo>
                        <a:pt x="30449" y="29106"/>
                        <a:pt x="31345" y="30001"/>
                        <a:pt x="32688" y="30001"/>
                      </a:cubicBezTo>
                      <a:lnTo>
                        <a:pt x="58212" y="30001"/>
                      </a:lnTo>
                      <a:lnTo>
                        <a:pt x="86422" y="30001"/>
                      </a:lnTo>
                      <a:lnTo>
                        <a:pt x="86422" y="44778"/>
                      </a:lnTo>
                      <a:lnTo>
                        <a:pt x="58212" y="44778"/>
                      </a:lnTo>
                      <a:cubicBezTo>
                        <a:pt x="58212" y="44778"/>
                        <a:pt x="58212" y="44778"/>
                        <a:pt x="58212" y="44778"/>
                      </a:cubicBezTo>
                      <a:cubicBezTo>
                        <a:pt x="58212" y="44778"/>
                        <a:pt x="58212" y="44778"/>
                        <a:pt x="58212" y="44778"/>
                      </a:cubicBezTo>
                      <a:lnTo>
                        <a:pt x="4478" y="44778"/>
                      </a:lnTo>
                      <a:lnTo>
                        <a:pt x="4478" y="7612"/>
                      </a:lnTo>
                      <a:cubicBezTo>
                        <a:pt x="4478" y="5821"/>
                        <a:pt x="5821" y="4478"/>
                        <a:pt x="8060" y="4478"/>
                      </a:cubicBezTo>
                      <a:close/>
                      <a:moveTo>
                        <a:pt x="82840" y="71197"/>
                      </a:moveTo>
                      <a:lnTo>
                        <a:pt x="60451" y="71197"/>
                      </a:lnTo>
                      <a:lnTo>
                        <a:pt x="60451" y="48808"/>
                      </a:lnTo>
                      <a:lnTo>
                        <a:pt x="86422" y="48808"/>
                      </a:lnTo>
                      <a:lnTo>
                        <a:pt x="86422" y="68063"/>
                      </a:lnTo>
                      <a:cubicBezTo>
                        <a:pt x="86422" y="69854"/>
                        <a:pt x="84631" y="71197"/>
                        <a:pt x="82840" y="71197"/>
                      </a:cubicBezTo>
                      <a:close/>
                      <a:moveTo>
                        <a:pt x="4478" y="68511"/>
                      </a:moveTo>
                      <a:lnTo>
                        <a:pt x="4478" y="49256"/>
                      </a:lnTo>
                      <a:lnTo>
                        <a:pt x="29554" y="49256"/>
                      </a:lnTo>
                      <a:lnTo>
                        <a:pt x="29554" y="71645"/>
                      </a:lnTo>
                      <a:lnTo>
                        <a:pt x="8508" y="71645"/>
                      </a:lnTo>
                      <a:cubicBezTo>
                        <a:pt x="6269" y="71197"/>
                        <a:pt x="4478" y="69854"/>
                        <a:pt x="4478" y="68511"/>
                      </a:cubicBezTo>
                      <a:close/>
                      <a:moveTo>
                        <a:pt x="55973" y="49256"/>
                      </a:moveTo>
                      <a:lnTo>
                        <a:pt x="55973" y="71645"/>
                      </a:lnTo>
                      <a:lnTo>
                        <a:pt x="34032" y="71645"/>
                      </a:lnTo>
                      <a:lnTo>
                        <a:pt x="34032" y="49256"/>
                      </a:lnTo>
                      <a:lnTo>
                        <a:pt x="55973" y="49256"/>
                      </a:lnTo>
                      <a:close/>
                      <a:moveTo>
                        <a:pt x="86422" y="7612"/>
                      </a:moveTo>
                      <a:lnTo>
                        <a:pt x="86422" y="25524"/>
                      </a:lnTo>
                      <a:lnTo>
                        <a:pt x="60451" y="25524"/>
                      </a:lnTo>
                      <a:lnTo>
                        <a:pt x="60451" y="4478"/>
                      </a:lnTo>
                      <a:lnTo>
                        <a:pt x="82840" y="4478"/>
                      </a:lnTo>
                      <a:cubicBezTo>
                        <a:pt x="84631" y="4478"/>
                        <a:pt x="86422" y="5821"/>
                        <a:pt x="86422" y="761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624" name="Group 4520">
                <a:extLst>
                  <a:ext uri="{FF2B5EF4-FFF2-40B4-BE49-F238E27FC236}">
                    <a16:creationId xmlns:a16="http://schemas.microsoft.com/office/drawing/2014/main" id="{8A6F26CF-EE09-3F43-1A51-AEABDA6B41FC}"/>
                  </a:ext>
                  <a:ext uri="{C183D7F6-B498-43B3-948B-1728B52AA6E4}">
                    <adec:decorative xmlns:adec="http://schemas.microsoft.com/office/drawing/2017/decorative" val="1"/>
                  </a:ext>
                </a:extLst>
              </p:cNvPr>
              <p:cNvGrpSpPr>
                <a:grpSpLocks noChangeAspect="1"/>
              </p:cNvGrpSpPr>
              <p:nvPr/>
            </p:nvGrpSpPr>
            <p:grpSpPr>
              <a:xfrm>
                <a:off x="2898516" y="5570823"/>
                <a:ext cx="149449" cy="145024"/>
                <a:chOff x="2949837" y="4839711"/>
                <a:chExt cx="149449" cy="145024"/>
              </a:xfrm>
            </p:grpSpPr>
            <p:sp>
              <p:nvSpPr>
                <p:cNvPr id="625" name="Freeform: Shape 4521">
                  <a:extLst>
                    <a:ext uri="{FF2B5EF4-FFF2-40B4-BE49-F238E27FC236}">
                      <a16:creationId xmlns:a16="http://schemas.microsoft.com/office/drawing/2014/main" id="{4ECEB68A-5896-86AA-277C-BF5BEFC65737}"/>
                    </a:ext>
                  </a:extLst>
                </p:cNvPr>
                <p:cNvSpPr/>
                <p:nvPr/>
              </p:nvSpPr>
              <p:spPr>
                <a:xfrm>
                  <a:off x="2949837" y="4894788"/>
                  <a:ext cx="76123" cy="76123"/>
                </a:xfrm>
                <a:custGeom>
                  <a:avLst/>
                  <a:gdLst>
                    <a:gd name="connsiteX0" fmla="*/ 77132 w 76122"/>
                    <a:gd name="connsiteY0" fmla="*/ 41196 h 76122"/>
                    <a:gd name="connsiteX1" fmla="*/ 73550 w 76122"/>
                    <a:gd name="connsiteY1" fmla="*/ 39853 h 76122"/>
                    <a:gd name="connsiteX2" fmla="*/ 43101 w 76122"/>
                    <a:gd name="connsiteY2" fmla="*/ 39853 h 76122"/>
                    <a:gd name="connsiteX3" fmla="*/ 45340 w 76122"/>
                    <a:gd name="connsiteY3" fmla="*/ 34032 h 76122"/>
                    <a:gd name="connsiteX4" fmla="*/ 51161 w 76122"/>
                    <a:gd name="connsiteY4" fmla="*/ 37614 h 76122"/>
                    <a:gd name="connsiteX5" fmla="*/ 56982 w 76122"/>
                    <a:gd name="connsiteY5" fmla="*/ 36718 h 76122"/>
                    <a:gd name="connsiteX6" fmla="*/ 57878 w 76122"/>
                    <a:gd name="connsiteY6" fmla="*/ 30897 h 76122"/>
                    <a:gd name="connsiteX7" fmla="*/ 41758 w 76122"/>
                    <a:gd name="connsiteY7" fmla="*/ 2687 h 76122"/>
                    <a:gd name="connsiteX8" fmla="*/ 37280 w 76122"/>
                    <a:gd name="connsiteY8" fmla="*/ 0 h 76122"/>
                    <a:gd name="connsiteX9" fmla="*/ 5040 w 76122"/>
                    <a:gd name="connsiteY9" fmla="*/ 0 h 76122"/>
                    <a:gd name="connsiteX10" fmla="*/ 5040 w 76122"/>
                    <a:gd name="connsiteY10" fmla="*/ 0 h 76122"/>
                    <a:gd name="connsiteX11" fmla="*/ 114 w 76122"/>
                    <a:gd name="connsiteY11" fmla="*/ 3582 h 76122"/>
                    <a:gd name="connsiteX12" fmla="*/ 2353 w 76122"/>
                    <a:gd name="connsiteY12" fmla="*/ 8956 h 76122"/>
                    <a:gd name="connsiteX13" fmla="*/ 8622 w 76122"/>
                    <a:gd name="connsiteY13" fmla="*/ 12538 h 76122"/>
                    <a:gd name="connsiteX14" fmla="*/ 5487 w 76122"/>
                    <a:gd name="connsiteY14" fmla="*/ 17911 h 76122"/>
                    <a:gd name="connsiteX15" fmla="*/ 5487 w 76122"/>
                    <a:gd name="connsiteY15" fmla="*/ 38509 h 76122"/>
                    <a:gd name="connsiteX16" fmla="*/ 25638 w 76122"/>
                    <a:gd name="connsiteY16" fmla="*/ 73436 h 76122"/>
                    <a:gd name="connsiteX17" fmla="*/ 39519 w 76122"/>
                    <a:gd name="connsiteY17" fmla="*/ 78362 h 76122"/>
                    <a:gd name="connsiteX18" fmla="*/ 51609 w 76122"/>
                    <a:gd name="connsiteY18" fmla="*/ 78362 h 76122"/>
                    <a:gd name="connsiteX19" fmla="*/ 73550 w 76122"/>
                    <a:gd name="connsiteY19" fmla="*/ 78362 h 76122"/>
                    <a:gd name="connsiteX20" fmla="*/ 78476 w 76122"/>
                    <a:gd name="connsiteY20" fmla="*/ 73436 h 76122"/>
                    <a:gd name="connsiteX21" fmla="*/ 78476 w 76122"/>
                    <a:gd name="connsiteY21" fmla="*/ 44331 h 76122"/>
                    <a:gd name="connsiteX22" fmla="*/ 78028 w 76122"/>
                    <a:gd name="connsiteY22" fmla="*/ 41644 h 76122"/>
                    <a:gd name="connsiteX23" fmla="*/ 77132 w 76122"/>
                    <a:gd name="connsiteY23" fmla="*/ 41196 h 76122"/>
                    <a:gd name="connsiteX24" fmla="*/ 9965 w 76122"/>
                    <a:gd name="connsiteY24" fmla="*/ 20598 h 76122"/>
                    <a:gd name="connsiteX25" fmla="*/ 15339 w 76122"/>
                    <a:gd name="connsiteY25" fmla="*/ 11195 h 76122"/>
                    <a:gd name="connsiteX26" fmla="*/ 5487 w 76122"/>
                    <a:gd name="connsiteY26" fmla="*/ 5373 h 76122"/>
                    <a:gd name="connsiteX27" fmla="*/ 5040 w 76122"/>
                    <a:gd name="connsiteY27" fmla="*/ 4926 h 76122"/>
                    <a:gd name="connsiteX28" fmla="*/ 5487 w 76122"/>
                    <a:gd name="connsiteY28" fmla="*/ 4478 h 76122"/>
                    <a:gd name="connsiteX29" fmla="*/ 37728 w 76122"/>
                    <a:gd name="connsiteY29" fmla="*/ 4478 h 76122"/>
                    <a:gd name="connsiteX30" fmla="*/ 38176 w 76122"/>
                    <a:gd name="connsiteY30" fmla="*/ 4926 h 76122"/>
                    <a:gd name="connsiteX31" fmla="*/ 54296 w 76122"/>
                    <a:gd name="connsiteY31" fmla="*/ 33136 h 76122"/>
                    <a:gd name="connsiteX32" fmla="*/ 54296 w 76122"/>
                    <a:gd name="connsiteY32" fmla="*/ 33584 h 76122"/>
                    <a:gd name="connsiteX33" fmla="*/ 53848 w 76122"/>
                    <a:gd name="connsiteY33" fmla="*/ 33584 h 76122"/>
                    <a:gd name="connsiteX34" fmla="*/ 43549 w 76122"/>
                    <a:gd name="connsiteY34" fmla="*/ 27763 h 76122"/>
                    <a:gd name="connsiteX35" fmla="*/ 38623 w 76122"/>
                    <a:gd name="connsiteY35" fmla="*/ 39853 h 76122"/>
                    <a:gd name="connsiteX36" fmla="*/ 11756 w 76122"/>
                    <a:gd name="connsiteY36" fmla="*/ 39853 h 76122"/>
                    <a:gd name="connsiteX37" fmla="*/ 10413 w 76122"/>
                    <a:gd name="connsiteY37" fmla="*/ 37166 h 76122"/>
                    <a:gd name="connsiteX38" fmla="*/ 9965 w 76122"/>
                    <a:gd name="connsiteY38" fmla="*/ 20598 h 76122"/>
                    <a:gd name="connsiteX39" fmla="*/ 74446 w 76122"/>
                    <a:gd name="connsiteY39" fmla="*/ 73884 h 76122"/>
                    <a:gd name="connsiteX40" fmla="*/ 73550 w 76122"/>
                    <a:gd name="connsiteY40" fmla="*/ 74332 h 76122"/>
                    <a:gd name="connsiteX41" fmla="*/ 39967 w 76122"/>
                    <a:gd name="connsiteY41" fmla="*/ 74332 h 76122"/>
                    <a:gd name="connsiteX42" fmla="*/ 29668 w 76122"/>
                    <a:gd name="connsiteY42" fmla="*/ 71645 h 76122"/>
                    <a:gd name="connsiteX43" fmla="*/ 13995 w 76122"/>
                    <a:gd name="connsiteY43" fmla="*/ 44331 h 76122"/>
                    <a:gd name="connsiteX44" fmla="*/ 36832 w 76122"/>
                    <a:gd name="connsiteY44" fmla="*/ 44331 h 76122"/>
                    <a:gd name="connsiteX45" fmla="*/ 36832 w 76122"/>
                    <a:gd name="connsiteY45" fmla="*/ 44331 h 76122"/>
                    <a:gd name="connsiteX46" fmla="*/ 73998 w 76122"/>
                    <a:gd name="connsiteY46" fmla="*/ 44331 h 76122"/>
                    <a:gd name="connsiteX47" fmla="*/ 73998 w 76122"/>
                    <a:gd name="connsiteY47" fmla="*/ 42092 h 76122"/>
                    <a:gd name="connsiteX48" fmla="*/ 74446 w 76122"/>
                    <a:gd name="connsiteY48" fmla="*/ 44778 h 76122"/>
                    <a:gd name="connsiteX49" fmla="*/ 74446 w 76122"/>
                    <a:gd name="connsiteY49" fmla="*/ 73884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6122" h="76122">
                      <a:moveTo>
                        <a:pt x="77132" y="41196"/>
                      </a:moveTo>
                      <a:cubicBezTo>
                        <a:pt x="76237" y="40300"/>
                        <a:pt x="74894" y="39853"/>
                        <a:pt x="73550" y="39853"/>
                      </a:cubicBezTo>
                      <a:lnTo>
                        <a:pt x="43101" y="39853"/>
                      </a:lnTo>
                      <a:lnTo>
                        <a:pt x="45340" y="34032"/>
                      </a:lnTo>
                      <a:lnTo>
                        <a:pt x="51161" y="37614"/>
                      </a:lnTo>
                      <a:cubicBezTo>
                        <a:pt x="52952" y="38957"/>
                        <a:pt x="55639" y="38509"/>
                        <a:pt x="56982" y="36718"/>
                      </a:cubicBezTo>
                      <a:cubicBezTo>
                        <a:pt x="58773" y="34927"/>
                        <a:pt x="58773" y="32688"/>
                        <a:pt x="57878" y="30897"/>
                      </a:cubicBezTo>
                      <a:lnTo>
                        <a:pt x="41758" y="2687"/>
                      </a:lnTo>
                      <a:cubicBezTo>
                        <a:pt x="40862" y="1344"/>
                        <a:pt x="39071" y="0"/>
                        <a:pt x="37280" y="0"/>
                      </a:cubicBezTo>
                      <a:lnTo>
                        <a:pt x="5040" y="0"/>
                      </a:lnTo>
                      <a:cubicBezTo>
                        <a:pt x="5040" y="0"/>
                        <a:pt x="5040" y="0"/>
                        <a:pt x="5040" y="0"/>
                      </a:cubicBezTo>
                      <a:cubicBezTo>
                        <a:pt x="2801" y="0"/>
                        <a:pt x="1010" y="1344"/>
                        <a:pt x="114" y="3582"/>
                      </a:cubicBezTo>
                      <a:cubicBezTo>
                        <a:pt x="-334" y="5821"/>
                        <a:pt x="562" y="8060"/>
                        <a:pt x="2353" y="8956"/>
                      </a:cubicBezTo>
                      <a:lnTo>
                        <a:pt x="8622" y="12538"/>
                      </a:lnTo>
                      <a:lnTo>
                        <a:pt x="5487" y="17911"/>
                      </a:lnTo>
                      <a:cubicBezTo>
                        <a:pt x="1905" y="24180"/>
                        <a:pt x="1905" y="31345"/>
                        <a:pt x="5487" y="38509"/>
                      </a:cubicBezTo>
                      <a:lnTo>
                        <a:pt x="25638" y="73436"/>
                      </a:lnTo>
                      <a:cubicBezTo>
                        <a:pt x="28324" y="76571"/>
                        <a:pt x="32802" y="77914"/>
                        <a:pt x="39519" y="78362"/>
                      </a:cubicBezTo>
                      <a:cubicBezTo>
                        <a:pt x="41758" y="78362"/>
                        <a:pt x="46236" y="78362"/>
                        <a:pt x="51609" y="78362"/>
                      </a:cubicBezTo>
                      <a:cubicBezTo>
                        <a:pt x="59669" y="78362"/>
                        <a:pt x="69520" y="78362"/>
                        <a:pt x="73550" y="78362"/>
                      </a:cubicBezTo>
                      <a:cubicBezTo>
                        <a:pt x="76237" y="78362"/>
                        <a:pt x="78476" y="76123"/>
                        <a:pt x="78476" y="73436"/>
                      </a:cubicBezTo>
                      <a:lnTo>
                        <a:pt x="78476" y="44331"/>
                      </a:lnTo>
                      <a:cubicBezTo>
                        <a:pt x="78476" y="43435"/>
                        <a:pt x="78028" y="42539"/>
                        <a:pt x="78028" y="41644"/>
                      </a:cubicBezTo>
                      <a:cubicBezTo>
                        <a:pt x="78028" y="41644"/>
                        <a:pt x="77580" y="41196"/>
                        <a:pt x="77132" y="41196"/>
                      </a:cubicBezTo>
                      <a:close/>
                      <a:moveTo>
                        <a:pt x="9965" y="20598"/>
                      </a:moveTo>
                      <a:lnTo>
                        <a:pt x="15339" y="11195"/>
                      </a:lnTo>
                      <a:lnTo>
                        <a:pt x="5487" y="5373"/>
                      </a:lnTo>
                      <a:cubicBezTo>
                        <a:pt x="5487" y="5373"/>
                        <a:pt x="5040" y="4926"/>
                        <a:pt x="5040" y="4926"/>
                      </a:cubicBezTo>
                      <a:cubicBezTo>
                        <a:pt x="5040" y="4926"/>
                        <a:pt x="5487" y="4478"/>
                        <a:pt x="5487" y="4478"/>
                      </a:cubicBezTo>
                      <a:lnTo>
                        <a:pt x="37728" y="4478"/>
                      </a:lnTo>
                      <a:cubicBezTo>
                        <a:pt x="37728" y="4478"/>
                        <a:pt x="38176" y="4478"/>
                        <a:pt x="38176" y="4926"/>
                      </a:cubicBezTo>
                      <a:lnTo>
                        <a:pt x="54296" y="33136"/>
                      </a:lnTo>
                      <a:cubicBezTo>
                        <a:pt x="54296" y="33136"/>
                        <a:pt x="54296" y="33584"/>
                        <a:pt x="54296" y="33584"/>
                      </a:cubicBezTo>
                      <a:cubicBezTo>
                        <a:pt x="54296" y="33584"/>
                        <a:pt x="53848" y="33584"/>
                        <a:pt x="53848" y="33584"/>
                      </a:cubicBezTo>
                      <a:lnTo>
                        <a:pt x="43549" y="27763"/>
                      </a:lnTo>
                      <a:lnTo>
                        <a:pt x="38623" y="39853"/>
                      </a:lnTo>
                      <a:lnTo>
                        <a:pt x="11756" y="39853"/>
                      </a:lnTo>
                      <a:lnTo>
                        <a:pt x="10413" y="37166"/>
                      </a:lnTo>
                      <a:cubicBezTo>
                        <a:pt x="7279" y="31345"/>
                        <a:pt x="7279" y="25524"/>
                        <a:pt x="9965" y="20598"/>
                      </a:cubicBezTo>
                      <a:close/>
                      <a:moveTo>
                        <a:pt x="74446" y="73884"/>
                      </a:moveTo>
                      <a:cubicBezTo>
                        <a:pt x="74446" y="74332"/>
                        <a:pt x="74446" y="74332"/>
                        <a:pt x="73550" y="74332"/>
                      </a:cubicBezTo>
                      <a:cubicBezTo>
                        <a:pt x="67281" y="74332"/>
                        <a:pt x="45788" y="74332"/>
                        <a:pt x="39967" y="74332"/>
                      </a:cubicBezTo>
                      <a:cubicBezTo>
                        <a:pt x="34593" y="74332"/>
                        <a:pt x="31011" y="72989"/>
                        <a:pt x="29668" y="71645"/>
                      </a:cubicBezTo>
                      <a:lnTo>
                        <a:pt x="13995" y="44331"/>
                      </a:lnTo>
                      <a:lnTo>
                        <a:pt x="36832" y="44331"/>
                      </a:lnTo>
                      <a:lnTo>
                        <a:pt x="36832" y="44331"/>
                      </a:lnTo>
                      <a:lnTo>
                        <a:pt x="73998" y="44331"/>
                      </a:lnTo>
                      <a:lnTo>
                        <a:pt x="73998" y="42092"/>
                      </a:lnTo>
                      <a:lnTo>
                        <a:pt x="74446" y="44778"/>
                      </a:lnTo>
                      <a:lnTo>
                        <a:pt x="74446" y="7388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26" name="Freeform: Shape 4522">
                  <a:extLst>
                    <a:ext uri="{FF2B5EF4-FFF2-40B4-BE49-F238E27FC236}">
                      <a16:creationId xmlns:a16="http://schemas.microsoft.com/office/drawing/2014/main" id="{3CDE1594-88CE-4792-583E-8AF4886EAE7E}"/>
                    </a:ext>
                  </a:extLst>
                </p:cNvPr>
                <p:cNvSpPr/>
                <p:nvPr/>
              </p:nvSpPr>
              <p:spPr>
                <a:xfrm>
                  <a:off x="2975073" y="4839711"/>
                  <a:ext cx="102990" cy="58212"/>
                </a:xfrm>
                <a:custGeom>
                  <a:avLst/>
                  <a:gdLst>
                    <a:gd name="connsiteX0" fmla="*/ 2192 w 102989"/>
                    <a:gd name="connsiteY0" fmla="*/ 47017 h 58211"/>
                    <a:gd name="connsiteX1" fmla="*/ 27716 w 102989"/>
                    <a:gd name="connsiteY1" fmla="*/ 61346 h 58211"/>
                    <a:gd name="connsiteX2" fmla="*/ 30403 w 102989"/>
                    <a:gd name="connsiteY2" fmla="*/ 61794 h 58211"/>
                    <a:gd name="connsiteX3" fmla="*/ 30403 w 102989"/>
                    <a:gd name="connsiteY3" fmla="*/ 61794 h 58211"/>
                    <a:gd name="connsiteX4" fmla="*/ 31746 w 102989"/>
                    <a:gd name="connsiteY4" fmla="*/ 61794 h 58211"/>
                    <a:gd name="connsiteX5" fmla="*/ 34880 w 102989"/>
                    <a:gd name="connsiteY5" fmla="*/ 59555 h 58211"/>
                    <a:gd name="connsiteX6" fmla="*/ 49657 w 102989"/>
                    <a:gd name="connsiteY6" fmla="*/ 33136 h 58211"/>
                    <a:gd name="connsiteX7" fmla="*/ 53240 w 102989"/>
                    <a:gd name="connsiteY7" fmla="*/ 38061 h 58211"/>
                    <a:gd name="connsiteX8" fmla="*/ 47418 w 102989"/>
                    <a:gd name="connsiteY8" fmla="*/ 41196 h 58211"/>
                    <a:gd name="connsiteX9" fmla="*/ 45179 w 102989"/>
                    <a:gd name="connsiteY9" fmla="*/ 46569 h 58211"/>
                    <a:gd name="connsiteX10" fmla="*/ 50105 w 102989"/>
                    <a:gd name="connsiteY10" fmla="*/ 50152 h 58211"/>
                    <a:gd name="connsiteX11" fmla="*/ 82346 w 102989"/>
                    <a:gd name="connsiteY11" fmla="*/ 49704 h 58211"/>
                    <a:gd name="connsiteX12" fmla="*/ 86823 w 102989"/>
                    <a:gd name="connsiteY12" fmla="*/ 47017 h 58211"/>
                    <a:gd name="connsiteX13" fmla="*/ 102943 w 102989"/>
                    <a:gd name="connsiteY13" fmla="*/ 18807 h 58211"/>
                    <a:gd name="connsiteX14" fmla="*/ 102048 w 102989"/>
                    <a:gd name="connsiteY14" fmla="*/ 12986 h 58211"/>
                    <a:gd name="connsiteX15" fmla="*/ 96227 w 102989"/>
                    <a:gd name="connsiteY15" fmla="*/ 12090 h 58211"/>
                    <a:gd name="connsiteX16" fmla="*/ 90406 w 102989"/>
                    <a:gd name="connsiteY16" fmla="*/ 15672 h 58211"/>
                    <a:gd name="connsiteX17" fmla="*/ 87271 w 102989"/>
                    <a:gd name="connsiteY17" fmla="*/ 10299 h 58211"/>
                    <a:gd name="connsiteX18" fmla="*/ 69360 w 102989"/>
                    <a:gd name="connsiteY18" fmla="*/ 0 h 58211"/>
                    <a:gd name="connsiteX19" fmla="*/ 31746 w 102989"/>
                    <a:gd name="connsiteY19" fmla="*/ 0 h 58211"/>
                    <a:gd name="connsiteX20" fmla="*/ 17865 w 102989"/>
                    <a:gd name="connsiteY20" fmla="*/ 9851 h 58211"/>
                    <a:gd name="connsiteX21" fmla="*/ 1297 w 102989"/>
                    <a:gd name="connsiteY21" fmla="*/ 39405 h 58211"/>
                    <a:gd name="connsiteX22" fmla="*/ 2192 w 102989"/>
                    <a:gd name="connsiteY22" fmla="*/ 47017 h 58211"/>
                    <a:gd name="connsiteX23" fmla="*/ 82346 w 102989"/>
                    <a:gd name="connsiteY23" fmla="*/ 12986 h 58211"/>
                    <a:gd name="connsiteX24" fmla="*/ 87719 w 102989"/>
                    <a:gd name="connsiteY24" fmla="*/ 22389 h 58211"/>
                    <a:gd name="connsiteX25" fmla="*/ 97570 w 102989"/>
                    <a:gd name="connsiteY25" fmla="*/ 16568 h 58211"/>
                    <a:gd name="connsiteX26" fmla="*/ 98018 w 102989"/>
                    <a:gd name="connsiteY26" fmla="*/ 16568 h 58211"/>
                    <a:gd name="connsiteX27" fmla="*/ 98018 w 102989"/>
                    <a:gd name="connsiteY27" fmla="*/ 17016 h 58211"/>
                    <a:gd name="connsiteX28" fmla="*/ 81898 w 102989"/>
                    <a:gd name="connsiteY28" fmla="*/ 45226 h 58211"/>
                    <a:gd name="connsiteX29" fmla="*/ 81450 w 102989"/>
                    <a:gd name="connsiteY29" fmla="*/ 45674 h 58211"/>
                    <a:gd name="connsiteX30" fmla="*/ 49210 w 102989"/>
                    <a:gd name="connsiteY30" fmla="*/ 46121 h 58211"/>
                    <a:gd name="connsiteX31" fmla="*/ 48762 w 102989"/>
                    <a:gd name="connsiteY31" fmla="*/ 45674 h 58211"/>
                    <a:gd name="connsiteX32" fmla="*/ 48762 w 102989"/>
                    <a:gd name="connsiteY32" fmla="*/ 45226 h 58211"/>
                    <a:gd name="connsiteX33" fmla="*/ 59061 w 102989"/>
                    <a:gd name="connsiteY33" fmla="*/ 39405 h 58211"/>
                    <a:gd name="connsiteX34" fmla="*/ 51001 w 102989"/>
                    <a:gd name="connsiteY34" fmla="*/ 29106 h 58211"/>
                    <a:gd name="connsiteX35" fmla="*/ 64434 w 102989"/>
                    <a:gd name="connsiteY35" fmla="*/ 5373 h 58211"/>
                    <a:gd name="connsiteX36" fmla="*/ 67569 w 102989"/>
                    <a:gd name="connsiteY36" fmla="*/ 5373 h 58211"/>
                    <a:gd name="connsiteX37" fmla="*/ 82346 w 102989"/>
                    <a:gd name="connsiteY37" fmla="*/ 12986 h 58211"/>
                    <a:gd name="connsiteX38" fmla="*/ 4431 w 102989"/>
                    <a:gd name="connsiteY38" fmla="*/ 42092 h 58211"/>
                    <a:gd name="connsiteX39" fmla="*/ 20999 w 102989"/>
                    <a:gd name="connsiteY39" fmla="*/ 12986 h 58211"/>
                    <a:gd name="connsiteX40" fmla="*/ 31298 w 102989"/>
                    <a:gd name="connsiteY40" fmla="*/ 5373 h 58211"/>
                    <a:gd name="connsiteX41" fmla="*/ 60404 w 102989"/>
                    <a:gd name="connsiteY41" fmla="*/ 5373 h 58211"/>
                    <a:gd name="connsiteX42" fmla="*/ 49210 w 102989"/>
                    <a:gd name="connsiteY42" fmla="*/ 25076 h 58211"/>
                    <a:gd name="connsiteX43" fmla="*/ 49210 w 102989"/>
                    <a:gd name="connsiteY43" fmla="*/ 25076 h 58211"/>
                    <a:gd name="connsiteX44" fmla="*/ 30851 w 102989"/>
                    <a:gd name="connsiteY44" fmla="*/ 57316 h 58211"/>
                    <a:gd name="connsiteX45" fmla="*/ 30403 w 102989"/>
                    <a:gd name="connsiteY45" fmla="*/ 57316 h 58211"/>
                    <a:gd name="connsiteX46" fmla="*/ 4879 w 102989"/>
                    <a:gd name="connsiteY46" fmla="*/ 42987 h 58211"/>
                    <a:gd name="connsiteX47" fmla="*/ 4879 w 102989"/>
                    <a:gd name="connsiteY47" fmla="*/ 42987 h 58211"/>
                    <a:gd name="connsiteX48" fmla="*/ 4431 w 102989"/>
                    <a:gd name="connsiteY48" fmla="*/ 42092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02989" h="58211">
                      <a:moveTo>
                        <a:pt x="2192" y="47017"/>
                      </a:moveTo>
                      <a:lnTo>
                        <a:pt x="27716" y="61346"/>
                      </a:lnTo>
                      <a:cubicBezTo>
                        <a:pt x="28612" y="61794"/>
                        <a:pt x="29507" y="61794"/>
                        <a:pt x="30403" y="61794"/>
                      </a:cubicBezTo>
                      <a:cubicBezTo>
                        <a:pt x="30403" y="61794"/>
                        <a:pt x="30403" y="61794"/>
                        <a:pt x="30403" y="61794"/>
                      </a:cubicBezTo>
                      <a:cubicBezTo>
                        <a:pt x="30851" y="61794"/>
                        <a:pt x="31298" y="61794"/>
                        <a:pt x="31746" y="61794"/>
                      </a:cubicBezTo>
                      <a:cubicBezTo>
                        <a:pt x="33090" y="61346"/>
                        <a:pt x="33985" y="60451"/>
                        <a:pt x="34880" y="59555"/>
                      </a:cubicBezTo>
                      <a:lnTo>
                        <a:pt x="49657" y="33136"/>
                      </a:lnTo>
                      <a:lnTo>
                        <a:pt x="53240" y="38061"/>
                      </a:lnTo>
                      <a:lnTo>
                        <a:pt x="47418" y="41196"/>
                      </a:lnTo>
                      <a:cubicBezTo>
                        <a:pt x="45627" y="42539"/>
                        <a:pt x="44732" y="44778"/>
                        <a:pt x="45179" y="46569"/>
                      </a:cubicBezTo>
                      <a:cubicBezTo>
                        <a:pt x="45627" y="48808"/>
                        <a:pt x="47866" y="50152"/>
                        <a:pt x="50105" y="50152"/>
                      </a:cubicBezTo>
                      <a:lnTo>
                        <a:pt x="82346" y="49704"/>
                      </a:lnTo>
                      <a:cubicBezTo>
                        <a:pt x="84136" y="49704"/>
                        <a:pt x="85928" y="48808"/>
                        <a:pt x="86823" y="47017"/>
                      </a:cubicBezTo>
                      <a:lnTo>
                        <a:pt x="102943" y="18807"/>
                      </a:lnTo>
                      <a:cubicBezTo>
                        <a:pt x="103839" y="17016"/>
                        <a:pt x="103839" y="14329"/>
                        <a:pt x="102048" y="12986"/>
                      </a:cubicBezTo>
                      <a:cubicBezTo>
                        <a:pt x="100257" y="11195"/>
                        <a:pt x="98018" y="11195"/>
                        <a:pt x="96227" y="12090"/>
                      </a:cubicBezTo>
                      <a:lnTo>
                        <a:pt x="90406" y="15672"/>
                      </a:lnTo>
                      <a:lnTo>
                        <a:pt x="87271" y="10299"/>
                      </a:lnTo>
                      <a:cubicBezTo>
                        <a:pt x="83689" y="4030"/>
                        <a:pt x="76972" y="448"/>
                        <a:pt x="69360" y="0"/>
                      </a:cubicBezTo>
                      <a:lnTo>
                        <a:pt x="31746" y="0"/>
                      </a:lnTo>
                      <a:cubicBezTo>
                        <a:pt x="25925" y="448"/>
                        <a:pt x="20551" y="5373"/>
                        <a:pt x="17865" y="9851"/>
                      </a:cubicBezTo>
                      <a:cubicBezTo>
                        <a:pt x="14730" y="15225"/>
                        <a:pt x="3536" y="35375"/>
                        <a:pt x="1297" y="39405"/>
                      </a:cubicBezTo>
                      <a:cubicBezTo>
                        <a:pt x="-942" y="42539"/>
                        <a:pt x="-46" y="45674"/>
                        <a:pt x="2192" y="47017"/>
                      </a:cubicBezTo>
                      <a:close/>
                      <a:moveTo>
                        <a:pt x="82346" y="12986"/>
                      </a:moveTo>
                      <a:lnTo>
                        <a:pt x="87719" y="22389"/>
                      </a:lnTo>
                      <a:lnTo>
                        <a:pt x="97570" y="16568"/>
                      </a:lnTo>
                      <a:cubicBezTo>
                        <a:pt x="97570" y="16568"/>
                        <a:pt x="98018" y="16568"/>
                        <a:pt x="98018" y="16568"/>
                      </a:cubicBezTo>
                      <a:cubicBezTo>
                        <a:pt x="98018" y="16568"/>
                        <a:pt x="98018" y="17016"/>
                        <a:pt x="98018" y="17016"/>
                      </a:cubicBezTo>
                      <a:lnTo>
                        <a:pt x="81898" y="45226"/>
                      </a:lnTo>
                      <a:cubicBezTo>
                        <a:pt x="81898" y="45226"/>
                        <a:pt x="81450" y="45674"/>
                        <a:pt x="81450" y="45674"/>
                      </a:cubicBezTo>
                      <a:lnTo>
                        <a:pt x="49210" y="46121"/>
                      </a:lnTo>
                      <a:cubicBezTo>
                        <a:pt x="48762" y="46121"/>
                        <a:pt x="48762" y="46121"/>
                        <a:pt x="48762" y="45674"/>
                      </a:cubicBezTo>
                      <a:cubicBezTo>
                        <a:pt x="48762" y="45226"/>
                        <a:pt x="48762" y="45226"/>
                        <a:pt x="48762" y="45226"/>
                      </a:cubicBezTo>
                      <a:lnTo>
                        <a:pt x="59061" y="39405"/>
                      </a:lnTo>
                      <a:lnTo>
                        <a:pt x="51001" y="29106"/>
                      </a:lnTo>
                      <a:lnTo>
                        <a:pt x="64434" y="5373"/>
                      </a:lnTo>
                      <a:lnTo>
                        <a:pt x="67569" y="5373"/>
                      </a:lnTo>
                      <a:cubicBezTo>
                        <a:pt x="74285" y="5373"/>
                        <a:pt x="79659" y="8508"/>
                        <a:pt x="82346" y="12986"/>
                      </a:cubicBezTo>
                      <a:close/>
                      <a:moveTo>
                        <a:pt x="4431" y="42092"/>
                      </a:moveTo>
                      <a:cubicBezTo>
                        <a:pt x="6670" y="38061"/>
                        <a:pt x="17865" y="18359"/>
                        <a:pt x="20999" y="12986"/>
                      </a:cubicBezTo>
                      <a:cubicBezTo>
                        <a:pt x="23686" y="8956"/>
                        <a:pt x="27716" y="5373"/>
                        <a:pt x="31298" y="5373"/>
                      </a:cubicBezTo>
                      <a:lnTo>
                        <a:pt x="60404" y="5373"/>
                      </a:lnTo>
                      <a:lnTo>
                        <a:pt x="49210" y="25076"/>
                      </a:lnTo>
                      <a:lnTo>
                        <a:pt x="49210" y="25076"/>
                      </a:lnTo>
                      <a:lnTo>
                        <a:pt x="30851" y="57316"/>
                      </a:lnTo>
                      <a:lnTo>
                        <a:pt x="30403" y="57316"/>
                      </a:lnTo>
                      <a:lnTo>
                        <a:pt x="4879" y="42987"/>
                      </a:lnTo>
                      <a:lnTo>
                        <a:pt x="4879" y="42987"/>
                      </a:lnTo>
                      <a:cubicBezTo>
                        <a:pt x="4431" y="42987"/>
                        <a:pt x="4431" y="42539"/>
                        <a:pt x="4431" y="4209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27" name="Freeform: Shape 4523">
                  <a:extLst>
                    <a:ext uri="{FF2B5EF4-FFF2-40B4-BE49-F238E27FC236}">
                      <a16:creationId xmlns:a16="http://schemas.microsoft.com/office/drawing/2014/main" id="{99642780-1730-310B-12EC-C773F0454CCA}"/>
                    </a:ext>
                  </a:extLst>
                </p:cNvPr>
                <p:cNvSpPr/>
                <p:nvPr/>
              </p:nvSpPr>
              <p:spPr>
                <a:xfrm>
                  <a:off x="3032119" y="4881745"/>
                  <a:ext cx="67167" cy="102990"/>
                </a:xfrm>
                <a:custGeom>
                  <a:avLst/>
                  <a:gdLst>
                    <a:gd name="connsiteX0" fmla="*/ 66048 w 67167"/>
                    <a:gd name="connsiteY0" fmla="*/ 30954 h 102989"/>
                    <a:gd name="connsiteX1" fmla="*/ 48136 w 67167"/>
                    <a:gd name="connsiteY1" fmla="*/ 2296 h 102989"/>
                    <a:gd name="connsiteX2" fmla="*/ 41420 w 67167"/>
                    <a:gd name="connsiteY2" fmla="*/ 953 h 102989"/>
                    <a:gd name="connsiteX3" fmla="*/ 16792 w 67167"/>
                    <a:gd name="connsiteY3" fmla="*/ 16177 h 102989"/>
                    <a:gd name="connsiteX4" fmla="*/ 15001 w 67167"/>
                    <a:gd name="connsiteY4" fmla="*/ 17969 h 102989"/>
                    <a:gd name="connsiteX5" fmla="*/ 14553 w 67167"/>
                    <a:gd name="connsiteY5" fmla="*/ 19312 h 102989"/>
                    <a:gd name="connsiteX6" fmla="*/ 15001 w 67167"/>
                    <a:gd name="connsiteY6" fmla="*/ 22894 h 102989"/>
                    <a:gd name="connsiteX7" fmla="*/ 31121 w 67167"/>
                    <a:gd name="connsiteY7" fmla="*/ 48418 h 102989"/>
                    <a:gd name="connsiteX8" fmla="*/ 24852 w 67167"/>
                    <a:gd name="connsiteY8" fmla="*/ 49313 h 102989"/>
                    <a:gd name="connsiteX9" fmla="*/ 24852 w 67167"/>
                    <a:gd name="connsiteY9" fmla="*/ 42597 h 102989"/>
                    <a:gd name="connsiteX10" fmla="*/ 21270 w 67167"/>
                    <a:gd name="connsiteY10" fmla="*/ 37671 h 102989"/>
                    <a:gd name="connsiteX11" fmla="*/ 15896 w 67167"/>
                    <a:gd name="connsiteY11" fmla="*/ 40358 h 102989"/>
                    <a:gd name="connsiteX12" fmla="*/ 672 w 67167"/>
                    <a:gd name="connsiteY12" fmla="*/ 69015 h 102989"/>
                    <a:gd name="connsiteX13" fmla="*/ 672 w 67167"/>
                    <a:gd name="connsiteY13" fmla="*/ 73941 h 102989"/>
                    <a:gd name="connsiteX14" fmla="*/ 17687 w 67167"/>
                    <a:gd name="connsiteY14" fmla="*/ 101256 h 102989"/>
                    <a:gd name="connsiteX15" fmla="*/ 21717 w 67167"/>
                    <a:gd name="connsiteY15" fmla="*/ 103495 h 102989"/>
                    <a:gd name="connsiteX16" fmla="*/ 23061 w 67167"/>
                    <a:gd name="connsiteY16" fmla="*/ 103495 h 102989"/>
                    <a:gd name="connsiteX17" fmla="*/ 26643 w 67167"/>
                    <a:gd name="connsiteY17" fmla="*/ 98569 h 102989"/>
                    <a:gd name="connsiteX18" fmla="*/ 26195 w 67167"/>
                    <a:gd name="connsiteY18" fmla="*/ 91405 h 102989"/>
                    <a:gd name="connsiteX19" fmla="*/ 32464 w 67167"/>
                    <a:gd name="connsiteY19" fmla="*/ 91405 h 102989"/>
                    <a:gd name="connsiteX20" fmla="*/ 49928 w 67167"/>
                    <a:gd name="connsiteY20" fmla="*/ 80658 h 102989"/>
                    <a:gd name="connsiteX21" fmla="*/ 68734 w 67167"/>
                    <a:gd name="connsiteY21" fmla="*/ 45283 h 102989"/>
                    <a:gd name="connsiteX22" fmla="*/ 66048 w 67167"/>
                    <a:gd name="connsiteY22" fmla="*/ 30954 h 102989"/>
                    <a:gd name="connsiteX23" fmla="*/ 46345 w 67167"/>
                    <a:gd name="connsiteY23" fmla="*/ 78419 h 102989"/>
                    <a:gd name="connsiteX24" fmla="*/ 32464 w 67167"/>
                    <a:gd name="connsiteY24" fmla="*/ 86927 h 102989"/>
                    <a:gd name="connsiteX25" fmla="*/ 21717 w 67167"/>
                    <a:gd name="connsiteY25" fmla="*/ 87375 h 102989"/>
                    <a:gd name="connsiteX26" fmla="*/ 22165 w 67167"/>
                    <a:gd name="connsiteY26" fmla="*/ 99017 h 102989"/>
                    <a:gd name="connsiteX27" fmla="*/ 21717 w 67167"/>
                    <a:gd name="connsiteY27" fmla="*/ 99465 h 102989"/>
                    <a:gd name="connsiteX28" fmla="*/ 21270 w 67167"/>
                    <a:gd name="connsiteY28" fmla="*/ 99465 h 102989"/>
                    <a:gd name="connsiteX29" fmla="*/ 4254 w 67167"/>
                    <a:gd name="connsiteY29" fmla="*/ 72150 h 102989"/>
                    <a:gd name="connsiteX30" fmla="*/ 4254 w 67167"/>
                    <a:gd name="connsiteY30" fmla="*/ 71702 h 102989"/>
                    <a:gd name="connsiteX31" fmla="*/ 19478 w 67167"/>
                    <a:gd name="connsiteY31" fmla="*/ 43044 h 102989"/>
                    <a:gd name="connsiteX32" fmla="*/ 19926 w 67167"/>
                    <a:gd name="connsiteY32" fmla="*/ 42597 h 102989"/>
                    <a:gd name="connsiteX33" fmla="*/ 19926 w 67167"/>
                    <a:gd name="connsiteY33" fmla="*/ 42597 h 102989"/>
                    <a:gd name="connsiteX34" fmla="*/ 20374 w 67167"/>
                    <a:gd name="connsiteY34" fmla="*/ 43044 h 102989"/>
                    <a:gd name="connsiteX35" fmla="*/ 20822 w 67167"/>
                    <a:gd name="connsiteY35" fmla="*/ 54687 h 102989"/>
                    <a:gd name="connsiteX36" fmla="*/ 33807 w 67167"/>
                    <a:gd name="connsiteY36" fmla="*/ 52448 h 102989"/>
                    <a:gd name="connsiteX37" fmla="*/ 48136 w 67167"/>
                    <a:gd name="connsiteY37" fmla="*/ 75285 h 102989"/>
                    <a:gd name="connsiteX38" fmla="*/ 46345 w 67167"/>
                    <a:gd name="connsiteY38" fmla="*/ 78419 h 102989"/>
                    <a:gd name="connsiteX39" fmla="*/ 65152 w 67167"/>
                    <a:gd name="connsiteY39" fmla="*/ 43492 h 102989"/>
                    <a:gd name="connsiteX40" fmla="*/ 50375 w 67167"/>
                    <a:gd name="connsiteY40" fmla="*/ 71254 h 102989"/>
                    <a:gd name="connsiteX41" fmla="*/ 38285 w 67167"/>
                    <a:gd name="connsiteY41" fmla="*/ 52000 h 102989"/>
                    <a:gd name="connsiteX42" fmla="*/ 38285 w 67167"/>
                    <a:gd name="connsiteY42" fmla="*/ 52000 h 102989"/>
                    <a:gd name="connsiteX43" fmla="*/ 18583 w 67167"/>
                    <a:gd name="connsiteY43" fmla="*/ 20655 h 102989"/>
                    <a:gd name="connsiteX44" fmla="*/ 18583 w 67167"/>
                    <a:gd name="connsiteY44" fmla="*/ 20207 h 102989"/>
                    <a:gd name="connsiteX45" fmla="*/ 43211 w 67167"/>
                    <a:gd name="connsiteY45" fmla="*/ 4983 h 102989"/>
                    <a:gd name="connsiteX46" fmla="*/ 43211 w 67167"/>
                    <a:gd name="connsiteY46" fmla="*/ 4983 h 102989"/>
                    <a:gd name="connsiteX47" fmla="*/ 44106 w 67167"/>
                    <a:gd name="connsiteY47" fmla="*/ 5431 h 102989"/>
                    <a:gd name="connsiteX48" fmla="*/ 61570 w 67167"/>
                    <a:gd name="connsiteY48" fmla="*/ 33641 h 102989"/>
                    <a:gd name="connsiteX49" fmla="*/ 65152 w 67167"/>
                    <a:gd name="connsiteY49" fmla="*/ 43492 h 10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7167" h="102989">
                      <a:moveTo>
                        <a:pt x="66048" y="30954"/>
                      </a:moveTo>
                      <a:cubicBezTo>
                        <a:pt x="62913" y="25581"/>
                        <a:pt x="51719" y="7670"/>
                        <a:pt x="48136" y="2296"/>
                      </a:cubicBezTo>
                      <a:cubicBezTo>
                        <a:pt x="46793" y="57"/>
                        <a:pt x="43659" y="-838"/>
                        <a:pt x="41420" y="953"/>
                      </a:cubicBezTo>
                      <a:lnTo>
                        <a:pt x="16792" y="16177"/>
                      </a:lnTo>
                      <a:cubicBezTo>
                        <a:pt x="15896" y="16625"/>
                        <a:pt x="15448" y="17073"/>
                        <a:pt x="15001" y="17969"/>
                      </a:cubicBezTo>
                      <a:cubicBezTo>
                        <a:pt x="15001" y="18416"/>
                        <a:pt x="14553" y="18864"/>
                        <a:pt x="14553" y="19312"/>
                      </a:cubicBezTo>
                      <a:cubicBezTo>
                        <a:pt x="14105" y="20655"/>
                        <a:pt x="14553" y="21998"/>
                        <a:pt x="15001" y="22894"/>
                      </a:cubicBezTo>
                      <a:lnTo>
                        <a:pt x="31121" y="48418"/>
                      </a:lnTo>
                      <a:lnTo>
                        <a:pt x="24852" y="49313"/>
                      </a:lnTo>
                      <a:lnTo>
                        <a:pt x="24852" y="42597"/>
                      </a:lnTo>
                      <a:cubicBezTo>
                        <a:pt x="24852" y="40358"/>
                        <a:pt x="23061" y="38566"/>
                        <a:pt x="21270" y="37671"/>
                      </a:cubicBezTo>
                      <a:cubicBezTo>
                        <a:pt x="19031" y="37223"/>
                        <a:pt x="16792" y="38119"/>
                        <a:pt x="15896" y="40358"/>
                      </a:cubicBezTo>
                      <a:lnTo>
                        <a:pt x="672" y="69015"/>
                      </a:lnTo>
                      <a:cubicBezTo>
                        <a:pt x="-224" y="70359"/>
                        <a:pt x="-224" y="72598"/>
                        <a:pt x="672" y="73941"/>
                      </a:cubicBezTo>
                      <a:lnTo>
                        <a:pt x="17687" y="101256"/>
                      </a:lnTo>
                      <a:cubicBezTo>
                        <a:pt x="18583" y="102599"/>
                        <a:pt x="20374" y="103495"/>
                        <a:pt x="21717" y="103495"/>
                      </a:cubicBezTo>
                      <a:cubicBezTo>
                        <a:pt x="22165" y="103495"/>
                        <a:pt x="22613" y="103495"/>
                        <a:pt x="23061" y="103495"/>
                      </a:cubicBezTo>
                      <a:cubicBezTo>
                        <a:pt x="25300" y="103047"/>
                        <a:pt x="26643" y="100808"/>
                        <a:pt x="26643" y="98569"/>
                      </a:cubicBezTo>
                      <a:lnTo>
                        <a:pt x="26195" y="91405"/>
                      </a:lnTo>
                      <a:lnTo>
                        <a:pt x="32464" y="91405"/>
                      </a:lnTo>
                      <a:cubicBezTo>
                        <a:pt x="39629" y="90957"/>
                        <a:pt x="45898" y="87375"/>
                        <a:pt x="49928" y="80658"/>
                      </a:cubicBezTo>
                      <a:lnTo>
                        <a:pt x="68734" y="45283"/>
                      </a:lnTo>
                      <a:cubicBezTo>
                        <a:pt x="70526" y="41253"/>
                        <a:pt x="69630" y="36775"/>
                        <a:pt x="66048" y="30954"/>
                      </a:cubicBezTo>
                      <a:close/>
                      <a:moveTo>
                        <a:pt x="46345" y="78419"/>
                      </a:moveTo>
                      <a:cubicBezTo>
                        <a:pt x="43211" y="83793"/>
                        <a:pt x="37838" y="86927"/>
                        <a:pt x="32464" y="86927"/>
                      </a:cubicBezTo>
                      <a:lnTo>
                        <a:pt x="21717" y="87375"/>
                      </a:lnTo>
                      <a:lnTo>
                        <a:pt x="22165" y="99017"/>
                      </a:lnTo>
                      <a:cubicBezTo>
                        <a:pt x="22165" y="99017"/>
                        <a:pt x="22165" y="99465"/>
                        <a:pt x="21717" y="99465"/>
                      </a:cubicBezTo>
                      <a:cubicBezTo>
                        <a:pt x="21717" y="99465"/>
                        <a:pt x="21270" y="99465"/>
                        <a:pt x="21270" y="99465"/>
                      </a:cubicBezTo>
                      <a:lnTo>
                        <a:pt x="4254" y="72150"/>
                      </a:lnTo>
                      <a:cubicBezTo>
                        <a:pt x="4254" y="72150"/>
                        <a:pt x="4254" y="71702"/>
                        <a:pt x="4254" y="71702"/>
                      </a:cubicBezTo>
                      <a:lnTo>
                        <a:pt x="19478" y="43044"/>
                      </a:lnTo>
                      <a:cubicBezTo>
                        <a:pt x="19478" y="43044"/>
                        <a:pt x="19926" y="42597"/>
                        <a:pt x="19926" y="42597"/>
                      </a:cubicBezTo>
                      <a:cubicBezTo>
                        <a:pt x="19926" y="42597"/>
                        <a:pt x="19926" y="42597"/>
                        <a:pt x="19926" y="42597"/>
                      </a:cubicBezTo>
                      <a:cubicBezTo>
                        <a:pt x="19926" y="42597"/>
                        <a:pt x="20374" y="43044"/>
                        <a:pt x="20374" y="43044"/>
                      </a:cubicBezTo>
                      <a:lnTo>
                        <a:pt x="20822" y="54687"/>
                      </a:lnTo>
                      <a:lnTo>
                        <a:pt x="33807" y="52448"/>
                      </a:lnTo>
                      <a:lnTo>
                        <a:pt x="48136" y="75285"/>
                      </a:lnTo>
                      <a:lnTo>
                        <a:pt x="46345" y="78419"/>
                      </a:lnTo>
                      <a:close/>
                      <a:moveTo>
                        <a:pt x="65152" y="43492"/>
                      </a:moveTo>
                      <a:lnTo>
                        <a:pt x="50375" y="71254"/>
                      </a:lnTo>
                      <a:lnTo>
                        <a:pt x="38285" y="52000"/>
                      </a:lnTo>
                      <a:lnTo>
                        <a:pt x="38285" y="52000"/>
                      </a:lnTo>
                      <a:lnTo>
                        <a:pt x="18583" y="20655"/>
                      </a:lnTo>
                      <a:lnTo>
                        <a:pt x="18583" y="20207"/>
                      </a:lnTo>
                      <a:lnTo>
                        <a:pt x="43211" y="4983"/>
                      </a:lnTo>
                      <a:lnTo>
                        <a:pt x="43211" y="4983"/>
                      </a:lnTo>
                      <a:cubicBezTo>
                        <a:pt x="43211" y="4983"/>
                        <a:pt x="43659" y="4983"/>
                        <a:pt x="44106" y="5431"/>
                      </a:cubicBezTo>
                      <a:cubicBezTo>
                        <a:pt x="47689" y="10804"/>
                        <a:pt x="58883" y="28715"/>
                        <a:pt x="61570" y="33641"/>
                      </a:cubicBezTo>
                      <a:cubicBezTo>
                        <a:pt x="65152" y="37671"/>
                        <a:pt x="66048" y="41253"/>
                        <a:pt x="65152" y="4349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628" name="Freeform: Shape 4524">
                <a:extLst>
                  <a:ext uri="{FF2B5EF4-FFF2-40B4-BE49-F238E27FC236}">
                    <a16:creationId xmlns:a16="http://schemas.microsoft.com/office/drawing/2014/main" id="{1A4AF743-38FC-E5F3-41C3-A7C2F05F432E}"/>
                  </a:ext>
                  <a:ext uri="{C183D7F6-B498-43B3-948B-1728B52AA6E4}">
                    <adec:decorative xmlns:adec="http://schemas.microsoft.com/office/drawing/2017/decorative" val="1"/>
                  </a:ext>
                </a:extLst>
              </p:cNvPr>
              <p:cNvSpPr>
                <a:spLocks noChangeAspect="1"/>
              </p:cNvSpPr>
              <p:nvPr/>
            </p:nvSpPr>
            <p:spPr>
              <a:xfrm>
                <a:off x="538640" y="1716167"/>
                <a:ext cx="4478" cy="4478"/>
              </a:xfrm>
              <a:custGeom>
                <a:avLst/>
                <a:gdLst/>
                <a:ahLst/>
                <a:cxnLst/>
                <a:rect l="l" t="t" r="r" b="b"/>
                <a:pathLst>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629" name="Group 4525">
                <a:extLst>
                  <a:ext uri="{FF2B5EF4-FFF2-40B4-BE49-F238E27FC236}">
                    <a16:creationId xmlns:a16="http://schemas.microsoft.com/office/drawing/2014/main" id="{23889DE2-59F9-B223-E3E7-C74511D460BE}"/>
                  </a:ext>
                  <a:ext uri="{C183D7F6-B498-43B3-948B-1728B52AA6E4}">
                    <adec:decorative xmlns:adec="http://schemas.microsoft.com/office/drawing/2017/decorative" val="1"/>
                  </a:ext>
                </a:extLst>
              </p:cNvPr>
              <p:cNvGrpSpPr>
                <a:grpSpLocks noChangeAspect="1"/>
              </p:cNvGrpSpPr>
              <p:nvPr/>
            </p:nvGrpSpPr>
            <p:grpSpPr>
              <a:xfrm>
                <a:off x="5008130" y="5222896"/>
                <a:ext cx="152246" cy="152246"/>
                <a:chOff x="5059451" y="4491784"/>
                <a:chExt cx="152246" cy="152246"/>
              </a:xfrm>
            </p:grpSpPr>
            <p:sp>
              <p:nvSpPr>
                <p:cNvPr id="630" name="Freeform: Shape 4526">
                  <a:extLst>
                    <a:ext uri="{FF2B5EF4-FFF2-40B4-BE49-F238E27FC236}">
                      <a16:creationId xmlns:a16="http://schemas.microsoft.com/office/drawing/2014/main" id="{C349A492-04DA-32D8-F702-D43E8740F4C4}"/>
                    </a:ext>
                  </a:extLst>
                </p:cNvPr>
                <p:cNvSpPr/>
                <p:nvPr/>
              </p:nvSpPr>
              <p:spPr>
                <a:xfrm>
                  <a:off x="5059451" y="4491784"/>
                  <a:ext cx="152246" cy="152246"/>
                </a:xfrm>
                <a:custGeom>
                  <a:avLst/>
                  <a:gdLst>
                    <a:gd name="connsiteX0" fmla="*/ 151798 w 152245"/>
                    <a:gd name="connsiteY0" fmla="*/ 148216 h 152245"/>
                    <a:gd name="connsiteX1" fmla="*/ 97169 w 152245"/>
                    <a:gd name="connsiteY1" fmla="*/ 93586 h 152245"/>
                    <a:gd name="connsiteX2" fmla="*/ 111945 w 152245"/>
                    <a:gd name="connsiteY2" fmla="*/ 55973 h 152245"/>
                    <a:gd name="connsiteX3" fmla="*/ 55973 w 152245"/>
                    <a:gd name="connsiteY3" fmla="*/ 0 h 152245"/>
                    <a:gd name="connsiteX4" fmla="*/ 0 w 152245"/>
                    <a:gd name="connsiteY4" fmla="*/ 55973 h 152245"/>
                    <a:gd name="connsiteX5" fmla="*/ 55973 w 152245"/>
                    <a:gd name="connsiteY5" fmla="*/ 111945 h 152245"/>
                    <a:gd name="connsiteX6" fmla="*/ 94034 w 152245"/>
                    <a:gd name="connsiteY6" fmla="*/ 97169 h 152245"/>
                    <a:gd name="connsiteX7" fmla="*/ 148663 w 152245"/>
                    <a:gd name="connsiteY7" fmla="*/ 151798 h 152245"/>
                    <a:gd name="connsiteX8" fmla="*/ 150455 w 152245"/>
                    <a:gd name="connsiteY8" fmla="*/ 152246 h 152245"/>
                    <a:gd name="connsiteX9" fmla="*/ 152246 w 152245"/>
                    <a:gd name="connsiteY9" fmla="*/ 151798 h 152245"/>
                    <a:gd name="connsiteX10" fmla="*/ 151798 w 152245"/>
                    <a:gd name="connsiteY10" fmla="*/ 148216 h 152245"/>
                    <a:gd name="connsiteX11" fmla="*/ 4925 w 152245"/>
                    <a:gd name="connsiteY11" fmla="*/ 55973 h 152245"/>
                    <a:gd name="connsiteX12" fmla="*/ 56420 w 152245"/>
                    <a:gd name="connsiteY12" fmla="*/ 4478 h 152245"/>
                    <a:gd name="connsiteX13" fmla="*/ 107915 w 152245"/>
                    <a:gd name="connsiteY13" fmla="*/ 55973 h 152245"/>
                    <a:gd name="connsiteX14" fmla="*/ 56420 w 152245"/>
                    <a:gd name="connsiteY14" fmla="*/ 107468 h 152245"/>
                    <a:gd name="connsiteX15" fmla="*/ 4925 w 152245"/>
                    <a:gd name="connsiteY15" fmla="*/ 55973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245" h="152245">
                      <a:moveTo>
                        <a:pt x="151798" y="148216"/>
                      </a:moveTo>
                      <a:lnTo>
                        <a:pt x="97169" y="93586"/>
                      </a:lnTo>
                      <a:cubicBezTo>
                        <a:pt x="106572" y="83735"/>
                        <a:pt x="111945" y="70302"/>
                        <a:pt x="111945" y="55973"/>
                      </a:cubicBezTo>
                      <a:cubicBezTo>
                        <a:pt x="111945" y="25076"/>
                        <a:pt x="86870" y="0"/>
                        <a:pt x="55973" y="0"/>
                      </a:cubicBezTo>
                      <a:cubicBezTo>
                        <a:pt x="25076" y="0"/>
                        <a:pt x="0" y="25076"/>
                        <a:pt x="0" y="55973"/>
                      </a:cubicBezTo>
                      <a:cubicBezTo>
                        <a:pt x="0" y="86870"/>
                        <a:pt x="25076" y="111945"/>
                        <a:pt x="55973" y="111945"/>
                      </a:cubicBezTo>
                      <a:cubicBezTo>
                        <a:pt x="70749" y="111945"/>
                        <a:pt x="83735" y="106124"/>
                        <a:pt x="94034" y="97169"/>
                      </a:cubicBezTo>
                      <a:lnTo>
                        <a:pt x="148663" y="151798"/>
                      </a:lnTo>
                      <a:cubicBezTo>
                        <a:pt x="149112" y="152246"/>
                        <a:pt x="149559" y="152246"/>
                        <a:pt x="150455" y="152246"/>
                      </a:cubicBezTo>
                      <a:cubicBezTo>
                        <a:pt x="151350" y="152246"/>
                        <a:pt x="151798" y="152246"/>
                        <a:pt x="152246" y="151798"/>
                      </a:cubicBezTo>
                      <a:cubicBezTo>
                        <a:pt x="152693" y="150455"/>
                        <a:pt x="152693" y="149112"/>
                        <a:pt x="151798" y="148216"/>
                      </a:cubicBezTo>
                      <a:close/>
                      <a:moveTo>
                        <a:pt x="4925" y="55973"/>
                      </a:moveTo>
                      <a:cubicBezTo>
                        <a:pt x="4925" y="27763"/>
                        <a:pt x="28210" y="4478"/>
                        <a:pt x="56420" y="4478"/>
                      </a:cubicBezTo>
                      <a:cubicBezTo>
                        <a:pt x="84631" y="4478"/>
                        <a:pt x="107915" y="27763"/>
                        <a:pt x="107915" y="55973"/>
                      </a:cubicBezTo>
                      <a:cubicBezTo>
                        <a:pt x="107915" y="84183"/>
                        <a:pt x="84631" y="107468"/>
                        <a:pt x="56420" y="107468"/>
                      </a:cubicBezTo>
                      <a:cubicBezTo>
                        <a:pt x="27763" y="107020"/>
                        <a:pt x="4925" y="84183"/>
                        <a:pt x="4925" y="5597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31" name="Freeform: Shape 4527">
                  <a:extLst>
                    <a:ext uri="{FF2B5EF4-FFF2-40B4-BE49-F238E27FC236}">
                      <a16:creationId xmlns:a16="http://schemas.microsoft.com/office/drawing/2014/main" id="{9327E52B-3413-3AB5-6198-17CD88E0917C}"/>
                    </a:ext>
                  </a:extLst>
                </p:cNvPr>
                <p:cNvSpPr/>
                <p:nvPr/>
              </p:nvSpPr>
              <p:spPr>
                <a:xfrm>
                  <a:off x="5080944" y="4545518"/>
                  <a:ext cx="67167" cy="4478"/>
                </a:xfrm>
                <a:custGeom>
                  <a:avLst/>
                  <a:gdLst>
                    <a:gd name="connsiteX0" fmla="*/ 66720 w 67167"/>
                    <a:gd name="connsiteY0" fmla="*/ 4478 h 4477"/>
                    <a:gd name="connsiteX1" fmla="*/ 2239 w 67167"/>
                    <a:gd name="connsiteY1" fmla="*/ 4478 h 4477"/>
                    <a:gd name="connsiteX2" fmla="*/ 0 w 67167"/>
                    <a:gd name="connsiteY2" fmla="*/ 2239 h 4477"/>
                    <a:gd name="connsiteX3" fmla="*/ 2239 w 67167"/>
                    <a:gd name="connsiteY3" fmla="*/ 0 h 4477"/>
                    <a:gd name="connsiteX4" fmla="*/ 66720 w 67167"/>
                    <a:gd name="connsiteY4" fmla="*/ 0 h 4477"/>
                    <a:gd name="connsiteX5" fmla="*/ 68959 w 67167"/>
                    <a:gd name="connsiteY5" fmla="*/ 2239 h 4477"/>
                    <a:gd name="connsiteX6" fmla="*/ 66720 w 67167"/>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67" h="4477">
                      <a:moveTo>
                        <a:pt x="66720" y="4478"/>
                      </a:moveTo>
                      <a:lnTo>
                        <a:pt x="2239" y="4478"/>
                      </a:lnTo>
                      <a:cubicBezTo>
                        <a:pt x="896" y="4478"/>
                        <a:pt x="0" y="3582"/>
                        <a:pt x="0" y="2239"/>
                      </a:cubicBezTo>
                      <a:cubicBezTo>
                        <a:pt x="0" y="896"/>
                        <a:pt x="896" y="0"/>
                        <a:pt x="2239" y="0"/>
                      </a:cubicBezTo>
                      <a:lnTo>
                        <a:pt x="66720" y="0"/>
                      </a:lnTo>
                      <a:cubicBezTo>
                        <a:pt x="68063" y="0"/>
                        <a:pt x="68959" y="896"/>
                        <a:pt x="68959" y="2239"/>
                      </a:cubicBezTo>
                      <a:cubicBezTo>
                        <a:pt x="68959" y="3582"/>
                        <a:pt x="68063" y="4478"/>
                        <a:pt x="66720"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632" name="Group 4528">
                <a:extLst>
                  <a:ext uri="{FF2B5EF4-FFF2-40B4-BE49-F238E27FC236}">
                    <a16:creationId xmlns:a16="http://schemas.microsoft.com/office/drawing/2014/main" id="{CFAB4C2B-9457-3D11-AAF7-23E5D8EEEBE0}"/>
                  </a:ext>
                  <a:ext uri="{C183D7F6-B498-43B3-948B-1728B52AA6E4}">
                    <adec:decorative xmlns:adec="http://schemas.microsoft.com/office/drawing/2017/decorative" val="1"/>
                  </a:ext>
                </a:extLst>
              </p:cNvPr>
              <p:cNvGrpSpPr>
                <a:grpSpLocks noChangeAspect="1"/>
              </p:cNvGrpSpPr>
              <p:nvPr/>
            </p:nvGrpSpPr>
            <p:grpSpPr>
              <a:xfrm>
                <a:off x="1606779" y="5575748"/>
                <a:ext cx="125379" cy="147768"/>
                <a:chOff x="1658100" y="4844636"/>
                <a:chExt cx="125379" cy="147768"/>
              </a:xfrm>
            </p:grpSpPr>
            <p:sp>
              <p:nvSpPr>
                <p:cNvPr id="633" name="Freeform: Shape 4529">
                  <a:extLst>
                    <a:ext uri="{FF2B5EF4-FFF2-40B4-BE49-F238E27FC236}">
                      <a16:creationId xmlns:a16="http://schemas.microsoft.com/office/drawing/2014/main" id="{5185495B-52DD-E430-6BDF-21EE9F8AC354}"/>
                    </a:ext>
                  </a:extLst>
                </p:cNvPr>
                <p:cNvSpPr/>
                <p:nvPr/>
              </p:nvSpPr>
              <p:spPr>
                <a:xfrm>
                  <a:off x="1658100" y="4880459"/>
                  <a:ext cx="125379" cy="111945"/>
                </a:xfrm>
                <a:custGeom>
                  <a:avLst/>
                  <a:gdLst>
                    <a:gd name="connsiteX0" fmla="*/ 123140 w 125378"/>
                    <a:gd name="connsiteY0" fmla="*/ 0 h 111945"/>
                    <a:gd name="connsiteX1" fmla="*/ 96273 w 125378"/>
                    <a:gd name="connsiteY1" fmla="*/ 0 h 111945"/>
                    <a:gd name="connsiteX2" fmla="*/ 94034 w 125378"/>
                    <a:gd name="connsiteY2" fmla="*/ 2239 h 111945"/>
                    <a:gd name="connsiteX3" fmla="*/ 94034 w 125378"/>
                    <a:gd name="connsiteY3" fmla="*/ 49256 h 111945"/>
                    <a:gd name="connsiteX4" fmla="*/ 62689 w 125378"/>
                    <a:gd name="connsiteY4" fmla="*/ 80601 h 111945"/>
                    <a:gd name="connsiteX5" fmla="*/ 31345 w 125378"/>
                    <a:gd name="connsiteY5" fmla="*/ 49256 h 111945"/>
                    <a:gd name="connsiteX6" fmla="*/ 31345 w 125378"/>
                    <a:gd name="connsiteY6" fmla="*/ 2239 h 111945"/>
                    <a:gd name="connsiteX7" fmla="*/ 29106 w 125378"/>
                    <a:gd name="connsiteY7" fmla="*/ 0 h 111945"/>
                    <a:gd name="connsiteX8" fmla="*/ 2239 w 125378"/>
                    <a:gd name="connsiteY8" fmla="*/ 0 h 111945"/>
                    <a:gd name="connsiteX9" fmla="*/ 0 w 125378"/>
                    <a:gd name="connsiteY9" fmla="*/ 2239 h 111945"/>
                    <a:gd name="connsiteX10" fmla="*/ 0 w 125378"/>
                    <a:gd name="connsiteY10" fmla="*/ 49256 h 111945"/>
                    <a:gd name="connsiteX11" fmla="*/ 62689 w 125378"/>
                    <a:gd name="connsiteY11" fmla="*/ 111945 h 111945"/>
                    <a:gd name="connsiteX12" fmla="*/ 125379 w 125378"/>
                    <a:gd name="connsiteY12" fmla="*/ 49256 h 111945"/>
                    <a:gd name="connsiteX13" fmla="*/ 125379 w 125378"/>
                    <a:gd name="connsiteY13" fmla="*/ 2239 h 111945"/>
                    <a:gd name="connsiteX14" fmla="*/ 123140 w 125378"/>
                    <a:gd name="connsiteY14" fmla="*/ 0 h 111945"/>
                    <a:gd name="connsiteX15" fmla="*/ 120901 w 125378"/>
                    <a:gd name="connsiteY15" fmla="*/ 4478 h 111945"/>
                    <a:gd name="connsiteX16" fmla="*/ 120901 w 125378"/>
                    <a:gd name="connsiteY16" fmla="*/ 26867 h 111945"/>
                    <a:gd name="connsiteX17" fmla="*/ 98512 w 125378"/>
                    <a:gd name="connsiteY17" fmla="*/ 26867 h 111945"/>
                    <a:gd name="connsiteX18" fmla="*/ 98512 w 125378"/>
                    <a:gd name="connsiteY18" fmla="*/ 4478 h 111945"/>
                    <a:gd name="connsiteX19" fmla="*/ 120901 w 125378"/>
                    <a:gd name="connsiteY19" fmla="*/ 4478 h 111945"/>
                    <a:gd name="connsiteX20" fmla="*/ 26867 w 125378"/>
                    <a:gd name="connsiteY20" fmla="*/ 4478 h 111945"/>
                    <a:gd name="connsiteX21" fmla="*/ 26867 w 125378"/>
                    <a:gd name="connsiteY21" fmla="*/ 26867 h 111945"/>
                    <a:gd name="connsiteX22" fmla="*/ 4478 w 125378"/>
                    <a:gd name="connsiteY22" fmla="*/ 26867 h 111945"/>
                    <a:gd name="connsiteX23" fmla="*/ 4478 w 125378"/>
                    <a:gd name="connsiteY23" fmla="*/ 4478 h 111945"/>
                    <a:gd name="connsiteX24" fmla="*/ 26867 w 125378"/>
                    <a:gd name="connsiteY24" fmla="*/ 4478 h 111945"/>
                    <a:gd name="connsiteX25" fmla="*/ 62689 w 125378"/>
                    <a:gd name="connsiteY25" fmla="*/ 107468 h 111945"/>
                    <a:gd name="connsiteX26" fmla="*/ 4478 w 125378"/>
                    <a:gd name="connsiteY26" fmla="*/ 49256 h 111945"/>
                    <a:gd name="connsiteX27" fmla="*/ 4478 w 125378"/>
                    <a:gd name="connsiteY27" fmla="*/ 31345 h 111945"/>
                    <a:gd name="connsiteX28" fmla="*/ 26867 w 125378"/>
                    <a:gd name="connsiteY28" fmla="*/ 31345 h 111945"/>
                    <a:gd name="connsiteX29" fmla="*/ 26867 w 125378"/>
                    <a:gd name="connsiteY29" fmla="*/ 49256 h 111945"/>
                    <a:gd name="connsiteX30" fmla="*/ 62689 w 125378"/>
                    <a:gd name="connsiteY30" fmla="*/ 85079 h 111945"/>
                    <a:gd name="connsiteX31" fmla="*/ 98512 w 125378"/>
                    <a:gd name="connsiteY31" fmla="*/ 49256 h 111945"/>
                    <a:gd name="connsiteX32" fmla="*/ 98512 w 125378"/>
                    <a:gd name="connsiteY32" fmla="*/ 31345 h 111945"/>
                    <a:gd name="connsiteX33" fmla="*/ 120901 w 125378"/>
                    <a:gd name="connsiteY33" fmla="*/ 31345 h 111945"/>
                    <a:gd name="connsiteX34" fmla="*/ 120901 w 125378"/>
                    <a:gd name="connsiteY34" fmla="*/ 49256 h 111945"/>
                    <a:gd name="connsiteX35" fmla="*/ 62689 w 125378"/>
                    <a:gd name="connsiteY35" fmla="*/ 107468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5378" h="111945">
                      <a:moveTo>
                        <a:pt x="123140" y="0"/>
                      </a:moveTo>
                      <a:lnTo>
                        <a:pt x="96273" y="0"/>
                      </a:lnTo>
                      <a:cubicBezTo>
                        <a:pt x="94930" y="0"/>
                        <a:pt x="94034" y="895"/>
                        <a:pt x="94034" y="2239"/>
                      </a:cubicBezTo>
                      <a:lnTo>
                        <a:pt x="94034" y="49256"/>
                      </a:lnTo>
                      <a:cubicBezTo>
                        <a:pt x="94034" y="66719"/>
                        <a:pt x="80153" y="80601"/>
                        <a:pt x="62689" y="80601"/>
                      </a:cubicBezTo>
                      <a:cubicBezTo>
                        <a:pt x="45226" y="80601"/>
                        <a:pt x="31345" y="66719"/>
                        <a:pt x="31345" y="49256"/>
                      </a:cubicBezTo>
                      <a:lnTo>
                        <a:pt x="31345" y="2239"/>
                      </a:lnTo>
                      <a:cubicBezTo>
                        <a:pt x="31345" y="895"/>
                        <a:pt x="30449" y="0"/>
                        <a:pt x="29106" y="0"/>
                      </a:cubicBezTo>
                      <a:lnTo>
                        <a:pt x="2239" y="0"/>
                      </a:lnTo>
                      <a:cubicBezTo>
                        <a:pt x="896" y="0"/>
                        <a:pt x="0" y="895"/>
                        <a:pt x="0" y="2239"/>
                      </a:cubicBezTo>
                      <a:lnTo>
                        <a:pt x="0" y="49256"/>
                      </a:lnTo>
                      <a:cubicBezTo>
                        <a:pt x="0" y="83735"/>
                        <a:pt x="28210" y="111945"/>
                        <a:pt x="62689" y="111945"/>
                      </a:cubicBezTo>
                      <a:cubicBezTo>
                        <a:pt x="97169" y="111945"/>
                        <a:pt x="125379" y="83735"/>
                        <a:pt x="125379" y="49256"/>
                      </a:cubicBezTo>
                      <a:lnTo>
                        <a:pt x="125379" y="2239"/>
                      </a:lnTo>
                      <a:cubicBezTo>
                        <a:pt x="125379" y="1343"/>
                        <a:pt x="124483" y="0"/>
                        <a:pt x="123140" y="0"/>
                      </a:cubicBezTo>
                      <a:close/>
                      <a:moveTo>
                        <a:pt x="120901" y="4478"/>
                      </a:moveTo>
                      <a:lnTo>
                        <a:pt x="120901" y="26867"/>
                      </a:lnTo>
                      <a:lnTo>
                        <a:pt x="98512" y="26867"/>
                      </a:lnTo>
                      <a:lnTo>
                        <a:pt x="98512" y="4478"/>
                      </a:lnTo>
                      <a:lnTo>
                        <a:pt x="120901" y="4478"/>
                      </a:lnTo>
                      <a:close/>
                      <a:moveTo>
                        <a:pt x="26867" y="4478"/>
                      </a:moveTo>
                      <a:lnTo>
                        <a:pt x="26867" y="26867"/>
                      </a:lnTo>
                      <a:lnTo>
                        <a:pt x="4478" y="26867"/>
                      </a:lnTo>
                      <a:lnTo>
                        <a:pt x="4478" y="4478"/>
                      </a:lnTo>
                      <a:lnTo>
                        <a:pt x="26867" y="4478"/>
                      </a:lnTo>
                      <a:close/>
                      <a:moveTo>
                        <a:pt x="62689" y="107468"/>
                      </a:moveTo>
                      <a:cubicBezTo>
                        <a:pt x="30449" y="107468"/>
                        <a:pt x="4478" y="81496"/>
                        <a:pt x="4478" y="49256"/>
                      </a:cubicBezTo>
                      <a:lnTo>
                        <a:pt x="4478" y="31345"/>
                      </a:lnTo>
                      <a:lnTo>
                        <a:pt x="26867" y="31345"/>
                      </a:lnTo>
                      <a:lnTo>
                        <a:pt x="26867" y="49256"/>
                      </a:lnTo>
                      <a:cubicBezTo>
                        <a:pt x="26867" y="68958"/>
                        <a:pt x="42987" y="85079"/>
                        <a:pt x="62689" y="85079"/>
                      </a:cubicBezTo>
                      <a:cubicBezTo>
                        <a:pt x="82392" y="85079"/>
                        <a:pt x="98512" y="68958"/>
                        <a:pt x="98512" y="49256"/>
                      </a:cubicBezTo>
                      <a:lnTo>
                        <a:pt x="98512" y="31345"/>
                      </a:lnTo>
                      <a:lnTo>
                        <a:pt x="120901" y="31345"/>
                      </a:lnTo>
                      <a:lnTo>
                        <a:pt x="120901" y="49256"/>
                      </a:lnTo>
                      <a:cubicBezTo>
                        <a:pt x="120901" y="81496"/>
                        <a:pt x="94930" y="107468"/>
                        <a:pt x="62689" y="10746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34" name="Freeform: Shape 4530">
                  <a:extLst>
                    <a:ext uri="{FF2B5EF4-FFF2-40B4-BE49-F238E27FC236}">
                      <a16:creationId xmlns:a16="http://schemas.microsoft.com/office/drawing/2014/main" id="{A33BA686-BEA6-ACE0-8DA6-70C3CE722527}"/>
                    </a:ext>
                  </a:extLst>
                </p:cNvPr>
                <p:cNvSpPr/>
                <p:nvPr/>
              </p:nvSpPr>
              <p:spPr>
                <a:xfrm>
                  <a:off x="1658100" y="4862548"/>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35" name="Freeform: Shape 4531">
                  <a:extLst>
                    <a:ext uri="{FF2B5EF4-FFF2-40B4-BE49-F238E27FC236}">
                      <a16:creationId xmlns:a16="http://schemas.microsoft.com/office/drawing/2014/main" id="{7DD8C431-9400-22C3-FC6B-600EBDCC7DCD}"/>
                    </a:ext>
                  </a:extLst>
                </p:cNvPr>
                <p:cNvSpPr/>
                <p:nvPr/>
              </p:nvSpPr>
              <p:spPr>
                <a:xfrm>
                  <a:off x="1658100" y="4853592"/>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36" name="Freeform: Shape 4532">
                  <a:extLst>
                    <a:ext uri="{FF2B5EF4-FFF2-40B4-BE49-F238E27FC236}">
                      <a16:creationId xmlns:a16="http://schemas.microsoft.com/office/drawing/2014/main" id="{64651E39-EA3F-2923-C8D8-7420B922569C}"/>
                    </a:ext>
                  </a:extLst>
                </p:cNvPr>
                <p:cNvSpPr/>
                <p:nvPr/>
              </p:nvSpPr>
              <p:spPr>
                <a:xfrm>
                  <a:off x="1658100" y="4844636"/>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37" name="Freeform: Shape 4533">
                  <a:extLst>
                    <a:ext uri="{FF2B5EF4-FFF2-40B4-BE49-F238E27FC236}">
                      <a16:creationId xmlns:a16="http://schemas.microsoft.com/office/drawing/2014/main" id="{9AD405A1-5827-AA7A-CE3F-D72C978C5291}"/>
                    </a:ext>
                  </a:extLst>
                </p:cNvPr>
                <p:cNvSpPr/>
                <p:nvPr/>
              </p:nvSpPr>
              <p:spPr>
                <a:xfrm>
                  <a:off x="1671534" y="4862548"/>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38" name="Freeform: Shape 4534">
                  <a:extLst>
                    <a:ext uri="{FF2B5EF4-FFF2-40B4-BE49-F238E27FC236}">
                      <a16:creationId xmlns:a16="http://schemas.microsoft.com/office/drawing/2014/main" id="{1CA7DAE6-F222-EBF9-239E-E2BD182A2F26}"/>
                    </a:ext>
                  </a:extLst>
                </p:cNvPr>
                <p:cNvSpPr/>
                <p:nvPr/>
              </p:nvSpPr>
              <p:spPr>
                <a:xfrm>
                  <a:off x="1671534" y="4853592"/>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39" name="Freeform: Shape 4535">
                  <a:extLst>
                    <a:ext uri="{FF2B5EF4-FFF2-40B4-BE49-F238E27FC236}">
                      <a16:creationId xmlns:a16="http://schemas.microsoft.com/office/drawing/2014/main" id="{0C269155-F65C-8F6E-C74C-6EAF850A7548}"/>
                    </a:ext>
                  </a:extLst>
                </p:cNvPr>
                <p:cNvSpPr/>
                <p:nvPr/>
              </p:nvSpPr>
              <p:spPr>
                <a:xfrm>
                  <a:off x="1671534" y="4844636"/>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40" name="Freeform: Shape 4536">
                  <a:extLst>
                    <a:ext uri="{FF2B5EF4-FFF2-40B4-BE49-F238E27FC236}">
                      <a16:creationId xmlns:a16="http://schemas.microsoft.com/office/drawing/2014/main" id="{54854B5B-FAEC-35EA-A36D-68A5397192BF}"/>
                    </a:ext>
                  </a:extLst>
                </p:cNvPr>
                <p:cNvSpPr/>
                <p:nvPr/>
              </p:nvSpPr>
              <p:spPr>
                <a:xfrm>
                  <a:off x="1684967" y="4862548"/>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41" name="Freeform: Shape 4537">
                  <a:extLst>
                    <a:ext uri="{FF2B5EF4-FFF2-40B4-BE49-F238E27FC236}">
                      <a16:creationId xmlns:a16="http://schemas.microsoft.com/office/drawing/2014/main" id="{973ED42D-69B8-901D-547E-D268EF18DC66}"/>
                    </a:ext>
                  </a:extLst>
                </p:cNvPr>
                <p:cNvSpPr/>
                <p:nvPr/>
              </p:nvSpPr>
              <p:spPr>
                <a:xfrm>
                  <a:off x="1684967" y="4853592"/>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42" name="Freeform: Shape 4538">
                  <a:extLst>
                    <a:ext uri="{FF2B5EF4-FFF2-40B4-BE49-F238E27FC236}">
                      <a16:creationId xmlns:a16="http://schemas.microsoft.com/office/drawing/2014/main" id="{C134DBFD-D960-39CA-F3C9-9018A3C810EC}"/>
                    </a:ext>
                  </a:extLst>
                </p:cNvPr>
                <p:cNvSpPr/>
                <p:nvPr/>
              </p:nvSpPr>
              <p:spPr>
                <a:xfrm>
                  <a:off x="1684967" y="4844636"/>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43" name="Freeform: Shape 4539">
                  <a:extLst>
                    <a:ext uri="{FF2B5EF4-FFF2-40B4-BE49-F238E27FC236}">
                      <a16:creationId xmlns:a16="http://schemas.microsoft.com/office/drawing/2014/main" id="{881FB678-2327-7810-EEFD-8EB3BF51CD3C}"/>
                    </a:ext>
                  </a:extLst>
                </p:cNvPr>
                <p:cNvSpPr/>
                <p:nvPr/>
              </p:nvSpPr>
              <p:spPr>
                <a:xfrm>
                  <a:off x="1752135" y="4862548"/>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44" name="Freeform: Shape 4540">
                  <a:extLst>
                    <a:ext uri="{FF2B5EF4-FFF2-40B4-BE49-F238E27FC236}">
                      <a16:creationId xmlns:a16="http://schemas.microsoft.com/office/drawing/2014/main" id="{A07C7185-A6DC-1FE6-81BE-125D2E408CA8}"/>
                    </a:ext>
                  </a:extLst>
                </p:cNvPr>
                <p:cNvSpPr/>
                <p:nvPr/>
              </p:nvSpPr>
              <p:spPr>
                <a:xfrm>
                  <a:off x="1752135" y="4853592"/>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45" name="Freeform: Shape 4541">
                  <a:extLst>
                    <a:ext uri="{FF2B5EF4-FFF2-40B4-BE49-F238E27FC236}">
                      <a16:creationId xmlns:a16="http://schemas.microsoft.com/office/drawing/2014/main" id="{FC2494EF-7C9E-42F1-5B17-A1991A768306}"/>
                    </a:ext>
                  </a:extLst>
                </p:cNvPr>
                <p:cNvSpPr/>
                <p:nvPr/>
              </p:nvSpPr>
              <p:spPr>
                <a:xfrm>
                  <a:off x="1752135" y="4844636"/>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46" name="Freeform: Shape 4542">
                  <a:extLst>
                    <a:ext uri="{FF2B5EF4-FFF2-40B4-BE49-F238E27FC236}">
                      <a16:creationId xmlns:a16="http://schemas.microsoft.com/office/drawing/2014/main" id="{FC7BE344-09D9-6DF3-877E-F2FDB10A9211}"/>
                    </a:ext>
                  </a:extLst>
                </p:cNvPr>
                <p:cNvSpPr/>
                <p:nvPr/>
              </p:nvSpPr>
              <p:spPr>
                <a:xfrm>
                  <a:off x="1765568" y="4862548"/>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47" name="Freeform: Shape 4543">
                  <a:extLst>
                    <a:ext uri="{FF2B5EF4-FFF2-40B4-BE49-F238E27FC236}">
                      <a16:creationId xmlns:a16="http://schemas.microsoft.com/office/drawing/2014/main" id="{EC851D5E-C62B-0AD8-A34F-8D11B019F387}"/>
                    </a:ext>
                  </a:extLst>
                </p:cNvPr>
                <p:cNvSpPr/>
                <p:nvPr/>
              </p:nvSpPr>
              <p:spPr>
                <a:xfrm>
                  <a:off x="1765568" y="4853592"/>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48" name="Freeform: Shape 4544">
                  <a:extLst>
                    <a:ext uri="{FF2B5EF4-FFF2-40B4-BE49-F238E27FC236}">
                      <a16:creationId xmlns:a16="http://schemas.microsoft.com/office/drawing/2014/main" id="{7E60C50C-2E12-1B8D-87DA-AC9A5F80721D}"/>
                    </a:ext>
                  </a:extLst>
                </p:cNvPr>
                <p:cNvSpPr/>
                <p:nvPr/>
              </p:nvSpPr>
              <p:spPr>
                <a:xfrm>
                  <a:off x="1765568" y="4844636"/>
                  <a:ext cx="4478" cy="4478"/>
                </a:xfrm>
                <a:custGeom>
                  <a:avLst/>
                  <a:gdLst>
                    <a:gd name="connsiteX0" fmla="*/ 2239 w 4477"/>
                    <a:gd name="connsiteY0" fmla="*/ 6717 h 4477"/>
                    <a:gd name="connsiteX1" fmla="*/ 4478 w 4477"/>
                    <a:gd name="connsiteY1" fmla="*/ 4478 h 4477"/>
                    <a:gd name="connsiteX2" fmla="*/ 4478 w 4477"/>
                    <a:gd name="connsiteY2" fmla="*/ 2239 h 4477"/>
                    <a:gd name="connsiteX3" fmla="*/ 2239 w 4477"/>
                    <a:gd name="connsiteY3" fmla="*/ 0 h 4477"/>
                    <a:gd name="connsiteX4" fmla="*/ 0 w 4477"/>
                    <a:gd name="connsiteY4" fmla="*/ 2239 h 4477"/>
                    <a:gd name="connsiteX5" fmla="*/ 0 w 4477"/>
                    <a:gd name="connsiteY5" fmla="*/ 4478 h 4477"/>
                    <a:gd name="connsiteX6" fmla="*/ 2239 w 4477"/>
                    <a:gd name="connsiteY6" fmla="*/ 6717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6717"/>
                      </a:moveTo>
                      <a:cubicBezTo>
                        <a:pt x="3582" y="6717"/>
                        <a:pt x="4478" y="5821"/>
                        <a:pt x="4478" y="4478"/>
                      </a:cubicBezTo>
                      <a:lnTo>
                        <a:pt x="4478" y="2239"/>
                      </a:lnTo>
                      <a:cubicBezTo>
                        <a:pt x="4478" y="895"/>
                        <a:pt x="3582" y="0"/>
                        <a:pt x="2239" y="0"/>
                      </a:cubicBezTo>
                      <a:cubicBezTo>
                        <a:pt x="896" y="0"/>
                        <a:pt x="0" y="895"/>
                        <a:pt x="0" y="2239"/>
                      </a:cubicBezTo>
                      <a:lnTo>
                        <a:pt x="0" y="4478"/>
                      </a:lnTo>
                      <a:cubicBezTo>
                        <a:pt x="0" y="5821"/>
                        <a:pt x="896" y="6717"/>
                        <a:pt x="2239"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49" name="Freeform: Shape 4545">
                  <a:extLst>
                    <a:ext uri="{FF2B5EF4-FFF2-40B4-BE49-F238E27FC236}">
                      <a16:creationId xmlns:a16="http://schemas.microsoft.com/office/drawing/2014/main" id="{F4A4679F-5721-BFED-1E99-D109FFB36A74}"/>
                    </a:ext>
                  </a:extLst>
                </p:cNvPr>
                <p:cNvSpPr/>
                <p:nvPr/>
              </p:nvSpPr>
              <p:spPr>
                <a:xfrm>
                  <a:off x="1779001" y="4862548"/>
                  <a:ext cx="4478" cy="4478"/>
                </a:xfrm>
                <a:custGeom>
                  <a:avLst/>
                  <a:gdLst>
                    <a:gd name="connsiteX0" fmla="*/ 2239 w 4477"/>
                    <a:gd name="connsiteY0" fmla="*/ 0 h 4477"/>
                    <a:gd name="connsiteX1" fmla="*/ 0 w 4477"/>
                    <a:gd name="connsiteY1" fmla="*/ 2239 h 4477"/>
                    <a:gd name="connsiteX2" fmla="*/ 0 w 4477"/>
                    <a:gd name="connsiteY2" fmla="*/ 4478 h 4477"/>
                    <a:gd name="connsiteX3" fmla="*/ 2239 w 4477"/>
                    <a:gd name="connsiteY3" fmla="*/ 6717 h 4477"/>
                    <a:gd name="connsiteX4" fmla="*/ 4478 w 4477"/>
                    <a:gd name="connsiteY4" fmla="*/ 4478 h 4477"/>
                    <a:gd name="connsiteX5" fmla="*/ 4478 w 4477"/>
                    <a:gd name="connsiteY5" fmla="*/ 2239 h 4477"/>
                    <a:gd name="connsiteX6" fmla="*/ 2239 w 4477"/>
                    <a:gd name="connsiteY6" fmla="*/ 0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0"/>
                      </a:moveTo>
                      <a:cubicBezTo>
                        <a:pt x="896" y="0"/>
                        <a:pt x="0" y="895"/>
                        <a:pt x="0" y="2239"/>
                      </a:cubicBezTo>
                      <a:lnTo>
                        <a:pt x="0" y="4478"/>
                      </a:lnTo>
                      <a:cubicBezTo>
                        <a:pt x="0" y="5821"/>
                        <a:pt x="896" y="6717"/>
                        <a:pt x="2239" y="6717"/>
                      </a:cubicBezTo>
                      <a:cubicBezTo>
                        <a:pt x="3582" y="6717"/>
                        <a:pt x="4478" y="5821"/>
                        <a:pt x="4478" y="4478"/>
                      </a:cubicBezTo>
                      <a:lnTo>
                        <a:pt x="4478" y="2239"/>
                      </a:lnTo>
                      <a:cubicBezTo>
                        <a:pt x="4478" y="1343"/>
                        <a:pt x="3582" y="0"/>
                        <a:pt x="2239"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50" name="Freeform: Shape 4546">
                  <a:extLst>
                    <a:ext uri="{FF2B5EF4-FFF2-40B4-BE49-F238E27FC236}">
                      <a16:creationId xmlns:a16="http://schemas.microsoft.com/office/drawing/2014/main" id="{4F79722A-F94C-CADD-2AB6-AF2AFA63908D}"/>
                    </a:ext>
                  </a:extLst>
                </p:cNvPr>
                <p:cNvSpPr/>
                <p:nvPr/>
              </p:nvSpPr>
              <p:spPr>
                <a:xfrm>
                  <a:off x="1779001" y="4853592"/>
                  <a:ext cx="4478" cy="4478"/>
                </a:xfrm>
                <a:custGeom>
                  <a:avLst/>
                  <a:gdLst>
                    <a:gd name="connsiteX0" fmla="*/ 2239 w 4477"/>
                    <a:gd name="connsiteY0" fmla="*/ 0 h 4477"/>
                    <a:gd name="connsiteX1" fmla="*/ 0 w 4477"/>
                    <a:gd name="connsiteY1" fmla="*/ 2239 h 4477"/>
                    <a:gd name="connsiteX2" fmla="*/ 0 w 4477"/>
                    <a:gd name="connsiteY2" fmla="*/ 4478 h 4477"/>
                    <a:gd name="connsiteX3" fmla="*/ 2239 w 4477"/>
                    <a:gd name="connsiteY3" fmla="*/ 6717 h 4477"/>
                    <a:gd name="connsiteX4" fmla="*/ 4478 w 4477"/>
                    <a:gd name="connsiteY4" fmla="*/ 4478 h 4477"/>
                    <a:gd name="connsiteX5" fmla="*/ 4478 w 4477"/>
                    <a:gd name="connsiteY5" fmla="*/ 2239 h 4477"/>
                    <a:gd name="connsiteX6" fmla="*/ 2239 w 4477"/>
                    <a:gd name="connsiteY6" fmla="*/ 0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0"/>
                      </a:moveTo>
                      <a:cubicBezTo>
                        <a:pt x="896" y="0"/>
                        <a:pt x="0" y="895"/>
                        <a:pt x="0" y="2239"/>
                      </a:cubicBezTo>
                      <a:lnTo>
                        <a:pt x="0" y="4478"/>
                      </a:lnTo>
                      <a:cubicBezTo>
                        <a:pt x="0" y="5821"/>
                        <a:pt x="896" y="6717"/>
                        <a:pt x="2239" y="6717"/>
                      </a:cubicBezTo>
                      <a:cubicBezTo>
                        <a:pt x="3582" y="6717"/>
                        <a:pt x="4478" y="5821"/>
                        <a:pt x="4478" y="4478"/>
                      </a:cubicBezTo>
                      <a:lnTo>
                        <a:pt x="4478" y="2239"/>
                      </a:lnTo>
                      <a:cubicBezTo>
                        <a:pt x="4478" y="1343"/>
                        <a:pt x="3582" y="0"/>
                        <a:pt x="2239"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51" name="Freeform: Shape 4547">
                  <a:extLst>
                    <a:ext uri="{FF2B5EF4-FFF2-40B4-BE49-F238E27FC236}">
                      <a16:creationId xmlns:a16="http://schemas.microsoft.com/office/drawing/2014/main" id="{516CAA40-82C5-1B58-A9DC-74D0B2894DFA}"/>
                    </a:ext>
                  </a:extLst>
                </p:cNvPr>
                <p:cNvSpPr/>
                <p:nvPr/>
              </p:nvSpPr>
              <p:spPr>
                <a:xfrm>
                  <a:off x="1779001" y="4844636"/>
                  <a:ext cx="4478" cy="4478"/>
                </a:xfrm>
                <a:custGeom>
                  <a:avLst/>
                  <a:gdLst>
                    <a:gd name="connsiteX0" fmla="*/ 2239 w 4477"/>
                    <a:gd name="connsiteY0" fmla="*/ 0 h 4477"/>
                    <a:gd name="connsiteX1" fmla="*/ 0 w 4477"/>
                    <a:gd name="connsiteY1" fmla="*/ 2239 h 4477"/>
                    <a:gd name="connsiteX2" fmla="*/ 0 w 4477"/>
                    <a:gd name="connsiteY2" fmla="*/ 4478 h 4477"/>
                    <a:gd name="connsiteX3" fmla="*/ 2239 w 4477"/>
                    <a:gd name="connsiteY3" fmla="*/ 6717 h 4477"/>
                    <a:gd name="connsiteX4" fmla="*/ 4478 w 4477"/>
                    <a:gd name="connsiteY4" fmla="*/ 4478 h 4477"/>
                    <a:gd name="connsiteX5" fmla="*/ 4478 w 4477"/>
                    <a:gd name="connsiteY5" fmla="*/ 2239 h 4477"/>
                    <a:gd name="connsiteX6" fmla="*/ 2239 w 4477"/>
                    <a:gd name="connsiteY6" fmla="*/ 0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
                      <a:moveTo>
                        <a:pt x="2239" y="0"/>
                      </a:moveTo>
                      <a:cubicBezTo>
                        <a:pt x="896" y="0"/>
                        <a:pt x="0" y="895"/>
                        <a:pt x="0" y="2239"/>
                      </a:cubicBezTo>
                      <a:lnTo>
                        <a:pt x="0" y="4478"/>
                      </a:lnTo>
                      <a:cubicBezTo>
                        <a:pt x="0" y="5821"/>
                        <a:pt x="896" y="6717"/>
                        <a:pt x="2239" y="6717"/>
                      </a:cubicBezTo>
                      <a:cubicBezTo>
                        <a:pt x="3582" y="6717"/>
                        <a:pt x="4478" y="5821"/>
                        <a:pt x="4478" y="4478"/>
                      </a:cubicBezTo>
                      <a:lnTo>
                        <a:pt x="4478" y="2239"/>
                      </a:lnTo>
                      <a:cubicBezTo>
                        <a:pt x="4478" y="1343"/>
                        <a:pt x="3582" y="0"/>
                        <a:pt x="2239"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652" name="Group 4548">
                <a:extLst>
                  <a:ext uri="{FF2B5EF4-FFF2-40B4-BE49-F238E27FC236}">
                    <a16:creationId xmlns:a16="http://schemas.microsoft.com/office/drawing/2014/main" id="{6E78D95E-DC35-552C-99A4-A68BBFD38C03}"/>
                  </a:ext>
                  <a:ext uri="{C183D7F6-B498-43B3-948B-1728B52AA6E4}">
                    <adec:decorative xmlns:adec="http://schemas.microsoft.com/office/drawing/2017/decorative" val="1"/>
                  </a:ext>
                </a:extLst>
              </p:cNvPr>
              <p:cNvGrpSpPr>
                <a:grpSpLocks noChangeAspect="1"/>
              </p:cNvGrpSpPr>
              <p:nvPr/>
            </p:nvGrpSpPr>
            <p:grpSpPr>
              <a:xfrm>
                <a:off x="4261946" y="4567641"/>
                <a:ext cx="85079" cy="144186"/>
                <a:chOff x="4302700" y="3832202"/>
                <a:chExt cx="85079" cy="144186"/>
              </a:xfrm>
            </p:grpSpPr>
            <p:sp>
              <p:nvSpPr>
                <p:cNvPr id="653" name="Freeform: Shape 4549">
                  <a:extLst>
                    <a:ext uri="{FF2B5EF4-FFF2-40B4-BE49-F238E27FC236}">
                      <a16:creationId xmlns:a16="http://schemas.microsoft.com/office/drawing/2014/main" id="{00DC1663-3809-206D-4D9A-6EA8A7CCB463}"/>
                    </a:ext>
                  </a:extLst>
                </p:cNvPr>
                <p:cNvSpPr/>
                <p:nvPr/>
              </p:nvSpPr>
              <p:spPr>
                <a:xfrm>
                  <a:off x="4302700" y="3832202"/>
                  <a:ext cx="85079" cy="102990"/>
                </a:xfrm>
                <a:custGeom>
                  <a:avLst/>
                  <a:gdLst>
                    <a:gd name="connsiteX0" fmla="*/ 59107 w 85078"/>
                    <a:gd name="connsiteY0" fmla="*/ 103885 h 102989"/>
                    <a:gd name="connsiteX1" fmla="*/ 26419 w 85078"/>
                    <a:gd name="connsiteY1" fmla="*/ 103885 h 102989"/>
                    <a:gd name="connsiteX2" fmla="*/ 24180 w 85078"/>
                    <a:gd name="connsiteY2" fmla="*/ 102094 h 102989"/>
                    <a:gd name="connsiteX3" fmla="*/ 23285 w 85078"/>
                    <a:gd name="connsiteY3" fmla="*/ 96273 h 102989"/>
                    <a:gd name="connsiteX4" fmla="*/ 21941 w 85078"/>
                    <a:gd name="connsiteY4" fmla="*/ 88661 h 102989"/>
                    <a:gd name="connsiteX5" fmla="*/ 10299 w 85078"/>
                    <a:gd name="connsiteY5" fmla="*/ 70302 h 102989"/>
                    <a:gd name="connsiteX6" fmla="*/ 9851 w 85078"/>
                    <a:gd name="connsiteY6" fmla="*/ 69854 h 102989"/>
                    <a:gd name="connsiteX7" fmla="*/ 0 w 85078"/>
                    <a:gd name="connsiteY7" fmla="*/ 42539 h 102989"/>
                    <a:gd name="connsiteX8" fmla="*/ 42539 w 85078"/>
                    <a:gd name="connsiteY8" fmla="*/ 0 h 102989"/>
                    <a:gd name="connsiteX9" fmla="*/ 85079 w 85078"/>
                    <a:gd name="connsiteY9" fmla="*/ 42539 h 102989"/>
                    <a:gd name="connsiteX10" fmla="*/ 74780 w 85078"/>
                    <a:gd name="connsiteY10" fmla="*/ 70302 h 102989"/>
                    <a:gd name="connsiteX11" fmla="*/ 74780 w 85078"/>
                    <a:gd name="connsiteY11" fmla="*/ 70302 h 102989"/>
                    <a:gd name="connsiteX12" fmla="*/ 63137 w 85078"/>
                    <a:gd name="connsiteY12" fmla="*/ 90900 h 102989"/>
                    <a:gd name="connsiteX13" fmla="*/ 61794 w 85078"/>
                    <a:gd name="connsiteY13" fmla="*/ 97169 h 102989"/>
                    <a:gd name="connsiteX14" fmla="*/ 60898 w 85078"/>
                    <a:gd name="connsiteY14" fmla="*/ 102542 h 102989"/>
                    <a:gd name="connsiteX15" fmla="*/ 59107 w 85078"/>
                    <a:gd name="connsiteY15" fmla="*/ 103885 h 102989"/>
                    <a:gd name="connsiteX16" fmla="*/ 28210 w 85078"/>
                    <a:gd name="connsiteY16" fmla="*/ 99408 h 102989"/>
                    <a:gd name="connsiteX17" fmla="*/ 57316 w 85078"/>
                    <a:gd name="connsiteY17" fmla="*/ 99408 h 102989"/>
                    <a:gd name="connsiteX18" fmla="*/ 57764 w 85078"/>
                    <a:gd name="connsiteY18" fmla="*/ 96273 h 102989"/>
                    <a:gd name="connsiteX19" fmla="*/ 59107 w 85078"/>
                    <a:gd name="connsiteY19" fmla="*/ 89556 h 102989"/>
                    <a:gd name="connsiteX20" fmla="*/ 71197 w 85078"/>
                    <a:gd name="connsiteY20" fmla="*/ 67167 h 102989"/>
                    <a:gd name="connsiteX21" fmla="*/ 80601 w 85078"/>
                    <a:gd name="connsiteY21" fmla="*/ 42092 h 102989"/>
                    <a:gd name="connsiteX22" fmla="*/ 42539 w 85078"/>
                    <a:gd name="connsiteY22" fmla="*/ 4030 h 102989"/>
                    <a:gd name="connsiteX23" fmla="*/ 4478 w 85078"/>
                    <a:gd name="connsiteY23" fmla="*/ 42092 h 102989"/>
                    <a:gd name="connsiteX24" fmla="*/ 13881 w 85078"/>
                    <a:gd name="connsiteY24" fmla="*/ 66720 h 102989"/>
                    <a:gd name="connsiteX25" fmla="*/ 14329 w 85078"/>
                    <a:gd name="connsiteY25" fmla="*/ 67167 h 102989"/>
                    <a:gd name="connsiteX26" fmla="*/ 26419 w 85078"/>
                    <a:gd name="connsiteY26" fmla="*/ 86422 h 102989"/>
                    <a:gd name="connsiteX27" fmla="*/ 27763 w 85078"/>
                    <a:gd name="connsiteY27" fmla="*/ 95377 h 102989"/>
                    <a:gd name="connsiteX28" fmla="*/ 28210 w 85078"/>
                    <a:gd name="connsiteY28" fmla="*/ 99408 h 10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5078" h="102989">
                      <a:moveTo>
                        <a:pt x="59107" y="103885"/>
                      </a:moveTo>
                      <a:lnTo>
                        <a:pt x="26419" y="103885"/>
                      </a:lnTo>
                      <a:cubicBezTo>
                        <a:pt x="25524" y="103885"/>
                        <a:pt x="24628" y="102990"/>
                        <a:pt x="24180" y="102094"/>
                      </a:cubicBezTo>
                      <a:cubicBezTo>
                        <a:pt x="23732" y="100751"/>
                        <a:pt x="23732" y="98512"/>
                        <a:pt x="23285" y="96273"/>
                      </a:cubicBezTo>
                      <a:cubicBezTo>
                        <a:pt x="22837" y="93586"/>
                        <a:pt x="22389" y="89556"/>
                        <a:pt x="21941" y="88661"/>
                      </a:cubicBezTo>
                      <a:cubicBezTo>
                        <a:pt x="18359" y="80153"/>
                        <a:pt x="10299" y="70302"/>
                        <a:pt x="10299" y="70302"/>
                      </a:cubicBezTo>
                      <a:cubicBezTo>
                        <a:pt x="10299" y="70302"/>
                        <a:pt x="10299" y="69854"/>
                        <a:pt x="9851" y="69854"/>
                      </a:cubicBezTo>
                      <a:cubicBezTo>
                        <a:pt x="3582" y="62242"/>
                        <a:pt x="0" y="52391"/>
                        <a:pt x="0" y="42539"/>
                      </a:cubicBezTo>
                      <a:cubicBezTo>
                        <a:pt x="0" y="19255"/>
                        <a:pt x="19255" y="0"/>
                        <a:pt x="42539" y="0"/>
                      </a:cubicBezTo>
                      <a:cubicBezTo>
                        <a:pt x="65824" y="0"/>
                        <a:pt x="85079" y="19255"/>
                        <a:pt x="85079" y="42539"/>
                      </a:cubicBezTo>
                      <a:cubicBezTo>
                        <a:pt x="85079" y="52838"/>
                        <a:pt x="81496" y="62689"/>
                        <a:pt x="74780" y="70302"/>
                      </a:cubicBezTo>
                      <a:lnTo>
                        <a:pt x="74780" y="70302"/>
                      </a:lnTo>
                      <a:cubicBezTo>
                        <a:pt x="74780" y="70302"/>
                        <a:pt x="66272" y="81944"/>
                        <a:pt x="63137" y="90900"/>
                      </a:cubicBezTo>
                      <a:cubicBezTo>
                        <a:pt x="62689" y="91795"/>
                        <a:pt x="62242" y="94930"/>
                        <a:pt x="61794" y="97169"/>
                      </a:cubicBezTo>
                      <a:cubicBezTo>
                        <a:pt x="61346" y="99408"/>
                        <a:pt x="60898" y="101647"/>
                        <a:pt x="60898" y="102542"/>
                      </a:cubicBezTo>
                      <a:cubicBezTo>
                        <a:pt x="60898" y="102990"/>
                        <a:pt x="60003" y="103885"/>
                        <a:pt x="59107" y="103885"/>
                      </a:cubicBezTo>
                      <a:close/>
                      <a:moveTo>
                        <a:pt x="28210" y="99408"/>
                      </a:moveTo>
                      <a:lnTo>
                        <a:pt x="57316" y="99408"/>
                      </a:lnTo>
                      <a:cubicBezTo>
                        <a:pt x="57316" y="98512"/>
                        <a:pt x="57764" y="97616"/>
                        <a:pt x="57764" y="96273"/>
                      </a:cubicBezTo>
                      <a:cubicBezTo>
                        <a:pt x="58212" y="93139"/>
                        <a:pt x="58659" y="90452"/>
                        <a:pt x="59107" y="89556"/>
                      </a:cubicBezTo>
                      <a:cubicBezTo>
                        <a:pt x="62242" y="79705"/>
                        <a:pt x="70749" y="68063"/>
                        <a:pt x="71197" y="67167"/>
                      </a:cubicBezTo>
                      <a:cubicBezTo>
                        <a:pt x="77466" y="60003"/>
                        <a:pt x="80601" y="51495"/>
                        <a:pt x="80601" y="42092"/>
                      </a:cubicBezTo>
                      <a:cubicBezTo>
                        <a:pt x="80601" y="21046"/>
                        <a:pt x="63585" y="4030"/>
                        <a:pt x="42539" y="4030"/>
                      </a:cubicBezTo>
                      <a:cubicBezTo>
                        <a:pt x="21493" y="4030"/>
                        <a:pt x="4478" y="21046"/>
                        <a:pt x="4478" y="42092"/>
                      </a:cubicBezTo>
                      <a:cubicBezTo>
                        <a:pt x="4478" y="51495"/>
                        <a:pt x="7612" y="60003"/>
                        <a:pt x="13881" y="66720"/>
                      </a:cubicBezTo>
                      <a:cubicBezTo>
                        <a:pt x="13881" y="66720"/>
                        <a:pt x="14329" y="67167"/>
                        <a:pt x="14329" y="67167"/>
                      </a:cubicBezTo>
                      <a:cubicBezTo>
                        <a:pt x="16120" y="69406"/>
                        <a:pt x="22837" y="77914"/>
                        <a:pt x="26419" y="86422"/>
                      </a:cubicBezTo>
                      <a:cubicBezTo>
                        <a:pt x="27315" y="88213"/>
                        <a:pt x="27315" y="90900"/>
                        <a:pt x="27763" y="95377"/>
                      </a:cubicBezTo>
                      <a:cubicBezTo>
                        <a:pt x="27763" y="96721"/>
                        <a:pt x="28210" y="98064"/>
                        <a:pt x="28210" y="9940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54" name="Freeform: Shape 4550">
                  <a:extLst>
                    <a:ext uri="{FF2B5EF4-FFF2-40B4-BE49-F238E27FC236}">
                      <a16:creationId xmlns:a16="http://schemas.microsoft.com/office/drawing/2014/main" id="{0C07A0B0-8870-264C-4B09-EC965670EDE2}"/>
                    </a:ext>
                  </a:extLst>
                </p:cNvPr>
                <p:cNvSpPr/>
                <p:nvPr/>
              </p:nvSpPr>
              <p:spPr>
                <a:xfrm>
                  <a:off x="4326880" y="3945043"/>
                  <a:ext cx="35823" cy="4478"/>
                </a:xfrm>
                <a:custGeom>
                  <a:avLst/>
                  <a:gdLst>
                    <a:gd name="connsiteX0" fmla="*/ 35375 w 35822"/>
                    <a:gd name="connsiteY0" fmla="*/ 4478 h 4477"/>
                    <a:gd name="connsiteX1" fmla="*/ 2239 w 35822"/>
                    <a:gd name="connsiteY1" fmla="*/ 4478 h 4477"/>
                    <a:gd name="connsiteX2" fmla="*/ 0 w 35822"/>
                    <a:gd name="connsiteY2" fmla="*/ 2239 h 4477"/>
                    <a:gd name="connsiteX3" fmla="*/ 2239 w 35822"/>
                    <a:gd name="connsiteY3" fmla="*/ 0 h 4477"/>
                    <a:gd name="connsiteX4" fmla="*/ 35375 w 35822"/>
                    <a:gd name="connsiteY4" fmla="*/ 0 h 4477"/>
                    <a:gd name="connsiteX5" fmla="*/ 37614 w 35822"/>
                    <a:gd name="connsiteY5" fmla="*/ 2239 h 4477"/>
                    <a:gd name="connsiteX6" fmla="*/ 35375 w 35822"/>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22" h="4477">
                      <a:moveTo>
                        <a:pt x="35375" y="4478"/>
                      </a:moveTo>
                      <a:lnTo>
                        <a:pt x="2239" y="4478"/>
                      </a:lnTo>
                      <a:cubicBezTo>
                        <a:pt x="895" y="4478"/>
                        <a:pt x="0" y="3582"/>
                        <a:pt x="0" y="2239"/>
                      </a:cubicBezTo>
                      <a:cubicBezTo>
                        <a:pt x="0" y="896"/>
                        <a:pt x="895" y="0"/>
                        <a:pt x="2239" y="0"/>
                      </a:cubicBezTo>
                      <a:lnTo>
                        <a:pt x="35375" y="0"/>
                      </a:lnTo>
                      <a:cubicBezTo>
                        <a:pt x="36718" y="0"/>
                        <a:pt x="37614" y="896"/>
                        <a:pt x="37614" y="2239"/>
                      </a:cubicBezTo>
                      <a:cubicBezTo>
                        <a:pt x="37614" y="3582"/>
                        <a:pt x="36718" y="4478"/>
                        <a:pt x="35375"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55" name="Freeform: Shape 4551">
                  <a:extLst>
                    <a:ext uri="{FF2B5EF4-FFF2-40B4-BE49-F238E27FC236}">
                      <a16:creationId xmlns:a16="http://schemas.microsoft.com/office/drawing/2014/main" id="{DB02EFDF-504F-353F-15B4-0A3B5F2658D3}"/>
                    </a:ext>
                  </a:extLst>
                </p:cNvPr>
                <p:cNvSpPr/>
                <p:nvPr/>
              </p:nvSpPr>
              <p:spPr>
                <a:xfrm>
                  <a:off x="4328671" y="3958476"/>
                  <a:ext cx="31345" cy="4478"/>
                </a:xfrm>
                <a:custGeom>
                  <a:avLst/>
                  <a:gdLst>
                    <a:gd name="connsiteX0" fmla="*/ 31793 w 31344"/>
                    <a:gd name="connsiteY0" fmla="*/ 4478 h 4477"/>
                    <a:gd name="connsiteX1" fmla="*/ 2239 w 31344"/>
                    <a:gd name="connsiteY1" fmla="*/ 4478 h 4477"/>
                    <a:gd name="connsiteX2" fmla="*/ 0 w 31344"/>
                    <a:gd name="connsiteY2" fmla="*/ 2239 h 4477"/>
                    <a:gd name="connsiteX3" fmla="*/ 2239 w 31344"/>
                    <a:gd name="connsiteY3" fmla="*/ 0 h 4477"/>
                    <a:gd name="connsiteX4" fmla="*/ 31793 w 31344"/>
                    <a:gd name="connsiteY4" fmla="*/ 0 h 4477"/>
                    <a:gd name="connsiteX5" fmla="*/ 34032 w 31344"/>
                    <a:gd name="connsiteY5" fmla="*/ 2239 h 4477"/>
                    <a:gd name="connsiteX6" fmla="*/ 31793 w 31344"/>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44" h="4477">
                      <a:moveTo>
                        <a:pt x="31793" y="4478"/>
                      </a:moveTo>
                      <a:lnTo>
                        <a:pt x="2239" y="4478"/>
                      </a:lnTo>
                      <a:cubicBezTo>
                        <a:pt x="896" y="4478"/>
                        <a:pt x="0" y="3582"/>
                        <a:pt x="0" y="2239"/>
                      </a:cubicBezTo>
                      <a:cubicBezTo>
                        <a:pt x="0" y="896"/>
                        <a:pt x="896" y="0"/>
                        <a:pt x="2239" y="0"/>
                      </a:cubicBezTo>
                      <a:lnTo>
                        <a:pt x="31793" y="0"/>
                      </a:lnTo>
                      <a:cubicBezTo>
                        <a:pt x="33136" y="0"/>
                        <a:pt x="34032" y="896"/>
                        <a:pt x="34032" y="2239"/>
                      </a:cubicBezTo>
                      <a:cubicBezTo>
                        <a:pt x="34032" y="3582"/>
                        <a:pt x="33136" y="4478"/>
                        <a:pt x="3179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56" name="Freeform: Shape 4552">
                  <a:extLst>
                    <a:ext uri="{FF2B5EF4-FFF2-40B4-BE49-F238E27FC236}">
                      <a16:creationId xmlns:a16="http://schemas.microsoft.com/office/drawing/2014/main" id="{483C6756-DDA6-9C6A-7135-4509EDEF021A}"/>
                    </a:ext>
                  </a:extLst>
                </p:cNvPr>
                <p:cNvSpPr/>
                <p:nvPr/>
              </p:nvSpPr>
              <p:spPr>
                <a:xfrm>
                  <a:off x="4334492" y="3971910"/>
                  <a:ext cx="17911" cy="4478"/>
                </a:xfrm>
                <a:custGeom>
                  <a:avLst/>
                  <a:gdLst>
                    <a:gd name="connsiteX0" fmla="*/ 19703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9703 w 17911"/>
                    <a:gd name="connsiteY4" fmla="*/ 0 h 4477"/>
                    <a:gd name="connsiteX5" fmla="*/ 21941 w 17911"/>
                    <a:gd name="connsiteY5" fmla="*/ 2239 h 4477"/>
                    <a:gd name="connsiteX6" fmla="*/ 19703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9703" y="4478"/>
                      </a:moveTo>
                      <a:lnTo>
                        <a:pt x="2239" y="4478"/>
                      </a:lnTo>
                      <a:cubicBezTo>
                        <a:pt x="896" y="4478"/>
                        <a:pt x="0" y="3582"/>
                        <a:pt x="0" y="2239"/>
                      </a:cubicBezTo>
                      <a:cubicBezTo>
                        <a:pt x="0" y="896"/>
                        <a:pt x="896" y="0"/>
                        <a:pt x="2239" y="0"/>
                      </a:cubicBezTo>
                      <a:lnTo>
                        <a:pt x="19703" y="0"/>
                      </a:lnTo>
                      <a:cubicBezTo>
                        <a:pt x="21046" y="0"/>
                        <a:pt x="21941" y="896"/>
                        <a:pt x="21941" y="2239"/>
                      </a:cubicBezTo>
                      <a:cubicBezTo>
                        <a:pt x="21941" y="3582"/>
                        <a:pt x="21046" y="4478"/>
                        <a:pt x="1970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657" name="Group 4553">
                <a:extLst>
                  <a:ext uri="{FF2B5EF4-FFF2-40B4-BE49-F238E27FC236}">
                    <a16:creationId xmlns:a16="http://schemas.microsoft.com/office/drawing/2014/main" id="{A5351805-D390-C6CF-B42A-DC324DB02AB1}"/>
                  </a:ext>
                  <a:ext uri="{C183D7F6-B498-43B3-948B-1728B52AA6E4}">
                    <adec:decorative xmlns:adec="http://schemas.microsoft.com/office/drawing/2017/decorative" val="1"/>
                  </a:ext>
                </a:extLst>
              </p:cNvPr>
              <p:cNvGrpSpPr>
                <a:grpSpLocks noChangeAspect="1"/>
              </p:cNvGrpSpPr>
              <p:nvPr/>
            </p:nvGrpSpPr>
            <p:grpSpPr>
              <a:xfrm>
                <a:off x="4505091" y="4558238"/>
                <a:ext cx="138365" cy="167022"/>
                <a:chOff x="4545845" y="3822799"/>
                <a:chExt cx="138365" cy="167022"/>
              </a:xfrm>
            </p:grpSpPr>
            <p:sp>
              <p:nvSpPr>
                <p:cNvPr id="658" name="Freeform: Shape 4554">
                  <a:extLst>
                    <a:ext uri="{FF2B5EF4-FFF2-40B4-BE49-F238E27FC236}">
                      <a16:creationId xmlns:a16="http://schemas.microsoft.com/office/drawing/2014/main" id="{BB53138F-3C13-2BC5-A006-83067DE2D4E8}"/>
                    </a:ext>
                  </a:extLst>
                </p:cNvPr>
                <p:cNvSpPr/>
                <p:nvPr/>
              </p:nvSpPr>
              <p:spPr>
                <a:xfrm>
                  <a:off x="4571816" y="3845635"/>
                  <a:ext cx="85079" cy="102990"/>
                </a:xfrm>
                <a:custGeom>
                  <a:avLst/>
                  <a:gdLst>
                    <a:gd name="connsiteX0" fmla="*/ 59107 w 85078"/>
                    <a:gd name="connsiteY0" fmla="*/ 103885 h 102989"/>
                    <a:gd name="connsiteX1" fmla="*/ 26419 w 85078"/>
                    <a:gd name="connsiteY1" fmla="*/ 103885 h 102989"/>
                    <a:gd name="connsiteX2" fmla="*/ 24180 w 85078"/>
                    <a:gd name="connsiteY2" fmla="*/ 102094 h 102989"/>
                    <a:gd name="connsiteX3" fmla="*/ 23285 w 85078"/>
                    <a:gd name="connsiteY3" fmla="*/ 96273 h 102989"/>
                    <a:gd name="connsiteX4" fmla="*/ 21941 w 85078"/>
                    <a:gd name="connsiteY4" fmla="*/ 88661 h 102989"/>
                    <a:gd name="connsiteX5" fmla="*/ 10299 w 85078"/>
                    <a:gd name="connsiteY5" fmla="*/ 70302 h 102989"/>
                    <a:gd name="connsiteX6" fmla="*/ 9851 w 85078"/>
                    <a:gd name="connsiteY6" fmla="*/ 69854 h 102989"/>
                    <a:gd name="connsiteX7" fmla="*/ 0 w 85078"/>
                    <a:gd name="connsiteY7" fmla="*/ 42539 h 102989"/>
                    <a:gd name="connsiteX8" fmla="*/ 42539 w 85078"/>
                    <a:gd name="connsiteY8" fmla="*/ 0 h 102989"/>
                    <a:gd name="connsiteX9" fmla="*/ 85079 w 85078"/>
                    <a:gd name="connsiteY9" fmla="*/ 42539 h 102989"/>
                    <a:gd name="connsiteX10" fmla="*/ 74780 w 85078"/>
                    <a:gd name="connsiteY10" fmla="*/ 70302 h 102989"/>
                    <a:gd name="connsiteX11" fmla="*/ 74780 w 85078"/>
                    <a:gd name="connsiteY11" fmla="*/ 70302 h 102989"/>
                    <a:gd name="connsiteX12" fmla="*/ 63137 w 85078"/>
                    <a:gd name="connsiteY12" fmla="*/ 90900 h 102989"/>
                    <a:gd name="connsiteX13" fmla="*/ 61794 w 85078"/>
                    <a:gd name="connsiteY13" fmla="*/ 97169 h 102989"/>
                    <a:gd name="connsiteX14" fmla="*/ 60898 w 85078"/>
                    <a:gd name="connsiteY14" fmla="*/ 102542 h 102989"/>
                    <a:gd name="connsiteX15" fmla="*/ 59107 w 85078"/>
                    <a:gd name="connsiteY15" fmla="*/ 103885 h 102989"/>
                    <a:gd name="connsiteX16" fmla="*/ 28658 w 85078"/>
                    <a:gd name="connsiteY16" fmla="*/ 99408 h 102989"/>
                    <a:gd name="connsiteX17" fmla="*/ 57764 w 85078"/>
                    <a:gd name="connsiteY17" fmla="*/ 99408 h 102989"/>
                    <a:gd name="connsiteX18" fmla="*/ 58212 w 85078"/>
                    <a:gd name="connsiteY18" fmla="*/ 96273 h 102989"/>
                    <a:gd name="connsiteX19" fmla="*/ 59555 w 85078"/>
                    <a:gd name="connsiteY19" fmla="*/ 89556 h 102989"/>
                    <a:gd name="connsiteX20" fmla="*/ 71645 w 85078"/>
                    <a:gd name="connsiteY20" fmla="*/ 67167 h 102989"/>
                    <a:gd name="connsiteX21" fmla="*/ 81049 w 85078"/>
                    <a:gd name="connsiteY21" fmla="*/ 42092 h 102989"/>
                    <a:gd name="connsiteX22" fmla="*/ 42987 w 85078"/>
                    <a:gd name="connsiteY22" fmla="*/ 4030 h 102989"/>
                    <a:gd name="connsiteX23" fmla="*/ 4926 w 85078"/>
                    <a:gd name="connsiteY23" fmla="*/ 42092 h 102989"/>
                    <a:gd name="connsiteX24" fmla="*/ 14329 w 85078"/>
                    <a:gd name="connsiteY24" fmla="*/ 66720 h 102989"/>
                    <a:gd name="connsiteX25" fmla="*/ 14777 w 85078"/>
                    <a:gd name="connsiteY25" fmla="*/ 67167 h 102989"/>
                    <a:gd name="connsiteX26" fmla="*/ 26867 w 85078"/>
                    <a:gd name="connsiteY26" fmla="*/ 86422 h 102989"/>
                    <a:gd name="connsiteX27" fmla="*/ 28210 w 85078"/>
                    <a:gd name="connsiteY27" fmla="*/ 95377 h 102989"/>
                    <a:gd name="connsiteX28" fmla="*/ 28658 w 85078"/>
                    <a:gd name="connsiteY28" fmla="*/ 99408 h 10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5078" h="102989">
                      <a:moveTo>
                        <a:pt x="59107" y="103885"/>
                      </a:moveTo>
                      <a:lnTo>
                        <a:pt x="26419" y="103885"/>
                      </a:lnTo>
                      <a:cubicBezTo>
                        <a:pt x="25524" y="103885"/>
                        <a:pt x="24628" y="102990"/>
                        <a:pt x="24180" y="102094"/>
                      </a:cubicBezTo>
                      <a:cubicBezTo>
                        <a:pt x="23733" y="100751"/>
                        <a:pt x="23733" y="98512"/>
                        <a:pt x="23285" y="96273"/>
                      </a:cubicBezTo>
                      <a:cubicBezTo>
                        <a:pt x="22837" y="93586"/>
                        <a:pt x="22389" y="89556"/>
                        <a:pt x="21941" y="88661"/>
                      </a:cubicBezTo>
                      <a:cubicBezTo>
                        <a:pt x="18359" y="80153"/>
                        <a:pt x="10299" y="70302"/>
                        <a:pt x="10299" y="70302"/>
                      </a:cubicBezTo>
                      <a:cubicBezTo>
                        <a:pt x="10299" y="70302"/>
                        <a:pt x="10299" y="69854"/>
                        <a:pt x="9851" y="69854"/>
                      </a:cubicBezTo>
                      <a:cubicBezTo>
                        <a:pt x="3582" y="62242"/>
                        <a:pt x="0" y="52391"/>
                        <a:pt x="0" y="42539"/>
                      </a:cubicBezTo>
                      <a:cubicBezTo>
                        <a:pt x="0" y="19255"/>
                        <a:pt x="19255" y="0"/>
                        <a:pt x="42539" y="0"/>
                      </a:cubicBezTo>
                      <a:cubicBezTo>
                        <a:pt x="65824" y="0"/>
                        <a:pt x="85079" y="19255"/>
                        <a:pt x="85079" y="42539"/>
                      </a:cubicBezTo>
                      <a:cubicBezTo>
                        <a:pt x="85079" y="52838"/>
                        <a:pt x="81496" y="62689"/>
                        <a:pt x="74780" y="70302"/>
                      </a:cubicBezTo>
                      <a:lnTo>
                        <a:pt x="74780" y="70302"/>
                      </a:lnTo>
                      <a:cubicBezTo>
                        <a:pt x="74780" y="70302"/>
                        <a:pt x="66272" y="81944"/>
                        <a:pt x="63137" y="90900"/>
                      </a:cubicBezTo>
                      <a:cubicBezTo>
                        <a:pt x="62689" y="91795"/>
                        <a:pt x="62242" y="94930"/>
                        <a:pt x="61794" y="97169"/>
                      </a:cubicBezTo>
                      <a:cubicBezTo>
                        <a:pt x="61346" y="99408"/>
                        <a:pt x="60898" y="101647"/>
                        <a:pt x="60898" y="102542"/>
                      </a:cubicBezTo>
                      <a:cubicBezTo>
                        <a:pt x="61346" y="102990"/>
                        <a:pt x="60451" y="103885"/>
                        <a:pt x="59107" y="103885"/>
                      </a:cubicBezTo>
                      <a:close/>
                      <a:moveTo>
                        <a:pt x="28658" y="99408"/>
                      </a:moveTo>
                      <a:lnTo>
                        <a:pt x="57764" y="99408"/>
                      </a:lnTo>
                      <a:cubicBezTo>
                        <a:pt x="57764" y="98512"/>
                        <a:pt x="58212" y="97616"/>
                        <a:pt x="58212" y="96273"/>
                      </a:cubicBezTo>
                      <a:cubicBezTo>
                        <a:pt x="58660" y="93139"/>
                        <a:pt x="59107" y="90452"/>
                        <a:pt x="59555" y="89556"/>
                      </a:cubicBezTo>
                      <a:cubicBezTo>
                        <a:pt x="62689" y="79705"/>
                        <a:pt x="71197" y="68063"/>
                        <a:pt x="71645" y="67167"/>
                      </a:cubicBezTo>
                      <a:cubicBezTo>
                        <a:pt x="77914" y="60003"/>
                        <a:pt x="81049" y="51495"/>
                        <a:pt x="81049" y="42092"/>
                      </a:cubicBezTo>
                      <a:cubicBezTo>
                        <a:pt x="81049" y="21046"/>
                        <a:pt x="64033" y="4030"/>
                        <a:pt x="42987" y="4030"/>
                      </a:cubicBezTo>
                      <a:cubicBezTo>
                        <a:pt x="21941" y="4030"/>
                        <a:pt x="4926" y="21046"/>
                        <a:pt x="4926" y="42092"/>
                      </a:cubicBezTo>
                      <a:cubicBezTo>
                        <a:pt x="4926" y="51495"/>
                        <a:pt x="8060" y="60003"/>
                        <a:pt x="14329" y="66720"/>
                      </a:cubicBezTo>
                      <a:cubicBezTo>
                        <a:pt x="14329" y="66720"/>
                        <a:pt x="14777" y="67167"/>
                        <a:pt x="14777" y="67167"/>
                      </a:cubicBezTo>
                      <a:cubicBezTo>
                        <a:pt x="16568" y="69406"/>
                        <a:pt x="23285" y="77914"/>
                        <a:pt x="26867" y="86422"/>
                      </a:cubicBezTo>
                      <a:cubicBezTo>
                        <a:pt x="27763" y="88213"/>
                        <a:pt x="27763" y="90900"/>
                        <a:pt x="28210" y="95377"/>
                      </a:cubicBezTo>
                      <a:cubicBezTo>
                        <a:pt x="28210" y="97169"/>
                        <a:pt x="28210" y="98512"/>
                        <a:pt x="28658" y="9940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59" name="Freeform: Shape 4555">
                  <a:extLst>
                    <a:ext uri="{FF2B5EF4-FFF2-40B4-BE49-F238E27FC236}">
                      <a16:creationId xmlns:a16="http://schemas.microsoft.com/office/drawing/2014/main" id="{53AB639B-199B-2AAD-4BA0-5A994049F8DB}"/>
                    </a:ext>
                  </a:extLst>
                </p:cNvPr>
                <p:cNvSpPr/>
                <p:nvPr/>
              </p:nvSpPr>
              <p:spPr>
                <a:xfrm>
                  <a:off x="4595549" y="3958476"/>
                  <a:ext cx="35823" cy="4478"/>
                </a:xfrm>
                <a:custGeom>
                  <a:avLst/>
                  <a:gdLst>
                    <a:gd name="connsiteX0" fmla="*/ 35375 w 35822"/>
                    <a:gd name="connsiteY0" fmla="*/ 4478 h 4477"/>
                    <a:gd name="connsiteX1" fmla="*/ 2239 w 35822"/>
                    <a:gd name="connsiteY1" fmla="*/ 4478 h 4477"/>
                    <a:gd name="connsiteX2" fmla="*/ 0 w 35822"/>
                    <a:gd name="connsiteY2" fmla="*/ 2239 h 4477"/>
                    <a:gd name="connsiteX3" fmla="*/ 2239 w 35822"/>
                    <a:gd name="connsiteY3" fmla="*/ 0 h 4477"/>
                    <a:gd name="connsiteX4" fmla="*/ 35375 w 35822"/>
                    <a:gd name="connsiteY4" fmla="*/ 0 h 4477"/>
                    <a:gd name="connsiteX5" fmla="*/ 37614 w 35822"/>
                    <a:gd name="connsiteY5" fmla="*/ 2239 h 4477"/>
                    <a:gd name="connsiteX6" fmla="*/ 35375 w 35822"/>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22" h="4477">
                      <a:moveTo>
                        <a:pt x="35375" y="4478"/>
                      </a:moveTo>
                      <a:lnTo>
                        <a:pt x="2239" y="4478"/>
                      </a:lnTo>
                      <a:cubicBezTo>
                        <a:pt x="895" y="4478"/>
                        <a:pt x="0" y="3582"/>
                        <a:pt x="0" y="2239"/>
                      </a:cubicBezTo>
                      <a:cubicBezTo>
                        <a:pt x="0" y="896"/>
                        <a:pt x="895" y="0"/>
                        <a:pt x="2239" y="0"/>
                      </a:cubicBezTo>
                      <a:lnTo>
                        <a:pt x="35375" y="0"/>
                      </a:lnTo>
                      <a:cubicBezTo>
                        <a:pt x="36718" y="0"/>
                        <a:pt x="37614" y="896"/>
                        <a:pt x="37614" y="2239"/>
                      </a:cubicBezTo>
                      <a:cubicBezTo>
                        <a:pt x="37614" y="3582"/>
                        <a:pt x="36270" y="4478"/>
                        <a:pt x="35375"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60" name="Freeform: Shape 4556">
                  <a:extLst>
                    <a:ext uri="{FF2B5EF4-FFF2-40B4-BE49-F238E27FC236}">
                      <a16:creationId xmlns:a16="http://schemas.microsoft.com/office/drawing/2014/main" id="{6924E790-AD91-3989-1C61-CD423F1449D2}"/>
                    </a:ext>
                  </a:extLst>
                </p:cNvPr>
                <p:cNvSpPr/>
                <p:nvPr/>
              </p:nvSpPr>
              <p:spPr>
                <a:xfrm>
                  <a:off x="4597340" y="3971910"/>
                  <a:ext cx="31345" cy="4478"/>
                </a:xfrm>
                <a:custGeom>
                  <a:avLst/>
                  <a:gdLst>
                    <a:gd name="connsiteX0" fmla="*/ 31793 w 31344"/>
                    <a:gd name="connsiteY0" fmla="*/ 4478 h 4477"/>
                    <a:gd name="connsiteX1" fmla="*/ 2239 w 31344"/>
                    <a:gd name="connsiteY1" fmla="*/ 4478 h 4477"/>
                    <a:gd name="connsiteX2" fmla="*/ 0 w 31344"/>
                    <a:gd name="connsiteY2" fmla="*/ 2239 h 4477"/>
                    <a:gd name="connsiteX3" fmla="*/ 2239 w 31344"/>
                    <a:gd name="connsiteY3" fmla="*/ 0 h 4477"/>
                    <a:gd name="connsiteX4" fmla="*/ 31793 w 31344"/>
                    <a:gd name="connsiteY4" fmla="*/ 0 h 4477"/>
                    <a:gd name="connsiteX5" fmla="*/ 34032 w 31344"/>
                    <a:gd name="connsiteY5" fmla="*/ 2239 h 4477"/>
                    <a:gd name="connsiteX6" fmla="*/ 31793 w 31344"/>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44" h="4477">
                      <a:moveTo>
                        <a:pt x="31793" y="4478"/>
                      </a:moveTo>
                      <a:lnTo>
                        <a:pt x="2239" y="4478"/>
                      </a:lnTo>
                      <a:cubicBezTo>
                        <a:pt x="896" y="4478"/>
                        <a:pt x="0" y="3582"/>
                        <a:pt x="0" y="2239"/>
                      </a:cubicBezTo>
                      <a:cubicBezTo>
                        <a:pt x="0" y="896"/>
                        <a:pt x="896" y="0"/>
                        <a:pt x="2239" y="0"/>
                      </a:cubicBezTo>
                      <a:lnTo>
                        <a:pt x="31793" y="0"/>
                      </a:lnTo>
                      <a:cubicBezTo>
                        <a:pt x="33136" y="0"/>
                        <a:pt x="34032" y="896"/>
                        <a:pt x="34032" y="2239"/>
                      </a:cubicBezTo>
                      <a:cubicBezTo>
                        <a:pt x="34032" y="3582"/>
                        <a:pt x="32688" y="4478"/>
                        <a:pt x="3179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61" name="Freeform: Shape 4557">
                  <a:extLst>
                    <a:ext uri="{FF2B5EF4-FFF2-40B4-BE49-F238E27FC236}">
                      <a16:creationId xmlns:a16="http://schemas.microsoft.com/office/drawing/2014/main" id="{399079AD-DF75-4148-568B-CF4672156000}"/>
                    </a:ext>
                  </a:extLst>
                </p:cNvPr>
                <p:cNvSpPr/>
                <p:nvPr/>
              </p:nvSpPr>
              <p:spPr>
                <a:xfrm>
                  <a:off x="4603161" y="3985343"/>
                  <a:ext cx="17911" cy="4478"/>
                </a:xfrm>
                <a:custGeom>
                  <a:avLst/>
                  <a:gdLst>
                    <a:gd name="connsiteX0" fmla="*/ 19703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9703 w 17911"/>
                    <a:gd name="connsiteY4" fmla="*/ 0 h 4477"/>
                    <a:gd name="connsiteX5" fmla="*/ 21941 w 17911"/>
                    <a:gd name="connsiteY5" fmla="*/ 2239 h 4477"/>
                    <a:gd name="connsiteX6" fmla="*/ 19703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9703" y="4478"/>
                      </a:moveTo>
                      <a:lnTo>
                        <a:pt x="2239" y="4478"/>
                      </a:lnTo>
                      <a:cubicBezTo>
                        <a:pt x="896" y="4478"/>
                        <a:pt x="0" y="3582"/>
                        <a:pt x="0" y="2239"/>
                      </a:cubicBezTo>
                      <a:cubicBezTo>
                        <a:pt x="0" y="896"/>
                        <a:pt x="896" y="0"/>
                        <a:pt x="2239" y="0"/>
                      </a:cubicBezTo>
                      <a:lnTo>
                        <a:pt x="19703" y="0"/>
                      </a:lnTo>
                      <a:cubicBezTo>
                        <a:pt x="21046" y="0"/>
                        <a:pt x="21941" y="896"/>
                        <a:pt x="21941" y="2239"/>
                      </a:cubicBezTo>
                      <a:cubicBezTo>
                        <a:pt x="21941" y="3582"/>
                        <a:pt x="21046" y="4478"/>
                        <a:pt x="1970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62" name="Freeform: Shape 4558">
                  <a:extLst>
                    <a:ext uri="{FF2B5EF4-FFF2-40B4-BE49-F238E27FC236}">
                      <a16:creationId xmlns:a16="http://schemas.microsoft.com/office/drawing/2014/main" id="{5C89759E-B2BC-4649-C562-003DEE832307}"/>
                    </a:ext>
                  </a:extLst>
                </p:cNvPr>
                <p:cNvSpPr/>
                <p:nvPr/>
              </p:nvSpPr>
              <p:spPr>
                <a:xfrm>
                  <a:off x="4613460" y="3822799"/>
                  <a:ext cx="4478" cy="17911"/>
                </a:xfrm>
                <a:custGeom>
                  <a:avLst/>
                  <a:gdLst>
                    <a:gd name="connsiteX0" fmla="*/ 2239 w 4477"/>
                    <a:gd name="connsiteY0" fmla="*/ 19255 h 17911"/>
                    <a:gd name="connsiteX1" fmla="*/ 0 w 4477"/>
                    <a:gd name="connsiteY1" fmla="*/ 17016 h 17911"/>
                    <a:gd name="connsiteX2" fmla="*/ 0 w 4477"/>
                    <a:gd name="connsiteY2" fmla="*/ 2239 h 17911"/>
                    <a:gd name="connsiteX3" fmla="*/ 2239 w 4477"/>
                    <a:gd name="connsiteY3" fmla="*/ 0 h 17911"/>
                    <a:gd name="connsiteX4" fmla="*/ 4478 w 4477"/>
                    <a:gd name="connsiteY4" fmla="*/ 2239 h 17911"/>
                    <a:gd name="connsiteX5" fmla="*/ 4478 w 4477"/>
                    <a:gd name="connsiteY5" fmla="*/ 17016 h 17911"/>
                    <a:gd name="connsiteX6" fmla="*/ 2239 w 4477"/>
                    <a:gd name="connsiteY6" fmla="*/ 19255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17911">
                      <a:moveTo>
                        <a:pt x="2239" y="19255"/>
                      </a:moveTo>
                      <a:cubicBezTo>
                        <a:pt x="895" y="19255"/>
                        <a:pt x="0" y="18359"/>
                        <a:pt x="0" y="17016"/>
                      </a:cubicBezTo>
                      <a:lnTo>
                        <a:pt x="0" y="2239"/>
                      </a:lnTo>
                      <a:cubicBezTo>
                        <a:pt x="0" y="896"/>
                        <a:pt x="895" y="0"/>
                        <a:pt x="2239" y="0"/>
                      </a:cubicBezTo>
                      <a:cubicBezTo>
                        <a:pt x="3582" y="0"/>
                        <a:pt x="4478" y="896"/>
                        <a:pt x="4478" y="2239"/>
                      </a:cubicBezTo>
                      <a:lnTo>
                        <a:pt x="4478" y="17016"/>
                      </a:lnTo>
                      <a:cubicBezTo>
                        <a:pt x="4478" y="18359"/>
                        <a:pt x="3134" y="19255"/>
                        <a:pt x="2239" y="1925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63" name="Freeform: Shape 4559">
                  <a:extLst>
                    <a:ext uri="{FF2B5EF4-FFF2-40B4-BE49-F238E27FC236}">
                      <a16:creationId xmlns:a16="http://schemas.microsoft.com/office/drawing/2014/main" id="{8ECB3958-3CD2-4022-322E-B03379552081}"/>
                    </a:ext>
                  </a:extLst>
                </p:cNvPr>
                <p:cNvSpPr/>
                <p:nvPr/>
              </p:nvSpPr>
              <p:spPr>
                <a:xfrm>
                  <a:off x="4649507" y="3840486"/>
                  <a:ext cx="13433" cy="13433"/>
                </a:xfrm>
                <a:custGeom>
                  <a:avLst/>
                  <a:gdLst>
                    <a:gd name="connsiteX0" fmla="*/ 2463 w 13433"/>
                    <a:gd name="connsiteY0" fmla="*/ 14553 h 13433"/>
                    <a:gd name="connsiteX1" fmla="*/ 672 w 13433"/>
                    <a:gd name="connsiteY1" fmla="*/ 14105 h 13433"/>
                    <a:gd name="connsiteX2" fmla="*/ 672 w 13433"/>
                    <a:gd name="connsiteY2" fmla="*/ 10971 h 13433"/>
                    <a:gd name="connsiteX3" fmla="*/ 10971 w 13433"/>
                    <a:gd name="connsiteY3" fmla="*/ 672 h 13433"/>
                    <a:gd name="connsiteX4" fmla="*/ 14105 w 13433"/>
                    <a:gd name="connsiteY4" fmla="*/ 672 h 13433"/>
                    <a:gd name="connsiteX5" fmla="*/ 14105 w 13433"/>
                    <a:gd name="connsiteY5" fmla="*/ 3806 h 13433"/>
                    <a:gd name="connsiteX6" fmla="*/ 3806 w 13433"/>
                    <a:gd name="connsiteY6" fmla="*/ 14105 h 13433"/>
                    <a:gd name="connsiteX7" fmla="*/ 2463 w 13433"/>
                    <a:gd name="connsiteY7" fmla="*/ 14553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13433">
                      <a:moveTo>
                        <a:pt x="2463" y="14553"/>
                      </a:moveTo>
                      <a:cubicBezTo>
                        <a:pt x="2015" y="14553"/>
                        <a:pt x="1119" y="14553"/>
                        <a:pt x="672" y="14105"/>
                      </a:cubicBezTo>
                      <a:cubicBezTo>
                        <a:pt x="-224" y="13210"/>
                        <a:pt x="-224" y="11866"/>
                        <a:pt x="672" y="10971"/>
                      </a:cubicBezTo>
                      <a:lnTo>
                        <a:pt x="10971" y="672"/>
                      </a:lnTo>
                      <a:cubicBezTo>
                        <a:pt x="11866" y="-224"/>
                        <a:pt x="13210" y="-224"/>
                        <a:pt x="14105" y="672"/>
                      </a:cubicBezTo>
                      <a:cubicBezTo>
                        <a:pt x="15001" y="1567"/>
                        <a:pt x="15001" y="2911"/>
                        <a:pt x="14105" y="3806"/>
                      </a:cubicBezTo>
                      <a:lnTo>
                        <a:pt x="3806" y="14105"/>
                      </a:lnTo>
                      <a:cubicBezTo>
                        <a:pt x="3806" y="14105"/>
                        <a:pt x="2910" y="14553"/>
                        <a:pt x="2463" y="1455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64" name="Freeform: Shape 4560">
                  <a:extLst>
                    <a:ext uri="{FF2B5EF4-FFF2-40B4-BE49-F238E27FC236}">
                      <a16:creationId xmlns:a16="http://schemas.microsoft.com/office/drawing/2014/main" id="{E8782F45-2EDF-626D-DAFB-E365B22E89F4}"/>
                    </a:ext>
                  </a:extLst>
                </p:cNvPr>
                <p:cNvSpPr/>
                <p:nvPr/>
              </p:nvSpPr>
              <p:spPr>
                <a:xfrm>
                  <a:off x="4666299" y="3883697"/>
                  <a:ext cx="17911" cy="4478"/>
                </a:xfrm>
                <a:custGeom>
                  <a:avLst/>
                  <a:gdLst>
                    <a:gd name="connsiteX0" fmla="*/ 17016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7016 w 17911"/>
                    <a:gd name="connsiteY4" fmla="*/ 0 h 4477"/>
                    <a:gd name="connsiteX5" fmla="*/ 19255 w 17911"/>
                    <a:gd name="connsiteY5" fmla="*/ 2239 h 4477"/>
                    <a:gd name="connsiteX6" fmla="*/ 17016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7016" y="4478"/>
                      </a:moveTo>
                      <a:lnTo>
                        <a:pt x="2239" y="4478"/>
                      </a:lnTo>
                      <a:cubicBezTo>
                        <a:pt x="896" y="4478"/>
                        <a:pt x="0" y="3582"/>
                        <a:pt x="0" y="2239"/>
                      </a:cubicBezTo>
                      <a:cubicBezTo>
                        <a:pt x="0" y="896"/>
                        <a:pt x="896" y="0"/>
                        <a:pt x="2239" y="0"/>
                      </a:cubicBezTo>
                      <a:lnTo>
                        <a:pt x="17016" y="0"/>
                      </a:lnTo>
                      <a:cubicBezTo>
                        <a:pt x="18359" y="0"/>
                        <a:pt x="19255" y="896"/>
                        <a:pt x="19255" y="2239"/>
                      </a:cubicBezTo>
                      <a:cubicBezTo>
                        <a:pt x="19255" y="3582"/>
                        <a:pt x="17911" y="4478"/>
                        <a:pt x="1701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65" name="Freeform: Shape 4561">
                  <a:extLst>
                    <a:ext uri="{FF2B5EF4-FFF2-40B4-BE49-F238E27FC236}">
                      <a16:creationId xmlns:a16="http://schemas.microsoft.com/office/drawing/2014/main" id="{C25D03BE-562F-3EE0-C80E-47EC23A03677}"/>
                    </a:ext>
                  </a:extLst>
                </p:cNvPr>
                <p:cNvSpPr/>
                <p:nvPr/>
              </p:nvSpPr>
              <p:spPr>
                <a:xfrm>
                  <a:off x="4545845" y="3883697"/>
                  <a:ext cx="17911" cy="4478"/>
                </a:xfrm>
                <a:custGeom>
                  <a:avLst/>
                  <a:gdLst>
                    <a:gd name="connsiteX0" fmla="*/ 17016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7016 w 17911"/>
                    <a:gd name="connsiteY4" fmla="*/ 0 h 4477"/>
                    <a:gd name="connsiteX5" fmla="*/ 19255 w 17911"/>
                    <a:gd name="connsiteY5" fmla="*/ 2239 h 4477"/>
                    <a:gd name="connsiteX6" fmla="*/ 17016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7016" y="4478"/>
                      </a:moveTo>
                      <a:lnTo>
                        <a:pt x="2239" y="4478"/>
                      </a:lnTo>
                      <a:cubicBezTo>
                        <a:pt x="896" y="4478"/>
                        <a:pt x="0" y="3582"/>
                        <a:pt x="0" y="2239"/>
                      </a:cubicBezTo>
                      <a:cubicBezTo>
                        <a:pt x="0" y="896"/>
                        <a:pt x="896" y="0"/>
                        <a:pt x="2239" y="0"/>
                      </a:cubicBezTo>
                      <a:lnTo>
                        <a:pt x="17016" y="0"/>
                      </a:lnTo>
                      <a:cubicBezTo>
                        <a:pt x="18359" y="0"/>
                        <a:pt x="19255" y="896"/>
                        <a:pt x="19255" y="2239"/>
                      </a:cubicBezTo>
                      <a:cubicBezTo>
                        <a:pt x="19255" y="3582"/>
                        <a:pt x="18359" y="4478"/>
                        <a:pt x="1701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66" name="Freeform: Shape 4562">
                  <a:extLst>
                    <a:ext uri="{FF2B5EF4-FFF2-40B4-BE49-F238E27FC236}">
                      <a16:creationId xmlns:a16="http://schemas.microsoft.com/office/drawing/2014/main" id="{C1AD9C23-6104-BA12-F5EC-D768D4B57A15}"/>
                    </a:ext>
                  </a:extLst>
                </p:cNvPr>
                <p:cNvSpPr/>
                <p:nvPr/>
              </p:nvSpPr>
              <p:spPr>
                <a:xfrm>
                  <a:off x="4565772" y="3840486"/>
                  <a:ext cx="13433" cy="13433"/>
                </a:xfrm>
                <a:custGeom>
                  <a:avLst/>
                  <a:gdLst>
                    <a:gd name="connsiteX0" fmla="*/ 12762 w 13433"/>
                    <a:gd name="connsiteY0" fmla="*/ 14553 h 13433"/>
                    <a:gd name="connsiteX1" fmla="*/ 10971 w 13433"/>
                    <a:gd name="connsiteY1" fmla="*/ 14105 h 13433"/>
                    <a:gd name="connsiteX2" fmla="*/ 672 w 13433"/>
                    <a:gd name="connsiteY2" fmla="*/ 3806 h 13433"/>
                    <a:gd name="connsiteX3" fmla="*/ 672 w 13433"/>
                    <a:gd name="connsiteY3" fmla="*/ 672 h 13433"/>
                    <a:gd name="connsiteX4" fmla="*/ 3806 w 13433"/>
                    <a:gd name="connsiteY4" fmla="*/ 672 h 13433"/>
                    <a:gd name="connsiteX5" fmla="*/ 14105 w 13433"/>
                    <a:gd name="connsiteY5" fmla="*/ 10971 h 13433"/>
                    <a:gd name="connsiteX6" fmla="*/ 14105 w 13433"/>
                    <a:gd name="connsiteY6" fmla="*/ 14105 h 13433"/>
                    <a:gd name="connsiteX7" fmla="*/ 12762 w 13433"/>
                    <a:gd name="connsiteY7" fmla="*/ 14553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13433">
                      <a:moveTo>
                        <a:pt x="12762" y="14553"/>
                      </a:moveTo>
                      <a:cubicBezTo>
                        <a:pt x="12314" y="14553"/>
                        <a:pt x="11418" y="14553"/>
                        <a:pt x="10971" y="14105"/>
                      </a:cubicBezTo>
                      <a:lnTo>
                        <a:pt x="672" y="3806"/>
                      </a:lnTo>
                      <a:cubicBezTo>
                        <a:pt x="-224" y="2911"/>
                        <a:pt x="-224" y="1567"/>
                        <a:pt x="672" y="672"/>
                      </a:cubicBezTo>
                      <a:cubicBezTo>
                        <a:pt x="1567" y="-224"/>
                        <a:pt x="2911" y="-224"/>
                        <a:pt x="3806" y="672"/>
                      </a:cubicBezTo>
                      <a:lnTo>
                        <a:pt x="14105" y="10971"/>
                      </a:lnTo>
                      <a:cubicBezTo>
                        <a:pt x="15001" y="11866"/>
                        <a:pt x="15001" y="13210"/>
                        <a:pt x="14105" y="14105"/>
                      </a:cubicBezTo>
                      <a:cubicBezTo>
                        <a:pt x="14105" y="14105"/>
                        <a:pt x="13657" y="14553"/>
                        <a:pt x="12762" y="1455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667" name="Freeform: Shape 4563">
                <a:extLst>
                  <a:ext uri="{FF2B5EF4-FFF2-40B4-BE49-F238E27FC236}">
                    <a16:creationId xmlns:a16="http://schemas.microsoft.com/office/drawing/2014/main" id="{468BCC7B-3B6F-850F-6C84-CE93676A4B54}"/>
                  </a:ext>
                  <a:ext uri="{C183D7F6-B498-43B3-948B-1728B52AA6E4}">
                    <adec:decorative xmlns:adec="http://schemas.microsoft.com/office/drawing/2017/decorative" val="1"/>
                  </a:ext>
                </a:extLst>
              </p:cNvPr>
              <p:cNvSpPr>
                <a:spLocks noChangeAspect="1"/>
              </p:cNvSpPr>
              <p:nvPr/>
            </p:nvSpPr>
            <p:spPr>
              <a:xfrm>
                <a:off x="4805105" y="4567193"/>
                <a:ext cx="58212" cy="152246"/>
              </a:xfrm>
              <a:custGeom>
                <a:avLst/>
                <a:gdLst>
                  <a:gd name="connsiteX0" fmla="*/ 31345 w 58211"/>
                  <a:gd name="connsiteY0" fmla="*/ 94482 h 152245"/>
                  <a:gd name="connsiteX1" fmla="*/ 31345 w 58211"/>
                  <a:gd name="connsiteY1" fmla="*/ 31345 h 152245"/>
                  <a:gd name="connsiteX2" fmla="*/ 55973 w 58211"/>
                  <a:gd name="connsiteY2" fmla="*/ 31345 h 152245"/>
                  <a:gd name="connsiteX3" fmla="*/ 58212 w 58211"/>
                  <a:gd name="connsiteY3" fmla="*/ 29106 h 152245"/>
                  <a:gd name="connsiteX4" fmla="*/ 55973 w 58211"/>
                  <a:gd name="connsiteY4" fmla="*/ 26867 h 152245"/>
                  <a:gd name="connsiteX5" fmla="*/ 31345 w 58211"/>
                  <a:gd name="connsiteY5" fmla="*/ 26867 h 152245"/>
                  <a:gd name="connsiteX6" fmla="*/ 31345 w 58211"/>
                  <a:gd name="connsiteY6" fmla="*/ 17911 h 152245"/>
                  <a:gd name="connsiteX7" fmla="*/ 42539 w 58211"/>
                  <a:gd name="connsiteY7" fmla="*/ 17911 h 152245"/>
                  <a:gd name="connsiteX8" fmla="*/ 44778 w 58211"/>
                  <a:gd name="connsiteY8" fmla="*/ 15672 h 152245"/>
                  <a:gd name="connsiteX9" fmla="*/ 42539 w 58211"/>
                  <a:gd name="connsiteY9" fmla="*/ 13433 h 152245"/>
                  <a:gd name="connsiteX10" fmla="*/ 31345 w 58211"/>
                  <a:gd name="connsiteY10" fmla="*/ 13433 h 152245"/>
                  <a:gd name="connsiteX11" fmla="*/ 31345 w 58211"/>
                  <a:gd name="connsiteY11" fmla="*/ 4478 h 152245"/>
                  <a:gd name="connsiteX12" fmla="*/ 54629 w 58211"/>
                  <a:gd name="connsiteY12" fmla="*/ 4478 h 152245"/>
                  <a:gd name="connsiteX13" fmla="*/ 56868 w 58211"/>
                  <a:gd name="connsiteY13" fmla="*/ 2239 h 152245"/>
                  <a:gd name="connsiteX14" fmla="*/ 54629 w 58211"/>
                  <a:gd name="connsiteY14" fmla="*/ 0 h 152245"/>
                  <a:gd name="connsiteX15" fmla="*/ 29106 w 58211"/>
                  <a:gd name="connsiteY15" fmla="*/ 0 h 152245"/>
                  <a:gd name="connsiteX16" fmla="*/ 26867 w 58211"/>
                  <a:gd name="connsiteY16" fmla="*/ 2239 h 152245"/>
                  <a:gd name="connsiteX17" fmla="*/ 26867 w 58211"/>
                  <a:gd name="connsiteY17" fmla="*/ 94482 h 152245"/>
                  <a:gd name="connsiteX18" fmla="*/ 0 w 58211"/>
                  <a:gd name="connsiteY18" fmla="*/ 123140 h 152245"/>
                  <a:gd name="connsiteX19" fmla="*/ 29106 w 58211"/>
                  <a:gd name="connsiteY19" fmla="*/ 152246 h 152245"/>
                  <a:gd name="connsiteX20" fmla="*/ 58212 w 58211"/>
                  <a:gd name="connsiteY20" fmla="*/ 123140 h 152245"/>
                  <a:gd name="connsiteX21" fmla="*/ 31345 w 58211"/>
                  <a:gd name="connsiteY21" fmla="*/ 94482 h 152245"/>
                  <a:gd name="connsiteX22" fmla="*/ 29106 w 58211"/>
                  <a:gd name="connsiteY22" fmla="*/ 147768 h 152245"/>
                  <a:gd name="connsiteX23" fmla="*/ 4478 w 58211"/>
                  <a:gd name="connsiteY23" fmla="*/ 123140 h 152245"/>
                  <a:gd name="connsiteX24" fmla="*/ 29106 w 58211"/>
                  <a:gd name="connsiteY24" fmla="*/ 98512 h 152245"/>
                  <a:gd name="connsiteX25" fmla="*/ 53734 w 58211"/>
                  <a:gd name="connsiteY25" fmla="*/ 123140 h 152245"/>
                  <a:gd name="connsiteX26" fmla="*/ 29106 w 58211"/>
                  <a:gd name="connsiteY26" fmla="*/ 14776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211" h="152245">
                    <a:moveTo>
                      <a:pt x="31345" y="94482"/>
                    </a:moveTo>
                    <a:lnTo>
                      <a:pt x="31345" y="31345"/>
                    </a:lnTo>
                    <a:lnTo>
                      <a:pt x="55973" y="31345"/>
                    </a:lnTo>
                    <a:cubicBezTo>
                      <a:pt x="57316" y="31345"/>
                      <a:pt x="58212" y="30449"/>
                      <a:pt x="58212" y="29106"/>
                    </a:cubicBezTo>
                    <a:cubicBezTo>
                      <a:pt x="58212" y="27763"/>
                      <a:pt x="57316" y="26867"/>
                      <a:pt x="55973" y="26867"/>
                    </a:cubicBezTo>
                    <a:lnTo>
                      <a:pt x="31345" y="26867"/>
                    </a:lnTo>
                    <a:lnTo>
                      <a:pt x="31345" y="17911"/>
                    </a:lnTo>
                    <a:lnTo>
                      <a:pt x="42539" y="17911"/>
                    </a:lnTo>
                    <a:cubicBezTo>
                      <a:pt x="43883" y="17911"/>
                      <a:pt x="44778" y="17016"/>
                      <a:pt x="44778" y="15672"/>
                    </a:cubicBezTo>
                    <a:cubicBezTo>
                      <a:pt x="44778" y="14329"/>
                      <a:pt x="43883" y="13433"/>
                      <a:pt x="42539" y="13433"/>
                    </a:cubicBezTo>
                    <a:lnTo>
                      <a:pt x="31345" y="13433"/>
                    </a:lnTo>
                    <a:lnTo>
                      <a:pt x="31345" y="4478"/>
                    </a:lnTo>
                    <a:lnTo>
                      <a:pt x="54629" y="4478"/>
                    </a:lnTo>
                    <a:cubicBezTo>
                      <a:pt x="55973" y="4478"/>
                      <a:pt x="56868" y="3582"/>
                      <a:pt x="56868" y="2239"/>
                    </a:cubicBezTo>
                    <a:cubicBezTo>
                      <a:pt x="56868" y="896"/>
                      <a:pt x="55973" y="0"/>
                      <a:pt x="54629" y="0"/>
                    </a:cubicBezTo>
                    <a:lnTo>
                      <a:pt x="29106" y="0"/>
                    </a:lnTo>
                    <a:cubicBezTo>
                      <a:pt x="27763" y="0"/>
                      <a:pt x="26867" y="896"/>
                      <a:pt x="26867" y="2239"/>
                    </a:cubicBezTo>
                    <a:lnTo>
                      <a:pt x="26867" y="94482"/>
                    </a:lnTo>
                    <a:cubicBezTo>
                      <a:pt x="12090" y="95825"/>
                      <a:pt x="0" y="107915"/>
                      <a:pt x="0" y="123140"/>
                    </a:cubicBezTo>
                    <a:cubicBezTo>
                      <a:pt x="0" y="139260"/>
                      <a:pt x="12986" y="152246"/>
                      <a:pt x="29106" y="152246"/>
                    </a:cubicBezTo>
                    <a:cubicBezTo>
                      <a:pt x="45226" y="152246"/>
                      <a:pt x="58212" y="139260"/>
                      <a:pt x="58212" y="123140"/>
                    </a:cubicBezTo>
                    <a:cubicBezTo>
                      <a:pt x="58212" y="107915"/>
                      <a:pt x="46569" y="95825"/>
                      <a:pt x="31345" y="94482"/>
                    </a:cubicBezTo>
                    <a:close/>
                    <a:moveTo>
                      <a:pt x="29106" y="147768"/>
                    </a:moveTo>
                    <a:cubicBezTo>
                      <a:pt x="15672" y="147768"/>
                      <a:pt x="4478" y="136573"/>
                      <a:pt x="4478" y="123140"/>
                    </a:cubicBezTo>
                    <a:cubicBezTo>
                      <a:pt x="4478" y="109707"/>
                      <a:pt x="15672" y="98512"/>
                      <a:pt x="29106" y="98512"/>
                    </a:cubicBezTo>
                    <a:cubicBezTo>
                      <a:pt x="42539" y="98512"/>
                      <a:pt x="53734" y="109707"/>
                      <a:pt x="53734" y="123140"/>
                    </a:cubicBezTo>
                    <a:cubicBezTo>
                      <a:pt x="53734" y="136573"/>
                      <a:pt x="42987" y="147768"/>
                      <a:pt x="29106" y="14776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668" name="Group 4564">
                <a:extLst>
                  <a:ext uri="{FF2B5EF4-FFF2-40B4-BE49-F238E27FC236}">
                    <a16:creationId xmlns:a16="http://schemas.microsoft.com/office/drawing/2014/main" id="{5AA82FE9-40E8-22F9-1AB7-2E26FCD13853}"/>
                  </a:ext>
                  <a:ext uri="{C183D7F6-B498-43B3-948B-1728B52AA6E4}">
                    <adec:decorative xmlns:adec="http://schemas.microsoft.com/office/drawing/2017/decorative" val="1"/>
                  </a:ext>
                </a:extLst>
              </p:cNvPr>
              <p:cNvGrpSpPr>
                <a:grpSpLocks noChangeAspect="1"/>
              </p:cNvGrpSpPr>
              <p:nvPr/>
            </p:nvGrpSpPr>
            <p:grpSpPr>
              <a:xfrm>
                <a:off x="5032578" y="4580627"/>
                <a:ext cx="125379" cy="125379"/>
                <a:chOff x="5073332" y="3845188"/>
                <a:chExt cx="125379" cy="125379"/>
              </a:xfrm>
            </p:grpSpPr>
            <p:sp>
              <p:nvSpPr>
                <p:cNvPr id="669" name="Freeform: Shape 4565">
                  <a:extLst>
                    <a:ext uri="{FF2B5EF4-FFF2-40B4-BE49-F238E27FC236}">
                      <a16:creationId xmlns:a16="http://schemas.microsoft.com/office/drawing/2014/main" id="{C6F229C4-CD4B-540D-05F0-1D4555A325BF}"/>
                    </a:ext>
                  </a:extLst>
                </p:cNvPr>
                <p:cNvSpPr/>
                <p:nvPr/>
              </p:nvSpPr>
              <p:spPr>
                <a:xfrm>
                  <a:off x="5073332" y="3845188"/>
                  <a:ext cx="125379" cy="125379"/>
                </a:xfrm>
                <a:custGeom>
                  <a:avLst/>
                  <a:gdLst>
                    <a:gd name="connsiteX0" fmla="*/ 114184 w 125378"/>
                    <a:gd name="connsiteY0" fmla="*/ 125379 h 125378"/>
                    <a:gd name="connsiteX1" fmla="*/ 11195 w 125378"/>
                    <a:gd name="connsiteY1" fmla="*/ 125379 h 125378"/>
                    <a:gd name="connsiteX2" fmla="*/ 0 w 125378"/>
                    <a:gd name="connsiteY2" fmla="*/ 114184 h 125378"/>
                    <a:gd name="connsiteX3" fmla="*/ 0 w 125378"/>
                    <a:gd name="connsiteY3" fmla="*/ 11195 h 125378"/>
                    <a:gd name="connsiteX4" fmla="*/ 11195 w 125378"/>
                    <a:gd name="connsiteY4" fmla="*/ 0 h 125378"/>
                    <a:gd name="connsiteX5" fmla="*/ 114184 w 125378"/>
                    <a:gd name="connsiteY5" fmla="*/ 0 h 125378"/>
                    <a:gd name="connsiteX6" fmla="*/ 125379 w 125378"/>
                    <a:gd name="connsiteY6" fmla="*/ 11195 h 125378"/>
                    <a:gd name="connsiteX7" fmla="*/ 125379 w 125378"/>
                    <a:gd name="connsiteY7" fmla="*/ 114184 h 125378"/>
                    <a:gd name="connsiteX8" fmla="*/ 114184 w 125378"/>
                    <a:gd name="connsiteY8" fmla="*/ 125379 h 125378"/>
                    <a:gd name="connsiteX9" fmla="*/ 11195 w 125378"/>
                    <a:gd name="connsiteY9" fmla="*/ 4478 h 125378"/>
                    <a:gd name="connsiteX10" fmla="*/ 4478 w 125378"/>
                    <a:gd name="connsiteY10" fmla="*/ 11195 h 125378"/>
                    <a:gd name="connsiteX11" fmla="*/ 4478 w 125378"/>
                    <a:gd name="connsiteY11" fmla="*/ 114184 h 125378"/>
                    <a:gd name="connsiteX12" fmla="*/ 11195 w 125378"/>
                    <a:gd name="connsiteY12" fmla="*/ 120901 h 125378"/>
                    <a:gd name="connsiteX13" fmla="*/ 114184 w 125378"/>
                    <a:gd name="connsiteY13" fmla="*/ 120901 h 125378"/>
                    <a:gd name="connsiteX14" fmla="*/ 120901 w 125378"/>
                    <a:gd name="connsiteY14" fmla="*/ 114184 h 125378"/>
                    <a:gd name="connsiteX15" fmla="*/ 120901 w 125378"/>
                    <a:gd name="connsiteY15" fmla="*/ 11195 h 125378"/>
                    <a:gd name="connsiteX16" fmla="*/ 114184 w 125378"/>
                    <a:gd name="connsiteY16" fmla="*/ 4478 h 125378"/>
                    <a:gd name="connsiteX17" fmla="*/ 11195 w 125378"/>
                    <a:gd name="connsiteY17"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5378" h="125378">
                      <a:moveTo>
                        <a:pt x="114184" y="125379"/>
                      </a:moveTo>
                      <a:lnTo>
                        <a:pt x="11195" y="125379"/>
                      </a:lnTo>
                      <a:cubicBezTo>
                        <a:pt x="4926" y="125379"/>
                        <a:pt x="0" y="120453"/>
                        <a:pt x="0" y="114184"/>
                      </a:cubicBezTo>
                      <a:lnTo>
                        <a:pt x="0" y="11195"/>
                      </a:lnTo>
                      <a:cubicBezTo>
                        <a:pt x="0" y="4925"/>
                        <a:pt x="4926" y="0"/>
                        <a:pt x="11195" y="0"/>
                      </a:cubicBezTo>
                      <a:lnTo>
                        <a:pt x="114184" y="0"/>
                      </a:lnTo>
                      <a:cubicBezTo>
                        <a:pt x="120453" y="0"/>
                        <a:pt x="125379" y="4925"/>
                        <a:pt x="125379" y="11195"/>
                      </a:cubicBezTo>
                      <a:lnTo>
                        <a:pt x="125379" y="114184"/>
                      </a:lnTo>
                      <a:cubicBezTo>
                        <a:pt x="125379" y="120453"/>
                        <a:pt x="120006" y="125379"/>
                        <a:pt x="114184" y="125379"/>
                      </a:cubicBezTo>
                      <a:close/>
                      <a:moveTo>
                        <a:pt x="11195" y="4478"/>
                      </a:moveTo>
                      <a:cubicBezTo>
                        <a:pt x="7612" y="4478"/>
                        <a:pt x="4478" y="7612"/>
                        <a:pt x="4478" y="11195"/>
                      </a:cubicBezTo>
                      <a:lnTo>
                        <a:pt x="4478" y="114184"/>
                      </a:lnTo>
                      <a:cubicBezTo>
                        <a:pt x="4478" y="117767"/>
                        <a:pt x="7612" y="120901"/>
                        <a:pt x="11195" y="120901"/>
                      </a:cubicBezTo>
                      <a:lnTo>
                        <a:pt x="114184" y="120901"/>
                      </a:lnTo>
                      <a:cubicBezTo>
                        <a:pt x="117767" y="120901"/>
                        <a:pt x="120901" y="117767"/>
                        <a:pt x="120901" y="114184"/>
                      </a:cubicBezTo>
                      <a:lnTo>
                        <a:pt x="120901" y="11195"/>
                      </a:lnTo>
                      <a:cubicBezTo>
                        <a:pt x="120901" y="7612"/>
                        <a:pt x="117767" y="4478"/>
                        <a:pt x="114184" y="4478"/>
                      </a:cubicBezTo>
                      <a:lnTo>
                        <a:pt x="11195"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70" name="Freeform: Shape 4566">
                  <a:extLst>
                    <a:ext uri="{FF2B5EF4-FFF2-40B4-BE49-F238E27FC236}">
                      <a16:creationId xmlns:a16="http://schemas.microsoft.com/office/drawing/2014/main" id="{6A0817EE-8C5C-A4FF-5F25-3E49013E2E19}"/>
                    </a:ext>
                  </a:extLst>
                </p:cNvPr>
                <p:cNvSpPr/>
                <p:nvPr/>
              </p:nvSpPr>
              <p:spPr>
                <a:xfrm>
                  <a:off x="5092741" y="3877134"/>
                  <a:ext cx="85079" cy="62689"/>
                </a:xfrm>
                <a:custGeom>
                  <a:avLst/>
                  <a:gdLst>
                    <a:gd name="connsiteX0" fmla="*/ 32982 w 85078"/>
                    <a:gd name="connsiteY0" fmla="*/ 66566 h 62689"/>
                    <a:gd name="connsiteX1" fmla="*/ 31639 w 85078"/>
                    <a:gd name="connsiteY1" fmla="*/ 66118 h 62689"/>
                    <a:gd name="connsiteX2" fmla="*/ 742 w 85078"/>
                    <a:gd name="connsiteY2" fmla="*/ 40595 h 62689"/>
                    <a:gd name="connsiteX3" fmla="*/ 294 w 85078"/>
                    <a:gd name="connsiteY3" fmla="*/ 37460 h 62689"/>
                    <a:gd name="connsiteX4" fmla="*/ 3429 w 85078"/>
                    <a:gd name="connsiteY4" fmla="*/ 37012 h 62689"/>
                    <a:gd name="connsiteX5" fmla="*/ 32534 w 85078"/>
                    <a:gd name="connsiteY5" fmla="*/ 61192 h 62689"/>
                    <a:gd name="connsiteX6" fmla="*/ 82686 w 85078"/>
                    <a:gd name="connsiteY6" fmla="*/ 742 h 62689"/>
                    <a:gd name="connsiteX7" fmla="*/ 85820 w 85078"/>
                    <a:gd name="connsiteY7" fmla="*/ 294 h 62689"/>
                    <a:gd name="connsiteX8" fmla="*/ 86268 w 85078"/>
                    <a:gd name="connsiteY8" fmla="*/ 3429 h 62689"/>
                    <a:gd name="connsiteX9" fmla="*/ 34773 w 85078"/>
                    <a:gd name="connsiteY9" fmla="*/ 65670 h 62689"/>
                    <a:gd name="connsiteX10" fmla="*/ 32982 w 85078"/>
                    <a:gd name="connsiteY10" fmla="*/ 66566 h 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078" h="62689">
                      <a:moveTo>
                        <a:pt x="32982" y="66566"/>
                      </a:moveTo>
                      <a:cubicBezTo>
                        <a:pt x="32534" y="66566"/>
                        <a:pt x="32086" y="66566"/>
                        <a:pt x="31639" y="66118"/>
                      </a:cubicBezTo>
                      <a:lnTo>
                        <a:pt x="742" y="40595"/>
                      </a:lnTo>
                      <a:cubicBezTo>
                        <a:pt x="-154" y="39699"/>
                        <a:pt x="-154" y="38356"/>
                        <a:pt x="294" y="37460"/>
                      </a:cubicBezTo>
                      <a:cubicBezTo>
                        <a:pt x="1190" y="36564"/>
                        <a:pt x="2533" y="36564"/>
                        <a:pt x="3429" y="37012"/>
                      </a:cubicBezTo>
                      <a:lnTo>
                        <a:pt x="32534" y="61192"/>
                      </a:lnTo>
                      <a:lnTo>
                        <a:pt x="82686" y="742"/>
                      </a:lnTo>
                      <a:cubicBezTo>
                        <a:pt x="83581" y="-154"/>
                        <a:pt x="84925" y="-154"/>
                        <a:pt x="85820" y="294"/>
                      </a:cubicBezTo>
                      <a:cubicBezTo>
                        <a:pt x="86716" y="1190"/>
                        <a:pt x="86716" y="2533"/>
                        <a:pt x="86268" y="3429"/>
                      </a:cubicBezTo>
                      <a:lnTo>
                        <a:pt x="34773" y="65670"/>
                      </a:lnTo>
                      <a:cubicBezTo>
                        <a:pt x="34325" y="66566"/>
                        <a:pt x="33430" y="66566"/>
                        <a:pt x="32982" y="6656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671" name="Group 4567">
                <a:extLst>
                  <a:ext uri="{FF2B5EF4-FFF2-40B4-BE49-F238E27FC236}">
                    <a16:creationId xmlns:a16="http://schemas.microsoft.com/office/drawing/2014/main" id="{E2390C10-B419-AFFC-8995-676A948595FB}"/>
                  </a:ext>
                  <a:ext uri="{C183D7F6-B498-43B3-948B-1728B52AA6E4}">
                    <adec:decorative xmlns:adec="http://schemas.microsoft.com/office/drawing/2017/decorative" val="1"/>
                  </a:ext>
                </a:extLst>
              </p:cNvPr>
              <p:cNvGrpSpPr>
                <a:grpSpLocks noChangeAspect="1"/>
              </p:cNvGrpSpPr>
              <p:nvPr/>
            </p:nvGrpSpPr>
            <p:grpSpPr>
              <a:xfrm>
                <a:off x="5286022" y="4580627"/>
                <a:ext cx="125379" cy="125379"/>
                <a:chOff x="5326776" y="3845188"/>
                <a:chExt cx="125379" cy="125379"/>
              </a:xfrm>
            </p:grpSpPr>
            <p:sp>
              <p:nvSpPr>
                <p:cNvPr id="672" name="Freeform: Shape 4568">
                  <a:extLst>
                    <a:ext uri="{FF2B5EF4-FFF2-40B4-BE49-F238E27FC236}">
                      <a16:creationId xmlns:a16="http://schemas.microsoft.com/office/drawing/2014/main" id="{17B98C4D-B7F5-77E0-098D-57F92AACCA33}"/>
                    </a:ext>
                  </a:extLst>
                </p:cNvPr>
                <p:cNvSpPr/>
                <p:nvPr/>
              </p:nvSpPr>
              <p:spPr>
                <a:xfrm>
                  <a:off x="5326776" y="3845188"/>
                  <a:ext cx="125379" cy="125379"/>
                </a:xfrm>
                <a:custGeom>
                  <a:avLst/>
                  <a:gdLst>
                    <a:gd name="connsiteX0" fmla="*/ 114184 w 125378"/>
                    <a:gd name="connsiteY0" fmla="*/ 125379 h 125378"/>
                    <a:gd name="connsiteX1" fmla="*/ 11195 w 125378"/>
                    <a:gd name="connsiteY1" fmla="*/ 125379 h 125378"/>
                    <a:gd name="connsiteX2" fmla="*/ 0 w 125378"/>
                    <a:gd name="connsiteY2" fmla="*/ 114184 h 125378"/>
                    <a:gd name="connsiteX3" fmla="*/ 0 w 125378"/>
                    <a:gd name="connsiteY3" fmla="*/ 11195 h 125378"/>
                    <a:gd name="connsiteX4" fmla="*/ 11195 w 125378"/>
                    <a:gd name="connsiteY4" fmla="*/ 0 h 125378"/>
                    <a:gd name="connsiteX5" fmla="*/ 114184 w 125378"/>
                    <a:gd name="connsiteY5" fmla="*/ 0 h 125378"/>
                    <a:gd name="connsiteX6" fmla="*/ 125379 w 125378"/>
                    <a:gd name="connsiteY6" fmla="*/ 11195 h 125378"/>
                    <a:gd name="connsiteX7" fmla="*/ 125379 w 125378"/>
                    <a:gd name="connsiteY7" fmla="*/ 114184 h 125378"/>
                    <a:gd name="connsiteX8" fmla="*/ 114184 w 125378"/>
                    <a:gd name="connsiteY8" fmla="*/ 125379 h 125378"/>
                    <a:gd name="connsiteX9" fmla="*/ 11195 w 125378"/>
                    <a:gd name="connsiteY9" fmla="*/ 4478 h 125378"/>
                    <a:gd name="connsiteX10" fmla="*/ 4478 w 125378"/>
                    <a:gd name="connsiteY10" fmla="*/ 11195 h 125378"/>
                    <a:gd name="connsiteX11" fmla="*/ 4478 w 125378"/>
                    <a:gd name="connsiteY11" fmla="*/ 114184 h 125378"/>
                    <a:gd name="connsiteX12" fmla="*/ 11195 w 125378"/>
                    <a:gd name="connsiteY12" fmla="*/ 120901 h 125378"/>
                    <a:gd name="connsiteX13" fmla="*/ 114184 w 125378"/>
                    <a:gd name="connsiteY13" fmla="*/ 120901 h 125378"/>
                    <a:gd name="connsiteX14" fmla="*/ 120901 w 125378"/>
                    <a:gd name="connsiteY14" fmla="*/ 114184 h 125378"/>
                    <a:gd name="connsiteX15" fmla="*/ 120901 w 125378"/>
                    <a:gd name="connsiteY15" fmla="*/ 11195 h 125378"/>
                    <a:gd name="connsiteX16" fmla="*/ 114184 w 125378"/>
                    <a:gd name="connsiteY16" fmla="*/ 4478 h 125378"/>
                    <a:gd name="connsiteX17" fmla="*/ 11195 w 125378"/>
                    <a:gd name="connsiteY17"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5378" h="125378">
                      <a:moveTo>
                        <a:pt x="114184" y="125379"/>
                      </a:moveTo>
                      <a:lnTo>
                        <a:pt x="11195" y="125379"/>
                      </a:lnTo>
                      <a:cubicBezTo>
                        <a:pt x="4926" y="125379"/>
                        <a:pt x="0" y="120453"/>
                        <a:pt x="0" y="114184"/>
                      </a:cubicBezTo>
                      <a:lnTo>
                        <a:pt x="0" y="11195"/>
                      </a:lnTo>
                      <a:cubicBezTo>
                        <a:pt x="0" y="4925"/>
                        <a:pt x="4926" y="0"/>
                        <a:pt x="11195" y="0"/>
                      </a:cubicBezTo>
                      <a:lnTo>
                        <a:pt x="114184" y="0"/>
                      </a:lnTo>
                      <a:cubicBezTo>
                        <a:pt x="120453" y="0"/>
                        <a:pt x="125379" y="4925"/>
                        <a:pt x="125379" y="11195"/>
                      </a:cubicBezTo>
                      <a:lnTo>
                        <a:pt x="125379" y="114184"/>
                      </a:lnTo>
                      <a:cubicBezTo>
                        <a:pt x="125379" y="120453"/>
                        <a:pt x="120453" y="125379"/>
                        <a:pt x="114184" y="125379"/>
                      </a:cubicBezTo>
                      <a:close/>
                      <a:moveTo>
                        <a:pt x="11195" y="4478"/>
                      </a:moveTo>
                      <a:cubicBezTo>
                        <a:pt x="7613" y="4478"/>
                        <a:pt x="4478" y="7612"/>
                        <a:pt x="4478" y="11195"/>
                      </a:cubicBezTo>
                      <a:lnTo>
                        <a:pt x="4478" y="114184"/>
                      </a:lnTo>
                      <a:cubicBezTo>
                        <a:pt x="4478" y="117767"/>
                        <a:pt x="7613" y="120901"/>
                        <a:pt x="11195" y="120901"/>
                      </a:cubicBezTo>
                      <a:lnTo>
                        <a:pt x="114184" y="120901"/>
                      </a:lnTo>
                      <a:cubicBezTo>
                        <a:pt x="117767" y="120901"/>
                        <a:pt x="120901" y="117767"/>
                        <a:pt x="120901" y="114184"/>
                      </a:cubicBezTo>
                      <a:lnTo>
                        <a:pt x="120901" y="11195"/>
                      </a:lnTo>
                      <a:cubicBezTo>
                        <a:pt x="120901" y="7612"/>
                        <a:pt x="117767" y="4478"/>
                        <a:pt x="114184" y="4478"/>
                      </a:cubicBezTo>
                      <a:lnTo>
                        <a:pt x="11195"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73" name="Freeform: Shape 4569">
                  <a:extLst>
                    <a:ext uri="{FF2B5EF4-FFF2-40B4-BE49-F238E27FC236}">
                      <a16:creationId xmlns:a16="http://schemas.microsoft.com/office/drawing/2014/main" id="{B735E556-9AC5-1ACB-BC7B-1C2BD58859B4}"/>
                    </a:ext>
                  </a:extLst>
                </p:cNvPr>
                <p:cNvSpPr/>
                <p:nvPr/>
              </p:nvSpPr>
              <p:spPr>
                <a:xfrm>
                  <a:off x="5359241" y="3878547"/>
                  <a:ext cx="58212" cy="58212"/>
                </a:xfrm>
                <a:custGeom>
                  <a:avLst/>
                  <a:gdLst>
                    <a:gd name="connsiteX0" fmla="*/ 58883 w 58211"/>
                    <a:gd name="connsiteY0" fmla="*/ 55301 h 58211"/>
                    <a:gd name="connsiteX1" fmla="*/ 32912 w 58211"/>
                    <a:gd name="connsiteY1" fmla="*/ 29778 h 58211"/>
                    <a:gd name="connsiteX2" fmla="*/ 58435 w 58211"/>
                    <a:gd name="connsiteY2" fmla="*/ 3806 h 58211"/>
                    <a:gd name="connsiteX3" fmla="*/ 58435 w 58211"/>
                    <a:gd name="connsiteY3" fmla="*/ 672 h 58211"/>
                    <a:gd name="connsiteX4" fmla="*/ 55301 w 58211"/>
                    <a:gd name="connsiteY4" fmla="*/ 672 h 58211"/>
                    <a:gd name="connsiteX5" fmla="*/ 29777 w 58211"/>
                    <a:gd name="connsiteY5" fmla="*/ 26643 h 58211"/>
                    <a:gd name="connsiteX6" fmla="*/ 3806 w 58211"/>
                    <a:gd name="connsiteY6" fmla="*/ 1120 h 58211"/>
                    <a:gd name="connsiteX7" fmla="*/ 672 w 58211"/>
                    <a:gd name="connsiteY7" fmla="*/ 1120 h 58211"/>
                    <a:gd name="connsiteX8" fmla="*/ 672 w 58211"/>
                    <a:gd name="connsiteY8" fmla="*/ 4254 h 58211"/>
                    <a:gd name="connsiteX9" fmla="*/ 26643 w 58211"/>
                    <a:gd name="connsiteY9" fmla="*/ 29778 h 58211"/>
                    <a:gd name="connsiteX10" fmla="*/ 1119 w 58211"/>
                    <a:gd name="connsiteY10" fmla="*/ 55749 h 58211"/>
                    <a:gd name="connsiteX11" fmla="*/ 1119 w 58211"/>
                    <a:gd name="connsiteY11" fmla="*/ 58883 h 58211"/>
                    <a:gd name="connsiteX12" fmla="*/ 2910 w 58211"/>
                    <a:gd name="connsiteY12" fmla="*/ 59331 h 58211"/>
                    <a:gd name="connsiteX13" fmla="*/ 4702 w 58211"/>
                    <a:gd name="connsiteY13" fmla="*/ 58883 h 58211"/>
                    <a:gd name="connsiteX14" fmla="*/ 30225 w 58211"/>
                    <a:gd name="connsiteY14" fmla="*/ 32912 h 58211"/>
                    <a:gd name="connsiteX15" fmla="*/ 56197 w 58211"/>
                    <a:gd name="connsiteY15" fmla="*/ 58436 h 58211"/>
                    <a:gd name="connsiteX16" fmla="*/ 57988 w 58211"/>
                    <a:gd name="connsiteY16" fmla="*/ 58883 h 58211"/>
                    <a:gd name="connsiteX17" fmla="*/ 59779 w 58211"/>
                    <a:gd name="connsiteY17" fmla="*/ 58436 h 58211"/>
                    <a:gd name="connsiteX18" fmla="*/ 58883 w 58211"/>
                    <a:gd name="connsiteY18" fmla="*/ 55301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211" h="58211">
                      <a:moveTo>
                        <a:pt x="58883" y="55301"/>
                      </a:moveTo>
                      <a:lnTo>
                        <a:pt x="32912" y="29778"/>
                      </a:lnTo>
                      <a:lnTo>
                        <a:pt x="58435" y="3806"/>
                      </a:lnTo>
                      <a:cubicBezTo>
                        <a:pt x="59331" y="2911"/>
                        <a:pt x="59331" y="1567"/>
                        <a:pt x="58435" y="672"/>
                      </a:cubicBezTo>
                      <a:cubicBezTo>
                        <a:pt x="57540" y="-224"/>
                        <a:pt x="56197" y="-224"/>
                        <a:pt x="55301" y="672"/>
                      </a:cubicBezTo>
                      <a:lnTo>
                        <a:pt x="29777" y="26643"/>
                      </a:lnTo>
                      <a:lnTo>
                        <a:pt x="3806" y="1120"/>
                      </a:lnTo>
                      <a:cubicBezTo>
                        <a:pt x="2910" y="224"/>
                        <a:pt x="1567" y="224"/>
                        <a:pt x="672" y="1120"/>
                      </a:cubicBezTo>
                      <a:cubicBezTo>
                        <a:pt x="-224" y="2015"/>
                        <a:pt x="-224" y="3359"/>
                        <a:pt x="672" y="4254"/>
                      </a:cubicBezTo>
                      <a:lnTo>
                        <a:pt x="26643" y="29778"/>
                      </a:lnTo>
                      <a:lnTo>
                        <a:pt x="1119" y="55749"/>
                      </a:lnTo>
                      <a:cubicBezTo>
                        <a:pt x="224" y="56644"/>
                        <a:pt x="224" y="57988"/>
                        <a:pt x="1119" y="58883"/>
                      </a:cubicBezTo>
                      <a:cubicBezTo>
                        <a:pt x="1567" y="59331"/>
                        <a:pt x="2015" y="59331"/>
                        <a:pt x="2910" y="59331"/>
                      </a:cubicBezTo>
                      <a:cubicBezTo>
                        <a:pt x="3358" y="59331"/>
                        <a:pt x="4254" y="59331"/>
                        <a:pt x="4702" y="58883"/>
                      </a:cubicBezTo>
                      <a:lnTo>
                        <a:pt x="30225" y="32912"/>
                      </a:lnTo>
                      <a:lnTo>
                        <a:pt x="56197" y="58436"/>
                      </a:lnTo>
                      <a:cubicBezTo>
                        <a:pt x="56644" y="58883"/>
                        <a:pt x="57092" y="58883"/>
                        <a:pt x="57988" y="58883"/>
                      </a:cubicBezTo>
                      <a:cubicBezTo>
                        <a:pt x="58435" y="58883"/>
                        <a:pt x="59331" y="58883"/>
                        <a:pt x="59779" y="58436"/>
                      </a:cubicBezTo>
                      <a:cubicBezTo>
                        <a:pt x="59779" y="57540"/>
                        <a:pt x="59779" y="56197"/>
                        <a:pt x="58883" y="5530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674" name="Group 4570">
                <a:extLst>
                  <a:ext uri="{FF2B5EF4-FFF2-40B4-BE49-F238E27FC236}">
                    <a16:creationId xmlns:a16="http://schemas.microsoft.com/office/drawing/2014/main" id="{BA618BF0-201F-93C0-FC5B-4DC061A8266F}"/>
                  </a:ext>
                  <a:ext uri="{C183D7F6-B498-43B3-948B-1728B52AA6E4}">
                    <adec:decorative xmlns:adec="http://schemas.microsoft.com/office/drawing/2017/decorative" val="1"/>
                  </a:ext>
                </a:extLst>
              </p:cNvPr>
              <p:cNvGrpSpPr>
                <a:grpSpLocks noChangeAspect="1"/>
              </p:cNvGrpSpPr>
              <p:nvPr/>
            </p:nvGrpSpPr>
            <p:grpSpPr>
              <a:xfrm>
                <a:off x="5547079" y="4580627"/>
                <a:ext cx="125379" cy="125379"/>
                <a:chOff x="5587833" y="3845188"/>
                <a:chExt cx="125379" cy="125379"/>
              </a:xfrm>
            </p:grpSpPr>
            <p:sp>
              <p:nvSpPr>
                <p:cNvPr id="675" name="Freeform: Shape 4571">
                  <a:extLst>
                    <a:ext uri="{FF2B5EF4-FFF2-40B4-BE49-F238E27FC236}">
                      <a16:creationId xmlns:a16="http://schemas.microsoft.com/office/drawing/2014/main" id="{80082C51-994F-F530-2463-BA12AB69FE80}"/>
                    </a:ext>
                  </a:extLst>
                </p:cNvPr>
                <p:cNvSpPr/>
                <p:nvPr/>
              </p:nvSpPr>
              <p:spPr>
                <a:xfrm>
                  <a:off x="5587833" y="3845188"/>
                  <a:ext cx="125379" cy="125379"/>
                </a:xfrm>
                <a:custGeom>
                  <a:avLst/>
                  <a:gdLst>
                    <a:gd name="connsiteX0" fmla="*/ 62689 w 125378"/>
                    <a:gd name="connsiteY0" fmla="*/ 125379 h 125378"/>
                    <a:gd name="connsiteX1" fmla="*/ 0 w 125378"/>
                    <a:gd name="connsiteY1" fmla="*/ 62689 h 125378"/>
                    <a:gd name="connsiteX2" fmla="*/ 62689 w 125378"/>
                    <a:gd name="connsiteY2" fmla="*/ 0 h 125378"/>
                    <a:gd name="connsiteX3" fmla="*/ 125379 w 125378"/>
                    <a:gd name="connsiteY3" fmla="*/ 62689 h 125378"/>
                    <a:gd name="connsiteX4" fmla="*/ 62689 w 125378"/>
                    <a:gd name="connsiteY4" fmla="*/ 125379 h 125378"/>
                    <a:gd name="connsiteX5" fmla="*/ 62689 w 125378"/>
                    <a:gd name="connsiteY5" fmla="*/ 4478 h 125378"/>
                    <a:gd name="connsiteX6" fmla="*/ 4478 w 125378"/>
                    <a:gd name="connsiteY6" fmla="*/ 62689 h 125378"/>
                    <a:gd name="connsiteX7" fmla="*/ 62689 w 125378"/>
                    <a:gd name="connsiteY7" fmla="*/ 120901 h 125378"/>
                    <a:gd name="connsiteX8" fmla="*/ 120901 w 125378"/>
                    <a:gd name="connsiteY8" fmla="*/ 62689 h 125378"/>
                    <a:gd name="connsiteX9" fmla="*/ 62689 w 125378"/>
                    <a:gd name="connsiteY9"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378" h="125378">
                      <a:moveTo>
                        <a:pt x="62689" y="125379"/>
                      </a:moveTo>
                      <a:cubicBezTo>
                        <a:pt x="28210" y="125379"/>
                        <a:pt x="0" y="97169"/>
                        <a:pt x="0" y="62689"/>
                      </a:cubicBezTo>
                      <a:cubicBezTo>
                        <a:pt x="0" y="28210"/>
                        <a:pt x="28210" y="0"/>
                        <a:pt x="62689" y="0"/>
                      </a:cubicBezTo>
                      <a:cubicBezTo>
                        <a:pt x="97168" y="0"/>
                        <a:pt x="125379" y="28210"/>
                        <a:pt x="125379" y="62689"/>
                      </a:cubicBezTo>
                      <a:cubicBezTo>
                        <a:pt x="125379" y="97169"/>
                        <a:pt x="97168" y="125379"/>
                        <a:pt x="62689" y="125379"/>
                      </a:cubicBezTo>
                      <a:close/>
                      <a:moveTo>
                        <a:pt x="62689" y="4478"/>
                      </a:moveTo>
                      <a:cubicBezTo>
                        <a:pt x="30449" y="4478"/>
                        <a:pt x="4478" y="30449"/>
                        <a:pt x="4478" y="62689"/>
                      </a:cubicBezTo>
                      <a:cubicBezTo>
                        <a:pt x="4478" y="94930"/>
                        <a:pt x="30449" y="120901"/>
                        <a:pt x="62689" y="120901"/>
                      </a:cubicBezTo>
                      <a:cubicBezTo>
                        <a:pt x="94930" y="120901"/>
                        <a:pt x="120901" y="94930"/>
                        <a:pt x="120901" y="62689"/>
                      </a:cubicBezTo>
                      <a:cubicBezTo>
                        <a:pt x="120901" y="30449"/>
                        <a:pt x="94482" y="4478"/>
                        <a:pt x="6268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76" name="Freeform: Shape 4572">
                  <a:extLst>
                    <a:ext uri="{FF2B5EF4-FFF2-40B4-BE49-F238E27FC236}">
                      <a16:creationId xmlns:a16="http://schemas.microsoft.com/office/drawing/2014/main" id="{915B0C70-5A53-FFE6-99B3-6F570E5D6810}"/>
                    </a:ext>
                  </a:extLst>
                </p:cNvPr>
                <p:cNvSpPr/>
                <p:nvPr/>
              </p:nvSpPr>
              <p:spPr>
                <a:xfrm>
                  <a:off x="5620298" y="3878547"/>
                  <a:ext cx="58212" cy="58212"/>
                </a:xfrm>
                <a:custGeom>
                  <a:avLst/>
                  <a:gdLst>
                    <a:gd name="connsiteX0" fmla="*/ 58884 w 58211"/>
                    <a:gd name="connsiteY0" fmla="*/ 55301 h 58211"/>
                    <a:gd name="connsiteX1" fmla="*/ 32912 w 58211"/>
                    <a:gd name="connsiteY1" fmla="*/ 29778 h 58211"/>
                    <a:gd name="connsiteX2" fmla="*/ 58436 w 58211"/>
                    <a:gd name="connsiteY2" fmla="*/ 3806 h 58211"/>
                    <a:gd name="connsiteX3" fmla="*/ 58436 w 58211"/>
                    <a:gd name="connsiteY3" fmla="*/ 672 h 58211"/>
                    <a:gd name="connsiteX4" fmla="*/ 55301 w 58211"/>
                    <a:gd name="connsiteY4" fmla="*/ 672 h 58211"/>
                    <a:gd name="connsiteX5" fmla="*/ 29778 w 58211"/>
                    <a:gd name="connsiteY5" fmla="*/ 26643 h 58211"/>
                    <a:gd name="connsiteX6" fmla="*/ 3806 w 58211"/>
                    <a:gd name="connsiteY6" fmla="*/ 1120 h 58211"/>
                    <a:gd name="connsiteX7" fmla="*/ 672 w 58211"/>
                    <a:gd name="connsiteY7" fmla="*/ 1120 h 58211"/>
                    <a:gd name="connsiteX8" fmla="*/ 672 w 58211"/>
                    <a:gd name="connsiteY8" fmla="*/ 4254 h 58211"/>
                    <a:gd name="connsiteX9" fmla="*/ 26643 w 58211"/>
                    <a:gd name="connsiteY9" fmla="*/ 29778 h 58211"/>
                    <a:gd name="connsiteX10" fmla="*/ 1120 w 58211"/>
                    <a:gd name="connsiteY10" fmla="*/ 55749 h 58211"/>
                    <a:gd name="connsiteX11" fmla="*/ 1120 w 58211"/>
                    <a:gd name="connsiteY11" fmla="*/ 58883 h 58211"/>
                    <a:gd name="connsiteX12" fmla="*/ 2911 w 58211"/>
                    <a:gd name="connsiteY12" fmla="*/ 59331 h 58211"/>
                    <a:gd name="connsiteX13" fmla="*/ 4702 w 58211"/>
                    <a:gd name="connsiteY13" fmla="*/ 58883 h 58211"/>
                    <a:gd name="connsiteX14" fmla="*/ 30225 w 58211"/>
                    <a:gd name="connsiteY14" fmla="*/ 32912 h 58211"/>
                    <a:gd name="connsiteX15" fmla="*/ 56197 w 58211"/>
                    <a:gd name="connsiteY15" fmla="*/ 58436 h 58211"/>
                    <a:gd name="connsiteX16" fmla="*/ 57988 w 58211"/>
                    <a:gd name="connsiteY16" fmla="*/ 58883 h 58211"/>
                    <a:gd name="connsiteX17" fmla="*/ 59779 w 58211"/>
                    <a:gd name="connsiteY17" fmla="*/ 58436 h 58211"/>
                    <a:gd name="connsiteX18" fmla="*/ 58884 w 58211"/>
                    <a:gd name="connsiteY18" fmla="*/ 55301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211" h="58211">
                      <a:moveTo>
                        <a:pt x="58884" y="55301"/>
                      </a:moveTo>
                      <a:lnTo>
                        <a:pt x="32912" y="29778"/>
                      </a:lnTo>
                      <a:lnTo>
                        <a:pt x="58436" y="3806"/>
                      </a:lnTo>
                      <a:cubicBezTo>
                        <a:pt x="59331" y="2911"/>
                        <a:pt x="59331" y="1567"/>
                        <a:pt x="58436" y="672"/>
                      </a:cubicBezTo>
                      <a:cubicBezTo>
                        <a:pt x="57540" y="-224"/>
                        <a:pt x="56197" y="-224"/>
                        <a:pt x="55301" y="672"/>
                      </a:cubicBezTo>
                      <a:lnTo>
                        <a:pt x="29778" y="26643"/>
                      </a:lnTo>
                      <a:lnTo>
                        <a:pt x="3806" y="1120"/>
                      </a:lnTo>
                      <a:cubicBezTo>
                        <a:pt x="2911" y="224"/>
                        <a:pt x="1567" y="224"/>
                        <a:pt x="672" y="1120"/>
                      </a:cubicBezTo>
                      <a:cubicBezTo>
                        <a:pt x="-224" y="2015"/>
                        <a:pt x="-224" y="3359"/>
                        <a:pt x="672" y="4254"/>
                      </a:cubicBezTo>
                      <a:lnTo>
                        <a:pt x="26643" y="29778"/>
                      </a:lnTo>
                      <a:lnTo>
                        <a:pt x="1120" y="55749"/>
                      </a:lnTo>
                      <a:cubicBezTo>
                        <a:pt x="224" y="56644"/>
                        <a:pt x="224" y="57988"/>
                        <a:pt x="1120" y="58883"/>
                      </a:cubicBezTo>
                      <a:cubicBezTo>
                        <a:pt x="1567" y="59331"/>
                        <a:pt x="2015" y="59331"/>
                        <a:pt x="2911" y="59331"/>
                      </a:cubicBezTo>
                      <a:cubicBezTo>
                        <a:pt x="3359" y="59331"/>
                        <a:pt x="4254" y="59331"/>
                        <a:pt x="4702" y="58883"/>
                      </a:cubicBezTo>
                      <a:lnTo>
                        <a:pt x="30225" y="32912"/>
                      </a:lnTo>
                      <a:lnTo>
                        <a:pt x="56197" y="58436"/>
                      </a:lnTo>
                      <a:cubicBezTo>
                        <a:pt x="56645" y="58883"/>
                        <a:pt x="57092" y="58883"/>
                        <a:pt x="57988" y="58883"/>
                      </a:cubicBezTo>
                      <a:cubicBezTo>
                        <a:pt x="58436" y="58883"/>
                        <a:pt x="59331" y="58883"/>
                        <a:pt x="59779" y="58436"/>
                      </a:cubicBezTo>
                      <a:cubicBezTo>
                        <a:pt x="59779" y="57540"/>
                        <a:pt x="59779" y="56197"/>
                        <a:pt x="58884" y="5530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677" name="Freeform: Shape 4573">
                <a:extLst>
                  <a:ext uri="{FF2B5EF4-FFF2-40B4-BE49-F238E27FC236}">
                    <a16:creationId xmlns:a16="http://schemas.microsoft.com/office/drawing/2014/main" id="{93EA6B24-74CA-5025-FAF0-F56210B20E26}"/>
                  </a:ext>
                  <a:ext uri="{C183D7F6-B498-43B3-948B-1728B52AA6E4}">
                    <adec:decorative xmlns:adec="http://schemas.microsoft.com/office/drawing/2017/decorative" val="1"/>
                  </a:ext>
                </a:extLst>
              </p:cNvPr>
              <p:cNvSpPr>
                <a:spLocks noChangeAspect="1"/>
              </p:cNvSpPr>
              <p:nvPr/>
            </p:nvSpPr>
            <p:spPr>
              <a:xfrm>
                <a:off x="2904451" y="4879896"/>
                <a:ext cx="138812" cy="134335"/>
              </a:xfrm>
              <a:custGeom>
                <a:avLst/>
                <a:gdLst>
                  <a:gd name="connsiteX0" fmla="*/ 137469 w 138812"/>
                  <a:gd name="connsiteY0" fmla="*/ 66272 h 134334"/>
                  <a:gd name="connsiteX1" fmla="*/ 72541 w 138812"/>
                  <a:gd name="connsiteY1" fmla="*/ 66272 h 134334"/>
                  <a:gd name="connsiteX2" fmla="*/ 72541 w 138812"/>
                  <a:gd name="connsiteY2" fmla="*/ 2239 h 134334"/>
                  <a:gd name="connsiteX3" fmla="*/ 70302 w 138812"/>
                  <a:gd name="connsiteY3" fmla="*/ 0 h 134334"/>
                  <a:gd name="connsiteX4" fmla="*/ 68063 w 138812"/>
                  <a:gd name="connsiteY4" fmla="*/ 2239 h 134334"/>
                  <a:gd name="connsiteX5" fmla="*/ 68063 w 138812"/>
                  <a:gd name="connsiteY5" fmla="*/ 66272 h 134334"/>
                  <a:gd name="connsiteX6" fmla="*/ 2239 w 138812"/>
                  <a:gd name="connsiteY6" fmla="*/ 66272 h 134334"/>
                  <a:gd name="connsiteX7" fmla="*/ 0 w 138812"/>
                  <a:gd name="connsiteY7" fmla="*/ 68511 h 134334"/>
                  <a:gd name="connsiteX8" fmla="*/ 2239 w 138812"/>
                  <a:gd name="connsiteY8" fmla="*/ 70749 h 134334"/>
                  <a:gd name="connsiteX9" fmla="*/ 68063 w 138812"/>
                  <a:gd name="connsiteY9" fmla="*/ 70749 h 134334"/>
                  <a:gd name="connsiteX10" fmla="*/ 68063 w 138812"/>
                  <a:gd name="connsiteY10" fmla="*/ 135678 h 134334"/>
                  <a:gd name="connsiteX11" fmla="*/ 70302 w 138812"/>
                  <a:gd name="connsiteY11" fmla="*/ 137917 h 134334"/>
                  <a:gd name="connsiteX12" fmla="*/ 72541 w 138812"/>
                  <a:gd name="connsiteY12" fmla="*/ 135678 h 134334"/>
                  <a:gd name="connsiteX13" fmla="*/ 72541 w 138812"/>
                  <a:gd name="connsiteY13" fmla="*/ 70749 h 134334"/>
                  <a:gd name="connsiteX14" fmla="*/ 137469 w 138812"/>
                  <a:gd name="connsiteY14" fmla="*/ 70749 h 134334"/>
                  <a:gd name="connsiteX15" fmla="*/ 139708 w 138812"/>
                  <a:gd name="connsiteY15" fmla="*/ 68511 h 134334"/>
                  <a:gd name="connsiteX16" fmla="*/ 137469 w 138812"/>
                  <a:gd name="connsiteY16" fmla="*/ 66272 h 13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812" h="134334">
                    <a:moveTo>
                      <a:pt x="137469" y="66272"/>
                    </a:moveTo>
                    <a:lnTo>
                      <a:pt x="72541" y="66272"/>
                    </a:lnTo>
                    <a:lnTo>
                      <a:pt x="72541" y="2239"/>
                    </a:lnTo>
                    <a:cubicBezTo>
                      <a:pt x="72541" y="896"/>
                      <a:pt x="71645" y="0"/>
                      <a:pt x="70302" y="0"/>
                    </a:cubicBezTo>
                    <a:cubicBezTo>
                      <a:pt x="68958" y="0"/>
                      <a:pt x="68063" y="896"/>
                      <a:pt x="68063" y="2239"/>
                    </a:cubicBezTo>
                    <a:lnTo>
                      <a:pt x="68063" y="66272"/>
                    </a:lnTo>
                    <a:lnTo>
                      <a:pt x="2239" y="66272"/>
                    </a:lnTo>
                    <a:cubicBezTo>
                      <a:pt x="896" y="66272"/>
                      <a:pt x="0" y="67167"/>
                      <a:pt x="0" y="68511"/>
                    </a:cubicBezTo>
                    <a:cubicBezTo>
                      <a:pt x="0" y="69854"/>
                      <a:pt x="896" y="70749"/>
                      <a:pt x="2239" y="70749"/>
                    </a:cubicBezTo>
                    <a:lnTo>
                      <a:pt x="68063" y="70749"/>
                    </a:lnTo>
                    <a:lnTo>
                      <a:pt x="68063" y="135678"/>
                    </a:lnTo>
                    <a:cubicBezTo>
                      <a:pt x="68063" y="137021"/>
                      <a:pt x="68958" y="137917"/>
                      <a:pt x="70302" y="137917"/>
                    </a:cubicBezTo>
                    <a:cubicBezTo>
                      <a:pt x="71645" y="137917"/>
                      <a:pt x="72541" y="137021"/>
                      <a:pt x="72541" y="135678"/>
                    </a:cubicBezTo>
                    <a:lnTo>
                      <a:pt x="72541" y="70749"/>
                    </a:lnTo>
                    <a:lnTo>
                      <a:pt x="137469" y="70749"/>
                    </a:lnTo>
                    <a:cubicBezTo>
                      <a:pt x="138812" y="70749"/>
                      <a:pt x="139708" y="69854"/>
                      <a:pt x="139708" y="68511"/>
                    </a:cubicBezTo>
                    <a:cubicBezTo>
                      <a:pt x="139708" y="67167"/>
                      <a:pt x="138812" y="66272"/>
                      <a:pt x="137469" y="6627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78" name="Freeform: Shape 4574">
                <a:extLst>
                  <a:ext uri="{FF2B5EF4-FFF2-40B4-BE49-F238E27FC236}">
                    <a16:creationId xmlns:a16="http://schemas.microsoft.com/office/drawing/2014/main" id="{D18E6522-9A53-94FC-4D31-74C5EDD148B9}"/>
                  </a:ext>
                  <a:ext uri="{C183D7F6-B498-43B3-948B-1728B52AA6E4}">
                    <adec:decorative xmlns:adec="http://schemas.microsoft.com/office/drawing/2017/decorative" val="1"/>
                  </a:ext>
                </a:extLst>
              </p:cNvPr>
              <p:cNvSpPr>
                <a:spLocks noChangeAspect="1"/>
              </p:cNvSpPr>
              <p:nvPr/>
            </p:nvSpPr>
            <p:spPr>
              <a:xfrm>
                <a:off x="3985620" y="4899374"/>
                <a:ext cx="98512" cy="94034"/>
              </a:xfrm>
              <a:custGeom>
                <a:avLst/>
                <a:gdLst>
                  <a:gd name="connsiteX0" fmla="*/ 52167 w 98511"/>
                  <a:gd name="connsiteY0" fmla="*/ 49032 h 94034"/>
                  <a:gd name="connsiteX1" fmla="*/ 97393 w 98511"/>
                  <a:gd name="connsiteY1" fmla="*/ 3806 h 94034"/>
                  <a:gd name="connsiteX2" fmla="*/ 97393 w 98511"/>
                  <a:gd name="connsiteY2" fmla="*/ 672 h 94034"/>
                  <a:gd name="connsiteX3" fmla="*/ 94258 w 98511"/>
                  <a:gd name="connsiteY3" fmla="*/ 672 h 94034"/>
                  <a:gd name="connsiteX4" fmla="*/ 49032 w 98511"/>
                  <a:gd name="connsiteY4" fmla="*/ 45898 h 94034"/>
                  <a:gd name="connsiteX5" fmla="*/ 3806 w 98511"/>
                  <a:gd name="connsiteY5" fmla="*/ 672 h 94034"/>
                  <a:gd name="connsiteX6" fmla="*/ 672 w 98511"/>
                  <a:gd name="connsiteY6" fmla="*/ 672 h 94034"/>
                  <a:gd name="connsiteX7" fmla="*/ 672 w 98511"/>
                  <a:gd name="connsiteY7" fmla="*/ 3806 h 94034"/>
                  <a:gd name="connsiteX8" fmla="*/ 45898 w 98511"/>
                  <a:gd name="connsiteY8" fmla="*/ 49032 h 94034"/>
                  <a:gd name="connsiteX9" fmla="*/ 672 w 98511"/>
                  <a:gd name="connsiteY9" fmla="*/ 94258 h 94034"/>
                  <a:gd name="connsiteX10" fmla="*/ 672 w 98511"/>
                  <a:gd name="connsiteY10" fmla="*/ 97392 h 94034"/>
                  <a:gd name="connsiteX11" fmla="*/ 2463 w 98511"/>
                  <a:gd name="connsiteY11" fmla="*/ 97840 h 94034"/>
                  <a:gd name="connsiteX12" fmla="*/ 4254 w 98511"/>
                  <a:gd name="connsiteY12" fmla="*/ 97392 h 94034"/>
                  <a:gd name="connsiteX13" fmla="*/ 49480 w 98511"/>
                  <a:gd name="connsiteY13" fmla="*/ 52167 h 94034"/>
                  <a:gd name="connsiteX14" fmla="*/ 94706 w 98511"/>
                  <a:gd name="connsiteY14" fmla="*/ 97392 h 94034"/>
                  <a:gd name="connsiteX15" fmla="*/ 96497 w 98511"/>
                  <a:gd name="connsiteY15" fmla="*/ 97840 h 94034"/>
                  <a:gd name="connsiteX16" fmla="*/ 98288 w 98511"/>
                  <a:gd name="connsiteY16" fmla="*/ 97392 h 94034"/>
                  <a:gd name="connsiteX17" fmla="*/ 98288 w 98511"/>
                  <a:gd name="connsiteY17" fmla="*/ 94258 h 94034"/>
                  <a:gd name="connsiteX18" fmla="*/ 52167 w 98511"/>
                  <a:gd name="connsiteY18" fmla="*/ 49032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8511" h="94034">
                    <a:moveTo>
                      <a:pt x="52167" y="49032"/>
                    </a:moveTo>
                    <a:lnTo>
                      <a:pt x="97393" y="3806"/>
                    </a:lnTo>
                    <a:cubicBezTo>
                      <a:pt x="98288" y="2911"/>
                      <a:pt x="98288" y="1567"/>
                      <a:pt x="97393" y="672"/>
                    </a:cubicBezTo>
                    <a:cubicBezTo>
                      <a:pt x="96497" y="-224"/>
                      <a:pt x="95154" y="-224"/>
                      <a:pt x="94258" y="672"/>
                    </a:cubicBezTo>
                    <a:lnTo>
                      <a:pt x="49032" y="45898"/>
                    </a:lnTo>
                    <a:lnTo>
                      <a:pt x="3806" y="672"/>
                    </a:lnTo>
                    <a:cubicBezTo>
                      <a:pt x="2911" y="-224"/>
                      <a:pt x="1567" y="-224"/>
                      <a:pt x="672" y="672"/>
                    </a:cubicBezTo>
                    <a:cubicBezTo>
                      <a:pt x="-224" y="1567"/>
                      <a:pt x="-224" y="2911"/>
                      <a:pt x="672" y="3806"/>
                    </a:cubicBezTo>
                    <a:lnTo>
                      <a:pt x="45898" y="49032"/>
                    </a:lnTo>
                    <a:lnTo>
                      <a:pt x="672" y="94258"/>
                    </a:lnTo>
                    <a:cubicBezTo>
                      <a:pt x="-224" y="95154"/>
                      <a:pt x="-224" y="96497"/>
                      <a:pt x="672" y="97392"/>
                    </a:cubicBezTo>
                    <a:cubicBezTo>
                      <a:pt x="1120" y="97840"/>
                      <a:pt x="1567" y="97840"/>
                      <a:pt x="2463" y="97840"/>
                    </a:cubicBezTo>
                    <a:cubicBezTo>
                      <a:pt x="3359" y="97840"/>
                      <a:pt x="3806" y="97840"/>
                      <a:pt x="4254" y="97392"/>
                    </a:cubicBezTo>
                    <a:lnTo>
                      <a:pt x="49480" y="52167"/>
                    </a:lnTo>
                    <a:lnTo>
                      <a:pt x="94706" y="97392"/>
                    </a:lnTo>
                    <a:cubicBezTo>
                      <a:pt x="95154" y="97840"/>
                      <a:pt x="95602" y="97840"/>
                      <a:pt x="96497" y="97840"/>
                    </a:cubicBezTo>
                    <a:cubicBezTo>
                      <a:pt x="97393" y="97840"/>
                      <a:pt x="97840" y="97840"/>
                      <a:pt x="98288" y="97392"/>
                    </a:cubicBezTo>
                    <a:cubicBezTo>
                      <a:pt x="99184" y="96497"/>
                      <a:pt x="99184" y="95154"/>
                      <a:pt x="98288" y="94258"/>
                    </a:cubicBezTo>
                    <a:lnTo>
                      <a:pt x="52167" y="49032"/>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79" name="Freeform: Shape 4575">
                <a:extLst>
                  <a:ext uri="{FF2B5EF4-FFF2-40B4-BE49-F238E27FC236}">
                    <a16:creationId xmlns:a16="http://schemas.microsoft.com/office/drawing/2014/main" id="{B279E722-1C50-C8DE-ACFB-7C72469003AE}"/>
                  </a:ext>
                  <a:ext uri="{C183D7F6-B498-43B3-948B-1728B52AA6E4}">
                    <adec:decorative xmlns:adec="http://schemas.microsoft.com/office/drawing/2017/decorative" val="1"/>
                  </a:ext>
                </a:extLst>
              </p:cNvPr>
              <p:cNvSpPr>
                <a:spLocks noChangeAspect="1"/>
              </p:cNvSpPr>
              <p:nvPr/>
            </p:nvSpPr>
            <p:spPr>
              <a:xfrm>
                <a:off x="3165508" y="4946167"/>
                <a:ext cx="134335" cy="4478"/>
              </a:xfrm>
              <a:custGeom>
                <a:avLst/>
                <a:gdLst>
                  <a:gd name="connsiteX0" fmla="*/ 135678 w 134334"/>
                  <a:gd name="connsiteY0" fmla="*/ 4478 h 4477"/>
                  <a:gd name="connsiteX1" fmla="*/ 2239 w 134334"/>
                  <a:gd name="connsiteY1" fmla="*/ 4478 h 4477"/>
                  <a:gd name="connsiteX2" fmla="*/ 0 w 134334"/>
                  <a:gd name="connsiteY2" fmla="*/ 2239 h 4477"/>
                  <a:gd name="connsiteX3" fmla="*/ 2239 w 134334"/>
                  <a:gd name="connsiteY3" fmla="*/ 0 h 4477"/>
                  <a:gd name="connsiteX4" fmla="*/ 135678 w 134334"/>
                  <a:gd name="connsiteY4" fmla="*/ 0 h 4477"/>
                  <a:gd name="connsiteX5" fmla="*/ 137917 w 134334"/>
                  <a:gd name="connsiteY5" fmla="*/ 2239 h 4477"/>
                  <a:gd name="connsiteX6" fmla="*/ 135678 w 134334"/>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4" h="4477">
                    <a:moveTo>
                      <a:pt x="135678" y="4478"/>
                    </a:moveTo>
                    <a:lnTo>
                      <a:pt x="2239" y="4478"/>
                    </a:lnTo>
                    <a:cubicBezTo>
                      <a:pt x="896" y="4478"/>
                      <a:pt x="0" y="3582"/>
                      <a:pt x="0" y="2239"/>
                    </a:cubicBezTo>
                    <a:cubicBezTo>
                      <a:pt x="0" y="896"/>
                      <a:pt x="896" y="0"/>
                      <a:pt x="2239" y="0"/>
                    </a:cubicBezTo>
                    <a:lnTo>
                      <a:pt x="135678" y="0"/>
                    </a:lnTo>
                    <a:cubicBezTo>
                      <a:pt x="137021" y="0"/>
                      <a:pt x="137917" y="896"/>
                      <a:pt x="137917" y="2239"/>
                    </a:cubicBezTo>
                    <a:cubicBezTo>
                      <a:pt x="137917" y="3582"/>
                      <a:pt x="137021" y="4478"/>
                      <a:pt x="135678"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680" name="Group 4576">
                <a:extLst>
                  <a:ext uri="{FF2B5EF4-FFF2-40B4-BE49-F238E27FC236}">
                    <a16:creationId xmlns:a16="http://schemas.microsoft.com/office/drawing/2014/main" id="{89A819B1-C5E2-3D85-E637-579B7FFF98BD}"/>
                  </a:ext>
                  <a:ext uri="{C183D7F6-B498-43B3-948B-1728B52AA6E4}">
                    <adec:decorative xmlns:adec="http://schemas.microsoft.com/office/drawing/2017/decorative" val="1"/>
                  </a:ext>
                </a:extLst>
              </p:cNvPr>
              <p:cNvGrpSpPr>
                <a:grpSpLocks noChangeAspect="1"/>
              </p:cNvGrpSpPr>
              <p:nvPr/>
            </p:nvGrpSpPr>
            <p:grpSpPr>
              <a:xfrm>
                <a:off x="3435073" y="4932286"/>
                <a:ext cx="138812" cy="31345"/>
                <a:chOff x="3486394" y="4201174"/>
                <a:chExt cx="138812" cy="31345"/>
              </a:xfrm>
            </p:grpSpPr>
            <p:sp>
              <p:nvSpPr>
                <p:cNvPr id="681" name="Freeform: Shape 4577">
                  <a:extLst>
                    <a:ext uri="{FF2B5EF4-FFF2-40B4-BE49-F238E27FC236}">
                      <a16:creationId xmlns:a16="http://schemas.microsoft.com/office/drawing/2014/main" id="{0E9DCF51-AE0D-E15A-4D76-9C45A381E749}"/>
                    </a:ext>
                  </a:extLst>
                </p:cNvPr>
                <p:cNvSpPr/>
                <p:nvPr/>
              </p:nvSpPr>
              <p:spPr>
                <a:xfrm>
                  <a:off x="3486394" y="4201174"/>
                  <a:ext cx="138812" cy="4478"/>
                </a:xfrm>
                <a:custGeom>
                  <a:avLst/>
                  <a:gdLst>
                    <a:gd name="connsiteX0" fmla="*/ 2239 w 138812"/>
                    <a:gd name="connsiteY0" fmla="*/ 4925 h 4477"/>
                    <a:gd name="connsiteX1" fmla="*/ 0 w 138812"/>
                    <a:gd name="connsiteY1" fmla="*/ 2687 h 4477"/>
                    <a:gd name="connsiteX2" fmla="*/ 2239 w 138812"/>
                    <a:gd name="connsiteY2" fmla="*/ 448 h 4477"/>
                    <a:gd name="connsiteX3" fmla="*/ 137469 w 138812"/>
                    <a:gd name="connsiteY3" fmla="*/ 0 h 4477"/>
                    <a:gd name="connsiteX4" fmla="*/ 137469 w 138812"/>
                    <a:gd name="connsiteY4" fmla="*/ 0 h 4477"/>
                    <a:gd name="connsiteX5" fmla="*/ 139708 w 138812"/>
                    <a:gd name="connsiteY5" fmla="*/ 2239 h 4477"/>
                    <a:gd name="connsiteX6" fmla="*/ 137469 w 138812"/>
                    <a:gd name="connsiteY6" fmla="*/ 4478 h 4477"/>
                    <a:gd name="connsiteX7" fmla="*/ 2239 w 138812"/>
                    <a:gd name="connsiteY7" fmla="*/ 4925 h 4477"/>
                    <a:gd name="connsiteX8" fmla="*/ 2239 w 138812"/>
                    <a:gd name="connsiteY8" fmla="*/ 4925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12" h="4477">
                      <a:moveTo>
                        <a:pt x="2239" y="4925"/>
                      </a:moveTo>
                      <a:cubicBezTo>
                        <a:pt x="896" y="4925"/>
                        <a:pt x="0" y="4030"/>
                        <a:pt x="0" y="2687"/>
                      </a:cubicBezTo>
                      <a:cubicBezTo>
                        <a:pt x="0" y="1343"/>
                        <a:pt x="896" y="448"/>
                        <a:pt x="2239" y="448"/>
                      </a:cubicBezTo>
                      <a:lnTo>
                        <a:pt x="137469" y="0"/>
                      </a:lnTo>
                      <a:cubicBezTo>
                        <a:pt x="137469" y="0"/>
                        <a:pt x="137469" y="0"/>
                        <a:pt x="137469" y="0"/>
                      </a:cubicBezTo>
                      <a:cubicBezTo>
                        <a:pt x="138812" y="0"/>
                        <a:pt x="139708" y="896"/>
                        <a:pt x="139708" y="2239"/>
                      </a:cubicBezTo>
                      <a:cubicBezTo>
                        <a:pt x="139708" y="3582"/>
                        <a:pt x="138812" y="4478"/>
                        <a:pt x="137469" y="4478"/>
                      </a:cubicBezTo>
                      <a:lnTo>
                        <a:pt x="2239" y="4925"/>
                      </a:lnTo>
                      <a:cubicBezTo>
                        <a:pt x="2239" y="4925"/>
                        <a:pt x="2239" y="4925"/>
                        <a:pt x="2239" y="49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82" name="Freeform: Shape 4578">
                  <a:extLst>
                    <a:ext uri="{FF2B5EF4-FFF2-40B4-BE49-F238E27FC236}">
                      <a16:creationId xmlns:a16="http://schemas.microsoft.com/office/drawing/2014/main" id="{1F3AC630-00D6-6A2C-7469-B53DCCBDFA5B}"/>
                    </a:ext>
                  </a:extLst>
                </p:cNvPr>
                <p:cNvSpPr/>
                <p:nvPr/>
              </p:nvSpPr>
              <p:spPr>
                <a:xfrm>
                  <a:off x="3486394" y="4228041"/>
                  <a:ext cx="138812" cy="4478"/>
                </a:xfrm>
                <a:custGeom>
                  <a:avLst/>
                  <a:gdLst>
                    <a:gd name="connsiteX0" fmla="*/ 2239 w 138812"/>
                    <a:gd name="connsiteY0" fmla="*/ 4925 h 4477"/>
                    <a:gd name="connsiteX1" fmla="*/ 0 w 138812"/>
                    <a:gd name="connsiteY1" fmla="*/ 2687 h 4477"/>
                    <a:gd name="connsiteX2" fmla="*/ 2239 w 138812"/>
                    <a:gd name="connsiteY2" fmla="*/ 448 h 4477"/>
                    <a:gd name="connsiteX3" fmla="*/ 137469 w 138812"/>
                    <a:gd name="connsiteY3" fmla="*/ 0 h 4477"/>
                    <a:gd name="connsiteX4" fmla="*/ 137469 w 138812"/>
                    <a:gd name="connsiteY4" fmla="*/ 0 h 4477"/>
                    <a:gd name="connsiteX5" fmla="*/ 139708 w 138812"/>
                    <a:gd name="connsiteY5" fmla="*/ 2239 h 4477"/>
                    <a:gd name="connsiteX6" fmla="*/ 137469 w 138812"/>
                    <a:gd name="connsiteY6" fmla="*/ 4478 h 4477"/>
                    <a:gd name="connsiteX7" fmla="*/ 2239 w 138812"/>
                    <a:gd name="connsiteY7" fmla="*/ 4925 h 4477"/>
                    <a:gd name="connsiteX8" fmla="*/ 2239 w 138812"/>
                    <a:gd name="connsiteY8" fmla="*/ 4925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12" h="4477">
                      <a:moveTo>
                        <a:pt x="2239" y="4925"/>
                      </a:moveTo>
                      <a:cubicBezTo>
                        <a:pt x="896" y="4925"/>
                        <a:pt x="0" y="4030"/>
                        <a:pt x="0" y="2687"/>
                      </a:cubicBezTo>
                      <a:cubicBezTo>
                        <a:pt x="0" y="1343"/>
                        <a:pt x="896" y="448"/>
                        <a:pt x="2239" y="448"/>
                      </a:cubicBezTo>
                      <a:lnTo>
                        <a:pt x="137469" y="0"/>
                      </a:lnTo>
                      <a:cubicBezTo>
                        <a:pt x="137469" y="0"/>
                        <a:pt x="137469" y="0"/>
                        <a:pt x="137469" y="0"/>
                      </a:cubicBezTo>
                      <a:cubicBezTo>
                        <a:pt x="138812" y="0"/>
                        <a:pt x="139708" y="896"/>
                        <a:pt x="139708" y="2239"/>
                      </a:cubicBezTo>
                      <a:cubicBezTo>
                        <a:pt x="139708" y="3582"/>
                        <a:pt x="138812" y="4478"/>
                        <a:pt x="137469" y="4478"/>
                      </a:cubicBezTo>
                      <a:lnTo>
                        <a:pt x="2239" y="4925"/>
                      </a:lnTo>
                      <a:cubicBezTo>
                        <a:pt x="2239" y="4925"/>
                        <a:pt x="2239" y="4925"/>
                        <a:pt x="2239" y="49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683" name="Group 4579">
                <a:extLst>
                  <a:ext uri="{FF2B5EF4-FFF2-40B4-BE49-F238E27FC236}">
                    <a16:creationId xmlns:a16="http://schemas.microsoft.com/office/drawing/2014/main" id="{D522B2F4-5F74-8FFB-438F-172563F2D65D}"/>
                  </a:ext>
                  <a:ext uri="{C183D7F6-B498-43B3-948B-1728B52AA6E4}">
                    <adec:decorative xmlns:adec="http://schemas.microsoft.com/office/drawing/2017/decorative" val="1"/>
                  </a:ext>
                </a:extLst>
              </p:cNvPr>
              <p:cNvGrpSpPr>
                <a:grpSpLocks noChangeAspect="1"/>
              </p:cNvGrpSpPr>
              <p:nvPr/>
            </p:nvGrpSpPr>
            <p:grpSpPr>
              <a:xfrm>
                <a:off x="2655932" y="4899150"/>
                <a:ext cx="126051" cy="98512"/>
                <a:chOff x="2707253" y="4168038"/>
                <a:chExt cx="126051" cy="98512"/>
              </a:xfrm>
            </p:grpSpPr>
            <p:sp>
              <p:nvSpPr>
                <p:cNvPr id="684" name="Freeform: Shape 4580">
                  <a:extLst>
                    <a:ext uri="{FF2B5EF4-FFF2-40B4-BE49-F238E27FC236}">
                      <a16:creationId xmlns:a16="http://schemas.microsoft.com/office/drawing/2014/main" id="{AF784E7F-B411-A750-F2EC-6F07D0508F7F}"/>
                    </a:ext>
                  </a:extLst>
                </p:cNvPr>
                <p:cNvSpPr/>
                <p:nvPr/>
              </p:nvSpPr>
              <p:spPr>
                <a:xfrm>
                  <a:off x="2707253" y="4168038"/>
                  <a:ext cx="125379" cy="98512"/>
                </a:xfrm>
                <a:custGeom>
                  <a:avLst/>
                  <a:gdLst>
                    <a:gd name="connsiteX0" fmla="*/ 29553 w 125378"/>
                    <a:gd name="connsiteY0" fmla="*/ 98512 h 98511"/>
                    <a:gd name="connsiteX1" fmla="*/ 27315 w 125378"/>
                    <a:gd name="connsiteY1" fmla="*/ 97169 h 98511"/>
                    <a:gd name="connsiteX2" fmla="*/ 14329 w 125378"/>
                    <a:gd name="connsiteY2" fmla="*/ 58660 h 98511"/>
                    <a:gd name="connsiteX3" fmla="*/ 2239 w 125378"/>
                    <a:gd name="connsiteY3" fmla="*/ 58660 h 98511"/>
                    <a:gd name="connsiteX4" fmla="*/ 0 w 125378"/>
                    <a:gd name="connsiteY4" fmla="*/ 56421 h 98511"/>
                    <a:gd name="connsiteX5" fmla="*/ 2239 w 125378"/>
                    <a:gd name="connsiteY5" fmla="*/ 54182 h 98511"/>
                    <a:gd name="connsiteX6" fmla="*/ 15672 w 125378"/>
                    <a:gd name="connsiteY6" fmla="*/ 54182 h 98511"/>
                    <a:gd name="connsiteX7" fmla="*/ 17911 w 125378"/>
                    <a:gd name="connsiteY7" fmla="*/ 55525 h 98511"/>
                    <a:gd name="connsiteX8" fmla="*/ 29106 w 125378"/>
                    <a:gd name="connsiteY8" fmla="*/ 88661 h 98511"/>
                    <a:gd name="connsiteX9" fmla="*/ 54181 w 125378"/>
                    <a:gd name="connsiteY9" fmla="*/ 1791 h 98511"/>
                    <a:gd name="connsiteX10" fmla="*/ 56420 w 125378"/>
                    <a:gd name="connsiteY10" fmla="*/ 0 h 98511"/>
                    <a:gd name="connsiteX11" fmla="*/ 123588 w 125378"/>
                    <a:gd name="connsiteY11" fmla="*/ 0 h 98511"/>
                    <a:gd name="connsiteX12" fmla="*/ 125827 w 125378"/>
                    <a:gd name="connsiteY12" fmla="*/ 2239 h 98511"/>
                    <a:gd name="connsiteX13" fmla="*/ 123588 w 125378"/>
                    <a:gd name="connsiteY13" fmla="*/ 4478 h 98511"/>
                    <a:gd name="connsiteX14" fmla="*/ 58212 w 125378"/>
                    <a:gd name="connsiteY14" fmla="*/ 4478 h 98511"/>
                    <a:gd name="connsiteX15" fmla="*/ 31792 w 125378"/>
                    <a:gd name="connsiteY15" fmla="*/ 96721 h 98511"/>
                    <a:gd name="connsiteX16" fmla="*/ 29553 w 125378"/>
                    <a:gd name="connsiteY16" fmla="*/ 98512 h 98511"/>
                    <a:gd name="connsiteX17" fmla="*/ 29553 w 125378"/>
                    <a:gd name="connsiteY17" fmla="*/ 98512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5378" h="98511">
                      <a:moveTo>
                        <a:pt x="29553" y="98512"/>
                      </a:moveTo>
                      <a:cubicBezTo>
                        <a:pt x="28658" y="98512"/>
                        <a:pt x="27762" y="98064"/>
                        <a:pt x="27315" y="97169"/>
                      </a:cubicBezTo>
                      <a:lnTo>
                        <a:pt x="14329" y="58660"/>
                      </a:lnTo>
                      <a:lnTo>
                        <a:pt x="2239" y="58660"/>
                      </a:lnTo>
                      <a:cubicBezTo>
                        <a:pt x="895" y="58660"/>
                        <a:pt x="0" y="57764"/>
                        <a:pt x="0" y="56421"/>
                      </a:cubicBezTo>
                      <a:cubicBezTo>
                        <a:pt x="0" y="55077"/>
                        <a:pt x="895" y="54182"/>
                        <a:pt x="2239" y="54182"/>
                      </a:cubicBezTo>
                      <a:lnTo>
                        <a:pt x="15672" y="54182"/>
                      </a:lnTo>
                      <a:cubicBezTo>
                        <a:pt x="16568" y="54182"/>
                        <a:pt x="17463" y="54629"/>
                        <a:pt x="17911" y="55525"/>
                      </a:cubicBezTo>
                      <a:lnTo>
                        <a:pt x="29106" y="88661"/>
                      </a:lnTo>
                      <a:lnTo>
                        <a:pt x="54181" y="1791"/>
                      </a:lnTo>
                      <a:cubicBezTo>
                        <a:pt x="54629" y="896"/>
                        <a:pt x="55525" y="0"/>
                        <a:pt x="56420" y="0"/>
                      </a:cubicBezTo>
                      <a:lnTo>
                        <a:pt x="123588" y="0"/>
                      </a:lnTo>
                      <a:cubicBezTo>
                        <a:pt x="124931" y="0"/>
                        <a:pt x="125827" y="896"/>
                        <a:pt x="125827" y="2239"/>
                      </a:cubicBezTo>
                      <a:cubicBezTo>
                        <a:pt x="125827" y="3582"/>
                        <a:pt x="124931" y="4478"/>
                        <a:pt x="123588" y="4478"/>
                      </a:cubicBezTo>
                      <a:lnTo>
                        <a:pt x="58212" y="4478"/>
                      </a:lnTo>
                      <a:lnTo>
                        <a:pt x="31792" y="96721"/>
                      </a:lnTo>
                      <a:cubicBezTo>
                        <a:pt x="31792" y="97616"/>
                        <a:pt x="30897" y="98512"/>
                        <a:pt x="29553" y="98512"/>
                      </a:cubicBezTo>
                      <a:cubicBezTo>
                        <a:pt x="30001" y="98512"/>
                        <a:pt x="29553" y="98512"/>
                        <a:pt x="29553" y="9851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85" name="Freeform: Shape 4581">
                  <a:extLst>
                    <a:ext uri="{FF2B5EF4-FFF2-40B4-BE49-F238E27FC236}">
                      <a16:creationId xmlns:a16="http://schemas.microsoft.com/office/drawing/2014/main" id="{44BDF374-A837-62A9-4819-405AA40AF2AD}"/>
                    </a:ext>
                  </a:extLst>
                </p:cNvPr>
                <p:cNvSpPr/>
                <p:nvPr/>
              </p:nvSpPr>
              <p:spPr>
                <a:xfrm>
                  <a:off x="2775092" y="4208562"/>
                  <a:ext cx="58212" cy="53734"/>
                </a:xfrm>
                <a:custGeom>
                  <a:avLst/>
                  <a:gdLst>
                    <a:gd name="connsiteX0" fmla="*/ 32016 w 58211"/>
                    <a:gd name="connsiteY0" fmla="*/ 28882 h 53733"/>
                    <a:gd name="connsiteX1" fmla="*/ 57092 w 58211"/>
                    <a:gd name="connsiteY1" fmla="*/ 3806 h 53733"/>
                    <a:gd name="connsiteX2" fmla="*/ 57092 w 58211"/>
                    <a:gd name="connsiteY2" fmla="*/ 672 h 53733"/>
                    <a:gd name="connsiteX3" fmla="*/ 53958 w 58211"/>
                    <a:gd name="connsiteY3" fmla="*/ 672 h 53733"/>
                    <a:gd name="connsiteX4" fmla="*/ 28882 w 58211"/>
                    <a:gd name="connsiteY4" fmla="*/ 25747 h 53733"/>
                    <a:gd name="connsiteX5" fmla="*/ 3806 w 58211"/>
                    <a:gd name="connsiteY5" fmla="*/ 672 h 53733"/>
                    <a:gd name="connsiteX6" fmla="*/ 672 w 58211"/>
                    <a:gd name="connsiteY6" fmla="*/ 672 h 53733"/>
                    <a:gd name="connsiteX7" fmla="*/ 672 w 58211"/>
                    <a:gd name="connsiteY7" fmla="*/ 3806 h 53733"/>
                    <a:gd name="connsiteX8" fmla="*/ 25748 w 58211"/>
                    <a:gd name="connsiteY8" fmla="*/ 28882 h 53733"/>
                    <a:gd name="connsiteX9" fmla="*/ 672 w 58211"/>
                    <a:gd name="connsiteY9" fmla="*/ 53958 h 53733"/>
                    <a:gd name="connsiteX10" fmla="*/ 672 w 58211"/>
                    <a:gd name="connsiteY10" fmla="*/ 57092 h 53733"/>
                    <a:gd name="connsiteX11" fmla="*/ 2463 w 58211"/>
                    <a:gd name="connsiteY11" fmla="*/ 57540 h 53733"/>
                    <a:gd name="connsiteX12" fmla="*/ 4254 w 58211"/>
                    <a:gd name="connsiteY12" fmla="*/ 57092 h 53733"/>
                    <a:gd name="connsiteX13" fmla="*/ 29330 w 58211"/>
                    <a:gd name="connsiteY13" fmla="*/ 32016 h 53733"/>
                    <a:gd name="connsiteX14" fmla="*/ 54406 w 58211"/>
                    <a:gd name="connsiteY14" fmla="*/ 57092 h 53733"/>
                    <a:gd name="connsiteX15" fmla="*/ 56197 w 58211"/>
                    <a:gd name="connsiteY15" fmla="*/ 57540 h 53733"/>
                    <a:gd name="connsiteX16" fmla="*/ 57988 w 58211"/>
                    <a:gd name="connsiteY16" fmla="*/ 57092 h 53733"/>
                    <a:gd name="connsiteX17" fmla="*/ 57988 w 58211"/>
                    <a:gd name="connsiteY17" fmla="*/ 53958 h 53733"/>
                    <a:gd name="connsiteX18" fmla="*/ 32016 w 58211"/>
                    <a:gd name="connsiteY18" fmla="*/ 28882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211" h="53733">
                      <a:moveTo>
                        <a:pt x="32016" y="28882"/>
                      </a:moveTo>
                      <a:lnTo>
                        <a:pt x="57092" y="3806"/>
                      </a:lnTo>
                      <a:cubicBezTo>
                        <a:pt x="57988" y="2911"/>
                        <a:pt x="57988" y="1567"/>
                        <a:pt x="57092" y="672"/>
                      </a:cubicBezTo>
                      <a:cubicBezTo>
                        <a:pt x="56197" y="-224"/>
                        <a:pt x="54853" y="-224"/>
                        <a:pt x="53958" y="672"/>
                      </a:cubicBezTo>
                      <a:lnTo>
                        <a:pt x="28882" y="25747"/>
                      </a:lnTo>
                      <a:lnTo>
                        <a:pt x="3806" y="672"/>
                      </a:lnTo>
                      <a:cubicBezTo>
                        <a:pt x="2911" y="-224"/>
                        <a:pt x="1567" y="-224"/>
                        <a:pt x="672" y="672"/>
                      </a:cubicBezTo>
                      <a:cubicBezTo>
                        <a:pt x="-224" y="1567"/>
                        <a:pt x="-224" y="2911"/>
                        <a:pt x="672" y="3806"/>
                      </a:cubicBezTo>
                      <a:lnTo>
                        <a:pt x="25748" y="28882"/>
                      </a:lnTo>
                      <a:lnTo>
                        <a:pt x="672" y="53958"/>
                      </a:lnTo>
                      <a:cubicBezTo>
                        <a:pt x="-224" y="54853"/>
                        <a:pt x="-224" y="56197"/>
                        <a:pt x="672" y="57092"/>
                      </a:cubicBezTo>
                      <a:cubicBezTo>
                        <a:pt x="1120" y="57540"/>
                        <a:pt x="1567" y="57540"/>
                        <a:pt x="2463" y="57540"/>
                      </a:cubicBezTo>
                      <a:cubicBezTo>
                        <a:pt x="3358" y="57540"/>
                        <a:pt x="3806" y="57540"/>
                        <a:pt x="4254" y="57092"/>
                      </a:cubicBezTo>
                      <a:lnTo>
                        <a:pt x="29330" y="32016"/>
                      </a:lnTo>
                      <a:lnTo>
                        <a:pt x="54406" y="57092"/>
                      </a:lnTo>
                      <a:cubicBezTo>
                        <a:pt x="54853" y="57540"/>
                        <a:pt x="55301" y="57540"/>
                        <a:pt x="56197" y="57540"/>
                      </a:cubicBezTo>
                      <a:cubicBezTo>
                        <a:pt x="57092" y="57540"/>
                        <a:pt x="57540" y="57540"/>
                        <a:pt x="57988" y="57092"/>
                      </a:cubicBezTo>
                      <a:cubicBezTo>
                        <a:pt x="58883" y="56197"/>
                        <a:pt x="58883" y="54853"/>
                        <a:pt x="57988" y="53958"/>
                      </a:cubicBezTo>
                      <a:lnTo>
                        <a:pt x="32016" y="28882"/>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686" name="Group 4582">
                <a:extLst>
                  <a:ext uri="{FF2B5EF4-FFF2-40B4-BE49-F238E27FC236}">
                    <a16:creationId xmlns:a16="http://schemas.microsoft.com/office/drawing/2014/main" id="{CD2B13A2-B61E-6546-8911-51940A637169}"/>
                  </a:ext>
                  <a:ext uri="{C183D7F6-B498-43B3-948B-1728B52AA6E4}">
                    <adec:decorative xmlns:adec="http://schemas.microsoft.com/office/drawing/2017/decorative" val="1"/>
                  </a:ext>
                </a:extLst>
              </p:cNvPr>
              <p:cNvGrpSpPr>
                <a:grpSpLocks noChangeAspect="1"/>
              </p:cNvGrpSpPr>
              <p:nvPr/>
            </p:nvGrpSpPr>
            <p:grpSpPr>
              <a:xfrm>
                <a:off x="554044" y="4885717"/>
                <a:ext cx="120901" cy="125379"/>
                <a:chOff x="605365" y="4154605"/>
                <a:chExt cx="120901" cy="125379"/>
              </a:xfrm>
            </p:grpSpPr>
            <p:sp>
              <p:nvSpPr>
                <p:cNvPr id="687" name="Freeform: Shape 4583">
                  <a:extLst>
                    <a:ext uri="{FF2B5EF4-FFF2-40B4-BE49-F238E27FC236}">
                      <a16:creationId xmlns:a16="http://schemas.microsoft.com/office/drawing/2014/main" id="{C1EBD143-9569-C354-E926-20835171D663}"/>
                    </a:ext>
                  </a:extLst>
                </p:cNvPr>
                <p:cNvSpPr/>
                <p:nvPr/>
              </p:nvSpPr>
              <p:spPr>
                <a:xfrm>
                  <a:off x="605365" y="4154605"/>
                  <a:ext cx="120901" cy="125379"/>
                </a:xfrm>
                <a:custGeom>
                  <a:avLst/>
                  <a:gdLst>
                    <a:gd name="connsiteX0" fmla="*/ 62689 w 120901"/>
                    <a:gd name="connsiteY0" fmla="*/ 125379 h 125378"/>
                    <a:gd name="connsiteX1" fmla="*/ 0 w 120901"/>
                    <a:gd name="connsiteY1" fmla="*/ 62689 h 125378"/>
                    <a:gd name="connsiteX2" fmla="*/ 62689 w 120901"/>
                    <a:gd name="connsiteY2" fmla="*/ 0 h 125378"/>
                    <a:gd name="connsiteX3" fmla="*/ 125379 w 120901"/>
                    <a:gd name="connsiteY3" fmla="*/ 62689 h 125378"/>
                    <a:gd name="connsiteX4" fmla="*/ 62689 w 120901"/>
                    <a:gd name="connsiteY4" fmla="*/ 125379 h 125378"/>
                    <a:gd name="connsiteX5" fmla="*/ 62689 w 120901"/>
                    <a:gd name="connsiteY5" fmla="*/ 4478 h 125378"/>
                    <a:gd name="connsiteX6" fmla="*/ 4478 w 120901"/>
                    <a:gd name="connsiteY6" fmla="*/ 62689 h 125378"/>
                    <a:gd name="connsiteX7" fmla="*/ 62689 w 120901"/>
                    <a:gd name="connsiteY7" fmla="*/ 120901 h 125378"/>
                    <a:gd name="connsiteX8" fmla="*/ 62689 w 120901"/>
                    <a:gd name="connsiteY8" fmla="*/ 120901 h 125378"/>
                    <a:gd name="connsiteX9" fmla="*/ 120901 w 120901"/>
                    <a:gd name="connsiteY9" fmla="*/ 62689 h 125378"/>
                    <a:gd name="connsiteX10" fmla="*/ 62689 w 120901"/>
                    <a:gd name="connsiteY10"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901" h="125378">
                      <a:moveTo>
                        <a:pt x="62689" y="125379"/>
                      </a:moveTo>
                      <a:cubicBezTo>
                        <a:pt x="28210" y="125379"/>
                        <a:pt x="0" y="97169"/>
                        <a:pt x="0" y="62689"/>
                      </a:cubicBezTo>
                      <a:cubicBezTo>
                        <a:pt x="0" y="28210"/>
                        <a:pt x="28210" y="0"/>
                        <a:pt x="62689" y="0"/>
                      </a:cubicBezTo>
                      <a:cubicBezTo>
                        <a:pt x="97169" y="0"/>
                        <a:pt x="125379" y="28210"/>
                        <a:pt x="125379" y="62689"/>
                      </a:cubicBezTo>
                      <a:cubicBezTo>
                        <a:pt x="125379" y="97169"/>
                        <a:pt x="97169" y="125379"/>
                        <a:pt x="62689" y="125379"/>
                      </a:cubicBezTo>
                      <a:close/>
                      <a:moveTo>
                        <a:pt x="62689" y="4478"/>
                      </a:moveTo>
                      <a:cubicBezTo>
                        <a:pt x="30449" y="4478"/>
                        <a:pt x="4478" y="30449"/>
                        <a:pt x="4478" y="62689"/>
                      </a:cubicBezTo>
                      <a:cubicBezTo>
                        <a:pt x="4478" y="94930"/>
                        <a:pt x="30449" y="120901"/>
                        <a:pt x="62689" y="120901"/>
                      </a:cubicBezTo>
                      <a:lnTo>
                        <a:pt x="62689" y="120901"/>
                      </a:lnTo>
                      <a:cubicBezTo>
                        <a:pt x="94930" y="120901"/>
                        <a:pt x="120901" y="94930"/>
                        <a:pt x="120901" y="62689"/>
                      </a:cubicBezTo>
                      <a:cubicBezTo>
                        <a:pt x="120901" y="30449"/>
                        <a:pt x="94482" y="4478"/>
                        <a:pt x="6268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88" name="Freeform: Shape 4584">
                  <a:extLst>
                    <a:ext uri="{FF2B5EF4-FFF2-40B4-BE49-F238E27FC236}">
                      <a16:creationId xmlns:a16="http://schemas.microsoft.com/office/drawing/2014/main" id="{C8ED8758-F794-7A9A-C2B5-A36779F6EDAB}"/>
                    </a:ext>
                  </a:extLst>
                </p:cNvPr>
                <p:cNvSpPr/>
                <p:nvPr/>
              </p:nvSpPr>
              <p:spPr>
                <a:xfrm>
                  <a:off x="638207" y="4194611"/>
                  <a:ext cx="62689" cy="44778"/>
                </a:xfrm>
                <a:custGeom>
                  <a:avLst/>
                  <a:gdLst>
                    <a:gd name="connsiteX0" fmla="*/ 26265 w 62689"/>
                    <a:gd name="connsiteY0" fmla="*/ 49102 h 44778"/>
                    <a:gd name="connsiteX1" fmla="*/ 24922 w 62689"/>
                    <a:gd name="connsiteY1" fmla="*/ 48654 h 44778"/>
                    <a:gd name="connsiteX2" fmla="*/ 742 w 62689"/>
                    <a:gd name="connsiteY2" fmla="*/ 28504 h 44778"/>
                    <a:gd name="connsiteX3" fmla="*/ 294 w 62689"/>
                    <a:gd name="connsiteY3" fmla="*/ 25370 h 44778"/>
                    <a:gd name="connsiteX4" fmla="*/ 3429 w 62689"/>
                    <a:gd name="connsiteY4" fmla="*/ 24922 h 44778"/>
                    <a:gd name="connsiteX5" fmla="*/ 25818 w 62689"/>
                    <a:gd name="connsiteY5" fmla="*/ 43729 h 44778"/>
                    <a:gd name="connsiteX6" fmla="*/ 61640 w 62689"/>
                    <a:gd name="connsiteY6" fmla="*/ 742 h 44778"/>
                    <a:gd name="connsiteX7" fmla="*/ 64775 w 62689"/>
                    <a:gd name="connsiteY7" fmla="*/ 294 h 44778"/>
                    <a:gd name="connsiteX8" fmla="*/ 65222 w 62689"/>
                    <a:gd name="connsiteY8" fmla="*/ 3429 h 44778"/>
                    <a:gd name="connsiteX9" fmla="*/ 28057 w 62689"/>
                    <a:gd name="connsiteY9" fmla="*/ 48207 h 44778"/>
                    <a:gd name="connsiteX10" fmla="*/ 26265 w 62689"/>
                    <a:gd name="connsiteY10" fmla="*/ 49102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689" h="44778">
                      <a:moveTo>
                        <a:pt x="26265" y="49102"/>
                      </a:moveTo>
                      <a:cubicBezTo>
                        <a:pt x="25818" y="49102"/>
                        <a:pt x="25370" y="49102"/>
                        <a:pt x="24922" y="48654"/>
                      </a:cubicBezTo>
                      <a:lnTo>
                        <a:pt x="742" y="28504"/>
                      </a:lnTo>
                      <a:cubicBezTo>
                        <a:pt x="-154" y="27609"/>
                        <a:pt x="-154" y="26265"/>
                        <a:pt x="294" y="25370"/>
                      </a:cubicBezTo>
                      <a:cubicBezTo>
                        <a:pt x="1190" y="24474"/>
                        <a:pt x="2533" y="24474"/>
                        <a:pt x="3429" y="24922"/>
                      </a:cubicBezTo>
                      <a:lnTo>
                        <a:pt x="25818" y="43729"/>
                      </a:lnTo>
                      <a:lnTo>
                        <a:pt x="61640" y="742"/>
                      </a:lnTo>
                      <a:cubicBezTo>
                        <a:pt x="62536" y="-154"/>
                        <a:pt x="63879" y="-154"/>
                        <a:pt x="64775" y="294"/>
                      </a:cubicBezTo>
                      <a:cubicBezTo>
                        <a:pt x="65670" y="1190"/>
                        <a:pt x="65670" y="2533"/>
                        <a:pt x="65222" y="3429"/>
                      </a:cubicBezTo>
                      <a:lnTo>
                        <a:pt x="28057" y="48207"/>
                      </a:lnTo>
                      <a:cubicBezTo>
                        <a:pt x="27609" y="49102"/>
                        <a:pt x="26713" y="49102"/>
                        <a:pt x="26265" y="4910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689" name="Group 4585">
                <a:extLst>
                  <a:ext uri="{FF2B5EF4-FFF2-40B4-BE49-F238E27FC236}">
                    <a16:creationId xmlns:a16="http://schemas.microsoft.com/office/drawing/2014/main" id="{6451362F-B8DB-86B4-BBE1-A9069988240E}"/>
                  </a:ext>
                  <a:ext uri="{C183D7F6-B498-43B3-948B-1728B52AA6E4}">
                    <adec:decorative xmlns:adec="http://schemas.microsoft.com/office/drawing/2017/decorative" val="1"/>
                  </a:ext>
                </a:extLst>
              </p:cNvPr>
              <p:cNvGrpSpPr>
                <a:grpSpLocks noChangeAspect="1"/>
              </p:cNvGrpSpPr>
              <p:nvPr/>
            </p:nvGrpSpPr>
            <p:grpSpPr>
              <a:xfrm>
                <a:off x="807041" y="4885717"/>
                <a:ext cx="125379" cy="125379"/>
                <a:chOff x="858362" y="4154605"/>
                <a:chExt cx="125379" cy="125379"/>
              </a:xfrm>
            </p:grpSpPr>
            <p:sp>
              <p:nvSpPr>
                <p:cNvPr id="690" name="Freeform: Shape 4586">
                  <a:extLst>
                    <a:ext uri="{FF2B5EF4-FFF2-40B4-BE49-F238E27FC236}">
                      <a16:creationId xmlns:a16="http://schemas.microsoft.com/office/drawing/2014/main" id="{875CBE5F-8D7B-D9DD-F3FB-D47817224419}"/>
                    </a:ext>
                  </a:extLst>
                </p:cNvPr>
                <p:cNvSpPr/>
                <p:nvPr/>
              </p:nvSpPr>
              <p:spPr>
                <a:xfrm>
                  <a:off x="858362" y="4154605"/>
                  <a:ext cx="125379" cy="125379"/>
                </a:xfrm>
                <a:custGeom>
                  <a:avLst/>
                  <a:gdLst>
                    <a:gd name="connsiteX0" fmla="*/ 62689 w 125378"/>
                    <a:gd name="connsiteY0" fmla="*/ 125379 h 125378"/>
                    <a:gd name="connsiteX1" fmla="*/ 0 w 125378"/>
                    <a:gd name="connsiteY1" fmla="*/ 62689 h 125378"/>
                    <a:gd name="connsiteX2" fmla="*/ 62689 w 125378"/>
                    <a:gd name="connsiteY2" fmla="*/ 0 h 125378"/>
                    <a:gd name="connsiteX3" fmla="*/ 125379 w 125378"/>
                    <a:gd name="connsiteY3" fmla="*/ 62689 h 125378"/>
                    <a:gd name="connsiteX4" fmla="*/ 62689 w 125378"/>
                    <a:gd name="connsiteY4" fmla="*/ 125379 h 125378"/>
                    <a:gd name="connsiteX5" fmla="*/ 62689 w 125378"/>
                    <a:gd name="connsiteY5" fmla="*/ 4478 h 125378"/>
                    <a:gd name="connsiteX6" fmla="*/ 4478 w 125378"/>
                    <a:gd name="connsiteY6" fmla="*/ 62689 h 125378"/>
                    <a:gd name="connsiteX7" fmla="*/ 62689 w 125378"/>
                    <a:gd name="connsiteY7" fmla="*/ 120901 h 125378"/>
                    <a:gd name="connsiteX8" fmla="*/ 120901 w 125378"/>
                    <a:gd name="connsiteY8" fmla="*/ 62689 h 125378"/>
                    <a:gd name="connsiteX9" fmla="*/ 62689 w 125378"/>
                    <a:gd name="connsiteY9"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378" h="125378">
                      <a:moveTo>
                        <a:pt x="62689" y="125379"/>
                      </a:moveTo>
                      <a:cubicBezTo>
                        <a:pt x="28210" y="125379"/>
                        <a:pt x="0" y="97169"/>
                        <a:pt x="0" y="62689"/>
                      </a:cubicBezTo>
                      <a:cubicBezTo>
                        <a:pt x="0" y="28210"/>
                        <a:pt x="28210" y="0"/>
                        <a:pt x="62689" y="0"/>
                      </a:cubicBezTo>
                      <a:cubicBezTo>
                        <a:pt x="97169" y="0"/>
                        <a:pt x="125379" y="28210"/>
                        <a:pt x="125379" y="62689"/>
                      </a:cubicBezTo>
                      <a:cubicBezTo>
                        <a:pt x="125379" y="97169"/>
                        <a:pt x="97169" y="125379"/>
                        <a:pt x="62689" y="125379"/>
                      </a:cubicBezTo>
                      <a:close/>
                      <a:moveTo>
                        <a:pt x="62689" y="4478"/>
                      </a:moveTo>
                      <a:cubicBezTo>
                        <a:pt x="30449" y="4478"/>
                        <a:pt x="4478" y="30449"/>
                        <a:pt x="4478" y="62689"/>
                      </a:cubicBezTo>
                      <a:cubicBezTo>
                        <a:pt x="4478" y="94930"/>
                        <a:pt x="30449" y="120901"/>
                        <a:pt x="62689" y="120901"/>
                      </a:cubicBezTo>
                      <a:cubicBezTo>
                        <a:pt x="94930" y="120901"/>
                        <a:pt x="120901" y="94930"/>
                        <a:pt x="120901" y="62689"/>
                      </a:cubicBezTo>
                      <a:cubicBezTo>
                        <a:pt x="120901" y="30449"/>
                        <a:pt x="94482" y="4478"/>
                        <a:pt x="6268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91" name="Freeform: Shape 4587">
                  <a:extLst>
                    <a:ext uri="{FF2B5EF4-FFF2-40B4-BE49-F238E27FC236}">
                      <a16:creationId xmlns:a16="http://schemas.microsoft.com/office/drawing/2014/main" id="{9D980009-04A0-C54A-F79C-3314B876E2D8}"/>
                    </a:ext>
                  </a:extLst>
                </p:cNvPr>
                <p:cNvSpPr/>
                <p:nvPr/>
              </p:nvSpPr>
              <p:spPr>
                <a:xfrm>
                  <a:off x="891946" y="4193562"/>
                  <a:ext cx="17911" cy="17911"/>
                </a:xfrm>
                <a:custGeom>
                  <a:avLst/>
                  <a:gdLst>
                    <a:gd name="connsiteX0" fmla="*/ 8956 w 17911"/>
                    <a:gd name="connsiteY0" fmla="*/ 17911 h 17911"/>
                    <a:gd name="connsiteX1" fmla="*/ 0 w 17911"/>
                    <a:gd name="connsiteY1" fmla="*/ 8956 h 17911"/>
                    <a:gd name="connsiteX2" fmla="*/ 8956 w 17911"/>
                    <a:gd name="connsiteY2" fmla="*/ 0 h 17911"/>
                    <a:gd name="connsiteX3" fmla="*/ 17911 w 17911"/>
                    <a:gd name="connsiteY3" fmla="*/ 8956 h 17911"/>
                    <a:gd name="connsiteX4" fmla="*/ 8956 w 17911"/>
                    <a:gd name="connsiteY4" fmla="*/ 17911 h 17911"/>
                    <a:gd name="connsiteX5" fmla="*/ 8956 w 17911"/>
                    <a:gd name="connsiteY5" fmla="*/ 4478 h 17911"/>
                    <a:gd name="connsiteX6" fmla="*/ 4478 w 17911"/>
                    <a:gd name="connsiteY6" fmla="*/ 8956 h 17911"/>
                    <a:gd name="connsiteX7" fmla="*/ 8956 w 17911"/>
                    <a:gd name="connsiteY7" fmla="*/ 13433 h 17911"/>
                    <a:gd name="connsiteX8" fmla="*/ 13433 w 17911"/>
                    <a:gd name="connsiteY8" fmla="*/ 8956 h 17911"/>
                    <a:gd name="connsiteX9" fmla="*/ 8956 w 17911"/>
                    <a:gd name="connsiteY9" fmla="*/ 4478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8956" y="17911"/>
                      </a:moveTo>
                      <a:cubicBezTo>
                        <a:pt x="4030" y="17911"/>
                        <a:pt x="0" y="13881"/>
                        <a:pt x="0" y="8956"/>
                      </a:cubicBezTo>
                      <a:cubicBezTo>
                        <a:pt x="0" y="4030"/>
                        <a:pt x="4030" y="0"/>
                        <a:pt x="8956" y="0"/>
                      </a:cubicBezTo>
                      <a:cubicBezTo>
                        <a:pt x="13881" y="0"/>
                        <a:pt x="17911" y="4030"/>
                        <a:pt x="17911" y="8956"/>
                      </a:cubicBezTo>
                      <a:cubicBezTo>
                        <a:pt x="17911" y="13881"/>
                        <a:pt x="13881" y="17911"/>
                        <a:pt x="8956" y="17911"/>
                      </a:cubicBezTo>
                      <a:close/>
                      <a:moveTo>
                        <a:pt x="8956" y="4478"/>
                      </a:moveTo>
                      <a:cubicBezTo>
                        <a:pt x="6269" y="4478"/>
                        <a:pt x="4478" y="6717"/>
                        <a:pt x="4478" y="8956"/>
                      </a:cubicBezTo>
                      <a:cubicBezTo>
                        <a:pt x="4478" y="11642"/>
                        <a:pt x="6717" y="13433"/>
                        <a:pt x="8956" y="13433"/>
                      </a:cubicBezTo>
                      <a:cubicBezTo>
                        <a:pt x="11642" y="13433"/>
                        <a:pt x="13433" y="11195"/>
                        <a:pt x="13433" y="8956"/>
                      </a:cubicBezTo>
                      <a:cubicBezTo>
                        <a:pt x="13433" y="6717"/>
                        <a:pt x="11195" y="4478"/>
                        <a:pt x="89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92" name="Freeform: Shape 4588">
                  <a:extLst>
                    <a:ext uri="{FF2B5EF4-FFF2-40B4-BE49-F238E27FC236}">
                      <a16:creationId xmlns:a16="http://schemas.microsoft.com/office/drawing/2014/main" id="{A7E194D2-4A88-1760-405D-7E335824FFDA}"/>
                    </a:ext>
                  </a:extLst>
                </p:cNvPr>
                <p:cNvSpPr/>
                <p:nvPr/>
              </p:nvSpPr>
              <p:spPr>
                <a:xfrm>
                  <a:off x="932246" y="4193562"/>
                  <a:ext cx="17911" cy="17911"/>
                </a:xfrm>
                <a:custGeom>
                  <a:avLst/>
                  <a:gdLst>
                    <a:gd name="connsiteX0" fmla="*/ 8956 w 17911"/>
                    <a:gd name="connsiteY0" fmla="*/ 17911 h 17911"/>
                    <a:gd name="connsiteX1" fmla="*/ 0 w 17911"/>
                    <a:gd name="connsiteY1" fmla="*/ 8956 h 17911"/>
                    <a:gd name="connsiteX2" fmla="*/ 8956 w 17911"/>
                    <a:gd name="connsiteY2" fmla="*/ 0 h 17911"/>
                    <a:gd name="connsiteX3" fmla="*/ 17911 w 17911"/>
                    <a:gd name="connsiteY3" fmla="*/ 8956 h 17911"/>
                    <a:gd name="connsiteX4" fmla="*/ 8956 w 17911"/>
                    <a:gd name="connsiteY4" fmla="*/ 17911 h 17911"/>
                    <a:gd name="connsiteX5" fmla="*/ 8956 w 17911"/>
                    <a:gd name="connsiteY5" fmla="*/ 4478 h 17911"/>
                    <a:gd name="connsiteX6" fmla="*/ 4478 w 17911"/>
                    <a:gd name="connsiteY6" fmla="*/ 8956 h 17911"/>
                    <a:gd name="connsiteX7" fmla="*/ 8956 w 17911"/>
                    <a:gd name="connsiteY7" fmla="*/ 13433 h 17911"/>
                    <a:gd name="connsiteX8" fmla="*/ 13433 w 17911"/>
                    <a:gd name="connsiteY8" fmla="*/ 8956 h 17911"/>
                    <a:gd name="connsiteX9" fmla="*/ 8956 w 17911"/>
                    <a:gd name="connsiteY9" fmla="*/ 4478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8956" y="17911"/>
                      </a:moveTo>
                      <a:cubicBezTo>
                        <a:pt x="4030" y="17911"/>
                        <a:pt x="0" y="13881"/>
                        <a:pt x="0" y="8956"/>
                      </a:cubicBezTo>
                      <a:cubicBezTo>
                        <a:pt x="0" y="4030"/>
                        <a:pt x="4030" y="0"/>
                        <a:pt x="8956" y="0"/>
                      </a:cubicBezTo>
                      <a:cubicBezTo>
                        <a:pt x="13881" y="0"/>
                        <a:pt x="17911" y="4030"/>
                        <a:pt x="17911" y="8956"/>
                      </a:cubicBezTo>
                      <a:cubicBezTo>
                        <a:pt x="17911" y="13881"/>
                        <a:pt x="13881" y="17911"/>
                        <a:pt x="8956" y="17911"/>
                      </a:cubicBezTo>
                      <a:close/>
                      <a:moveTo>
                        <a:pt x="8956" y="4478"/>
                      </a:moveTo>
                      <a:cubicBezTo>
                        <a:pt x="6269" y="4478"/>
                        <a:pt x="4478" y="6717"/>
                        <a:pt x="4478" y="8956"/>
                      </a:cubicBezTo>
                      <a:cubicBezTo>
                        <a:pt x="4478" y="11642"/>
                        <a:pt x="6717" y="13433"/>
                        <a:pt x="8956" y="13433"/>
                      </a:cubicBezTo>
                      <a:cubicBezTo>
                        <a:pt x="11195" y="13433"/>
                        <a:pt x="13433" y="11195"/>
                        <a:pt x="13433" y="8956"/>
                      </a:cubicBezTo>
                      <a:cubicBezTo>
                        <a:pt x="13433" y="6717"/>
                        <a:pt x="11195" y="4478"/>
                        <a:pt x="89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93" name="Freeform: Shape 4589">
                  <a:extLst>
                    <a:ext uri="{FF2B5EF4-FFF2-40B4-BE49-F238E27FC236}">
                      <a16:creationId xmlns:a16="http://schemas.microsoft.com/office/drawing/2014/main" id="{062B7AF3-023D-BEA7-C579-7BD1B50D2186}"/>
                    </a:ext>
                  </a:extLst>
                </p:cNvPr>
                <p:cNvSpPr/>
                <p:nvPr/>
              </p:nvSpPr>
              <p:spPr>
                <a:xfrm>
                  <a:off x="891946" y="4220429"/>
                  <a:ext cx="58212" cy="31345"/>
                </a:xfrm>
                <a:custGeom>
                  <a:avLst/>
                  <a:gdLst>
                    <a:gd name="connsiteX0" fmla="*/ 55973 w 58211"/>
                    <a:gd name="connsiteY0" fmla="*/ 31345 h 31344"/>
                    <a:gd name="connsiteX1" fmla="*/ 53734 w 58211"/>
                    <a:gd name="connsiteY1" fmla="*/ 29106 h 31344"/>
                    <a:gd name="connsiteX2" fmla="*/ 29106 w 58211"/>
                    <a:gd name="connsiteY2" fmla="*/ 4478 h 31344"/>
                    <a:gd name="connsiteX3" fmla="*/ 4478 w 58211"/>
                    <a:gd name="connsiteY3" fmla="*/ 29106 h 31344"/>
                    <a:gd name="connsiteX4" fmla="*/ 2239 w 58211"/>
                    <a:gd name="connsiteY4" fmla="*/ 31345 h 31344"/>
                    <a:gd name="connsiteX5" fmla="*/ 0 w 58211"/>
                    <a:gd name="connsiteY5" fmla="*/ 29106 h 31344"/>
                    <a:gd name="connsiteX6" fmla="*/ 29106 w 58211"/>
                    <a:gd name="connsiteY6" fmla="*/ 0 h 31344"/>
                    <a:gd name="connsiteX7" fmla="*/ 58212 w 58211"/>
                    <a:gd name="connsiteY7" fmla="*/ 29106 h 31344"/>
                    <a:gd name="connsiteX8" fmla="*/ 55973 w 58211"/>
                    <a:gd name="connsiteY8" fmla="*/ 31345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211" h="31344">
                      <a:moveTo>
                        <a:pt x="55973" y="31345"/>
                      </a:moveTo>
                      <a:cubicBezTo>
                        <a:pt x="54629" y="31345"/>
                        <a:pt x="53734" y="30449"/>
                        <a:pt x="53734" y="29106"/>
                      </a:cubicBezTo>
                      <a:cubicBezTo>
                        <a:pt x="53734" y="15672"/>
                        <a:pt x="42539" y="4478"/>
                        <a:pt x="29106" y="4478"/>
                      </a:cubicBezTo>
                      <a:cubicBezTo>
                        <a:pt x="15672" y="4478"/>
                        <a:pt x="4478" y="15672"/>
                        <a:pt x="4478" y="29106"/>
                      </a:cubicBezTo>
                      <a:cubicBezTo>
                        <a:pt x="4478" y="30449"/>
                        <a:pt x="3582" y="31345"/>
                        <a:pt x="2239" y="31345"/>
                      </a:cubicBezTo>
                      <a:cubicBezTo>
                        <a:pt x="896" y="31345"/>
                        <a:pt x="0" y="30449"/>
                        <a:pt x="0" y="29106"/>
                      </a:cubicBezTo>
                      <a:cubicBezTo>
                        <a:pt x="0" y="12986"/>
                        <a:pt x="12986" y="0"/>
                        <a:pt x="29106" y="0"/>
                      </a:cubicBezTo>
                      <a:cubicBezTo>
                        <a:pt x="45226" y="0"/>
                        <a:pt x="58212" y="12986"/>
                        <a:pt x="58212" y="29106"/>
                      </a:cubicBezTo>
                      <a:cubicBezTo>
                        <a:pt x="58212" y="30449"/>
                        <a:pt x="56868" y="31345"/>
                        <a:pt x="55973" y="313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694" name="Group 4590">
                <a:extLst>
                  <a:ext uri="{FF2B5EF4-FFF2-40B4-BE49-F238E27FC236}">
                    <a16:creationId xmlns:a16="http://schemas.microsoft.com/office/drawing/2014/main" id="{77E2468A-3DF5-03C2-4547-0763CF668E5A}"/>
                  </a:ext>
                  <a:ext uri="{C183D7F6-B498-43B3-948B-1728B52AA6E4}">
                    <adec:decorative xmlns:adec="http://schemas.microsoft.com/office/drawing/2017/decorative" val="1"/>
                  </a:ext>
                </a:extLst>
              </p:cNvPr>
              <p:cNvGrpSpPr>
                <a:grpSpLocks noChangeAspect="1"/>
              </p:cNvGrpSpPr>
              <p:nvPr/>
            </p:nvGrpSpPr>
            <p:grpSpPr>
              <a:xfrm>
                <a:off x="1336767" y="4885717"/>
                <a:ext cx="125379" cy="125379"/>
                <a:chOff x="1388088" y="4154605"/>
                <a:chExt cx="125379" cy="125379"/>
              </a:xfrm>
            </p:grpSpPr>
            <p:sp>
              <p:nvSpPr>
                <p:cNvPr id="695" name="Freeform: Shape 4591">
                  <a:extLst>
                    <a:ext uri="{FF2B5EF4-FFF2-40B4-BE49-F238E27FC236}">
                      <a16:creationId xmlns:a16="http://schemas.microsoft.com/office/drawing/2014/main" id="{8A0CA5E1-930C-B896-9614-090062103FE4}"/>
                    </a:ext>
                  </a:extLst>
                </p:cNvPr>
                <p:cNvSpPr/>
                <p:nvPr/>
              </p:nvSpPr>
              <p:spPr>
                <a:xfrm>
                  <a:off x="1388088" y="4154605"/>
                  <a:ext cx="125379" cy="125379"/>
                </a:xfrm>
                <a:custGeom>
                  <a:avLst/>
                  <a:gdLst>
                    <a:gd name="connsiteX0" fmla="*/ 62689 w 125378"/>
                    <a:gd name="connsiteY0" fmla="*/ 125379 h 125378"/>
                    <a:gd name="connsiteX1" fmla="*/ 0 w 125378"/>
                    <a:gd name="connsiteY1" fmla="*/ 62689 h 125378"/>
                    <a:gd name="connsiteX2" fmla="*/ 62689 w 125378"/>
                    <a:gd name="connsiteY2" fmla="*/ 0 h 125378"/>
                    <a:gd name="connsiteX3" fmla="*/ 125379 w 125378"/>
                    <a:gd name="connsiteY3" fmla="*/ 62689 h 125378"/>
                    <a:gd name="connsiteX4" fmla="*/ 62689 w 125378"/>
                    <a:gd name="connsiteY4" fmla="*/ 125379 h 125378"/>
                    <a:gd name="connsiteX5" fmla="*/ 62689 w 125378"/>
                    <a:gd name="connsiteY5" fmla="*/ 4478 h 125378"/>
                    <a:gd name="connsiteX6" fmla="*/ 4478 w 125378"/>
                    <a:gd name="connsiteY6" fmla="*/ 62689 h 125378"/>
                    <a:gd name="connsiteX7" fmla="*/ 62689 w 125378"/>
                    <a:gd name="connsiteY7" fmla="*/ 120901 h 125378"/>
                    <a:gd name="connsiteX8" fmla="*/ 120901 w 125378"/>
                    <a:gd name="connsiteY8" fmla="*/ 62689 h 125378"/>
                    <a:gd name="connsiteX9" fmla="*/ 62689 w 125378"/>
                    <a:gd name="connsiteY9"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378" h="125378">
                      <a:moveTo>
                        <a:pt x="62689" y="125379"/>
                      </a:moveTo>
                      <a:cubicBezTo>
                        <a:pt x="28210" y="125379"/>
                        <a:pt x="0" y="97169"/>
                        <a:pt x="0" y="62689"/>
                      </a:cubicBezTo>
                      <a:cubicBezTo>
                        <a:pt x="0" y="28210"/>
                        <a:pt x="28210" y="0"/>
                        <a:pt x="62689" y="0"/>
                      </a:cubicBezTo>
                      <a:cubicBezTo>
                        <a:pt x="97169" y="0"/>
                        <a:pt x="125379" y="28210"/>
                        <a:pt x="125379" y="62689"/>
                      </a:cubicBezTo>
                      <a:cubicBezTo>
                        <a:pt x="125379" y="97169"/>
                        <a:pt x="97169" y="125379"/>
                        <a:pt x="62689" y="125379"/>
                      </a:cubicBezTo>
                      <a:close/>
                      <a:moveTo>
                        <a:pt x="62689" y="4478"/>
                      </a:moveTo>
                      <a:cubicBezTo>
                        <a:pt x="30449" y="4478"/>
                        <a:pt x="4478" y="30449"/>
                        <a:pt x="4478" y="62689"/>
                      </a:cubicBezTo>
                      <a:cubicBezTo>
                        <a:pt x="4478" y="94930"/>
                        <a:pt x="30449" y="120901"/>
                        <a:pt x="62689" y="120901"/>
                      </a:cubicBezTo>
                      <a:cubicBezTo>
                        <a:pt x="94930" y="120901"/>
                        <a:pt x="120901" y="94930"/>
                        <a:pt x="120901" y="62689"/>
                      </a:cubicBezTo>
                      <a:cubicBezTo>
                        <a:pt x="120901" y="30449"/>
                        <a:pt x="94482" y="4478"/>
                        <a:pt x="6268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96" name="Freeform: Shape 4592">
                  <a:extLst>
                    <a:ext uri="{FF2B5EF4-FFF2-40B4-BE49-F238E27FC236}">
                      <a16:creationId xmlns:a16="http://schemas.microsoft.com/office/drawing/2014/main" id="{4D22CD5F-E290-5476-1A71-0CA467169E00}"/>
                    </a:ext>
                  </a:extLst>
                </p:cNvPr>
                <p:cNvSpPr/>
                <p:nvPr/>
              </p:nvSpPr>
              <p:spPr>
                <a:xfrm>
                  <a:off x="1421672" y="4193562"/>
                  <a:ext cx="17911" cy="17911"/>
                </a:xfrm>
                <a:custGeom>
                  <a:avLst/>
                  <a:gdLst>
                    <a:gd name="connsiteX0" fmla="*/ 8956 w 17911"/>
                    <a:gd name="connsiteY0" fmla="*/ 17911 h 17911"/>
                    <a:gd name="connsiteX1" fmla="*/ 0 w 17911"/>
                    <a:gd name="connsiteY1" fmla="*/ 8956 h 17911"/>
                    <a:gd name="connsiteX2" fmla="*/ 8956 w 17911"/>
                    <a:gd name="connsiteY2" fmla="*/ 0 h 17911"/>
                    <a:gd name="connsiteX3" fmla="*/ 17911 w 17911"/>
                    <a:gd name="connsiteY3" fmla="*/ 8956 h 17911"/>
                    <a:gd name="connsiteX4" fmla="*/ 8956 w 17911"/>
                    <a:gd name="connsiteY4" fmla="*/ 17911 h 17911"/>
                    <a:gd name="connsiteX5" fmla="*/ 8956 w 17911"/>
                    <a:gd name="connsiteY5" fmla="*/ 4478 h 17911"/>
                    <a:gd name="connsiteX6" fmla="*/ 4478 w 17911"/>
                    <a:gd name="connsiteY6" fmla="*/ 8956 h 17911"/>
                    <a:gd name="connsiteX7" fmla="*/ 8956 w 17911"/>
                    <a:gd name="connsiteY7" fmla="*/ 13433 h 17911"/>
                    <a:gd name="connsiteX8" fmla="*/ 13433 w 17911"/>
                    <a:gd name="connsiteY8" fmla="*/ 8956 h 17911"/>
                    <a:gd name="connsiteX9" fmla="*/ 8956 w 17911"/>
                    <a:gd name="connsiteY9" fmla="*/ 4478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8956" y="17911"/>
                      </a:moveTo>
                      <a:cubicBezTo>
                        <a:pt x="4030" y="17911"/>
                        <a:pt x="0" y="13881"/>
                        <a:pt x="0" y="8956"/>
                      </a:cubicBezTo>
                      <a:cubicBezTo>
                        <a:pt x="0" y="4030"/>
                        <a:pt x="4030" y="0"/>
                        <a:pt x="8956" y="0"/>
                      </a:cubicBezTo>
                      <a:cubicBezTo>
                        <a:pt x="13881" y="0"/>
                        <a:pt x="17911" y="4030"/>
                        <a:pt x="17911" y="8956"/>
                      </a:cubicBezTo>
                      <a:cubicBezTo>
                        <a:pt x="18359" y="13881"/>
                        <a:pt x="14329" y="17911"/>
                        <a:pt x="8956" y="17911"/>
                      </a:cubicBezTo>
                      <a:close/>
                      <a:moveTo>
                        <a:pt x="8956" y="4478"/>
                      </a:moveTo>
                      <a:cubicBezTo>
                        <a:pt x="6269" y="4478"/>
                        <a:pt x="4478" y="6717"/>
                        <a:pt x="4478" y="8956"/>
                      </a:cubicBezTo>
                      <a:cubicBezTo>
                        <a:pt x="4478" y="11642"/>
                        <a:pt x="6717" y="13433"/>
                        <a:pt x="8956" y="13433"/>
                      </a:cubicBezTo>
                      <a:cubicBezTo>
                        <a:pt x="11642" y="13433"/>
                        <a:pt x="13433" y="11195"/>
                        <a:pt x="13433" y="8956"/>
                      </a:cubicBezTo>
                      <a:cubicBezTo>
                        <a:pt x="13881" y="6717"/>
                        <a:pt x="11642" y="4478"/>
                        <a:pt x="89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97" name="Freeform: Shape 4593">
                  <a:extLst>
                    <a:ext uri="{FF2B5EF4-FFF2-40B4-BE49-F238E27FC236}">
                      <a16:creationId xmlns:a16="http://schemas.microsoft.com/office/drawing/2014/main" id="{00B1C062-3087-D28F-1A5C-DA1B8410D226}"/>
                    </a:ext>
                  </a:extLst>
                </p:cNvPr>
                <p:cNvSpPr/>
                <p:nvPr/>
              </p:nvSpPr>
              <p:spPr>
                <a:xfrm>
                  <a:off x="1461972" y="4193562"/>
                  <a:ext cx="17911" cy="17911"/>
                </a:xfrm>
                <a:custGeom>
                  <a:avLst/>
                  <a:gdLst>
                    <a:gd name="connsiteX0" fmla="*/ 8956 w 17911"/>
                    <a:gd name="connsiteY0" fmla="*/ 17911 h 17911"/>
                    <a:gd name="connsiteX1" fmla="*/ 0 w 17911"/>
                    <a:gd name="connsiteY1" fmla="*/ 8956 h 17911"/>
                    <a:gd name="connsiteX2" fmla="*/ 8956 w 17911"/>
                    <a:gd name="connsiteY2" fmla="*/ 0 h 17911"/>
                    <a:gd name="connsiteX3" fmla="*/ 17911 w 17911"/>
                    <a:gd name="connsiteY3" fmla="*/ 8956 h 17911"/>
                    <a:gd name="connsiteX4" fmla="*/ 8956 w 17911"/>
                    <a:gd name="connsiteY4" fmla="*/ 17911 h 17911"/>
                    <a:gd name="connsiteX5" fmla="*/ 8956 w 17911"/>
                    <a:gd name="connsiteY5" fmla="*/ 4478 h 17911"/>
                    <a:gd name="connsiteX6" fmla="*/ 4478 w 17911"/>
                    <a:gd name="connsiteY6" fmla="*/ 8956 h 17911"/>
                    <a:gd name="connsiteX7" fmla="*/ 8956 w 17911"/>
                    <a:gd name="connsiteY7" fmla="*/ 13433 h 17911"/>
                    <a:gd name="connsiteX8" fmla="*/ 13433 w 17911"/>
                    <a:gd name="connsiteY8" fmla="*/ 8956 h 17911"/>
                    <a:gd name="connsiteX9" fmla="*/ 8956 w 17911"/>
                    <a:gd name="connsiteY9" fmla="*/ 4478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8956" y="17911"/>
                      </a:moveTo>
                      <a:cubicBezTo>
                        <a:pt x="4030" y="17911"/>
                        <a:pt x="0" y="13881"/>
                        <a:pt x="0" y="8956"/>
                      </a:cubicBezTo>
                      <a:cubicBezTo>
                        <a:pt x="0" y="4030"/>
                        <a:pt x="4030" y="0"/>
                        <a:pt x="8956" y="0"/>
                      </a:cubicBezTo>
                      <a:cubicBezTo>
                        <a:pt x="13881" y="0"/>
                        <a:pt x="17911" y="4030"/>
                        <a:pt x="17911" y="8956"/>
                      </a:cubicBezTo>
                      <a:cubicBezTo>
                        <a:pt x="18359" y="13881"/>
                        <a:pt x="14329" y="17911"/>
                        <a:pt x="8956" y="17911"/>
                      </a:cubicBezTo>
                      <a:close/>
                      <a:moveTo>
                        <a:pt x="8956" y="4478"/>
                      </a:moveTo>
                      <a:cubicBezTo>
                        <a:pt x="6269" y="4478"/>
                        <a:pt x="4478" y="6717"/>
                        <a:pt x="4478" y="8956"/>
                      </a:cubicBezTo>
                      <a:cubicBezTo>
                        <a:pt x="4478" y="11642"/>
                        <a:pt x="6717" y="13433"/>
                        <a:pt x="8956" y="13433"/>
                      </a:cubicBezTo>
                      <a:cubicBezTo>
                        <a:pt x="11642" y="13433"/>
                        <a:pt x="13433" y="11195"/>
                        <a:pt x="13433" y="8956"/>
                      </a:cubicBezTo>
                      <a:cubicBezTo>
                        <a:pt x="13881" y="6717"/>
                        <a:pt x="11642" y="4478"/>
                        <a:pt x="89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698" name="Freeform: Shape 4594">
                  <a:extLst>
                    <a:ext uri="{FF2B5EF4-FFF2-40B4-BE49-F238E27FC236}">
                      <a16:creationId xmlns:a16="http://schemas.microsoft.com/office/drawing/2014/main" id="{F5AE4981-C6FD-E0F6-53A5-AD10F057F0EE}"/>
                    </a:ext>
                  </a:extLst>
                </p:cNvPr>
                <p:cNvSpPr/>
                <p:nvPr/>
              </p:nvSpPr>
              <p:spPr>
                <a:xfrm>
                  <a:off x="1414388" y="4220708"/>
                  <a:ext cx="67167" cy="26867"/>
                </a:xfrm>
                <a:custGeom>
                  <a:avLst/>
                  <a:gdLst>
                    <a:gd name="connsiteX0" fmla="*/ 36389 w 67167"/>
                    <a:gd name="connsiteY0" fmla="*/ 31065 h 26866"/>
                    <a:gd name="connsiteX1" fmla="*/ 119 w 67167"/>
                    <a:gd name="connsiteY1" fmla="*/ 2855 h 26866"/>
                    <a:gd name="connsiteX2" fmla="*/ 1462 w 67167"/>
                    <a:gd name="connsiteY2" fmla="*/ 168 h 26866"/>
                    <a:gd name="connsiteX3" fmla="*/ 4149 w 67167"/>
                    <a:gd name="connsiteY3" fmla="*/ 1511 h 26866"/>
                    <a:gd name="connsiteX4" fmla="*/ 35942 w 67167"/>
                    <a:gd name="connsiteY4" fmla="*/ 27035 h 26866"/>
                    <a:gd name="connsiteX5" fmla="*/ 66839 w 67167"/>
                    <a:gd name="connsiteY5" fmla="*/ 1511 h 26866"/>
                    <a:gd name="connsiteX6" fmla="*/ 69525 w 67167"/>
                    <a:gd name="connsiteY6" fmla="*/ 168 h 26866"/>
                    <a:gd name="connsiteX7" fmla="*/ 70869 w 67167"/>
                    <a:gd name="connsiteY7" fmla="*/ 2855 h 26866"/>
                    <a:gd name="connsiteX8" fmla="*/ 36389 w 67167"/>
                    <a:gd name="connsiteY8" fmla="*/ 31065 h 26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7" h="26866">
                      <a:moveTo>
                        <a:pt x="36389" y="31065"/>
                      </a:moveTo>
                      <a:cubicBezTo>
                        <a:pt x="18478" y="31065"/>
                        <a:pt x="6836" y="21662"/>
                        <a:pt x="119" y="2855"/>
                      </a:cubicBezTo>
                      <a:cubicBezTo>
                        <a:pt x="-329" y="1511"/>
                        <a:pt x="567" y="616"/>
                        <a:pt x="1462" y="168"/>
                      </a:cubicBezTo>
                      <a:cubicBezTo>
                        <a:pt x="2806" y="-280"/>
                        <a:pt x="3701" y="616"/>
                        <a:pt x="4149" y="1511"/>
                      </a:cubicBezTo>
                      <a:cubicBezTo>
                        <a:pt x="9970" y="18975"/>
                        <a:pt x="19821" y="27035"/>
                        <a:pt x="35942" y="27035"/>
                      </a:cubicBezTo>
                      <a:cubicBezTo>
                        <a:pt x="50718" y="27035"/>
                        <a:pt x="61465" y="18079"/>
                        <a:pt x="66839" y="1511"/>
                      </a:cubicBezTo>
                      <a:cubicBezTo>
                        <a:pt x="67286" y="168"/>
                        <a:pt x="68630" y="-280"/>
                        <a:pt x="69525" y="168"/>
                      </a:cubicBezTo>
                      <a:cubicBezTo>
                        <a:pt x="70869" y="616"/>
                        <a:pt x="71316" y="1959"/>
                        <a:pt x="70869" y="2855"/>
                      </a:cubicBezTo>
                      <a:cubicBezTo>
                        <a:pt x="64152" y="26139"/>
                        <a:pt x="48480" y="31065"/>
                        <a:pt x="36389" y="3106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699" name="Group 4595">
                <a:extLst>
                  <a:ext uri="{FF2B5EF4-FFF2-40B4-BE49-F238E27FC236}">
                    <a16:creationId xmlns:a16="http://schemas.microsoft.com/office/drawing/2014/main" id="{24C76F15-CCAA-7055-6994-A2966B738835}"/>
                  </a:ext>
                  <a:ext uri="{C183D7F6-B498-43B3-948B-1728B52AA6E4}">
                    <adec:decorative xmlns:adec="http://schemas.microsoft.com/office/drawing/2017/decorative" val="1"/>
                  </a:ext>
                </a:extLst>
              </p:cNvPr>
              <p:cNvGrpSpPr>
                <a:grpSpLocks noChangeAspect="1"/>
              </p:cNvGrpSpPr>
              <p:nvPr/>
            </p:nvGrpSpPr>
            <p:grpSpPr>
              <a:xfrm>
                <a:off x="1077053" y="4885717"/>
                <a:ext cx="125379" cy="125379"/>
                <a:chOff x="1128374" y="4154605"/>
                <a:chExt cx="125379" cy="125379"/>
              </a:xfrm>
            </p:grpSpPr>
            <p:sp>
              <p:nvSpPr>
                <p:cNvPr id="700" name="Freeform: Shape 4596">
                  <a:extLst>
                    <a:ext uri="{FF2B5EF4-FFF2-40B4-BE49-F238E27FC236}">
                      <a16:creationId xmlns:a16="http://schemas.microsoft.com/office/drawing/2014/main" id="{44FF230F-6354-8EAE-515D-E03A81835079}"/>
                    </a:ext>
                  </a:extLst>
                </p:cNvPr>
                <p:cNvSpPr/>
                <p:nvPr/>
              </p:nvSpPr>
              <p:spPr>
                <a:xfrm>
                  <a:off x="1128374" y="4154605"/>
                  <a:ext cx="125379" cy="125379"/>
                </a:xfrm>
                <a:custGeom>
                  <a:avLst/>
                  <a:gdLst>
                    <a:gd name="connsiteX0" fmla="*/ 62689 w 125378"/>
                    <a:gd name="connsiteY0" fmla="*/ 125379 h 125378"/>
                    <a:gd name="connsiteX1" fmla="*/ 0 w 125378"/>
                    <a:gd name="connsiteY1" fmla="*/ 62689 h 125378"/>
                    <a:gd name="connsiteX2" fmla="*/ 62689 w 125378"/>
                    <a:gd name="connsiteY2" fmla="*/ 0 h 125378"/>
                    <a:gd name="connsiteX3" fmla="*/ 125379 w 125378"/>
                    <a:gd name="connsiteY3" fmla="*/ 62689 h 125378"/>
                    <a:gd name="connsiteX4" fmla="*/ 62689 w 125378"/>
                    <a:gd name="connsiteY4" fmla="*/ 125379 h 125378"/>
                    <a:gd name="connsiteX5" fmla="*/ 62689 w 125378"/>
                    <a:gd name="connsiteY5" fmla="*/ 4478 h 125378"/>
                    <a:gd name="connsiteX6" fmla="*/ 4478 w 125378"/>
                    <a:gd name="connsiteY6" fmla="*/ 62689 h 125378"/>
                    <a:gd name="connsiteX7" fmla="*/ 62689 w 125378"/>
                    <a:gd name="connsiteY7" fmla="*/ 120901 h 125378"/>
                    <a:gd name="connsiteX8" fmla="*/ 120901 w 125378"/>
                    <a:gd name="connsiteY8" fmla="*/ 62689 h 125378"/>
                    <a:gd name="connsiteX9" fmla="*/ 62689 w 125378"/>
                    <a:gd name="connsiteY9"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378" h="125378">
                      <a:moveTo>
                        <a:pt x="62689" y="125379"/>
                      </a:moveTo>
                      <a:cubicBezTo>
                        <a:pt x="28210" y="125379"/>
                        <a:pt x="0" y="97169"/>
                        <a:pt x="0" y="62689"/>
                      </a:cubicBezTo>
                      <a:cubicBezTo>
                        <a:pt x="0" y="28210"/>
                        <a:pt x="28210" y="0"/>
                        <a:pt x="62689" y="0"/>
                      </a:cubicBezTo>
                      <a:cubicBezTo>
                        <a:pt x="97169" y="0"/>
                        <a:pt x="125379" y="28210"/>
                        <a:pt x="125379" y="62689"/>
                      </a:cubicBezTo>
                      <a:cubicBezTo>
                        <a:pt x="125379" y="97169"/>
                        <a:pt x="97169" y="125379"/>
                        <a:pt x="62689" y="125379"/>
                      </a:cubicBezTo>
                      <a:close/>
                      <a:moveTo>
                        <a:pt x="62689" y="4478"/>
                      </a:moveTo>
                      <a:cubicBezTo>
                        <a:pt x="30449" y="4478"/>
                        <a:pt x="4478" y="30449"/>
                        <a:pt x="4478" y="62689"/>
                      </a:cubicBezTo>
                      <a:cubicBezTo>
                        <a:pt x="4478" y="94930"/>
                        <a:pt x="30449" y="120901"/>
                        <a:pt x="62689" y="120901"/>
                      </a:cubicBezTo>
                      <a:cubicBezTo>
                        <a:pt x="94930" y="120901"/>
                        <a:pt x="120901" y="94930"/>
                        <a:pt x="120901" y="62689"/>
                      </a:cubicBezTo>
                      <a:cubicBezTo>
                        <a:pt x="120901" y="30449"/>
                        <a:pt x="94482" y="4478"/>
                        <a:pt x="6268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01" name="Freeform: Shape 4597">
                  <a:extLst>
                    <a:ext uri="{FF2B5EF4-FFF2-40B4-BE49-F238E27FC236}">
                      <a16:creationId xmlns:a16="http://schemas.microsoft.com/office/drawing/2014/main" id="{4E9A1420-409F-2BA8-BE66-502427B30AC4}"/>
                    </a:ext>
                  </a:extLst>
                </p:cNvPr>
                <p:cNvSpPr/>
                <p:nvPr/>
              </p:nvSpPr>
              <p:spPr>
                <a:xfrm>
                  <a:off x="1161510" y="4193562"/>
                  <a:ext cx="17911" cy="17911"/>
                </a:xfrm>
                <a:custGeom>
                  <a:avLst/>
                  <a:gdLst>
                    <a:gd name="connsiteX0" fmla="*/ 8956 w 17911"/>
                    <a:gd name="connsiteY0" fmla="*/ 17911 h 17911"/>
                    <a:gd name="connsiteX1" fmla="*/ 0 w 17911"/>
                    <a:gd name="connsiteY1" fmla="*/ 8956 h 17911"/>
                    <a:gd name="connsiteX2" fmla="*/ 8956 w 17911"/>
                    <a:gd name="connsiteY2" fmla="*/ 0 h 17911"/>
                    <a:gd name="connsiteX3" fmla="*/ 17911 w 17911"/>
                    <a:gd name="connsiteY3" fmla="*/ 8956 h 17911"/>
                    <a:gd name="connsiteX4" fmla="*/ 8956 w 17911"/>
                    <a:gd name="connsiteY4" fmla="*/ 17911 h 17911"/>
                    <a:gd name="connsiteX5" fmla="*/ 8956 w 17911"/>
                    <a:gd name="connsiteY5" fmla="*/ 4478 h 17911"/>
                    <a:gd name="connsiteX6" fmla="*/ 4478 w 17911"/>
                    <a:gd name="connsiteY6" fmla="*/ 8956 h 17911"/>
                    <a:gd name="connsiteX7" fmla="*/ 8956 w 17911"/>
                    <a:gd name="connsiteY7" fmla="*/ 13433 h 17911"/>
                    <a:gd name="connsiteX8" fmla="*/ 13433 w 17911"/>
                    <a:gd name="connsiteY8" fmla="*/ 8956 h 17911"/>
                    <a:gd name="connsiteX9" fmla="*/ 8956 w 17911"/>
                    <a:gd name="connsiteY9" fmla="*/ 4478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8956" y="17911"/>
                      </a:moveTo>
                      <a:cubicBezTo>
                        <a:pt x="4030" y="17911"/>
                        <a:pt x="0" y="13881"/>
                        <a:pt x="0" y="8956"/>
                      </a:cubicBezTo>
                      <a:cubicBezTo>
                        <a:pt x="0" y="4030"/>
                        <a:pt x="4030" y="0"/>
                        <a:pt x="8956" y="0"/>
                      </a:cubicBezTo>
                      <a:cubicBezTo>
                        <a:pt x="13881" y="0"/>
                        <a:pt x="17911" y="4030"/>
                        <a:pt x="17911" y="8956"/>
                      </a:cubicBezTo>
                      <a:cubicBezTo>
                        <a:pt x="17911" y="13881"/>
                        <a:pt x="13881" y="17911"/>
                        <a:pt x="8956" y="17911"/>
                      </a:cubicBezTo>
                      <a:close/>
                      <a:moveTo>
                        <a:pt x="8956" y="4478"/>
                      </a:moveTo>
                      <a:cubicBezTo>
                        <a:pt x="6269" y="4478"/>
                        <a:pt x="4478" y="6717"/>
                        <a:pt x="4478" y="8956"/>
                      </a:cubicBezTo>
                      <a:cubicBezTo>
                        <a:pt x="4478" y="11642"/>
                        <a:pt x="6717" y="13433"/>
                        <a:pt x="8956" y="13433"/>
                      </a:cubicBezTo>
                      <a:cubicBezTo>
                        <a:pt x="11642" y="13433"/>
                        <a:pt x="13433" y="11195"/>
                        <a:pt x="13433" y="8956"/>
                      </a:cubicBezTo>
                      <a:cubicBezTo>
                        <a:pt x="13433" y="6717"/>
                        <a:pt x="11642" y="4478"/>
                        <a:pt x="89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02" name="Freeform: Shape 4598">
                  <a:extLst>
                    <a:ext uri="{FF2B5EF4-FFF2-40B4-BE49-F238E27FC236}">
                      <a16:creationId xmlns:a16="http://schemas.microsoft.com/office/drawing/2014/main" id="{01C012E2-9E67-0B9D-354F-AAC674FC623B}"/>
                    </a:ext>
                  </a:extLst>
                </p:cNvPr>
                <p:cNvSpPr/>
                <p:nvPr/>
              </p:nvSpPr>
              <p:spPr>
                <a:xfrm>
                  <a:off x="1201811" y="4193562"/>
                  <a:ext cx="17911" cy="17911"/>
                </a:xfrm>
                <a:custGeom>
                  <a:avLst/>
                  <a:gdLst>
                    <a:gd name="connsiteX0" fmla="*/ 8956 w 17911"/>
                    <a:gd name="connsiteY0" fmla="*/ 17911 h 17911"/>
                    <a:gd name="connsiteX1" fmla="*/ 0 w 17911"/>
                    <a:gd name="connsiteY1" fmla="*/ 8956 h 17911"/>
                    <a:gd name="connsiteX2" fmla="*/ 8956 w 17911"/>
                    <a:gd name="connsiteY2" fmla="*/ 0 h 17911"/>
                    <a:gd name="connsiteX3" fmla="*/ 17911 w 17911"/>
                    <a:gd name="connsiteY3" fmla="*/ 8956 h 17911"/>
                    <a:gd name="connsiteX4" fmla="*/ 8956 w 17911"/>
                    <a:gd name="connsiteY4" fmla="*/ 17911 h 17911"/>
                    <a:gd name="connsiteX5" fmla="*/ 8956 w 17911"/>
                    <a:gd name="connsiteY5" fmla="*/ 4478 h 17911"/>
                    <a:gd name="connsiteX6" fmla="*/ 4478 w 17911"/>
                    <a:gd name="connsiteY6" fmla="*/ 8956 h 17911"/>
                    <a:gd name="connsiteX7" fmla="*/ 8956 w 17911"/>
                    <a:gd name="connsiteY7" fmla="*/ 13433 h 17911"/>
                    <a:gd name="connsiteX8" fmla="*/ 13433 w 17911"/>
                    <a:gd name="connsiteY8" fmla="*/ 8956 h 17911"/>
                    <a:gd name="connsiteX9" fmla="*/ 8956 w 17911"/>
                    <a:gd name="connsiteY9" fmla="*/ 4478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8956" y="17911"/>
                      </a:moveTo>
                      <a:cubicBezTo>
                        <a:pt x="4030" y="17911"/>
                        <a:pt x="0" y="13881"/>
                        <a:pt x="0" y="8956"/>
                      </a:cubicBezTo>
                      <a:cubicBezTo>
                        <a:pt x="0" y="4030"/>
                        <a:pt x="4030" y="0"/>
                        <a:pt x="8956" y="0"/>
                      </a:cubicBezTo>
                      <a:cubicBezTo>
                        <a:pt x="13881" y="0"/>
                        <a:pt x="17911" y="4030"/>
                        <a:pt x="17911" y="8956"/>
                      </a:cubicBezTo>
                      <a:cubicBezTo>
                        <a:pt x="17911" y="13881"/>
                        <a:pt x="13881" y="17911"/>
                        <a:pt x="8956" y="17911"/>
                      </a:cubicBezTo>
                      <a:close/>
                      <a:moveTo>
                        <a:pt x="8956" y="4478"/>
                      </a:moveTo>
                      <a:cubicBezTo>
                        <a:pt x="6269" y="4478"/>
                        <a:pt x="4478" y="6717"/>
                        <a:pt x="4478" y="8956"/>
                      </a:cubicBezTo>
                      <a:cubicBezTo>
                        <a:pt x="4478" y="11642"/>
                        <a:pt x="6717" y="13433"/>
                        <a:pt x="8956" y="13433"/>
                      </a:cubicBezTo>
                      <a:cubicBezTo>
                        <a:pt x="11642" y="13433"/>
                        <a:pt x="13433" y="11195"/>
                        <a:pt x="13433" y="8956"/>
                      </a:cubicBezTo>
                      <a:cubicBezTo>
                        <a:pt x="13433" y="6717"/>
                        <a:pt x="11642" y="4478"/>
                        <a:pt x="89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03" name="Freeform: Shape 4599">
                  <a:extLst>
                    <a:ext uri="{FF2B5EF4-FFF2-40B4-BE49-F238E27FC236}">
                      <a16:creationId xmlns:a16="http://schemas.microsoft.com/office/drawing/2014/main" id="{D6C065B5-CEC0-B46C-8DF6-76F44E55227F}"/>
                    </a:ext>
                  </a:extLst>
                </p:cNvPr>
                <p:cNvSpPr/>
                <p:nvPr/>
              </p:nvSpPr>
              <p:spPr>
                <a:xfrm>
                  <a:off x="1154346" y="4233862"/>
                  <a:ext cx="71645" cy="4478"/>
                </a:xfrm>
                <a:custGeom>
                  <a:avLst/>
                  <a:gdLst>
                    <a:gd name="connsiteX0" fmla="*/ 69406 w 71645"/>
                    <a:gd name="connsiteY0" fmla="*/ 4478 h 4477"/>
                    <a:gd name="connsiteX1" fmla="*/ 2239 w 71645"/>
                    <a:gd name="connsiteY1" fmla="*/ 4478 h 4477"/>
                    <a:gd name="connsiteX2" fmla="*/ 0 w 71645"/>
                    <a:gd name="connsiteY2" fmla="*/ 2239 h 4477"/>
                    <a:gd name="connsiteX3" fmla="*/ 2239 w 71645"/>
                    <a:gd name="connsiteY3" fmla="*/ 0 h 4477"/>
                    <a:gd name="connsiteX4" fmla="*/ 69406 w 71645"/>
                    <a:gd name="connsiteY4" fmla="*/ 0 h 4477"/>
                    <a:gd name="connsiteX5" fmla="*/ 71645 w 71645"/>
                    <a:gd name="connsiteY5" fmla="*/ 2239 h 4477"/>
                    <a:gd name="connsiteX6" fmla="*/ 69406 w 71645"/>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645" h="4477">
                      <a:moveTo>
                        <a:pt x="69406" y="4478"/>
                      </a:moveTo>
                      <a:lnTo>
                        <a:pt x="2239" y="4478"/>
                      </a:lnTo>
                      <a:cubicBezTo>
                        <a:pt x="896" y="4478"/>
                        <a:pt x="0" y="3582"/>
                        <a:pt x="0" y="2239"/>
                      </a:cubicBezTo>
                      <a:cubicBezTo>
                        <a:pt x="0" y="896"/>
                        <a:pt x="896" y="0"/>
                        <a:pt x="2239" y="0"/>
                      </a:cubicBezTo>
                      <a:lnTo>
                        <a:pt x="69406" y="0"/>
                      </a:lnTo>
                      <a:cubicBezTo>
                        <a:pt x="70750" y="0"/>
                        <a:pt x="71645" y="896"/>
                        <a:pt x="71645" y="2239"/>
                      </a:cubicBezTo>
                      <a:cubicBezTo>
                        <a:pt x="71645" y="3582"/>
                        <a:pt x="70750" y="4478"/>
                        <a:pt x="6940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704" name="Group 4600">
                <a:extLst>
                  <a:ext uri="{FF2B5EF4-FFF2-40B4-BE49-F238E27FC236}">
                    <a16:creationId xmlns:a16="http://schemas.microsoft.com/office/drawing/2014/main" id="{576B3275-E17D-45D5-A305-90A0A50F26F6}"/>
                  </a:ext>
                  <a:ext uri="{C183D7F6-B498-43B3-948B-1728B52AA6E4}">
                    <adec:decorative xmlns:adec="http://schemas.microsoft.com/office/drawing/2017/decorative" val="1"/>
                  </a:ext>
                </a:extLst>
              </p:cNvPr>
              <p:cNvGrpSpPr>
                <a:grpSpLocks noChangeAspect="1"/>
              </p:cNvGrpSpPr>
              <p:nvPr/>
            </p:nvGrpSpPr>
            <p:grpSpPr>
              <a:xfrm>
                <a:off x="1879926" y="4885717"/>
                <a:ext cx="98512" cy="125379"/>
                <a:chOff x="1931247" y="4154605"/>
                <a:chExt cx="98512" cy="125379"/>
              </a:xfrm>
            </p:grpSpPr>
            <p:sp>
              <p:nvSpPr>
                <p:cNvPr id="705" name="Freeform: Shape 4601">
                  <a:extLst>
                    <a:ext uri="{FF2B5EF4-FFF2-40B4-BE49-F238E27FC236}">
                      <a16:creationId xmlns:a16="http://schemas.microsoft.com/office/drawing/2014/main" id="{137A8EFF-0E71-6F03-FB1C-C4D48D13AEE9}"/>
                    </a:ext>
                  </a:extLst>
                </p:cNvPr>
                <p:cNvSpPr/>
                <p:nvPr/>
              </p:nvSpPr>
              <p:spPr>
                <a:xfrm>
                  <a:off x="1931247" y="4154605"/>
                  <a:ext cx="98512" cy="125379"/>
                </a:xfrm>
                <a:custGeom>
                  <a:avLst/>
                  <a:gdLst>
                    <a:gd name="connsiteX0" fmla="*/ 96273 w 98511"/>
                    <a:gd name="connsiteY0" fmla="*/ 53734 h 125378"/>
                    <a:gd name="connsiteX1" fmla="*/ 17911 w 98511"/>
                    <a:gd name="connsiteY1" fmla="*/ 53734 h 125378"/>
                    <a:gd name="connsiteX2" fmla="*/ 17911 w 98511"/>
                    <a:gd name="connsiteY2" fmla="*/ 35823 h 125378"/>
                    <a:gd name="connsiteX3" fmla="*/ 49256 w 98511"/>
                    <a:gd name="connsiteY3" fmla="*/ 4478 h 125378"/>
                    <a:gd name="connsiteX4" fmla="*/ 80601 w 98511"/>
                    <a:gd name="connsiteY4" fmla="*/ 35823 h 125378"/>
                    <a:gd name="connsiteX5" fmla="*/ 80601 w 98511"/>
                    <a:gd name="connsiteY5" fmla="*/ 42539 h 125378"/>
                    <a:gd name="connsiteX6" fmla="*/ 82840 w 98511"/>
                    <a:gd name="connsiteY6" fmla="*/ 44778 h 125378"/>
                    <a:gd name="connsiteX7" fmla="*/ 85079 w 98511"/>
                    <a:gd name="connsiteY7" fmla="*/ 42539 h 125378"/>
                    <a:gd name="connsiteX8" fmla="*/ 85079 w 98511"/>
                    <a:gd name="connsiteY8" fmla="*/ 35823 h 125378"/>
                    <a:gd name="connsiteX9" fmla="*/ 49256 w 98511"/>
                    <a:gd name="connsiteY9" fmla="*/ 0 h 125378"/>
                    <a:gd name="connsiteX10" fmla="*/ 13433 w 98511"/>
                    <a:gd name="connsiteY10" fmla="*/ 35823 h 125378"/>
                    <a:gd name="connsiteX11" fmla="*/ 13433 w 98511"/>
                    <a:gd name="connsiteY11" fmla="*/ 53734 h 125378"/>
                    <a:gd name="connsiteX12" fmla="*/ 2239 w 98511"/>
                    <a:gd name="connsiteY12" fmla="*/ 53734 h 125378"/>
                    <a:gd name="connsiteX13" fmla="*/ 0 w 98511"/>
                    <a:gd name="connsiteY13" fmla="*/ 55973 h 125378"/>
                    <a:gd name="connsiteX14" fmla="*/ 0 w 98511"/>
                    <a:gd name="connsiteY14" fmla="*/ 123140 h 125378"/>
                    <a:gd name="connsiteX15" fmla="*/ 2239 w 98511"/>
                    <a:gd name="connsiteY15" fmla="*/ 125379 h 125378"/>
                    <a:gd name="connsiteX16" fmla="*/ 96273 w 98511"/>
                    <a:gd name="connsiteY16" fmla="*/ 125379 h 125378"/>
                    <a:gd name="connsiteX17" fmla="*/ 98512 w 98511"/>
                    <a:gd name="connsiteY17" fmla="*/ 123140 h 125378"/>
                    <a:gd name="connsiteX18" fmla="*/ 98512 w 98511"/>
                    <a:gd name="connsiteY18" fmla="*/ 55973 h 125378"/>
                    <a:gd name="connsiteX19" fmla="*/ 96273 w 98511"/>
                    <a:gd name="connsiteY19" fmla="*/ 53734 h 125378"/>
                    <a:gd name="connsiteX20" fmla="*/ 94034 w 98511"/>
                    <a:gd name="connsiteY20" fmla="*/ 120901 h 125378"/>
                    <a:gd name="connsiteX21" fmla="*/ 4478 w 98511"/>
                    <a:gd name="connsiteY21" fmla="*/ 120901 h 125378"/>
                    <a:gd name="connsiteX22" fmla="*/ 4478 w 98511"/>
                    <a:gd name="connsiteY22" fmla="*/ 58212 h 125378"/>
                    <a:gd name="connsiteX23" fmla="*/ 94034 w 98511"/>
                    <a:gd name="connsiteY23" fmla="*/ 58212 h 125378"/>
                    <a:gd name="connsiteX24" fmla="*/ 94034 w 98511"/>
                    <a:gd name="connsiteY24" fmla="*/ 120901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8511" h="125378">
                      <a:moveTo>
                        <a:pt x="96273" y="53734"/>
                      </a:moveTo>
                      <a:lnTo>
                        <a:pt x="17911" y="53734"/>
                      </a:lnTo>
                      <a:lnTo>
                        <a:pt x="17911" y="35823"/>
                      </a:lnTo>
                      <a:cubicBezTo>
                        <a:pt x="17911" y="18359"/>
                        <a:pt x="31793" y="4478"/>
                        <a:pt x="49256" y="4478"/>
                      </a:cubicBezTo>
                      <a:cubicBezTo>
                        <a:pt x="66719" y="4478"/>
                        <a:pt x="80601" y="18359"/>
                        <a:pt x="80601" y="35823"/>
                      </a:cubicBezTo>
                      <a:lnTo>
                        <a:pt x="80601" y="42539"/>
                      </a:lnTo>
                      <a:cubicBezTo>
                        <a:pt x="80601" y="43883"/>
                        <a:pt x="81496" y="44778"/>
                        <a:pt x="82840" y="44778"/>
                      </a:cubicBezTo>
                      <a:cubicBezTo>
                        <a:pt x="84183" y="44778"/>
                        <a:pt x="85079" y="43883"/>
                        <a:pt x="85079" y="42539"/>
                      </a:cubicBezTo>
                      <a:lnTo>
                        <a:pt x="85079" y="35823"/>
                      </a:lnTo>
                      <a:cubicBezTo>
                        <a:pt x="85079" y="16120"/>
                        <a:pt x="68958" y="0"/>
                        <a:pt x="49256" y="0"/>
                      </a:cubicBezTo>
                      <a:cubicBezTo>
                        <a:pt x="29554" y="0"/>
                        <a:pt x="13433" y="16120"/>
                        <a:pt x="13433" y="35823"/>
                      </a:cubicBezTo>
                      <a:lnTo>
                        <a:pt x="13433" y="53734"/>
                      </a:lnTo>
                      <a:lnTo>
                        <a:pt x="2239" y="53734"/>
                      </a:lnTo>
                      <a:cubicBezTo>
                        <a:pt x="896" y="53734"/>
                        <a:pt x="0" y="54629"/>
                        <a:pt x="0" y="55973"/>
                      </a:cubicBezTo>
                      <a:lnTo>
                        <a:pt x="0" y="123140"/>
                      </a:lnTo>
                      <a:cubicBezTo>
                        <a:pt x="0" y="124483"/>
                        <a:pt x="896" y="125379"/>
                        <a:pt x="2239" y="125379"/>
                      </a:cubicBezTo>
                      <a:lnTo>
                        <a:pt x="96273" y="125379"/>
                      </a:lnTo>
                      <a:cubicBezTo>
                        <a:pt x="97617" y="125379"/>
                        <a:pt x="98512" y="124483"/>
                        <a:pt x="98512" y="123140"/>
                      </a:cubicBezTo>
                      <a:lnTo>
                        <a:pt x="98512" y="55973"/>
                      </a:lnTo>
                      <a:cubicBezTo>
                        <a:pt x="98512" y="54629"/>
                        <a:pt x="97169" y="53734"/>
                        <a:pt x="96273" y="53734"/>
                      </a:cubicBezTo>
                      <a:close/>
                      <a:moveTo>
                        <a:pt x="94034" y="120901"/>
                      </a:moveTo>
                      <a:lnTo>
                        <a:pt x="4478" y="120901"/>
                      </a:lnTo>
                      <a:lnTo>
                        <a:pt x="4478" y="58212"/>
                      </a:lnTo>
                      <a:lnTo>
                        <a:pt x="94034" y="58212"/>
                      </a:lnTo>
                      <a:lnTo>
                        <a:pt x="94034" y="12090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06" name="Freeform: Shape 4602">
                  <a:extLst>
                    <a:ext uri="{FF2B5EF4-FFF2-40B4-BE49-F238E27FC236}">
                      <a16:creationId xmlns:a16="http://schemas.microsoft.com/office/drawing/2014/main" id="{461948D5-F8A8-B203-DDF5-28A75C3E0E5E}"/>
                    </a:ext>
                  </a:extLst>
                </p:cNvPr>
                <p:cNvSpPr/>
                <p:nvPr/>
              </p:nvSpPr>
              <p:spPr>
                <a:xfrm>
                  <a:off x="1969309" y="4224011"/>
                  <a:ext cx="17911" cy="31345"/>
                </a:xfrm>
                <a:custGeom>
                  <a:avLst/>
                  <a:gdLst>
                    <a:gd name="connsiteX0" fmla="*/ 21494 w 17911"/>
                    <a:gd name="connsiteY0" fmla="*/ 10747 h 31344"/>
                    <a:gd name="connsiteX1" fmla="*/ 10747 w 17911"/>
                    <a:gd name="connsiteY1" fmla="*/ 0 h 31344"/>
                    <a:gd name="connsiteX2" fmla="*/ 0 w 17911"/>
                    <a:gd name="connsiteY2" fmla="*/ 10747 h 31344"/>
                    <a:gd name="connsiteX3" fmla="*/ 7165 w 17911"/>
                    <a:gd name="connsiteY3" fmla="*/ 20598 h 31344"/>
                    <a:gd name="connsiteX4" fmla="*/ 7165 w 17911"/>
                    <a:gd name="connsiteY4" fmla="*/ 34479 h 31344"/>
                    <a:gd name="connsiteX5" fmla="*/ 13881 w 17911"/>
                    <a:gd name="connsiteY5" fmla="*/ 34479 h 31344"/>
                    <a:gd name="connsiteX6" fmla="*/ 13881 w 17911"/>
                    <a:gd name="connsiteY6" fmla="*/ 20598 h 31344"/>
                    <a:gd name="connsiteX7" fmla="*/ 21494 w 17911"/>
                    <a:gd name="connsiteY7" fmla="*/ 10747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11" h="31344">
                      <a:moveTo>
                        <a:pt x="21494" y="10747"/>
                      </a:moveTo>
                      <a:cubicBezTo>
                        <a:pt x="21494" y="4926"/>
                        <a:pt x="16568" y="0"/>
                        <a:pt x="10747" y="0"/>
                      </a:cubicBezTo>
                      <a:cubicBezTo>
                        <a:pt x="4926" y="0"/>
                        <a:pt x="0" y="4926"/>
                        <a:pt x="0" y="10747"/>
                      </a:cubicBezTo>
                      <a:cubicBezTo>
                        <a:pt x="0" y="15225"/>
                        <a:pt x="3135" y="19255"/>
                        <a:pt x="7165" y="20598"/>
                      </a:cubicBezTo>
                      <a:lnTo>
                        <a:pt x="7165" y="34479"/>
                      </a:lnTo>
                      <a:lnTo>
                        <a:pt x="13881" y="34479"/>
                      </a:lnTo>
                      <a:lnTo>
                        <a:pt x="13881" y="20598"/>
                      </a:lnTo>
                      <a:cubicBezTo>
                        <a:pt x="18807" y="19255"/>
                        <a:pt x="21494" y="15225"/>
                        <a:pt x="21494" y="1074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707" name="Group 4603">
                <a:extLst>
                  <a:ext uri="{FF2B5EF4-FFF2-40B4-BE49-F238E27FC236}">
                    <a16:creationId xmlns:a16="http://schemas.microsoft.com/office/drawing/2014/main" id="{610086B2-91EF-56B4-1EC7-46F9EFB81730}"/>
                  </a:ext>
                  <a:ext uri="{C183D7F6-B498-43B3-948B-1728B52AA6E4}">
                    <adec:decorative xmlns:adec="http://schemas.microsoft.com/office/drawing/2017/decorative" val="1"/>
                  </a:ext>
                </a:extLst>
              </p:cNvPr>
              <p:cNvGrpSpPr>
                <a:grpSpLocks noChangeAspect="1"/>
              </p:cNvGrpSpPr>
              <p:nvPr/>
            </p:nvGrpSpPr>
            <p:grpSpPr>
              <a:xfrm>
                <a:off x="2396219" y="4885717"/>
                <a:ext cx="125379" cy="125379"/>
                <a:chOff x="2447540" y="4154605"/>
                <a:chExt cx="125379" cy="125379"/>
              </a:xfrm>
            </p:grpSpPr>
            <p:sp>
              <p:nvSpPr>
                <p:cNvPr id="708" name="Freeform: Shape 4604">
                  <a:extLst>
                    <a:ext uri="{FF2B5EF4-FFF2-40B4-BE49-F238E27FC236}">
                      <a16:creationId xmlns:a16="http://schemas.microsoft.com/office/drawing/2014/main" id="{D7E45650-DD5B-7580-96EF-B7D9DD2B866D}"/>
                    </a:ext>
                  </a:extLst>
                </p:cNvPr>
                <p:cNvSpPr/>
                <p:nvPr/>
              </p:nvSpPr>
              <p:spPr>
                <a:xfrm>
                  <a:off x="2460973" y="4235205"/>
                  <a:ext cx="31345" cy="31345"/>
                </a:xfrm>
                <a:custGeom>
                  <a:avLst/>
                  <a:gdLst>
                    <a:gd name="connsiteX0" fmla="*/ 29106 w 31344"/>
                    <a:gd name="connsiteY0" fmla="*/ 13433 h 31344"/>
                    <a:gd name="connsiteX1" fmla="*/ 17911 w 31344"/>
                    <a:gd name="connsiteY1" fmla="*/ 13433 h 31344"/>
                    <a:gd name="connsiteX2" fmla="*/ 17911 w 31344"/>
                    <a:gd name="connsiteY2" fmla="*/ 2239 h 31344"/>
                    <a:gd name="connsiteX3" fmla="*/ 15672 w 31344"/>
                    <a:gd name="connsiteY3" fmla="*/ 0 h 31344"/>
                    <a:gd name="connsiteX4" fmla="*/ 13433 w 31344"/>
                    <a:gd name="connsiteY4" fmla="*/ 2239 h 31344"/>
                    <a:gd name="connsiteX5" fmla="*/ 13433 w 31344"/>
                    <a:gd name="connsiteY5" fmla="*/ 13433 h 31344"/>
                    <a:gd name="connsiteX6" fmla="*/ 2239 w 31344"/>
                    <a:gd name="connsiteY6" fmla="*/ 13433 h 31344"/>
                    <a:gd name="connsiteX7" fmla="*/ 0 w 31344"/>
                    <a:gd name="connsiteY7" fmla="*/ 15672 h 31344"/>
                    <a:gd name="connsiteX8" fmla="*/ 2239 w 31344"/>
                    <a:gd name="connsiteY8" fmla="*/ 17911 h 31344"/>
                    <a:gd name="connsiteX9" fmla="*/ 13433 w 31344"/>
                    <a:gd name="connsiteY9" fmla="*/ 17911 h 31344"/>
                    <a:gd name="connsiteX10" fmla="*/ 13433 w 31344"/>
                    <a:gd name="connsiteY10" fmla="*/ 29106 h 31344"/>
                    <a:gd name="connsiteX11" fmla="*/ 15672 w 31344"/>
                    <a:gd name="connsiteY11" fmla="*/ 31345 h 31344"/>
                    <a:gd name="connsiteX12" fmla="*/ 17911 w 31344"/>
                    <a:gd name="connsiteY12" fmla="*/ 29106 h 31344"/>
                    <a:gd name="connsiteX13" fmla="*/ 17911 w 31344"/>
                    <a:gd name="connsiteY13" fmla="*/ 17911 h 31344"/>
                    <a:gd name="connsiteX14" fmla="*/ 29106 w 31344"/>
                    <a:gd name="connsiteY14" fmla="*/ 17911 h 31344"/>
                    <a:gd name="connsiteX15" fmla="*/ 31345 w 31344"/>
                    <a:gd name="connsiteY15" fmla="*/ 15672 h 31344"/>
                    <a:gd name="connsiteX16" fmla="*/ 29106 w 31344"/>
                    <a:gd name="connsiteY16" fmla="*/ 13433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344" h="31344">
                      <a:moveTo>
                        <a:pt x="29106" y="13433"/>
                      </a:moveTo>
                      <a:lnTo>
                        <a:pt x="17911" y="13433"/>
                      </a:lnTo>
                      <a:lnTo>
                        <a:pt x="17911" y="2239"/>
                      </a:lnTo>
                      <a:cubicBezTo>
                        <a:pt x="17911" y="896"/>
                        <a:pt x="17016" y="0"/>
                        <a:pt x="15672" y="0"/>
                      </a:cubicBezTo>
                      <a:cubicBezTo>
                        <a:pt x="14329" y="0"/>
                        <a:pt x="13433" y="896"/>
                        <a:pt x="13433" y="2239"/>
                      </a:cubicBezTo>
                      <a:lnTo>
                        <a:pt x="13433" y="13433"/>
                      </a:lnTo>
                      <a:lnTo>
                        <a:pt x="2239" y="13433"/>
                      </a:lnTo>
                      <a:cubicBezTo>
                        <a:pt x="895" y="13433"/>
                        <a:pt x="0" y="14329"/>
                        <a:pt x="0" y="15672"/>
                      </a:cubicBezTo>
                      <a:cubicBezTo>
                        <a:pt x="0" y="17016"/>
                        <a:pt x="895" y="17911"/>
                        <a:pt x="2239" y="17911"/>
                      </a:cubicBezTo>
                      <a:lnTo>
                        <a:pt x="13433" y="17911"/>
                      </a:lnTo>
                      <a:lnTo>
                        <a:pt x="13433" y="29106"/>
                      </a:lnTo>
                      <a:cubicBezTo>
                        <a:pt x="13433" y="30449"/>
                        <a:pt x="14329" y="31345"/>
                        <a:pt x="15672" y="31345"/>
                      </a:cubicBezTo>
                      <a:cubicBezTo>
                        <a:pt x="17016" y="31345"/>
                        <a:pt x="17911" y="30449"/>
                        <a:pt x="17911" y="29106"/>
                      </a:cubicBezTo>
                      <a:lnTo>
                        <a:pt x="17911" y="17911"/>
                      </a:lnTo>
                      <a:lnTo>
                        <a:pt x="29106" y="17911"/>
                      </a:lnTo>
                      <a:cubicBezTo>
                        <a:pt x="30449" y="17911"/>
                        <a:pt x="31345" y="17016"/>
                        <a:pt x="31345" y="15672"/>
                      </a:cubicBezTo>
                      <a:cubicBezTo>
                        <a:pt x="31345" y="14329"/>
                        <a:pt x="30001" y="13433"/>
                        <a:pt x="29106" y="1343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09" name="Freeform: Shape 4605">
                  <a:extLst>
                    <a:ext uri="{FF2B5EF4-FFF2-40B4-BE49-F238E27FC236}">
                      <a16:creationId xmlns:a16="http://schemas.microsoft.com/office/drawing/2014/main" id="{BB6D473C-B62F-29B5-04D7-FBAB36B8750B}"/>
                    </a:ext>
                  </a:extLst>
                </p:cNvPr>
                <p:cNvSpPr/>
                <p:nvPr/>
              </p:nvSpPr>
              <p:spPr>
                <a:xfrm>
                  <a:off x="2528588" y="4181472"/>
                  <a:ext cx="31345" cy="4478"/>
                </a:xfrm>
                <a:custGeom>
                  <a:avLst/>
                  <a:gdLst>
                    <a:gd name="connsiteX0" fmla="*/ 29106 w 31344"/>
                    <a:gd name="connsiteY0" fmla="*/ 4478 h 4477"/>
                    <a:gd name="connsiteX1" fmla="*/ 2239 w 31344"/>
                    <a:gd name="connsiteY1" fmla="*/ 4478 h 4477"/>
                    <a:gd name="connsiteX2" fmla="*/ 0 w 31344"/>
                    <a:gd name="connsiteY2" fmla="*/ 2239 h 4477"/>
                    <a:gd name="connsiteX3" fmla="*/ 2239 w 31344"/>
                    <a:gd name="connsiteY3" fmla="*/ 0 h 4477"/>
                    <a:gd name="connsiteX4" fmla="*/ 29106 w 31344"/>
                    <a:gd name="connsiteY4" fmla="*/ 0 h 4477"/>
                    <a:gd name="connsiteX5" fmla="*/ 31345 w 31344"/>
                    <a:gd name="connsiteY5" fmla="*/ 2239 h 4477"/>
                    <a:gd name="connsiteX6" fmla="*/ 29106 w 31344"/>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44" h="4477">
                      <a:moveTo>
                        <a:pt x="29106" y="4478"/>
                      </a:moveTo>
                      <a:lnTo>
                        <a:pt x="2239" y="4478"/>
                      </a:lnTo>
                      <a:cubicBezTo>
                        <a:pt x="896" y="4478"/>
                        <a:pt x="0" y="3582"/>
                        <a:pt x="0" y="2239"/>
                      </a:cubicBezTo>
                      <a:cubicBezTo>
                        <a:pt x="0" y="896"/>
                        <a:pt x="896" y="0"/>
                        <a:pt x="2239" y="0"/>
                      </a:cubicBezTo>
                      <a:lnTo>
                        <a:pt x="29106" y="0"/>
                      </a:lnTo>
                      <a:cubicBezTo>
                        <a:pt x="30449" y="0"/>
                        <a:pt x="31345" y="896"/>
                        <a:pt x="31345" y="2239"/>
                      </a:cubicBezTo>
                      <a:cubicBezTo>
                        <a:pt x="31345" y="3582"/>
                        <a:pt x="30001" y="4478"/>
                        <a:pt x="2910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10" name="Freeform: Shape 4606">
                  <a:extLst>
                    <a:ext uri="{FF2B5EF4-FFF2-40B4-BE49-F238E27FC236}">
                      <a16:creationId xmlns:a16="http://schemas.microsoft.com/office/drawing/2014/main" id="{21389283-5B16-8ECF-8045-610DAE819132}"/>
                    </a:ext>
                  </a:extLst>
                </p:cNvPr>
                <p:cNvSpPr/>
                <p:nvPr/>
              </p:nvSpPr>
              <p:spPr>
                <a:xfrm>
                  <a:off x="2461197" y="4168262"/>
                  <a:ext cx="31345" cy="26867"/>
                </a:xfrm>
                <a:custGeom>
                  <a:avLst/>
                  <a:gdLst>
                    <a:gd name="connsiteX0" fmla="*/ 18583 w 31344"/>
                    <a:gd name="connsiteY0" fmla="*/ 15448 h 26866"/>
                    <a:gd name="connsiteX1" fmla="*/ 30225 w 31344"/>
                    <a:gd name="connsiteY1" fmla="*/ 3806 h 26866"/>
                    <a:gd name="connsiteX2" fmla="*/ 30225 w 31344"/>
                    <a:gd name="connsiteY2" fmla="*/ 672 h 26866"/>
                    <a:gd name="connsiteX3" fmla="*/ 27091 w 31344"/>
                    <a:gd name="connsiteY3" fmla="*/ 672 h 26866"/>
                    <a:gd name="connsiteX4" fmla="*/ 15448 w 31344"/>
                    <a:gd name="connsiteY4" fmla="*/ 12314 h 26866"/>
                    <a:gd name="connsiteX5" fmla="*/ 3806 w 31344"/>
                    <a:gd name="connsiteY5" fmla="*/ 672 h 26866"/>
                    <a:gd name="connsiteX6" fmla="*/ 672 w 31344"/>
                    <a:gd name="connsiteY6" fmla="*/ 672 h 26866"/>
                    <a:gd name="connsiteX7" fmla="*/ 672 w 31344"/>
                    <a:gd name="connsiteY7" fmla="*/ 3806 h 26866"/>
                    <a:gd name="connsiteX8" fmla="*/ 12314 w 31344"/>
                    <a:gd name="connsiteY8" fmla="*/ 15448 h 26866"/>
                    <a:gd name="connsiteX9" fmla="*/ 672 w 31344"/>
                    <a:gd name="connsiteY9" fmla="*/ 27091 h 26866"/>
                    <a:gd name="connsiteX10" fmla="*/ 672 w 31344"/>
                    <a:gd name="connsiteY10" fmla="*/ 30225 h 26866"/>
                    <a:gd name="connsiteX11" fmla="*/ 2463 w 31344"/>
                    <a:gd name="connsiteY11" fmla="*/ 30673 h 26866"/>
                    <a:gd name="connsiteX12" fmla="*/ 4254 w 31344"/>
                    <a:gd name="connsiteY12" fmla="*/ 30225 h 26866"/>
                    <a:gd name="connsiteX13" fmla="*/ 15896 w 31344"/>
                    <a:gd name="connsiteY13" fmla="*/ 18583 h 26866"/>
                    <a:gd name="connsiteX14" fmla="*/ 27539 w 31344"/>
                    <a:gd name="connsiteY14" fmla="*/ 30225 h 26866"/>
                    <a:gd name="connsiteX15" fmla="*/ 29330 w 31344"/>
                    <a:gd name="connsiteY15" fmla="*/ 30673 h 26866"/>
                    <a:gd name="connsiteX16" fmla="*/ 31121 w 31344"/>
                    <a:gd name="connsiteY16" fmla="*/ 30225 h 26866"/>
                    <a:gd name="connsiteX17" fmla="*/ 31121 w 31344"/>
                    <a:gd name="connsiteY17" fmla="*/ 27091 h 26866"/>
                    <a:gd name="connsiteX18" fmla="*/ 18583 w 31344"/>
                    <a:gd name="connsiteY18" fmla="*/ 15448 h 26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344" h="26866">
                      <a:moveTo>
                        <a:pt x="18583" y="15448"/>
                      </a:moveTo>
                      <a:lnTo>
                        <a:pt x="30225" y="3806"/>
                      </a:lnTo>
                      <a:cubicBezTo>
                        <a:pt x="31121" y="2911"/>
                        <a:pt x="31121" y="1567"/>
                        <a:pt x="30225" y="672"/>
                      </a:cubicBezTo>
                      <a:cubicBezTo>
                        <a:pt x="29330" y="-224"/>
                        <a:pt x="27986" y="-224"/>
                        <a:pt x="27091" y="672"/>
                      </a:cubicBezTo>
                      <a:lnTo>
                        <a:pt x="15448" y="12314"/>
                      </a:lnTo>
                      <a:lnTo>
                        <a:pt x="3806" y="672"/>
                      </a:lnTo>
                      <a:cubicBezTo>
                        <a:pt x="2911" y="-224"/>
                        <a:pt x="1567" y="-224"/>
                        <a:pt x="672" y="672"/>
                      </a:cubicBezTo>
                      <a:cubicBezTo>
                        <a:pt x="-224" y="1567"/>
                        <a:pt x="-224" y="2911"/>
                        <a:pt x="672" y="3806"/>
                      </a:cubicBezTo>
                      <a:lnTo>
                        <a:pt x="12314" y="15448"/>
                      </a:lnTo>
                      <a:lnTo>
                        <a:pt x="672" y="27091"/>
                      </a:lnTo>
                      <a:cubicBezTo>
                        <a:pt x="-224" y="27986"/>
                        <a:pt x="-224" y="29330"/>
                        <a:pt x="672" y="30225"/>
                      </a:cubicBezTo>
                      <a:cubicBezTo>
                        <a:pt x="1119" y="30673"/>
                        <a:pt x="1567" y="30673"/>
                        <a:pt x="2463" y="30673"/>
                      </a:cubicBezTo>
                      <a:cubicBezTo>
                        <a:pt x="3358" y="30673"/>
                        <a:pt x="3806" y="30673"/>
                        <a:pt x="4254" y="30225"/>
                      </a:cubicBezTo>
                      <a:lnTo>
                        <a:pt x="15896" y="18583"/>
                      </a:lnTo>
                      <a:lnTo>
                        <a:pt x="27539" y="30225"/>
                      </a:lnTo>
                      <a:cubicBezTo>
                        <a:pt x="27986" y="30673"/>
                        <a:pt x="28434" y="30673"/>
                        <a:pt x="29330" y="30673"/>
                      </a:cubicBezTo>
                      <a:cubicBezTo>
                        <a:pt x="30225" y="30673"/>
                        <a:pt x="30673" y="30673"/>
                        <a:pt x="31121" y="30225"/>
                      </a:cubicBezTo>
                      <a:cubicBezTo>
                        <a:pt x="32016" y="29330"/>
                        <a:pt x="32016" y="27986"/>
                        <a:pt x="31121" y="27091"/>
                      </a:cubicBezTo>
                      <a:lnTo>
                        <a:pt x="18583" y="1544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11" name="Freeform: Shape 4607">
                  <a:extLst>
                    <a:ext uri="{FF2B5EF4-FFF2-40B4-BE49-F238E27FC236}">
                      <a16:creationId xmlns:a16="http://schemas.microsoft.com/office/drawing/2014/main" id="{A1441655-00DC-876D-5951-3473F8392A5B}"/>
                    </a:ext>
                  </a:extLst>
                </p:cNvPr>
                <p:cNvSpPr/>
                <p:nvPr/>
              </p:nvSpPr>
              <p:spPr>
                <a:xfrm>
                  <a:off x="2528140" y="4248639"/>
                  <a:ext cx="31345" cy="4478"/>
                </a:xfrm>
                <a:custGeom>
                  <a:avLst/>
                  <a:gdLst>
                    <a:gd name="connsiteX0" fmla="*/ 29106 w 31344"/>
                    <a:gd name="connsiteY0" fmla="*/ 4478 h 4477"/>
                    <a:gd name="connsiteX1" fmla="*/ 2239 w 31344"/>
                    <a:gd name="connsiteY1" fmla="*/ 4478 h 4477"/>
                    <a:gd name="connsiteX2" fmla="*/ 0 w 31344"/>
                    <a:gd name="connsiteY2" fmla="*/ 2239 h 4477"/>
                    <a:gd name="connsiteX3" fmla="*/ 2239 w 31344"/>
                    <a:gd name="connsiteY3" fmla="*/ 0 h 4477"/>
                    <a:gd name="connsiteX4" fmla="*/ 29106 w 31344"/>
                    <a:gd name="connsiteY4" fmla="*/ 0 h 4477"/>
                    <a:gd name="connsiteX5" fmla="*/ 31345 w 31344"/>
                    <a:gd name="connsiteY5" fmla="*/ 2239 h 4477"/>
                    <a:gd name="connsiteX6" fmla="*/ 29106 w 31344"/>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44" h="4477">
                      <a:moveTo>
                        <a:pt x="29106" y="4478"/>
                      </a:moveTo>
                      <a:lnTo>
                        <a:pt x="2239" y="4478"/>
                      </a:lnTo>
                      <a:cubicBezTo>
                        <a:pt x="895" y="4478"/>
                        <a:pt x="0" y="3582"/>
                        <a:pt x="0" y="2239"/>
                      </a:cubicBezTo>
                      <a:cubicBezTo>
                        <a:pt x="0" y="896"/>
                        <a:pt x="895" y="0"/>
                        <a:pt x="2239" y="0"/>
                      </a:cubicBezTo>
                      <a:lnTo>
                        <a:pt x="29106" y="0"/>
                      </a:lnTo>
                      <a:cubicBezTo>
                        <a:pt x="30449" y="0"/>
                        <a:pt x="31345" y="896"/>
                        <a:pt x="31345" y="2239"/>
                      </a:cubicBezTo>
                      <a:cubicBezTo>
                        <a:pt x="31345" y="3582"/>
                        <a:pt x="30001" y="4478"/>
                        <a:pt x="2910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12" name="Freeform: Shape 4608">
                  <a:extLst>
                    <a:ext uri="{FF2B5EF4-FFF2-40B4-BE49-F238E27FC236}">
                      <a16:creationId xmlns:a16="http://schemas.microsoft.com/office/drawing/2014/main" id="{426A50A6-B3FF-5B81-78A6-90F002F69736}"/>
                    </a:ext>
                  </a:extLst>
                </p:cNvPr>
                <p:cNvSpPr/>
                <p:nvPr/>
              </p:nvSpPr>
              <p:spPr>
                <a:xfrm>
                  <a:off x="2541574" y="4261849"/>
                  <a:ext cx="4478" cy="4478"/>
                </a:xfrm>
                <a:custGeom>
                  <a:avLst/>
                  <a:gdLst>
                    <a:gd name="connsiteX0" fmla="*/ 2239 w 0"/>
                    <a:gd name="connsiteY0" fmla="*/ 4702 h 4477"/>
                    <a:gd name="connsiteX1" fmla="*/ 448 w 0"/>
                    <a:gd name="connsiteY1" fmla="*/ 4254 h 4477"/>
                    <a:gd name="connsiteX2" fmla="*/ 0 w 0"/>
                    <a:gd name="connsiteY2" fmla="*/ 2463 h 4477"/>
                    <a:gd name="connsiteX3" fmla="*/ 448 w 0"/>
                    <a:gd name="connsiteY3" fmla="*/ 672 h 4477"/>
                    <a:gd name="connsiteX4" fmla="*/ 3582 w 0"/>
                    <a:gd name="connsiteY4" fmla="*/ 672 h 4477"/>
                    <a:gd name="connsiteX5" fmla="*/ 4030 w 0"/>
                    <a:gd name="connsiteY5" fmla="*/ 2463 h 4477"/>
                    <a:gd name="connsiteX6" fmla="*/ 3582 w 0"/>
                    <a:gd name="connsiteY6" fmla="*/ 4254 h 4477"/>
                    <a:gd name="connsiteX7" fmla="*/ 2239 w 0"/>
                    <a:gd name="connsiteY7" fmla="*/ 4702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h="4477">
                      <a:moveTo>
                        <a:pt x="2239" y="4702"/>
                      </a:moveTo>
                      <a:cubicBezTo>
                        <a:pt x="1791" y="4702"/>
                        <a:pt x="895" y="4254"/>
                        <a:pt x="448" y="4254"/>
                      </a:cubicBezTo>
                      <a:cubicBezTo>
                        <a:pt x="0" y="3806"/>
                        <a:pt x="0" y="3358"/>
                        <a:pt x="0" y="2463"/>
                      </a:cubicBezTo>
                      <a:cubicBezTo>
                        <a:pt x="0" y="2015"/>
                        <a:pt x="448" y="1119"/>
                        <a:pt x="448" y="672"/>
                      </a:cubicBezTo>
                      <a:cubicBezTo>
                        <a:pt x="1343" y="-224"/>
                        <a:pt x="2687" y="-224"/>
                        <a:pt x="3582" y="672"/>
                      </a:cubicBezTo>
                      <a:cubicBezTo>
                        <a:pt x="4030" y="1119"/>
                        <a:pt x="4030" y="1567"/>
                        <a:pt x="4030" y="2463"/>
                      </a:cubicBezTo>
                      <a:cubicBezTo>
                        <a:pt x="4030" y="2911"/>
                        <a:pt x="3582" y="3806"/>
                        <a:pt x="3582" y="4254"/>
                      </a:cubicBezTo>
                      <a:cubicBezTo>
                        <a:pt x="3134" y="4254"/>
                        <a:pt x="2687" y="4702"/>
                        <a:pt x="2239" y="470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13" name="Freeform: Shape 4609">
                  <a:extLst>
                    <a:ext uri="{FF2B5EF4-FFF2-40B4-BE49-F238E27FC236}">
                      <a16:creationId xmlns:a16="http://schemas.microsoft.com/office/drawing/2014/main" id="{D90A9869-F6AD-06C4-D0BF-F01EE0A7F0AA}"/>
                    </a:ext>
                  </a:extLst>
                </p:cNvPr>
                <p:cNvSpPr/>
                <p:nvPr/>
              </p:nvSpPr>
              <p:spPr>
                <a:xfrm>
                  <a:off x="2447540" y="4154605"/>
                  <a:ext cx="58212" cy="58212"/>
                </a:xfrm>
                <a:custGeom>
                  <a:avLst/>
                  <a:gdLst>
                    <a:gd name="connsiteX0" fmla="*/ 55973 w 58211"/>
                    <a:gd name="connsiteY0" fmla="*/ 58212 h 58211"/>
                    <a:gd name="connsiteX1" fmla="*/ 2239 w 58211"/>
                    <a:gd name="connsiteY1" fmla="*/ 58212 h 58211"/>
                    <a:gd name="connsiteX2" fmla="*/ 0 w 58211"/>
                    <a:gd name="connsiteY2" fmla="*/ 55973 h 58211"/>
                    <a:gd name="connsiteX3" fmla="*/ 0 w 58211"/>
                    <a:gd name="connsiteY3" fmla="*/ 2239 h 58211"/>
                    <a:gd name="connsiteX4" fmla="*/ 2239 w 58211"/>
                    <a:gd name="connsiteY4" fmla="*/ 0 h 58211"/>
                    <a:gd name="connsiteX5" fmla="*/ 55973 w 58211"/>
                    <a:gd name="connsiteY5" fmla="*/ 0 h 58211"/>
                    <a:gd name="connsiteX6" fmla="*/ 58212 w 58211"/>
                    <a:gd name="connsiteY6" fmla="*/ 2239 h 58211"/>
                    <a:gd name="connsiteX7" fmla="*/ 58212 w 58211"/>
                    <a:gd name="connsiteY7" fmla="*/ 55973 h 58211"/>
                    <a:gd name="connsiteX8" fmla="*/ 55973 w 58211"/>
                    <a:gd name="connsiteY8" fmla="*/ 58212 h 58211"/>
                    <a:gd name="connsiteX9" fmla="*/ 4478 w 58211"/>
                    <a:gd name="connsiteY9" fmla="*/ 53734 h 58211"/>
                    <a:gd name="connsiteX10" fmla="*/ 53734 w 58211"/>
                    <a:gd name="connsiteY10" fmla="*/ 53734 h 58211"/>
                    <a:gd name="connsiteX11" fmla="*/ 53734 w 58211"/>
                    <a:gd name="connsiteY11" fmla="*/ 4478 h 58211"/>
                    <a:gd name="connsiteX12" fmla="*/ 4478 w 58211"/>
                    <a:gd name="connsiteY12" fmla="*/ 4478 h 58211"/>
                    <a:gd name="connsiteX13" fmla="*/ 4478 w 58211"/>
                    <a:gd name="connsiteY13" fmla="*/ 53734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211" h="58211">
                      <a:moveTo>
                        <a:pt x="55973" y="58212"/>
                      </a:moveTo>
                      <a:lnTo>
                        <a:pt x="2239" y="58212"/>
                      </a:lnTo>
                      <a:cubicBezTo>
                        <a:pt x="895" y="58212"/>
                        <a:pt x="0" y="57316"/>
                        <a:pt x="0" y="55973"/>
                      </a:cubicBezTo>
                      <a:lnTo>
                        <a:pt x="0" y="2239"/>
                      </a:lnTo>
                      <a:cubicBezTo>
                        <a:pt x="0" y="896"/>
                        <a:pt x="895" y="0"/>
                        <a:pt x="2239" y="0"/>
                      </a:cubicBezTo>
                      <a:lnTo>
                        <a:pt x="55973" y="0"/>
                      </a:lnTo>
                      <a:cubicBezTo>
                        <a:pt x="57316" y="0"/>
                        <a:pt x="58212" y="896"/>
                        <a:pt x="58212" y="2239"/>
                      </a:cubicBezTo>
                      <a:lnTo>
                        <a:pt x="58212" y="55973"/>
                      </a:lnTo>
                      <a:cubicBezTo>
                        <a:pt x="58212" y="57316"/>
                        <a:pt x="57316" y="58212"/>
                        <a:pt x="55973" y="58212"/>
                      </a:cubicBezTo>
                      <a:close/>
                      <a:moveTo>
                        <a:pt x="4478" y="53734"/>
                      </a:moveTo>
                      <a:lnTo>
                        <a:pt x="53734" y="53734"/>
                      </a:lnTo>
                      <a:lnTo>
                        <a:pt x="53734" y="4478"/>
                      </a:lnTo>
                      <a:lnTo>
                        <a:pt x="4478" y="4478"/>
                      </a:lnTo>
                      <a:lnTo>
                        <a:pt x="4478" y="537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14" name="Freeform: Shape 4610">
                  <a:extLst>
                    <a:ext uri="{FF2B5EF4-FFF2-40B4-BE49-F238E27FC236}">
                      <a16:creationId xmlns:a16="http://schemas.microsoft.com/office/drawing/2014/main" id="{0238C885-D707-902F-A58F-9FE61D36FEB3}"/>
                    </a:ext>
                  </a:extLst>
                </p:cNvPr>
                <p:cNvSpPr/>
                <p:nvPr/>
              </p:nvSpPr>
              <p:spPr>
                <a:xfrm>
                  <a:off x="2514707" y="4154605"/>
                  <a:ext cx="58212" cy="58212"/>
                </a:xfrm>
                <a:custGeom>
                  <a:avLst/>
                  <a:gdLst>
                    <a:gd name="connsiteX0" fmla="*/ 55973 w 58211"/>
                    <a:gd name="connsiteY0" fmla="*/ 58212 h 58211"/>
                    <a:gd name="connsiteX1" fmla="*/ 2239 w 58211"/>
                    <a:gd name="connsiteY1" fmla="*/ 58212 h 58211"/>
                    <a:gd name="connsiteX2" fmla="*/ 0 w 58211"/>
                    <a:gd name="connsiteY2" fmla="*/ 55973 h 58211"/>
                    <a:gd name="connsiteX3" fmla="*/ 0 w 58211"/>
                    <a:gd name="connsiteY3" fmla="*/ 2239 h 58211"/>
                    <a:gd name="connsiteX4" fmla="*/ 2239 w 58211"/>
                    <a:gd name="connsiteY4" fmla="*/ 0 h 58211"/>
                    <a:gd name="connsiteX5" fmla="*/ 55973 w 58211"/>
                    <a:gd name="connsiteY5" fmla="*/ 0 h 58211"/>
                    <a:gd name="connsiteX6" fmla="*/ 58212 w 58211"/>
                    <a:gd name="connsiteY6" fmla="*/ 2239 h 58211"/>
                    <a:gd name="connsiteX7" fmla="*/ 58212 w 58211"/>
                    <a:gd name="connsiteY7" fmla="*/ 55973 h 58211"/>
                    <a:gd name="connsiteX8" fmla="*/ 55973 w 58211"/>
                    <a:gd name="connsiteY8" fmla="*/ 58212 h 58211"/>
                    <a:gd name="connsiteX9" fmla="*/ 4478 w 58211"/>
                    <a:gd name="connsiteY9" fmla="*/ 53734 h 58211"/>
                    <a:gd name="connsiteX10" fmla="*/ 53734 w 58211"/>
                    <a:gd name="connsiteY10" fmla="*/ 53734 h 58211"/>
                    <a:gd name="connsiteX11" fmla="*/ 53734 w 58211"/>
                    <a:gd name="connsiteY11" fmla="*/ 4478 h 58211"/>
                    <a:gd name="connsiteX12" fmla="*/ 4478 w 58211"/>
                    <a:gd name="connsiteY12" fmla="*/ 4478 h 58211"/>
                    <a:gd name="connsiteX13" fmla="*/ 4478 w 58211"/>
                    <a:gd name="connsiteY13" fmla="*/ 53734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211" h="58211">
                      <a:moveTo>
                        <a:pt x="55973" y="58212"/>
                      </a:moveTo>
                      <a:lnTo>
                        <a:pt x="2239" y="58212"/>
                      </a:lnTo>
                      <a:cubicBezTo>
                        <a:pt x="895" y="58212"/>
                        <a:pt x="0" y="57316"/>
                        <a:pt x="0" y="55973"/>
                      </a:cubicBezTo>
                      <a:lnTo>
                        <a:pt x="0" y="2239"/>
                      </a:lnTo>
                      <a:cubicBezTo>
                        <a:pt x="0" y="896"/>
                        <a:pt x="895" y="0"/>
                        <a:pt x="2239" y="0"/>
                      </a:cubicBezTo>
                      <a:lnTo>
                        <a:pt x="55973" y="0"/>
                      </a:lnTo>
                      <a:cubicBezTo>
                        <a:pt x="57316" y="0"/>
                        <a:pt x="58212" y="896"/>
                        <a:pt x="58212" y="2239"/>
                      </a:cubicBezTo>
                      <a:lnTo>
                        <a:pt x="58212" y="55973"/>
                      </a:lnTo>
                      <a:cubicBezTo>
                        <a:pt x="58212" y="57316"/>
                        <a:pt x="57316" y="58212"/>
                        <a:pt x="55973" y="58212"/>
                      </a:cubicBezTo>
                      <a:close/>
                      <a:moveTo>
                        <a:pt x="4478" y="53734"/>
                      </a:moveTo>
                      <a:lnTo>
                        <a:pt x="53734" y="53734"/>
                      </a:lnTo>
                      <a:lnTo>
                        <a:pt x="53734" y="4478"/>
                      </a:lnTo>
                      <a:lnTo>
                        <a:pt x="4478" y="4478"/>
                      </a:lnTo>
                      <a:lnTo>
                        <a:pt x="4478" y="537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15" name="Freeform: Shape 4611">
                  <a:extLst>
                    <a:ext uri="{FF2B5EF4-FFF2-40B4-BE49-F238E27FC236}">
                      <a16:creationId xmlns:a16="http://schemas.microsoft.com/office/drawing/2014/main" id="{81D8CF48-76C4-BFD8-5C13-211513E80A25}"/>
                    </a:ext>
                  </a:extLst>
                </p:cNvPr>
                <p:cNvSpPr/>
                <p:nvPr/>
              </p:nvSpPr>
              <p:spPr>
                <a:xfrm>
                  <a:off x="2447540" y="4221772"/>
                  <a:ext cx="58212" cy="58212"/>
                </a:xfrm>
                <a:custGeom>
                  <a:avLst/>
                  <a:gdLst>
                    <a:gd name="connsiteX0" fmla="*/ 55973 w 58211"/>
                    <a:gd name="connsiteY0" fmla="*/ 58212 h 58211"/>
                    <a:gd name="connsiteX1" fmla="*/ 2239 w 58211"/>
                    <a:gd name="connsiteY1" fmla="*/ 58212 h 58211"/>
                    <a:gd name="connsiteX2" fmla="*/ 0 w 58211"/>
                    <a:gd name="connsiteY2" fmla="*/ 55973 h 58211"/>
                    <a:gd name="connsiteX3" fmla="*/ 0 w 58211"/>
                    <a:gd name="connsiteY3" fmla="*/ 2239 h 58211"/>
                    <a:gd name="connsiteX4" fmla="*/ 2239 w 58211"/>
                    <a:gd name="connsiteY4" fmla="*/ 0 h 58211"/>
                    <a:gd name="connsiteX5" fmla="*/ 55973 w 58211"/>
                    <a:gd name="connsiteY5" fmla="*/ 0 h 58211"/>
                    <a:gd name="connsiteX6" fmla="*/ 58212 w 58211"/>
                    <a:gd name="connsiteY6" fmla="*/ 2239 h 58211"/>
                    <a:gd name="connsiteX7" fmla="*/ 58212 w 58211"/>
                    <a:gd name="connsiteY7" fmla="*/ 55973 h 58211"/>
                    <a:gd name="connsiteX8" fmla="*/ 55973 w 58211"/>
                    <a:gd name="connsiteY8" fmla="*/ 58212 h 58211"/>
                    <a:gd name="connsiteX9" fmla="*/ 4478 w 58211"/>
                    <a:gd name="connsiteY9" fmla="*/ 53734 h 58211"/>
                    <a:gd name="connsiteX10" fmla="*/ 53734 w 58211"/>
                    <a:gd name="connsiteY10" fmla="*/ 53734 h 58211"/>
                    <a:gd name="connsiteX11" fmla="*/ 53734 w 58211"/>
                    <a:gd name="connsiteY11" fmla="*/ 4478 h 58211"/>
                    <a:gd name="connsiteX12" fmla="*/ 4478 w 58211"/>
                    <a:gd name="connsiteY12" fmla="*/ 4478 h 58211"/>
                    <a:gd name="connsiteX13" fmla="*/ 4478 w 58211"/>
                    <a:gd name="connsiteY13" fmla="*/ 53734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211" h="58211">
                      <a:moveTo>
                        <a:pt x="55973" y="58212"/>
                      </a:moveTo>
                      <a:lnTo>
                        <a:pt x="2239" y="58212"/>
                      </a:lnTo>
                      <a:cubicBezTo>
                        <a:pt x="895" y="58212"/>
                        <a:pt x="0" y="57316"/>
                        <a:pt x="0" y="55973"/>
                      </a:cubicBezTo>
                      <a:lnTo>
                        <a:pt x="0" y="2239"/>
                      </a:lnTo>
                      <a:cubicBezTo>
                        <a:pt x="0" y="896"/>
                        <a:pt x="895" y="0"/>
                        <a:pt x="2239" y="0"/>
                      </a:cubicBezTo>
                      <a:lnTo>
                        <a:pt x="55973" y="0"/>
                      </a:lnTo>
                      <a:cubicBezTo>
                        <a:pt x="57316" y="0"/>
                        <a:pt x="58212" y="896"/>
                        <a:pt x="58212" y="2239"/>
                      </a:cubicBezTo>
                      <a:lnTo>
                        <a:pt x="58212" y="55973"/>
                      </a:lnTo>
                      <a:cubicBezTo>
                        <a:pt x="58212" y="57316"/>
                        <a:pt x="57316" y="58212"/>
                        <a:pt x="55973" y="58212"/>
                      </a:cubicBezTo>
                      <a:close/>
                      <a:moveTo>
                        <a:pt x="4478" y="53734"/>
                      </a:moveTo>
                      <a:lnTo>
                        <a:pt x="53734" y="53734"/>
                      </a:lnTo>
                      <a:lnTo>
                        <a:pt x="53734" y="4478"/>
                      </a:lnTo>
                      <a:lnTo>
                        <a:pt x="4478" y="4478"/>
                      </a:lnTo>
                      <a:lnTo>
                        <a:pt x="4478" y="537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16" name="Freeform: Shape 4612">
                  <a:extLst>
                    <a:ext uri="{FF2B5EF4-FFF2-40B4-BE49-F238E27FC236}">
                      <a16:creationId xmlns:a16="http://schemas.microsoft.com/office/drawing/2014/main" id="{BF972EC0-217A-973E-8170-2A6E9C23C5A2}"/>
                    </a:ext>
                  </a:extLst>
                </p:cNvPr>
                <p:cNvSpPr/>
                <p:nvPr/>
              </p:nvSpPr>
              <p:spPr>
                <a:xfrm>
                  <a:off x="2514707" y="4221772"/>
                  <a:ext cx="58212" cy="58212"/>
                </a:xfrm>
                <a:custGeom>
                  <a:avLst/>
                  <a:gdLst>
                    <a:gd name="connsiteX0" fmla="*/ 55973 w 58211"/>
                    <a:gd name="connsiteY0" fmla="*/ 58212 h 58211"/>
                    <a:gd name="connsiteX1" fmla="*/ 2239 w 58211"/>
                    <a:gd name="connsiteY1" fmla="*/ 58212 h 58211"/>
                    <a:gd name="connsiteX2" fmla="*/ 0 w 58211"/>
                    <a:gd name="connsiteY2" fmla="*/ 55973 h 58211"/>
                    <a:gd name="connsiteX3" fmla="*/ 0 w 58211"/>
                    <a:gd name="connsiteY3" fmla="*/ 2239 h 58211"/>
                    <a:gd name="connsiteX4" fmla="*/ 2239 w 58211"/>
                    <a:gd name="connsiteY4" fmla="*/ 0 h 58211"/>
                    <a:gd name="connsiteX5" fmla="*/ 55973 w 58211"/>
                    <a:gd name="connsiteY5" fmla="*/ 0 h 58211"/>
                    <a:gd name="connsiteX6" fmla="*/ 58212 w 58211"/>
                    <a:gd name="connsiteY6" fmla="*/ 2239 h 58211"/>
                    <a:gd name="connsiteX7" fmla="*/ 58212 w 58211"/>
                    <a:gd name="connsiteY7" fmla="*/ 55973 h 58211"/>
                    <a:gd name="connsiteX8" fmla="*/ 55973 w 58211"/>
                    <a:gd name="connsiteY8" fmla="*/ 58212 h 58211"/>
                    <a:gd name="connsiteX9" fmla="*/ 4478 w 58211"/>
                    <a:gd name="connsiteY9" fmla="*/ 53734 h 58211"/>
                    <a:gd name="connsiteX10" fmla="*/ 53734 w 58211"/>
                    <a:gd name="connsiteY10" fmla="*/ 53734 h 58211"/>
                    <a:gd name="connsiteX11" fmla="*/ 53734 w 58211"/>
                    <a:gd name="connsiteY11" fmla="*/ 4478 h 58211"/>
                    <a:gd name="connsiteX12" fmla="*/ 4478 w 58211"/>
                    <a:gd name="connsiteY12" fmla="*/ 4478 h 58211"/>
                    <a:gd name="connsiteX13" fmla="*/ 4478 w 58211"/>
                    <a:gd name="connsiteY13" fmla="*/ 53734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211" h="58211">
                      <a:moveTo>
                        <a:pt x="55973" y="58212"/>
                      </a:moveTo>
                      <a:lnTo>
                        <a:pt x="2239" y="58212"/>
                      </a:lnTo>
                      <a:cubicBezTo>
                        <a:pt x="895" y="58212"/>
                        <a:pt x="0" y="57316"/>
                        <a:pt x="0" y="55973"/>
                      </a:cubicBezTo>
                      <a:lnTo>
                        <a:pt x="0" y="2239"/>
                      </a:lnTo>
                      <a:cubicBezTo>
                        <a:pt x="0" y="896"/>
                        <a:pt x="895" y="0"/>
                        <a:pt x="2239" y="0"/>
                      </a:cubicBezTo>
                      <a:lnTo>
                        <a:pt x="55973" y="0"/>
                      </a:lnTo>
                      <a:cubicBezTo>
                        <a:pt x="57316" y="0"/>
                        <a:pt x="58212" y="896"/>
                        <a:pt x="58212" y="2239"/>
                      </a:cubicBezTo>
                      <a:lnTo>
                        <a:pt x="58212" y="55973"/>
                      </a:lnTo>
                      <a:cubicBezTo>
                        <a:pt x="58212" y="57316"/>
                        <a:pt x="57316" y="58212"/>
                        <a:pt x="55973" y="58212"/>
                      </a:cubicBezTo>
                      <a:close/>
                      <a:moveTo>
                        <a:pt x="4478" y="53734"/>
                      </a:moveTo>
                      <a:lnTo>
                        <a:pt x="53734" y="53734"/>
                      </a:lnTo>
                      <a:lnTo>
                        <a:pt x="53734" y="4478"/>
                      </a:lnTo>
                      <a:lnTo>
                        <a:pt x="4478" y="4478"/>
                      </a:lnTo>
                      <a:lnTo>
                        <a:pt x="4478" y="537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17" name="Freeform: Shape 4613">
                  <a:extLst>
                    <a:ext uri="{FF2B5EF4-FFF2-40B4-BE49-F238E27FC236}">
                      <a16:creationId xmlns:a16="http://schemas.microsoft.com/office/drawing/2014/main" id="{20576A9D-38D0-AC50-4712-170B7E0E0B23}"/>
                    </a:ext>
                  </a:extLst>
                </p:cNvPr>
                <p:cNvSpPr/>
                <p:nvPr/>
              </p:nvSpPr>
              <p:spPr>
                <a:xfrm>
                  <a:off x="2541574" y="4234982"/>
                  <a:ext cx="4478" cy="4478"/>
                </a:xfrm>
                <a:custGeom>
                  <a:avLst/>
                  <a:gdLst>
                    <a:gd name="connsiteX0" fmla="*/ 2239 w 0"/>
                    <a:gd name="connsiteY0" fmla="*/ 4702 h 4477"/>
                    <a:gd name="connsiteX1" fmla="*/ 448 w 0"/>
                    <a:gd name="connsiteY1" fmla="*/ 4254 h 4477"/>
                    <a:gd name="connsiteX2" fmla="*/ 0 w 0"/>
                    <a:gd name="connsiteY2" fmla="*/ 2463 h 4477"/>
                    <a:gd name="connsiteX3" fmla="*/ 448 w 0"/>
                    <a:gd name="connsiteY3" fmla="*/ 672 h 4477"/>
                    <a:gd name="connsiteX4" fmla="*/ 3582 w 0"/>
                    <a:gd name="connsiteY4" fmla="*/ 672 h 4477"/>
                    <a:gd name="connsiteX5" fmla="*/ 4030 w 0"/>
                    <a:gd name="connsiteY5" fmla="*/ 2463 h 4477"/>
                    <a:gd name="connsiteX6" fmla="*/ 3582 w 0"/>
                    <a:gd name="connsiteY6" fmla="*/ 4254 h 4477"/>
                    <a:gd name="connsiteX7" fmla="*/ 2239 w 0"/>
                    <a:gd name="connsiteY7" fmla="*/ 4702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h="4477">
                      <a:moveTo>
                        <a:pt x="2239" y="4702"/>
                      </a:moveTo>
                      <a:cubicBezTo>
                        <a:pt x="1791" y="4702"/>
                        <a:pt x="895" y="4254"/>
                        <a:pt x="448" y="4254"/>
                      </a:cubicBezTo>
                      <a:cubicBezTo>
                        <a:pt x="0" y="3806"/>
                        <a:pt x="0" y="3358"/>
                        <a:pt x="0" y="2463"/>
                      </a:cubicBezTo>
                      <a:cubicBezTo>
                        <a:pt x="0" y="2015"/>
                        <a:pt x="448" y="1119"/>
                        <a:pt x="448" y="672"/>
                      </a:cubicBezTo>
                      <a:cubicBezTo>
                        <a:pt x="1343" y="-224"/>
                        <a:pt x="2687" y="-224"/>
                        <a:pt x="3582" y="672"/>
                      </a:cubicBezTo>
                      <a:cubicBezTo>
                        <a:pt x="4030" y="1119"/>
                        <a:pt x="4030" y="1567"/>
                        <a:pt x="4030" y="2463"/>
                      </a:cubicBezTo>
                      <a:cubicBezTo>
                        <a:pt x="4030" y="2911"/>
                        <a:pt x="3582" y="3806"/>
                        <a:pt x="3582" y="4254"/>
                      </a:cubicBezTo>
                      <a:cubicBezTo>
                        <a:pt x="3134" y="4254"/>
                        <a:pt x="2687" y="4702"/>
                        <a:pt x="2239" y="470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718" name="Group 4614">
                <a:extLst>
                  <a:ext uri="{FF2B5EF4-FFF2-40B4-BE49-F238E27FC236}">
                    <a16:creationId xmlns:a16="http://schemas.microsoft.com/office/drawing/2014/main" id="{17DCDF74-A64B-E9A8-6370-85E28DD9169D}"/>
                  </a:ext>
                  <a:ext uri="{C183D7F6-B498-43B3-948B-1728B52AA6E4}">
                    <adec:decorative xmlns:adec="http://schemas.microsoft.com/office/drawing/2017/decorative" val="1"/>
                  </a:ext>
                </a:extLst>
              </p:cNvPr>
              <p:cNvGrpSpPr>
                <a:grpSpLocks noChangeAspect="1"/>
              </p:cNvGrpSpPr>
              <p:nvPr/>
            </p:nvGrpSpPr>
            <p:grpSpPr>
              <a:xfrm>
                <a:off x="3694786" y="4904076"/>
                <a:ext cx="134335" cy="85078"/>
                <a:chOff x="3746107" y="4172964"/>
                <a:chExt cx="134335" cy="85078"/>
              </a:xfrm>
            </p:grpSpPr>
            <p:sp>
              <p:nvSpPr>
                <p:cNvPr id="719" name="Freeform: Shape 4615">
                  <a:extLst>
                    <a:ext uri="{FF2B5EF4-FFF2-40B4-BE49-F238E27FC236}">
                      <a16:creationId xmlns:a16="http://schemas.microsoft.com/office/drawing/2014/main" id="{04C7E358-2045-856C-58C3-9F754B8D4298}"/>
                    </a:ext>
                  </a:extLst>
                </p:cNvPr>
                <p:cNvSpPr/>
                <p:nvPr/>
              </p:nvSpPr>
              <p:spPr>
                <a:xfrm>
                  <a:off x="3746107" y="4215055"/>
                  <a:ext cx="134335" cy="4478"/>
                </a:xfrm>
                <a:custGeom>
                  <a:avLst/>
                  <a:gdLst>
                    <a:gd name="connsiteX0" fmla="*/ 136126 w 134334"/>
                    <a:gd name="connsiteY0" fmla="*/ 4478 h 4477"/>
                    <a:gd name="connsiteX1" fmla="*/ 2239 w 134334"/>
                    <a:gd name="connsiteY1" fmla="*/ 4478 h 4477"/>
                    <a:gd name="connsiteX2" fmla="*/ 0 w 134334"/>
                    <a:gd name="connsiteY2" fmla="*/ 2239 h 4477"/>
                    <a:gd name="connsiteX3" fmla="*/ 2239 w 134334"/>
                    <a:gd name="connsiteY3" fmla="*/ 0 h 4477"/>
                    <a:gd name="connsiteX4" fmla="*/ 136126 w 134334"/>
                    <a:gd name="connsiteY4" fmla="*/ 0 h 4477"/>
                    <a:gd name="connsiteX5" fmla="*/ 138364 w 134334"/>
                    <a:gd name="connsiteY5" fmla="*/ 2239 h 4477"/>
                    <a:gd name="connsiteX6" fmla="*/ 136126 w 134334"/>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4" h="4477">
                      <a:moveTo>
                        <a:pt x="136126" y="4478"/>
                      </a:moveTo>
                      <a:lnTo>
                        <a:pt x="2239" y="4478"/>
                      </a:lnTo>
                      <a:cubicBezTo>
                        <a:pt x="896" y="4478"/>
                        <a:pt x="0" y="3582"/>
                        <a:pt x="0" y="2239"/>
                      </a:cubicBezTo>
                      <a:cubicBezTo>
                        <a:pt x="0" y="896"/>
                        <a:pt x="896" y="0"/>
                        <a:pt x="2239" y="0"/>
                      </a:cubicBezTo>
                      <a:lnTo>
                        <a:pt x="136126" y="0"/>
                      </a:lnTo>
                      <a:cubicBezTo>
                        <a:pt x="137469" y="0"/>
                        <a:pt x="138364" y="896"/>
                        <a:pt x="138364" y="2239"/>
                      </a:cubicBezTo>
                      <a:cubicBezTo>
                        <a:pt x="138364" y="3582"/>
                        <a:pt x="137469" y="4478"/>
                        <a:pt x="13612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20" name="Freeform: Shape 4616">
                  <a:extLst>
                    <a:ext uri="{FF2B5EF4-FFF2-40B4-BE49-F238E27FC236}">
                      <a16:creationId xmlns:a16="http://schemas.microsoft.com/office/drawing/2014/main" id="{4A0B7E21-B0B9-0367-A106-BF8D29C68EEF}"/>
                    </a:ext>
                  </a:extLst>
                </p:cNvPr>
                <p:cNvSpPr/>
                <p:nvPr/>
              </p:nvSpPr>
              <p:spPr>
                <a:xfrm>
                  <a:off x="3804766" y="4172964"/>
                  <a:ext cx="17911" cy="17911"/>
                </a:xfrm>
                <a:custGeom>
                  <a:avLst/>
                  <a:gdLst>
                    <a:gd name="connsiteX0" fmla="*/ 21493 w 17911"/>
                    <a:gd name="connsiteY0" fmla="*/ 10747 h 17911"/>
                    <a:gd name="connsiteX1" fmla="*/ 10747 w 17911"/>
                    <a:gd name="connsiteY1" fmla="*/ 21494 h 17911"/>
                    <a:gd name="connsiteX2" fmla="*/ 0 w 17911"/>
                    <a:gd name="connsiteY2" fmla="*/ 10747 h 17911"/>
                    <a:gd name="connsiteX3" fmla="*/ 10747 w 17911"/>
                    <a:gd name="connsiteY3" fmla="*/ 0 h 17911"/>
                    <a:gd name="connsiteX4" fmla="*/ 21493 w 17911"/>
                    <a:gd name="connsiteY4" fmla="*/ 10747 h 17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 h="17911">
                      <a:moveTo>
                        <a:pt x="21493" y="10747"/>
                      </a:moveTo>
                      <a:cubicBezTo>
                        <a:pt x="21493" y="16682"/>
                        <a:pt x="16682" y="21494"/>
                        <a:pt x="10747" y="21494"/>
                      </a:cubicBezTo>
                      <a:cubicBezTo>
                        <a:pt x="4811" y="21494"/>
                        <a:pt x="0" y="16682"/>
                        <a:pt x="0" y="10747"/>
                      </a:cubicBezTo>
                      <a:cubicBezTo>
                        <a:pt x="0" y="4811"/>
                        <a:pt x="4811" y="0"/>
                        <a:pt x="10747" y="0"/>
                      </a:cubicBezTo>
                      <a:cubicBezTo>
                        <a:pt x="16682" y="0"/>
                        <a:pt x="21493" y="4811"/>
                        <a:pt x="21493" y="1074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21" name="Freeform: Shape 4617">
                  <a:extLst>
                    <a:ext uri="{FF2B5EF4-FFF2-40B4-BE49-F238E27FC236}">
                      <a16:creationId xmlns:a16="http://schemas.microsoft.com/office/drawing/2014/main" id="{89FDB793-5F27-FBDA-3234-BED42292A929}"/>
                    </a:ext>
                  </a:extLst>
                </p:cNvPr>
                <p:cNvSpPr/>
                <p:nvPr/>
              </p:nvSpPr>
              <p:spPr>
                <a:xfrm>
                  <a:off x="3804766" y="4240131"/>
                  <a:ext cx="17911" cy="17911"/>
                </a:xfrm>
                <a:custGeom>
                  <a:avLst/>
                  <a:gdLst>
                    <a:gd name="connsiteX0" fmla="*/ 21493 w 17911"/>
                    <a:gd name="connsiteY0" fmla="*/ 10747 h 17911"/>
                    <a:gd name="connsiteX1" fmla="*/ 10747 w 17911"/>
                    <a:gd name="connsiteY1" fmla="*/ 21494 h 17911"/>
                    <a:gd name="connsiteX2" fmla="*/ 0 w 17911"/>
                    <a:gd name="connsiteY2" fmla="*/ 10747 h 17911"/>
                    <a:gd name="connsiteX3" fmla="*/ 10747 w 17911"/>
                    <a:gd name="connsiteY3" fmla="*/ 0 h 17911"/>
                    <a:gd name="connsiteX4" fmla="*/ 21493 w 17911"/>
                    <a:gd name="connsiteY4" fmla="*/ 10747 h 17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 h="17911">
                      <a:moveTo>
                        <a:pt x="21493" y="10747"/>
                      </a:moveTo>
                      <a:cubicBezTo>
                        <a:pt x="21493" y="16682"/>
                        <a:pt x="16682" y="21494"/>
                        <a:pt x="10747" y="21494"/>
                      </a:cubicBezTo>
                      <a:cubicBezTo>
                        <a:pt x="4811" y="21494"/>
                        <a:pt x="0" y="16682"/>
                        <a:pt x="0" y="10747"/>
                      </a:cubicBezTo>
                      <a:cubicBezTo>
                        <a:pt x="0" y="4811"/>
                        <a:pt x="4811" y="0"/>
                        <a:pt x="10747" y="0"/>
                      </a:cubicBezTo>
                      <a:cubicBezTo>
                        <a:pt x="16682" y="0"/>
                        <a:pt x="21493" y="4811"/>
                        <a:pt x="21493" y="1074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722" name="Group 4618">
                <a:extLst>
                  <a:ext uri="{FF2B5EF4-FFF2-40B4-BE49-F238E27FC236}">
                    <a16:creationId xmlns:a16="http://schemas.microsoft.com/office/drawing/2014/main" id="{E6D52A6A-0ACE-B3FD-D076-764E103C5700}"/>
                  </a:ext>
                  <a:ext uri="{C183D7F6-B498-43B3-948B-1728B52AA6E4}">
                    <adec:decorative xmlns:adec="http://schemas.microsoft.com/office/drawing/2017/decorative" val="1"/>
                  </a:ext>
                </a:extLst>
              </p:cNvPr>
              <p:cNvGrpSpPr>
                <a:grpSpLocks noChangeAspect="1"/>
              </p:cNvGrpSpPr>
              <p:nvPr/>
            </p:nvGrpSpPr>
            <p:grpSpPr>
              <a:xfrm>
                <a:off x="1606779" y="4885717"/>
                <a:ext cx="125379" cy="125379"/>
                <a:chOff x="1658100" y="4154605"/>
                <a:chExt cx="125379" cy="125379"/>
              </a:xfrm>
            </p:grpSpPr>
            <p:sp>
              <p:nvSpPr>
                <p:cNvPr id="723" name="Freeform: Shape 4619">
                  <a:extLst>
                    <a:ext uri="{FF2B5EF4-FFF2-40B4-BE49-F238E27FC236}">
                      <a16:creationId xmlns:a16="http://schemas.microsoft.com/office/drawing/2014/main" id="{7D9B7784-D422-0D36-5BD9-7DA8B3EFA716}"/>
                    </a:ext>
                  </a:extLst>
                </p:cNvPr>
                <p:cNvSpPr/>
                <p:nvPr/>
              </p:nvSpPr>
              <p:spPr>
                <a:xfrm>
                  <a:off x="1658100" y="4154605"/>
                  <a:ext cx="125379" cy="125379"/>
                </a:xfrm>
                <a:custGeom>
                  <a:avLst/>
                  <a:gdLst>
                    <a:gd name="connsiteX0" fmla="*/ 62689 w 125378"/>
                    <a:gd name="connsiteY0" fmla="*/ 125379 h 125378"/>
                    <a:gd name="connsiteX1" fmla="*/ 0 w 125378"/>
                    <a:gd name="connsiteY1" fmla="*/ 62689 h 125378"/>
                    <a:gd name="connsiteX2" fmla="*/ 62689 w 125378"/>
                    <a:gd name="connsiteY2" fmla="*/ 0 h 125378"/>
                    <a:gd name="connsiteX3" fmla="*/ 125379 w 125378"/>
                    <a:gd name="connsiteY3" fmla="*/ 62689 h 125378"/>
                    <a:gd name="connsiteX4" fmla="*/ 62689 w 125378"/>
                    <a:gd name="connsiteY4" fmla="*/ 125379 h 125378"/>
                    <a:gd name="connsiteX5" fmla="*/ 62689 w 125378"/>
                    <a:gd name="connsiteY5" fmla="*/ 4478 h 125378"/>
                    <a:gd name="connsiteX6" fmla="*/ 4478 w 125378"/>
                    <a:gd name="connsiteY6" fmla="*/ 62689 h 125378"/>
                    <a:gd name="connsiteX7" fmla="*/ 62689 w 125378"/>
                    <a:gd name="connsiteY7" fmla="*/ 120901 h 125378"/>
                    <a:gd name="connsiteX8" fmla="*/ 120901 w 125378"/>
                    <a:gd name="connsiteY8" fmla="*/ 62689 h 125378"/>
                    <a:gd name="connsiteX9" fmla="*/ 62689 w 125378"/>
                    <a:gd name="connsiteY9"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378" h="125378">
                      <a:moveTo>
                        <a:pt x="62689" y="125379"/>
                      </a:moveTo>
                      <a:cubicBezTo>
                        <a:pt x="28210" y="125379"/>
                        <a:pt x="0" y="97169"/>
                        <a:pt x="0" y="62689"/>
                      </a:cubicBezTo>
                      <a:cubicBezTo>
                        <a:pt x="0" y="28210"/>
                        <a:pt x="28210" y="0"/>
                        <a:pt x="62689" y="0"/>
                      </a:cubicBezTo>
                      <a:cubicBezTo>
                        <a:pt x="97169" y="0"/>
                        <a:pt x="125379" y="28210"/>
                        <a:pt x="125379" y="62689"/>
                      </a:cubicBezTo>
                      <a:cubicBezTo>
                        <a:pt x="125379" y="97169"/>
                        <a:pt x="97169" y="125379"/>
                        <a:pt x="62689" y="125379"/>
                      </a:cubicBezTo>
                      <a:close/>
                      <a:moveTo>
                        <a:pt x="62689" y="4478"/>
                      </a:moveTo>
                      <a:cubicBezTo>
                        <a:pt x="30449" y="4478"/>
                        <a:pt x="4478" y="30449"/>
                        <a:pt x="4478" y="62689"/>
                      </a:cubicBezTo>
                      <a:cubicBezTo>
                        <a:pt x="4478" y="94930"/>
                        <a:pt x="30449" y="120901"/>
                        <a:pt x="62689" y="120901"/>
                      </a:cubicBezTo>
                      <a:cubicBezTo>
                        <a:pt x="94930" y="120901"/>
                        <a:pt x="120901" y="94930"/>
                        <a:pt x="120901" y="62689"/>
                      </a:cubicBezTo>
                      <a:cubicBezTo>
                        <a:pt x="120901" y="30449"/>
                        <a:pt x="94930" y="4478"/>
                        <a:pt x="6268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24" name="Freeform: Shape 4620">
                  <a:extLst>
                    <a:ext uri="{FF2B5EF4-FFF2-40B4-BE49-F238E27FC236}">
                      <a16:creationId xmlns:a16="http://schemas.microsoft.com/office/drawing/2014/main" id="{B9582B8E-1052-A62F-E8FC-176CB0F41527}"/>
                    </a:ext>
                  </a:extLst>
                </p:cNvPr>
                <p:cNvSpPr/>
                <p:nvPr/>
              </p:nvSpPr>
              <p:spPr>
                <a:xfrm>
                  <a:off x="1691684" y="4193562"/>
                  <a:ext cx="17911" cy="17911"/>
                </a:xfrm>
                <a:custGeom>
                  <a:avLst/>
                  <a:gdLst>
                    <a:gd name="connsiteX0" fmla="*/ 8956 w 17911"/>
                    <a:gd name="connsiteY0" fmla="*/ 17911 h 17911"/>
                    <a:gd name="connsiteX1" fmla="*/ 0 w 17911"/>
                    <a:gd name="connsiteY1" fmla="*/ 8956 h 17911"/>
                    <a:gd name="connsiteX2" fmla="*/ 8956 w 17911"/>
                    <a:gd name="connsiteY2" fmla="*/ 0 h 17911"/>
                    <a:gd name="connsiteX3" fmla="*/ 17911 w 17911"/>
                    <a:gd name="connsiteY3" fmla="*/ 8956 h 17911"/>
                    <a:gd name="connsiteX4" fmla="*/ 8956 w 17911"/>
                    <a:gd name="connsiteY4" fmla="*/ 17911 h 17911"/>
                    <a:gd name="connsiteX5" fmla="*/ 8956 w 17911"/>
                    <a:gd name="connsiteY5" fmla="*/ 4478 h 17911"/>
                    <a:gd name="connsiteX6" fmla="*/ 4478 w 17911"/>
                    <a:gd name="connsiteY6" fmla="*/ 8956 h 17911"/>
                    <a:gd name="connsiteX7" fmla="*/ 8956 w 17911"/>
                    <a:gd name="connsiteY7" fmla="*/ 13433 h 17911"/>
                    <a:gd name="connsiteX8" fmla="*/ 13433 w 17911"/>
                    <a:gd name="connsiteY8" fmla="*/ 8956 h 17911"/>
                    <a:gd name="connsiteX9" fmla="*/ 8956 w 17911"/>
                    <a:gd name="connsiteY9" fmla="*/ 4478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8956" y="17911"/>
                      </a:moveTo>
                      <a:cubicBezTo>
                        <a:pt x="4030" y="17911"/>
                        <a:pt x="0" y="13881"/>
                        <a:pt x="0" y="8956"/>
                      </a:cubicBezTo>
                      <a:cubicBezTo>
                        <a:pt x="0" y="4030"/>
                        <a:pt x="4030" y="0"/>
                        <a:pt x="8956" y="0"/>
                      </a:cubicBezTo>
                      <a:cubicBezTo>
                        <a:pt x="13881" y="0"/>
                        <a:pt x="17911" y="4030"/>
                        <a:pt x="17911" y="8956"/>
                      </a:cubicBezTo>
                      <a:cubicBezTo>
                        <a:pt x="17911" y="13881"/>
                        <a:pt x="13881" y="17911"/>
                        <a:pt x="8956" y="17911"/>
                      </a:cubicBezTo>
                      <a:close/>
                      <a:moveTo>
                        <a:pt x="8956" y="4478"/>
                      </a:moveTo>
                      <a:cubicBezTo>
                        <a:pt x="6269" y="4478"/>
                        <a:pt x="4478" y="6717"/>
                        <a:pt x="4478" y="8956"/>
                      </a:cubicBezTo>
                      <a:cubicBezTo>
                        <a:pt x="4478" y="11642"/>
                        <a:pt x="6717" y="13433"/>
                        <a:pt x="8956" y="13433"/>
                      </a:cubicBezTo>
                      <a:cubicBezTo>
                        <a:pt x="11195" y="13433"/>
                        <a:pt x="13433" y="11195"/>
                        <a:pt x="13433" y="8956"/>
                      </a:cubicBezTo>
                      <a:cubicBezTo>
                        <a:pt x="13433" y="6717"/>
                        <a:pt x="11195" y="4478"/>
                        <a:pt x="89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25" name="Freeform: Shape 4621">
                  <a:extLst>
                    <a:ext uri="{FF2B5EF4-FFF2-40B4-BE49-F238E27FC236}">
                      <a16:creationId xmlns:a16="http://schemas.microsoft.com/office/drawing/2014/main" id="{A610F521-CDE6-DE88-1375-243700497C0E}"/>
                    </a:ext>
                  </a:extLst>
                </p:cNvPr>
                <p:cNvSpPr/>
                <p:nvPr/>
              </p:nvSpPr>
              <p:spPr>
                <a:xfrm>
                  <a:off x="1731984" y="4193562"/>
                  <a:ext cx="17911" cy="17911"/>
                </a:xfrm>
                <a:custGeom>
                  <a:avLst/>
                  <a:gdLst>
                    <a:gd name="connsiteX0" fmla="*/ 8956 w 17911"/>
                    <a:gd name="connsiteY0" fmla="*/ 17911 h 17911"/>
                    <a:gd name="connsiteX1" fmla="*/ 0 w 17911"/>
                    <a:gd name="connsiteY1" fmla="*/ 8956 h 17911"/>
                    <a:gd name="connsiteX2" fmla="*/ 8956 w 17911"/>
                    <a:gd name="connsiteY2" fmla="*/ 0 h 17911"/>
                    <a:gd name="connsiteX3" fmla="*/ 17911 w 17911"/>
                    <a:gd name="connsiteY3" fmla="*/ 8956 h 17911"/>
                    <a:gd name="connsiteX4" fmla="*/ 8956 w 17911"/>
                    <a:gd name="connsiteY4" fmla="*/ 17911 h 17911"/>
                    <a:gd name="connsiteX5" fmla="*/ 8956 w 17911"/>
                    <a:gd name="connsiteY5" fmla="*/ 4478 h 17911"/>
                    <a:gd name="connsiteX6" fmla="*/ 4478 w 17911"/>
                    <a:gd name="connsiteY6" fmla="*/ 8956 h 17911"/>
                    <a:gd name="connsiteX7" fmla="*/ 8956 w 17911"/>
                    <a:gd name="connsiteY7" fmla="*/ 13433 h 17911"/>
                    <a:gd name="connsiteX8" fmla="*/ 13433 w 17911"/>
                    <a:gd name="connsiteY8" fmla="*/ 8956 h 17911"/>
                    <a:gd name="connsiteX9" fmla="*/ 8956 w 17911"/>
                    <a:gd name="connsiteY9" fmla="*/ 4478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8956" y="17911"/>
                      </a:moveTo>
                      <a:cubicBezTo>
                        <a:pt x="4030" y="17911"/>
                        <a:pt x="0" y="13881"/>
                        <a:pt x="0" y="8956"/>
                      </a:cubicBezTo>
                      <a:cubicBezTo>
                        <a:pt x="0" y="4030"/>
                        <a:pt x="4030" y="0"/>
                        <a:pt x="8956" y="0"/>
                      </a:cubicBezTo>
                      <a:cubicBezTo>
                        <a:pt x="13881" y="0"/>
                        <a:pt x="17911" y="4030"/>
                        <a:pt x="17911" y="8956"/>
                      </a:cubicBezTo>
                      <a:cubicBezTo>
                        <a:pt x="17911" y="13881"/>
                        <a:pt x="13881" y="17911"/>
                        <a:pt x="8956" y="17911"/>
                      </a:cubicBezTo>
                      <a:close/>
                      <a:moveTo>
                        <a:pt x="8956" y="4478"/>
                      </a:moveTo>
                      <a:cubicBezTo>
                        <a:pt x="6269" y="4478"/>
                        <a:pt x="4478" y="6717"/>
                        <a:pt x="4478" y="8956"/>
                      </a:cubicBezTo>
                      <a:cubicBezTo>
                        <a:pt x="4478" y="11642"/>
                        <a:pt x="6717" y="13433"/>
                        <a:pt x="8956" y="13433"/>
                      </a:cubicBezTo>
                      <a:cubicBezTo>
                        <a:pt x="11642" y="13433"/>
                        <a:pt x="13433" y="11195"/>
                        <a:pt x="13433" y="8956"/>
                      </a:cubicBezTo>
                      <a:cubicBezTo>
                        <a:pt x="13433" y="6717"/>
                        <a:pt x="11195" y="4478"/>
                        <a:pt x="89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26" name="Freeform: Shape 4622">
                  <a:extLst>
                    <a:ext uri="{FF2B5EF4-FFF2-40B4-BE49-F238E27FC236}">
                      <a16:creationId xmlns:a16="http://schemas.microsoft.com/office/drawing/2014/main" id="{2EDCB817-08D8-85DE-68F4-0C5519962803}"/>
                    </a:ext>
                  </a:extLst>
                </p:cNvPr>
                <p:cNvSpPr/>
                <p:nvPr/>
              </p:nvSpPr>
              <p:spPr>
                <a:xfrm>
                  <a:off x="1684782" y="4220429"/>
                  <a:ext cx="71645" cy="31345"/>
                </a:xfrm>
                <a:custGeom>
                  <a:avLst/>
                  <a:gdLst>
                    <a:gd name="connsiteX0" fmla="*/ 36456 w 71645"/>
                    <a:gd name="connsiteY0" fmla="*/ 31345 h 31344"/>
                    <a:gd name="connsiteX1" fmla="*/ 185 w 71645"/>
                    <a:gd name="connsiteY1" fmla="*/ 3135 h 31344"/>
                    <a:gd name="connsiteX2" fmla="*/ 633 w 71645"/>
                    <a:gd name="connsiteY2" fmla="*/ 896 h 31344"/>
                    <a:gd name="connsiteX3" fmla="*/ 2424 w 71645"/>
                    <a:gd name="connsiteY3" fmla="*/ 0 h 31344"/>
                    <a:gd name="connsiteX4" fmla="*/ 69592 w 71645"/>
                    <a:gd name="connsiteY4" fmla="*/ 0 h 31344"/>
                    <a:gd name="connsiteX5" fmla="*/ 71383 w 71645"/>
                    <a:gd name="connsiteY5" fmla="*/ 896 h 31344"/>
                    <a:gd name="connsiteX6" fmla="*/ 71831 w 71645"/>
                    <a:gd name="connsiteY6" fmla="*/ 3135 h 31344"/>
                    <a:gd name="connsiteX7" fmla="*/ 36456 w 71645"/>
                    <a:gd name="connsiteY7" fmla="*/ 31345 h 31344"/>
                    <a:gd name="connsiteX8" fmla="*/ 5559 w 71645"/>
                    <a:gd name="connsiteY8" fmla="*/ 4478 h 31344"/>
                    <a:gd name="connsiteX9" fmla="*/ 36456 w 71645"/>
                    <a:gd name="connsiteY9" fmla="*/ 26867 h 31344"/>
                    <a:gd name="connsiteX10" fmla="*/ 66457 w 71645"/>
                    <a:gd name="connsiteY10" fmla="*/ 4478 h 31344"/>
                    <a:gd name="connsiteX11" fmla="*/ 5559 w 71645"/>
                    <a:gd name="connsiteY11" fmla="*/ 4478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45" h="31344">
                      <a:moveTo>
                        <a:pt x="36456" y="31345"/>
                      </a:moveTo>
                      <a:cubicBezTo>
                        <a:pt x="18545" y="31345"/>
                        <a:pt x="6902" y="21941"/>
                        <a:pt x="185" y="3135"/>
                      </a:cubicBezTo>
                      <a:cubicBezTo>
                        <a:pt x="-262" y="2239"/>
                        <a:pt x="185" y="1791"/>
                        <a:pt x="633" y="896"/>
                      </a:cubicBezTo>
                      <a:cubicBezTo>
                        <a:pt x="1081" y="448"/>
                        <a:pt x="1529" y="0"/>
                        <a:pt x="2424" y="0"/>
                      </a:cubicBezTo>
                      <a:lnTo>
                        <a:pt x="69592" y="0"/>
                      </a:lnTo>
                      <a:cubicBezTo>
                        <a:pt x="70487" y="0"/>
                        <a:pt x="70935" y="448"/>
                        <a:pt x="71383" y="896"/>
                      </a:cubicBezTo>
                      <a:cubicBezTo>
                        <a:pt x="71831" y="1343"/>
                        <a:pt x="71831" y="2239"/>
                        <a:pt x="71831" y="3135"/>
                      </a:cubicBezTo>
                      <a:cubicBezTo>
                        <a:pt x="63771" y="26419"/>
                        <a:pt x="48098" y="31345"/>
                        <a:pt x="36456" y="31345"/>
                      </a:cubicBezTo>
                      <a:close/>
                      <a:moveTo>
                        <a:pt x="5559" y="4478"/>
                      </a:moveTo>
                      <a:cubicBezTo>
                        <a:pt x="11380" y="19703"/>
                        <a:pt x="21231" y="26867"/>
                        <a:pt x="36456" y="26867"/>
                      </a:cubicBezTo>
                      <a:cubicBezTo>
                        <a:pt x="50337" y="26867"/>
                        <a:pt x="60636" y="19255"/>
                        <a:pt x="66457" y="4478"/>
                      </a:cubicBezTo>
                      <a:lnTo>
                        <a:pt x="5559"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727" name="Group 4623">
                <a:extLst>
                  <a:ext uri="{FF2B5EF4-FFF2-40B4-BE49-F238E27FC236}">
                    <a16:creationId xmlns:a16="http://schemas.microsoft.com/office/drawing/2014/main" id="{8C3D9709-8EC5-D652-25C1-E1D01B703ABD}"/>
                  </a:ext>
                  <a:ext uri="{C183D7F6-B498-43B3-948B-1728B52AA6E4}">
                    <adec:decorative xmlns:adec="http://schemas.microsoft.com/office/drawing/2017/decorative" val="1"/>
                  </a:ext>
                </a:extLst>
              </p:cNvPr>
              <p:cNvGrpSpPr>
                <a:grpSpLocks noChangeAspect="1"/>
              </p:cNvGrpSpPr>
              <p:nvPr/>
            </p:nvGrpSpPr>
            <p:grpSpPr>
              <a:xfrm>
                <a:off x="5523079" y="4872283"/>
                <a:ext cx="152246" cy="152246"/>
                <a:chOff x="5574400" y="4141171"/>
                <a:chExt cx="152246" cy="152246"/>
              </a:xfrm>
            </p:grpSpPr>
            <p:sp>
              <p:nvSpPr>
                <p:cNvPr id="728" name="Freeform: Shape 4624">
                  <a:extLst>
                    <a:ext uri="{FF2B5EF4-FFF2-40B4-BE49-F238E27FC236}">
                      <a16:creationId xmlns:a16="http://schemas.microsoft.com/office/drawing/2014/main" id="{2AAAEAD9-3A62-C1F1-7EA5-D85BBDCEC3DB}"/>
                    </a:ext>
                  </a:extLst>
                </p:cNvPr>
                <p:cNvSpPr/>
                <p:nvPr/>
              </p:nvSpPr>
              <p:spPr>
                <a:xfrm>
                  <a:off x="5574400" y="4141171"/>
                  <a:ext cx="152246" cy="152246"/>
                </a:xfrm>
                <a:custGeom>
                  <a:avLst/>
                  <a:gdLst>
                    <a:gd name="connsiteX0" fmla="*/ 76123 w 152245"/>
                    <a:gd name="connsiteY0" fmla="*/ 152246 h 152245"/>
                    <a:gd name="connsiteX1" fmla="*/ 22389 w 152245"/>
                    <a:gd name="connsiteY1" fmla="*/ 129857 h 152245"/>
                    <a:gd name="connsiteX2" fmla="*/ 0 w 152245"/>
                    <a:gd name="connsiteY2" fmla="*/ 76123 h 152245"/>
                    <a:gd name="connsiteX3" fmla="*/ 22389 w 152245"/>
                    <a:gd name="connsiteY3" fmla="*/ 22389 h 152245"/>
                    <a:gd name="connsiteX4" fmla="*/ 76123 w 152245"/>
                    <a:gd name="connsiteY4" fmla="*/ 0 h 152245"/>
                    <a:gd name="connsiteX5" fmla="*/ 129857 w 152245"/>
                    <a:gd name="connsiteY5" fmla="*/ 22389 h 152245"/>
                    <a:gd name="connsiteX6" fmla="*/ 129857 w 152245"/>
                    <a:gd name="connsiteY6" fmla="*/ 22389 h 152245"/>
                    <a:gd name="connsiteX7" fmla="*/ 152246 w 152245"/>
                    <a:gd name="connsiteY7" fmla="*/ 76123 h 152245"/>
                    <a:gd name="connsiteX8" fmla="*/ 129857 w 152245"/>
                    <a:gd name="connsiteY8" fmla="*/ 129857 h 152245"/>
                    <a:gd name="connsiteX9" fmla="*/ 76123 w 152245"/>
                    <a:gd name="connsiteY9" fmla="*/ 152246 h 152245"/>
                    <a:gd name="connsiteX10" fmla="*/ 76123 w 152245"/>
                    <a:gd name="connsiteY10" fmla="*/ 4478 h 152245"/>
                    <a:gd name="connsiteX11" fmla="*/ 25523 w 152245"/>
                    <a:gd name="connsiteY11" fmla="*/ 25524 h 152245"/>
                    <a:gd name="connsiteX12" fmla="*/ 4478 w 152245"/>
                    <a:gd name="connsiteY12" fmla="*/ 76123 h 152245"/>
                    <a:gd name="connsiteX13" fmla="*/ 25523 w 152245"/>
                    <a:gd name="connsiteY13" fmla="*/ 126722 h 152245"/>
                    <a:gd name="connsiteX14" fmla="*/ 76123 w 152245"/>
                    <a:gd name="connsiteY14" fmla="*/ 147768 h 152245"/>
                    <a:gd name="connsiteX15" fmla="*/ 126722 w 152245"/>
                    <a:gd name="connsiteY15" fmla="*/ 126722 h 152245"/>
                    <a:gd name="connsiteX16" fmla="*/ 147768 w 152245"/>
                    <a:gd name="connsiteY16" fmla="*/ 76123 h 152245"/>
                    <a:gd name="connsiteX17" fmla="*/ 126722 w 152245"/>
                    <a:gd name="connsiteY17" fmla="*/ 25524 h 152245"/>
                    <a:gd name="connsiteX18" fmla="*/ 76123 w 152245"/>
                    <a:gd name="connsiteY18" fmla="*/ 447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2245" h="152245">
                      <a:moveTo>
                        <a:pt x="76123" y="152246"/>
                      </a:moveTo>
                      <a:cubicBezTo>
                        <a:pt x="55973" y="152246"/>
                        <a:pt x="36718" y="144186"/>
                        <a:pt x="22389" y="129857"/>
                      </a:cubicBezTo>
                      <a:cubicBezTo>
                        <a:pt x="8060" y="115528"/>
                        <a:pt x="0" y="96273"/>
                        <a:pt x="0" y="76123"/>
                      </a:cubicBezTo>
                      <a:cubicBezTo>
                        <a:pt x="0" y="55973"/>
                        <a:pt x="8060" y="36718"/>
                        <a:pt x="22389" y="22389"/>
                      </a:cubicBezTo>
                      <a:cubicBezTo>
                        <a:pt x="36718" y="8060"/>
                        <a:pt x="55973" y="0"/>
                        <a:pt x="76123" y="0"/>
                      </a:cubicBezTo>
                      <a:cubicBezTo>
                        <a:pt x="96273" y="0"/>
                        <a:pt x="115528" y="8060"/>
                        <a:pt x="129857" y="22389"/>
                      </a:cubicBezTo>
                      <a:lnTo>
                        <a:pt x="129857" y="22389"/>
                      </a:lnTo>
                      <a:cubicBezTo>
                        <a:pt x="144186" y="36718"/>
                        <a:pt x="152246" y="55973"/>
                        <a:pt x="152246" y="76123"/>
                      </a:cubicBezTo>
                      <a:cubicBezTo>
                        <a:pt x="152246" y="96273"/>
                        <a:pt x="144186" y="115528"/>
                        <a:pt x="129857" y="129857"/>
                      </a:cubicBezTo>
                      <a:cubicBezTo>
                        <a:pt x="115528" y="144186"/>
                        <a:pt x="96273" y="152246"/>
                        <a:pt x="76123" y="152246"/>
                      </a:cubicBezTo>
                      <a:close/>
                      <a:moveTo>
                        <a:pt x="76123" y="4478"/>
                      </a:moveTo>
                      <a:cubicBezTo>
                        <a:pt x="56868" y="4478"/>
                        <a:pt x="38957" y="12090"/>
                        <a:pt x="25523" y="25524"/>
                      </a:cubicBezTo>
                      <a:cubicBezTo>
                        <a:pt x="12090" y="38957"/>
                        <a:pt x="4478" y="56868"/>
                        <a:pt x="4478" y="76123"/>
                      </a:cubicBezTo>
                      <a:cubicBezTo>
                        <a:pt x="4478" y="95377"/>
                        <a:pt x="12090" y="113289"/>
                        <a:pt x="25523" y="126722"/>
                      </a:cubicBezTo>
                      <a:cubicBezTo>
                        <a:pt x="38957" y="140156"/>
                        <a:pt x="56868" y="147768"/>
                        <a:pt x="76123" y="147768"/>
                      </a:cubicBezTo>
                      <a:cubicBezTo>
                        <a:pt x="95378" y="147768"/>
                        <a:pt x="113289" y="140156"/>
                        <a:pt x="126722" y="126722"/>
                      </a:cubicBezTo>
                      <a:cubicBezTo>
                        <a:pt x="140156" y="113289"/>
                        <a:pt x="147768" y="95377"/>
                        <a:pt x="147768" y="76123"/>
                      </a:cubicBezTo>
                      <a:cubicBezTo>
                        <a:pt x="147768" y="56868"/>
                        <a:pt x="140156" y="38957"/>
                        <a:pt x="126722" y="25524"/>
                      </a:cubicBezTo>
                      <a:cubicBezTo>
                        <a:pt x="112841" y="12090"/>
                        <a:pt x="94930" y="4478"/>
                        <a:pt x="7612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29" name="Freeform: Shape 4625">
                  <a:extLst>
                    <a:ext uri="{FF2B5EF4-FFF2-40B4-BE49-F238E27FC236}">
                      <a16:creationId xmlns:a16="http://schemas.microsoft.com/office/drawing/2014/main" id="{0C0DEAD8-A6BB-75F8-5BD7-2DD8BFC58873}"/>
                    </a:ext>
                  </a:extLst>
                </p:cNvPr>
                <p:cNvSpPr/>
                <p:nvPr/>
              </p:nvSpPr>
              <p:spPr>
                <a:xfrm>
                  <a:off x="5646493" y="4256251"/>
                  <a:ext cx="4478" cy="4478"/>
                </a:xfrm>
                <a:custGeom>
                  <a:avLst/>
                  <a:gdLst>
                    <a:gd name="connsiteX0" fmla="*/ 8060 w 4477"/>
                    <a:gd name="connsiteY0" fmla="*/ 4030 h 4477"/>
                    <a:gd name="connsiteX1" fmla="*/ 4030 w 4477"/>
                    <a:gd name="connsiteY1" fmla="*/ 8060 h 4477"/>
                    <a:gd name="connsiteX2" fmla="*/ 0 w 4477"/>
                    <a:gd name="connsiteY2" fmla="*/ 4030 h 4477"/>
                    <a:gd name="connsiteX3" fmla="*/ 4030 w 4477"/>
                    <a:gd name="connsiteY3" fmla="*/ 0 h 4477"/>
                    <a:gd name="connsiteX4" fmla="*/ 8060 w 4477"/>
                    <a:gd name="connsiteY4" fmla="*/ 4030 h 4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7" h="4477">
                      <a:moveTo>
                        <a:pt x="8060" y="4030"/>
                      </a:moveTo>
                      <a:cubicBezTo>
                        <a:pt x="8060" y="6256"/>
                        <a:pt x="6256" y="8060"/>
                        <a:pt x="4030" y="8060"/>
                      </a:cubicBezTo>
                      <a:cubicBezTo>
                        <a:pt x="1804" y="8060"/>
                        <a:pt x="0" y="6256"/>
                        <a:pt x="0" y="4030"/>
                      </a:cubicBezTo>
                      <a:cubicBezTo>
                        <a:pt x="0" y="1804"/>
                        <a:pt x="1804" y="0"/>
                        <a:pt x="4030" y="0"/>
                      </a:cubicBezTo>
                      <a:cubicBezTo>
                        <a:pt x="6256" y="0"/>
                        <a:pt x="8060" y="1804"/>
                        <a:pt x="8060" y="403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30" name="Freeform: Shape 4626">
                  <a:extLst>
                    <a:ext uri="{FF2B5EF4-FFF2-40B4-BE49-F238E27FC236}">
                      <a16:creationId xmlns:a16="http://schemas.microsoft.com/office/drawing/2014/main" id="{7B8AEDEA-0952-FD2E-0AF9-E8A688425784}"/>
                    </a:ext>
                  </a:extLst>
                </p:cNvPr>
                <p:cNvSpPr/>
                <p:nvPr/>
              </p:nvSpPr>
              <p:spPr>
                <a:xfrm>
                  <a:off x="5622761" y="4184187"/>
                  <a:ext cx="44778" cy="58212"/>
                </a:xfrm>
                <a:custGeom>
                  <a:avLst/>
                  <a:gdLst>
                    <a:gd name="connsiteX0" fmla="*/ 27315 w 44778"/>
                    <a:gd name="connsiteY0" fmla="*/ 61318 h 58211"/>
                    <a:gd name="connsiteX1" fmla="*/ 25076 w 44778"/>
                    <a:gd name="connsiteY1" fmla="*/ 59079 h 58211"/>
                    <a:gd name="connsiteX2" fmla="*/ 25076 w 44778"/>
                    <a:gd name="connsiteY2" fmla="*/ 48780 h 58211"/>
                    <a:gd name="connsiteX3" fmla="*/ 29106 w 44778"/>
                    <a:gd name="connsiteY3" fmla="*/ 43406 h 58211"/>
                    <a:gd name="connsiteX4" fmla="*/ 43882 w 44778"/>
                    <a:gd name="connsiteY4" fmla="*/ 24152 h 58211"/>
                    <a:gd name="connsiteX5" fmla="*/ 34927 w 44778"/>
                    <a:gd name="connsiteY5" fmla="*/ 7584 h 58211"/>
                    <a:gd name="connsiteX6" fmla="*/ 15672 w 44778"/>
                    <a:gd name="connsiteY6" fmla="*/ 6240 h 58211"/>
                    <a:gd name="connsiteX7" fmla="*/ 4478 w 44778"/>
                    <a:gd name="connsiteY7" fmla="*/ 24152 h 58211"/>
                    <a:gd name="connsiteX8" fmla="*/ 4478 w 44778"/>
                    <a:gd name="connsiteY8" fmla="*/ 26391 h 58211"/>
                    <a:gd name="connsiteX9" fmla="*/ 2239 w 44778"/>
                    <a:gd name="connsiteY9" fmla="*/ 28630 h 58211"/>
                    <a:gd name="connsiteX10" fmla="*/ 0 w 44778"/>
                    <a:gd name="connsiteY10" fmla="*/ 26391 h 58211"/>
                    <a:gd name="connsiteX11" fmla="*/ 0 w 44778"/>
                    <a:gd name="connsiteY11" fmla="*/ 24152 h 58211"/>
                    <a:gd name="connsiteX12" fmla="*/ 13881 w 44778"/>
                    <a:gd name="connsiteY12" fmla="*/ 2211 h 58211"/>
                    <a:gd name="connsiteX13" fmla="*/ 37613 w 44778"/>
                    <a:gd name="connsiteY13" fmla="*/ 4002 h 58211"/>
                    <a:gd name="connsiteX14" fmla="*/ 48360 w 44778"/>
                    <a:gd name="connsiteY14" fmla="*/ 24152 h 58211"/>
                    <a:gd name="connsiteX15" fmla="*/ 30001 w 44778"/>
                    <a:gd name="connsiteY15" fmla="*/ 47884 h 58211"/>
                    <a:gd name="connsiteX16" fmla="*/ 29553 w 44778"/>
                    <a:gd name="connsiteY16" fmla="*/ 48780 h 58211"/>
                    <a:gd name="connsiteX17" fmla="*/ 29553 w 44778"/>
                    <a:gd name="connsiteY17" fmla="*/ 59079 h 58211"/>
                    <a:gd name="connsiteX18" fmla="*/ 27315 w 44778"/>
                    <a:gd name="connsiteY18" fmla="*/ 61318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78" h="58211">
                      <a:moveTo>
                        <a:pt x="27315" y="61318"/>
                      </a:moveTo>
                      <a:cubicBezTo>
                        <a:pt x="25971" y="61318"/>
                        <a:pt x="25076" y="60422"/>
                        <a:pt x="25076" y="59079"/>
                      </a:cubicBezTo>
                      <a:lnTo>
                        <a:pt x="25076" y="48780"/>
                      </a:lnTo>
                      <a:cubicBezTo>
                        <a:pt x="25076" y="46093"/>
                        <a:pt x="26867" y="44302"/>
                        <a:pt x="29106" y="43406"/>
                      </a:cubicBezTo>
                      <a:cubicBezTo>
                        <a:pt x="38061" y="41167"/>
                        <a:pt x="43882" y="33107"/>
                        <a:pt x="43882" y="24152"/>
                      </a:cubicBezTo>
                      <a:cubicBezTo>
                        <a:pt x="43882" y="17435"/>
                        <a:pt x="40748" y="11166"/>
                        <a:pt x="34927" y="7584"/>
                      </a:cubicBezTo>
                      <a:cubicBezTo>
                        <a:pt x="29106" y="4002"/>
                        <a:pt x="21941" y="3106"/>
                        <a:pt x="15672" y="6240"/>
                      </a:cubicBezTo>
                      <a:cubicBezTo>
                        <a:pt x="8956" y="8927"/>
                        <a:pt x="4478" y="16092"/>
                        <a:pt x="4478" y="24152"/>
                      </a:cubicBezTo>
                      <a:lnTo>
                        <a:pt x="4478" y="26391"/>
                      </a:lnTo>
                      <a:cubicBezTo>
                        <a:pt x="4478" y="27734"/>
                        <a:pt x="3582" y="28630"/>
                        <a:pt x="2239" y="28630"/>
                      </a:cubicBezTo>
                      <a:cubicBezTo>
                        <a:pt x="895" y="28630"/>
                        <a:pt x="0" y="27734"/>
                        <a:pt x="0" y="26391"/>
                      </a:cubicBezTo>
                      <a:lnTo>
                        <a:pt x="0" y="24152"/>
                      </a:lnTo>
                      <a:cubicBezTo>
                        <a:pt x="0" y="14300"/>
                        <a:pt x="5373" y="5793"/>
                        <a:pt x="13881" y="2211"/>
                      </a:cubicBezTo>
                      <a:cubicBezTo>
                        <a:pt x="21941" y="-1372"/>
                        <a:pt x="30449" y="-476"/>
                        <a:pt x="37613" y="4002"/>
                      </a:cubicBezTo>
                      <a:cubicBezTo>
                        <a:pt x="44330" y="8479"/>
                        <a:pt x="48360" y="16092"/>
                        <a:pt x="48360" y="24152"/>
                      </a:cubicBezTo>
                      <a:cubicBezTo>
                        <a:pt x="48360" y="35346"/>
                        <a:pt x="40748" y="45198"/>
                        <a:pt x="30001" y="47884"/>
                      </a:cubicBezTo>
                      <a:cubicBezTo>
                        <a:pt x="29553" y="47884"/>
                        <a:pt x="29553" y="48332"/>
                        <a:pt x="29553" y="48780"/>
                      </a:cubicBezTo>
                      <a:lnTo>
                        <a:pt x="29553" y="59079"/>
                      </a:lnTo>
                      <a:cubicBezTo>
                        <a:pt x="29553" y="60422"/>
                        <a:pt x="28658" y="61318"/>
                        <a:pt x="27315" y="6131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731" name="Group 4627">
                <a:extLst>
                  <a:ext uri="{FF2B5EF4-FFF2-40B4-BE49-F238E27FC236}">
                    <a16:creationId xmlns:a16="http://schemas.microsoft.com/office/drawing/2014/main" id="{3C0F3C60-D7FB-DD85-8CEC-4E5DDFAC5D0E}"/>
                  </a:ext>
                  <a:ext uri="{C183D7F6-B498-43B3-948B-1728B52AA6E4}">
                    <adec:decorative xmlns:adec="http://schemas.microsoft.com/office/drawing/2017/decorative" val="1"/>
                  </a:ext>
                </a:extLst>
              </p:cNvPr>
              <p:cNvGrpSpPr>
                <a:grpSpLocks noChangeAspect="1"/>
              </p:cNvGrpSpPr>
              <p:nvPr/>
            </p:nvGrpSpPr>
            <p:grpSpPr>
              <a:xfrm>
                <a:off x="4488255" y="4872283"/>
                <a:ext cx="152246" cy="152246"/>
                <a:chOff x="4539576" y="4141171"/>
                <a:chExt cx="152246" cy="152246"/>
              </a:xfrm>
            </p:grpSpPr>
            <p:sp>
              <p:nvSpPr>
                <p:cNvPr id="732" name="Freeform: Shape 4628">
                  <a:extLst>
                    <a:ext uri="{FF2B5EF4-FFF2-40B4-BE49-F238E27FC236}">
                      <a16:creationId xmlns:a16="http://schemas.microsoft.com/office/drawing/2014/main" id="{B8C5A8FA-E2CD-5DD4-926C-5856733FCA95}"/>
                    </a:ext>
                  </a:extLst>
                </p:cNvPr>
                <p:cNvSpPr/>
                <p:nvPr/>
              </p:nvSpPr>
              <p:spPr>
                <a:xfrm>
                  <a:off x="4539576" y="4141171"/>
                  <a:ext cx="152246" cy="152246"/>
                </a:xfrm>
                <a:custGeom>
                  <a:avLst/>
                  <a:gdLst>
                    <a:gd name="connsiteX0" fmla="*/ 76123 w 152245"/>
                    <a:gd name="connsiteY0" fmla="*/ 152246 h 152245"/>
                    <a:gd name="connsiteX1" fmla="*/ 22389 w 152245"/>
                    <a:gd name="connsiteY1" fmla="*/ 129857 h 152245"/>
                    <a:gd name="connsiteX2" fmla="*/ 0 w 152245"/>
                    <a:gd name="connsiteY2" fmla="*/ 76123 h 152245"/>
                    <a:gd name="connsiteX3" fmla="*/ 22389 w 152245"/>
                    <a:gd name="connsiteY3" fmla="*/ 22389 h 152245"/>
                    <a:gd name="connsiteX4" fmla="*/ 76123 w 152245"/>
                    <a:gd name="connsiteY4" fmla="*/ 0 h 152245"/>
                    <a:gd name="connsiteX5" fmla="*/ 129857 w 152245"/>
                    <a:gd name="connsiteY5" fmla="*/ 22389 h 152245"/>
                    <a:gd name="connsiteX6" fmla="*/ 129857 w 152245"/>
                    <a:gd name="connsiteY6" fmla="*/ 22389 h 152245"/>
                    <a:gd name="connsiteX7" fmla="*/ 152246 w 152245"/>
                    <a:gd name="connsiteY7" fmla="*/ 76123 h 152245"/>
                    <a:gd name="connsiteX8" fmla="*/ 129857 w 152245"/>
                    <a:gd name="connsiteY8" fmla="*/ 129857 h 152245"/>
                    <a:gd name="connsiteX9" fmla="*/ 76123 w 152245"/>
                    <a:gd name="connsiteY9" fmla="*/ 152246 h 152245"/>
                    <a:gd name="connsiteX10" fmla="*/ 76123 w 152245"/>
                    <a:gd name="connsiteY10" fmla="*/ 4478 h 152245"/>
                    <a:gd name="connsiteX11" fmla="*/ 25523 w 152245"/>
                    <a:gd name="connsiteY11" fmla="*/ 25524 h 152245"/>
                    <a:gd name="connsiteX12" fmla="*/ 4478 w 152245"/>
                    <a:gd name="connsiteY12" fmla="*/ 76123 h 152245"/>
                    <a:gd name="connsiteX13" fmla="*/ 25523 w 152245"/>
                    <a:gd name="connsiteY13" fmla="*/ 126722 h 152245"/>
                    <a:gd name="connsiteX14" fmla="*/ 76123 w 152245"/>
                    <a:gd name="connsiteY14" fmla="*/ 147768 h 152245"/>
                    <a:gd name="connsiteX15" fmla="*/ 126722 w 152245"/>
                    <a:gd name="connsiteY15" fmla="*/ 126722 h 152245"/>
                    <a:gd name="connsiteX16" fmla="*/ 147768 w 152245"/>
                    <a:gd name="connsiteY16" fmla="*/ 76123 h 152245"/>
                    <a:gd name="connsiteX17" fmla="*/ 126722 w 152245"/>
                    <a:gd name="connsiteY17" fmla="*/ 25524 h 152245"/>
                    <a:gd name="connsiteX18" fmla="*/ 126722 w 152245"/>
                    <a:gd name="connsiteY18" fmla="*/ 25524 h 152245"/>
                    <a:gd name="connsiteX19" fmla="*/ 76123 w 152245"/>
                    <a:gd name="connsiteY19" fmla="*/ 447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2245" h="152245">
                      <a:moveTo>
                        <a:pt x="76123" y="152246"/>
                      </a:moveTo>
                      <a:cubicBezTo>
                        <a:pt x="55973" y="152246"/>
                        <a:pt x="36718" y="144186"/>
                        <a:pt x="22389" y="129857"/>
                      </a:cubicBezTo>
                      <a:cubicBezTo>
                        <a:pt x="8060" y="115528"/>
                        <a:pt x="0" y="96273"/>
                        <a:pt x="0" y="76123"/>
                      </a:cubicBezTo>
                      <a:cubicBezTo>
                        <a:pt x="0" y="55973"/>
                        <a:pt x="8060" y="36718"/>
                        <a:pt x="22389" y="22389"/>
                      </a:cubicBezTo>
                      <a:cubicBezTo>
                        <a:pt x="36718" y="8060"/>
                        <a:pt x="55973" y="0"/>
                        <a:pt x="76123" y="0"/>
                      </a:cubicBezTo>
                      <a:cubicBezTo>
                        <a:pt x="96273" y="0"/>
                        <a:pt x="115528" y="8060"/>
                        <a:pt x="129857" y="22389"/>
                      </a:cubicBezTo>
                      <a:lnTo>
                        <a:pt x="129857" y="22389"/>
                      </a:lnTo>
                      <a:cubicBezTo>
                        <a:pt x="144186" y="36718"/>
                        <a:pt x="152246" y="55973"/>
                        <a:pt x="152246" y="76123"/>
                      </a:cubicBezTo>
                      <a:cubicBezTo>
                        <a:pt x="152246" y="96273"/>
                        <a:pt x="144186" y="115528"/>
                        <a:pt x="129857" y="129857"/>
                      </a:cubicBezTo>
                      <a:cubicBezTo>
                        <a:pt x="115528" y="144186"/>
                        <a:pt x="96273" y="152246"/>
                        <a:pt x="76123" y="152246"/>
                      </a:cubicBezTo>
                      <a:close/>
                      <a:moveTo>
                        <a:pt x="76123" y="4478"/>
                      </a:moveTo>
                      <a:cubicBezTo>
                        <a:pt x="56868" y="4478"/>
                        <a:pt x="38957" y="12090"/>
                        <a:pt x="25523" y="25524"/>
                      </a:cubicBezTo>
                      <a:cubicBezTo>
                        <a:pt x="12090" y="38957"/>
                        <a:pt x="4478" y="56868"/>
                        <a:pt x="4478" y="76123"/>
                      </a:cubicBezTo>
                      <a:cubicBezTo>
                        <a:pt x="4478" y="95377"/>
                        <a:pt x="12090" y="113289"/>
                        <a:pt x="25523" y="126722"/>
                      </a:cubicBezTo>
                      <a:cubicBezTo>
                        <a:pt x="38957" y="140156"/>
                        <a:pt x="56868" y="147768"/>
                        <a:pt x="76123" y="147768"/>
                      </a:cubicBezTo>
                      <a:cubicBezTo>
                        <a:pt x="95377" y="147768"/>
                        <a:pt x="113289" y="140156"/>
                        <a:pt x="126722" y="126722"/>
                      </a:cubicBezTo>
                      <a:cubicBezTo>
                        <a:pt x="140156" y="113289"/>
                        <a:pt x="147768" y="95377"/>
                        <a:pt x="147768" y="76123"/>
                      </a:cubicBezTo>
                      <a:cubicBezTo>
                        <a:pt x="147768" y="56868"/>
                        <a:pt x="140156" y="38957"/>
                        <a:pt x="126722" y="25524"/>
                      </a:cubicBezTo>
                      <a:lnTo>
                        <a:pt x="126722" y="25524"/>
                      </a:lnTo>
                      <a:cubicBezTo>
                        <a:pt x="113289" y="12090"/>
                        <a:pt x="94930" y="4478"/>
                        <a:pt x="7612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33" name="Freeform: Shape 4629">
                  <a:extLst>
                    <a:ext uri="{FF2B5EF4-FFF2-40B4-BE49-F238E27FC236}">
                      <a16:creationId xmlns:a16="http://schemas.microsoft.com/office/drawing/2014/main" id="{6C60DF18-74ED-24AC-C1E4-F8807EE8B2C9}"/>
                    </a:ext>
                  </a:extLst>
                </p:cNvPr>
                <p:cNvSpPr/>
                <p:nvPr/>
              </p:nvSpPr>
              <p:spPr>
                <a:xfrm>
                  <a:off x="4572712" y="4177889"/>
                  <a:ext cx="62689" cy="76123"/>
                </a:xfrm>
                <a:custGeom>
                  <a:avLst/>
                  <a:gdLst>
                    <a:gd name="connsiteX0" fmla="*/ 62689 w 62689"/>
                    <a:gd name="connsiteY0" fmla="*/ 72093 h 76122"/>
                    <a:gd name="connsiteX1" fmla="*/ 59555 w 62689"/>
                    <a:gd name="connsiteY1" fmla="*/ 70749 h 76122"/>
                    <a:gd name="connsiteX2" fmla="*/ 40748 w 62689"/>
                    <a:gd name="connsiteY2" fmla="*/ 73436 h 76122"/>
                    <a:gd name="connsiteX3" fmla="*/ 12538 w 62689"/>
                    <a:gd name="connsiteY3" fmla="*/ 48360 h 76122"/>
                    <a:gd name="connsiteX4" fmla="*/ 49256 w 62689"/>
                    <a:gd name="connsiteY4" fmla="*/ 48360 h 76122"/>
                    <a:gd name="connsiteX5" fmla="*/ 51495 w 62689"/>
                    <a:gd name="connsiteY5" fmla="*/ 46121 h 76122"/>
                    <a:gd name="connsiteX6" fmla="*/ 49256 w 62689"/>
                    <a:gd name="connsiteY6" fmla="*/ 43883 h 76122"/>
                    <a:gd name="connsiteX7" fmla="*/ 11642 w 62689"/>
                    <a:gd name="connsiteY7" fmla="*/ 43883 h 76122"/>
                    <a:gd name="connsiteX8" fmla="*/ 11642 w 62689"/>
                    <a:gd name="connsiteY8" fmla="*/ 43435 h 76122"/>
                    <a:gd name="connsiteX9" fmla="*/ 11642 w 62689"/>
                    <a:gd name="connsiteY9" fmla="*/ 34927 h 76122"/>
                    <a:gd name="connsiteX10" fmla="*/ 49256 w 62689"/>
                    <a:gd name="connsiteY10" fmla="*/ 34927 h 76122"/>
                    <a:gd name="connsiteX11" fmla="*/ 51495 w 62689"/>
                    <a:gd name="connsiteY11" fmla="*/ 32688 h 76122"/>
                    <a:gd name="connsiteX12" fmla="*/ 49256 w 62689"/>
                    <a:gd name="connsiteY12" fmla="*/ 30449 h 76122"/>
                    <a:gd name="connsiteX13" fmla="*/ 12538 w 62689"/>
                    <a:gd name="connsiteY13" fmla="*/ 30449 h 76122"/>
                    <a:gd name="connsiteX14" fmla="*/ 20150 w 62689"/>
                    <a:gd name="connsiteY14" fmla="*/ 16568 h 76122"/>
                    <a:gd name="connsiteX15" fmla="*/ 45674 w 62689"/>
                    <a:gd name="connsiteY15" fmla="*/ 4925 h 76122"/>
                    <a:gd name="connsiteX16" fmla="*/ 59555 w 62689"/>
                    <a:gd name="connsiteY16" fmla="*/ 7612 h 76122"/>
                    <a:gd name="connsiteX17" fmla="*/ 62689 w 62689"/>
                    <a:gd name="connsiteY17" fmla="*/ 6269 h 76122"/>
                    <a:gd name="connsiteX18" fmla="*/ 61346 w 62689"/>
                    <a:gd name="connsiteY18" fmla="*/ 3135 h 76122"/>
                    <a:gd name="connsiteX19" fmla="*/ 45674 w 62689"/>
                    <a:gd name="connsiteY19" fmla="*/ 0 h 76122"/>
                    <a:gd name="connsiteX20" fmla="*/ 16568 w 62689"/>
                    <a:gd name="connsiteY20" fmla="*/ 12986 h 76122"/>
                    <a:gd name="connsiteX21" fmla="*/ 7612 w 62689"/>
                    <a:gd name="connsiteY21" fmla="*/ 30001 h 76122"/>
                    <a:gd name="connsiteX22" fmla="*/ 2239 w 62689"/>
                    <a:gd name="connsiteY22" fmla="*/ 30001 h 76122"/>
                    <a:gd name="connsiteX23" fmla="*/ 0 w 62689"/>
                    <a:gd name="connsiteY23" fmla="*/ 32240 h 76122"/>
                    <a:gd name="connsiteX24" fmla="*/ 2239 w 62689"/>
                    <a:gd name="connsiteY24" fmla="*/ 34479 h 76122"/>
                    <a:gd name="connsiteX25" fmla="*/ 7165 w 62689"/>
                    <a:gd name="connsiteY25" fmla="*/ 34479 h 76122"/>
                    <a:gd name="connsiteX26" fmla="*/ 7165 w 62689"/>
                    <a:gd name="connsiteY26" fmla="*/ 43435 h 76122"/>
                    <a:gd name="connsiteX27" fmla="*/ 2239 w 62689"/>
                    <a:gd name="connsiteY27" fmla="*/ 43435 h 76122"/>
                    <a:gd name="connsiteX28" fmla="*/ 0 w 62689"/>
                    <a:gd name="connsiteY28" fmla="*/ 45674 h 76122"/>
                    <a:gd name="connsiteX29" fmla="*/ 2239 w 62689"/>
                    <a:gd name="connsiteY29" fmla="*/ 47913 h 76122"/>
                    <a:gd name="connsiteX30" fmla="*/ 7612 w 62689"/>
                    <a:gd name="connsiteY30" fmla="*/ 47913 h 76122"/>
                    <a:gd name="connsiteX31" fmla="*/ 39853 w 62689"/>
                    <a:gd name="connsiteY31" fmla="*/ 77466 h 76122"/>
                    <a:gd name="connsiteX32" fmla="*/ 45226 w 62689"/>
                    <a:gd name="connsiteY32" fmla="*/ 77914 h 76122"/>
                    <a:gd name="connsiteX33" fmla="*/ 60898 w 62689"/>
                    <a:gd name="connsiteY33" fmla="*/ 74780 h 76122"/>
                    <a:gd name="connsiteX34" fmla="*/ 62689 w 62689"/>
                    <a:gd name="connsiteY34" fmla="*/ 72093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689" h="76122">
                      <a:moveTo>
                        <a:pt x="62689" y="72093"/>
                      </a:moveTo>
                      <a:cubicBezTo>
                        <a:pt x="62242" y="70749"/>
                        <a:pt x="60898" y="70302"/>
                        <a:pt x="59555" y="70749"/>
                      </a:cubicBezTo>
                      <a:cubicBezTo>
                        <a:pt x="53734" y="73436"/>
                        <a:pt x="47465" y="74332"/>
                        <a:pt x="40748" y="73436"/>
                      </a:cubicBezTo>
                      <a:cubicBezTo>
                        <a:pt x="27315" y="71645"/>
                        <a:pt x="16120" y="61346"/>
                        <a:pt x="12538" y="48360"/>
                      </a:cubicBezTo>
                      <a:lnTo>
                        <a:pt x="49256" y="48360"/>
                      </a:lnTo>
                      <a:cubicBezTo>
                        <a:pt x="50599" y="48360"/>
                        <a:pt x="51495" y="47465"/>
                        <a:pt x="51495" y="46121"/>
                      </a:cubicBezTo>
                      <a:cubicBezTo>
                        <a:pt x="51495" y="44778"/>
                        <a:pt x="50599" y="43883"/>
                        <a:pt x="49256" y="43883"/>
                      </a:cubicBezTo>
                      <a:lnTo>
                        <a:pt x="11642" y="43883"/>
                      </a:lnTo>
                      <a:cubicBezTo>
                        <a:pt x="11642" y="43883"/>
                        <a:pt x="11642" y="43435"/>
                        <a:pt x="11642" y="43435"/>
                      </a:cubicBezTo>
                      <a:cubicBezTo>
                        <a:pt x="11195" y="40748"/>
                        <a:pt x="11195" y="37614"/>
                        <a:pt x="11642" y="34927"/>
                      </a:cubicBezTo>
                      <a:lnTo>
                        <a:pt x="49256" y="34927"/>
                      </a:lnTo>
                      <a:cubicBezTo>
                        <a:pt x="50599" y="34927"/>
                        <a:pt x="51495" y="34031"/>
                        <a:pt x="51495" y="32688"/>
                      </a:cubicBezTo>
                      <a:cubicBezTo>
                        <a:pt x="51495" y="31345"/>
                        <a:pt x="50599" y="30449"/>
                        <a:pt x="49256" y="30449"/>
                      </a:cubicBezTo>
                      <a:lnTo>
                        <a:pt x="12538" y="30449"/>
                      </a:lnTo>
                      <a:cubicBezTo>
                        <a:pt x="13881" y="25524"/>
                        <a:pt x="16568" y="20598"/>
                        <a:pt x="20150" y="16568"/>
                      </a:cubicBezTo>
                      <a:cubicBezTo>
                        <a:pt x="26867" y="9403"/>
                        <a:pt x="35823" y="4925"/>
                        <a:pt x="45674" y="4925"/>
                      </a:cubicBezTo>
                      <a:cubicBezTo>
                        <a:pt x="50152" y="4925"/>
                        <a:pt x="55077" y="5821"/>
                        <a:pt x="59555" y="7612"/>
                      </a:cubicBezTo>
                      <a:cubicBezTo>
                        <a:pt x="60898" y="8060"/>
                        <a:pt x="61794" y="7612"/>
                        <a:pt x="62689" y="6269"/>
                      </a:cubicBezTo>
                      <a:cubicBezTo>
                        <a:pt x="63585" y="4925"/>
                        <a:pt x="62689" y="4030"/>
                        <a:pt x="61346" y="3135"/>
                      </a:cubicBezTo>
                      <a:cubicBezTo>
                        <a:pt x="56421" y="896"/>
                        <a:pt x="51047" y="0"/>
                        <a:pt x="45674" y="0"/>
                      </a:cubicBezTo>
                      <a:cubicBezTo>
                        <a:pt x="34479" y="0"/>
                        <a:pt x="24180" y="4925"/>
                        <a:pt x="16568" y="12986"/>
                      </a:cubicBezTo>
                      <a:cubicBezTo>
                        <a:pt x="12090" y="17911"/>
                        <a:pt x="9404" y="23732"/>
                        <a:pt x="7612" y="30001"/>
                      </a:cubicBezTo>
                      <a:lnTo>
                        <a:pt x="2239" y="30001"/>
                      </a:lnTo>
                      <a:cubicBezTo>
                        <a:pt x="896" y="30001"/>
                        <a:pt x="0" y="30897"/>
                        <a:pt x="0" y="32240"/>
                      </a:cubicBezTo>
                      <a:cubicBezTo>
                        <a:pt x="0" y="33584"/>
                        <a:pt x="896" y="34479"/>
                        <a:pt x="2239" y="34479"/>
                      </a:cubicBezTo>
                      <a:lnTo>
                        <a:pt x="7165" y="34479"/>
                      </a:lnTo>
                      <a:cubicBezTo>
                        <a:pt x="6717" y="37614"/>
                        <a:pt x="6717" y="40300"/>
                        <a:pt x="7165" y="43435"/>
                      </a:cubicBezTo>
                      <a:lnTo>
                        <a:pt x="2239" y="43435"/>
                      </a:lnTo>
                      <a:cubicBezTo>
                        <a:pt x="896" y="43435"/>
                        <a:pt x="0" y="44331"/>
                        <a:pt x="0" y="45674"/>
                      </a:cubicBezTo>
                      <a:cubicBezTo>
                        <a:pt x="0" y="47017"/>
                        <a:pt x="896" y="47913"/>
                        <a:pt x="2239" y="47913"/>
                      </a:cubicBezTo>
                      <a:lnTo>
                        <a:pt x="7612" y="47913"/>
                      </a:lnTo>
                      <a:cubicBezTo>
                        <a:pt x="11195" y="63137"/>
                        <a:pt x="24180" y="75227"/>
                        <a:pt x="39853" y="77466"/>
                      </a:cubicBezTo>
                      <a:cubicBezTo>
                        <a:pt x="41644" y="77914"/>
                        <a:pt x="43435" y="77914"/>
                        <a:pt x="45226" y="77914"/>
                      </a:cubicBezTo>
                      <a:cubicBezTo>
                        <a:pt x="50599" y="77914"/>
                        <a:pt x="55973" y="77019"/>
                        <a:pt x="60898" y="74780"/>
                      </a:cubicBezTo>
                      <a:cubicBezTo>
                        <a:pt x="62689" y="74332"/>
                        <a:pt x="63137" y="73436"/>
                        <a:pt x="62689" y="7209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734" name="Group 4630">
                <a:extLst>
                  <a:ext uri="{FF2B5EF4-FFF2-40B4-BE49-F238E27FC236}">
                    <a16:creationId xmlns:a16="http://schemas.microsoft.com/office/drawing/2014/main" id="{72C7E0C5-D832-B282-62D2-77F2C1D392D8}"/>
                  </a:ext>
                  <a:ext uri="{C183D7F6-B498-43B3-948B-1728B52AA6E4}">
                    <adec:decorative xmlns:adec="http://schemas.microsoft.com/office/drawing/2017/decorative" val="1"/>
                  </a:ext>
                </a:extLst>
              </p:cNvPr>
              <p:cNvGrpSpPr>
                <a:grpSpLocks noChangeAspect="1"/>
              </p:cNvGrpSpPr>
              <p:nvPr/>
            </p:nvGrpSpPr>
            <p:grpSpPr>
              <a:xfrm>
                <a:off x="4747969" y="4872283"/>
                <a:ext cx="152246" cy="152246"/>
                <a:chOff x="4799290" y="4141171"/>
                <a:chExt cx="152246" cy="152246"/>
              </a:xfrm>
            </p:grpSpPr>
            <p:sp>
              <p:nvSpPr>
                <p:cNvPr id="735" name="Freeform: Shape 4631">
                  <a:extLst>
                    <a:ext uri="{FF2B5EF4-FFF2-40B4-BE49-F238E27FC236}">
                      <a16:creationId xmlns:a16="http://schemas.microsoft.com/office/drawing/2014/main" id="{891AC92D-E848-C318-D0CE-1E68DD98920C}"/>
                    </a:ext>
                  </a:extLst>
                </p:cNvPr>
                <p:cNvSpPr/>
                <p:nvPr/>
              </p:nvSpPr>
              <p:spPr>
                <a:xfrm>
                  <a:off x="4799290" y="4141171"/>
                  <a:ext cx="152246" cy="152246"/>
                </a:xfrm>
                <a:custGeom>
                  <a:avLst/>
                  <a:gdLst>
                    <a:gd name="connsiteX0" fmla="*/ 76123 w 152245"/>
                    <a:gd name="connsiteY0" fmla="*/ 152246 h 152245"/>
                    <a:gd name="connsiteX1" fmla="*/ 22389 w 152245"/>
                    <a:gd name="connsiteY1" fmla="*/ 129857 h 152245"/>
                    <a:gd name="connsiteX2" fmla="*/ 0 w 152245"/>
                    <a:gd name="connsiteY2" fmla="*/ 76123 h 152245"/>
                    <a:gd name="connsiteX3" fmla="*/ 22389 w 152245"/>
                    <a:gd name="connsiteY3" fmla="*/ 22389 h 152245"/>
                    <a:gd name="connsiteX4" fmla="*/ 76123 w 152245"/>
                    <a:gd name="connsiteY4" fmla="*/ 0 h 152245"/>
                    <a:gd name="connsiteX5" fmla="*/ 129857 w 152245"/>
                    <a:gd name="connsiteY5" fmla="*/ 22389 h 152245"/>
                    <a:gd name="connsiteX6" fmla="*/ 129857 w 152245"/>
                    <a:gd name="connsiteY6" fmla="*/ 22389 h 152245"/>
                    <a:gd name="connsiteX7" fmla="*/ 152246 w 152245"/>
                    <a:gd name="connsiteY7" fmla="*/ 76123 h 152245"/>
                    <a:gd name="connsiteX8" fmla="*/ 129857 w 152245"/>
                    <a:gd name="connsiteY8" fmla="*/ 129857 h 152245"/>
                    <a:gd name="connsiteX9" fmla="*/ 76123 w 152245"/>
                    <a:gd name="connsiteY9" fmla="*/ 152246 h 152245"/>
                    <a:gd name="connsiteX10" fmla="*/ 76123 w 152245"/>
                    <a:gd name="connsiteY10" fmla="*/ 4478 h 152245"/>
                    <a:gd name="connsiteX11" fmla="*/ 25523 w 152245"/>
                    <a:gd name="connsiteY11" fmla="*/ 25524 h 152245"/>
                    <a:gd name="connsiteX12" fmla="*/ 4478 w 152245"/>
                    <a:gd name="connsiteY12" fmla="*/ 76123 h 152245"/>
                    <a:gd name="connsiteX13" fmla="*/ 25523 w 152245"/>
                    <a:gd name="connsiteY13" fmla="*/ 126722 h 152245"/>
                    <a:gd name="connsiteX14" fmla="*/ 76123 w 152245"/>
                    <a:gd name="connsiteY14" fmla="*/ 147768 h 152245"/>
                    <a:gd name="connsiteX15" fmla="*/ 126722 w 152245"/>
                    <a:gd name="connsiteY15" fmla="*/ 126722 h 152245"/>
                    <a:gd name="connsiteX16" fmla="*/ 147768 w 152245"/>
                    <a:gd name="connsiteY16" fmla="*/ 76123 h 152245"/>
                    <a:gd name="connsiteX17" fmla="*/ 126722 w 152245"/>
                    <a:gd name="connsiteY17" fmla="*/ 25524 h 152245"/>
                    <a:gd name="connsiteX18" fmla="*/ 76123 w 152245"/>
                    <a:gd name="connsiteY18" fmla="*/ 447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2245" h="152245">
                      <a:moveTo>
                        <a:pt x="76123" y="152246"/>
                      </a:moveTo>
                      <a:cubicBezTo>
                        <a:pt x="55973" y="152246"/>
                        <a:pt x="36718" y="144186"/>
                        <a:pt x="22389" y="129857"/>
                      </a:cubicBezTo>
                      <a:cubicBezTo>
                        <a:pt x="8060" y="115528"/>
                        <a:pt x="0" y="96273"/>
                        <a:pt x="0" y="76123"/>
                      </a:cubicBezTo>
                      <a:cubicBezTo>
                        <a:pt x="0" y="55973"/>
                        <a:pt x="8060" y="36718"/>
                        <a:pt x="22389" y="22389"/>
                      </a:cubicBezTo>
                      <a:cubicBezTo>
                        <a:pt x="36718" y="8060"/>
                        <a:pt x="55973" y="0"/>
                        <a:pt x="76123" y="0"/>
                      </a:cubicBezTo>
                      <a:cubicBezTo>
                        <a:pt x="96273" y="0"/>
                        <a:pt x="115528" y="8060"/>
                        <a:pt x="129857" y="22389"/>
                      </a:cubicBezTo>
                      <a:lnTo>
                        <a:pt x="129857" y="22389"/>
                      </a:lnTo>
                      <a:cubicBezTo>
                        <a:pt x="144186" y="36718"/>
                        <a:pt x="152246" y="55973"/>
                        <a:pt x="152246" y="76123"/>
                      </a:cubicBezTo>
                      <a:cubicBezTo>
                        <a:pt x="152246" y="96273"/>
                        <a:pt x="144186" y="115528"/>
                        <a:pt x="129857" y="129857"/>
                      </a:cubicBezTo>
                      <a:cubicBezTo>
                        <a:pt x="115528" y="144186"/>
                        <a:pt x="96273" y="152246"/>
                        <a:pt x="76123" y="152246"/>
                      </a:cubicBezTo>
                      <a:close/>
                      <a:moveTo>
                        <a:pt x="76123" y="4478"/>
                      </a:moveTo>
                      <a:cubicBezTo>
                        <a:pt x="56868" y="4478"/>
                        <a:pt x="38957" y="12090"/>
                        <a:pt x="25523" y="25524"/>
                      </a:cubicBezTo>
                      <a:cubicBezTo>
                        <a:pt x="12090" y="38957"/>
                        <a:pt x="4478" y="56868"/>
                        <a:pt x="4478" y="76123"/>
                      </a:cubicBezTo>
                      <a:cubicBezTo>
                        <a:pt x="4478" y="95377"/>
                        <a:pt x="12090" y="113289"/>
                        <a:pt x="25523" y="126722"/>
                      </a:cubicBezTo>
                      <a:cubicBezTo>
                        <a:pt x="38957" y="140156"/>
                        <a:pt x="56868" y="147768"/>
                        <a:pt x="76123" y="147768"/>
                      </a:cubicBezTo>
                      <a:cubicBezTo>
                        <a:pt x="95377" y="147768"/>
                        <a:pt x="113289" y="140156"/>
                        <a:pt x="126722" y="126722"/>
                      </a:cubicBezTo>
                      <a:cubicBezTo>
                        <a:pt x="140156" y="113289"/>
                        <a:pt x="147768" y="95377"/>
                        <a:pt x="147768" y="76123"/>
                      </a:cubicBezTo>
                      <a:cubicBezTo>
                        <a:pt x="147768" y="56868"/>
                        <a:pt x="140156" y="38957"/>
                        <a:pt x="126722" y="25524"/>
                      </a:cubicBezTo>
                      <a:cubicBezTo>
                        <a:pt x="113289" y="12090"/>
                        <a:pt x="94930" y="4478"/>
                        <a:pt x="7612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36" name="Freeform: Shape 4632">
                  <a:extLst>
                    <a:ext uri="{FF2B5EF4-FFF2-40B4-BE49-F238E27FC236}">
                      <a16:creationId xmlns:a16="http://schemas.microsoft.com/office/drawing/2014/main" id="{A2B1C0A3-B1EB-BE70-7C24-94730DC73516}"/>
                    </a:ext>
                  </a:extLst>
                </p:cNvPr>
                <p:cNvSpPr/>
                <p:nvPr/>
              </p:nvSpPr>
              <p:spPr>
                <a:xfrm>
                  <a:off x="4846307" y="4173859"/>
                  <a:ext cx="53734" cy="76123"/>
                </a:xfrm>
                <a:custGeom>
                  <a:avLst/>
                  <a:gdLst>
                    <a:gd name="connsiteX0" fmla="*/ 28210 w 53733"/>
                    <a:gd name="connsiteY0" fmla="*/ 4478 h 76122"/>
                    <a:gd name="connsiteX1" fmla="*/ 49256 w 53733"/>
                    <a:gd name="connsiteY1" fmla="*/ 21046 h 76122"/>
                    <a:gd name="connsiteX2" fmla="*/ 51495 w 53733"/>
                    <a:gd name="connsiteY2" fmla="*/ 23285 h 76122"/>
                    <a:gd name="connsiteX3" fmla="*/ 53734 w 53733"/>
                    <a:gd name="connsiteY3" fmla="*/ 21046 h 76122"/>
                    <a:gd name="connsiteX4" fmla="*/ 28210 w 53733"/>
                    <a:gd name="connsiteY4" fmla="*/ 0 h 76122"/>
                    <a:gd name="connsiteX5" fmla="*/ 2687 w 53733"/>
                    <a:gd name="connsiteY5" fmla="*/ 22837 h 76122"/>
                    <a:gd name="connsiteX6" fmla="*/ 6269 w 53733"/>
                    <a:gd name="connsiteY6" fmla="*/ 37166 h 76122"/>
                    <a:gd name="connsiteX7" fmla="*/ 7612 w 53733"/>
                    <a:gd name="connsiteY7" fmla="*/ 40748 h 76122"/>
                    <a:gd name="connsiteX8" fmla="*/ 2239 w 53733"/>
                    <a:gd name="connsiteY8" fmla="*/ 40748 h 76122"/>
                    <a:gd name="connsiteX9" fmla="*/ 0 w 53733"/>
                    <a:gd name="connsiteY9" fmla="*/ 42987 h 76122"/>
                    <a:gd name="connsiteX10" fmla="*/ 2239 w 53733"/>
                    <a:gd name="connsiteY10" fmla="*/ 45226 h 76122"/>
                    <a:gd name="connsiteX11" fmla="*/ 8956 w 53733"/>
                    <a:gd name="connsiteY11" fmla="*/ 45226 h 76122"/>
                    <a:gd name="connsiteX12" fmla="*/ 8956 w 53733"/>
                    <a:gd name="connsiteY12" fmla="*/ 56868 h 76122"/>
                    <a:gd name="connsiteX13" fmla="*/ 1791 w 53733"/>
                    <a:gd name="connsiteY13" fmla="*/ 72541 h 76122"/>
                    <a:gd name="connsiteX14" fmla="*/ 2687 w 53733"/>
                    <a:gd name="connsiteY14" fmla="*/ 75675 h 76122"/>
                    <a:gd name="connsiteX15" fmla="*/ 5373 w 53733"/>
                    <a:gd name="connsiteY15" fmla="*/ 75228 h 76122"/>
                    <a:gd name="connsiteX16" fmla="*/ 8956 w 53733"/>
                    <a:gd name="connsiteY16" fmla="*/ 74780 h 76122"/>
                    <a:gd name="connsiteX17" fmla="*/ 9851 w 53733"/>
                    <a:gd name="connsiteY17" fmla="*/ 74780 h 76122"/>
                    <a:gd name="connsiteX18" fmla="*/ 15672 w 53733"/>
                    <a:gd name="connsiteY18" fmla="*/ 74780 h 76122"/>
                    <a:gd name="connsiteX19" fmla="*/ 26419 w 53733"/>
                    <a:gd name="connsiteY19" fmla="*/ 77019 h 76122"/>
                    <a:gd name="connsiteX20" fmla="*/ 27762 w 53733"/>
                    <a:gd name="connsiteY20" fmla="*/ 77466 h 76122"/>
                    <a:gd name="connsiteX21" fmla="*/ 34927 w 53733"/>
                    <a:gd name="connsiteY21" fmla="*/ 78362 h 76122"/>
                    <a:gd name="connsiteX22" fmla="*/ 51943 w 53733"/>
                    <a:gd name="connsiteY22" fmla="*/ 72989 h 76122"/>
                    <a:gd name="connsiteX23" fmla="*/ 52390 w 53733"/>
                    <a:gd name="connsiteY23" fmla="*/ 69854 h 76122"/>
                    <a:gd name="connsiteX24" fmla="*/ 49256 w 53733"/>
                    <a:gd name="connsiteY24" fmla="*/ 69406 h 76122"/>
                    <a:gd name="connsiteX25" fmla="*/ 28658 w 53733"/>
                    <a:gd name="connsiteY25" fmla="*/ 72989 h 76122"/>
                    <a:gd name="connsiteX26" fmla="*/ 27315 w 53733"/>
                    <a:gd name="connsiteY26" fmla="*/ 72541 h 76122"/>
                    <a:gd name="connsiteX27" fmla="*/ 15672 w 53733"/>
                    <a:gd name="connsiteY27" fmla="*/ 70302 h 76122"/>
                    <a:gd name="connsiteX28" fmla="*/ 8956 w 53733"/>
                    <a:gd name="connsiteY28" fmla="*/ 70302 h 76122"/>
                    <a:gd name="connsiteX29" fmla="*/ 8508 w 53733"/>
                    <a:gd name="connsiteY29" fmla="*/ 70302 h 76122"/>
                    <a:gd name="connsiteX30" fmla="*/ 8060 w 53733"/>
                    <a:gd name="connsiteY30" fmla="*/ 70302 h 76122"/>
                    <a:gd name="connsiteX31" fmla="*/ 13433 w 53733"/>
                    <a:gd name="connsiteY31" fmla="*/ 58660 h 76122"/>
                    <a:gd name="connsiteX32" fmla="*/ 13881 w 53733"/>
                    <a:gd name="connsiteY32" fmla="*/ 45674 h 76122"/>
                    <a:gd name="connsiteX33" fmla="*/ 42539 w 53733"/>
                    <a:gd name="connsiteY33" fmla="*/ 45674 h 76122"/>
                    <a:gd name="connsiteX34" fmla="*/ 44778 w 53733"/>
                    <a:gd name="connsiteY34" fmla="*/ 43435 h 76122"/>
                    <a:gd name="connsiteX35" fmla="*/ 42539 w 53733"/>
                    <a:gd name="connsiteY35" fmla="*/ 41196 h 76122"/>
                    <a:gd name="connsiteX36" fmla="*/ 12986 w 53733"/>
                    <a:gd name="connsiteY36" fmla="*/ 41196 h 76122"/>
                    <a:gd name="connsiteX37" fmla="*/ 11195 w 53733"/>
                    <a:gd name="connsiteY37" fmla="*/ 35823 h 76122"/>
                    <a:gd name="connsiteX38" fmla="*/ 8060 w 53733"/>
                    <a:gd name="connsiteY38" fmla="*/ 23285 h 76122"/>
                    <a:gd name="connsiteX39" fmla="*/ 28210 w 53733"/>
                    <a:gd name="connsiteY39" fmla="*/ 4478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3733" h="76122">
                      <a:moveTo>
                        <a:pt x="28210" y="4478"/>
                      </a:moveTo>
                      <a:cubicBezTo>
                        <a:pt x="39852" y="4478"/>
                        <a:pt x="49256" y="11642"/>
                        <a:pt x="49256" y="21046"/>
                      </a:cubicBezTo>
                      <a:cubicBezTo>
                        <a:pt x="49256" y="22389"/>
                        <a:pt x="50151" y="23285"/>
                        <a:pt x="51495" y="23285"/>
                      </a:cubicBezTo>
                      <a:cubicBezTo>
                        <a:pt x="52838" y="23285"/>
                        <a:pt x="53734" y="22389"/>
                        <a:pt x="53734" y="21046"/>
                      </a:cubicBezTo>
                      <a:cubicBezTo>
                        <a:pt x="53734" y="9404"/>
                        <a:pt x="42091" y="0"/>
                        <a:pt x="28210" y="0"/>
                      </a:cubicBezTo>
                      <a:cubicBezTo>
                        <a:pt x="14777" y="0"/>
                        <a:pt x="2687" y="10747"/>
                        <a:pt x="2687" y="22837"/>
                      </a:cubicBezTo>
                      <a:cubicBezTo>
                        <a:pt x="2687" y="27315"/>
                        <a:pt x="4478" y="32240"/>
                        <a:pt x="6269" y="37166"/>
                      </a:cubicBezTo>
                      <a:cubicBezTo>
                        <a:pt x="6717" y="38509"/>
                        <a:pt x="7164" y="39853"/>
                        <a:pt x="7612" y="40748"/>
                      </a:cubicBezTo>
                      <a:lnTo>
                        <a:pt x="2239" y="40748"/>
                      </a:lnTo>
                      <a:cubicBezTo>
                        <a:pt x="895" y="40748"/>
                        <a:pt x="0" y="41644"/>
                        <a:pt x="0" y="42987"/>
                      </a:cubicBezTo>
                      <a:cubicBezTo>
                        <a:pt x="0" y="44331"/>
                        <a:pt x="895" y="45226"/>
                        <a:pt x="2239" y="45226"/>
                      </a:cubicBezTo>
                      <a:lnTo>
                        <a:pt x="8956" y="45226"/>
                      </a:lnTo>
                      <a:cubicBezTo>
                        <a:pt x="9851" y="49256"/>
                        <a:pt x="10299" y="53286"/>
                        <a:pt x="8956" y="56868"/>
                      </a:cubicBezTo>
                      <a:cubicBezTo>
                        <a:pt x="7164" y="61794"/>
                        <a:pt x="3582" y="68958"/>
                        <a:pt x="1791" y="72541"/>
                      </a:cubicBezTo>
                      <a:cubicBezTo>
                        <a:pt x="1343" y="73436"/>
                        <a:pt x="1791" y="74780"/>
                        <a:pt x="2687" y="75675"/>
                      </a:cubicBezTo>
                      <a:cubicBezTo>
                        <a:pt x="3582" y="76123"/>
                        <a:pt x="4478" y="76123"/>
                        <a:pt x="5373" y="75228"/>
                      </a:cubicBezTo>
                      <a:cubicBezTo>
                        <a:pt x="5821" y="75228"/>
                        <a:pt x="6717" y="74780"/>
                        <a:pt x="8956" y="74780"/>
                      </a:cubicBezTo>
                      <a:lnTo>
                        <a:pt x="9851" y="74780"/>
                      </a:lnTo>
                      <a:cubicBezTo>
                        <a:pt x="11642" y="74332"/>
                        <a:pt x="13433" y="74332"/>
                        <a:pt x="15672" y="74780"/>
                      </a:cubicBezTo>
                      <a:cubicBezTo>
                        <a:pt x="19255" y="75228"/>
                        <a:pt x="22837" y="76123"/>
                        <a:pt x="26419" y="77019"/>
                      </a:cubicBezTo>
                      <a:lnTo>
                        <a:pt x="27762" y="77466"/>
                      </a:lnTo>
                      <a:cubicBezTo>
                        <a:pt x="30001" y="77914"/>
                        <a:pt x="32688" y="78362"/>
                        <a:pt x="34927" y="78362"/>
                      </a:cubicBezTo>
                      <a:cubicBezTo>
                        <a:pt x="40748" y="78362"/>
                        <a:pt x="46569" y="76571"/>
                        <a:pt x="51943" y="72989"/>
                      </a:cubicBezTo>
                      <a:cubicBezTo>
                        <a:pt x="52838" y="72093"/>
                        <a:pt x="53286" y="70750"/>
                        <a:pt x="52390" y="69854"/>
                      </a:cubicBezTo>
                      <a:cubicBezTo>
                        <a:pt x="51495" y="68958"/>
                        <a:pt x="50151" y="68511"/>
                        <a:pt x="49256" y="69406"/>
                      </a:cubicBezTo>
                      <a:cubicBezTo>
                        <a:pt x="42987" y="73436"/>
                        <a:pt x="35375" y="74780"/>
                        <a:pt x="28658" y="72989"/>
                      </a:cubicBezTo>
                      <a:lnTo>
                        <a:pt x="27315" y="72541"/>
                      </a:lnTo>
                      <a:cubicBezTo>
                        <a:pt x="23732" y="71645"/>
                        <a:pt x="19702" y="70750"/>
                        <a:pt x="15672" y="70302"/>
                      </a:cubicBezTo>
                      <a:cubicBezTo>
                        <a:pt x="13433" y="70302"/>
                        <a:pt x="11195" y="70302"/>
                        <a:pt x="8956" y="70302"/>
                      </a:cubicBezTo>
                      <a:lnTo>
                        <a:pt x="8508" y="70302"/>
                      </a:lnTo>
                      <a:cubicBezTo>
                        <a:pt x="8508" y="70302"/>
                        <a:pt x="8060" y="70302"/>
                        <a:pt x="8060" y="70302"/>
                      </a:cubicBezTo>
                      <a:cubicBezTo>
                        <a:pt x="9851" y="66720"/>
                        <a:pt x="12090" y="62242"/>
                        <a:pt x="13433" y="58660"/>
                      </a:cubicBezTo>
                      <a:cubicBezTo>
                        <a:pt x="15224" y="54182"/>
                        <a:pt x="14777" y="49704"/>
                        <a:pt x="13881" y="45674"/>
                      </a:cubicBezTo>
                      <a:lnTo>
                        <a:pt x="42539" y="45674"/>
                      </a:lnTo>
                      <a:cubicBezTo>
                        <a:pt x="43883" y="45674"/>
                        <a:pt x="44778" y="44778"/>
                        <a:pt x="44778" y="43435"/>
                      </a:cubicBezTo>
                      <a:cubicBezTo>
                        <a:pt x="44778" y="42092"/>
                        <a:pt x="43883" y="41196"/>
                        <a:pt x="42539" y="41196"/>
                      </a:cubicBezTo>
                      <a:lnTo>
                        <a:pt x="12986" y="41196"/>
                      </a:lnTo>
                      <a:cubicBezTo>
                        <a:pt x="12538" y="39405"/>
                        <a:pt x="11642" y="37614"/>
                        <a:pt x="11195" y="35823"/>
                      </a:cubicBezTo>
                      <a:cubicBezTo>
                        <a:pt x="9403" y="31345"/>
                        <a:pt x="8060" y="26867"/>
                        <a:pt x="8060" y="23285"/>
                      </a:cubicBezTo>
                      <a:cubicBezTo>
                        <a:pt x="7164" y="14329"/>
                        <a:pt x="16568" y="4478"/>
                        <a:pt x="28210"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737" name="Group 4633">
                <a:extLst>
                  <a:ext uri="{FF2B5EF4-FFF2-40B4-BE49-F238E27FC236}">
                    <a16:creationId xmlns:a16="http://schemas.microsoft.com/office/drawing/2014/main" id="{0CBF982B-21CF-CD54-7E91-E51BA05F4BE1}"/>
                  </a:ext>
                  <a:ext uri="{C183D7F6-B498-43B3-948B-1728B52AA6E4}">
                    <adec:decorative xmlns:adec="http://schemas.microsoft.com/office/drawing/2017/decorative" val="1"/>
                  </a:ext>
                </a:extLst>
              </p:cNvPr>
              <p:cNvGrpSpPr>
                <a:grpSpLocks noChangeAspect="1"/>
              </p:cNvGrpSpPr>
              <p:nvPr/>
            </p:nvGrpSpPr>
            <p:grpSpPr>
              <a:xfrm>
                <a:off x="5008578" y="4872283"/>
                <a:ext cx="152246" cy="152246"/>
                <a:chOff x="5059899" y="4141171"/>
                <a:chExt cx="152246" cy="152246"/>
              </a:xfrm>
            </p:grpSpPr>
            <p:sp>
              <p:nvSpPr>
                <p:cNvPr id="738" name="Freeform: Shape 4634">
                  <a:extLst>
                    <a:ext uri="{FF2B5EF4-FFF2-40B4-BE49-F238E27FC236}">
                      <a16:creationId xmlns:a16="http://schemas.microsoft.com/office/drawing/2014/main" id="{B708D498-BB26-211B-1B37-DA0C4C9F12DB}"/>
                    </a:ext>
                  </a:extLst>
                </p:cNvPr>
                <p:cNvSpPr/>
                <p:nvPr/>
              </p:nvSpPr>
              <p:spPr>
                <a:xfrm>
                  <a:off x="5059899" y="4141171"/>
                  <a:ext cx="152246" cy="152246"/>
                </a:xfrm>
                <a:custGeom>
                  <a:avLst/>
                  <a:gdLst>
                    <a:gd name="connsiteX0" fmla="*/ 76123 w 152245"/>
                    <a:gd name="connsiteY0" fmla="*/ 152246 h 152245"/>
                    <a:gd name="connsiteX1" fmla="*/ 22389 w 152245"/>
                    <a:gd name="connsiteY1" fmla="*/ 129857 h 152245"/>
                    <a:gd name="connsiteX2" fmla="*/ 0 w 152245"/>
                    <a:gd name="connsiteY2" fmla="*/ 76123 h 152245"/>
                    <a:gd name="connsiteX3" fmla="*/ 22389 w 152245"/>
                    <a:gd name="connsiteY3" fmla="*/ 22389 h 152245"/>
                    <a:gd name="connsiteX4" fmla="*/ 76123 w 152245"/>
                    <a:gd name="connsiteY4" fmla="*/ 0 h 152245"/>
                    <a:gd name="connsiteX5" fmla="*/ 129857 w 152245"/>
                    <a:gd name="connsiteY5" fmla="*/ 22389 h 152245"/>
                    <a:gd name="connsiteX6" fmla="*/ 129857 w 152245"/>
                    <a:gd name="connsiteY6" fmla="*/ 22389 h 152245"/>
                    <a:gd name="connsiteX7" fmla="*/ 152246 w 152245"/>
                    <a:gd name="connsiteY7" fmla="*/ 76123 h 152245"/>
                    <a:gd name="connsiteX8" fmla="*/ 129857 w 152245"/>
                    <a:gd name="connsiteY8" fmla="*/ 129857 h 152245"/>
                    <a:gd name="connsiteX9" fmla="*/ 76123 w 152245"/>
                    <a:gd name="connsiteY9" fmla="*/ 152246 h 152245"/>
                    <a:gd name="connsiteX10" fmla="*/ 76123 w 152245"/>
                    <a:gd name="connsiteY10" fmla="*/ 4478 h 152245"/>
                    <a:gd name="connsiteX11" fmla="*/ 25524 w 152245"/>
                    <a:gd name="connsiteY11" fmla="*/ 25524 h 152245"/>
                    <a:gd name="connsiteX12" fmla="*/ 4478 w 152245"/>
                    <a:gd name="connsiteY12" fmla="*/ 76123 h 152245"/>
                    <a:gd name="connsiteX13" fmla="*/ 25524 w 152245"/>
                    <a:gd name="connsiteY13" fmla="*/ 126722 h 152245"/>
                    <a:gd name="connsiteX14" fmla="*/ 76123 w 152245"/>
                    <a:gd name="connsiteY14" fmla="*/ 147768 h 152245"/>
                    <a:gd name="connsiteX15" fmla="*/ 126722 w 152245"/>
                    <a:gd name="connsiteY15" fmla="*/ 126722 h 152245"/>
                    <a:gd name="connsiteX16" fmla="*/ 147768 w 152245"/>
                    <a:gd name="connsiteY16" fmla="*/ 76123 h 152245"/>
                    <a:gd name="connsiteX17" fmla="*/ 126722 w 152245"/>
                    <a:gd name="connsiteY17" fmla="*/ 25524 h 152245"/>
                    <a:gd name="connsiteX18" fmla="*/ 76123 w 152245"/>
                    <a:gd name="connsiteY18" fmla="*/ 447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2245" h="152245">
                      <a:moveTo>
                        <a:pt x="76123" y="152246"/>
                      </a:moveTo>
                      <a:cubicBezTo>
                        <a:pt x="55973" y="152246"/>
                        <a:pt x="36718" y="144186"/>
                        <a:pt x="22389" y="129857"/>
                      </a:cubicBezTo>
                      <a:cubicBezTo>
                        <a:pt x="8060" y="115528"/>
                        <a:pt x="0" y="96273"/>
                        <a:pt x="0" y="76123"/>
                      </a:cubicBezTo>
                      <a:cubicBezTo>
                        <a:pt x="0" y="55973"/>
                        <a:pt x="8060" y="36718"/>
                        <a:pt x="22389" y="22389"/>
                      </a:cubicBezTo>
                      <a:cubicBezTo>
                        <a:pt x="36718" y="8060"/>
                        <a:pt x="55973" y="0"/>
                        <a:pt x="76123" y="0"/>
                      </a:cubicBezTo>
                      <a:cubicBezTo>
                        <a:pt x="96273" y="0"/>
                        <a:pt x="115528" y="8060"/>
                        <a:pt x="129857" y="22389"/>
                      </a:cubicBezTo>
                      <a:lnTo>
                        <a:pt x="129857" y="22389"/>
                      </a:lnTo>
                      <a:cubicBezTo>
                        <a:pt x="144186" y="36718"/>
                        <a:pt x="152246" y="55973"/>
                        <a:pt x="152246" y="76123"/>
                      </a:cubicBezTo>
                      <a:cubicBezTo>
                        <a:pt x="152246" y="96273"/>
                        <a:pt x="144186" y="115528"/>
                        <a:pt x="129857" y="129857"/>
                      </a:cubicBezTo>
                      <a:cubicBezTo>
                        <a:pt x="115528" y="144186"/>
                        <a:pt x="96273" y="152246"/>
                        <a:pt x="76123" y="152246"/>
                      </a:cubicBezTo>
                      <a:close/>
                      <a:moveTo>
                        <a:pt x="76123" y="4478"/>
                      </a:moveTo>
                      <a:cubicBezTo>
                        <a:pt x="56868" y="4478"/>
                        <a:pt x="38957" y="12090"/>
                        <a:pt x="25524" y="25524"/>
                      </a:cubicBezTo>
                      <a:cubicBezTo>
                        <a:pt x="12090" y="38957"/>
                        <a:pt x="4478" y="56868"/>
                        <a:pt x="4478" y="76123"/>
                      </a:cubicBezTo>
                      <a:cubicBezTo>
                        <a:pt x="4478" y="95377"/>
                        <a:pt x="12090" y="113289"/>
                        <a:pt x="25524" y="126722"/>
                      </a:cubicBezTo>
                      <a:cubicBezTo>
                        <a:pt x="38957" y="140156"/>
                        <a:pt x="56868" y="147768"/>
                        <a:pt x="76123" y="147768"/>
                      </a:cubicBezTo>
                      <a:cubicBezTo>
                        <a:pt x="95378" y="147768"/>
                        <a:pt x="113289" y="140156"/>
                        <a:pt x="126722" y="126722"/>
                      </a:cubicBezTo>
                      <a:cubicBezTo>
                        <a:pt x="140156" y="113289"/>
                        <a:pt x="147768" y="95377"/>
                        <a:pt x="147768" y="76123"/>
                      </a:cubicBezTo>
                      <a:cubicBezTo>
                        <a:pt x="147768" y="56868"/>
                        <a:pt x="140156" y="38957"/>
                        <a:pt x="126722" y="25524"/>
                      </a:cubicBezTo>
                      <a:cubicBezTo>
                        <a:pt x="113289" y="12090"/>
                        <a:pt x="94930" y="4478"/>
                        <a:pt x="7612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39" name="Freeform: Shape 4635">
                  <a:extLst>
                    <a:ext uri="{FF2B5EF4-FFF2-40B4-BE49-F238E27FC236}">
                      <a16:creationId xmlns:a16="http://schemas.microsoft.com/office/drawing/2014/main" id="{746ABF20-C252-8E20-C10D-D5EE596E0D93}"/>
                    </a:ext>
                  </a:extLst>
                </p:cNvPr>
                <p:cNvSpPr/>
                <p:nvPr/>
              </p:nvSpPr>
              <p:spPr>
                <a:xfrm>
                  <a:off x="5108259" y="4168486"/>
                  <a:ext cx="53734" cy="94034"/>
                </a:xfrm>
                <a:custGeom>
                  <a:avLst/>
                  <a:gdLst>
                    <a:gd name="connsiteX0" fmla="*/ 30001 w 53733"/>
                    <a:gd name="connsiteY0" fmla="*/ 46569 h 94034"/>
                    <a:gd name="connsiteX1" fmla="*/ 30001 w 53733"/>
                    <a:gd name="connsiteY1" fmla="*/ 10747 h 94034"/>
                    <a:gd name="connsiteX2" fmla="*/ 51047 w 53733"/>
                    <a:gd name="connsiteY2" fmla="*/ 28658 h 94034"/>
                    <a:gd name="connsiteX3" fmla="*/ 53286 w 53733"/>
                    <a:gd name="connsiteY3" fmla="*/ 30897 h 94034"/>
                    <a:gd name="connsiteX4" fmla="*/ 55525 w 53733"/>
                    <a:gd name="connsiteY4" fmla="*/ 28658 h 94034"/>
                    <a:gd name="connsiteX5" fmla="*/ 30001 w 53733"/>
                    <a:gd name="connsiteY5" fmla="*/ 6269 h 94034"/>
                    <a:gd name="connsiteX6" fmla="*/ 30001 w 53733"/>
                    <a:gd name="connsiteY6" fmla="*/ 2239 h 94034"/>
                    <a:gd name="connsiteX7" fmla="*/ 27762 w 53733"/>
                    <a:gd name="connsiteY7" fmla="*/ 0 h 94034"/>
                    <a:gd name="connsiteX8" fmla="*/ 25523 w 53733"/>
                    <a:gd name="connsiteY8" fmla="*/ 2239 h 94034"/>
                    <a:gd name="connsiteX9" fmla="*/ 25523 w 53733"/>
                    <a:gd name="connsiteY9" fmla="*/ 6269 h 94034"/>
                    <a:gd name="connsiteX10" fmla="*/ 0 w 53733"/>
                    <a:gd name="connsiteY10" fmla="*/ 28658 h 94034"/>
                    <a:gd name="connsiteX11" fmla="*/ 25523 w 53733"/>
                    <a:gd name="connsiteY11" fmla="*/ 51047 h 94034"/>
                    <a:gd name="connsiteX12" fmla="*/ 25523 w 53733"/>
                    <a:gd name="connsiteY12" fmla="*/ 86869 h 94034"/>
                    <a:gd name="connsiteX13" fmla="*/ 4478 w 53733"/>
                    <a:gd name="connsiteY13" fmla="*/ 68958 h 94034"/>
                    <a:gd name="connsiteX14" fmla="*/ 2239 w 53733"/>
                    <a:gd name="connsiteY14" fmla="*/ 66719 h 94034"/>
                    <a:gd name="connsiteX15" fmla="*/ 0 w 53733"/>
                    <a:gd name="connsiteY15" fmla="*/ 68958 h 94034"/>
                    <a:gd name="connsiteX16" fmla="*/ 25523 w 53733"/>
                    <a:gd name="connsiteY16" fmla="*/ 91347 h 94034"/>
                    <a:gd name="connsiteX17" fmla="*/ 25523 w 53733"/>
                    <a:gd name="connsiteY17" fmla="*/ 95825 h 94034"/>
                    <a:gd name="connsiteX18" fmla="*/ 27762 w 53733"/>
                    <a:gd name="connsiteY18" fmla="*/ 98064 h 94034"/>
                    <a:gd name="connsiteX19" fmla="*/ 30001 w 53733"/>
                    <a:gd name="connsiteY19" fmla="*/ 95825 h 94034"/>
                    <a:gd name="connsiteX20" fmla="*/ 30001 w 53733"/>
                    <a:gd name="connsiteY20" fmla="*/ 91347 h 94034"/>
                    <a:gd name="connsiteX21" fmla="*/ 55525 w 53733"/>
                    <a:gd name="connsiteY21" fmla="*/ 68958 h 94034"/>
                    <a:gd name="connsiteX22" fmla="*/ 30001 w 53733"/>
                    <a:gd name="connsiteY22" fmla="*/ 46569 h 94034"/>
                    <a:gd name="connsiteX23" fmla="*/ 4478 w 53733"/>
                    <a:gd name="connsiteY23" fmla="*/ 28210 h 94034"/>
                    <a:gd name="connsiteX24" fmla="*/ 25523 w 53733"/>
                    <a:gd name="connsiteY24" fmla="*/ 10299 h 94034"/>
                    <a:gd name="connsiteX25" fmla="*/ 25523 w 53733"/>
                    <a:gd name="connsiteY25" fmla="*/ 46121 h 94034"/>
                    <a:gd name="connsiteX26" fmla="*/ 4478 w 53733"/>
                    <a:gd name="connsiteY26" fmla="*/ 28210 h 94034"/>
                    <a:gd name="connsiteX27" fmla="*/ 30001 w 53733"/>
                    <a:gd name="connsiteY27" fmla="*/ 86869 h 94034"/>
                    <a:gd name="connsiteX28" fmla="*/ 30001 w 53733"/>
                    <a:gd name="connsiteY28" fmla="*/ 51047 h 94034"/>
                    <a:gd name="connsiteX29" fmla="*/ 51047 w 53733"/>
                    <a:gd name="connsiteY29" fmla="*/ 68958 h 94034"/>
                    <a:gd name="connsiteX30" fmla="*/ 30001 w 53733"/>
                    <a:gd name="connsiteY30" fmla="*/ 86869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3733" h="94034">
                      <a:moveTo>
                        <a:pt x="30001" y="46569"/>
                      </a:moveTo>
                      <a:lnTo>
                        <a:pt x="30001" y="10747"/>
                      </a:lnTo>
                      <a:cubicBezTo>
                        <a:pt x="41644" y="11642"/>
                        <a:pt x="51047" y="19255"/>
                        <a:pt x="51047" y="28658"/>
                      </a:cubicBezTo>
                      <a:cubicBezTo>
                        <a:pt x="51047" y="30001"/>
                        <a:pt x="51943" y="30897"/>
                        <a:pt x="53286" y="30897"/>
                      </a:cubicBezTo>
                      <a:cubicBezTo>
                        <a:pt x="54629" y="30897"/>
                        <a:pt x="55525" y="30001"/>
                        <a:pt x="55525" y="28658"/>
                      </a:cubicBezTo>
                      <a:cubicBezTo>
                        <a:pt x="55525" y="17016"/>
                        <a:pt x="44330" y="7164"/>
                        <a:pt x="30001" y="6269"/>
                      </a:cubicBezTo>
                      <a:lnTo>
                        <a:pt x="30001" y="2239"/>
                      </a:lnTo>
                      <a:cubicBezTo>
                        <a:pt x="30001" y="895"/>
                        <a:pt x="29106" y="0"/>
                        <a:pt x="27762" y="0"/>
                      </a:cubicBezTo>
                      <a:cubicBezTo>
                        <a:pt x="26419" y="0"/>
                        <a:pt x="25523" y="895"/>
                        <a:pt x="25523" y="2239"/>
                      </a:cubicBezTo>
                      <a:lnTo>
                        <a:pt x="25523" y="6269"/>
                      </a:lnTo>
                      <a:cubicBezTo>
                        <a:pt x="11195" y="7164"/>
                        <a:pt x="0" y="17016"/>
                        <a:pt x="0" y="28658"/>
                      </a:cubicBezTo>
                      <a:cubicBezTo>
                        <a:pt x="0" y="40300"/>
                        <a:pt x="11195" y="50151"/>
                        <a:pt x="25523" y="51047"/>
                      </a:cubicBezTo>
                      <a:lnTo>
                        <a:pt x="25523" y="86869"/>
                      </a:lnTo>
                      <a:cubicBezTo>
                        <a:pt x="13881" y="85974"/>
                        <a:pt x="4478" y="78362"/>
                        <a:pt x="4478" y="68958"/>
                      </a:cubicBezTo>
                      <a:cubicBezTo>
                        <a:pt x="4478" y="67615"/>
                        <a:pt x="3582" y="66719"/>
                        <a:pt x="2239" y="66719"/>
                      </a:cubicBezTo>
                      <a:cubicBezTo>
                        <a:pt x="895" y="66719"/>
                        <a:pt x="0" y="67615"/>
                        <a:pt x="0" y="68958"/>
                      </a:cubicBezTo>
                      <a:cubicBezTo>
                        <a:pt x="0" y="80601"/>
                        <a:pt x="11195" y="90452"/>
                        <a:pt x="25523" y="91347"/>
                      </a:cubicBezTo>
                      <a:lnTo>
                        <a:pt x="25523" y="95825"/>
                      </a:lnTo>
                      <a:cubicBezTo>
                        <a:pt x="25523" y="97168"/>
                        <a:pt x="26419" y="98064"/>
                        <a:pt x="27762" y="98064"/>
                      </a:cubicBezTo>
                      <a:cubicBezTo>
                        <a:pt x="29106" y="98064"/>
                        <a:pt x="30001" y="97168"/>
                        <a:pt x="30001" y="95825"/>
                      </a:cubicBezTo>
                      <a:lnTo>
                        <a:pt x="30001" y="91347"/>
                      </a:lnTo>
                      <a:cubicBezTo>
                        <a:pt x="44330" y="90452"/>
                        <a:pt x="55525" y="80601"/>
                        <a:pt x="55525" y="68958"/>
                      </a:cubicBezTo>
                      <a:cubicBezTo>
                        <a:pt x="55525" y="56868"/>
                        <a:pt x="43883" y="47465"/>
                        <a:pt x="30001" y="46569"/>
                      </a:cubicBezTo>
                      <a:close/>
                      <a:moveTo>
                        <a:pt x="4478" y="28210"/>
                      </a:moveTo>
                      <a:cubicBezTo>
                        <a:pt x="4478" y="18807"/>
                        <a:pt x="13881" y="11195"/>
                        <a:pt x="25523" y="10299"/>
                      </a:cubicBezTo>
                      <a:lnTo>
                        <a:pt x="25523" y="46121"/>
                      </a:lnTo>
                      <a:cubicBezTo>
                        <a:pt x="13881" y="45226"/>
                        <a:pt x="4478" y="37614"/>
                        <a:pt x="4478" y="28210"/>
                      </a:cubicBezTo>
                      <a:close/>
                      <a:moveTo>
                        <a:pt x="30001" y="86869"/>
                      </a:moveTo>
                      <a:lnTo>
                        <a:pt x="30001" y="51047"/>
                      </a:lnTo>
                      <a:cubicBezTo>
                        <a:pt x="41644" y="51943"/>
                        <a:pt x="51047" y="59555"/>
                        <a:pt x="51047" y="68958"/>
                      </a:cubicBezTo>
                      <a:cubicBezTo>
                        <a:pt x="51047" y="78362"/>
                        <a:pt x="41644" y="85974"/>
                        <a:pt x="30001" y="8686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740" name="Group 4636">
                <a:extLst>
                  <a:ext uri="{FF2B5EF4-FFF2-40B4-BE49-F238E27FC236}">
                    <a16:creationId xmlns:a16="http://schemas.microsoft.com/office/drawing/2014/main" id="{FFB85E5B-A63A-191D-33D7-81F5D04A8FA5}"/>
                  </a:ext>
                  <a:ext uri="{C183D7F6-B498-43B3-948B-1728B52AA6E4}">
                    <adec:decorative xmlns:adec="http://schemas.microsoft.com/office/drawing/2017/decorative" val="1"/>
                  </a:ext>
                </a:extLst>
              </p:cNvPr>
              <p:cNvGrpSpPr>
                <a:grpSpLocks noChangeAspect="1"/>
              </p:cNvGrpSpPr>
              <p:nvPr/>
            </p:nvGrpSpPr>
            <p:grpSpPr>
              <a:xfrm>
                <a:off x="5262022" y="4872283"/>
                <a:ext cx="152246" cy="152246"/>
                <a:chOff x="5313343" y="4141171"/>
                <a:chExt cx="152246" cy="152246"/>
              </a:xfrm>
            </p:grpSpPr>
            <p:sp>
              <p:nvSpPr>
                <p:cNvPr id="741" name="Freeform: Shape 4637">
                  <a:extLst>
                    <a:ext uri="{FF2B5EF4-FFF2-40B4-BE49-F238E27FC236}">
                      <a16:creationId xmlns:a16="http://schemas.microsoft.com/office/drawing/2014/main" id="{647B206F-6A73-E23C-510D-B03F459C064B}"/>
                    </a:ext>
                  </a:extLst>
                </p:cNvPr>
                <p:cNvSpPr/>
                <p:nvPr/>
              </p:nvSpPr>
              <p:spPr>
                <a:xfrm>
                  <a:off x="5313343" y="4141171"/>
                  <a:ext cx="152246" cy="152246"/>
                </a:xfrm>
                <a:custGeom>
                  <a:avLst/>
                  <a:gdLst>
                    <a:gd name="connsiteX0" fmla="*/ 76123 w 152245"/>
                    <a:gd name="connsiteY0" fmla="*/ 152246 h 152245"/>
                    <a:gd name="connsiteX1" fmla="*/ 22389 w 152245"/>
                    <a:gd name="connsiteY1" fmla="*/ 129857 h 152245"/>
                    <a:gd name="connsiteX2" fmla="*/ 0 w 152245"/>
                    <a:gd name="connsiteY2" fmla="*/ 76123 h 152245"/>
                    <a:gd name="connsiteX3" fmla="*/ 22389 w 152245"/>
                    <a:gd name="connsiteY3" fmla="*/ 22389 h 152245"/>
                    <a:gd name="connsiteX4" fmla="*/ 76123 w 152245"/>
                    <a:gd name="connsiteY4" fmla="*/ 0 h 152245"/>
                    <a:gd name="connsiteX5" fmla="*/ 129857 w 152245"/>
                    <a:gd name="connsiteY5" fmla="*/ 22389 h 152245"/>
                    <a:gd name="connsiteX6" fmla="*/ 129857 w 152245"/>
                    <a:gd name="connsiteY6" fmla="*/ 22389 h 152245"/>
                    <a:gd name="connsiteX7" fmla="*/ 152246 w 152245"/>
                    <a:gd name="connsiteY7" fmla="*/ 76123 h 152245"/>
                    <a:gd name="connsiteX8" fmla="*/ 129857 w 152245"/>
                    <a:gd name="connsiteY8" fmla="*/ 129857 h 152245"/>
                    <a:gd name="connsiteX9" fmla="*/ 76123 w 152245"/>
                    <a:gd name="connsiteY9" fmla="*/ 152246 h 152245"/>
                    <a:gd name="connsiteX10" fmla="*/ 76123 w 152245"/>
                    <a:gd name="connsiteY10" fmla="*/ 4478 h 152245"/>
                    <a:gd name="connsiteX11" fmla="*/ 25524 w 152245"/>
                    <a:gd name="connsiteY11" fmla="*/ 25524 h 152245"/>
                    <a:gd name="connsiteX12" fmla="*/ 4478 w 152245"/>
                    <a:gd name="connsiteY12" fmla="*/ 76123 h 152245"/>
                    <a:gd name="connsiteX13" fmla="*/ 25524 w 152245"/>
                    <a:gd name="connsiteY13" fmla="*/ 126722 h 152245"/>
                    <a:gd name="connsiteX14" fmla="*/ 76123 w 152245"/>
                    <a:gd name="connsiteY14" fmla="*/ 147768 h 152245"/>
                    <a:gd name="connsiteX15" fmla="*/ 126722 w 152245"/>
                    <a:gd name="connsiteY15" fmla="*/ 126722 h 152245"/>
                    <a:gd name="connsiteX16" fmla="*/ 147768 w 152245"/>
                    <a:gd name="connsiteY16" fmla="*/ 76123 h 152245"/>
                    <a:gd name="connsiteX17" fmla="*/ 126722 w 152245"/>
                    <a:gd name="connsiteY17" fmla="*/ 25524 h 152245"/>
                    <a:gd name="connsiteX18" fmla="*/ 126722 w 152245"/>
                    <a:gd name="connsiteY18" fmla="*/ 25524 h 152245"/>
                    <a:gd name="connsiteX19" fmla="*/ 76123 w 152245"/>
                    <a:gd name="connsiteY19" fmla="*/ 447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2245" h="152245">
                      <a:moveTo>
                        <a:pt x="76123" y="152246"/>
                      </a:moveTo>
                      <a:cubicBezTo>
                        <a:pt x="55973" y="152246"/>
                        <a:pt x="36718" y="144186"/>
                        <a:pt x="22389" y="129857"/>
                      </a:cubicBezTo>
                      <a:cubicBezTo>
                        <a:pt x="8060" y="115528"/>
                        <a:pt x="0" y="96273"/>
                        <a:pt x="0" y="76123"/>
                      </a:cubicBezTo>
                      <a:cubicBezTo>
                        <a:pt x="0" y="55973"/>
                        <a:pt x="8060" y="36718"/>
                        <a:pt x="22389" y="22389"/>
                      </a:cubicBezTo>
                      <a:cubicBezTo>
                        <a:pt x="36718" y="8060"/>
                        <a:pt x="55973" y="0"/>
                        <a:pt x="76123" y="0"/>
                      </a:cubicBezTo>
                      <a:cubicBezTo>
                        <a:pt x="96273" y="0"/>
                        <a:pt x="115528" y="8060"/>
                        <a:pt x="129857" y="22389"/>
                      </a:cubicBezTo>
                      <a:lnTo>
                        <a:pt x="129857" y="22389"/>
                      </a:lnTo>
                      <a:cubicBezTo>
                        <a:pt x="144186" y="36718"/>
                        <a:pt x="152246" y="55973"/>
                        <a:pt x="152246" y="76123"/>
                      </a:cubicBezTo>
                      <a:cubicBezTo>
                        <a:pt x="152246" y="96273"/>
                        <a:pt x="144186" y="115528"/>
                        <a:pt x="129857" y="129857"/>
                      </a:cubicBezTo>
                      <a:cubicBezTo>
                        <a:pt x="115976" y="144186"/>
                        <a:pt x="96721" y="152246"/>
                        <a:pt x="76123" y="152246"/>
                      </a:cubicBezTo>
                      <a:close/>
                      <a:moveTo>
                        <a:pt x="76123" y="4478"/>
                      </a:moveTo>
                      <a:cubicBezTo>
                        <a:pt x="56869" y="4478"/>
                        <a:pt x="38957" y="12090"/>
                        <a:pt x="25524" y="25524"/>
                      </a:cubicBezTo>
                      <a:cubicBezTo>
                        <a:pt x="12090" y="38957"/>
                        <a:pt x="4478" y="56868"/>
                        <a:pt x="4478" y="76123"/>
                      </a:cubicBezTo>
                      <a:cubicBezTo>
                        <a:pt x="4478" y="95377"/>
                        <a:pt x="12090" y="113289"/>
                        <a:pt x="25524" y="126722"/>
                      </a:cubicBezTo>
                      <a:cubicBezTo>
                        <a:pt x="38957" y="140156"/>
                        <a:pt x="56869" y="147768"/>
                        <a:pt x="76123" y="147768"/>
                      </a:cubicBezTo>
                      <a:cubicBezTo>
                        <a:pt x="95378" y="147768"/>
                        <a:pt x="113289" y="140156"/>
                        <a:pt x="126722" y="126722"/>
                      </a:cubicBezTo>
                      <a:cubicBezTo>
                        <a:pt x="140156" y="113289"/>
                        <a:pt x="147768" y="95377"/>
                        <a:pt x="147768" y="76123"/>
                      </a:cubicBezTo>
                      <a:cubicBezTo>
                        <a:pt x="147768" y="56868"/>
                        <a:pt x="140156" y="38957"/>
                        <a:pt x="126722" y="25524"/>
                      </a:cubicBezTo>
                      <a:lnTo>
                        <a:pt x="126722" y="25524"/>
                      </a:lnTo>
                      <a:cubicBezTo>
                        <a:pt x="113289" y="12090"/>
                        <a:pt x="95378" y="4478"/>
                        <a:pt x="7612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42" name="Freeform: Shape 4638">
                  <a:extLst>
                    <a:ext uri="{FF2B5EF4-FFF2-40B4-BE49-F238E27FC236}">
                      <a16:creationId xmlns:a16="http://schemas.microsoft.com/office/drawing/2014/main" id="{986869D7-9F9F-A992-6B53-0F436C8E301C}"/>
                    </a:ext>
                  </a:extLst>
                </p:cNvPr>
                <p:cNvSpPr/>
                <p:nvPr/>
              </p:nvSpPr>
              <p:spPr>
                <a:xfrm>
                  <a:off x="5366629" y="4181024"/>
                  <a:ext cx="49256" cy="76123"/>
                </a:xfrm>
                <a:custGeom>
                  <a:avLst/>
                  <a:gdLst>
                    <a:gd name="connsiteX0" fmla="*/ 49704 w 49255"/>
                    <a:gd name="connsiteY0" fmla="*/ 22837 h 76122"/>
                    <a:gd name="connsiteX1" fmla="*/ 11642 w 49255"/>
                    <a:gd name="connsiteY1" fmla="*/ 22837 h 76122"/>
                    <a:gd name="connsiteX2" fmla="*/ 11642 w 49255"/>
                    <a:gd name="connsiteY2" fmla="*/ 7164 h 76122"/>
                    <a:gd name="connsiteX3" fmla="*/ 13881 w 49255"/>
                    <a:gd name="connsiteY3" fmla="*/ 4478 h 76122"/>
                    <a:gd name="connsiteX4" fmla="*/ 49256 w 49255"/>
                    <a:gd name="connsiteY4" fmla="*/ 4478 h 76122"/>
                    <a:gd name="connsiteX5" fmla="*/ 51495 w 49255"/>
                    <a:gd name="connsiteY5" fmla="*/ 2239 h 76122"/>
                    <a:gd name="connsiteX6" fmla="*/ 49256 w 49255"/>
                    <a:gd name="connsiteY6" fmla="*/ 0 h 76122"/>
                    <a:gd name="connsiteX7" fmla="*/ 9852 w 49255"/>
                    <a:gd name="connsiteY7" fmla="*/ 0 h 76122"/>
                    <a:gd name="connsiteX8" fmla="*/ 6717 w 49255"/>
                    <a:gd name="connsiteY8" fmla="*/ 3135 h 76122"/>
                    <a:gd name="connsiteX9" fmla="*/ 6717 w 49255"/>
                    <a:gd name="connsiteY9" fmla="*/ 43435 h 76122"/>
                    <a:gd name="connsiteX10" fmla="*/ 2239 w 49255"/>
                    <a:gd name="connsiteY10" fmla="*/ 43435 h 76122"/>
                    <a:gd name="connsiteX11" fmla="*/ 0 w 49255"/>
                    <a:gd name="connsiteY11" fmla="*/ 45674 h 76122"/>
                    <a:gd name="connsiteX12" fmla="*/ 2239 w 49255"/>
                    <a:gd name="connsiteY12" fmla="*/ 47913 h 76122"/>
                    <a:gd name="connsiteX13" fmla="*/ 6717 w 49255"/>
                    <a:gd name="connsiteY13" fmla="*/ 47913 h 76122"/>
                    <a:gd name="connsiteX14" fmla="*/ 6717 w 49255"/>
                    <a:gd name="connsiteY14" fmla="*/ 76123 h 76122"/>
                    <a:gd name="connsiteX15" fmla="*/ 8956 w 49255"/>
                    <a:gd name="connsiteY15" fmla="*/ 78362 h 76122"/>
                    <a:gd name="connsiteX16" fmla="*/ 11195 w 49255"/>
                    <a:gd name="connsiteY16" fmla="*/ 76123 h 76122"/>
                    <a:gd name="connsiteX17" fmla="*/ 11195 w 49255"/>
                    <a:gd name="connsiteY17" fmla="*/ 47913 h 76122"/>
                    <a:gd name="connsiteX18" fmla="*/ 35823 w 49255"/>
                    <a:gd name="connsiteY18" fmla="*/ 47913 h 76122"/>
                    <a:gd name="connsiteX19" fmla="*/ 38061 w 49255"/>
                    <a:gd name="connsiteY19" fmla="*/ 45674 h 76122"/>
                    <a:gd name="connsiteX20" fmla="*/ 35823 w 49255"/>
                    <a:gd name="connsiteY20" fmla="*/ 43435 h 76122"/>
                    <a:gd name="connsiteX21" fmla="*/ 11195 w 49255"/>
                    <a:gd name="connsiteY21" fmla="*/ 43435 h 76122"/>
                    <a:gd name="connsiteX22" fmla="*/ 11195 w 49255"/>
                    <a:gd name="connsiteY22" fmla="*/ 26867 h 76122"/>
                    <a:gd name="connsiteX23" fmla="*/ 49256 w 49255"/>
                    <a:gd name="connsiteY23" fmla="*/ 26867 h 76122"/>
                    <a:gd name="connsiteX24" fmla="*/ 51495 w 49255"/>
                    <a:gd name="connsiteY24" fmla="*/ 24628 h 76122"/>
                    <a:gd name="connsiteX25" fmla="*/ 49704 w 49255"/>
                    <a:gd name="connsiteY25" fmla="*/ 22837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9255" h="76122">
                      <a:moveTo>
                        <a:pt x="49704" y="22837"/>
                      </a:moveTo>
                      <a:lnTo>
                        <a:pt x="11642" y="22837"/>
                      </a:lnTo>
                      <a:lnTo>
                        <a:pt x="11642" y="7164"/>
                      </a:lnTo>
                      <a:cubicBezTo>
                        <a:pt x="11642" y="5821"/>
                        <a:pt x="12538" y="4478"/>
                        <a:pt x="13881" y="4478"/>
                      </a:cubicBezTo>
                      <a:lnTo>
                        <a:pt x="49256" y="4478"/>
                      </a:lnTo>
                      <a:cubicBezTo>
                        <a:pt x="50600" y="4478"/>
                        <a:pt x="51495" y="3582"/>
                        <a:pt x="51495" y="2239"/>
                      </a:cubicBezTo>
                      <a:cubicBezTo>
                        <a:pt x="51495" y="896"/>
                        <a:pt x="50600" y="0"/>
                        <a:pt x="49256" y="0"/>
                      </a:cubicBezTo>
                      <a:lnTo>
                        <a:pt x="9852" y="0"/>
                      </a:lnTo>
                      <a:cubicBezTo>
                        <a:pt x="8060" y="0"/>
                        <a:pt x="6717" y="1343"/>
                        <a:pt x="6717" y="3135"/>
                      </a:cubicBezTo>
                      <a:lnTo>
                        <a:pt x="6717" y="43435"/>
                      </a:lnTo>
                      <a:lnTo>
                        <a:pt x="2239" y="43435"/>
                      </a:lnTo>
                      <a:cubicBezTo>
                        <a:pt x="896" y="43435"/>
                        <a:pt x="0" y="44330"/>
                        <a:pt x="0" y="45674"/>
                      </a:cubicBezTo>
                      <a:cubicBezTo>
                        <a:pt x="0" y="47017"/>
                        <a:pt x="896" y="47913"/>
                        <a:pt x="2239" y="47913"/>
                      </a:cubicBezTo>
                      <a:lnTo>
                        <a:pt x="6717" y="47913"/>
                      </a:lnTo>
                      <a:lnTo>
                        <a:pt x="6717" y="76123"/>
                      </a:lnTo>
                      <a:cubicBezTo>
                        <a:pt x="6717" y="77466"/>
                        <a:pt x="7613" y="78362"/>
                        <a:pt x="8956" y="78362"/>
                      </a:cubicBezTo>
                      <a:cubicBezTo>
                        <a:pt x="10299" y="78362"/>
                        <a:pt x="11195" y="77466"/>
                        <a:pt x="11195" y="76123"/>
                      </a:cubicBezTo>
                      <a:lnTo>
                        <a:pt x="11195" y="47913"/>
                      </a:lnTo>
                      <a:lnTo>
                        <a:pt x="35823" y="47913"/>
                      </a:lnTo>
                      <a:cubicBezTo>
                        <a:pt x="37166" y="47913"/>
                        <a:pt x="38061" y="47017"/>
                        <a:pt x="38061" y="45674"/>
                      </a:cubicBezTo>
                      <a:cubicBezTo>
                        <a:pt x="38061" y="44330"/>
                        <a:pt x="37166" y="43435"/>
                        <a:pt x="35823" y="43435"/>
                      </a:cubicBezTo>
                      <a:lnTo>
                        <a:pt x="11195" y="43435"/>
                      </a:lnTo>
                      <a:lnTo>
                        <a:pt x="11195" y="26867"/>
                      </a:lnTo>
                      <a:lnTo>
                        <a:pt x="49256" y="26867"/>
                      </a:lnTo>
                      <a:cubicBezTo>
                        <a:pt x="50600" y="26867"/>
                        <a:pt x="51495" y="25971"/>
                        <a:pt x="51495" y="24628"/>
                      </a:cubicBezTo>
                      <a:cubicBezTo>
                        <a:pt x="51943" y="23732"/>
                        <a:pt x="51047" y="22837"/>
                        <a:pt x="49704" y="2283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743" name="Group 4639">
                <a:extLst>
                  <a:ext uri="{FF2B5EF4-FFF2-40B4-BE49-F238E27FC236}">
                    <a16:creationId xmlns:a16="http://schemas.microsoft.com/office/drawing/2014/main" id="{758333F7-435A-863E-B5C6-4D3A1EE38821}"/>
                  </a:ext>
                  <a:ext uri="{C183D7F6-B498-43B3-948B-1728B52AA6E4}">
                    <adec:decorative xmlns:adec="http://schemas.microsoft.com/office/drawing/2017/decorative" val="1"/>
                  </a:ext>
                </a:extLst>
              </p:cNvPr>
              <p:cNvGrpSpPr>
                <a:grpSpLocks noChangeAspect="1"/>
              </p:cNvGrpSpPr>
              <p:nvPr/>
            </p:nvGrpSpPr>
            <p:grpSpPr>
              <a:xfrm>
                <a:off x="4218243" y="4872283"/>
                <a:ext cx="152246" cy="152246"/>
                <a:chOff x="4269564" y="4141171"/>
                <a:chExt cx="152246" cy="152246"/>
              </a:xfrm>
            </p:grpSpPr>
            <p:sp>
              <p:nvSpPr>
                <p:cNvPr id="744" name="Freeform: Shape 4640">
                  <a:extLst>
                    <a:ext uri="{FF2B5EF4-FFF2-40B4-BE49-F238E27FC236}">
                      <a16:creationId xmlns:a16="http://schemas.microsoft.com/office/drawing/2014/main" id="{38D64A43-2CF4-11DF-5222-5C2BDA51741A}"/>
                    </a:ext>
                  </a:extLst>
                </p:cNvPr>
                <p:cNvSpPr/>
                <p:nvPr/>
              </p:nvSpPr>
              <p:spPr>
                <a:xfrm>
                  <a:off x="4269564" y="4141171"/>
                  <a:ext cx="152246" cy="152246"/>
                </a:xfrm>
                <a:custGeom>
                  <a:avLst/>
                  <a:gdLst>
                    <a:gd name="connsiteX0" fmla="*/ 76123 w 152245"/>
                    <a:gd name="connsiteY0" fmla="*/ 152246 h 152245"/>
                    <a:gd name="connsiteX1" fmla="*/ 22389 w 152245"/>
                    <a:gd name="connsiteY1" fmla="*/ 129857 h 152245"/>
                    <a:gd name="connsiteX2" fmla="*/ 0 w 152245"/>
                    <a:gd name="connsiteY2" fmla="*/ 76123 h 152245"/>
                    <a:gd name="connsiteX3" fmla="*/ 22389 w 152245"/>
                    <a:gd name="connsiteY3" fmla="*/ 22389 h 152245"/>
                    <a:gd name="connsiteX4" fmla="*/ 76123 w 152245"/>
                    <a:gd name="connsiteY4" fmla="*/ 0 h 152245"/>
                    <a:gd name="connsiteX5" fmla="*/ 129857 w 152245"/>
                    <a:gd name="connsiteY5" fmla="*/ 22389 h 152245"/>
                    <a:gd name="connsiteX6" fmla="*/ 129857 w 152245"/>
                    <a:gd name="connsiteY6" fmla="*/ 22389 h 152245"/>
                    <a:gd name="connsiteX7" fmla="*/ 152246 w 152245"/>
                    <a:gd name="connsiteY7" fmla="*/ 76123 h 152245"/>
                    <a:gd name="connsiteX8" fmla="*/ 129857 w 152245"/>
                    <a:gd name="connsiteY8" fmla="*/ 129857 h 152245"/>
                    <a:gd name="connsiteX9" fmla="*/ 76123 w 152245"/>
                    <a:gd name="connsiteY9" fmla="*/ 152246 h 152245"/>
                    <a:gd name="connsiteX10" fmla="*/ 76123 w 152245"/>
                    <a:gd name="connsiteY10" fmla="*/ 4478 h 152245"/>
                    <a:gd name="connsiteX11" fmla="*/ 25524 w 152245"/>
                    <a:gd name="connsiteY11" fmla="*/ 25524 h 152245"/>
                    <a:gd name="connsiteX12" fmla="*/ 4478 w 152245"/>
                    <a:gd name="connsiteY12" fmla="*/ 76123 h 152245"/>
                    <a:gd name="connsiteX13" fmla="*/ 25524 w 152245"/>
                    <a:gd name="connsiteY13" fmla="*/ 126722 h 152245"/>
                    <a:gd name="connsiteX14" fmla="*/ 76123 w 152245"/>
                    <a:gd name="connsiteY14" fmla="*/ 147768 h 152245"/>
                    <a:gd name="connsiteX15" fmla="*/ 126722 w 152245"/>
                    <a:gd name="connsiteY15" fmla="*/ 126722 h 152245"/>
                    <a:gd name="connsiteX16" fmla="*/ 147768 w 152245"/>
                    <a:gd name="connsiteY16" fmla="*/ 76123 h 152245"/>
                    <a:gd name="connsiteX17" fmla="*/ 126722 w 152245"/>
                    <a:gd name="connsiteY17" fmla="*/ 25524 h 152245"/>
                    <a:gd name="connsiteX18" fmla="*/ 76123 w 152245"/>
                    <a:gd name="connsiteY18" fmla="*/ 447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2245" h="152245">
                      <a:moveTo>
                        <a:pt x="76123" y="152246"/>
                      </a:moveTo>
                      <a:cubicBezTo>
                        <a:pt x="55973" y="152246"/>
                        <a:pt x="36718" y="144186"/>
                        <a:pt x="22389" y="129857"/>
                      </a:cubicBezTo>
                      <a:cubicBezTo>
                        <a:pt x="8060" y="115528"/>
                        <a:pt x="0" y="96273"/>
                        <a:pt x="0" y="76123"/>
                      </a:cubicBezTo>
                      <a:cubicBezTo>
                        <a:pt x="0" y="55973"/>
                        <a:pt x="8060" y="36718"/>
                        <a:pt x="22389" y="22389"/>
                      </a:cubicBezTo>
                      <a:cubicBezTo>
                        <a:pt x="36718" y="8060"/>
                        <a:pt x="55973" y="0"/>
                        <a:pt x="76123" y="0"/>
                      </a:cubicBezTo>
                      <a:cubicBezTo>
                        <a:pt x="96273" y="0"/>
                        <a:pt x="115528" y="8060"/>
                        <a:pt x="129857" y="22389"/>
                      </a:cubicBezTo>
                      <a:lnTo>
                        <a:pt x="129857" y="22389"/>
                      </a:lnTo>
                      <a:cubicBezTo>
                        <a:pt x="144186" y="36718"/>
                        <a:pt x="152246" y="55973"/>
                        <a:pt x="152246" y="76123"/>
                      </a:cubicBezTo>
                      <a:cubicBezTo>
                        <a:pt x="152246" y="96273"/>
                        <a:pt x="144186" y="115528"/>
                        <a:pt x="129857" y="129857"/>
                      </a:cubicBezTo>
                      <a:cubicBezTo>
                        <a:pt x="115528" y="144186"/>
                        <a:pt x="96273" y="152246"/>
                        <a:pt x="76123" y="152246"/>
                      </a:cubicBezTo>
                      <a:close/>
                      <a:moveTo>
                        <a:pt x="76123" y="4478"/>
                      </a:moveTo>
                      <a:cubicBezTo>
                        <a:pt x="56868" y="4478"/>
                        <a:pt x="38957" y="12090"/>
                        <a:pt x="25524" y="25524"/>
                      </a:cubicBezTo>
                      <a:cubicBezTo>
                        <a:pt x="12090" y="38957"/>
                        <a:pt x="4478" y="56868"/>
                        <a:pt x="4478" y="76123"/>
                      </a:cubicBezTo>
                      <a:cubicBezTo>
                        <a:pt x="4478" y="95377"/>
                        <a:pt x="12090" y="113289"/>
                        <a:pt x="25524" y="126722"/>
                      </a:cubicBezTo>
                      <a:cubicBezTo>
                        <a:pt x="38957" y="140156"/>
                        <a:pt x="56868" y="147768"/>
                        <a:pt x="76123" y="147768"/>
                      </a:cubicBezTo>
                      <a:cubicBezTo>
                        <a:pt x="95378" y="147768"/>
                        <a:pt x="113289" y="140156"/>
                        <a:pt x="126722" y="126722"/>
                      </a:cubicBezTo>
                      <a:cubicBezTo>
                        <a:pt x="140156" y="113289"/>
                        <a:pt x="147768" y="95377"/>
                        <a:pt x="147768" y="76123"/>
                      </a:cubicBezTo>
                      <a:cubicBezTo>
                        <a:pt x="147768" y="56868"/>
                        <a:pt x="140156" y="38957"/>
                        <a:pt x="126722" y="25524"/>
                      </a:cubicBezTo>
                      <a:cubicBezTo>
                        <a:pt x="112841" y="12090"/>
                        <a:pt x="94930" y="4478"/>
                        <a:pt x="7612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45" name="Freeform: Shape 4641">
                  <a:extLst>
                    <a:ext uri="{FF2B5EF4-FFF2-40B4-BE49-F238E27FC236}">
                      <a16:creationId xmlns:a16="http://schemas.microsoft.com/office/drawing/2014/main" id="{FB326A0B-1076-F651-BC3E-FC976EF01AB2}"/>
                    </a:ext>
                  </a:extLst>
                </p:cNvPr>
                <p:cNvSpPr/>
                <p:nvPr/>
              </p:nvSpPr>
              <p:spPr>
                <a:xfrm>
                  <a:off x="4315958" y="4178965"/>
                  <a:ext cx="58212" cy="80601"/>
                </a:xfrm>
                <a:custGeom>
                  <a:avLst/>
                  <a:gdLst>
                    <a:gd name="connsiteX0" fmla="*/ 35550 w 58211"/>
                    <a:gd name="connsiteY0" fmla="*/ 40568 h 80600"/>
                    <a:gd name="connsiteX1" fmla="*/ 58835 w 58211"/>
                    <a:gd name="connsiteY1" fmla="*/ 3402 h 80600"/>
                    <a:gd name="connsiteX2" fmla="*/ 57940 w 58211"/>
                    <a:gd name="connsiteY2" fmla="*/ 268 h 80600"/>
                    <a:gd name="connsiteX3" fmla="*/ 54805 w 58211"/>
                    <a:gd name="connsiteY3" fmla="*/ 1163 h 80600"/>
                    <a:gd name="connsiteX4" fmla="*/ 31520 w 58211"/>
                    <a:gd name="connsiteY4" fmla="*/ 38329 h 80600"/>
                    <a:gd name="connsiteX5" fmla="*/ 27490 w 58211"/>
                    <a:gd name="connsiteY5" fmla="*/ 38329 h 80600"/>
                    <a:gd name="connsiteX6" fmla="*/ 4206 w 58211"/>
                    <a:gd name="connsiteY6" fmla="*/ 1163 h 80600"/>
                    <a:gd name="connsiteX7" fmla="*/ 1071 w 58211"/>
                    <a:gd name="connsiteY7" fmla="*/ 268 h 80600"/>
                    <a:gd name="connsiteX8" fmla="*/ 176 w 58211"/>
                    <a:gd name="connsiteY8" fmla="*/ 3402 h 80600"/>
                    <a:gd name="connsiteX9" fmla="*/ 23460 w 58211"/>
                    <a:gd name="connsiteY9" fmla="*/ 40568 h 80600"/>
                    <a:gd name="connsiteX10" fmla="*/ 25699 w 58211"/>
                    <a:gd name="connsiteY10" fmla="*/ 42807 h 80600"/>
                    <a:gd name="connsiteX11" fmla="*/ 5997 w 58211"/>
                    <a:gd name="connsiteY11" fmla="*/ 42807 h 80600"/>
                    <a:gd name="connsiteX12" fmla="*/ 3758 w 58211"/>
                    <a:gd name="connsiteY12" fmla="*/ 45046 h 80600"/>
                    <a:gd name="connsiteX13" fmla="*/ 5997 w 58211"/>
                    <a:gd name="connsiteY13" fmla="*/ 47285 h 80600"/>
                    <a:gd name="connsiteX14" fmla="*/ 27490 w 58211"/>
                    <a:gd name="connsiteY14" fmla="*/ 47285 h 80600"/>
                    <a:gd name="connsiteX15" fmla="*/ 27490 w 58211"/>
                    <a:gd name="connsiteY15" fmla="*/ 56240 h 80600"/>
                    <a:gd name="connsiteX16" fmla="*/ 5997 w 58211"/>
                    <a:gd name="connsiteY16" fmla="*/ 56240 h 80600"/>
                    <a:gd name="connsiteX17" fmla="*/ 3758 w 58211"/>
                    <a:gd name="connsiteY17" fmla="*/ 58479 h 80600"/>
                    <a:gd name="connsiteX18" fmla="*/ 5997 w 58211"/>
                    <a:gd name="connsiteY18" fmla="*/ 60718 h 80600"/>
                    <a:gd name="connsiteX19" fmla="*/ 27490 w 58211"/>
                    <a:gd name="connsiteY19" fmla="*/ 60718 h 80600"/>
                    <a:gd name="connsiteX20" fmla="*/ 27490 w 58211"/>
                    <a:gd name="connsiteY20" fmla="*/ 82660 h 80600"/>
                    <a:gd name="connsiteX21" fmla="*/ 29729 w 58211"/>
                    <a:gd name="connsiteY21" fmla="*/ 84899 h 80600"/>
                    <a:gd name="connsiteX22" fmla="*/ 31968 w 58211"/>
                    <a:gd name="connsiteY22" fmla="*/ 82660 h 80600"/>
                    <a:gd name="connsiteX23" fmla="*/ 31968 w 58211"/>
                    <a:gd name="connsiteY23" fmla="*/ 60718 h 80600"/>
                    <a:gd name="connsiteX24" fmla="*/ 53014 w 58211"/>
                    <a:gd name="connsiteY24" fmla="*/ 60718 h 80600"/>
                    <a:gd name="connsiteX25" fmla="*/ 55253 w 58211"/>
                    <a:gd name="connsiteY25" fmla="*/ 58479 h 80600"/>
                    <a:gd name="connsiteX26" fmla="*/ 53014 w 58211"/>
                    <a:gd name="connsiteY26" fmla="*/ 56240 h 80600"/>
                    <a:gd name="connsiteX27" fmla="*/ 31968 w 58211"/>
                    <a:gd name="connsiteY27" fmla="*/ 56240 h 80600"/>
                    <a:gd name="connsiteX28" fmla="*/ 31968 w 58211"/>
                    <a:gd name="connsiteY28" fmla="*/ 47285 h 80600"/>
                    <a:gd name="connsiteX29" fmla="*/ 53014 w 58211"/>
                    <a:gd name="connsiteY29" fmla="*/ 47285 h 80600"/>
                    <a:gd name="connsiteX30" fmla="*/ 55253 w 58211"/>
                    <a:gd name="connsiteY30" fmla="*/ 45046 h 80600"/>
                    <a:gd name="connsiteX31" fmla="*/ 53014 w 58211"/>
                    <a:gd name="connsiteY31" fmla="*/ 42807 h 80600"/>
                    <a:gd name="connsiteX32" fmla="*/ 33312 w 58211"/>
                    <a:gd name="connsiteY32" fmla="*/ 42807 h 80600"/>
                    <a:gd name="connsiteX33" fmla="*/ 35550 w 58211"/>
                    <a:gd name="connsiteY33" fmla="*/ 40568 h 8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8211" h="80600">
                      <a:moveTo>
                        <a:pt x="35550" y="40568"/>
                      </a:moveTo>
                      <a:lnTo>
                        <a:pt x="58835" y="3402"/>
                      </a:lnTo>
                      <a:cubicBezTo>
                        <a:pt x="59283" y="2507"/>
                        <a:pt x="59283" y="1163"/>
                        <a:pt x="57940" y="268"/>
                      </a:cubicBezTo>
                      <a:cubicBezTo>
                        <a:pt x="57044" y="-180"/>
                        <a:pt x="55701" y="-180"/>
                        <a:pt x="54805" y="1163"/>
                      </a:cubicBezTo>
                      <a:lnTo>
                        <a:pt x="31520" y="38329"/>
                      </a:lnTo>
                      <a:cubicBezTo>
                        <a:pt x="30625" y="39672"/>
                        <a:pt x="28386" y="39672"/>
                        <a:pt x="27490" y="38329"/>
                      </a:cubicBezTo>
                      <a:lnTo>
                        <a:pt x="4206" y="1163"/>
                      </a:lnTo>
                      <a:cubicBezTo>
                        <a:pt x="3758" y="268"/>
                        <a:pt x="1967" y="-180"/>
                        <a:pt x="1071" y="268"/>
                      </a:cubicBezTo>
                      <a:cubicBezTo>
                        <a:pt x="176" y="716"/>
                        <a:pt x="-272" y="2507"/>
                        <a:pt x="176" y="3402"/>
                      </a:cubicBezTo>
                      <a:lnTo>
                        <a:pt x="23460" y="40568"/>
                      </a:lnTo>
                      <a:cubicBezTo>
                        <a:pt x="23908" y="41464"/>
                        <a:pt x="24804" y="41911"/>
                        <a:pt x="25699" y="42807"/>
                      </a:cubicBezTo>
                      <a:lnTo>
                        <a:pt x="5997" y="42807"/>
                      </a:lnTo>
                      <a:cubicBezTo>
                        <a:pt x="4653" y="42807"/>
                        <a:pt x="3758" y="43703"/>
                        <a:pt x="3758" y="45046"/>
                      </a:cubicBezTo>
                      <a:cubicBezTo>
                        <a:pt x="3758" y="46389"/>
                        <a:pt x="4653" y="47285"/>
                        <a:pt x="5997" y="47285"/>
                      </a:cubicBezTo>
                      <a:lnTo>
                        <a:pt x="27490" y="47285"/>
                      </a:lnTo>
                      <a:lnTo>
                        <a:pt x="27490" y="56240"/>
                      </a:lnTo>
                      <a:lnTo>
                        <a:pt x="5997" y="56240"/>
                      </a:lnTo>
                      <a:cubicBezTo>
                        <a:pt x="4653" y="56240"/>
                        <a:pt x="3758" y="57136"/>
                        <a:pt x="3758" y="58479"/>
                      </a:cubicBezTo>
                      <a:cubicBezTo>
                        <a:pt x="3758" y="59823"/>
                        <a:pt x="4653" y="60718"/>
                        <a:pt x="5997" y="60718"/>
                      </a:cubicBezTo>
                      <a:lnTo>
                        <a:pt x="27490" y="60718"/>
                      </a:lnTo>
                      <a:lnTo>
                        <a:pt x="27490" y="82660"/>
                      </a:lnTo>
                      <a:cubicBezTo>
                        <a:pt x="27490" y="84003"/>
                        <a:pt x="28386" y="84899"/>
                        <a:pt x="29729" y="84899"/>
                      </a:cubicBezTo>
                      <a:cubicBezTo>
                        <a:pt x="31073" y="84899"/>
                        <a:pt x="31968" y="84003"/>
                        <a:pt x="31968" y="82660"/>
                      </a:cubicBezTo>
                      <a:lnTo>
                        <a:pt x="31968" y="60718"/>
                      </a:lnTo>
                      <a:lnTo>
                        <a:pt x="53014" y="60718"/>
                      </a:lnTo>
                      <a:cubicBezTo>
                        <a:pt x="54357" y="60718"/>
                        <a:pt x="55253" y="59823"/>
                        <a:pt x="55253" y="58479"/>
                      </a:cubicBezTo>
                      <a:cubicBezTo>
                        <a:pt x="55253" y="57136"/>
                        <a:pt x="54357" y="56240"/>
                        <a:pt x="53014" y="56240"/>
                      </a:cubicBezTo>
                      <a:lnTo>
                        <a:pt x="31968" y="56240"/>
                      </a:lnTo>
                      <a:lnTo>
                        <a:pt x="31968" y="47285"/>
                      </a:lnTo>
                      <a:lnTo>
                        <a:pt x="53014" y="47285"/>
                      </a:lnTo>
                      <a:cubicBezTo>
                        <a:pt x="54357" y="47285"/>
                        <a:pt x="55253" y="46389"/>
                        <a:pt x="55253" y="45046"/>
                      </a:cubicBezTo>
                      <a:cubicBezTo>
                        <a:pt x="55253" y="43703"/>
                        <a:pt x="54357" y="42807"/>
                        <a:pt x="53014" y="42807"/>
                      </a:cubicBezTo>
                      <a:lnTo>
                        <a:pt x="33312" y="42807"/>
                      </a:lnTo>
                      <a:cubicBezTo>
                        <a:pt x="34207" y="42359"/>
                        <a:pt x="34655" y="41464"/>
                        <a:pt x="35550" y="4056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746" name="Group 4642">
                <a:extLst>
                  <a:ext uri="{FF2B5EF4-FFF2-40B4-BE49-F238E27FC236}">
                    <a16:creationId xmlns:a16="http://schemas.microsoft.com/office/drawing/2014/main" id="{6942B7A9-2D9F-8F4E-458D-8E9705D86678}"/>
                  </a:ext>
                  <a:ext uri="{C183D7F6-B498-43B3-948B-1728B52AA6E4}">
                    <adec:decorative xmlns:adec="http://schemas.microsoft.com/office/drawing/2017/decorative" val="1"/>
                  </a:ext>
                </a:extLst>
              </p:cNvPr>
              <p:cNvGrpSpPr>
                <a:grpSpLocks noChangeAspect="1"/>
              </p:cNvGrpSpPr>
              <p:nvPr/>
            </p:nvGrpSpPr>
            <p:grpSpPr>
              <a:xfrm>
                <a:off x="1063172" y="5222449"/>
                <a:ext cx="148664" cy="152693"/>
                <a:chOff x="1114493" y="4491337"/>
                <a:chExt cx="148664" cy="152693"/>
              </a:xfrm>
            </p:grpSpPr>
            <p:sp>
              <p:nvSpPr>
                <p:cNvPr id="747" name="Freeform: Shape 4643">
                  <a:extLst>
                    <a:ext uri="{FF2B5EF4-FFF2-40B4-BE49-F238E27FC236}">
                      <a16:creationId xmlns:a16="http://schemas.microsoft.com/office/drawing/2014/main" id="{A3F423FC-B7FB-7A94-0BE5-FFD6CA5F45FD}"/>
                    </a:ext>
                  </a:extLst>
                </p:cNvPr>
                <p:cNvSpPr/>
                <p:nvPr/>
              </p:nvSpPr>
              <p:spPr>
                <a:xfrm>
                  <a:off x="1114493" y="4585818"/>
                  <a:ext cx="58212" cy="58212"/>
                </a:xfrm>
                <a:custGeom>
                  <a:avLst/>
                  <a:gdLst>
                    <a:gd name="connsiteX0" fmla="*/ 55973 w 58211"/>
                    <a:gd name="connsiteY0" fmla="*/ 58212 h 58211"/>
                    <a:gd name="connsiteX1" fmla="*/ 7165 w 58211"/>
                    <a:gd name="connsiteY1" fmla="*/ 58212 h 58211"/>
                    <a:gd name="connsiteX2" fmla="*/ 0 w 58211"/>
                    <a:gd name="connsiteY2" fmla="*/ 51047 h 58211"/>
                    <a:gd name="connsiteX3" fmla="*/ 0 w 58211"/>
                    <a:gd name="connsiteY3" fmla="*/ 2239 h 58211"/>
                    <a:gd name="connsiteX4" fmla="*/ 2239 w 58211"/>
                    <a:gd name="connsiteY4" fmla="*/ 0 h 58211"/>
                    <a:gd name="connsiteX5" fmla="*/ 4478 w 58211"/>
                    <a:gd name="connsiteY5" fmla="*/ 2239 h 58211"/>
                    <a:gd name="connsiteX6" fmla="*/ 4478 w 58211"/>
                    <a:gd name="connsiteY6" fmla="*/ 51047 h 58211"/>
                    <a:gd name="connsiteX7" fmla="*/ 7165 w 58211"/>
                    <a:gd name="connsiteY7" fmla="*/ 53734 h 58211"/>
                    <a:gd name="connsiteX8" fmla="*/ 55973 w 58211"/>
                    <a:gd name="connsiteY8" fmla="*/ 53734 h 58211"/>
                    <a:gd name="connsiteX9" fmla="*/ 58212 w 58211"/>
                    <a:gd name="connsiteY9" fmla="*/ 55973 h 58211"/>
                    <a:gd name="connsiteX10" fmla="*/ 55973 w 58211"/>
                    <a:gd name="connsiteY10" fmla="*/ 58212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211" h="58211">
                      <a:moveTo>
                        <a:pt x="55973" y="58212"/>
                      </a:moveTo>
                      <a:lnTo>
                        <a:pt x="7165" y="58212"/>
                      </a:lnTo>
                      <a:cubicBezTo>
                        <a:pt x="3134" y="58212"/>
                        <a:pt x="0" y="55077"/>
                        <a:pt x="0" y="51047"/>
                      </a:cubicBezTo>
                      <a:lnTo>
                        <a:pt x="0" y="2239"/>
                      </a:lnTo>
                      <a:cubicBezTo>
                        <a:pt x="0" y="896"/>
                        <a:pt x="896" y="0"/>
                        <a:pt x="2239" y="0"/>
                      </a:cubicBezTo>
                      <a:cubicBezTo>
                        <a:pt x="3582" y="0"/>
                        <a:pt x="4478" y="896"/>
                        <a:pt x="4478" y="2239"/>
                      </a:cubicBezTo>
                      <a:lnTo>
                        <a:pt x="4478" y="51047"/>
                      </a:lnTo>
                      <a:cubicBezTo>
                        <a:pt x="4478" y="52391"/>
                        <a:pt x="5373" y="53734"/>
                        <a:pt x="7165" y="53734"/>
                      </a:cubicBezTo>
                      <a:lnTo>
                        <a:pt x="55973" y="53734"/>
                      </a:lnTo>
                      <a:cubicBezTo>
                        <a:pt x="57316" y="53734"/>
                        <a:pt x="58212" y="54629"/>
                        <a:pt x="58212" y="55973"/>
                      </a:cubicBezTo>
                      <a:cubicBezTo>
                        <a:pt x="58212" y="57316"/>
                        <a:pt x="57316" y="58212"/>
                        <a:pt x="55973" y="5821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48" name="Freeform: Shape 4644">
                  <a:extLst>
                    <a:ext uri="{FF2B5EF4-FFF2-40B4-BE49-F238E27FC236}">
                      <a16:creationId xmlns:a16="http://schemas.microsoft.com/office/drawing/2014/main" id="{3D6986B1-18FC-0F8B-74BA-1F30BFFBF4E7}"/>
                    </a:ext>
                  </a:extLst>
                </p:cNvPr>
                <p:cNvSpPr/>
                <p:nvPr/>
              </p:nvSpPr>
              <p:spPr>
                <a:xfrm>
                  <a:off x="1114941" y="4491337"/>
                  <a:ext cx="53734" cy="58212"/>
                </a:xfrm>
                <a:custGeom>
                  <a:avLst/>
                  <a:gdLst>
                    <a:gd name="connsiteX0" fmla="*/ 2239 w 53733"/>
                    <a:gd name="connsiteY0" fmla="*/ 58212 h 58211"/>
                    <a:gd name="connsiteX1" fmla="*/ 0 w 53733"/>
                    <a:gd name="connsiteY1" fmla="*/ 55973 h 58211"/>
                    <a:gd name="connsiteX2" fmla="*/ 0 w 53733"/>
                    <a:gd name="connsiteY2" fmla="*/ 7164 h 58211"/>
                    <a:gd name="connsiteX3" fmla="*/ 7165 w 53733"/>
                    <a:gd name="connsiteY3" fmla="*/ 0 h 58211"/>
                    <a:gd name="connsiteX4" fmla="*/ 55525 w 53733"/>
                    <a:gd name="connsiteY4" fmla="*/ 0 h 58211"/>
                    <a:gd name="connsiteX5" fmla="*/ 57764 w 53733"/>
                    <a:gd name="connsiteY5" fmla="*/ 2239 h 58211"/>
                    <a:gd name="connsiteX6" fmla="*/ 55525 w 53733"/>
                    <a:gd name="connsiteY6" fmla="*/ 4478 h 58211"/>
                    <a:gd name="connsiteX7" fmla="*/ 6717 w 53733"/>
                    <a:gd name="connsiteY7" fmla="*/ 4478 h 58211"/>
                    <a:gd name="connsiteX8" fmla="*/ 4030 w 53733"/>
                    <a:gd name="connsiteY8" fmla="*/ 7164 h 58211"/>
                    <a:gd name="connsiteX9" fmla="*/ 4030 w 53733"/>
                    <a:gd name="connsiteY9" fmla="*/ 55973 h 58211"/>
                    <a:gd name="connsiteX10" fmla="*/ 2239 w 53733"/>
                    <a:gd name="connsiteY10" fmla="*/ 58212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33" h="58211">
                      <a:moveTo>
                        <a:pt x="2239" y="58212"/>
                      </a:moveTo>
                      <a:cubicBezTo>
                        <a:pt x="896" y="58212"/>
                        <a:pt x="0" y="57316"/>
                        <a:pt x="0" y="55973"/>
                      </a:cubicBezTo>
                      <a:lnTo>
                        <a:pt x="0" y="7164"/>
                      </a:lnTo>
                      <a:cubicBezTo>
                        <a:pt x="0" y="3135"/>
                        <a:pt x="3134" y="0"/>
                        <a:pt x="7165" y="0"/>
                      </a:cubicBezTo>
                      <a:lnTo>
                        <a:pt x="55525" y="0"/>
                      </a:lnTo>
                      <a:cubicBezTo>
                        <a:pt x="56868" y="0"/>
                        <a:pt x="57764" y="896"/>
                        <a:pt x="57764" y="2239"/>
                      </a:cubicBezTo>
                      <a:cubicBezTo>
                        <a:pt x="57764" y="3582"/>
                        <a:pt x="56868" y="4478"/>
                        <a:pt x="55525" y="4478"/>
                      </a:cubicBezTo>
                      <a:lnTo>
                        <a:pt x="6717" y="4478"/>
                      </a:lnTo>
                      <a:cubicBezTo>
                        <a:pt x="5373" y="4478"/>
                        <a:pt x="4030" y="5373"/>
                        <a:pt x="4030" y="7164"/>
                      </a:cubicBezTo>
                      <a:lnTo>
                        <a:pt x="4030" y="55973"/>
                      </a:lnTo>
                      <a:cubicBezTo>
                        <a:pt x="4478" y="57316"/>
                        <a:pt x="3582" y="58212"/>
                        <a:pt x="2239" y="5821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49" name="Freeform: Shape 4645">
                  <a:extLst>
                    <a:ext uri="{FF2B5EF4-FFF2-40B4-BE49-F238E27FC236}">
                      <a16:creationId xmlns:a16="http://schemas.microsoft.com/office/drawing/2014/main" id="{F0309972-BEE2-8A11-65DB-D3E727D47C5C}"/>
                    </a:ext>
                  </a:extLst>
                </p:cNvPr>
                <p:cNvSpPr/>
                <p:nvPr/>
              </p:nvSpPr>
              <p:spPr>
                <a:xfrm>
                  <a:off x="1209423" y="4491337"/>
                  <a:ext cx="53734" cy="58212"/>
                </a:xfrm>
                <a:custGeom>
                  <a:avLst/>
                  <a:gdLst>
                    <a:gd name="connsiteX0" fmla="*/ 55525 w 53733"/>
                    <a:gd name="connsiteY0" fmla="*/ 58212 h 58211"/>
                    <a:gd name="connsiteX1" fmla="*/ 53286 w 53733"/>
                    <a:gd name="connsiteY1" fmla="*/ 55973 h 58211"/>
                    <a:gd name="connsiteX2" fmla="*/ 53286 w 53733"/>
                    <a:gd name="connsiteY2" fmla="*/ 7164 h 58211"/>
                    <a:gd name="connsiteX3" fmla="*/ 51047 w 53733"/>
                    <a:gd name="connsiteY3" fmla="*/ 4478 h 58211"/>
                    <a:gd name="connsiteX4" fmla="*/ 2239 w 53733"/>
                    <a:gd name="connsiteY4" fmla="*/ 4478 h 58211"/>
                    <a:gd name="connsiteX5" fmla="*/ 0 w 53733"/>
                    <a:gd name="connsiteY5" fmla="*/ 2239 h 58211"/>
                    <a:gd name="connsiteX6" fmla="*/ 2239 w 53733"/>
                    <a:gd name="connsiteY6" fmla="*/ 0 h 58211"/>
                    <a:gd name="connsiteX7" fmla="*/ 50599 w 53733"/>
                    <a:gd name="connsiteY7" fmla="*/ 0 h 58211"/>
                    <a:gd name="connsiteX8" fmla="*/ 57316 w 53733"/>
                    <a:gd name="connsiteY8" fmla="*/ 7164 h 58211"/>
                    <a:gd name="connsiteX9" fmla="*/ 57316 w 53733"/>
                    <a:gd name="connsiteY9" fmla="*/ 55973 h 58211"/>
                    <a:gd name="connsiteX10" fmla="*/ 55525 w 53733"/>
                    <a:gd name="connsiteY10" fmla="*/ 58212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33" h="58211">
                      <a:moveTo>
                        <a:pt x="55525" y="58212"/>
                      </a:moveTo>
                      <a:cubicBezTo>
                        <a:pt x="54182" y="58212"/>
                        <a:pt x="53286" y="57316"/>
                        <a:pt x="53286" y="55973"/>
                      </a:cubicBezTo>
                      <a:lnTo>
                        <a:pt x="53286" y="7164"/>
                      </a:lnTo>
                      <a:cubicBezTo>
                        <a:pt x="53286" y="5821"/>
                        <a:pt x="52390" y="4478"/>
                        <a:pt x="51047" y="4478"/>
                      </a:cubicBezTo>
                      <a:lnTo>
                        <a:pt x="2239" y="4478"/>
                      </a:lnTo>
                      <a:cubicBezTo>
                        <a:pt x="896" y="4478"/>
                        <a:pt x="0" y="3582"/>
                        <a:pt x="0" y="2239"/>
                      </a:cubicBezTo>
                      <a:cubicBezTo>
                        <a:pt x="0" y="896"/>
                        <a:pt x="896" y="0"/>
                        <a:pt x="2239" y="0"/>
                      </a:cubicBezTo>
                      <a:lnTo>
                        <a:pt x="50599" y="0"/>
                      </a:lnTo>
                      <a:cubicBezTo>
                        <a:pt x="54629" y="0"/>
                        <a:pt x="57316" y="3135"/>
                        <a:pt x="57316" y="7164"/>
                      </a:cubicBezTo>
                      <a:lnTo>
                        <a:pt x="57316" y="55973"/>
                      </a:lnTo>
                      <a:cubicBezTo>
                        <a:pt x="57764" y="57316"/>
                        <a:pt x="56868" y="58212"/>
                        <a:pt x="55525" y="5821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50" name="Freeform: Shape 4646">
                  <a:extLst>
                    <a:ext uri="{FF2B5EF4-FFF2-40B4-BE49-F238E27FC236}">
                      <a16:creationId xmlns:a16="http://schemas.microsoft.com/office/drawing/2014/main" id="{E4D34C98-2778-E6A3-6874-E557BC6D70D1}"/>
                    </a:ext>
                  </a:extLst>
                </p:cNvPr>
                <p:cNvSpPr/>
                <p:nvPr/>
              </p:nvSpPr>
              <p:spPr>
                <a:xfrm>
                  <a:off x="1208975" y="4585818"/>
                  <a:ext cx="53734" cy="58212"/>
                </a:xfrm>
                <a:custGeom>
                  <a:avLst/>
                  <a:gdLst>
                    <a:gd name="connsiteX0" fmla="*/ 51047 w 53733"/>
                    <a:gd name="connsiteY0" fmla="*/ 58212 h 58211"/>
                    <a:gd name="connsiteX1" fmla="*/ 2239 w 53733"/>
                    <a:gd name="connsiteY1" fmla="*/ 58212 h 58211"/>
                    <a:gd name="connsiteX2" fmla="*/ 0 w 53733"/>
                    <a:gd name="connsiteY2" fmla="*/ 55973 h 58211"/>
                    <a:gd name="connsiteX3" fmla="*/ 2239 w 53733"/>
                    <a:gd name="connsiteY3" fmla="*/ 53734 h 58211"/>
                    <a:gd name="connsiteX4" fmla="*/ 51047 w 53733"/>
                    <a:gd name="connsiteY4" fmla="*/ 53734 h 58211"/>
                    <a:gd name="connsiteX5" fmla="*/ 53286 w 53733"/>
                    <a:gd name="connsiteY5" fmla="*/ 51047 h 58211"/>
                    <a:gd name="connsiteX6" fmla="*/ 53286 w 53733"/>
                    <a:gd name="connsiteY6" fmla="*/ 2239 h 58211"/>
                    <a:gd name="connsiteX7" fmla="*/ 55525 w 53733"/>
                    <a:gd name="connsiteY7" fmla="*/ 0 h 58211"/>
                    <a:gd name="connsiteX8" fmla="*/ 57764 w 53733"/>
                    <a:gd name="connsiteY8" fmla="*/ 2239 h 58211"/>
                    <a:gd name="connsiteX9" fmla="*/ 57764 w 53733"/>
                    <a:gd name="connsiteY9" fmla="*/ 51047 h 58211"/>
                    <a:gd name="connsiteX10" fmla="*/ 51047 w 53733"/>
                    <a:gd name="connsiteY10" fmla="*/ 58212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33" h="58211">
                      <a:moveTo>
                        <a:pt x="51047" y="58212"/>
                      </a:moveTo>
                      <a:lnTo>
                        <a:pt x="2239" y="58212"/>
                      </a:lnTo>
                      <a:cubicBezTo>
                        <a:pt x="896" y="58212"/>
                        <a:pt x="0" y="57316"/>
                        <a:pt x="0" y="55973"/>
                      </a:cubicBezTo>
                      <a:cubicBezTo>
                        <a:pt x="0" y="54629"/>
                        <a:pt x="896" y="53734"/>
                        <a:pt x="2239" y="53734"/>
                      </a:cubicBezTo>
                      <a:lnTo>
                        <a:pt x="51047" y="53734"/>
                      </a:lnTo>
                      <a:cubicBezTo>
                        <a:pt x="52390" y="53734"/>
                        <a:pt x="53286" y="52838"/>
                        <a:pt x="53286" y="51047"/>
                      </a:cubicBezTo>
                      <a:lnTo>
                        <a:pt x="53286" y="2239"/>
                      </a:lnTo>
                      <a:cubicBezTo>
                        <a:pt x="53286" y="896"/>
                        <a:pt x="54182" y="0"/>
                        <a:pt x="55525" y="0"/>
                      </a:cubicBezTo>
                      <a:cubicBezTo>
                        <a:pt x="56868" y="0"/>
                        <a:pt x="57764" y="896"/>
                        <a:pt x="57764" y="2239"/>
                      </a:cubicBezTo>
                      <a:lnTo>
                        <a:pt x="57764" y="51047"/>
                      </a:lnTo>
                      <a:cubicBezTo>
                        <a:pt x="58212" y="55077"/>
                        <a:pt x="55077" y="58212"/>
                        <a:pt x="51047" y="5821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751" name="Freeform: Shape 4647">
                <a:extLst>
                  <a:ext uri="{FF2B5EF4-FFF2-40B4-BE49-F238E27FC236}">
                    <a16:creationId xmlns:a16="http://schemas.microsoft.com/office/drawing/2014/main" id="{1E313101-8C30-FCAE-CC6A-ADBFEE040557}"/>
                  </a:ext>
                  <a:ext uri="{C183D7F6-B498-43B3-948B-1728B52AA6E4}">
                    <adec:decorative xmlns:adec="http://schemas.microsoft.com/office/drawing/2017/decorative" val="1"/>
                  </a:ext>
                </a:extLst>
              </p:cNvPr>
              <p:cNvSpPr>
                <a:spLocks noChangeAspect="1"/>
              </p:cNvSpPr>
              <p:nvPr/>
            </p:nvSpPr>
            <p:spPr>
              <a:xfrm>
                <a:off x="2135809" y="5222728"/>
                <a:ext cx="138812" cy="147768"/>
              </a:xfrm>
              <a:custGeom>
                <a:avLst/>
                <a:gdLst>
                  <a:gd name="connsiteX0" fmla="*/ 139061 w 138812"/>
                  <a:gd name="connsiteY0" fmla="*/ 104949 h 147767"/>
                  <a:gd name="connsiteX1" fmla="*/ 139061 w 138812"/>
                  <a:gd name="connsiteY1" fmla="*/ 104501 h 147767"/>
                  <a:gd name="connsiteX2" fmla="*/ 139061 w 138812"/>
                  <a:gd name="connsiteY2" fmla="*/ 33751 h 147767"/>
                  <a:gd name="connsiteX3" fmla="*/ 139061 w 138812"/>
                  <a:gd name="connsiteY3" fmla="*/ 6885 h 147767"/>
                  <a:gd name="connsiteX4" fmla="*/ 136374 w 138812"/>
                  <a:gd name="connsiteY4" fmla="*/ 1511 h 147767"/>
                  <a:gd name="connsiteX5" fmla="*/ 130553 w 138812"/>
                  <a:gd name="connsiteY5" fmla="*/ 168 h 147767"/>
                  <a:gd name="connsiteX6" fmla="*/ 45474 w 138812"/>
                  <a:gd name="connsiteY6" fmla="*/ 19423 h 147767"/>
                  <a:gd name="connsiteX7" fmla="*/ 40101 w 138812"/>
                  <a:gd name="connsiteY7" fmla="*/ 26139 h 147767"/>
                  <a:gd name="connsiteX8" fmla="*/ 40101 w 138812"/>
                  <a:gd name="connsiteY8" fmla="*/ 56141 h 147767"/>
                  <a:gd name="connsiteX9" fmla="*/ 40101 w 138812"/>
                  <a:gd name="connsiteY9" fmla="*/ 124651 h 147767"/>
                  <a:gd name="connsiteX10" fmla="*/ 39205 w 138812"/>
                  <a:gd name="connsiteY10" fmla="*/ 123756 h 147767"/>
                  <a:gd name="connsiteX11" fmla="*/ 19055 w 138812"/>
                  <a:gd name="connsiteY11" fmla="*/ 121965 h 147767"/>
                  <a:gd name="connsiteX12" fmla="*/ 248 w 138812"/>
                  <a:gd name="connsiteY12" fmla="*/ 142115 h 147767"/>
                  <a:gd name="connsiteX13" fmla="*/ 5622 w 138812"/>
                  <a:gd name="connsiteY13" fmla="*/ 149279 h 147767"/>
                  <a:gd name="connsiteX14" fmla="*/ 17264 w 138812"/>
                  <a:gd name="connsiteY14" fmla="*/ 151966 h 147767"/>
                  <a:gd name="connsiteX15" fmla="*/ 25772 w 138812"/>
                  <a:gd name="connsiteY15" fmla="*/ 150623 h 147767"/>
                  <a:gd name="connsiteX16" fmla="*/ 44579 w 138812"/>
                  <a:gd name="connsiteY16" fmla="*/ 130920 h 147767"/>
                  <a:gd name="connsiteX17" fmla="*/ 44579 w 138812"/>
                  <a:gd name="connsiteY17" fmla="*/ 130920 h 147767"/>
                  <a:gd name="connsiteX18" fmla="*/ 44579 w 138812"/>
                  <a:gd name="connsiteY18" fmla="*/ 50319 h 147767"/>
                  <a:gd name="connsiteX19" fmla="*/ 46370 w 138812"/>
                  <a:gd name="connsiteY19" fmla="*/ 48081 h 147767"/>
                  <a:gd name="connsiteX20" fmla="*/ 131448 w 138812"/>
                  <a:gd name="connsiteY20" fmla="*/ 28826 h 147767"/>
                  <a:gd name="connsiteX21" fmla="*/ 133240 w 138812"/>
                  <a:gd name="connsiteY21" fmla="*/ 29274 h 147767"/>
                  <a:gd name="connsiteX22" fmla="*/ 134135 w 138812"/>
                  <a:gd name="connsiteY22" fmla="*/ 31065 h 147767"/>
                  <a:gd name="connsiteX23" fmla="*/ 134135 w 138812"/>
                  <a:gd name="connsiteY23" fmla="*/ 96889 h 147767"/>
                  <a:gd name="connsiteX24" fmla="*/ 132792 w 138812"/>
                  <a:gd name="connsiteY24" fmla="*/ 95993 h 147767"/>
                  <a:gd name="connsiteX25" fmla="*/ 112642 w 138812"/>
                  <a:gd name="connsiteY25" fmla="*/ 94202 h 147767"/>
                  <a:gd name="connsiteX26" fmla="*/ 93835 w 138812"/>
                  <a:gd name="connsiteY26" fmla="*/ 114352 h 147767"/>
                  <a:gd name="connsiteX27" fmla="*/ 99208 w 138812"/>
                  <a:gd name="connsiteY27" fmla="*/ 121517 h 147767"/>
                  <a:gd name="connsiteX28" fmla="*/ 110850 w 138812"/>
                  <a:gd name="connsiteY28" fmla="*/ 124203 h 147767"/>
                  <a:gd name="connsiteX29" fmla="*/ 119358 w 138812"/>
                  <a:gd name="connsiteY29" fmla="*/ 122860 h 147767"/>
                  <a:gd name="connsiteX30" fmla="*/ 139061 w 138812"/>
                  <a:gd name="connsiteY30" fmla="*/ 104949 h 147767"/>
                  <a:gd name="connsiteX31" fmla="*/ 25324 w 138812"/>
                  <a:gd name="connsiteY31" fmla="*/ 146593 h 147767"/>
                  <a:gd name="connsiteX32" fmla="*/ 8756 w 138812"/>
                  <a:gd name="connsiteY32" fmla="*/ 145249 h 147767"/>
                  <a:gd name="connsiteX33" fmla="*/ 5174 w 138812"/>
                  <a:gd name="connsiteY33" fmla="*/ 140771 h 147767"/>
                  <a:gd name="connsiteX34" fmla="*/ 20846 w 138812"/>
                  <a:gd name="connsiteY34" fmla="*/ 125995 h 147767"/>
                  <a:gd name="connsiteX35" fmla="*/ 28011 w 138812"/>
                  <a:gd name="connsiteY35" fmla="*/ 125099 h 147767"/>
                  <a:gd name="connsiteX36" fmla="*/ 37414 w 138812"/>
                  <a:gd name="connsiteY36" fmla="*/ 127338 h 147767"/>
                  <a:gd name="connsiteX37" fmla="*/ 40997 w 138812"/>
                  <a:gd name="connsiteY37" fmla="*/ 131816 h 147767"/>
                  <a:gd name="connsiteX38" fmla="*/ 25324 w 138812"/>
                  <a:gd name="connsiteY38" fmla="*/ 146593 h 147767"/>
                  <a:gd name="connsiteX39" fmla="*/ 131001 w 138812"/>
                  <a:gd name="connsiteY39" fmla="*/ 25244 h 147767"/>
                  <a:gd name="connsiteX40" fmla="*/ 45922 w 138812"/>
                  <a:gd name="connsiteY40" fmla="*/ 44498 h 147767"/>
                  <a:gd name="connsiteX41" fmla="*/ 45027 w 138812"/>
                  <a:gd name="connsiteY41" fmla="*/ 44946 h 147767"/>
                  <a:gd name="connsiteX42" fmla="*/ 45027 w 138812"/>
                  <a:gd name="connsiteY42" fmla="*/ 26139 h 147767"/>
                  <a:gd name="connsiteX43" fmla="*/ 46818 w 138812"/>
                  <a:gd name="connsiteY43" fmla="*/ 23901 h 147767"/>
                  <a:gd name="connsiteX44" fmla="*/ 131896 w 138812"/>
                  <a:gd name="connsiteY44" fmla="*/ 4646 h 147767"/>
                  <a:gd name="connsiteX45" fmla="*/ 133687 w 138812"/>
                  <a:gd name="connsiteY45" fmla="*/ 5094 h 147767"/>
                  <a:gd name="connsiteX46" fmla="*/ 134583 w 138812"/>
                  <a:gd name="connsiteY46" fmla="*/ 6885 h 147767"/>
                  <a:gd name="connsiteX47" fmla="*/ 134583 w 138812"/>
                  <a:gd name="connsiteY47" fmla="*/ 25691 h 147767"/>
                  <a:gd name="connsiteX48" fmla="*/ 131001 w 138812"/>
                  <a:gd name="connsiteY48" fmla="*/ 25244 h 147767"/>
                  <a:gd name="connsiteX49" fmla="*/ 119358 w 138812"/>
                  <a:gd name="connsiteY49" fmla="*/ 119726 h 147767"/>
                  <a:gd name="connsiteX50" fmla="*/ 102790 w 138812"/>
                  <a:gd name="connsiteY50" fmla="*/ 118382 h 147767"/>
                  <a:gd name="connsiteX51" fmla="*/ 99208 w 138812"/>
                  <a:gd name="connsiteY51" fmla="*/ 113905 h 147767"/>
                  <a:gd name="connsiteX52" fmla="*/ 114881 w 138812"/>
                  <a:gd name="connsiteY52" fmla="*/ 99128 h 147767"/>
                  <a:gd name="connsiteX53" fmla="*/ 122045 w 138812"/>
                  <a:gd name="connsiteY53" fmla="*/ 98232 h 147767"/>
                  <a:gd name="connsiteX54" fmla="*/ 131448 w 138812"/>
                  <a:gd name="connsiteY54" fmla="*/ 100471 h 147767"/>
                  <a:gd name="connsiteX55" fmla="*/ 135031 w 138812"/>
                  <a:gd name="connsiteY55" fmla="*/ 104949 h 147767"/>
                  <a:gd name="connsiteX56" fmla="*/ 119358 w 138812"/>
                  <a:gd name="connsiteY56" fmla="*/ 119726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38812" h="147767">
                    <a:moveTo>
                      <a:pt x="139061" y="104949"/>
                    </a:moveTo>
                    <a:cubicBezTo>
                      <a:pt x="139061" y="104949"/>
                      <a:pt x="139061" y="104501"/>
                      <a:pt x="139061" y="104501"/>
                    </a:cubicBezTo>
                    <a:lnTo>
                      <a:pt x="139061" y="33751"/>
                    </a:lnTo>
                    <a:lnTo>
                      <a:pt x="139061" y="6885"/>
                    </a:lnTo>
                    <a:cubicBezTo>
                      <a:pt x="139061" y="4646"/>
                      <a:pt x="138165" y="2855"/>
                      <a:pt x="136374" y="1511"/>
                    </a:cubicBezTo>
                    <a:cubicBezTo>
                      <a:pt x="134583" y="168"/>
                      <a:pt x="132792" y="-280"/>
                      <a:pt x="130553" y="168"/>
                    </a:cubicBezTo>
                    <a:lnTo>
                      <a:pt x="45474" y="19423"/>
                    </a:lnTo>
                    <a:cubicBezTo>
                      <a:pt x="42340" y="20318"/>
                      <a:pt x="40101" y="23005"/>
                      <a:pt x="40101" y="26139"/>
                    </a:cubicBezTo>
                    <a:lnTo>
                      <a:pt x="40101" y="56141"/>
                    </a:lnTo>
                    <a:lnTo>
                      <a:pt x="40101" y="124651"/>
                    </a:lnTo>
                    <a:cubicBezTo>
                      <a:pt x="39653" y="124203"/>
                      <a:pt x="39205" y="124203"/>
                      <a:pt x="39205" y="123756"/>
                    </a:cubicBezTo>
                    <a:cubicBezTo>
                      <a:pt x="34280" y="120621"/>
                      <a:pt x="26668" y="120174"/>
                      <a:pt x="19055" y="121965"/>
                    </a:cubicBezTo>
                    <a:cubicBezTo>
                      <a:pt x="6517" y="125099"/>
                      <a:pt x="-1543" y="134055"/>
                      <a:pt x="248" y="142115"/>
                    </a:cubicBezTo>
                    <a:cubicBezTo>
                      <a:pt x="1144" y="144802"/>
                      <a:pt x="2935" y="147488"/>
                      <a:pt x="5622" y="149279"/>
                    </a:cubicBezTo>
                    <a:cubicBezTo>
                      <a:pt x="8756" y="151070"/>
                      <a:pt x="12786" y="151966"/>
                      <a:pt x="17264" y="151966"/>
                    </a:cubicBezTo>
                    <a:cubicBezTo>
                      <a:pt x="19951" y="151966"/>
                      <a:pt x="23085" y="151518"/>
                      <a:pt x="25772" y="150623"/>
                    </a:cubicBezTo>
                    <a:cubicBezTo>
                      <a:pt x="37862" y="147488"/>
                      <a:pt x="45922" y="138980"/>
                      <a:pt x="44579" y="130920"/>
                    </a:cubicBezTo>
                    <a:cubicBezTo>
                      <a:pt x="44579" y="130920"/>
                      <a:pt x="44579" y="130920"/>
                      <a:pt x="44579" y="130920"/>
                    </a:cubicBezTo>
                    <a:lnTo>
                      <a:pt x="44579" y="50319"/>
                    </a:lnTo>
                    <a:cubicBezTo>
                      <a:pt x="44579" y="49424"/>
                      <a:pt x="45474" y="48529"/>
                      <a:pt x="46370" y="48081"/>
                    </a:cubicBezTo>
                    <a:lnTo>
                      <a:pt x="131448" y="28826"/>
                    </a:lnTo>
                    <a:cubicBezTo>
                      <a:pt x="131896" y="28826"/>
                      <a:pt x="132792" y="28826"/>
                      <a:pt x="133240" y="29274"/>
                    </a:cubicBezTo>
                    <a:cubicBezTo>
                      <a:pt x="133687" y="29722"/>
                      <a:pt x="134135" y="30169"/>
                      <a:pt x="134135" y="31065"/>
                    </a:cubicBezTo>
                    <a:lnTo>
                      <a:pt x="134135" y="96889"/>
                    </a:lnTo>
                    <a:cubicBezTo>
                      <a:pt x="133687" y="96441"/>
                      <a:pt x="133240" y="96441"/>
                      <a:pt x="132792" y="95993"/>
                    </a:cubicBezTo>
                    <a:cubicBezTo>
                      <a:pt x="127866" y="92859"/>
                      <a:pt x="120254" y="92411"/>
                      <a:pt x="112642" y="94202"/>
                    </a:cubicBezTo>
                    <a:cubicBezTo>
                      <a:pt x="100104" y="97337"/>
                      <a:pt x="92044" y="106292"/>
                      <a:pt x="93835" y="114352"/>
                    </a:cubicBezTo>
                    <a:cubicBezTo>
                      <a:pt x="94730" y="117039"/>
                      <a:pt x="96522" y="119726"/>
                      <a:pt x="99208" y="121517"/>
                    </a:cubicBezTo>
                    <a:cubicBezTo>
                      <a:pt x="102343" y="123308"/>
                      <a:pt x="106373" y="124203"/>
                      <a:pt x="110850" y="124203"/>
                    </a:cubicBezTo>
                    <a:cubicBezTo>
                      <a:pt x="113537" y="124203"/>
                      <a:pt x="116672" y="123756"/>
                      <a:pt x="119358" y="122860"/>
                    </a:cubicBezTo>
                    <a:cubicBezTo>
                      <a:pt x="132344" y="121069"/>
                      <a:pt x="140404" y="113009"/>
                      <a:pt x="139061" y="104949"/>
                    </a:cubicBezTo>
                    <a:close/>
                    <a:moveTo>
                      <a:pt x="25324" y="146593"/>
                    </a:moveTo>
                    <a:cubicBezTo>
                      <a:pt x="19055" y="148384"/>
                      <a:pt x="12786" y="147936"/>
                      <a:pt x="8756" y="145249"/>
                    </a:cubicBezTo>
                    <a:cubicBezTo>
                      <a:pt x="6965" y="143906"/>
                      <a:pt x="5622" y="142563"/>
                      <a:pt x="5174" y="140771"/>
                    </a:cubicBezTo>
                    <a:cubicBezTo>
                      <a:pt x="3831" y="135398"/>
                      <a:pt x="10995" y="128234"/>
                      <a:pt x="20846" y="125995"/>
                    </a:cubicBezTo>
                    <a:cubicBezTo>
                      <a:pt x="23533" y="125547"/>
                      <a:pt x="25772" y="125099"/>
                      <a:pt x="28011" y="125099"/>
                    </a:cubicBezTo>
                    <a:cubicBezTo>
                      <a:pt x="31593" y="125099"/>
                      <a:pt x="34728" y="125995"/>
                      <a:pt x="37414" y="127338"/>
                    </a:cubicBezTo>
                    <a:cubicBezTo>
                      <a:pt x="39205" y="128681"/>
                      <a:pt x="40549" y="130025"/>
                      <a:pt x="40997" y="131816"/>
                    </a:cubicBezTo>
                    <a:cubicBezTo>
                      <a:pt x="41892" y="137637"/>
                      <a:pt x="35175" y="144354"/>
                      <a:pt x="25324" y="146593"/>
                    </a:cubicBezTo>
                    <a:close/>
                    <a:moveTo>
                      <a:pt x="131001" y="25244"/>
                    </a:moveTo>
                    <a:lnTo>
                      <a:pt x="45922" y="44498"/>
                    </a:lnTo>
                    <a:cubicBezTo>
                      <a:pt x="45474" y="44498"/>
                      <a:pt x="45474" y="44498"/>
                      <a:pt x="45027" y="44946"/>
                    </a:cubicBezTo>
                    <a:lnTo>
                      <a:pt x="45027" y="26139"/>
                    </a:lnTo>
                    <a:cubicBezTo>
                      <a:pt x="45027" y="25244"/>
                      <a:pt x="45922" y="24348"/>
                      <a:pt x="46818" y="23901"/>
                    </a:cubicBezTo>
                    <a:lnTo>
                      <a:pt x="131896" y="4646"/>
                    </a:lnTo>
                    <a:cubicBezTo>
                      <a:pt x="132344" y="4646"/>
                      <a:pt x="133240" y="4646"/>
                      <a:pt x="133687" y="5094"/>
                    </a:cubicBezTo>
                    <a:cubicBezTo>
                      <a:pt x="134135" y="5541"/>
                      <a:pt x="134583" y="5989"/>
                      <a:pt x="134583" y="6885"/>
                    </a:cubicBezTo>
                    <a:lnTo>
                      <a:pt x="134583" y="25691"/>
                    </a:lnTo>
                    <a:cubicBezTo>
                      <a:pt x="133687" y="24796"/>
                      <a:pt x="132344" y="24796"/>
                      <a:pt x="131001" y="25244"/>
                    </a:cubicBezTo>
                    <a:close/>
                    <a:moveTo>
                      <a:pt x="119358" y="119726"/>
                    </a:moveTo>
                    <a:cubicBezTo>
                      <a:pt x="113089" y="121517"/>
                      <a:pt x="106820" y="121069"/>
                      <a:pt x="102790" y="118382"/>
                    </a:cubicBezTo>
                    <a:cubicBezTo>
                      <a:pt x="100999" y="117039"/>
                      <a:pt x="99656" y="115696"/>
                      <a:pt x="99208" y="113905"/>
                    </a:cubicBezTo>
                    <a:cubicBezTo>
                      <a:pt x="97865" y="108531"/>
                      <a:pt x="105029" y="101367"/>
                      <a:pt x="114881" y="99128"/>
                    </a:cubicBezTo>
                    <a:cubicBezTo>
                      <a:pt x="117567" y="98680"/>
                      <a:pt x="119806" y="98232"/>
                      <a:pt x="122045" y="98232"/>
                    </a:cubicBezTo>
                    <a:cubicBezTo>
                      <a:pt x="125627" y="98232"/>
                      <a:pt x="128762" y="99128"/>
                      <a:pt x="131448" y="100471"/>
                    </a:cubicBezTo>
                    <a:cubicBezTo>
                      <a:pt x="133240" y="101814"/>
                      <a:pt x="134583" y="103158"/>
                      <a:pt x="135031" y="104949"/>
                    </a:cubicBezTo>
                    <a:cubicBezTo>
                      <a:pt x="135926" y="110322"/>
                      <a:pt x="129210" y="117487"/>
                      <a:pt x="119358" y="11972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52" name="Freeform: Shape 4648">
                <a:extLst>
                  <a:ext uri="{FF2B5EF4-FFF2-40B4-BE49-F238E27FC236}">
                    <a16:creationId xmlns:a16="http://schemas.microsoft.com/office/drawing/2014/main" id="{377EED1A-3B21-1256-4E37-5887B0F49C30}"/>
                  </a:ext>
                  <a:ext uri="{C183D7F6-B498-43B3-948B-1728B52AA6E4}">
                    <adec:decorative xmlns:adec="http://schemas.microsoft.com/office/drawing/2017/decorative" val="1"/>
                  </a:ext>
                </a:extLst>
              </p:cNvPr>
              <p:cNvSpPr>
                <a:spLocks noChangeAspect="1"/>
              </p:cNvSpPr>
              <p:nvPr/>
            </p:nvSpPr>
            <p:spPr>
              <a:xfrm>
                <a:off x="1860776" y="5233195"/>
                <a:ext cx="134335" cy="129857"/>
              </a:xfrm>
              <a:custGeom>
                <a:avLst/>
                <a:gdLst>
                  <a:gd name="connsiteX0" fmla="*/ 107811 w 134334"/>
                  <a:gd name="connsiteY0" fmla="*/ 131200 h 129856"/>
                  <a:gd name="connsiteX1" fmla="*/ 103781 w 134334"/>
                  <a:gd name="connsiteY1" fmla="*/ 129857 h 129856"/>
                  <a:gd name="connsiteX2" fmla="*/ 69749 w 134334"/>
                  <a:gd name="connsiteY2" fmla="*/ 105229 h 129856"/>
                  <a:gd name="connsiteX3" fmla="*/ 67063 w 134334"/>
                  <a:gd name="connsiteY3" fmla="*/ 105229 h 129856"/>
                  <a:gd name="connsiteX4" fmla="*/ 33031 w 134334"/>
                  <a:gd name="connsiteY4" fmla="*/ 129409 h 129856"/>
                  <a:gd name="connsiteX5" fmla="*/ 24971 w 134334"/>
                  <a:gd name="connsiteY5" fmla="*/ 129409 h 129856"/>
                  <a:gd name="connsiteX6" fmla="*/ 22284 w 134334"/>
                  <a:gd name="connsiteY6" fmla="*/ 121796 h 129856"/>
                  <a:gd name="connsiteX7" fmla="*/ 31688 w 134334"/>
                  <a:gd name="connsiteY7" fmla="*/ 83287 h 129856"/>
                  <a:gd name="connsiteX8" fmla="*/ 30792 w 134334"/>
                  <a:gd name="connsiteY8" fmla="*/ 80601 h 129856"/>
                  <a:gd name="connsiteX9" fmla="*/ 2582 w 134334"/>
                  <a:gd name="connsiteY9" fmla="*/ 57316 h 129856"/>
                  <a:gd name="connsiteX10" fmla="*/ 343 w 134334"/>
                  <a:gd name="connsiteY10" fmla="*/ 49704 h 129856"/>
                  <a:gd name="connsiteX11" fmla="*/ 7060 w 134334"/>
                  <a:gd name="connsiteY11" fmla="*/ 45226 h 129856"/>
                  <a:gd name="connsiteX12" fmla="*/ 44674 w 134334"/>
                  <a:gd name="connsiteY12" fmla="*/ 45226 h 129856"/>
                  <a:gd name="connsiteX13" fmla="*/ 46912 w 134334"/>
                  <a:gd name="connsiteY13" fmla="*/ 43435 h 129856"/>
                  <a:gd name="connsiteX14" fmla="*/ 61241 w 134334"/>
                  <a:gd name="connsiteY14" fmla="*/ 4478 h 129856"/>
                  <a:gd name="connsiteX15" fmla="*/ 67958 w 134334"/>
                  <a:gd name="connsiteY15" fmla="*/ 0 h 129856"/>
                  <a:gd name="connsiteX16" fmla="*/ 67958 w 134334"/>
                  <a:gd name="connsiteY16" fmla="*/ 0 h 129856"/>
                  <a:gd name="connsiteX17" fmla="*/ 74675 w 134334"/>
                  <a:gd name="connsiteY17" fmla="*/ 4478 h 129856"/>
                  <a:gd name="connsiteX18" fmla="*/ 89452 w 134334"/>
                  <a:gd name="connsiteY18" fmla="*/ 43435 h 129856"/>
                  <a:gd name="connsiteX19" fmla="*/ 91691 w 134334"/>
                  <a:gd name="connsiteY19" fmla="*/ 45226 h 129856"/>
                  <a:gd name="connsiteX20" fmla="*/ 129304 w 134334"/>
                  <a:gd name="connsiteY20" fmla="*/ 45226 h 129856"/>
                  <a:gd name="connsiteX21" fmla="*/ 136021 w 134334"/>
                  <a:gd name="connsiteY21" fmla="*/ 49704 h 129856"/>
                  <a:gd name="connsiteX22" fmla="*/ 133782 w 134334"/>
                  <a:gd name="connsiteY22" fmla="*/ 57316 h 129856"/>
                  <a:gd name="connsiteX23" fmla="*/ 105572 w 134334"/>
                  <a:gd name="connsiteY23" fmla="*/ 80601 h 129856"/>
                  <a:gd name="connsiteX24" fmla="*/ 104676 w 134334"/>
                  <a:gd name="connsiteY24" fmla="*/ 83287 h 129856"/>
                  <a:gd name="connsiteX25" fmla="*/ 114528 w 134334"/>
                  <a:gd name="connsiteY25" fmla="*/ 122244 h 129856"/>
                  <a:gd name="connsiteX26" fmla="*/ 111841 w 134334"/>
                  <a:gd name="connsiteY26" fmla="*/ 129857 h 129856"/>
                  <a:gd name="connsiteX27" fmla="*/ 107811 w 134334"/>
                  <a:gd name="connsiteY27" fmla="*/ 131200 h 129856"/>
                  <a:gd name="connsiteX28" fmla="*/ 68406 w 134334"/>
                  <a:gd name="connsiteY28" fmla="*/ 100303 h 129856"/>
                  <a:gd name="connsiteX29" fmla="*/ 72436 w 134334"/>
                  <a:gd name="connsiteY29" fmla="*/ 101646 h 129856"/>
                  <a:gd name="connsiteX30" fmla="*/ 106467 w 134334"/>
                  <a:gd name="connsiteY30" fmla="*/ 126274 h 129856"/>
                  <a:gd name="connsiteX31" fmla="*/ 109154 w 134334"/>
                  <a:gd name="connsiteY31" fmla="*/ 126274 h 129856"/>
                  <a:gd name="connsiteX32" fmla="*/ 110050 w 134334"/>
                  <a:gd name="connsiteY32" fmla="*/ 123588 h 129856"/>
                  <a:gd name="connsiteX33" fmla="*/ 100198 w 134334"/>
                  <a:gd name="connsiteY33" fmla="*/ 84631 h 129856"/>
                  <a:gd name="connsiteX34" fmla="*/ 102437 w 134334"/>
                  <a:gd name="connsiteY34" fmla="*/ 77466 h 129856"/>
                  <a:gd name="connsiteX35" fmla="*/ 130648 w 134334"/>
                  <a:gd name="connsiteY35" fmla="*/ 54181 h 129856"/>
                  <a:gd name="connsiteX36" fmla="*/ 131543 w 134334"/>
                  <a:gd name="connsiteY36" fmla="*/ 51495 h 129856"/>
                  <a:gd name="connsiteX37" fmla="*/ 129304 w 134334"/>
                  <a:gd name="connsiteY37" fmla="*/ 49704 h 129856"/>
                  <a:gd name="connsiteX38" fmla="*/ 91691 w 134334"/>
                  <a:gd name="connsiteY38" fmla="*/ 49704 h 129856"/>
                  <a:gd name="connsiteX39" fmla="*/ 84974 w 134334"/>
                  <a:gd name="connsiteY39" fmla="*/ 45226 h 129856"/>
                  <a:gd name="connsiteX40" fmla="*/ 70197 w 134334"/>
                  <a:gd name="connsiteY40" fmla="*/ 6269 h 129856"/>
                  <a:gd name="connsiteX41" fmla="*/ 70197 w 134334"/>
                  <a:gd name="connsiteY41" fmla="*/ 6269 h 129856"/>
                  <a:gd name="connsiteX42" fmla="*/ 67958 w 134334"/>
                  <a:gd name="connsiteY42" fmla="*/ 4478 h 129856"/>
                  <a:gd name="connsiteX43" fmla="*/ 65719 w 134334"/>
                  <a:gd name="connsiteY43" fmla="*/ 6269 h 129856"/>
                  <a:gd name="connsiteX44" fmla="*/ 51390 w 134334"/>
                  <a:gd name="connsiteY44" fmla="*/ 45226 h 129856"/>
                  <a:gd name="connsiteX45" fmla="*/ 44674 w 134334"/>
                  <a:gd name="connsiteY45" fmla="*/ 49704 h 129856"/>
                  <a:gd name="connsiteX46" fmla="*/ 7060 w 134334"/>
                  <a:gd name="connsiteY46" fmla="*/ 49704 h 129856"/>
                  <a:gd name="connsiteX47" fmla="*/ 4821 w 134334"/>
                  <a:gd name="connsiteY47" fmla="*/ 51495 h 129856"/>
                  <a:gd name="connsiteX48" fmla="*/ 5717 w 134334"/>
                  <a:gd name="connsiteY48" fmla="*/ 54181 h 129856"/>
                  <a:gd name="connsiteX49" fmla="*/ 33927 w 134334"/>
                  <a:gd name="connsiteY49" fmla="*/ 77466 h 129856"/>
                  <a:gd name="connsiteX50" fmla="*/ 36166 w 134334"/>
                  <a:gd name="connsiteY50" fmla="*/ 84631 h 129856"/>
                  <a:gd name="connsiteX51" fmla="*/ 26762 w 134334"/>
                  <a:gd name="connsiteY51" fmla="*/ 123140 h 129856"/>
                  <a:gd name="connsiteX52" fmla="*/ 27658 w 134334"/>
                  <a:gd name="connsiteY52" fmla="*/ 125827 h 129856"/>
                  <a:gd name="connsiteX53" fmla="*/ 30345 w 134334"/>
                  <a:gd name="connsiteY53" fmla="*/ 125827 h 129856"/>
                  <a:gd name="connsiteX54" fmla="*/ 64376 w 134334"/>
                  <a:gd name="connsiteY54" fmla="*/ 101646 h 129856"/>
                  <a:gd name="connsiteX55" fmla="*/ 68406 w 134334"/>
                  <a:gd name="connsiteY55" fmla="*/ 100303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34334" h="129856">
                    <a:moveTo>
                      <a:pt x="107811" y="131200"/>
                    </a:moveTo>
                    <a:cubicBezTo>
                      <a:pt x="106467" y="131200"/>
                      <a:pt x="105124" y="130752"/>
                      <a:pt x="103781" y="129857"/>
                    </a:cubicBezTo>
                    <a:lnTo>
                      <a:pt x="69749" y="105229"/>
                    </a:lnTo>
                    <a:cubicBezTo>
                      <a:pt x="68854" y="104781"/>
                      <a:pt x="67510" y="104781"/>
                      <a:pt x="67063" y="105229"/>
                    </a:cubicBezTo>
                    <a:lnTo>
                      <a:pt x="33031" y="129409"/>
                    </a:lnTo>
                    <a:cubicBezTo>
                      <a:pt x="30792" y="131200"/>
                      <a:pt x="27658" y="131200"/>
                      <a:pt x="24971" y="129409"/>
                    </a:cubicBezTo>
                    <a:cubicBezTo>
                      <a:pt x="22732" y="127618"/>
                      <a:pt x="21389" y="124931"/>
                      <a:pt x="22284" y="121796"/>
                    </a:cubicBezTo>
                    <a:lnTo>
                      <a:pt x="31688" y="83287"/>
                    </a:lnTo>
                    <a:cubicBezTo>
                      <a:pt x="32136" y="82392"/>
                      <a:pt x="31688" y="81496"/>
                      <a:pt x="30792" y="80601"/>
                    </a:cubicBezTo>
                    <a:lnTo>
                      <a:pt x="2582" y="57316"/>
                    </a:lnTo>
                    <a:cubicBezTo>
                      <a:pt x="343" y="55525"/>
                      <a:pt x="-552" y="52390"/>
                      <a:pt x="343" y="49704"/>
                    </a:cubicBezTo>
                    <a:cubicBezTo>
                      <a:pt x="1239" y="47017"/>
                      <a:pt x="3925" y="45226"/>
                      <a:pt x="7060" y="45226"/>
                    </a:cubicBezTo>
                    <a:lnTo>
                      <a:pt x="44674" y="45226"/>
                    </a:lnTo>
                    <a:cubicBezTo>
                      <a:pt x="45569" y="45226"/>
                      <a:pt x="46465" y="44778"/>
                      <a:pt x="46912" y="43435"/>
                    </a:cubicBezTo>
                    <a:lnTo>
                      <a:pt x="61241" y="4478"/>
                    </a:lnTo>
                    <a:cubicBezTo>
                      <a:pt x="62137" y="1791"/>
                      <a:pt x="64824" y="0"/>
                      <a:pt x="67958" y="0"/>
                    </a:cubicBezTo>
                    <a:cubicBezTo>
                      <a:pt x="67958" y="0"/>
                      <a:pt x="67958" y="0"/>
                      <a:pt x="67958" y="0"/>
                    </a:cubicBezTo>
                    <a:cubicBezTo>
                      <a:pt x="71093" y="0"/>
                      <a:pt x="73332" y="1791"/>
                      <a:pt x="74675" y="4478"/>
                    </a:cubicBezTo>
                    <a:lnTo>
                      <a:pt x="89452" y="43435"/>
                    </a:lnTo>
                    <a:cubicBezTo>
                      <a:pt x="89900" y="44330"/>
                      <a:pt x="90795" y="45226"/>
                      <a:pt x="91691" y="45226"/>
                    </a:cubicBezTo>
                    <a:lnTo>
                      <a:pt x="129304" y="45226"/>
                    </a:lnTo>
                    <a:cubicBezTo>
                      <a:pt x="132439" y="45226"/>
                      <a:pt x="134678" y="47017"/>
                      <a:pt x="136021" y="49704"/>
                    </a:cubicBezTo>
                    <a:cubicBezTo>
                      <a:pt x="136917" y="52390"/>
                      <a:pt x="136021" y="55525"/>
                      <a:pt x="133782" y="57316"/>
                    </a:cubicBezTo>
                    <a:lnTo>
                      <a:pt x="105572" y="80601"/>
                    </a:lnTo>
                    <a:cubicBezTo>
                      <a:pt x="104676" y="81048"/>
                      <a:pt x="104676" y="82392"/>
                      <a:pt x="104676" y="83287"/>
                    </a:cubicBezTo>
                    <a:lnTo>
                      <a:pt x="114528" y="122244"/>
                    </a:lnTo>
                    <a:cubicBezTo>
                      <a:pt x="115423" y="124931"/>
                      <a:pt x="114080" y="128065"/>
                      <a:pt x="111841" y="129857"/>
                    </a:cubicBezTo>
                    <a:cubicBezTo>
                      <a:pt x="110497" y="130752"/>
                      <a:pt x="109154" y="131200"/>
                      <a:pt x="107811" y="131200"/>
                    </a:cubicBezTo>
                    <a:close/>
                    <a:moveTo>
                      <a:pt x="68406" y="100303"/>
                    </a:moveTo>
                    <a:cubicBezTo>
                      <a:pt x="69749" y="100303"/>
                      <a:pt x="71093" y="100751"/>
                      <a:pt x="72436" y="101646"/>
                    </a:cubicBezTo>
                    <a:lnTo>
                      <a:pt x="106467" y="126274"/>
                    </a:lnTo>
                    <a:cubicBezTo>
                      <a:pt x="107811" y="127170"/>
                      <a:pt x="109154" y="126722"/>
                      <a:pt x="109154" y="126274"/>
                    </a:cubicBezTo>
                    <a:cubicBezTo>
                      <a:pt x="109602" y="125827"/>
                      <a:pt x="110497" y="125379"/>
                      <a:pt x="110050" y="123588"/>
                    </a:cubicBezTo>
                    <a:lnTo>
                      <a:pt x="100198" y="84631"/>
                    </a:lnTo>
                    <a:cubicBezTo>
                      <a:pt x="99751" y="81944"/>
                      <a:pt x="100646" y="79257"/>
                      <a:pt x="102437" y="77466"/>
                    </a:cubicBezTo>
                    <a:lnTo>
                      <a:pt x="130648" y="54181"/>
                    </a:lnTo>
                    <a:cubicBezTo>
                      <a:pt x="131991" y="53286"/>
                      <a:pt x="131543" y="51943"/>
                      <a:pt x="131543" y="51495"/>
                    </a:cubicBezTo>
                    <a:cubicBezTo>
                      <a:pt x="131543" y="51047"/>
                      <a:pt x="130648" y="49704"/>
                      <a:pt x="129304" y="49704"/>
                    </a:cubicBezTo>
                    <a:lnTo>
                      <a:pt x="91691" y="49704"/>
                    </a:lnTo>
                    <a:cubicBezTo>
                      <a:pt x="89004" y="49704"/>
                      <a:pt x="86317" y="47912"/>
                      <a:pt x="84974" y="45226"/>
                    </a:cubicBezTo>
                    <a:lnTo>
                      <a:pt x="70197" y="6269"/>
                    </a:lnTo>
                    <a:lnTo>
                      <a:pt x="70197" y="6269"/>
                    </a:lnTo>
                    <a:cubicBezTo>
                      <a:pt x="69749" y="4925"/>
                      <a:pt x="68406" y="4925"/>
                      <a:pt x="67958" y="4478"/>
                    </a:cubicBezTo>
                    <a:cubicBezTo>
                      <a:pt x="67510" y="4478"/>
                      <a:pt x="66167" y="4478"/>
                      <a:pt x="65719" y="6269"/>
                    </a:cubicBezTo>
                    <a:lnTo>
                      <a:pt x="51390" y="45226"/>
                    </a:lnTo>
                    <a:cubicBezTo>
                      <a:pt x="50495" y="47912"/>
                      <a:pt x="47808" y="49704"/>
                      <a:pt x="44674" y="49704"/>
                    </a:cubicBezTo>
                    <a:lnTo>
                      <a:pt x="7060" y="49704"/>
                    </a:lnTo>
                    <a:cubicBezTo>
                      <a:pt x="5269" y="49704"/>
                      <a:pt x="4821" y="51047"/>
                      <a:pt x="4821" y="51495"/>
                    </a:cubicBezTo>
                    <a:cubicBezTo>
                      <a:pt x="4821" y="51943"/>
                      <a:pt x="4373" y="53286"/>
                      <a:pt x="5717" y="54181"/>
                    </a:cubicBezTo>
                    <a:lnTo>
                      <a:pt x="33927" y="77466"/>
                    </a:lnTo>
                    <a:cubicBezTo>
                      <a:pt x="36166" y="79257"/>
                      <a:pt x="37061" y="81944"/>
                      <a:pt x="36166" y="84631"/>
                    </a:cubicBezTo>
                    <a:lnTo>
                      <a:pt x="26762" y="123140"/>
                    </a:lnTo>
                    <a:cubicBezTo>
                      <a:pt x="26314" y="124483"/>
                      <a:pt x="27210" y="125379"/>
                      <a:pt x="27658" y="125827"/>
                    </a:cubicBezTo>
                    <a:cubicBezTo>
                      <a:pt x="28106" y="126274"/>
                      <a:pt x="29001" y="126722"/>
                      <a:pt x="30345" y="125827"/>
                    </a:cubicBezTo>
                    <a:lnTo>
                      <a:pt x="64376" y="101646"/>
                    </a:lnTo>
                    <a:cubicBezTo>
                      <a:pt x="65272" y="100751"/>
                      <a:pt x="67063" y="100303"/>
                      <a:pt x="68406" y="10030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53" name="Freeform: Shape 4649">
                <a:extLst>
                  <a:ext uri="{FF2B5EF4-FFF2-40B4-BE49-F238E27FC236}">
                    <a16:creationId xmlns:a16="http://schemas.microsoft.com/office/drawing/2014/main" id="{E7C025F8-7FC2-3AA1-7A17-D012999B70E3}"/>
                  </a:ext>
                  <a:ext uri="{C183D7F6-B498-43B3-948B-1728B52AA6E4}">
                    <adec:decorative xmlns:adec="http://schemas.microsoft.com/office/drawing/2017/decorative" val="1"/>
                  </a:ext>
                </a:extLst>
              </p:cNvPr>
              <p:cNvSpPr>
                <a:spLocks noChangeAspect="1"/>
              </p:cNvSpPr>
              <p:nvPr/>
            </p:nvSpPr>
            <p:spPr>
              <a:xfrm>
                <a:off x="2382226" y="5229280"/>
                <a:ext cx="152246" cy="138812"/>
              </a:xfrm>
              <a:custGeom>
                <a:avLst/>
                <a:gdLst>
                  <a:gd name="connsiteX0" fmla="*/ 148328 w 152245"/>
                  <a:gd name="connsiteY0" fmla="*/ 63023 h 138812"/>
                  <a:gd name="connsiteX1" fmla="*/ 10411 w 152245"/>
                  <a:gd name="connsiteY1" fmla="*/ 781 h 138812"/>
                  <a:gd name="connsiteX2" fmla="*/ 2799 w 152245"/>
                  <a:gd name="connsiteY2" fmla="*/ 1677 h 138812"/>
                  <a:gd name="connsiteX3" fmla="*/ 112 w 152245"/>
                  <a:gd name="connsiteY3" fmla="*/ 8841 h 138812"/>
                  <a:gd name="connsiteX4" fmla="*/ 12202 w 152245"/>
                  <a:gd name="connsiteY4" fmla="*/ 69292 h 138812"/>
                  <a:gd name="connsiteX5" fmla="*/ 12202 w 152245"/>
                  <a:gd name="connsiteY5" fmla="*/ 70187 h 138812"/>
                  <a:gd name="connsiteX6" fmla="*/ 112 w 152245"/>
                  <a:gd name="connsiteY6" fmla="*/ 130638 h 138812"/>
                  <a:gd name="connsiteX7" fmla="*/ 2799 w 152245"/>
                  <a:gd name="connsiteY7" fmla="*/ 137802 h 138812"/>
                  <a:gd name="connsiteX8" fmla="*/ 7276 w 152245"/>
                  <a:gd name="connsiteY8" fmla="*/ 139593 h 138812"/>
                  <a:gd name="connsiteX9" fmla="*/ 10411 w 152245"/>
                  <a:gd name="connsiteY9" fmla="*/ 139145 h 138812"/>
                  <a:gd name="connsiteX10" fmla="*/ 148328 w 152245"/>
                  <a:gd name="connsiteY10" fmla="*/ 76904 h 138812"/>
                  <a:gd name="connsiteX11" fmla="*/ 152358 w 152245"/>
                  <a:gd name="connsiteY11" fmla="*/ 70187 h 138812"/>
                  <a:gd name="connsiteX12" fmla="*/ 148328 w 152245"/>
                  <a:gd name="connsiteY12" fmla="*/ 63023 h 138812"/>
                  <a:gd name="connsiteX13" fmla="*/ 5038 w 152245"/>
                  <a:gd name="connsiteY13" fmla="*/ 7945 h 138812"/>
                  <a:gd name="connsiteX14" fmla="*/ 5933 w 152245"/>
                  <a:gd name="connsiteY14" fmla="*/ 5259 h 138812"/>
                  <a:gd name="connsiteX15" fmla="*/ 7724 w 152245"/>
                  <a:gd name="connsiteY15" fmla="*/ 4811 h 138812"/>
                  <a:gd name="connsiteX16" fmla="*/ 9068 w 152245"/>
                  <a:gd name="connsiteY16" fmla="*/ 5259 h 138812"/>
                  <a:gd name="connsiteX17" fmla="*/ 146984 w 152245"/>
                  <a:gd name="connsiteY17" fmla="*/ 67500 h 138812"/>
                  <a:gd name="connsiteX18" fmla="*/ 147432 w 152245"/>
                  <a:gd name="connsiteY18" fmla="*/ 67948 h 138812"/>
                  <a:gd name="connsiteX19" fmla="*/ 17575 w 152245"/>
                  <a:gd name="connsiteY19" fmla="*/ 67948 h 138812"/>
                  <a:gd name="connsiteX20" fmla="*/ 5038 w 152245"/>
                  <a:gd name="connsiteY20" fmla="*/ 7945 h 138812"/>
                  <a:gd name="connsiteX21" fmla="*/ 9068 w 152245"/>
                  <a:gd name="connsiteY21" fmla="*/ 134220 h 138812"/>
                  <a:gd name="connsiteX22" fmla="*/ 6381 w 152245"/>
                  <a:gd name="connsiteY22" fmla="*/ 133772 h 138812"/>
                  <a:gd name="connsiteX23" fmla="*/ 5485 w 152245"/>
                  <a:gd name="connsiteY23" fmla="*/ 131085 h 138812"/>
                  <a:gd name="connsiteX24" fmla="*/ 17575 w 152245"/>
                  <a:gd name="connsiteY24" fmla="*/ 71531 h 138812"/>
                  <a:gd name="connsiteX25" fmla="*/ 147432 w 152245"/>
                  <a:gd name="connsiteY25" fmla="*/ 71531 h 138812"/>
                  <a:gd name="connsiteX26" fmla="*/ 146984 w 152245"/>
                  <a:gd name="connsiteY26" fmla="*/ 71978 h 138812"/>
                  <a:gd name="connsiteX27" fmla="*/ 9068 w 152245"/>
                  <a:gd name="connsiteY27" fmla="*/ 134220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2245" h="138812">
                    <a:moveTo>
                      <a:pt x="148328" y="63023"/>
                    </a:moveTo>
                    <a:lnTo>
                      <a:pt x="10411" y="781"/>
                    </a:lnTo>
                    <a:cubicBezTo>
                      <a:pt x="7724" y="-562"/>
                      <a:pt x="5038" y="-115"/>
                      <a:pt x="2799" y="1677"/>
                    </a:cubicBezTo>
                    <a:cubicBezTo>
                      <a:pt x="560" y="3468"/>
                      <a:pt x="-336" y="6155"/>
                      <a:pt x="112" y="8841"/>
                    </a:cubicBezTo>
                    <a:lnTo>
                      <a:pt x="12202" y="69292"/>
                    </a:lnTo>
                    <a:cubicBezTo>
                      <a:pt x="12202" y="69739"/>
                      <a:pt x="12202" y="70187"/>
                      <a:pt x="12202" y="70187"/>
                    </a:cubicBezTo>
                    <a:lnTo>
                      <a:pt x="112" y="130638"/>
                    </a:lnTo>
                    <a:cubicBezTo>
                      <a:pt x="-336" y="133324"/>
                      <a:pt x="560" y="136011"/>
                      <a:pt x="2799" y="137802"/>
                    </a:cubicBezTo>
                    <a:cubicBezTo>
                      <a:pt x="4142" y="138698"/>
                      <a:pt x="5485" y="139593"/>
                      <a:pt x="7276" y="139593"/>
                    </a:cubicBezTo>
                    <a:cubicBezTo>
                      <a:pt x="8172" y="139593"/>
                      <a:pt x="9515" y="139593"/>
                      <a:pt x="10411" y="139145"/>
                    </a:cubicBezTo>
                    <a:lnTo>
                      <a:pt x="148328" y="76904"/>
                    </a:lnTo>
                    <a:cubicBezTo>
                      <a:pt x="151014" y="75561"/>
                      <a:pt x="152358" y="73322"/>
                      <a:pt x="152358" y="70187"/>
                    </a:cubicBezTo>
                    <a:cubicBezTo>
                      <a:pt x="152358" y="67053"/>
                      <a:pt x="151014" y="64366"/>
                      <a:pt x="148328" y="63023"/>
                    </a:cubicBezTo>
                    <a:close/>
                    <a:moveTo>
                      <a:pt x="5038" y="7945"/>
                    </a:moveTo>
                    <a:cubicBezTo>
                      <a:pt x="5038" y="7050"/>
                      <a:pt x="5038" y="6155"/>
                      <a:pt x="5933" y="5259"/>
                    </a:cubicBezTo>
                    <a:cubicBezTo>
                      <a:pt x="6381" y="4811"/>
                      <a:pt x="6829" y="4811"/>
                      <a:pt x="7724" y="4811"/>
                    </a:cubicBezTo>
                    <a:cubicBezTo>
                      <a:pt x="8172" y="4811"/>
                      <a:pt x="8620" y="4811"/>
                      <a:pt x="9068" y="5259"/>
                    </a:cubicBezTo>
                    <a:lnTo>
                      <a:pt x="146984" y="67500"/>
                    </a:lnTo>
                    <a:cubicBezTo>
                      <a:pt x="146984" y="67500"/>
                      <a:pt x="146984" y="67500"/>
                      <a:pt x="147432" y="67948"/>
                    </a:cubicBezTo>
                    <a:lnTo>
                      <a:pt x="17575" y="67948"/>
                    </a:lnTo>
                    <a:lnTo>
                      <a:pt x="5038" y="7945"/>
                    </a:lnTo>
                    <a:close/>
                    <a:moveTo>
                      <a:pt x="9068" y="134220"/>
                    </a:moveTo>
                    <a:cubicBezTo>
                      <a:pt x="8172" y="134668"/>
                      <a:pt x="6829" y="134668"/>
                      <a:pt x="6381" y="133772"/>
                    </a:cubicBezTo>
                    <a:cubicBezTo>
                      <a:pt x="5485" y="133324"/>
                      <a:pt x="5038" y="131981"/>
                      <a:pt x="5485" y="131085"/>
                    </a:cubicBezTo>
                    <a:lnTo>
                      <a:pt x="17575" y="71531"/>
                    </a:lnTo>
                    <a:lnTo>
                      <a:pt x="147432" y="71531"/>
                    </a:lnTo>
                    <a:cubicBezTo>
                      <a:pt x="147432" y="71531"/>
                      <a:pt x="147432" y="71531"/>
                      <a:pt x="146984" y="71978"/>
                    </a:cubicBezTo>
                    <a:lnTo>
                      <a:pt x="9068" y="13422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54" name="Freeform: Shape 4650">
                <a:extLst>
                  <a:ext uri="{FF2B5EF4-FFF2-40B4-BE49-F238E27FC236}">
                    <a16:creationId xmlns:a16="http://schemas.microsoft.com/office/drawing/2014/main" id="{AD983318-83F6-6928-17F6-CCE7598B8FAA}"/>
                  </a:ext>
                  <a:ext uri="{C183D7F6-B498-43B3-948B-1728B52AA6E4}">
                    <adec:decorative xmlns:adec="http://schemas.microsoft.com/office/drawing/2017/decorative" val="1"/>
                  </a:ext>
                </a:extLst>
              </p:cNvPr>
              <p:cNvSpPr>
                <a:spLocks noChangeAspect="1"/>
              </p:cNvSpPr>
              <p:nvPr/>
            </p:nvSpPr>
            <p:spPr>
              <a:xfrm>
                <a:off x="2642946" y="5222545"/>
                <a:ext cx="152246" cy="147768"/>
              </a:xfrm>
              <a:custGeom>
                <a:avLst/>
                <a:gdLst>
                  <a:gd name="connsiteX0" fmla="*/ 150455 w 152245"/>
                  <a:gd name="connsiteY0" fmla="*/ 2142 h 147767"/>
                  <a:gd name="connsiteX1" fmla="*/ 142843 w 152245"/>
                  <a:gd name="connsiteY1" fmla="*/ 351 h 147767"/>
                  <a:gd name="connsiteX2" fmla="*/ 3135 w 152245"/>
                  <a:gd name="connsiteY2" fmla="*/ 50951 h 147767"/>
                  <a:gd name="connsiteX3" fmla="*/ 0 w 152245"/>
                  <a:gd name="connsiteY3" fmla="*/ 54533 h 147767"/>
                  <a:gd name="connsiteX4" fmla="*/ 2239 w 152245"/>
                  <a:gd name="connsiteY4" fmla="*/ 59011 h 147767"/>
                  <a:gd name="connsiteX5" fmla="*/ 40300 w 152245"/>
                  <a:gd name="connsiteY5" fmla="*/ 83639 h 147767"/>
                  <a:gd name="connsiteX6" fmla="*/ 40300 w 152245"/>
                  <a:gd name="connsiteY6" fmla="*/ 143194 h 147767"/>
                  <a:gd name="connsiteX7" fmla="*/ 42539 w 152245"/>
                  <a:gd name="connsiteY7" fmla="*/ 145880 h 147767"/>
                  <a:gd name="connsiteX8" fmla="*/ 43435 w 152245"/>
                  <a:gd name="connsiteY8" fmla="*/ 145880 h 147767"/>
                  <a:gd name="connsiteX9" fmla="*/ 45674 w 152245"/>
                  <a:gd name="connsiteY9" fmla="*/ 144537 h 147767"/>
                  <a:gd name="connsiteX10" fmla="*/ 69406 w 152245"/>
                  <a:gd name="connsiteY10" fmla="*/ 113192 h 147767"/>
                  <a:gd name="connsiteX11" fmla="*/ 93139 w 152245"/>
                  <a:gd name="connsiteY11" fmla="*/ 149910 h 147767"/>
                  <a:gd name="connsiteX12" fmla="*/ 96721 w 152245"/>
                  <a:gd name="connsiteY12" fmla="*/ 152149 h 147767"/>
                  <a:gd name="connsiteX13" fmla="*/ 97169 w 152245"/>
                  <a:gd name="connsiteY13" fmla="*/ 152149 h 147767"/>
                  <a:gd name="connsiteX14" fmla="*/ 100751 w 152245"/>
                  <a:gd name="connsiteY14" fmla="*/ 149015 h 147767"/>
                  <a:gd name="connsiteX15" fmla="*/ 151350 w 152245"/>
                  <a:gd name="connsiteY15" fmla="*/ 9307 h 147767"/>
                  <a:gd name="connsiteX16" fmla="*/ 150455 w 152245"/>
                  <a:gd name="connsiteY16" fmla="*/ 2142 h 147767"/>
                  <a:gd name="connsiteX17" fmla="*/ 141499 w 152245"/>
                  <a:gd name="connsiteY17" fmla="*/ 5725 h 147767"/>
                  <a:gd name="connsiteX18" fmla="*/ 42987 w 152245"/>
                  <a:gd name="connsiteY18" fmla="*/ 80057 h 147767"/>
                  <a:gd name="connsiteX19" fmla="*/ 4926 w 152245"/>
                  <a:gd name="connsiteY19" fmla="*/ 55429 h 147767"/>
                  <a:gd name="connsiteX20" fmla="*/ 141499 w 152245"/>
                  <a:gd name="connsiteY20" fmla="*/ 5725 h 147767"/>
                  <a:gd name="connsiteX21" fmla="*/ 45226 w 152245"/>
                  <a:gd name="connsiteY21" fmla="*/ 138716 h 147767"/>
                  <a:gd name="connsiteX22" fmla="*/ 45226 w 152245"/>
                  <a:gd name="connsiteY22" fmla="*/ 84086 h 147767"/>
                  <a:gd name="connsiteX23" fmla="*/ 140156 w 152245"/>
                  <a:gd name="connsiteY23" fmla="*/ 12441 h 147767"/>
                  <a:gd name="connsiteX24" fmla="*/ 45226 w 152245"/>
                  <a:gd name="connsiteY24" fmla="*/ 138716 h 147767"/>
                  <a:gd name="connsiteX25" fmla="*/ 97169 w 152245"/>
                  <a:gd name="connsiteY25" fmla="*/ 147672 h 147767"/>
                  <a:gd name="connsiteX26" fmla="*/ 72541 w 152245"/>
                  <a:gd name="connsiteY26" fmla="*/ 109610 h 147767"/>
                  <a:gd name="connsiteX27" fmla="*/ 74780 w 152245"/>
                  <a:gd name="connsiteY27" fmla="*/ 106476 h 147767"/>
                  <a:gd name="connsiteX28" fmla="*/ 74780 w 152245"/>
                  <a:gd name="connsiteY28" fmla="*/ 106476 h 147767"/>
                  <a:gd name="connsiteX29" fmla="*/ 146873 w 152245"/>
                  <a:gd name="connsiteY29" fmla="*/ 10650 h 147767"/>
                  <a:gd name="connsiteX30" fmla="*/ 97169 w 152245"/>
                  <a:gd name="connsiteY30" fmla="*/ 147672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2245" h="147767">
                    <a:moveTo>
                      <a:pt x="150455" y="2142"/>
                    </a:moveTo>
                    <a:cubicBezTo>
                      <a:pt x="148664" y="351"/>
                      <a:pt x="145529" y="-544"/>
                      <a:pt x="142843" y="351"/>
                    </a:cubicBezTo>
                    <a:lnTo>
                      <a:pt x="3135" y="50951"/>
                    </a:lnTo>
                    <a:cubicBezTo>
                      <a:pt x="1343" y="51398"/>
                      <a:pt x="448" y="53190"/>
                      <a:pt x="0" y="54533"/>
                    </a:cubicBezTo>
                    <a:cubicBezTo>
                      <a:pt x="0" y="56324"/>
                      <a:pt x="448" y="58115"/>
                      <a:pt x="2239" y="59011"/>
                    </a:cubicBezTo>
                    <a:lnTo>
                      <a:pt x="40300" y="83639"/>
                    </a:lnTo>
                    <a:lnTo>
                      <a:pt x="40300" y="143194"/>
                    </a:lnTo>
                    <a:cubicBezTo>
                      <a:pt x="40300" y="144537"/>
                      <a:pt x="41196" y="145433"/>
                      <a:pt x="42539" y="145880"/>
                    </a:cubicBezTo>
                    <a:cubicBezTo>
                      <a:pt x="42987" y="145880"/>
                      <a:pt x="42987" y="145880"/>
                      <a:pt x="43435" y="145880"/>
                    </a:cubicBezTo>
                    <a:cubicBezTo>
                      <a:pt x="44331" y="145880"/>
                      <a:pt x="45226" y="145433"/>
                      <a:pt x="45674" y="144537"/>
                    </a:cubicBezTo>
                    <a:lnTo>
                      <a:pt x="69406" y="113192"/>
                    </a:lnTo>
                    <a:lnTo>
                      <a:pt x="93139" y="149910"/>
                    </a:lnTo>
                    <a:cubicBezTo>
                      <a:pt x="94034" y="151254"/>
                      <a:pt x="95378" y="152149"/>
                      <a:pt x="96721" y="152149"/>
                    </a:cubicBezTo>
                    <a:cubicBezTo>
                      <a:pt x="96721" y="152149"/>
                      <a:pt x="97169" y="152149"/>
                      <a:pt x="97169" y="152149"/>
                    </a:cubicBezTo>
                    <a:cubicBezTo>
                      <a:pt x="98960" y="152149"/>
                      <a:pt x="100303" y="150806"/>
                      <a:pt x="100751" y="149015"/>
                    </a:cubicBezTo>
                    <a:lnTo>
                      <a:pt x="151350" y="9307"/>
                    </a:lnTo>
                    <a:cubicBezTo>
                      <a:pt x="153141" y="7068"/>
                      <a:pt x="152694" y="4381"/>
                      <a:pt x="150455" y="2142"/>
                    </a:cubicBezTo>
                    <a:close/>
                    <a:moveTo>
                      <a:pt x="141499" y="5725"/>
                    </a:moveTo>
                    <a:lnTo>
                      <a:pt x="42987" y="80057"/>
                    </a:lnTo>
                    <a:lnTo>
                      <a:pt x="4926" y="55429"/>
                    </a:lnTo>
                    <a:lnTo>
                      <a:pt x="141499" y="5725"/>
                    </a:lnTo>
                    <a:close/>
                    <a:moveTo>
                      <a:pt x="45226" y="138716"/>
                    </a:moveTo>
                    <a:lnTo>
                      <a:pt x="45226" y="84086"/>
                    </a:lnTo>
                    <a:lnTo>
                      <a:pt x="140156" y="12441"/>
                    </a:lnTo>
                    <a:lnTo>
                      <a:pt x="45226" y="138716"/>
                    </a:lnTo>
                    <a:close/>
                    <a:moveTo>
                      <a:pt x="97169" y="147672"/>
                    </a:moveTo>
                    <a:lnTo>
                      <a:pt x="72541" y="109610"/>
                    </a:lnTo>
                    <a:lnTo>
                      <a:pt x="74780" y="106476"/>
                    </a:lnTo>
                    <a:lnTo>
                      <a:pt x="74780" y="106476"/>
                    </a:lnTo>
                    <a:lnTo>
                      <a:pt x="146873" y="10650"/>
                    </a:lnTo>
                    <a:lnTo>
                      <a:pt x="97169" y="147672"/>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755" name="Group 4651">
                <a:extLst>
                  <a:ext uri="{FF2B5EF4-FFF2-40B4-BE49-F238E27FC236}">
                    <a16:creationId xmlns:a16="http://schemas.microsoft.com/office/drawing/2014/main" id="{3A3B541A-FA46-F53D-588E-88B8CAD90B9B}"/>
                  </a:ext>
                  <a:ext uri="{C183D7F6-B498-43B3-948B-1728B52AA6E4}">
                    <adec:decorative xmlns:adec="http://schemas.microsoft.com/office/drawing/2017/decorative" val="1"/>
                  </a:ext>
                </a:extLst>
              </p:cNvPr>
              <p:cNvGrpSpPr>
                <a:grpSpLocks noChangeAspect="1"/>
              </p:cNvGrpSpPr>
              <p:nvPr/>
            </p:nvGrpSpPr>
            <p:grpSpPr>
              <a:xfrm>
                <a:off x="1323110" y="5239912"/>
                <a:ext cx="152246" cy="102990"/>
                <a:chOff x="1374431" y="4508800"/>
                <a:chExt cx="152246" cy="102990"/>
              </a:xfrm>
            </p:grpSpPr>
            <p:sp>
              <p:nvSpPr>
                <p:cNvPr id="756" name="Freeform: Shape 4652">
                  <a:extLst>
                    <a:ext uri="{FF2B5EF4-FFF2-40B4-BE49-F238E27FC236}">
                      <a16:creationId xmlns:a16="http://schemas.microsoft.com/office/drawing/2014/main" id="{E51E0E25-799E-5965-67A3-A15EECA499BF}"/>
                    </a:ext>
                  </a:extLst>
                </p:cNvPr>
                <p:cNvSpPr/>
                <p:nvPr/>
              </p:nvSpPr>
              <p:spPr>
                <a:xfrm>
                  <a:off x="1421224" y="4532085"/>
                  <a:ext cx="58212" cy="58212"/>
                </a:xfrm>
                <a:custGeom>
                  <a:avLst/>
                  <a:gdLst>
                    <a:gd name="connsiteX0" fmla="*/ 29554 w 58211"/>
                    <a:gd name="connsiteY0" fmla="*/ 58212 h 58211"/>
                    <a:gd name="connsiteX1" fmla="*/ 0 w 58211"/>
                    <a:gd name="connsiteY1" fmla="*/ 29106 h 58211"/>
                    <a:gd name="connsiteX2" fmla="*/ 29554 w 58211"/>
                    <a:gd name="connsiteY2" fmla="*/ 0 h 58211"/>
                    <a:gd name="connsiteX3" fmla="*/ 59107 w 58211"/>
                    <a:gd name="connsiteY3" fmla="*/ 29106 h 58211"/>
                    <a:gd name="connsiteX4" fmla="*/ 29554 w 58211"/>
                    <a:gd name="connsiteY4" fmla="*/ 58212 h 58211"/>
                    <a:gd name="connsiteX5" fmla="*/ 29554 w 58211"/>
                    <a:gd name="connsiteY5" fmla="*/ 4030 h 58211"/>
                    <a:gd name="connsiteX6" fmla="*/ 4478 w 58211"/>
                    <a:gd name="connsiteY6" fmla="*/ 28658 h 58211"/>
                    <a:gd name="connsiteX7" fmla="*/ 29554 w 58211"/>
                    <a:gd name="connsiteY7" fmla="*/ 53286 h 58211"/>
                    <a:gd name="connsiteX8" fmla="*/ 54629 w 58211"/>
                    <a:gd name="connsiteY8" fmla="*/ 28658 h 58211"/>
                    <a:gd name="connsiteX9" fmla="*/ 29554 w 58211"/>
                    <a:gd name="connsiteY9" fmla="*/ 4030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11" h="58211">
                      <a:moveTo>
                        <a:pt x="29554" y="58212"/>
                      </a:moveTo>
                      <a:cubicBezTo>
                        <a:pt x="13433" y="58212"/>
                        <a:pt x="0" y="45226"/>
                        <a:pt x="0" y="29106"/>
                      </a:cubicBezTo>
                      <a:cubicBezTo>
                        <a:pt x="0" y="12986"/>
                        <a:pt x="13433" y="0"/>
                        <a:pt x="29554" y="0"/>
                      </a:cubicBezTo>
                      <a:cubicBezTo>
                        <a:pt x="45674" y="0"/>
                        <a:pt x="59107" y="12986"/>
                        <a:pt x="59107" y="29106"/>
                      </a:cubicBezTo>
                      <a:cubicBezTo>
                        <a:pt x="58659" y="45226"/>
                        <a:pt x="45674" y="58212"/>
                        <a:pt x="29554" y="58212"/>
                      </a:cubicBezTo>
                      <a:close/>
                      <a:moveTo>
                        <a:pt x="29554" y="4030"/>
                      </a:moveTo>
                      <a:cubicBezTo>
                        <a:pt x="15672" y="4030"/>
                        <a:pt x="4478" y="15225"/>
                        <a:pt x="4478" y="28658"/>
                      </a:cubicBezTo>
                      <a:cubicBezTo>
                        <a:pt x="4478" y="42092"/>
                        <a:pt x="15672" y="53286"/>
                        <a:pt x="29554" y="53286"/>
                      </a:cubicBezTo>
                      <a:cubicBezTo>
                        <a:pt x="43435" y="53286"/>
                        <a:pt x="54629" y="42092"/>
                        <a:pt x="54629" y="28658"/>
                      </a:cubicBezTo>
                      <a:cubicBezTo>
                        <a:pt x="54182" y="15225"/>
                        <a:pt x="42987" y="4030"/>
                        <a:pt x="29554" y="403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57" name="Freeform: Shape 4653">
                  <a:extLst>
                    <a:ext uri="{FF2B5EF4-FFF2-40B4-BE49-F238E27FC236}">
                      <a16:creationId xmlns:a16="http://schemas.microsoft.com/office/drawing/2014/main" id="{3C03092B-D4CE-4455-0153-C8B2D43DF26B}"/>
                    </a:ext>
                  </a:extLst>
                </p:cNvPr>
                <p:cNvSpPr/>
                <p:nvPr/>
              </p:nvSpPr>
              <p:spPr>
                <a:xfrm>
                  <a:off x="1374431" y="4508800"/>
                  <a:ext cx="152246" cy="102990"/>
                </a:xfrm>
                <a:custGeom>
                  <a:avLst/>
                  <a:gdLst>
                    <a:gd name="connsiteX0" fmla="*/ 76347 w 152245"/>
                    <a:gd name="connsiteY0" fmla="*/ 104781 h 102989"/>
                    <a:gd name="connsiteX1" fmla="*/ 672 w 152245"/>
                    <a:gd name="connsiteY1" fmla="*/ 55077 h 102989"/>
                    <a:gd name="connsiteX2" fmla="*/ 672 w 152245"/>
                    <a:gd name="connsiteY2" fmla="*/ 49704 h 102989"/>
                    <a:gd name="connsiteX3" fmla="*/ 76347 w 152245"/>
                    <a:gd name="connsiteY3" fmla="*/ 0 h 102989"/>
                    <a:gd name="connsiteX4" fmla="*/ 152022 w 152245"/>
                    <a:gd name="connsiteY4" fmla="*/ 49704 h 102989"/>
                    <a:gd name="connsiteX5" fmla="*/ 152022 w 152245"/>
                    <a:gd name="connsiteY5" fmla="*/ 55077 h 102989"/>
                    <a:gd name="connsiteX6" fmla="*/ 76347 w 152245"/>
                    <a:gd name="connsiteY6" fmla="*/ 104781 h 102989"/>
                    <a:gd name="connsiteX7" fmla="*/ 76347 w 152245"/>
                    <a:gd name="connsiteY7" fmla="*/ 4030 h 102989"/>
                    <a:gd name="connsiteX8" fmla="*/ 4702 w 152245"/>
                    <a:gd name="connsiteY8" fmla="*/ 51047 h 102989"/>
                    <a:gd name="connsiteX9" fmla="*/ 4702 w 152245"/>
                    <a:gd name="connsiteY9" fmla="*/ 52838 h 102989"/>
                    <a:gd name="connsiteX10" fmla="*/ 76347 w 152245"/>
                    <a:gd name="connsiteY10" fmla="*/ 99855 h 102989"/>
                    <a:gd name="connsiteX11" fmla="*/ 147992 w 152245"/>
                    <a:gd name="connsiteY11" fmla="*/ 52838 h 102989"/>
                    <a:gd name="connsiteX12" fmla="*/ 147992 w 152245"/>
                    <a:gd name="connsiteY12" fmla="*/ 51047 h 102989"/>
                    <a:gd name="connsiteX13" fmla="*/ 76347 w 152245"/>
                    <a:gd name="connsiteY13" fmla="*/ 4030 h 10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245" h="102989">
                      <a:moveTo>
                        <a:pt x="76347" y="104781"/>
                      </a:moveTo>
                      <a:cubicBezTo>
                        <a:pt x="43211" y="104781"/>
                        <a:pt x="13210" y="85079"/>
                        <a:pt x="672" y="55077"/>
                      </a:cubicBezTo>
                      <a:cubicBezTo>
                        <a:pt x="-224" y="53286"/>
                        <a:pt x="-224" y="51495"/>
                        <a:pt x="672" y="49704"/>
                      </a:cubicBezTo>
                      <a:cubicBezTo>
                        <a:pt x="13210" y="19255"/>
                        <a:pt x="42763" y="0"/>
                        <a:pt x="76347" y="0"/>
                      </a:cubicBezTo>
                      <a:cubicBezTo>
                        <a:pt x="109930" y="0"/>
                        <a:pt x="139484" y="19702"/>
                        <a:pt x="152022" y="49704"/>
                      </a:cubicBezTo>
                      <a:cubicBezTo>
                        <a:pt x="152917" y="51495"/>
                        <a:pt x="152917" y="53286"/>
                        <a:pt x="152022" y="55077"/>
                      </a:cubicBezTo>
                      <a:cubicBezTo>
                        <a:pt x="139036" y="85079"/>
                        <a:pt x="109483" y="104781"/>
                        <a:pt x="76347" y="104781"/>
                      </a:cubicBezTo>
                      <a:close/>
                      <a:moveTo>
                        <a:pt x="76347" y="4030"/>
                      </a:moveTo>
                      <a:cubicBezTo>
                        <a:pt x="45002" y="4030"/>
                        <a:pt x="16792" y="22389"/>
                        <a:pt x="4702" y="51047"/>
                      </a:cubicBezTo>
                      <a:cubicBezTo>
                        <a:pt x="4254" y="51495"/>
                        <a:pt x="4254" y="52390"/>
                        <a:pt x="4702" y="52838"/>
                      </a:cubicBezTo>
                      <a:cubicBezTo>
                        <a:pt x="16792" y="81496"/>
                        <a:pt x="44554" y="99855"/>
                        <a:pt x="76347" y="99855"/>
                      </a:cubicBezTo>
                      <a:cubicBezTo>
                        <a:pt x="108139" y="99855"/>
                        <a:pt x="135902" y="81496"/>
                        <a:pt x="147992" y="52838"/>
                      </a:cubicBezTo>
                      <a:cubicBezTo>
                        <a:pt x="148440" y="52390"/>
                        <a:pt x="148440" y="51495"/>
                        <a:pt x="147992" y="51047"/>
                      </a:cubicBezTo>
                      <a:cubicBezTo>
                        <a:pt x="135902" y="22389"/>
                        <a:pt x="107692" y="4030"/>
                        <a:pt x="76347" y="403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758" name="Freeform: Shape 4654">
                <a:extLst>
                  <a:ext uri="{FF2B5EF4-FFF2-40B4-BE49-F238E27FC236}">
                    <a16:creationId xmlns:a16="http://schemas.microsoft.com/office/drawing/2014/main" id="{093099A4-B539-14D9-A004-BEAC99B8BF6F}"/>
                  </a:ext>
                  <a:ext uri="{C183D7F6-B498-43B3-948B-1728B52AA6E4}">
                    <adec:decorative xmlns:adec="http://schemas.microsoft.com/office/drawing/2017/decorative" val="1"/>
                  </a:ext>
                </a:extLst>
              </p:cNvPr>
              <p:cNvSpPr>
                <a:spLocks noChangeAspect="1"/>
              </p:cNvSpPr>
              <p:nvPr/>
            </p:nvSpPr>
            <p:spPr>
              <a:xfrm>
                <a:off x="1593346" y="5236330"/>
                <a:ext cx="152246" cy="138812"/>
              </a:xfrm>
              <a:custGeom>
                <a:avLst/>
                <a:gdLst>
                  <a:gd name="connsiteX0" fmla="*/ 76123 w 152245"/>
                  <a:gd name="connsiteY0" fmla="*/ 138812 h 138812"/>
                  <a:gd name="connsiteX1" fmla="*/ 71197 w 152245"/>
                  <a:gd name="connsiteY1" fmla="*/ 136573 h 138812"/>
                  <a:gd name="connsiteX2" fmla="*/ 12986 w 152245"/>
                  <a:gd name="connsiteY2" fmla="*/ 77466 h 138812"/>
                  <a:gd name="connsiteX3" fmla="*/ 0 w 152245"/>
                  <a:gd name="connsiteY3" fmla="*/ 45674 h 138812"/>
                  <a:gd name="connsiteX4" fmla="*/ 13433 w 152245"/>
                  <a:gd name="connsiteY4" fmla="*/ 13433 h 138812"/>
                  <a:gd name="connsiteX5" fmla="*/ 46122 w 152245"/>
                  <a:gd name="connsiteY5" fmla="*/ 0 h 138812"/>
                  <a:gd name="connsiteX6" fmla="*/ 74780 w 152245"/>
                  <a:gd name="connsiteY6" fmla="*/ 11642 h 138812"/>
                  <a:gd name="connsiteX7" fmla="*/ 77914 w 152245"/>
                  <a:gd name="connsiteY7" fmla="*/ 11642 h 138812"/>
                  <a:gd name="connsiteX8" fmla="*/ 106572 w 152245"/>
                  <a:gd name="connsiteY8" fmla="*/ 0 h 138812"/>
                  <a:gd name="connsiteX9" fmla="*/ 138812 w 152245"/>
                  <a:gd name="connsiteY9" fmla="*/ 13433 h 138812"/>
                  <a:gd name="connsiteX10" fmla="*/ 152246 w 152245"/>
                  <a:gd name="connsiteY10" fmla="*/ 45674 h 138812"/>
                  <a:gd name="connsiteX11" fmla="*/ 138812 w 152245"/>
                  <a:gd name="connsiteY11" fmla="*/ 77466 h 138812"/>
                  <a:gd name="connsiteX12" fmla="*/ 81049 w 152245"/>
                  <a:gd name="connsiteY12" fmla="*/ 136573 h 138812"/>
                  <a:gd name="connsiteX13" fmla="*/ 76123 w 152245"/>
                  <a:gd name="connsiteY13" fmla="*/ 138812 h 138812"/>
                  <a:gd name="connsiteX14" fmla="*/ 77914 w 152245"/>
                  <a:gd name="connsiteY14" fmla="*/ 133439 h 138812"/>
                  <a:gd name="connsiteX15" fmla="*/ 79705 w 152245"/>
                  <a:gd name="connsiteY15" fmla="*/ 135230 h 138812"/>
                  <a:gd name="connsiteX16" fmla="*/ 77914 w 152245"/>
                  <a:gd name="connsiteY16" fmla="*/ 133439 h 138812"/>
                  <a:gd name="connsiteX17" fmla="*/ 135678 w 152245"/>
                  <a:gd name="connsiteY17" fmla="*/ 74780 h 138812"/>
                  <a:gd name="connsiteX18" fmla="*/ 147768 w 152245"/>
                  <a:gd name="connsiteY18" fmla="*/ 46122 h 138812"/>
                  <a:gd name="connsiteX19" fmla="*/ 135678 w 152245"/>
                  <a:gd name="connsiteY19" fmla="*/ 17016 h 138812"/>
                  <a:gd name="connsiteX20" fmla="*/ 106572 w 152245"/>
                  <a:gd name="connsiteY20" fmla="*/ 4926 h 138812"/>
                  <a:gd name="connsiteX21" fmla="*/ 80601 w 152245"/>
                  <a:gd name="connsiteY21" fmla="*/ 15225 h 138812"/>
                  <a:gd name="connsiteX22" fmla="*/ 72093 w 152245"/>
                  <a:gd name="connsiteY22" fmla="*/ 15225 h 138812"/>
                  <a:gd name="connsiteX23" fmla="*/ 46569 w 152245"/>
                  <a:gd name="connsiteY23" fmla="*/ 4926 h 138812"/>
                  <a:gd name="connsiteX24" fmla="*/ 17016 w 152245"/>
                  <a:gd name="connsiteY24" fmla="*/ 17016 h 138812"/>
                  <a:gd name="connsiteX25" fmla="*/ 4926 w 152245"/>
                  <a:gd name="connsiteY25" fmla="*/ 46122 h 138812"/>
                  <a:gd name="connsiteX26" fmla="*/ 16568 w 152245"/>
                  <a:gd name="connsiteY26" fmla="*/ 74780 h 138812"/>
                  <a:gd name="connsiteX27" fmla="*/ 74780 w 152245"/>
                  <a:gd name="connsiteY27" fmla="*/ 133887 h 138812"/>
                  <a:gd name="connsiteX28" fmla="*/ 76571 w 152245"/>
                  <a:gd name="connsiteY28" fmla="*/ 134782 h 138812"/>
                  <a:gd name="connsiteX29" fmla="*/ 76571 w 152245"/>
                  <a:gd name="connsiteY29" fmla="*/ 134782 h 138812"/>
                  <a:gd name="connsiteX30" fmla="*/ 77914 w 152245"/>
                  <a:gd name="connsiteY30" fmla="*/ 133439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2245" h="138812">
                    <a:moveTo>
                      <a:pt x="76123" y="138812"/>
                    </a:moveTo>
                    <a:cubicBezTo>
                      <a:pt x="73884" y="138812"/>
                      <a:pt x="72541" y="137917"/>
                      <a:pt x="71197" y="136573"/>
                    </a:cubicBezTo>
                    <a:lnTo>
                      <a:pt x="12986" y="77466"/>
                    </a:lnTo>
                    <a:cubicBezTo>
                      <a:pt x="4478" y="68958"/>
                      <a:pt x="0" y="57316"/>
                      <a:pt x="0" y="45674"/>
                    </a:cubicBezTo>
                    <a:cubicBezTo>
                      <a:pt x="0" y="33584"/>
                      <a:pt x="4926" y="21941"/>
                      <a:pt x="13433" y="13433"/>
                    </a:cubicBezTo>
                    <a:cubicBezTo>
                      <a:pt x="21941" y="4926"/>
                      <a:pt x="34031" y="448"/>
                      <a:pt x="46122" y="0"/>
                    </a:cubicBezTo>
                    <a:cubicBezTo>
                      <a:pt x="55973" y="0"/>
                      <a:pt x="65824" y="4030"/>
                      <a:pt x="74780" y="11642"/>
                    </a:cubicBezTo>
                    <a:cubicBezTo>
                      <a:pt x="75675" y="12538"/>
                      <a:pt x="77019" y="12538"/>
                      <a:pt x="77914" y="11642"/>
                    </a:cubicBezTo>
                    <a:cubicBezTo>
                      <a:pt x="86870" y="4030"/>
                      <a:pt x="97169" y="448"/>
                      <a:pt x="106572" y="0"/>
                    </a:cubicBezTo>
                    <a:cubicBezTo>
                      <a:pt x="118662" y="0"/>
                      <a:pt x="130305" y="4926"/>
                      <a:pt x="138812" y="13433"/>
                    </a:cubicBezTo>
                    <a:cubicBezTo>
                      <a:pt x="147320" y="21941"/>
                      <a:pt x="152246" y="33584"/>
                      <a:pt x="152246" y="45674"/>
                    </a:cubicBezTo>
                    <a:cubicBezTo>
                      <a:pt x="152246" y="57764"/>
                      <a:pt x="147320" y="68958"/>
                      <a:pt x="138812" y="77466"/>
                    </a:cubicBezTo>
                    <a:lnTo>
                      <a:pt x="81049" y="136573"/>
                    </a:lnTo>
                    <a:cubicBezTo>
                      <a:pt x="79705" y="137917"/>
                      <a:pt x="77914" y="138812"/>
                      <a:pt x="76123" y="138812"/>
                    </a:cubicBezTo>
                    <a:close/>
                    <a:moveTo>
                      <a:pt x="77914" y="133439"/>
                    </a:moveTo>
                    <a:lnTo>
                      <a:pt x="79705" y="135230"/>
                    </a:lnTo>
                    <a:lnTo>
                      <a:pt x="77914" y="133439"/>
                    </a:lnTo>
                    <a:lnTo>
                      <a:pt x="135678" y="74780"/>
                    </a:lnTo>
                    <a:cubicBezTo>
                      <a:pt x="143290" y="67167"/>
                      <a:pt x="147768" y="56868"/>
                      <a:pt x="147768" y="46122"/>
                    </a:cubicBezTo>
                    <a:cubicBezTo>
                      <a:pt x="147768" y="34927"/>
                      <a:pt x="143290" y="24628"/>
                      <a:pt x="135678" y="17016"/>
                    </a:cubicBezTo>
                    <a:cubicBezTo>
                      <a:pt x="127618" y="8956"/>
                      <a:pt x="117319" y="4926"/>
                      <a:pt x="106572" y="4926"/>
                    </a:cubicBezTo>
                    <a:cubicBezTo>
                      <a:pt x="98064" y="4926"/>
                      <a:pt x="88661" y="8508"/>
                      <a:pt x="80601" y="15225"/>
                    </a:cubicBezTo>
                    <a:cubicBezTo>
                      <a:pt x="77914" y="17464"/>
                      <a:pt x="74332" y="17464"/>
                      <a:pt x="72093" y="15225"/>
                    </a:cubicBezTo>
                    <a:cubicBezTo>
                      <a:pt x="64033" y="8508"/>
                      <a:pt x="55077" y="4926"/>
                      <a:pt x="46569" y="4926"/>
                    </a:cubicBezTo>
                    <a:cubicBezTo>
                      <a:pt x="35375" y="4926"/>
                      <a:pt x="25076" y="8956"/>
                      <a:pt x="17016" y="17016"/>
                    </a:cubicBezTo>
                    <a:cubicBezTo>
                      <a:pt x="8956" y="24628"/>
                      <a:pt x="4926" y="34927"/>
                      <a:pt x="4926" y="46122"/>
                    </a:cubicBezTo>
                    <a:cubicBezTo>
                      <a:pt x="4926" y="56868"/>
                      <a:pt x="8956" y="67167"/>
                      <a:pt x="16568" y="74780"/>
                    </a:cubicBezTo>
                    <a:lnTo>
                      <a:pt x="74780" y="133887"/>
                    </a:lnTo>
                    <a:cubicBezTo>
                      <a:pt x="75227" y="134335"/>
                      <a:pt x="75675" y="134782"/>
                      <a:pt x="76571" y="134782"/>
                    </a:cubicBezTo>
                    <a:cubicBezTo>
                      <a:pt x="76571" y="134782"/>
                      <a:pt x="76571" y="134782"/>
                      <a:pt x="76571" y="134782"/>
                    </a:cubicBezTo>
                    <a:cubicBezTo>
                      <a:pt x="76571" y="134335"/>
                      <a:pt x="77466" y="133887"/>
                      <a:pt x="77914" y="13343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59" name="Freeform: Shape 4655">
                <a:extLst>
                  <a:ext uri="{FF2B5EF4-FFF2-40B4-BE49-F238E27FC236}">
                    <a16:creationId xmlns:a16="http://schemas.microsoft.com/office/drawing/2014/main" id="{8C496C09-A8BA-0743-1E2E-51061EA0E114}"/>
                  </a:ext>
                  <a:ext uri="{C183D7F6-B498-43B3-948B-1728B52AA6E4}">
                    <adec:decorative xmlns:adec="http://schemas.microsoft.com/office/drawing/2017/decorative" val="1"/>
                  </a:ext>
                </a:extLst>
              </p:cNvPr>
              <p:cNvSpPr>
                <a:spLocks noChangeAspect="1"/>
              </p:cNvSpPr>
              <p:nvPr/>
            </p:nvSpPr>
            <p:spPr>
              <a:xfrm>
                <a:off x="2912511" y="5242599"/>
                <a:ext cx="120901" cy="116423"/>
              </a:xfrm>
              <a:custGeom>
                <a:avLst/>
                <a:gdLst>
                  <a:gd name="connsiteX0" fmla="*/ 120453 w 120901"/>
                  <a:gd name="connsiteY0" fmla="*/ 20598 h 116423"/>
                  <a:gd name="connsiteX1" fmla="*/ 118215 w 120901"/>
                  <a:gd name="connsiteY1" fmla="*/ 20598 h 116423"/>
                  <a:gd name="connsiteX2" fmla="*/ 118215 w 120901"/>
                  <a:gd name="connsiteY2" fmla="*/ 7612 h 116423"/>
                  <a:gd name="connsiteX3" fmla="*/ 110602 w 120901"/>
                  <a:gd name="connsiteY3" fmla="*/ 0 h 116423"/>
                  <a:gd name="connsiteX4" fmla="*/ 80601 w 120901"/>
                  <a:gd name="connsiteY4" fmla="*/ 0 h 116423"/>
                  <a:gd name="connsiteX5" fmla="*/ 62689 w 120901"/>
                  <a:gd name="connsiteY5" fmla="*/ 10747 h 116423"/>
                  <a:gd name="connsiteX6" fmla="*/ 44778 w 120901"/>
                  <a:gd name="connsiteY6" fmla="*/ 0 h 116423"/>
                  <a:gd name="connsiteX7" fmla="*/ 14777 w 120901"/>
                  <a:gd name="connsiteY7" fmla="*/ 0 h 116423"/>
                  <a:gd name="connsiteX8" fmla="*/ 7164 w 120901"/>
                  <a:gd name="connsiteY8" fmla="*/ 7612 h 116423"/>
                  <a:gd name="connsiteX9" fmla="*/ 7164 w 120901"/>
                  <a:gd name="connsiteY9" fmla="*/ 20598 h 116423"/>
                  <a:gd name="connsiteX10" fmla="*/ 4925 w 120901"/>
                  <a:gd name="connsiteY10" fmla="*/ 20598 h 116423"/>
                  <a:gd name="connsiteX11" fmla="*/ 0 w 120901"/>
                  <a:gd name="connsiteY11" fmla="*/ 25076 h 116423"/>
                  <a:gd name="connsiteX12" fmla="*/ 0 w 120901"/>
                  <a:gd name="connsiteY12" fmla="*/ 98960 h 116423"/>
                  <a:gd name="connsiteX13" fmla="*/ 7164 w 120901"/>
                  <a:gd name="connsiteY13" fmla="*/ 105676 h 116423"/>
                  <a:gd name="connsiteX14" fmla="*/ 47465 w 120901"/>
                  <a:gd name="connsiteY14" fmla="*/ 105676 h 116423"/>
                  <a:gd name="connsiteX15" fmla="*/ 60451 w 120901"/>
                  <a:gd name="connsiteY15" fmla="*/ 117319 h 116423"/>
                  <a:gd name="connsiteX16" fmla="*/ 60451 w 120901"/>
                  <a:gd name="connsiteY16" fmla="*/ 117767 h 116423"/>
                  <a:gd name="connsiteX17" fmla="*/ 60451 w 120901"/>
                  <a:gd name="connsiteY17" fmla="*/ 118214 h 116423"/>
                  <a:gd name="connsiteX18" fmla="*/ 60898 w 120901"/>
                  <a:gd name="connsiteY18" fmla="*/ 118662 h 116423"/>
                  <a:gd name="connsiteX19" fmla="*/ 60898 w 120901"/>
                  <a:gd name="connsiteY19" fmla="*/ 119110 h 116423"/>
                  <a:gd name="connsiteX20" fmla="*/ 61346 w 120901"/>
                  <a:gd name="connsiteY20" fmla="*/ 119558 h 116423"/>
                  <a:gd name="connsiteX21" fmla="*/ 61346 w 120901"/>
                  <a:gd name="connsiteY21" fmla="*/ 119558 h 116423"/>
                  <a:gd name="connsiteX22" fmla="*/ 61346 w 120901"/>
                  <a:gd name="connsiteY22" fmla="*/ 119558 h 116423"/>
                  <a:gd name="connsiteX23" fmla="*/ 61794 w 120901"/>
                  <a:gd name="connsiteY23" fmla="*/ 119558 h 116423"/>
                  <a:gd name="connsiteX24" fmla="*/ 61794 w 120901"/>
                  <a:gd name="connsiteY24" fmla="*/ 119558 h 116423"/>
                  <a:gd name="connsiteX25" fmla="*/ 62242 w 120901"/>
                  <a:gd name="connsiteY25" fmla="*/ 119558 h 116423"/>
                  <a:gd name="connsiteX26" fmla="*/ 62242 w 120901"/>
                  <a:gd name="connsiteY26" fmla="*/ 119558 h 116423"/>
                  <a:gd name="connsiteX27" fmla="*/ 62242 w 120901"/>
                  <a:gd name="connsiteY27" fmla="*/ 119558 h 116423"/>
                  <a:gd name="connsiteX28" fmla="*/ 62242 w 120901"/>
                  <a:gd name="connsiteY28" fmla="*/ 119558 h 116423"/>
                  <a:gd name="connsiteX29" fmla="*/ 62242 w 120901"/>
                  <a:gd name="connsiteY29" fmla="*/ 119558 h 116423"/>
                  <a:gd name="connsiteX30" fmla="*/ 62242 w 120901"/>
                  <a:gd name="connsiteY30" fmla="*/ 119558 h 116423"/>
                  <a:gd name="connsiteX31" fmla="*/ 62242 w 120901"/>
                  <a:gd name="connsiteY31" fmla="*/ 119558 h 116423"/>
                  <a:gd name="connsiteX32" fmla="*/ 62242 w 120901"/>
                  <a:gd name="connsiteY32" fmla="*/ 119558 h 116423"/>
                  <a:gd name="connsiteX33" fmla="*/ 62242 w 120901"/>
                  <a:gd name="connsiteY33" fmla="*/ 119558 h 116423"/>
                  <a:gd name="connsiteX34" fmla="*/ 62689 w 120901"/>
                  <a:gd name="connsiteY34" fmla="*/ 119558 h 116423"/>
                  <a:gd name="connsiteX35" fmla="*/ 62689 w 120901"/>
                  <a:gd name="connsiteY35" fmla="*/ 119558 h 116423"/>
                  <a:gd name="connsiteX36" fmla="*/ 63137 w 120901"/>
                  <a:gd name="connsiteY36" fmla="*/ 119558 h 116423"/>
                  <a:gd name="connsiteX37" fmla="*/ 63137 w 120901"/>
                  <a:gd name="connsiteY37" fmla="*/ 119558 h 116423"/>
                  <a:gd name="connsiteX38" fmla="*/ 63585 w 120901"/>
                  <a:gd name="connsiteY38" fmla="*/ 119110 h 116423"/>
                  <a:gd name="connsiteX39" fmla="*/ 63585 w 120901"/>
                  <a:gd name="connsiteY39" fmla="*/ 119110 h 116423"/>
                  <a:gd name="connsiteX40" fmla="*/ 64033 w 120901"/>
                  <a:gd name="connsiteY40" fmla="*/ 118214 h 116423"/>
                  <a:gd name="connsiteX41" fmla="*/ 77019 w 120901"/>
                  <a:gd name="connsiteY41" fmla="*/ 106572 h 116423"/>
                  <a:gd name="connsiteX42" fmla="*/ 117319 w 120901"/>
                  <a:gd name="connsiteY42" fmla="*/ 106572 h 116423"/>
                  <a:gd name="connsiteX43" fmla="*/ 124483 w 120901"/>
                  <a:gd name="connsiteY43" fmla="*/ 99855 h 116423"/>
                  <a:gd name="connsiteX44" fmla="*/ 124483 w 120901"/>
                  <a:gd name="connsiteY44" fmla="*/ 25971 h 116423"/>
                  <a:gd name="connsiteX45" fmla="*/ 120453 w 120901"/>
                  <a:gd name="connsiteY45" fmla="*/ 20598 h 116423"/>
                  <a:gd name="connsiteX46" fmla="*/ 80153 w 120901"/>
                  <a:gd name="connsiteY46" fmla="*/ 4478 h 116423"/>
                  <a:gd name="connsiteX47" fmla="*/ 110154 w 120901"/>
                  <a:gd name="connsiteY47" fmla="*/ 4478 h 116423"/>
                  <a:gd name="connsiteX48" fmla="*/ 113289 w 120901"/>
                  <a:gd name="connsiteY48" fmla="*/ 7612 h 116423"/>
                  <a:gd name="connsiteX49" fmla="*/ 113289 w 120901"/>
                  <a:gd name="connsiteY49" fmla="*/ 88213 h 116423"/>
                  <a:gd name="connsiteX50" fmla="*/ 110154 w 120901"/>
                  <a:gd name="connsiteY50" fmla="*/ 91348 h 116423"/>
                  <a:gd name="connsiteX51" fmla="*/ 75675 w 120901"/>
                  <a:gd name="connsiteY51" fmla="*/ 91348 h 116423"/>
                  <a:gd name="connsiteX52" fmla="*/ 64928 w 120901"/>
                  <a:gd name="connsiteY52" fmla="*/ 95377 h 116423"/>
                  <a:gd name="connsiteX53" fmla="*/ 64481 w 120901"/>
                  <a:gd name="connsiteY53" fmla="*/ 95825 h 116423"/>
                  <a:gd name="connsiteX54" fmla="*/ 64481 w 120901"/>
                  <a:gd name="connsiteY54" fmla="*/ 19703 h 116423"/>
                  <a:gd name="connsiteX55" fmla="*/ 80153 w 120901"/>
                  <a:gd name="connsiteY55" fmla="*/ 4478 h 116423"/>
                  <a:gd name="connsiteX56" fmla="*/ 11642 w 120901"/>
                  <a:gd name="connsiteY56" fmla="*/ 7612 h 116423"/>
                  <a:gd name="connsiteX57" fmla="*/ 14777 w 120901"/>
                  <a:gd name="connsiteY57" fmla="*/ 4478 h 116423"/>
                  <a:gd name="connsiteX58" fmla="*/ 44778 w 120901"/>
                  <a:gd name="connsiteY58" fmla="*/ 4478 h 116423"/>
                  <a:gd name="connsiteX59" fmla="*/ 60451 w 120901"/>
                  <a:gd name="connsiteY59" fmla="*/ 19703 h 116423"/>
                  <a:gd name="connsiteX60" fmla="*/ 60451 w 120901"/>
                  <a:gd name="connsiteY60" fmla="*/ 38061 h 116423"/>
                  <a:gd name="connsiteX61" fmla="*/ 60451 w 120901"/>
                  <a:gd name="connsiteY61" fmla="*/ 95825 h 116423"/>
                  <a:gd name="connsiteX62" fmla="*/ 60003 w 120901"/>
                  <a:gd name="connsiteY62" fmla="*/ 95377 h 116423"/>
                  <a:gd name="connsiteX63" fmla="*/ 49704 w 120901"/>
                  <a:gd name="connsiteY63" fmla="*/ 91348 h 116423"/>
                  <a:gd name="connsiteX64" fmla="*/ 49256 w 120901"/>
                  <a:gd name="connsiteY64" fmla="*/ 91348 h 116423"/>
                  <a:gd name="connsiteX65" fmla="*/ 14777 w 120901"/>
                  <a:gd name="connsiteY65" fmla="*/ 91348 h 116423"/>
                  <a:gd name="connsiteX66" fmla="*/ 11642 w 120901"/>
                  <a:gd name="connsiteY66" fmla="*/ 88213 h 116423"/>
                  <a:gd name="connsiteX67" fmla="*/ 11642 w 120901"/>
                  <a:gd name="connsiteY67" fmla="*/ 7612 h 116423"/>
                  <a:gd name="connsiteX68" fmla="*/ 47465 w 120901"/>
                  <a:gd name="connsiteY68" fmla="*/ 101199 h 116423"/>
                  <a:gd name="connsiteX69" fmla="*/ 47465 w 120901"/>
                  <a:gd name="connsiteY69" fmla="*/ 101199 h 116423"/>
                  <a:gd name="connsiteX70" fmla="*/ 7164 w 120901"/>
                  <a:gd name="connsiteY70" fmla="*/ 101199 h 116423"/>
                  <a:gd name="connsiteX71" fmla="*/ 4478 w 120901"/>
                  <a:gd name="connsiteY71" fmla="*/ 98960 h 116423"/>
                  <a:gd name="connsiteX72" fmla="*/ 4925 w 120901"/>
                  <a:gd name="connsiteY72" fmla="*/ 25076 h 116423"/>
                  <a:gd name="connsiteX73" fmla="*/ 7164 w 120901"/>
                  <a:gd name="connsiteY73" fmla="*/ 25076 h 116423"/>
                  <a:gd name="connsiteX74" fmla="*/ 7164 w 120901"/>
                  <a:gd name="connsiteY74" fmla="*/ 88213 h 116423"/>
                  <a:gd name="connsiteX75" fmla="*/ 14777 w 120901"/>
                  <a:gd name="connsiteY75" fmla="*/ 95825 h 116423"/>
                  <a:gd name="connsiteX76" fmla="*/ 49704 w 120901"/>
                  <a:gd name="connsiteY76" fmla="*/ 95825 h 116423"/>
                  <a:gd name="connsiteX77" fmla="*/ 56868 w 120901"/>
                  <a:gd name="connsiteY77" fmla="*/ 98512 h 116423"/>
                  <a:gd name="connsiteX78" fmla="*/ 60451 w 120901"/>
                  <a:gd name="connsiteY78" fmla="*/ 106572 h 116423"/>
                  <a:gd name="connsiteX79" fmla="*/ 47465 w 120901"/>
                  <a:gd name="connsiteY79" fmla="*/ 101199 h 116423"/>
                  <a:gd name="connsiteX80" fmla="*/ 120453 w 120901"/>
                  <a:gd name="connsiteY80" fmla="*/ 98960 h 116423"/>
                  <a:gd name="connsiteX81" fmla="*/ 117767 w 120901"/>
                  <a:gd name="connsiteY81" fmla="*/ 101199 h 116423"/>
                  <a:gd name="connsiteX82" fmla="*/ 77466 w 120901"/>
                  <a:gd name="connsiteY82" fmla="*/ 101199 h 116423"/>
                  <a:gd name="connsiteX83" fmla="*/ 77466 w 120901"/>
                  <a:gd name="connsiteY83" fmla="*/ 101199 h 116423"/>
                  <a:gd name="connsiteX84" fmla="*/ 64928 w 120901"/>
                  <a:gd name="connsiteY84" fmla="*/ 106572 h 116423"/>
                  <a:gd name="connsiteX85" fmla="*/ 68063 w 120901"/>
                  <a:gd name="connsiteY85" fmla="*/ 98512 h 116423"/>
                  <a:gd name="connsiteX86" fmla="*/ 75675 w 120901"/>
                  <a:gd name="connsiteY86" fmla="*/ 95825 h 116423"/>
                  <a:gd name="connsiteX87" fmla="*/ 110154 w 120901"/>
                  <a:gd name="connsiteY87" fmla="*/ 95825 h 116423"/>
                  <a:gd name="connsiteX88" fmla="*/ 117767 w 120901"/>
                  <a:gd name="connsiteY88" fmla="*/ 88213 h 116423"/>
                  <a:gd name="connsiteX89" fmla="*/ 117767 w 120901"/>
                  <a:gd name="connsiteY89" fmla="*/ 25076 h 116423"/>
                  <a:gd name="connsiteX90" fmla="*/ 120453 w 120901"/>
                  <a:gd name="connsiteY90" fmla="*/ 25076 h 116423"/>
                  <a:gd name="connsiteX91" fmla="*/ 120453 w 120901"/>
                  <a:gd name="connsiteY91" fmla="*/ 98960 h 11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20901" h="116423">
                    <a:moveTo>
                      <a:pt x="120453" y="20598"/>
                    </a:moveTo>
                    <a:lnTo>
                      <a:pt x="118215" y="20598"/>
                    </a:lnTo>
                    <a:lnTo>
                      <a:pt x="118215" y="7612"/>
                    </a:lnTo>
                    <a:cubicBezTo>
                      <a:pt x="118215" y="3582"/>
                      <a:pt x="114632" y="0"/>
                      <a:pt x="110602" y="0"/>
                    </a:cubicBezTo>
                    <a:lnTo>
                      <a:pt x="80601" y="0"/>
                    </a:lnTo>
                    <a:cubicBezTo>
                      <a:pt x="72988" y="0"/>
                      <a:pt x="66272" y="4478"/>
                      <a:pt x="62689" y="10747"/>
                    </a:cubicBezTo>
                    <a:cubicBezTo>
                      <a:pt x="59555" y="4478"/>
                      <a:pt x="52838" y="0"/>
                      <a:pt x="44778" y="0"/>
                    </a:cubicBezTo>
                    <a:lnTo>
                      <a:pt x="14777" y="0"/>
                    </a:lnTo>
                    <a:cubicBezTo>
                      <a:pt x="10747" y="0"/>
                      <a:pt x="7164" y="3582"/>
                      <a:pt x="7164" y="7612"/>
                    </a:cubicBezTo>
                    <a:lnTo>
                      <a:pt x="7164" y="20598"/>
                    </a:lnTo>
                    <a:lnTo>
                      <a:pt x="4925" y="20598"/>
                    </a:lnTo>
                    <a:cubicBezTo>
                      <a:pt x="2239" y="20598"/>
                      <a:pt x="0" y="22837"/>
                      <a:pt x="0" y="25076"/>
                    </a:cubicBezTo>
                    <a:lnTo>
                      <a:pt x="0" y="98960"/>
                    </a:lnTo>
                    <a:cubicBezTo>
                      <a:pt x="0" y="102542"/>
                      <a:pt x="3582" y="105676"/>
                      <a:pt x="7164" y="105676"/>
                    </a:cubicBezTo>
                    <a:lnTo>
                      <a:pt x="47465" y="105676"/>
                    </a:lnTo>
                    <a:cubicBezTo>
                      <a:pt x="47913" y="105676"/>
                      <a:pt x="58659" y="105676"/>
                      <a:pt x="60451" y="117319"/>
                    </a:cubicBezTo>
                    <a:cubicBezTo>
                      <a:pt x="60451" y="117319"/>
                      <a:pt x="60451" y="117319"/>
                      <a:pt x="60451" y="117767"/>
                    </a:cubicBezTo>
                    <a:cubicBezTo>
                      <a:pt x="60451" y="117767"/>
                      <a:pt x="60451" y="118214"/>
                      <a:pt x="60451" y="118214"/>
                    </a:cubicBezTo>
                    <a:cubicBezTo>
                      <a:pt x="60451" y="118214"/>
                      <a:pt x="60451" y="118662"/>
                      <a:pt x="60898" y="118662"/>
                    </a:cubicBezTo>
                    <a:cubicBezTo>
                      <a:pt x="60898" y="118662"/>
                      <a:pt x="60898" y="118662"/>
                      <a:pt x="60898" y="119110"/>
                    </a:cubicBezTo>
                    <a:cubicBezTo>
                      <a:pt x="60898" y="119110"/>
                      <a:pt x="61346" y="119110"/>
                      <a:pt x="61346" y="119558"/>
                    </a:cubicBezTo>
                    <a:cubicBezTo>
                      <a:pt x="61346" y="119558"/>
                      <a:pt x="61346" y="119558"/>
                      <a:pt x="61346" y="119558"/>
                    </a:cubicBezTo>
                    <a:cubicBezTo>
                      <a:pt x="61346" y="119558"/>
                      <a:pt x="61346" y="119558"/>
                      <a:pt x="61346" y="119558"/>
                    </a:cubicBezTo>
                    <a:cubicBezTo>
                      <a:pt x="61346" y="119558"/>
                      <a:pt x="61794" y="119558"/>
                      <a:pt x="61794" y="119558"/>
                    </a:cubicBezTo>
                    <a:cubicBezTo>
                      <a:pt x="61794" y="119558"/>
                      <a:pt x="61794" y="119558"/>
                      <a:pt x="61794" y="119558"/>
                    </a:cubicBezTo>
                    <a:cubicBezTo>
                      <a:pt x="61794" y="119558"/>
                      <a:pt x="61794" y="119558"/>
                      <a:pt x="62242" y="119558"/>
                    </a:cubicBezTo>
                    <a:cubicBezTo>
                      <a:pt x="62242" y="119558"/>
                      <a:pt x="62242" y="119558"/>
                      <a:pt x="62242" y="119558"/>
                    </a:cubicBezTo>
                    <a:cubicBezTo>
                      <a:pt x="62242" y="119558"/>
                      <a:pt x="62242" y="119558"/>
                      <a:pt x="62242" y="119558"/>
                    </a:cubicBezTo>
                    <a:cubicBezTo>
                      <a:pt x="62242" y="119558"/>
                      <a:pt x="62242" y="119558"/>
                      <a:pt x="62242" y="119558"/>
                    </a:cubicBezTo>
                    <a:lnTo>
                      <a:pt x="62242" y="119558"/>
                    </a:lnTo>
                    <a:cubicBezTo>
                      <a:pt x="62242" y="119558"/>
                      <a:pt x="62242" y="119558"/>
                      <a:pt x="62242" y="119558"/>
                    </a:cubicBezTo>
                    <a:cubicBezTo>
                      <a:pt x="62242" y="119558"/>
                      <a:pt x="62242" y="119558"/>
                      <a:pt x="62242" y="119558"/>
                    </a:cubicBezTo>
                    <a:cubicBezTo>
                      <a:pt x="62242" y="119558"/>
                      <a:pt x="62242" y="119558"/>
                      <a:pt x="62242" y="119558"/>
                    </a:cubicBezTo>
                    <a:cubicBezTo>
                      <a:pt x="62242" y="119558"/>
                      <a:pt x="62242" y="119558"/>
                      <a:pt x="62242" y="119558"/>
                    </a:cubicBezTo>
                    <a:cubicBezTo>
                      <a:pt x="62242" y="119558"/>
                      <a:pt x="62242" y="119558"/>
                      <a:pt x="62689" y="119558"/>
                    </a:cubicBezTo>
                    <a:cubicBezTo>
                      <a:pt x="62689" y="119558"/>
                      <a:pt x="62689" y="119558"/>
                      <a:pt x="62689" y="119558"/>
                    </a:cubicBezTo>
                    <a:cubicBezTo>
                      <a:pt x="62689" y="119558"/>
                      <a:pt x="63137" y="119558"/>
                      <a:pt x="63137" y="119558"/>
                    </a:cubicBezTo>
                    <a:cubicBezTo>
                      <a:pt x="63137" y="119558"/>
                      <a:pt x="63137" y="119558"/>
                      <a:pt x="63137" y="119558"/>
                    </a:cubicBezTo>
                    <a:cubicBezTo>
                      <a:pt x="63585" y="119558"/>
                      <a:pt x="63585" y="119110"/>
                      <a:pt x="63585" y="119110"/>
                    </a:cubicBezTo>
                    <a:cubicBezTo>
                      <a:pt x="63585" y="119110"/>
                      <a:pt x="63585" y="119110"/>
                      <a:pt x="63585" y="119110"/>
                    </a:cubicBezTo>
                    <a:cubicBezTo>
                      <a:pt x="64033" y="118662"/>
                      <a:pt x="64033" y="118662"/>
                      <a:pt x="64033" y="118214"/>
                    </a:cubicBezTo>
                    <a:cubicBezTo>
                      <a:pt x="65824" y="107020"/>
                      <a:pt x="76571" y="106572"/>
                      <a:pt x="77019" y="106572"/>
                    </a:cubicBezTo>
                    <a:lnTo>
                      <a:pt x="117319" y="106572"/>
                    </a:lnTo>
                    <a:cubicBezTo>
                      <a:pt x="121349" y="106572"/>
                      <a:pt x="124483" y="103437"/>
                      <a:pt x="124483" y="99855"/>
                    </a:cubicBezTo>
                    <a:lnTo>
                      <a:pt x="124483" y="25971"/>
                    </a:lnTo>
                    <a:cubicBezTo>
                      <a:pt x="124931" y="22389"/>
                      <a:pt x="123140" y="20598"/>
                      <a:pt x="120453" y="20598"/>
                    </a:cubicBezTo>
                    <a:close/>
                    <a:moveTo>
                      <a:pt x="80153" y="4478"/>
                    </a:moveTo>
                    <a:lnTo>
                      <a:pt x="110154" y="4478"/>
                    </a:lnTo>
                    <a:cubicBezTo>
                      <a:pt x="111945" y="4478"/>
                      <a:pt x="113289" y="5821"/>
                      <a:pt x="113289" y="7612"/>
                    </a:cubicBezTo>
                    <a:lnTo>
                      <a:pt x="113289" y="88213"/>
                    </a:lnTo>
                    <a:cubicBezTo>
                      <a:pt x="113289" y="90004"/>
                      <a:pt x="111945" y="91348"/>
                      <a:pt x="110154" y="91348"/>
                    </a:cubicBezTo>
                    <a:lnTo>
                      <a:pt x="75675" y="91348"/>
                    </a:lnTo>
                    <a:cubicBezTo>
                      <a:pt x="75227" y="91348"/>
                      <a:pt x="69406" y="90900"/>
                      <a:pt x="64928" y="95377"/>
                    </a:cubicBezTo>
                    <a:cubicBezTo>
                      <a:pt x="64928" y="95377"/>
                      <a:pt x="64481" y="95825"/>
                      <a:pt x="64481" y="95825"/>
                    </a:cubicBezTo>
                    <a:lnTo>
                      <a:pt x="64481" y="19703"/>
                    </a:lnTo>
                    <a:cubicBezTo>
                      <a:pt x="64481" y="11195"/>
                      <a:pt x="71645" y="4478"/>
                      <a:pt x="80153" y="4478"/>
                    </a:cubicBezTo>
                    <a:close/>
                    <a:moveTo>
                      <a:pt x="11642" y="7612"/>
                    </a:moveTo>
                    <a:cubicBezTo>
                      <a:pt x="11642" y="5821"/>
                      <a:pt x="12986" y="4478"/>
                      <a:pt x="14777" y="4478"/>
                    </a:cubicBezTo>
                    <a:lnTo>
                      <a:pt x="44778" y="4478"/>
                    </a:lnTo>
                    <a:cubicBezTo>
                      <a:pt x="53286" y="4478"/>
                      <a:pt x="60451" y="11195"/>
                      <a:pt x="60451" y="19703"/>
                    </a:cubicBezTo>
                    <a:lnTo>
                      <a:pt x="60451" y="38061"/>
                    </a:lnTo>
                    <a:lnTo>
                      <a:pt x="60451" y="95825"/>
                    </a:lnTo>
                    <a:cubicBezTo>
                      <a:pt x="60451" y="95825"/>
                      <a:pt x="60003" y="95377"/>
                      <a:pt x="60003" y="95377"/>
                    </a:cubicBezTo>
                    <a:cubicBezTo>
                      <a:pt x="55973" y="91795"/>
                      <a:pt x="51495" y="91348"/>
                      <a:pt x="49704" y="91348"/>
                    </a:cubicBezTo>
                    <a:cubicBezTo>
                      <a:pt x="49256" y="91348"/>
                      <a:pt x="49256" y="91348"/>
                      <a:pt x="49256" y="91348"/>
                    </a:cubicBezTo>
                    <a:lnTo>
                      <a:pt x="14777" y="91348"/>
                    </a:lnTo>
                    <a:cubicBezTo>
                      <a:pt x="12986" y="91348"/>
                      <a:pt x="11642" y="90004"/>
                      <a:pt x="11642" y="88213"/>
                    </a:cubicBezTo>
                    <a:lnTo>
                      <a:pt x="11642" y="7612"/>
                    </a:lnTo>
                    <a:close/>
                    <a:moveTo>
                      <a:pt x="47465" y="101199"/>
                    </a:moveTo>
                    <a:cubicBezTo>
                      <a:pt x="47465" y="101199"/>
                      <a:pt x="47465" y="101199"/>
                      <a:pt x="47465" y="101199"/>
                    </a:cubicBezTo>
                    <a:lnTo>
                      <a:pt x="7164" y="101199"/>
                    </a:lnTo>
                    <a:cubicBezTo>
                      <a:pt x="5373" y="101199"/>
                      <a:pt x="4478" y="99855"/>
                      <a:pt x="4478" y="98960"/>
                    </a:cubicBezTo>
                    <a:lnTo>
                      <a:pt x="4925" y="25076"/>
                    </a:lnTo>
                    <a:lnTo>
                      <a:pt x="7164" y="25076"/>
                    </a:lnTo>
                    <a:lnTo>
                      <a:pt x="7164" y="88213"/>
                    </a:lnTo>
                    <a:cubicBezTo>
                      <a:pt x="7164" y="92243"/>
                      <a:pt x="10747" y="95825"/>
                      <a:pt x="14777" y="95825"/>
                    </a:cubicBezTo>
                    <a:lnTo>
                      <a:pt x="49704" y="95825"/>
                    </a:lnTo>
                    <a:cubicBezTo>
                      <a:pt x="49704" y="95825"/>
                      <a:pt x="54181" y="95825"/>
                      <a:pt x="56868" y="98512"/>
                    </a:cubicBezTo>
                    <a:cubicBezTo>
                      <a:pt x="58659" y="100303"/>
                      <a:pt x="60003" y="102990"/>
                      <a:pt x="60451" y="106572"/>
                    </a:cubicBezTo>
                    <a:cubicBezTo>
                      <a:pt x="55973" y="102542"/>
                      <a:pt x="50599" y="101199"/>
                      <a:pt x="47465" y="101199"/>
                    </a:cubicBezTo>
                    <a:close/>
                    <a:moveTo>
                      <a:pt x="120453" y="98960"/>
                    </a:moveTo>
                    <a:cubicBezTo>
                      <a:pt x="120453" y="99855"/>
                      <a:pt x="119110" y="101199"/>
                      <a:pt x="117767" y="101199"/>
                    </a:cubicBezTo>
                    <a:lnTo>
                      <a:pt x="77466" y="101199"/>
                    </a:lnTo>
                    <a:cubicBezTo>
                      <a:pt x="77466" y="101199"/>
                      <a:pt x="77466" y="101199"/>
                      <a:pt x="77466" y="101199"/>
                    </a:cubicBezTo>
                    <a:cubicBezTo>
                      <a:pt x="74332" y="101199"/>
                      <a:pt x="68511" y="102542"/>
                      <a:pt x="64928" y="106572"/>
                    </a:cubicBezTo>
                    <a:cubicBezTo>
                      <a:pt x="65376" y="102990"/>
                      <a:pt x="66272" y="100303"/>
                      <a:pt x="68063" y="98512"/>
                    </a:cubicBezTo>
                    <a:cubicBezTo>
                      <a:pt x="71197" y="95377"/>
                      <a:pt x="75675" y="95825"/>
                      <a:pt x="75675" y="95825"/>
                    </a:cubicBezTo>
                    <a:lnTo>
                      <a:pt x="110154" y="95825"/>
                    </a:lnTo>
                    <a:cubicBezTo>
                      <a:pt x="114184" y="95825"/>
                      <a:pt x="117767" y="92243"/>
                      <a:pt x="117767" y="88213"/>
                    </a:cubicBezTo>
                    <a:lnTo>
                      <a:pt x="117767" y="25076"/>
                    </a:lnTo>
                    <a:lnTo>
                      <a:pt x="120453" y="25076"/>
                    </a:lnTo>
                    <a:lnTo>
                      <a:pt x="120453" y="9896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760" name="Group 4656">
                <a:extLst>
                  <a:ext uri="{FF2B5EF4-FFF2-40B4-BE49-F238E27FC236}">
                    <a16:creationId xmlns:a16="http://schemas.microsoft.com/office/drawing/2014/main" id="{DD9AEA99-6154-C767-D882-DECEF331073F}"/>
                  </a:ext>
                  <a:ext uri="{C183D7F6-B498-43B3-948B-1728B52AA6E4}">
                    <adec:decorative xmlns:adec="http://schemas.microsoft.com/office/drawing/2017/decorative" val="1"/>
                  </a:ext>
                </a:extLst>
              </p:cNvPr>
              <p:cNvGrpSpPr>
                <a:grpSpLocks noChangeAspect="1"/>
              </p:cNvGrpSpPr>
              <p:nvPr/>
            </p:nvGrpSpPr>
            <p:grpSpPr>
              <a:xfrm>
                <a:off x="3191927" y="5236330"/>
                <a:ext cx="91796" cy="138812"/>
                <a:chOff x="3243248" y="4505218"/>
                <a:chExt cx="91796" cy="138812"/>
              </a:xfrm>
            </p:grpSpPr>
            <p:sp>
              <p:nvSpPr>
                <p:cNvPr id="761" name="Freeform: Shape 4657">
                  <a:extLst>
                    <a:ext uri="{FF2B5EF4-FFF2-40B4-BE49-F238E27FC236}">
                      <a16:creationId xmlns:a16="http://schemas.microsoft.com/office/drawing/2014/main" id="{B881224B-B367-5710-9615-753A8F9E0FB5}"/>
                    </a:ext>
                  </a:extLst>
                </p:cNvPr>
                <p:cNvSpPr/>
                <p:nvPr/>
              </p:nvSpPr>
              <p:spPr>
                <a:xfrm>
                  <a:off x="3243248" y="4505218"/>
                  <a:ext cx="44778" cy="138812"/>
                </a:xfrm>
                <a:custGeom>
                  <a:avLst/>
                  <a:gdLst>
                    <a:gd name="connsiteX0" fmla="*/ 42539 w 44778"/>
                    <a:gd name="connsiteY0" fmla="*/ 0 h 138812"/>
                    <a:gd name="connsiteX1" fmla="*/ 40300 w 44778"/>
                    <a:gd name="connsiteY1" fmla="*/ 2239 h 138812"/>
                    <a:gd name="connsiteX2" fmla="*/ 40300 w 44778"/>
                    <a:gd name="connsiteY2" fmla="*/ 42539 h 138812"/>
                    <a:gd name="connsiteX3" fmla="*/ 24628 w 44778"/>
                    <a:gd name="connsiteY3" fmla="*/ 57316 h 138812"/>
                    <a:gd name="connsiteX4" fmla="*/ 24628 w 44778"/>
                    <a:gd name="connsiteY4" fmla="*/ 3135 h 138812"/>
                    <a:gd name="connsiteX5" fmla="*/ 22389 w 44778"/>
                    <a:gd name="connsiteY5" fmla="*/ 896 h 138812"/>
                    <a:gd name="connsiteX6" fmla="*/ 20150 w 44778"/>
                    <a:gd name="connsiteY6" fmla="*/ 3135 h 138812"/>
                    <a:gd name="connsiteX7" fmla="*/ 20150 w 44778"/>
                    <a:gd name="connsiteY7" fmla="*/ 57316 h 138812"/>
                    <a:gd name="connsiteX8" fmla="*/ 4478 w 44778"/>
                    <a:gd name="connsiteY8" fmla="*/ 42539 h 138812"/>
                    <a:gd name="connsiteX9" fmla="*/ 4478 w 44778"/>
                    <a:gd name="connsiteY9" fmla="*/ 2239 h 138812"/>
                    <a:gd name="connsiteX10" fmla="*/ 2239 w 44778"/>
                    <a:gd name="connsiteY10" fmla="*/ 0 h 138812"/>
                    <a:gd name="connsiteX11" fmla="*/ 0 w 44778"/>
                    <a:gd name="connsiteY11" fmla="*/ 2239 h 138812"/>
                    <a:gd name="connsiteX12" fmla="*/ 0 w 44778"/>
                    <a:gd name="connsiteY12" fmla="*/ 42539 h 138812"/>
                    <a:gd name="connsiteX13" fmla="*/ 20150 w 44778"/>
                    <a:gd name="connsiteY13" fmla="*/ 61794 h 138812"/>
                    <a:gd name="connsiteX14" fmla="*/ 20150 w 44778"/>
                    <a:gd name="connsiteY14" fmla="*/ 136573 h 138812"/>
                    <a:gd name="connsiteX15" fmla="*/ 22389 w 44778"/>
                    <a:gd name="connsiteY15" fmla="*/ 138812 h 138812"/>
                    <a:gd name="connsiteX16" fmla="*/ 24628 w 44778"/>
                    <a:gd name="connsiteY16" fmla="*/ 136573 h 138812"/>
                    <a:gd name="connsiteX17" fmla="*/ 24628 w 44778"/>
                    <a:gd name="connsiteY17" fmla="*/ 61794 h 138812"/>
                    <a:gd name="connsiteX18" fmla="*/ 44778 w 44778"/>
                    <a:gd name="connsiteY18" fmla="*/ 42539 h 138812"/>
                    <a:gd name="connsiteX19" fmla="*/ 44778 w 44778"/>
                    <a:gd name="connsiteY19" fmla="*/ 2239 h 138812"/>
                    <a:gd name="connsiteX20" fmla="*/ 42539 w 44778"/>
                    <a:gd name="connsiteY20" fmla="*/ 0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778" h="138812">
                      <a:moveTo>
                        <a:pt x="42539" y="0"/>
                      </a:moveTo>
                      <a:cubicBezTo>
                        <a:pt x="41196" y="0"/>
                        <a:pt x="40300" y="896"/>
                        <a:pt x="40300" y="2239"/>
                      </a:cubicBezTo>
                      <a:lnTo>
                        <a:pt x="40300" y="42539"/>
                      </a:lnTo>
                      <a:cubicBezTo>
                        <a:pt x="40300" y="50152"/>
                        <a:pt x="33584" y="56421"/>
                        <a:pt x="24628" y="57316"/>
                      </a:cubicBezTo>
                      <a:lnTo>
                        <a:pt x="24628" y="3135"/>
                      </a:lnTo>
                      <a:cubicBezTo>
                        <a:pt x="24628" y="1791"/>
                        <a:pt x="23732" y="896"/>
                        <a:pt x="22389" y="896"/>
                      </a:cubicBezTo>
                      <a:cubicBezTo>
                        <a:pt x="21046" y="896"/>
                        <a:pt x="20150" y="1791"/>
                        <a:pt x="20150" y="3135"/>
                      </a:cubicBezTo>
                      <a:lnTo>
                        <a:pt x="20150" y="57316"/>
                      </a:lnTo>
                      <a:cubicBezTo>
                        <a:pt x="11195" y="56421"/>
                        <a:pt x="4478" y="50152"/>
                        <a:pt x="4478" y="42539"/>
                      </a:cubicBezTo>
                      <a:lnTo>
                        <a:pt x="4478" y="2239"/>
                      </a:lnTo>
                      <a:cubicBezTo>
                        <a:pt x="4478" y="896"/>
                        <a:pt x="3582" y="0"/>
                        <a:pt x="2239" y="0"/>
                      </a:cubicBezTo>
                      <a:cubicBezTo>
                        <a:pt x="895" y="0"/>
                        <a:pt x="0" y="896"/>
                        <a:pt x="0" y="2239"/>
                      </a:cubicBezTo>
                      <a:lnTo>
                        <a:pt x="0" y="42539"/>
                      </a:lnTo>
                      <a:cubicBezTo>
                        <a:pt x="0" y="52391"/>
                        <a:pt x="8956" y="60898"/>
                        <a:pt x="20150" y="61794"/>
                      </a:cubicBezTo>
                      <a:lnTo>
                        <a:pt x="20150" y="136573"/>
                      </a:lnTo>
                      <a:cubicBezTo>
                        <a:pt x="20150" y="137917"/>
                        <a:pt x="21046" y="138812"/>
                        <a:pt x="22389" y="138812"/>
                      </a:cubicBezTo>
                      <a:cubicBezTo>
                        <a:pt x="23732" y="138812"/>
                        <a:pt x="24628" y="137917"/>
                        <a:pt x="24628" y="136573"/>
                      </a:cubicBezTo>
                      <a:lnTo>
                        <a:pt x="24628" y="61794"/>
                      </a:lnTo>
                      <a:cubicBezTo>
                        <a:pt x="35823" y="60898"/>
                        <a:pt x="44778" y="52391"/>
                        <a:pt x="44778" y="42539"/>
                      </a:cubicBezTo>
                      <a:lnTo>
                        <a:pt x="44778" y="2239"/>
                      </a:lnTo>
                      <a:cubicBezTo>
                        <a:pt x="44778" y="896"/>
                        <a:pt x="43883" y="0"/>
                        <a:pt x="42539"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62" name="Freeform: Shape 4658">
                  <a:extLst>
                    <a:ext uri="{FF2B5EF4-FFF2-40B4-BE49-F238E27FC236}">
                      <a16:creationId xmlns:a16="http://schemas.microsoft.com/office/drawing/2014/main" id="{0BAAA6C6-434A-775D-1FD7-1D27DF17EBEB}"/>
                    </a:ext>
                  </a:extLst>
                </p:cNvPr>
                <p:cNvSpPr/>
                <p:nvPr/>
              </p:nvSpPr>
              <p:spPr>
                <a:xfrm>
                  <a:off x="3303699" y="4505218"/>
                  <a:ext cx="31345" cy="134335"/>
                </a:xfrm>
                <a:custGeom>
                  <a:avLst/>
                  <a:gdLst>
                    <a:gd name="connsiteX0" fmla="*/ 25523 w 31344"/>
                    <a:gd name="connsiteY0" fmla="*/ 0 h 134334"/>
                    <a:gd name="connsiteX1" fmla="*/ 0 w 31344"/>
                    <a:gd name="connsiteY1" fmla="*/ 69406 h 134334"/>
                    <a:gd name="connsiteX2" fmla="*/ 0 w 31344"/>
                    <a:gd name="connsiteY2" fmla="*/ 91795 h 134334"/>
                    <a:gd name="connsiteX3" fmla="*/ 7164 w 31344"/>
                    <a:gd name="connsiteY3" fmla="*/ 98512 h 134334"/>
                    <a:gd name="connsiteX4" fmla="*/ 24628 w 31344"/>
                    <a:gd name="connsiteY4" fmla="*/ 98512 h 134334"/>
                    <a:gd name="connsiteX5" fmla="*/ 26867 w 31344"/>
                    <a:gd name="connsiteY5" fmla="*/ 98064 h 134334"/>
                    <a:gd name="connsiteX6" fmla="*/ 26867 w 31344"/>
                    <a:gd name="connsiteY6" fmla="*/ 136126 h 134334"/>
                    <a:gd name="connsiteX7" fmla="*/ 29106 w 31344"/>
                    <a:gd name="connsiteY7" fmla="*/ 138365 h 134334"/>
                    <a:gd name="connsiteX8" fmla="*/ 31345 w 31344"/>
                    <a:gd name="connsiteY8" fmla="*/ 136126 h 134334"/>
                    <a:gd name="connsiteX9" fmla="*/ 31345 w 31344"/>
                    <a:gd name="connsiteY9" fmla="*/ 91795 h 134334"/>
                    <a:gd name="connsiteX10" fmla="*/ 31345 w 31344"/>
                    <a:gd name="connsiteY10" fmla="*/ 75675 h 134334"/>
                    <a:gd name="connsiteX11" fmla="*/ 31345 w 31344"/>
                    <a:gd name="connsiteY11" fmla="*/ 5821 h 134334"/>
                    <a:gd name="connsiteX12" fmla="*/ 25523 w 31344"/>
                    <a:gd name="connsiteY12" fmla="*/ 0 h 134334"/>
                    <a:gd name="connsiteX13" fmla="*/ 24628 w 31344"/>
                    <a:gd name="connsiteY13" fmla="*/ 94034 h 134334"/>
                    <a:gd name="connsiteX14" fmla="*/ 7164 w 31344"/>
                    <a:gd name="connsiteY14" fmla="*/ 94034 h 134334"/>
                    <a:gd name="connsiteX15" fmla="*/ 4478 w 31344"/>
                    <a:gd name="connsiteY15" fmla="*/ 91795 h 134334"/>
                    <a:gd name="connsiteX16" fmla="*/ 4478 w 31344"/>
                    <a:gd name="connsiteY16" fmla="*/ 69406 h 134334"/>
                    <a:gd name="connsiteX17" fmla="*/ 25523 w 31344"/>
                    <a:gd name="connsiteY17" fmla="*/ 4478 h 134334"/>
                    <a:gd name="connsiteX18" fmla="*/ 26867 w 31344"/>
                    <a:gd name="connsiteY18" fmla="*/ 5821 h 134334"/>
                    <a:gd name="connsiteX19" fmla="*/ 26867 w 31344"/>
                    <a:gd name="connsiteY19" fmla="*/ 75675 h 134334"/>
                    <a:gd name="connsiteX20" fmla="*/ 26867 w 31344"/>
                    <a:gd name="connsiteY20" fmla="*/ 91795 h 134334"/>
                    <a:gd name="connsiteX21" fmla="*/ 24628 w 31344"/>
                    <a:gd name="connsiteY21" fmla="*/ 94034 h 13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344" h="134334">
                      <a:moveTo>
                        <a:pt x="25523" y="0"/>
                      </a:moveTo>
                      <a:cubicBezTo>
                        <a:pt x="9851" y="0"/>
                        <a:pt x="0" y="48361"/>
                        <a:pt x="0" y="69406"/>
                      </a:cubicBezTo>
                      <a:lnTo>
                        <a:pt x="0" y="91795"/>
                      </a:lnTo>
                      <a:cubicBezTo>
                        <a:pt x="0" y="95825"/>
                        <a:pt x="3134" y="98512"/>
                        <a:pt x="7164" y="98512"/>
                      </a:cubicBezTo>
                      <a:lnTo>
                        <a:pt x="24628" y="98512"/>
                      </a:lnTo>
                      <a:cubicBezTo>
                        <a:pt x="25523" y="98512"/>
                        <a:pt x="26419" y="98512"/>
                        <a:pt x="26867" y="98064"/>
                      </a:cubicBezTo>
                      <a:lnTo>
                        <a:pt x="26867" y="136126"/>
                      </a:lnTo>
                      <a:cubicBezTo>
                        <a:pt x="26867" y="137469"/>
                        <a:pt x="27762" y="138365"/>
                        <a:pt x="29106" y="138365"/>
                      </a:cubicBezTo>
                      <a:cubicBezTo>
                        <a:pt x="30449" y="138365"/>
                        <a:pt x="31345" y="137469"/>
                        <a:pt x="31345" y="136126"/>
                      </a:cubicBezTo>
                      <a:lnTo>
                        <a:pt x="31345" y="91795"/>
                      </a:lnTo>
                      <a:lnTo>
                        <a:pt x="31345" y="75675"/>
                      </a:lnTo>
                      <a:lnTo>
                        <a:pt x="31345" y="5821"/>
                      </a:lnTo>
                      <a:cubicBezTo>
                        <a:pt x="31345" y="2687"/>
                        <a:pt x="28658" y="0"/>
                        <a:pt x="25523" y="0"/>
                      </a:cubicBezTo>
                      <a:close/>
                      <a:moveTo>
                        <a:pt x="24628" y="94034"/>
                      </a:moveTo>
                      <a:lnTo>
                        <a:pt x="7164" y="94034"/>
                      </a:lnTo>
                      <a:cubicBezTo>
                        <a:pt x="5821" y="94034"/>
                        <a:pt x="4478" y="93139"/>
                        <a:pt x="4478" y="91795"/>
                      </a:cubicBezTo>
                      <a:lnTo>
                        <a:pt x="4478" y="69406"/>
                      </a:lnTo>
                      <a:cubicBezTo>
                        <a:pt x="4478" y="43883"/>
                        <a:pt x="15672" y="4478"/>
                        <a:pt x="25523" y="4478"/>
                      </a:cubicBezTo>
                      <a:cubicBezTo>
                        <a:pt x="26419" y="4478"/>
                        <a:pt x="26867" y="4926"/>
                        <a:pt x="26867" y="5821"/>
                      </a:cubicBezTo>
                      <a:lnTo>
                        <a:pt x="26867" y="75675"/>
                      </a:lnTo>
                      <a:lnTo>
                        <a:pt x="26867" y="91795"/>
                      </a:lnTo>
                      <a:cubicBezTo>
                        <a:pt x="26867" y="93139"/>
                        <a:pt x="25971" y="94034"/>
                        <a:pt x="24628" y="9403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763" name="Group 4659">
                <a:extLst>
                  <a:ext uri="{FF2B5EF4-FFF2-40B4-BE49-F238E27FC236}">
                    <a16:creationId xmlns:a16="http://schemas.microsoft.com/office/drawing/2014/main" id="{AD0DC722-2786-D3B6-146F-872CCDA11BE6}"/>
                  </a:ext>
                  <a:ext uri="{C183D7F6-B498-43B3-948B-1728B52AA6E4}">
                    <adec:decorative xmlns:adec="http://schemas.microsoft.com/office/drawing/2017/decorative" val="1"/>
                  </a:ext>
                </a:extLst>
              </p:cNvPr>
              <p:cNvGrpSpPr>
                <a:grpSpLocks noChangeAspect="1"/>
              </p:cNvGrpSpPr>
              <p:nvPr/>
            </p:nvGrpSpPr>
            <p:grpSpPr>
              <a:xfrm>
                <a:off x="3691204" y="5571047"/>
                <a:ext cx="143514" cy="144409"/>
                <a:chOff x="3742525" y="4839935"/>
                <a:chExt cx="143514" cy="144409"/>
              </a:xfrm>
            </p:grpSpPr>
            <p:sp>
              <p:nvSpPr>
                <p:cNvPr id="764" name="Freeform: Shape 4660">
                  <a:extLst>
                    <a:ext uri="{FF2B5EF4-FFF2-40B4-BE49-F238E27FC236}">
                      <a16:creationId xmlns:a16="http://schemas.microsoft.com/office/drawing/2014/main" id="{5FB35457-F66E-5CA6-5EF1-F90C6D49A676}"/>
                    </a:ext>
                  </a:extLst>
                </p:cNvPr>
                <p:cNvSpPr/>
                <p:nvPr/>
              </p:nvSpPr>
              <p:spPr>
                <a:xfrm>
                  <a:off x="3841261" y="4901281"/>
                  <a:ext cx="44778" cy="44778"/>
                </a:xfrm>
                <a:custGeom>
                  <a:avLst/>
                  <a:gdLst>
                    <a:gd name="connsiteX0" fmla="*/ 28434 w 44778"/>
                    <a:gd name="connsiteY0" fmla="*/ 47241 h 44778"/>
                    <a:gd name="connsiteX1" fmla="*/ 26643 w 44778"/>
                    <a:gd name="connsiteY1" fmla="*/ 46793 h 44778"/>
                    <a:gd name="connsiteX2" fmla="*/ 672 w 44778"/>
                    <a:gd name="connsiteY2" fmla="*/ 20822 h 44778"/>
                    <a:gd name="connsiteX3" fmla="*/ 672 w 44778"/>
                    <a:gd name="connsiteY3" fmla="*/ 17687 h 44778"/>
                    <a:gd name="connsiteX4" fmla="*/ 17687 w 44778"/>
                    <a:gd name="connsiteY4" fmla="*/ 672 h 44778"/>
                    <a:gd name="connsiteX5" fmla="*/ 20822 w 44778"/>
                    <a:gd name="connsiteY5" fmla="*/ 672 h 44778"/>
                    <a:gd name="connsiteX6" fmla="*/ 46793 w 44778"/>
                    <a:gd name="connsiteY6" fmla="*/ 26643 h 44778"/>
                    <a:gd name="connsiteX7" fmla="*/ 47241 w 44778"/>
                    <a:gd name="connsiteY7" fmla="*/ 28434 h 44778"/>
                    <a:gd name="connsiteX8" fmla="*/ 46793 w 44778"/>
                    <a:gd name="connsiteY8" fmla="*/ 30225 h 44778"/>
                    <a:gd name="connsiteX9" fmla="*/ 29777 w 44778"/>
                    <a:gd name="connsiteY9" fmla="*/ 47241 h 44778"/>
                    <a:gd name="connsiteX10" fmla="*/ 28434 w 44778"/>
                    <a:gd name="connsiteY10" fmla="*/ 47241 h 44778"/>
                    <a:gd name="connsiteX11" fmla="*/ 5149 w 44778"/>
                    <a:gd name="connsiteY11" fmla="*/ 19031 h 44778"/>
                    <a:gd name="connsiteX12" fmla="*/ 27986 w 44778"/>
                    <a:gd name="connsiteY12" fmla="*/ 41868 h 44778"/>
                    <a:gd name="connsiteX13" fmla="*/ 41867 w 44778"/>
                    <a:gd name="connsiteY13" fmla="*/ 27986 h 44778"/>
                    <a:gd name="connsiteX14" fmla="*/ 19031 w 44778"/>
                    <a:gd name="connsiteY14" fmla="*/ 5150 h 44778"/>
                    <a:gd name="connsiteX15" fmla="*/ 5149 w 44778"/>
                    <a:gd name="connsiteY15" fmla="*/ 19031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778" h="44778">
                      <a:moveTo>
                        <a:pt x="28434" y="47241"/>
                      </a:moveTo>
                      <a:cubicBezTo>
                        <a:pt x="27986" y="47241"/>
                        <a:pt x="27091" y="47241"/>
                        <a:pt x="26643" y="46793"/>
                      </a:cubicBezTo>
                      <a:lnTo>
                        <a:pt x="672" y="20822"/>
                      </a:lnTo>
                      <a:cubicBezTo>
                        <a:pt x="-224" y="19926"/>
                        <a:pt x="-224" y="18583"/>
                        <a:pt x="672" y="17687"/>
                      </a:cubicBezTo>
                      <a:lnTo>
                        <a:pt x="17687" y="672"/>
                      </a:lnTo>
                      <a:cubicBezTo>
                        <a:pt x="18583" y="-224"/>
                        <a:pt x="19926" y="-224"/>
                        <a:pt x="20822" y="672"/>
                      </a:cubicBezTo>
                      <a:lnTo>
                        <a:pt x="46793" y="26643"/>
                      </a:lnTo>
                      <a:cubicBezTo>
                        <a:pt x="47241" y="27091"/>
                        <a:pt x="47241" y="27539"/>
                        <a:pt x="47241" y="28434"/>
                      </a:cubicBezTo>
                      <a:cubicBezTo>
                        <a:pt x="47241" y="29330"/>
                        <a:pt x="46793" y="29778"/>
                        <a:pt x="46793" y="30225"/>
                      </a:cubicBezTo>
                      <a:lnTo>
                        <a:pt x="29777" y="47241"/>
                      </a:lnTo>
                      <a:cubicBezTo>
                        <a:pt x="29330" y="47241"/>
                        <a:pt x="28882" y="47241"/>
                        <a:pt x="28434" y="47241"/>
                      </a:cubicBezTo>
                      <a:close/>
                      <a:moveTo>
                        <a:pt x="5149" y="19031"/>
                      </a:moveTo>
                      <a:lnTo>
                        <a:pt x="27986" y="41868"/>
                      </a:lnTo>
                      <a:lnTo>
                        <a:pt x="41867" y="27986"/>
                      </a:lnTo>
                      <a:lnTo>
                        <a:pt x="19031" y="5150"/>
                      </a:lnTo>
                      <a:lnTo>
                        <a:pt x="5149" y="1903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65" name="Freeform: Shape 4661">
                  <a:extLst>
                    <a:ext uri="{FF2B5EF4-FFF2-40B4-BE49-F238E27FC236}">
                      <a16:creationId xmlns:a16="http://schemas.microsoft.com/office/drawing/2014/main" id="{C4E3A2B9-7394-F9D3-74DF-34E29940AA9C}"/>
                    </a:ext>
                  </a:extLst>
                </p:cNvPr>
                <p:cNvSpPr/>
                <p:nvPr/>
              </p:nvSpPr>
              <p:spPr>
                <a:xfrm>
                  <a:off x="3780138" y="4839935"/>
                  <a:ext cx="44778" cy="44778"/>
                </a:xfrm>
                <a:custGeom>
                  <a:avLst/>
                  <a:gdLst>
                    <a:gd name="connsiteX0" fmla="*/ 28210 w 44778"/>
                    <a:gd name="connsiteY0" fmla="*/ 47689 h 44778"/>
                    <a:gd name="connsiteX1" fmla="*/ 26419 w 44778"/>
                    <a:gd name="connsiteY1" fmla="*/ 47241 h 44778"/>
                    <a:gd name="connsiteX2" fmla="*/ 448 w 44778"/>
                    <a:gd name="connsiteY2" fmla="*/ 21270 h 44778"/>
                    <a:gd name="connsiteX3" fmla="*/ 0 w 44778"/>
                    <a:gd name="connsiteY3" fmla="*/ 19479 h 44778"/>
                    <a:gd name="connsiteX4" fmla="*/ 448 w 44778"/>
                    <a:gd name="connsiteY4" fmla="*/ 17687 h 44778"/>
                    <a:gd name="connsiteX5" fmla="*/ 17464 w 44778"/>
                    <a:gd name="connsiteY5" fmla="*/ 672 h 44778"/>
                    <a:gd name="connsiteX6" fmla="*/ 20598 w 44778"/>
                    <a:gd name="connsiteY6" fmla="*/ 672 h 44778"/>
                    <a:gd name="connsiteX7" fmla="*/ 46569 w 44778"/>
                    <a:gd name="connsiteY7" fmla="*/ 26643 h 44778"/>
                    <a:gd name="connsiteX8" fmla="*/ 46569 w 44778"/>
                    <a:gd name="connsiteY8" fmla="*/ 29778 h 44778"/>
                    <a:gd name="connsiteX9" fmla="*/ 29554 w 44778"/>
                    <a:gd name="connsiteY9" fmla="*/ 46793 h 44778"/>
                    <a:gd name="connsiteX10" fmla="*/ 28210 w 44778"/>
                    <a:gd name="connsiteY10" fmla="*/ 47689 h 44778"/>
                    <a:gd name="connsiteX11" fmla="*/ 5373 w 44778"/>
                    <a:gd name="connsiteY11" fmla="*/ 19031 h 44778"/>
                    <a:gd name="connsiteX12" fmla="*/ 28210 w 44778"/>
                    <a:gd name="connsiteY12" fmla="*/ 41868 h 44778"/>
                    <a:gd name="connsiteX13" fmla="*/ 42092 w 44778"/>
                    <a:gd name="connsiteY13" fmla="*/ 27986 h 44778"/>
                    <a:gd name="connsiteX14" fmla="*/ 19255 w 44778"/>
                    <a:gd name="connsiteY14" fmla="*/ 5150 h 44778"/>
                    <a:gd name="connsiteX15" fmla="*/ 5373 w 44778"/>
                    <a:gd name="connsiteY15" fmla="*/ 19031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778" h="44778">
                      <a:moveTo>
                        <a:pt x="28210" y="47689"/>
                      </a:moveTo>
                      <a:cubicBezTo>
                        <a:pt x="27763" y="47689"/>
                        <a:pt x="26867" y="47689"/>
                        <a:pt x="26419" y="47241"/>
                      </a:cubicBezTo>
                      <a:lnTo>
                        <a:pt x="448" y="21270"/>
                      </a:lnTo>
                      <a:cubicBezTo>
                        <a:pt x="0" y="20822"/>
                        <a:pt x="0" y="20374"/>
                        <a:pt x="0" y="19479"/>
                      </a:cubicBezTo>
                      <a:cubicBezTo>
                        <a:pt x="0" y="18583"/>
                        <a:pt x="448" y="18135"/>
                        <a:pt x="448" y="17687"/>
                      </a:cubicBezTo>
                      <a:lnTo>
                        <a:pt x="17464" y="672"/>
                      </a:lnTo>
                      <a:cubicBezTo>
                        <a:pt x="18359" y="-224"/>
                        <a:pt x="19703" y="-224"/>
                        <a:pt x="20598" y="672"/>
                      </a:cubicBezTo>
                      <a:lnTo>
                        <a:pt x="46569" y="26643"/>
                      </a:lnTo>
                      <a:cubicBezTo>
                        <a:pt x="47465" y="27539"/>
                        <a:pt x="47465" y="28882"/>
                        <a:pt x="46569" y="29778"/>
                      </a:cubicBezTo>
                      <a:lnTo>
                        <a:pt x="29554" y="46793"/>
                      </a:lnTo>
                      <a:cubicBezTo>
                        <a:pt x="29554" y="47241"/>
                        <a:pt x="29106" y="47689"/>
                        <a:pt x="28210" y="47689"/>
                      </a:cubicBezTo>
                      <a:close/>
                      <a:moveTo>
                        <a:pt x="5373" y="19031"/>
                      </a:moveTo>
                      <a:lnTo>
                        <a:pt x="28210" y="41868"/>
                      </a:lnTo>
                      <a:lnTo>
                        <a:pt x="42092" y="27986"/>
                      </a:lnTo>
                      <a:lnTo>
                        <a:pt x="19255" y="5150"/>
                      </a:lnTo>
                      <a:lnTo>
                        <a:pt x="5373" y="1903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66" name="Freeform: Shape 4662">
                  <a:extLst>
                    <a:ext uri="{FF2B5EF4-FFF2-40B4-BE49-F238E27FC236}">
                      <a16:creationId xmlns:a16="http://schemas.microsoft.com/office/drawing/2014/main" id="{ABB5F441-63F1-43CE-EFF3-4D88E2CB9154}"/>
                    </a:ext>
                  </a:extLst>
                </p:cNvPr>
                <p:cNvSpPr/>
                <p:nvPr/>
              </p:nvSpPr>
              <p:spPr>
                <a:xfrm>
                  <a:off x="3808013" y="4847883"/>
                  <a:ext cx="71645" cy="71645"/>
                </a:xfrm>
                <a:custGeom>
                  <a:avLst/>
                  <a:gdLst>
                    <a:gd name="connsiteX0" fmla="*/ 21381 w 71645"/>
                    <a:gd name="connsiteY0" fmla="*/ 73324 h 71645"/>
                    <a:gd name="connsiteX1" fmla="*/ 21381 w 71645"/>
                    <a:gd name="connsiteY1" fmla="*/ 73324 h 71645"/>
                    <a:gd name="connsiteX2" fmla="*/ 16904 w 71645"/>
                    <a:gd name="connsiteY2" fmla="*/ 71533 h 71645"/>
                    <a:gd name="connsiteX3" fmla="*/ 1679 w 71645"/>
                    <a:gd name="connsiteY3" fmla="*/ 56309 h 71645"/>
                    <a:gd name="connsiteX4" fmla="*/ 1679 w 71645"/>
                    <a:gd name="connsiteY4" fmla="*/ 47801 h 71645"/>
                    <a:gd name="connsiteX5" fmla="*/ 45114 w 71645"/>
                    <a:gd name="connsiteY5" fmla="*/ 4366 h 71645"/>
                    <a:gd name="connsiteX6" fmla="*/ 67503 w 71645"/>
                    <a:gd name="connsiteY6" fmla="*/ 4366 h 71645"/>
                    <a:gd name="connsiteX7" fmla="*/ 69294 w 71645"/>
                    <a:gd name="connsiteY7" fmla="*/ 6157 h 71645"/>
                    <a:gd name="connsiteX8" fmla="*/ 69294 w 71645"/>
                    <a:gd name="connsiteY8" fmla="*/ 28546 h 71645"/>
                    <a:gd name="connsiteX9" fmla="*/ 25859 w 71645"/>
                    <a:gd name="connsiteY9" fmla="*/ 71981 h 71645"/>
                    <a:gd name="connsiteX10" fmla="*/ 21381 w 71645"/>
                    <a:gd name="connsiteY10" fmla="*/ 73324 h 71645"/>
                    <a:gd name="connsiteX11" fmla="*/ 56308 w 71645"/>
                    <a:gd name="connsiteY11" fmla="*/ 4366 h 71645"/>
                    <a:gd name="connsiteX12" fmla="*/ 48248 w 71645"/>
                    <a:gd name="connsiteY12" fmla="*/ 7500 h 71645"/>
                    <a:gd name="connsiteX13" fmla="*/ 4813 w 71645"/>
                    <a:gd name="connsiteY13" fmla="*/ 50935 h 71645"/>
                    <a:gd name="connsiteX14" fmla="*/ 4813 w 71645"/>
                    <a:gd name="connsiteY14" fmla="*/ 53174 h 71645"/>
                    <a:gd name="connsiteX15" fmla="*/ 20038 w 71645"/>
                    <a:gd name="connsiteY15" fmla="*/ 68399 h 71645"/>
                    <a:gd name="connsiteX16" fmla="*/ 20038 w 71645"/>
                    <a:gd name="connsiteY16" fmla="*/ 68399 h 71645"/>
                    <a:gd name="connsiteX17" fmla="*/ 20934 w 71645"/>
                    <a:gd name="connsiteY17" fmla="*/ 68847 h 71645"/>
                    <a:gd name="connsiteX18" fmla="*/ 20934 w 71645"/>
                    <a:gd name="connsiteY18" fmla="*/ 68847 h 71645"/>
                    <a:gd name="connsiteX19" fmla="*/ 21829 w 71645"/>
                    <a:gd name="connsiteY19" fmla="*/ 68399 h 71645"/>
                    <a:gd name="connsiteX20" fmla="*/ 65264 w 71645"/>
                    <a:gd name="connsiteY20" fmla="*/ 24964 h 71645"/>
                    <a:gd name="connsiteX21" fmla="*/ 65264 w 71645"/>
                    <a:gd name="connsiteY21" fmla="*/ 8844 h 71645"/>
                    <a:gd name="connsiteX22" fmla="*/ 63473 w 71645"/>
                    <a:gd name="connsiteY22" fmla="*/ 7053 h 71645"/>
                    <a:gd name="connsiteX23" fmla="*/ 56308 w 71645"/>
                    <a:gd name="connsiteY23" fmla="*/ 4366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1645" h="71645">
                      <a:moveTo>
                        <a:pt x="21381" y="73324"/>
                      </a:moveTo>
                      <a:cubicBezTo>
                        <a:pt x="21381" y="73324"/>
                        <a:pt x="21381" y="73324"/>
                        <a:pt x="21381" y="73324"/>
                      </a:cubicBezTo>
                      <a:cubicBezTo>
                        <a:pt x="19590" y="73324"/>
                        <a:pt x="18247" y="72877"/>
                        <a:pt x="16904" y="71533"/>
                      </a:cubicBezTo>
                      <a:lnTo>
                        <a:pt x="1679" y="56309"/>
                      </a:lnTo>
                      <a:cubicBezTo>
                        <a:pt x="-560" y="54070"/>
                        <a:pt x="-560" y="50040"/>
                        <a:pt x="1679" y="47801"/>
                      </a:cubicBezTo>
                      <a:lnTo>
                        <a:pt x="45114" y="4366"/>
                      </a:lnTo>
                      <a:cubicBezTo>
                        <a:pt x="50935" y="-1455"/>
                        <a:pt x="61234" y="-1455"/>
                        <a:pt x="67503" y="4366"/>
                      </a:cubicBezTo>
                      <a:lnTo>
                        <a:pt x="69294" y="6157"/>
                      </a:lnTo>
                      <a:cubicBezTo>
                        <a:pt x="75563" y="12426"/>
                        <a:pt x="75563" y="22277"/>
                        <a:pt x="69294" y="28546"/>
                      </a:cubicBezTo>
                      <a:lnTo>
                        <a:pt x="25859" y="71981"/>
                      </a:lnTo>
                      <a:cubicBezTo>
                        <a:pt x="24516" y="72877"/>
                        <a:pt x="22725" y="73324"/>
                        <a:pt x="21381" y="73324"/>
                      </a:cubicBezTo>
                      <a:close/>
                      <a:moveTo>
                        <a:pt x="56308" y="4366"/>
                      </a:moveTo>
                      <a:cubicBezTo>
                        <a:pt x="53174" y="4366"/>
                        <a:pt x="50487" y="5709"/>
                        <a:pt x="48248" y="7500"/>
                      </a:cubicBezTo>
                      <a:lnTo>
                        <a:pt x="4813" y="50935"/>
                      </a:lnTo>
                      <a:cubicBezTo>
                        <a:pt x="4366" y="51383"/>
                        <a:pt x="4366" y="52726"/>
                        <a:pt x="4813" y="53174"/>
                      </a:cubicBezTo>
                      <a:lnTo>
                        <a:pt x="20038" y="68399"/>
                      </a:lnTo>
                      <a:cubicBezTo>
                        <a:pt x="20038" y="68399"/>
                        <a:pt x="20038" y="68399"/>
                        <a:pt x="20038" y="68399"/>
                      </a:cubicBezTo>
                      <a:cubicBezTo>
                        <a:pt x="20486" y="68847"/>
                        <a:pt x="20934" y="68847"/>
                        <a:pt x="20934" y="68847"/>
                      </a:cubicBezTo>
                      <a:lnTo>
                        <a:pt x="20934" y="68847"/>
                      </a:lnTo>
                      <a:cubicBezTo>
                        <a:pt x="21381" y="68847"/>
                        <a:pt x="21829" y="68847"/>
                        <a:pt x="21829" y="68399"/>
                      </a:cubicBezTo>
                      <a:lnTo>
                        <a:pt x="65264" y="24964"/>
                      </a:lnTo>
                      <a:cubicBezTo>
                        <a:pt x="69742" y="20486"/>
                        <a:pt x="69742" y="13321"/>
                        <a:pt x="65264" y="8844"/>
                      </a:cubicBezTo>
                      <a:lnTo>
                        <a:pt x="63473" y="7053"/>
                      </a:lnTo>
                      <a:cubicBezTo>
                        <a:pt x="62130" y="5709"/>
                        <a:pt x="58995" y="4366"/>
                        <a:pt x="56308" y="436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67" name="Freeform: Shape 4663">
                  <a:extLst>
                    <a:ext uri="{FF2B5EF4-FFF2-40B4-BE49-F238E27FC236}">
                      <a16:creationId xmlns:a16="http://schemas.microsoft.com/office/drawing/2014/main" id="{02E4BEC1-C901-ED41-5B19-B9E9BD4E1204}"/>
                    </a:ext>
                  </a:extLst>
                </p:cNvPr>
                <p:cNvSpPr/>
                <p:nvPr/>
              </p:nvSpPr>
              <p:spPr>
                <a:xfrm>
                  <a:off x="3779467" y="4911356"/>
                  <a:ext cx="35823" cy="35823"/>
                </a:xfrm>
                <a:custGeom>
                  <a:avLst/>
                  <a:gdLst>
                    <a:gd name="connsiteX0" fmla="*/ 30673 w 35822"/>
                    <a:gd name="connsiteY0" fmla="*/ 38509 h 35822"/>
                    <a:gd name="connsiteX1" fmla="*/ 28882 w 35822"/>
                    <a:gd name="connsiteY1" fmla="*/ 38061 h 35822"/>
                    <a:gd name="connsiteX2" fmla="*/ 672 w 35822"/>
                    <a:gd name="connsiteY2" fmla="*/ 9851 h 35822"/>
                    <a:gd name="connsiteX3" fmla="*/ 672 w 35822"/>
                    <a:gd name="connsiteY3" fmla="*/ 6717 h 35822"/>
                    <a:gd name="connsiteX4" fmla="*/ 16344 w 35822"/>
                    <a:gd name="connsiteY4" fmla="*/ 0 h 35822"/>
                    <a:gd name="connsiteX5" fmla="*/ 32016 w 35822"/>
                    <a:gd name="connsiteY5" fmla="*/ 6717 h 35822"/>
                    <a:gd name="connsiteX6" fmla="*/ 32016 w 35822"/>
                    <a:gd name="connsiteY6" fmla="*/ 6717 h 35822"/>
                    <a:gd name="connsiteX7" fmla="*/ 32016 w 35822"/>
                    <a:gd name="connsiteY7" fmla="*/ 6717 h 35822"/>
                    <a:gd name="connsiteX8" fmla="*/ 38733 w 35822"/>
                    <a:gd name="connsiteY8" fmla="*/ 22389 h 35822"/>
                    <a:gd name="connsiteX9" fmla="*/ 32016 w 35822"/>
                    <a:gd name="connsiteY9" fmla="*/ 38061 h 35822"/>
                    <a:gd name="connsiteX10" fmla="*/ 30673 w 35822"/>
                    <a:gd name="connsiteY10" fmla="*/ 38509 h 35822"/>
                    <a:gd name="connsiteX11" fmla="*/ 5597 w 35822"/>
                    <a:gd name="connsiteY11" fmla="*/ 8060 h 35822"/>
                    <a:gd name="connsiteX12" fmla="*/ 30673 w 35822"/>
                    <a:gd name="connsiteY12" fmla="*/ 33136 h 35822"/>
                    <a:gd name="connsiteX13" fmla="*/ 34255 w 35822"/>
                    <a:gd name="connsiteY13" fmla="*/ 22389 h 35822"/>
                    <a:gd name="connsiteX14" fmla="*/ 28882 w 35822"/>
                    <a:gd name="connsiteY14" fmla="*/ 9851 h 35822"/>
                    <a:gd name="connsiteX15" fmla="*/ 28882 w 35822"/>
                    <a:gd name="connsiteY15" fmla="*/ 9851 h 35822"/>
                    <a:gd name="connsiteX16" fmla="*/ 5597 w 35822"/>
                    <a:gd name="connsiteY16" fmla="*/ 8060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822" h="35822">
                      <a:moveTo>
                        <a:pt x="30673" y="38509"/>
                      </a:moveTo>
                      <a:cubicBezTo>
                        <a:pt x="30225" y="38509"/>
                        <a:pt x="29330" y="38061"/>
                        <a:pt x="28882" y="38061"/>
                      </a:cubicBezTo>
                      <a:lnTo>
                        <a:pt x="672" y="9851"/>
                      </a:lnTo>
                      <a:cubicBezTo>
                        <a:pt x="-224" y="8956"/>
                        <a:pt x="-224" y="7612"/>
                        <a:pt x="672" y="6717"/>
                      </a:cubicBezTo>
                      <a:cubicBezTo>
                        <a:pt x="4702" y="2687"/>
                        <a:pt x="10523" y="0"/>
                        <a:pt x="16344" y="0"/>
                      </a:cubicBezTo>
                      <a:cubicBezTo>
                        <a:pt x="22165" y="0"/>
                        <a:pt x="27987" y="2239"/>
                        <a:pt x="32016" y="6717"/>
                      </a:cubicBezTo>
                      <a:lnTo>
                        <a:pt x="32016" y="6717"/>
                      </a:lnTo>
                      <a:lnTo>
                        <a:pt x="32016" y="6717"/>
                      </a:lnTo>
                      <a:cubicBezTo>
                        <a:pt x="36047" y="10747"/>
                        <a:pt x="38733" y="16568"/>
                        <a:pt x="38733" y="22389"/>
                      </a:cubicBezTo>
                      <a:cubicBezTo>
                        <a:pt x="38733" y="28210"/>
                        <a:pt x="36494" y="34032"/>
                        <a:pt x="32016" y="38061"/>
                      </a:cubicBezTo>
                      <a:cubicBezTo>
                        <a:pt x="31569" y="38061"/>
                        <a:pt x="31121" y="38509"/>
                        <a:pt x="30673" y="38509"/>
                      </a:cubicBezTo>
                      <a:close/>
                      <a:moveTo>
                        <a:pt x="5597" y="8060"/>
                      </a:moveTo>
                      <a:lnTo>
                        <a:pt x="30673" y="33136"/>
                      </a:lnTo>
                      <a:cubicBezTo>
                        <a:pt x="32912" y="30001"/>
                        <a:pt x="34255" y="26419"/>
                        <a:pt x="34255" y="22389"/>
                      </a:cubicBezTo>
                      <a:cubicBezTo>
                        <a:pt x="34255" y="17464"/>
                        <a:pt x="32464" y="12986"/>
                        <a:pt x="28882" y="9851"/>
                      </a:cubicBezTo>
                      <a:lnTo>
                        <a:pt x="28882" y="9851"/>
                      </a:lnTo>
                      <a:cubicBezTo>
                        <a:pt x="22613" y="3135"/>
                        <a:pt x="12314" y="2687"/>
                        <a:pt x="5597" y="806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68" name="Freeform: Shape 4664">
                  <a:extLst>
                    <a:ext uri="{FF2B5EF4-FFF2-40B4-BE49-F238E27FC236}">
                      <a16:creationId xmlns:a16="http://schemas.microsoft.com/office/drawing/2014/main" id="{78C5C260-1777-439D-7E56-1439B9CEE48D}"/>
                    </a:ext>
                  </a:extLst>
                </p:cNvPr>
                <p:cNvSpPr/>
                <p:nvPr/>
              </p:nvSpPr>
              <p:spPr>
                <a:xfrm>
                  <a:off x="3775213" y="4933745"/>
                  <a:ext cx="17911" cy="17911"/>
                </a:xfrm>
                <a:custGeom>
                  <a:avLst/>
                  <a:gdLst>
                    <a:gd name="connsiteX0" fmla="*/ 17463 w 17911"/>
                    <a:gd name="connsiteY0" fmla="*/ 19703 h 17911"/>
                    <a:gd name="connsiteX1" fmla="*/ 17463 w 17911"/>
                    <a:gd name="connsiteY1" fmla="*/ 19703 h 17911"/>
                    <a:gd name="connsiteX2" fmla="*/ 5373 w 17911"/>
                    <a:gd name="connsiteY2" fmla="*/ 14329 h 17911"/>
                    <a:gd name="connsiteX3" fmla="*/ 0 w 17911"/>
                    <a:gd name="connsiteY3" fmla="*/ 2239 h 17911"/>
                    <a:gd name="connsiteX4" fmla="*/ 2239 w 17911"/>
                    <a:gd name="connsiteY4" fmla="*/ 0 h 17911"/>
                    <a:gd name="connsiteX5" fmla="*/ 4478 w 17911"/>
                    <a:gd name="connsiteY5" fmla="*/ 2239 h 17911"/>
                    <a:gd name="connsiteX6" fmla="*/ 8508 w 17911"/>
                    <a:gd name="connsiteY6" fmla="*/ 11195 h 17911"/>
                    <a:gd name="connsiteX7" fmla="*/ 17463 w 17911"/>
                    <a:gd name="connsiteY7" fmla="*/ 15225 h 17911"/>
                    <a:gd name="connsiteX8" fmla="*/ 19702 w 17911"/>
                    <a:gd name="connsiteY8" fmla="*/ 17464 h 17911"/>
                    <a:gd name="connsiteX9" fmla="*/ 17463 w 17911"/>
                    <a:gd name="connsiteY9" fmla="*/ 19703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17463" y="19703"/>
                      </a:moveTo>
                      <a:cubicBezTo>
                        <a:pt x="17463" y="19703"/>
                        <a:pt x="17463" y="19703"/>
                        <a:pt x="17463" y="19703"/>
                      </a:cubicBezTo>
                      <a:cubicBezTo>
                        <a:pt x="12986" y="19703"/>
                        <a:pt x="8508" y="17464"/>
                        <a:pt x="5373" y="14329"/>
                      </a:cubicBezTo>
                      <a:cubicBezTo>
                        <a:pt x="2239" y="11195"/>
                        <a:pt x="448" y="7165"/>
                        <a:pt x="0" y="2239"/>
                      </a:cubicBezTo>
                      <a:cubicBezTo>
                        <a:pt x="0" y="896"/>
                        <a:pt x="896" y="0"/>
                        <a:pt x="2239" y="0"/>
                      </a:cubicBezTo>
                      <a:cubicBezTo>
                        <a:pt x="3582" y="0"/>
                        <a:pt x="4478" y="896"/>
                        <a:pt x="4478" y="2239"/>
                      </a:cubicBezTo>
                      <a:cubicBezTo>
                        <a:pt x="4478" y="5821"/>
                        <a:pt x="5821" y="8956"/>
                        <a:pt x="8508" y="11195"/>
                      </a:cubicBezTo>
                      <a:cubicBezTo>
                        <a:pt x="10747" y="13433"/>
                        <a:pt x="13881" y="14777"/>
                        <a:pt x="17463" y="15225"/>
                      </a:cubicBezTo>
                      <a:cubicBezTo>
                        <a:pt x="18807" y="15225"/>
                        <a:pt x="19702" y="16120"/>
                        <a:pt x="19702" y="17464"/>
                      </a:cubicBezTo>
                      <a:cubicBezTo>
                        <a:pt x="19702" y="18807"/>
                        <a:pt x="18359" y="19703"/>
                        <a:pt x="17463" y="1970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69" name="Freeform: Shape 4665">
                  <a:extLst>
                    <a:ext uri="{FF2B5EF4-FFF2-40B4-BE49-F238E27FC236}">
                      <a16:creationId xmlns:a16="http://schemas.microsoft.com/office/drawing/2014/main" id="{70AB0451-ECEB-47C5-B1A1-EEF2016FA644}"/>
                    </a:ext>
                  </a:extLst>
                </p:cNvPr>
                <p:cNvSpPr/>
                <p:nvPr/>
              </p:nvSpPr>
              <p:spPr>
                <a:xfrm>
                  <a:off x="3758645" y="4934193"/>
                  <a:ext cx="35823" cy="35823"/>
                </a:xfrm>
                <a:custGeom>
                  <a:avLst/>
                  <a:gdLst>
                    <a:gd name="connsiteX0" fmla="*/ 33584 w 35822"/>
                    <a:gd name="connsiteY0" fmla="*/ 35823 h 35822"/>
                    <a:gd name="connsiteX1" fmla="*/ 33584 w 35822"/>
                    <a:gd name="connsiteY1" fmla="*/ 35823 h 35822"/>
                    <a:gd name="connsiteX2" fmla="*/ 9851 w 35822"/>
                    <a:gd name="connsiteY2" fmla="*/ 25971 h 35822"/>
                    <a:gd name="connsiteX3" fmla="*/ 0 w 35822"/>
                    <a:gd name="connsiteY3" fmla="*/ 2239 h 35822"/>
                    <a:gd name="connsiteX4" fmla="*/ 2239 w 35822"/>
                    <a:gd name="connsiteY4" fmla="*/ 0 h 35822"/>
                    <a:gd name="connsiteX5" fmla="*/ 4478 w 35822"/>
                    <a:gd name="connsiteY5" fmla="*/ 2239 h 35822"/>
                    <a:gd name="connsiteX6" fmla="*/ 12986 w 35822"/>
                    <a:gd name="connsiteY6" fmla="*/ 22837 h 35822"/>
                    <a:gd name="connsiteX7" fmla="*/ 33584 w 35822"/>
                    <a:gd name="connsiteY7" fmla="*/ 31345 h 35822"/>
                    <a:gd name="connsiteX8" fmla="*/ 35823 w 35822"/>
                    <a:gd name="connsiteY8" fmla="*/ 33584 h 35822"/>
                    <a:gd name="connsiteX9" fmla="*/ 33584 w 35822"/>
                    <a:gd name="connsiteY9" fmla="*/ 35823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22" h="35822">
                      <a:moveTo>
                        <a:pt x="33584" y="35823"/>
                      </a:moveTo>
                      <a:cubicBezTo>
                        <a:pt x="33584" y="35823"/>
                        <a:pt x="33584" y="35823"/>
                        <a:pt x="33584" y="35823"/>
                      </a:cubicBezTo>
                      <a:cubicBezTo>
                        <a:pt x="24628" y="35823"/>
                        <a:pt x="16120" y="32240"/>
                        <a:pt x="9851" y="25971"/>
                      </a:cubicBezTo>
                      <a:cubicBezTo>
                        <a:pt x="3582" y="19702"/>
                        <a:pt x="0" y="11195"/>
                        <a:pt x="0" y="2239"/>
                      </a:cubicBezTo>
                      <a:cubicBezTo>
                        <a:pt x="0" y="895"/>
                        <a:pt x="896" y="0"/>
                        <a:pt x="2239" y="0"/>
                      </a:cubicBezTo>
                      <a:cubicBezTo>
                        <a:pt x="3582" y="0"/>
                        <a:pt x="4478" y="895"/>
                        <a:pt x="4478" y="2239"/>
                      </a:cubicBezTo>
                      <a:cubicBezTo>
                        <a:pt x="4478" y="9851"/>
                        <a:pt x="7612" y="17463"/>
                        <a:pt x="12986" y="22837"/>
                      </a:cubicBezTo>
                      <a:cubicBezTo>
                        <a:pt x="18359" y="28210"/>
                        <a:pt x="25524" y="31345"/>
                        <a:pt x="33584" y="31345"/>
                      </a:cubicBezTo>
                      <a:cubicBezTo>
                        <a:pt x="34927" y="31345"/>
                        <a:pt x="35823" y="32240"/>
                        <a:pt x="35823" y="33584"/>
                      </a:cubicBezTo>
                      <a:cubicBezTo>
                        <a:pt x="35823" y="34927"/>
                        <a:pt x="34927" y="35823"/>
                        <a:pt x="33584" y="3582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70" name="Freeform: Shape 4666">
                  <a:extLst>
                    <a:ext uri="{FF2B5EF4-FFF2-40B4-BE49-F238E27FC236}">
                      <a16:creationId xmlns:a16="http://schemas.microsoft.com/office/drawing/2014/main" id="{285ECB4A-6EB3-DF4E-60AB-73ECC33C7382}"/>
                    </a:ext>
                  </a:extLst>
                </p:cNvPr>
                <p:cNvSpPr/>
                <p:nvPr/>
              </p:nvSpPr>
              <p:spPr>
                <a:xfrm>
                  <a:off x="3742525" y="4935088"/>
                  <a:ext cx="49256" cy="49256"/>
                </a:xfrm>
                <a:custGeom>
                  <a:avLst/>
                  <a:gdLst>
                    <a:gd name="connsiteX0" fmla="*/ 49256 w 49255"/>
                    <a:gd name="connsiteY0" fmla="*/ 51495 h 49255"/>
                    <a:gd name="connsiteX1" fmla="*/ 49256 w 49255"/>
                    <a:gd name="connsiteY1" fmla="*/ 51495 h 49255"/>
                    <a:gd name="connsiteX2" fmla="*/ 14329 w 49255"/>
                    <a:gd name="connsiteY2" fmla="*/ 37166 h 49255"/>
                    <a:gd name="connsiteX3" fmla="*/ 0 w 49255"/>
                    <a:gd name="connsiteY3" fmla="*/ 2239 h 49255"/>
                    <a:gd name="connsiteX4" fmla="*/ 2239 w 49255"/>
                    <a:gd name="connsiteY4" fmla="*/ 0 h 49255"/>
                    <a:gd name="connsiteX5" fmla="*/ 2239 w 49255"/>
                    <a:gd name="connsiteY5" fmla="*/ 0 h 49255"/>
                    <a:gd name="connsiteX6" fmla="*/ 4478 w 49255"/>
                    <a:gd name="connsiteY6" fmla="*/ 2239 h 49255"/>
                    <a:gd name="connsiteX7" fmla="*/ 17463 w 49255"/>
                    <a:gd name="connsiteY7" fmla="*/ 34032 h 49255"/>
                    <a:gd name="connsiteX8" fmla="*/ 49256 w 49255"/>
                    <a:gd name="connsiteY8" fmla="*/ 47017 h 49255"/>
                    <a:gd name="connsiteX9" fmla="*/ 51495 w 49255"/>
                    <a:gd name="connsiteY9" fmla="*/ 49256 h 49255"/>
                    <a:gd name="connsiteX10" fmla="*/ 49256 w 49255"/>
                    <a:gd name="connsiteY10" fmla="*/ 51495 h 4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255" h="49255">
                      <a:moveTo>
                        <a:pt x="49256" y="51495"/>
                      </a:moveTo>
                      <a:cubicBezTo>
                        <a:pt x="49256" y="51495"/>
                        <a:pt x="49256" y="51495"/>
                        <a:pt x="49256" y="51495"/>
                      </a:cubicBezTo>
                      <a:cubicBezTo>
                        <a:pt x="35823" y="51495"/>
                        <a:pt x="23284" y="46122"/>
                        <a:pt x="14329" y="37166"/>
                      </a:cubicBezTo>
                      <a:cubicBezTo>
                        <a:pt x="4925" y="27763"/>
                        <a:pt x="0" y="15225"/>
                        <a:pt x="0" y="2239"/>
                      </a:cubicBezTo>
                      <a:cubicBezTo>
                        <a:pt x="0" y="896"/>
                        <a:pt x="895" y="0"/>
                        <a:pt x="2239" y="0"/>
                      </a:cubicBezTo>
                      <a:cubicBezTo>
                        <a:pt x="2239" y="0"/>
                        <a:pt x="2239" y="0"/>
                        <a:pt x="2239" y="0"/>
                      </a:cubicBezTo>
                      <a:cubicBezTo>
                        <a:pt x="3582" y="0"/>
                        <a:pt x="4478" y="896"/>
                        <a:pt x="4478" y="2239"/>
                      </a:cubicBezTo>
                      <a:cubicBezTo>
                        <a:pt x="4478" y="14329"/>
                        <a:pt x="8956" y="25972"/>
                        <a:pt x="17463" y="34032"/>
                      </a:cubicBezTo>
                      <a:cubicBezTo>
                        <a:pt x="25971" y="42539"/>
                        <a:pt x="37166" y="47017"/>
                        <a:pt x="49256" y="47017"/>
                      </a:cubicBezTo>
                      <a:cubicBezTo>
                        <a:pt x="50599" y="47017"/>
                        <a:pt x="51495" y="47913"/>
                        <a:pt x="51495" y="49256"/>
                      </a:cubicBezTo>
                      <a:cubicBezTo>
                        <a:pt x="51495" y="50152"/>
                        <a:pt x="50599" y="51495"/>
                        <a:pt x="49256" y="5149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771" name="Freeform: Shape 4667">
                <a:extLst>
                  <a:ext uri="{FF2B5EF4-FFF2-40B4-BE49-F238E27FC236}">
                    <a16:creationId xmlns:a16="http://schemas.microsoft.com/office/drawing/2014/main" id="{AE009E56-6FD4-A498-CC6B-64D3F05DF0EE}"/>
                  </a:ext>
                  <a:ext uri="{C183D7F6-B498-43B3-948B-1728B52AA6E4}">
                    <adec:decorative xmlns:adec="http://schemas.microsoft.com/office/drawing/2017/decorative" val="1"/>
                  </a:ext>
                </a:extLst>
              </p:cNvPr>
              <p:cNvSpPr>
                <a:spLocks noChangeAspect="1"/>
              </p:cNvSpPr>
              <p:nvPr/>
            </p:nvSpPr>
            <p:spPr>
              <a:xfrm>
                <a:off x="4209735" y="5628139"/>
                <a:ext cx="156724" cy="67167"/>
              </a:xfrm>
              <a:custGeom>
                <a:avLst/>
                <a:gdLst>
                  <a:gd name="connsiteX0" fmla="*/ 64033 w 156723"/>
                  <a:gd name="connsiteY0" fmla="*/ 68958 h 67167"/>
                  <a:gd name="connsiteX1" fmla="*/ 56868 w 156723"/>
                  <a:gd name="connsiteY1" fmla="*/ 68063 h 67167"/>
                  <a:gd name="connsiteX2" fmla="*/ 47465 w 156723"/>
                  <a:gd name="connsiteY2" fmla="*/ 64033 h 67167"/>
                  <a:gd name="connsiteX3" fmla="*/ 896 w 156723"/>
                  <a:gd name="connsiteY3" fmla="*/ 32240 h 67167"/>
                  <a:gd name="connsiteX4" fmla="*/ 0 w 156723"/>
                  <a:gd name="connsiteY4" fmla="*/ 30449 h 67167"/>
                  <a:gd name="connsiteX5" fmla="*/ 448 w 156723"/>
                  <a:gd name="connsiteY5" fmla="*/ 28658 h 67167"/>
                  <a:gd name="connsiteX6" fmla="*/ 7612 w 156723"/>
                  <a:gd name="connsiteY6" fmla="*/ 24180 h 67167"/>
                  <a:gd name="connsiteX7" fmla="*/ 19702 w 156723"/>
                  <a:gd name="connsiteY7" fmla="*/ 26867 h 67167"/>
                  <a:gd name="connsiteX8" fmla="*/ 51943 w 156723"/>
                  <a:gd name="connsiteY8" fmla="*/ 43435 h 67167"/>
                  <a:gd name="connsiteX9" fmla="*/ 59555 w 156723"/>
                  <a:gd name="connsiteY9" fmla="*/ 45674 h 67167"/>
                  <a:gd name="connsiteX10" fmla="*/ 67167 w 156723"/>
                  <a:gd name="connsiteY10" fmla="*/ 44778 h 67167"/>
                  <a:gd name="connsiteX11" fmla="*/ 107468 w 156723"/>
                  <a:gd name="connsiteY11" fmla="*/ 32240 h 67167"/>
                  <a:gd name="connsiteX12" fmla="*/ 110154 w 156723"/>
                  <a:gd name="connsiteY12" fmla="*/ 30897 h 67167"/>
                  <a:gd name="connsiteX13" fmla="*/ 112393 w 156723"/>
                  <a:gd name="connsiteY13" fmla="*/ 26867 h 67167"/>
                  <a:gd name="connsiteX14" fmla="*/ 109707 w 156723"/>
                  <a:gd name="connsiteY14" fmla="*/ 21046 h 67167"/>
                  <a:gd name="connsiteX15" fmla="*/ 104781 w 156723"/>
                  <a:gd name="connsiteY15" fmla="*/ 18807 h 67167"/>
                  <a:gd name="connsiteX16" fmla="*/ 71645 w 156723"/>
                  <a:gd name="connsiteY16" fmla="*/ 16568 h 67167"/>
                  <a:gd name="connsiteX17" fmla="*/ 57764 w 156723"/>
                  <a:gd name="connsiteY17" fmla="*/ 12538 h 67167"/>
                  <a:gd name="connsiteX18" fmla="*/ 52391 w 156723"/>
                  <a:gd name="connsiteY18" fmla="*/ 4478 h 67167"/>
                  <a:gd name="connsiteX19" fmla="*/ 52838 w 156723"/>
                  <a:gd name="connsiteY19" fmla="*/ 2687 h 67167"/>
                  <a:gd name="connsiteX20" fmla="*/ 54629 w 156723"/>
                  <a:gd name="connsiteY20" fmla="*/ 1791 h 67167"/>
                  <a:gd name="connsiteX21" fmla="*/ 106572 w 156723"/>
                  <a:gd name="connsiteY21" fmla="*/ 0 h 67167"/>
                  <a:gd name="connsiteX22" fmla="*/ 120453 w 156723"/>
                  <a:gd name="connsiteY22" fmla="*/ 1344 h 67167"/>
                  <a:gd name="connsiteX23" fmla="*/ 132543 w 156723"/>
                  <a:gd name="connsiteY23" fmla="*/ 7165 h 67167"/>
                  <a:gd name="connsiteX24" fmla="*/ 158963 w 156723"/>
                  <a:gd name="connsiteY24" fmla="*/ 23285 h 67167"/>
                  <a:gd name="connsiteX25" fmla="*/ 159858 w 156723"/>
                  <a:gd name="connsiteY25" fmla="*/ 25972 h 67167"/>
                  <a:gd name="connsiteX26" fmla="*/ 146425 w 156723"/>
                  <a:gd name="connsiteY26" fmla="*/ 66272 h 67167"/>
                  <a:gd name="connsiteX27" fmla="*/ 144186 w 156723"/>
                  <a:gd name="connsiteY27" fmla="*/ 67615 h 67167"/>
                  <a:gd name="connsiteX28" fmla="*/ 66272 w 156723"/>
                  <a:gd name="connsiteY28" fmla="*/ 67615 h 67167"/>
                  <a:gd name="connsiteX29" fmla="*/ 64033 w 156723"/>
                  <a:gd name="connsiteY29" fmla="*/ 68958 h 67167"/>
                  <a:gd name="connsiteX30" fmla="*/ 145081 w 156723"/>
                  <a:gd name="connsiteY30" fmla="*/ 66272 h 67167"/>
                  <a:gd name="connsiteX31" fmla="*/ 145081 w 156723"/>
                  <a:gd name="connsiteY31" fmla="*/ 66272 h 67167"/>
                  <a:gd name="connsiteX32" fmla="*/ 145081 w 156723"/>
                  <a:gd name="connsiteY32" fmla="*/ 66272 h 67167"/>
                  <a:gd name="connsiteX33" fmla="*/ 6269 w 156723"/>
                  <a:gd name="connsiteY33" fmla="*/ 30449 h 67167"/>
                  <a:gd name="connsiteX34" fmla="*/ 50152 w 156723"/>
                  <a:gd name="connsiteY34" fmla="*/ 60451 h 67167"/>
                  <a:gd name="connsiteX35" fmla="*/ 57764 w 156723"/>
                  <a:gd name="connsiteY35" fmla="*/ 64033 h 67167"/>
                  <a:gd name="connsiteX36" fmla="*/ 66272 w 156723"/>
                  <a:gd name="connsiteY36" fmla="*/ 64481 h 67167"/>
                  <a:gd name="connsiteX37" fmla="*/ 142842 w 156723"/>
                  <a:gd name="connsiteY37" fmla="*/ 64481 h 67167"/>
                  <a:gd name="connsiteX38" fmla="*/ 155380 w 156723"/>
                  <a:gd name="connsiteY38" fmla="*/ 27315 h 67167"/>
                  <a:gd name="connsiteX39" fmla="*/ 130304 w 156723"/>
                  <a:gd name="connsiteY39" fmla="*/ 12090 h 67167"/>
                  <a:gd name="connsiteX40" fmla="*/ 119558 w 156723"/>
                  <a:gd name="connsiteY40" fmla="*/ 6717 h 67167"/>
                  <a:gd name="connsiteX41" fmla="*/ 107020 w 156723"/>
                  <a:gd name="connsiteY41" fmla="*/ 5373 h 67167"/>
                  <a:gd name="connsiteX42" fmla="*/ 58659 w 156723"/>
                  <a:gd name="connsiteY42" fmla="*/ 6717 h 67167"/>
                  <a:gd name="connsiteX43" fmla="*/ 61346 w 156723"/>
                  <a:gd name="connsiteY43" fmla="*/ 9404 h 67167"/>
                  <a:gd name="connsiteX44" fmla="*/ 72541 w 156723"/>
                  <a:gd name="connsiteY44" fmla="*/ 12538 h 67167"/>
                  <a:gd name="connsiteX45" fmla="*/ 105676 w 156723"/>
                  <a:gd name="connsiteY45" fmla="*/ 14777 h 67167"/>
                  <a:gd name="connsiteX46" fmla="*/ 113289 w 156723"/>
                  <a:gd name="connsiteY46" fmla="*/ 17911 h 67167"/>
                  <a:gd name="connsiteX47" fmla="*/ 117767 w 156723"/>
                  <a:gd name="connsiteY47" fmla="*/ 27315 h 67167"/>
                  <a:gd name="connsiteX48" fmla="*/ 113736 w 156723"/>
                  <a:gd name="connsiteY48" fmla="*/ 34927 h 67167"/>
                  <a:gd name="connsiteX49" fmla="*/ 109707 w 156723"/>
                  <a:gd name="connsiteY49" fmla="*/ 37166 h 67167"/>
                  <a:gd name="connsiteX50" fmla="*/ 69406 w 156723"/>
                  <a:gd name="connsiteY50" fmla="*/ 49704 h 67167"/>
                  <a:gd name="connsiteX51" fmla="*/ 60003 w 156723"/>
                  <a:gd name="connsiteY51" fmla="*/ 51047 h 67167"/>
                  <a:gd name="connsiteX52" fmla="*/ 50599 w 156723"/>
                  <a:gd name="connsiteY52" fmla="*/ 48361 h 67167"/>
                  <a:gd name="connsiteX53" fmla="*/ 18359 w 156723"/>
                  <a:gd name="connsiteY53" fmla="*/ 31345 h 67167"/>
                  <a:gd name="connsiteX54" fmla="*/ 9403 w 156723"/>
                  <a:gd name="connsiteY54" fmla="*/ 29106 h 67167"/>
                  <a:gd name="connsiteX55" fmla="*/ 6269 w 156723"/>
                  <a:gd name="connsiteY55" fmla="*/ 30449 h 6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56723" h="67167">
                    <a:moveTo>
                      <a:pt x="64033" y="68958"/>
                    </a:moveTo>
                    <a:cubicBezTo>
                      <a:pt x="61346" y="68958"/>
                      <a:pt x="59107" y="68511"/>
                      <a:pt x="56868" y="68063"/>
                    </a:cubicBezTo>
                    <a:cubicBezTo>
                      <a:pt x="53734" y="67167"/>
                      <a:pt x="50599" y="66272"/>
                      <a:pt x="47465" y="64033"/>
                    </a:cubicBezTo>
                    <a:lnTo>
                      <a:pt x="896" y="32240"/>
                    </a:lnTo>
                    <a:cubicBezTo>
                      <a:pt x="448" y="31793"/>
                      <a:pt x="0" y="31345"/>
                      <a:pt x="0" y="30449"/>
                    </a:cubicBezTo>
                    <a:cubicBezTo>
                      <a:pt x="0" y="30001"/>
                      <a:pt x="0" y="29106"/>
                      <a:pt x="448" y="28658"/>
                    </a:cubicBezTo>
                    <a:cubicBezTo>
                      <a:pt x="2687" y="26419"/>
                      <a:pt x="5373" y="24628"/>
                      <a:pt x="7612" y="24180"/>
                    </a:cubicBezTo>
                    <a:cubicBezTo>
                      <a:pt x="12090" y="23285"/>
                      <a:pt x="16568" y="25524"/>
                      <a:pt x="19702" y="26867"/>
                    </a:cubicBezTo>
                    <a:lnTo>
                      <a:pt x="51943" y="43435"/>
                    </a:lnTo>
                    <a:cubicBezTo>
                      <a:pt x="54629" y="44778"/>
                      <a:pt x="57316" y="45226"/>
                      <a:pt x="59555" y="45674"/>
                    </a:cubicBezTo>
                    <a:cubicBezTo>
                      <a:pt x="62242" y="45674"/>
                      <a:pt x="65376" y="45226"/>
                      <a:pt x="67167" y="44778"/>
                    </a:cubicBezTo>
                    <a:lnTo>
                      <a:pt x="107468" y="32240"/>
                    </a:lnTo>
                    <a:cubicBezTo>
                      <a:pt x="108363" y="31793"/>
                      <a:pt x="109707" y="31345"/>
                      <a:pt x="110154" y="30897"/>
                    </a:cubicBezTo>
                    <a:cubicBezTo>
                      <a:pt x="111498" y="30001"/>
                      <a:pt x="112393" y="28658"/>
                      <a:pt x="112393" y="26867"/>
                    </a:cubicBezTo>
                    <a:cubicBezTo>
                      <a:pt x="112393" y="24628"/>
                      <a:pt x="111498" y="22837"/>
                      <a:pt x="109707" y="21046"/>
                    </a:cubicBezTo>
                    <a:cubicBezTo>
                      <a:pt x="107915" y="19703"/>
                      <a:pt x="106124" y="18807"/>
                      <a:pt x="104781" y="18807"/>
                    </a:cubicBezTo>
                    <a:lnTo>
                      <a:pt x="71645" y="16568"/>
                    </a:lnTo>
                    <a:cubicBezTo>
                      <a:pt x="66272" y="16568"/>
                      <a:pt x="61346" y="15225"/>
                      <a:pt x="57764" y="12538"/>
                    </a:cubicBezTo>
                    <a:cubicBezTo>
                      <a:pt x="55077" y="10299"/>
                      <a:pt x="53286" y="7612"/>
                      <a:pt x="52391" y="4478"/>
                    </a:cubicBezTo>
                    <a:cubicBezTo>
                      <a:pt x="52391" y="4030"/>
                      <a:pt x="52391" y="3135"/>
                      <a:pt x="52838" y="2687"/>
                    </a:cubicBezTo>
                    <a:cubicBezTo>
                      <a:pt x="53286" y="2239"/>
                      <a:pt x="53734" y="1791"/>
                      <a:pt x="54629" y="1791"/>
                    </a:cubicBezTo>
                    <a:lnTo>
                      <a:pt x="106572" y="0"/>
                    </a:lnTo>
                    <a:cubicBezTo>
                      <a:pt x="111945" y="0"/>
                      <a:pt x="116423" y="448"/>
                      <a:pt x="120453" y="1344"/>
                    </a:cubicBezTo>
                    <a:cubicBezTo>
                      <a:pt x="124483" y="2687"/>
                      <a:pt x="128065" y="4478"/>
                      <a:pt x="132543" y="7165"/>
                    </a:cubicBezTo>
                    <a:lnTo>
                      <a:pt x="158963" y="23285"/>
                    </a:lnTo>
                    <a:cubicBezTo>
                      <a:pt x="159858" y="23733"/>
                      <a:pt x="160306" y="25076"/>
                      <a:pt x="159858" y="25972"/>
                    </a:cubicBezTo>
                    <a:lnTo>
                      <a:pt x="146425" y="66272"/>
                    </a:lnTo>
                    <a:cubicBezTo>
                      <a:pt x="145977" y="67167"/>
                      <a:pt x="145081" y="67615"/>
                      <a:pt x="144186" y="67615"/>
                    </a:cubicBezTo>
                    <a:lnTo>
                      <a:pt x="66272" y="67615"/>
                    </a:lnTo>
                    <a:cubicBezTo>
                      <a:pt x="65824" y="68958"/>
                      <a:pt x="64928" y="68958"/>
                      <a:pt x="64033" y="68958"/>
                    </a:cubicBezTo>
                    <a:close/>
                    <a:moveTo>
                      <a:pt x="145081" y="66272"/>
                    </a:moveTo>
                    <a:lnTo>
                      <a:pt x="145081" y="66272"/>
                    </a:lnTo>
                    <a:lnTo>
                      <a:pt x="145081" y="66272"/>
                    </a:lnTo>
                    <a:close/>
                    <a:moveTo>
                      <a:pt x="6269" y="30449"/>
                    </a:moveTo>
                    <a:lnTo>
                      <a:pt x="50152" y="60451"/>
                    </a:lnTo>
                    <a:cubicBezTo>
                      <a:pt x="52838" y="62242"/>
                      <a:pt x="55525" y="63137"/>
                      <a:pt x="57764" y="64033"/>
                    </a:cubicBezTo>
                    <a:cubicBezTo>
                      <a:pt x="60003" y="64481"/>
                      <a:pt x="62689" y="64928"/>
                      <a:pt x="66272" y="64481"/>
                    </a:cubicBezTo>
                    <a:lnTo>
                      <a:pt x="142842" y="64481"/>
                    </a:lnTo>
                    <a:lnTo>
                      <a:pt x="155380" y="27315"/>
                    </a:lnTo>
                    <a:lnTo>
                      <a:pt x="130304" y="12090"/>
                    </a:lnTo>
                    <a:cubicBezTo>
                      <a:pt x="126275" y="9404"/>
                      <a:pt x="123140" y="7612"/>
                      <a:pt x="119558" y="6717"/>
                    </a:cubicBezTo>
                    <a:cubicBezTo>
                      <a:pt x="115975" y="5821"/>
                      <a:pt x="111945" y="5373"/>
                      <a:pt x="107020" y="5373"/>
                    </a:cubicBezTo>
                    <a:lnTo>
                      <a:pt x="58659" y="6717"/>
                    </a:lnTo>
                    <a:cubicBezTo>
                      <a:pt x="59555" y="7612"/>
                      <a:pt x="60003" y="8956"/>
                      <a:pt x="61346" y="9404"/>
                    </a:cubicBezTo>
                    <a:cubicBezTo>
                      <a:pt x="64033" y="11642"/>
                      <a:pt x="68063" y="12538"/>
                      <a:pt x="72541" y="12538"/>
                    </a:cubicBezTo>
                    <a:lnTo>
                      <a:pt x="105676" y="14777"/>
                    </a:lnTo>
                    <a:cubicBezTo>
                      <a:pt x="107915" y="14777"/>
                      <a:pt x="110602" y="15672"/>
                      <a:pt x="113289" y="17911"/>
                    </a:cubicBezTo>
                    <a:cubicBezTo>
                      <a:pt x="115975" y="20150"/>
                      <a:pt x="117767" y="23733"/>
                      <a:pt x="117767" y="27315"/>
                    </a:cubicBezTo>
                    <a:cubicBezTo>
                      <a:pt x="117767" y="30449"/>
                      <a:pt x="115975" y="33136"/>
                      <a:pt x="113736" y="34927"/>
                    </a:cubicBezTo>
                    <a:cubicBezTo>
                      <a:pt x="112393" y="35823"/>
                      <a:pt x="111050" y="36270"/>
                      <a:pt x="109707" y="37166"/>
                    </a:cubicBezTo>
                    <a:lnTo>
                      <a:pt x="69406" y="49704"/>
                    </a:lnTo>
                    <a:cubicBezTo>
                      <a:pt x="66719" y="50600"/>
                      <a:pt x="63137" y="51047"/>
                      <a:pt x="60003" y="51047"/>
                    </a:cubicBezTo>
                    <a:cubicBezTo>
                      <a:pt x="56868" y="51047"/>
                      <a:pt x="53734" y="50152"/>
                      <a:pt x="50599" y="48361"/>
                    </a:cubicBezTo>
                    <a:lnTo>
                      <a:pt x="18359" y="31345"/>
                    </a:lnTo>
                    <a:cubicBezTo>
                      <a:pt x="16120" y="30001"/>
                      <a:pt x="12538" y="28658"/>
                      <a:pt x="9403" y="29106"/>
                    </a:cubicBezTo>
                    <a:cubicBezTo>
                      <a:pt x="8060" y="29106"/>
                      <a:pt x="7164" y="29554"/>
                      <a:pt x="6269" y="3044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772" name="Group 4668">
                <a:extLst>
                  <a:ext uri="{FF2B5EF4-FFF2-40B4-BE49-F238E27FC236}">
                    <a16:creationId xmlns:a16="http://schemas.microsoft.com/office/drawing/2014/main" id="{190C3A87-EB35-DD9E-87DE-4EFD5593B0C8}"/>
                  </a:ext>
                  <a:ext uri="{C183D7F6-B498-43B3-948B-1728B52AA6E4}">
                    <adec:decorative xmlns:adec="http://schemas.microsoft.com/office/drawing/2017/decorative" val="1"/>
                  </a:ext>
                </a:extLst>
              </p:cNvPr>
              <p:cNvGrpSpPr>
                <a:grpSpLocks noChangeAspect="1"/>
              </p:cNvGrpSpPr>
              <p:nvPr/>
            </p:nvGrpSpPr>
            <p:grpSpPr>
              <a:xfrm>
                <a:off x="3958529" y="5610675"/>
                <a:ext cx="149112" cy="98512"/>
                <a:chOff x="4009850" y="4879563"/>
                <a:chExt cx="149112" cy="98512"/>
              </a:xfrm>
            </p:grpSpPr>
            <p:sp>
              <p:nvSpPr>
                <p:cNvPr id="773" name="Freeform: Shape 4669">
                  <a:extLst>
                    <a:ext uri="{FF2B5EF4-FFF2-40B4-BE49-F238E27FC236}">
                      <a16:creationId xmlns:a16="http://schemas.microsoft.com/office/drawing/2014/main" id="{871111AE-5781-D92C-EB4A-A38DA8FBE1EC}"/>
                    </a:ext>
                  </a:extLst>
                </p:cNvPr>
                <p:cNvSpPr/>
                <p:nvPr/>
              </p:nvSpPr>
              <p:spPr>
                <a:xfrm>
                  <a:off x="4009850" y="4879563"/>
                  <a:ext cx="71645" cy="98512"/>
                </a:xfrm>
                <a:custGeom>
                  <a:avLst/>
                  <a:gdLst>
                    <a:gd name="connsiteX0" fmla="*/ 72093 w 71645"/>
                    <a:gd name="connsiteY0" fmla="*/ 99408 h 98511"/>
                    <a:gd name="connsiteX1" fmla="*/ 39405 w 71645"/>
                    <a:gd name="connsiteY1" fmla="*/ 99408 h 98511"/>
                    <a:gd name="connsiteX2" fmla="*/ 37614 w 71645"/>
                    <a:gd name="connsiteY2" fmla="*/ 98512 h 98511"/>
                    <a:gd name="connsiteX3" fmla="*/ 6269 w 71645"/>
                    <a:gd name="connsiteY3" fmla="*/ 59555 h 98511"/>
                    <a:gd name="connsiteX4" fmla="*/ 1344 w 71645"/>
                    <a:gd name="connsiteY4" fmla="*/ 51943 h 98511"/>
                    <a:gd name="connsiteX5" fmla="*/ 0 w 71645"/>
                    <a:gd name="connsiteY5" fmla="*/ 44330 h 98511"/>
                    <a:gd name="connsiteX6" fmla="*/ 0 w 71645"/>
                    <a:gd name="connsiteY6" fmla="*/ 2239 h 98511"/>
                    <a:gd name="connsiteX7" fmla="*/ 896 w 71645"/>
                    <a:gd name="connsiteY7" fmla="*/ 448 h 98511"/>
                    <a:gd name="connsiteX8" fmla="*/ 2687 w 71645"/>
                    <a:gd name="connsiteY8" fmla="*/ 0 h 98511"/>
                    <a:gd name="connsiteX9" fmla="*/ 13433 w 71645"/>
                    <a:gd name="connsiteY9" fmla="*/ 4030 h 98511"/>
                    <a:gd name="connsiteX10" fmla="*/ 17016 w 71645"/>
                    <a:gd name="connsiteY10" fmla="*/ 11642 h 98511"/>
                    <a:gd name="connsiteX11" fmla="*/ 20150 w 71645"/>
                    <a:gd name="connsiteY11" fmla="*/ 38509 h 98511"/>
                    <a:gd name="connsiteX12" fmla="*/ 21941 w 71645"/>
                    <a:gd name="connsiteY12" fmla="*/ 43883 h 98511"/>
                    <a:gd name="connsiteX13" fmla="*/ 25972 w 71645"/>
                    <a:gd name="connsiteY13" fmla="*/ 47913 h 98511"/>
                    <a:gd name="connsiteX14" fmla="*/ 47465 w 71645"/>
                    <a:gd name="connsiteY14" fmla="*/ 67615 h 98511"/>
                    <a:gd name="connsiteX15" fmla="*/ 49256 w 71645"/>
                    <a:gd name="connsiteY15" fmla="*/ 68511 h 98511"/>
                    <a:gd name="connsiteX16" fmla="*/ 51047 w 71645"/>
                    <a:gd name="connsiteY16" fmla="*/ 65376 h 98511"/>
                    <a:gd name="connsiteX17" fmla="*/ 49704 w 71645"/>
                    <a:gd name="connsiteY17" fmla="*/ 60898 h 98511"/>
                    <a:gd name="connsiteX18" fmla="*/ 36718 w 71645"/>
                    <a:gd name="connsiteY18" fmla="*/ 39405 h 98511"/>
                    <a:gd name="connsiteX19" fmla="*/ 34927 w 71645"/>
                    <a:gd name="connsiteY19" fmla="*/ 29553 h 98511"/>
                    <a:gd name="connsiteX20" fmla="*/ 40748 w 71645"/>
                    <a:gd name="connsiteY20" fmla="*/ 21493 h 98511"/>
                    <a:gd name="connsiteX21" fmla="*/ 43883 w 71645"/>
                    <a:gd name="connsiteY21" fmla="*/ 21941 h 98511"/>
                    <a:gd name="connsiteX22" fmla="*/ 67615 w 71645"/>
                    <a:gd name="connsiteY22" fmla="*/ 53286 h 98511"/>
                    <a:gd name="connsiteX23" fmla="*/ 72989 w 71645"/>
                    <a:gd name="connsiteY23" fmla="*/ 62689 h 98511"/>
                    <a:gd name="connsiteX24" fmla="*/ 74332 w 71645"/>
                    <a:gd name="connsiteY24" fmla="*/ 72988 h 98511"/>
                    <a:gd name="connsiteX25" fmla="*/ 74332 w 71645"/>
                    <a:gd name="connsiteY25" fmla="*/ 97169 h 98511"/>
                    <a:gd name="connsiteX26" fmla="*/ 72093 w 71645"/>
                    <a:gd name="connsiteY26" fmla="*/ 99408 h 98511"/>
                    <a:gd name="connsiteX27" fmla="*/ 40300 w 71645"/>
                    <a:gd name="connsiteY27" fmla="*/ 94930 h 98511"/>
                    <a:gd name="connsiteX28" fmla="*/ 69854 w 71645"/>
                    <a:gd name="connsiteY28" fmla="*/ 94930 h 98511"/>
                    <a:gd name="connsiteX29" fmla="*/ 69854 w 71645"/>
                    <a:gd name="connsiteY29" fmla="*/ 72988 h 98511"/>
                    <a:gd name="connsiteX30" fmla="*/ 68511 w 71645"/>
                    <a:gd name="connsiteY30" fmla="*/ 64033 h 98511"/>
                    <a:gd name="connsiteX31" fmla="*/ 64033 w 71645"/>
                    <a:gd name="connsiteY31" fmla="*/ 55973 h 98511"/>
                    <a:gd name="connsiteX32" fmla="*/ 41644 w 71645"/>
                    <a:gd name="connsiteY32" fmla="*/ 26419 h 98511"/>
                    <a:gd name="connsiteX33" fmla="*/ 38957 w 71645"/>
                    <a:gd name="connsiteY33" fmla="*/ 30449 h 98511"/>
                    <a:gd name="connsiteX34" fmla="*/ 40300 w 71645"/>
                    <a:gd name="connsiteY34" fmla="*/ 37166 h 98511"/>
                    <a:gd name="connsiteX35" fmla="*/ 53286 w 71645"/>
                    <a:gd name="connsiteY35" fmla="*/ 58659 h 98511"/>
                    <a:gd name="connsiteX36" fmla="*/ 55525 w 71645"/>
                    <a:gd name="connsiteY36" fmla="*/ 64928 h 98511"/>
                    <a:gd name="connsiteX37" fmla="*/ 49704 w 71645"/>
                    <a:gd name="connsiteY37" fmla="*/ 72988 h 98511"/>
                    <a:gd name="connsiteX38" fmla="*/ 44778 w 71645"/>
                    <a:gd name="connsiteY38" fmla="*/ 71197 h 98511"/>
                    <a:gd name="connsiteX39" fmla="*/ 23285 w 71645"/>
                    <a:gd name="connsiteY39" fmla="*/ 51495 h 98511"/>
                    <a:gd name="connsiteX40" fmla="*/ 18359 w 71645"/>
                    <a:gd name="connsiteY40" fmla="*/ 46121 h 98511"/>
                    <a:gd name="connsiteX41" fmla="*/ 15672 w 71645"/>
                    <a:gd name="connsiteY41" fmla="*/ 38957 h 98511"/>
                    <a:gd name="connsiteX42" fmla="*/ 12538 w 71645"/>
                    <a:gd name="connsiteY42" fmla="*/ 12090 h 98511"/>
                    <a:gd name="connsiteX43" fmla="*/ 10299 w 71645"/>
                    <a:gd name="connsiteY43" fmla="*/ 7164 h 98511"/>
                    <a:gd name="connsiteX44" fmla="*/ 4478 w 71645"/>
                    <a:gd name="connsiteY44" fmla="*/ 4925 h 98511"/>
                    <a:gd name="connsiteX45" fmla="*/ 4478 w 71645"/>
                    <a:gd name="connsiteY45" fmla="*/ 44330 h 98511"/>
                    <a:gd name="connsiteX46" fmla="*/ 5821 w 71645"/>
                    <a:gd name="connsiteY46" fmla="*/ 50152 h 98511"/>
                    <a:gd name="connsiteX47" fmla="*/ 8508 w 71645"/>
                    <a:gd name="connsiteY47" fmla="*/ 55077 h 98511"/>
                    <a:gd name="connsiteX48" fmla="*/ 8956 w 71645"/>
                    <a:gd name="connsiteY48" fmla="*/ 55525 h 98511"/>
                    <a:gd name="connsiteX49" fmla="*/ 40300 w 71645"/>
                    <a:gd name="connsiteY49" fmla="*/ 94930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1645" h="98511">
                      <a:moveTo>
                        <a:pt x="72093" y="99408"/>
                      </a:moveTo>
                      <a:lnTo>
                        <a:pt x="39405" y="99408"/>
                      </a:lnTo>
                      <a:cubicBezTo>
                        <a:pt x="38509" y="99408"/>
                        <a:pt x="38061" y="98960"/>
                        <a:pt x="37614" y="98512"/>
                      </a:cubicBezTo>
                      <a:lnTo>
                        <a:pt x="6269" y="59555"/>
                      </a:lnTo>
                      <a:cubicBezTo>
                        <a:pt x="4030" y="57764"/>
                        <a:pt x="1344" y="51943"/>
                        <a:pt x="1344" y="51943"/>
                      </a:cubicBezTo>
                      <a:cubicBezTo>
                        <a:pt x="448" y="49704"/>
                        <a:pt x="0" y="47017"/>
                        <a:pt x="0" y="44330"/>
                      </a:cubicBezTo>
                      <a:lnTo>
                        <a:pt x="0" y="2239"/>
                      </a:lnTo>
                      <a:cubicBezTo>
                        <a:pt x="0" y="1791"/>
                        <a:pt x="448" y="896"/>
                        <a:pt x="896" y="448"/>
                      </a:cubicBezTo>
                      <a:cubicBezTo>
                        <a:pt x="1344" y="0"/>
                        <a:pt x="2239" y="0"/>
                        <a:pt x="2687" y="0"/>
                      </a:cubicBezTo>
                      <a:cubicBezTo>
                        <a:pt x="7612" y="896"/>
                        <a:pt x="11195" y="2239"/>
                        <a:pt x="13433" y="4030"/>
                      </a:cubicBezTo>
                      <a:cubicBezTo>
                        <a:pt x="16120" y="6717"/>
                        <a:pt x="16568" y="8956"/>
                        <a:pt x="17016" y="11642"/>
                      </a:cubicBezTo>
                      <a:lnTo>
                        <a:pt x="20150" y="38509"/>
                      </a:lnTo>
                      <a:cubicBezTo>
                        <a:pt x="20598" y="40748"/>
                        <a:pt x="21046" y="42539"/>
                        <a:pt x="21941" y="43883"/>
                      </a:cubicBezTo>
                      <a:cubicBezTo>
                        <a:pt x="22837" y="45226"/>
                        <a:pt x="24628" y="47017"/>
                        <a:pt x="25972" y="47913"/>
                      </a:cubicBezTo>
                      <a:lnTo>
                        <a:pt x="47465" y="67615"/>
                      </a:lnTo>
                      <a:cubicBezTo>
                        <a:pt x="47913" y="68063"/>
                        <a:pt x="48808" y="68511"/>
                        <a:pt x="49256" y="68511"/>
                      </a:cubicBezTo>
                      <a:cubicBezTo>
                        <a:pt x="50600" y="68511"/>
                        <a:pt x="51047" y="67167"/>
                        <a:pt x="51047" y="65376"/>
                      </a:cubicBezTo>
                      <a:cubicBezTo>
                        <a:pt x="51047" y="64033"/>
                        <a:pt x="50600" y="62241"/>
                        <a:pt x="49704" y="60898"/>
                      </a:cubicBezTo>
                      <a:lnTo>
                        <a:pt x="36718" y="39405"/>
                      </a:lnTo>
                      <a:cubicBezTo>
                        <a:pt x="34927" y="36270"/>
                        <a:pt x="34479" y="33136"/>
                        <a:pt x="34927" y="29553"/>
                      </a:cubicBezTo>
                      <a:cubicBezTo>
                        <a:pt x="35823" y="26419"/>
                        <a:pt x="38509" y="23285"/>
                        <a:pt x="40748" y="21493"/>
                      </a:cubicBezTo>
                      <a:cubicBezTo>
                        <a:pt x="41644" y="20598"/>
                        <a:pt x="42987" y="21046"/>
                        <a:pt x="43883" y="21941"/>
                      </a:cubicBezTo>
                      <a:lnTo>
                        <a:pt x="67615" y="53286"/>
                      </a:lnTo>
                      <a:cubicBezTo>
                        <a:pt x="70302" y="56420"/>
                        <a:pt x="71645" y="59555"/>
                        <a:pt x="72989" y="62689"/>
                      </a:cubicBezTo>
                      <a:cubicBezTo>
                        <a:pt x="73884" y="65824"/>
                        <a:pt x="74332" y="68958"/>
                        <a:pt x="74332" y="72988"/>
                      </a:cubicBezTo>
                      <a:lnTo>
                        <a:pt x="74332" y="97169"/>
                      </a:lnTo>
                      <a:cubicBezTo>
                        <a:pt x="74332" y="98512"/>
                        <a:pt x="73436" y="99408"/>
                        <a:pt x="72093" y="99408"/>
                      </a:cubicBezTo>
                      <a:close/>
                      <a:moveTo>
                        <a:pt x="40300" y="94930"/>
                      </a:moveTo>
                      <a:lnTo>
                        <a:pt x="69854" y="94930"/>
                      </a:lnTo>
                      <a:lnTo>
                        <a:pt x="69854" y="72988"/>
                      </a:lnTo>
                      <a:cubicBezTo>
                        <a:pt x="69854" y="69406"/>
                        <a:pt x="69406" y="66719"/>
                        <a:pt x="68511" y="64033"/>
                      </a:cubicBezTo>
                      <a:cubicBezTo>
                        <a:pt x="67615" y="61346"/>
                        <a:pt x="66272" y="58659"/>
                        <a:pt x="64033" y="55973"/>
                      </a:cubicBezTo>
                      <a:lnTo>
                        <a:pt x="41644" y="26419"/>
                      </a:lnTo>
                      <a:cubicBezTo>
                        <a:pt x="40748" y="27763"/>
                        <a:pt x="39405" y="29106"/>
                        <a:pt x="38957" y="30449"/>
                      </a:cubicBezTo>
                      <a:cubicBezTo>
                        <a:pt x="38509" y="32688"/>
                        <a:pt x="38957" y="34927"/>
                        <a:pt x="40300" y="37166"/>
                      </a:cubicBezTo>
                      <a:lnTo>
                        <a:pt x="53286" y="58659"/>
                      </a:lnTo>
                      <a:cubicBezTo>
                        <a:pt x="54629" y="60451"/>
                        <a:pt x="55077" y="62689"/>
                        <a:pt x="55525" y="64928"/>
                      </a:cubicBezTo>
                      <a:cubicBezTo>
                        <a:pt x="55973" y="69406"/>
                        <a:pt x="53734" y="72541"/>
                        <a:pt x="49704" y="72988"/>
                      </a:cubicBezTo>
                      <a:cubicBezTo>
                        <a:pt x="47465" y="72988"/>
                        <a:pt x="45674" y="71645"/>
                        <a:pt x="44778" y="71197"/>
                      </a:cubicBezTo>
                      <a:lnTo>
                        <a:pt x="23285" y="51495"/>
                      </a:lnTo>
                      <a:cubicBezTo>
                        <a:pt x="21494" y="50152"/>
                        <a:pt x="19703" y="48360"/>
                        <a:pt x="18359" y="46121"/>
                      </a:cubicBezTo>
                      <a:cubicBezTo>
                        <a:pt x="17016" y="43883"/>
                        <a:pt x="16120" y="41644"/>
                        <a:pt x="15672" y="38957"/>
                      </a:cubicBezTo>
                      <a:lnTo>
                        <a:pt x="12538" y="12090"/>
                      </a:lnTo>
                      <a:cubicBezTo>
                        <a:pt x="12090" y="9851"/>
                        <a:pt x="11642" y="8508"/>
                        <a:pt x="10299" y="7164"/>
                      </a:cubicBezTo>
                      <a:cubicBezTo>
                        <a:pt x="9851" y="6717"/>
                        <a:pt x="8060" y="5373"/>
                        <a:pt x="4478" y="4925"/>
                      </a:cubicBezTo>
                      <a:lnTo>
                        <a:pt x="4478" y="44330"/>
                      </a:lnTo>
                      <a:cubicBezTo>
                        <a:pt x="4478" y="46569"/>
                        <a:pt x="4926" y="48360"/>
                        <a:pt x="5821" y="50152"/>
                      </a:cubicBezTo>
                      <a:cubicBezTo>
                        <a:pt x="6717" y="52391"/>
                        <a:pt x="7612" y="53734"/>
                        <a:pt x="8508" y="55077"/>
                      </a:cubicBezTo>
                      <a:cubicBezTo>
                        <a:pt x="8956" y="55077"/>
                        <a:pt x="8956" y="55525"/>
                        <a:pt x="8956" y="55525"/>
                      </a:cubicBezTo>
                      <a:lnTo>
                        <a:pt x="40300" y="9493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74" name="Freeform: Shape 4670">
                  <a:extLst>
                    <a:ext uri="{FF2B5EF4-FFF2-40B4-BE49-F238E27FC236}">
                      <a16:creationId xmlns:a16="http://schemas.microsoft.com/office/drawing/2014/main" id="{9C4C1590-C3C4-E82A-6D4C-9FAA3B177A85}"/>
                    </a:ext>
                  </a:extLst>
                </p:cNvPr>
                <p:cNvSpPr/>
                <p:nvPr/>
              </p:nvSpPr>
              <p:spPr>
                <a:xfrm>
                  <a:off x="4087317" y="4879563"/>
                  <a:ext cx="71645" cy="98512"/>
                </a:xfrm>
                <a:custGeom>
                  <a:avLst/>
                  <a:gdLst>
                    <a:gd name="connsiteX0" fmla="*/ 34927 w 71645"/>
                    <a:gd name="connsiteY0" fmla="*/ 99408 h 98511"/>
                    <a:gd name="connsiteX1" fmla="*/ 2239 w 71645"/>
                    <a:gd name="connsiteY1" fmla="*/ 99408 h 98511"/>
                    <a:gd name="connsiteX2" fmla="*/ 0 w 71645"/>
                    <a:gd name="connsiteY2" fmla="*/ 97169 h 98511"/>
                    <a:gd name="connsiteX3" fmla="*/ 0 w 71645"/>
                    <a:gd name="connsiteY3" fmla="*/ 72988 h 98511"/>
                    <a:gd name="connsiteX4" fmla="*/ 1343 w 71645"/>
                    <a:gd name="connsiteY4" fmla="*/ 62689 h 98511"/>
                    <a:gd name="connsiteX5" fmla="*/ 6717 w 71645"/>
                    <a:gd name="connsiteY5" fmla="*/ 53286 h 98511"/>
                    <a:gd name="connsiteX6" fmla="*/ 30449 w 71645"/>
                    <a:gd name="connsiteY6" fmla="*/ 21941 h 98511"/>
                    <a:gd name="connsiteX7" fmla="*/ 33584 w 71645"/>
                    <a:gd name="connsiteY7" fmla="*/ 21493 h 98511"/>
                    <a:gd name="connsiteX8" fmla="*/ 39405 w 71645"/>
                    <a:gd name="connsiteY8" fmla="*/ 29106 h 98511"/>
                    <a:gd name="connsiteX9" fmla="*/ 37614 w 71645"/>
                    <a:gd name="connsiteY9" fmla="*/ 39405 h 98511"/>
                    <a:gd name="connsiteX10" fmla="*/ 24628 w 71645"/>
                    <a:gd name="connsiteY10" fmla="*/ 60898 h 98511"/>
                    <a:gd name="connsiteX11" fmla="*/ 23284 w 71645"/>
                    <a:gd name="connsiteY11" fmla="*/ 65376 h 98511"/>
                    <a:gd name="connsiteX12" fmla="*/ 25076 w 71645"/>
                    <a:gd name="connsiteY12" fmla="*/ 68511 h 98511"/>
                    <a:gd name="connsiteX13" fmla="*/ 26867 w 71645"/>
                    <a:gd name="connsiteY13" fmla="*/ 67615 h 98511"/>
                    <a:gd name="connsiteX14" fmla="*/ 48360 w 71645"/>
                    <a:gd name="connsiteY14" fmla="*/ 48360 h 98511"/>
                    <a:gd name="connsiteX15" fmla="*/ 52390 w 71645"/>
                    <a:gd name="connsiteY15" fmla="*/ 43883 h 98511"/>
                    <a:gd name="connsiteX16" fmla="*/ 54181 w 71645"/>
                    <a:gd name="connsiteY16" fmla="*/ 38509 h 98511"/>
                    <a:gd name="connsiteX17" fmla="*/ 57316 w 71645"/>
                    <a:gd name="connsiteY17" fmla="*/ 11642 h 98511"/>
                    <a:gd name="connsiteX18" fmla="*/ 60898 w 71645"/>
                    <a:gd name="connsiteY18" fmla="*/ 4030 h 98511"/>
                    <a:gd name="connsiteX19" fmla="*/ 71645 w 71645"/>
                    <a:gd name="connsiteY19" fmla="*/ 0 h 98511"/>
                    <a:gd name="connsiteX20" fmla="*/ 73436 w 71645"/>
                    <a:gd name="connsiteY20" fmla="*/ 448 h 98511"/>
                    <a:gd name="connsiteX21" fmla="*/ 74332 w 71645"/>
                    <a:gd name="connsiteY21" fmla="*/ 2239 h 98511"/>
                    <a:gd name="connsiteX22" fmla="*/ 74332 w 71645"/>
                    <a:gd name="connsiteY22" fmla="*/ 44330 h 98511"/>
                    <a:gd name="connsiteX23" fmla="*/ 72988 w 71645"/>
                    <a:gd name="connsiteY23" fmla="*/ 51943 h 98511"/>
                    <a:gd name="connsiteX24" fmla="*/ 68063 w 71645"/>
                    <a:gd name="connsiteY24" fmla="*/ 59555 h 98511"/>
                    <a:gd name="connsiteX25" fmla="*/ 36718 w 71645"/>
                    <a:gd name="connsiteY25" fmla="*/ 98512 h 98511"/>
                    <a:gd name="connsiteX26" fmla="*/ 34927 w 71645"/>
                    <a:gd name="connsiteY26" fmla="*/ 99408 h 98511"/>
                    <a:gd name="connsiteX27" fmla="*/ 4478 w 71645"/>
                    <a:gd name="connsiteY27" fmla="*/ 94930 h 98511"/>
                    <a:gd name="connsiteX28" fmla="*/ 34031 w 71645"/>
                    <a:gd name="connsiteY28" fmla="*/ 94930 h 98511"/>
                    <a:gd name="connsiteX29" fmla="*/ 65376 w 71645"/>
                    <a:gd name="connsiteY29" fmla="*/ 55525 h 98511"/>
                    <a:gd name="connsiteX30" fmla="*/ 65824 w 71645"/>
                    <a:gd name="connsiteY30" fmla="*/ 55077 h 98511"/>
                    <a:gd name="connsiteX31" fmla="*/ 68511 w 71645"/>
                    <a:gd name="connsiteY31" fmla="*/ 50152 h 98511"/>
                    <a:gd name="connsiteX32" fmla="*/ 69854 w 71645"/>
                    <a:gd name="connsiteY32" fmla="*/ 43883 h 98511"/>
                    <a:gd name="connsiteX33" fmla="*/ 69854 w 71645"/>
                    <a:gd name="connsiteY33" fmla="*/ 4478 h 98511"/>
                    <a:gd name="connsiteX34" fmla="*/ 64033 w 71645"/>
                    <a:gd name="connsiteY34" fmla="*/ 6717 h 98511"/>
                    <a:gd name="connsiteX35" fmla="*/ 61794 w 71645"/>
                    <a:gd name="connsiteY35" fmla="*/ 11642 h 98511"/>
                    <a:gd name="connsiteX36" fmla="*/ 58659 w 71645"/>
                    <a:gd name="connsiteY36" fmla="*/ 38509 h 98511"/>
                    <a:gd name="connsiteX37" fmla="*/ 55973 w 71645"/>
                    <a:gd name="connsiteY37" fmla="*/ 45674 h 98511"/>
                    <a:gd name="connsiteX38" fmla="*/ 51047 w 71645"/>
                    <a:gd name="connsiteY38" fmla="*/ 51047 h 98511"/>
                    <a:gd name="connsiteX39" fmla="*/ 30001 w 71645"/>
                    <a:gd name="connsiteY39" fmla="*/ 70302 h 98511"/>
                    <a:gd name="connsiteX40" fmla="*/ 25076 w 71645"/>
                    <a:gd name="connsiteY40" fmla="*/ 72093 h 98511"/>
                    <a:gd name="connsiteX41" fmla="*/ 19255 w 71645"/>
                    <a:gd name="connsiteY41" fmla="*/ 64033 h 98511"/>
                    <a:gd name="connsiteX42" fmla="*/ 21493 w 71645"/>
                    <a:gd name="connsiteY42" fmla="*/ 57764 h 98511"/>
                    <a:gd name="connsiteX43" fmla="*/ 34479 w 71645"/>
                    <a:gd name="connsiteY43" fmla="*/ 36270 h 98511"/>
                    <a:gd name="connsiteX44" fmla="*/ 35823 w 71645"/>
                    <a:gd name="connsiteY44" fmla="*/ 29553 h 98511"/>
                    <a:gd name="connsiteX45" fmla="*/ 33136 w 71645"/>
                    <a:gd name="connsiteY45" fmla="*/ 25524 h 98511"/>
                    <a:gd name="connsiteX46" fmla="*/ 10747 w 71645"/>
                    <a:gd name="connsiteY46" fmla="*/ 55077 h 98511"/>
                    <a:gd name="connsiteX47" fmla="*/ 6269 w 71645"/>
                    <a:gd name="connsiteY47" fmla="*/ 63137 h 98511"/>
                    <a:gd name="connsiteX48" fmla="*/ 4925 w 71645"/>
                    <a:gd name="connsiteY48" fmla="*/ 72093 h 98511"/>
                    <a:gd name="connsiteX49" fmla="*/ 4925 w 71645"/>
                    <a:gd name="connsiteY49" fmla="*/ 94930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1645" h="98511">
                      <a:moveTo>
                        <a:pt x="34927" y="99408"/>
                      </a:moveTo>
                      <a:lnTo>
                        <a:pt x="2239" y="99408"/>
                      </a:lnTo>
                      <a:cubicBezTo>
                        <a:pt x="895" y="99408"/>
                        <a:pt x="0" y="98512"/>
                        <a:pt x="0" y="97169"/>
                      </a:cubicBezTo>
                      <a:lnTo>
                        <a:pt x="0" y="72988"/>
                      </a:lnTo>
                      <a:cubicBezTo>
                        <a:pt x="0" y="68958"/>
                        <a:pt x="448" y="65824"/>
                        <a:pt x="1343" y="62689"/>
                      </a:cubicBezTo>
                      <a:cubicBezTo>
                        <a:pt x="2239" y="59555"/>
                        <a:pt x="4030" y="56420"/>
                        <a:pt x="6717" y="53286"/>
                      </a:cubicBezTo>
                      <a:lnTo>
                        <a:pt x="30449" y="21941"/>
                      </a:lnTo>
                      <a:cubicBezTo>
                        <a:pt x="31345" y="21046"/>
                        <a:pt x="32688" y="20598"/>
                        <a:pt x="33584" y="21493"/>
                      </a:cubicBezTo>
                      <a:cubicBezTo>
                        <a:pt x="35823" y="23285"/>
                        <a:pt x="38509" y="25971"/>
                        <a:pt x="39405" y="29106"/>
                      </a:cubicBezTo>
                      <a:cubicBezTo>
                        <a:pt x="40300" y="32688"/>
                        <a:pt x="39852" y="36270"/>
                        <a:pt x="37614" y="39405"/>
                      </a:cubicBezTo>
                      <a:lnTo>
                        <a:pt x="24628" y="60898"/>
                      </a:lnTo>
                      <a:cubicBezTo>
                        <a:pt x="23732" y="62241"/>
                        <a:pt x="23284" y="63585"/>
                        <a:pt x="23284" y="65376"/>
                      </a:cubicBezTo>
                      <a:cubicBezTo>
                        <a:pt x="23284" y="67615"/>
                        <a:pt x="23732" y="68511"/>
                        <a:pt x="25076" y="68511"/>
                      </a:cubicBezTo>
                      <a:cubicBezTo>
                        <a:pt x="25523" y="68511"/>
                        <a:pt x="26419" y="68063"/>
                        <a:pt x="26867" y="67615"/>
                      </a:cubicBezTo>
                      <a:lnTo>
                        <a:pt x="48360" y="48360"/>
                      </a:lnTo>
                      <a:cubicBezTo>
                        <a:pt x="50151" y="47017"/>
                        <a:pt x="51495" y="45674"/>
                        <a:pt x="52390" y="43883"/>
                      </a:cubicBezTo>
                      <a:cubicBezTo>
                        <a:pt x="53286" y="42091"/>
                        <a:pt x="54181" y="40300"/>
                        <a:pt x="54181" y="38509"/>
                      </a:cubicBezTo>
                      <a:lnTo>
                        <a:pt x="57316" y="11642"/>
                      </a:lnTo>
                      <a:cubicBezTo>
                        <a:pt x="57764" y="8956"/>
                        <a:pt x="58659" y="6269"/>
                        <a:pt x="60898" y="4030"/>
                      </a:cubicBezTo>
                      <a:cubicBezTo>
                        <a:pt x="63137" y="2239"/>
                        <a:pt x="66719" y="896"/>
                        <a:pt x="71645" y="0"/>
                      </a:cubicBezTo>
                      <a:cubicBezTo>
                        <a:pt x="72093" y="0"/>
                        <a:pt x="72988" y="0"/>
                        <a:pt x="73436" y="448"/>
                      </a:cubicBezTo>
                      <a:cubicBezTo>
                        <a:pt x="73884" y="896"/>
                        <a:pt x="74332" y="1343"/>
                        <a:pt x="74332" y="2239"/>
                      </a:cubicBezTo>
                      <a:lnTo>
                        <a:pt x="74332" y="44330"/>
                      </a:lnTo>
                      <a:cubicBezTo>
                        <a:pt x="74332" y="47465"/>
                        <a:pt x="73884" y="49704"/>
                        <a:pt x="72988" y="51943"/>
                      </a:cubicBezTo>
                      <a:cubicBezTo>
                        <a:pt x="72988" y="51943"/>
                        <a:pt x="70302" y="57764"/>
                        <a:pt x="68063" y="59555"/>
                      </a:cubicBezTo>
                      <a:lnTo>
                        <a:pt x="36718" y="98512"/>
                      </a:lnTo>
                      <a:cubicBezTo>
                        <a:pt x="36270" y="99408"/>
                        <a:pt x="35823" y="99408"/>
                        <a:pt x="34927" y="99408"/>
                      </a:cubicBezTo>
                      <a:close/>
                      <a:moveTo>
                        <a:pt x="4478" y="94930"/>
                      </a:moveTo>
                      <a:lnTo>
                        <a:pt x="34031" y="94930"/>
                      </a:lnTo>
                      <a:lnTo>
                        <a:pt x="65376" y="55525"/>
                      </a:lnTo>
                      <a:cubicBezTo>
                        <a:pt x="65376" y="55077"/>
                        <a:pt x="65824" y="55077"/>
                        <a:pt x="65824" y="55077"/>
                      </a:cubicBezTo>
                      <a:cubicBezTo>
                        <a:pt x="66719" y="54181"/>
                        <a:pt x="67615" y="52391"/>
                        <a:pt x="68511" y="50152"/>
                      </a:cubicBezTo>
                      <a:cubicBezTo>
                        <a:pt x="69406" y="48360"/>
                        <a:pt x="69854" y="46569"/>
                        <a:pt x="69854" y="43883"/>
                      </a:cubicBezTo>
                      <a:lnTo>
                        <a:pt x="69854" y="4478"/>
                      </a:lnTo>
                      <a:cubicBezTo>
                        <a:pt x="66272" y="5373"/>
                        <a:pt x="64928" y="6269"/>
                        <a:pt x="64033" y="6717"/>
                      </a:cubicBezTo>
                      <a:cubicBezTo>
                        <a:pt x="62689" y="8060"/>
                        <a:pt x="62242" y="9403"/>
                        <a:pt x="61794" y="11642"/>
                      </a:cubicBezTo>
                      <a:lnTo>
                        <a:pt x="58659" y="38509"/>
                      </a:lnTo>
                      <a:cubicBezTo>
                        <a:pt x="58212" y="41196"/>
                        <a:pt x="57316" y="43435"/>
                        <a:pt x="55973" y="45674"/>
                      </a:cubicBezTo>
                      <a:cubicBezTo>
                        <a:pt x="54629" y="47465"/>
                        <a:pt x="52838" y="49704"/>
                        <a:pt x="51047" y="51047"/>
                      </a:cubicBezTo>
                      <a:lnTo>
                        <a:pt x="30001" y="70302"/>
                      </a:lnTo>
                      <a:cubicBezTo>
                        <a:pt x="29106" y="70749"/>
                        <a:pt x="26867" y="72541"/>
                        <a:pt x="25076" y="72093"/>
                      </a:cubicBezTo>
                      <a:cubicBezTo>
                        <a:pt x="21046" y="71645"/>
                        <a:pt x="18807" y="68511"/>
                        <a:pt x="19255" y="64033"/>
                      </a:cubicBezTo>
                      <a:cubicBezTo>
                        <a:pt x="19255" y="61794"/>
                        <a:pt x="20150" y="59555"/>
                        <a:pt x="21493" y="57764"/>
                      </a:cubicBezTo>
                      <a:lnTo>
                        <a:pt x="34479" y="36270"/>
                      </a:lnTo>
                      <a:cubicBezTo>
                        <a:pt x="36270" y="33584"/>
                        <a:pt x="35823" y="31345"/>
                        <a:pt x="35823" y="29553"/>
                      </a:cubicBezTo>
                      <a:cubicBezTo>
                        <a:pt x="35375" y="28210"/>
                        <a:pt x="34479" y="26867"/>
                        <a:pt x="33136" y="25524"/>
                      </a:cubicBezTo>
                      <a:lnTo>
                        <a:pt x="10747" y="55077"/>
                      </a:lnTo>
                      <a:cubicBezTo>
                        <a:pt x="8508" y="57764"/>
                        <a:pt x="7164" y="60451"/>
                        <a:pt x="6269" y="63137"/>
                      </a:cubicBezTo>
                      <a:cubicBezTo>
                        <a:pt x="5373" y="65824"/>
                        <a:pt x="4925" y="68511"/>
                        <a:pt x="4925" y="72093"/>
                      </a:cubicBezTo>
                      <a:lnTo>
                        <a:pt x="4925" y="9493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775" name="Freeform: Shape 4671">
                <a:extLst>
                  <a:ext uri="{FF2B5EF4-FFF2-40B4-BE49-F238E27FC236}">
                    <a16:creationId xmlns:a16="http://schemas.microsoft.com/office/drawing/2014/main" id="{B9D46E30-80D4-7485-68FB-319A5413C18B}"/>
                  </a:ext>
                  <a:ext uri="{C183D7F6-B498-43B3-948B-1728B52AA6E4}">
                    <adec:decorative xmlns:adec="http://schemas.microsoft.com/office/drawing/2017/decorative" val="1"/>
                  </a:ext>
                </a:extLst>
              </p:cNvPr>
              <p:cNvSpPr>
                <a:spLocks noChangeAspect="1"/>
              </p:cNvSpPr>
              <p:nvPr/>
            </p:nvSpPr>
            <p:spPr>
              <a:xfrm>
                <a:off x="3431042" y="5581681"/>
                <a:ext cx="147768" cy="143290"/>
              </a:xfrm>
              <a:custGeom>
                <a:avLst/>
                <a:gdLst>
                  <a:gd name="connsiteX0" fmla="*/ 146425 w 147767"/>
                  <a:gd name="connsiteY0" fmla="*/ 62130 h 143290"/>
                  <a:gd name="connsiteX1" fmla="*/ 130752 w 147767"/>
                  <a:gd name="connsiteY1" fmla="*/ 56756 h 143290"/>
                  <a:gd name="connsiteX2" fmla="*/ 131648 w 147767"/>
                  <a:gd name="connsiteY2" fmla="*/ 54070 h 143290"/>
                  <a:gd name="connsiteX3" fmla="*/ 131648 w 147767"/>
                  <a:gd name="connsiteY3" fmla="*/ 52279 h 143290"/>
                  <a:gd name="connsiteX4" fmla="*/ 130305 w 147767"/>
                  <a:gd name="connsiteY4" fmla="*/ 50935 h 143290"/>
                  <a:gd name="connsiteX5" fmla="*/ 90900 w 147767"/>
                  <a:gd name="connsiteY5" fmla="*/ 37054 h 143290"/>
                  <a:gd name="connsiteX6" fmla="*/ 93587 w 147767"/>
                  <a:gd name="connsiteY6" fmla="*/ 29442 h 143290"/>
                  <a:gd name="connsiteX7" fmla="*/ 103438 w 147767"/>
                  <a:gd name="connsiteY7" fmla="*/ 33024 h 143290"/>
                  <a:gd name="connsiteX8" fmla="*/ 104333 w 147767"/>
                  <a:gd name="connsiteY8" fmla="*/ 33024 h 143290"/>
                  <a:gd name="connsiteX9" fmla="*/ 106572 w 147767"/>
                  <a:gd name="connsiteY9" fmla="*/ 31680 h 143290"/>
                  <a:gd name="connsiteX10" fmla="*/ 105229 w 147767"/>
                  <a:gd name="connsiteY10" fmla="*/ 28994 h 143290"/>
                  <a:gd name="connsiteX11" fmla="*/ 81496 w 147767"/>
                  <a:gd name="connsiteY11" fmla="*/ 20486 h 143290"/>
                  <a:gd name="connsiteX12" fmla="*/ 78810 w 147767"/>
                  <a:gd name="connsiteY12" fmla="*/ 21829 h 143290"/>
                  <a:gd name="connsiteX13" fmla="*/ 80153 w 147767"/>
                  <a:gd name="connsiteY13" fmla="*/ 24516 h 143290"/>
                  <a:gd name="connsiteX14" fmla="*/ 90004 w 147767"/>
                  <a:gd name="connsiteY14" fmla="*/ 28098 h 143290"/>
                  <a:gd name="connsiteX15" fmla="*/ 87317 w 147767"/>
                  <a:gd name="connsiteY15" fmla="*/ 35711 h 143290"/>
                  <a:gd name="connsiteX16" fmla="*/ 55973 w 147767"/>
                  <a:gd name="connsiteY16" fmla="*/ 24516 h 143290"/>
                  <a:gd name="connsiteX17" fmla="*/ 56868 w 147767"/>
                  <a:gd name="connsiteY17" fmla="*/ 22277 h 143290"/>
                  <a:gd name="connsiteX18" fmla="*/ 55525 w 147767"/>
                  <a:gd name="connsiteY18" fmla="*/ 19590 h 143290"/>
                  <a:gd name="connsiteX19" fmla="*/ 15672 w 147767"/>
                  <a:gd name="connsiteY19" fmla="*/ 336 h 143290"/>
                  <a:gd name="connsiteX20" fmla="*/ 13881 w 147767"/>
                  <a:gd name="connsiteY20" fmla="*/ 336 h 143290"/>
                  <a:gd name="connsiteX21" fmla="*/ 12538 w 147767"/>
                  <a:gd name="connsiteY21" fmla="*/ 1679 h 143290"/>
                  <a:gd name="connsiteX22" fmla="*/ 0 w 147767"/>
                  <a:gd name="connsiteY22" fmla="*/ 37054 h 143290"/>
                  <a:gd name="connsiteX23" fmla="*/ 0 w 147767"/>
                  <a:gd name="connsiteY23" fmla="*/ 38845 h 143290"/>
                  <a:gd name="connsiteX24" fmla="*/ 1343 w 147767"/>
                  <a:gd name="connsiteY24" fmla="*/ 39740 h 143290"/>
                  <a:gd name="connsiteX25" fmla="*/ 44331 w 147767"/>
                  <a:gd name="connsiteY25" fmla="*/ 50040 h 143290"/>
                  <a:gd name="connsiteX26" fmla="*/ 44778 w 147767"/>
                  <a:gd name="connsiteY26" fmla="*/ 50040 h 143290"/>
                  <a:gd name="connsiteX27" fmla="*/ 47017 w 147767"/>
                  <a:gd name="connsiteY27" fmla="*/ 48696 h 143290"/>
                  <a:gd name="connsiteX28" fmla="*/ 47913 w 147767"/>
                  <a:gd name="connsiteY28" fmla="*/ 46457 h 143290"/>
                  <a:gd name="connsiteX29" fmla="*/ 77914 w 147767"/>
                  <a:gd name="connsiteY29" fmla="*/ 57204 h 143290"/>
                  <a:gd name="connsiteX30" fmla="*/ 77466 w 147767"/>
                  <a:gd name="connsiteY30" fmla="*/ 58100 h 143290"/>
                  <a:gd name="connsiteX31" fmla="*/ 58660 w 147767"/>
                  <a:gd name="connsiteY31" fmla="*/ 142730 h 143290"/>
                  <a:gd name="connsiteX32" fmla="*/ 60451 w 147767"/>
                  <a:gd name="connsiteY32" fmla="*/ 145417 h 143290"/>
                  <a:gd name="connsiteX33" fmla="*/ 63137 w 147767"/>
                  <a:gd name="connsiteY33" fmla="*/ 143626 h 143290"/>
                  <a:gd name="connsiteX34" fmla="*/ 68959 w 147767"/>
                  <a:gd name="connsiteY34" fmla="*/ 117207 h 143290"/>
                  <a:gd name="connsiteX35" fmla="*/ 92243 w 147767"/>
                  <a:gd name="connsiteY35" fmla="*/ 117207 h 143290"/>
                  <a:gd name="connsiteX36" fmla="*/ 92691 w 147767"/>
                  <a:gd name="connsiteY36" fmla="*/ 117207 h 143290"/>
                  <a:gd name="connsiteX37" fmla="*/ 99408 w 147767"/>
                  <a:gd name="connsiteY37" fmla="*/ 143626 h 143290"/>
                  <a:gd name="connsiteX38" fmla="*/ 101647 w 147767"/>
                  <a:gd name="connsiteY38" fmla="*/ 145417 h 143290"/>
                  <a:gd name="connsiteX39" fmla="*/ 102094 w 147767"/>
                  <a:gd name="connsiteY39" fmla="*/ 145417 h 143290"/>
                  <a:gd name="connsiteX40" fmla="*/ 103885 w 147767"/>
                  <a:gd name="connsiteY40" fmla="*/ 142730 h 143290"/>
                  <a:gd name="connsiteX41" fmla="*/ 81944 w 147767"/>
                  <a:gd name="connsiteY41" fmla="*/ 58547 h 143290"/>
                  <a:gd name="connsiteX42" fmla="*/ 122692 w 147767"/>
                  <a:gd name="connsiteY42" fmla="*/ 72876 h 143290"/>
                  <a:gd name="connsiteX43" fmla="*/ 123588 w 147767"/>
                  <a:gd name="connsiteY43" fmla="*/ 72876 h 143290"/>
                  <a:gd name="connsiteX44" fmla="*/ 125827 w 147767"/>
                  <a:gd name="connsiteY44" fmla="*/ 71533 h 143290"/>
                  <a:gd name="connsiteX45" fmla="*/ 126722 w 147767"/>
                  <a:gd name="connsiteY45" fmla="*/ 68846 h 143290"/>
                  <a:gd name="connsiteX46" fmla="*/ 142395 w 147767"/>
                  <a:gd name="connsiteY46" fmla="*/ 74220 h 143290"/>
                  <a:gd name="connsiteX47" fmla="*/ 143290 w 147767"/>
                  <a:gd name="connsiteY47" fmla="*/ 74220 h 143290"/>
                  <a:gd name="connsiteX48" fmla="*/ 144186 w 147767"/>
                  <a:gd name="connsiteY48" fmla="*/ 74220 h 143290"/>
                  <a:gd name="connsiteX49" fmla="*/ 145529 w 147767"/>
                  <a:gd name="connsiteY49" fmla="*/ 72876 h 143290"/>
                  <a:gd name="connsiteX50" fmla="*/ 148664 w 147767"/>
                  <a:gd name="connsiteY50" fmla="*/ 64368 h 143290"/>
                  <a:gd name="connsiteX51" fmla="*/ 146425 w 147767"/>
                  <a:gd name="connsiteY51" fmla="*/ 62130 h 143290"/>
                  <a:gd name="connsiteX52" fmla="*/ 4926 w 147767"/>
                  <a:gd name="connsiteY52" fmla="*/ 36158 h 143290"/>
                  <a:gd name="connsiteX53" fmla="*/ 15672 w 147767"/>
                  <a:gd name="connsiteY53" fmla="*/ 5262 h 143290"/>
                  <a:gd name="connsiteX54" fmla="*/ 51495 w 147767"/>
                  <a:gd name="connsiteY54" fmla="*/ 22277 h 143290"/>
                  <a:gd name="connsiteX55" fmla="*/ 43435 w 147767"/>
                  <a:gd name="connsiteY55" fmla="*/ 45114 h 143290"/>
                  <a:gd name="connsiteX56" fmla="*/ 4926 w 147767"/>
                  <a:gd name="connsiteY56" fmla="*/ 36158 h 143290"/>
                  <a:gd name="connsiteX57" fmla="*/ 69406 w 147767"/>
                  <a:gd name="connsiteY57" fmla="*/ 112729 h 143290"/>
                  <a:gd name="connsiteX58" fmla="*/ 79257 w 147767"/>
                  <a:gd name="connsiteY58" fmla="*/ 67951 h 143290"/>
                  <a:gd name="connsiteX59" fmla="*/ 90900 w 147767"/>
                  <a:gd name="connsiteY59" fmla="*/ 112729 h 143290"/>
                  <a:gd name="connsiteX60" fmla="*/ 69406 w 147767"/>
                  <a:gd name="connsiteY60" fmla="*/ 112729 h 143290"/>
                  <a:gd name="connsiteX61" fmla="*/ 121797 w 147767"/>
                  <a:gd name="connsiteY61" fmla="*/ 67951 h 143290"/>
                  <a:gd name="connsiteX62" fmla="*/ 49256 w 147767"/>
                  <a:gd name="connsiteY62" fmla="*/ 41979 h 143290"/>
                  <a:gd name="connsiteX63" fmla="*/ 54182 w 147767"/>
                  <a:gd name="connsiteY63" fmla="*/ 28546 h 143290"/>
                  <a:gd name="connsiteX64" fmla="*/ 87317 w 147767"/>
                  <a:gd name="connsiteY64" fmla="*/ 40188 h 143290"/>
                  <a:gd name="connsiteX65" fmla="*/ 87317 w 147767"/>
                  <a:gd name="connsiteY65" fmla="*/ 40188 h 143290"/>
                  <a:gd name="connsiteX66" fmla="*/ 87317 w 147767"/>
                  <a:gd name="connsiteY66" fmla="*/ 40188 h 143290"/>
                  <a:gd name="connsiteX67" fmla="*/ 126722 w 147767"/>
                  <a:gd name="connsiteY67" fmla="*/ 54070 h 143290"/>
                  <a:gd name="connsiteX68" fmla="*/ 125827 w 147767"/>
                  <a:gd name="connsiteY68" fmla="*/ 56756 h 143290"/>
                  <a:gd name="connsiteX69" fmla="*/ 125827 w 147767"/>
                  <a:gd name="connsiteY69" fmla="*/ 56756 h 143290"/>
                  <a:gd name="connsiteX70" fmla="*/ 123140 w 147767"/>
                  <a:gd name="connsiteY70" fmla="*/ 64368 h 143290"/>
                  <a:gd name="connsiteX71" fmla="*/ 121797 w 147767"/>
                  <a:gd name="connsiteY71" fmla="*/ 67951 h 143290"/>
                  <a:gd name="connsiteX72" fmla="*/ 141051 w 147767"/>
                  <a:gd name="connsiteY72" fmla="*/ 69742 h 143290"/>
                  <a:gd name="connsiteX73" fmla="*/ 127618 w 147767"/>
                  <a:gd name="connsiteY73" fmla="*/ 64816 h 143290"/>
                  <a:gd name="connsiteX74" fmla="*/ 127618 w 147767"/>
                  <a:gd name="connsiteY74" fmla="*/ 64368 h 143290"/>
                  <a:gd name="connsiteX75" fmla="*/ 128961 w 147767"/>
                  <a:gd name="connsiteY75" fmla="*/ 60339 h 143290"/>
                  <a:gd name="connsiteX76" fmla="*/ 142395 w 147767"/>
                  <a:gd name="connsiteY76" fmla="*/ 65264 h 143290"/>
                  <a:gd name="connsiteX77" fmla="*/ 141051 w 147767"/>
                  <a:gd name="connsiteY77" fmla="*/ 69742 h 14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47767" h="143290">
                    <a:moveTo>
                      <a:pt x="146425" y="62130"/>
                    </a:moveTo>
                    <a:lnTo>
                      <a:pt x="130752" y="56756"/>
                    </a:lnTo>
                    <a:lnTo>
                      <a:pt x="131648" y="54070"/>
                    </a:lnTo>
                    <a:cubicBezTo>
                      <a:pt x="131648" y="53622"/>
                      <a:pt x="131648" y="52726"/>
                      <a:pt x="131648" y="52279"/>
                    </a:cubicBezTo>
                    <a:cubicBezTo>
                      <a:pt x="131200" y="51831"/>
                      <a:pt x="130752" y="51383"/>
                      <a:pt x="130305" y="50935"/>
                    </a:cubicBezTo>
                    <a:lnTo>
                      <a:pt x="90900" y="37054"/>
                    </a:lnTo>
                    <a:lnTo>
                      <a:pt x="93587" y="29442"/>
                    </a:lnTo>
                    <a:lnTo>
                      <a:pt x="103438" y="33024"/>
                    </a:lnTo>
                    <a:cubicBezTo>
                      <a:pt x="103885" y="33024"/>
                      <a:pt x="103885" y="33024"/>
                      <a:pt x="104333" y="33024"/>
                    </a:cubicBezTo>
                    <a:cubicBezTo>
                      <a:pt x="105229" y="33024"/>
                      <a:pt x="106124" y="32576"/>
                      <a:pt x="106572" y="31680"/>
                    </a:cubicBezTo>
                    <a:cubicBezTo>
                      <a:pt x="107020" y="30337"/>
                      <a:pt x="106572" y="29442"/>
                      <a:pt x="105229" y="28994"/>
                    </a:cubicBezTo>
                    <a:lnTo>
                      <a:pt x="81496" y="20486"/>
                    </a:lnTo>
                    <a:cubicBezTo>
                      <a:pt x="80153" y="20038"/>
                      <a:pt x="79257" y="20486"/>
                      <a:pt x="78810" y="21829"/>
                    </a:cubicBezTo>
                    <a:cubicBezTo>
                      <a:pt x="78362" y="23173"/>
                      <a:pt x="78810" y="24068"/>
                      <a:pt x="80153" y="24516"/>
                    </a:cubicBezTo>
                    <a:lnTo>
                      <a:pt x="90004" y="28098"/>
                    </a:lnTo>
                    <a:lnTo>
                      <a:pt x="87317" y="35711"/>
                    </a:lnTo>
                    <a:lnTo>
                      <a:pt x="55973" y="24516"/>
                    </a:lnTo>
                    <a:lnTo>
                      <a:pt x="56868" y="22277"/>
                    </a:lnTo>
                    <a:cubicBezTo>
                      <a:pt x="57316" y="21382"/>
                      <a:pt x="56868" y="20038"/>
                      <a:pt x="55525" y="19590"/>
                    </a:cubicBezTo>
                    <a:lnTo>
                      <a:pt x="15672" y="336"/>
                    </a:lnTo>
                    <a:cubicBezTo>
                      <a:pt x="15225" y="-112"/>
                      <a:pt x="14329" y="-112"/>
                      <a:pt x="13881" y="336"/>
                    </a:cubicBezTo>
                    <a:cubicBezTo>
                      <a:pt x="13433" y="784"/>
                      <a:pt x="12986" y="1231"/>
                      <a:pt x="12538" y="1679"/>
                    </a:cubicBezTo>
                    <a:lnTo>
                      <a:pt x="0" y="37054"/>
                    </a:lnTo>
                    <a:cubicBezTo>
                      <a:pt x="0" y="37502"/>
                      <a:pt x="0" y="38397"/>
                      <a:pt x="0" y="38845"/>
                    </a:cubicBezTo>
                    <a:cubicBezTo>
                      <a:pt x="448" y="39293"/>
                      <a:pt x="896" y="39740"/>
                      <a:pt x="1343" y="39740"/>
                    </a:cubicBezTo>
                    <a:lnTo>
                      <a:pt x="44331" y="50040"/>
                    </a:lnTo>
                    <a:cubicBezTo>
                      <a:pt x="44331" y="50040"/>
                      <a:pt x="44778" y="50040"/>
                      <a:pt x="44778" y="50040"/>
                    </a:cubicBezTo>
                    <a:cubicBezTo>
                      <a:pt x="45674" y="50040"/>
                      <a:pt x="46569" y="49592"/>
                      <a:pt x="47017" y="48696"/>
                    </a:cubicBezTo>
                    <a:lnTo>
                      <a:pt x="47913" y="46457"/>
                    </a:lnTo>
                    <a:lnTo>
                      <a:pt x="77914" y="57204"/>
                    </a:lnTo>
                    <a:cubicBezTo>
                      <a:pt x="77466" y="57652"/>
                      <a:pt x="77466" y="57652"/>
                      <a:pt x="77466" y="58100"/>
                    </a:cubicBezTo>
                    <a:lnTo>
                      <a:pt x="58660" y="142730"/>
                    </a:lnTo>
                    <a:cubicBezTo>
                      <a:pt x="58212" y="144074"/>
                      <a:pt x="59107" y="144969"/>
                      <a:pt x="60451" y="145417"/>
                    </a:cubicBezTo>
                    <a:cubicBezTo>
                      <a:pt x="61794" y="145865"/>
                      <a:pt x="62689" y="144969"/>
                      <a:pt x="63137" y="143626"/>
                    </a:cubicBezTo>
                    <a:lnTo>
                      <a:pt x="68959" y="117207"/>
                    </a:lnTo>
                    <a:lnTo>
                      <a:pt x="92243" y="117207"/>
                    </a:lnTo>
                    <a:cubicBezTo>
                      <a:pt x="92243" y="117207"/>
                      <a:pt x="92243" y="117207"/>
                      <a:pt x="92691" y="117207"/>
                    </a:cubicBezTo>
                    <a:lnTo>
                      <a:pt x="99408" y="143626"/>
                    </a:lnTo>
                    <a:cubicBezTo>
                      <a:pt x="99855" y="144522"/>
                      <a:pt x="100751" y="145417"/>
                      <a:pt x="101647" y="145417"/>
                    </a:cubicBezTo>
                    <a:cubicBezTo>
                      <a:pt x="101647" y="145417"/>
                      <a:pt x="102094" y="145417"/>
                      <a:pt x="102094" y="145417"/>
                    </a:cubicBezTo>
                    <a:cubicBezTo>
                      <a:pt x="103438" y="144969"/>
                      <a:pt x="103885" y="144074"/>
                      <a:pt x="103885" y="142730"/>
                    </a:cubicBezTo>
                    <a:lnTo>
                      <a:pt x="81944" y="58547"/>
                    </a:lnTo>
                    <a:lnTo>
                      <a:pt x="122692" y="72876"/>
                    </a:lnTo>
                    <a:cubicBezTo>
                      <a:pt x="123140" y="72876"/>
                      <a:pt x="123140" y="72876"/>
                      <a:pt x="123588" y="72876"/>
                    </a:cubicBezTo>
                    <a:cubicBezTo>
                      <a:pt x="124483" y="72876"/>
                      <a:pt x="125379" y="72429"/>
                      <a:pt x="125827" y="71533"/>
                    </a:cubicBezTo>
                    <a:lnTo>
                      <a:pt x="126722" y="68846"/>
                    </a:lnTo>
                    <a:lnTo>
                      <a:pt x="142395" y="74220"/>
                    </a:lnTo>
                    <a:cubicBezTo>
                      <a:pt x="142843" y="74220"/>
                      <a:pt x="142843" y="74220"/>
                      <a:pt x="143290" y="74220"/>
                    </a:cubicBezTo>
                    <a:cubicBezTo>
                      <a:pt x="143738" y="74220"/>
                      <a:pt x="143738" y="74220"/>
                      <a:pt x="144186" y="74220"/>
                    </a:cubicBezTo>
                    <a:cubicBezTo>
                      <a:pt x="144633" y="73772"/>
                      <a:pt x="145081" y="73324"/>
                      <a:pt x="145529" y="72876"/>
                    </a:cubicBezTo>
                    <a:lnTo>
                      <a:pt x="148664" y="64368"/>
                    </a:lnTo>
                    <a:cubicBezTo>
                      <a:pt x="147768" y="63473"/>
                      <a:pt x="147320" y="62130"/>
                      <a:pt x="146425" y="62130"/>
                    </a:cubicBezTo>
                    <a:close/>
                    <a:moveTo>
                      <a:pt x="4926" y="36158"/>
                    </a:moveTo>
                    <a:lnTo>
                      <a:pt x="15672" y="5262"/>
                    </a:lnTo>
                    <a:lnTo>
                      <a:pt x="51495" y="22277"/>
                    </a:lnTo>
                    <a:lnTo>
                      <a:pt x="43435" y="45114"/>
                    </a:lnTo>
                    <a:lnTo>
                      <a:pt x="4926" y="36158"/>
                    </a:lnTo>
                    <a:close/>
                    <a:moveTo>
                      <a:pt x="69406" y="112729"/>
                    </a:moveTo>
                    <a:lnTo>
                      <a:pt x="79257" y="67951"/>
                    </a:lnTo>
                    <a:lnTo>
                      <a:pt x="90900" y="112729"/>
                    </a:lnTo>
                    <a:lnTo>
                      <a:pt x="69406" y="112729"/>
                    </a:lnTo>
                    <a:close/>
                    <a:moveTo>
                      <a:pt x="121797" y="67951"/>
                    </a:moveTo>
                    <a:lnTo>
                      <a:pt x="49256" y="41979"/>
                    </a:lnTo>
                    <a:lnTo>
                      <a:pt x="54182" y="28546"/>
                    </a:lnTo>
                    <a:lnTo>
                      <a:pt x="87317" y="40188"/>
                    </a:lnTo>
                    <a:lnTo>
                      <a:pt x="87317" y="40188"/>
                    </a:lnTo>
                    <a:lnTo>
                      <a:pt x="87317" y="40188"/>
                    </a:lnTo>
                    <a:lnTo>
                      <a:pt x="126722" y="54070"/>
                    </a:lnTo>
                    <a:lnTo>
                      <a:pt x="125827" y="56756"/>
                    </a:lnTo>
                    <a:cubicBezTo>
                      <a:pt x="125827" y="56756"/>
                      <a:pt x="125827" y="56756"/>
                      <a:pt x="125827" y="56756"/>
                    </a:cubicBezTo>
                    <a:lnTo>
                      <a:pt x="123140" y="64368"/>
                    </a:lnTo>
                    <a:lnTo>
                      <a:pt x="121797" y="67951"/>
                    </a:lnTo>
                    <a:close/>
                    <a:moveTo>
                      <a:pt x="141051" y="69742"/>
                    </a:moveTo>
                    <a:lnTo>
                      <a:pt x="127618" y="64816"/>
                    </a:lnTo>
                    <a:lnTo>
                      <a:pt x="127618" y="64368"/>
                    </a:lnTo>
                    <a:lnTo>
                      <a:pt x="128961" y="60339"/>
                    </a:lnTo>
                    <a:lnTo>
                      <a:pt x="142395" y="65264"/>
                    </a:lnTo>
                    <a:lnTo>
                      <a:pt x="141051" y="69742"/>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76" name="Freeform: Shape 4672">
                <a:extLst>
                  <a:ext uri="{FF2B5EF4-FFF2-40B4-BE49-F238E27FC236}">
                    <a16:creationId xmlns:a16="http://schemas.microsoft.com/office/drawing/2014/main" id="{FB4C2DF1-19E6-55A8-6BBD-FB250E9CC5B4}"/>
                  </a:ext>
                  <a:ext uri="{C183D7F6-B498-43B3-948B-1728B52AA6E4}">
                    <adec:decorative xmlns:adec="http://schemas.microsoft.com/office/drawing/2017/decorative" val="1"/>
                  </a:ext>
                </a:extLst>
              </p:cNvPr>
              <p:cNvSpPr>
                <a:spLocks noChangeAspect="1"/>
              </p:cNvSpPr>
              <p:nvPr/>
            </p:nvSpPr>
            <p:spPr>
              <a:xfrm>
                <a:off x="4501241" y="5574812"/>
                <a:ext cx="125379" cy="147768"/>
              </a:xfrm>
              <a:custGeom>
                <a:avLst/>
                <a:gdLst>
                  <a:gd name="connsiteX0" fmla="*/ 127170 w 125378"/>
                  <a:gd name="connsiteY0" fmla="*/ 74820 h 147767"/>
                  <a:gd name="connsiteX1" fmla="*/ 122692 w 125378"/>
                  <a:gd name="connsiteY1" fmla="*/ 64073 h 147767"/>
                  <a:gd name="connsiteX2" fmla="*/ 111945 w 125378"/>
                  <a:gd name="connsiteY2" fmla="*/ 59595 h 147767"/>
                  <a:gd name="connsiteX3" fmla="*/ 70302 w 125378"/>
                  <a:gd name="connsiteY3" fmla="*/ 59595 h 147767"/>
                  <a:gd name="connsiteX4" fmla="*/ 69406 w 125378"/>
                  <a:gd name="connsiteY4" fmla="*/ 59595 h 147767"/>
                  <a:gd name="connsiteX5" fmla="*/ 69406 w 125378"/>
                  <a:gd name="connsiteY5" fmla="*/ 59148 h 147767"/>
                  <a:gd name="connsiteX6" fmla="*/ 69854 w 125378"/>
                  <a:gd name="connsiteY6" fmla="*/ 58252 h 147767"/>
                  <a:gd name="connsiteX7" fmla="*/ 71645 w 125378"/>
                  <a:gd name="connsiteY7" fmla="*/ 55565 h 147767"/>
                  <a:gd name="connsiteX8" fmla="*/ 79705 w 125378"/>
                  <a:gd name="connsiteY8" fmla="*/ 2279 h 147767"/>
                  <a:gd name="connsiteX9" fmla="*/ 77466 w 125378"/>
                  <a:gd name="connsiteY9" fmla="*/ 488 h 147767"/>
                  <a:gd name="connsiteX10" fmla="*/ 74332 w 125378"/>
                  <a:gd name="connsiteY10" fmla="*/ 936 h 147767"/>
                  <a:gd name="connsiteX11" fmla="*/ 72541 w 125378"/>
                  <a:gd name="connsiteY11" fmla="*/ 3175 h 147767"/>
                  <a:gd name="connsiteX12" fmla="*/ 21493 w 125378"/>
                  <a:gd name="connsiteY12" fmla="*/ 49744 h 147767"/>
                  <a:gd name="connsiteX13" fmla="*/ 2239 w 125378"/>
                  <a:gd name="connsiteY13" fmla="*/ 62282 h 147767"/>
                  <a:gd name="connsiteX14" fmla="*/ 896 w 125378"/>
                  <a:gd name="connsiteY14" fmla="*/ 63178 h 147767"/>
                  <a:gd name="connsiteX15" fmla="*/ 0 w 125378"/>
                  <a:gd name="connsiteY15" fmla="*/ 64969 h 147767"/>
                  <a:gd name="connsiteX16" fmla="*/ 0 w 125378"/>
                  <a:gd name="connsiteY16" fmla="*/ 131240 h 147767"/>
                  <a:gd name="connsiteX17" fmla="*/ 896 w 125378"/>
                  <a:gd name="connsiteY17" fmla="*/ 133032 h 147767"/>
                  <a:gd name="connsiteX18" fmla="*/ 2239 w 125378"/>
                  <a:gd name="connsiteY18" fmla="*/ 133927 h 147767"/>
                  <a:gd name="connsiteX19" fmla="*/ 29554 w 125378"/>
                  <a:gd name="connsiteY19" fmla="*/ 144674 h 147767"/>
                  <a:gd name="connsiteX20" fmla="*/ 60003 w 125378"/>
                  <a:gd name="connsiteY20" fmla="*/ 148704 h 147767"/>
                  <a:gd name="connsiteX21" fmla="*/ 94034 w 125378"/>
                  <a:gd name="connsiteY21" fmla="*/ 148704 h 147767"/>
                  <a:gd name="connsiteX22" fmla="*/ 109259 w 125378"/>
                  <a:gd name="connsiteY22" fmla="*/ 133479 h 147767"/>
                  <a:gd name="connsiteX23" fmla="*/ 107916 w 125378"/>
                  <a:gd name="connsiteY23" fmla="*/ 126763 h 147767"/>
                  <a:gd name="connsiteX24" fmla="*/ 115528 w 125378"/>
                  <a:gd name="connsiteY24" fmla="*/ 113777 h 147767"/>
                  <a:gd name="connsiteX25" fmla="*/ 114184 w 125378"/>
                  <a:gd name="connsiteY25" fmla="*/ 107956 h 147767"/>
                  <a:gd name="connsiteX26" fmla="*/ 115528 w 125378"/>
                  <a:gd name="connsiteY26" fmla="*/ 106165 h 147767"/>
                  <a:gd name="connsiteX27" fmla="*/ 117319 w 125378"/>
                  <a:gd name="connsiteY27" fmla="*/ 104821 h 147767"/>
                  <a:gd name="connsiteX28" fmla="*/ 121797 w 125378"/>
                  <a:gd name="connsiteY28" fmla="*/ 94075 h 147767"/>
                  <a:gd name="connsiteX29" fmla="*/ 120005 w 125378"/>
                  <a:gd name="connsiteY29" fmla="*/ 86910 h 147767"/>
                  <a:gd name="connsiteX30" fmla="*/ 122692 w 125378"/>
                  <a:gd name="connsiteY30" fmla="*/ 84671 h 147767"/>
                  <a:gd name="connsiteX31" fmla="*/ 127170 w 125378"/>
                  <a:gd name="connsiteY31" fmla="*/ 74820 h 147767"/>
                  <a:gd name="connsiteX32" fmla="*/ 119558 w 125378"/>
                  <a:gd name="connsiteY32" fmla="*/ 82432 h 147767"/>
                  <a:gd name="connsiteX33" fmla="*/ 116423 w 125378"/>
                  <a:gd name="connsiteY33" fmla="*/ 84671 h 147767"/>
                  <a:gd name="connsiteX34" fmla="*/ 96721 w 125378"/>
                  <a:gd name="connsiteY34" fmla="*/ 84671 h 147767"/>
                  <a:gd name="connsiteX35" fmla="*/ 94482 w 125378"/>
                  <a:gd name="connsiteY35" fmla="*/ 86910 h 147767"/>
                  <a:gd name="connsiteX36" fmla="*/ 96721 w 125378"/>
                  <a:gd name="connsiteY36" fmla="*/ 89149 h 147767"/>
                  <a:gd name="connsiteX37" fmla="*/ 115976 w 125378"/>
                  <a:gd name="connsiteY37" fmla="*/ 89149 h 147767"/>
                  <a:gd name="connsiteX38" fmla="*/ 117767 w 125378"/>
                  <a:gd name="connsiteY38" fmla="*/ 94522 h 147767"/>
                  <a:gd name="connsiteX39" fmla="*/ 114632 w 125378"/>
                  <a:gd name="connsiteY39" fmla="*/ 102135 h 147767"/>
                  <a:gd name="connsiteX40" fmla="*/ 111050 w 125378"/>
                  <a:gd name="connsiteY40" fmla="*/ 104374 h 147767"/>
                  <a:gd name="connsiteX41" fmla="*/ 96721 w 125378"/>
                  <a:gd name="connsiteY41" fmla="*/ 104374 h 147767"/>
                  <a:gd name="connsiteX42" fmla="*/ 94482 w 125378"/>
                  <a:gd name="connsiteY42" fmla="*/ 106612 h 147767"/>
                  <a:gd name="connsiteX43" fmla="*/ 96721 w 125378"/>
                  <a:gd name="connsiteY43" fmla="*/ 108851 h 147767"/>
                  <a:gd name="connsiteX44" fmla="*/ 109707 w 125378"/>
                  <a:gd name="connsiteY44" fmla="*/ 108851 h 147767"/>
                  <a:gd name="connsiteX45" fmla="*/ 111050 w 125378"/>
                  <a:gd name="connsiteY45" fmla="*/ 114225 h 147767"/>
                  <a:gd name="connsiteX46" fmla="*/ 104333 w 125378"/>
                  <a:gd name="connsiteY46" fmla="*/ 124076 h 147767"/>
                  <a:gd name="connsiteX47" fmla="*/ 96721 w 125378"/>
                  <a:gd name="connsiteY47" fmla="*/ 124076 h 147767"/>
                  <a:gd name="connsiteX48" fmla="*/ 94482 w 125378"/>
                  <a:gd name="connsiteY48" fmla="*/ 126315 h 147767"/>
                  <a:gd name="connsiteX49" fmla="*/ 96721 w 125378"/>
                  <a:gd name="connsiteY49" fmla="*/ 128554 h 147767"/>
                  <a:gd name="connsiteX50" fmla="*/ 103438 w 125378"/>
                  <a:gd name="connsiteY50" fmla="*/ 128554 h 147767"/>
                  <a:gd name="connsiteX51" fmla="*/ 104781 w 125378"/>
                  <a:gd name="connsiteY51" fmla="*/ 133927 h 147767"/>
                  <a:gd name="connsiteX52" fmla="*/ 94034 w 125378"/>
                  <a:gd name="connsiteY52" fmla="*/ 144674 h 147767"/>
                  <a:gd name="connsiteX53" fmla="*/ 60451 w 125378"/>
                  <a:gd name="connsiteY53" fmla="*/ 144674 h 147767"/>
                  <a:gd name="connsiteX54" fmla="*/ 31345 w 125378"/>
                  <a:gd name="connsiteY54" fmla="*/ 140644 h 147767"/>
                  <a:gd name="connsiteX55" fmla="*/ 4926 w 125378"/>
                  <a:gd name="connsiteY55" fmla="*/ 130793 h 147767"/>
                  <a:gd name="connsiteX56" fmla="*/ 4478 w 125378"/>
                  <a:gd name="connsiteY56" fmla="*/ 130793 h 147767"/>
                  <a:gd name="connsiteX57" fmla="*/ 4478 w 125378"/>
                  <a:gd name="connsiteY57" fmla="*/ 66760 h 147767"/>
                  <a:gd name="connsiteX58" fmla="*/ 4926 w 125378"/>
                  <a:gd name="connsiteY58" fmla="*/ 66760 h 147767"/>
                  <a:gd name="connsiteX59" fmla="*/ 23732 w 125378"/>
                  <a:gd name="connsiteY59" fmla="*/ 54670 h 147767"/>
                  <a:gd name="connsiteX60" fmla="*/ 76123 w 125378"/>
                  <a:gd name="connsiteY60" fmla="*/ 6757 h 147767"/>
                  <a:gd name="connsiteX61" fmla="*/ 76571 w 125378"/>
                  <a:gd name="connsiteY61" fmla="*/ 6309 h 147767"/>
                  <a:gd name="connsiteX62" fmla="*/ 77019 w 125378"/>
                  <a:gd name="connsiteY62" fmla="*/ 6757 h 147767"/>
                  <a:gd name="connsiteX63" fmla="*/ 68063 w 125378"/>
                  <a:gd name="connsiteY63" fmla="*/ 53774 h 147767"/>
                  <a:gd name="connsiteX64" fmla="*/ 66272 w 125378"/>
                  <a:gd name="connsiteY64" fmla="*/ 56461 h 147767"/>
                  <a:gd name="connsiteX65" fmla="*/ 64928 w 125378"/>
                  <a:gd name="connsiteY65" fmla="*/ 60043 h 147767"/>
                  <a:gd name="connsiteX66" fmla="*/ 65376 w 125378"/>
                  <a:gd name="connsiteY66" fmla="*/ 62282 h 147767"/>
                  <a:gd name="connsiteX67" fmla="*/ 67167 w 125378"/>
                  <a:gd name="connsiteY67" fmla="*/ 64073 h 147767"/>
                  <a:gd name="connsiteX68" fmla="*/ 70302 w 125378"/>
                  <a:gd name="connsiteY68" fmla="*/ 64969 h 147767"/>
                  <a:gd name="connsiteX69" fmla="*/ 111945 w 125378"/>
                  <a:gd name="connsiteY69" fmla="*/ 64969 h 147767"/>
                  <a:gd name="connsiteX70" fmla="*/ 119558 w 125378"/>
                  <a:gd name="connsiteY70" fmla="*/ 68103 h 147767"/>
                  <a:gd name="connsiteX71" fmla="*/ 122692 w 125378"/>
                  <a:gd name="connsiteY71" fmla="*/ 75715 h 147767"/>
                  <a:gd name="connsiteX72" fmla="*/ 119558 w 125378"/>
                  <a:gd name="connsiteY72" fmla="*/ 82432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25378" h="147767">
                    <a:moveTo>
                      <a:pt x="127170" y="74820"/>
                    </a:moveTo>
                    <a:cubicBezTo>
                      <a:pt x="127170" y="70790"/>
                      <a:pt x="125379" y="67208"/>
                      <a:pt x="122692" y="64073"/>
                    </a:cubicBezTo>
                    <a:cubicBezTo>
                      <a:pt x="120005" y="61387"/>
                      <a:pt x="115976" y="59595"/>
                      <a:pt x="111945" y="59595"/>
                    </a:cubicBezTo>
                    <a:lnTo>
                      <a:pt x="70302" y="59595"/>
                    </a:lnTo>
                    <a:cubicBezTo>
                      <a:pt x="69854" y="59595"/>
                      <a:pt x="69854" y="59595"/>
                      <a:pt x="69406" y="59595"/>
                    </a:cubicBezTo>
                    <a:cubicBezTo>
                      <a:pt x="69406" y="59595"/>
                      <a:pt x="69406" y="59148"/>
                      <a:pt x="69406" y="59148"/>
                    </a:cubicBezTo>
                    <a:cubicBezTo>
                      <a:pt x="69406" y="58700"/>
                      <a:pt x="69406" y="58700"/>
                      <a:pt x="69854" y="58252"/>
                    </a:cubicBezTo>
                    <a:lnTo>
                      <a:pt x="71645" y="55565"/>
                    </a:lnTo>
                    <a:cubicBezTo>
                      <a:pt x="85079" y="36311"/>
                      <a:pt x="98960" y="16608"/>
                      <a:pt x="79705" y="2279"/>
                    </a:cubicBezTo>
                    <a:lnTo>
                      <a:pt x="77466" y="488"/>
                    </a:lnTo>
                    <a:cubicBezTo>
                      <a:pt x="76571" y="-407"/>
                      <a:pt x="75227" y="40"/>
                      <a:pt x="74332" y="936"/>
                    </a:cubicBezTo>
                    <a:lnTo>
                      <a:pt x="72541" y="3175"/>
                    </a:lnTo>
                    <a:cubicBezTo>
                      <a:pt x="48808" y="33176"/>
                      <a:pt x="36270" y="40788"/>
                      <a:pt x="21493" y="49744"/>
                    </a:cubicBezTo>
                    <a:cubicBezTo>
                      <a:pt x="15672" y="53326"/>
                      <a:pt x="9404" y="56909"/>
                      <a:pt x="2239" y="62282"/>
                    </a:cubicBezTo>
                    <a:lnTo>
                      <a:pt x="896" y="63178"/>
                    </a:lnTo>
                    <a:cubicBezTo>
                      <a:pt x="448" y="63626"/>
                      <a:pt x="0" y="64073"/>
                      <a:pt x="0" y="64969"/>
                    </a:cubicBezTo>
                    <a:lnTo>
                      <a:pt x="0" y="131240"/>
                    </a:lnTo>
                    <a:cubicBezTo>
                      <a:pt x="0" y="132136"/>
                      <a:pt x="448" y="132584"/>
                      <a:pt x="896" y="133032"/>
                    </a:cubicBezTo>
                    <a:lnTo>
                      <a:pt x="2239" y="133927"/>
                    </a:lnTo>
                    <a:cubicBezTo>
                      <a:pt x="8956" y="137957"/>
                      <a:pt x="18807" y="141539"/>
                      <a:pt x="29554" y="144674"/>
                    </a:cubicBezTo>
                    <a:cubicBezTo>
                      <a:pt x="40300" y="147360"/>
                      <a:pt x="49704" y="148704"/>
                      <a:pt x="60003" y="148704"/>
                    </a:cubicBezTo>
                    <a:lnTo>
                      <a:pt x="94034" y="148704"/>
                    </a:lnTo>
                    <a:cubicBezTo>
                      <a:pt x="102542" y="148704"/>
                      <a:pt x="109259" y="141987"/>
                      <a:pt x="109259" y="133479"/>
                    </a:cubicBezTo>
                    <a:cubicBezTo>
                      <a:pt x="109259" y="131240"/>
                      <a:pt x="108811" y="129002"/>
                      <a:pt x="107916" y="126763"/>
                    </a:cubicBezTo>
                    <a:cubicBezTo>
                      <a:pt x="112393" y="124076"/>
                      <a:pt x="115528" y="119150"/>
                      <a:pt x="115528" y="113777"/>
                    </a:cubicBezTo>
                    <a:cubicBezTo>
                      <a:pt x="115528" y="111986"/>
                      <a:pt x="115080" y="109747"/>
                      <a:pt x="114184" y="107956"/>
                    </a:cubicBezTo>
                    <a:cubicBezTo>
                      <a:pt x="115080" y="107508"/>
                      <a:pt x="115528" y="107060"/>
                      <a:pt x="115528" y="106165"/>
                    </a:cubicBezTo>
                    <a:cubicBezTo>
                      <a:pt x="115976" y="105717"/>
                      <a:pt x="116871" y="105269"/>
                      <a:pt x="117319" y="104821"/>
                    </a:cubicBezTo>
                    <a:cubicBezTo>
                      <a:pt x="120005" y="102135"/>
                      <a:pt x="121797" y="98105"/>
                      <a:pt x="121797" y="94075"/>
                    </a:cubicBezTo>
                    <a:cubicBezTo>
                      <a:pt x="121797" y="91836"/>
                      <a:pt x="121349" y="89149"/>
                      <a:pt x="120005" y="86910"/>
                    </a:cubicBezTo>
                    <a:cubicBezTo>
                      <a:pt x="120901" y="86462"/>
                      <a:pt x="121797" y="85567"/>
                      <a:pt x="122692" y="84671"/>
                    </a:cubicBezTo>
                    <a:cubicBezTo>
                      <a:pt x="125827" y="82432"/>
                      <a:pt x="127170" y="78850"/>
                      <a:pt x="127170" y="74820"/>
                    </a:cubicBezTo>
                    <a:close/>
                    <a:moveTo>
                      <a:pt x="119558" y="82432"/>
                    </a:moveTo>
                    <a:cubicBezTo>
                      <a:pt x="118662" y="83328"/>
                      <a:pt x="117767" y="84223"/>
                      <a:pt x="116423" y="84671"/>
                    </a:cubicBezTo>
                    <a:lnTo>
                      <a:pt x="96721" y="84671"/>
                    </a:lnTo>
                    <a:cubicBezTo>
                      <a:pt x="95377" y="84671"/>
                      <a:pt x="94482" y="85567"/>
                      <a:pt x="94482" y="86910"/>
                    </a:cubicBezTo>
                    <a:cubicBezTo>
                      <a:pt x="94482" y="88254"/>
                      <a:pt x="95377" y="89149"/>
                      <a:pt x="96721" y="89149"/>
                    </a:cubicBezTo>
                    <a:lnTo>
                      <a:pt x="115976" y="89149"/>
                    </a:lnTo>
                    <a:cubicBezTo>
                      <a:pt x="116871" y="90940"/>
                      <a:pt x="117767" y="92731"/>
                      <a:pt x="117767" y="94522"/>
                    </a:cubicBezTo>
                    <a:cubicBezTo>
                      <a:pt x="117767" y="97209"/>
                      <a:pt x="116871" y="99896"/>
                      <a:pt x="114632" y="102135"/>
                    </a:cubicBezTo>
                    <a:cubicBezTo>
                      <a:pt x="113737" y="103030"/>
                      <a:pt x="112393" y="103926"/>
                      <a:pt x="111050" y="104374"/>
                    </a:cubicBezTo>
                    <a:lnTo>
                      <a:pt x="96721" y="104374"/>
                    </a:lnTo>
                    <a:cubicBezTo>
                      <a:pt x="95377" y="104374"/>
                      <a:pt x="94482" y="105269"/>
                      <a:pt x="94482" y="106612"/>
                    </a:cubicBezTo>
                    <a:cubicBezTo>
                      <a:pt x="94482" y="107956"/>
                      <a:pt x="95377" y="108851"/>
                      <a:pt x="96721" y="108851"/>
                    </a:cubicBezTo>
                    <a:lnTo>
                      <a:pt x="109707" y="108851"/>
                    </a:lnTo>
                    <a:cubicBezTo>
                      <a:pt x="110602" y="110643"/>
                      <a:pt x="111050" y="112434"/>
                      <a:pt x="111050" y="114225"/>
                    </a:cubicBezTo>
                    <a:cubicBezTo>
                      <a:pt x="111050" y="118703"/>
                      <a:pt x="108363" y="122732"/>
                      <a:pt x="104333" y="124076"/>
                    </a:cubicBezTo>
                    <a:lnTo>
                      <a:pt x="96721" y="124076"/>
                    </a:lnTo>
                    <a:cubicBezTo>
                      <a:pt x="95377" y="124076"/>
                      <a:pt x="94482" y="124971"/>
                      <a:pt x="94482" y="126315"/>
                    </a:cubicBezTo>
                    <a:cubicBezTo>
                      <a:pt x="94482" y="127658"/>
                      <a:pt x="95377" y="128554"/>
                      <a:pt x="96721" y="128554"/>
                    </a:cubicBezTo>
                    <a:lnTo>
                      <a:pt x="103438" y="128554"/>
                    </a:lnTo>
                    <a:cubicBezTo>
                      <a:pt x="104333" y="130345"/>
                      <a:pt x="104781" y="132136"/>
                      <a:pt x="104781" y="133927"/>
                    </a:cubicBezTo>
                    <a:cubicBezTo>
                      <a:pt x="104781" y="139748"/>
                      <a:pt x="99855" y="144674"/>
                      <a:pt x="94034" y="144674"/>
                    </a:cubicBezTo>
                    <a:lnTo>
                      <a:pt x="60451" y="144674"/>
                    </a:lnTo>
                    <a:cubicBezTo>
                      <a:pt x="50599" y="144674"/>
                      <a:pt x="41644" y="143331"/>
                      <a:pt x="31345" y="140644"/>
                    </a:cubicBezTo>
                    <a:cubicBezTo>
                      <a:pt x="21046" y="137957"/>
                      <a:pt x="11195" y="134375"/>
                      <a:pt x="4926" y="130793"/>
                    </a:cubicBezTo>
                    <a:lnTo>
                      <a:pt x="4478" y="130793"/>
                    </a:lnTo>
                    <a:lnTo>
                      <a:pt x="4478" y="66760"/>
                    </a:lnTo>
                    <a:lnTo>
                      <a:pt x="4926" y="66760"/>
                    </a:lnTo>
                    <a:cubicBezTo>
                      <a:pt x="12090" y="61834"/>
                      <a:pt x="17911" y="58252"/>
                      <a:pt x="23732" y="54670"/>
                    </a:cubicBezTo>
                    <a:cubicBezTo>
                      <a:pt x="38957" y="45714"/>
                      <a:pt x="51943" y="37654"/>
                      <a:pt x="76123" y="6757"/>
                    </a:cubicBezTo>
                    <a:lnTo>
                      <a:pt x="76571" y="6309"/>
                    </a:lnTo>
                    <a:lnTo>
                      <a:pt x="77019" y="6757"/>
                    </a:lnTo>
                    <a:cubicBezTo>
                      <a:pt x="92691" y="18847"/>
                      <a:pt x="81049" y="34967"/>
                      <a:pt x="68063" y="53774"/>
                    </a:cubicBezTo>
                    <a:lnTo>
                      <a:pt x="66272" y="56461"/>
                    </a:lnTo>
                    <a:cubicBezTo>
                      <a:pt x="65376" y="57356"/>
                      <a:pt x="64928" y="58700"/>
                      <a:pt x="64928" y="60043"/>
                    </a:cubicBezTo>
                    <a:cubicBezTo>
                      <a:pt x="64928" y="60939"/>
                      <a:pt x="64928" y="61834"/>
                      <a:pt x="65376" y="62282"/>
                    </a:cubicBezTo>
                    <a:cubicBezTo>
                      <a:pt x="65824" y="63178"/>
                      <a:pt x="66272" y="63626"/>
                      <a:pt x="67167" y="64073"/>
                    </a:cubicBezTo>
                    <a:cubicBezTo>
                      <a:pt x="68063" y="64521"/>
                      <a:pt x="68959" y="64969"/>
                      <a:pt x="70302" y="64969"/>
                    </a:cubicBezTo>
                    <a:lnTo>
                      <a:pt x="111945" y="64969"/>
                    </a:lnTo>
                    <a:cubicBezTo>
                      <a:pt x="114632" y="64969"/>
                      <a:pt x="117319" y="65864"/>
                      <a:pt x="119558" y="68103"/>
                    </a:cubicBezTo>
                    <a:cubicBezTo>
                      <a:pt x="121349" y="69894"/>
                      <a:pt x="122692" y="72581"/>
                      <a:pt x="122692" y="75715"/>
                    </a:cubicBezTo>
                    <a:cubicBezTo>
                      <a:pt x="122692" y="77507"/>
                      <a:pt x="121797" y="80193"/>
                      <a:pt x="119558" y="8243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77" name="Freeform: Shape 4673">
                <a:extLst>
                  <a:ext uri="{FF2B5EF4-FFF2-40B4-BE49-F238E27FC236}">
                    <a16:creationId xmlns:a16="http://schemas.microsoft.com/office/drawing/2014/main" id="{0DA187B7-3C2A-A99E-228A-524E4E8DF7AE}"/>
                  </a:ext>
                  <a:ext uri="{C183D7F6-B498-43B3-948B-1728B52AA6E4}">
                    <adec:decorative xmlns:adec="http://schemas.microsoft.com/office/drawing/2017/decorative" val="1"/>
                  </a:ext>
                </a:extLst>
              </p:cNvPr>
              <p:cNvSpPr>
                <a:spLocks noChangeAspect="1"/>
              </p:cNvSpPr>
              <p:nvPr/>
            </p:nvSpPr>
            <p:spPr>
              <a:xfrm>
                <a:off x="4747521" y="5570823"/>
                <a:ext cx="125379" cy="147768"/>
              </a:xfrm>
              <a:custGeom>
                <a:avLst/>
                <a:gdLst>
                  <a:gd name="connsiteX0" fmla="*/ 122692 w 125378"/>
                  <a:gd name="connsiteY0" fmla="*/ 64033 h 147767"/>
                  <a:gd name="connsiteX1" fmla="*/ 120005 w 125378"/>
                  <a:gd name="connsiteY1" fmla="*/ 61794 h 147767"/>
                  <a:gd name="connsiteX2" fmla="*/ 121797 w 125378"/>
                  <a:gd name="connsiteY2" fmla="*/ 54629 h 147767"/>
                  <a:gd name="connsiteX3" fmla="*/ 117319 w 125378"/>
                  <a:gd name="connsiteY3" fmla="*/ 43883 h 147767"/>
                  <a:gd name="connsiteX4" fmla="*/ 115528 w 125378"/>
                  <a:gd name="connsiteY4" fmla="*/ 42539 h 147767"/>
                  <a:gd name="connsiteX5" fmla="*/ 114184 w 125378"/>
                  <a:gd name="connsiteY5" fmla="*/ 40748 h 147767"/>
                  <a:gd name="connsiteX6" fmla="*/ 115528 w 125378"/>
                  <a:gd name="connsiteY6" fmla="*/ 34927 h 147767"/>
                  <a:gd name="connsiteX7" fmla="*/ 107916 w 125378"/>
                  <a:gd name="connsiteY7" fmla="*/ 21941 h 147767"/>
                  <a:gd name="connsiteX8" fmla="*/ 109259 w 125378"/>
                  <a:gd name="connsiteY8" fmla="*/ 15225 h 147767"/>
                  <a:gd name="connsiteX9" fmla="*/ 94034 w 125378"/>
                  <a:gd name="connsiteY9" fmla="*/ 0 h 147767"/>
                  <a:gd name="connsiteX10" fmla="*/ 60003 w 125378"/>
                  <a:gd name="connsiteY10" fmla="*/ 0 h 147767"/>
                  <a:gd name="connsiteX11" fmla="*/ 29554 w 125378"/>
                  <a:gd name="connsiteY11" fmla="*/ 4030 h 147767"/>
                  <a:gd name="connsiteX12" fmla="*/ 2239 w 125378"/>
                  <a:gd name="connsiteY12" fmla="*/ 14777 h 147767"/>
                  <a:gd name="connsiteX13" fmla="*/ 896 w 125378"/>
                  <a:gd name="connsiteY13" fmla="*/ 15672 h 147767"/>
                  <a:gd name="connsiteX14" fmla="*/ 0 w 125378"/>
                  <a:gd name="connsiteY14" fmla="*/ 17464 h 147767"/>
                  <a:gd name="connsiteX15" fmla="*/ 0 w 125378"/>
                  <a:gd name="connsiteY15" fmla="*/ 83735 h 147767"/>
                  <a:gd name="connsiteX16" fmla="*/ 896 w 125378"/>
                  <a:gd name="connsiteY16" fmla="*/ 85526 h 147767"/>
                  <a:gd name="connsiteX17" fmla="*/ 2239 w 125378"/>
                  <a:gd name="connsiteY17" fmla="*/ 86422 h 147767"/>
                  <a:gd name="connsiteX18" fmla="*/ 21493 w 125378"/>
                  <a:gd name="connsiteY18" fmla="*/ 98960 h 147767"/>
                  <a:gd name="connsiteX19" fmla="*/ 72541 w 125378"/>
                  <a:gd name="connsiteY19" fmla="*/ 145529 h 147767"/>
                  <a:gd name="connsiteX20" fmla="*/ 74332 w 125378"/>
                  <a:gd name="connsiteY20" fmla="*/ 147768 h 147767"/>
                  <a:gd name="connsiteX21" fmla="*/ 76123 w 125378"/>
                  <a:gd name="connsiteY21" fmla="*/ 148664 h 147767"/>
                  <a:gd name="connsiteX22" fmla="*/ 77466 w 125378"/>
                  <a:gd name="connsiteY22" fmla="*/ 148216 h 147767"/>
                  <a:gd name="connsiteX23" fmla="*/ 79705 w 125378"/>
                  <a:gd name="connsiteY23" fmla="*/ 146425 h 147767"/>
                  <a:gd name="connsiteX24" fmla="*/ 71645 w 125378"/>
                  <a:gd name="connsiteY24" fmla="*/ 93139 h 147767"/>
                  <a:gd name="connsiteX25" fmla="*/ 69854 w 125378"/>
                  <a:gd name="connsiteY25" fmla="*/ 90452 h 147767"/>
                  <a:gd name="connsiteX26" fmla="*/ 69406 w 125378"/>
                  <a:gd name="connsiteY26" fmla="*/ 89556 h 147767"/>
                  <a:gd name="connsiteX27" fmla="*/ 67167 w 125378"/>
                  <a:gd name="connsiteY27" fmla="*/ 89556 h 147767"/>
                  <a:gd name="connsiteX28" fmla="*/ 69406 w 125378"/>
                  <a:gd name="connsiteY28" fmla="*/ 89109 h 147767"/>
                  <a:gd name="connsiteX29" fmla="*/ 70302 w 125378"/>
                  <a:gd name="connsiteY29" fmla="*/ 89109 h 147767"/>
                  <a:gd name="connsiteX30" fmla="*/ 111945 w 125378"/>
                  <a:gd name="connsiteY30" fmla="*/ 89109 h 147767"/>
                  <a:gd name="connsiteX31" fmla="*/ 122692 w 125378"/>
                  <a:gd name="connsiteY31" fmla="*/ 84631 h 147767"/>
                  <a:gd name="connsiteX32" fmla="*/ 127170 w 125378"/>
                  <a:gd name="connsiteY32" fmla="*/ 73884 h 147767"/>
                  <a:gd name="connsiteX33" fmla="*/ 122692 w 125378"/>
                  <a:gd name="connsiteY33" fmla="*/ 64033 h 147767"/>
                  <a:gd name="connsiteX34" fmla="*/ 119558 w 125378"/>
                  <a:gd name="connsiteY34" fmla="*/ 82392 h 147767"/>
                  <a:gd name="connsiteX35" fmla="*/ 111945 w 125378"/>
                  <a:gd name="connsiteY35" fmla="*/ 85526 h 147767"/>
                  <a:gd name="connsiteX36" fmla="*/ 70302 w 125378"/>
                  <a:gd name="connsiteY36" fmla="*/ 85526 h 147767"/>
                  <a:gd name="connsiteX37" fmla="*/ 67167 w 125378"/>
                  <a:gd name="connsiteY37" fmla="*/ 86422 h 147767"/>
                  <a:gd name="connsiteX38" fmla="*/ 65376 w 125378"/>
                  <a:gd name="connsiteY38" fmla="*/ 88213 h 147767"/>
                  <a:gd name="connsiteX39" fmla="*/ 64928 w 125378"/>
                  <a:gd name="connsiteY39" fmla="*/ 90452 h 147767"/>
                  <a:gd name="connsiteX40" fmla="*/ 66272 w 125378"/>
                  <a:gd name="connsiteY40" fmla="*/ 94034 h 147767"/>
                  <a:gd name="connsiteX41" fmla="*/ 68063 w 125378"/>
                  <a:gd name="connsiteY41" fmla="*/ 96721 h 147767"/>
                  <a:gd name="connsiteX42" fmla="*/ 77019 w 125378"/>
                  <a:gd name="connsiteY42" fmla="*/ 143738 h 147767"/>
                  <a:gd name="connsiteX43" fmla="*/ 76571 w 125378"/>
                  <a:gd name="connsiteY43" fmla="*/ 144186 h 147767"/>
                  <a:gd name="connsiteX44" fmla="*/ 76123 w 125378"/>
                  <a:gd name="connsiteY44" fmla="*/ 143738 h 147767"/>
                  <a:gd name="connsiteX45" fmla="*/ 23732 w 125378"/>
                  <a:gd name="connsiteY45" fmla="*/ 95825 h 147767"/>
                  <a:gd name="connsiteX46" fmla="*/ 4926 w 125378"/>
                  <a:gd name="connsiteY46" fmla="*/ 83735 h 147767"/>
                  <a:gd name="connsiteX47" fmla="*/ 4478 w 125378"/>
                  <a:gd name="connsiteY47" fmla="*/ 83735 h 147767"/>
                  <a:gd name="connsiteX48" fmla="*/ 4478 w 125378"/>
                  <a:gd name="connsiteY48" fmla="*/ 19703 h 147767"/>
                  <a:gd name="connsiteX49" fmla="*/ 4926 w 125378"/>
                  <a:gd name="connsiteY49" fmla="*/ 19703 h 147767"/>
                  <a:gd name="connsiteX50" fmla="*/ 31345 w 125378"/>
                  <a:gd name="connsiteY50" fmla="*/ 9851 h 147767"/>
                  <a:gd name="connsiteX51" fmla="*/ 60451 w 125378"/>
                  <a:gd name="connsiteY51" fmla="*/ 5821 h 147767"/>
                  <a:gd name="connsiteX52" fmla="*/ 94482 w 125378"/>
                  <a:gd name="connsiteY52" fmla="*/ 5821 h 147767"/>
                  <a:gd name="connsiteX53" fmla="*/ 105229 w 125378"/>
                  <a:gd name="connsiteY53" fmla="*/ 16568 h 147767"/>
                  <a:gd name="connsiteX54" fmla="*/ 103885 w 125378"/>
                  <a:gd name="connsiteY54" fmla="*/ 21941 h 147767"/>
                  <a:gd name="connsiteX55" fmla="*/ 97169 w 125378"/>
                  <a:gd name="connsiteY55" fmla="*/ 21941 h 147767"/>
                  <a:gd name="connsiteX56" fmla="*/ 94930 w 125378"/>
                  <a:gd name="connsiteY56" fmla="*/ 24180 h 147767"/>
                  <a:gd name="connsiteX57" fmla="*/ 97169 w 125378"/>
                  <a:gd name="connsiteY57" fmla="*/ 26419 h 147767"/>
                  <a:gd name="connsiteX58" fmla="*/ 104781 w 125378"/>
                  <a:gd name="connsiteY58" fmla="*/ 26419 h 147767"/>
                  <a:gd name="connsiteX59" fmla="*/ 111498 w 125378"/>
                  <a:gd name="connsiteY59" fmla="*/ 36270 h 147767"/>
                  <a:gd name="connsiteX60" fmla="*/ 110154 w 125378"/>
                  <a:gd name="connsiteY60" fmla="*/ 41644 h 147767"/>
                  <a:gd name="connsiteX61" fmla="*/ 97169 w 125378"/>
                  <a:gd name="connsiteY61" fmla="*/ 41644 h 147767"/>
                  <a:gd name="connsiteX62" fmla="*/ 94930 w 125378"/>
                  <a:gd name="connsiteY62" fmla="*/ 43883 h 147767"/>
                  <a:gd name="connsiteX63" fmla="*/ 97169 w 125378"/>
                  <a:gd name="connsiteY63" fmla="*/ 46121 h 147767"/>
                  <a:gd name="connsiteX64" fmla="*/ 111498 w 125378"/>
                  <a:gd name="connsiteY64" fmla="*/ 46121 h 147767"/>
                  <a:gd name="connsiteX65" fmla="*/ 115080 w 125378"/>
                  <a:gd name="connsiteY65" fmla="*/ 48360 h 147767"/>
                  <a:gd name="connsiteX66" fmla="*/ 118215 w 125378"/>
                  <a:gd name="connsiteY66" fmla="*/ 55973 h 147767"/>
                  <a:gd name="connsiteX67" fmla="*/ 116423 w 125378"/>
                  <a:gd name="connsiteY67" fmla="*/ 61346 h 147767"/>
                  <a:gd name="connsiteX68" fmla="*/ 97169 w 125378"/>
                  <a:gd name="connsiteY68" fmla="*/ 61346 h 147767"/>
                  <a:gd name="connsiteX69" fmla="*/ 94930 w 125378"/>
                  <a:gd name="connsiteY69" fmla="*/ 63585 h 147767"/>
                  <a:gd name="connsiteX70" fmla="*/ 97169 w 125378"/>
                  <a:gd name="connsiteY70" fmla="*/ 65824 h 147767"/>
                  <a:gd name="connsiteX71" fmla="*/ 116871 w 125378"/>
                  <a:gd name="connsiteY71" fmla="*/ 65824 h 147767"/>
                  <a:gd name="connsiteX72" fmla="*/ 120005 w 125378"/>
                  <a:gd name="connsiteY72" fmla="*/ 68063 h 147767"/>
                  <a:gd name="connsiteX73" fmla="*/ 123140 w 125378"/>
                  <a:gd name="connsiteY73" fmla="*/ 75675 h 147767"/>
                  <a:gd name="connsiteX74" fmla="*/ 119558 w 125378"/>
                  <a:gd name="connsiteY74" fmla="*/ 82392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25378" h="147767">
                    <a:moveTo>
                      <a:pt x="122692" y="64033"/>
                    </a:moveTo>
                    <a:cubicBezTo>
                      <a:pt x="121797" y="63137"/>
                      <a:pt x="120901" y="62689"/>
                      <a:pt x="120005" y="61794"/>
                    </a:cubicBezTo>
                    <a:cubicBezTo>
                      <a:pt x="121349" y="59555"/>
                      <a:pt x="121797" y="57316"/>
                      <a:pt x="121797" y="54629"/>
                    </a:cubicBezTo>
                    <a:cubicBezTo>
                      <a:pt x="121797" y="50599"/>
                      <a:pt x="120005" y="47017"/>
                      <a:pt x="117319" y="43883"/>
                    </a:cubicBezTo>
                    <a:cubicBezTo>
                      <a:pt x="116871" y="43435"/>
                      <a:pt x="115976" y="42987"/>
                      <a:pt x="115528" y="42539"/>
                    </a:cubicBezTo>
                    <a:cubicBezTo>
                      <a:pt x="115528" y="41644"/>
                      <a:pt x="115080" y="40748"/>
                      <a:pt x="114184" y="40748"/>
                    </a:cubicBezTo>
                    <a:cubicBezTo>
                      <a:pt x="115080" y="38957"/>
                      <a:pt x="115528" y="37166"/>
                      <a:pt x="115528" y="34927"/>
                    </a:cubicBezTo>
                    <a:cubicBezTo>
                      <a:pt x="115528" y="29554"/>
                      <a:pt x="112393" y="24628"/>
                      <a:pt x="107916" y="21941"/>
                    </a:cubicBezTo>
                    <a:cubicBezTo>
                      <a:pt x="108811" y="19703"/>
                      <a:pt x="109259" y="17464"/>
                      <a:pt x="109259" y="15225"/>
                    </a:cubicBezTo>
                    <a:cubicBezTo>
                      <a:pt x="109259" y="6717"/>
                      <a:pt x="102542" y="0"/>
                      <a:pt x="94034" y="0"/>
                    </a:cubicBezTo>
                    <a:lnTo>
                      <a:pt x="60003" y="0"/>
                    </a:lnTo>
                    <a:cubicBezTo>
                      <a:pt x="49704" y="0"/>
                      <a:pt x="40300" y="1343"/>
                      <a:pt x="29554" y="4030"/>
                    </a:cubicBezTo>
                    <a:cubicBezTo>
                      <a:pt x="18359" y="6717"/>
                      <a:pt x="8956" y="10747"/>
                      <a:pt x="2239" y="14777"/>
                    </a:cubicBezTo>
                    <a:lnTo>
                      <a:pt x="896" y="15672"/>
                    </a:lnTo>
                    <a:cubicBezTo>
                      <a:pt x="0" y="16120"/>
                      <a:pt x="0" y="17016"/>
                      <a:pt x="0" y="17464"/>
                    </a:cubicBezTo>
                    <a:lnTo>
                      <a:pt x="0" y="83735"/>
                    </a:lnTo>
                    <a:cubicBezTo>
                      <a:pt x="0" y="84631"/>
                      <a:pt x="448" y="85079"/>
                      <a:pt x="896" y="85526"/>
                    </a:cubicBezTo>
                    <a:lnTo>
                      <a:pt x="2239" y="86422"/>
                    </a:lnTo>
                    <a:cubicBezTo>
                      <a:pt x="9404" y="91795"/>
                      <a:pt x="15672" y="95377"/>
                      <a:pt x="21493" y="98960"/>
                    </a:cubicBezTo>
                    <a:cubicBezTo>
                      <a:pt x="36270" y="107916"/>
                      <a:pt x="49256" y="115528"/>
                      <a:pt x="72541" y="145529"/>
                    </a:cubicBezTo>
                    <a:lnTo>
                      <a:pt x="74332" y="147768"/>
                    </a:lnTo>
                    <a:cubicBezTo>
                      <a:pt x="74780" y="148216"/>
                      <a:pt x="75227" y="148664"/>
                      <a:pt x="76123" y="148664"/>
                    </a:cubicBezTo>
                    <a:cubicBezTo>
                      <a:pt x="76571" y="148664"/>
                      <a:pt x="77019" y="148664"/>
                      <a:pt x="77466" y="148216"/>
                    </a:cubicBezTo>
                    <a:lnTo>
                      <a:pt x="79705" y="146425"/>
                    </a:lnTo>
                    <a:cubicBezTo>
                      <a:pt x="98512" y="132096"/>
                      <a:pt x="85079" y="112393"/>
                      <a:pt x="71645" y="93139"/>
                    </a:cubicBezTo>
                    <a:lnTo>
                      <a:pt x="69854" y="90452"/>
                    </a:lnTo>
                    <a:cubicBezTo>
                      <a:pt x="69854" y="90004"/>
                      <a:pt x="69406" y="90004"/>
                      <a:pt x="69406" y="89556"/>
                    </a:cubicBezTo>
                    <a:lnTo>
                      <a:pt x="67167" y="89556"/>
                    </a:lnTo>
                    <a:lnTo>
                      <a:pt x="69406" y="89109"/>
                    </a:lnTo>
                    <a:cubicBezTo>
                      <a:pt x="69406" y="89109"/>
                      <a:pt x="69854" y="89109"/>
                      <a:pt x="70302" y="89109"/>
                    </a:cubicBezTo>
                    <a:lnTo>
                      <a:pt x="111945" y="89109"/>
                    </a:lnTo>
                    <a:cubicBezTo>
                      <a:pt x="115976" y="89109"/>
                      <a:pt x="119558" y="87765"/>
                      <a:pt x="122692" y="84631"/>
                    </a:cubicBezTo>
                    <a:cubicBezTo>
                      <a:pt x="125379" y="81944"/>
                      <a:pt x="127170" y="77914"/>
                      <a:pt x="127170" y="73884"/>
                    </a:cubicBezTo>
                    <a:cubicBezTo>
                      <a:pt x="127170" y="70749"/>
                      <a:pt x="125827" y="67167"/>
                      <a:pt x="122692" y="64033"/>
                    </a:cubicBezTo>
                    <a:close/>
                    <a:moveTo>
                      <a:pt x="119558" y="82392"/>
                    </a:moveTo>
                    <a:cubicBezTo>
                      <a:pt x="117767" y="84183"/>
                      <a:pt x="115080" y="85526"/>
                      <a:pt x="111945" y="85526"/>
                    </a:cubicBezTo>
                    <a:lnTo>
                      <a:pt x="70302" y="85526"/>
                    </a:lnTo>
                    <a:cubicBezTo>
                      <a:pt x="68959" y="85526"/>
                      <a:pt x="68063" y="85974"/>
                      <a:pt x="67167" y="86422"/>
                    </a:cubicBezTo>
                    <a:cubicBezTo>
                      <a:pt x="66272" y="86870"/>
                      <a:pt x="65824" y="87317"/>
                      <a:pt x="65376" y="88213"/>
                    </a:cubicBezTo>
                    <a:cubicBezTo>
                      <a:pt x="64928" y="89109"/>
                      <a:pt x="64928" y="90004"/>
                      <a:pt x="64928" y="90452"/>
                    </a:cubicBezTo>
                    <a:cubicBezTo>
                      <a:pt x="64928" y="91795"/>
                      <a:pt x="65376" y="92691"/>
                      <a:pt x="66272" y="94034"/>
                    </a:cubicBezTo>
                    <a:lnTo>
                      <a:pt x="68063" y="96721"/>
                    </a:lnTo>
                    <a:cubicBezTo>
                      <a:pt x="81496" y="115528"/>
                      <a:pt x="92691" y="132096"/>
                      <a:pt x="77019" y="143738"/>
                    </a:cubicBezTo>
                    <a:lnTo>
                      <a:pt x="76571" y="144186"/>
                    </a:lnTo>
                    <a:lnTo>
                      <a:pt x="76123" y="143738"/>
                    </a:lnTo>
                    <a:cubicBezTo>
                      <a:pt x="51943" y="112841"/>
                      <a:pt x="38957" y="105229"/>
                      <a:pt x="23732" y="95825"/>
                    </a:cubicBezTo>
                    <a:cubicBezTo>
                      <a:pt x="17911" y="92243"/>
                      <a:pt x="12090" y="88661"/>
                      <a:pt x="4926" y="83735"/>
                    </a:cubicBezTo>
                    <a:lnTo>
                      <a:pt x="4478" y="83735"/>
                    </a:lnTo>
                    <a:lnTo>
                      <a:pt x="4478" y="19703"/>
                    </a:lnTo>
                    <a:lnTo>
                      <a:pt x="4926" y="19703"/>
                    </a:lnTo>
                    <a:cubicBezTo>
                      <a:pt x="11195" y="16120"/>
                      <a:pt x="20598" y="12090"/>
                      <a:pt x="31345" y="9851"/>
                    </a:cubicBezTo>
                    <a:cubicBezTo>
                      <a:pt x="41644" y="7165"/>
                      <a:pt x="50599" y="5821"/>
                      <a:pt x="60451" y="5821"/>
                    </a:cubicBezTo>
                    <a:lnTo>
                      <a:pt x="94482" y="5821"/>
                    </a:lnTo>
                    <a:cubicBezTo>
                      <a:pt x="100303" y="5821"/>
                      <a:pt x="105229" y="10747"/>
                      <a:pt x="105229" y="16568"/>
                    </a:cubicBezTo>
                    <a:cubicBezTo>
                      <a:pt x="105229" y="18359"/>
                      <a:pt x="104781" y="20150"/>
                      <a:pt x="103885" y="21941"/>
                    </a:cubicBezTo>
                    <a:lnTo>
                      <a:pt x="97169" y="21941"/>
                    </a:lnTo>
                    <a:cubicBezTo>
                      <a:pt x="95825" y="21941"/>
                      <a:pt x="94930" y="22837"/>
                      <a:pt x="94930" y="24180"/>
                    </a:cubicBezTo>
                    <a:cubicBezTo>
                      <a:pt x="94930" y="25524"/>
                      <a:pt x="95825" y="26419"/>
                      <a:pt x="97169" y="26419"/>
                    </a:cubicBezTo>
                    <a:lnTo>
                      <a:pt x="104781" y="26419"/>
                    </a:lnTo>
                    <a:cubicBezTo>
                      <a:pt x="108811" y="27763"/>
                      <a:pt x="111498" y="31793"/>
                      <a:pt x="111498" y="36270"/>
                    </a:cubicBezTo>
                    <a:cubicBezTo>
                      <a:pt x="111498" y="38061"/>
                      <a:pt x="111050" y="40300"/>
                      <a:pt x="110154" y="41644"/>
                    </a:cubicBezTo>
                    <a:lnTo>
                      <a:pt x="97169" y="41644"/>
                    </a:lnTo>
                    <a:cubicBezTo>
                      <a:pt x="95825" y="41644"/>
                      <a:pt x="94930" y="42539"/>
                      <a:pt x="94930" y="43883"/>
                    </a:cubicBezTo>
                    <a:cubicBezTo>
                      <a:pt x="94930" y="45226"/>
                      <a:pt x="95825" y="46121"/>
                      <a:pt x="97169" y="46121"/>
                    </a:cubicBezTo>
                    <a:lnTo>
                      <a:pt x="111498" y="46121"/>
                    </a:lnTo>
                    <a:cubicBezTo>
                      <a:pt x="112841" y="46569"/>
                      <a:pt x="114184" y="47465"/>
                      <a:pt x="115080" y="48360"/>
                    </a:cubicBezTo>
                    <a:cubicBezTo>
                      <a:pt x="116871" y="50152"/>
                      <a:pt x="118215" y="52838"/>
                      <a:pt x="118215" y="55973"/>
                    </a:cubicBezTo>
                    <a:cubicBezTo>
                      <a:pt x="118215" y="57764"/>
                      <a:pt x="117767" y="60003"/>
                      <a:pt x="116423" y="61346"/>
                    </a:cubicBezTo>
                    <a:lnTo>
                      <a:pt x="97169" y="61346"/>
                    </a:lnTo>
                    <a:cubicBezTo>
                      <a:pt x="95825" y="61346"/>
                      <a:pt x="94930" y="62242"/>
                      <a:pt x="94930" y="63585"/>
                    </a:cubicBezTo>
                    <a:cubicBezTo>
                      <a:pt x="94930" y="64928"/>
                      <a:pt x="95825" y="65824"/>
                      <a:pt x="97169" y="65824"/>
                    </a:cubicBezTo>
                    <a:lnTo>
                      <a:pt x="116871" y="65824"/>
                    </a:lnTo>
                    <a:cubicBezTo>
                      <a:pt x="118215" y="66272"/>
                      <a:pt x="119110" y="67167"/>
                      <a:pt x="120005" y="68063"/>
                    </a:cubicBezTo>
                    <a:cubicBezTo>
                      <a:pt x="121797" y="69854"/>
                      <a:pt x="123140" y="72541"/>
                      <a:pt x="123140" y="75675"/>
                    </a:cubicBezTo>
                    <a:cubicBezTo>
                      <a:pt x="122692" y="77466"/>
                      <a:pt x="121797" y="80153"/>
                      <a:pt x="119558" y="8239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78" name="Freeform: Shape 4674">
                <a:extLst>
                  <a:ext uri="{FF2B5EF4-FFF2-40B4-BE49-F238E27FC236}">
                    <a16:creationId xmlns:a16="http://schemas.microsoft.com/office/drawing/2014/main" id="{2E9FEA53-855D-EBFF-11FE-8E3BDBBFD06A}"/>
                  </a:ext>
                  <a:ext uri="{C183D7F6-B498-43B3-948B-1728B52AA6E4}">
                    <adec:decorative xmlns:adec="http://schemas.microsoft.com/office/drawing/2017/decorative" val="1"/>
                  </a:ext>
                </a:extLst>
              </p:cNvPr>
              <p:cNvSpPr>
                <a:spLocks noChangeAspect="1"/>
              </p:cNvSpPr>
              <p:nvPr/>
            </p:nvSpPr>
            <p:spPr>
              <a:xfrm>
                <a:off x="5015567" y="5571271"/>
                <a:ext cx="116423" cy="152246"/>
              </a:xfrm>
              <a:custGeom>
                <a:avLst/>
                <a:gdLst>
                  <a:gd name="connsiteX0" fmla="*/ 104509 w 116423"/>
                  <a:gd name="connsiteY0" fmla="*/ 53286 h 152245"/>
                  <a:gd name="connsiteX1" fmla="*/ 98687 w 116423"/>
                  <a:gd name="connsiteY1" fmla="*/ 54629 h 152245"/>
                  <a:gd name="connsiteX2" fmla="*/ 87045 w 116423"/>
                  <a:gd name="connsiteY2" fmla="*/ 47912 h 152245"/>
                  <a:gd name="connsiteX3" fmla="*/ 81224 w 116423"/>
                  <a:gd name="connsiteY3" fmla="*/ 49256 h 152245"/>
                  <a:gd name="connsiteX4" fmla="*/ 78985 w 116423"/>
                  <a:gd name="connsiteY4" fmla="*/ 46121 h 152245"/>
                  <a:gd name="connsiteX5" fmla="*/ 65104 w 116423"/>
                  <a:gd name="connsiteY5" fmla="*/ 42539 h 152245"/>
                  <a:gd name="connsiteX6" fmla="*/ 65104 w 116423"/>
                  <a:gd name="connsiteY6" fmla="*/ 13881 h 152245"/>
                  <a:gd name="connsiteX7" fmla="*/ 61522 w 116423"/>
                  <a:gd name="connsiteY7" fmla="*/ 4030 h 152245"/>
                  <a:gd name="connsiteX8" fmla="*/ 51671 w 116423"/>
                  <a:gd name="connsiteY8" fmla="*/ 0 h 152245"/>
                  <a:gd name="connsiteX9" fmla="*/ 38685 w 116423"/>
                  <a:gd name="connsiteY9" fmla="*/ 13881 h 152245"/>
                  <a:gd name="connsiteX10" fmla="*/ 38685 w 116423"/>
                  <a:gd name="connsiteY10" fmla="*/ 83735 h 152245"/>
                  <a:gd name="connsiteX11" fmla="*/ 30177 w 116423"/>
                  <a:gd name="connsiteY11" fmla="*/ 61794 h 152245"/>
                  <a:gd name="connsiteX12" fmla="*/ 19430 w 116423"/>
                  <a:gd name="connsiteY12" fmla="*/ 49704 h 152245"/>
                  <a:gd name="connsiteX13" fmla="*/ 5997 w 116423"/>
                  <a:gd name="connsiteY13" fmla="*/ 49704 h 152245"/>
                  <a:gd name="connsiteX14" fmla="*/ 2862 w 116423"/>
                  <a:gd name="connsiteY14" fmla="*/ 51047 h 152245"/>
                  <a:gd name="connsiteX15" fmla="*/ 1071 w 116423"/>
                  <a:gd name="connsiteY15" fmla="*/ 51943 h 152245"/>
                  <a:gd name="connsiteX16" fmla="*/ 176 w 116423"/>
                  <a:gd name="connsiteY16" fmla="*/ 54629 h 152245"/>
                  <a:gd name="connsiteX17" fmla="*/ 18535 w 116423"/>
                  <a:gd name="connsiteY17" fmla="*/ 111050 h 152245"/>
                  <a:gd name="connsiteX18" fmla="*/ 32416 w 116423"/>
                  <a:gd name="connsiteY18" fmla="*/ 137469 h 152245"/>
                  <a:gd name="connsiteX19" fmla="*/ 40028 w 116423"/>
                  <a:gd name="connsiteY19" fmla="*/ 149559 h 152245"/>
                  <a:gd name="connsiteX20" fmla="*/ 40924 w 116423"/>
                  <a:gd name="connsiteY20" fmla="*/ 150902 h 152245"/>
                  <a:gd name="connsiteX21" fmla="*/ 42715 w 116423"/>
                  <a:gd name="connsiteY21" fmla="*/ 152246 h 152245"/>
                  <a:gd name="connsiteX22" fmla="*/ 103165 w 116423"/>
                  <a:gd name="connsiteY22" fmla="*/ 152246 h 152245"/>
                  <a:gd name="connsiteX23" fmla="*/ 104957 w 116423"/>
                  <a:gd name="connsiteY23" fmla="*/ 151350 h 152245"/>
                  <a:gd name="connsiteX24" fmla="*/ 105852 w 116423"/>
                  <a:gd name="connsiteY24" fmla="*/ 150007 h 152245"/>
                  <a:gd name="connsiteX25" fmla="*/ 115256 w 116423"/>
                  <a:gd name="connsiteY25" fmla="*/ 125379 h 152245"/>
                  <a:gd name="connsiteX26" fmla="*/ 119286 w 116423"/>
                  <a:gd name="connsiteY26" fmla="*/ 98064 h 152245"/>
                  <a:gd name="connsiteX27" fmla="*/ 119286 w 116423"/>
                  <a:gd name="connsiteY27" fmla="*/ 67615 h 152245"/>
                  <a:gd name="connsiteX28" fmla="*/ 104509 w 116423"/>
                  <a:gd name="connsiteY28" fmla="*/ 53286 h 152245"/>
                  <a:gd name="connsiteX29" fmla="*/ 113912 w 116423"/>
                  <a:gd name="connsiteY29" fmla="*/ 97616 h 152245"/>
                  <a:gd name="connsiteX30" fmla="*/ 110330 w 116423"/>
                  <a:gd name="connsiteY30" fmla="*/ 124035 h 152245"/>
                  <a:gd name="connsiteX31" fmla="*/ 101375 w 116423"/>
                  <a:gd name="connsiteY31" fmla="*/ 147768 h 152245"/>
                  <a:gd name="connsiteX32" fmla="*/ 101375 w 116423"/>
                  <a:gd name="connsiteY32" fmla="*/ 147768 h 152245"/>
                  <a:gd name="connsiteX33" fmla="*/ 43611 w 116423"/>
                  <a:gd name="connsiteY33" fmla="*/ 147768 h 152245"/>
                  <a:gd name="connsiteX34" fmla="*/ 43611 w 116423"/>
                  <a:gd name="connsiteY34" fmla="*/ 147320 h 152245"/>
                  <a:gd name="connsiteX35" fmla="*/ 35998 w 116423"/>
                  <a:gd name="connsiteY35" fmla="*/ 134782 h 152245"/>
                  <a:gd name="connsiteX36" fmla="*/ 22565 w 116423"/>
                  <a:gd name="connsiteY36" fmla="*/ 109259 h 152245"/>
                  <a:gd name="connsiteX37" fmla="*/ 5101 w 116423"/>
                  <a:gd name="connsiteY37" fmla="*/ 54629 h 152245"/>
                  <a:gd name="connsiteX38" fmla="*/ 5549 w 116423"/>
                  <a:gd name="connsiteY38" fmla="*/ 54629 h 152245"/>
                  <a:gd name="connsiteX39" fmla="*/ 8236 w 116423"/>
                  <a:gd name="connsiteY39" fmla="*/ 53734 h 152245"/>
                  <a:gd name="connsiteX40" fmla="*/ 18087 w 116423"/>
                  <a:gd name="connsiteY40" fmla="*/ 53734 h 152245"/>
                  <a:gd name="connsiteX41" fmla="*/ 26147 w 116423"/>
                  <a:gd name="connsiteY41" fmla="*/ 63137 h 152245"/>
                  <a:gd name="connsiteX42" fmla="*/ 36894 w 116423"/>
                  <a:gd name="connsiteY42" fmla="*/ 90452 h 152245"/>
                  <a:gd name="connsiteX43" fmla="*/ 40924 w 116423"/>
                  <a:gd name="connsiteY43" fmla="*/ 92691 h 152245"/>
                  <a:gd name="connsiteX44" fmla="*/ 43611 w 116423"/>
                  <a:gd name="connsiteY44" fmla="*/ 89108 h 152245"/>
                  <a:gd name="connsiteX45" fmla="*/ 43611 w 116423"/>
                  <a:gd name="connsiteY45" fmla="*/ 13881 h 152245"/>
                  <a:gd name="connsiteX46" fmla="*/ 52118 w 116423"/>
                  <a:gd name="connsiteY46" fmla="*/ 4478 h 152245"/>
                  <a:gd name="connsiteX47" fmla="*/ 58835 w 116423"/>
                  <a:gd name="connsiteY47" fmla="*/ 7164 h 152245"/>
                  <a:gd name="connsiteX48" fmla="*/ 61522 w 116423"/>
                  <a:gd name="connsiteY48" fmla="*/ 13881 h 152245"/>
                  <a:gd name="connsiteX49" fmla="*/ 61522 w 116423"/>
                  <a:gd name="connsiteY49" fmla="*/ 46121 h 152245"/>
                  <a:gd name="connsiteX50" fmla="*/ 61522 w 116423"/>
                  <a:gd name="connsiteY50" fmla="*/ 69406 h 152245"/>
                  <a:gd name="connsiteX51" fmla="*/ 63761 w 116423"/>
                  <a:gd name="connsiteY51" fmla="*/ 71645 h 152245"/>
                  <a:gd name="connsiteX52" fmla="*/ 66000 w 116423"/>
                  <a:gd name="connsiteY52" fmla="*/ 69406 h 152245"/>
                  <a:gd name="connsiteX53" fmla="*/ 66000 w 116423"/>
                  <a:gd name="connsiteY53" fmla="*/ 47465 h 152245"/>
                  <a:gd name="connsiteX54" fmla="*/ 76746 w 116423"/>
                  <a:gd name="connsiteY54" fmla="*/ 49256 h 152245"/>
                  <a:gd name="connsiteX55" fmla="*/ 78985 w 116423"/>
                  <a:gd name="connsiteY55" fmla="*/ 52838 h 152245"/>
                  <a:gd name="connsiteX56" fmla="*/ 78985 w 116423"/>
                  <a:gd name="connsiteY56" fmla="*/ 69854 h 152245"/>
                  <a:gd name="connsiteX57" fmla="*/ 81224 w 116423"/>
                  <a:gd name="connsiteY57" fmla="*/ 72093 h 152245"/>
                  <a:gd name="connsiteX58" fmla="*/ 83463 w 116423"/>
                  <a:gd name="connsiteY58" fmla="*/ 69854 h 152245"/>
                  <a:gd name="connsiteX59" fmla="*/ 83463 w 116423"/>
                  <a:gd name="connsiteY59" fmla="*/ 54181 h 152245"/>
                  <a:gd name="connsiteX60" fmla="*/ 87941 w 116423"/>
                  <a:gd name="connsiteY60" fmla="*/ 52838 h 152245"/>
                  <a:gd name="connsiteX61" fmla="*/ 96449 w 116423"/>
                  <a:gd name="connsiteY61" fmla="*/ 58659 h 152245"/>
                  <a:gd name="connsiteX62" fmla="*/ 96449 w 116423"/>
                  <a:gd name="connsiteY62" fmla="*/ 69854 h 152245"/>
                  <a:gd name="connsiteX63" fmla="*/ 98687 w 116423"/>
                  <a:gd name="connsiteY63" fmla="*/ 72093 h 152245"/>
                  <a:gd name="connsiteX64" fmla="*/ 100926 w 116423"/>
                  <a:gd name="connsiteY64" fmla="*/ 69854 h 152245"/>
                  <a:gd name="connsiteX65" fmla="*/ 100926 w 116423"/>
                  <a:gd name="connsiteY65" fmla="*/ 59555 h 152245"/>
                  <a:gd name="connsiteX66" fmla="*/ 105404 w 116423"/>
                  <a:gd name="connsiteY66" fmla="*/ 58212 h 152245"/>
                  <a:gd name="connsiteX67" fmla="*/ 114808 w 116423"/>
                  <a:gd name="connsiteY67" fmla="*/ 67615 h 152245"/>
                  <a:gd name="connsiteX68" fmla="*/ 113912 w 116423"/>
                  <a:gd name="connsiteY68" fmla="*/ 97616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6423" h="152245">
                    <a:moveTo>
                      <a:pt x="104509" y="53286"/>
                    </a:moveTo>
                    <a:cubicBezTo>
                      <a:pt x="102270" y="53286"/>
                      <a:pt x="100479" y="53734"/>
                      <a:pt x="98687" y="54629"/>
                    </a:cubicBezTo>
                    <a:cubicBezTo>
                      <a:pt x="96001" y="50599"/>
                      <a:pt x="91523" y="47912"/>
                      <a:pt x="87045" y="47912"/>
                    </a:cubicBezTo>
                    <a:cubicBezTo>
                      <a:pt x="85254" y="47912"/>
                      <a:pt x="83015" y="48360"/>
                      <a:pt x="81224" y="49256"/>
                    </a:cubicBezTo>
                    <a:cubicBezTo>
                      <a:pt x="80776" y="47912"/>
                      <a:pt x="79881" y="47017"/>
                      <a:pt x="78985" y="46121"/>
                    </a:cubicBezTo>
                    <a:cubicBezTo>
                      <a:pt x="75403" y="42539"/>
                      <a:pt x="70030" y="41196"/>
                      <a:pt x="65104" y="42539"/>
                    </a:cubicBezTo>
                    <a:lnTo>
                      <a:pt x="65104" y="13881"/>
                    </a:lnTo>
                    <a:cubicBezTo>
                      <a:pt x="65104" y="9851"/>
                      <a:pt x="63761" y="6717"/>
                      <a:pt x="61522" y="4030"/>
                    </a:cubicBezTo>
                    <a:cubicBezTo>
                      <a:pt x="58835" y="1343"/>
                      <a:pt x="55253" y="0"/>
                      <a:pt x="51671" y="0"/>
                    </a:cubicBezTo>
                    <a:cubicBezTo>
                      <a:pt x="44058" y="0"/>
                      <a:pt x="38685" y="5821"/>
                      <a:pt x="38685" y="13881"/>
                    </a:cubicBezTo>
                    <a:lnTo>
                      <a:pt x="38685" y="83735"/>
                    </a:lnTo>
                    <a:lnTo>
                      <a:pt x="30177" y="61794"/>
                    </a:lnTo>
                    <a:cubicBezTo>
                      <a:pt x="27938" y="55973"/>
                      <a:pt x="24356" y="51943"/>
                      <a:pt x="19430" y="49704"/>
                    </a:cubicBezTo>
                    <a:cubicBezTo>
                      <a:pt x="15400" y="47912"/>
                      <a:pt x="10922" y="47912"/>
                      <a:pt x="5997" y="49704"/>
                    </a:cubicBezTo>
                    <a:cubicBezTo>
                      <a:pt x="5101" y="50151"/>
                      <a:pt x="3758" y="50599"/>
                      <a:pt x="2862" y="51047"/>
                    </a:cubicBezTo>
                    <a:lnTo>
                      <a:pt x="1071" y="51943"/>
                    </a:lnTo>
                    <a:cubicBezTo>
                      <a:pt x="176" y="52390"/>
                      <a:pt x="-272" y="53734"/>
                      <a:pt x="176" y="54629"/>
                    </a:cubicBezTo>
                    <a:lnTo>
                      <a:pt x="18535" y="111050"/>
                    </a:lnTo>
                    <a:cubicBezTo>
                      <a:pt x="21222" y="120453"/>
                      <a:pt x="27938" y="130304"/>
                      <a:pt x="32416" y="137469"/>
                    </a:cubicBezTo>
                    <a:cubicBezTo>
                      <a:pt x="35103" y="141947"/>
                      <a:pt x="37789" y="145977"/>
                      <a:pt x="40028" y="149559"/>
                    </a:cubicBezTo>
                    <a:lnTo>
                      <a:pt x="40924" y="150902"/>
                    </a:lnTo>
                    <a:cubicBezTo>
                      <a:pt x="41372" y="151798"/>
                      <a:pt x="42267" y="152246"/>
                      <a:pt x="42715" y="152246"/>
                    </a:cubicBezTo>
                    <a:lnTo>
                      <a:pt x="103165" y="152246"/>
                    </a:lnTo>
                    <a:cubicBezTo>
                      <a:pt x="104061" y="152246"/>
                      <a:pt x="104509" y="151798"/>
                      <a:pt x="104957" y="151350"/>
                    </a:cubicBezTo>
                    <a:lnTo>
                      <a:pt x="105852" y="150007"/>
                    </a:lnTo>
                    <a:cubicBezTo>
                      <a:pt x="109434" y="143738"/>
                      <a:pt x="113017" y="135230"/>
                      <a:pt x="115256" y="125379"/>
                    </a:cubicBezTo>
                    <a:cubicBezTo>
                      <a:pt x="117495" y="115975"/>
                      <a:pt x="118838" y="106124"/>
                      <a:pt x="119286" y="98064"/>
                    </a:cubicBezTo>
                    <a:lnTo>
                      <a:pt x="119286" y="67615"/>
                    </a:lnTo>
                    <a:cubicBezTo>
                      <a:pt x="118390" y="59555"/>
                      <a:pt x="112121" y="53286"/>
                      <a:pt x="104509" y="53286"/>
                    </a:cubicBezTo>
                    <a:close/>
                    <a:moveTo>
                      <a:pt x="113912" y="97616"/>
                    </a:moveTo>
                    <a:cubicBezTo>
                      <a:pt x="113912" y="105229"/>
                      <a:pt x="112569" y="115080"/>
                      <a:pt x="110330" y="124035"/>
                    </a:cubicBezTo>
                    <a:cubicBezTo>
                      <a:pt x="108091" y="133439"/>
                      <a:pt x="104509" y="141947"/>
                      <a:pt x="101375" y="147768"/>
                    </a:cubicBezTo>
                    <a:lnTo>
                      <a:pt x="101375" y="147768"/>
                    </a:lnTo>
                    <a:lnTo>
                      <a:pt x="43611" y="147768"/>
                    </a:lnTo>
                    <a:lnTo>
                      <a:pt x="43611" y="147320"/>
                    </a:lnTo>
                    <a:cubicBezTo>
                      <a:pt x="41372" y="143290"/>
                      <a:pt x="38685" y="139260"/>
                      <a:pt x="35998" y="134782"/>
                    </a:cubicBezTo>
                    <a:cubicBezTo>
                      <a:pt x="31520" y="127618"/>
                      <a:pt x="25251" y="118214"/>
                      <a:pt x="22565" y="109259"/>
                    </a:cubicBezTo>
                    <a:lnTo>
                      <a:pt x="5101" y="54629"/>
                    </a:lnTo>
                    <a:lnTo>
                      <a:pt x="5549" y="54629"/>
                    </a:lnTo>
                    <a:cubicBezTo>
                      <a:pt x="6445" y="54181"/>
                      <a:pt x="7340" y="53734"/>
                      <a:pt x="8236" y="53734"/>
                    </a:cubicBezTo>
                    <a:cubicBezTo>
                      <a:pt x="11818" y="52390"/>
                      <a:pt x="15400" y="52390"/>
                      <a:pt x="18087" y="53734"/>
                    </a:cubicBezTo>
                    <a:cubicBezTo>
                      <a:pt x="22565" y="55525"/>
                      <a:pt x="24804" y="60003"/>
                      <a:pt x="26147" y="63137"/>
                    </a:cubicBezTo>
                    <a:lnTo>
                      <a:pt x="36894" y="90452"/>
                    </a:lnTo>
                    <a:cubicBezTo>
                      <a:pt x="37342" y="92243"/>
                      <a:pt x="39133" y="93139"/>
                      <a:pt x="40924" y="92691"/>
                    </a:cubicBezTo>
                    <a:cubicBezTo>
                      <a:pt x="42715" y="92243"/>
                      <a:pt x="43611" y="90900"/>
                      <a:pt x="43611" y="89108"/>
                    </a:cubicBezTo>
                    <a:lnTo>
                      <a:pt x="43611" y="13881"/>
                    </a:lnTo>
                    <a:cubicBezTo>
                      <a:pt x="43611" y="8508"/>
                      <a:pt x="47193" y="4478"/>
                      <a:pt x="52118" y="4478"/>
                    </a:cubicBezTo>
                    <a:cubicBezTo>
                      <a:pt x="54805" y="4478"/>
                      <a:pt x="57044" y="5373"/>
                      <a:pt x="58835" y="7164"/>
                    </a:cubicBezTo>
                    <a:cubicBezTo>
                      <a:pt x="60626" y="8956"/>
                      <a:pt x="61522" y="11195"/>
                      <a:pt x="61522" y="13881"/>
                    </a:cubicBezTo>
                    <a:lnTo>
                      <a:pt x="61522" y="46121"/>
                    </a:lnTo>
                    <a:lnTo>
                      <a:pt x="61522" y="69406"/>
                    </a:lnTo>
                    <a:cubicBezTo>
                      <a:pt x="61522" y="70749"/>
                      <a:pt x="62417" y="71645"/>
                      <a:pt x="63761" y="71645"/>
                    </a:cubicBezTo>
                    <a:cubicBezTo>
                      <a:pt x="65104" y="71645"/>
                      <a:pt x="66000" y="70749"/>
                      <a:pt x="66000" y="69406"/>
                    </a:cubicBezTo>
                    <a:lnTo>
                      <a:pt x="66000" y="47465"/>
                    </a:lnTo>
                    <a:cubicBezTo>
                      <a:pt x="69582" y="45674"/>
                      <a:pt x="74060" y="46569"/>
                      <a:pt x="76746" y="49256"/>
                    </a:cubicBezTo>
                    <a:cubicBezTo>
                      <a:pt x="77642" y="50151"/>
                      <a:pt x="78538" y="51495"/>
                      <a:pt x="78985" y="52838"/>
                    </a:cubicBezTo>
                    <a:lnTo>
                      <a:pt x="78985" y="69854"/>
                    </a:lnTo>
                    <a:cubicBezTo>
                      <a:pt x="78985" y="71197"/>
                      <a:pt x="79881" y="72093"/>
                      <a:pt x="81224" y="72093"/>
                    </a:cubicBezTo>
                    <a:cubicBezTo>
                      <a:pt x="82567" y="72093"/>
                      <a:pt x="83463" y="71197"/>
                      <a:pt x="83463" y="69854"/>
                    </a:cubicBezTo>
                    <a:lnTo>
                      <a:pt x="83463" y="54181"/>
                    </a:lnTo>
                    <a:cubicBezTo>
                      <a:pt x="84806" y="53286"/>
                      <a:pt x="86598" y="52838"/>
                      <a:pt x="87941" y="52838"/>
                    </a:cubicBezTo>
                    <a:cubicBezTo>
                      <a:pt x="91971" y="52838"/>
                      <a:pt x="95106" y="55077"/>
                      <a:pt x="96449" y="58659"/>
                    </a:cubicBezTo>
                    <a:lnTo>
                      <a:pt x="96449" y="69854"/>
                    </a:lnTo>
                    <a:cubicBezTo>
                      <a:pt x="96449" y="71197"/>
                      <a:pt x="97344" y="72093"/>
                      <a:pt x="98687" y="72093"/>
                    </a:cubicBezTo>
                    <a:cubicBezTo>
                      <a:pt x="100031" y="72093"/>
                      <a:pt x="100926" y="71197"/>
                      <a:pt x="100926" y="69854"/>
                    </a:cubicBezTo>
                    <a:lnTo>
                      <a:pt x="100926" y="59555"/>
                    </a:lnTo>
                    <a:cubicBezTo>
                      <a:pt x="102270" y="58659"/>
                      <a:pt x="104061" y="58212"/>
                      <a:pt x="105404" y="58212"/>
                    </a:cubicBezTo>
                    <a:cubicBezTo>
                      <a:pt x="110778" y="58212"/>
                      <a:pt x="114808" y="62241"/>
                      <a:pt x="114808" y="67615"/>
                    </a:cubicBezTo>
                    <a:lnTo>
                      <a:pt x="113912" y="9761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779" name="Group 4675">
                <a:extLst>
                  <a:ext uri="{FF2B5EF4-FFF2-40B4-BE49-F238E27FC236}">
                    <a16:creationId xmlns:a16="http://schemas.microsoft.com/office/drawing/2014/main" id="{0218AFE1-478A-5682-5E8D-9D1F0E713CFC}"/>
                  </a:ext>
                  <a:ext uri="{C183D7F6-B498-43B3-948B-1728B52AA6E4}">
                    <adec:decorative xmlns:adec="http://schemas.microsoft.com/office/drawing/2017/decorative" val="1"/>
                  </a:ext>
                </a:extLst>
              </p:cNvPr>
              <p:cNvGrpSpPr>
                <a:grpSpLocks noChangeAspect="1"/>
              </p:cNvGrpSpPr>
              <p:nvPr/>
            </p:nvGrpSpPr>
            <p:grpSpPr>
              <a:xfrm>
                <a:off x="5292743" y="5585152"/>
                <a:ext cx="80601" cy="137469"/>
                <a:chOff x="5344064" y="4854040"/>
                <a:chExt cx="80601" cy="137469"/>
              </a:xfrm>
            </p:grpSpPr>
            <p:sp>
              <p:nvSpPr>
                <p:cNvPr id="780" name="Freeform: Shape 4676">
                  <a:extLst>
                    <a:ext uri="{FF2B5EF4-FFF2-40B4-BE49-F238E27FC236}">
                      <a16:creationId xmlns:a16="http://schemas.microsoft.com/office/drawing/2014/main" id="{1C3C479A-93A4-6EF9-1175-6601DE2EADA2}"/>
                    </a:ext>
                  </a:extLst>
                </p:cNvPr>
                <p:cNvSpPr/>
                <p:nvPr/>
              </p:nvSpPr>
              <p:spPr>
                <a:xfrm>
                  <a:off x="5356330" y="4866130"/>
                  <a:ext cx="49256" cy="40300"/>
                </a:xfrm>
                <a:custGeom>
                  <a:avLst/>
                  <a:gdLst>
                    <a:gd name="connsiteX0" fmla="*/ 8956 w 49255"/>
                    <a:gd name="connsiteY0" fmla="*/ 43435 h 40300"/>
                    <a:gd name="connsiteX1" fmla="*/ 7164 w 49255"/>
                    <a:gd name="connsiteY1" fmla="*/ 42987 h 40300"/>
                    <a:gd name="connsiteX2" fmla="*/ 0 w 49255"/>
                    <a:gd name="connsiteY2" fmla="*/ 25076 h 40300"/>
                    <a:gd name="connsiteX3" fmla="*/ 25076 w 49255"/>
                    <a:gd name="connsiteY3" fmla="*/ 0 h 40300"/>
                    <a:gd name="connsiteX4" fmla="*/ 50151 w 49255"/>
                    <a:gd name="connsiteY4" fmla="*/ 25076 h 40300"/>
                    <a:gd name="connsiteX5" fmla="*/ 42987 w 49255"/>
                    <a:gd name="connsiteY5" fmla="*/ 42987 h 40300"/>
                    <a:gd name="connsiteX6" fmla="*/ 39852 w 49255"/>
                    <a:gd name="connsiteY6" fmla="*/ 42987 h 40300"/>
                    <a:gd name="connsiteX7" fmla="*/ 39852 w 49255"/>
                    <a:gd name="connsiteY7" fmla="*/ 39852 h 40300"/>
                    <a:gd name="connsiteX8" fmla="*/ 45674 w 49255"/>
                    <a:gd name="connsiteY8" fmla="*/ 25076 h 40300"/>
                    <a:gd name="connsiteX9" fmla="*/ 25076 w 49255"/>
                    <a:gd name="connsiteY9" fmla="*/ 4478 h 40300"/>
                    <a:gd name="connsiteX10" fmla="*/ 4478 w 49255"/>
                    <a:gd name="connsiteY10" fmla="*/ 25076 h 40300"/>
                    <a:gd name="connsiteX11" fmla="*/ 10746 w 49255"/>
                    <a:gd name="connsiteY11" fmla="*/ 39852 h 40300"/>
                    <a:gd name="connsiteX12" fmla="*/ 10746 w 49255"/>
                    <a:gd name="connsiteY12" fmla="*/ 42987 h 40300"/>
                    <a:gd name="connsiteX13" fmla="*/ 8956 w 49255"/>
                    <a:gd name="connsiteY13" fmla="*/ 43435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40300">
                      <a:moveTo>
                        <a:pt x="8956" y="43435"/>
                      </a:moveTo>
                      <a:cubicBezTo>
                        <a:pt x="8507" y="43435"/>
                        <a:pt x="7612" y="43435"/>
                        <a:pt x="7164" y="42987"/>
                      </a:cubicBezTo>
                      <a:cubicBezTo>
                        <a:pt x="2239" y="38061"/>
                        <a:pt x="0" y="31792"/>
                        <a:pt x="0" y="25076"/>
                      </a:cubicBezTo>
                      <a:cubicBezTo>
                        <a:pt x="0" y="11195"/>
                        <a:pt x="11195" y="0"/>
                        <a:pt x="25076" y="0"/>
                      </a:cubicBezTo>
                      <a:cubicBezTo>
                        <a:pt x="38957" y="0"/>
                        <a:pt x="50151" y="11195"/>
                        <a:pt x="50151" y="25076"/>
                      </a:cubicBezTo>
                      <a:cubicBezTo>
                        <a:pt x="50151" y="31792"/>
                        <a:pt x="47465" y="38061"/>
                        <a:pt x="42987" y="42987"/>
                      </a:cubicBezTo>
                      <a:cubicBezTo>
                        <a:pt x="42091" y="43883"/>
                        <a:pt x="40748" y="43883"/>
                        <a:pt x="39852" y="42987"/>
                      </a:cubicBezTo>
                      <a:cubicBezTo>
                        <a:pt x="38957" y="42091"/>
                        <a:pt x="38957" y="40748"/>
                        <a:pt x="39852" y="39852"/>
                      </a:cubicBezTo>
                      <a:cubicBezTo>
                        <a:pt x="43882" y="35823"/>
                        <a:pt x="45674" y="30897"/>
                        <a:pt x="45674" y="25076"/>
                      </a:cubicBezTo>
                      <a:cubicBezTo>
                        <a:pt x="45674" y="13881"/>
                        <a:pt x="36270" y="4478"/>
                        <a:pt x="25076" y="4478"/>
                      </a:cubicBezTo>
                      <a:cubicBezTo>
                        <a:pt x="13881" y="4478"/>
                        <a:pt x="4478" y="13881"/>
                        <a:pt x="4478" y="25076"/>
                      </a:cubicBezTo>
                      <a:cubicBezTo>
                        <a:pt x="4478" y="30449"/>
                        <a:pt x="6717" y="35823"/>
                        <a:pt x="10746" y="39852"/>
                      </a:cubicBezTo>
                      <a:cubicBezTo>
                        <a:pt x="11642" y="40748"/>
                        <a:pt x="11642" y="42091"/>
                        <a:pt x="10746" y="42987"/>
                      </a:cubicBezTo>
                      <a:cubicBezTo>
                        <a:pt x="10299" y="43435"/>
                        <a:pt x="9851" y="43435"/>
                        <a:pt x="8956" y="4343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81" name="Freeform: Shape 4677">
                  <a:extLst>
                    <a:ext uri="{FF2B5EF4-FFF2-40B4-BE49-F238E27FC236}">
                      <a16:creationId xmlns:a16="http://schemas.microsoft.com/office/drawing/2014/main" id="{FB59B387-1615-1B40-8809-5E3EF7D3C81A}"/>
                    </a:ext>
                  </a:extLst>
                </p:cNvPr>
                <p:cNvSpPr/>
                <p:nvPr/>
              </p:nvSpPr>
              <p:spPr>
                <a:xfrm>
                  <a:off x="5344688" y="4854040"/>
                  <a:ext cx="71645" cy="62689"/>
                </a:xfrm>
                <a:custGeom>
                  <a:avLst/>
                  <a:gdLst>
                    <a:gd name="connsiteX0" fmla="*/ 12538 w 71645"/>
                    <a:gd name="connsiteY0" fmla="*/ 64033 h 62689"/>
                    <a:gd name="connsiteX1" fmla="*/ 11195 w 71645"/>
                    <a:gd name="connsiteY1" fmla="*/ 63585 h 62689"/>
                    <a:gd name="connsiteX2" fmla="*/ 0 w 71645"/>
                    <a:gd name="connsiteY2" fmla="*/ 37166 h 62689"/>
                    <a:gd name="connsiteX3" fmla="*/ 37166 w 71645"/>
                    <a:gd name="connsiteY3" fmla="*/ 0 h 62689"/>
                    <a:gd name="connsiteX4" fmla="*/ 74332 w 71645"/>
                    <a:gd name="connsiteY4" fmla="*/ 37166 h 62689"/>
                    <a:gd name="connsiteX5" fmla="*/ 63585 w 71645"/>
                    <a:gd name="connsiteY5" fmla="*/ 63137 h 62689"/>
                    <a:gd name="connsiteX6" fmla="*/ 60451 w 71645"/>
                    <a:gd name="connsiteY6" fmla="*/ 63137 h 62689"/>
                    <a:gd name="connsiteX7" fmla="*/ 60451 w 71645"/>
                    <a:gd name="connsiteY7" fmla="*/ 60003 h 62689"/>
                    <a:gd name="connsiteX8" fmla="*/ 69854 w 71645"/>
                    <a:gd name="connsiteY8" fmla="*/ 37166 h 62689"/>
                    <a:gd name="connsiteX9" fmla="*/ 37166 w 71645"/>
                    <a:gd name="connsiteY9" fmla="*/ 4478 h 62689"/>
                    <a:gd name="connsiteX10" fmla="*/ 4478 w 71645"/>
                    <a:gd name="connsiteY10" fmla="*/ 37166 h 62689"/>
                    <a:gd name="connsiteX11" fmla="*/ 14329 w 71645"/>
                    <a:gd name="connsiteY11" fmla="*/ 60451 h 62689"/>
                    <a:gd name="connsiteX12" fmla="*/ 14329 w 71645"/>
                    <a:gd name="connsiteY12" fmla="*/ 63585 h 62689"/>
                    <a:gd name="connsiteX13" fmla="*/ 12538 w 71645"/>
                    <a:gd name="connsiteY13" fmla="*/ 64033 h 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645" h="62689">
                      <a:moveTo>
                        <a:pt x="12538" y="64033"/>
                      </a:moveTo>
                      <a:cubicBezTo>
                        <a:pt x="12090" y="64033"/>
                        <a:pt x="11195" y="64033"/>
                        <a:pt x="11195" y="63585"/>
                      </a:cubicBezTo>
                      <a:cubicBezTo>
                        <a:pt x="4030" y="56420"/>
                        <a:pt x="0" y="47017"/>
                        <a:pt x="0" y="37166"/>
                      </a:cubicBezTo>
                      <a:cubicBezTo>
                        <a:pt x="0" y="16568"/>
                        <a:pt x="16568" y="0"/>
                        <a:pt x="37166" y="0"/>
                      </a:cubicBezTo>
                      <a:cubicBezTo>
                        <a:pt x="57764" y="0"/>
                        <a:pt x="74332" y="16568"/>
                        <a:pt x="74332" y="37166"/>
                      </a:cubicBezTo>
                      <a:cubicBezTo>
                        <a:pt x="74332" y="47017"/>
                        <a:pt x="70302" y="56420"/>
                        <a:pt x="63585" y="63137"/>
                      </a:cubicBezTo>
                      <a:cubicBezTo>
                        <a:pt x="62689" y="64033"/>
                        <a:pt x="61346" y="64033"/>
                        <a:pt x="60451" y="63137"/>
                      </a:cubicBezTo>
                      <a:cubicBezTo>
                        <a:pt x="59555" y="62242"/>
                        <a:pt x="59555" y="60898"/>
                        <a:pt x="60451" y="60003"/>
                      </a:cubicBezTo>
                      <a:cubicBezTo>
                        <a:pt x="66720" y="53734"/>
                        <a:pt x="69854" y="45674"/>
                        <a:pt x="69854" y="37166"/>
                      </a:cubicBezTo>
                      <a:cubicBezTo>
                        <a:pt x="69854" y="19255"/>
                        <a:pt x="55077" y="4478"/>
                        <a:pt x="37166" y="4478"/>
                      </a:cubicBezTo>
                      <a:cubicBezTo>
                        <a:pt x="19255" y="4478"/>
                        <a:pt x="4478" y="19255"/>
                        <a:pt x="4478" y="37166"/>
                      </a:cubicBezTo>
                      <a:cubicBezTo>
                        <a:pt x="4478" y="46121"/>
                        <a:pt x="8060" y="54181"/>
                        <a:pt x="14329" y="60451"/>
                      </a:cubicBezTo>
                      <a:cubicBezTo>
                        <a:pt x="15225" y="61346"/>
                        <a:pt x="15225" y="62689"/>
                        <a:pt x="14329" y="63585"/>
                      </a:cubicBezTo>
                      <a:cubicBezTo>
                        <a:pt x="13882" y="64033"/>
                        <a:pt x="13433" y="64033"/>
                        <a:pt x="12538" y="6403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82" name="Freeform: Shape 4678">
                  <a:extLst>
                    <a:ext uri="{FF2B5EF4-FFF2-40B4-BE49-F238E27FC236}">
                      <a16:creationId xmlns:a16="http://schemas.microsoft.com/office/drawing/2014/main" id="{C30C1E9E-1779-C9F4-DBDE-EB86CA3B1E00}"/>
                    </a:ext>
                  </a:extLst>
                </p:cNvPr>
                <p:cNvSpPr/>
                <p:nvPr/>
              </p:nvSpPr>
              <p:spPr>
                <a:xfrm>
                  <a:off x="5344064" y="4888519"/>
                  <a:ext cx="80601" cy="102990"/>
                </a:xfrm>
                <a:custGeom>
                  <a:avLst/>
                  <a:gdLst>
                    <a:gd name="connsiteX0" fmla="*/ 71373 w 80600"/>
                    <a:gd name="connsiteY0" fmla="*/ 35823 h 102989"/>
                    <a:gd name="connsiteX1" fmla="*/ 67791 w 80600"/>
                    <a:gd name="connsiteY1" fmla="*/ 36718 h 102989"/>
                    <a:gd name="connsiteX2" fmla="*/ 56148 w 80600"/>
                    <a:gd name="connsiteY2" fmla="*/ 33136 h 102989"/>
                    <a:gd name="connsiteX3" fmla="*/ 54805 w 80600"/>
                    <a:gd name="connsiteY3" fmla="*/ 31345 h 102989"/>
                    <a:gd name="connsiteX4" fmla="*/ 45850 w 80600"/>
                    <a:gd name="connsiteY4" fmla="*/ 28658 h 102989"/>
                    <a:gd name="connsiteX5" fmla="*/ 45850 w 80600"/>
                    <a:gd name="connsiteY5" fmla="*/ 10299 h 102989"/>
                    <a:gd name="connsiteX6" fmla="*/ 42715 w 80600"/>
                    <a:gd name="connsiteY6" fmla="*/ 3135 h 102989"/>
                    <a:gd name="connsiteX7" fmla="*/ 35550 w 80600"/>
                    <a:gd name="connsiteY7" fmla="*/ 0 h 102989"/>
                    <a:gd name="connsiteX8" fmla="*/ 26147 w 80600"/>
                    <a:gd name="connsiteY8" fmla="*/ 9851 h 102989"/>
                    <a:gd name="connsiteX9" fmla="*/ 26147 w 80600"/>
                    <a:gd name="connsiteY9" fmla="*/ 52838 h 102989"/>
                    <a:gd name="connsiteX10" fmla="*/ 21669 w 80600"/>
                    <a:gd name="connsiteY10" fmla="*/ 41644 h 102989"/>
                    <a:gd name="connsiteX11" fmla="*/ 14057 w 80600"/>
                    <a:gd name="connsiteY11" fmla="*/ 33136 h 102989"/>
                    <a:gd name="connsiteX12" fmla="*/ 4653 w 80600"/>
                    <a:gd name="connsiteY12" fmla="*/ 33136 h 102989"/>
                    <a:gd name="connsiteX13" fmla="*/ 2415 w 80600"/>
                    <a:gd name="connsiteY13" fmla="*/ 34031 h 102989"/>
                    <a:gd name="connsiteX14" fmla="*/ 1072 w 80600"/>
                    <a:gd name="connsiteY14" fmla="*/ 34927 h 102989"/>
                    <a:gd name="connsiteX15" fmla="*/ 176 w 80600"/>
                    <a:gd name="connsiteY15" fmla="*/ 37614 h 102989"/>
                    <a:gd name="connsiteX16" fmla="*/ 12266 w 80600"/>
                    <a:gd name="connsiteY16" fmla="*/ 75675 h 102989"/>
                    <a:gd name="connsiteX17" fmla="*/ 21669 w 80600"/>
                    <a:gd name="connsiteY17" fmla="*/ 93586 h 102989"/>
                    <a:gd name="connsiteX18" fmla="*/ 26595 w 80600"/>
                    <a:gd name="connsiteY18" fmla="*/ 101647 h 102989"/>
                    <a:gd name="connsiteX19" fmla="*/ 27043 w 80600"/>
                    <a:gd name="connsiteY19" fmla="*/ 102542 h 102989"/>
                    <a:gd name="connsiteX20" fmla="*/ 28834 w 80600"/>
                    <a:gd name="connsiteY20" fmla="*/ 103885 h 102989"/>
                    <a:gd name="connsiteX21" fmla="*/ 69582 w 80600"/>
                    <a:gd name="connsiteY21" fmla="*/ 103885 h 102989"/>
                    <a:gd name="connsiteX22" fmla="*/ 71373 w 80600"/>
                    <a:gd name="connsiteY22" fmla="*/ 102990 h 102989"/>
                    <a:gd name="connsiteX23" fmla="*/ 71821 w 80600"/>
                    <a:gd name="connsiteY23" fmla="*/ 102094 h 102989"/>
                    <a:gd name="connsiteX24" fmla="*/ 78537 w 80600"/>
                    <a:gd name="connsiteY24" fmla="*/ 85079 h 102989"/>
                    <a:gd name="connsiteX25" fmla="*/ 81224 w 80600"/>
                    <a:gd name="connsiteY25" fmla="*/ 66272 h 102989"/>
                    <a:gd name="connsiteX26" fmla="*/ 81224 w 80600"/>
                    <a:gd name="connsiteY26" fmla="*/ 45674 h 102989"/>
                    <a:gd name="connsiteX27" fmla="*/ 71373 w 80600"/>
                    <a:gd name="connsiteY27" fmla="*/ 35823 h 102989"/>
                    <a:gd name="connsiteX28" fmla="*/ 76746 w 80600"/>
                    <a:gd name="connsiteY28" fmla="*/ 66719 h 102989"/>
                    <a:gd name="connsiteX29" fmla="*/ 74507 w 80600"/>
                    <a:gd name="connsiteY29" fmla="*/ 84183 h 102989"/>
                    <a:gd name="connsiteX30" fmla="*/ 68686 w 80600"/>
                    <a:gd name="connsiteY30" fmla="*/ 99855 h 102989"/>
                    <a:gd name="connsiteX31" fmla="*/ 30625 w 80600"/>
                    <a:gd name="connsiteY31" fmla="*/ 99855 h 102989"/>
                    <a:gd name="connsiteX32" fmla="*/ 25700 w 80600"/>
                    <a:gd name="connsiteY32" fmla="*/ 91347 h 102989"/>
                    <a:gd name="connsiteX33" fmla="*/ 16744 w 80600"/>
                    <a:gd name="connsiteY33" fmla="*/ 74332 h 102989"/>
                    <a:gd name="connsiteX34" fmla="*/ 5101 w 80600"/>
                    <a:gd name="connsiteY34" fmla="*/ 38061 h 102989"/>
                    <a:gd name="connsiteX35" fmla="*/ 6445 w 80600"/>
                    <a:gd name="connsiteY35" fmla="*/ 37614 h 102989"/>
                    <a:gd name="connsiteX36" fmla="*/ 12714 w 80600"/>
                    <a:gd name="connsiteY36" fmla="*/ 37614 h 102989"/>
                    <a:gd name="connsiteX37" fmla="*/ 17639 w 80600"/>
                    <a:gd name="connsiteY37" fmla="*/ 43435 h 102989"/>
                    <a:gd name="connsiteX38" fmla="*/ 24804 w 80600"/>
                    <a:gd name="connsiteY38" fmla="*/ 61794 h 102989"/>
                    <a:gd name="connsiteX39" fmla="*/ 28386 w 80600"/>
                    <a:gd name="connsiteY39" fmla="*/ 64033 h 102989"/>
                    <a:gd name="connsiteX40" fmla="*/ 30625 w 80600"/>
                    <a:gd name="connsiteY40" fmla="*/ 60898 h 102989"/>
                    <a:gd name="connsiteX41" fmla="*/ 30625 w 80600"/>
                    <a:gd name="connsiteY41" fmla="*/ 10299 h 102989"/>
                    <a:gd name="connsiteX42" fmla="*/ 35550 w 80600"/>
                    <a:gd name="connsiteY42" fmla="*/ 4925 h 102989"/>
                    <a:gd name="connsiteX43" fmla="*/ 39581 w 80600"/>
                    <a:gd name="connsiteY43" fmla="*/ 6717 h 102989"/>
                    <a:gd name="connsiteX44" fmla="*/ 41372 w 80600"/>
                    <a:gd name="connsiteY44" fmla="*/ 10747 h 102989"/>
                    <a:gd name="connsiteX45" fmla="*/ 41372 w 80600"/>
                    <a:gd name="connsiteY45" fmla="*/ 32240 h 102989"/>
                    <a:gd name="connsiteX46" fmla="*/ 41372 w 80600"/>
                    <a:gd name="connsiteY46" fmla="*/ 47913 h 102989"/>
                    <a:gd name="connsiteX47" fmla="*/ 43611 w 80600"/>
                    <a:gd name="connsiteY47" fmla="*/ 50152 h 102989"/>
                    <a:gd name="connsiteX48" fmla="*/ 45850 w 80600"/>
                    <a:gd name="connsiteY48" fmla="*/ 47913 h 102989"/>
                    <a:gd name="connsiteX49" fmla="*/ 45850 w 80600"/>
                    <a:gd name="connsiteY49" fmla="*/ 33584 h 102989"/>
                    <a:gd name="connsiteX50" fmla="*/ 51671 w 80600"/>
                    <a:gd name="connsiteY50" fmla="*/ 34927 h 102989"/>
                    <a:gd name="connsiteX51" fmla="*/ 53014 w 80600"/>
                    <a:gd name="connsiteY51" fmla="*/ 36718 h 102989"/>
                    <a:gd name="connsiteX52" fmla="*/ 53014 w 80600"/>
                    <a:gd name="connsiteY52" fmla="*/ 47913 h 102989"/>
                    <a:gd name="connsiteX53" fmla="*/ 55253 w 80600"/>
                    <a:gd name="connsiteY53" fmla="*/ 50152 h 102989"/>
                    <a:gd name="connsiteX54" fmla="*/ 57492 w 80600"/>
                    <a:gd name="connsiteY54" fmla="*/ 47913 h 102989"/>
                    <a:gd name="connsiteX55" fmla="*/ 57492 w 80600"/>
                    <a:gd name="connsiteY55" fmla="*/ 37614 h 102989"/>
                    <a:gd name="connsiteX56" fmla="*/ 65104 w 80600"/>
                    <a:gd name="connsiteY56" fmla="*/ 40300 h 102989"/>
                    <a:gd name="connsiteX57" fmla="*/ 65104 w 80600"/>
                    <a:gd name="connsiteY57" fmla="*/ 47913 h 102989"/>
                    <a:gd name="connsiteX58" fmla="*/ 67343 w 80600"/>
                    <a:gd name="connsiteY58" fmla="*/ 50152 h 102989"/>
                    <a:gd name="connsiteX59" fmla="*/ 69582 w 80600"/>
                    <a:gd name="connsiteY59" fmla="*/ 47913 h 102989"/>
                    <a:gd name="connsiteX60" fmla="*/ 69582 w 80600"/>
                    <a:gd name="connsiteY60" fmla="*/ 41196 h 102989"/>
                    <a:gd name="connsiteX61" fmla="*/ 71821 w 80600"/>
                    <a:gd name="connsiteY61" fmla="*/ 40748 h 102989"/>
                    <a:gd name="connsiteX62" fmla="*/ 77194 w 80600"/>
                    <a:gd name="connsiteY62" fmla="*/ 46121 h 102989"/>
                    <a:gd name="connsiteX63" fmla="*/ 76746 w 80600"/>
                    <a:gd name="connsiteY63" fmla="*/ 66719 h 10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0600" h="102989">
                      <a:moveTo>
                        <a:pt x="71373" y="35823"/>
                      </a:moveTo>
                      <a:cubicBezTo>
                        <a:pt x="70029" y="35823"/>
                        <a:pt x="68686" y="36270"/>
                        <a:pt x="67791" y="36718"/>
                      </a:cubicBezTo>
                      <a:cubicBezTo>
                        <a:pt x="65104" y="33136"/>
                        <a:pt x="60178" y="31345"/>
                        <a:pt x="56148" y="33136"/>
                      </a:cubicBezTo>
                      <a:cubicBezTo>
                        <a:pt x="55701" y="32688"/>
                        <a:pt x="55253" y="31792"/>
                        <a:pt x="54805" y="31345"/>
                      </a:cubicBezTo>
                      <a:cubicBezTo>
                        <a:pt x="52566" y="29106"/>
                        <a:pt x="48984" y="27763"/>
                        <a:pt x="45850" y="28658"/>
                      </a:cubicBezTo>
                      <a:lnTo>
                        <a:pt x="45850" y="10299"/>
                      </a:lnTo>
                      <a:cubicBezTo>
                        <a:pt x="45850" y="7612"/>
                        <a:pt x="44954" y="4925"/>
                        <a:pt x="42715" y="3135"/>
                      </a:cubicBezTo>
                      <a:cubicBezTo>
                        <a:pt x="40924" y="1343"/>
                        <a:pt x="38237" y="0"/>
                        <a:pt x="35550" y="0"/>
                      </a:cubicBezTo>
                      <a:cubicBezTo>
                        <a:pt x="30177" y="0"/>
                        <a:pt x="26147" y="4478"/>
                        <a:pt x="26147" y="9851"/>
                      </a:cubicBezTo>
                      <a:lnTo>
                        <a:pt x="26147" y="52838"/>
                      </a:lnTo>
                      <a:lnTo>
                        <a:pt x="21669" y="41644"/>
                      </a:lnTo>
                      <a:cubicBezTo>
                        <a:pt x="19878" y="37614"/>
                        <a:pt x="17639" y="34479"/>
                        <a:pt x="14057" y="33136"/>
                      </a:cubicBezTo>
                      <a:cubicBezTo>
                        <a:pt x="10922" y="31792"/>
                        <a:pt x="7788" y="31792"/>
                        <a:pt x="4653" y="33136"/>
                      </a:cubicBezTo>
                      <a:cubicBezTo>
                        <a:pt x="3758" y="33584"/>
                        <a:pt x="3310" y="33584"/>
                        <a:pt x="2415" y="34031"/>
                      </a:cubicBezTo>
                      <a:lnTo>
                        <a:pt x="1072" y="34927"/>
                      </a:lnTo>
                      <a:cubicBezTo>
                        <a:pt x="176" y="35375"/>
                        <a:pt x="-272" y="36718"/>
                        <a:pt x="176" y="37614"/>
                      </a:cubicBezTo>
                      <a:lnTo>
                        <a:pt x="12266" y="75675"/>
                      </a:lnTo>
                      <a:cubicBezTo>
                        <a:pt x="14057" y="81944"/>
                        <a:pt x="18535" y="88661"/>
                        <a:pt x="21669" y="93586"/>
                      </a:cubicBezTo>
                      <a:cubicBezTo>
                        <a:pt x="23461" y="96273"/>
                        <a:pt x="25251" y="99408"/>
                        <a:pt x="26595" y="101647"/>
                      </a:cubicBezTo>
                      <a:lnTo>
                        <a:pt x="27043" y="102542"/>
                      </a:lnTo>
                      <a:cubicBezTo>
                        <a:pt x="27490" y="103437"/>
                        <a:pt x="28386" y="103885"/>
                        <a:pt x="28834" y="103885"/>
                      </a:cubicBezTo>
                      <a:lnTo>
                        <a:pt x="69582" y="103885"/>
                      </a:lnTo>
                      <a:cubicBezTo>
                        <a:pt x="70478" y="103885"/>
                        <a:pt x="70925" y="103437"/>
                        <a:pt x="71373" y="102990"/>
                      </a:cubicBezTo>
                      <a:lnTo>
                        <a:pt x="71821" y="102094"/>
                      </a:lnTo>
                      <a:cubicBezTo>
                        <a:pt x="74507" y="98064"/>
                        <a:pt x="76746" y="91795"/>
                        <a:pt x="78537" y="85079"/>
                      </a:cubicBezTo>
                      <a:cubicBezTo>
                        <a:pt x="80329" y="78809"/>
                        <a:pt x="81224" y="72093"/>
                        <a:pt x="81224" y="66272"/>
                      </a:cubicBezTo>
                      <a:lnTo>
                        <a:pt x="81224" y="45674"/>
                      </a:lnTo>
                      <a:cubicBezTo>
                        <a:pt x="81224" y="40300"/>
                        <a:pt x="76746" y="35823"/>
                        <a:pt x="71373" y="35823"/>
                      </a:cubicBezTo>
                      <a:close/>
                      <a:moveTo>
                        <a:pt x="76746" y="66719"/>
                      </a:moveTo>
                      <a:cubicBezTo>
                        <a:pt x="76746" y="72093"/>
                        <a:pt x="75851" y="78362"/>
                        <a:pt x="74507" y="84183"/>
                      </a:cubicBezTo>
                      <a:cubicBezTo>
                        <a:pt x="72717" y="90452"/>
                        <a:pt x="70925" y="95825"/>
                        <a:pt x="68686" y="99855"/>
                      </a:cubicBezTo>
                      <a:lnTo>
                        <a:pt x="30625" y="99855"/>
                      </a:lnTo>
                      <a:cubicBezTo>
                        <a:pt x="29281" y="97169"/>
                        <a:pt x="27490" y="94482"/>
                        <a:pt x="25700" y="91347"/>
                      </a:cubicBezTo>
                      <a:cubicBezTo>
                        <a:pt x="22565" y="86869"/>
                        <a:pt x="18535" y="80153"/>
                        <a:pt x="16744" y="74332"/>
                      </a:cubicBezTo>
                      <a:lnTo>
                        <a:pt x="5101" y="38061"/>
                      </a:lnTo>
                      <a:cubicBezTo>
                        <a:pt x="5549" y="38061"/>
                        <a:pt x="5997" y="37614"/>
                        <a:pt x="6445" y="37614"/>
                      </a:cubicBezTo>
                      <a:cubicBezTo>
                        <a:pt x="8684" y="36718"/>
                        <a:pt x="10922" y="36718"/>
                        <a:pt x="12714" y="37614"/>
                      </a:cubicBezTo>
                      <a:cubicBezTo>
                        <a:pt x="15400" y="38957"/>
                        <a:pt x="17192" y="41644"/>
                        <a:pt x="17639" y="43435"/>
                      </a:cubicBezTo>
                      <a:lnTo>
                        <a:pt x="24804" y="61794"/>
                      </a:lnTo>
                      <a:cubicBezTo>
                        <a:pt x="25251" y="63137"/>
                        <a:pt x="26595" y="64033"/>
                        <a:pt x="28386" y="64033"/>
                      </a:cubicBezTo>
                      <a:cubicBezTo>
                        <a:pt x="29729" y="63585"/>
                        <a:pt x="30625" y="62689"/>
                        <a:pt x="30625" y="60898"/>
                      </a:cubicBezTo>
                      <a:lnTo>
                        <a:pt x="30625" y="10299"/>
                      </a:lnTo>
                      <a:cubicBezTo>
                        <a:pt x="30625" y="7612"/>
                        <a:pt x="32416" y="4925"/>
                        <a:pt x="35550" y="4925"/>
                      </a:cubicBezTo>
                      <a:cubicBezTo>
                        <a:pt x="36894" y="4925"/>
                        <a:pt x="38237" y="5373"/>
                        <a:pt x="39581" y="6717"/>
                      </a:cubicBezTo>
                      <a:cubicBezTo>
                        <a:pt x="40924" y="8060"/>
                        <a:pt x="41372" y="8956"/>
                        <a:pt x="41372" y="10747"/>
                      </a:cubicBezTo>
                      <a:lnTo>
                        <a:pt x="41372" y="32240"/>
                      </a:lnTo>
                      <a:lnTo>
                        <a:pt x="41372" y="47913"/>
                      </a:lnTo>
                      <a:cubicBezTo>
                        <a:pt x="41372" y="49256"/>
                        <a:pt x="42267" y="50152"/>
                        <a:pt x="43611" y="50152"/>
                      </a:cubicBezTo>
                      <a:cubicBezTo>
                        <a:pt x="44954" y="50152"/>
                        <a:pt x="45850" y="49256"/>
                        <a:pt x="45850" y="47913"/>
                      </a:cubicBezTo>
                      <a:lnTo>
                        <a:pt x="45850" y="33584"/>
                      </a:lnTo>
                      <a:cubicBezTo>
                        <a:pt x="47640" y="32688"/>
                        <a:pt x="50328" y="33136"/>
                        <a:pt x="51671" y="34927"/>
                      </a:cubicBezTo>
                      <a:cubicBezTo>
                        <a:pt x="52118" y="35375"/>
                        <a:pt x="52566" y="36270"/>
                        <a:pt x="53014" y="36718"/>
                      </a:cubicBezTo>
                      <a:lnTo>
                        <a:pt x="53014" y="47913"/>
                      </a:lnTo>
                      <a:cubicBezTo>
                        <a:pt x="53014" y="49256"/>
                        <a:pt x="53909" y="50152"/>
                        <a:pt x="55253" y="50152"/>
                      </a:cubicBezTo>
                      <a:cubicBezTo>
                        <a:pt x="56596" y="50152"/>
                        <a:pt x="57492" y="49256"/>
                        <a:pt x="57492" y="47913"/>
                      </a:cubicBezTo>
                      <a:lnTo>
                        <a:pt x="57492" y="37614"/>
                      </a:lnTo>
                      <a:cubicBezTo>
                        <a:pt x="60178" y="36270"/>
                        <a:pt x="63761" y="37614"/>
                        <a:pt x="65104" y="40300"/>
                      </a:cubicBezTo>
                      <a:lnTo>
                        <a:pt x="65104" y="47913"/>
                      </a:lnTo>
                      <a:cubicBezTo>
                        <a:pt x="65104" y="49256"/>
                        <a:pt x="66000" y="50152"/>
                        <a:pt x="67343" y="50152"/>
                      </a:cubicBezTo>
                      <a:cubicBezTo>
                        <a:pt x="68686" y="50152"/>
                        <a:pt x="69582" y="49256"/>
                        <a:pt x="69582" y="47913"/>
                      </a:cubicBezTo>
                      <a:lnTo>
                        <a:pt x="69582" y="41196"/>
                      </a:lnTo>
                      <a:cubicBezTo>
                        <a:pt x="70478" y="40748"/>
                        <a:pt x="70925" y="40748"/>
                        <a:pt x="71821" y="40748"/>
                      </a:cubicBezTo>
                      <a:cubicBezTo>
                        <a:pt x="74956" y="40748"/>
                        <a:pt x="77194" y="43435"/>
                        <a:pt x="77194" y="46121"/>
                      </a:cubicBezTo>
                      <a:lnTo>
                        <a:pt x="76746" y="6671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783" name="Freeform: Shape 4679">
                <a:extLst>
                  <a:ext uri="{FF2B5EF4-FFF2-40B4-BE49-F238E27FC236}">
                    <a16:creationId xmlns:a16="http://schemas.microsoft.com/office/drawing/2014/main" id="{08AF70EF-6DFA-3E2D-0FAA-40E2F63D32F9}"/>
                  </a:ext>
                  <a:ext uri="{C183D7F6-B498-43B3-948B-1728B52AA6E4}">
                    <adec:decorative xmlns:adec="http://schemas.microsoft.com/office/drawing/2017/decorative" val="1"/>
                  </a:ext>
                </a:extLst>
              </p:cNvPr>
              <p:cNvSpPr>
                <a:spLocks noChangeAspect="1"/>
              </p:cNvSpPr>
              <p:nvPr/>
            </p:nvSpPr>
            <p:spPr>
              <a:xfrm>
                <a:off x="5555143" y="5581122"/>
                <a:ext cx="85079" cy="143290"/>
              </a:xfrm>
              <a:custGeom>
                <a:avLst/>
                <a:gdLst>
                  <a:gd name="connsiteX0" fmla="*/ 75851 w 85078"/>
                  <a:gd name="connsiteY0" fmla="*/ 69406 h 143290"/>
                  <a:gd name="connsiteX1" fmla="*/ 71821 w 85078"/>
                  <a:gd name="connsiteY1" fmla="*/ 70302 h 143290"/>
                  <a:gd name="connsiteX2" fmla="*/ 59283 w 85078"/>
                  <a:gd name="connsiteY2" fmla="*/ 66272 h 143290"/>
                  <a:gd name="connsiteX3" fmla="*/ 57940 w 85078"/>
                  <a:gd name="connsiteY3" fmla="*/ 64481 h 143290"/>
                  <a:gd name="connsiteX4" fmla="*/ 48089 w 85078"/>
                  <a:gd name="connsiteY4" fmla="*/ 61794 h 143290"/>
                  <a:gd name="connsiteX5" fmla="*/ 48089 w 85078"/>
                  <a:gd name="connsiteY5" fmla="*/ 57764 h 143290"/>
                  <a:gd name="connsiteX6" fmla="*/ 67791 w 85078"/>
                  <a:gd name="connsiteY6" fmla="*/ 29554 h 143290"/>
                  <a:gd name="connsiteX7" fmla="*/ 38237 w 85078"/>
                  <a:gd name="connsiteY7" fmla="*/ 0 h 143290"/>
                  <a:gd name="connsiteX8" fmla="*/ 8684 w 85078"/>
                  <a:gd name="connsiteY8" fmla="*/ 29554 h 143290"/>
                  <a:gd name="connsiteX9" fmla="*/ 27491 w 85078"/>
                  <a:gd name="connsiteY9" fmla="*/ 57316 h 143290"/>
                  <a:gd name="connsiteX10" fmla="*/ 27491 w 85078"/>
                  <a:gd name="connsiteY10" fmla="*/ 89109 h 143290"/>
                  <a:gd name="connsiteX11" fmla="*/ 22565 w 85078"/>
                  <a:gd name="connsiteY11" fmla="*/ 76123 h 143290"/>
                  <a:gd name="connsiteX12" fmla="*/ 14505 w 85078"/>
                  <a:gd name="connsiteY12" fmla="*/ 67167 h 143290"/>
                  <a:gd name="connsiteX13" fmla="*/ 4653 w 85078"/>
                  <a:gd name="connsiteY13" fmla="*/ 67167 h 143290"/>
                  <a:gd name="connsiteX14" fmla="*/ 2415 w 85078"/>
                  <a:gd name="connsiteY14" fmla="*/ 68063 h 143290"/>
                  <a:gd name="connsiteX15" fmla="*/ 1072 w 85078"/>
                  <a:gd name="connsiteY15" fmla="*/ 68958 h 143290"/>
                  <a:gd name="connsiteX16" fmla="*/ 176 w 85078"/>
                  <a:gd name="connsiteY16" fmla="*/ 71645 h 143290"/>
                  <a:gd name="connsiteX17" fmla="*/ 13609 w 85078"/>
                  <a:gd name="connsiteY17" fmla="*/ 112841 h 143290"/>
                  <a:gd name="connsiteX18" fmla="*/ 23908 w 85078"/>
                  <a:gd name="connsiteY18" fmla="*/ 132096 h 143290"/>
                  <a:gd name="connsiteX19" fmla="*/ 29281 w 85078"/>
                  <a:gd name="connsiteY19" fmla="*/ 141051 h 143290"/>
                  <a:gd name="connsiteX20" fmla="*/ 29730 w 85078"/>
                  <a:gd name="connsiteY20" fmla="*/ 141947 h 143290"/>
                  <a:gd name="connsiteX21" fmla="*/ 31520 w 85078"/>
                  <a:gd name="connsiteY21" fmla="*/ 143290 h 143290"/>
                  <a:gd name="connsiteX22" fmla="*/ 75403 w 85078"/>
                  <a:gd name="connsiteY22" fmla="*/ 143290 h 143290"/>
                  <a:gd name="connsiteX23" fmla="*/ 77194 w 85078"/>
                  <a:gd name="connsiteY23" fmla="*/ 142395 h 143290"/>
                  <a:gd name="connsiteX24" fmla="*/ 77642 w 85078"/>
                  <a:gd name="connsiteY24" fmla="*/ 141499 h 143290"/>
                  <a:gd name="connsiteX25" fmla="*/ 84806 w 85078"/>
                  <a:gd name="connsiteY25" fmla="*/ 123140 h 143290"/>
                  <a:gd name="connsiteX26" fmla="*/ 87493 w 85078"/>
                  <a:gd name="connsiteY26" fmla="*/ 102990 h 143290"/>
                  <a:gd name="connsiteX27" fmla="*/ 87493 w 85078"/>
                  <a:gd name="connsiteY27" fmla="*/ 80601 h 143290"/>
                  <a:gd name="connsiteX28" fmla="*/ 75851 w 85078"/>
                  <a:gd name="connsiteY28" fmla="*/ 69406 h 143290"/>
                  <a:gd name="connsiteX29" fmla="*/ 12714 w 85078"/>
                  <a:gd name="connsiteY29" fmla="*/ 29106 h 143290"/>
                  <a:gd name="connsiteX30" fmla="*/ 37789 w 85078"/>
                  <a:gd name="connsiteY30" fmla="*/ 4030 h 143290"/>
                  <a:gd name="connsiteX31" fmla="*/ 62865 w 85078"/>
                  <a:gd name="connsiteY31" fmla="*/ 29106 h 143290"/>
                  <a:gd name="connsiteX32" fmla="*/ 47641 w 85078"/>
                  <a:gd name="connsiteY32" fmla="*/ 52391 h 143290"/>
                  <a:gd name="connsiteX33" fmla="*/ 47641 w 85078"/>
                  <a:gd name="connsiteY33" fmla="*/ 41196 h 143290"/>
                  <a:gd name="connsiteX34" fmla="*/ 44506 w 85078"/>
                  <a:gd name="connsiteY34" fmla="*/ 33584 h 143290"/>
                  <a:gd name="connsiteX35" fmla="*/ 36894 w 85078"/>
                  <a:gd name="connsiteY35" fmla="*/ 30449 h 143290"/>
                  <a:gd name="connsiteX36" fmla="*/ 26595 w 85078"/>
                  <a:gd name="connsiteY36" fmla="*/ 41196 h 143290"/>
                  <a:gd name="connsiteX37" fmla="*/ 26595 w 85078"/>
                  <a:gd name="connsiteY37" fmla="*/ 51943 h 143290"/>
                  <a:gd name="connsiteX38" fmla="*/ 12714 w 85078"/>
                  <a:gd name="connsiteY38" fmla="*/ 29106 h 143290"/>
                  <a:gd name="connsiteX39" fmla="*/ 82120 w 85078"/>
                  <a:gd name="connsiteY39" fmla="*/ 102094 h 143290"/>
                  <a:gd name="connsiteX40" fmla="*/ 79433 w 85078"/>
                  <a:gd name="connsiteY40" fmla="*/ 120901 h 143290"/>
                  <a:gd name="connsiteX41" fmla="*/ 73164 w 85078"/>
                  <a:gd name="connsiteY41" fmla="*/ 137917 h 143290"/>
                  <a:gd name="connsiteX42" fmla="*/ 31969 w 85078"/>
                  <a:gd name="connsiteY42" fmla="*/ 137917 h 143290"/>
                  <a:gd name="connsiteX43" fmla="*/ 26595 w 85078"/>
                  <a:gd name="connsiteY43" fmla="*/ 128961 h 143290"/>
                  <a:gd name="connsiteX44" fmla="*/ 16744 w 85078"/>
                  <a:gd name="connsiteY44" fmla="*/ 110602 h 143290"/>
                  <a:gd name="connsiteX45" fmla="*/ 4206 w 85078"/>
                  <a:gd name="connsiteY45" fmla="*/ 71197 h 143290"/>
                  <a:gd name="connsiteX46" fmla="*/ 5549 w 85078"/>
                  <a:gd name="connsiteY46" fmla="*/ 70750 h 143290"/>
                  <a:gd name="connsiteX47" fmla="*/ 12266 w 85078"/>
                  <a:gd name="connsiteY47" fmla="*/ 70750 h 143290"/>
                  <a:gd name="connsiteX48" fmla="*/ 18087 w 85078"/>
                  <a:gd name="connsiteY48" fmla="*/ 77466 h 143290"/>
                  <a:gd name="connsiteX49" fmla="*/ 25700 w 85078"/>
                  <a:gd name="connsiteY49" fmla="*/ 97617 h 143290"/>
                  <a:gd name="connsiteX50" fmla="*/ 29281 w 85078"/>
                  <a:gd name="connsiteY50" fmla="*/ 99856 h 143290"/>
                  <a:gd name="connsiteX51" fmla="*/ 31969 w 85078"/>
                  <a:gd name="connsiteY51" fmla="*/ 96721 h 143290"/>
                  <a:gd name="connsiteX52" fmla="*/ 31969 w 85078"/>
                  <a:gd name="connsiteY52" fmla="*/ 41644 h 143290"/>
                  <a:gd name="connsiteX53" fmla="*/ 37789 w 85078"/>
                  <a:gd name="connsiteY53" fmla="*/ 35375 h 143290"/>
                  <a:gd name="connsiteX54" fmla="*/ 42267 w 85078"/>
                  <a:gd name="connsiteY54" fmla="*/ 37166 h 143290"/>
                  <a:gd name="connsiteX55" fmla="*/ 44058 w 85078"/>
                  <a:gd name="connsiteY55" fmla="*/ 41644 h 143290"/>
                  <a:gd name="connsiteX56" fmla="*/ 44058 w 85078"/>
                  <a:gd name="connsiteY56" fmla="*/ 64928 h 143290"/>
                  <a:gd name="connsiteX57" fmla="*/ 44058 w 85078"/>
                  <a:gd name="connsiteY57" fmla="*/ 81944 h 143290"/>
                  <a:gd name="connsiteX58" fmla="*/ 46297 w 85078"/>
                  <a:gd name="connsiteY58" fmla="*/ 84183 h 143290"/>
                  <a:gd name="connsiteX59" fmla="*/ 48536 w 85078"/>
                  <a:gd name="connsiteY59" fmla="*/ 81944 h 143290"/>
                  <a:gd name="connsiteX60" fmla="*/ 48536 w 85078"/>
                  <a:gd name="connsiteY60" fmla="*/ 66272 h 143290"/>
                  <a:gd name="connsiteX61" fmla="*/ 55253 w 85078"/>
                  <a:gd name="connsiteY61" fmla="*/ 67615 h 143290"/>
                  <a:gd name="connsiteX62" fmla="*/ 56597 w 85078"/>
                  <a:gd name="connsiteY62" fmla="*/ 69854 h 143290"/>
                  <a:gd name="connsiteX63" fmla="*/ 56597 w 85078"/>
                  <a:gd name="connsiteY63" fmla="*/ 81944 h 143290"/>
                  <a:gd name="connsiteX64" fmla="*/ 58835 w 85078"/>
                  <a:gd name="connsiteY64" fmla="*/ 84183 h 143290"/>
                  <a:gd name="connsiteX65" fmla="*/ 61074 w 85078"/>
                  <a:gd name="connsiteY65" fmla="*/ 81944 h 143290"/>
                  <a:gd name="connsiteX66" fmla="*/ 61074 w 85078"/>
                  <a:gd name="connsiteY66" fmla="*/ 70750 h 143290"/>
                  <a:gd name="connsiteX67" fmla="*/ 69582 w 85078"/>
                  <a:gd name="connsiteY67" fmla="*/ 73884 h 143290"/>
                  <a:gd name="connsiteX68" fmla="*/ 69582 w 85078"/>
                  <a:gd name="connsiteY68" fmla="*/ 81944 h 143290"/>
                  <a:gd name="connsiteX69" fmla="*/ 71821 w 85078"/>
                  <a:gd name="connsiteY69" fmla="*/ 84183 h 143290"/>
                  <a:gd name="connsiteX70" fmla="*/ 74060 w 85078"/>
                  <a:gd name="connsiteY70" fmla="*/ 81944 h 143290"/>
                  <a:gd name="connsiteX71" fmla="*/ 74060 w 85078"/>
                  <a:gd name="connsiteY71" fmla="*/ 74780 h 143290"/>
                  <a:gd name="connsiteX72" fmla="*/ 76747 w 85078"/>
                  <a:gd name="connsiteY72" fmla="*/ 73884 h 143290"/>
                  <a:gd name="connsiteX73" fmla="*/ 83015 w 85078"/>
                  <a:gd name="connsiteY73" fmla="*/ 80153 h 143290"/>
                  <a:gd name="connsiteX74" fmla="*/ 83015 w 85078"/>
                  <a:gd name="connsiteY74" fmla="*/ 102094 h 14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85078" h="143290">
                    <a:moveTo>
                      <a:pt x="75851" y="69406"/>
                    </a:moveTo>
                    <a:cubicBezTo>
                      <a:pt x="74508" y="69406"/>
                      <a:pt x="73164" y="69854"/>
                      <a:pt x="71821" y="70302"/>
                    </a:cubicBezTo>
                    <a:cubicBezTo>
                      <a:pt x="69134" y="66272"/>
                      <a:pt x="63761" y="64481"/>
                      <a:pt x="59283" y="66272"/>
                    </a:cubicBezTo>
                    <a:cubicBezTo>
                      <a:pt x="58835" y="65376"/>
                      <a:pt x="58387" y="64928"/>
                      <a:pt x="57940" y="64481"/>
                    </a:cubicBezTo>
                    <a:cubicBezTo>
                      <a:pt x="55253" y="61794"/>
                      <a:pt x="51671" y="60898"/>
                      <a:pt x="48089" y="61794"/>
                    </a:cubicBezTo>
                    <a:lnTo>
                      <a:pt x="48089" y="57764"/>
                    </a:lnTo>
                    <a:cubicBezTo>
                      <a:pt x="60178" y="53734"/>
                      <a:pt x="67791" y="42539"/>
                      <a:pt x="67791" y="29554"/>
                    </a:cubicBezTo>
                    <a:cubicBezTo>
                      <a:pt x="67791" y="12986"/>
                      <a:pt x="54358" y="0"/>
                      <a:pt x="38237" y="0"/>
                    </a:cubicBezTo>
                    <a:cubicBezTo>
                      <a:pt x="21669" y="0"/>
                      <a:pt x="8684" y="13433"/>
                      <a:pt x="8684" y="29554"/>
                    </a:cubicBezTo>
                    <a:cubicBezTo>
                      <a:pt x="8684" y="41644"/>
                      <a:pt x="16296" y="52838"/>
                      <a:pt x="27491" y="57316"/>
                    </a:cubicBezTo>
                    <a:lnTo>
                      <a:pt x="27491" y="89109"/>
                    </a:lnTo>
                    <a:lnTo>
                      <a:pt x="22565" y="76123"/>
                    </a:lnTo>
                    <a:cubicBezTo>
                      <a:pt x="20774" y="71645"/>
                      <a:pt x="18087" y="68511"/>
                      <a:pt x="14505" y="67167"/>
                    </a:cubicBezTo>
                    <a:cubicBezTo>
                      <a:pt x="11370" y="65824"/>
                      <a:pt x="7788" y="65824"/>
                      <a:pt x="4653" y="67167"/>
                    </a:cubicBezTo>
                    <a:cubicBezTo>
                      <a:pt x="3758" y="67615"/>
                      <a:pt x="3310" y="67615"/>
                      <a:pt x="2415" y="68063"/>
                    </a:cubicBezTo>
                    <a:lnTo>
                      <a:pt x="1072" y="68958"/>
                    </a:lnTo>
                    <a:cubicBezTo>
                      <a:pt x="176" y="69406"/>
                      <a:pt x="-272" y="70750"/>
                      <a:pt x="176" y="71645"/>
                    </a:cubicBezTo>
                    <a:lnTo>
                      <a:pt x="13609" y="112841"/>
                    </a:lnTo>
                    <a:cubicBezTo>
                      <a:pt x="15848" y="119558"/>
                      <a:pt x="20326" y="127170"/>
                      <a:pt x="23908" y="132096"/>
                    </a:cubicBezTo>
                    <a:cubicBezTo>
                      <a:pt x="26147" y="135230"/>
                      <a:pt x="27938" y="138365"/>
                      <a:pt x="29281" y="141051"/>
                    </a:cubicBezTo>
                    <a:lnTo>
                      <a:pt x="29730" y="141947"/>
                    </a:lnTo>
                    <a:cubicBezTo>
                      <a:pt x="30177" y="142842"/>
                      <a:pt x="31073" y="143290"/>
                      <a:pt x="31520" y="143290"/>
                    </a:cubicBezTo>
                    <a:lnTo>
                      <a:pt x="75403" y="143290"/>
                    </a:lnTo>
                    <a:cubicBezTo>
                      <a:pt x="76299" y="143290"/>
                      <a:pt x="76747" y="142842"/>
                      <a:pt x="77194" y="142395"/>
                    </a:cubicBezTo>
                    <a:lnTo>
                      <a:pt x="77642" y="141499"/>
                    </a:lnTo>
                    <a:cubicBezTo>
                      <a:pt x="80329" y="137021"/>
                      <a:pt x="83015" y="130752"/>
                      <a:pt x="84806" y="123140"/>
                    </a:cubicBezTo>
                    <a:cubicBezTo>
                      <a:pt x="86598" y="116423"/>
                      <a:pt x="87493" y="109259"/>
                      <a:pt x="87493" y="102990"/>
                    </a:cubicBezTo>
                    <a:lnTo>
                      <a:pt x="87493" y="80601"/>
                    </a:lnTo>
                    <a:cubicBezTo>
                      <a:pt x="86598" y="73884"/>
                      <a:pt x="81672" y="69406"/>
                      <a:pt x="75851" y="69406"/>
                    </a:cubicBezTo>
                    <a:close/>
                    <a:moveTo>
                      <a:pt x="12714" y="29106"/>
                    </a:moveTo>
                    <a:cubicBezTo>
                      <a:pt x="12714" y="15225"/>
                      <a:pt x="23908" y="4030"/>
                      <a:pt x="37789" y="4030"/>
                    </a:cubicBezTo>
                    <a:cubicBezTo>
                      <a:pt x="51671" y="4030"/>
                      <a:pt x="62865" y="15225"/>
                      <a:pt x="62865" y="29106"/>
                    </a:cubicBezTo>
                    <a:cubicBezTo>
                      <a:pt x="62865" y="39405"/>
                      <a:pt x="56597" y="48361"/>
                      <a:pt x="47641" y="52391"/>
                    </a:cubicBezTo>
                    <a:lnTo>
                      <a:pt x="47641" y="41196"/>
                    </a:lnTo>
                    <a:cubicBezTo>
                      <a:pt x="47641" y="38509"/>
                      <a:pt x="46745" y="35823"/>
                      <a:pt x="44506" y="33584"/>
                    </a:cubicBezTo>
                    <a:cubicBezTo>
                      <a:pt x="42267" y="31345"/>
                      <a:pt x="40028" y="30449"/>
                      <a:pt x="36894" y="30449"/>
                    </a:cubicBezTo>
                    <a:cubicBezTo>
                      <a:pt x="31073" y="30449"/>
                      <a:pt x="26595" y="34927"/>
                      <a:pt x="26595" y="41196"/>
                    </a:cubicBezTo>
                    <a:lnTo>
                      <a:pt x="26595" y="51943"/>
                    </a:lnTo>
                    <a:cubicBezTo>
                      <a:pt x="18087" y="47913"/>
                      <a:pt x="12714" y="38957"/>
                      <a:pt x="12714" y="29106"/>
                    </a:cubicBezTo>
                    <a:close/>
                    <a:moveTo>
                      <a:pt x="82120" y="102094"/>
                    </a:moveTo>
                    <a:cubicBezTo>
                      <a:pt x="82120" y="107916"/>
                      <a:pt x="81225" y="114632"/>
                      <a:pt x="79433" y="120901"/>
                    </a:cubicBezTo>
                    <a:cubicBezTo>
                      <a:pt x="77642" y="127618"/>
                      <a:pt x="75403" y="133887"/>
                      <a:pt x="73164" y="137917"/>
                    </a:cubicBezTo>
                    <a:lnTo>
                      <a:pt x="31969" y="137917"/>
                    </a:lnTo>
                    <a:cubicBezTo>
                      <a:pt x="30625" y="135230"/>
                      <a:pt x="28386" y="132096"/>
                      <a:pt x="26595" y="128961"/>
                    </a:cubicBezTo>
                    <a:cubicBezTo>
                      <a:pt x="23461" y="124036"/>
                      <a:pt x="18983" y="116871"/>
                      <a:pt x="16744" y="110602"/>
                    </a:cubicBezTo>
                    <a:lnTo>
                      <a:pt x="4206" y="71197"/>
                    </a:lnTo>
                    <a:cubicBezTo>
                      <a:pt x="4653" y="70750"/>
                      <a:pt x="5102" y="70750"/>
                      <a:pt x="5549" y="70750"/>
                    </a:cubicBezTo>
                    <a:cubicBezTo>
                      <a:pt x="7788" y="69854"/>
                      <a:pt x="10475" y="69854"/>
                      <a:pt x="12266" y="70750"/>
                    </a:cubicBezTo>
                    <a:cubicBezTo>
                      <a:pt x="15400" y="72093"/>
                      <a:pt x="17192" y="75228"/>
                      <a:pt x="18087" y="77466"/>
                    </a:cubicBezTo>
                    <a:lnTo>
                      <a:pt x="25700" y="97617"/>
                    </a:lnTo>
                    <a:cubicBezTo>
                      <a:pt x="26147" y="98960"/>
                      <a:pt x="27491" y="99856"/>
                      <a:pt x="29281" y="99856"/>
                    </a:cubicBezTo>
                    <a:cubicBezTo>
                      <a:pt x="30625" y="99408"/>
                      <a:pt x="31969" y="98512"/>
                      <a:pt x="31969" y="96721"/>
                    </a:cubicBezTo>
                    <a:lnTo>
                      <a:pt x="31969" y="41644"/>
                    </a:lnTo>
                    <a:cubicBezTo>
                      <a:pt x="31969" y="38061"/>
                      <a:pt x="34207" y="35375"/>
                      <a:pt x="37789" y="35375"/>
                    </a:cubicBezTo>
                    <a:cubicBezTo>
                      <a:pt x="39581" y="35375"/>
                      <a:pt x="40924" y="35823"/>
                      <a:pt x="42267" y="37166"/>
                    </a:cubicBezTo>
                    <a:cubicBezTo>
                      <a:pt x="43611" y="38509"/>
                      <a:pt x="44058" y="39853"/>
                      <a:pt x="44058" y="41644"/>
                    </a:cubicBezTo>
                    <a:lnTo>
                      <a:pt x="44058" y="64928"/>
                    </a:lnTo>
                    <a:lnTo>
                      <a:pt x="44058" y="81944"/>
                    </a:lnTo>
                    <a:cubicBezTo>
                      <a:pt x="44058" y="83288"/>
                      <a:pt x="44954" y="84183"/>
                      <a:pt x="46297" y="84183"/>
                    </a:cubicBezTo>
                    <a:cubicBezTo>
                      <a:pt x="47641" y="84183"/>
                      <a:pt x="48536" y="83288"/>
                      <a:pt x="48536" y="81944"/>
                    </a:cubicBezTo>
                    <a:lnTo>
                      <a:pt x="48536" y="66272"/>
                    </a:lnTo>
                    <a:cubicBezTo>
                      <a:pt x="50775" y="65376"/>
                      <a:pt x="53462" y="65824"/>
                      <a:pt x="55253" y="67615"/>
                    </a:cubicBezTo>
                    <a:cubicBezTo>
                      <a:pt x="55701" y="68063"/>
                      <a:pt x="56148" y="68958"/>
                      <a:pt x="56597" y="69854"/>
                    </a:cubicBezTo>
                    <a:lnTo>
                      <a:pt x="56597" y="81944"/>
                    </a:lnTo>
                    <a:cubicBezTo>
                      <a:pt x="56597" y="83288"/>
                      <a:pt x="57492" y="84183"/>
                      <a:pt x="58835" y="84183"/>
                    </a:cubicBezTo>
                    <a:cubicBezTo>
                      <a:pt x="60178" y="84183"/>
                      <a:pt x="61074" y="83288"/>
                      <a:pt x="61074" y="81944"/>
                    </a:cubicBezTo>
                    <a:lnTo>
                      <a:pt x="61074" y="70750"/>
                    </a:lnTo>
                    <a:cubicBezTo>
                      <a:pt x="64209" y="69406"/>
                      <a:pt x="68239" y="70750"/>
                      <a:pt x="69582" y="73884"/>
                    </a:cubicBezTo>
                    <a:lnTo>
                      <a:pt x="69582" y="81944"/>
                    </a:lnTo>
                    <a:cubicBezTo>
                      <a:pt x="69582" y="83288"/>
                      <a:pt x="70478" y="84183"/>
                      <a:pt x="71821" y="84183"/>
                    </a:cubicBezTo>
                    <a:cubicBezTo>
                      <a:pt x="73164" y="84183"/>
                      <a:pt x="74060" y="83288"/>
                      <a:pt x="74060" y="81944"/>
                    </a:cubicBezTo>
                    <a:lnTo>
                      <a:pt x="74060" y="74780"/>
                    </a:lnTo>
                    <a:cubicBezTo>
                      <a:pt x="74956" y="74332"/>
                      <a:pt x="75851" y="73884"/>
                      <a:pt x="76747" y="73884"/>
                    </a:cubicBezTo>
                    <a:cubicBezTo>
                      <a:pt x="80329" y="73884"/>
                      <a:pt x="83015" y="76571"/>
                      <a:pt x="83015" y="80153"/>
                    </a:cubicBezTo>
                    <a:lnTo>
                      <a:pt x="83015" y="10209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986" name="Group 4882">
                <a:extLst>
                  <a:ext uri="{FF2B5EF4-FFF2-40B4-BE49-F238E27FC236}">
                    <a16:creationId xmlns:a16="http://schemas.microsoft.com/office/drawing/2014/main" id="{1C38824A-66B8-2A5F-8CE3-A01E51D2DCB7}"/>
                  </a:ext>
                  <a:ext uri="{C183D7F6-B498-43B3-948B-1728B52AA6E4}">
                    <adec:decorative xmlns:adec="http://schemas.microsoft.com/office/drawing/2017/decorative" val="1"/>
                  </a:ext>
                </a:extLst>
              </p:cNvPr>
              <p:cNvGrpSpPr>
                <a:grpSpLocks noChangeAspect="1"/>
              </p:cNvGrpSpPr>
              <p:nvPr/>
            </p:nvGrpSpPr>
            <p:grpSpPr>
              <a:xfrm>
                <a:off x="2127818" y="1729600"/>
                <a:ext cx="152246" cy="111945"/>
                <a:chOff x="2168572" y="994161"/>
                <a:chExt cx="152246" cy="111945"/>
              </a:xfrm>
            </p:grpSpPr>
            <p:sp>
              <p:nvSpPr>
                <p:cNvPr id="987" name="Freeform: Shape 4883">
                  <a:extLst>
                    <a:ext uri="{FF2B5EF4-FFF2-40B4-BE49-F238E27FC236}">
                      <a16:creationId xmlns:a16="http://schemas.microsoft.com/office/drawing/2014/main" id="{D6FDFB4A-7CB6-972C-A560-9DB6BD3B67E8}"/>
                    </a:ext>
                  </a:extLst>
                </p:cNvPr>
                <p:cNvSpPr/>
                <p:nvPr/>
              </p:nvSpPr>
              <p:spPr>
                <a:xfrm>
                  <a:off x="2168572" y="994161"/>
                  <a:ext cx="152246" cy="111945"/>
                </a:xfrm>
                <a:custGeom>
                  <a:avLst/>
                  <a:gdLst>
                    <a:gd name="connsiteX0" fmla="*/ 136573 w 152245"/>
                    <a:gd name="connsiteY0" fmla="*/ 111945 h 111945"/>
                    <a:gd name="connsiteX1" fmla="*/ 15672 w 152245"/>
                    <a:gd name="connsiteY1" fmla="*/ 111945 h 111945"/>
                    <a:gd name="connsiteX2" fmla="*/ 0 w 152245"/>
                    <a:gd name="connsiteY2" fmla="*/ 96273 h 111945"/>
                    <a:gd name="connsiteX3" fmla="*/ 0 w 152245"/>
                    <a:gd name="connsiteY3" fmla="*/ 15672 h 111945"/>
                    <a:gd name="connsiteX4" fmla="*/ 15672 w 152245"/>
                    <a:gd name="connsiteY4" fmla="*/ 0 h 111945"/>
                    <a:gd name="connsiteX5" fmla="*/ 62689 w 152245"/>
                    <a:gd name="connsiteY5" fmla="*/ 0 h 111945"/>
                    <a:gd name="connsiteX6" fmla="*/ 71645 w 152245"/>
                    <a:gd name="connsiteY6" fmla="*/ 8956 h 111945"/>
                    <a:gd name="connsiteX7" fmla="*/ 76123 w 152245"/>
                    <a:gd name="connsiteY7" fmla="*/ 13433 h 111945"/>
                    <a:gd name="connsiteX8" fmla="*/ 136573 w 152245"/>
                    <a:gd name="connsiteY8" fmla="*/ 13433 h 111945"/>
                    <a:gd name="connsiteX9" fmla="*/ 152246 w 152245"/>
                    <a:gd name="connsiteY9" fmla="*/ 29106 h 111945"/>
                    <a:gd name="connsiteX10" fmla="*/ 152246 w 152245"/>
                    <a:gd name="connsiteY10" fmla="*/ 96273 h 111945"/>
                    <a:gd name="connsiteX11" fmla="*/ 136573 w 152245"/>
                    <a:gd name="connsiteY11" fmla="*/ 111945 h 111945"/>
                    <a:gd name="connsiteX12" fmla="*/ 15672 w 152245"/>
                    <a:gd name="connsiteY12" fmla="*/ 4478 h 111945"/>
                    <a:gd name="connsiteX13" fmla="*/ 4478 w 152245"/>
                    <a:gd name="connsiteY13" fmla="*/ 15672 h 111945"/>
                    <a:gd name="connsiteX14" fmla="*/ 4478 w 152245"/>
                    <a:gd name="connsiteY14" fmla="*/ 96273 h 111945"/>
                    <a:gd name="connsiteX15" fmla="*/ 15672 w 152245"/>
                    <a:gd name="connsiteY15" fmla="*/ 107468 h 111945"/>
                    <a:gd name="connsiteX16" fmla="*/ 136573 w 152245"/>
                    <a:gd name="connsiteY16" fmla="*/ 107468 h 111945"/>
                    <a:gd name="connsiteX17" fmla="*/ 147768 w 152245"/>
                    <a:gd name="connsiteY17" fmla="*/ 96273 h 111945"/>
                    <a:gd name="connsiteX18" fmla="*/ 147768 w 152245"/>
                    <a:gd name="connsiteY18" fmla="*/ 29106 h 111945"/>
                    <a:gd name="connsiteX19" fmla="*/ 136573 w 152245"/>
                    <a:gd name="connsiteY19" fmla="*/ 17911 h 111945"/>
                    <a:gd name="connsiteX20" fmla="*/ 76123 w 152245"/>
                    <a:gd name="connsiteY20" fmla="*/ 17911 h 111945"/>
                    <a:gd name="connsiteX21" fmla="*/ 67167 w 152245"/>
                    <a:gd name="connsiteY21" fmla="*/ 8956 h 111945"/>
                    <a:gd name="connsiteX22" fmla="*/ 62689 w 152245"/>
                    <a:gd name="connsiteY22" fmla="*/ 4478 h 111945"/>
                    <a:gd name="connsiteX23" fmla="*/ 15672 w 152245"/>
                    <a:gd name="connsiteY23" fmla="*/ 4478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2245" h="111945">
                      <a:moveTo>
                        <a:pt x="136573" y="111945"/>
                      </a:moveTo>
                      <a:lnTo>
                        <a:pt x="15672" y="111945"/>
                      </a:lnTo>
                      <a:cubicBezTo>
                        <a:pt x="7165" y="111945"/>
                        <a:pt x="0" y="104781"/>
                        <a:pt x="0" y="96273"/>
                      </a:cubicBezTo>
                      <a:lnTo>
                        <a:pt x="0" y="15672"/>
                      </a:lnTo>
                      <a:cubicBezTo>
                        <a:pt x="0" y="7165"/>
                        <a:pt x="7165" y="0"/>
                        <a:pt x="15672" y="0"/>
                      </a:cubicBezTo>
                      <a:lnTo>
                        <a:pt x="62689" y="0"/>
                      </a:lnTo>
                      <a:cubicBezTo>
                        <a:pt x="67615" y="0"/>
                        <a:pt x="71645" y="4030"/>
                        <a:pt x="71645" y="8956"/>
                      </a:cubicBezTo>
                      <a:cubicBezTo>
                        <a:pt x="71645" y="11642"/>
                        <a:pt x="73436" y="13433"/>
                        <a:pt x="76123" y="13433"/>
                      </a:cubicBezTo>
                      <a:lnTo>
                        <a:pt x="136573" y="13433"/>
                      </a:lnTo>
                      <a:cubicBezTo>
                        <a:pt x="145081" y="13433"/>
                        <a:pt x="152246" y="20598"/>
                        <a:pt x="152246" y="29106"/>
                      </a:cubicBezTo>
                      <a:lnTo>
                        <a:pt x="152246" y="96273"/>
                      </a:lnTo>
                      <a:cubicBezTo>
                        <a:pt x="152246" y="104781"/>
                        <a:pt x="145529" y="111945"/>
                        <a:pt x="136573" y="111945"/>
                      </a:cubicBezTo>
                      <a:close/>
                      <a:moveTo>
                        <a:pt x="15672" y="4478"/>
                      </a:moveTo>
                      <a:cubicBezTo>
                        <a:pt x="9403" y="4478"/>
                        <a:pt x="4478" y="9403"/>
                        <a:pt x="4478" y="15672"/>
                      </a:cubicBezTo>
                      <a:lnTo>
                        <a:pt x="4478" y="96273"/>
                      </a:lnTo>
                      <a:cubicBezTo>
                        <a:pt x="4478" y="102542"/>
                        <a:pt x="9403" y="107468"/>
                        <a:pt x="15672" y="107468"/>
                      </a:cubicBezTo>
                      <a:lnTo>
                        <a:pt x="136573" y="107468"/>
                      </a:lnTo>
                      <a:cubicBezTo>
                        <a:pt x="142842" y="107468"/>
                        <a:pt x="147768" y="102542"/>
                        <a:pt x="147768" y="96273"/>
                      </a:cubicBezTo>
                      <a:lnTo>
                        <a:pt x="147768" y="29106"/>
                      </a:lnTo>
                      <a:cubicBezTo>
                        <a:pt x="147768" y="22837"/>
                        <a:pt x="142842" y="17911"/>
                        <a:pt x="136573" y="17911"/>
                      </a:cubicBezTo>
                      <a:lnTo>
                        <a:pt x="76123" y="17911"/>
                      </a:lnTo>
                      <a:cubicBezTo>
                        <a:pt x="71197" y="17911"/>
                        <a:pt x="67167" y="13881"/>
                        <a:pt x="67167" y="8956"/>
                      </a:cubicBezTo>
                      <a:cubicBezTo>
                        <a:pt x="67167" y="6269"/>
                        <a:pt x="65376" y="4478"/>
                        <a:pt x="62689" y="4478"/>
                      </a:cubicBezTo>
                      <a:lnTo>
                        <a:pt x="15672"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88" name="Freeform: Shape 4884">
                  <a:extLst>
                    <a:ext uri="{FF2B5EF4-FFF2-40B4-BE49-F238E27FC236}">
                      <a16:creationId xmlns:a16="http://schemas.microsoft.com/office/drawing/2014/main" id="{4DEBE332-B615-67BA-2F57-1D0D01EB26FF}"/>
                    </a:ext>
                  </a:extLst>
                </p:cNvPr>
                <p:cNvSpPr/>
                <p:nvPr/>
              </p:nvSpPr>
              <p:spPr>
                <a:xfrm>
                  <a:off x="2208984" y="1026738"/>
                  <a:ext cx="67167" cy="58212"/>
                </a:xfrm>
                <a:custGeom>
                  <a:avLst/>
                  <a:gdLst>
                    <a:gd name="connsiteX0" fmla="*/ 69294 w 67167"/>
                    <a:gd name="connsiteY0" fmla="*/ 58324 h 58211"/>
                    <a:gd name="connsiteX1" fmla="*/ 2127 w 67167"/>
                    <a:gd name="connsiteY1" fmla="*/ 58324 h 58211"/>
                    <a:gd name="connsiteX2" fmla="*/ 336 w 67167"/>
                    <a:gd name="connsiteY2" fmla="*/ 56980 h 58211"/>
                    <a:gd name="connsiteX3" fmla="*/ 336 w 67167"/>
                    <a:gd name="connsiteY3" fmla="*/ 54741 h 58211"/>
                    <a:gd name="connsiteX4" fmla="*/ 33919 w 67167"/>
                    <a:gd name="connsiteY4" fmla="*/ 1008 h 58211"/>
                    <a:gd name="connsiteX5" fmla="*/ 37502 w 67167"/>
                    <a:gd name="connsiteY5" fmla="*/ 1008 h 58211"/>
                    <a:gd name="connsiteX6" fmla="*/ 71085 w 67167"/>
                    <a:gd name="connsiteY6" fmla="*/ 54741 h 58211"/>
                    <a:gd name="connsiteX7" fmla="*/ 71085 w 67167"/>
                    <a:gd name="connsiteY7" fmla="*/ 56980 h 58211"/>
                    <a:gd name="connsiteX8" fmla="*/ 69294 w 67167"/>
                    <a:gd name="connsiteY8" fmla="*/ 58324 h 58211"/>
                    <a:gd name="connsiteX9" fmla="*/ 6157 w 67167"/>
                    <a:gd name="connsiteY9" fmla="*/ 53846 h 58211"/>
                    <a:gd name="connsiteX10" fmla="*/ 65264 w 67167"/>
                    <a:gd name="connsiteY10" fmla="*/ 53846 h 58211"/>
                    <a:gd name="connsiteX11" fmla="*/ 35711 w 67167"/>
                    <a:gd name="connsiteY11" fmla="*/ 6829 h 58211"/>
                    <a:gd name="connsiteX12" fmla="*/ 6157 w 67167"/>
                    <a:gd name="connsiteY12" fmla="*/ 53846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167" h="58211">
                      <a:moveTo>
                        <a:pt x="69294" y="58324"/>
                      </a:moveTo>
                      <a:lnTo>
                        <a:pt x="2127" y="58324"/>
                      </a:lnTo>
                      <a:cubicBezTo>
                        <a:pt x="1231" y="58324"/>
                        <a:pt x="784" y="57876"/>
                        <a:pt x="336" y="56980"/>
                      </a:cubicBezTo>
                      <a:cubicBezTo>
                        <a:pt x="-112" y="56085"/>
                        <a:pt x="-112" y="55189"/>
                        <a:pt x="336" y="54741"/>
                      </a:cubicBezTo>
                      <a:lnTo>
                        <a:pt x="33919" y="1008"/>
                      </a:lnTo>
                      <a:cubicBezTo>
                        <a:pt x="34815" y="-336"/>
                        <a:pt x="37054" y="-336"/>
                        <a:pt x="37502" y="1008"/>
                      </a:cubicBezTo>
                      <a:lnTo>
                        <a:pt x="71085" y="54741"/>
                      </a:lnTo>
                      <a:cubicBezTo>
                        <a:pt x="71533" y="55637"/>
                        <a:pt x="71533" y="56085"/>
                        <a:pt x="71085" y="56980"/>
                      </a:cubicBezTo>
                      <a:cubicBezTo>
                        <a:pt x="71085" y="57876"/>
                        <a:pt x="70190" y="58324"/>
                        <a:pt x="69294" y="58324"/>
                      </a:cubicBezTo>
                      <a:close/>
                      <a:moveTo>
                        <a:pt x="6157" y="53846"/>
                      </a:moveTo>
                      <a:lnTo>
                        <a:pt x="65264" y="53846"/>
                      </a:lnTo>
                      <a:lnTo>
                        <a:pt x="35711" y="6829"/>
                      </a:lnTo>
                      <a:lnTo>
                        <a:pt x="6157" y="5384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89" name="Freeform: Shape 4885">
                  <a:extLst>
                    <a:ext uri="{FF2B5EF4-FFF2-40B4-BE49-F238E27FC236}">
                      <a16:creationId xmlns:a16="http://schemas.microsoft.com/office/drawing/2014/main" id="{54912342-365D-4189-C1C5-805936D7D305}"/>
                    </a:ext>
                  </a:extLst>
                </p:cNvPr>
                <p:cNvSpPr/>
                <p:nvPr/>
              </p:nvSpPr>
              <p:spPr>
                <a:xfrm>
                  <a:off x="2242456" y="1047000"/>
                  <a:ext cx="4478" cy="17911"/>
                </a:xfrm>
                <a:custGeom>
                  <a:avLst/>
                  <a:gdLst>
                    <a:gd name="connsiteX0" fmla="*/ 2239 w 4477"/>
                    <a:gd name="connsiteY0" fmla="*/ 21046 h 17911"/>
                    <a:gd name="connsiteX1" fmla="*/ 0 w 4477"/>
                    <a:gd name="connsiteY1" fmla="*/ 18807 h 17911"/>
                    <a:gd name="connsiteX2" fmla="*/ 0 w 4477"/>
                    <a:gd name="connsiteY2" fmla="*/ 2239 h 17911"/>
                    <a:gd name="connsiteX3" fmla="*/ 2239 w 4477"/>
                    <a:gd name="connsiteY3" fmla="*/ 0 h 17911"/>
                    <a:gd name="connsiteX4" fmla="*/ 4478 w 4477"/>
                    <a:gd name="connsiteY4" fmla="*/ 2239 h 17911"/>
                    <a:gd name="connsiteX5" fmla="*/ 4478 w 4477"/>
                    <a:gd name="connsiteY5" fmla="*/ 18807 h 17911"/>
                    <a:gd name="connsiteX6" fmla="*/ 2239 w 4477"/>
                    <a:gd name="connsiteY6" fmla="*/ 21046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17911">
                      <a:moveTo>
                        <a:pt x="2239" y="21046"/>
                      </a:moveTo>
                      <a:cubicBezTo>
                        <a:pt x="896" y="21046"/>
                        <a:pt x="0" y="20150"/>
                        <a:pt x="0" y="18807"/>
                      </a:cubicBezTo>
                      <a:lnTo>
                        <a:pt x="0" y="2239"/>
                      </a:lnTo>
                      <a:cubicBezTo>
                        <a:pt x="0" y="896"/>
                        <a:pt x="896" y="0"/>
                        <a:pt x="2239" y="0"/>
                      </a:cubicBezTo>
                      <a:cubicBezTo>
                        <a:pt x="3582" y="0"/>
                        <a:pt x="4478" y="896"/>
                        <a:pt x="4478" y="2239"/>
                      </a:cubicBezTo>
                      <a:lnTo>
                        <a:pt x="4478" y="18807"/>
                      </a:lnTo>
                      <a:cubicBezTo>
                        <a:pt x="4478" y="20150"/>
                        <a:pt x="3582" y="21046"/>
                        <a:pt x="2239" y="2104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90" name="Freeform: Shape 4886">
                  <a:extLst>
                    <a:ext uri="{FF2B5EF4-FFF2-40B4-BE49-F238E27FC236}">
                      <a16:creationId xmlns:a16="http://schemas.microsoft.com/office/drawing/2014/main" id="{D42CFF8C-0D59-A251-A88F-7245D89FB3C1}"/>
                    </a:ext>
                  </a:extLst>
                </p:cNvPr>
                <p:cNvSpPr/>
                <p:nvPr/>
              </p:nvSpPr>
              <p:spPr>
                <a:xfrm>
                  <a:off x="2242456" y="1071628"/>
                  <a:ext cx="4478" cy="4478"/>
                </a:xfrm>
                <a:custGeom>
                  <a:avLst/>
                  <a:gdLst>
                    <a:gd name="connsiteX0" fmla="*/ 4478 w 4477"/>
                    <a:gd name="connsiteY0" fmla="*/ 2239 h 4477"/>
                    <a:gd name="connsiteX1" fmla="*/ 2239 w 4477"/>
                    <a:gd name="connsiteY1" fmla="*/ 4478 h 4477"/>
                    <a:gd name="connsiteX2" fmla="*/ 0 w 4477"/>
                    <a:gd name="connsiteY2" fmla="*/ 2239 h 4477"/>
                    <a:gd name="connsiteX3" fmla="*/ 2239 w 4477"/>
                    <a:gd name="connsiteY3" fmla="*/ 0 h 4477"/>
                    <a:gd name="connsiteX4" fmla="*/ 4478 w 4477"/>
                    <a:gd name="connsiteY4" fmla="*/ 2239 h 4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7" h="4477">
                      <a:moveTo>
                        <a:pt x="4478" y="2239"/>
                      </a:moveTo>
                      <a:cubicBezTo>
                        <a:pt x="4478" y="3475"/>
                        <a:pt x="3475" y="4478"/>
                        <a:pt x="2239" y="4478"/>
                      </a:cubicBezTo>
                      <a:cubicBezTo>
                        <a:pt x="1002" y="4478"/>
                        <a:pt x="0" y="3475"/>
                        <a:pt x="0" y="2239"/>
                      </a:cubicBezTo>
                      <a:cubicBezTo>
                        <a:pt x="0" y="1002"/>
                        <a:pt x="1002" y="0"/>
                        <a:pt x="2239" y="0"/>
                      </a:cubicBezTo>
                      <a:cubicBezTo>
                        <a:pt x="3475" y="0"/>
                        <a:pt x="4478" y="1002"/>
                        <a:pt x="4478" y="223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91" name="Group 4887">
                <a:extLst>
                  <a:ext uri="{FF2B5EF4-FFF2-40B4-BE49-F238E27FC236}">
                    <a16:creationId xmlns:a16="http://schemas.microsoft.com/office/drawing/2014/main" id="{E8C69B36-030A-52CE-F683-5AB331CFB170}"/>
                  </a:ext>
                  <a:ext uri="{C183D7F6-B498-43B3-948B-1728B52AA6E4}">
                    <adec:decorative xmlns:adec="http://schemas.microsoft.com/office/drawing/2017/decorative" val="1"/>
                  </a:ext>
                </a:extLst>
              </p:cNvPr>
              <p:cNvGrpSpPr>
                <a:grpSpLocks noChangeAspect="1"/>
              </p:cNvGrpSpPr>
              <p:nvPr/>
            </p:nvGrpSpPr>
            <p:grpSpPr>
              <a:xfrm>
                <a:off x="578940" y="2427244"/>
                <a:ext cx="71645" cy="125379"/>
                <a:chOff x="619694" y="1691805"/>
                <a:chExt cx="71645" cy="125379"/>
              </a:xfrm>
            </p:grpSpPr>
            <p:sp>
              <p:nvSpPr>
                <p:cNvPr id="992" name="Freeform: Shape 4888">
                  <a:extLst>
                    <a:ext uri="{FF2B5EF4-FFF2-40B4-BE49-F238E27FC236}">
                      <a16:creationId xmlns:a16="http://schemas.microsoft.com/office/drawing/2014/main" id="{23D40FF8-AF36-6F46-99B9-450F19DF4877}"/>
                    </a:ext>
                  </a:extLst>
                </p:cNvPr>
                <p:cNvSpPr/>
                <p:nvPr/>
              </p:nvSpPr>
              <p:spPr>
                <a:xfrm>
                  <a:off x="619694" y="1691805"/>
                  <a:ext cx="71645" cy="125379"/>
                </a:xfrm>
                <a:custGeom>
                  <a:avLst/>
                  <a:gdLst>
                    <a:gd name="connsiteX0" fmla="*/ 55973 w 71645"/>
                    <a:gd name="connsiteY0" fmla="*/ 125379 h 125378"/>
                    <a:gd name="connsiteX1" fmla="*/ 15672 w 71645"/>
                    <a:gd name="connsiteY1" fmla="*/ 125379 h 125378"/>
                    <a:gd name="connsiteX2" fmla="*/ 0 w 71645"/>
                    <a:gd name="connsiteY2" fmla="*/ 109707 h 125378"/>
                    <a:gd name="connsiteX3" fmla="*/ 0 w 71645"/>
                    <a:gd name="connsiteY3" fmla="*/ 15672 h 125378"/>
                    <a:gd name="connsiteX4" fmla="*/ 15672 w 71645"/>
                    <a:gd name="connsiteY4" fmla="*/ 0 h 125378"/>
                    <a:gd name="connsiteX5" fmla="*/ 55973 w 71645"/>
                    <a:gd name="connsiteY5" fmla="*/ 0 h 125378"/>
                    <a:gd name="connsiteX6" fmla="*/ 71645 w 71645"/>
                    <a:gd name="connsiteY6" fmla="*/ 15672 h 125378"/>
                    <a:gd name="connsiteX7" fmla="*/ 71645 w 71645"/>
                    <a:gd name="connsiteY7" fmla="*/ 109707 h 125378"/>
                    <a:gd name="connsiteX8" fmla="*/ 55973 w 71645"/>
                    <a:gd name="connsiteY8" fmla="*/ 125379 h 125378"/>
                    <a:gd name="connsiteX9" fmla="*/ 15672 w 71645"/>
                    <a:gd name="connsiteY9" fmla="*/ 4478 h 125378"/>
                    <a:gd name="connsiteX10" fmla="*/ 4478 w 71645"/>
                    <a:gd name="connsiteY10" fmla="*/ 15672 h 125378"/>
                    <a:gd name="connsiteX11" fmla="*/ 4478 w 71645"/>
                    <a:gd name="connsiteY11" fmla="*/ 109707 h 125378"/>
                    <a:gd name="connsiteX12" fmla="*/ 15672 w 71645"/>
                    <a:gd name="connsiteY12" fmla="*/ 120901 h 125378"/>
                    <a:gd name="connsiteX13" fmla="*/ 55973 w 71645"/>
                    <a:gd name="connsiteY13" fmla="*/ 120901 h 125378"/>
                    <a:gd name="connsiteX14" fmla="*/ 67167 w 71645"/>
                    <a:gd name="connsiteY14" fmla="*/ 109707 h 125378"/>
                    <a:gd name="connsiteX15" fmla="*/ 67167 w 71645"/>
                    <a:gd name="connsiteY15" fmla="*/ 15672 h 125378"/>
                    <a:gd name="connsiteX16" fmla="*/ 55973 w 71645"/>
                    <a:gd name="connsiteY16" fmla="*/ 4478 h 125378"/>
                    <a:gd name="connsiteX17" fmla="*/ 15672 w 71645"/>
                    <a:gd name="connsiteY17"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1645" h="125378">
                      <a:moveTo>
                        <a:pt x="55973" y="125379"/>
                      </a:moveTo>
                      <a:lnTo>
                        <a:pt x="15672" y="125379"/>
                      </a:lnTo>
                      <a:cubicBezTo>
                        <a:pt x="7165" y="125379"/>
                        <a:pt x="0" y="118214"/>
                        <a:pt x="0" y="109707"/>
                      </a:cubicBezTo>
                      <a:lnTo>
                        <a:pt x="0" y="15672"/>
                      </a:lnTo>
                      <a:cubicBezTo>
                        <a:pt x="0" y="7164"/>
                        <a:pt x="7165" y="0"/>
                        <a:pt x="15672" y="0"/>
                      </a:cubicBezTo>
                      <a:lnTo>
                        <a:pt x="55973" y="0"/>
                      </a:lnTo>
                      <a:cubicBezTo>
                        <a:pt x="64481" y="0"/>
                        <a:pt x="71645" y="7164"/>
                        <a:pt x="71645" y="15672"/>
                      </a:cubicBezTo>
                      <a:lnTo>
                        <a:pt x="71645" y="109707"/>
                      </a:lnTo>
                      <a:cubicBezTo>
                        <a:pt x="71645" y="118214"/>
                        <a:pt x="64481" y="125379"/>
                        <a:pt x="55973" y="125379"/>
                      </a:cubicBezTo>
                      <a:close/>
                      <a:moveTo>
                        <a:pt x="15672" y="4478"/>
                      </a:moveTo>
                      <a:cubicBezTo>
                        <a:pt x="9403" y="4478"/>
                        <a:pt x="4478" y="9403"/>
                        <a:pt x="4478" y="15672"/>
                      </a:cubicBezTo>
                      <a:lnTo>
                        <a:pt x="4478" y="109707"/>
                      </a:lnTo>
                      <a:cubicBezTo>
                        <a:pt x="4478" y="115975"/>
                        <a:pt x="9403" y="120901"/>
                        <a:pt x="15672" y="120901"/>
                      </a:cubicBezTo>
                      <a:lnTo>
                        <a:pt x="55973" y="120901"/>
                      </a:lnTo>
                      <a:cubicBezTo>
                        <a:pt x="62242" y="120901"/>
                        <a:pt x="67167" y="115975"/>
                        <a:pt x="67167" y="109707"/>
                      </a:cubicBezTo>
                      <a:lnTo>
                        <a:pt x="67167" y="15672"/>
                      </a:lnTo>
                      <a:cubicBezTo>
                        <a:pt x="67167" y="9403"/>
                        <a:pt x="62242" y="4478"/>
                        <a:pt x="55973" y="4478"/>
                      </a:cubicBezTo>
                      <a:lnTo>
                        <a:pt x="15672"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93" name="Freeform: Shape 4889">
                  <a:extLst>
                    <a:ext uri="{FF2B5EF4-FFF2-40B4-BE49-F238E27FC236}">
                      <a16:creationId xmlns:a16="http://schemas.microsoft.com/office/drawing/2014/main" id="{62296476-0EC8-0053-A83A-8F505FD556DE}"/>
                    </a:ext>
                  </a:extLst>
                </p:cNvPr>
                <p:cNvSpPr/>
                <p:nvPr/>
              </p:nvSpPr>
              <p:spPr>
                <a:xfrm>
                  <a:off x="646561" y="1699865"/>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6"/>
                        <a:pt x="896" y="0"/>
                        <a:pt x="2239" y="0"/>
                      </a:cubicBezTo>
                      <a:lnTo>
                        <a:pt x="15672" y="0"/>
                      </a:lnTo>
                      <a:cubicBezTo>
                        <a:pt x="17016" y="0"/>
                        <a:pt x="17911" y="896"/>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94" name="Freeform: Shape 4890">
                  <a:extLst>
                    <a:ext uri="{FF2B5EF4-FFF2-40B4-BE49-F238E27FC236}">
                      <a16:creationId xmlns:a16="http://schemas.microsoft.com/office/drawing/2014/main" id="{52903B18-D85F-1D01-3DF7-A21085560916}"/>
                    </a:ext>
                  </a:extLst>
                </p:cNvPr>
                <p:cNvSpPr/>
                <p:nvPr/>
              </p:nvSpPr>
              <p:spPr>
                <a:xfrm>
                  <a:off x="648800" y="1794795"/>
                  <a:ext cx="13433" cy="13433"/>
                </a:xfrm>
                <a:custGeom>
                  <a:avLst/>
                  <a:gdLst>
                    <a:gd name="connsiteX0" fmla="*/ 13433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3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3" y="6717"/>
                      </a:moveTo>
                      <a:cubicBezTo>
                        <a:pt x="13433" y="10426"/>
                        <a:pt x="10426" y="13433"/>
                        <a:pt x="6717" y="13433"/>
                      </a:cubicBezTo>
                      <a:cubicBezTo>
                        <a:pt x="3007" y="13433"/>
                        <a:pt x="0" y="10426"/>
                        <a:pt x="0" y="6717"/>
                      </a:cubicBezTo>
                      <a:cubicBezTo>
                        <a:pt x="0" y="3007"/>
                        <a:pt x="3007" y="0"/>
                        <a:pt x="6717" y="0"/>
                      </a:cubicBezTo>
                      <a:cubicBezTo>
                        <a:pt x="10426" y="0"/>
                        <a:pt x="13433" y="3007"/>
                        <a:pt x="13433"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95" name="Freeform: Shape 4891">
                  <a:extLst>
                    <a:ext uri="{FF2B5EF4-FFF2-40B4-BE49-F238E27FC236}">
                      <a16:creationId xmlns:a16="http://schemas.microsoft.com/office/drawing/2014/main" id="{BA67CE31-285D-F0B8-3EB6-4098A569EF39}"/>
                    </a:ext>
                  </a:extLst>
                </p:cNvPr>
                <p:cNvSpPr/>
                <p:nvPr/>
              </p:nvSpPr>
              <p:spPr>
                <a:xfrm>
                  <a:off x="633128" y="1721807"/>
                  <a:ext cx="44778" cy="53734"/>
                </a:xfrm>
                <a:custGeom>
                  <a:avLst/>
                  <a:gdLst>
                    <a:gd name="connsiteX0" fmla="*/ 42539 w 44778"/>
                    <a:gd name="connsiteY0" fmla="*/ 20150 h 53733"/>
                    <a:gd name="connsiteX1" fmla="*/ 39853 w 44778"/>
                    <a:gd name="connsiteY1" fmla="*/ 20150 h 53733"/>
                    <a:gd name="connsiteX2" fmla="*/ 39853 w 44778"/>
                    <a:gd name="connsiteY2" fmla="*/ 17463 h 53733"/>
                    <a:gd name="connsiteX3" fmla="*/ 22389 w 44778"/>
                    <a:gd name="connsiteY3" fmla="*/ 0 h 53733"/>
                    <a:gd name="connsiteX4" fmla="*/ 4926 w 44778"/>
                    <a:gd name="connsiteY4" fmla="*/ 17463 h 53733"/>
                    <a:gd name="connsiteX5" fmla="*/ 4926 w 44778"/>
                    <a:gd name="connsiteY5" fmla="*/ 20150 h 53733"/>
                    <a:gd name="connsiteX6" fmla="*/ 2239 w 44778"/>
                    <a:gd name="connsiteY6" fmla="*/ 20150 h 53733"/>
                    <a:gd name="connsiteX7" fmla="*/ 0 w 44778"/>
                    <a:gd name="connsiteY7" fmla="*/ 22389 h 53733"/>
                    <a:gd name="connsiteX8" fmla="*/ 0 w 44778"/>
                    <a:gd name="connsiteY8" fmla="*/ 52390 h 53733"/>
                    <a:gd name="connsiteX9" fmla="*/ 2239 w 44778"/>
                    <a:gd name="connsiteY9" fmla="*/ 54629 h 53733"/>
                    <a:gd name="connsiteX10" fmla="*/ 42539 w 44778"/>
                    <a:gd name="connsiteY10" fmla="*/ 54629 h 53733"/>
                    <a:gd name="connsiteX11" fmla="*/ 44778 w 44778"/>
                    <a:gd name="connsiteY11" fmla="*/ 52390 h 53733"/>
                    <a:gd name="connsiteX12" fmla="*/ 44778 w 44778"/>
                    <a:gd name="connsiteY12" fmla="*/ 22389 h 53733"/>
                    <a:gd name="connsiteX13" fmla="*/ 42539 w 44778"/>
                    <a:gd name="connsiteY13" fmla="*/ 20150 h 53733"/>
                    <a:gd name="connsiteX14" fmla="*/ 9403 w 44778"/>
                    <a:gd name="connsiteY14" fmla="*/ 17463 h 53733"/>
                    <a:gd name="connsiteX15" fmla="*/ 22389 w 44778"/>
                    <a:gd name="connsiteY15" fmla="*/ 4478 h 53733"/>
                    <a:gd name="connsiteX16" fmla="*/ 35375 w 44778"/>
                    <a:gd name="connsiteY16" fmla="*/ 17463 h 53733"/>
                    <a:gd name="connsiteX17" fmla="*/ 35375 w 44778"/>
                    <a:gd name="connsiteY17" fmla="*/ 20150 h 53733"/>
                    <a:gd name="connsiteX18" fmla="*/ 9851 w 44778"/>
                    <a:gd name="connsiteY18" fmla="*/ 20150 h 53733"/>
                    <a:gd name="connsiteX19" fmla="*/ 9851 w 44778"/>
                    <a:gd name="connsiteY19" fmla="*/ 17463 h 53733"/>
                    <a:gd name="connsiteX20" fmla="*/ 40300 w 44778"/>
                    <a:gd name="connsiteY20" fmla="*/ 50599 h 53733"/>
                    <a:gd name="connsiteX21" fmla="*/ 4478 w 44778"/>
                    <a:gd name="connsiteY21" fmla="*/ 50599 h 53733"/>
                    <a:gd name="connsiteX22" fmla="*/ 4478 w 44778"/>
                    <a:gd name="connsiteY22" fmla="*/ 24628 h 53733"/>
                    <a:gd name="connsiteX23" fmla="*/ 7165 w 44778"/>
                    <a:gd name="connsiteY23" fmla="*/ 24628 h 53733"/>
                    <a:gd name="connsiteX24" fmla="*/ 37166 w 44778"/>
                    <a:gd name="connsiteY24" fmla="*/ 24628 h 53733"/>
                    <a:gd name="connsiteX25" fmla="*/ 40300 w 44778"/>
                    <a:gd name="connsiteY25" fmla="*/ 24628 h 53733"/>
                    <a:gd name="connsiteX26" fmla="*/ 40300 w 44778"/>
                    <a:gd name="connsiteY26" fmla="*/ 50599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778" h="53733">
                      <a:moveTo>
                        <a:pt x="42539" y="20150"/>
                      </a:moveTo>
                      <a:lnTo>
                        <a:pt x="39853" y="20150"/>
                      </a:lnTo>
                      <a:lnTo>
                        <a:pt x="39853" y="17463"/>
                      </a:lnTo>
                      <a:cubicBezTo>
                        <a:pt x="39853" y="8060"/>
                        <a:pt x="32240" y="0"/>
                        <a:pt x="22389" y="0"/>
                      </a:cubicBezTo>
                      <a:cubicBezTo>
                        <a:pt x="12538" y="0"/>
                        <a:pt x="4926" y="7612"/>
                        <a:pt x="4926" y="17463"/>
                      </a:cubicBezTo>
                      <a:lnTo>
                        <a:pt x="4926" y="20150"/>
                      </a:lnTo>
                      <a:lnTo>
                        <a:pt x="2239" y="20150"/>
                      </a:lnTo>
                      <a:cubicBezTo>
                        <a:pt x="896" y="20150"/>
                        <a:pt x="0" y="21046"/>
                        <a:pt x="0" y="22389"/>
                      </a:cubicBezTo>
                      <a:lnTo>
                        <a:pt x="0" y="52390"/>
                      </a:lnTo>
                      <a:cubicBezTo>
                        <a:pt x="0" y="53734"/>
                        <a:pt x="896" y="54629"/>
                        <a:pt x="2239" y="54629"/>
                      </a:cubicBezTo>
                      <a:lnTo>
                        <a:pt x="42539" y="54629"/>
                      </a:lnTo>
                      <a:cubicBezTo>
                        <a:pt x="43883" y="54629"/>
                        <a:pt x="44778" y="53734"/>
                        <a:pt x="44778" y="52390"/>
                      </a:cubicBezTo>
                      <a:lnTo>
                        <a:pt x="44778" y="22389"/>
                      </a:lnTo>
                      <a:cubicBezTo>
                        <a:pt x="44778" y="21494"/>
                        <a:pt x="43883" y="20150"/>
                        <a:pt x="42539" y="20150"/>
                      </a:cubicBezTo>
                      <a:close/>
                      <a:moveTo>
                        <a:pt x="9403" y="17463"/>
                      </a:moveTo>
                      <a:cubicBezTo>
                        <a:pt x="9403" y="10299"/>
                        <a:pt x="15225" y="4478"/>
                        <a:pt x="22389" y="4478"/>
                      </a:cubicBezTo>
                      <a:cubicBezTo>
                        <a:pt x="29554" y="4478"/>
                        <a:pt x="35375" y="10299"/>
                        <a:pt x="35375" y="17463"/>
                      </a:cubicBezTo>
                      <a:lnTo>
                        <a:pt x="35375" y="20150"/>
                      </a:lnTo>
                      <a:lnTo>
                        <a:pt x="9851" y="20150"/>
                      </a:lnTo>
                      <a:lnTo>
                        <a:pt x="9851" y="17463"/>
                      </a:lnTo>
                      <a:close/>
                      <a:moveTo>
                        <a:pt x="40300" y="50599"/>
                      </a:moveTo>
                      <a:lnTo>
                        <a:pt x="4478" y="50599"/>
                      </a:lnTo>
                      <a:lnTo>
                        <a:pt x="4478" y="24628"/>
                      </a:lnTo>
                      <a:lnTo>
                        <a:pt x="7165" y="24628"/>
                      </a:lnTo>
                      <a:lnTo>
                        <a:pt x="37166" y="24628"/>
                      </a:lnTo>
                      <a:lnTo>
                        <a:pt x="40300" y="24628"/>
                      </a:lnTo>
                      <a:lnTo>
                        <a:pt x="40300" y="5059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96" name="Freeform: Shape 4892">
                  <a:extLst>
                    <a:ext uri="{FF2B5EF4-FFF2-40B4-BE49-F238E27FC236}">
                      <a16:creationId xmlns:a16="http://schemas.microsoft.com/office/drawing/2014/main" id="{CACF9C90-310F-AD78-73EA-809D10B07C3B}"/>
                    </a:ext>
                  </a:extLst>
                </p:cNvPr>
                <p:cNvSpPr/>
                <p:nvPr/>
              </p:nvSpPr>
              <p:spPr>
                <a:xfrm>
                  <a:off x="650591" y="1754495"/>
                  <a:ext cx="8956" cy="13433"/>
                </a:xfrm>
                <a:custGeom>
                  <a:avLst/>
                  <a:gdLst>
                    <a:gd name="connsiteX0" fmla="*/ 9851 w 8955"/>
                    <a:gd name="connsiteY0" fmla="*/ 4926 h 13433"/>
                    <a:gd name="connsiteX1" fmla="*/ 4926 w 8955"/>
                    <a:gd name="connsiteY1" fmla="*/ 0 h 13433"/>
                    <a:gd name="connsiteX2" fmla="*/ 0 w 8955"/>
                    <a:gd name="connsiteY2" fmla="*/ 4926 h 13433"/>
                    <a:gd name="connsiteX3" fmla="*/ 3582 w 8955"/>
                    <a:gd name="connsiteY3" fmla="*/ 9851 h 13433"/>
                    <a:gd name="connsiteX4" fmla="*/ 3582 w 8955"/>
                    <a:gd name="connsiteY4" fmla="*/ 15225 h 13433"/>
                    <a:gd name="connsiteX5" fmla="*/ 6717 w 8955"/>
                    <a:gd name="connsiteY5" fmla="*/ 15225 h 13433"/>
                    <a:gd name="connsiteX6" fmla="*/ 6717 w 8955"/>
                    <a:gd name="connsiteY6" fmla="*/ 9851 h 13433"/>
                    <a:gd name="connsiteX7" fmla="*/ 9851 w 8955"/>
                    <a:gd name="connsiteY7" fmla="*/ 492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13433">
                      <a:moveTo>
                        <a:pt x="9851" y="4926"/>
                      </a:moveTo>
                      <a:cubicBezTo>
                        <a:pt x="9851" y="2239"/>
                        <a:pt x="7612" y="0"/>
                        <a:pt x="4926" y="0"/>
                      </a:cubicBezTo>
                      <a:cubicBezTo>
                        <a:pt x="2239" y="0"/>
                        <a:pt x="0" y="2239"/>
                        <a:pt x="0" y="4926"/>
                      </a:cubicBezTo>
                      <a:cubicBezTo>
                        <a:pt x="0" y="7164"/>
                        <a:pt x="1343" y="8956"/>
                        <a:pt x="3582" y="9851"/>
                      </a:cubicBezTo>
                      <a:lnTo>
                        <a:pt x="3582" y="15225"/>
                      </a:lnTo>
                      <a:lnTo>
                        <a:pt x="6717" y="15225"/>
                      </a:lnTo>
                      <a:lnTo>
                        <a:pt x="6717" y="9851"/>
                      </a:lnTo>
                      <a:cubicBezTo>
                        <a:pt x="8508" y="8956"/>
                        <a:pt x="9851" y="7164"/>
                        <a:pt x="9851" y="492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97" name="Group 4893">
                <a:extLst>
                  <a:ext uri="{FF2B5EF4-FFF2-40B4-BE49-F238E27FC236}">
                    <a16:creationId xmlns:a16="http://schemas.microsoft.com/office/drawing/2014/main" id="{EAB01D79-0ADC-6AF5-DC01-54BDA163BD9F}"/>
                  </a:ext>
                  <a:ext uri="{C183D7F6-B498-43B3-948B-1728B52AA6E4}">
                    <adec:decorative xmlns:adec="http://schemas.microsoft.com/office/drawing/2017/decorative" val="1"/>
                  </a:ext>
                </a:extLst>
              </p:cNvPr>
              <p:cNvGrpSpPr>
                <a:grpSpLocks noChangeAspect="1"/>
              </p:cNvGrpSpPr>
              <p:nvPr/>
            </p:nvGrpSpPr>
            <p:grpSpPr>
              <a:xfrm>
                <a:off x="552073" y="2753229"/>
                <a:ext cx="138812" cy="107916"/>
                <a:chOff x="592827" y="2017790"/>
                <a:chExt cx="138812" cy="107916"/>
              </a:xfrm>
            </p:grpSpPr>
            <p:sp>
              <p:nvSpPr>
                <p:cNvPr id="998" name="Freeform: Shape 4894">
                  <a:extLst>
                    <a:ext uri="{FF2B5EF4-FFF2-40B4-BE49-F238E27FC236}">
                      <a16:creationId xmlns:a16="http://schemas.microsoft.com/office/drawing/2014/main" id="{99473247-08FE-0F0D-B775-0B78F22BA1C7}"/>
                    </a:ext>
                  </a:extLst>
                </p:cNvPr>
                <p:cNvSpPr/>
                <p:nvPr/>
              </p:nvSpPr>
              <p:spPr>
                <a:xfrm>
                  <a:off x="592827" y="2017790"/>
                  <a:ext cx="138812" cy="94034"/>
                </a:xfrm>
                <a:custGeom>
                  <a:avLst/>
                  <a:gdLst>
                    <a:gd name="connsiteX0" fmla="*/ 69406 w 138812"/>
                    <a:gd name="connsiteY0" fmla="*/ 95825 h 94034"/>
                    <a:gd name="connsiteX1" fmla="*/ 29106 w 138812"/>
                    <a:gd name="connsiteY1" fmla="*/ 95825 h 94034"/>
                    <a:gd name="connsiteX2" fmla="*/ 0 w 138812"/>
                    <a:gd name="connsiteY2" fmla="*/ 66719 h 94034"/>
                    <a:gd name="connsiteX3" fmla="*/ 13433 w 138812"/>
                    <a:gd name="connsiteY3" fmla="*/ 42091 h 94034"/>
                    <a:gd name="connsiteX4" fmla="*/ 55973 w 138812"/>
                    <a:gd name="connsiteY4" fmla="*/ 0 h 94034"/>
                    <a:gd name="connsiteX5" fmla="*/ 94930 w 138812"/>
                    <a:gd name="connsiteY5" fmla="*/ 25076 h 94034"/>
                    <a:gd name="connsiteX6" fmla="*/ 102990 w 138812"/>
                    <a:gd name="connsiteY6" fmla="*/ 24180 h 94034"/>
                    <a:gd name="connsiteX7" fmla="*/ 138812 w 138812"/>
                    <a:gd name="connsiteY7" fmla="*/ 60003 h 94034"/>
                    <a:gd name="connsiteX8" fmla="*/ 136573 w 138812"/>
                    <a:gd name="connsiteY8" fmla="*/ 62242 h 94034"/>
                    <a:gd name="connsiteX9" fmla="*/ 134335 w 138812"/>
                    <a:gd name="connsiteY9" fmla="*/ 60003 h 94034"/>
                    <a:gd name="connsiteX10" fmla="*/ 102990 w 138812"/>
                    <a:gd name="connsiteY10" fmla="*/ 28658 h 94034"/>
                    <a:gd name="connsiteX11" fmla="*/ 94034 w 138812"/>
                    <a:gd name="connsiteY11" fmla="*/ 30001 h 94034"/>
                    <a:gd name="connsiteX12" fmla="*/ 91347 w 138812"/>
                    <a:gd name="connsiteY12" fmla="*/ 28658 h 94034"/>
                    <a:gd name="connsiteX13" fmla="*/ 55973 w 138812"/>
                    <a:gd name="connsiteY13" fmla="*/ 4478 h 94034"/>
                    <a:gd name="connsiteX14" fmla="*/ 17911 w 138812"/>
                    <a:gd name="connsiteY14" fmla="*/ 42539 h 94034"/>
                    <a:gd name="connsiteX15" fmla="*/ 17911 w 138812"/>
                    <a:gd name="connsiteY15" fmla="*/ 43435 h 94034"/>
                    <a:gd name="connsiteX16" fmla="*/ 17016 w 138812"/>
                    <a:gd name="connsiteY16" fmla="*/ 45226 h 94034"/>
                    <a:gd name="connsiteX17" fmla="*/ 4478 w 138812"/>
                    <a:gd name="connsiteY17" fmla="*/ 66719 h 94034"/>
                    <a:gd name="connsiteX18" fmla="*/ 29106 w 138812"/>
                    <a:gd name="connsiteY18" fmla="*/ 91347 h 94034"/>
                    <a:gd name="connsiteX19" fmla="*/ 69406 w 138812"/>
                    <a:gd name="connsiteY19" fmla="*/ 91347 h 94034"/>
                    <a:gd name="connsiteX20" fmla="*/ 71645 w 138812"/>
                    <a:gd name="connsiteY20" fmla="*/ 93586 h 94034"/>
                    <a:gd name="connsiteX21" fmla="*/ 69406 w 138812"/>
                    <a:gd name="connsiteY21" fmla="*/ 9582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8812" h="94034">
                      <a:moveTo>
                        <a:pt x="69406" y="95825"/>
                      </a:moveTo>
                      <a:lnTo>
                        <a:pt x="29106" y="95825"/>
                      </a:lnTo>
                      <a:cubicBezTo>
                        <a:pt x="12986" y="95825"/>
                        <a:pt x="0" y="82840"/>
                        <a:pt x="0" y="66719"/>
                      </a:cubicBezTo>
                      <a:cubicBezTo>
                        <a:pt x="0" y="56868"/>
                        <a:pt x="4926" y="47465"/>
                        <a:pt x="13433" y="42091"/>
                      </a:cubicBezTo>
                      <a:cubicBezTo>
                        <a:pt x="13433" y="18807"/>
                        <a:pt x="32688" y="0"/>
                        <a:pt x="55973" y="0"/>
                      </a:cubicBezTo>
                      <a:cubicBezTo>
                        <a:pt x="72541" y="0"/>
                        <a:pt x="88213" y="9851"/>
                        <a:pt x="94930" y="25076"/>
                      </a:cubicBezTo>
                      <a:cubicBezTo>
                        <a:pt x="97616" y="24628"/>
                        <a:pt x="100303" y="24180"/>
                        <a:pt x="102990" y="24180"/>
                      </a:cubicBezTo>
                      <a:cubicBezTo>
                        <a:pt x="122692" y="24180"/>
                        <a:pt x="138812" y="40300"/>
                        <a:pt x="138812" y="60003"/>
                      </a:cubicBezTo>
                      <a:cubicBezTo>
                        <a:pt x="138812" y="61346"/>
                        <a:pt x="137917" y="62242"/>
                        <a:pt x="136573" y="62242"/>
                      </a:cubicBezTo>
                      <a:cubicBezTo>
                        <a:pt x="135230" y="62242"/>
                        <a:pt x="134335" y="60898"/>
                        <a:pt x="134335" y="60003"/>
                      </a:cubicBezTo>
                      <a:cubicBezTo>
                        <a:pt x="134335" y="42539"/>
                        <a:pt x="120453" y="28658"/>
                        <a:pt x="102990" y="28658"/>
                      </a:cubicBezTo>
                      <a:cubicBezTo>
                        <a:pt x="99855" y="28658"/>
                        <a:pt x="97169" y="29106"/>
                        <a:pt x="94034" y="30001"/>
                      </a:cubicBezTo>
                      <a:cubicBezTo>
                        <a:pt x="93139" y="30449"/>
                        <a:pt x="91795" y="29554"/>
                        <a:pt x="91347" y="28658"/>
                      </a:cubicBezTo>
                      <a:cubicBezTo>
                        <a:pt x="85526" y="14329"/>
                        <a:pt x="71645" y="4478"/>
                        <a:pt x="55973" y="4478"/>
                      </a:cubicBezTo>
                      <a:cubicBezTo>
                        <a:pt x="34927" y="4478"/>
                        <a:pt x="17911" y="21493"/>
                        <a:pt x="17911" y="42539"/>
                      </a:cubicBezTo>
                      <a:lnTo>
                        <a:pt x="17911" y="43435"/>
                      </a:lnTo>
                      <a:cubicBezTo>
                        <a:pt x="17911" y="44330"/>
                        <a:pt x="17463" y="44778"/>
                        <a:pt x="17016" y="45226"/>
                      </a:cubicBezTo>
                      <a:cubicBezTo>
                        <a:pt x="9403" y="49704"/>
                        <a:pt x="4478" y="57764"/>
                        <a:pt x="4478" y="66719"/>
                      </a:cubicBezTo>
                      <a:cubicBezTo>
                        <a:pt x="4478" y="80153"/>
                        <a:pt x="15672" y="91347"/>
                        <a:pt x="29106" y="91347"/>
                      </a:cubicBezTo>
                      <a:lnTo>
                        <a:pt x="69406" y="91347"/>
                      </a:lnTo>
                      <a:cubicBezTo>
                        <a:pt x="70750" y="91347"/>
                        <a:pt x="71645" y="92243"/>
                        <a:pt x="71645" y="93586"/>
                      </a:cubicBezTo>
                      <a:cubicBezTo>
                        <a:pt x="71645" y="94930"/>
                        <a:pt x="70750" y="95825"/>
                        <a:pt x="69406" y="958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99" name="Freeform: Shape 4895">
                  <a:extLst>
                    <a:ext uri="{FF2B5EF4-FFF2-40B4-BE49-F238E27FC236}">
                      <a16:creationId xmlns:a16="http://schemas.microsoft.com/office/drawing/2014/main" id="{81A26123-B79E-7B96-94D3-6914547024DA}"/>
                    </a:ext>
                  </a:extLst>
                </p:cNvPr>
                <p:cNvSpPr/>
                <p:nvPr/>
              </p:nvSpPr>
              <p:spPr>
                <a:xfrm>
                  <a:off x="673428" y="2071972"/>
                  <a:ext cx="44778" cy="53734"/>
                </a:xfrm>
                <a:custGeom>
                  <a:avLst/>
                  <a:gdLst>
                    <a:gd name="connsiteX0" fmla="*/ 42539 w 44778"/>
                    <a:gd name="connsiteY0" fmla="*/ 20150 h 53733"/>
                    <a:gd name="connsiteX1" fmla="*/ 39853 w 44778"/>
                    <a:gd name="connsiteY1" fmla="*/ 20150 h 53733"/>
                    <a:gd name="connsiteX2" fmla="*/ 39853 w 44778"/>
                    <a:gd name="connsiteY2" fmla="*/ 17464 h 53733"/>
                    <a:gd name="connsiteX3" fmla="*/ 22389 w 44778"/>
                    <a:gd name="connsiteY3" fmla="*/ 0 h 53733"/>
                    <a:gd name="connsiteX4" fmla="*/ 4926 w 44778"/>
                    <a:gd name="connsiteY4" fmla="*/ 17464 h 53733"/>
                    <a:gd name="connsiteX5" fmla="*/ 4926 w 44778"/>
                    <a:gd name="connsiteY5" fmla="*/ 20150 h 53733"/>
                    <a:gd name="connsiteX6" fmla="*/ 2239 w 44778"/>
                    <a:gd name="connsiteY6" fmla="*/ 20150 h 53733"/>
                    <a:gd name="connsiteX7" fmla="*/ 0 w 44778"/>
                    <a:gd name="connsiteY7" fmla="*/ 22389 h 53733"/>
                    <a:gd name="connsiteX8" fmla="*/ 0 w 44778"/>
                    <a:gd name="connsiteY8" fmla="*/ 52390 h 53733"/>
                    <a:gd name="connsiteX9" fmla="*/ 2239 w 44778"/>
                    <a:gd name="connsiteY9" fmla="*/ 54629 h 53733"/>
                    <a:gd name="connsiteX10" fmla="*/ 42539 w 44778"/>
                    <a:gd name="connsiteY10" fmla="*/ 54629 h 53733"/>
                    <a:gd name="connsiteX11" fmla="*/ 44778 w 44778"/>
                    <a:gd name="connsiteY11" fmla="*/ 52390 h 53733"/>
                    <a:gd name="connsiteX12" fmla="*/ 44778 w 44778"/>
                    <a:gd name="connsiteY12" fmla="*/ 22389 h 53733"/>
                    <a:gd name="connsiteX13" fmla="*/ 42539 w 44778"/>
                    <a:gd name="connsiteY13" fmla="*/ 20150 h 53733"/>
                    <a:gd name="connsiteX14" fmla="*/ 9403 w 44778"/>
                    <a:gd name="connsiteY14" fmla="*/ 17464 h 53733"/>
                    <a:gd name="connsiteX15" fmla="*/ 22389 w 44778"/>
                    <a:gd name="connsiteY15" fmla="*/ 4478 h 53733"/>
                    <a:gd name="connsiteX16" fmla="*/ 35375 w 44778"/>
                    <a:gd name="connsiteY16" fmla="*/ 17464 h 53733"/>
                    <a:gd name="connsiteX17" fmla="*/ 35375 w 44778"/>
                    <a:gd name="connsiteY17" fmla="*/ 20150 h 53733"/>
                    <a:gd name="connsiteX18" fmla="*/ 9851 w 44778"/>
                    <a:gd name="connsiteY18" fmla="*/ 20150 h 53733"/>
                    <a:gd name="connsiteX19" fmla="*/ 9851 w 44778"/>
                    <a:gd name="connsiteY19" fmla="*/ 17464 h 53733"/>
                    <a:gd name="connsiteX20" fmla="*/ 40300 w 44778"/>
                    <a:gd name="connsiteY20" fmla="*/ 50599 h 53733"/>
                    <a:gd name="connsiteX21" fmla="*/ 4478 w 44778"/>
                    <a:gd name="connsiteY21" fmla="*/ 50599 h 53733"/>
                    <a:gd name="connsiteX22" fmla="*/ 4478 w 44778"/>
                    <a:gd name="connsiteY22" fmla="*/ 25076 h 53733"/>
                    <a:gd name="connsiteX23" fmla="*/ 7165 w 44778"/>
                    <a:gd name="connsiteY23" fmla="*/ 25076 h 53733"/>
                    <a:gd name="connsiteX24" fmla="*/ 37166 w 44778"/>
                    <a:gd name="connsiteY24" fmla="*/ 25076 h 53733"/>
                    <a:gd name="connsiteX25" fmla="*/ 40300 w 44778"/>
                    <a:gd name="connsiteY25" fmla="*/ 25076 h 53733"/>
                    <a:gd name="connsiteX26" fmla="*/ 40300 w 44778"/>
                    <a:gd name="connsiteY26" fmla="*/ 50599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778" h="53733">
                      <a:moveTo>
                        <a:pt x="42539" y="20150"/>
                      </a:moveTo>
                      <a:lnTo>
                        <a:pt x="39853" y="20150"/>
                      </a:lnTo>
                      <a:lnTo>
                        <a:pt x="39853" y="17464"/>
                      </a:lnTo>
                      <a:cubicBezTo>
                        <a:pt x="39853" y="8060"/>
                        <a:pt x="32240" y="0"/>
                        <a:pt x="22389" y="0"/>
                      </a:cubicBezTo>
                      <a:cubicBezTo>
                        <a:pt x="12538" y="0"/>
                        <a:pt x="4926" y="7612"/>
                        <a:pt x="4926" y="17464"/>
                      </a:cubicBezTo>
                      <a:lnTo>
                        <a:pt x="4926" y="20150"/>
                      </a:lnTo>
                      <a:lnTo>
                        <a:pt x="2239" y="20150"/>
                      </a:lnTo>
                      <a:cubicBezTo>
                        <a:pt x="896" y="20150"/>
                        <a:pt x="0" y="21046"/>
                        <a:pt x="0" y="22389"/>
                      </a:cubicBezTo>
                      <a:lnTo>
                        <a:pt x="0" y="52390"/>
                      </a:lnTo>
                      <a:cubicBezTo>
                        <a:pt x="0" y="53734"/>
                        <a:pt x="896" y="54629"/>
                        <a:pt x="2239" y="54629"/>
                      </a:cubicBezTo>
                      <a:lnTo>
                        <a:pt x="42539" y="54629"/>
                      </a:lnTo>
                      <a:cubicBezTo>
                        <a:pt x="43883" y="54629"/>
                        <a:pt x="44778" y="53734"/>
                        <a:pt x="44778" y="52390"/>
                      </a:cubicBezTo>
                      <a:lnTo>
                        <a:pt x="44778" y="22389"/>
                      </a:lnTo>
                      <a:cubicBezTo>
                        <a:pt x="44778" y="21046"/>
                        <a:pt x="43883" y="20150"/>
                        <a:pt x="42539" y="20150"/>
                      </a:cubicBezTo>
                      <a:close/>
                      <a:moveTo>
                        <a:pt x="9403" y="17464"/>
                      </a:moveTo>
                      <a:cubicBezTo>
                        <a:pt x="9403" y="10299"/>
                        <a:pt x="15225" y="4478"/>
                        <a:pt x="22389" y="4478"/>
                      </a:cubicBezTo>
                      <a:cubicBezTo>
                        <a:pt x="29554" y="4478"/>
                        <a:pt x="35375" y="10299"/>
                        <a:pt x="35375" y="17464"/>
                      </a:cubicBezTo>
                      <a:lnTo>
                        <a:pt x="35375" y="20150"/>
                      </a:lnTo>
                      <a:lnTo>
                        <a:pt x="9851" y="20150"/>
                      </a:lnTo>
                      <a:lnTo>
                        <a:pt x="9851" y="17464"/>
                      </a:lnTo>
                      <a:close/>
                      <a:moveTo>
                        <a:pt x="40300" y="50599"/>
                      </a:moveTo>
                      <a:lnTo>
                        <a:pt x="4478" y="50599"/>
                      </a:lnTo>
                      <a:lnTo>
                        <a:pt x="4478" y="25076"/>
                      </a:lnTo>
                      <a:lnTo>
                        <a:pt x="7165" y="25076"/>
                      </a:lnTo>
                      <a:lnTo>
                        <a:pt x="37166" y="25076"/>
                      </a:lnTo>
                      <a:lnTo>
                        <a:pt x="40300" y="25076"/>
                      </a:lnTo>
                      <a:lnTo>
                        <a:pt x="40300" y="5059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00" name="Freeform: Shape 4896">
                  <a:extLst>
                    <a:ext uri="{FF2B5EF4-FFF2-40B4-BE49-F238E27FC236}">
                      <a16:creationId xmlns:a16="http://schemas.microsoft.com/office/drawing/2014/main" id="{935E3252-E2E1-657C-DD93-39AE09EAFA50}"/>
                    </a:ext>
                  </a:extLst>
                </p:cNvPr>
                <p:cNvSpPr/>
                <p:nvPr/>
              </p:nvSpPr>
              <p:spPr>
                <a:xfrm>
                  <a:off x="690892" y="2104660"/>
                  <a:ext cx="8956" cy="13433"/>
                </a:xfrm>
                <a:custGeom>
                  <a:avLst/>
                  <a:gdLst>
                    <a:gd name="connsiteX0" fmla="*/ 9851 w 8955"/>
                    <a:gd name="connsiteY0" fmla="*/ 4926 h 13433"/>
                    <a:gd name="connsiteX1" fmla="*/ 4926 w 8955"/>
                    <a:gd name="connsiteY1" fmla="*/ 0 h 13433"/>
                    <a:gd name="connsiteX2" fmla="*/ 0 w 8955"/>
                    <a:gd name="connsiteY2" fmla="*/ 4926 h 13433"/>
                    <a:gd name="connsiteX3" fmla="*/ 3582 w 8955"/>
                    <a:gd name="connsiteY3" fmla="*/ 9851 h 13433"/>
                    <a:gd name="connsiteX4" fmla="*/ 3582 w 8955"/>
                    <a:gd name="connsiteY4" fmla="*/ 15225 h 13433"/>
                    <a:gd name="connsiteX5" fmla="*/ 6717 w 8955"/>
                    <a:gd name="connsiteY5" fmla="*/ 15225 h 13433"/>
                    <a:gd name="connsiteX6" fmla="*/ 6717 w 8955"/>
                    <a:gd name="connsiteY6" fmla="*/ 9851 h 13433"/>
                    <a:gd name="connsiteX7" fmla="*/ 9851 w 8955"/>
                    <a:gd name="connsiteY7" fmla="*/ 492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13433">
                      <a:moveTo>
                        <a:pt x="9851" y="4926"/>
                      </a:moveTo>
                      <a:cubicBezTo>
                        <a:pt x="9851" y="2239"/>
                        <a:pt x="7612" y="0"/>
                        <a:pt x="4926" y="0"/>
                      </a:cubicBezTo>
                      <a:cubicBezTo>
                        <a:pt x="2239" y="0"/>
                        <a:pt x="0" y="2239"/>
                        <a:pt x="0" y="4926"/>
                      </a:cubicBezTo>
                      <a:cubicBezTo>
                        <a:pt x="0" y="7165"/>
                        <a:pt x="1343" y="8956"/>
                        <a:pt x="3582" y="9851"/>
                      </a:cubicBezTo>
                      <a:lnTo>
                        <a:pt x="3582" y="15225"/>
                      </a:lnTo>
                      <a:lnTo>
                        <a:pt x="6717" y="15225"/>
                      </a:lnTo>
                      <a:lnTo>
                        <a:pt x="6717" y="9851"/>
                      </a:lnTo>
                      <a:cubicBezTo>
                        <a:pt x="8508" y="8956"/>
                        <a:pt x="9851" y="7165"/>
                        <a:pt x="9851" y="492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01" name="Group 4897">
                <a:extLst>
                  <a:ext uri="{FF2B5EF4-FFF2-40B4-BE49-F238E27FC236}">
                    <a16:creationId xmlns:a16="http://schemas.microsoft.com/office/drawing/2014/main" id="{C07C28FC-29C0-ABC7-B0DD-359FFB84202E}"/>
                  </a:ext>
                  <a:ext uri="{C183D7F6-B498-43B3-948B-1728B52AA6E4}">
                    <adec:decorative xmlns:adec="http://schemas.microsoft.com/office/drawing/2017/decorative" val="1"/>
                  </a:ext>
                </a:extLst>
              </p:cNvPr>
              <p:cNvGrpSpPr>
                <a:grpSpLocks noChangeAspect="1"/>
              </p:cNvGrpSpPr>
              <p:nvPr/>
            </p:nvGrpSpPr>
            <p:grpSpPr>
              <a:xfrm>
                <a:off x="798353" y="2440678"/>
                <a:ext cx="152246" cy="98512"/>
                <a:chOff x="839107" y="1705239"/>
                <a:chExt cx="152246" cy="98512"/>
              </a:xfrm>
            </p:grpSpPr>
            <p:sp>
              <p:nvSpPr>
                <p:cNvPr id="1002" name="Freeform: Shape 4898">
                  <a:extLst>
                    <a:ext uri="{FF2B5EF4-FFF2-40B4-BE49-F238E27FC236}">
                      <a16:creationId xmlns:a16="http://schemas.microsoft.com/office/drawing/2014/main" id="{21D6463F-28BE-1B64-6926-561A1D914714}"/>
                    </a:ext>
                  </a:extLst>
                </p:cNvPr>
                <p:cNvSpPr/>
                <p:nvPr/>
              </p:nvSpPr>
              <p:spPr>
                <a:xfrm>
                  <a:off x="839107" y="1705239"/>
                  <a:ext cx="152246" cy="98512"/>
                </a:xfrm>
                <a:custGeom>
                  <a:avLst/>
                  <a:gdLst>
                    <a:gd name="connsiteX0" fmla="*/ 150007 w 152245"/>
                    <a:gd name="connsiteY0" fmla="*/ 80601 h 98511"/>
                    <a:gd name="connsiteX1" fmla="*/ 138812 w 152245"/>
                    <a:gd name="connsiteY1" fmla="*/ 80601 h 98511"/>
                    <a:gd name="connsiteX2" fmla="*/ 138812 w 152245"/>
                    <a:gd name="connsiteY2" fmla="*/ 15672 h 98511"/>
                    <a:gd name="connsiteX3" fmla="*/ 123140 w 152245"/>
                    <a:gd name="connsiteY3" fmla="*/ 0 h 98511"/>
                    <a:gd name="connsiteX4" fmla="*/ 29106 w 152245"/>
                    <a:gd name="connsiteY4" fmla="*/ 0 h 98511"/>
                    <a:gd name="connsiteX5" fmla="*/ 13433 w 152245"/>
                    <a:gd name="connsiteY5" fmla="*/ 15672 h 98511"/>
                    <a:gd name="connsiteX6" fmla="*/ 13433 w 152245"/>
                    <a:gd name="connsiteY6" fmla="*/ 80601 h 98511"/>
                    <a:gd name="connsiteX7" fmla="*/ 2239 w 152245"/>
                    <a:gd name="connsiteY7" fmla="*/ 80601 h 98511"/>
                    <a:gd name="connsiteX8" fmla="*/ 0 w 152245"/>
                    <a:gd name="connsiteY8" fmla="*/ 82840 h 98511"/>
                    <a:gd name="connsiteX9" fmla="*/ 15672 w 152245"/>
                    <a:gd name="connsiteY9" fmla="*/ 98512 h 98511"/>
                    <a:gd name="connsiteX10" fmla="*/ 136573 w 152245"/>
                    <a:gd name="connsiteY10" fmla="*/ 98512 h 98511"/>
                    <a:gd name="connsiteX11" fmla="*/ 152246 w 152245"/>
                    <a:gd name="connsiteY11" fmla="*/ 82840 h 98511"/>
                    <a:gd name="connsiteX12" fmla="*/ 152246 w 152245"/>
                    <a:gd name="connsiteY12" fmla="*/ 82840 h 98511"/>
                    <a:gd name="connsiteX13" fmla="*/ 150007 w 152245"/>
                    <a:gd name="connsiteY13" fmla="*/ 80601 h 98511"/>
                    <a:gd name="connsiteX14" fmla="*/ 17911 w 152245"/>
                    <a:gd name="connsiteY14" fmla="*/ 15672 h 98511"/>
                    <a:gd name="connsiteX15" fmla="*/ 29106 w 152245"/>
                    <a:gd name="connsiteY15" fmla="*/ 4478 h 98511"/>
                    <a:gd name="connsiteX16" fmla="*/ 123140 w 152245"/>
                    <a:gd name="connsiteY16" fmla="*/ 4478 h 98511"/>
                    <a:gd name="connsiteX17" fmla="*/ 134335 w 152245"/>
                    <a:gd name="connsiteY17" fmla="*/ 15672 h 98511"/>
                    <a:gd name="connsiteX18" fmla="*/ 134335 w 152245"/>
                    <a:gd name="connsiteY18" fmla="*/ 80601 h 98511"/>
                    <a:gd name="connsiteX19" fmla="*/ 17911 w 152245"/>
                    <a:gd name="connsiteY19" fmla="*/ 80601 h 98511"/>
                    <a:gd name="connsiteX20" fmla="*/ 17911 w 152245"/>
                    <a:gd name="connsiteY20" fmla="*/ 15672 h 98511"/>
                    <a:gd name="connsiteX21" fmla="*/ 136573 w 152245"/>
                    <a:gd name="connsiteY21" fmla="*/ 94034 h 98511"/>
                    <a:gd name="connsiteX22" fmla="*/ 15672 w 152245"/>
                    <a:gd name="connsiteY22" fmla="*/ 94034 h 98511"/>
                    <a:gd name="connsiteX23" fmla="*/ 4478 w 152245"/>
                    <a:gd name="connsiteY23" fmla="*/ 85079 h 98511"/>
                    <a:gd name="connsiteX24" fmla="*/ 147320 w 152245"/>
                    <a:gd name="connsiteY24" fmla="*/ 85079 h 98511"/>
                    <a:gd name="connsiteX25" fmla="*/ 136573 w 152245"/>
                    <a:gd name="connsiteY25" fmla="*/ 94034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245" h="98511">
                      <a:moveTo>
                        <a:pt x="150007" y="80601"/>
                      </a:moveTo>
                      <a:lnTo>
                        <a:pt x="138812" y="80601"/>
                      </a:lnTo>
                      <a:lnTo>
                        <a:pt x="138812" y="15672"/>
                      </a:lnTo>
                      <a:cubicBezTo>
                        <a:pt x="138812" y="7164"/>
                        <a:pt x="131648" y="0"/>
                        <a:pt x="123140" y="0"/>
                      </a:cubicBezTo>
                      <a:lnTo>
                        <a:pt x="29106" y="0"/>
                      </a:lnTo>
                      <a:cubicBezTo>
                        <a:pt x="20598" y="0"/>
                        <a:pt x="13433" y="7164"/>
                        <a:pt x="13433" y="15672"/>
                      </a:cubicBezTo>
                      <a:lnTo>
                        <a:pt x="13433" y="80601"/>
                      </a:lnTo>
                      <a:lnTo>
                        <a:pt x="2239" y="80601"/>
                      </a:lnTo>
                      <a:cubicBezTo>
                        <a:pt x="896" y="80601"/>
                        <a:pt x="0" y="81496"/>
                        <a:pt x="0" y="82840"/>
                      </a:cubicBezTo>
                      <a:cubicBezTo>
                        <a:pt x="0" y="91347"/>
                        <a:pt x="7165" y="98512"/>
                        <a:pt x="15672" y="98512"/>
                      </a:cubicBezTo>
                      <a:lnTo>
                        <a:pt x="136573" y="98512"/>
                      </a:lnTo>
                      <a:cubicBezTo>
                        <a:pt x="145081" y="98512"/>
                        <a:pt x="152246" y="91347"/>
                        <a:pt x="152246" y="82840"/>
                      </a:cubicBezTo>
                      <a:lnTo>
                        <a:pt x="152246" y="82840"/>
                      </a:lnTo>
                      <a:cubicBezTo>
                        <a:pt x="152246" y="81496"/>
                        <a:pt x="151350" y="80601"/>
                        <a:pt x="150007" y="80601"/>
                      </a:cubicBezTo>
                      <a:close/>
                      <a:moveTo>
                        <a:pt x="17911" y="15672"/>
                      </a:moveTo>
                      <a:cubicBezTo>
                        <a:pt x="17911" y="9403"/>
                        <a:pt x="22837" y="4478"/>
                        <a:pt x="29106" y="4478"/>
                      </a:cubicBezTo>
                      <a:lnTo>
                        <a:pt x="123140" y="4478"/>
                      </a:lnTo>
                      <a:cubicBezTo>
                        <a:pt x="129409" y="4478"/>
                        <a:pt x="134335" y="9403"/>
                        <a:pt x="134335" y="15672"/>
                      </a:cubicBezTo>
                      <a:lnTo>
                        <a:pt x="134335" y="80601"/>
                      </a:lnTo>
                      <a:lnTo>
                        <a:pt x="17911" y="80601"/>
                      </a:lnTo>
                      <a:lnTo>
                        <a:pt x="17911" y="15672"/>
                      </a:lnTo>
                      <a:close/>
                      <a:moveTo>
                        <a:pt x="136573" y="94034"/>
                      </a:moveTo>
                      <a:lnTo>
                        <a:pt x="15672" y="94034"/>
                      </a:lnTo>
                      <a:cubicBezTo>
                        <a:pt x="10299" y="94034"/>
                        <a:pt x="5821" y="90004"/>
                        <a:pt x="4478" y="85079"/>
                      </a:cubicBezTo>
                      <a:lnTo>
                        <a:pt x="147320" y="85079"/>
                      </a:lnTo>
                      <a:cubicBezTo>
                        <a:pt x="146425" y="90004"/>
                        <a:pt x="141947" y="94034"/>
                        <a:pt x="136573" y="9403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03" name="Freeform: Shape 4899">
                  <a:extLst>
                    <a:ext uri="{FF2B5EF4-FFF2-40B4-BE49-F238E27FC236}">
                      <a16:creationId xmlns:a16="http://schemas.microsoft.com/office/drawing/2014/main" id="{F95CFC62-8FC1-D2E5-EF32-CA22D57022D6}"/>
                    </a:ext>
                  </a:extLst>
                </p:cNvPr>
                <p:cNvSpPr/>
                <p:nvPr/>
              </p:nvSpPr>
              <p:spPr>
                <a:xfrm>
                  <a:off x="892841" y="1721807"/>
                  <a:ext cx="44778" cy="53734"/>
                </a:xfrm>
                <a:custGeom>
                  <a:avLst/>
                  <a:gdLst>
                    <a:gd name="connsiteX0" fmla="*/ 42539 w 44778"/>
                    <a:gd name="connsiteY0" fmla="*/ 20150 h 53733"/>
                    <a:gd name="connsiteX1" fmla="*/ 39853 w 44778"/>
                    <a:gd name="connsiteY1" fmla="*/ 20150 h 53733"/>
                    <a:gd name="connsiteX2" fmla="*/ 39853 w 44778"/>
                    <a:gd name="connsiteY2" fmla="*/ 17463 h 53733"/>
                    <a:gd name="connsiteX3" fmla="*/ 22389 w 44778"/>
                    <a:gd name="connsiteY3" fmla="*/ 0 h 53733"/>
                    <a:gd name="connsiteX4" fmla="*/ 4926 w 44778"/>
                    <a:gd name="connsiteY4" fmla="*/ 17463 h 53733"/>
                    <a:gd name="connsiteX5" fmla="*/ 4926 w 44778"/>
                    <a:gd name="connsiteY5" fmla="*/ 20150 h 53733"/>
                    <a:gd name="connsiteX6" fmla="*/ 2239 w 44778"/>
                    <a:gd name="connsiteY6" fmla="*/ 20150 h 53733"/>
                    <a:gd name="connsiteX7" fmla="*/ 0 w 44778"/>
                    <a:gd name="connsiteY7" fmla="*/ 22389 h 53733"/>
                    <a:gd name="connsiteX8" fmla="*/ 0 w 44778"/>
                    <a:gd name="connsiteY8" fmla="*/ 52390 h 53733"/>
                    <a:gd name="connsiteX9" fmla="*/ 2239 w 44778"/>
                    <a:gd name="connsiteY9" fmla="*/ 54629 h 53733"/>
                    <a:gd name="connsiteX10" fmla="*/ 42539 w 44778"/>
                    <a:gd name="connsiteY10" fmla="*/ 54629 h 53733"/>
                    <a:gd name="connsiteX11" fmla="*/ 44778 w 44778"/>
                    <a:gd name="connsiteY11" fmla="*/ 52390 h 53733"/>
                    <a:gd name="connsiteX12" fmla="*/ 44778 w 44778"/>
                    <a:gd name="connsiteY12" fmla="*/ 22389 h 53733"/>
                    <a:gd name="connsiteX13" fmla="*/ 42539 w 44778"/>
                    <a:gd name="connsiteY13" fmla="*/ 20150 h 53733"/>
                    <a:gd name="connsiteX14" fmla="*/ 9403 w 44778"/>
                    <a:gd name="connsiteY14" fmla="*/ 17463 h 53733"/>
                    <a:gd name="connsiteX15" fmla="*/ 22389 w 44778"/>
                    <a:gd name="connsiteY15" fmla="*/ 4478 h 53733"/>
                    <a:gd name="connsiteX16" fmla="*/ 35375 w 44778"/>
                    <a:gd name="connsiteY16" fmla="*/ 17463 h 53733"/>
                    <a:gd name="connsiteX17" fmla="*/ 35375 w 44778"/>
                    <a:gd name="connsiteY17" fmla="*/ 20150 h 53733"/>
                    <a:gd name="connsiteX18" fmla="*/ 9851 w 44778"/>
                    <a:gd name="connsiteY18" fmla="*/ 20150 h 53733"/>
                    <a:gd name="connsiteX19" fmla="*/ 9851 w 44778"/>
                    <a:gd name="connsiteY19" fmla="*/ 17463 h 53733"/>
                    <a:gd name="connsiteX20" fmla="*/ 40300 w 44778"/>
                    <a:gd name="connsiteY20" fmla="*/ 50599 h 53733"/>
                    <a:gd name="connsiteX21" fmla="*/ 4478 w 44778"/>
                    <a:gd name="connsiteY21" fmla="*/ 50599 h 53733"/>
                    <a:gd name="connsiteX22" fmla="*/ 4478 w 44778"/>
                    <a:gd name="connsiteY22" fmla="*/ 24628 h 53733"/>
                    <a:gd name="connsiteX23" fmla="*/ 7165 w 44778"/>
                    <a:gd name="connsiteY23" fmla="*/ 24628 h 53733"/>
                    <a:gd name="connsiteX24" fmla="*/ 37166 w 44778"/>
                    <a:gd name="connsiteY24" fmla="*/ 24628 h 53733"/>
                    <a:gd name="connsiteX25" fmla="*/ 40300 w 44778"/>
                    <a:gd name="connsiteY25" fmla="*/ 24628 h 53733"/>
                    <a:gd name="connsiteX26" fmla="*/ 40300 w 44778"/>
                    <a:gd name="connsiteY26" fmla="*/ 50599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778" h="53733">
                      <a:moveTo>
                        <a:pt x="42539" y="20150"/>
                      </a:moveTo>
                      <a:lnTo>
                        <a:pt x="39853" y="20150"/>
                      </a:lnTo>
                      <a:lnTo>
                        <a:pt x="39853" y="17463"/>
                      </a:lnTo>
                      <a:cubicBezTo>
                        <a:pt x="39853" y="8060"/>
                        <a:pt x="32240" y="0"/>
                        <a:pt x="22389" y="0"/>
                      </a:cubicBezTo>
                      <a:cubicBezTo>
                        <a:pt x="12986" y="0"/>
                        <a:pt x="4926" y="7612"/>
                        <a:pt x="4926" y="17463"/>
                      </a:cubicBezTo>
                      <a:lnTo>
                        <a:pt x="4926" y="20150"/>
                      </a:lnTo>
                      <a:lnTo>
                        <a:pt x="2239" y="20150"/>
                      </a:lnTo>
                      <a:cubicBezTo>
                        <a:pt x="896" y="20150"/>
                        <a:pt x="0" y="21046"/>
                        <a:pt x="0" y="22389"/>
                      </a:cubicBezTo>
                      <a:lnTo>
                        <a:pt x="0" y="52390"/>
                      </a:lnTo>
                      <a:cubicBezTo>
                        <a:pt x="0" y="53734"/>
                        <a:pt x="896" y="54629"/>
                        <a:pt x="2239" y="54629"/>
                      </a:cubicBezTo>
                      <a:lnTo>
                        <a:pt x="42539" y="54629"/>
                      </a:lnTo>
                      <a:cubicBezTo>
                        <a:pt x="43883" y="54629"/>
                        <a:pt x="44778" y="53734"/>
                        <a:pt x="44778" y="52390"/>
                      </a:cubicBezTo>
                      <a:lnTo>
                        <a:pt x="44778" y="22389"/>
                      </a:lnTo>
                      <a:cubicBezTo>
                        <a:pt x="44778" y="21494"/>
                        <a:pt x="43883" y="20150"/>
                        <a:pt x="42539" y="20150"/>
                      </a:cubicBezTo>
                      <a:close/>
                      <a:moveTo>
                        <a:pt x="9403" y="17463"/>
                      </a:moveTo>
                      <a:cubicBezTo>
                        <a:pt x="9403" y="10299"/>
                        <a:pt x="15225" y="4478"/>
                        <a:pt x="22389" y="4478"/>
                      </a:cubicBezTo>
                      <a:cubicBezTo>
                        <a:pt x="29554" y="4478"/>
                        <a:pt x="35375" y="10299"/>
                        <a:pt x="35375" y="17463"/>
                      </a:cubicBezTo>
                      <a:lnTo>
                        <a:pt x="35375" y="20150"/>
                      </a:lnTo>
                      <a:lnTo>
                        <a:pt x="9851" y="20150"/>
                      </a:lnTo>
                      <a:lnTo>
                        <a:pt x="9851" y="17463"/>
                      </a:lnTo>
                      <a:close/>
                      <a:moveTo>
                        <a:pt x="40300" y="50599"/>
                      </a:moveTo>
                      <a:lnTo>
                        <a:pt x="4478" y="50599"/>
                      </a:lnTo>
                      <a:lnTo>
                        <a:pt x="4478" y="24628"/>
                      </a:lnTo>
                      <a:lnTo>
                        <a:pt x="7165" y="24628"/>
                      </a:lnTo>
                      <a:lnTo>
                        <a:pt x="37166" y="24628"/>
                      </a:lnTo>
                      <a:lnTo>
                        <a:pt x="40300" y="24628"/>
                      </a:lnTo>
                      <a:lnTo>
                        <a:pt x="40300" y="5059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04" name="Freeform: Shape 4900">
                  <a:extLst>
                    <a:ext uri="{FF2B5EF4-FFF2-40B4-BE49-F238E27FC236}">
                      <a16:creationId xmlns:a16="http://schemas.microsoft.com/office/drawing/2014/main" id="{58C04889-4FE7-CD1C-D76E-767835A86B2F}"/>
                    </a:ext>
                  </a:extLst>
                </p:cNvPr>
                <p:cNvSpPr/>
                <p:nvPr/>
              </p:nvSpPr>
              <p:spPr>
                <a:xfrm>
                  <a:off x="910305" y="1754495"/>
                  <a:ext cx="8956" cy="13433"/>
                </a:xfrm>
                <a:custGeom>
                  <a:avLst/>
                  <a:gdLst>
                    <a:gd name="connsiteX0" fmla="*/ 9851 w 8955"/>
                    <a:gd name="connsiteY0" fmla="*/ 4926 h 13433"/>
                    <a:gd name="connsiteX1" fmla="*/ 4926 w 8955"/>
                    <a:gd name="connsiteY1" fmla="*/ 0 h 13433"/>
                    <a:gd name="connsiteX2" fmla="*/ 0 w 8955"/>
                    <a:gd name="connsiteY2" fmla="*/ 4926 h 13433"/>
                    <a:gd name="connsiteX3" fmla="*/ 3582 w 8955"/>
                    <a:gd name="connsiteY3" fmla="*/ 9851 h 13433"/>
                    <a:gd name="connsiteX4" fmla="*/ 3582 w 8955"/>
                    <a:gd name="connsiteY4" fmla="*/ 15225 h 13433"/>
                    <a:gd name="connsiteX5" fmla="*/ 6717 w 8955"/>
                    <a:gd name="connsiteY5" fmla="*/ 15225 h 13433"/>
                    <a:gd name="connsiteX6" fmla="*/ 6717 w 8955"/>
                    <a:gd name="connsiteY6" fmla="*/ 9851 h 13433"/>
                    <a:gd name="connsiteX7" fmla="*/ 9851 w 8955"/>
                    <a:gd name="connsiteY7" fmla="*/ 492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13433">
                      <a:moveTo>
                        <a:pt x="9851" y="4926"/>
                      </a:moveTo>
                      <a:cubicBezTo>
                        <a:pt x="9851" y="2239"/>
                        <a:pt x="7612" y="0"/>
                        <a:pt x="4926" y="0"/>
                      </a:cubicBezTo>
                      <a:cubicBezTo>
                        <a:pt x="2239" y="0"/>
                        <a:pt x="0" y="2239"/>
                        <a:pt x="0" y="4926"/>
                      </a:cubicBezTo>
                      <a:cubicBezTo>
                        <a:pt x="0" y="7164"/>
                        <a:pt x="1343" y="8956"/>
                        <a:pt x="3582" y="9851"/>
                      </a:cubicBezTo>
                      <a:lnTo>
                        <a:pt x="3582" y="15225"/>
                      </a:lnTo>
                      <a:lnTo>
                        <a:pt x="6717" y="15225"/>
                      </a:lnTo>
                      <a:lnTo>
                        <a:pt x="6717" y="9851"/>
                      </a:lnTo>
                      <a:cubicBezTo>
                        <a:pt x="8508" y="8956"/>
                        <a:pt x="9851" y="7164"/>
                        <a:pt x="9851" y="492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05" name="Group 4901">
                <a:extLst>
                  <a:ext uri="{FF2B5EF4-FFF2-40B4-BE49-F238E27FC236}">
                    <a16:creationId xmlns:a16="http://schemas.microsoft.com/office/drawing/2014/main" id="{340E7226-9F64-8C99-FE6C-547B08503ED8}"/>
                  </a:ext>
                  <a:ext uri="{C183D7F6-B498-43B3-948B-1728B52AA6E4}">
                    <adec:decorative xmlns:adec="http://schemas.microsoft.com/office/drawing/2017/decorative" val="1"/>
                  </a:ext>
                </a:extLst>
              </p:cNvPr>
              <p:cNvGrpSpPr>
                <a:grpSpLocks noChangeAspect="1"/>
              </p:cNvGrpSpPr>
              <p:nvPr/>
            </p:nvGrpSpPr>
            <p:grpSpPr>
              <a:xfrm>
                <a:off x="1095233" y="2427244"/>
                <a:ext cx="98512" cy="125379"/>
                <a:chOff x="1135987" y="1691805"/>
                <a:chExt cx="98512" cy="125379"/>
              </a:xfrm>
            </p:grpSpPr>
            <p:sp>
              <p:nvSpPr>
                <p:cNvPr id="1006" name="Freeform: Shape 4902">
                  <a:extLst>
                    <a:ext uri="{FF2B5EF4-FFF2-40B4-BE49-F238E27FC236}">
                      <a16:creationId xmlns:a16="http://schemas.microsoft.com/office/drawing/2014/main" id="{14398709-31AB-D731-1499-6E9B4596ACF7}"/>
                    </a:ext>
                  </a:extLst>
                </p:cNvPr>
                <p:cNvSpPr/>
                <p:nvPr/>
              </p:nvSpPr>
              <p:spPr>
                <a:xfrm>
                  <a:off x="1135987" y="1691805"/>
                  <a:ext cx="98512" cy="125379"/>
                </a:xfrm>
                <a:custGeom>
                  <a:avLst/>
                  <a:gdLst>
                    <a:gd name="connsiteX0" fmla="*/ 82840 w 98511"/>
                    <a:gd name="connsiteY0" fmla="*/ 125379 h 125378"/>
                    <a:gd name="connsiteX1" fmla="*/ 15672 w 98511"/>
                    <a:gd name="connsiteY1" fmla="*/ 125379 h 125378"/>
                    <a:gd name="connsiteX2" fmla="*/ 0 w 98511"/>
                    <a:gd name="connsiteY2" fmla="*/ 109707 h 125378"/>
                    <a:gd name="connsiteX3" fmla="*/ 0 w 98511"/>
                    <a:gd name="connsiteY3" fmla="*/ 15672 h 125378"/>
                    <a:gd name="connsiteX4" fmla="*/ 15672 w 98511"/>
                    <a:gd name="connsiteY4" fmla="*/ 0 h 125378"/>
                    <a:gd name="connsiteX5" fmla="*/ 82840 w 98511"/>
                    <a:gd name="connsiteY5" fmla="*/ 0 h 125378"/>
                    <a:gd name="connsiteX6" fmla="*/ 98512 w 98511"/>
                    <a:gd name="connsiteY6" fmla="*/ 15672 h 125378"/>
                    <a:gd name="connsiteX7" fmla="*/ 98512 w 98511"/>
                    <a:gd name="connsiteY7" fmla="*/ 109707 h 125378"/>
                    <a:gd name="connsiteX8" fmla="*/ 82840 w 98511"/>
                    <a:gd name="connsiteY8" fmla="*/ 125379 h 125378"/>
                    <a:gd name="connsiteX9" fmla="*/ 15672 w 98511"/>
                    <a:gd name="connsiteY9" fmla="*/ 4478 h 125378"/>
                    <a:gd name="connsiteX10" fmla="*/ 4478 w 98511"/>
                    <a:gd name="connsiteY10" fmla="*/ 15672 h 125378"/>
                    <a:gd name="connsiteX11" fmla="*/ 4478 w 98511"/>
                    <a:gd name="connsiteY11" fmla="*/ 109707 h 125378"/>
                    <a:gd name="connsiteX12" fmla="*/ 15672 w 98511"/>
                    <a:gd name="connsiteY12" fmla="*/ 120901 h 125378"/>
                    <a:gd name="connsiteX13" fmla="*/ 82840 w 98511"/>
                    <a:gd name="connsiteY13" fmla="*/ 120901 h 125378"/>
                    <a:gd name="connsiteX14" fmla="*/ 94034 w 98511"/>
                    <a:gd name="connsiteY14" fmla="*/ 109707 h 125378"/>
                    <a:gd name="connsiteX15" fmla="*/ 94034 w 98511"/>
                    <a:gd name="connsiteY15" fmla="*/ 15672 h 125378"/>
                    <a:gd name="connsiteX16" fmla="*/ 82840 w 98511"/>
                    <a:gd name="connsiteY16" fmla="*/ 4478 h 125378"/>
                    <a:gd name="connsiteX17" fmla="*/ 15672 w 98511"/>
                    <a:gd name="connsiteY17"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511" h="125378">
                      <a:moveTo>
                        <a:pt x="82840" y="125379"/>
                      </a:moveTo>
                      <a:lnTo>
                        <a:pt x="15672" y="125379"/>
                      </a:lnTo>
                      <a:cubicBezTo>
                        <a:pt x="7165" y="125379"/>
                        <a:pt x="0" y="118214"/>
                        <a:pt x="0" y="109707"/>
                      </a:cubicBezTo>
                      <a:lnTo>
                        <a:pt x="0" y="15672"/>
                      </a:lnTo>
                      <a:cubicBezTo>
                        <a:pt x="0" y="7164"/>
                        <a:pt x="7165" y="0"/>
                        <a:pt x="15672" y="0"/>
                      </a:cubicBezTo>
                      <a:lnTo>
                        <a:pt x="82840" y="0"/>
                      </a:lnTo>
                      <a:cubicBezTo>
                        <a:pt x="91347" y="0"/>
                        <a:pt x="98512" y="7164"/>
                        <a:pt x="98512" y="15672"/>
                      </a:cubicBezTo>
                      <a:lnTo>
                        <a:pt x="98512" y="109707"/>
                      </a:lnTo>
                      <a:cubicBezTo>
                        <a:pt x="98512" y="118214"/>
                        <a:pt x="91347" y="125379"/>
                        <a:pt x="82840" y="125379"/>
                      </a:cubicBezTo>
                      <a:close/>
                      <a:moveTo>
                        <a:pt x="15672" y="4478"/>
                      </a:moveTo>
                      <a:cubicBezTo>
                        <a:pt x="9403" y="4478"/>
                        <a:pt x="4478" y="9403"/>
                        <a:pt x="4478" y="15672"/>
                      </a:cubicBezTo>
                      <a:lnTo>
                        <a:pt x="4478" y="109707"/>
                      </a:lnTo>
                      <a:cubicBezTo>
                        <a:pt x="4478" y="115975"/>
                        <a:pt x="9403" y="120901"/>
                        <a:pt x="15672" y="120901"/>
                      </a:cubicBezTo>
                      <a:lnTo>
                        <a:pt x="82840" y="120901"/>
                      </a:lnTo>
                      <a:cubicBezTo>
                        <a:pt x="89109" y="120901"/>
                        <a:pt x="94034" y="115975"/>
                        <a:pt x="94034" y="109707"/>
                      </a:cubicBezTo>
                      <a:lnTo>
                        <a:pt x="94034" y="15672"/>
                      </a:lnTo>
                      <a:cubicBezTo>
                        <a:pt x="94034" y="9403"/>
                        <a:pt x="89109" y="4478"/>
                        <a:pt x="82840" y="4478"/>
                      </a:cubicBezTo>
                      <a:lnTo>
                        <a:pt x="15672"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07" name="Freeform: Shape 4903">
                  <a:extLst>
                    <a:ext uri="{FF2B5EF4-FFF2-40B4-BE49-F238E27FC236}">
                      <a16:creationId xmlns:a16="http://schemas.microsoft.com/office/drawing/2014/main" id="{5F05F16D-21FE-D3A7-8AD9-09C130739BB1}"/>
                    </a:ext>
                  </a:extLst>
                </p:cNvPr>
                <p:cNvSpPr/>
                <p:nvPr/>
              </p:nvSpPr>
              <p:spPr>
                <a:xfrm>
                  <a:off x="1176287" y="1699865"/>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6"/>
                        <a:pt x="896" y="0"/>
                        <a:pt x="2239" y="0"/>
                      </a:cubicBezTo>
                      <a:lnTo>
                        <a:pt x="15672" y="0"/>
                      </a:lnTo>
                      <a:cubicBezTo>
                        <a:pt x="17016" y="0"/>
                        <a:pt x="17911" y="896"/>
                        <a:pt x="17911" y="2239"/>
                      </a:cubicBezTo>
                      <a:cubicBezTo>
                        <a:pt x="17911" y="3582"/>
                        <a:pt x="17016"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08" name="Freeform: Shape 4904">
                  <a:extLst>
                    <a:ext uri="{FF2B5EF4-FFF2-40B4-BE49-F238E27FC236}">
                      <a16:creationId xmlns:a16="http://schemas.microsoft.com/office/drawing/2014/main" id="{981C05B5-9EEC-9638-F6CE-8971681329D4}"/>
                    </a:ext>
                  </a:extLst>
                </p:cNvPr>
                <p:cNvSpPr/>
                <p:nvPr/>
              </p:nvSpPr>
              <p:spPr>
                <a:xfrm>
                  <a:off x="1178526" y="1794795"/>
                  <a:ext cx="13433" cy="13433"/>
                </a:xfrm>
                <a:custGeom>
                  <a:avLst/>
                  <a:gdLst>
                    <a:gd name="connsiteX0" fmla="*/ 13433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3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3" y="6717"/>
                      </a:moveTo>
                      <a:cubicBezTo>
                        <a:pt x="13433" y="10426"/>
                        <a:pt x="10426" y="13433"/>
                        <a:pt x="6717" y="13433"/>
                      </a:cubicBezTo>
                      <a:cubicBezTo>
                        <a:pt x="3007" y="13433"/>
                        <a:pt x="0" y="10426"/>
                        <a:pt x="0" y="6717"/>
                      </a:cubicBezTo>
                      <a:cubicBezTo>
                        <a:pt x="0" y="3007"/>
                        <a:pt x="3007" y="0"/>
                        <a:pt x="6717" y="0"/>
                      </a:cubicBezTo>
                      <a:cubicBezTo>
                        <a:pt x="10426" y="0"/>
                        <a:pt x="13433" y="3007"/>
                        <a:pt x="13433" y="671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09" name="Freeform: Shape 4905">
                  <a:extLst>
                    <a:ext uri="{FF2B5EF4-FFF2-40B4-BE49-F238E27FC236}">
                      <a16:creationId xmlns:a16="http://schemas.microsoft.com/office/drawing/2014/main" id="{EAF3470E-0504-2BC1-8335-F09652ED653B}"/>
                    </a:ext>
                  </a:extLst>
                </p:cNvPr>
                <p:cNvSpPr/>
                <p:nvPr/>
              </p:nvSpPr>
              <p:spPr>
                <a:xfrm>
                  <a:off x="1162854" y="1721807"/>
                  <a:ext cx="44778" cy="53734"/>
                </a:xfrm>
                <a:custGeom>
                  <a:avLst/>
                  <a:gdLst>
                    <a:gd name="connsiteX0" fmla="*/ 42539 w 44778"/>
                    <a:gd name="connsiteY0" fmla="*/ 20150 h 53733"/>
                    <a:gd name="connsiteX1" fmla="*/ 39853 w 44778"/>
                    <a:gd name="connsiteY1" fmla="*/ 20150 h 53733"/>
                    <a:gd name="connsiteX2" fmla="*/ 39853 w 44778"/>
                    <a:gd name="connsiteY2" fmla="*/ 17463 h 53733"/>
                    <a:gd name="connsiteX3" fmla="*/ 22389 w 44778"/>
                    <a:gd name="connsiteY3" fmla="*/ 0 h 53733"/>
                    <a:gd name="connsiteX4" fmla="*/ 4926 w 44778"/>
                    <a:gd name="connsiteY4" fmla="*/ 17463 h 53733"/>
                    <a:gd name="connsiteX5" fmla="*/ 4926 w 44778"/>
                    <a:gd name="connsiteY5" fmla="*/ 20150 h 53733"/>
                    <a:gd name="connsiteX6" fmla="*/ 2239 w 44778"/>
                    <a:gd name="connsiteY6" fmla="*/ 20150 h 53733"/>
                    <a:gd name="connsiteX7" fmla="*/ 0 w 44778"/>
                    <a:gd name="connsiteY7" fmla="*/ 22389 h 53733"/>
                    <a:gd name="connsiteX8" fmla="*/ 0 w 44778"/>
                    <a:gd name="connsiteY8" fmla="*/ 52390 h 53733"/>
                    <a:gd name="connsiteX9" fmla="*/ 2239 w 44778"/>
                    <a:gd name="connsiteY9" fmla="*/ 54629 h 53733"/>
                    <a:gd name="connsiteX10" fmla="*/ 42539 w 44778"/>
                    <a:gd name="connsiteY10" fmla="*/ 54629 h 53733"/>
                    <a:gd name="connsiteX11" fmla="*/ 44778 w 44778"/>
                    <a:gd name="connsiteY11" fmla="*/ 52390 h 53733"/>
                    <a:gd name="connsiteX12" fmla="*/ 44778 w 44778"/>
                    <a:gd name="connsiteY12" fmla="*/ 22389 h 53733"/>
                    <a:gd name="connsiteX13" fmla="*/ 42539 w 44778"/>
                    <a:gd name="connsiteY13" fmla="*/ 20150 h 53733"/>
                    <a:gd name="connsiteX14" fmla="*/ 9403 w 44778"/>
                    <a:gd name="connsiteY14" fmla="*/ 17463 h 53733"/>
                    <a:gd name="connsiteX15" fmla="*/ 22389 w 44778"/>
                    <a:gd name="connsiteY15" fmla="*/ 4478 h 53733"/>
                    <a:gd name="connsiteX16" fmla="*/ 35375 w 44778"/>
                    <a:gd name="connsiteY16" fmla="*/ 17463 h 53733"/>
                    <a:gd name="connsiteX17" fmla="*/ 35375 w 44778"/>
                    <a:gd name="connsiteY17" fmla="*/ 20150 h 53733"/>
                    <a:gd name="connsiteX18" fmla="*/ 9851 w 44778"/>
                    <a:gd name="connsiteY18" fmla="*/ 20150 h 53733"/>
                    <a:gd name="connsiteX19" fmla="*/ 9851 w 44778"/>
                    <a:gd name="connsiteY19" fmla="*/ 17463 h 53733"/>
                    <a:gd name="connsiteX20" fmla="*/ 40300 w 44778"/>
                    <a:gd name="connsiteY20" fmla="*/ 50599 h 53733"/>
                    <a:gd name="connsiteX21" fmla="*/ 4478 w 44778"/>
                    <a:gd name="connsiteY21" fmla="*/ 50599 h 53733"/>
                    <a:gd name="connsiteX22" fmla="*/ 4478 w 44778"/>
                    <a:gd name="connsiteY22" fmla="*/ 24628 h 53733"/>
                    <a:gd name="connsiteX23" fmla="*/ 7164 w 44778"/>
                    <a:gd name="connsiteY23" fmla="*/ 24628 h 53733"/>
                    <a:gd name="connsiteX24" fmla="*/ 37166 w 44778"/>
                    <a:gd name="connsiteY24" fmla="*/ 24628 h 53733"/>
                    <a:gd name="connsiteX25" fmla="*/ 39853 w 44778"/>
                    <a:gd name="connsiteY25" fmla="*/ 24628 h 53733"/>
                    <a:gd name="connsiteX26" fmla="*/ 39853 w 44778"/>
                    <a:gd name="connsiteY26" fmla="*/ 50599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778" h="53733">
                      <a:moveTo>
                        <a:pt x="42539" y="20150"/>
                      </a:moveTo>
                      <a:lnTo>
                        <a:pt x="39853" y="20150"/>
                      </a:lnTo>
                      <a:lnTo>
                        <a:pt x="39853" y="17463"/>
                      </a:lnTo>
                      <a:cubicBezTo>
                        <a:pt x="39853" y="8060"/>
                        <a:pt x="32240" y="0"/>
                        <a:pt x="22389" y="0"/>
                      </a:cubicBezTo>
                      <a:cubicBezTo>
                        <a:pt x="12986" y="0"/>
                        <a:pt x="4926" y="7612"/>
                        <a:pt x="4926" y="17463"/>
                      </a:cubicBezTo>
                      <a:lnTo>
                        <a:pt x="4926" y="20150"/>
                      </a:lnTo>
                      <a:lnTo>
                        <a:pt x="2239" y="20150"/>
                      </a:lnTo>
                      <a:cubicBezTo>
                        <a:pt x="896" y="20150"/>
                        <a:pt x="0" y="21046"/>
                        <a:pt x="0" y="22389"/>
                      </a:cubicBezTo>
                      <a:lnTo>
                        <a:pt x="0" y="52390"/>
                      </a:lnTo>
                      <a:cubicBezTo>
                        <a:pt x="0" y="53734"/>
                        <a:pt x="896" y="54629"/>
                        <a:pt x="2239" y="54629"/>
                      </a:cubicBezTo>
                      <a:lnTo>
                        <a:pt x="42539" y="54629"/>
                      </a:lnTo>
                      <a:cubicBezTo>
                        <a:pt x="43883" y="54629"/>
                        <a:pt x="44778" y="53734"/>
                        <a:pt x="44778" y="52390"/>
                      </a:cubicBezTo>
                      <a:lnTo>
                        <a:pt x="44778" y="22389"/>
                      </a:lnTo>
                      <a:cubicBezTo>
                        <a:pt x="44778" y="21494"/>
                        <a:pt x="43883" y="20150"/>
                        <a:pt x="42539" y="20150"/>
                      </a:cubicBezTo>
                      <a:close/>
                      <a:moveTo>
                        <a:pt x="9403" y="17463"/>
                      </a:moveTo>
                      <a:cubicBezTo>
                        <a:pt x="9403" y="10299"/>
                        <a:pt x="15225" y="4478"/>
                        <a:pt x="22389" y="4478"/>
                      </a:cubicBezTo>
                      <a:cubicBezTo>
                        <a:pt x="29554" y="4478"/>
                        <a:pt x="35375" y="10299"/>
                        <a:pt x="35375" y="17463"/>
                      </a:cubicBezTo>
                      <a:lnTo>
                        <a:pt x="35375" y="20150"/>
                      </a:lnTo>
                      <a:lnTo>
                        <a:pt x="9851" y="20150"/>
                      </a:lnTo>
                      <a:lnTo>
                        <a:pt x="9851" y="17463"/>
                      </a:lnTo>
                      <a:close/>
                      <a:moveTo>
                        <a:pt x="40300" y="50599"/>
                      </a:moveTo>
                      <a:lnTo>
                        <a:pt x="4478" y="50599"/>
                      </a:lnTo>
                      <a:lnTo>
                        <a:pt x="4478" y="24628"/>
                      </a:lnTo>
                      <a:lnTo>
                        <a:pt x="7164" y="24628"/>
                      </a:lnTo>
                      <a:lnTo>
                        <a:pt x="37166" y="24628"/>
                      </a:lnTo>
                      <a:lnTo>
                        <a:pt x="39853" y="24628"/>
                      </a:lnTo>
                      <a:lnTo>
                        <a:pt x="39853" y="5059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10" name="Freeform: Shape 4906">
                  <a:extLst>
                    <a:ext uri="{FF2B5EF4-FFF2-40B4-BE49-F238E27FC236}">
                      <a16:creationId xmlns:a16="http://schemas.microsoft.com/office/drawing/2014/main" id="{9119BBC2-25EC-E6D3-7204-241356BA099E}"/>
                    </a:ext>
                  </a:extLst>
                </p:cNvPr>
                <p:cNvSpPr/>
                <p:nvPr/>
              </p:nvSpPr>
              <p:spPr>
                <a:xfrm>
                  <a:off x="1180317" y="1754495"/>
                  <a:ext cx="8956" cy="13433"/>
                </a:xfrm>
                <a:custGeom>
                  <a:avLst/>
                  <a:gdLst>
                    <a:gd name="connsiteX0" fmla="*/ 9851 w 8955"/>
                    <a:gd name="connsiteY0" fmla="*/ 4926 h 13433"/>
                    <a:gd name="connsiteX1" fmla="*/ 4926 w 8955"/>
                    <a:gd name="connsiteY1" fmla="*/ 0 h 13433"/>
                    <a:gd name="connsiteX2" fmla="*/ 0 w 8955"/>
                    <a:gd name="connsiteY2" fmla="*/ 4926 h 13433"/>
                    <a:gd name="connsiteX3" fmla="*/ 3582 w 8955"/>
                    <a:gd name="connsiteY3" fmla="*/ 9851 h 13433"/>
                    <a:gd name="connsiteX4" fmla="*/ 3582 w 8955"/>
                    <a:gd name="connsiteY4" fmla="*/ 15225 h 13433"/>
                    <a:gd name="connsiteX5" fmla="*/ 6717 w 8955"/>
                    <a:gd name="connsiteY5" fmla="*/ 15225 h 13433"/>
                    <a:gd name="connsiteX6" fmla="*/ 6717 w 8955"/>
                    <a:gd name="connsiteY6" fmla="*/ 9851 h 13433"/>
                    <a:gd name="connsiteX7" fmla="*/ 9851 w 8955"/>
                    <a:gd name="connsiteY7" fmla="*/ 492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13433">
                      <a:moveTo>
                        <a:pt x="9851" y="4926"/>
                      </a:moveTo>
                      <a:cubicBezTo>
                        <a:pt x="9851" y="2239"/>
                        <a:pt x="7612" y="0"/>
                        <a:pt x="4926" y="0"/>
                      </a:cubicBezTo>
                      <a:cubicBezTo>
                        <a:pt x="2239" y="0"/>
                        <a:pt x="0" y="2239"/>
                        <a:pt x="0" y="4926"/>
                      </a:cubicBezTo>
                      <a:cubicBezTo>
                        <a:pt x="0" y="7164"/>
                        <a:pt x="1343" y="8956"/>
                        <a:pt x="3582" y="9851"/>
                      </a:cubicBezTo>
                      <a:lnTo>
                        <a:pt x="3582" y="15225"/>
                      </a:lnTo>
                      <a:lnTo>
                        <a:pt x="6717" y="15225"/>
                      </a:lnTo>
                      <a:lnTo>
                        <a:pt x="6717" y="9851"/>
                      </a:lnTo>
                      <a:cubicBezTo>
                        <a:pt x="8508" y="8956"/>
                        <a:pt x="9851" y="7164"/>
                        <a:pt x="9851" y="492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011" name="Freeform: Shape 4907">
                <a:extLst>
                  <a:ext uri="{FF2B5EF4-FFF2-40B4-BE49-F238E27FC236}">
                    <a16:creationId xmlns:a16="http://schemas.microsoft.com/office/drawing/2014/main" id="{851A35F1-592B-C02F-5602-492EB57EF9F4}"/>
                  </a:ext>
                  <a:ext uri="{C183D7F6-B498-43B3-948B-1728B52AA6E4}">
                    <adec:decorative xmlns:adec="http://schemas.microsoft.com/office/drawing/2017/decorative" val="1"/>
                  </a:ext>
                </a:extLst>
              </p:cNvPr>
              <p:cNvSpPr>
                <a:spLocks noChangeAspect="1"/>
              </p:cNvSpPr>
              <p:nvPr/>
            </p:nvSpPr>
            <p:spPr>
              <a:xfrm>
                <a:off x="3730877" y="2723676"/>
                <a:ext cx="125379" cy="152246"/>
              </a:xfrm>
              <a:custGeom>
                <a:avLst/>
                <a:gdLst>
                  <a:gd name="connsiteX0" fmla="*/ 122692 w 125378"/>
                  <a:gd name="connsiteY0" fmla="*/ 127618 h 152245"/>
                  <a:gd name="connsiteX1" fmla="*/ 84183 w 125378"/>
                  <a:gd name="connsiteY1" fmla="*/ 127618 h 152245"/>
                  <a:gd name="connsiteX2" fmla="*/ 64480 w 125378"/>
                  <a:gd name="connsiteY2" fmla="*/ 107915 h 152245"/>
                  <a:gd name="connsiteX3" fmla="*/ 64480 w 125378"/>
                  <a:gd name="connsiteY3" fmla="*/ 98512 h 152245"/>
                  <a:gd name="connsiteX4" fmla="*/ 111498 w 125378"/>
                  <a:gd name="connsiteY4" fmla="*/ 49256 h 152245"/>
                  <a:gd name="connsiteX5" fmla="*/ 62242 w 125378"/>
                  <a:gd name="connsiteY5" fmla="*/ 0 h 152245"/>
                  <a:gd name="connsiteX6" fmla="*/ 28210 w 125378"/>
                  <a:gd name="connsiteY6" fmla="*/ 13881 h 152245"/>
                  <a:gd name="connsiteX7" fmla="*/ 27762 w 125378"/>
                  <a:gd name="connsiteY7" fmla="*/ 14329 h 152245"/>
                  <a:gd name="connsiteX8" fmla="*/ 27762 w 125378"/>
                  <a:gd name="connsiteY8" fmla="*/ 14777 h 152245"/>
                  <a:gd name="connsiteX9" fmla="*/ 13433 w 125378"/>
                  <a:gd name="connsiteY9" fmla="*/ 49704 h 152245"/>
                  <a:gd name="connsiteX10" fmla="*/ 27762 w 125378"/>
                  <a:gd name="connsiteY10" fmla="*/ 84183 h 152245"/>
                  <a:gd name="connsiteX11" fmla="*/ 28210 w 125378"/>
                  <a:gd name="connsiteY11" fmla="*/ 84631 h 152245"/>
                  <a:gd name="connsiteX12" fmla="*/ 29106 w 125378"/>
                  <a:gd name="connsiteY12" fmla="*/ 85079 h 152245"/>
                  <a:gd name="connsiteX13" fmla="*/ 60451 w 125378"/>
                  <a:gd name="connsiteY13" fmla="*/ 98512 h 152245"/>
                  <a:gd name="connsiteX14" fmla="*/ 60451 w 125378"/>
                  <a:gd name="connsiteY14" fmla="*/ 107915 h 152245"/>
                  <a:gd name="connsiteX15" fmla="*/ 40748 w 125378"/>
                  <a:gd name="connsiteY15" fmla="*/ 127618 h 152245"/>
                  <a:gd name="connsiteX16" fmla="*/ 2239 w 125378"/>
                  <a:gd name="connsiteY16" fmla="*/ 127618 h 152245"/>
                  <a:gd name="connsiteX17" fmla="*/ 0 w 125378"/>
                  <a:gd name="connsiteY17" fmla="*/ 129857 h 152245"/>
                  <a:gd name="connsiteX18" fmla="*/ 2239 w 125378"/>
                  <a:gd name="connsiteY18" fmla="*/ 132096 h 152245"/>
                  <a:gd name="connsiteX19" fmla="*/ 40748 w 125378"/>
                  <a:gd name="connsiteY19" fmla="*/ 132096 h 152245"/>
                  <a:gd name="connsiteX20" fmla="*/ 62689 w 125378"/>
                  <a:gd name="connsiteY20" fmla="*/ 152246 h 152245"/>
                  <a:gd name="connsiteX21" fmla="*/ 84631 w 125378"/>
                  <a:gd name="connsiteY21" fmla="*/ 132096 h 152245"/>
                  <a:gd name="connsiteX22" fmla="*/ 123140 w 125378"/>
                  <a:gd name="connsiteY22" fmla="*/ 132096 h 152245"/>
                  <a:gd name="connsiteX23" fmla="*/ 125379 w 125378"/>
                  <a:gd name="connsiteY23" fmla="*/ 129857 h 152245"/>
                  <a:gd name="connsiteX24" fmla="*/ 122692 w 125378"/>
                  <a:gd name="connsiteY24" fmla="*/ 127618 h 152245"/>
                  <a:gd name="connsiteX25" fmla="*/ 17911 w 125378"/>
                  <a:gd name="connsiteY25" fmla="*/ 51495 h 152245"/>
                  <a:gd name="connsiteX26" fmla="*/ 40300 w 125378"/>
                  <a:gd name="connsiteY26" fmla="*/ 51495 h 152245"/>
                  <a:gd name="connsiteX27" fmla="*/ 43435 w 125378"/>
                  <a:gd name="connsiteY27" fmla="*/ 71197 h 152245"/>
                  <a:gd name="connsiteX28" fmla="*/ 30001 w 125378"/>
                  <a:gd name="connsiteY28" fmla="*/ 79705 h 152245"/>
                  <a:gd name="connsiteX29" fmla="*/ 17911 w 125378"/>
                  <a:gd name="connsiteY29" fmla="*/ 51495 h 152245"/>
                  <a:gd name="connsiteX30" fmla="*/ 29553 w 125378"/>
                  <a:gd name="connsiteY30" fmla="*/ 18807 h 152245"/>
                  <a:gd name="connsiteX31" fmla="*/ 43435 w 125378"/>
                  <a:gd name="connsiteY31" fmla="*/ 27315 h 152245"/>
                  <a:gd name="connsiteX32" fmla="*/ 40300 w 125378"/>
                  <a:gd name="connsiteY32" fmla="*/ 47017 h 152245"/>
                  <a:gd name="connsiteX33" fmla="*/ 17911 w 125378"/>
                  <a:gd name="connsiteY33" fmla="*/ 47017 h 152245"/>
                  <a:gd name="connsiteX34" fmla="*/ 29553 w 125378"/>
                  <a:gd name="connsiteY34" fmla="*/ 18807 h 152245"/>
                  <a:gd name="connsiteX35" fmla="*/ 32688 w 125378"/>
                  <a:gd name="connsiteY35" fmla="*/ 15672 h 152245"/>
                  <a:gd name="connsiteX36" fmla="*/ 54181 w 125378"/>
                  <a:gd name="connsiteY36" fmla="*/ 5373 h 152245"/>
                  <a:gd name="connsiteX37" fmla="*/ 44778 w 125378"/>
                  <a:gd name="connsiteY37" fmla="*/ 23285 h 152245"/>
                  <a:gd name="connsiteX38" fmla="*/ 32688 w 125378"/>
                  <a:gd name="connsiteY38" fmla="*/ 15672 h 152245"/>
                  <a:gd name="connsiteX39" fmla="*/ 95377 w 125378"/>
                  <a:gd name="connsiteY39" fmla="*/ 18807 h 152245"/>
                  <a:gd name="connsiteX40" fmla="*/ 107468 w 125378"/>
                  <a:gd name="connsiteY40" fmla="*/ 47017 h 152245"/>
                  <a:gd name="connsiteX41" fmla="*/ 85526 w 125378"/>
                  <a:gd name="connsiteY41" fmla="*/ 47017 h 152245"/>
                  <a:gd name="connsiteX42" fmla="*/ 82392 w 125378"/>
                  <a:gd name="connsiteY42" fmla="*/ 27315 h 152245"/>
                  <a:gd name="connsiteX43" fmla="*/ 95377 w 125378"/>
                  <a:gd name="connsiteY43" fmla="*/ 18807 h 152245"/>
                  <a:gd name="connsiteX44" fmla="*/ 80601 w 125378"/>
                  <a:gd name="connsiteY44" fmla="*/ 22837 h 152245"/>
                  <a:gd name="connsiteX45" fmla="*/ 71197 w 125378"/>
                  <a:gd name="connsiteY45" fmla="*/ 5373 h 152245"/>
                  <a:gd name="connsiteX46" fmla="*/ 91795 w 125378"/>
                  <a:gd name="connsiteY46" fmla="*/ 15672 h 152245"/>
                  <a:gd name="connsiteX47" fmla="*/ 80601 w 125378"/>
                  <a:gd name="connsiteY47" fmla="*/ 22837 h 152245"/>
                  <a:gd name="connsiteX48" fmla="*/ 95377 w 125378"/>
                  <a:gd name="connsiteY48" fmla="*/ 79705 h 152245"/>
                  <a:gd name="connsiteX49" fmla="*/ 82392 w 125378"/>
                  <a:gd name="connsiteY49" fmla="*/ 71197 h 152245"/>
                  <a:gd name="connsiteX50" fmla="*/ 85526 w 125378"/>
                  <a:gd name="connsiteY50" fmla="*/ 51495 h 152245"/>
                  <a:gd name="connsiteX51" fmla="*/ 107468 w 125378"/>
                  <a:gd name="connsiteY51" fmla="*/ 51495 h 152245"/>
                  <a:gd name="connsiteX52" fmla="*/ 95377 w 125378"/>
                  <a:gd name="connsiteY52" fmla="*/ 79705 h 152245"/>
                  <a:gd name="connsiteX53" fmla="*/ 91795 w 125378"/>
                  <a:gd name="connsiteY53" fmla="*/ 82840 h 152245"/>
                  <a:gd name="connsiteX54" fmla="*/ 71197 w 125378"/>
                  <a:gd name="connsiteY54" fmla="*/ 93139 h 152245"/>
                  <a:gd name="connsiteX55" fmla="*/ 80601 w 125378"/>
                  <a:gd name="connsiteY55" fmla="*/ 75675 h 152245"/>
                  <a:gd name="connsiteX56" fmla="*/ 91795 w 125378"/>
                  <a:gd name="connsiteY56" fmla="*/ 82840 h 152245"/>
                  <a:gd name="connsiteX57" fmla="*/ 77914 w 125378"/>
                  <a:gd name="connsiteY57" fmla="*/ 69406 h 152245"/>
                  <a:gd name="connsiteX58" fmla="*/ 62689 w 125378"/>
                  <a:gd name="connsiteY58" fmla="*/ 66719 h 152245"/>
                  <a:gd name="connsiteX59" fmla="*/ 47912 w 125378"/>
                  <a:gd name="connsiteY59" fmla="*/ 68958 h 152245"/>
                  <a:gd name="connsiteX60" fmla="*/ 45226 w 125378"/>
                  <a:gd name="connsiteY60" fmla="*/ 51047 h 152245"/>
                  <a:gd name="connsiteX61" fmla="*/ 81496 w 125378"/>
                  <a:gd name="connsiteY61" fmla="*/ 51047 h 152245"/>
                  <a:gd name="connsiteX62" fmla="*/ 77914 w 125378"/>
                  <a:gd name="connsiteY62" fmla="*/ 69406 h 152245"/>
                  <a:gd name="connsiteX63" fmla="*/ 80601 w 125378"/>
                  <a:gd name="connsiteY63" fmla="*/ 47017 h 152245"/>
                  <a:gd name="connsiteX64" fmla="*/ 44330 w 125378"/>
                  <a:gd name="connsiteY64" fmla="*/ 47017 h 152245"/>
                  <a:gd name="connsiteX65" fmla="*/ 47017 w 125378"/>
                  <a:gd name="connsiteY65" fmla="*/ 29106 h 152245"/>
                  <a:gd name="connsiteX66" fmla="*/ 61794 w 125378"/>
                  <a:gd name="connsiteY66" fmla="*/ 31345 h 152245"/>
                  <a:gd name="connsiteX67" fmla="*/ 77018 w 125378"/>
                  <a:gd name="connsiteY67" fmla="*/ 28658 h 152245"/>
                  <a:gd name="connsiteX68" fmla="*/ 80601 w 125378"/>
                  <a:gd name="connsiteY68" fmla="*/ 47017 h 152245"/>
                  <a:gd name="connsiteX69" fmla="*/ 44778 w 125378"/>
                  <a:gd name="connsiteY69" fmla="*/ 75227 h 152245"/>
                  <a:gd name="connsiteX70" fmla="*/ 54181 w 125378"/>
                  <a:gd name="connsiteY70" fmla="*/ 93139 h 152245"/>
                  <a:gd name="connsiteX71" fmla="*/ 33136 w 125378"/>
                  <a:gd name="connsiteY71" fmla="*/ 82840 h 152245"/>
                  <a:gd name="connsiteX72" fmla="*/ 44778 w 125378"/>
                  <a:gd name="connsiteY72" fmla="*/ 75227 h 152245"/>
                  <a:gd name="connsiteX73" fmla="*/ 48808 w 125378"/>
                  <a:gd name="connsiteY73" fmla="*/ 73436 h 152245"/>
                  <a:gd name="connsiteX74" fmla="*/ 62242 w 125378"/>
                  <a:gd name="connsiteY74" fmla="*/ 71197 h 152245"/>
                  <a:gd name="connsiteX75" fmla="*/ 76123 w 125378"/>
                  <a:gd name="connsiteY75" fmla="*/ 73436 h 152245"/>
                  <a:gd name="connsiteX76" fmla="*/ 64928 w 125378"/>
                  <a:gd name="connsiteY76" fmla="*/ 93586 h 152245"/>
                  <a:gd name="connsiteX77" fmla="*/ 62242 w 125378"/>
                  <a:gd name="connsiteY77" fmla="*/ 93586 h 152245"/>
                  <a:gd name="connsiteX78" fmla="*/ 60003 w 125378"/>
                  <a:gd name="connsiteY78" fmla="*/ 93586 h 152245"/>
                  <a:gd name="connsiteX79" fmla="*/ 48808 w 125378"/>
                  <a:gd name="connsiteY79" fmla="*/ 73436 h 152245"/>
                  <a:gd name="connsiteX80" fmla="*/ 64928 w 125378"/>
                  <a:gd name="connsiteY80" fmla="*/ 4478 h 152245"/>
                  <a:gd name="connsiteX81" fmla="*/ 76123 w 125378"/>
                  <a:gd name="connsiteY81" fmla="*/ 24628 h 152245"/>
                  <a:gd name="connsiteX82" fmla="*/ 62242 w 125378"/>
                  <a:gd name="connsiteY82" fmla="*/ 26867 h 152245"/>
                  <a:gd name="connsiteX83" fmla="*/ 48808 w 125378"/>
                  <a:gd name="connsiteY83" fmla="*/ 24628 h 152245"/>
                  <a:gd name="connsiteX84" fmla="*/ 60003 w 125378"/>
                  <a:gd name="connsiteY84" fmla="*/ 4478 h 152245"/>
                  <a:gd name="connsiteX85" fmla="*/ 62242 w 125378"/>
                  <a:gd name="connsiteY85" fmla="*/ 4478 h 152245"/>
                  <a:gd name="connsiteX86" fmla="*/ 64928 w 125378"/>
                  <a:gd name="connsiteY86" fmla="*/ 4478 h 152245"/>
                  <a:gd name="connsiteX87" fmla="*/ 62242 w 125378"/>
                  <a:gd name="connsiteY87" fmla="*/ 147768 h 152245"/>
                  <a:gd name="connsiteX88" fmla="*/ 44330 w 125378"/>
                  <a:gd name="connsiteY88" fmla="*/ 129857 h 152245"/>
                  <a:gd name="connsiteX89" fmla="*/ 44330 w 125378"/>
                  <a:gd name="connsiteY89" fmla="*/ 129857 h 152245"/>
                  <a:gd name="connsiteX90" fmla="*/ 44330 w 125378"/>
                  <a:gd name="connsiteY90" fmla="*/ 129857 h 152245"/>
                  <a:gd name="connsiteX91" fmla="*/ 62242 w 125378"/>
                  <a:gd name="connsiteY91" fmla="*/ 111945 h 152245"/>
                  <a:gd name="connsiteX92" fmla="*/ 80153 w 125378"/>
                  <a:gd name="connsiteY92" fmla="*/ 129857 h 152245"/>
                  <a:gd name="connsiteX93" fmla="*/ 62242 w 125378"/>
                  <a:gd name="connsiteY93" fmla="*/ 14776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125378" h="152245">
                    <a:moveTo>
                      <a:pt x="122692" y="127618"/>
                    </a:moveTo>
                    <a:lnTo>
                      <a:pt x="84183" y="127618"/>
                    </a:lnTo>
                    <a:cubicBezTo>
                      <a:pt x="83287" y="116871"/>
                      <a:pt x="74779" y="108811"/>
                      <a:pt x="64480" y="107915"/>
                    </a:cubicBezTo>
                    <a:lnTo>
                      <a:pt x="64480" y="98512"/>
                    </a:lnTo>
                    <a:cubicBezTo>
                      <a:pt x="90452" y="97169"/>
                      <a:pt x="111498" y="75675"/>
                      <a:pt x="111498" y="49256"/>
                    </a:cubicBezTo>
                    <a:cubicBezTo>
                      <a:pt x="111498" y="21941"/>
                      <a:pt x="89556" y="0"/>
                      <a:pt x="62242" y="0"/>
                    </a:cubicBezTo>
                    <a:cubicBezTo>
                      <a:pt x="48808" y="0"/>
                      <a:pt x="37166" y="5373"/>
                      <a:pt x="28210" y="13881"/>
                    </a:cubicBezTo>
                    <a:cubicBezTo>
                      <a:pt x="28210" y="13881"/>
                      <a:pt x="27762" y="13881"/>
                      <a:pt x="27762" y="14329"/>
                    </a:cubicBezTo>
                    <a:cubicBezTo>
                      <a:pt x="27762" y="14329"/>
                      <a:pt x="27762" y="14329"/>
                      <a:pt x="27762" y="14777"/>
                    </a:cubicBezTo>
                    <a:cubicBezTo>
                      <a:pt x="18807" y="23732"/>
                      <a:pt x="13433" y="35823"/>
                      <a:pt x="13433" y="49704"/>
                    </a:cubicBezTo>
                    <a:cubicBezTo>
                      <a:pt x="13433" y="63137"/>
                      <a:pt x="18807" y="75227"/>
                      <a:pt x="27762" y="84183"/>
                    </a:cubicBezTo>
                    <a:cubicBezTo>
                      <a:pt x="27762" y="84183"/>
                      <a:pt x="27762" y="84631"/>
                      <a:pt x="28210" y="84631"/>
                    </a:cubicBezTo>
                    <a:cubicBezTo>
                      <a:pt x="28658" y="85079"/>
                      <a:pt x="28658" y="85079"/>
                      <a:pt x="29106" y="85079"/>
                    </a:cubicBezTo>
                    <a:cubicBezTo>
                      <a:pt x="37614" y="93139"/>
                      <a:pt x="48360" y="98064"/>
                      <a:pt x="60451" y="98512"/>
                    </a:cubicBezTo>
                    <a:lnTo>
                      <a:pt x="60451" y="107915"/>
                    </a:lnTo>
                    <a:cubicBezTo>
                      <a:pt x="49704" y="108811"/>
                      <a:pt x="41644" y="117319"/>
                      <a:pt x="40748" y="127618"/>
                    </a:cubicBezTo>
                    <a:lnTo>
                      <a:pt x="2239" y="127618"/>
                    </a:lnTo>
                    <a:cubicBezTo>
                      <a:pt x="895" y="127618"/>
                      <a:pt x="0" y="128513"/>
                      <a:pt x="0" y="129857"/>
                    </a:cubicBezTo>
                    <a:cubicBezTo>
                      <a:pt x="0" y="131200"/>
                      <a:pt x="895" y="132096"/>
                      <a:pt x="2239" y="132096"/>
                    </a:cubicBezTo>
                    <a:lnTo>
                      <a:pt x="40748" y="132096"/>
                    </a:lnTo>
                    <a:cubicBezTo>
                      <a:pt x="42091" y="143290"/>
                      <a:pt x="51495" y="152246"/>
                      <a:pt x="62689" y="152246"/>
                    </a:cubicBezTo>
                    <a:cubicBezTo>
                      <a:pt x="73884" y="152246"/>
                      <a:pt x="83735" y="143290"/>
                      <a:pt x="84631" y="132096"/>
                    </a:cubicBezTo>
                    <a:lnTo>
                      <a:pt x="123140" y="132096"/>
                    </a:lnTo>
                    <a:cubicBezTo>
                      <a:pt x="124483" y="132096"/>
                      <a:pt x="125379" y="131200"/>
                      <a:pt x="125379" y="129857"/>
                    </a:cubicBezTo>
                    <a:cubicBezTo>
                      <a:pt x="124931" y="128513"/>
                      <a:pt x="124035" y="127618"/>
                      <a:pt x="122692" y="127618"/>
                    </a:cubicBezTo>
                    <a:close/>
                    <a:moveTo>
                      <a:pt x="17911" y="51495"/>
                    </a:moveTo>
                    <a:lnTo>
                      <a:pt x="40300" y="51495"/>
                    </a:lnTo>
                    <a:cubicBezTo>
                      <a:pt x="40300" y="58212"/>
                      <a:pt x="41644" y="64481"/>
                      <a:pt x="43435" y="71197"/>
                    </a:cubicBezTo>
                    <a:cubicBezTo>
                      <a:pt x="38509" y="73436"/>
                      <a:pt x="34031" y="76123"/>
                      <a:pt x="30001" y="79705"/>
                    </a:cubicBezTo>
                    <a:cubicBezTo>
                      <a:pt x="22837" y="72093"/>
                      <a:pt x="18359" y="62242"/>
                      <a:pt x="17911" y="51495"/>
                    </a:cubicBezTo>
                    <a:close/>
                    <a:moveTo>
                      <a:pt x="29553" y="18807"/>
                    </a:moveTo>
                    <a:cubicBezTo>
                      <a:pt x="33584" y="22389"/>
                      <a:pt x="38061" y="25524"/>
                      <a:pt x="43435" y="27315"/>
                    </a:cubicBezTo>
                    <a:cubicBezTo>
                      <a:pt x="41644" y="33584"/>
                      <a:pt x="40300" y="40300"/>
                      <a:pt x="40300" y="47017"/>
                    </a:cubicBezTo>
                    <a:lnTo>
                      <a:pt x="17911" y="47017"/>
                    </a:lnTo>
                    <a:cubicBezTo>
                      <a:pt x="18359" y="35823"/>
                      <a:pt x="22837" y="25971"/>
                      <a:pt x="29553" y="18807"/>
                    </a:cubicBezTo>
                    <a:close/>
                    <a:moveTo>
                      <a:pt x="32688" y="15672"/>
                    </a:moveTo>
                    <a:cubicBezTo>
                      <a:pt x="38509" y="10299"/>
                      <a:pt x="46121" y="6717"/>
                      <a:pt x="54181" y="5373"/>
                    </a:cubicBezTo>
                    <a:cubicBezTo>
                      <a:pt x="50151" y="10747"/>
                      <a:pt x="47017" y="17016"/>
                      <a:pt x="44778" y="23285"/>
                    </a:cubicBezTo>
                    <a:cubicBezTo>
                      <a:pt x="40300" y="21046"/>
                      <a:pt x="36270" y="18807"/>
                      <a:pt x="32688" y="15672"/>
                    </a:cubicBezTo>
                    <a:close/>
                    <a:moveTo>
                      <a:pt x="95377" y="18807"/>
                    </a:moveTo>
                    <a:cubicBezTo>
                      <a:pt x="102542" y="26419"/>
                      <a:pt x="107020" y="36270"/>
                      <a:pt x="107468" y="47017"/>
                    </a:cubicBezTo>
                    <a:lnTo>
                      <a:pt x="85526" y="47017"/>
                    </a:lnTo>
                    <a:cubicBezTo>
                      <a:pt x="85526" y="40300"/>
                      <a:pt x="84183" y="33584"/>
                      <a:pt x="82392" y="27315"/>
                    </a:cubicBezTo>
                    <a:cubicBezTo>
                      <a:pt x="86870" y="25076"/>
                      <a:pt x="91347" y="21941"/>
                      <a:pt x="95377" y="18807"/>
                    </a:cubicBezTo>
                    <a:close/>
                    <a:moveTo>
                      <a:pt x="80601" y="22837"/>
                    </a:moveTo>
                    <a:cubicBezTo>
                      <a:pt x="78362" y="16568"/>
                      <a:pt x="75227" y="10747"/>
                      <a:pt x="71197" y="5373"/>
                    </a:cubicBezTo>
                    <a:cubicBezTo>
                      <a:pt x="79257" y="6717"/>
                      <a:pt x="85974" y="10747"/>
                      <a:pt x="91795" y="15672"/>
                    </a:cubicBezTo>
                    <a:cubicBezTo>
                      <a:pt x="88661" y="18359"/>
                      <a:pt x="84631" y="21046"/>
                      <a:pt x="80601" y="22837"/>
                    </a:cubicBezTo>
                    <a:close/>
                    <a:moveTo>
                      <a:pt x="95377" y="79705"/>
                    </a:moveTo>
                    <a:cubicBezTo>
                      <a:pt x="91347" y="76123"/>
                      <a:pt x="86870" y="73436"/>
                      <a:pt x="82392" y="71197"/>
                    </a:cubicBezTo>
                    <a:cubicBezTo>
                      <a:pt x="84183" y="64928"/>
                      <a:pt x="85526" y="58212"/>
                      <a:pt x="85526" y="51495"/>
                    </a:cubicBezTo>
                    <a:lnTo>
                      <a:pt x="107468" y="51495"/>
                    </a:lnTo>
                    <a:cubicBezTo>
                      <a:pt x="106572" y="62242"/>
                      <a:pt x="102094" y="72093"/>
                      <a:pt x="95377" y="79705"/>
                    </a:cubicBezTo>
                    <a:close/>
                    <a:moveTo>
                      <a:pt x="91795" y="82840"/>
                    </a:moveTo>
                    <a:cubicBezTo>
                      <a:pt x="85974" y="87765"/>
                      <a:pt x="78809" y="91347"/>
                      <a:pt x="71197" y="93139"/>
                    </a:cubicBezTo>
                    <a:cubicBezTo>
                      <a:pt x="75227" y="87765"/>
                      <a:pt x="78362" y="81944"/>
                      <a:pt x="80601" y="75675"/>
                    </a:cubicBezTo>
                    <a:cubicBezTo>
                      <a:pt x="84631" y="77466"/>
                      <a:pt x="88661" y="79705"/>
                      <a:pt x="91795" y="82840"/>
                    </a:cubicBezTo>
                    <a:close/>
                    <a:moveTo>
                      <a:pt x="77914" y="69406"/>
                    </a:moveTo>
                    <a:cubicBezTo>
                      <a:pt x="72988" y="67615"/>
                      <a:pt x="67615" y="66719"/>
                      <a:pt x="62689" y="66719"/>
                    </a:cubicBezTo>
                    <a:cubicBezTo>
                      <a:pt x="57764" y="66719"/>
                      <a:pt x="52390" y="67615"/>
                      <a:pt x="47912" y="68958"/>
                    </a:cubicBezTo>
                    <a:cubicBezTo>
                      <a:pt x="46121" y="63137"/>
                      <a:pt x="45226" y="57316"/>
                      <a:pt x="45226" y="51047"/>
                    </a:cubicBezTo>
                    <a:lnTo>
                      <a:pt x="81496" y="51047"/>
                    </a:lnTo>
                    <a:cubicBezTo>
                      <a:pt x="80601" y="57764"/>
                      <a:pt x="79705" y="63585"/>
                      <a:pt x="77914" y="69406"/>
                    </a:cubicBezTo>
                    <a:close/>
                    <a:moveTo>
                      <a:pt x="80601" y="47017"/>
                    </a:moveTo>
                    <a:lnTo>
                      <a:pt x="44330" y="47017"/>
                    </a:lnTo>
                    <a:cubicBezTo>
                      <a:pt x="44330" y="40748"/>
                      <a:pt x="45674" y="34927"/>
                      <a:pt x="47017" y="29106"/>
                    </a:cubicBezTo>
                    <a:cubicBezTo>
                      <a:pt x="51943" y="30449"/>
                      <a:pt x="56868" y="31345"/>
                      <a:pt x="61794" y="31345"/>
                    </a:cubicBezTo>
                    <a:cubicBezTo>
                      <a:pt x="67167" y="31345"/>
                      <a:pt x="72093" y="30449"/>
                      <a:pt x="77018" y="28658"/>
                    </a:cubicBezTo>
                    <a:cubicBezTo>
                      <a:pt x="79705" y="34479"/>
                      <a:pt x="80601" y="40748"/>
                      <a:pt x="80601" y="47017"/>
                    </a:cubicBezTo>
                    <a:close/>
                    <a:moveTo>
                      <a:pt x="44778" y="75227"/>
                    </a:moveTo>
                    <a:cubicBezTo>
                      <a:pt x="47017" y="81496"/>
                      <a:pt x="50151" y="87765"/>
                      <a:pt x="54181" y="93139"/>
                    </a:cubicBezTo>
                    <a:cubicBezTo>
                      <a:pt x="46121" y="91795"/>
                      <a:pt x="38957" y="87765"/>
                      <a:pt x="33136" y="82840"/>
                    </a:cubicBezTo>
                    <a:cubicBezTo>
                      <a:pt x="36270" y="79705"/>
                      <a:pt x="40300" y="77018"/>
                      <a:pt x="44778" y="75227"/>
                    </a:cubicBezTo>
                    <a:close/>
                    <a:moveTo>
                      <a:pt x="48808" y="73436"/>
                    </a:moveTo>
                    <a:cubicBezTo>
                      <a:pt x="53286" y="72093"/>
                      <a:pt x="57764" y="71197"/>
                      <a:pt x="62242" y="71197"/>
                    </a:cubicBezTo>
                    <a:cubicBezTo>
                      <a:pt x="67167" y="71197"/>
                      <a:pt x="71645" y="72093"/>
                      <a:pt x="76123" y="73436"/>
                    </a:cubicBezTo>
                    <a:cubicBezTo>
                      <a:pt x="73436" y="80601"/>
                      <a:pt x="69854" y="87317"/>
                      <a:pt x="64928" y="93586"/>
                    </a:cubicBezTo>
                    <a:cubicBezTo>
                      <a:pt x="64033" y="93586"/>
                      <a:pt x="63137" y="93586"/>
                      <a:pt x="62242" y="93586"/>
                    </a:cubicBezTo>
                    <a:cubicBezTo>
                      <a:pt x="61346" y="93586"/>
                      <a:pt x="60898" y="93586"/>
                      <a:pt x="60003" y="93586"/>
                    </a:cubicBezTo>
                    <a:cubicBezTo>
                      <a:pt x="55525" y="87765"/>
                      <a:pt x="51495" y="81049"/>
                      <a:pt x="48808" y="73436"/>
                    </a:cubicBezTo>
                    <a:close/>
                    <a:moveTo>
                      <a:pt x="64928" y="4478"/>
                    </a:moveTo>
                    <a:cubicBezTo>
                      <a:pt x="69854" y="10299"/>
                      <a:pt x="73436" y="17463"/>
                      <a:pt x="76123" y="24628"/>
                    </a:cubicBezTo>
                    <a:cubicBezTo>
                      <a:pt x="71645" y="25971"/>
                      <a:pt x="66719" y="26867"/>
                      <a:pt x="62242" y="26867"/>
                    </a:cubicBezTo>
                    <a:cubicBezTo>
                      <a:pt x="57764" y="26867"/>
                      <a:pt x="53286" y="25971"/>
                      <a:pt x="48808" y="24628"/>
                    </a:cubicBezTo>
                    <a:cubicBezTo>
                      <a:pt x="51495" y="17463"/>
                      <a:pt x="55077" y="10299"/>
                      <a:pt x="60003" y="4478"/>
                    </a:cubicBezTo>
                    <a:cubicBezTo>
                      <a:pt x="60898" y="4478"/>
                      <a:pt x="61346" y="4478"/>
                      <a:pt x="62242" y="4478"/>
                    </a:cubicBezTo>
                    <a:cubicBezTo>
                      <a:pt x="63585" y="4478"/>
                      <a:pt x="64033" y="4478"/>
                      <a:pt x="64928" y="4478"/>
                    </a:cubicBezTo>
                    <a:close/>
                    <a:moveTo>
                      <a:pt x="62242" y="147768"/>
                    </a:moveTo>
                    <a:cubicBezTo>
                      <a:pt x="52390" y="147768"/>
                      <a:pt x="44330" y="139708"/>
                      <a:pt x="44330" y="129857"/>
                    </a:cubicBezTo>
                    <a:cubicBezTo>
                      <a:pt x="44330" y="129857"/>
                      <a:pt x="44330" y="129857"/>
                      <a:pt x="44330" y="129857"/>
                    </a:cubicBezTo>
                    <a:cubicBezTo>
                      <a:pt x="44330" y="129857"/>
                      <a:pt x="44330" y="129857"/>
                      <a:pt x="44330" y="129857"/>
                    </a:cubicBezTo>
                    <a:cubicBezTo>
                      <a:pt x="44330" y="120006"/>
                      <a:pt x="52390" y="111945"/>
                      <a:pt x="62242" y="111945"/>
                    </a:cubicBezTo>
                    <a:cubicBezTo>
                      <a:pt x="72093" y="111945"/>
                      <a:pt x="80153" y="120006"/>
                      <a:pt x="80153" y="129857"/>
                    </a:cubicBezTo>
                    <a:cubicBezTo>
                      <a:pt x="80153" y="139708"/>
                      <a:pt x="72093" y="147768"/>
                      <a:pt x="62242" y="14776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012" name="Group 4908">
                <a:extLst>
                  <a:ext uri="{FF2B5EF4-FFF2-40B4-BE49-F238E27FC236}">
                    <a16:creationId xmlns:a16="http://schemas.microsoft.com/office/drawing/2014/main" id="{65B77181-1E36-E421-A3F4-F9C5B2158FF8}"/>
                  </a:ext>
                  <a:ext uri="{C183D7F6-B498-43B3-948B-1728B52AA6E4}">
                    <adec:decorative xmlns:adec="http://schemas.microsoft.com/office/drawing/2017/decorative" val="1"/>
                  </a:ext>
                </a:extLst>
              </p:cNvPr>
              <p:cNvGrpSpPr>
                <a:grpSpLocks noChangeAspect="1"/>
              </p:cNvGrpSpPr>
              <p:nvPr/>
            </p:nvGrpSpPr>
            <p:grpSpPr>
              <a:xfrm>
                <a:off x="4803762" y="2737109"/>
                <a:ext cx="109706" cy="111946"/>
                <a:chOff x="4844516" y="2001670"/>
                <a:chExt cx="109706" cy="111946"/>
              </a:xfrm>
            </p:grpSpPr>
            <p:sp>
              <p:nvSpPr>
                <p:cNvPr id="1013" name="Freeform: Shape 4909">
                  <a:extLst>
                    <a:ext uri="{FF2B5EF4-FFF2-40B4-BE49-F238E27FC236}">
                      <a16:creationId xmlns:a16="http://schemas.microsoft.com/office/drawing/2014/main" id="{0ADF2175-FDBF-5B84-A85C-3E65B75FB470}"/>
                    </a:ext>
                  </a:extLst>
                </p:cNvPr>
                <p:cNvSpPr/>
                <p:nvPr/>
              </p:nvSpPr>
              <p:spPr>
                <a:xfrm>
                  <a:off x="4844516" y="2068838"/>
                  <a:ext cx="44778" cy="44778"/>
                </a:xfrm>
                <a:custGeom>
                  <a:avLst/>
                  <a:gdLst>
                    <a:gd name="connsiteX0" fmla="*/ 22389 w 44778"/>
                    <a:gd name="connsiteY0" fmla="*/ 44778 h 44778"/>
                    <a:gd name="connsiteX1" fmla="*/ 0 w 44778"/>
                    <a:gd name="connsiteY1" fmla="*/ 22389 h 44778"/>
                    <a:gd name="connsiteX2" fmla="*/ 22389 w 44778"/>
                    <a:gd name="connsiteY2" fmla="*/ 0 h 44778"/>
                    <a:gd name="connsiteX3" fmla="*/ 44778 w 44778"/>
                    <a:gd name="connsiteY3" fmla="*/ 22389 h 44778"/>
                    <a:gd name="connsiteX4" fmla="*/ 22389 w 44778"/>
                    <a:gd name="connsiteY4" fmla="*/ 44778 h 44778"/>
                    <a:gd name="connsiteX5" fmla="*/ 22389 w 44778"/>
                    <a:gd name="connsiteY5" fmla="*/ 4478 h 44778"/>
                    <a:gd name="connsiteX6" fmla="*/ 4478 w 44778"/>
                    <a:gd name="connsiteY6" fmla="*/ 22389 h 44778"/>
                    <a:gd name="connsiteX7" fmla="*/ 22389 w 44778"/>
                    <a:gd name="connsiteY7" fmla="*/ 40300 h 44778"/>
                    <a:gd name="connsiteX8" fmla="*/ 40300 w 44778"/>
                    <a:gd name="connsiteY8" fmla="*/ 22389 h 44778"/>
                    <a:gd name="connsiteX9" fmla="*/ 22389 w 44778"/>
                    <a:gd name="connsiteY9" fmla="*/ 44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78" h="44778">
                      <a:moveTo>
                        <a:pt x="22389" y="44778"/>
                      </a:moveTo>
                      <a:cubicBezTo>
                        <a:pt x="9851" y="44778"/>
                        <a:pt x="0" y="34927"/>
                        <a:pt x="0" y="22389"/>
                      </a:cubicBezTo>
                      <a:cubicBezTo>
                        <a:pt x="0" y="9851"/>
                        <a:pt x="9851" y="0"/>
                        <a:pt x="22389" y="0"/>
                      </a:cubicBezTo>
                      <a:cubicBezTo>
                        <a:pt x="34927" y="0"/>
                        <a:pt x="44778" y="9851"/>
                        <a:pt x="44778" y="22389"/>
                      </a:cubicBezTo>
                      <a:cubicBezTo>
                        <a:pt x="44778" y="34927"/>
                        <a:pt x="34479" y="44778"/>
                        <a:pt x="22389" y="44778"/>
                      </a:cubicBezTo>
                      <a:close/>
                      <a:moveTo>
                        <a:pt x="22389" y="4478"/>
                      </a:moveTo>
                      <a:cubicBezTo>
                        <a:pt x="12538" y="4478"/>
                        <a:pt x="4478" y="12538"/>
                        <a:pt x="4478" y="22389"/>
                      </a:cubicBezTo>
                      <a:cubicBezTo>
                        <a:pt x="4478" y="32240"/>
                        <a:pt x="12538" y="40300"/>
                        <a:pt x="22389" y="40300"/>
                      </a:cubicBezTo>
                      <a:cubicBezTo>
                        <a:pt x="32240" y="40300"/>
                        <a:pt x="40300" y="32240"/>
                        <a:pt x="40300" y="22389"/>
                      </a:cubicBezTo>
                      <a:cubicBezTo>
                        <a:pt x="40300" y="12538"/>
                        <a:pt x="32240" y="4478"/>
                        <a:pt x="2238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14" name="Freeform: Shape 4910">
                  <a:extLst>
                    <a:ext uri="{FF2B5EF4-FFF2-40B4-BE49-F238E27FC236}">
                      <a16:creationId xmlns:a16="http://schemas.microsoft.com/office/drawing/2014/main" id="{7F53C038-9517-E7E8-E8AE-102E260A470B}"/>
                    </a:ext>
                  </a:extLst>
                </p:cNvPr>
                <p:cNvSpPr/>
                <p:nvPr/>
              </p:nvSpPr>
              <p:spPr>
                <a:xfrm>
                  <a:off x="4864218" y="2037941"/>
                  <a:ext cx="53734" cy="53734"/>
                </a:xfrm>
                <a:custGeom>
                  <a:avLst/>
                  <a:gdLst>
                    <a:gd name="connsiteX0" fmla="*/ 53286 w 53733"/>
                    <a:gd name="connsiteY0" fmla="*/ 55525 h 53733"/>
                    <a:gd name="connsiteX1" fmla="*/ 51047 w 53733"/>
                    <a:gd name="connsiteY1" fmla="*/ 53286 h 53733"/>
                    <a:gd name="connsiteX2" fmla="*/ 2239 w 53733"/>
                    <a:gd name="connsiteY2" fmla="*/ 4478 h 53733"/>
                    <a:gd name="connsiteX3" fmla="*/ 0 w 53733"/>
                    <a:gd name="connsiteY3" fmla="*/ 2239 h 53733"/>
                    <a:gd name="connsiteX4" fmla="*/ 2239 w 53733"/>
                    <a:gd name="connsiteY4" fmla="*/ 0 h 53733"/>
                    <a:gd name="connsiteX5" fmla="*/ 55525 w 53733"/>
                    <a:gd name="connsiteY5" fmla="*/ 53286 h 53733"/>
                    <a:gd name="connsiteX6" fmla="*/ 53286 w 53733"/>
                    <a:gd name="connsiteY6" fmla="*/ 55525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33" h="53733">
                      <a:moveTo>
                        <a:pt x="53286" y="55525"/>
                      </a:moveTo>
                      <a:cubicBezTo>
                        <a:pt x="51943" y="55525"/>
                        <a:pt x="51047" y="54629"/>
                        <a:pt x="51047" y="53286"/>
                      </a:cubicBezTo>
                      <a:cubicBezTo>
                        <a:pt x="51047" y="26419"/>
                        <a:pt x="29106" y="4478"/>
                        <a:pt x="2239" y="4478"/>
                      </a:cubicBezTo>
                      <a:cubicBezTo>
                        <a:pt x="895" y="4478"/>
                        <a:pt x="0" y="3582"/>
                        <a:pt x="0" y="2239"/>
                      </a:cubicBezTo>
                      <a:cubicBezTo>
                        <a:pt x="0" y="896"/>
                        <a:pt x="895" y="0"/>
                        <a:pt x="2239" y="0"/>
                      </a:cubicBezTo>
                      <a:cubicBezTo>
                        <a:pt x="31345" y="0"/>
                        <a:pt x="55525" y="23732"/>
                        <a:pt x="55525" y="53286"/>
                      </a:cubicBezTo>
                      <a:cubicBezTo>
                        <a:pt x="55525" y="54182"/>
                        <a:pt x="54629" y="55525"/>
                        <a:pt x="53286" y="555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15" name="Freeform: Shape 4911">
                  <a:extLst>
                    <a:ext uri="{FF2B5EF4-FFF2-40B4-BE49-F238E27FC236}">
                      <a16:creationId xmlns:a16="http://schemas.microsoft.com/office/drawing/2014/main" id="{DD3E55CA-08E3-CD28-0BE4-612F6D6B4916}"/>
                    </a:ext>
                  </a:extLst>
                </p:cNvPr>
                <p:cNvSpPr/>
                <p:nvPr/>
              </p:nvSpPr>
              <p:spPr>
                <a:xfrm>
                  <a:off x="4864666" y="2001670"/>
                  <a:ext cx="89556" cy="89556"/>
                </a:xfrm>
                <a:custGeom>
                  <a:avLst/>
                  <a:gdLst>
                    <a:gd name="connsiteX0" fmla="*/ 89556 w 89556"/>
                    <a:gd name="connsiteY0" fmla="*/ 91795 h 89556"/>
                    <a:gd name="connsiteX1" fmla="*/ 87317 w 89556"/>
                    <a:gd name="connsiteY1" fmla="*/ 89556 h 89556"/>
                    <a:gd name="connsiteX2" fmla="*/ 2239 w 89556"/>
                    <a:gd name="connsiteY2" fmla="*/ 4478 h 89556"/>
                    <a:gd name="connsiteX3" fmla="*/ 0 w 89556"/>
                    <a:gd name="connsiteY3" fmla="*/ 2239 h 89556"/>
                    <a:gd name="connsiteX4" fmla="*/ 2239 w 89556"/>
                    <a:gd name="connsiteY4" fmla="*/ 0 h 89556"/>
                    <a:gd name="connsiteX5" fmla="*/ 91795 w 89556"/>
                    <a:gd name="connsiteY5" fmla="*/ 89556 h 89556"/>
                    <a:gd name="connsiteX6" fmla="*/ 89556 w 89556"/>
                    <a:gd name="connsiteY6" fmla="*/ 91795 h 8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556" h="89556">
                      <a:moveTo>
                        <a:pt x="89556" y="91795"/>
                      </a:moveTo>
                      <a:cubicBezTo>
                        <a:pt x="88213" y="91795"/>
                        <a:pt x="87317" y="90900"/>
                        <a:pt x="87317" y="89556"/>
                      </a:cubicBezTo>
                      <a:cubicBezTo>
                        <a:pt x="87317" y="42539"/>
                        <a:pt x="49256" y="4478"/>
                        <a:pt x="2239" y="4478"/>
                      </a:cubicBezTo>
                      <a:cubicBezTo>
                        <a:pt x="896" y="4478"/>
                        <a:pt x="0" y="3582"/>
                        <a:pt x="0" y="2239"/>
                      </a:cubicBezTo>
                      <a:cubicBezTo>
                        <a:pt x="0" y="896"/>
                        <a:pt x="896" y="0"/>
                        <a:pt x="2239" y="0"/>
                      </a:cubicBezTo>
                      <a:cubicBezTo>
                        <a:pt x="51495" y="0"/>
                        <a:pt x="91795" y="40300"/>
                        <a:pt x="91795" y="89556"/>
                      </a:cubicBezTo>
                      <a:cubicBezTo>
                        <a:pt x="91795" y="90452"/>
                        <a:pt x="90452" y="91795"/>
                        <a:pt x="89556" y="9179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16" name="Group 4912">
                <a:extLst>
                  <a:ext uri="{FF2B5EF4-FFF2-40B4-BE49-F238E27FC236}">
                    <a16:creationId xmlns:a16="http://schemas.microsoft.com/office/drawing/2014/main" id="{FD141F21-9C91-EC69-6D95-E0DA8FAD027A}"/>
                  </a:ext>
                  <a:ext uri="{C183D7F6-B498-43B3-948B-1728B52AA6E4}">
                    <adec:decorative xmlns:adec="http://schemas.microsoft.com/office/drawing/2017/decorative" val="1"/>
                  </a:ext>
                </a:extLst>
              </p:cNvPr>
              <p:cNvGrpSpPr>
                <a:grpSpLocks noChangeAspect="1"/>
              </p:cNvGrpSpPr>
              <p:nvPr/>
            </p:nvGrpSpPr>
            <p:grpSpPr>
              <a:xfrm>
                <a:off x="4498934" y="4258560"/>
                <a:ext cx="152246" cy="125379"/>
                <a:chOff x="4539688" y="3523121"/>
                <a:chExt cx="152246" cy="125379"/>
              </a:xfrm>
            </p:grpSpPr>
            <p:sp>
              <p:nvSpPr>
                <p:cNvPr id="1017" name="Freeform: Shape 4913">
                  <a:extLst>
                    <a:ext uri="{FF2B5EF4-FFF2-40B4-BE49-F238E27FC236}">
                      <a16:creationId xmlns:a16="http://schemas.microsoft.com/office/drawing/2014/main" id="{5F718F27-4947-D079-388A-15DF401C1167}"/>
                    </a:ext>
                  </a:extLst>
                </p:cNvPr>
                <p:cNvSpPr/>
                <p:nvPr/>
              </p:nvSpPr>
              <p:spPr>
                <a:xfrm>
                  <a:off x="4539688" y="3523121"/>
                  <a:ext cx="152246" cy="125379"/>
                </a:xfrm>
                <a:custGeom>
                  <a:avLst/>
                  <a:gdLst>
                    <a:gd name="connsiteX0" fmla="*/ 149895 w 152245"/>
                    <a:gd name="connsiteY0" fmla="*/ 125491 h 125378"/>
                    <a:gd name="connsiteX1" fmla="*/ 2127 w 152245"/>
                    <a:gd name="connsiteY1" fmla="*/ 125491 h 125378"/>
                    <a:gd name="connsiteX2" fmla="*/ 336 w 152245"/>
                    <a:gd name="connsiteY2" fmla="*/ 124147 h 125378"/>
                    <a:gd name="connsiteX3" fmla="*/ 336 w 152245"/>
                    <a:gd name="connsiteY3" fmla="*/ 121909 h 125378"/>
                    <a:gd name="connsiteX4" fmla="*/ 74220 w 152245"/>
                    <a:gd name="connsiteY4" fmla="*/ 1007 h 125378"/>
                    <a:gd name="connsiteX5" fmla="*/ 78250 w 152245"/>
                    <a:gd name="connsiteY5" fmla="*/ 1007 h 125378"/>
                    <a:gd name="connsiteX6" fmla="*/ 152134 w 152245"/>
                    <a:gd name="connsiteY6" fmla="*/ 121909 h 125378"/>
                    <a:gd name="connsiteX7" fmla="*/ 152134 w 152245"/>
                    <a:gd name="connsiteY7" fmla="*/ 124147 h 125378"/>
                    <a:gd name="connsiteX8" fmla="*/ 149895 w 152245"/>
                    <a:gd name="connsiteY8" fmla="*/ 125491 h 125378"/>
                    <a:gd name="connsiteX9" fmla="*/ 6157 w 152245"/>
                    <a:gd name="connsiteY9" fmla="*/ 121013 h 125378"/>
                    <a:gd name="connsiteX10" fmla="*/ 145865 w 152245"/>
                    <a:gd name="connsiteY10" fmla="*/ 121013 h 125378"/>
                    <a:gd name="connsiteX11" fmla="*/ 76011 w 152245"/>
                    <a:gd name="connsiteY11" fmla="*/ 6829 h 125378"/>
                    <a:gd name="connsiteX12" fmla="*/ 6157 w 152245"/>
                    <a:gd name="connsiteY12" fmla="*/ 121013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2245" h="125378">
                      <a:moveTo>
                        <a:pt x="149895" y="125491"/>
                      </a:moveTo>
                      <a:lnTo>
                        <a:pt x="2127" y="125491"/>
                      </a:lnTo>
                      <a:cubicBezTo>
                        <a:pt x="1231" y="125491"/>
                        <a:pt x="783" y="125043"/>
                        <a:pt x="336" y="124147"/>
                      </a:cubicBezTo>
                      <a:cubicBezTo>
                        <a:pt x="-112" y="123252"/>
                        <a:pt x="-112" y="122356"/>
                        <a:pt x="336" y="121909"/>
                      </a:cubicBezTo>
                      <a:lnTo>
                        <a:pt x="74220" y="1007"/>
                      </a:lnTo>
                      <a:cubicBezTo>
                        <a:pt x="75115" y="-336"/>
                        <a:pt x="77354" y="-336"/>
                        <a:pt x="78250" y="1007"/>
                      </a:cubicBezTo>
                      <a:lnTo>
                        <a:pt x="152134" y="121909"/>
                      </a:lnTo>
                      <a:cubicBezTo>
                        <a:pt x="152582" y="122804"/>
                        <a:pt x="152582" y="123252"/>
                        <a:pt x="152134" y="124147"/>
                      </a:cubicBezTo>
                      <a:cubicBezTo>
                        <a:pt x="151238" y="125043"/>
                        <a:pt x="150790" y="125491"/>
                        <a:pt x="149895" y="125491"/>
                      </a:cubicBezTo>
                      <a:close/>
                      <a:moveTo>
                        <a:pt x="6157" y="121013"/>
                      </a:moveTo>
                      <a:lnTo>
                        <a:pt x="145865" y="121013"/>
                      </a:lnTo>
                      <a:lnTo>
                        <a:pt x="76011" y="6829"/>
                      </a:lnTo>
                      <a:lnTo>
                        <a:pt x="6157" y="12101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18" name="Freeform: Shape 4914">
                  <a:extLst>
                    <a:ext uri="{FF2B5EF4-FFF2-40B4-BE49-F238E27FC236}">
                      <a16:creationId xmlns:a16="http://schemas.microsoft.com/office/drawing/2014/main" id="{704220DB-7259-C917-82D9-6B75402BF2EB}"/>
                    </a:ext>
                  </a:extLst>
                </p:cNvPr>
                <p:cNvSpPr/>
                <p:nvPr/>
              </p:nvSpPr>
              <p:spPr>
                <a:xfrm>
                  <a:off x="4613012" y="3570697"/>
                  <a:ext cx="4478" cy="40300"/>
                </a:xfrm>
                <a:custGeom>
                  <a:avLst/>
                  <a:gdLst>
                    <a:gd name="connsiteX0" fmla="*/ 2239 w 4477"/>
                    <a:gd name="connsiteY0" fmla="*/ 40300 h 40300"/>
                    <a:gd name="connsiteX1" fmla="*/ 0 w 4477"/>
                    <a:gd name="connsiteY1" fmla="*/ 38061 h 40300"/>
                    <a:gd name="connsiteX2" fmla="*/ 0 w 4477"/>
                    <a:gd name="connsiteY2" fmla="*/ 2239 h 40300"/>
                    <a:gd name="connsiteX3" fmla="*/ 2239 w 4477"/>
                    <a:gd name="connsiteY3" fmla="*/ 0 h 40300"/>
                    <a:gd name="connsiteX4" fmla="*/ 4478 w 4477"/>
                    <a:gd name="connsiteY4" fmla="*/ 2239 h 40300"/>
                    <a:gd name="connsiteX5" fmla="*/ 4478 w 4477"/>
                    <a:gd name="connsiteY5" fmla="*/ 38061 h 40300"/>
                    <a:gd name="connsiteX6" fmla="*/ 2239 w 4477"/>
                    <a:gd name="connsiteY6" fmla="*/ 40300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0300">
                      <a:moveTo>
                        <a:pt x="2239" y="40300"/>
                      </a:moveTo>
                      <a:cubicBezTo>
                        <a:pt x="896" y="40300"/>
                        <a:pt x="0" y="39405"/>
                        <a:pt x="0" y="38061"/>
                      </a:cubicBezTo>
                      <a:lnTo>
                        <a:pt x="0" y="2239"/>
                      </a:lnTo>
                      <a:cubicBezTo>
                        <a:pt x="0" y="895"/>
                        <a:pt x="896" y="0"/>
                        <a:pt x="2239" y="0"/>
                      </a:cubicBezTo>
                      <a:cubicBezTo>
                        <a:pt x="3582" y="0"/>
                        <a:pt x="4478" y="895"/>
                        <a:pt x="4478" y="2239"/>
                      </a:cubicBezTo>
                      <a:lnTo>
                        <a:pt x="4478" y="38061"/>
                      </a:lnTo>
                      <a:cubicBezTo>
                        <a:pt x="4478" y="38957"/>
                        <a:pt x="3582" y="40300"/>
                        <a:pt x="2239" y="4030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19" name="Freeform: Shape 4915">
                  <a:extLst>
                    <a:ext uri="{FF2B5EF4-FFF2-40B4-BE49-F238E27FC236}">
                      <a16:creationId xmlns:a16="http://schemas.microsoft.com/office/drawing/2014/main" id="{E875111E-D493-C0D9-453A-D9B4060D4BBF}"/>
                    </a:ext>
                  </a:extLst>
                </p:cNvPr>
                <p:cNvSpPr/>
                <p:nvPr/>
              </p:nvSpPr>
              <p:spPr>
                <a:xfrm>
                  <a:off x="4610774" y="3621744"/>
                  <a:ext cx="8956" cy="8956"/>
                </a:xfrm>
                <a:custGeom>
                  <a:avLst/>
                  <a:gdLst>
                    <a:gd name="connsiteX0" fmla="*/ 9851 w 8955"/>
                    <a:gd name="connsiteY0" fmla="*/ 4926 h 8955"/>
                    <a:gd name="connsiteX1" fmla="*/ 4926 w 8955"/>
                    <a:gd name="connsiteY1" fmla="*/ 9851 h 8955"/>
                    <a:gd name="connsiteX2" fmla="*/ 0 w 8955"/>
                    <a:gd name="connsiteY2" fmla="*/ 4926 h 8955"/>
                    <a:gd name="connsiteX3" fmla="*/ 4926 w 8955"/>
                    <a:gd name="connsiteY3" fmla="*/ 0 h 8955"/>
                    <a:gd name="connsiteX4" fmla="*/ 9851 w 8955"/>
                    <a:gd name="connsiteY4" fmla="*/ 4926 h 8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5" h="8955">
                      <a:moveTo>
                        <a:pt x="9851" y="4926"/>
                      </a:moveTo>
                      <a:cubicBezTo>
                        <a:pt x="9851" y="7646"/>
                        <a:pt x="7646" y="9851"/>
                        <a:pt x="4926" y="9851"/>
                      </a:cubicBezTo>
                      <a:cubicBezTo>
                        <a:pt x="2206" y="9851"/>
                        <a:pt x="0" y="7646"/>
                        <a:pt x="0" y="4926"/>
                      </a:cubicBezTo>
                      <a:cubicBezTo>
                        <a:pt x="0" y="2206"/>
                        <a:pt x="2206" y="0"/>
                        <a:pt x="4926" y="0"/>
                      </a:cubicBezTo>
                      <a:cubicBezTo>
                        <a:pt x="7646" y="0"/>
                        <a:pt x="9851" y="2206"/>
                        <a:pt x="9851" y="492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20" name="Group 4916">
                <a:extLst>
                  <a:ext uri="{FF2B5EF4-FFF2-40B4-BE49-F238E27FC236}">
                    <a16:creationId xmlns:a16="http://schemas.microsoft.com/office/drawing/2014/main" id="{CBA1DACE-F14A-59E3-1448-7DDD51AF52AD}"/>
                  </a:ext>
                  <a:ext uri="{C183D7F6-B498-43B3-948B-1728B52AA6E4}">
                    <adec:decorative xmlns:adec="http://schemas.microsoft.com/office/drawing/2017/decorative" val="1"/>
                  </a:ext>
                </a:extLst>
              </p:cNvPr>
              <p:cNvGrpSpPr>
                <a:grpSpLocks noChangeAspect="1"/>
              </p:cNvGrpSpPr>
              <p:nvPr/>
            </p:nvGrpSpPr>
            <p:grpSpPr>
              <a:xfrm>
                <a:off x="5569021" y="2443364"/>
                <a:ext cx="138812" cy="94483"/>
                <a:chOff x="5609775" y="1707925"/>
                <a:chExt cx="138812" cy="94483"/>
              </a:xfrm>
            </p:grpSpPr>
            <p:sp>
              <p:nvSpPr>
                <p:cNvPr id="1021" name="Freeform: Shape 4917">
                  <a:extLst>
                    <a:ext uri="{FF2B5EF4-FFF2-40B4-BE49-F238E27FC236}">
                      <a16:creationId xmlns:a16="http://schemas.microsoft.com/office/drawing/2014/main" id="{0E848CB6-38DC-902A-6993-120B7A3719EE}"/>
                    </a:ext>
                  </a:extLst>
                </p:cNvPr>
                <p:cNvSpPr/>
                <p:nvPr/>
              </p:nvSpPr>
              <p:spPr>
                <a:xfrm>
                  <a:off x="5609775" y="1707925"/>
                  <a:ext cx="138812" cy="94034"/>
                </a:xfrm>
                <a:custGeom>
                  <a:avLst/>
                  <a:gdLst>
                    <a:gd name="connsiteX0" fmla="*/ 96273 w 138812"/>
                    <a:gd name="connsiteY0" fmla="*/ 95825 h 94034"/>
                    <a:gd name="connsiteX1" fmla="*/ 29106 w 138812"/>
                    <a:gd name="connsiteY1" fmla="*/ 95825 h 94034"/>
                    <a:gd name="connsiteX2" fmla="*/ 0 w 138812"/>
                    <a:gd name="connsiteY2" fmla="*/ 66720 h 94034"/>
                    <a:gd name="connsiteX3" fmla="*/ 13433 w 138812"/>
                    <a:gd name="connsiteY3" fmla="*/ 42092 h 94034"/>
                    <a:gd name="connsiteX4" fmla="*/ 55973 w 138812"/>
                    <a:gd name="connsiteY4" fmla="*/ 0 h 94034"/>
                    <a:gd name="connsiteX5" fmla="*/ 94930 w 138812"/>
                    <a:gd name="connsiteY5" fmla="*/ 25076 h 94034"/>
                    <a:gd name="connsiteX6" fmla="*/ 102990 w 138812"/>
                    <a:gd name="connsiteY6" fmla="*/ 24180 h 94034"/>
                    <a:gd name="connsiteX7" fmla="*/ 138812 w 138812"/>
                    <a:gd name="connsiteY7" fmla="*/ 60003 h 94034"/>
                    <a:gd name="connsiteX8" fmla="*/ 135678 w 138812"/>
                    <a:gd name="connsiteY8" fmla="*/ 74332 h 94034"/>
                    <a:gd name="connsiteX9" fmla="*/ 132543 w 138812"/>
                    <a:gd name="connsiteY9" fmla="*/ 75227 h 94034"/>
                    <a:gd name="connsiteX10" fmla="*/ 131648 w 138812"/>
                    <a:gd name="connsiteY10" fmla="*/ 72093 h 94034"/>
                    <a:gd name="connsiteX11" fmla="*/ 134335 w 138812"/>
                    <a:gd name="connsiteY11" fmla="*/ 60003 h 94034"/>
                    <a:gd name="connsiteX12" fmla="*/ 102990 w 138812"/>
                    <a:gd name="connsiteY12" fmla="*/ 28658 h 94034"/>
                    <a:gd name="connsiteX13" fmla="*/ 94034 w 138812"/>
                    <a:gd name="connsiteY13" fmla="*/ 30001 h 94034"/>
                    <a:gd name="connsiteX14" fmla="*/ 91348 w 138812"/>
                    <a:gd name="connsiteY14" fmla="*/ 28658 h 94034"/>
                    <a:gd name="connsiteX15" fmla="*/ 55973 w 138812"/>
                    <a:gd name="connsiteY15" fmla="*/ 4478 h 94034"/>
                    <a:gd name="connsiteX16" fmla="*/ 17911 w 138812"/>
                    <a:gd name="connsiteY16" fmla="*/ 42539 h 94034"/>
                    <a:gd name="connsiteX17" fmla="*/ 17911 w 138812"/>
                    <a:gd name="connsiteY17" fmla="*/ 43435 h 94034"/>
                    <a:gd name="connsiteX18" fmla="*/ 17015 w 138812"/>
                    <a:gd name="connsiteY18" fmla="*/ 45226 h 94034"/>
                    <a:gd name="connsiteX19" fmla="*/ 4478 w 138812"/>
                    <a:gd name="connsiteY19" fmla="*/ 66720 h 94034"/>
                    <a:gd name="connsiteX20" fmla="*/ 29106 w 138812"/>
                    <a:gd name="connsiteY20" fmla="*/ 91348 h 94034"/>
                    <a:gd name="connsiteX21" fmla="*/ 96273 w 138812"/>
                    <a:gd name="connsiteY21" fmla="*/ 91348 h 94034"/>
                    <a:gd name="connsiteX22" fmla="*/ 98512 w 138812"/>
                    <a:gd name="connsiteY22" fmla="*/ 93586 h 94034"/>
                    <a:gd name="connsiteX23" fmla="*/ 96273 w 138812"/>
                    <a:gd name="connsiteY23" fmla="*/ 9582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812" h="94034">
                      <a:moveTo>
                        <a:pt x="96273" y="95825"/>
                      </a:moveTo>
                      <a:lnTo>
                        <a:pt x="29106" y="95825"/>
                      </a:lnTo>
                      <a:cubicBezTo>
                        <a:pt x="12986" y="95825"/>
                        <a:pt x="0" y="82840"/>
                        <a:pt x="0" y="66720"/>
                      </a:cubicBezTo>
                      <a:cubicBezTo>
                        <a:pt x="0" y="56868"/>
                        <a:pt x="4925" y="47465"/>
                        <a:pt x="13433" y="42092"/>
                      </a:cubicBezTo>
                      <a:cubicBezTo>
                        <a:pt x="13433" y="18807"/>
                        <a:pt x="32688" y="0"/>
                        <a:pt x="55973" y="0"/>
                      </a:cubicBezTo>
                      <a:cubicBezTo>
                        <a:pt x="72540" y="0"/>
                        <a:pt x="88213" y="9851"/>
                        <a:pt x="94930" y="25076"/>
                      </a:cubicBezTo>
                      <a:cubicBezTo>
                        <a:pt x="97616" y="24628"/>
                        <a:pt x="100303" y="24180"/>
                        <a:pt x="102990" y="24180"/>
                      </a:cubicBezTo>
                      <a:cubicBezTo>
                        <a:pt x="122692" y="24180"/>
                        <a:pt x="138812" y="40300"/>
                        <a:pt x="138812" y="60003"/>
                      </a:cubicBezTo>
                      <a:cubicBezTo>
                        <a:pt x="138812" y="60451"/>
                        <a:pt x="139260" y="68511"/>
                        <a:pt x="135678" y="74332"/>
                      </a:cubicBezTo>
                      <a:cubicBezTo>
                        <a:pt x="135230" y="75227"/>
                        <a:pt x="133887" y="75675"/>
                        <a:pt x="132543" y="75227"/>
                      </a:cubicBezTo>
                      <a:cubicBezTo>
                        <a:pt x="131648" y="74780"/>
                        <a:pt x="131200" y="73436"/>
                        <a:pt x="131648" y="72093"/>
                      </a:cubicBezTo>
                      <a:cubicBezTo>
                        <a:pt x="134335" y="67167"/>
                        <a:pt x="134335" y="60003"/>
                        <a:pt x="134335" y="60003"/>
                      </a:cubicBezTo>
                      <a:cubicBezTo>
                        <a:pt x="134335" y="42539"/>
                        <a:pt x="120453" y="28658"/>
                        <a:pt x="102990" y="28658"/>
                      </a:cubicBezTo>
                      <a:cubicBezTo>
                        <a:pt x="99855" y="28658"/>
                        <a:pt x="97168" y="29106"/>
                        <a:pt x="94034" y="30001"/>
                      </a:cubicBezTo>
                      <a:cubicBezTo>
                        <a:pt x="92691" y="30449"/>
                        <a:pt x="91795" y="29554"/>
                        <a:pt x="91348" y="28658"/>
                      </a:cubicBezTo>
                      <a:cubicBezTo>
                        <a:pt x="85526" y="14329"/>
                        <a:pt x="71645" y="4478"/>
                        <a:pt x="55973" y="4478"/>
                      </a:cubicBezTo>
                      <a:cubicBezTo>
                        <a:pt x="34927" y="4478"/>
                        <a:pt x="17911" y="21494"/>
                        <a:pt x="17911" y="42539"/>
                      </a:cubicBezTo>
                      <a:lnTo>
                        <a:pt x="17911" y="43435"/>
                      </a:lnTo>
                      <a:cubicBezTo>
                        <a:pt x="17911" y="44330"/>
                        <a:pt x="17464" y="44778"/>
                        <a:pt x="17015" y="45226"/>
                      </a:cubicBezTo>
                      <a:cubicBezTo>
                        <a:pt x="9403" y="49704"/>
                        <a:pt x="4478" y="57764"/>
                        <a:pt x="4478" y="66720"/>
                      </a:cubicBezTo>
                      <a:cubicBezTo>
                        <a:pt x="4478" y="80153"/>
                        <a:pt x="15672" y="91348"/>
                        <a:pt x="29106" y="91348"/>
                      </a:cubicBezTo>
                      <a:lnTo>
                        <a:pt x="96273" y="91348"/>
                      </a:lnTo>
                      <a:cubicBezTo>
                        <a:pt x="97616" y="91348"/>
                        <a:pt x="98512" y="92243"/>
                        <a:pt x="98512" y="93586"/>
                      </a:cubicBezTo>
                      <a:cubicBezTo>
                        <a:pt x="98512" y="94930"/>
                        <a:pt x="97616" y="95825"/>
                        <a:pt x="96273" y="9582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22" name="Freeform: Shape 4918">
                  <a:extLst>
                    <a:ext uri="{FF2B5EF4-FFF2-40B4-BE49-F238E27FC236}">
                      <a16:creationId xmlns:a16="http://schemas.microsoft.com/office/drawing/2014/main" id="{4F3BEB9F-1C94-A1B7-3784-C87D17027F4D}"/>
                    </a:ext>
                  </a:extLst>
                </p:cNvPr>
                <p:cNvSpPr/>
                <p:nvPr/>
              </p:nvSpPr>
              <p:spPr>
                <a:xfrm>
                  <a:off x="5723959" y="1758077"/>
                  <a:ext cx="4478" cy="31345"/>
                </a:xfrm>
                <a:custGeom>
                  <a:avLst/>
                  <a:gdLst>
                    <a:gd name="connsiteX0" fmla="*/ 2239 w 4477"/>
                    <a:gd name="connsiteY0" fmla="*/ 33136 h 31344"/>
                    <a:gd name="connsiteX1" fmla="*/ 0 w 4477"/>
                    <a:gd name="connsiteY1" fmla="*/ 30897 h 31344"/>
                    <a:gd name="connsiteX2" fmla="*/ 0 w 4477"/>
                    <a:gd name="connsiteY2" fmla="*/ 2239 h 31344"/>
                    <a:gd name="connsiteX3" fmla="*/ 2239 w 4477"/>
                    <a:gd name="connsiteY3" fmla="*/ 0 h 31344"/>
                    <a:gd name="connsiteX4" fmla="*/ 4478 w 4477"/>
                    <a:gd name="connsiteY4" fmla="*/ 2239 h 31344"/>
                    <a:gd name="connsiteX5" fmla="*/ 4478 w 4477"/>
                    <a:gd name="connsiteY5" fmla="*/ 30897 h 31344"/>
                    <a:gd name="connsiteX6" fmla="*/ 2239 w 4477"/>
                    <a:gd name="connsiteY6" fmla="*/ 33136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31344">
                      <a:moveTo>
                        <a:pt x="2239" y="33136"/>
                      </a:moveTo>
                      <a:cubicBezTo>
                        <a:pt x="895" y="33136"/>
                        <a:pt x="0" y="32240"/>
                        <a:pt x="0" y="30897"/>
                      </a:cubicBezTo>
                      <a:lnTo>
                        <a:pt x="0" y="2239"/>
                      </a:lnTo>
                      <a:cubicBezTo>
                        <a:pt x="0" y="896"/>
                        <a:pt x="895" y="0"/>
                        <a:pt x="2239" y="0"/>
                      </a:cubicBezTo>
                      <a:cubicBezTo>
                        <a:pt x="3582" y="0"/>
                        <a:pt x="4478" y="896"/>
                        <a:pt x="4478" y="2239"/>
                      </a:cubicBezTo>
                      <a:lnTo>
                        <a:pt x="4478" y="30897"/>
                      </a:lnTo>
                      <a:cubicBezTo>
                        <a:pt x="4478" y="32240"/>
                        <a:pt x="3134" y="33136"/>
                        <a:pt x="2239" y="3313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23" name="Freeform: Shape 4919">
                  <a:extLst>
                    <a:ext uri="{FF2B5EF4-FFF2-40B4-BE49-F238E27FC236}">
                      <a16:creationId xmlns:a16="http://schemas.microsoft.com/office/drawing/2014/main" id="{A99FE005-F712-464D-F697-F86CDB333F86}"/>
                    </a:ext>
                  </a:extLst>
                </p:cNvPr>
                <p:cNvSpPr/>
                <p:nvPr/>
              </p:nvSpPr>
              <p:spPr>
                <a:xfrm>
                  <a:off x="5722616" y="1797930"/>
                  <a:ext cx="4478" cy="4478"/>
                </a:xfrm>
                <a:custGeom>
                  <a:avLst/>
                  <a:gdLst>
                    <a:gd name="connsiteX0" fmla="*/ 7164 w 4477"/>
                    <a:gd name="connsiteY0" fmla="*/ 3582 h 4477"/>
                    <a:gd name="connsiteX1" fmla="*/ 3582 w 4477"/>
                    <a:gd name="connsiteY1" fmla="*/ 7165 h 4477"/>
                    <a:gd name="connsiteX2" fmla="*/ -1 w 4477"/>
                    <a:gd name="connsiteY2" fmla="*/ 3582 h 4477"/>
                    <a:gd name="connsiteX3" fmla="*/ 3582 w 4477"/>
                    <a:gd name="connsiteY3" fmla="*/ 0 h 4477"/>
                    <a:gd name="connsiteX4" fmla="*/ 7164 w 4477"/>
                    <a:gd name="connsiteY4" fmla="*/ 3582 h 4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7" h="4477">
                      <a:moveTo>
                        <a:pt x="7164" y="3582"/>
                      </a:moveTo>
                      <a:cubicBezTo>
                        <a:pt x="7164" y="5561"/>
                        <a:pt x="5561" y="7165"/>
                        <a:pt x="3582" y="7165"/>
                      </a:cubicBezTo>
                      <a:cubicBezTo>
                        <a:pt x="1604" y="7165"/>
                        <a:pt x="-1" y="5561"/>
                        <a:pt x="-1" y="3582"/>
                      </a:cubicBezTo>
                      <a:cubicBezTo>
                        <a:pt x="-1" y="1604"/>
                        <a:pt x="1603" y="0"/>
                        <a:pt x="3582" y="0"/>
                      </a:cubicBezTo>
                      <a:cubicBezTo>
                        <a:pt x="5560" y="0"/>
                        <a:pt x="7164" y="1604"/>
                        <a:pt x="7164" y="358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24" name="Group 4920">
                <a:extLst>
                  <a:ext uri="{FF2B5EF4-FFF2-40B4-BE49-F238E27FC236}">
                    <a16:creationId xmlns:a16="http://schemas.microsoft.com/office/drawing/2014/main" id="{91483FA4-B6E3-C1FF-7220-482B5B45BC16}"/>
                  </a:ext>
                  <a:ext uri="{C183D7F6-B498-43B3-948B-1728B52AA6E4}">
                    <adec:decorative xmlns:adec="http://schemas.microsoft.com/office/drawing/2017/decorative" val="1"/>
                  </a:ext>
                </a:extLst>
              </p:cNvPr>
              <p:cNvGrpSpPr>
                <a:grpSpLocks noChangeAspect="1"/>
              </p:cNvGrpSpPr>
              <p:nvPr/>
            </p:nvGrpSpPr>
            <p:grpSpPr>
              <a:xfrm>
                <a:off x="5555587" y="2737109"/>
                <a:ext cx="125379" cy="135455"/>
                <a:chOff x="5596341" y="2001670"/>
                <a:chExt cx="125379" cy="135455"/>
              </a:xfrm>
            </p:grpSpPr>
            <p:sp>
              <p:nvSpPr>
                <p:cNvPr id="1025" name="Freeform: Shape 4921">
                  <a:extLst>
                    <a:ext uri="{FF2B5EF4-FFF2-40B4-BE49-F238E27FC236}">
                      <a16:creationId xmlns:a16="http://schemas.microsoft.com/office/drawing/2014/main" id="{4581CD66-7AAA-25FB-7945-69B26F179A06}"/>
                    </a:ext>
                  </a:extLst>
                </p:cNvPr>
                <p:cNvSpPr/>
                <p:nvPr/>
              </p:nvSpPr>
              <p:spPr>
                <a:xfrm>
                  <a:off x="5596341" y="2007268"/>
                  <a:ext cx="125379" cy="129857"/>
                </a:xfrm>
                <a:custGeom>
                  <a:avLst/>
                  <a:gdLst>
                    <a:gd name="connsiteX0" fmla="*/ 123140 w 125378"/>
                    <a:gd name="connsiteY0" fmla="*/ 128737 h 129856"/>
                    <a:gd name="connsiteX1" fmla="*/ 31345 w 125378"/>
                    <a:gd name="connsiteY1" fmla="*/ 128737 h 129856"/>
                    <a:gd name="connsiteX2" fmla="*/ 31345 w 125378"/>
                    <a:gd name="connsiteY2" fmla="*/ 108139 h 129856"/>
                    <a:gd name="connsiteX3" fmla="*/ 69406 w 125378"/>
                    <a:gd name="connsiteY3" fmla="*/ 119782 h 129856"/>
                    <a:gd name="connsiteX4" fmla="*/ 124931 w 125378"/>
                    <a:gd name="connsiteY4" fmla="*/ 92019 h 129856"/>
                    <a:gd name="connsiteX5" fmla="*/ 124483 w 125378"/>
                    <a:gd name="connsiteY5" fmla="*/ 88885 h 129856"/>
                    <a:gd name="connsiteX6" fmla="*/ 76123 w 125378"/>
                    <a:gd name="connsiteY6" fmla="*/ 46793 h 129856"/>
                    <a:gd name="connsiteX7" fmla="*/ 85079 w 125378"/>
                    <a:gd name="connsiteY7" fmla="*/ 37838 h 129856"/>
                    <a:gd name="connsiteX8" fmla="*/ 89556 w 125378"/>
                    <a:gd name="connsiteY8" fmla="*/ 39181 h 129856"/>
                    <a:gd name="connsiteX9" fmla="*/ 98512 w 125378"/>
                    <a:gd name="connsiteY9" fmla="*/ 30225 h 129856"/>
                    <a:gd name="connsiteX10" fmla="*/ 89556 w 125378"/>
                    <a:gd name="connsiteY10" fmla="*/ 21270 h 129856"/>
                    <a:gd name="connsiteX11" fmla="*/ 80601 w 125378"/>
                    <a:gd name="connsiteY11" fmla="*/ 30225 h 129856"/>
                    <a:gd name="connsiteX12" fmla="*/ 81944 w 125378"/>
                    <a:gd name="connsiteY12" fmla="*/ 34703 h 129856"/>
                    <a:gd name="connsiteX13" fmla="*/ 72988 w 125378"/>
                    <a:gd name="connsiteY13" fmla="*/ 43659 h 129856"/>
                    <a:gd name="connsiteX14" fmla="*/ 24180 w 125378"/>
                    <a:gd name="connsiteY14" fmla="*/ 672 h 129856"/>
                    <a:gd name="connsiteX15" fmla="*/ 21046 w 125378"/>
                    <a:gd name="connsiteY15" fmla="*/ 672 h 129856"/>
                    <a:gd name="connsiteX16" fmla="*/ 0 w 125378"/>
                    <a:gd name="connsiteY16" fmla="*/ 50375 h 129856"/>
                    <a:gd name="connsiteX17" fmla="*/ 26867 w 125378"/>
                    <a:gd name="connsiteY17" fmla="*/ 105005 h 129856"/>
                    <a:gd name="connsiteX18" fmla="*/ 26867 w 125378"/>
                    <a:gd name="connsiteY18" fmla="*/ 128737 h 129856"/>
                    <a:gd name="connsiteX19" fmla="*/ 2239 w 125378"/>
                    <a:gd name="connsiteY19" fmla="*/ 128737 h 129856"/>
                    <a:gd name="connsiteX20" fmla="*/ 0 w 125378"/>
                    <a:gd name="connsiteY20" fmla="*/ 130976 h 129856"/>
                    <a:gd name="connsiteX21" fmla="*/ 2239 w 125378"/>
                    <a:gd name="connsiteY21" fmla="*/ 133215 h 129856"/>
                    <a:gd name="connsiteX22" fmla="*/ 123140 w 125378"/>
                    <a:gd name="connsiteY22" fmla="*/ 133215 h 129856"/>
                    <a:gd name="connsiteX23" fmla="*/ 125379 w 125378"/>
                    <a:gd name="connsiteY23" fmla="*/ 130976 h 129856"/>
                    <a:gd name="connsiteX24" fmla="*/ 123140 w 125378"/>
                    <a:gd name="connsiteY24" fmla="*/ 128737 h 129856"/>
                    <a:gd name="connsiteX25" fmla="*/ 89556 w 125378"/>
                    <a:gd name="connsiteY25" fmla="*/ 25747 h 129856"/>
                    <a:gd name="connsiteX26" fmla="*/ 94034 w 125378"/>
                    <a:gd name="connsiteY26" fmla="*/ 30225 h 129856"/>
                    <a:gd name="connsiteX27" fmla="*/ 89556 w 125378"/>
                    <a:gd name="connsiteY27" fmla="*/ 34703 h 129856"/>
                    <a:gd name="connsiteX28" fmla="*/ 86422 w 125378"/>
                    <a:gd name="connsiteY28" fmla="*/ 33360 h 129856"/>
                    <a:gd name="connsiteX29" fmla="*/ 86422 w 125378"/>
                    <a:gd name="connsiteY29" fmla="*/ 33360 h 129856"/>
                    <a:gd name="connsiteX30" fmla="*/ 86422 w 125378"/>
                    <a:gd name="connsiteY30" fmla="*/ 33360 h 129856"/>
                    <a:gd name="connsiteX31" fmla="*/ 85079 w 125378"/>
                    <a:gd name="connsiteY31" fmla="*/ 30225 h 129856"/>
                    <a:gd name="connsiteX32" fmla="*/ 89556 w 125378"/>
                    <a:gd name="connsiteY32" fmla="*/ 25747 h 129856"/>
                    <a:gd name="connsiteX33" fmla="*/ 4478 w 125378"/>
                    <a:gd name="connsiteY33" fmla="*/ 50375 h 129856"/>
                    <a:gd name="connsiteX34" fmla="*/ 22389 w 125378"/>
                    <a:gd name="connsiteY34" fmla="*/ 5597 h 129856"/>
                    <a:gd name="connsiteX35" fmla="*/ 120005 w 125378"/>
                    <a:gd name="connsiteY35" fmla="*/ 91124 h 129856"/>
                    <a:gd name="connsiteX36" fmla="*/ 69406 w 125378"/>
                    <a:gd name="connsiteY36" fmla="*/ 115304 h 129856"/>
                    <a:gd name="connsiteX37" fmla="*/ 4478 w 125378"/>
                    <a:gd name="connsiteY37" fmla="*/ 50375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378" h="129856">
                      <a:moveTo>
                        <a:pt x="123140" y="128737"/>
                      </a:moveTo>
                      <a:lnTo>
                        <a:pt x="31345" y="128737"/>
                      </a:lnTo>
                      <a:lnTo>
                        <a:pt x="31345" y="108139"/>
                      </a:lnTo>
                      <a:cubicBezTo>
                        <a:pt x="42092" y="115304"/>
                        <a:pt x="55525" y="119782"/>
                        <a:pt x="69406" y="119782"/>
                      </a:cubicBezTo>
                      <a:cubicBezTo>
                        <a:pt x="91348" y="119782"/>
                        <a:pt x="111498" y="109483"/>
                        <a:pt x="124931" y="92019"/>
                      </a:cubicBezTo>
                      <a:cubicBezTo>
                        <a:pt x="125827" y="91124"/>
                        <a:pt x="125379" y="89780"/>
                        <a:pt x="124483" y="88885"/>
                      </a:cubicBezTo>
                      <a:lnTo>
                        <a:pt x="76123" y="46793"/>
                      </a:lnTo>
                      <a:lnTo>
                        <a:pt x="85079" y="37838"/>
                      </a:lnTo>
                      <a:cubicBezTo>
                        <a:pt x="86422" y="38733"/>
                        <a:pt x="87765" y="39181"/>
                        <a:pt x="89556" y="39181"/>
                      </a:cubicBezTo>
                      <a:cubicBezTo>
                        <a:pt x="94482" y="39181"/>
                        <a:pt x="98512" y="35151"/>
                        <a:pt x="98512" y="30225"/>
                      </a:cubicBezTo>
                      <a:cubicBezTo>
                        <a:pt x="98512" y="25300"/>
                        <a:pt x="94482" y="21270"/>
                        <a:pt x="89556" y="21270"/>
                      </a:cubicBezTo>
                      <a:cubicBezTo>
                        <a:pt x="84631" y="21270"/>
                        <a:pt x="80601" y="25300"/>
                        <a:pt x="80601" y="30225"/>
                      </a:cubicBezTo>
                      <a:cubicBezTo>
                        <a:pt x="80601" y="32016"/>
                        <a:pt x="81048" y="33360"/>
                        <a:pt x="81944" y="34703"/>
                      </a:cubicBezTo>
                      <a:lnTo>
                        <a:pt x="72988" y="43659"/>
                      </a:lnTo>
                      <a:lnTo>
                        <a:pt x="24180" y="672"/>
                      </a:lnTo>
                      <a:cubicBezTo>
                        <a:pt x="23284" y="-224"/>
                        <a:pt x="21941" y="-224"/>
                        <a:pt x="21046" y="672"/>
                      </a:cubicBezTo>
                      <a:cubicBezTo>
                        <a:pt x="7612" y="13657"/>
                        <a:pt x="0" y="31569"/>
                        <a:pt x="0" y="50375"/>
                      </a:cubicBezTo>
                      <a:cubicBezTo>
                        <a:pt x="0" y="72765"/>
                        <a:pt x="10747" y="92467"/>
                        <a:pt x="26867" y="105005"/>
                      </a:cubicBezTo>
                      <a:lnTo>
                        <a:pt x="26867" y="128737"/>
                      </a:lnTo>
                      <a:lnTo>
                        <a:pt x="2239" y="128737"/>
                      </a:lnTo>
                      <a:cubicBezTo>
                        <a:pt x="895" y="128737"/>
                        <a:pt x="0" y="129633"/>
                        <a:pt x="0" y="130976"/>
                      </a:cubicBezTo>
                      <a:cubicBezTo>
                        <a:pt x="0" y="132319"/>
                        <a:pt x="895" y="133215"/>
                        <a:pt x="2239" y="133215"/>
                      </a:cubicBezTo>
                      <a:lnTo>
                        <a:pt x="123140" y="133215"/>
                      </a:lnTo>
                      <a:cubicBezTo>
                        <a:pt x="124483" y="133215"/>
                        <a:pt x="125379" y="132319"/>
                        <a:pt x="125379" y="130976"/>
                      </a:cubicBezTo>
                      <a:cubicBezTo>
                        <a:pt x="125379" y="129633"/>
                        <a:pt x="124483" y="128737"/>
                        <a:pt x="123140" y="128737"/>
                      </a:cubicBezTo>
                      <a:close/>
                      <a:moveTo>
                        <a:pt x="89556" y="25747"/>
                      </a:moveTo>
                      <a:cubicBezTo>
                        <a:pt x="92243" y="25747"/>
                        <a:pt x="94034" y="27539"/>
                        <a:pt x="94034" y="30225"/>
                      </a:cubicBezTo>
                      <a:cubicBezTo>
                        <a:pt x="94034" y="32912"/>
                        <a:pt x="92243" y="34703"/>
                        <a:pt x="89556" y="34703"/>
                      </a:cubicBezTo>
                      <a:cubicBezTo>
                        <a:pt x="88213" y="34703"/>
                        <a:pt x="87317" y="34255"/>
                        <a:pt x="86422" y="33360"/>
                      </a:cubicBezTo>
                      <a:cubicBezTo>
                        <a:pt x="86422" y="33360"/>
                        <a:pt x="86422" y="33360"/>
                        <a:pt x="86422" y="33360"/>
                      </a:cubicBezTo>
                      <a:cubicBezTo>
                        <a:pt x="86422" y="33360"/>
                        <a:pt x="86422" y="33360"/>
                        <a:pt x="86422" y="33360"/>
                      </a:cubicBezTo>
                      <a:cubicBezTo>
                        <a:pt x="85526" y="32464"/>
                        <a:pt x="85079" y="31569"/>
                        <a:pt x="85079" y="30225"/>
                      </a:cubicBezTo>
                      <a:cubicBezTo>
                        <a:pt x="85079" y="27539"/>
                        <a:pt x="87317" y="25747"/>
                        <a:pt x="89556" y="25747"/>
                      </a:cubicBezTo>
                      <a:close/>
                      <a:moveTo>
                        <a:pt x="4478" y="50375"/>
                      </a:moveTo>
                      <a:cubicBezTo>
                        <a:pt x="4478" y="33360"/>
                        <a:pt x="10747" y="17687"/>
                        <a:pt x="22389" y="5597"/>
                      </a:cubicBezTo>
                      <a:lnTo>
                        <a:pt x="120005" y="91124"/>
                      </a:lnTo>
                      <a:cubicBezTo>
                        <a:pt x="107468" y="106796"/>
                        <a:pt x="89109" y="115304"/>
                        <a:pt x="69406" y="115304"/>
                      </a:cubicBezTo>
                      <a:cubicBezTo>
                        <a:pt x="33584" y="115304"/>
                        <a:pt x="4478" y="86198"/>
                        <a:pt x="4478" y="5037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26" name="Freeform: Shape 4922">
                  <a:extLst>
                    <a:ext uri="{FF2B5EF4-FFF2-40B4-BE49-F238E27FC236}">
                      <a16:creationId xmlns:a16="http://schemas.microsoft.com/office/drawing/2014/main" id="{0A7571FF-B3B0-A518-085B-54A7647EE5E8}"/>
                    </a:ext>
                  </a:extLst>
                </p:cNvPr>
                <p:cNvSpPr/>
                <p:nvPr/>
              </p:nvSpPr>
              <p:spPr>
                <a:xfrm>
                  <a:off x="5684107" y="2014656"/>
                  <a:ext cx="22389" cy="22389"/>
                </a:xfrm>
                <a:custGeom>
                  <a:avLst/>
                  <a:gdLst>
                    <a:gd name="connsiteX0" fmla="*/ 21941 w 22389"/>
                    <a:gd name="connsiteY0" fmla="*/ 24180 h 22389"/>
                    <a:gd name="connsiteX1" fmla="*/ 19703 w 22389"/>
                    <a:gd name="connsiteY1" fmla="*/ 21941 h 22389"/>
                    <a:gd name="connsiteX2" fmla="*/ 2239 w 22389"/>
                    <a:gd name="connsiteY2" fmla="*/ 4478 h 22389"/>
                    <a:gd name="connsiteX3" fmla="*/ 0 w 22389"/>
                    <a:gd name="connsiteY3" fmla="*/ 2239 h 22389"/>
                    <a:gd name="connsiteX4" fmla="*/ 2239 w 22389"/>
                    <a:gd name="connsiteY4" fmla="*/ 0 h 22389"/>
                    <a:gd name="connsiteX5" fmla="*/ 24180 w 22389"/>
                    <a:gd name="connsiteY5" fmla="*/ 21941 h 22389"/>
                    <a:gd name="connsiteX6" fmla="*/ 21941 w 22389"/>
                    <a:gd name="connsiteY6" fmla="*/ 24180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9" h="22389">
                      <a:moveTo>
                        <a:pt x="21941" y="24180"/>
                      </a:moveTo>
                      <a:cubicBezTo>
                        <a:pt x="20598" y="24180"/>
                        <a:pt x="19703" y="23285"/>
                        <a:pt x="19703" y="21941"/>
                      </a:cubicBezTo>
                      <a:cubicBezTo>
                        <a:pt x="19703" y="12538"/>
                        <a:pt x="12090" y="4478"/>
                        <a:pt x="2239" y="4478"/>
                      </a:cubicBezTo>
                      <a:cubicBezTo>
                        <a:pt x="895" y="4478"/>
                        <a:pt x="0" y="3582"/>
                        <a:pt x="0" y="2239"/>
                      </a:cubicBezTo>
                      <a:cubicBezTo>
                        <a:pt x="0" y="896"/>
                        <a:pt x="895" y="0"/>
                        <a:pt x="2239" y="0"/>
                      </a:cubicBezTo>
                      <a:cubicBezTo>
                        <a:pt x="14329" y="0"/>
                        <a:pt x="24180" y="9851"/>
                        <a:pt x="24180" y="21941"/>
                      </a:cubicBezTo>
                      <a:cubicBezTo>
                        <a:pt x="24180" y="23285"/>
                        <a:pt x="23284" y="24180"/>
                        <a:pt x="21941" y="2418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27" name="Freeform: Shape 4923">
                  <a:extLst>
                    <a:ext uri="{FF2B5EF4-FFF2-40B4-BE49-F238E27FC236}">
                      <a16:creationId xmlns:a16="http://schemas.microsoft.com/office/drawing/2014/main" id="{1371E39E-B04F-67B0-56D0-B51F1885D98C}"/>
                    </a:ext>
                  </a:extLst>
                </p:cNvPr>
                <p:cNvSpPr/>
                <p:nvPr/>
              </p:nvSpPr>
              <p:spPr>
                <a:xfrm>
                  <a:off x="5684554" y="2001670"/>
                  <a:ext cx="35823" cy="35823"/>
                </a:xfrm>
                <a:custGeom>
                  <a:avLst/>
                  <a:gdLst>
                    <a:gd name="connsiteX0" fmla="*/ 34927 w 35822"/>
                    <a:gd name="connsiteY0" fmla="*/ 37166 h 35822"/>
                    <a:gd name="connsiteX1" fmla="*/ 32688 w 35822"/>
                    <a:gd name="connsiteY1" fmla="*/ 34927 h 35822"/>
                    <a:gd name="connsiteX2" fmla="*/ 2239 w 35822"/>
                    <a:gd name="connsiteY2" fmla="*/ 4478 h 35822"/>
                    <a:gd name="connsiteX3" fmla="*/ 0 w 35822"/>
                    <a:gd name="connsiteY3" fmla="*/ 2239 h 35822"/>
                    <a:gd name="connsiteX4" fmla="*/ 2239 w 35822"/>
                    <a:gd name="connsiteY4" fmla="*/ 0 h 35822"/>
                    <a:gd name="connsiteX5" fmla="*/ 37166 w 35822"/>
                    <a:gd name="connsiteY5" fmla="*/ 34927 h 35822"/>
                    <a:gd name="connsiteX6" fmla="*/ 34927 w 35822"/>
                    <a:gd name="connsiteY6" fmla="*/ 37166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22" h="35822">
                      <a:moveTo>
                        <a:pt x="34927" y="37166"/>
                      </a:moveTo>
                      <a:cubicBezTo>
                        <a:pt x="33584" y="37166"/>
                        <a:pt x="32688" y="36270"/>
                        <a:pt x="32688" y="34927"/>
                      </a:cubicBezTo>
                      <a:cubicBezTo>
                        <a:pt x="32688" y="17911"/>
                        <a:pt x="18807" y="4478"/>
                        <a:pt x="2239" y="4478"/>
                      </a:cubicBezTo>
                      <a:cubicBezTo>
                        <a:pt x="896" y="4478"/>
                        <a:pt x="0" y="3582"/>
                        <a:pt x="0" y="2239"/>
                      </a:cubicBezTo>
                      <a:cubicBezTo>
                        <a:pt x="0" y="896"/>
                        <a:pt x="896" y="0"/>
                        <a:pt x="2239" y="0"/>
                      </a:cubicBezTo>
                      <a:cubicBezTo>
                        <a:pt x="21494" y="0"/>
                        <a:pt x="37166" y="15672"/>
                        <a:pt x="37166" y="34927"/>
                      </a:cubicBezTo>
                      <a:cubicBezTo>
                        <a:pt x="37166" y="36270"/>
                        <a:pt x="36270" y="37166"/>
                        <a:pt x="34927" y="3716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28" name="Group 4924">
                <a:extLst>
                  <a:ext uri="{FF2B5EF4-FFF2-40B4-BE49-F238E27FC236}">
                    <a16:creationId xmlns:a16="http://schemas.microsoft.com/office/drawing/2014/main" id="{8D4B508D-719E-F8EB-B046-BFD20EE35E36}"/>
                  </a:ext>
                  <a:ext uri="{C183D7F6-B498-43B3-948B-1728B52AA6E4}">
                    <adec:decorative xmlns:adec="http://schemas.microsoft.com/office/drawing/2017/decorative" val="1"/>
                  </a:ext>
                </a:extLst>
              </p:cNvPr>
              <p:cNvGrpSpPr>
                <a:grpSpLocks noChangeAspect="1"/>
              </p:cNvGrpSpPr>
              <p:nvPr/>
            </p:nvGrpSpPr>
            <p:grpSpPr>
              <a:xfrm>
                <a:off x="2149939" y="4892433"/>
                <a:ext cx="98512" cy="116423"/>
                <a:chOff x="2201260" y="4161321"/>
                <a:chExt cx="98512" cy="116423"/>
              </a:xfrm>
            </p:grpSpPr>
            <p:sp>
              <p:nvSpPr>
                <p:cNvPr id="1029" name="Freeform: Shape 4925">
                  <a:extLst>
                    <a:ext uri="{FF2B5EF4-FFF2-40B4-BE49-F238E27FC236}">
                      <a16:creationId xmlns:a16="http://schemas.microsoft.com/office/drawing/2014/main" id="{9D8BB875-9692-A343-6AF5-C5448DB2A5C5}"/>
                    </a:ext>
                  </a:extLst>
                </p:cNvPr>
                <p:cNvSpPr/>
                <p:nvPr/>
              </p:nvSpPr>
              <p:spPr>
                <a:xfrm>
                  <a:off x="2201260" y="4161321"/>
                  <a:ext cx="98512" cy="116423"/>
                </a:xfrm>
                <a:custGeom>
                  <a:avLst/>
                  <a:gdLst>
                    <a:gd name="connsiteX0" fmla="*/ 96273 w 98511"/>
                    <a:gd name="connsiteY0" fmla="*/ 47017 h 116423"/>
                    <a:gd name="connsiteX1" fmla="*/ 85079 w 98511"/>
                    <a:gd name="connsiteY1" fmla="*/ 47017 h 116423"/>
                    <a:gd name="connsiteX2" fmla="*/ 85079 w 98511"/>
                    <a:gd name="connsiteY2" fmla="*/ 35375 h 116423"/>
                    <a:gd name="connsiteX3" fmla="*/ 49704 w 98511"/>
                    <a:gd name="connsiteY3" fmla="*/ 0 h 116423"/>
                    <a:gd name="connsiteX4" fmla="*/ 48808 w 98511"/>
                    <a:gd name="connsiteY4" fmla="*/ 0 h 116423"/>
                    <a:gd name="connsiteX5" fmla="*/ 13433 w 98511"/>
                    <a:gd name="connsiteY5" fmla="*/ 35375 h 116423"/>
                    <a:gd name="connsiteX6" fmla="*/ 13433 w 98511"/>
                    <a:gd name="connsiteY6" fmla="*/ 47017 h 116423"/>
                    <a:gd name="connsiteX7" fmla="*/ 2239 w 98511"/>
                    <a:gd name="connsiteY7" fmla="*/ 47017 h 116423"/>
                    <a:gd name="connsiteX8" fmla="*/ 0 w 98511"/>
                    <a:gd name="connsiteY8" fmla="*/ 49256 h 116423"/>
                    <a:gd name="connsiteX9" fmla="*/ 0 w 98511"/>
                    <a:gd name="connsiteY9" fmla="*/ 116423 h 116423"/>
                    <a:gd name="connsiteX10" fmla="*/ 2239 w 98511"/>
                    <a:gd name="connsiteY10" fmla="*/ 118662 h 116423"/>
                    <a:gd name="connsiteX11" fmla="*/ 96273 w 98511"/>
                    <a:gd name="connsiteY11" fmla="*/ 118662 h 116423"/>
                    <a:gd name="connsiteX12" fmla="*/ 98512 w 98511"/>
                    <a:gd name="connsiteY12" fmla="*/ 116423 h 116423"/>
                    <a:gd name="connsiteX13" fmla="*/ 98512 w 98511"/>
                    <a:gd name="connsiteY13" fmla="*/ 49256 h 116423"/>
                    <a:gd name="connsiteX14" fmla="*/ 96273 w 98511"/>
                    <a:gd name="connsiteY14" fmla="*/ 47017 h 116423"/>
                    <a:gd name="connsiteX15" fmla="*/ 17911 w 98511"/>
                    <a:gd name="connsiteY15" fmla="*/ 35375 h 116423"/>
                    <a:gd name="connsiteX16" fmla="*/ 48808 w 98511"/>
                    <a:gd name="connsiteY16" fmla="*/ 4478 h 116423"/>
                    <a:gd name="connsiteX17" fmla="*/ 49704 w 98511"/>
                    <a:gd name="connsiteY17" fmla="*/ 4478 h 116423"/>
                    <a:gd name="connsiteX18" fmla="*/ 80601 w 98511"/>
                    <a:gd name="connsiteY18" fmla="*/ 35375 h 116423"/>
                    <a:gd name="connsiteX19" fmla="*/ 80601 w 98511"/>
                    <a:gd name="connsiteY19" fmla="*/ 47017 h 116423"/>
                    <a:gd name="connsiteX20" fmla="*/ 17911 w 98511"/>
                    <a:gd name="connsiteY20" fmla="*/ 47017 h 116423"/>
                    <a:gd name="connsiteX21" fmla="*/ 17911 w 98511"/>
                    <a:gd name="connsiteY21" fmla="*/ 35375 h 116423"/>
                    <a:gd name="connsiteX22" fmla="*/ 94034 w 98511"/>
                    <a:gd name="connsiteY22" fmla="*/ 114184 h 116423"/>
                    <a:gd name="connsiteX23" fmla="*/ 4478 w 98511"/>
                    <a:gd name="connsiteY23" fmla="*/ 114184 h 116423"/>
                    <a:gd name="connsiteX24" fmla="*/ 4478 w 98511"/>
                    <a:gd name="connsiteY24" fmla="*/ 51495 h 116423"/>
                    <a:gd name="connsiteX25" fmla="*/ 15672 w 98511"/>
                    <a:gd name="connsiteY25" fmla="*/ 51495 h 116423"/>
                    <a:gd name="connsiteX26" fmla="*/ 82840 w 98511"/>
                    <a:gd name="connsiteY26" fmla="*/ 51495 h 116423"/>
                    <a:gd name="connsiteX27" fmla="*/ 94034 w 98511"/>
                    <a:gd name="connsiteY27" fmla="*/ 51495 h 116423"/>
                    <a:gd name="connsiteX28" fmla="*/ 94034 w 98511"/>
                    <a:gd name="connsiteY28" fmla="*/ 114184 h 11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8511" h="116423">
                      <a:moveTo>
                        <a:pt x="96273" y="47017"/>
                      </a:moveTo>
                      <a:lnTo>
                        <a:pt x="85079" y="47017"/>
                      </a:lnTo>
                      <a:lnTo>
                        <a:pt x="85079" y="35375"/>
                      </a:lnTo>
                      <a:cubicBezTo>
                        <a:pt x="85079" y="15672"/>
                        <a:pt x="68958" y="0"/>
                        <a:pt x="49704" y="0"/>
                      </a:cubicBezTo>
                      <a:lnTo>
                        <a:pt x="48808" y="0"/>
                      </a:lnTo>
                      <a:cubicBezTo>
                        <a:pt x="29106" y="0"/>
                        <a:pt x="13433" y="16120"/>
                        <a:pt x="13433" y="35375"/>
                      </a:cubicBezTo>
                      <a:lnTo>
                        <a:pt x="13433" y="47017"/>
                      </a:lnTo>
                      <a:lnTo>
                        <a:pt x="2239" y="47017"/>
                      </a:lnTo>
                      <a:cubicBezTo>
                        <a:pt x="895" y="47017"/>
                        <a:pt x="0" y="47913"/>
                        <a:pt x="0" y="49256"/>
                      </a:cubicBezTo>
                      <a:lnTo>
                        <a:pt x="0" y="116423"/>
                      </a:lnTo>
                      <a:cubicBezTo>
                        <a:pt x="0" y="117767"/>
                        <a:pt x="895" y="118662"/>
                        <a:pt x="2239" y="118662"/>
                      </a:cubicBezTo>
                      <a:lnTo>
                        <a:pt x="96273" y="118662"/>
                      </a:lnTo>
                      <a:cubicBezTo>
                        <a:pt x="97616" y="118662"/>
                        <a:pt x="98512" y="117767"/>
                        <a:pt x="98512" y="116423"/>
                      </a:cubicBezTo>
                      <a:lnTo>
                        <a:pt x="98512" y="49256"/>
                      </a:lnTo>
                      <a:cubicBezTo>
                        <a:pt x="98512" y="47913"/>
                        <a:pt x="97616" y="47017"/>
                        <a:pt x="96273" y="47017"/>
                      </a:cubicBezTo>
                      <a:close/>
                      <a:moveTo>
                        <a:pt x="17911" y="35375"/>
                      </a:moveTo>
                      <a:cubicBezTo>
                        <a:pt x="17911" y="18359"/>
                        <a:pt x="31792" y="4478"/>
                        <a:pt x="48808" y="4478"/>
                      </a:cubicBezTo>
                      <a:lnTo>
                        <a:pt x="49704" y="4478"/>
                      </a:lnTo>
                      <a:cubicBezTo>
                        <a:pt x="66719" y="4478"/>
                        <a:pt x="80601" y="18359"/>
                        <a:pt x="80601" y="35375"/>
                      </a:cubicBezTo>
                      <a:lnTo>
                        <a:pt x="80601" y="47017"/>
                      </a:lnTo>
                      <a:lnTo>
                        <a:pt x="17911" y="47017"/>
                      </a:lnTo>
                      <a:lnTo>
                        <a:pt x="17911" y="35375"/>
                      </a:lnTo>
                      <a:close/>
                      <a:moveTo>
                        <a:pt x="94034" y="114184"/>
                      </a:moveTo>
                      <a:lnTo>
                        <a:pt x="4478" y="114184"/>
                      </a:lnTo>
                      <a:lnTo>
                        <a:pt x="4478" y="51495"/>
                      </a:lnTo>
                      <a:lnTo>
                        <a:pt x="15672" y="51495"/>
                      </a:lnTo>
                      <a:lnTo>
                        <a:pt x="82840" y="51495"/>
                      </a:lnTo>
                      <a:lnTo>
                        <a:pt x="94034" y="51495"/>
                      </a:lnTo>
                      <a:lnTo>
                        <a:pt x="94034" y="11418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30" name="Freeform: Shape 4926">
                  <a:extLst>
                    <a:ext uri="{FF2B5EF4-FFF2-40B4-BE49-F238E27FC236}">
                      <a16:creationId xmlns:a16="http://schemas.microsoft.com/office/drawing/2014/main" id="{A5AE8FBB-3F9D-CB3B-A50B-69AF36CB85D7}"/>
                    </a:ext>
                  </a:extLst>
                </p:cNvPr>
                <p:cNvSpPr/>
                <p:nvPr/>
              </p:nvSpPr>
              <p:spPr>
                <a:xfrm>
                  <a:off x="2239769" y="4224011"/>
                  <a:ext cx="17911" cy="31345"/>
                </a:xfrm>
                <a:custGeom>
                  <a:avLst/>
                  <a:gdLst>
                    <a:gd name="connsiteX0" fmla="*/ 21494 w 17911"/>
                    <a:gd name="connsiteY0" fmla="*/ 10747 h 31344"/>
                    <a:gd name="connsiteX1" fmla="*/ 10747 w 17911"/>
                    <a:gd name="connsiteY1" fmla="*/ 0 h 31344"/>
                    <a:gd name="connsiteX2" fmla="*/ 0 w 17911"/>
                    <a:gd name="connsiteY2" fmla="*/ 10747 h 31344"/>
                    <a:gd name="connsiteX3" fmla="*/ 7165 w 17911"/>
                    <a:gd name="connsiteY3" fmla="*/ 20598 h 31344"/>
                    <a:gd name="connsiteX4" fmla="*/ 7165 w 17911"/>
                    <a:gd name="connsiteY4" fmla="*/ 34479 h 31344"/>
                    <a:gd name="connsiteX5" fmla="*/ 13881 w 17911"/>
                    <a:gd name="connsiteY5" fmla="*/ 34479 h 31344"/>
                    <a:gd name="connsiteX6" fmla="*/ 13881 w 17911"/>
                    <a:gd name="connsiteY6" fmla="*/ 20598 h 31344"/>
                    <a:gd name="connsiteX7" fmla="*/ 21494 w 17911"/>
                    <a:gd name="connsiteY7" fmla="*/ 10747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11" h="31344">
                      <a:moveTo>
                        <a:pt x="21494" y="10747"/>
                      </a:moveTo>
                      <a:cubicBezTo>
                        <a:pt x="21494" y="4926"/>
                        <a:pt x="16568" y="0"/>
                        <a:pt x="10747" y="0"/>
                      </a:cubicBezTo>
                      <a:cubicBezTo>
                        <a:pt x="4926" y="0"/>
                        <a:pt x="0" y="4926"/>
                        <a:pt x="0" y="10747"/>
                      </a:cubicBezTo>
                      <a:cubicBezTo>
                        <a:pt x="0" y="15225"/>
                        <a:pt x="3135" y="19255"/>
                        <a:pt x="7165" y="20598"/>
                      </a:cubicBezTo>
                      <a:lnTo>
                        <a:pt x="7165" y="34479"/>
                      </a:lnTo>
                      <a:lnTo>
                        <a:pt x="13881" y="34479"/>
                      </a:lnTo>
                      <a:lnTo>
                        <a:pt x="13881" y="20598"/>
                      </a:lnTo>
                      <a:cubicBezTo>
                        <a:pt x="18359" y="19255"/>
                        <a:pt x="21494" y="15225"/>
                        <a:pt x="21494" y="1074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31" name="Group 4927">
                <a:extLst>
                  <a:ext uri="{FF2B5EF4-FFF2-40B4-BE49-F238E27FC236}">
                    <a16:creationId xmlns:a16="http://schemas.microsoft.com/office/drawing/2014/main" id="{07BE29F1-84B0-5E58-A8C8-AA0F63DE447E}"/>
                  </a:ext>
                  <a:ext uri="{C183D7F6-B498-43B3-948B-1728B52AA6E4}">
                    <adec:decorative xmlns:adec="http://schemas.microsoft.com/office/drawing/2017/decorative" val="1"/>
                  </a:ext>
                </a:extLst>
              </p:cNvPr>
              <p:cNvGrpSpPr>
                <a:grpSpLocks noChangeAspect="1"/>
              </p:cNvGrpSpPr>
              <p:nvPr/>
            </p:nvGrpSpPr>
            <p:grpSpPr>
              <a:xfrm>
                <a:off x="533894" y="5222896"/>
                <a:ext cx="147768" cy="152246"/>
                <a:chOff x="585215" y="4491784"/>
                <a:chExt cx="147768" cy="152246"/>
              </a:xfrm>
            </p:grpSpPr>
            <p:sp>
              <p:nvSpPr>
                <p:cNvPr id="1032" name="Freeform: Shape 4928">
                  <a:extLst>
                    <a:ext uri="{FF2B5EF4-FFF2-40B4-BE49-F238E27FC236}">
                      <a16:creationId xmlns:a16="http://schemas.microsoft.com/office/drawing/2014/main" id="{5C3125B1-435D-1CD6-43F2-F5F0DDE97D55}"/>
                    </a:ext>
                  </a:extLst>
                </p:cNvPr>
                <p:cNvSpPr/>
                <p:nvPr/>
              </p:nvSpPr>
              <p:spPr>
                <a:xfrm>
                  <a:off x="585215" y="4491784"/>
                  <a:ext cx="147768" cy="152246"/>
                </a:xfrm>
                <a:custGeom>
                  <a:avLst/>
                  <a:gdLst>
                    <a:gd name="connsiteX0" fmla="*/ 76123 w 147767"/>
                    <a:gd name="connsiteY0" fmla="*/ 152246 h 152245"/>
                    <a:gd name="connsiteX1" fmla="*/ 22389 w 147767"/>
                    <a:gd name="connsiteY1" fmla="*/ 129857 h 152245"/>
                    <a:gd name="connsiteX2" fmla="*/ 0 w 147767"/>
                    <a:gd name="connsiteY2" fmla="*/ 76123 h 152245"/>
                    <a:gd name="connsiteX3" fmla="*/ 22389 w 147767"/>
                    <a:gd name="connsiteY3" fmla="*/ 22389 h 152245"/>
                    <a:gd name="connsiteX4" fmla="*/ 76123 w 147767"/>
                    <a:gd name="connsiteY4" fmla="*/ 0 h 152245"/>
                    <a:gd name="connsiteX5" fmla="*/ 129857 w 147767"/>
                    <a:gd name="connsiteY5" fmla="*/ 22389 h 152245"/>
                    <a:gd name="connsiteX6" fmla="*/ 129857 w 147767"/>
                    <a:gd name="connsiteY6" fmla="*/ 22389 h 152245"/>
                    <a:gd name="connsiteX7" fmla="*/ 152246 w 147767"/>
                    <a:gd name="connsiteY7" fmla="*/ 76123 h 152245"/>
                    <a:gd name="connsiteX8" fmla="*/ 129857 w 147767"/>
                    <a:gd name="connsiteY8" fmla="*/ 129857 h 152245"/>
                    <a:gd name="connsiteX9" fmla="*/ 76123 w 147767"/>
                    <a:gd name="connsiteY9" fmla="*/ 152246 h 152245"/>
                    <a:gd name="connsiteX10" fmla="*/ 76123 w 147767"/>
                    <a:gd name="connsiteY10" fmla="*/ 4478 h 152245"/>
                    <a:gd name="connsiteX11" fmla="*/ 25524 w 147767"/>
                    <a:gd name="connsiteY11" fmla="*/ 25524 h 152245"/>
                    <a:gd name="connsiteX12" fmla="*/ 4478 w 147767"/>
                    <a:gd name="connsiteY12" fmla="*/ 76123 h 152245"/>
                    <a:gd name="connsiteX13" fmla="*/ 25524 w 147767"/>
                    <a:gd name="connsiteY13" fmla="*/ 126722 h 152245"/>
                    <a:gd name="connsiteX14" fmla="*/ 76123 w 147767"/>
                    <a:gd name="connsiteY14" fmla="*/ 147768 h 152245"/>
                    <a:gd name="connsiteX15" fmla="*/ 126722 w 147767"/>
                    <a:gd name="connsiteY15" fmla="*/ 126722 h 152245"/>
                    <a:gd name="connsiteX16" fmla="*/ 147768 w 147767"/>
                    <a:gd name="connsiteY16" fmla="*/ 76123 h 152245"/>
                    <a:gd name="connsiteX17" fmla="*/ 126722 w 147767"/>
                    <a:gd name="connsiteY17" fmla="*/ 25524 h 152245"/>
                    <a:gd name="connsiteX18" fmla="*/ 76123 w 147767"/>
                    <a:gd name="connsiteY18" fmla="*/ 447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7767" h="152245">
                      <a:moveTo>
                        <a:pt x="76123" y="152246"/>
                      </a:moveTo>
                      <a:cubicBezTo>
                        <a:pt x="55973" y="152246"/>
                        <a:pt x="36718" y="144186"/>
                        <a:pt x="22389" y="129857"/>
                      </a:cubicBezTo>
                      <a:cubicBezTo>
                        <a:pt x="8060" y="115528"/>
                        <a:pt x="0" y="96273"/>
                        <a:pt x="0" y="76123"/>
                      </a:cubicBezTo>
                      <a:cubicBezTo>
                        <a:pt x="0" y="55973"/>
                        <a:pt x="8060" y="36718"/>
                        <a:pt x="22389" y="22389"/>
                      </a:cubicBezTo>
                      <a:cubicBezTo>
                        <a:pt x="36718" y="8060"/>
                        <a:pt x="55973" y="0"/>
                        <a:pt x="76123" y="0"/>
                      </a:cubicBezTo>
                      <a:cubicBezTo>
                        <a:pt x="96273" y="0"/>
                        <a:pt x="115528" y="8060"/>
                        <a:pt x="129857" y="22389"/>
                      </a:cubicBezTo>
                      <a:cubicBezTo>
                        <a:pt x="129857" y="22389"/>
                        <a:pt x="129857" y="22389"/>
                        <a:pt x="129857" y="22389"/>
                      </a:cubicBezTo>
                      <a:cubicBezTo>
                        <a:pt x="144186" y="36718"/>
                        <a:pt x="152246" y="55973"/>
                        <a:pt x="152246" y="76123"/>
                      </a:cubicBezTo>
                      <a:cubicBezTo>
                        <a:pt x="152246" y="96273"/>
                        <a:pt x="144186" y="115528"/>
                        <a:pt x="129857" y="129857"/>
                      </a:cubicBezTo>
                      <a:cubicBezTo>
                        <a:pt x="115528" y="144186"/>
                        <a:pt x="96273" y="152246"/>
                        <a:pt x="76123" y="152246"/>
                      </a:cubicBezTo>
                      <a:close/>
                      <a:moveTo>
                        <a:pt x="76123" y="4478"/>
                      </a:moveTo>
                      <a:cubicBezTo>
                        <a:pt x="56868" y="4478"/>
                        <a:pt x="38957" y="12090"/>
                        <a:pt x="25524" y="25524"/>
                      </a:cubicBezTo>
                      <a:cubicBezTo>
                        <a:pt x="12090" y="38957"/>
                        <a:pt x="4478" y="56868"/>
                        <a:pt x="4478" y="76123"/>
                      </a:cubicBezTo>
                      <a:cubicBezTo>
                        <a:pt x="4478" y="95378"/>
                        <a:pt x="12090" y="113289"/>
                        <a:pt x="25524" y="126722"/>
                      </a:cubicBezTo>
                      <a:cubicBezTo>
                        <a:pt x="38957" y="140156"/>
                        <a:pt x="56868" y="147768"/>
                        <a:pt x="76123" y="147768"/>
                      </a:cubicBezTo>
                      <a:cubicBezTo>
                        <a:pt x="95378" y="147768"/>
                        <a:pt x="113289" y="140156"/>
                        <a:pt x="126722" y="126722"/>
                      </a:cubicBezTo>
                      <a:cubicBezTo>
                        <a:pt x="140156" y="113289"/>
                        <a:pt x="147768" y="95378"/>
                        <a:pt x="147768" y="76123"/>
                      </a:cubicBezTo>
                      <a:cubicBezTo>
                        <a:pt x="147768" y="56868"/>
                        <a:pt x="140156" y="38957"/>
                        <a:pt x="126722" y="25524"/>
                      </a:cubicBezTo>
                      <a:cubicBezTo>
                        <a:pt x="113289" y="11642"/>
                        <a:pt x="94930" y="4478"/>
                        <a:pt x="7612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33" name="Freeform: Shape 4929">
                  <a:extLst>
                    <a:ext uri="{FF2B5EF4-FFF2-40B4-BE49-F238E27FC236}">
                      <a16:creationId xmlns:a16="http://schemas.microsoft.com/office/drawing/2014/main" id="{35B330D8-39C6-B53F-3FBC-BF749CBF2171}"/>
                    </a:ext>
                  </a:extLst>
                </p:cNvPr>
                <p:cNvSpPr/>
                <p:nvPr/>
              </p:nvSpPr>
              <p:spPr>
                <a:xfrm>
                  <a:off x="659099" y="4561638"/>
                  <a:ext cx="4478" cy="44778"/>
                </a:xfrm>
                <a:custGeom>
                  <a:avLst/>
                  <a:gdLst>
                    <a:gd name="connsiteX0" fmla="*/ 2239 w 4477"/>
                    <a:gd name="connsiteY0" fmla="*/ 48808 h 44778"/>
                    <a:gd name="connsiteX1" fmla="*/ 0 w 4477"/>
                    <a:gd name="connsiteY1" fmla="*/ 46569 h 44778"/>
                    <a:gd name="connsiteX2" fmla="*/ 0 w 4477"/>
                    <a:gd name="connsiteY2" fmla="*/ 2239 h 44778"/>
                    <a:gd name="connsiteX3" fmla="*/ 2239 w 4477"/>
                    <a:gd name="connsiteY3" fmla="*/ 0 h 44778"/>
                    <a:gd name="connsiteX4" fmla="*/ 4478 w 4477"/>
                    <a:gd name="connsiteY4" fmla="*/ 2239 h 44778"/>
                    <a:gd name="connsiteX5" fmla="*/ 4478 w 4477"/>
                    <a:gd name="connsiteY5" fmla="*/ 46569 h 44778"/>
                    <a:gd name="connsiteX6" fmla="*/ 2239 w 4477"/>
                    <a:gd name="connsiteY6" fmla="*/ 4880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8">
                      <a:moveTo>
                        <a:pt x="2239" y="48808"/>
                      </a:moveTo>
                      <a:cubicBezTo>
                        <a:pt x="896" y="48808"/>
                        <a:pt x="0" y="47913"/>
                        <a:pt x="0" y="46569"/>
                      </a:cubicBezTo>
                      <a:lnTo>
                        <a:pt x="0" y="2239"/>
                      </a:lnTo>
                      <a:cubicBezTo>
                        <a:pt x="0" y="896"/>
                        <a:pt x="896" y="0"/>
                        <a:pt x="2239" y="0"/>
                      </a:cubicBezTo>
                      <a:cubicBezTo>
                        <a:pt x="3582" y="0"/>
                        <a:pt x="4478" y="896"/>
                        <a:pt x="4478" y="2239"/>
                      </a:cubicBezTo>
                      <a:lnTo>
                        <a:pt x="4478" y="46569"/>
                      </a:lnTo>
                      <a:cubicBezTo>
                        <a:pt x="4478" y="47465"/>
                        <a:pt x="3582" y="48808"/>
                        <a:pt x="2239" y="4880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34" name="Freeform: Shape 4930">
                  <a:extLst>
                    <a:ext uri="{FF2B5EF4-FFF2-40B4-BE49-F238E27FC236}">
                      <a16:creationId xmlns:a16="http://schemas.microsoft.com/office/drawing/2014/main" id="{65A86EDD-1227-85B1-F121-12BABF34D308}"/>
                    </a:ext>
                  </a:extLst>
                </p:cNvPr>
                <p:cNvSpPr/>
                <p:nvPr/>
              </p:nvSpPr>
              <p:spPr>
                <a:xfrm>
                  <a:off x="655069" y="4535219"/>
                  <a:ext cx="8956" cy="8956"/>
                </a:xfrm>
                <a:custGeom>
                  <a:avLst/>
                  <a:gdLst>
                    <a:gd name="connsiteX0" fmla="*/ 12538 w 8955"/>
                    <a:gd name="connsiteY0" fmla="*/ 6269 h 8955"/>
                    <a:gd name="connsiteX1" fmla="*/ 6269 w 8955"/>
                    <a:gd name="connsiteY1" fmla="*/ 12538 h 8955"/>
                    <a:gd name="connsiteX2" fmla="*/ 0 w 8955"/>
                    <a:gd name="connsiteY2" fmla="*/ 6269 h 8955"/>
                    <a:gd name="connsiteX3" fmla="*/ 6269 w 8955"/>
                    <a:gd name="connsiteY3" fmla="*/ 0 h 8955"/>
                    <a:gd name="connsiteX4" fmla="*/ 12538 w 8955"/>
                    <a:gd name="connsiteY4" fmla="*/ 6269 h 8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5" h="8955">
                      <a:moveTo>
                        <a:pt x="12538" y="6269"/>
                      </a:moveTo>
                      <a:cubicBezTo>
                        <a:pt x="12538" y="9731"/>
                        <a:pt x="9731" y="12538"/>
                        <a:pt x="6269" y="12538"/>
                      </a:cubicBezTo>
                      <a:cubicBezTo>
                        <a:pt x="2807" y="12538"/>
                        <a:pt x="0" y="9731"/>
                        <a:pt x="0" y="6269"/>
                      </a:cubicBezTo>
                      <a:cubicBezTo>
                        <a:pt x="0" y="2807"/>
                        <a:pt x="2807" y="0"/>
                        <a:pt x="6269" y="0"/>
                      </a:cubicBezTo>
                      <a:cubicBezTo>
                        <a:pt x="9731" y="0"/>
                        <a:pt x="12538" y="2807"/>
                        <a:pt x="12538" y="626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35" name="Group 4931">
                <a:extLst>
                  <a:ext uri="{FF2B5EF4-FFF2-40B4-BE49-F238E27FC236}">
                    <a16:creationId xmlns:a16="http://schemas.microsoft.com/office/drawing/2014/main" id="{66144F42-8527-2066-FC5F-E8FF9DD5480A}"/>
                  </a:ext>
                  <a:ext uri="{C183D7F6-B498-43B3-948B-1728B52AA6E4}">
                    <adec:decorative xmlns:adec="http://schemas.microsoft.com/office/drawing/2017/decorative" val="1"/>
                  </a:ext>
                </a:extLst>
              </p:cNvPr>
              <p:cNvGrpSpPr>
                <a:grpSpLocks noChangeAspect="1"/>
              </p:cNvGrpSpPr>
              <p:nvPr/>
            </p:nvGrpSpPr>
            <p:grpSpPr>
              <a:xfrm>
                <a:off x="793608" y="5222896"/>
                <a:ext cx="152246" cy="152246"/>
                <a:chOff x="844929" y="4491784"/>
                <a:chExt cx="152246" cy="152246"/>
              </a:xfrm>
            </p:grpSpPr>
            <p:sp>
              <p:nvSpPr>
                <p:cNvPr id="1036" name="Freeform: Shape 4932">
                  <a:extLst>
                    <a:ext uri="{FF2B5EF4-FFF2-40B4-BE49-F238E27FC236}">
                      <a16:creationId xmlns:a16="http://schemas.microsoft.com/office/drawing/2014/main" id="{DFA27E4B-D99F-6A30-6270-3E8BA20ECD24}"/>
                    </a:ext>
                  </a:extLst>
                </p:cNvPr>
                <p:cNvSpPr/>
                <p:nvPr/>
              </p:nvSpPr>
              <p:spPr>
                <a:xfrm>
                  <a:off x="844929" y="4491784"/>
                  <a:ext cx="152246" cy="152246"/>
                </a:xfrm>
                <a:custGeom>
                  <a:avLst/>
                  <a:gdLst>
                    <a:gd name="connsiteX0" fmla="*/ 76123 w 152245"/>
                    <a:gd name="connsiteY0" fmla="*/ 152246 h 152245"/>
                    <a:gd name="connsiteX1" fmla="*/ 22389 w 152245"/>
                    <a:gd name="connsiteY1" fmla="*/ 129857 h 152245"/>
                    <a:gd name="connsiteX2" fmla="*/ 0 w 152245"/>
                    <a:gd name="connsiteY2" fmla="*/ 76123 h 152245"/>
                    <a:gd name="connsiteX3" fmla="*/ 22389 w 152245"/>
                    <a:gd name="connsiteY3" fmla="*/ 22389 h 152245"/>
                    <a:gd name="connsiteX4" fmla="*/ 76123 w 152245"/>
                    <a:gd name="connsiteY4" fmla="*/ 0 h 152245"/>
                    <a:gd name="connsiteX5" fmla="*/ 129857 w 152245"/>
                    <a:gd name="connsiteY5" fmla="*/ 22389 h 152245"/>
                    <a:gd name="connsiteX6" fmla="*/ 129857 w 152245"/>
                    <a:gd name="connsiteY6" fmla="*/ 22389 h 152245"/>
                    <a:gd name="connsiteX7" fmla="*/ 152246 w 152245"/>
                    <a:gd name="connsiteY7" fmla="*/ 76123 h 152245"/>
                    <a:gd name="connsiteX8" fmla="*/ 129857 w 152245"/>
                    <a:gd name="connsiteY8" fmla="*/ 129857 h 152245"/>
                    <a:gd name="connsiteX9" fmla="*/ 76123 w 152245"/>
                    <a:gd name="connsiteY9" fmla="*/ 152246 h 152245"/>
                    <a:gd name="connsiteX10" fmla="*/ 76123 w 152245"/>
                    <a:gd name="connsiteY10" fmla="*/ 4478 h 152245"/>
                    <a:gd name="connsiteX11" fmla="*/ 25524 w 152245"/>
                    <a:gd name="connsiteY11" fmla="*/ 25524 h 152245"/>
                    <a:gd name="connsiteX12" fmla="*/ 4478 w 152245"/>
                    <a:gd name="connsiteY12" fmla="*/ 76123 h 152245"/>
                    <a:gd name="connsiteX13" fmla="*/ 25524 w 152245"/>
                    <a:gd name="connsiteY13" fmla="*/ 126722 h 152245"/>
                    <a:gd name="connsiteX14" fmla="*/ 76123 w 152245"/>
                    <a:gd name="connsiteY14" fmla="*/ 147768 h 152245"/>
                    <a:gd name="connsiteX15" fmla="*/ 126722 w 152245"/>
                    <a:gd name="connsiteY15" fmla="*/ 126722 h 152245"/>
                    <a:gd name="connsiteX16" fmla="*/ 147768 w 152245"/>
                    <a:gd name="connsiteY16" fmla="*/ 76123 h 152245"/>
                    <a:gd name="connsiteX17" fmla="*/ 126722 w 152245"/>
                    <a:gd name="connsiteY17" fmla="*/ 25524 h 152245"/>
                    <a:gd name="connsiteX18" fmla="*/ 76123 w 152245"/>
                    <a:gd name="connsiteY18" fmla="*/ 447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2245" h="152245">
                      <a:moveTo>
                        <a:pt x="76123" y="152246"/>
                      </a:moveTo>
                      <a:cubicBezTo>
                        <a:pt x="55973" y="152246"/>
                        <a:pt x="36718" y="144186"/>
                        <a:pt x="22389" y="129857"/>
                      </a:cubicBezTo>
                      <a:cubicBezTo>
                        <a:pt x="8060" y="115528"/>
                        <a:pt x="0" y="96273"/>
                        <a:pt x="0" y="76123"/>
                      </a:cubicBezTo>
                      <a:cubicBezTo>
                        <a:pt x="0" y="55973"/>
                        <a:pt x="8060" y="36718"/>
                        <a:pt x="22389" y="22389"/>
                      </a:cubicBezTo>
                      <a:cubicBezTo>
                        <a:pt x="36718" y="8060"/>
                        <a:pt x="55973" y="0"/>
                        <a:pt x="76123" y="0"/>
                      </a:cubicBezTo>
                      <a:cubicBezTo>
                        <a:pt x="96273" y="0"/>
                        <a:pt x="115528" y="8060"/>
                        <a:pt x="129857" y="22389"/>
                      </a:cubicBezTo>
                      <a:cubicBezTo>
                        <a:pt x="129857" y="22389"/>
                        <a:pt x="129857" y="22389"/>
                        <a:pt x="129857" y="22389"/>
                      </a:cubicBezTo>
                      <a:cubicBezTo>
                        <a:pt x="144186" y="36718"/>
                        <a:pt x="152246" y="55973"/>
                        <a:pt x="152246" y="76123"/>
                      </a:cubicBezTo>
                      <a:cubicBezTo>
                        <a:pt x="152246" y="96273"/>
                        <a:pt x="144186" y="115528"/>
                        <a:pt x="129857" y="129857"/>
                      </a:cubicBezTo>
                      <a:cubicBezTo>
                        <a:pt x="115528" y="144186"/>
                        <a:pt x="96273" y="152246"/>
                        <a:pt x="76123" y="152246"/>
                      </a:cubicBezTo>
                      <a:close/>
                      <a:moveTo>
                        <a:pt x="76123" y="4478"/>
                      </a:moveTo>
                      <a:cubicBezTo>
                        <a:pt x="56868" y="4478"/>
                        <a:pt x="38957" y="12090"/>
                        <a:pt x="25524" y="25524"/>
                      </a:cubicBezTo>
                      <a:cubicBezTo>
                        <a:pt x="12090" y="38957"/>
                        <a:pt x="4478" y="56868"/>
                        <a:pt x="4478" y="76123"/>
                      </a:cubicBezTo>
                      <a:cubicBezTo>
                        <a:pt x="4478" y="95378"/>
                        <a:pt x="12090" y="113289"/>
                        <a:pt x="25524" y="126722"/>
                      </a:cubicBezTo>
                      <a:cubicBezTo>
                        <a:pt x="38957" y="140156"/>
                        <a:pt x="56868" y="147768"/>
                        <a:pt x="76123" y="147768"/>
                      </a:cubicBezTo>
                      <a:cubicBezTo>
                        <a:pt x="95378" y="147768"/>
                        <a:pt x="113289" y="140156"/>
                        <a:pt x="126722" y="126722"/>
                      </a:cubicBezTo>
                      <a:cubicBezTo>
                        <a:pt x="140156" y="113289"/>
                        <a:pt x="147768" y="95378"/>
                        <a:pt x="147768" y="76123"/>
                      </a:cubicBezTo>
                      <a:cubicBezTo>
                        <a:pt x="147768" y="56868"/>
                        <a:pt x="140156" y="38957"/>
                        <a:pt x="126722" y="25524"/>
                      </a:cubicBezTo>
                      <a:cubicBezTo>
                        <a:pt x="112841" y="11642"/>
                        <a:pt x="94930" y="4478"/>
                        <a:pt x="7612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37" name="Freeform: Shape 4933">
                  <a:extLst>
                    <a:ext uri="{FF2B5EF4-FFF2-40B4-BE49-F238E27FC236}">
                      <a16:creationId xmlns:a16="http://schemas.microsoft.com/office/drawing/2014/main" id="{0C71687E-5A2A-5D64-4230-DE31673FA4EA}"/>
                    </a:ext>
                  </a:extLst>
                </p:cNvPr>
                <p:cNvSpPr/>
                <p:nvPr/>
              </p:nvSpPr>
              <p:spPr>
                <a:xfrm>
                  <a:off x="918365" y="4528950"/>
                  <a:ext cx="4478" cy="44778"/>
                </a:xfrm>
                <a:custGeom>
                  <a:avLst/>
                  <a:gdLst>
                    <a:gd name="connsiteX0" fmla="*/ 2239 w 4477"/>
                    <a:gd name="connsiteY0" fmla="*/ 48808 h 44778"/>
                    <a:gd name="connsiteX1" fmla="*/ 0 w 4477"/>
                    <a:gd name="connsiteY1" fmla="*/ 46569 h 44778"/>
                    <a:gd name="connsiteX2" fmla="*/ 0 w 4477"/>
                    <a:gd name="connsiteY2" fmla="*/ 2239 h 44778"/>
                    <a:gd name="connsiteX3" fmla="*/ 2239 w 4477"/>
                    <a:gd name="connsiteY3" fmla="*/ 0 h 44778"/>
                    <a:gd name="connsiteX4" fmla="*/ 4478 w 4477"/>
                    <a:gd name="connsiteY4" fmla="*/ 2239 h 44778"/>
                    <a:gd name="connsiteX5" fmla="*/ 4478 w 4477"/>
                    <a:gd name="connsiteY5" fmla="*/ 46569 h 44778"/>
                    <a:gd name="connsiteX6" fmla="*/ 2239 w 4477"/>
                    <a:gd name="connsiteY6" fmla="*/ 4880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4778">
                      <a:moveTo>
                        <a:pt x="2239" y="48808"/>
                      </a:moveTo>
                      <a:cubicBezTo>
                        <a:pt x="896" y="48808"/>
                        <a:pt x="0" y="47912"/>
                        <a:pt x="0" y="46569"/>
                      </a:cubicBezTo>
                      <a:lnTo>
                        <a:pt x="0" y="2239"/>
                      </a:lnTo>
                      <a:cubicBezTo>
                        <a:pt x="0" y="895"/>
                        <a:pt x="896" y="0"/>
                        <a:pt x="2239" y="0"/>
                      </a:cubicBezTo>
                      <a:cubicBezTo>
                        <a:pt x="3582" y="0"/>
                        <a:pt x="4478" y="895"/>
                        <a:pt x="4478" y="2239"/>
                      </a:cubicBezTo>
                      <a:lnTo>
                        <a:pt x="4478" y="46569"/>
                      </a:lnTo>
                      <a:cubicBezTo>
                        <a:pt x="4478" y="47912"/>
                        <a:pt x="3582" y="48808"/>
                        <a:pt x="2239" y="4880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38" name="Freeform: Shape 4934">
                  <a:extLst>
                    <a:ext uri="{FF2B5EF4-FFF2-40B4-BE49-F238E27FC236}">
                      <a16:creationId xmlns:a16="http://schemas.microsoft.com/office/drawing/2014/main" id="{C50B88C3-61BC-BFBA-442D-02EEBD01736D}"/>
                    </a:ext>
                  </a:extLst>
                </p:cNvPr>
                <p:cNvSpPr/>
                <p:nvPr/>
              </p:nvSpPr>
              <p:spPr>
                <a:xfrm>
                  <a:off x="914783" y="4591640"/>
                  <a:ext cx="8956" cy="8956"/>
                </a:xfrm>
                <a:custGeom>
                  <a:avLst/>
                  <a:gdLst>
                    <a:gd name="connsiteX0" fmla="*/ 12538 w 8955"/>
                    <a:gd name="connsiteY0" fmla="*/ 6269 h 8955"/>
                    <a:gd name="connsiteX1" fmla="*/ 6269 w 8955"/>
                    <a:gd name="connsiteY1" fmla="*/ 12538 h 8955"/>
                    <a:gd name="connsiteX2" fmla="*/ 0 w 8955"/>
                    <a:gd name="connsiteY2" fmla="*/ 6269 h 8955"/>
                    <a:gd name="connsiteX3" fmla="*/ 6269 w 8955"/>
                    <a:gd name="connsiteY3" fmla="*/ 0 h 8955"/>
                    <a:gd name="connsiteX4" fmla="*/ 12538 w 8955"/>
                    <a:gd name="connsiteY4" fmla="*/ 6269 h 8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5" h="8955">
                      <a:moveTo>
                        <a:pt x="12538" y="6269"/>
                      </a:moveTo>
                      <a:cubicBezTo>
                        <a:pt x="12538" y="9731"/>
                        <a:pt x="9731" y="12538"/>
                        <a:pt x="6269" y="12538"/>
                      </a:cubicBezTo>
                      <a:cubicBezTo>
                        <a:pt x="2807" y="12538"/>
                        <a:pt x="0" y="9731"/>
                        <a:pt x="0" y="6269"/>
                      </a:cubicBezTo>
                      <a:cubicBezTo>
                        <a:pt x="0" y="2807"/>
                        <a:pt x="2807" y="0"/>
                        <a:pt x="6269" y="0"/>
                      </a:cubicBezTo>
                      <a:cubicBezTo>
                        <a:pt x="9731" y="0"/>
                        <a:pt x="12538" y="2807"/>
                        <a:pt x="12538" y="626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040" name="Freeform: Shape 4936">
                <a:extLst>
                  <a:ext uri="{FF2B5EF4-FFF2-40B4-BE49-F238E27FC236}">
                    <a16:creationId xmlns:a16="http://schemas.microsoft.com/office/drawing/2014/main" id="{0876FF12-B775-1F2F-BAA8-B401E458ED5E}"/>
                  </a:ext>
                  <a:ext uri="{C183D7F6-B498-43B3-948B-1728B52AA6E4}">
                    <adec:decorative xmlns:adec="http://schemas.microsoft.com/office/drawing/2017/decorative" val="1"/>
                  </a:ext>
                </a:extLst>
              </p:cNvPr>
              <p:cNvSpPr>
                <a:spLocks noChangeAspect="1"/>
              </p:cNvSpPr>
              <p:nvPr/>
            </p:nvSpPr>
            <p:spPr>
              <a:xfrm>
                <a:off x="538640" y="1716167"/>
                <a:ext cx="4478" cy="4478"/>
              </a:xfrm>
              <a:custGeom>
                <a:avLst/>
                <a:gdLst/>
                <a:ahLst/>
                <a:cxnLst/>
                <a:rect l="l" t="t" r="r" b="b"/>
                <a:pathLst>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41" name="Freeform: Shape 4937">
                <a:extLst>
                  <a:ext uri="{FF2B5EF4-FFF2-40B4-BE49-F238E27FC236}">
                    <a16:creationId xmlns:a16="http://schemas.microsoft.com/office/drawing/2014/main" id="{AB8AA9CB-5580-99C4-3CE3-19E8A03929D0}"/>
                  </a:ext>
                  <a:ext uri="{C183D7F6-B498-43B3-948B-1728B52AA6E4}">
                    <adec:decorative xmlns:adec="http://schemas.microsoft.com/office/drawing/2017/decorative" val="1"/>
                  </a:ext>
                </a:extLst>
              </p:cNvPr>
              <p:cNvSpPr>
                <a:spLocks noChangeAspect="1"/>
              </p:cNvSpPr>
              <p:nvPr/>
            </p:nvSpPr>
            <p:spPr>
              <a:xfrm>
                <a:off x="538640" y="1716167"/>
                <a:ext cx="4478" cy="4478"/>
              </a:xfrm>
              <a:custGeom>
                <a:avLst/>
                <a:gdLst/>
                <a:ahLst/>
                <a:cxnLst/>
                <a:rect l="l" t="t" r="r" b="b"/>
                <a:pathLst>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42" name="Freeform: Shape 4938">
                <a:extLst>
                  <a:ext uri="{FF2B5EF4-FFF2-40B4-BE49-F238E27FC236}">
                    <a16:creationId xmlns:a16="http://schemas.microsoft.com/office/drawing/2014/main" id="{3A932552-E3BC-F0D5-5017-CB76FE9E0BDC}"/>
                  </a:ext>
                  <a:ext uri="{C183D7F6-B498-43B3-948B-1728B52AA6E4}">
                    <adec:decorative xmlns:adec="http://schemas.microsoft.com/office/drawing/2017/decorative" val="1"/>
                  </a:ext>
                </a:extLst>
              </p:cNvPr>
              <p:cNvSpPr>
                <a:spLocks noChangeAspect="1"/>
              </p:cNvSpPr>
              <p:nvPr/>
            </p:nvSpPr>
            <p:spPr>
              <a:xfrm>
                <a:off x="538640" y="1716167"/>
                <a:ext cx="4478" cy="4478"/>
              </a:xfrm>
              <a:custGeom>
                <a:avLst/>
                <a:gdLst/>
                <a:ahLst/>
                <a:cxnLst/>
                <a:rect l="l" t="t" r="r" b="b"/>
                <a:pathLst>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043" name="Group 4939">
                <a:extLst>
                  <a:ext uri="{FF2B5EF4-FFF2-40B4-BE49-F238E27FC236}">
                    <a16:creationId xmlns:a16="http://schemas.microsoft.com/office/drawing/2014/main" id="{BFA950F3-A54A-DC2E-F9E9-FD1469281D8A}"/>
                  </a:ext>
                  <a:ext uri="{C183D7F6-B498-43B3-948B-1728B52AA6E4}">
                    <adec:decorative xmlns:adec="http://schemas.microsoft.com/office/drawing/2017/decorative" val="1"/>
                  </a:ext>
                </a:extLst>
              </p:cNvPr>
              <p:cNvGrpSpPr>
                <a:grpSpLocks noChangeAspect="1"/>
              </p:cNvGrpSpPr>
              <p:nvPr/>
            </p:nvGrpSpPr>
            <p:grpSpPr>
              <a:xfrm>
                <a:off x="3461760" y="3326838"/>
                <a:ext cx="107748" cy="135637"/>
                <a:chOff x="3502514" y="2591399"/>
                <a:chExt cx="107748" cy="135637"/>
              </a:xfrm>
            </p:grpSpPr>
            <p:sp>
              <p:nvSpPr>
                <p:cNvPr id="1044" name="Freeform: Shape 4940">
                  <a:extLst>
                    <a:ext uri="{FF2B5EF4-FFF2-40B4-BE49-F238E27FC236}">
                      <a16:creationId xmlns:a16="http://schemas.microsoft.com/office/drawing/2014/main" id="{C440F10C-69F4-2616-F474-20A1C9DEB237}"/>
                    </a:ext>
                  </a:extLst>
                </p:cNvPr>
                <p:cNvSpPr/>
                <p:nvPr/>
              </p:nvSpPr>
              <p:spPr>
                <a:xfrm>
                  <a:off x="3502514" y="2649610"/>
                  <a:ext cx="4478" cy="17911"/>
                </a:xfrm>
                <a:custGeom>
                  <a:avLst/>
                  <a:gdLst>
                    <a:gd name="connsiteX0" fmla="*/ 2239 w 4477"/>
                    <a:gd name="connsiteY0" fmla="*/ 21046 h 17911"/>
                    <a:gd name="connsiteX1" fmla="*/ 0 w 4477"/>
                    <a:gd name="connsiteY1" fmla="*/ 18807 h 17911"/>
                    <a:gd name="connsiteX2" fmla="*/ 0 w 4477"/>
                    <a:gd name="connsiteY2" fmla="*/ 2239 h 17911"/>
                    <a:gd name="connsiteX3" fmla="*/ 2239 w 4477"/>
                    <a:gd name="connsiteY3" fmla="*/ 0 h 17911"/>
                    <a:gd name="connsiteX4" fmla="*/ 4478 w 4477"/>
                    <a:gd name="connsiteY4" fmla="*/ 2239 h 17911"/>
                    <a:gd name="connsiteX5" fmla="*/ 4478 w 4477"/>
                    <a:gd name="connsiteY5" fmla="*/ 18807 h 17911"/>
                    <a:gd name="connsiteX6" fmla="*/ 2239 w 4477"/>
                    <a:gd name="connsiteY6" fmla="*/ 21046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17911">
                      <a:moveTo>
                        <a:pt x="2239" y="21046"/>
                      </a:moveTo>
                      <a:cubicBezTo>
                        <a:pt x="896" y="21046"/>
                        <a:pt x="0" y="20150"/>
                        <a:pt x="0" y="18807"/>
                      </a:cubicBezTo>
                      <a:lnTo>
                        <a:pt x="0" y="2239"/>
                      </a:lnTo>
                      <a:cubicBezTo>
                        <a:pt x="0" y="895"/>
                        <a:pt x="896" y="0"/>
                        <a:pt x="2239" y="0"/>
                      </a:cubicBezTo>
                      <a:cubicBezTo>
                        <a:pt x="3582" y="0"/>
                        <a:pt x="4478" y="895"/>
                        <a:pt x="4478" y="2239"/>
                      </a:cubicBezTo>
                      <a:lnTo>
                        <a:pt x="4478" y="18807"/>
                      </a:lnTo>
                      <a:cubicBezTo>
                        <a:pt x="4478" y="20150"/>
                        <a:pt x="3135" y="21046"/>
                        <a:pt x="2239" y="2104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45" name="Freeform: Shape 4941">
                  <a:extLst>
                    <a:ext uri="{FF2B5EF4-FFF2-40B4-BE49-F238E27FC236}">
                      <a16:creationId xmlns:a16="http://schemas.microsoft.com/office/drawing/2014/main" id="{070FA2D5-091A-4E4D-FE6F-B089A0AC62BF}"/>
                    </a:ext>
                  </a:extLst>
                </p:cNvPr>
                <p:cNvSpPr/>
                <p:nvPr/>
              </p:nvSpPr>
              <p:spPr>
                <a:xfrm>
                  <a:off x="3502514" y="2591399"/>
                  <a:ext cx="89556" cy="49256"/>
                </a:xfrm>
                <a:custGeom>
                  <a:avLst/>
                  <a:gdLst>
                    <a:gd name="connsiteX0" fmla="*/ 2239 w 89556"/>
                    <a:gd name="connsiteY0" fmla="*/ 51495 h 49255"/>
                    <a:gd name="connsiteX1" fmla="*/ 2239 w 89556"/>
                    <a:gd name="connsiteY1" fmla="*/ 51495 h 49255"/>
                    <a:gd name="connsiteX2" fmla="*/ 0 w 89556"/>
                    <a:gd name="connsiteY2" fmla="*/ 49256 h 49255"/>
                    <a:gd name="connsiteX3" fmla="*/ 17016 w 89556"/>
                    <a:gd name="connsiteY3" fmla="*/ 14329 h 49255"/>
                    <a:gd name="connsiteX4" fmla="*/ 53286 w 89556"/>
                    <a:gd name="connsiteY4" fmla="*/ 0 h 49255"/>
                    <a:gd name="connsiteX5" fmla="*/ 92243 w 89556"/>
                    <a:gd name="connsiteY5" fmla="*/ 17016 h 49255"/>
                    <a:gd name="connsiteX6" fmla="*/ 92243 w 89556"/>
                    <a:gd name="connsiteY6" fmla="*/ 20150 h 49255"/>
                    <a:gd name="connsiteX7" fmla="*/ 89109 w 89556"/>
                    <a:gd name="connsiteY7" fmla="*/ 20150 h 49255"/>
                    <a:gd name="connsiteX8" fmla="*/ 53286 w 89556"/>
                    <a:gd name="connsiteY8" fmla="*/ 4925 h 49255"/>
                    <a:gd name="connsiteX9" fmla="*/ 20150 w 89556"/>
                    <a:gd name="connsiteY9" fmla="*/ 17911 h 49255"/>
                    <a:gd name="connsiteX10" fmla="*/ 4478 w 89556"/>
                    <a:gd name="connsiteY10" fmla="*/ 49704 h 49255"/>
                    <a:gd name="connsiteX11" fmla="*/ 2239 w 89556"/>
                    <a:gd name="connsiteY11" fmla="*/ 51495 h 4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556" h="49255">
                      <a:moveTo>
                        <a:pt x="2239" y="51495"/>
                      </a:moveTo>
                      <a:cubicBezTo>
                        <a:pt x="2239" y="51495"/>
                        <a:pt x="2239" y="51495"/>
                        <a:pt x="2239" y="51495"/>
                      </a:cubicBezTo>
                      <a:cubicBezTo>
                        <a:pt x="896" y="51495"/>
                        <a:pt x="0" y="50151"/>
                        <a:pt x="0" y="49256"/>
                      </a:cubicBezTo>
                      <a:cubicBezTo>
                        <a:pt x="1343" y="35823"/>
                        <a:pt x="7165" y="23732"/>
                        <a:pt x="17016" y="14329"/>
                      </a:cubicBezTo>
                      <a:cubicBezTo>
                        <a:pt x="26867" y="5373"/>
                        <a:pt x="39853" y="0"/>
                        <a:pt x="53286" y="0"/>
                      </a:cubicBezTo>
                      <a:cubicBezTo>
                        <a:pt x="68063" y="0"/>
                        <a:pt x="81944" y="6269"/>
                        <a:pt x="92243" y="17016"/>
                      </a:cubicBezTo>
                      <a:cubicBezTo>
                        <a:pt x="93139" y="17911"/>
                        <a:pt x="93139" y="19255"/>
                        <a:pt x="92243" y="20150"/>
                      </a:cubicBezTo>
                      <a:cubicBezTo>
                        <a:pt x="91348" y="21046"/>
                        <a:pt x="90004" y="21046"/>
                        <a:pt x="89109" y="20150"/>
                      </a:cubicBezTo>
                      <a:cubicBezTo>
                        <a:pt x="79705" y="10299"/>
                        <a:pt x="66720" y="4925"/>
                        <a:pt x="53286" y="4925"/>
                      </a:cubicBezTo>
                      <a:cubicBezTo>
                        <a:pt x="40748" y="4925"/>
                        <a:pt x="29106" y="9403"/>
                        <a:pt x="20150" y="17911"/>
                      </a:cubicBezTo>
                      <a:cubicBezTo>
                        <a:pt x="11195" y="26419"/>
                        <a:pt x="5373" y="37614"/>
                        <a:pt x="4478" y="49704"/>
                      </a:cubicBezTo>
                      <a:cubicBezTo>
                        <a:pt x="4478" y="50599"/>
                        <a:pt x="3582" y="51495"/>
                        <a:pt x="2239" y="5149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46" name="Freeform: Shape 4942">
                  <a:extLst>
                    <a:ext uri="{FF2B5EF4-FFF2-40B4-BE49-F238E27FC236}">
                      <a16:creationId xmlns:a16="http://schemas.microsoft.com/office/drawing/2014/main" id="{2F042D7E-7950-1BAC-F0EE-391D9A3F6B0D}"/>
                    </a:ext>
                  </a:extLst>
                </p:cNvPr>
                <p:cNvSpPr/>
                <p:nvPr/>
              </p:nvSpPr>
              <p:spPr>
                <a:xfrm>
                  <a:off x="3601306" y="2622128"/>
                  <a:ext cx="8956" cy="62689"/>
                </a:xfrm>
                <a:custGeom>
                  <a:avLst/>
                  <a:gdLst>
                    <a:gd name="connsiteX0" fmla="*/ 5989 w 8955"/>
                    <a:gd name="connsiteY0" fmla="*/ 62857 h 62689"/>
                    <a:gd name="connsiteX1" fmla="*/ 5989 w 8955"/>
                    <a:gd name="connsiteY1" fmla="*/ 62857 h 62689"/>
                    <a:gd name="connsiteX2" fmla="*/ 3750 w 8955"/>
                    <a:gd name="connsiteY2" fmla="*/ 60171 h 62689"/>
                    <a:gd name="connsiteX3" fmla="*/ 4198 w 8955"/>
                    <a:gd name="connsiteY3" fmla="*/ 54350 h 62689"/>
                    <a:gd name="connsiteX4" fmla="*/ 4198 w 8955"/>
                    <a:gd name="connsiteY4" fmla="*/ 53902 h 62689"/>
                    <a:gd name="connsiteX5" fmla="*/ 4198 w 8955"/>
                    <a:gd name="connsiteY5" fmla="*/ 23005 h 62689"/>
                    <a:gd name="connsiteX6" fmla="*/ 168 w 8955"/>
                    <a:gd name="connsiteY6" fmla="*/ 3302 h 62689"/>
                    <a:gd name="connsiteX7" fmla="*/ 1511 w 8955"/>
                    <a:gd name="connsiteY7" fmla="*/ 168 h 62689"/>
                    <a:gd name="connsiteX8" fmla="*/ 4646 w 8955"/>
                    <a:gd name="connsiteY8" fmla="*/ 1511 h 62689"/>
                    <a:gd name="connsiteX9" fmla="*/ 9124 w 8955"/>
                    <a:gd name="connsiteY9" fmla="*/ 23005 h 62689"/>
                    <a:gd name="connsiteX10" fmla="*/ 9124 w 8955"/>
                    <a:gd name="connsiteY10" fmla="*/ 54350 h 62689"/>
                    <a:gd name="connsiteX11" fmla="*/ 8676 w 8955"/>
                    <a:gd name="connsiteY11" fmla="*/ 61066 h 62689"/>
                    <a:gd name="connsiteX12" fmla="*/ 5989 w 8955"/>
                    <a:gd name="connsiteY12" fmla="*/ 62857 h 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955" h="62689">
                      <a:moveTo>
                        <a:pt x="5989" y="62857"/>
                      </a:moveTo>
                      <a:cubicBezTo>
                        <a:pt x="5989" y="62857"/>
                        <a:pt x="5541" y="62857"/>
                        <a:pt x="5989" y="62857"/>
                      </a:cubicBezTo>
                      <a:cubicBezTo>
                        <a:pt x="4646" y="62857"/>
                        <a:pt x="3750" y="61514"/>
                        <a:pt x="3750" y="60171"/>
                      </a:cubicBezTo>
                      <a:cubicBezTo>
                        <a:pt x="4198" y="58380"/>
                        <a:pt x="4198" y="56141"/>
                        <a:pt x="4198" y="54350"/>
                      </a:cubicBezTo>
                      <a:lnTo>
                        <a:pt x="4198" y="53902"/>
                      </a:lnTo>
                      <a:lnTo>
                        <a:pt x="4198" y="23005"/>
                      </a:lnTo>
                      <a:cubicBezTo>
                        <a:pt x="4198" y="16288"/>
                        <a:pt x="2855" y="9571"/>
                        <a:pt x="168" y="3302"/>
                      </a:cubicBezTo>
                      <a:cubicBezTo>
                        <a:pt x="-280" y="1959"/>
                        <a:pt x="168" y="1063"/>
                        <a:pt x="1511" y="168"/>
                      </a:cubicBezTo>
                      <a:cubicBezTo>
                        <a:pt x="2855" y="-280"/>
                        <a:pt x="3750" y="168"/>
                        <a:pt x="4646" y="1511"/>
                      </a:cubicBezTo>
                      <a:cubicBezTo>
                        <a:pt x="7780" y="8228"/>
                        <a:pt x="9124" y="15392"/>
                        <a:pt x="9124" y="23005"/>
                      </a:cubicBezTo>
                      <a:lnTo>
                        <a:pt x="9124" y="54350"/>
                      </a:lnTo>
                      <a:cubicBezTo>
                        <a:pt x="9124" y="56588"/>
                        <a:pt x="9124" y="58827"/>
                        <a:pt x="8676" y="61066"/>
                      </a:cubicBezTo>
                      <a:cubicBezTo>
                        <a:pt x="7780" y="61962"/>
                        <a:pt x="6885" y="62857"/>
                        <a:pt x="5989" y="6285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47" name="Freeform: Shape 4943">
                  <a:extLst>
                    <a:ext uri="{FF2B5EF4-FFF2-40B4-BE49-F238E27FC236}">
                      <a16:creationId xmlns:a16="http://schemas.microsoft.com/office/drawing/2014/main" id="{D5C85118-321C-BEF8-DB5A-F4C029792E40}"/>
                    </a:ext>
                  </a:extLst>
                </p:cNvPr>
                <p:cNvSpPr/>
                <p:nvPr/>
              </p:nvSpPr>
              <p:spPr>
                <a:xfrm>
                  <a:off x="3505200" y="2607699"/>
                  <a:ext cx="31345" cy="76123"/>
                </a:xfrm>
                <a:custGeom>
                  <a:avLst/>
                  <a:gdLst>
                    <a:gd name="connsiteX0" fmla="*/ 2239 w 31344"/>
                    <a:gd name="connsiteY0" fmla="*/ 79077 h 76122"/>
                    <a:gd name="connsiteX1" fmla="*/ 0 w 31344"/>
                    <a:gd name="connsiteY1" fmla="*/ 77286 h 76122"/>
                    <a:gd name="connsiteX2" fmla="*/ 1791 w 31344"/>
                    <a:gd name="connsiteY2" fmla="*/ 74600 h 76122"/>
                    <a:gd name="connsiteX3" fmla="*/ 2239 w 31344"/>
                    <a:gd name="connsiteY3" fmla="*/ 74600 h 76122"/>
                    <a:gd name="connsiteX4" fmla="*/ 6717 w 31344"/>
                    <a:gd name="connsiteY4" fmla="*/ 69226 h 76122"/>
                    <a:gd name="connsiteX5" fmla="*/ 6717 w 31344"/>
                    <a:gd name="connsiteY5" fmla="*/ 37881 h 76122"/>
                    <a:gd name="connsiteX6" fmla="*/ 27762 w 31344"/>
                    <a:gd name="connsiteY6" fmla="*/ 268 h 76122"/>
                    <a:gd name="connsiteX7" fmla="*/ 30897 w 31344"/>
                    <a:gd name="connsiteY7" fmla="*/ 1163 h 76122"/>
                    <a:gd name="connsiteX8" fmla="*/ 30001 w 31344"/>
                    <a:gd name="connsiteY8" fmla="*/ 4298 h 76122"/>
                    <a:gd name="connsiteX9" fmla="*/ 11195 w 31344"/>
                    <a:gd name="connsiteY9" fmla="*/ 37881 h 76122"/>
                    <a:gd name="connsiteX10" fmla="*/ 11195 w 31344"/>
                    <a:gd name="connsiteY10" fmla="*/ 69226 h 76122"/>
                    <a:gd name="connsiteX11" fmla="*/ 3134 w 31344"/>
                    <a:gd name="connsiteY11" fmla="*/ 79077 h 76122"/>
                    <a:gd name="connsiteX12" fmla="*/ 2239 w 31344"/>
                    <a:gd name="connsiteY12" fmla="*/ 79077 h 76122"/>
                    <a:gd name="connsiteX13" fmla="*/ 2239 w 31344"/>
                    <a:gd name="connsiteY13" fmla="*/ 79077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44" h="76122">
                      <a:moveTo>
                        <a:pt x="2239" y="79077"/>
                      </a:moveTo>
                      <a:cubicBezTo>
                        <a:pt x="895" y="79077"/>
                        <a:pt x="0" y="78182"/>
                        <a:pt x="0" y="77286"/>
                      </a:cubicBezTo>
                      <a:cubicBezTo>
                        <a:pt x="0" y="75943"/>
                        <a:pt x="895" y="75047"/>
                        <a:pt x="1791" y="74600"/>
                      </a:cubicBezTo>
                      <a:cubicBezTo>
                        <a:pt x="1791" y="74600"/>
                        <a:pt x="2239" y="74600"/>
                        <a:pt x="2239" y="74600"/>
                      </a:cubicBezTo>
                      <a:cubicBezTo>
                        <a:pt x="4925" y="74152"/>
                        <a:pt x="6717" y="71465"/>
                        <a:pt x="6717" y="69226"/>
                      </a:cubicBezTo>
                      <a:lnTo>
                        <a:pt x="6717" y="37881"/>
                      </a:lnTo>
                      <a:cubicBezTo>
                        <a:pt x="6717" y="22657"/>
                        <a:pt x="14777" y="8328"/>
                        <a:pt x="27762" y="268"/>
                      </a:cubicBezTo>
                      <a:cubicBezTo>
                        <a:pt x="28658" y="-180"/>
                        <a:pt x="30001" y="-180"/>
                        <a:pt x="30897" y="1163"/>
                      </a:cubicBezTo>
                      <a:cubicBezTo>
                        <a:pt x="31792" y="2507"/>
                        <a:pt x="31345" y="3402"/>
                        <a:pt x="30001" y="4298"/>
                      </a:cubicBezTo>
                      <a:cubicBezTo>
                        <a:pt x="18359" y="11462"/>
                        <a:pt x="11195" y="24000"/>
                        <a:pt x="11195" y="37881"/>
                      </a:cubicBezTo>
                      <a:lnTo>
                        <a:pt x="11195" y="69226"/>
                      </a:lnTo>
                      <a:cubicBezTo>
                        <a:pt x="11195" y="74152"/>
                        <a:pt x="7612" y="78182"/>
                        <a:pt x="3134" y="79077"/>
                      </a:cubicBezTo>
                      <a:cubicBezTo>
                        <a:pt x="3134" y="79077"/>
                        <a:pt x="2687" y="79077"/>
                        <a:pt x="2239" y="79077"/>
                      </a:cubicBezTo>
                      <a:cubicBezTo>
                        <a:pt x="2239" y="79077"/>
                        <a:pt x="2239" y="79077"/>
                        <a:pt x="2239" y="7907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48" name="Freeform: Shape 4944">
                  <a:extLst>
                    <a:ext uri="{FF2B5EF4-FFF2-40B4-BE49-F238E27FC236}">
                      <a16:creationId xmlns:a16="http://schemas.microsoft.com/office/drawing/2014/main" id="{2E870360-4D4C-3058-91B2-7BC5928BCFD0}"/>
                    </a:ext>
                  </a:extLst>
                </p:cNvPr>
                <p:cNvSpPr/>
                <p:nvPr/>
              </p:nvSpPr>
              <p:spPr>
                <a:xfrm>
                  <a:off x="3587416" y="2700658"/>
                  <a:ext cx="8956" cy="13433"/>
                </a:xfrm>
                <a:custGeom>
                  <a:avLst/>
                  <a:gdLst>
                    <a:gd name="connsiteX0" fmla="*/ 2415 w 8955"/>
                    <a:gd name="connsiteY0" fmla="*/ 17463 h 13433"/>
                    <a:gd name="connsiteX1" fmla="*/ 1071 w 8955"/>
                    <a:gd name="connsiteY1" fmla="*/ 17016 h 13433"/>
                    <a:gd name="connsiteX2" fmla="*/ 176 w 8955"/>
                    <a:gd name="connsiteY2" fmla="*/ 13881 h 13433"/>
                    <a:gd name="connsiteX3" fmla="*/ 5101 w 8955"/>
                    <a:gd name="connsiteY3" fmla="*/ 1791 h 13433"/>
                    <a:gd name="connsiteX4" fmla="*/ 7788 w 8955"/>
                    <a:gd name="connsiteY4" fmla="*/ 0 h 13433"/>
                    <a:gd name="connsiteX5" fmla="*/ 9579 w 8955"/>
                    <a:gd name="connsiteY5" fmla="*/ 2687 h 13433"/>
                    <a:gd name="connsiteX6" fmla="*/ 4206 w 8955"/>
                    <a:gd name="connsiteY6" fmla="*/ 16120 h 13433"/>
                    <a:gd name="connsiteX7" fmla="*/ 2415 w 8955"/>
                    <a:gd name="connsiteY7" fmla="*/ 17463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13433">
                      <a:moveTo>
                        <a:pt x="2415" y="17463"/>
                      </a:moveTo>
                      <a:cubicBezTo>
                        <a:pt x="1967" y="17463"/>
                        <a:pt x="1519" y="17463"/>
                        <a:pt x="1071" y="17016"/>
                      </a:cubicBezTo>
                      <a:cubicBezTo>
                        <a:pt x="176" y="16568"/>
                        <a:pt x="-272" y="14777"/>
                        <a:pt x="176" y="13881"/>
                      </a:cubicBezTo>
                      <a:cubicBezTo>
                        <a:pt x="1967" y="10747"/>
                        <a:pt x="4206" y="4926"/>
                        <a:pt x="5101" y="1791"/>
                      </a:cubicBezTo>
                      <a:cubicBezTo>
                        <a:pt x="5549" y="448"/>
                        <a:pt x="6445" y="0"/>
                        <a:pt x="7788" y="0"/>
                      </a:cubicBezTo>
                      <a:cubicBezTo>
                        <a:pt x="9131" y="448"/>
                        <a:pt x="9579" y="1343"/>
                        <a:pt x="9579" y="2687"/>
                      </a:cubicBezTo>
                      <a:cubicBezTo>
                        <a:pt x="8684" y="6269"/>
                        <a:pt x="6445" y="12538"/>
                        <a:pt x="4206" y="16120"/>
                      </a:cubicBezTo>
                      <a:cubicBezTo>
                        <a:pt x="3758" y="17016"/>
                        <a:pt x="2862" y="17463"/>
                        <a:pt x="2415" y="1746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49" name="Freeform: Shape 4945">
                  <a:extLst>
                    <a:ext uri="{FF2B5EF4-FFF2-40B4-BE49-F238E27FC236}">
                      <a16:creationId xmlns:a16="http://schemas.microsoft.com/office/drawing/2014/main" id="{BE3E449C-D5A6-D183-CEE0-423FF8D788D4}"/>
                    </a:ext>
                  </a:extLst>
                </p:cNvPr>
                <p:cNvSpPr/>
                <p:nvPr/>
              </p:nvSpPr>
              <p:spPr>
                <a:xfrm>
                  <a:off x="3547292" y="2600802"/>
                  <a:ext cx="49256" cy="85079"/>
                </a:xfrm>
                <a:custGeom>
                  <a:avLst/>
                  <a:gdLst>
                    <a:gd name="connsiteX0" fmla="*/ 49704 w 49255"/>
                    <a:gd name="connsiteY0" fmla="*/ 88661 h 85078"/>
                    <a:gd name="connsiteX1" fmla="*/ 49704 w 49255"/>
                    <a:gd name="connsiteY1" fmla="*/ 88661 h 85078"/>
                    <a:gd name="connsiteX2" fmla="*/ 47465 w 49255"/>
                    <a:gd name="connsiteY2" fmla="*/ 85974 h 85078"/>
                    <a:gd name="connsiteX3" fmla="*/ 47913 w 49255"/>
                    <a:gd name="connsiteY3" fmla="*/ 75227 h 85078"/>
                    <a:gd name="connsiteX4" fmla="*/ 47913 w 49255"/>
                    <a:gd name="connsiteY4" fmla="*/ 43883 h 85078"/>
                    <a:gd name="connsiteX5" fmla="*/ 36270 w 49255"/>
                    <a:gd name="connsiteY5" fmla="*/ 16120 h 85078"/>
                    <a:gd name="connsiteX6" fmla="*/ 2687 w 49255"/>
                    <a:gd name="connsiteY6" fmla="*/ 4926 h 85078"/>
                    <a:gd name="connsiteX7" fmla="*/ 0 w 49255"/>
                    <a:gd name="connsiteY7" fmla="*/ 3135 h 85078"/>
                    <a:gd name="connsiteX8" fmla="*/ 1791 w 49255"/>
                    <a:gd name="connsiteY8" fmla="*/ 448 h 85078"/>
                    <a:gd name="connsiteX9" fmla="*/ 8060 w 49255"/>
                    <a:gd name="connsiteY9" fmla="*/ 0 h 85078"/>
                    <a:gd name="connsiteX10" fmla="*/ 38957 w 49255"/>
                    <a:gd name="connsiteY10" fmla="*/ 12986 h 85078"/>
                    <a:gd name="connsiteX11" fmla="*/ 51943 w 49255"/>
                    <a:gd name="connsiteY11" fmla="*/ 43883 h 85078"/>
                    <a:gd name="connsiteX12" fmla="*/ 51943 w 49255"/>
                    <a:gd name="connsiteY12" fmla="*/ 75227 h 85078"/>
                    <a:gd name="connsiteX13" fmla="*/ 51495 w 49255"/>
                    <a:gd name="connsiteY13" fmla="*/ 86422 h 85078"/>
                    <a:gd name="connsiteX14" fmla="*/ 49704 w 49255"/>
                    <a:gd name="connsiteY14" fmla="*/ 88661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255" h="85078">
                      <a:moveTo>
                        <a:pt x="49704" y="88661"/>
                      </a:moveTo>
                      <a:cubicBezTo>
                        <a:pt x="49704" y="88661"/>
                        <a:pt x="49704" y="88661"/>
                        <a:pt x="49704" y="88661"/>
                      </a:cubicBezTo>
                      <a:cubicBezTo>
                        <a:pt x="48360" y="88661"/>
                        <a:pt x="47465" y="87317"/>
                        <a:pt x="47465" y="85974"/>
                      </a:cubicBezTo>
                      <a:cubicBezTo>
                        <a:pt x="47913" y="82392"/>
                        <a:pt x="47913" y="78810"/>
                        <a:pt x="47913" y="75227"/>
                      </a:cubicBezTo>
                      <a:lnTo>
                        <a:pt x="47913" y="43883"/>
                      </a:lnTo>
                      <a:cubicBezTo>
                        <a:pt x="47913" y="33584"/>
                        <a:pt x="43883" y="23733"/>
                        <a:pt x="36270" y="16120"/>
                      </a:cubicBezTo>
                      <a:cubicBezTo>
                        <a:pt x="27315" y="7165"/>
                        <a:pt x="15225" y="3135"/>
                        <a:pt x="2687" y="4926"/>
                      </a:cubicBezTo>
                      <a:cubicBezTo>
                        <a:pt x="1343" y="4926"/>
                        <a:pt x="448" y="4030"/>
                        <a:pt x="0" y="3135"/>
                      </a:cubicBezTo>
                      <a:cubicBezTo>
                        <a:pt x="0" y="1791"/>
                        <a:pt x="896" y="896"/>
                        <a:pt x="1791" y="448"/>
                      </a:cubicBezTo>
                      <a:cubicBezTo>
                        <a:pt x="4030" y="0"/>
                        <a:pt x="5821" y="0"/>
                        <a:pt x="8060" y="0"/>
                      </a:cubicBezTo>
                      <a:cubicBezTo>
                        <a:pt x="19703" y="0"/>
                        <a:pt x="30897" y="4478"/>
                        <a:pt x="38957" y="12986"/>
                      </a:cubicBezTo>
                      <a:cubicBezTo>
                        <a:pt x="47465" y="21046"/>
                        <a:pt x="51943" y="32240"/>
                        <a:pt x="51943" y="43883"/>
                      </a:cubicBezTo>
                      <a:lnTo>
                        <a:pt x="51943" y="75227"/>
                      </a:lnTo>
                      <a:cubicBezTo>
                        <a:pt x="51943" y="78810"/>
                        <a:pt x="51943" y="82840"/>
                        <a:pt x="51495" y="86422"/>
                      </a:cubicBezTo>
                      <a:cubicBezTo>
                        <a:pt x="51943" y="88213"/>
                        <a:pt x="50599" y="88661"/>
                        <a:pt x="49704" y="8866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50" name="Freeform: Shape 4946">
                  <a:extLst>
                    <a:ext uri="{FF2B5EF4-FFF2-40B4-BE49-F238E27FC236}">
                      <a16:creationId xmlns:a16="http://schemas.microsoft.com/office/drawing/2014/main" id="{A6783D11-5BB5-D919-1FC7-D739284CC717}"/>
                    </a:ext>
                  </a:extLst>
                </p:cNvPr>
                <p:cNvSpPr/>
                <p:nvPr/>
              </p:nvSpPr>
              <p:spPr>
                <a:xfrm>
                  <a:off x="3540982" y="2709125"/>
                  <a:ext cx="17911" cy="17911"/>
                </a:xfrm>
                <a:custGeom>
                  <a:avLst/>
                  <a:gdLst>
                    <a:gd name="connsiteX0" fmla="*/ 2279 w 17911"/>
                    <a:gd name="connsiteY0" fmla="*/ 18847 h 17911"/>
                    <a:gd name="connsiteX1" fmla="*/ 488 w 17911"/>
                    <a:gd name="connsiteY1" fmla="*/ 17952 h 17911"/>
                    <a:gd name="connsiteX2" fmla="*/ 936 w 17911"/>
                    <a:gd name="connsiteY2" fmla="*/ 14817 h 17911"/>
                    <a:gd name="connsiteX3" fmla="*/ 2727 w 17911"/>
                    <a:gd name="connsiteY3" fmla="*/ 13474 h 17911"/>
                    <a:gd name="connsiteX4" fmla="*/ 14369 w 17911"/>
                    <a:gd name="connsiteY4" fmla="*/ 936 h 17911"/>
                    <a:gd name="connsiteX5" fmla="*/ 17504 w 17911"/>
                    <a:gd name="connsiteY5" fmla="*/ 488 h 17911"/>
                    <a:gd name="connsiteX6" fmla="*/ 17952 w 17911"/>
                    <a:gd name="connsiteY6" fmla="*/ 3623 h 17911"/>
                    <a:gd name="connsiteX7" fmla="*/ 5414 w 17911"/>
                    <a:gd name="connsiteY7" fmla="*/ 17056 h 17911"/>
                    <a:gd name="connsiteX8" fmla="*/ 3623 w 17911"/>
                    <a:gd name="connsiteY8" fmla="*/ 18399 h 17911"/>
                    <a:gd name="connsiteX9" fmla="*/ 2279 w 17911"/>
                    <a:gd name="connsiteY9" fmla="*/ 18847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17911">
                      <a:moveTo>
                        <a:pt x="2279" y="18847"/>
                      </a:moveTo>
                      <a:cubicBezTo>
                        <a:pt x="1384" y="18847"/>
                        <a:pt x="936" y="18399"/>
                        <a:pt x="488" y="17952"/>
                      </a:cubicBezTo>
                      <a:cubicBezTo>
                        <a:pt x="-407" y="17056"/>
                        <a:pt x="40" y="15713"/>
                        <a:pt x="936" y="14817"/>
                      </a:cubicBezTo>
                      <a:cubicBezTo>
                        <a:pt x="1384" y="14369"/>
                        <a:pt x="2279" y="13922"/>
                        <a:pt x="2727" y="13474"/>
                      </a:cubicBezTo>
                      <a:cubicBezTo>
                        <a:pt x="7205" y="9892"/>
                        <a:pt x="11235" y="5861"/>
                        <a:pt x="14369" y="936"/>
                      </a:cubicBezTo>
                      <a:cubicBezTo>
                        <a:pt x="15265" y="40"/>
                        <a:pt x="16608" y="-407"/>
                        <a:pt x="17504" y="488"/>
                      </a:cubicBezTo>
                      <a:cubicBezTo>
                        <a:pt x="18399" y="1384"/>
                        <a:pt x="18847" y="2727"/>
                        <a:pt x="17952" y="3623"/>
                      </a:cubicBezTo>
                      <a:cubicBezTo>
                        <a:pt x="14369" y="8548"/>
                        <a:pt x="10339" y="13026"/>
                        <a:pt x="5414" y="17056"/>
                      </a:cubicBezTo>
                      <a:cubicBezTo>
                        <a:pt x="4518" y="17504"/>
                        <a:pt x="4070" y="17952"/>
                        <a:pt x="3623" y="18399"/>
                      </a:cubicBezTo>
                      <a:cubicBezTo>
                        <a:pt x="3175" y="18399"/>
                        <a:pt x="2727" y="18847"/>
                        <a:pt x="2279" y="1884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51" name="Freeform: Shape 4947">
                  <a:extLst>
                    <a:ext uri="{FF2B5EF4-FFF2-40B4-BE49-F238E27FC236}">
                      <a16:creationId xmlns:a16="http://schemas.microsoft.com/office/drawing/2014/main" id="{2542DBFE-F199-979A-D4E3-528361521814}"/>
                    </a:ext>
                  </a:extLst>
                </p:cNvPr>
                <p:cNvSpPr/>
                <p:nvPr/>
              </p:nvSpPr>
              <p:spPr>
                <a:xfrm>
                  <a:off x="3519361" y="2630356"/>
                  <a:ext cx="49256" cy="80601"/>
                </a:xfrm>
                <a:custGeom>
                  <a:avLst/>
                  <a:gdLst>
                    <a:gd name="connsiteX0" fmla="*/ 2407 w 49255"/>
                    <a:gd name="connsiteY0" fmla="*/ 82840 h 80600"/>
                    <a:gd name="connsiteX1" fmla="*/ 168 w 49255"/>
                    <a:gd name="connsiteY1" fmla="*/ 81496 h 80600"/>
                    <a:gd name="connsiteX2" fmla="*/ 1511 w 49255"/>
                    <a:gd name="connsiteY2" fmla="*/ 78362 h 80600"/>
                    <a:gd name="connsiteX3" fmla="*/ 1959 w 49255"/>
                    <a:gd name="connsiteY3" fmla="*/ 77914 h 80600"/>
                    <a:gd name="connsiteX4" fmla="*/ 22557 w 49255"/>
                    <a:gd name="connsiteY4" fmla="*/ 45674 h 80600"/>
                    <a:gd name="connsiteX5" fmla="*/ 22557 w 49255"/>
                    <a:gd name="connsiteY5" fmla="*/ 13881 h 80600"/>
                    <a:gd name="connsiteX6" fmla="*/ 36438 w 49255"/>
                    <a:gd name="connsiteY6" fmla="*/ 0 h 80600"/>
                    <a:gd name="connsiteX7" fmla="*/ 50319 w 49255"/>
                    <a:gd name="connsiteY7" fmla="*/ 13881 h 80600"/>
                    <a:gd name="connsiteX8" fmla="*/ 50319 w 49255"/>
                    <a:gd name="connsiteY8" fmla="*/ 45226 h 80600"/>
                    <a:gd name="connsiteX9" fmla="*/ 47185 w 49255"/>
                    <a:gd name="connsiteY9" fmla="*/ 64928 h 80600"/>
                    <a:gd name="connsiteX10" fmla="*/ 44498 w 49255"/>
                    <a:gd name="connsiteY10" fmla="*/ 66272 h 80600"/>
                    <a:gd name="connsiteX11" fmla="*/ 43155 w 49255"/>
                    <a:gd name="connsiteY11" fmla="*/ 63585 h 80600"/>
                    <a:gd name="connsiteX12" fmla="*/ 45842 w 49255"/>
                    <a:gd name="connsiteY12" fmla="*/ 45226 h 80600"/>
                    <a:gd name="connsiteX13" fmla="*/ 45842 w 49255"/>
                    <a:gd name="connsiteY13" fmla="*/ 44778 h 80600"/>
                    <a:gd name="connsiteX14" fmla="*/ 45842 w 49255"/>
                    <a:gd name="connsiteY14" fmla="*/ 13881 h 80600"/>
                    <a:gd name="connsiteX15" fmla="*/ 36438 w 49255"/>
                    <a:gd name="connsiteY15" fmla="*/ 4478 h 80600"/>
                    <a:gd name="connsiteX16" fmla="*/ 27035 w 49255"/>
                    <a:gd name="connsiteY16" fmla="*/ 13881 h 80600"/>
                    <a:gd name="connsiteX17" fmla="*/ 27035 w 49255"/>
                    <a:gd name="connsiteY17" fmla="*/ 45674 h 80600"/>
                    <a:gd name="connsiteX18" fmla="*/ 3750 w 49255"/>
                    <a:gd name="connsiteY18" fmla="*/ 81944 h 80600"/>
                    <a:gd name="connsiteX19" fmla="*/ 3302 w 49255"/>
                    <a:gd name="connsiteY19" fmla="*/ 82392 h 80600"/>
                    <a:gd name="connsiteX20" fmla="*/ 2407 w 49255"/>
                    <a:gd name="connsiteY20" fmla="*/ 82840 h 8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9255" h="80600">
                      <a:moveTo>
                        <a:pt x="2407" y="82840"/>
                      </a:moveTo>
                      <a:cubicBezTo>
                        <a:pt x="1511" y="82840"/>
                        <a:pt x="616" y="82392"/>
                        <a:pt x="168" y="81496"/>
                      </a:cubicBezTo>
                      <a:cubicBezTo>
                        <a:pt x="-280" y="80153"/>
                        <a:pt x="168" y="79257"/>
                        <a:pt x="1511" y="78362"/>
                      </a:cubicBezTo>
                      <a:lnTo>
                        <a:pt x="1959" y="77914"/>
                      </a:lnTo>
                      <a:cubicBezTo>
                        <a:pt x="14497" y="72093"/>
                        <a:pt x="22557" y="59555"/>
                        <a:pt x="22557" y="45674"/>
                      </a:cubicBezTo>
                      <a:lnTo>
                        <a:pt x="22557" y="13881"/>
                      </a:lnTo>
                      <a:cubicBezTo>
                        <a:pt x="22557" y="6269"/>
                        <a:pt x="28826" y="0"/>
                        <a:pt x="36438" y="0"/>
                      </a:cubicBezTo>
                      <a:cubicBezTo>
                        <a:pt x="44051" y="0"/>
                        <a:pt x="50319" y="6269"/>
                        <a:pt x="50319" y="13881"/>
                      </a:cubicBezTo>
                      <a:lnTo>
                        <a:pt x="50319" y="45226"/>
                      </a:lnTo>
                      <a:cubicBezTo>
                        <a:pt x="50319" y="51943"/>
                        <a:pt x="49424" y="58659"/>
                        <a:pt x="47185" y="64928"/>
                      </a:cubicBezTo>
                      <a:cubicBezTo>
                        <a:pt x="46737" y="66272"/>
                        <a:pt x="45394" y="66719"/>
                        <a:pt x="44498" y="66272"/>
                      </a:cubicBezTo>
                      <a:cubicBezTo>
                        <a:pt x="43155" y="65824"/>
                        <a:pt x="42707" y="64481"/>
                        <a:pt x="43155" y="63585"/>
                      </a:cubicBezTo>
                      <a:cubicBezTo>
                        <a:pt x="44946" y="57764"/>
                        <a:pt x="45842" y="51495"/>
                        <a:pt x="45842" y="45226"/>
                      </a:cubicBezTo>
                      <a:lnTo>
                        <a:pt x="45842" y="44778"/>
                      </a:lnTo>
                      <a:lnTo>
                        <a:pt x="45842" y="13881"/>
                      </a:lnTo>
                      <a:cubicBezTo>
                        <a:pt x="45842" y="8508"/>
                        <a:pt x="41364" y="4478"/>
                        <a:pt x="36438" y="4478"/>
                      </a:cubicBezTo>
                      <a:cubicBezTo>
                        <a:pt x="31513" y="4478"/>
                        <a:pt x="27035" y="8956"/>
                        <a:pt x="27035" y="13881"/>
                      </a:cubicBezTo>
                      <a:lnTo>
                        <a:pt x="27035" y="45674"/>
                      </a:lnTo>
                      <a:cubicBezTo>
                        <a:pt x="27035" y="61346"/>
                        <a:pt x="17631" y="75227"/>
                        <a:pt x="3750" y="81944"/>
                      </a:cubicBezTo>
                      <a:lnTo>
                        <a:pt x="3302" y="82392"/>
                      </a:lnTo>
                      <a:cubicBezTo>
                        <a:pt x="2855" y="82840"/>
                        <a:pt x="2407" y="82840"/>
                        <a:pt x="2407" y="8284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52" name="Freeform: Shape 4948">
                  <a:extLst>
                    <a:ext uri="{FF2B5EF4-FFF2-40B4-BE49-F238E27FC236}">
                      <a16:creationId xmlns:a16="http://schemas.microsoft.com/office/drawing/2014/main" id="{C17EC9FE-8B32-6E4C-5486-3BC9B114B5C0}"/>
                    </a:ext>
                  </a:extLst>
                </p:cNvPr>
                <p:cNvSpPr/>
                <p:nvPr/>
              </p:nvSpPr>
              <p:spPr>
                <a:xfrm>
                  <a:off x="3554456" y="2644237"/>
                  <a:ext cx="4478" cy="8956"/>
                </a:xfrm>
                <a:custGeom>
                  <a:avLst/>
                  <a:gdLst>
                    <a:gd name="connsiteX0" fmla="*/ 2239 w 4477"/>
                    <a:gd name="connsiteY0" fmla="*/ 11642 h 8955"/>
                    <a:gd name="connsiteX1" fmla="*/ 0 w 4477"/>
                    <a:gd name="connsiteY1" fmla="*/ 9403 h 8955"/>
                    <a:gd name="connsiteX2" fmla="*/ 0 w 4477"/>
                    <a:gd name="connsiteY2" fmla="*/ 2239 h 8955"/>
                    <a:gd name="connsiteX3" fmla="*/ 2239 w 4477"/>
                    <a:gd name="connsiteY3" fmla="*/ 0 h 8955"/>
                    <a:gd name="connsiteX4" fmla="*/ 4478 w 4477"/>
                    <a:gd name="connsiteY4" fmla="*/ 2239 h 8955"/>
                    <a:gd name="connsiteX5" fmla="*/ 4478 w 4477"/>
                    <a:gd name="connsiteY5" fmla="*/ 9403 h 8955"/>
                    <a:gd name="connsiteX6" fmla="*/ 2239 w 4477"/>
                    <a:gd name="connsiteY6" fmla="*/ 11642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8955">
                      <a:moveTo>
                        <a:pt x="2239" y="11642"/>
                      </a:moveTo>
                      <a:cubicBezTo>
                        <a:pt x="895" y="11642"/>
                        <a:pt x="0" y="10747"/>
                        <a:pt x="0" y="9403"/>
                      </a:cubicBezTo>
                      <a:lnTo>
                        <a:pt x="0" y="2239"/>
                      </a:lnTo>
                      <a:cubicBezTo>
                        <a:pt x="0" y="896"/>
                        <a:pt x="895" y="0"/>
                        <a:pt x="2239" y="0"/>
                      </a:cubicBezTo>
                      <a:cubicBezTo>
                        <a:pt x="3582" y="0"/>
                        <a:pt x="4478" y="896"/>
                        <a:pt x="4478" y="2239"/>
                      </a:cubicBezTo>
                      <a:lnTo>
                        <a:pt x="4478" y="9403"/>
                      </a:lnTo>
                      <a:cubicBezTo>
                        <a:pt x="4478" y="10747"/>
                        <a:pt x="3134" y="11642"/>
                        <a:pt x="2239" y="1164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53" name="Freeform: Shape 4949">
                  <a:extLst>
                    <a:ext uri="{FF2B5EF4-FFF2-40B4-BE49-F238E27FC236}">
                      <a16:creationId xmlns:a16="http://schemas.microsoft.com/office/drawing/2014/main" id="{FB02BE53-C138-97B8-E1DB-90616F0396CF}"/>
                    </a:ext>
                  </a:extLst>
                </p:cNvPr>
                <p:cNvSpPr/>
                <p:nvPr/>
              </p:nvSpPr>
              <p:spPr>
                <a:xfrm>
                  <a:off x="3529560" y="2662148"/>
                  <a:ext cx="26867" cy="58212"/>
                </a:xfrm>
                <a:custGeom>
                  <a:avLst/>
                  <a:gdLst>
                    <a:gd name="connsiteX0" fmla="*/ 2059 w 26866"/>
                    <a:gd name="connsiteY0" fmla="*/ 58659 h 58211"/>
                    <a:gd name="connsiteX1" fmla="*/ 268 w 26866"/>
                    <a:gd name="connsiteY1" fmla="*/ 57316 h 58211"/>
                    <a:gd name="connsiteX2" fmla="*/ 1163 w 26866"/>
                    <a:gd name="connsiteY2" fmla="*/ 54182 h 58211"/>
                    <a:gd name="connsiteX3" fmla="*/ 2955 w 26866"/>
                    <a:gd name="connsiteY3" fmla="*/ 53286 h 58211"/>
                    <a:gd name="connsiteX4" fmla="*/ 25344 w 26866"/>
                    <a:gd name="connsiteY4" fmla="*/ 11642 h 58211"/>
                    <a:gd name="connsiteX5" fmla="*/ 25344 w 26866"/>
                    <a:gd name="connsiteY5" fmla="*/ 2239 h 58211"/>
                    <a:gd name="connsiteX6" fmla="*/ 27583 w 26866"/>
                    <a:gd name="connsiteY6" fmla="*/ 0 h 58211"/>
                    <a:gd name="connsiteX7" fmla="*/ 29821 w 26866"/>
                    <a:gd name="connsiteY7" fmla="*/ 2239 h 58211"/>
                    <a:gd name="connsiteX8" fmla="*/ 29821 w 26866"/>
                    <a:gd name="connsiteY8" fmla="*/ 11642 h 58211"/>
                    <a:gd name="connsiteX9" fmla="*/ 5641 w 26866"/>
                    <a:gd name="connsiteY9" fmla="*/ 57316 h 58211"/>
                    <a:gd name="connsiteX10" fmla="*/ 3850 w 26866"/>
                    <a:gd name="connsiteY10" fmla="*/ 58659 h 58211"/>
                    <a:gd name="connsiteX11" fmla="*/ 2059 w 26866"/>
                    <a:gd name="connsiteY11" fmla="*/ 58659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66" h="58211">
                      <a:moveTo>
                        <a:pt x="2059" y="58659"/>
                      </a:moveTo>
                      <a:cubicBezTo>
                        <a:pt x="1163" y="58659"/>
                        <a:pt x="716" y="58212"/>
                        <a:pt x="268" y="57316"/>
                      </a:cubicBezTo>
                      <a:cubicBezTo>
                        <a:pt x="-180" y="56421"/>
                        <a:pt x="-180" y="55077"/>
                        <a:pt x="1163" y="54182"/>
                      </a:cubicBezTo>
                      <a:cubicBezTo>
                        <a:pt x="1611" y="53734"/>
                        <a:pt x="2507" y="53286"/>
                        <a:pt x="2955" y="53286"/>
                      </a:cubicBezTo>
                      <a:cubicBezTo>
                        <a:pt x="16836" y="44330"/>
                        <a:pt x="25344" y="28658"/>
                        <a:pt x="25344" y="11642"/>
                      </a:cubicBezTo>
                      <a:lnTo>
                        <a:pt x="25344" y="2239"/>
                      </a:lnTo>
                      <a:cubicBezTo>
                        <a:pt x="25344" y="896"/>
                        <a:pt x="26239" y="0"/>
                        <a:pt x="27583" y="0"/>
                      </a:cubicBezTo>
                      <a:cubicBezTo>
                        <a:pt x="28926" y="0"/>
                        <a:pt x="29821" y="896"/>
                        <a:pt x="29821" y="2239"/>
                      </a:cubicBezTo>
                      <a:lnTo>
                        <a:pt x="29821" y="11642"/>
                      </a:lnTo>
                      <a:cubicBezTo>
                        <a:pt x="29821" y="30449"/>
                        <a:pt x="20866" y="47465"/>
                        <a:pt x="5641" y="57316"/>
                      </a:cubicBezTo>
                      <a:cubicBezTo>
                        <a:pt x="5193" y="57764"/>
                        <a:pt x="4298" y="58212"/>
                        <a:pt x="3850" y="58659"/>
                      </a:cubicBezTo>
                      <a:cubicBezTo>
                        <a:pt x="2955" y="58659"/>
                        <a:pt x="2507" y="58659"/>
                        <a:pt x="2059" y="5865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54" name="Freeform: Shape 4950">
                  <a:extLst>
                    <a:ext uri="{FF2B5EF4-FFF2-40B4-BE49-F238E27FC236}">
                      <a16:creationId xmlns:a16="http://schemas.microsoft.com/office/drawing/2014/main" id="{7F100745-38DD-9863-15E5-33943DF616B8}"/>
                    </a:ext>
                  </a:extLst>
                </p:cNvPr>
                <p:cNvSpPr/>
                <p:nvPr/>
              </p:nvSpPr>
              <p:spPr>
                <a:xfrm>
                  <a:off x="3512246" y="2682131"/>
                  <a:ext cx="22389" cy="22389"/>
                </a:xfrm>
                <a:custGeom>
                  <a:avLst/>
                  <a:gdLst>
                    <a:gd name="connsiteX0" fmla="*/ 2358 w 22389"/>
                    <a:gd name="connsiteY0" fmla="*/ 23005 h 22389"/>
                    <a:gd name="connsiteX1" fmla="*/ 119 w 22389"/>
                    <a:gd name="connsiteY1" fmla="*/ 21661 h 22389"/>
                    <a:gd name="connsiteX2" fmla="*/ 1462 w 22389"/>
                    <a:gd name="connsiteY2" fmla="*/ 18975 h 22389"/>
                    <a:gd name="connsiteX3" fmla="*/ 2358 w 22389"/>
                    <a:gd name="connsiteY3" fmla="*/ 18527 h 22389"/>
                    <a:gd name="connsiteX4" fmla="*/ 18478 w 22389"/>
                    <a:gd name="connsiteY4" fmla="*/ 1511 h 22389"/>
                    <a:gd name="connsiteX5" fmla="*/ 21165 w 22389"/>
                    <a:gd name="connsiteY5" fmla="*/ 168 h 22389"/>
                    <a:gd name="connsiteX6" fmla="*/ 22508 w 22389"/>
                    <a:gd name="connsiteY6" fmla="*/ 2855 h 22389"/>
                    <a:gd name="connsiteX7" fmla="*/ 3701 w 22389"/>
                    <a:gd name="connsiteY7" fmla="*/ 22557 h 22389"/>
                    <a:gd name="connsiteX8" fmla="*/ 2806 w 22389"/>
                    <a:gd name="connsiteY8" fmla="*/ 23005 h 22389"/>
                    <a:gd name="connsiteX9" fmla="*/ 2358 w 22389"/>
                    <a:gd name="connsiteY9" fmla="*/ 23005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89" h="22389">
                      <a:moveTo>
                        <a:pt x="2358" y="23005"/>
                      </a:moveTo>
                      <a:cubicBezTo>
                        <a:pt x="1462" y="23005"/>
                        <a:pt x="567" y="22557"/>
                        <a:pt x="119" y="21661"/>
                      </a:cubicBezTo>
                      <a:cubicBezTo>
                        <a:pt x="-329" y="20318"/>
                        <a:pt x="567" y="19422"/>
                        <a:pt x="1462" y="18975"/>
                      </a:cubicBezTo>
                      <a:lnTo>
                        <a:pt x="2358" y="18527"/>
                      </a:lnTo>
                      <a:cubicBezTo>
                        <a:pt x="9970" y="15840"/>
                        <a:pt x="16239" y="9571"/>
                        <a:pt x="18478" y="1511"/>
                      </a:cubicBezTo>
                      <a:cubicBezTo>
                        <a:pt x="18926" y="168"/>
                        <a:pt x="20269" y="-280"/>
                        <a:pt x="21165" y="168"/>
                      </a:cubicBezTo>
                      <a:cubicBezTo>
                        <a:pt x="22508" y="616"/>
                        <a:pt x="22956" y="1959"/>
                        <a:pt x="22508" y="2855"/>
                      </a:cubicBezTo>
                      <a:cubicBezTo>
                        <a:pt x="19822" y="12258"/>
                        <a:pt x="12657" y="19422"/>
                        <a:pt x="3701" y="22557"/>
                      </a:cubicBezTo>
                      <a:lnTo>
                        <a:pt x="2806" y="23005"/>
                      </a:lnTo>
                      <a:cubicBezTo>
                        <a:pt x="2806" y="23005"/>
                        <a:pt x="2806" y="23005"/>
                        <a:pt x="2358" y="2300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55" name="Freeform: Shape 4951">
                  <a:extLst>
                    <a:ext uri="{FF2B5EF4-FFF2-40B4-BE49-F238E27FC236}">
                      <a16:creationId xmlns:a16="http://schemas.microsoft.com/office/drawing/2014/main" id="{70C743BF-2CF1-3572-D8FF-2EDE0C840190}"/>
                    </a:ext>
                  </a:extLst>
                </p:cNvPr>
                <p:cNvSpPr/>
                <p:nvPr/>
              </p:nvSpPr>
              <p:spPr>
                <a:xfrm>
                  <a:off x="3532067" y="2620952"/>
                  <a:ext cx="22389" cy="44778"/>
                </a:xfrm>
                <a:custGeom>
                  <a:avLst/>
                  <a:gdLst>
                    <a:gd name="connsiteX0" fmla="*/ 2239 w 22389"/>
                    <a:gd name="connsiteY0" fmla="*/ 48361 h 44778"/>
                    <a:gd name="connsiteX1" fmla="*/ 0 w 22389"/>
                    <a:gd name="connsiteY1" fmla="*/ 46122 h 44778"/>
                    <a:gd name="connsiteX2" fmla="*/ 0 w 22389"/>
                    <a:gd name="connsiteY2" fmla="*/ 23733 h 44778"/>
                    <a:gd name="connsiteX3" fmla="*/ 23732 w 22389"/>
                    <a:gd name="connsiteY3" fmla="*/ 0 h 44778"/>
                    <a:gd name="connsiteX4" fmla="*/ 25971 w 22389"/>
                    <a:gd name="connsiteY4" fmla="*/ 2239 h 44778"/>
                    <a:gd name="connsiteX5" fmla="*/ 23732 w 22389"/>
                    <a:gd name="connsiteY5" fmla="*/ 4478 h 44778"/>
                    <a:gd name="connsiteX6" fmla="*/ 4478 w 22389"/>
                    <a:gd name="connsiteY6" fmla="*/ 23733 h 44778"/>
                    <a:gd name="connsiteX7" fmla="*/ 4478 w 22389"/>
                    <a:gd name="connsiteY7" fmla="*/ 46122 h 44778"/>
                    <a:gd name="connsiteX8" fmla="*/ 2239 w 22389"/>
                    <a:gd name="connsiteY8" fmla="*/ 48361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9" h="44778">
                      <a:moveTo>
                        <a:pt x="2239" y="48361"/>
                      </a:moveTo>
                      <a:cubicBezTo>
                        <a:pt x="895" y="48361"/>
                        <a:pt x="0" y="47465"/>
                        <a:pt x="0" y="46122"/>
                      </a:cubicBezTo>
                      <a:lnTo>
                        <a:pt x="0" y="23733"/>
                      </a:lnTo>
                      <a:cubicBezTo>
                        <a:pt x="0" y="10747"/>
                        <a:pt x="10747" y="0"/>
                        <a:pt x="23732" y="0"/>
                      </a:cubicBezTo>
                      <a:cubicBezTo>
                        <a:pt x="25076" y="0"/>
                        <a:pt x="25971" y="896"/>
                        <a:pt x="25971" y="2239"/>
                      </a:cubicBezTo>
                      <a:cubicBezTo>
                        <a:pt x="25971" y="3582"/>
                        <a:pt x="25076" y="4478"/>
                        <a:pt x="23732" y="4478"/>
                      </a:cubicBezTo>
                      <a:cubicBezTo>
                        <a:pt x="12986" y="4478"/>
                        <a:pt x="4478" y="12986"/>
                        <a:pt x="4478" y="23733"/>
                      </a:cubicBezTo>
                      <a:lnTo>
                        <a:pt x="4478" y="46122"/>
                      </a:lnTo>
                      <a:cubicBezTo>
                        <a:pt x="4478" y="47465"/>
                        <a:pt x="3582" y="48361"/>
                        <a:pt x="2239" y="4836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56" name="Freeform: Shape 4952">
                  <a:extLst>
                    <a:ext uri="{FF2B5EF4-FFF2-40B4-BE49-F238E27FC236}">
                      <a16:creationId xmlns:a16="http://schemas.microsoft.com/office/drawing/2014/main" id="{033D62E8-7B15-FA5B-C023-FF87B824EC3B}"/>
                    </a:ext>
                  </a:extLst>
                </p:cNvPr>
                <p:cNvSpPr/>
                <p:nvPr/>
              </p:nvSpPr>
              <p:spPr>
                <a:xfrm>
                  <a:off x="3553785" y="2627893"/>
                  <a:ext cx="22389" cy="98512"/>
                </a:xfrm>
                <a:custGeom>
                  <a:avLst/>
                  <a:gdLst>
                    <a:gd name="connsiteX0" fmla="*/ 2463 w 22389"/>
                    <a:gd name="connsiteY0" fmla="*/ 101870 h 98511"/>
                    <a:gd name="connsiteX1" fmla="*/ 672 w 22389"/>
                    <a:gd name="connsiteY1" fmla="*/ 101423 h 98511"/>
                    <a:gd name="connsiteX2" fmla="*/ 672 w 22389"/>
                    <a:gd name="connsiteY2" fmla="*/ 98288 h 98511"/>
                    <a:gd name="connsiteX3" fmla="*/ 1119 w 22389"/>
                    <a:gd name="connsiteY3" fmla="*/ 97840 h 98511"/>
                    <a:gd name="connsiteX4" fmla="*/ 2463 w 22389"/>
                    <a:gd name="connsiteY4" fmla="*/ 96497 h 98511"/>
                    <a:gd name="connsiteX5" fmla="*/ 21270 w 22389"/>
                    <a:gd name="connsiteY5" fmla="*/ 49032 h 98511"/>
                    <a:gd name="connsiteX6" fmla="*/ 21270 w 22389"/>
                    <a:gd name="connsiteY6" fmla="*/ 17687 h 98511"/>
                    <a:gd name="connsiteX7" fmla="*/ 15448 w 22389"/>
                    <a:gd name="connsiteY7" fmla="*/ 3806 h 98511"/>
                    <a:gd name="connsiteX8" fmla="*/ 15448 w 22389"/>
                    <a:gd name="connsiteY8" fmla="*/ 672 h 98511"/>
                    <a:gd name="connsiteX9" fmla="*/ 18583 w 22389"/>
                    <a:gd name="connsiteY9" fmla="*/ 672 h 98511"/>
                    <a:gd name="connsiteX10" fmla="*/ 25747 w 22389"/>
                    <a:gd name="connsiteY10" fmla="*/ 17687 h 98511"/>
                    <a:gd name="connsiteX11" fmla="*/ 25747 w 22389"/>
                    <a:gd name="connsiteY11" fmla="*/ 49032 h 98511"/>
                    <a:gd name="connsiteX12" fmla="*/ 5597 w 22389"/>
                    <a:gd name="connsiteY12" fmla="*/ 99632 h 98511"/>
                    <a:gd name="connsiteX13" fmla="*/ 4254 w 22389"/>
                    <a:gd name="connsiteY13" fmla="*/ 100975 h 98511"/>
                    <a:gd name="connsiteX14" fmla="*/ 3806 w 22389"/>
                    <a:gd name="connsiteY14" fmla="*/ 101423 h 98511"/>
                    <a:gd name="connsiteX15" fmla="*/ 2463 w 22389"/>
                    <a:gd name="connsiteY15" fmla="*/ 101870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389" h="98511">
                      <a:moveTo>
                        <a:pt x="2463" y="101870"/>
                      </a:moveTo>
                      <a:cubicBezTo>
                        <a:pt x="2015" y="101870"/>
                        <a:pt x="1119" y="101870"/>
                        <a:pt x="672" y="101423"/>
                      </a:cubicBezTo>
                      <a:cubicBezTo>
                        <a:pt x="-224" y="100527"/>
                        <a:pt x="-224" y="99184"/>
                        <a:pt x="672" y="98288"/>
                      </a:cubicBezTo>
                      <a:lnTo>
                        <a:pt x="1119" y="97840"/>
                      </a:lnTo>
                      <a:cubicBezTo>
                        <a:pt x="1567" y="97393"/>
                        <a:pt x="2015" y="96945"/>
                        <a:pt x="2463" y="96497"/>
                      </a:cubicBezTo>
                      <a:cubicBezTo>
                        <a:pt x="14553" y="83511"/>
                        <a:pt x="21270" y="66943"/>
                        <a:pt x="21270" y="49032"/>
                      </a:cubicBezTo>
                      <a:lnTo>
                        <a:pt x="21270" y="17687"/>
                      </a:lnTo>
                      <a:cubicBezTo>
                        <a:pt x="21270" y="12314"/>
                        <a:pt x="19031" y="7836"/>
                        <a:pt x="15448" y="3806"/>
                      </a:cubicBezTo>
                      <a:cubicBezTo>
                        <a:pt x="14553" y="2911"/>
                        <a:pt x="14553" y="1567"/>
                        <a:pt x="15448" y="672"/>
                      </a:cubicBezTo>
                      <a:cubicBezTo>
                        <a:pt x="16344" y="-224"/>
                        <a:pt x="17687" y="-224"/>
                        <a:pt x="18583" y="672"/>
                      </a:cubicBezTo>
                      <a:cubicBezTo>
                        <a:pt x="23061" y="5150"/>
                        <a:pt x="25747" y="11418"/>
                        <a:pt x="25747" y="17687"/>
                      </a:cubicBezTo>
                      <a:lnTo>
                        <a:pt x="25747" y="49032"/>
                      </a:lnTo>
                      <a:cubicBezTo>
                        <a:pt x="25747" y="67839"/>
                        <a:pt x="18583" y="85750"/>
                        <a:pt x="5597" y="99632"/>
                      </a:cubicBezTo>
                      <a:cubicBezTo>
                        <a:pt x="5150" y="100079"/>
                        <a:pt x="4702" y="100527"/>
                        <a:pt x="4254" y="100975"/>
                      </a:cubicBezTo>
                      <a:lnTo>
                        <a:pt x="3806" y="101423"/>
                      </a:lnTo>
                      <a:cubicBezTo>
                        <a:pt x="3806" y="101423"/>
                        <a:pt x="3358" y="101870"/>
                        <a:pt x="2463" y="10187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57" name="Freeform: Shape 4953">
                  <a:extLst>
                    <a:ext uri="{FF2B5EF4-FFF2-40B4-BE49-F238E27FC236}">
                      <a16:creationId xmlns:a16="http://schemas.microsoft.com/office/drawing/2014/main" id="{2F50474F-1D7A-73E3-B4A9-A04683676738}"/>
                    </a:ext>
                  </a:extLst>
                </p:cNvPr>
                <p:cNvSpPr/>
                <p:nvPr/>
              </p:nvSpPr>
              <p:spPr>
                <a:xfrm>
                  <a:off x="3507771" y="2642446"/>
                  <a:ext cx="17911" cy="53734"/>
                </a:xfrm>
                <a:custGeom>
                  <a:avLst/>
                  <a:gdLst>
                    <a:gd name="connsiteX0" fmla="*/ 2355 w 17911"/>
                    <a:gd name="connsiteY0" fmla="*/ 53734 h 53733"/>
                    <a:gd name="connsiteX1" fmla="*/ 116 w 17911"/>
                    <a:gd name="connsiteY1" fmla="*/ 51943 h 53733"/>
                    <a:gd name="connsiteX2" fmla="*/ 1908 w 17911"/>
                    <a:gd name="connsiteY2" fmla="*/ 49256 h 53733"/>
                    <a:gd name="connsiteX3" fmla="*/ 2803 w 17911"/>
                    <a:gd name="connsiteY3" fmla="*/ 49256 h 53733"/>
                    <a:gd name="connsiteX4" fmla="*/ 14446 w 17911"/>
                    <a:gd name="connsiteY4" fmla="*/ 34031 h 53733"/>
                    <a:gd name="connsiteX5" fmla="*/ 14446 w 17911"/>
                    <a:gd name="connsiteY5" fmla="*/ 2239 h 53733"/>
                    <a:gd name="connsiteX6" fmla="*/ 16684 w 17911"/>
                    <a:gd name="connsiteY6" fmla="*/ 0 h 53733"/>
                    <a:gd name="connsiteX7" fmla="*/ 18923 w 17911"/>
                    <a:gd name="connsiteY7" fmla="*/ 2239 h 53733"/>
                    <a:gd name="connsiteX8" fmla="*/ 18923 w 17911"/>
                    <a:gd name="connsiteY8" fmla="*/ 34031 h 53733"/>
                    <a:gd name="connsiteX9" fmla="*/ 3699 w 17911"/>
                    <a:gd name="connsiteY9" fmla="*/ 53286 h 53733"/>
                    <a:gd name="connsiteX10" fmla="*/ 2355 w 17911"/>
                    <a:gd name="connsiteY10" fmla="*/ 53734 h 53733"/>
                    <a:gd name="connsiteX11" fmla="*/ 2355 w 17911"/>
                    <a:gd name="connsiteY11" fmla="*/ 53734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11" h="53733">
                      <a:moveTo>
                        <a:pt x="2355" y="53734"/>
                      </a:moveTo>
                      <a:cubicBezTo>
                        <a:pt x="1460" y="53734"/>
                        <a:pt x="564" y="52838"/>
                        <a:pt x="116" y="51943"/>
                      </a:cubicBezTo>
                      <a:cubicBezTo>
                        <a:pt x="-331" y="50599"/>
                        <a:pt x="564" y="49704"/>
                        <a:pt x="1908" y="49256"/>
                      </a:cubicBezTo>
                      <a:cubicBezTo>
                        <a:pt x="2355" y="49256"/>
                        <a:pt x="2355" y="49256"/>
                        <a:pt x="2803" y="49256"/>
                      </a:cubicBezTo>
                      <a:cubicBezTo>
                        <a:pt x="9520" y="47465"/>
                        <a:pt x="14446" y="41196"/>
                        <a:pt x="14446" y="34031"/>
                      </a:cubicBezTo>
                      <a:lnTo>
                        <a:pt x="14446" y="2239"/>
                      </a:lnTo>
                      <a:cubicBezTo>
                        <a:pt x="14446" y="895"/>
                        <a:pt x="15341" y="0"/>
                        <a:pt x="16684" y="0"/>
                      </a:cubicBezTo>
                      <a:cubicBezTo>
                        <a:pt x="18028" y="0"/>
                        <a:pt x="18923" y="895"/>
                        <a:pt x="18923" y="2239"/>
                      </a:cubicBezTo>
                      <a:lnTo>
                        <a:pt x="18923" y="34031"/>
                      </a:lnTo>
                      <a:cubicBezTo>
                        <a:pt x="18923" y="42987"/>
                        <a:pt x="12654" y="51047"/>
                        <a:pt x="3699" y="53286"/>
                      </a:cubicBezTo>
                      <a:cubicBezTo>
                        <a:pt x="3251" y="53734"/>
                        <a:pt x="2803" y="53734"/>
                        <a:pt x="2355" y="53734"/>
                      </a:cubicBezTo>
                      <a:cubicBezTo>
                        <a:pt x="2355" y="53734"/>
                        <a:pt x="2355" y="53734"/>
                        <a:pt x="2355" y="5373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58" name="Freeform: Shape 4954">
                  <a:extLst>
                    <a:ext uri="{FF2B5EF4-FFF2-40B4-BE49-F238E27FC236}">
                      <a16:creationId xmlns:a16="http://schemas.microsoft.com/office/drawing/2014/main" id="{2CE2D7F0-B2EB-DBDA-52DB-BB1D1CB15693}"/>
                    </a:ext>
                  </a:extLst>
                </p:cNvPr>
                <p:cNvSpPr/>
                <p:nvPr/>
              </p:nvSpPr>
              <p:spPr>
                <a:xfrm>
                  <a:off x="3528892" y="2611101"/>
                  <a:ext cx="58212" cy="31345"/>
                </a:xfrm>
                <a:custGeom>
                  <a:avLst/>
                  <a:gdLst>
                    <a:gd name="connsiteX0" fmla="*/ 58700 w 58211"/>
                    <a:gd name="connsiteY0" fmla="*/ 33584 h 31344"/>
                    <a:gd name="connsiteX1" fmla="*/ 56461 w 58211"/>
                    <a:gd name="connsiteY1" fmla="*/ 31345 h 31344"/>
                    <a:gd name="connsiteX2" fmla="*/ 47953 w 58211"/>
                    <a:gd name="connsiteY2" fmla="*/ 12986 h 31344"/>
                    <a:gd name="connsiteX3" fmla="*/ 27355 w 58211"/>
                    <a:gd name="connsiteY3" fmla="*/ 4478 h 31344"/>
                    <a:gd name="connsiteX4" fmla="*/ 4070 w 58211"/>
                    <a:gd name="connsiteY4" fmla="*/ 16120 h 31344"/>
                    <a:gd name="connsiteX5" fmla="*/ 936 w 58211"/>
                    <a:gd name="connsiteY5" fmla="*/ 16568 h 31344"/>
                    <a:gd name="connsiteX6" fmla="*/ 488 w 58211"/>
                    <a:gd name="connsiteY6" fmla="*/ 13433 h 31344"/>
                    <a:gd name="connsiteX7" fmla="*/ 27355 w 58211"/>
                    <a:gd name="connsiteY7" fmla="*/ 0 h 31344"/>
                    <a:gd name="connsiteX8" fmla="*/ 51087 w 58211"/>
                    <a:gd name="connsiteY8" fmla="*/ 9851 h 31344"/>
                    <a:gd name="connsiteX9" fmla="*/ 60939 w 58211"/>
                    <a:gd name="connsiteY9" fmla="*/ 30897 h 31344"/>
                    <a:gd name="connsiteX10" fmla="*/ 58700 w 58211"/>
                    <a:gd name="connsiteY10" fmla="*/ 33584 h 31344"/>
                    <a:gd name="connsiteX11" fmla="*/ 58700 w 58211"/>
                    <a:gd name="connsiteY11" fmla="*/ 33584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211" h="31344">
                      <a:moveTo>
                        <a:pt x="58700" y="33584"/>
                      </a:moveTo>
                      <a:cubicBezTo>
                        <a:pt x="57356" y="33584"/>
                        <a:pt x="56461" y="32688"/>
                        <a:pt x="56461" y="31345"/>
                      </a:cubicBezTo>
                      <a:cubicBezTo>
                        <a:pt x="56013" y="24628"/>
                        <a:pt x="52879" y="17911"/>
                        <a:pt x="47953" y="12986"/>
                      </a:cubicBezTo>
                      <a:cubicBezTo>
                        <a:pt x="42580" y="7612"/>
                        <a:pt x="34967" y="4478"/>
                        <a:pt x="27355" y="4478"/>
                      </a:cubicBezTo>
                      <a:cubicBezTo>
                        <a:pt x="17952" y="4478"/>
                        <a:pt x="9444" y="8956"/>
                        <a:pt x="4070" y="16120"/>
                      </a:cubicBezTo>
                      <a:cubicBezTo>
                        <a:pt x="3175" y="17016"/>
                        <a:pt x="1831" y="17463"/>
                        <a:pt x="936" y="16568"/>
                      </a:cubicBezTo>
                      <a:cubicBezTo>
                        <a:pt x="40" y="15672"/>
                        <a:pt x="-407" y="14329"/>
                        <a:pt x="488" y="13433"/>
                      </a:cubicBezTo>
                      <a:cubicBezTo>
                        <a:pt x="6757" y="4926"/>
                        <a:pt x="17056" y="0"/>
                        <a:pt x="27355" y="0"/>
                      </a:cubicBezTo>
                      <a:cubicBezTo>
                        <a:pt x="36311" y="0"/>
                        <a:pt x="44819" y="3582"/>
                        <a:pt x="51087" y="9851"/>
                      </a:cubicBezTo>
                      <a:cubicBezTo>
                        <a:pt x="56909" y="15672"/>
                        <a:pt x="60043" y="23285"/>
                        <a:pt x="60939" y="30897"/>
                      </a:cubicBezTo>
                      <a:cubicBezTo>
                        <a:pt x="60939" y="32240"/>
                        <a:pt x="60043" y="33584"/>
                        <a:pt x="58700" y="33584"/>
                      </a:cubicBezTo>
                      <a:cubicBezTo>
                        <a:pt x="58700" y="33584"/>
                        <a:pt x="58700" y="33584"/>
                        <a:pt x="58700" y="3358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59" name="Freeform: Shape 4955">
                  <a:extLst>
                    <a:ext uri="{FF2B5EF4-FFF2-40B4-BE49-F238E27FC236}">
                      <a16:creationId xmlns:a16="http://schemas.microsoft.com/office/drawing/2014/main" id="{C54A88CF-29FE-DBA1-560D-E158B10A1550}"/>
                    </a:ext>
                  </a:extLst>
                </p:cNvPr>
                <p:cNvSpPr/>
                <p:nvPr/>
              </p:nvSpPr>
              <p:spPr>
                <a:xfrm>
                  <a:off x="3569193" y="2651849"/>
                  <a:ext cx="17911" cy="71645"/>
                </a:xfrm>
                <a:custGeom>
                  <a:avLst/>
                  <a:gdLst>
                    <a:gd name="connsiteX0" fmla="*/ 2279 w 17911"/>
                    <a:gd name="connsiteY0" fmla="*/ 75675 h 71645"/>
                    <a:gd name="connsiteX1" fmla="*/ 936 w 17911"/>
                    <a:gd name="connsiteY1" fmla="*/ 75227 h 71645"/>
                    <a:gd name="connsiteX2" fmla="*/ 488 w 17911"/>
                    <a:gd name="connsiteY2" fmla="*/ 72093 h 71645"/>
                    <a:gd name="connsiteX3" fmla="*/ 2727 w 17911"/>
                    <a:gd name="connsiteY3" fmla="*/ 69406 h 71645"/>
                    <a:gd name="connsiteX4" fmla="*/ 16608 w 17911"/>
                    <a:gd name="connsiteY4" fmla="*/ 24628 h 71645"/>
                    <a:gd name="connsiteX5" fmla="*/ 16608 w 17911"/>
                    <a:gd name="connsiteY5" fmla="*/ 2239 h 71645"/>
                    <a:gd name="connsiteX6" fmla="*/ 18847 w 17911"/>
                    <a:gd name="connsiteY6" fmla="*/ 0 h 71645"/>
                    <a:gd name="connsiteX7" fmla="*/ 21086 w 17911"/>
                    <a:gd name="connsiteY7" fmla="*/ 2239 h 71645"/>
                    <a:gd name="connsiteX8" fmla="*/ 21086 w 17911"/>
                    <a:gd name="connsiteY8" fmla="*/ 24628 h 71645"/>
                    <a:gd name="connsiteX9" fmla="*/ 6757 w 17911"/>
                    <a:gd name="connsiteY9" fmla="*/ 71645 h 71645"/>
                    <a:gd name="connsiteX10" fmla="*/ 4518 w 17911"/>
                    <a:gd name="connsiteY10" fmla="*/ 74779 h 71645"/>
                    <a:gd name="connsiteX11" fmla="*/ 2279 w 17911"/>
                    <a:gd name="connsiteY11" fmla="*/ 75675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11" h="71645">
                      <a:moveTo>
                        <a:pt x="2279" y="75675"/>
                      </a:moveTo>
                      <a:cubicBezTo>
                        <a:pt x="1831" y="75675"/>
                        <a:pt x="1384" y="75675"/>
                        <a:pt x="936" y="75227"/>
                      </a:cubicBezTo>
                      <a:cubicBezTo>
                        <a:pt x="40" y="74332"/>
                        <a:pt x="-407" y="72988"/>
                        <a:pt x="488" y="72093"/>
                      </a:cubicBezTo>
                      <a:cubicBezTo>
                        <a:pt x="1384" y="71197"/>
                        <a:pt x="1831" y="70302"/>
                        <a:pt x="2727" y="69406"/>
                      </a:cubicBezTo>
                      <a:cubicBezTo>
                        <a:pt x="11683" y="56420"/>
                        <a:pt x="16608" y="40748"/>
                        <a:pt x="16608" y="24628"/>
                      </a:cubicBezTo>
                      <a:lnTo>
                        <a:pt x="16608" y="2239"/>
                      </a:lnTo>
                      <a:cubicBezTo>
                        <a:pt x="16608" y="895"/>
                        <a:pt x="17504" y="0"/>
                        <a:pt x="18847" y="0"/>
                      </a:cubicBezTo>
                      <a:cubicBezTo>
                        <a:pt x="20191" y="0"/>
                        <a:pt x="21086" y="895"/>
                        <a:pt x="21086" y="2239"/>
                      </a:cubicBezTo>
                      <a:lnTo>
                        <a:pt x="21086" y="24628"/>
                      </a:lnTo>
                      <a:cubicBezTo>
                        <a:pt x="21086" y="41644"/>
                        <a:pt x="16161" y="57764"/>
                        <a:pt x="6757" y="71645"/>
                      </a:cubicBezTo>
                      <a:cubicBezTo>
                        <a:pt x="5862" y="72541"/>
                        <a:pt x="5414" y="73436"/>
                        <a:pt x="4518" y="74779"/>
                      </a:cubicBezTo>
                      <a:cubicBezTo>
                        <a:pt x="3623" y="75227"/>
                        <a:pt x="3175" y="75675"/>
                        <a:pt x="2279" y="7567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60" name="Group 4956">
                <a:extLst>
                  <a:ext uri="{FF2B5EF4-FFF2-40B4-BE49-F238E27FC236}">
                    <a16:creationId xmlns:a16="http://schemas.microsoft.com/office/drawing/2014/main" id="{4F38B3B5-0879-48F8-A521-AD79617E1A85}"/>
                  </a:ext>
                  <a:ext uri="{C183D7F6-B498-43B3-948B-1728B52AA6E4}">
                    <adec:decorative xmlns:adec="http://schemas.microsoft.com/office/drawing/2017/decorative" val="1"/>
                  </a:ext>
                </a:extLst>
              </p:cNvPr>
              <p:cNvGrpSpPr>
                <a:grpSpLocks noChangeAspect="1"/>
              </p:cNvGrpSpPr>
              <p:nvPr/>
            </p:nvGrpSpPr>
            <p:grpSpPr>
              <a:xfrm>
                <a:off x="3187269" y="2440678"/>
                <a:ext cx="152246" cy="111945"/>
                <a:chOff x="3228023" y="1705239"/>
                <a:chExt cx="152246" cy="111945"/>
              </a:xfrm>
            </p:grpSpPr>
            <p:sp>
              <p:nvSpPr>
                <p:cNvPr id="1061" name="Freeform: Shape 4957">
                  <a:extLst>
                    <a:ext uri="{FF2B5EF4-FFF2-40B4-BE49-F238E27FC236}">
                      <a16:creationId xmlns:a16="http://schemas.microsoft.com/office/drawing/2014/main" id="{5DFABAA7-673C-FA74-4F3C-77321E9DE782}"/>
                    </a:ext>
                  </a:extLst>
                </p:cNvPr>
                <p:cNvSpPr/>
                <p:nvPr/>
              </p:nvSpPr>
              <p:spPr>
                <a:xfrm>
                  <a:off x="3228023" y="1705239"/>
                  <a:ext cx="152246" cy="111945"/>
                </a:xfrm>
                <a:custGeom>
                  <a:avLst/>
                  <a:gdLst>
                    <a:gd name="connsiteX0" fmla="*/ 145529 w 152245"/>
                    <a:gd name="connsiteY0" fmla="*/ 0 h 111945"/>
                    <a:gd name="connsiteX1" fmla="*/ 6717 w 152245"/>
                    <a:gd name="connsiteY1" fmla="*/ 0 h 111945"/>
                    <a:gd name="connsiteX2" fmla="*/ 0 w 152245"/>
                    <a:gd name="connsiteY2" fmla="*/ 6717 h 111945"/>
                    <a:gd name="connsiteX3" fmla="*/ 0 w 152245"/>
                    <a:gd name="connsiteY3" fmla="*/ 91795 h 111945"/>
                    <a:gd name="connsiteX4" fmla="*/ 6717 w 152245"/>
                    <a:gd name="connsiteY4" fmla="*/ 98512 h 111945"/>
                    <a:gd name="connsiteX5" fmla="*/ 73884 w 152245"/>
                    <a:gd name="connsiteY5" fmla="*/ 98512 h 111945"/>
                    <a:gd name="connsiteX6" fmla="*/ 73884 w 152245"/>
                    <a:gd name="connsiteY6" fmla="*/ 107468 h 111945"/>
                    <a:gd name="connsiteX7" fmla="*/ 42539 w 152245"/>
                    <a:gd name="connsiteY7" fmla="*/ 107468 h 111945"/>
                    <a:gd name="connsiteX8" fmla="*/ 40300 w 152245"/>
                    <a:gd name="connsiteY8" fmla="*/ 109707 h 111945"/>
                    <a:gd name="connsiteX9" fmla="*/ 42539 w 152245"/>
                    <a:gd name="connsiteY9" fmla="*/ 111945 h 111945"/>
                    <a:gd name="connsiteX10" fmla="*/ 109707 w 152245"/>
                    <a:gd name="connsiteY10" fmla="*/ 111945 h 111945"/>
                    <a:gd name="connsiteX11" fmla="*/ 111945 w 152245"/>
                    <a:gd name="connsiteY11" fmla="*/ 109707 h 111945"/>
                    <a:gd name="connsiteX12" fmla="*/ 109707 w 152245"/>
                    <a:gd name="connsiteY12" fmla="*/ 107468 h 111945"/>
                    <a:gd name="connsiteX13" fmla="*/ 78362 w 152245"/>
                    <a:gd name="connsiteY13" fmla="*/ 107468 h 111945"/>
                    <a:gd name="connsiteX14" fmla="*/ 78362 w 152245"/>
                    <a:gd name="connsiteY14" fmla="*/ 98512 h 111945"/>
                    <a:gd name="connsiteX15" fmla="*/ 145529 w 152245"/>
                    <a:gd name="connsiteY15" fmla="*/ 98512 h 111945"/>
                    <a:gd name="connsiteX16" fmla="*/ 152246 w 152245"/>
                    <a:gd name="connsiteY16" fmla="*/ 91795 h 111945"/>
                    <a:gd name="connsiteX17" fmla="*/ 152246 w 152245"/>
                    <a:gd name="connsiteY17" fmla="*/ 6717 h 111945"/>
                    <a:gd name="connsiteX18" fmla="*/ 145529 w 152245"/>
                    <a:gd name="connsiteY18" fmla="*/ 0 h 111945"/>
                    <a:gd name="connsiteX19" fmla="*/ 147768 w 152245"/>
                    <a:gd name="connsiteY19" fmla="*/ 91795 h 111945"/>
                    <a:gd name="connsiteX20" fmla="*/ 145529 w 152245"/>
                    <a:gd name="connsiteY20" fmla="*/ 94034 h 111945"/>
                    <a:gd name="connsiteX21" fmla="*/ 6717 w 152245"/>
                    <a:gd name="connsiteY21" fmla="*/ 94034 h 111945"/>
                    <a:gd name="connsiteX22" fmla="*/ 4478 w 152245"/>
                    <a:gd name="connsiteY22" fmla="*/ 91795 h 111945"/>
                    <a:gd name="connsiteX23" fmla="*/ 4478 w 152245"/>
                    <a:gd name="connsiteY23" fmla="*/ 6717 h 111945"/>
                    <a:gd name="connsiteX24" fmla="*/ 6717 w 152245"/>
                    <a:gd name="connsiteY24" fmla="*/ 4478 h 111945"/>
                    <a:gd name="connsiteX25" fmla="*/ 145529 w 152245"/>
                    <a:gd name="connsiteY25" fmla="*/ 4478 h 111945"/>
                    <a:gd name="connsiteX26" fmla="*/ 147768 w 152245"/>
                    <a:gd name="connsiteY26" fmla="*/ 6717 h 111945"/>
                    <a:gd name="connsiteX27" fmla="*/ 147768 w 152245"/>
                    <a:gd name="connsiteY27" fmla="*/ 91795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2245" h="111945">
                      <a:moveTo>
                        <a:pt x="145529" y="0"/>
                      </a:moveTo>
                      <a:lnTo>
                        <a:pt x="6717" y="0"/>
                      </a:lnTo>
                      <a:cubicBezTo>
                        <a:pt x="3135" y="0"/>
                        <a:pt x="0" y="3134"/>
                        <a:pt x="0" y="6717"/>
                      </a:cubicBezTo>
                      <a:lnTo>
                        <a:pt x="0" y="91795"/>
                      </a:lnTo>
                      <a:cubicBezTo>
                        <a:pt x="0" y="95378"/>
                        <a:pt x="3135" y="98512"/>
                        <a:pt x="6717" y="98512"/>
                      </a:cubicBezTo>
                      <a:lnTo>
                        <a:pt x="73884" y="98512"/>
                      </a:lnTo>
                      <a:lnTo>
                        <a:pt x="73884" y="107468"/>
                      </a:lnTo>
                      <a:lnTo>
                        <a:pt x="42539" y="107468"/>
                      </a:lnTo>
                      <a:cubicBezTo>
                        <a:pt x="41196" y="107468"/>
                        <a:pt x="40300" y="108363"/>
                        <a:pt x="40300" y="109707"/>
                      </a:cubicBezTo>
                      <a:cubicBezTo>
                        <a:pt x="40300" y="111050"/>
                        <a:pt x="41196" y="111945"/>
                        <a:pt x="42539" y="111945"/>
                      </a:cubicBezTo>
                      <a:lnTo>
                        <a:pt x="109707" y="111945"/>
                      </a:lnTo>
                      <a:cubicBezTo>
                        <a:pt x="111050" y="111945"/>
                        <a:pt x="111945" y="111050"/>
                        <a:pt x="111945" y="109707"/>
                      </a:cubicBezTo>
                      <a:cubicBezTo>
                        <a:pt x="111945" y="108363"/>
                        <a:pt x="111050" y="107468"/>
                        <a:pt x="109707" y="107468"/>
                      </a:cubicBezTo>
                      <a:lnTo>
                        <a:pt x="78362" y="107468"/>
                      </a:lnTo>
                      <a:lnTo>
                        <a:pt x="78362" y="98512"/>
                      </a:lnTo>
                      <a:lnTo>
                        <a:pt x="145529" y="98512"/>
                      </a:lnTo>
                      <a:cubicBezTo>
                        <a:pt x="149111" y="98512"/>
                        <a:pt x="152246" y="95378"/>
                        <a:pt x="152246" y="91795"/>
                      </a:cubicBezTo>
                      <a:lnTo>
                        <a:pt x="152246" y="6717"/>
                      </a:lnTo>
                      <a:cubicBezTo>
                        <a:pt x="152246" y="2687"/>
                        <a:pt x="149559" y="0"/>
                        <a:pt x="145529" y="0"/>
                      </a:cubicBezTo>
                      <a:close/>
                      <a:moveTo>
                        <a:pt x="147768" y="91795"/>
                      </a:moveTo>
                      <a:cubicBezTo>
                        <a:pt x="147768" y="93139"/>
                        <a:pt x="146872" y="94034"/>
                        <a:pt x="145529" y="94034"/>
                      </a:cubicBezTo>
                      <a:lnTo>
                        <a:pt x="6717" y="94034"/>
                      </a:lnTo>
                      <a:cubicBezTo>
                        <a:pt x="5373" y="94034"/>
                        <a:pt x="4478" y="93139"/>
                        <a:pt x="4478" y="91795"/>
                      </a:cubicBezTo>
                      <a:lnTo>
                        <a:pt x="4478" y="6717"/>
                      </a:lnTo>
                      <a:cubicBezTo>
                        <a:pt x="4478" y="5373"/>
                        <a:pt x="5373" y="4478"/>
                        <a:pt x="6717" y="4478"/>
                      </a:cubicBezTo>
                      <a:lnTo>
                        <a:pt x="145529" y="4478"/>
                      </a:lnTo>
                      <a:cubicBezTo>
                        <a:pt x="146872" y="4478"/>
                        <a:pt x="147768" y="5373"/>
                        <a:pt x="147768" y="6717"/>
                      </a:cubicBezTo>
                      <a:lnTo>
                        <a:pt x="147768" y="917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62" name="Freeform: Shape 4958">
                  <a:extLst>
                    <a:ext uri="{FF2B5EF4-FFF2-40B4-BE49-F238E27FC236}">
                      <a16:creationId xmlns:a16="http://schemas.microsoft.com/office/drawing/2014/main" id="{ECBD4F59-DCB2-8C6F-CB87-AEE591161ACB}"/>
                    </a:ext>
                  </a:extLst>
                </p:cNvPr>
                <p:cNvSpPr/>
                <p:nvPr/>
              </p:nvSpPr>
              <p:spPr>
                <a:xfrm>
                  <a:off x="3268324" y="1718672"/>
                  <a:ext cx="71645" cy="71645"/>
                </a:xfrm>
                <a:custGeom>
                  <a:avLst/>
                  <a:gdLst>
                    <a:gd name="connsiteX0" fmla="*/ 35823 w 71645"/>
                    <a:gd name="connsiteY0" fmla="*/ 0 h 71645"/>
                    <a:gd name="connsiteX1" fmla="*/ 0 w 71645"/>
                    <a:gd name="connsiteY1" fmla="*/ 35823 h 71645"/>
                    <a:gd name="connsiteX2" fmla="*/ 35823 w 71645"/>
                    <a:gd name="connsiteY2" fmla="*/ 71645 h 71645"/>
                    <a:gd name="connsiteX3" fmla="*/ 71645 w 71645"/>
                    <a:gd name="connsiteY3" fmla="*/ 35823 h 71645"/>
                    <a:gd name="connsiteX4" fmla="*/ 35823 w 71645"/>
                    <a:gd name="connsiteY4" fmla="*/ 0 h 71645"/>
                    <a:gd name="connsiteX5" fmla="*/ 67167 w 71645"/>
                    <a:gd name="connsiteY5" fmla="*/ 33584 h 71645"/>
                    <a:gd name="connsiteX6" fmla="*/ 38061 w 71645"/>
                    <a:gd name="connsiteY6" fmla="*/ 33584 h 71645"/>
                    <a:gd name="connsiteX7" fmla="*/ 38061 w 71645"/>
                    <a:gd name="connsiteY7" fmla="*/ 4926 h 71645"/>
                    <a:gd name="connsiteX8" fmla="*/ 67167 w 71645"/>
                    <a:gd name="connsiteY8" fmla="*/ 33584 h 71645"/>
                    <a:gd name="connsiteX9" fmla="*/ 35823 w 71645"/>
                    <a:gd name="connsiteY9" fmla="*/ 66719 h 71645"/>
                    <a:gd name="connsiteX10" fmla="*/ 4478 w 71645"/>
                    <a:gd name="connsiteY10" fmla="*/ 35375 h 71645"/>
                    <a:gd name="connsiteX11" fmla="*/ 33584 w 71645"/>
                    <a:gd name="connsiteY11" fmla="*/ 4478 h 71645"/>
                    <a:gd name="connsiteX12" fmla="*/ 33584 w 71645"/>
                    <a:gd name="connsiteY12" fmla="*/ 35375 h 71645"/>
                    <a:gd name="connsiteX13" fmla="*/ 35823 w 71645"/>
                    <a:gd name="connsiteY13" fmla="*/ 37614 h 71645"/>
                    <a:gd name="connsiteX14" fmla="*/ 66720 w 71645"/>
                    <a:gd name="connsiteY14" fmla="*/ 37614 h 71645"/>
                    <a:gd name="connsiteX15" fmla="*/ 35823 w 71645"/>
                    <a:gd name="connsiteY15" fmla="*/ 66719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645" h="71645">
                      <a:moveTo>
                        <a:pt x="35823" y="0"/>
                      </a:moveTo>
                      <a:cubicBezTo>
                        <a:pt x="16120" y="0"/>
                        <a:pt x="0" y="16120"/>
                        <a:pt x="0" y="35823"/>
                      </a:cubicBezTo>
                      <a:cubicBezTo>
                        <a:pt x="0" y="55525"/>
                        <a:pt x="16120" y="71645"/>
                        <a:pt x="35823" y="71645"/>
                      </a:cubicBezTo>
                      <a:cubicBezTo>
                        <a:pt x="55525" y="71645"/>
                        <a:pt x="71645" y="55525"/>
                        <a:pt x="71645" y="35823"/>
                      </a:cubicBezTo>
                      <a:cubicBezTo>
                        <a:pt x="71645" y="16120"/>
                        <a:pt x="55525" y="0"/>
                        <a:pt x="35823" y="0"/>
                      </a:cubicBezTo>
                      <a:close/>
                      <a:moveTo>
                        <a:pt x="67167" y="33584"/>
                      </a:moveTo>
                      <a:lnTo>
                        <a:pt x="38061" y="33584"/>
                      </a:lnTo>
                      <a:lnTo>
                        <a:pt x="38061" y="4926"/>
                      </a:lnTo>
                      <a:cubicBezTo>
                        <a:pt x="53734" y="5821"/>
                        <a:pt x="65824" y="17911"/>
                        <a:pt x="67167" y="33584"/>
                      </a:cubicBezTo>
                      <a:close/>
                      <a:moveTo>
                        <a:pt x="35823" y="66719"/>
                      </a:moveTo>
                      <a:cubicBezTo>
                        <a:pt x="18807" y="66719"/>
                        <a:pt x="4478" y="52838"/>
                        <a:pt x="4478" y="35375"/>
                      </a:cubicBezTo>
                      <a:cubicBezTo>
                        <a:pt x="4478" y="18807"/>
                        <a:pt x="17464" y="5373"/>
                        <a:pt x="33584" y="4478"/>
                      </a:cubicBezTo>
                      <a:lnTo>
                        <a:pt x="33584" y="35375"/>
                      </a:lnTo>
                      <a:cubicBezTo>
                        <a:pt x="33584" y="36718"/>
                        <a:pt x="34479" y="37614"/>
                        <a:pt x="35823" y="37614"/>
                      </a:cubicBezTo>
                      <a:lnTo>
                        <a:pt x="66720" y="37614"/>
                      </a:lnTo>
                      <a:cubicBezTo>
                        <a:pt x="65824" y="54182"/>
                        <a:pt x="52391" y="66719"/>
                        <a:pt x="35823" y="6671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63" name="Group 4959">
                <a:extLst>
                  <a:ext uri="{FF2B5EF4-FFF2-40B4-BE49-F238E27FC236}">
                    <a16:creationId xmlns:a16="http://schemas.microsoft.com/office/drawing/2014/main" id="{C55DAF47-E07F-A89A-64E7-019536B213C1}"/>
                  </a:ext>
                  <a:ext uri="{C183D7F6-B498-43B3-948B-1728B52AA6E4}">
                    <adec:decorative xmlns:adec="http://schemas.microsoft.com/office/drawing/2017/decorative" val="1"/>
                  </a:ext>
                </a:extLst>
              </p:cNvPr>
              <p:cNvGrpSpPr>
                <a:grpSpLocks noChangeAspect="1"/>
              </p:cNvGrpSpPr>
              <p:nvPr/>
            </p:nvGrpSpPr>
            <p:grpSpPr>
              <a:xfrm>
                <a:off x="1603465" y="3326390"/>
                <a:ext cx="152246" cy="152246"/>
                <a:chOff x="1644219" y="2590951"/>
                <a:chExt cx="152246" cy="152246"/>
              </a:xfrm>
            </p:grpSpPr>
            <p:sp>
              <p:nvSpPr>
                <p:cNvPr id="1064" name="Freeform: Shape 4960">
                  <a:extLst>
                    <a:ext uri="{FF2B5EF4-FFF2-40B4-BE49-F238E27FC236}">
                      <a16:creationId xmlns:a16="http://schemas.microsoft.com/office/drawing/2014/main" id="{DC22E4A7-5EFF-6A55-2BBF-E3DB1A16183D}"/>
                    </a:ext>
                  </a:extLst>
                </p:cNvPr>
                <p:cNvSpPr/>
                <p:nvPr/>
              </p:nvSpPr>
              <p:spPr>
                <a:xfrm>
                  <a:off x="1678698" y="2653640"/>
                  <a:ext cx="17911" cy="35823"/>
                </a:xfrm>
                <a:custGeom>
                  <a:avLst/>
                  <a:gdLst>
                    <a:gd name="connsiteX0" fmla="*/ 17911 w 17911"/>
                    <a:gd name="connsiteY0" fmla="*/ 0 h 35822"/>
                    <a:gd name="connsiteX1" fmla="*/ 2239 w 17911"/>
                    <a:gd name="connsiteY1" fmla="*/ 0 h 35822"/>
                    <a:gd name="connsiteX2" fmla="*/ 0 w 17911"/>
                    <a:gd name="connsiteY2" fmla="*/ 2239 h 35822"/>
                    <a:gd name="connsiteX3" fmla="*/ 2239 w 17911"/>
                    <a:gd name="connsiteY3" fmla="*/ 4478 h 35822"/>
                    <a:gd name="connsiteX4" fmla="*/ 15672 w 17911"/>
                    <a:gd name="connsiteY4" fmla="*/ 4478 h 35822"/>
                    <a:gd name="connsiteX5" fmla="*/ 15672 w 17911"/>
                    <a:gd name="connsiteY5" fmla="*/ 17911 h 35822"/>
                    <a:gd name="connsiteX6" fmla="*/ 2239 w 17911"/>
                    <a:gd name="connsiteY6" fmla="*/ 17911 h 35822"/>
                    <a:gd name="connsiteX7" fmla="*/ 0 w 17911"/>
                    <a:gd name="connsiteY7" fmla="*/ 20150 h 35822"/>
                    <a:gd name="connsiteX8" fmla="*/ 2239 w 17911"/>
                    <a:gd name="connsiteY8" fmla="*/ 22389 h 35822"/>
                    <a:gd name="connsiteX9" fmla="*/ 15672 w 17911"/>
                    <a:gd name="connsiteY9" fmla="*/ 22389 h 35822"/>
                    <a:gd name="connsiteX10" fmla="*/ 15672 w 17911"/>
                    <a:gd name="connsiteY10" fmla="*/ 33584 h 35822"/>
                    <a:gd name="connsiteX11" fmla="*/ 2239 w 17911"/>
                    <a:gd name="connsiteY11" fmla="*/ 33584 h 35822"/>
                    <a:gd name="connsiteX12" fmla="*/ 0 w 17911"/>
                    <a:gd name="connsiteY12" fmla="*/ 35823 h 35822"/>
                    <a:gd name="connsiteX13" fmla="*/ 2239 w 17911"/>
                    <a:gd name="connsiteY13" fmla="*/ 38061 h 35822"/>
                    <a:gd name="connsiteX14" fmla="*/ 17911 w 17911"/>
                    <a:gd name="connsiteY14" fmla="*/ 38061 h 35822"/>
                    <a:gd name="connsiteX15" fmla="*/ 20150 w 17911"/>
                    <a:gd name="connsiteY15" fmla="*/ 35823 h 35822"/>
                    <a:gd name="connsiteX16" fmla="*/ 20150 w 17911"/>
                    <a:gd name="connsiteY16" fmla="*/ 20150 h 35822"/>
                    <a:gd name="connsiteX17" fmla="*/ 20150 w 17911"/>
                    <a:gd name="connsiteY17" fmla="*/ 2239 h 35822"/>
                    <a:gd name="connsiteX18" fmla="*/ 17911 w 17911"/>
                    <a:gd name="connsiteY18" fmla="*/ 0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911" h="35822">
                      <a:moveTo>
                        <a:pt x="17911" y="0"/>
                      </a:moveTo>
                      <a:lnTo>
                        <a:pt x="2239" y="0"/>
                      </a:lnTo>
                      <a:cubicBezTo>
                        <a:pt x="896" y="0"/>
                        <a:pt x="0" y="895"/>
                        <a:pt x="0" y="2239"/>
                      </a:cubicBezTo>
                      <a:cubicBezTo>
                        <a:pt x="0" y="3582"/>
                        <a:pt x="896" y="4478"/>
                        <a:pt x="2239" y="4478"/>
                      </a:cubicBezTo>
                      <a:lnTo>
                        <a:pt x="15672" y="4478"/>
                      </a:lnTo>
                      <a:lnTo>
                        <a:pt x="15672" y="17911"/>
                      </a:lnTo>
                      <a:lnTo>
                        <a:pt x="2239" y="17911"/>
                      </a:lnTo>
                      <a:cubicBezTo>
                        <a:pt x="896" y="17911"/>
                        <a:pt x="0" y="18807"/>
                        <a:pt x="0" y="20150"/>
                      </a:cubicBezTo>
                      <a:cubicBezTo>
                        <a:pt x="0" y="21493"/>
                        <a:pt x="896" y="22389"/>
                        <a:pt x="2239" y="22389"/>
                      </a:cubicBezTo>
                      <a:lnTo>
                        <a:pt x="15672" y="22389"/>
                      </a:lnTo>
                      <a:lnTo>
                        <a:pt x="15672" y="33584"/>
                      </a:lnTo>
                      <a:lnTo>
                        <a:pt x="2239" y="33584"/>
                      </a:lnTo>
                      <a:cubicBezTo>
                        <a:pt x="896" y="33584"/>
                        <a:pt x="0" y="34479"/>
                        <a:pt x="0" y="35823"/>
                      </a:cubicBezTo>
                      <a:cubicBezTo>
                        <a:pt x="0" y="37166"/>
                        <a:pt x="896" y="38061"/>
                        <a:pt x="2239" y="38061"/>
                      </a:cubicBezTo>
                      <a:lnTo>
                        <a:pt x="17911" y="38061"/>
                      </a:lnTo>
                      <a:cubicBezTo>
                        <a:pt x="19255" y="38061"/>
                        <a:pt x="20150" y="37166"/>
                        <a:pt x="20150" y="35823"/>
                      </a:cubicBezTo>
                      <a:lnTo>
                        <a:pt x="20150" y="20150"/>
                      </a:lnTo>
                      <a:lnTo>
                        <a:pt x="20150" y="2239"/>
                      </a:lnTo>
                      <a:cubicBezTo>
                        <a:pt x="20150" y="1343"/>
                        <a:pt x="19255" y="0"/>
                        <a:pt x="17911"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65" name="Freeform: Shape 4961">
                  <a:extLst>
                    <a:ext uri="{FF2B5EF4-FFF2-40B4-BE49-F238E27FC236}">
                      <a16:creationId xmlns:a16="http://schemas.microsoft.com/office/drawing/2014/main" id="{AF6A1A68-AC1B-CA24-6380-E83555CD5628}"/>
                    </a:ext>
                  </a:extLst>
                </p:cNvPr>
                <p:cNvSpPr/>
                <p:nvPr/>
              </p:nvSpPr>
              <p:spPr>
                <a:xfrm>
                  <a:off x="1707356" y="2654088"/>
                  <a:ext cx="22389" cy="35823"/>
                </a:xfrm>
                <a:custGeom>
                  <a:avLst/>
                  <a:gdLst>
                    <a:gd name="connsiteX0" fmla="*/ 20598 w 22389"/>
                    <a:gd name="connsiteY0" fmla="*/ 37614 h 35822"/>
                    <a:gd name="connsiteX1" fmla="*/ 2239 w 22389"/>
                    <a:gd name="connsiteY1" fmla="*/ 37614 h 35822"/>
                    <a:gd name="connsiteX2" fmla="*/ 0 w 22389"/>
                    <a:gd name="connsiteY2" fmla="*/ 35375 h 35822"/>
                    <a:gd name="connsiteX3" fmla="*/ 0 w 22389"/>
                    <a:gd name="connsiteY3" fmla="*/ 2239 h 35822"/>
                    <a:gd name="connsiteX4" fmla="*/ 2239 w 22389"/>
                    <a:gd name="connsiteY4" fmla="*/ 0 h 35822"/>
                    <a:gd name="connsiteX5" fmla="*/ 20598 w 22389"/>
                    <a:gd name="connsiteY5" fmla="*/ 0 h 35822"/>
                    <a:gd name="connsiteX6" fmla="*/ 22837 w 22389"/>
                    <a:gd name="connsiteY6" fmla="*/ 2239 h 35822"/>
                    <a:gd name="connsiteX7" fmla="*/ 20598 w 22389"/>
                    <a:gd name="connsiteY7" fmla="*/ 4478 h 35822"/>
                    <a:gd name="connsiteX8" fmla="*/ 4478 w 22389"/>
                    <a:gd name="connsiteY8" fmla="*/ 4478 h 35822"/>
                    <a:gd name="connsiteX9" fmla="*/ 4478 w 22389"/>
                    <a:gd name="connsiteY9" fmla="*/ 17911 h 35822"/>
                    <a:gd name="connsiteX10" fmla="*/ 20598 w 22389"/>
                    <a:gd name="connsiteY10" fmla="*/ 17911 h 35822"/>
                    <a:gd name="connsiteX11" fmla="*/ 22837 w 22389"/>
                    <a:gd name="connsiteY11" fmla="*/ 20150 h 35822"/>
                    <a:gd name="connsiteX12" fmla="*/ 22837 w 22389"/>
                    <a:gd name="connsiteY12" fmla="*/ 35823 h 35822"/>
                    <a:gd name="connsiteX13" fmla="*/ 20598 w 22389"/>
                    <a:gd name="connsiteY13" fmla="*/ 37614 h 35822"/>
                    <a:gd name="connsiteX14" fmla="*/ 4478 w 22389"/>
                    <a:gd name="connsiteY14" fmla="*/ 33136 h 35822"/>
                    <a:gd name="connsiteX15" fmla="*/ 18359 w 22389"/>
                    <a:gd name="connsiteY15" fmla="*/ 33136 h 35822"/>
                    <a:gd name="connsiteX16" fmla="*/ 18359 w 22389"/>
                    <a:gd name="connsiteY16" fmla="*/ 21941 h 35822"/>
                    <a:gd name="connsiteX17" fmla="*/ 4478 w 22389"/>
                    <a:gd name="connsiteY17" fmla="*/ 21941 h 35822"/>
                    <a:gd name="connsiteX18" fmla="*/ 4478 w 22389"/>
                    <a:gd name="connsiteY18" fmla="*/ 33136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389" h="35822">
                      <a:moveTo>
                        <a:pt x="20598" y="37614"/>
                      </a:moveTo>
                      <a:lnTo>
                        <a:pt x="2239" y="37614"/>
                      </a:lnTo>
                      <a:cubicBezTo>
                        <a:pt x="896" y="37614"/>
                        <a:pt x="0" y="36718"/>
                        <a:pt x="0" y="35375"/>
                      </a:cubicBezTo>
                      <a:lnTo>
                        <a:pt x="0" y="2239"/>
                      </a:lnTo>
                      <a:cubicBezTo>
                        <a:pt x="0" y="895"/>
                        <a:pt x="896" y="0"/>
                        <a:pt x="2239" y="0"/>
                      </a:cubicBezTo>
                      <a:lnTo>
                        <a:pt x="20598" y="0"/>
                      </a:lnTo>
                      <a:cubicBezTo>
                        <a:pt x="21941" y="0"/>
                        <a:pt x="22837" y="895"/>
                        <a:pt x="22837" y="2239"/>
                      </a:cubicBezTo>
                      <a:cubicBezTo>
                        <a:pt x="22837" y="3582"/>
                        <a:pt x="21941" y="4478"/>
                        <a:pt x="20598" y="4478"/>
                      </a:cubicBezTo>
                      <a:lnTo>
                        <a:pt x="4478" y="4478"/>
                      </a:lnTo>
                      <a:lnTo>
                        <a:pt x="4478" y="17911"/>
                      </a:lnTo>
                      <a:lnTo>
                        <a:pt x="20598" y="17911"/>
                      </a:lnTo>
                      <a:cubicBezTo>
                        <a:pt x="21941" y="17911"/>
                        <a:pt x="22837" y="18807"/>
                        <a:pt x="22837" y="20150"/>
                      </a:cubicBezTo>
                      <a:lnTo>
                        <a:pt x="22837" y="35823"/>
                      </a:lnTo>
                      <a:cubicBezTo>
                        <a:pt x="22837" y="36270"/>
                        <a:pt x="21941" y="37614"/>
                        <a:pt x="20598" y="37614"/>
                      </a:cubicBezTo>
                      <a:close/>
                      <a:moveTo>
                        <a:pt x="4478" y="33136"/>
                      </a:moveTo>
                      <a:lnTo>
                        <a:pt x="18359" y="33136"/>
                      </a:lnTo>
                      <a:lnTo>
                        <a:pt x="18359" y="21941"/>
                      </a:lnTo>
                      <a:lnTo>
                        <a:pt x="4478" y="21941"/>
                      </a:lnTo>
                      <a:lnTo>
                        <a:pt x="4478" y="3313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66" name="Freeform: Shape 4962">
                  <a:extLst>
                    <a:ext uri="{FF2B5EF4-FFF2-40B4-BE49-F238E27FC236}">
                      <a16:creationId xmlns:a16="http://schemas.microsoft.com/office/drawing/2014/main" id="{44AEBF28-C317-4C3F-87CD-91DD450C42E6}"/>
                    </a:ext>
                  </a:extLst>
                </p:cNvPr>
                <p:cNvSpPr/>
                <p:nvPr/>
              </p:nvSpPr>
              <p:spPr>
                <a:xfrm>
                  <a:off x="1739149" y="2654088"/>
                  <a:ext cx="17911" cy="35823"/>
                </a:xfrm>
                <a:custGeom>
                  <a:avLst/>
                  <a:gdLst>
                    <a:gd name="connsiteX0" fmla="*/ 19702 w 17911"/>
                    <a:gd name="connsiteY0" fmla="*/ 37614 h 35822"/>
                    <a:gd name="connsiteX1" fmla="*/ 2239 w 17911"/>
                    <a:gd name="connsiteY1" fmla="*/ 37614 h 35822"/>
                    <a:gd name="connsiteX2" fmla="*/ 0 w 17911"/>
                    <a:gd name="connsiteY2" fmla="*/ 35375 h 35822"/>
                    <a:gd name="connsiteX3" fmla="*/ 0 w 17911"/>
                    <a:gd name="connsiteY3" fmla="*/ 2239 h 35822"/>
                    <a:gd name="connsiteX4" fmla="*/ 2239 w 17911"/>
                    <a:gd name="connsiteY4" fmla="*/ 0 h 35822"/>
                    <a:gd name="connsiteX5" fmla="*/ 19702 w 17911"/>
                    <a:gd name="connsiteY5" fmla="*/ 0 h 35822"/>
                    <a:gd name="connsiteX6" fmla="*/ 21941 w 17911"/>
                    <a:gd name="connsiteY6" fmla="*/ 2239 h 35822"/>
                    <a:gd name="connsiteX7" fmla="*/ 21941 w 17911"/>
                    <a:gd name="connsiteY7" fmla="*/ 35375 h 35822"/>
                    <a:gd name="connsiteX8" fmla="*/ 19702 w 17911"/>
                    <a:gd name="connsiteY8" fmla="*/ 37614 h 35822"/>
                    <a:gd name="connsiteX9" fmla="*/ 4478 w 17911"/>
                    <a:gd name="connsiteY9" fmla="*/ 33136 h 35822"/>
                    <a:gd name="connsiteX10" fmla="*/ 17463 w 17911"/>
                    <a:gd name="connsiteY10" fmla="*/ 33136 h 35822"/>
                    <a:gd name="connsiteX11" fmla="*/ 17463 w 17911"/>
                    <a:gd name="connsiteY11" fmla="*/ 4478 h 35822"/>
                    <a:gd name="connsiteX12" fmla="*/ 4478 w 17911"/>
                    <a:gd name="connsiteY12" fmla="*/ 4478 h 35822"/>
                    <a:gd name="connsiteX13" fmla="*/ 4478 w 17911"/>
                    <a:gd name="connsiteY13" fmla="*/ 33136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11" h="35822">
                      <a:moveTo>
                        <a:pt x="19702" y="37614"/>
                      </a:moveTo>
                      <a:lnTo>
                        <a:pt x="2239" y="37614"/>
                      </a:lnTo>
                      <a:cubicBezTo>
                        <a:pt x="896" y="37614"/>
                        <a:pt x="0" y="36718"/>
                        <a:pt x="0" y="35375"/>
                      </a:cubicBezTo>
                      <a:lnTo>
                        <a:pt x="0" y="2239"/>
                      </a:lnTo>
                      <a:cubicBezTo>
                        <a:pt x="0" y="895"/>
                        <a:pt x="896" y="0"/>
                        <a:pt x="2239" y="0"/>
                      </a:cubicBezTo>
                      <a:lnTo>
                        <a:pt x="19702" y="0"/>
                      </a:lnTo>
                      <a:cubicBezTo>
                        <a:pt x="21046" y="0"/>
                        <a:pt x="21941" y="895"/>
                        <a:pt x="21941" y="2239"/>
                      </a:cubicBezTo>
                      <a:lnTo>
                        <a:pt x="21941" y="35375"/>
                      </a:lnTo>
                      <a:cubicBezTo>
                        <a:pt x="21941" y="36270"/>
                        <a:pt x="21046" y="37614"/>
                        <a:pt x="19702" y="37614"/>
                      </a:cubicBezTo>
                      <a:close/>
                      <a:moveTo>
                        <a:pt x="4478" y="33136"/>
                      </a:moveTo>
                      <a:lnTo>
                        <a:pt x="17463" y="33136"/>
                      </a:lnTo>
                      <a:lnTo>
                        <a:pt x="17463" y="4478"/>
                      </a:lnTo>
                      <a:lnTo>
                        <a:pt x="4478" y="4478"/>
                      </a:lnTo>
                      <a:lnTo>
                        <a:pt x="4478" y="3313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67" name="Freeform: Shape 4963">
                  <a:extLst>
                    <a:ext uri="{FF2B5EF4-FFF2-40B4-BE49-F238E27FC236}">
                      <a16:creationId xmlns:a16="http://schemas.microsoft.com/office/drawing/2014/main" id="{E80F84DE-52D3-A123-D5FF-49894B7FB22D}"/>
                    </a:ext>
                  </a:extLst>
                </p:cNvPr>
                <p:cNvSpPr/>
                <p:nvPr/>
              </p:nvSpPr>
              <p:spPr>
                <a:xfrm>
                  <a:off x="1644219" y="2590951"/>
                  <a:ext cx="152246" cy="152246"/>
                </a:xfrm>
                <a:custGeom>
                  <a:avLst/>
                  <a:gdLst>
                    <a:gd name="connsiteX0" fmla="*/ 76571 w 152245"/>
                    <a:gd name="connsiteY0" fmla="*/ 0 h 152245"/>
                    <a:gd name="connsiteX1" fmla="*/ 74332 w 152245"/>
                    <a:gd name="connsiteY1" fmla="*/ 2239 h 152245"/>
                    <a:gd name="connsiteX2" fmla="*/ 76571 w 152245"/>
                    <a:gd name="connsiteY2" fmla="*/ 4478 h 152245"/>
                    <a:gd name="connsiteX3" fmla="*/ 148216 w 152245"/>
                    <a:gd name="connsiteY3" fmla="*/ 76123 h 152245"/>
                    <a:gd name="connsiteX4" fmla="*/ 76571 w 152245"/>
                    <a:gd name="connsiteY4" fmla="*/ 147768 h 152245"/>
                    <a:gd name="connsiteX5" fmla="*/ 4926 w 152245"/>
                    <a:gd name="connsiteY5" fmla="*/ 76123 h 152245"/>
                    <a:gd name="connsiteX6" fmla="*/ 35823 w 152245"/>
                    <a:gd name="connsiteY6" fmla="*/ 17016 h 152245"/>
                    <a:gd name="connsiteX7" fmla="*/ 32688 w 152245"/>
                    <a:gd name="connsiteY7" fmla="*/ 38509 h 152245"/>
                    <a:gd name="connsiteX8" fmla="*/ 34479 w 152245"/>
                    <a:gd name="connsiteY8" fmla="*/ 41196 h 152245"/>
                    <a:gd name="connsiteX9" fmla="*/ 34927 w 152245"/>
                    <a:gd name="connsiteY9" fmla="*/ 41196 h 152245"/>
                    <a:gd name="connsiteX10" fmla="*/ 37166 w 152245"/>
                    <a:gd name="connsiteY10" fmla="*/ 39405 h 152245"/>
                    <a:gd name="connsiteX11" fmla="*/ 40748 w 152245"/>
                    <a:gd name="connsiteY11" fmla="*/ 12986 h 152245"/>
                    <a:gd name="connsiteX12" fmla="*/ 40300 w 152245"/>
                    <a:gd name="connsiteY12" fmla="*/ 11195 h 152245"/>
                    <a:gd name="connsiteX13" fmla="*/ 38957 w 152245"/>
                    <a:gd name="connsiteY13" fmla="*/ 10299 h 152245"/>
                    <a:gd name="connsiteX14" fmla="*/ 12090 w 152245"/>
                    <a:gd name="connsiteY14" fmla="*/ 6717 h 152245"/>
                    <a:gd name="connsiteX15" fmla="*/ 9403 w 152245"/>
                    <a:gd name="connsiteY15" fmla="*/ 8508 h 152245"/>
                    <a:gd name="connsiteX16" fmla="*/ 11195 w 152245"/>
                    <a:gd name="connsiteY16" fmla="*/ 11195 h 152245"/>
                    <a:gd name="connsiteX17" fmla="*/ 32240 w 152245"/>
                    <a:gd name="connsiteY17" fmla="*/ 13881 h 152245"/>
                    <a:gd name="connsiteX18" fmla="*/ 0 w 152245"/>
                    <a:gd name="connsiteY18" fmla="*/ 76123 h 152245"/>
                    <a:gd name="connsiteX19" fmla="*/ 76123 w 152245"/>
                    <a:gd name="connsiteY19" fmla="*/ 152246 h 152245"/>
                    <a:gd name="connsiteX20" fmla="*/ 152246 w 152245"/>
                    <a:gd name="connsiteY20" fmla="*/ 76123 h 152245"/>
                    <a:gd name="connsiteX21" fmla="*/ 76571 w 152245"/>
                    <a:gd name="connsiteY21" fmla="*/ 0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2245" h="152245">
                      <a:moveTo>
                        <a:pt x="76571" y="0"/>
                      </a:moveTo>
                      <a:cubicBezTo>
                        <a:pt x="75227" y="0"/>
                        <a:pt x="74332" y="895"/>
                        <a:pt x="74332" y="2239"/>
                      </a:cubicBezTo>
                      <a:cubicBezTo>
                        <a:pt x="74332" y="3582"/>
                        <a:pt x="75227" y="4478"/>
                        <a:pt x="76571" y="4478"/>
                      </a:cubicBezTo>
                      <a:cubicBezTo>
                        <a:pt x="115976" y="4478"/>
                        <a:pt x="148216" y="36718"/>
                        <a:pt x="148216" y="76123"/>
                      </a:cubicBezTo>
                      <a:cubicBezTo>
                        <a:pt x="148216" y="115528"/>
                        <a:pt x="115976" y="147768"/>
                        <a:pt x="76571" y="147768"/>
                      </a:cubicBezTo>
                      <a:cubicBezTo>
                        <a:pt x="37166" y="147768"/>
                        <a:pt x="4926" y="115528"/>
                        <a:pt x="4926" y="76123"/>
                      </a:cubicBezTo>
                      <a:cubicBezTo>
                        <a:pt x="4926" y="52390"/>
                        <a:pt x="16568" y="30449"/>
                        <a:pt x="35823" y="17016"/>
                      </a:cubicBezTo>
                      <a:lnTo>
                        <a:pt x="32688" y="38509"/>
                      </a:lnTo>
                      <a:cubicBezTo>
                        <a:pt x="32688" y="39853"/>
                        <a:pt x="33584" y="40748"/>
                        <a:pt x="34479" y="41196"/>
                      </a:cubicBezTo>
                      <a:cubicBezTo>
                        <a:pt x="34479" y="41196"/>
                        <a:pt x="34479" y="41196"/>
                        <a:pt x="34927" y="41196"/>
                      </a:cubicBezTo>
                      <a:cubicBezTo>
                        <a:pt x="35823" y="41196"/>
                        <a:pt x="37166" y="40300"/>
                        <a:pt x="37166" y="39405"/>
                      </a:cubicBezTo>
                      <a:lnTo>
                        <a:pt x="40748" y="12986"/>
                      </a:lnTo>
                      <a:cubicBezTo>
                        <a:pt x="40748" y="12538"/>
                        <a:pt x="40748" y="11642"/>
                        <a:pt x="40300" y="11195"/>
                      </a:cubicBezTo>
                      <a:cubicBezTo>
                        <a:pt x="39853" y="10747"/>
                        <a:pt x="39405" y="10299"/>
                        <a:pt x="38957" y="10299"/>
                      </a:cubicBezTo>
                      <a:lnTo>
                        <a:pt x="12090" y="6717"/>
                      </a:lnTo>
                      <a:cubicBezTo>
                        <a:pt x="10747" y="6717"/>
                        <a:pt x="9851" y="7612"/>
                        <a:pt x="9403" y="8508"/>
                      </a:cubicBezTo>
                      <a:cubicBezTo>
                        <a:pt x="9403" y="9851"/>
                        <a:pt x="10299" y="10747"/>
                        <a:pt x="11195" y="11195"/>
                      </a:cubicBezTo>
                      <a:lnTo>
                        <a:pt x="32240" y="13881"/>
                      </a:lnTo>
                      <a:cubicBezTo>
                        <a:pt x="12090" y="28210"/>
                        <a:pt x="0" y="51047"/>
                        <a:pt x="0" y="76123"/>
                      </a:cubicBezTo>
                      <a:cubicBezTo>
                        <a:pt x="0" y="118214"/>
                        <a:pt x="34031" y="152246"/>
                        <a:pt x="76123" y="152246"/>
                      </a:cubicBezTo>
                      <a:cubicBezTo>
                        <a:pt x="118214" y="152246"/>
                        <a:pt x="152246" y="118214"/>
                        <a:pt x="152246" y="76123"/>
                      </a:cubicBezTo>
                      <a:cubicBezTo>
                        <a:pt x="152694" y="34031"/>
                        <a:pt x="118662" y="0"/>
                        <a:pt x="76571"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68" name="Freeform: Shape 4964">
                  <a:extLst>
                    <a:ext uri="{FF2B5EF4-FFF2-40B4-BE49-F238E27FC236}">
                      <a16:creationId xmlns:a16="http://schemas.microsoft.com/office/drawing/2014/main" id="{10B1F4DF-8884-F285-A647-830B99B83CC3}"/>
                    </a:ext>
                  </a:extLst>
                </p:cNvPr>
                <p:cNvSpPr/>
                <p:nvPr/>
              </p:nvSpPr>
              <p:spPr>
                <a:xfrm>
                  <a:off x="1763777" y="2644685"/>
                  <a:ext cx="8956" cy="8956"/>
                </a:xfrm>
                <a:custGeom>
                  <a:avLst/>
                  <a:gdLst>
                    <a:gd name="connsiteX0" fmla="*/ 10747 w 8955"/>
                    <a:gd name="connsiteY0" fmla="*/ 5373 h 8955"/>
                    <a:gd name="connsiteX1" fmla="*/ 5373 w 8955"/>
                    <a:gd name="connsiteY1" fmla="*/ 10747 h 8955"/>
                    <a:gd name="connsiteX2" fmla="*/ 0 w 8955"/>
                    <a:gd name="connsiteY2" fmla="*/ 5373 h 8955"/>
                    <a:gd name="connsiteX3" fmla="*/ 5373 w 8955"/>
                    <a:gd name="connsiteY3" fmla="*/ 0 h 8955"/>
                    <a:gd name="connsiteX4" fmla="*/ 10747 w 8955"/>
                    <a:gd name="connsiteY4" fmla="*/ 5373 h 8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5" h="8955">
                      <a:moveTo>
                        <a:pt x="10747" y="5373"/>
                      </a:moveTo>
                      <a:cubicBezTo>
                        <a:pt x="10747" y="8341"/>
                        <a:pt x="8341" y="10747"/>
                        <a:pt x="5373" y="10747"/>
                      </a:cubicBezTo>
                      <a:cubicBezTo>
                        <a:pt x="2406" y="10747"/>
                        <a:pt x="0" y="8341"/>
                        <a:pt x="0" y="5373"/>
                      </a:cubicBezTo>
                      <a:cubicBezTo>
                        <a:pt x="0" y="2406"/>
                        <a:pt x="2406" y="0"/>
                        <a:pt x="5373" y="0"/>
                      </a:cubicBezTo>
                      <a:cubicBezTo>
                        <a:pt x="8341" y="0"/>
                        <a:pt x="10747" y="2406"/>
                        <a:pt x="10747" y="537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69" name="Group 4965">
                <a:extLst>
                  <a:ext uri="{FF2B5EF4-FFF2-40B4-BE49-F238E27FC236}">
                    <a16:creationId xmlns:a16="http://schemas.microsoft.com/office/drawing/2014/main" id="{D0B1BD8C-AE72-07C8-7333-6FADA35E1778}"/>
                  </a:ext>
                  <a:ext uri="{C183D7F6-B498-43B3-948B-1728B52AA6E4}">
                    <adec:decorative xmlns:adec="http://schemas.microsoft.com/office/drawing/2017/decorative" val="1"/>
                  </a:ext>
                </a:extLst>
              </p:cNvPr>
              <p:cNvGrpSpPr>
                <a:grpSpLocks noChangeAspect="1"/>
              </p:cNvGrpSpPr>
              <p:nvPr/>
            </p:nvGrpSpPr>
            <p:grpSpPr>
              <a:xfrm>
                <a:off x="1328079" y="1729600"/>
                <a:ext cx="152246" cy="111945"/>
                <a:chOff x="1368833" y="994161"/>
                <a:chExt cx="152246" cy="111945"/>
              </a:xfrm>
            </p:grpSpPr>
            <p:sp>
              <p:nvSpPr>
                <p:cNvPr id="1070" name="Freeform: Shape 4966">
                  <a:extLst>
                    <a:ext uri="{FF2B5EF4-FFF2-40B4-BE49-F238E27FC236}">
                      <a16:creationId xmlns:a16="http://schemas.microsoft.com/office/drawing/2014/main" id="{8BECDF74-F575-FC0E-A3EC-592A5B38554E}"/>
                    </a:ext>
                  </a:extLst>
                </p:cNvPr>
                <p:cNvSpPr/>
                <p:nvPr/>
              </p:nvSpPr>
              <p:spPr>
                <a:xfrm>
                  <a:off x="1368833" y="994161"/>
                  <a:ext cx="152246" cy="111945"/>
                </a:xfrm>
                <a:custGeom>
                  <a:avLst/>
                  <a:gdLst>
                    <a:gd name="connsiteX0" fmla="*/ 136573 w 152245"/>
                    <a:gd name="connsiteY0" fmla="*/ 111945 h 111945"/>
                    <a:gd name="connsiteX1" fmla="*/ 15672 w 152245"/>
                    <a:gd name="connsiteY1" fmla="*/ 111945 h 111945"/>
                    <a:gd name="connsiteX2" fmla="*/ 0 w 152245"/>
                    <a:gd name="connsiteY2" fmla="*/ 96273 h 111945"/>
                    <a:gd name="connsiteX3" fmla="*/ 0 w 152245"/>
                    <a:gd name="connsiteY3" fmla="*/ 15672 h 111945"/>
                    <a:gd name="connsiteX4" fmla="*/ 15672 w 152245"/>
                    <a:gd name="connsiteY4" fmla="*/ 0 h 111945"/>
                    <a:gd name="connsiteX5" fmla="*/ 62689 w 152245"/>
                    <a:gd name="connsiteY5" fmla="*/ 0 h 111945"/>
                    <a:gd name="connsiteX6" fmla="*/ 71645 w 152245"/>
                    <a:gd name="connsiteY6" fmla="*/ 8956 h 111945"/>
                    <a:gd name="connsiteX7" fmla="*/ 76123 w 152245"/>
                    <a:gd name="connsiteY7" fmla="*/ 13433 h 111945"/>
                    <a:gd name="connsiteX8" fmla="*/ 136573 w 152245"/>
                    <a:gd name="connsiteY8" fmla="*/ 13433 h 111945"/>
                    <a:gd name="connsiteX9" fmla="*/ 152246 w 152245"/>
                    <a:gd name="connsiteY9" fmla="*/ 29106 h 111945"/>
                    <a:gd name="connsiteX10" fmla="*/ 152246 w 152245"/>
                    <a:gd name="connsiteY10" fmla="*/ 96273 h 111945"/>
                    <a:gd name="connsiteX11" fmla="*/ 136573 w 152245"/>
                    <a:gd name="connsiteY11" fmla="*/ 111945 h 111945"/>
                    <a:gd name="connsiteX12" fmla="*/ 15672 w 152245"/>
                    <a:gd name="connsiteY12" fmla="*/ 4478 h 111945"/>
                    <a:gd name="connsiteX13" fmla="*/ 4478 w 152245"/>
                    <a:gd name="connsiteY13" fmla="*/ 15672 h 111945"/>
                    <a:gd name="connsiteX14" fmla="*/ 4478 w 152245"/>
                    <a:gd name="connsiteY14" fmla="*/ 96273 h 111945"/>
                    <a:gd name="connsiteX15" fmla="*/ 15672 w 152245"/>
                    <a:gd name="connsiteY15" fmla="*/ 107468 h 111945"/>
                    <a:gd name="connsiteX16" fmla="*/ 136573 w 152245"/>
                    <a:gd name="connsiteY16" fmla="*/ 107468 h 111945"/>
                    <a:gd name="connsiteX17" fmla="*/ 147768 w 152245"/>
                    <a:gd name="connsiteY17" fmla="*/ 96273 h 111945"/>
                    <a:gd name="connsiteX18" fmla="*/ 147768 w 152245"/>
                    <a:gd name="connsiteY18" fmla="*/ 29106 h 111945"/>
                    <a:gd name="connsiteX19" fmla="*/ 136573 w 152245"/>
                    <a:gd name="connsiteY19" fmla="*/ 17911 h 111945"/>
                    <a:gd name="connsiteX20" fmla="*/ 76123 w 152245"/>
                    <a:gd name="connsiteY20" fmla="*/ 17911 h 111945"/>
                    <a:gd name="connsiteX21" fmla="*/ 67167 w 152245"/>
                    <a:gd name="connsiteY21" fmla="*/ 8956 h 111945"/>
                    <a:gd name="connsiteX22" fmla="*/ 62689 w 152245"/>
                    <a:gd name="connsiteY22" fmla="*/ 4478 h 111945"/>
                    <a:gd name="connsiteX23" fmla="*/ 15672 w 152245"/>
                    <a:gd name="connsiteY23" fmla="*/ 4478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2245" h="111945">
                      <a:moveTo>
                        <a:pt x="136573" y="111945"/>
                      </a:moveTo>
                      <a:lnTo>
                        <a:pt x="15672" y="111945"/>
                      </a:lnTo>
                      <a:cubicBezTo>
                        <a:pt x="7164" y="111945"/>
                        <a:pt x="0" y="104781"/>
                        <a:pt x="0" y="96273"/>
                      </a:cubicBezTo>
                      <a:lnTo>
                        <a:pt x="0" y="15672"/>
                      </a:lnTo>
                      <a:cubicBezTo>
                        <a:pt x="0" y="7165"/>
                        <a:pt x="7164" y="0"/>
                        <a:pt x="15672" y="0"/>
                      </a:cubicBezTo>
                      <a:lnTo>
                        <a:pt x="62689" y="0"/>
                      </a:lnTo>
                      <a:cubicBezTo>
                        <a:pt x="67615" y="0"/>
                        <a:pt x="71645" y="4030"/>
                        <a:pt x="71645" y="8956"/>
                      </a:cubicBezTo>
                      <a:cubicBezTo>
                        <a:pt x="71645" y="11642"/>
                        <a:pt x="73436" y="13433"/>
                        <a:pt x="76123" y="13433"/>
                      </a:cubicBezTo>
                      <a:lnTo>
                        <a:pt x="136573" y="13433"/>
                      </a:lnTo>
                      <a:cubicBezTo>
                        <a:pt x="145081" y="13433"/>
                        <a:pt x="152246" y="20598"/>
                        <a:pt x="152246" y="29106"/>
                      </a:cubicBezTo>
                      <a:lnTo>
                        <a:pt x="152246" y="96273"/>
                      </a:lnTo>
                      <a:cubicBezTo>
                        <a:pt x="152246" y="104781"/>
                        <a:pt x="145081" y="111945"/>
                        <a:pt x="136573" y="111945"/>
                      </a:cubicBezTo>
                      <a:close/>
                      <a:moveTo>
                        <a:pt x="15672" y="4478"/>
                      </a:moveTo>
                      <a:cubicBezTo>
                        <a:pt x="9403" y="4478"/>
                        <a:pt x="4478" y="9403"/>
                        <a:pt x="4478" y="15672"/>
                      </a:cubicBezTo>
                      <a:lnTo>
                        <a:pt x="4478" y="96273"/>
                      </a:lnTo>
                      <a:cubicBezTo>
                        <a:pt x="4478" y="102542"/>
                        <a:pt x="9403" y="107468"/>
                        <a:pt x="15672" y="107468"/>
                      </a:cubicBezTo>
                      <a:lnTo>
                        <a:pt x="136573" y="107468"/>
                      </a:lnTo>
                      <a:cubicBezTo>
                        <a:pt x="142842" y="107468"/>
                        <a:pt x="147768" y="102542"/>
                        <a:pt x="147768" y="96273"/>
                      </a:cubicBezTo>
                      <a:lnTo>
                        <a:pt x="147768" y="29106"/>
                      </a:lnTo>
                      <a:cubicBezTo>
                        <a:pt x="147768" y="22837"/>
                        <a:pt x="142842" y="17911"/>
                        <a:pt x="136573" y="17911"/>
                      </a:cubicBezTo>
                      <a:lnTo>
                        <a:pt x="76123" y="17911"/>
                      </a:lnTo>
                      <a:cubicBezTo>
                        <a:pt x="71197" y="17911"/>
                        <a:pt x="67167" y="13881"/>
                        <a:pt x="67167" y="8956"/>
                      </a:cubicBezTo>
                      <a:cubicBezTo>
                        <a:pt x="67167" y="6269"/>
                        <a:pt x="65376" y="4478"/>
                        <a:pt x="62689" y="4478"/>
                      </a:cubicBezTo>
                      <a:lnTo>
                        <a:pt x="15672"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71" name="Freeform: Shape 4967">
                  <a:extLst>
                    <a:ext uri="{FF2B5EF4-FFF2-40B4-BE49-F238E27FC236}">
                      <a16:creationId xmlns:a16="http://schemas.microsoft.com/office/drawing/2014/main" id="{B09A3FBB-B622-6D2D-C142-111C194649E2}"/>
                    </a:ext>
                  </a:extLst>
                </p:cNvPr>
                <p:cNvSpPr/>
                <p:nvPr/>
              </p:nvSpPr>
              <p:spPr>
                <a:xfrm>
                  <a:off x="1422343" y="1034686"/>
                  <a:ext cx="44778" cy="40300"/>
                </a:xfrm>
                <a:custGeom>
                  <a:avLst/>
                  <a:gdLst>
                    <a:gd name="connsiteX0" fmla="*/ 2463 w 44778"/>
                    <a:gd name="connsiteY0" fmla="*/ 44554 h 40300"/>
                    <a:gd name="connsiteX1" fmla="*/ 672 w 44778"/>
                    <a:gd name="connsiteY1" fmla="*/ 44106 h 40300"/>
                    <a:gd name="connsiteX2" fmla="*/ 672 w 44778"/>
                    <a:gd name="connsiteY2" fmla="*/ 40972 h 40300"/>
                    <a:gd name="connsiteX3" fmla="*/ 40972 w 44778"/>
                    <a:gd name="connsiteY3" fmla="*/ 672 h 40300"/>
                    <a:gd name="connsiteX4" fmla="*/ 44107 w 44778"/>
                    <a:gd name="connsiteY4" fmla="*/ 672 h 40300"/>
                    <a:gd name="connsiteX5" fmla="*/ 44107 w 44778"/>
                    <a:gd name="connsiteY5" fmla="*/ 3806 h 40300"/>
                    <a:gd name="connsiteX6" fmla="*/ 3806 w 44778"/>
                    <a:gd name="connsiteY6" fmla="*/ 44106 h 40300"/>
                    <a:gd name="connsiteX7" fmla="*/ 2463 w 44778"/>
                    <a:gd name="connsiteY7" fmla="*/ 44554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8" h="40300">
                      <a:moveTo>
                        <a:pt x="2463" y="44554"/>
                      </a:moveTo>
                      <a:cubicBezTo>
                        <a:pt x="2015" y="44554"/>
                        <a:pt x="1119" y="44554"/>
                        <a:pt x="672" y="44106"/>
                      </a:cubicBezTo>
                      <a:cubicBezTo>
                        <a:pt x="-224" y="43211"/>
                        <a:pt x="-224" y="41868"/>
                        <a:pt x="672" y="40972"/>
                      </a:cubicBezTo>
                      <a:lnTo>
                        <a:pt x="40972" y="672"/>
                      </a:lnTo>
                      <a:cubicBezTo>
                        <a:pt x="41868" y="-224"/>
                        <a:pt x="43211" y="-224"/>
                        <a:pt x="44107" y="672"/>
                      </a:cubicBezTo>
                      <a:cubicBezTo>
                        <a:pt x="45002" y="1567"/>
                        <a:pt x="45002" y="2911"/>
                        <a:pt x="44107" y="3806"/>
                      </a:cubicBezTo>
                      <a:lnTo>
                        <a:pt x="3806" y="44106"/>
                      </a:lnTo>
                      <a:cubicBezTo>
                        <a:pt x="3806" y="44554"/>
                        <a:pt x="2911" y="44554"/>
                        <a:pt x="2463" y="4455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72" name="Freeform: Shape 4968">
                  <a:extLst>
                    <a:ext uri="{FF2B5EF4-FFF2-40B4-BE49-F238E27FC236}">
                      <a16:creationId xmlns:a16="http://schemas.microsoft.com/office/drawing/2014/main" id="{94D04422-0181-A486-8297-677B9DA31301}"/>
                    </a:ext>
                  </a:extLst>
                </p:cNvPr>
                <p:cNvSpPr/>
                <p:nvPr/>
              </p:nvSpPr>
              <p:spPr>
                <a:xfrm>
                  <a:off x="1422343" y="1034686"/>
                  <a:ext cx="44778" cy="40300"/>
                </a:xfrm>
                <a:custGeom>
                  <a:avLst/>
                  <a:gdLst>
                    <a:gd name="connsiteX0" fmla="*/ 42763 w 44778"/>
                    <a:gd name="connsiteY0" fmla="*/ 44554 h 40300"/>
                    <a:gd name="connsiteX1" fmla="*/ 40972 w 44778"/>
                    <a:gd name="connsiteY1" fmla="*/ 44106 h 40300"/>
                    <a:gd name="connsiteX2" fmla="*/ 672 w 44778"/>
                    <a:gd name="connsiteY2" fmla="*/ 3806 h 40300"/>
                    <a:gd name="connsiteX3" fmla="*/ 672 w 44778"/>
                    <a:gd name="connsiteY3" fmla="*/ 672 h 40300"/>
                    <a:gd name="connsiteX4" fmla="*/ 3806 w 44778"/>
                    <a:gd name="connsiteY4" fmla="*/ 672 h 40300"/>
                    <a:gd name="connsiteX5" fmla="*/ 44107 w 44778"/>
                    <a:gd name="connsiteY5" fmla="*/ 40972 h 40300"/>
                    <a:gd name="connsiteX6" fmla="*/ 44107 w 44778"/>
                    <a:gd name="connsiteY6" fmla="*/ 44106 h 40300"/>
                    <a:gd name="connsiteX7" fmla="*/ 42763 w 44778"/>
                    <a:gd name="connsiteY7" fmla="*/ 44554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8" h="40300">
                      <a:moveTo>
                        <a:pt x="42763" y="44554"/>
                      </a:moveTo>
                      <a:cubicBezTo>
                        <a:pt x="42315" y="44554"/>
                        <a:pt x="41420" y="44554"/>
                        <a:pt x="40972" y="44106"/>
                      </a:cubicBezTo>
                      <a:lnTo>
                        <a:pt x="672" y="3806"/>
                      </a:lnTo>
                      <a:cubicBezTo>
                        <a:pt x="-224" y="2911"/>
                        <a:pt x="-224" y="1567"/>
                        <a:pt x="672" y="672"/>
                      </a:cubicBezTo>
                      <a:cubicBezTo>
                        <a:pt x="1567" y="-224"/>
                        <a:pt x="2911" y="-224"/>
                        <a:pt x="3806" y="672"/>
                      </a:cubicBezTo>
                      <a:lnTo>
                        <a:pt x="44107" y="40972"/>
                      </a:lnTo>
                      <a:cubicBezTo>
                        <a:pt x="45002" y="41868"/>
                        <a:pt x="45002" y="43211"/>
                        <a:pt x="44107" y="44106"/>
                      </a:cubicBezTo>
                      <a:cubicBezTo>
                        <a:pt x="44107" y="44554"/>
                        <a:pt x="43211" y="44554"/>
                        <a:pt x="42763" y="4455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73" name="Group 4969">
                <a:extLst>
                  <a:ext uri="{FF2B5EF4-FFF2-40B4-BE49-F238E27FC236}">
                    <a16:creationId xmlns:a16="http://schemas.microsoft.com/office/drawing/2014/main" id="{832714C2-E8A6-1E6D-4356-77BEC06E5B75}"/>
                  </a:ext>
                  <a:ext uri="{C183D7F6-B498-43B3-948B-1728B52AA6E4}">
                    <adec:decorative xmlns:adec="http://schemas.microsoft.com/office/drawing/2017/decorative" val="1"/>
                  </a:ext>
                </a:extLst>
              </p:cNvPr>
              <p:cNvGrpSpPr>
                <a:grpSpLocks noChangeAspect="1"/>
              </p:cNvGrpSpPr>
              <p:nvPr/>
            </p:nvGrpSpPr>
            <p:grpSpPr>
              <a:xfrm>
                <a:off x="2930690" y="2079318"/>
                <a:ext cx="125379" cy="143290"/>
                <a:chOff x="2971444" y="1343879"/>
                <a:chExt cx="125379" cy="143290"/>
              </a:xfrm>
            </p:grpSpPr>
            <p:sp>
              <p:nvSpPr>
                <p:cNvPr id="1074" name="Freeform: Shape 4970">
                  <a:extLst>
                    <a:ext uri="{FF2B5EF4-FFF2-40B4-BE49-F238E27FC236}">
                      <a16:creationId xmlns:a16="http://schemas.microsoft.com/office/drawing/2014/main" id="{3E1784B6-B2EC-2983-1463-3DEB2D8FE25C}"/>
                    </a:ext>
                  </a:extLst>
                </p:cNvPr>
                <p:cNvSpPr/>
                <p:nvPr/>
              </p:nvSpPr>
              <p:spPr>
                <a:xfrm>
                  <a:off x="2971444" y="1343879"/>
                  <a:ext cx="125379" cy="143290"/>
                </a:xfrm>
                <a:custGeom>
                  <a:avLst/>
                  <a:gdLst>
                    <a:gd name="connsiteX0" fmla="*/ 116423 w 125378"/>
                    <a:gd name="connsiteY0" fmla="*/ 6717 h 143290"/>
                    <a:gd name="connsiteX1" fmla="*/ 85079 w 125378"/>
                    <a:gd name="connsiteY1" fmla="*/ 6717 h 143290"/>
                    <a:gd name="connsiteX2" fmla="*/ 85079 w 125378"/>
                    <a:gd name="connsiteY2" fmla="*/ 2239 h 143290"/>
                    <a:gd name="connsiteX3" fmla="*/ 82840 w 125378"/>
                    <a:gd name="connsiteY3" fmla="*/ 0 h 143290"/>
                    <a:gd name="connsiteX4" fmla="*/ 42539 w 125378"/>
                    <a:gd name="connsiteY4" fmla="*/ 0 h 143290"/>
                    <a:gd name="connsiteX5" fmla="*/ 40300 w 125378"/>
                    <a:gd name="connsiteY5" fmla="*/ 2239 h 143290"/>
                    <a:gd name="connsiteX6" fmla="*/ 40300 w 125378"/>
                    <a:gd name="connsiteY6" fmla="*/ 6717 h 143290"/>
                    <a:gd name="connsiteX7" fmla="*/ 8956 w 125378"/>
                    <a:gd name="connsiteY7" fmla="*/ 6717 h 143290"/>
                    <a:gd name="connsiteX8" fmla="*/ 0 w 125378"/>
                    <a:gd name="connsiteY8" fmla="*/ 15672 h 143290"/>
                    <a:gd name="connsiteX9" fmla="*/ 0 w 125378"/>
                    <a:gd name="connsiteY9" fmla="*/ 136573 h 143290"/>
                    <a:gd name="connsiteX10" fmla="*/ 8956 w 125378"/>
                    <a:gd name="connsiteY10" fmla="*/ 145529 h 143290"/>
                    <a:gd name="connsiteX11" fmla="*/ 116423 w 125378"/>
                    <a:gd name="connsiteY11" fmla="*/ 145529 h 143290"/>
                    <a:gd name="connsiteX12" fmla="*/ 125379 w 125378"/>
                    <a:gd name="connsiteY12" fmla="*/ 136573 h 143290"/>
                    <a:gd name="connsiteX13" fmla="*/ 125379 w 125378"/>
                    <a:gd name="connsiteY13" fmla="*/ 15672 h 143290"/>
                    <a:gd name="connsiteX14" fmla="*/ 116423 w 125378"/>
                    <a:gd name="connsiteY14" fmla="*/ 6717 h 143290"/>
                    <a:gd name="connsiteX15" fmla="*/ 44778 w 125378"/>
                    <a:gd name="connsiteY15" fmla="*/ 4478 h 143290"/>
                    <a:gd name="connsiteX16" fmla="*/ 80601 w 125378"/>
                    <a:gd name="connsiteY16" fmla="*/ 4478 h 143290"/>
                    <a:gd name="connsiteX17" fmla="*/ 80601 w 125378"/>
                    <a:gd name="connsiteY17" fmla="*/ 13433 h 143290"/>
                    <a:gd name="connsiteX18" fmla="*/ 44778 w 125378"/>
                    <a:gd name="connsiteY18" fmla="*/ 13433 h 143290"/>
                    <a:gd name="connsiteX19" fmla="*/ 44778 w 125378"/>
                    <a:gd name="connsiteY19" fmla="*/ 4478 h 143290"/>
                    <a:gd name="connsiteX20" fmla="*/ 120901 w 125378"/>
                    <a:gd name="connsiteY20" fmla="*/ 136573 h 143290"/>
                    <a:gd name="connsiteX21" fmla="*/ 116423 w 125378"/>
                    <a:gd name="connsiteY21" fmla="*/ 141051 h 143290"/>
                    <a:gd name="connsiteX22" fmla="*/ 8956 w 125378"/>
                    <a:gd name="connsiteY22" fmla="*/ 141051 h 143290"/>
                    <a:gd name="connsiteX23" fmla="*/ 4478 w 125378"/>
                    <a:gd name="connsiteY23" fmla="*/ 136573 h 143290"/>
                    <a:gd name="connsiteX24" fmla="*/ 4478 w 125378"/>
                    <a:gd name="connsiteY24" fmla="*/ 15672 h 143290"/>
                    <a:gd name="connsiteX25" fmla="*/ 8956 w 125378"/>
                    <a:gd name="connsiteY25" fmla="*/ 11195 h 143290"/>
                    <a:gd name="connsiteX26" fmla="*/ 40300 w 125378"/>
                    <a:gd name="connsiteY26" fmla="*/ 11195 h 143290"/>
                    <a:gd name="connsiteX27" fmla="*/ 40300 w 125378"/>
                    <a:gd name="connsiteY27" fmla="*/ 15672 h 143290"/>
                    <a:gd name="connsiteX28" fmla="*/ 42539 w 125378"/>
                    <a:gd name="connsiteY28" fmla="*/ 17911 h 143290"/>
                    <a:gd name="connsiteX29" fmla="*/ 82840 w 125378"/>
                    <a:gd name="connsiteY29" fmla="*/ 17911 h 143290"/>
                    <a:gd name="connsiteX30" fmla="*/ 85079 w 125378"/>
                    <a:gd name="connsiteY30" fmla="*/ 15672 h 143290"/>
                    <a:gd name="connsiteX31" fmla="*/ 85079 w 125378"/>
                    <a:gd name="connsiteY31" fmla="*/ 11195 h 143290"/>
                    <a:gd name="connsiteX32" fmla="*/ 116423 w 125378"/>
                    <a:gd name="connsiteY32" fmla="*/ 11195 h 143290"/>
                    <a:gd name="connsiteX33" fmla="*/ 120901 w 125378"/>
                    <a:gd name="connsiteY33" fmla="*/ 15672 h 143290"/>
                    <a:gd name="connsiteX34" fmla="*/ 120901 w 125378"/>
                    <a:gd name="connsiteY34" fmla="*/ 136573 h 14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5378" h="143290">
                      <a:moveTo>
                        <a:pt x="116423" y="6717"/>
                      </a:moveTo>
                      <a:lnTo>
                        <a:pt x="85079" y="6717"/>
                      </a:lnTo>
                      <a:lnTo>
                        <a:pt x="85079" y="2239"/>
                      </a:lnTo>
                      <a:cubicBezTo>
                        <a:pt x="85079" y="896"/>
                        <a:pt x="84183" y="0"/>
                        <a:pt x="82840" y="0"/>
                      </a:cubicBezTo>
                      <a:lnTo>
                        <a:pt x="42539" y="0"/>
                      </a:lnTo>
                      <a:cubicBezTo>
                        <a:pt x="41196" y="0"/>
                        <a:pt x="40300" y="896"/>
                        <a:pt x="40300" y="2239"/>
                      </a:cubicBezTo>
                      <a:lnTo>
                        <a:pt x="40300" y="6717"/>
                      </a:lnTo>
                      <a:lnTo>
                        <a:pt x="8956" y="6717"/>
                      </a:lnTo>
                      <a:cubicBezTo>
                        <a:pt x="4030" y="6717"/>
                        <a:pt x="0" y="10747"/>
                        <a:pt x="0" y="15672"/>
                      </a:cubicBezTo>
                      <a:lnTo>
                        <a:pt x="0" y="136573"/>
                      </a:lnTo>
                      <a:cubicBezTo>
                        <a:pt x="0" y="141499"/>
                        <a:pt x="4030" y="145529"/>
                        <a:pt x="8956" y="145529"/>
                      </a:cubicBezTo>
                      <a:lnTo>
                        <a:pt x="116423" y="145529"/>
                      </a:lnTo>
                      <a:cubicBezTo>
                        <a:pt x="121349" y="145529"/>
                        <a:pt x="125379" y="141499"/>
                        <a:pt x="125379" y="136573"/>
                      </a:cubicBezTo>
                      <a:lnTo>
                        <a:pt x="125379" y="15672"/>
                      </a:lnTo>
                      <a:cubicBezTo>
                        <a:pt x="125379" y="10747"/>
                        <a:pt x="121349" y="6717"/>
                        <a:pt x="116423" y="6717"/>
                      </a:cubicBezTo>
                      <a:close/>
                      <a:moveTo>
                        <a:pt x="44778" y="4478"/>
                      </a:moveTo>
                      <a:lnTo>
                        <a:pt x="80601" y="4478"/>
                      </a:lnTo>
                      <a:lnTo>
                        <a:pt x="80601" y="13433"/>
                      </a:lnTo>
                      <a:lnTo>
                        <a:pt x="44778" y="13433"/>
                      </a:lnTo>
                      <a:lnTo>
                        <a:pt x="44778" y="4478"/>
                      </a:lnTo>
                      <a:close/>
                      <a:moveTo>
                        <a:pt x="120901" y="136573"/>
                      </a:moveTo>
                      <a:cubicBezTo>
                        <a:pt x="120901" y="139260"/>
                        <a:pt x="118662" y="141051"/>
                        <a:pt x="116423" y="141051"/>
                      </a:cubicBezTo>
                      <a:lnTo>
                        <a:pt x="8956" y="141051"/>
                      </a:lnTo>
                      <a:cubicBezTo>
                        <a:pt x="6269" y="141051"/>
                        <a:pt x="4478" y="138812"/>
                        <a:pt x="4478" y="136573"/>
                      </a:cubicBezTo>
                      <a:lnTo>
                        <a:pt x="4478" y="15672"/>
                      </a:lnTo>
                      <a:cubicBezTo>
                        <a:pt x="4478" y="12986"/>
                        <a:pt x="6717" y="11195"/>
                        <a:pt x="8956" y="11195"/>
                      </a:cubicBezTo>
                      <a:lnTo>
                        <a:pt x="40300" y="11195"/>
                      </a:lnTo>
                      <a:lnTo>
                        <a:pt x="40300" y="15672"/>
                      </a:lnTo>
                      <a:cubicBezTo>
                        <a:pt x="40300" y="17016"/>
                        <a:pt x="41196" y="17911"/>
                        <a:pt x="42539" y="17911"/>
                      </a:cubicBezTo>
                      <a:lnTo>
                        <a:pt x="82840" y="17911"/>
                      </a:lnTo>
                      <a:cubicBezTo>
                        <a:pt x="84183" y="17911"/>
                        <a:pt x="85079" y="17016"/>
                        <a:pt x="85079" y="15672"/>
                      </a:cubicBezTo>
                      <a:lnTo>
                        <a:pt x="85079" y="11195"/>
                      </a:lnTo>
                      <a:lnTo>
                        <a:pt x="116423" y="11195"/>
                      </a:lnTo>
                      <a:cubicBezTo>
                        <a:pt x="119110" y="11195"/>
                        <a:pt x="120901" y="13433"/>
                        <a:pt x="120901" y="15672"/>
                      </a:cubicBezTo>
                      <a:lnTo>
                        <a:pt x="120901" y="13657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75" name="Freeform: Shape 4971">
                  <a:extLst>
                    <a:ext uri="{FF2B5EF4-FFF2-40B4-BE49-F238E27FC236}">
                      <a16:creationId xmlns:a16="http://schemas.microsoft.com/office/drawing/2014/main" id="{22B9EF4A-5156-390B-33AE-E8C489EAB0B1}"/>
                    </a:ext>
                  </a:extLst>
                </p:cNvPr>
                <p:cNvSpPr/>
                <p:nvPr/>
              </p:nvSpPr>
              <p:spPr>
                <a:xfrm>
                  <a:off x="3011969" y="1397837"/>
                  <a:ext cx="44778" cy="40300"/>
                </a:xfrm>
                <a:custGeom>
                  <a:avLst/>
                  <a:gdLst>
                    <a:gd name="connsiteX0" fmla="*/ 25300 w 44778"/>
                    <a:gd name="connsiteY0" fmla="*/ 22165 h 40300"/>
                    <a:gd name="connsiteX1" fmla="*/ 43659 w 44778"/>
                    <a:gd name="connsiteY1" fmla="*/ 3806 h 40300"/>
                    <a:gd name="connsiteX2" fmla="*/ 43659 w 44778"/>
                    <a:gd name="connsiteY2" fmla="*/ 672 h 40300"/>
                    <a:gd name="connsiteX3" fmla="*/ 40524 w 44778"/>
                    <a:gd name="connsiteY3" fmla="*/ 672 h 40300"/>
                    <a:gd name="connsiteX4" fmla="*/ 22165 w 44778"/>
                    <a:gd name="connsiteY4" fmla="*/ 19031 h 40300"/>
                    <a:gd name="connsiteX5" fmla="*/ 3806 w 44778"/>
                    <a:gd name="connsiteY5" fmla="*/ 672 h 40300"/>
                    <a:gd name="connsiteX6" fmla="*/ 672 w 44778"/>
                    <a:gd name="connsiteY6" fmla="*/ 672 h 40300"/>
                    <a:gd name="connsiteX7" fmla="*/ 672 w 44778"/>
                    <a:gd name="connsiteY7" fmla="*/ 3806 h 40300"/>
                    <a:gd name="connsiteX8" fmla="*/ 19031 w 44778"/>
                    <a:gd name="connsiteY8" fmla="*/ 22165 h 40300"/>
                    <a:gd name="connsiteX9" fmla="*/ 672 w 44778"/>
                    <a:gd name="connsiteY9" fmla="*/ 40524 h 40300"/>
                    <a:gd name="connsiteX10" fmla="*/ 672 w 44778"/>
                    <a:gd name="connsiteY10" fmla="*/ 43659 h 40300"/>
                    <a:gd name="connsiteX11" fmla="*/ 2463 w 44778"/>
                    <a:gd name="connsiteY11" fmla="*/ 44107 h 40300"/>
                    <a:gd name="connsiteX12" fmla="*/ 4254 w 44778"/>
                    <a:gd name="connsiteY12" fmla="*/ 43659 h 40300"/>
                    <a:gd name="connsiteX13" fmla="*/ 22613 w 44778"/>
                    <a:gd name="connsiteY13" fmla="*/ 25300 h 40300"/>
                    <a:gd name="connsiteX14" fmla="*/ 40972 w 44778"/>
                    <a:gd name="connsiteY14" fmla="*/ 43659 h 40300"/>
                    <a:gd name="connsiteX15" fmla="*/ 42763 w 44778"/>
                    <a:gd name="connsiteY15" fmla="*/ 44107 h 40300"/>
                    <a:gd name="connsiteX16" fmla="*/ 44554 w 44778"/>
                    <a:gd name="connsiteY16" fmla="*/ 43659 h 40300"/>
                    <a:gd name="connsiteX17" fmla="*/ 44554 w 44778"/>
                    <a:gd name="connsiteY17" fmla="*/ 40524 h 40300"/>
                    <a:gd name="connsiteX18" fmla="*/ 25300 w 44778"/>
                    <a:gd name="connsiteY18" fmla="*/ 22165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78" h="40300">
                      <a:moveTo>
                        <a:pt x="25300" y="22165"/>
                      </a:moveTo>
                      <a:lnTo>
                        <a:pt x="43659" y="3806"/>
                      </a:lnTo>
                      <a:cubicBezTo>
                        <a:pt x="44554" y="2911"/>
                        <a:pt x="44554" y="1567"/>
                        <a:pt x="43659" y="672"/>
                      </a:cubicBezTo>
                      <a:cubicBezTo>
                        <a:pt x="42763" y="-224"/>
                        <a:pt x="41420" y="-224"/>
                        <a:pt x="40524" y="672"/>
                      </a:cubicBezTo>
                      <a:lnTo>
                        <a:pt x="22165" y="19031"/>
                      </a:lnTo>
                      <a:lnTo>
                        <a:pt x="3806" y="672"/>
                      </a:lnTo>
                      <a:cubicBezTo>
                        <a:pt x="2911" y="-224"/>
                        <a:pt x="1567" y="-224"/>
                        <a:pt x="672" y="672"/>
                      </a:cubicBezTo>
                      <a:cubicBezTo>
                        <a:pt x="-224" y="1567"/>
                        <a:pt x="-224" y="2911"/>
                        <a:pt x="672" y="3806"/>
                      </a:cubicBezTo>
                      <a:lnTo>
                        <a:pt x="19031" y="22165"/>
                      </a:lnTo>
                      <a:lnTo>
                        <a:pt x="672" y="40524"/>
                      </a:lnTo>
                      <a:cubicBezTo>
                        <a:pt x="-224" y="41420"/>
                        <a:pt x="-224" y="42763"/>
                        <a:pt x="672" y="43659"/>
                      </a:cubicBezTo>
                      <a:cubicBezTo>
                        <a:pt x="1119" y="44107"/>
                        <a:pt x="1567" y="44107"/>
                        <a:pt x="2463" y="44107"/>
                      </a:cubicBezTo>
                      <a:cubicBezTo>
                        <a:pt x="3358" y="44107"/>
                        <a:pt x="3806" y="44107"/>
                        <a:pt x="4254" y="43659"/>
                      </a:cubicBezTo>
                      <a:lnTo>
                        <a:pt x="22613" y="25300"/>
                      </a:lnTo>
                      <a:lnTo>
                        <a:pt x="40972" y="43659"/>
                      </a:lnTo>
                      <a:cubicBezTo>
                        <a:pt x="41420" y="44107"/>
                        <a:pt x="41867" y="44107"/>
                        <a:pt x="42763" y="44107"/>
                      </a:cubicBezTo>
                      <a:cubicBezTo>
                        <a:pt x="43659" y="44107"/>
                        <a:pt x="44106" y="44107"/>
                        <a:pt x="44554" y="43659"/>
                      </a:cubicBezTo>
                      <a:cubicBezTo>
                        <a:pt x="45450" y="42763"/>
                        <a:pt x="45450" y="41420"/>
                        <a:pt x="44554" y="40524"/>
                      </a:cubicBezTo>
                      <a:lnTo>
                        <a:pt x="25300" y="2216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76" name="Group 4972">
                <a:extLst>
                  <a:ext uri="{FF2B5EF4-FFF2-40B4-BE49-F238E27FC236}">
                    <a16:creationId xmlns:a16="http://schemas.microsoft.com/office/drawing/2014/main" id="{5D741BBA-542B-CE27-7275-580F1DF428F4}"/>
                  </a:ext>
                  <a:ext uri="{C183D7F6-B498-43B3-948B-1728B52AA6E4}">
                    <adec:decorative xmlns:adec="http://schemas.microsoft.com/office/drawing/2017/decorative" val="1"/>
                  </a:ext>
                </a:extLst>
              </p:cNvPr>
              <p:cNvGrpSpPr>
                <a:grpSpLocks noChangeAspect="1"/>
              </p:cNvGrpSpPr>
              <p:nvPr/>
            </p:nvGrpSpPr>
            <p:grpSpPr>
              <a:xfrm>
                <a:off x="3730429" y="2079318"/>
                <a:ext cx="125379" cy="143290"/>
                <a:chOff x="3771183" y="1343879"/>
                <a:chExt cx="125379" cy="143290"/>
              </a:xfrm>
            </p:grpSpPr>
            <p:sp>
              <p:nvSpPr>
                <p:cNvPr id="1077" name="Freeform: Shape 4973">
                  <a:extLst>
                    <a:ext uri="{FF2B5EF4-FFF2-40B4-BE49-F238E27FC236}">
                      <a16:creationId xmlns:a16="http://schemas.microsoft.com/office/drawing/2014/main" id="{94F0D0EB-056C-6487-93CF-168727D0A561}"/>
                    </a:ext>
                  </a:extLst>
                </p:cNvPr>
                <p:cNvSpPr/>
                <p:nvPr/>
              </p:nvSpPr>
              <p:spPr>
                <a:xfrm>
                  <a:off x="3771183" y="1343879"/>
                  <a:ext cx="125379" cy="143290"/>
                </a:xfrm>
                <a:custGeom>
                  <a:avLst/>
                  <a:gdLst>
                    <a:gd name="connsiteX0" fmla="*/ 116423 w 125378"/>
                    <a:gd name="connsiteY0" fmla="*/ 6717 h 143290"/>
                    <a:gd name="connsiteX1" fmla="*/ 85079 w 125378"/>
                    <a:gd name="connsiteY1" fmla="*/ 6717 h 143290"/>
                    <a:gd name="connsiteX2" fmla="*/ 85079 w 125378"/>
                    <a:gd name="connsiteY2" fmla="*/ 2239 h 143290"/>
                    <a:gd name="connsiteX3" fmla="*/ 82840 w 125378"/>
                    <a:gd name="connsiteY3" fmla="*/ 0 h 143290"/>
                    <a:gd name="connsiteX4" fmla="*/ 42539 w 125378"/>
                    <a:gd name="connsiteY4" fmla="*/ 0 h 143290"/>
                    <a:gd name="connsiteX5" fmla="*/ 40300 w 125378"/>
                    <a:gd name="connsiteY5" fmla="*/ 2239 h 143290"/>
                    <a:gd name="connsiteX6" fmla="*/ 40300 w 125378"/>
                    <a:gd name="connsiteY6" fmla="*/ 6717 h 143290"/>
                    <a:gd name="connsiteX7" fmla="*/ 8956 w 125378"/>
                    <a:gd name="connsiteY7" fmla="*/ 6717 h 143290"/>
                    <a:gd name="connsiteX8" fmla="*/ 0 w 125378"/>
                    <a:gd name="connsiteY8" fmla="*/ 15672 h 143290"/>
                    <a:gd name="connsiteX9" fmla="*/ 0 w 125378"/>
                    <a:gd name="connsiteY9" fmla="*/ 136573 h 143290"/>
                    <a:gd name="connsiteX10" fmla="*/ 8956 w 125378"/>
                    <a:gd name="connsiteY10" fmla="*/ 145529 h 143290"/>
                    <a:gd name="connsiteX11" fmla="*/ 116423 w 125378"/>
                    <a:gd name="connsiteY11" fmla="*/ 145529 h 143290"/>
                    <a:gd name="connsiteX12" fmla="*/ 125379 w 125378"/>
                    <a:gd name="connsiteY12" fmla="*/ 136573 h 143290"/>
                    <a:gd name="connsiteX13" fmla="*/ 125379 w 125378"/>
                    <a:gd name="connsiteY13" fmla="*/ 15672 h 143290"/>
                    <a:gd name="connsiteX14" fmla="*/ 116423 w 125378"/>
                    <a:gd name="connsiteY14" fmla="*/ 6717 h 143290"/>
                    <a:gd name="connsiteX15" fmla="*/ 44778 w 125378"/>
                    <a:gd name="connsiteY15" fmla="*/ 4478 h 143290"/>
                    <a:gd name="connsiteX16" fmla="*/ 80601 w 125378"/>
                    <a:gd name="connsiteY16" fmla="*/ 4478 h 143290"/>
                    <a:gd name="connsiteX17" fmla="*/ 80601 w 125378"/>
                    <a:gd name="connsiteY17" fmla="*/ 8508 h 143290"/>
                    <a:gd name="connsiteX18" fmla="*/ 80601 w 125378"/>
                    <a:gd name="connsiteY18" fmla="*/ 8956 h 143290"/>
                    <a:gd name="connsiteX19" fmla="*/ 80601 w 125378"/>
                    <a:gd name="connsiteY19" fmla="*/ 9403 h 143290"/>
                    <a:gd name="connsiteX20" fmla="*/ 80601 w 125378"/>
                    <a:gd name="connsiteY20" fmla="*/ 13433 h 143290"/>
                    <a:gd name="connsiteX21" fmla="*/ 44778 w 125378"/>
                    <a:gd name="connsiteY21" fmla="*/ 13433 h 143290"/>
                    <a:gd name="connsiteX22" fmla="*/ 44778 w 125378"/>
                    <a:gd name="connsiteY22" fmla="*/ 4478 h 143290"/>
                    <a:gd name="connsiteX23" fmla="*/ 121349 w 125378"/>
                    <a:gd name="connsiteY23" fmla="*/ 136573 h 143290"/>
                    <a:gd name="connsiteX24" fmla="*/ 116871 w 125378"/>
                    <a:gd name="connsiteY24" fmla="*/ 141051 h 143290"/>
                    <a:gd name="connsiteX25" fmla="*/ 9404 w 125378"/>
                    <a:gd name="connsiteY25" fmla="*/ 141051 h 143290"/>
                    <a:gd name="connsiteX26" fmla="*/ 4926 w 125378"/>
                    <a:gd name="connsiteY26" fmla="*/ 136573 h 143290"/>
                    <a:gd name="connsiteX27" fmla="*/ 4926 w 125378"/>
                    <a:gd name="connsiteY27" fmla="*/ 15672 h 143290"/>
                    <a:gd name="connsiteX28" fmla="*/ 9404 w 125378"/>
                    <a:gd name="connsiteY28" fmla="*/ 11195 h 143290"/>
                    <a:gd name="connsiteX29" fmla="*/ 40748 w 125378"/>
                    <a:gd name="connsiteY29" fmla="*/ 11195 h 143290"/>
                    <a:gd name="connsiteX30" fmla="*/ 40748 w 125378"/>
                    <a:gd name="connsiteY30" fmla="*/ 15672 h 143290"/>
                    <a:gd name="connsiteX31" fmla="*/ 42987 w 125378"/>
                    <a:gd name="connsiteY31" fmla="*/ 17911 h 143290"/>
                    <a:gd name="connsiteX32" fmla="*/ 83288 w 125378"/>
                    <a:gd name="connsiteY32" fmla="*/ 17911 h 143290"/>
                    <a:gd name="connsiteX33" fmla="*/ 85526 w 125378"/>
                    <a:gd name="connsiteY33" fmla="*/ 15672 h 143290"/>
                    <a:gd name="connsiteX34" fmla="*/ 85526 w 125378"/>
                    <a:gd name="connsiteY34" fmla="*/ 11195 h 143290"/>
                    <a:gd name="connsiteX35" fmla="*/ 116871 w 125378"/>
                    <a:gd name="connsiteY35" fmla="*/ 11195 h 143290"/>
                    <a:gd name="connsiteX36" fmla="*/ 121349 w 125378"/>
                    <a:gd name="connsiteY36" fmla="*/ 15672 h 143290"/>
                    <a:gd name="connsiteX37" fmla="*/ 121349 w 125378"/>
                    <a:gd name="connsiteY37" fmla="*/ 136573 h 14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378" h="143290">
                      <a:moveTo>
                        <a:pt x="116423" y="6717"/>
                      </a:moveTo>
                      <a:lnTo>
                        <a:pt x="85079" y="6717"/>
                      </a:lnTo>
                      <a:lnTo>
                        <a:pt x="85079" y="2239"/>
                      </a:lnTo>
                      <a:cubicBezTo>
                        <a:pt x="85079" y="896"/>
                        <a:pt x="84183" y="0"/>
                        <a:pt x="82840" y="0"/>
                      </a:cubicBezTo>
                      <a:lnTo>
                        <a:pt x="42539" y="0"/>
                      </a:lnTo>
                      <a:cubicBezTo>
                        <a:pt x="41196" y="0"/>
                        <a:pt x="40300" y="896"/>
                        <a:pt x="40300" y="2239"/>
                      </a:cubicBezTo>
                      <a:lnTo>
                        <a:pt x="40300" y="6717"/>
                      </a:lnTo>
                      <a:lnTo>
                        <a:pt x="8956" y="6717"/>
                      </a:lnTo>
                      <a:cubicBezTo>
                        <a:pt x="4030" y="6717"/>
                        <a:pt x="0" y="10747"/>
                        <a:pt x="0" y="15672"/>
                      </a:cubicBezTo>
                      <a:lnTo>
                        <a:pt x="0" y="136573"/>
                      </a:lnTo>
                      <a:cubicBezTo>
                        <a:pt x="0" y="141499"/>
                        <a:pt x="4030" y="145529"/>
                        <a:pt x="8956" y="145529"/>
                      </a:cubicBezTo>
                      <a:lnTo>
                        <a:pt x="116423" y="145529"/>
                      </a:lnTo>
                      <a:cubicBezTo>
                        <a:pt x="121349" y="145529"/>
                        <a:pt x="125379" y="141499"/>
                        <a:pt x="125379" y="136573"/>
                      </a:cubicBezTo>
                      <a:lnTo>
                        <a:pt x="125379" y="15672"/>
                      </a:lnTo>
                      <a:cubicBezTo>
                        <a:pt x="125827" y="10747"/>
                        <a:pt x="121797" y="6717"/>
                        <a:pt x="116423" y="6717"/>
                      </a:cubicBezTo>
                      <a:close/>
                      <a:moveTo>
                        <a:pt x="44778" y="4478"/>
                      </a:moveTo>
                      <a:lnTo>
                        <a:pt x="80601" y="4478"/>
                      </a:lnTo>
                      <a:lnTo>
                        <a:pt x="80601" y="8508"/>
                      </a:lnTo>
                      <a:cubicBezTo>
                        <a:pt x="80601" y="8508"/>
                        <a:pt x="80601" y="8508"/>
                        <a:pt x="80601" y="8956"/>
                      </a:cubicBezTo>
                      <a:cubicBezTo>
                        <a:pt x="80601" y="8956"/>
                        <a:pt x="80601" y="8956"/>
                        <a:pt x="80601" y="9403"/>
                      </a:cubicBezTo>
                      <a:lnTo>
                        <a:pt x="80601" y="13433"/>
                      </a:lnTo>
                      <a:lnTo>
                        <a:pt x="44778" y="13433"/>
                      </a:lnTo>
                      <a:lnTo>
                        <a:pt x="44778" y="4478"/>
                      </a:lnTo>
                      <a:close/>
                      <a:moveTo>
                        <a:pt x="121349" y="136573"/>
                      </a:moveTo>
                      <a:cubicBezTo>
                        <a:pt x="121349" y="139260"/>
                        <a:pt x="119110" y="141051"/>
                        <a:pt x="116871" y="141051"/>
                      </a:cubicBezTo>
                      <a:lnTo>
                        <a:pt x="9404" y="141051"/>
                      </a:lnTo>
                      <a:cubicBezTo>
                        <a:pt x="6717" y="141051"/>
                        <a:pt x="4926" y="138812"/>
                        <a:pt x="4926" y="136573"/>
                      </a:cubicBezTo>
                      <a:lnTo>
                        <a:pt x="4926" y="15672"/>
                      </a:lnTo>
                      <a:cubicBezTo>
                        <a:pt x="4926" y="12986"/>
                        <a:pt x="7165" y="11195"/>
                        <a:pt x="9404" y="11195"/>
                      </a:cubicBezTo>
                      <a:lnTo>
                        <a:pt x="40748" y="11195"/>
                      </a:lnTo>
                      <a:lnTo>
                        <a:pt x="40748" y="15672"/>
                      </a:lnTo>
                      <a:cubicBezTo>
                        <a:pt x="40748" y="17016"/>
                        <a:pt x="41644" y="17911"/>
                        <a:pt x="42987" y="17911"/>
                      </a:cubicBezTo>
                      <a:lnTo>
                        <a:pt x="83288" y="17911"/>
                      </a:lnTo>
                      <a:cubicBezTo>
                        <a:pt x="84631" y="17911"/>
                        <a:pt x="85526" y="17016"/>
                        <a:pt x="85526" y="15672"/>
                      </a:cubicBezTo>
                      <a:lnTo>
                        <a:pt x="85526" y="11195"/>
                      </a:lnTo>
                      <a:lnTo>
                        <a:pt x="116871" y="11195"/>
                      </a:lnTo>
                      <a:cubicBezTo>
                        <a:pt x="119558" y="11195"/>
                        <a:pt x="121349" y="13433"/>
                        <a:pt x="121349" y="15672"/>
                      </a:cubicBezTo>
                      <a:lnTo>
                        <a:pt x="121349" y="13657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78" name="Freeform: Shape 4974">
                  <a:extLst>
                    <a:ext uri="{FF2B5EF4-FFF2-40B4-BE49-F238E27FC236}">
                      <a16:creationId xmlns:a16="http://schemas.microsoft.com/office/drawing/2014/main" id="{83C4C224-5216-F28A-19F6-BA31E1AD5B92}"/>
                    </a:ext>
                  </a:extLst>
                </p:cNvPr>
                <p:cNvSpPr/>
                <p:nvPr/>
              </p:nvSpPr>
              <p:spPr>
                <a:xfrm>
                  <a:off x="3798609" y="1390896"/>
                  <a:ext cx="67167" cy="58212"/>
                </a:xfrm>
                <a:custGeom>
                  <a:avLst/>
                  <a:gdLst>
                    <a:gd name="connsiteX0" fmla="*/ 69294 w 67167"/>
                    <a:gd name="connsiteY0" fmla="*/ 58212 h 58211"/>
                    <a:gd name="connsiteX1" fmla="*/ 2127 w 67167"/>
                    <a:gd name="connsiteY1" fmla="*/ 58212 h 58211"/>
                    <a:gd name="connsiteX2" fmla="*/ 336 w 67167"/>
                    <a:gd name="connsiteY2" fmla="*/ 56868 h 58211"/>
                    <a:gd name="connsiteX3" fmla="*/ 336 w 67167"/>
                    <a:gd name="connsiteY3" fmla="*/ 54629 h 58211"/>
                    <a:gd name="connsiteX4" fmla="*/ 33919 w 67167"/>
                    <a:gd name="connsiteY4" fmla="*/ 896 h 58211"/>
                    <a:gd name="connsiteX5" fmla="*/ 35711 w 67167"/>
                    <a:gd name="connsiteY5" fmla="*/ 0 h 58211"/>
                    <a:gd name="connsiteX6" fmla="*/ 35711 w 67167"/>
                    <a:gd name="connsiteY6" fmla="*/ 0 h 58211"/>
                    <a:gd name="connsiteX7" fmla="*/ 37502 w 67167"/>
                    <a:gd name="connsiteY7" fmla="*/ 896 h 58211"/>
                    <a:gd name="connsiteX8" fmla="*/ 71085 w 67167"/>
                    <a:gd name="connsiteY8" fmla="*/ 54629 h 58211"/>
                    <a:gd name="connsiteX9" fmla="*/ 71085 w 67167"/>
                    <a:gd name="connsiteY9" fmla="*/ 56868 h 58211"/>
                    <a:gd name="connsiteX10" fmla="*/ 69294 w 67167"/>
                    <a:gd name="connsiteY10" fmla="*/ 58212 h 58211"/>
                    <a:gd name="connsiteX11" fmla="*/ 6157 w 67167"/>
                    <a:gd name="connsiteY11" fmla="*/ 53734 h 58211"/>
                    <a:gd name="connsiteX12" fmla="*/ 65264 w 67167"/>
                    <a:gd name="connsiteY12" fmla="*/ 53734 h 58211"/>
                    <a:gd name="connsiteX13" fmla="*/ 35711 w 67167"/>
                    <a:gd name="connsiteY13" fmla="*/ 6717 h 58211"/>
                    <a:gd name="connsiteX14" fmla="*/ 6157 w 67167"/>
                    <a:gd name="connsiteY14" fmla="*/ 53734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167" h="58211">
                      <a:moveTo>
                        <a:pt x="69294" y="58212"/>
                      </a:moveTo>
                      <a:lnTo>
                        <a:pt x="2127" y="58212"/>
                      </a:lnTo>
                      <a:cubicBezTo>
                        <a:pt x="1231" y="58212"/>
                        <a:pt x="783" y="57764"/>
                        <a:pt x="336" y="56868"/>
                      </a:cubicBezTo>
                      <a:cubicBezTo>
                        <a:pt x="-112" y="55973"/>
                        <a:pt x="-112" y="55077"/>
                        <a:pt x="336" y="54629"/>
                      </a:cubicBezTo>
                      <a:lnTo>
                        <a:pt x="33919" y="896"/>
                      </a:lnTo>
                      <a:cubicBezTo>
                        <a:pt x="34367" y="448"/>
                        <a:pt x="35263" y="0"/>
                        <a:pt x="35711" y="0"/>
                      </a:cubicBezTo>
                      <a:lnTo>
                        <a:pt x="35711" y="0"/>
                      </a:lnTo>
                      <a:cubicBezTo>
                        <a:pt x="36606" y="0"/>
                        <a:pt x="37054" y="448"/>
                        <a:pt x="37502" y="896"/>
                      </a:cubicBezTo>
                      <a:lnTo>
                        <a:pt x="71085" y="54629"/>
                      </a:lnTo>
                      <a:cubicBezTo>
                        <a:pt x="71533" y="55525"/>
                        <a:pt x="71533" y="55973"/>
                        <a:pt x="71085" y="56868"/>
                      </a:cubicBezTo>
                      <a:cubicBezTo>
                        <a:pt x="70638" y="57764"/>
                        <a:pt x="69742" y="58212"/>
                        <a:pt x="69294" y="58212"/>
                      </a:cubicBezTo>
                      <a:close/>
                      <a:moveTo>
                        <a:pt x="6157" y="53734"/>
                      </a:moveTo>
                      <a:lnTo>
                        <a:pt x="65264" y="53734"/>
                      </a:lnTo>
                      <a:lnTo>
                        <a:pt x="35711" y="6717"/>
                      </a:lnTo>
                      <a:lnTo>
                        <a:pt x="6157" y="5373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79" name="Freeform: Shape 4975">
                  <a:extLst>
                    <a:ext uri="{FF2B5EF4-FFF2-40B4-BE49-F238E27FC236}">
                      <a16:creationId xmlns:a16="http://schemas.microsoft.com/office/drawing/2014/main" id="{421E6B30-B3CA-3C97-5F77-7D0CDB831C56}"/>
                    </a:ext>
                  </a:extLst>
                </p:cNvPr>
                <p:cNvSpPr/>
                <p:nvPr/>
              </p:nvSpPr>
              <p:spPr>
                <a:xfrm>
                  <a:off x="3831633" y="1411046"/>
                  <a:ext cx="4478" cy="17911"/>
                </a:xfrm>
                <a:custGeom>
                  <a:avLst/>
                  <a:gdLst>
                    <a:gd name="connsiteX0" fmla="*/ 2239 w 4477"/>
                    <a:gd name="connsiteY0" fmla="*/ 21046 h 17911"/>
                    <a:gd name="connsiteX1" fmla="*/ 0 w 4477"/>
                    <a:gd name="connsiteY1" fmla="*/ 18807 h 17911"/>
                    <a:gd name="connsiteX2" fmla="*/ 0 w 4477"/>
                    <a:gd name="connsiteY2" fmla="*/ 2239 h 17911"/>
                    <a:gd name="connsiteX3" fmla="*/ 2239 w 4477"/>
                    <a:gd name="connsiteY3" fmla="*/ 0 h 17911"/>
                    <a:gd name="connsiteX4" fmla="*/ 4478 w 4477"/>
                    <a:gd name="connsiteY4" fmla="*/ 2239 h 17911"/>
                    <a:gd name="connsiteX5" fmla="*/ 4478 w 4477"/>
                    <a:gd name="connsiteY5" fmla="*/ 18807 h 17911"/>
                    <a:gd name="connsiteX6" fmla="*/ 2239 w 4477"/>
                    <a:gd name="connsiteY6" fmla="*/ 21046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17911">
                      <a:moveTo>
                        <a:pt x="2239" y="21046"/>
                      </a:moveTo>
                      <a:cubicBezTo>
                        <a:pt x="896" y="21046"/>
                        <a:pt x="0" y="20150"/>
                        <a:pt x="0" y="18807"/>
                      </a:cubicBezTo>
                      <a:lnTo>
                        <a:pt x="0" y="2239"/>
                      </a:lnTo>
                      <a:cubicBezTo>
                        <a:pt x="0" y="896"/>
                        <a:pt x="896" y="0"/>
                        <a:pt x="2239" y="0"/>
                      </a:cubicBezTo>
                      <a:cubicBezTo>
                        <a:pt x="3582" y="0"/>
                        <a:pt x="4478" y="896"/>
                        <a:pt x="4478" y="2239"/>
                      </a:cubicBezTo>
                      <a:lnTo>
                        <a:pt x="4478" y="18807"/>
                      </a:lnTo>
                      <a:cubicBezTo>
                        <a:pt x="4478" y="19702"/>
                        <a:pt x="3582" y="21046"/>
                        <a:pt x="2239" y="2104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80" name="Freeform: Shape 4976">
                  <a:extLst>
                    <a:ext uri="{FF2B5EF4-FFF2-40B4-BE49-F238E27FC236}">
                      <a16:creationId xmlns:a16="http://schemas.microsoft.com/office/drawing/2014/main" id="{1DB395A2-AE99-222A-4C19-E7D9E9E15E84}"/>
                    </a:ext>
                  </a:extLst>
                </p:cNvPr>
                <p:cNvSpPr/>
                <p:nvPr/>
              </p:nvSpPr>
              <p:spPr>
                <a:xfrm>
                  <a:off x="3831633" y="1435674"/>
                  <a:ext cx="4478" cy="4478"/>
                </a:xfrm>
                <a:custGeom>
                  <a:avLst/>
                  <a:gdLst>
                    <a:gd name="connsiteX0" fmla="*/ 4478 w 4477"/>
                    <a:gd name="connsiteY0" fmla="*/ 2239 h 4477"/>
                    <a:gd name="connsiteX1" fmla="*/ 2239 w 4477"/>
                    <a:gd name="connsiteY1" fmla="*/ 4478 h 4477"/>
                    <a:gd name="connsiteX2" fmla="*/ 0 w 4477"/>
                    <a:gd name="connsiteY2" fmla="*/ 2239 h 4477"/>
                    <a:gd name="connsiteX3" fmla="*/ 2239 w 4477"/>
                    <a:gd name="connsiteY3" fmla="*/ 0 h 4477"/>
                    <a:gd name="connsiteX4" fmla="*/ 4478 w 4477"/>
                    <a:gd name="connsiteY4" fmla="*/ 2239 h 4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7" h="4477">
                      <a:moveTo>
                        <a:pt x="4478" y="2239"/>
                      </a:moveTo>
                      <a:cubicBezTo>
                        <a:pt x="4478" y="3475"/>
                        <a:pt x="3475" y="4478"/>
                        <a:pt x="2239" y="4478"/>
                      </a:cubicBezTo>
                      <a:cubicBezTo>
                        <a:pt x="1002" y="4478"/>
                        <a:pt x="0" y="3475"/>
                        <a:pt x="0" y="2239"/>
                      </a:cubicBezTo>
                      <a:cubicBezTo>
                        <a:pt x="0" y="1002"/>
                        <a:pt x="1002" y="0"/>
                        <a:pt x="2239" y="0"/>
                      </a:cubicBezTo>
                      <a:cubicBezTo>
                        <a:pt x="3475" y="0"/>
                        <a:pt x="4478" y="1002"/>
                        <a:pt x="4478" y="223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081" name="Graphic 24">
                <a:extLst>
                  <a:ext uri="{FF2B5EF4-FFF2-40B4-BE49-F238E27FC236}">
                    <a16:creationId xmlns:a16="http://schemas.microsoft.com/office/drawing/2014/main" id="{8C317D84-9ACD-66B6-6ABF-3C3D86F95974}"/>
                  </a:ext>
                  <a:ext uri="{C183D7F6-B498-43B3-948B-1728B52AA6E4}">
                    <adec:decorative xmlns:adec="http://schemas.microsoft.com/office/drawing/2017/decorative" val="1"/>
                  </a:ext>
                </a:extLst>
              </p:cNvPr>
              <p:cNvSpPr>
                <a:spLocks noChangeAspect="1"/>
              </p:cNvSpPr>
              <p:nvPr/>
            </p:nvSpPr>
            <p:spPr>
              <a:xfrm>
                <a:off x="1329647" y="3015741"/>
                <a:ext cx="165679" cy="165679"/>
              </a:xfrm>
              <a:custGeom>
                <a:avLst/>
                <a:gdLst>
                  <a:gd name="connsiteX0" fmla="*/ 448383 w 450988"/>
                  <a:gd name="connsiteY0" fmla="*/ 232739 h 450988"/>
                  <a:gd name="connsiteX1" fmla="*/ 431197 w 450988"/>
                  <a:gd name="connsiteY1" fmla="*/ 215552 h 450988"/>
                  <a:gd name="connsiteX2" fmla="*/ 388048 w 450988"/>
                  <a:gd name="connsiteY2" fmla="*/ 215552 h 450988"/>
                  <a:gd name="connsiteX3" fmla="*/ 370862 w 450988"/>
                  <a:gd name="connsiteY3" fmla="*/ 232739 h 450988"/>
                  <a:gd name="connsiteX4" fmla="*/ 370862 w 450988"/>
                  <a:gd name="connsiteY4" fmla="*/ 275887 h 450988"/>
                  <a:gd name="connsiteX5" fmla="*/ 375128 w 450988"/>
                  <a:gd name="connsiteY5" fmla="*/ 280153 h 450988"/>
                  <a:gd name="connsiteX6" fmla="*/ 357942 w 450988"/>
                  <a:gd name="connsiteY6" fmla="*/ 297461 h 450988"/>
                  <a:gd name="connsiteX7" fmla="*/ 353432 w 450988"/>
                  <a:gd name="connsiteY7" fmla="*/ 292586 h 450988"/>
                  <a:gd name="connsiteX8" fmla="*/ 310283 w 450988"/>
                  <a:gd name="connsiteY8" fmla="*/ 292586 h 450988"/>
                  <a:gd name="connsiteX9" fmla="*/ 293097 w 450988"/>
                  <a:gd name="connsiteY9" fmla="*/ 309894 h 450988"/>
                  <a:gd name="connsiteX10" fmla="*/ 292992 w 450988"/>
                  <a:gd name="connsiteY10" fmla="*/ 352816 h 450988"/>
                  <a:gd name="connsiteX11" fmla="*/ 293097 w 450988"/>
                  <a:gd name="connsiteY11" fmla="*/ 352921 h 450988"/>
                  <a:gd name="connsiteX12" fmla="*/ 297363 w 450988"/>
                  <a:gd name="connsiteY12" fmla="*/ 357309 h 450988"/>
                  <a:gd name="connsiteX13" fmla="*/ 280298 w 450988"/>
                  <a:gd name="connsiteY13" fmla="*/ 374983 h 450988"/>
                  <a:gd name="connsiteX14" fmla="*/ 275910 w 450988"/>
                  <a:gd name="connsiteY14" fmla="*/ 370717 h 450988"/>
                  <a:gd name="connsiteX15" fmla="*/ 232884 w 450988"/>
                  <a:gd name="connsiteY15" fmla="*/ 370717 h 450988"/>
                  <a:gd name="connsiteX16" fmla="*/ 228496 w 450988"/>
                  <a:gd name="connsiteY16" fmla="*/ 374983 h 450988"/>
                  <a:gd name="connsiteX17" fmla="*/ 185469 w 450988"/>
                  <a:gd name="connsiteY17" fmla="*/ 331834 h 450988"/>
                  <a:gd name="connsiteX18" fmla="*/ 189735 w 450988"/>
                  <a:gd name="connsiteY18" fmla="*/ 327568 h 450988"/>
                  <a:gd name="connsiteX19" fmla="*/ 189840 w 450988"/>
                  <a:gd name="connsiteY19" fmla="*/ 284646 h 450988"/>
                  <a:gd name="connsiteX20" fmla="*/ 189735 w 450988"/>
                  <a:gd name="connsiteY20" fmla="*/ 284541 h 450988"/>
                  <a:gd name="connsiteX21" fmla="*/ 185591 w 450988"/>
                  <a:gd name="connsiteY21" fmla="*/ 280397 h 450988"/>
                  <a:gd name="connsiteX22" fmla="*/ 202777 w 450988"/>
                  <a:gd name="connsiteY22" fmla="*/ 263211 h 450988"/>
                  <a:gd name="connsiteX23" fmla="*/ 207043 w 450988"/>
                  <a:gd name="connsiteY23" fmla="*/ 267477 h 450988"/>
                  <a:gd name="connsiteX24" fmla="*/ 250192 w 450988"/>
                  <a:gd name="connsiteY24" fmla="*/ 267477 h 450988"/>
                  <a:gd name="connsiteX25" fmla="*/ 267378 w 450988"/>
                  <a:gd name="connsiteY25" fmla="*/ 250291 h 450988"/>
                  <a:gd name="connsiteX26" fmla="*/ 267606 w 450988"/>
                  <a:gd name="connsiteY26" fmla="*/ 207370 h 450988"/>
                  <a:gd name="connsiteX27" fmla="*/ 267378 w 450988"/>
                  <a:gd name="connsiteY27" fmla="*/ 207142 h 450988"/>
                  <a:gd name="connsiteX28" fmla="*/ 263112 w 450988"/>
                  <a:gd name="connsiteY28" fmla="*/ 202876 h 450988"/>
                  <a:gd name="connsiteX29" fmla="*/ 280298 w 450988"/>
                  <a:gd name="connsiteY29" fmla="*/ 185324 h 450988"/>
                  <a:gd name="connsiteX30" fmla="*/ 284686 w 450988"/>
                  <a:gd name="connsiteY30" fmla="*/ 189712 h 450988"/>
                  <a:gd name="connsiteX31" fmla="*/ 306261 w 450988"/>
                  <a:gd name="connsiteY31" fmla="*/ 198610 h 450988"/>
                  <a:gd name="connsiteX32" fmla="*/ 327713 w 450988"/>
                  <a:gd name="connsiteY32" fmla="*/ 189712 h 450988"/>
                  <a:gd name="connsiteX33" fmla="*/ 345021 w 450988"/>
                  <a:gd name="connsiteY33" fmla="*/ 172404 h 450988"/>
                  <a:gd name="connsiteX34" fmla="*/ 345021 w 450988"/>
                  <a:gd name="connsiteY34" fmla="*/ 129377 h 450988"/>
                  <a:gd name="connsiteX35" fmla="*/ 327713 w 450988"/>
                  <a:gd name="connsiteY35" fmla="*/ 112069 h 450988"/>
                  <a:gd name="connsiteX36" fmla="*/ 284686 w 450988"/>
                  <a:gd name="connsiteY36" fmla="*/ 112069 h 450988"/>
                  <a:gd name="connsiteX37" fmla="*/ 283102 w 450988"/>
                  <a:gd name="connsiteY37" fmla="*/ 113653 h 450988"/>
                  <a:gd name="connsiteX38" fmla="*/ 237515 w 450988"/>
                  <a:gd name="connsiteY38" fmla="*/ 73186 h 450988"/>
                  <a:gd name="connsiteX39" fmla="*/ 241538 w 450988"/>
                  <a:gd name="connsiteY39" fmla="*/ 69164 h 450988"/>
                  <a:gd name="connsiteX40" fmla="*/ 241766 w 450988"/>
                  <a:gd name="connsiteY40" fmla="*/ 26243 h 450988"/>
                  <a:gd name="connsiteX41" fmla="*/ 241538 w 450988"/>
                  <a:gd name="connsiteY41" fmla="*/ 26015 h 450988"/>
                  <a:gd name="connsiteX42" fmla="*/ 224351 w 450988"/>
                  <a:gd name="connsiteY42" fmla="*/ 8707 h 450988"/>
                  <a:gd name="connsiteX43" fmla="*/ 181203 w 450988"/>
                  <a:gd name="connsiteY43" fmla="*/ 8707 h 450988"/>
                  <a:gd name="connsiteX44" fmla="*/ 164017 w 450988"/>
                  <a:gd name="connsiteY44" fmla="*/ 25893 h 450988"/>
                  <a:gd name="connsiteX45" fmla="*/ 164017 w 450988"/>
                  <a:gd name="connsiteY45" fmla="*/ 69042 h 450988"/>
                  <a:gd name="connsiteX46" fmla="*/ 168283 w 450988"/>
                  <a:gd name="connsiteY46" fmla="*/ 73308 h 450988"/>
                  <a:gd name="connsiteX47" fmla="*/ 151096 w 450988"/>
                  <a:gd name="connsiteY47" fmla="*/ 90616 h 450988"/>
                  <a:gd name="connsiteX48" fmla="*/ 146221 w 450988"/>
                  <a:gd name="connsiteY48" fmla="*/ 86228 h 450988"/>
                  <a:gd name="connsiteX49" fmla="*/ 103194 w 450988"/>
                  <a:gd name="connsiteY49" fmla="*/ 86228 h 450988"/>
                  <a:gd name="connsiteX50" fmla="*/ 86495 w 450988"/>
                  <a:gd name="connsiteY50" fmla="*/ 103537 h 450988"/>
                  <a:gd name="connsiteX51" fmla="*/ 86495 w 450988"/>
                  <a:gd name="connsiteY51" fmla="*/ 146319 h 450988"/>
                  <a:gd name="connsiteX52" fmla="*/ 90761 w 450988"/>
                  <a:gd name="connsiteY52" fmla="*/ 150707 h 450988"/>
                  <a:gd name="connsiteX53" fmla="*/ 73088 w 450988"/>
                  <a:gd name="connsiteY53" fmla="*/ 168138 h 450988"/>
                  <a:gd name="connsiteX54" fmla="*/ 68822 w 450988"/>
                  <a:gd name="connsiteY54" fmla="*/ 163871 h 450988"/>
                  <a:gd name="connsiteX55" fmla="*/ 25900 w 450988"/>
                  <a:gd name="connsiteY55" fmla="*/ 163767 h 450988"/>
                  <a:gd name="connsiteX56" fmla="*/ 25795 w 450988"/>
                  <a:gd name="connsiteY56" fmla="*/ 163871 h 450988"/>
                  <a:gd name="connsiteX57" fmla="*/ 8852 w 450988"/>
                  <a:gd name="connsiteY57" fmla="*/ 181058 h 450988"/>
                  <a:gd name="connsiteX58" fmla="*/ 8852 w 450988"/>
                  <a:gd name="connsiteY58" fmla="*/ 224206 h 450988"/>
                  <a:gd name="connsiteX59" fmla="*/ 26160 w 450988"/>
                  <a:gd name="connsiteY59" fmla="*/ 241393 h 450988"/>
                  <a:gd name="connsiteX60" fmla="*/ 47613 w 450988"/>
                  <a:gd name="connsiteY60" fmla="*/ 250291 h 450988"/>
                  <a:gd name="connsiteX61" fmla="*/ 69187 w 450988"/>
                  <a:gd name="connsiteY61" fmla="*/ 241393 h 450988"/>
                  <a:gd name="connsiteX62" fmla="*/ 86495 w 450988"/>
                  <a:gd name="connsiteY62" fmla="*/ 224206 h 450988"/>
                  <a:gd name="connsiteX63" fmla="*/ 86495 w 450988"/>
                  <a:gd name="connsiteY63" fmla="*/ 181058 h 450988"/>
                  <a:gd name="connsiteX64" fmla="*/ 82107 w 450988"/>
                  <a:gd name="connsiteY64" fmla="*/ 176792 h 450988"/>
                  <a:gd name="connsiteX65" fmla="*/ 99416 w 450988"/>
                  <a:gd name="connsiteY65" fmla="*/ 159483 h 450988"/>
                  <a:gd name="connsiteX66" fmla="*/ 103682 w 450988"/>
                  <a:gd name="connsiteY66" fmla="*/ 163871 h 450988"/>
                  <a:gd name="connsiteX67" fmla="*/ 125256 w 450988"/>
                  <a:gd name="connsiteY67" fmla="*/ 172769 h 450988"/>
                  <a:gd name="connsiteX68" fmla="*/ 146221 w 450988"/>
                  <a:gd name="connsiteY68" fmla="*/ 163871 h 450988"/>
                  <a:gd name="connsiteX69" fmla="*/ 164017 w 450988"/>
                  <a:gd name="connsiteY69" fmla="*/ 146319 h 450988"/>
                  <a:gd name="connsiteX70" fmla="*/ 164017 w 450988"/>
                  <a:gd name="connsiteY70" fmla="*/ 103293 h 450988"/>
                  <a:gd name="connsiteX71" fmla="*/ 159750 w 450988"/>
                  <a:gd name="connsiteY71" fmla="*/ 98905 h 450988"/>
                  <a:gd name="connsiteX72" fmla="*/ 176937 w 450988"/>
                  <a:gd name="connsiteY72" fmla="*/ 81718 h 450988"/>
                  <a:gd name="connsiteX73" fmla="*/ 181203 w 450988"/>
                  <a:gd name="connsiteY73" fmla="*/ 85985 h 450988"/>
                  <a:gd name="connsiteX74" fmla="*/ 224351 w 450988"/>
                  <a:gd name="connsiteY74" fmla="*/ 85985 h 450988"/>
                  <a:gd name="connsiteX75" fmla="*/ 228861 w 450988"/>
                  <a:gd name="connsiteY75" fmla="*/ 81475 h 450988"/>
                  <a:gd name="connsiteX76" fmla="*/ 274570 w 450988"/>
                  <a:gd name="connsiteY76" fmla="*/ 121942 h 450988"/>
                  <a:gd name="connsiteX77" fmla="*/ 267378 w 450988"/>
                  <a:gd name="connsiteY77" fmla="*/ 129011 h 450988"/>
                  <a:gd name="connsiteX78" fmla="*/ 267378 w 450988"/>
                  <a:gd name="connsiteY78" fmla="*/ 172038 h 450988"/>
                  <a:gd name="connsiteX79" fmla="*/ 271766 w 450988"/>
                  <a:gd name="connsiteY79" fmla="*/ 176426 h 450988"/>
                  <a:gd name="connsiteX80" fmla="*/ 254458 w 450988"/>
                  <a:gd name="connsiteY80" fmla="*/ 193612 h 450988"/>
                  <a:gd name="connsiteX81" fmla="*/ 250192 w 450988"/>
                  <a:gd name="connsiteY81" fmla="*/ 189346 h 450988"/>
                  <a:gd name="connsiteX82" fmla="*/ 207043 w 450988"/>
                  <a:gd name="connsiteY82" fmla="*/ 189346 h 450988"/>
                  <a:gd name="connsiteX83" fmla="*/ 189857 w 450988"/>
                  <a:gd name="connsiteY83" fmla="*/ 207264 h 450988"/>
                  <a:gd name="connsiteX84" fmla="*/ 189857 w 450988"/>
                  <a:gd name="connsiteY84" fmla="*/ 250412 h 450988"/>
                  <a:gd name="connsiteX85" fmla="*/ 194123 w 450988"/>
                  <a:gd name="connsiteY85" fmla="*/ 254679 h 450988"/>
                  <a:gd name="connsiteX86" fmla="*/ 176937 w 450988"/>
                  <a:gd name="connsiteY86" fmla="*/ 271987 h 450988"/>
                  <a:gd name="connsiteX87" fmla="*/ 172671 w 450988"/>
                  <a:gd name="connsiteY87" fmla="*/ 267599 h 450988"/>
                  <a:gd name="connsiteX88" fmla="*/ 129522 w 450988"/>
                  <a:gd name="connsiteY88" fmla="*/ 267599 h 450988"/>
                  <a:gd name="connsiteX89" fmla="*/ 112336 w 450988"/>
                  <a:gd name="connsiteY89" fmla="*/ 284541 h 450988"/>
                  <a:gd name="connsiteX90" fmla="*/ 111884 w 450988"/>
                  <a:gd name="connsiteY90" fmla="*/ 327116 h 450988"/>
                  <a:gd name="connsiteX91" fmla="*/ 112336 w 450988"/>
                  <a:gd name="connsiteY91" fmla="*/ 327568 h 450988"/>
                  <a:gd name="connsiteX92" fmla="*/ 129522 w 450988"/>
                  <a:gd name="connsiteY92" fmla="*/ 344876 h 450988"/>
                  <a:gd name="connsiteX93" fmla="*/ 172671 w 450988"/>
                  <a:gd name="connsiteY93" fmla="*/ 344876 h 450988"/>
                  <a:gd name="connsiteX94" fmla="*/ 176937 w 450988"/>
                  <a:gd name="connsiteY94" fmla="*/ 340488 h 450988"/>
                  <a:gd name="connsiteX95" fmla="*/ 220085 w 450988"/>
                  <a:gd name="connsiteY95" fmla="*/ 383637 h 450988"/>
                  <a:gd name="connsiteX96" fmla="*/ 215697 w 450988"/>
                  <a:gd name="connsiteY96" fmla="*/ 387903 h 450988"/>
                  <a:gd name="connsiteX97" fmla="*/ 215697 w 450988"/>
                  <a:gd name="connsiteY97" fmla="*/ 431051 h 450988"/>
                  <a:gd name="connsiteX98" fmla="*/ 233006 w 450988"/>
                  <a:gd name="connsiteY98" fmla="*/ 448238 h 450988"/>
                  <a:gd name="connsiteX99" fmla="*/ 254458 w 450988"/>
                  <a:gd name="connsiteY99" fmla="*/ 457136 h 450988"/>
                  <a:gd name="connsiteX100" fmla="*/ 276032 w 450988"/>
                  <a:gd name="connsiteY100" fmla="*/ 448238 h 450988"/>
                  <a:gd name="connsiteX101" fmla="*/ 293341 w 450988"/>
                  <a:gd name="connsiteY101" fmla="*/ 431051 h 450988"/>
                  <a:gd name="connsiteX102" fmla="*/ 293341 w 450988"/>
                  <a:gd name="connsiteY102" fmla="*/ 387903 h 450988"/>
                  <a:gd name="connsiteX103" fmla="*/ 288953 w 450988"/>
                  <a:gd name="connsiteY103" fmla="*/ 383637 h 450988"/>
                  <a:gd name="connsiteX104" fmla="*/ 306261 w 450988"/>
                  <a:gd name="connsiteY104" fmla="*/ 366329 h 450988"/>
                  <a:gd name="connsiteX105" fmla="*/ 310527 w 450988"/>
                  <a:gd name="connsiteY105" fmla="*/ 370717 h 450988"/>
                  <a:gd name="connsiteX106" fmla="*/ 353675 w 450988"/>
                  <a:gd name="connsiteY106" fmla="*/ 370717 h 450988"/>
                  <a:gd name="connsiteX107" fmla="*/ 370862 w 450988"/>
                  <a:gd name="connsiteY107" fmla="*/ 353530 h 450988"/>
                  <a:gd name="connsiteX108" fmla="*/ 370862 w 450988"/>
                  <a:gd name="connsiteY108" fmla="*/ 353530 h 450988"/>
                  <a:gd name="connsiteX109" fmla="*/ 370862 w 450988"/>
                  <a:gd name="connsiteY109" fmla="*/ 310504 h 450988"/>
                  <a:gd name="connsiteX110" fmla="*/ 366596 w 450988"/>
                  <a:gd name="connsiteY110" fmla="*/ 306116 h 450988"/>
                  <a:gd name="connsiteX111" fmla="*/ 383782 w 450988"/>
                  <a:gd name="connsiteY111" fmla="*/ 288929 h 450988"/>
                  <a:gd name="connsiteX112" fmla="*/ 388048 w 450988"/>
                  <a:gd name="connsiteY112" fmla="*/ 293195 h 450988"/>
                  <a:gd name="connsiteX113" fmla="*/ 431197 w 450988"/>
                  <a:gd name="connsiteY113" fmla="*/ 293195 h 450988"/>
                  <a:gd name="connsiteX114" fmla="*/ 448383 w 450988"/>
                  <a:gd name="connsiteY114" fmla="*/ 276009 h 450988"/>
                  <a:gd name="connsiteX115" fmla="*/ 448611 w 450988"/>
                  <a:gd name="connsiteY115" fmla="*/ 233088 h 450988"/>
                  <a:gd name="connsiteX116" fmla="*/ 448383 w 450988"/>
                  <a:gd name="connsiteY116" fmla="*/ 232860 h 450988"/>
                  <a:gd name="connsiteX117" fmla="*/ 77841 w 450988"/>
                  <a:gd name="connsiteY117" fmla="*/ 215552 h 450988"/>
                  <a:gd name="connsiteX118" fmla="*/ 60899 w 450988"/>
                  <a:gd name="connsiteY118" fmla="*/ 232739 h 450988"/>
                  <a:gd name="connsiteX119" fmla="*/ 35215 w 450988"/>
                  <a:gd name="connsiteY119" fmla="*/ 232896 h 450988"/>
                  <a:gd name="connsiteX120" fmla="*/ 35058 w 450988"/>
                  <a:gd name="connsiteY120" fmla="*/ 232739 h 450988"/>
                  <a:gd name="connsiteX121" fmla="*/ 17506 w 450988"/>
                  <a:gd name="connsiteY121" fmla="*/ 215552 h 450988"/>
                  <a:gd name="connsiteX122" fmla="*/ 17350 w 450988"/>
                  <a:gd name="connsiteY122" fmla="*/ 189869 h 450988"/>
                  <a:gd name="connsiteX123" fmla="*/ 17506 w 450988"/>
                  <a:gd name="connsiteY123" fmla="*/ 189712 h 450988"/>
                  <a:gd name="connsiteX124" fmla="*/ 34693 w 450988"/>
                  <a:gd name="connsiteY124" fmla="*/ 172404 h 450988"/>
                  <a:gd name="connsiteX125" fmla="*/ 47613 w 450988"/>
                  <a:gd name="connsiteY125" fmla="*/ 167041 h 450988"/>
                  <a:gd name="connsiteX126" fmla="*/ 60899 w 450988"/>
                  <a:gd name="connsiteY126" fmla="*/ 172404 h 450988"/>
                  <a:gd name="connsiteX127" fmla="*/ 78207 w 450988"/>
                  <a:gd name="connsiteY127" fmla="*/ 189712 h 450988"/>
                  <a:gd name="connsiteX128" fmla="*/ 78207 w 450988"/>
                  <a:gd name="connsiteY128" fmla="*/ 215552 h 450988"/>
                  <a:gd name="connsiteX129" fmla="*/ 155363 w 450988"/>
                  <a:gd name="connsiteY129" fmla="*/ 137909 h 450988"/>
                  <a:gd name="connsiteX130" fmla="*/ 138176 w 450988"/>
                  <a:gd name="connsiteY130" fmla="*/ 155217 h 450988"/>
                  <a:gd name="connsiteX131" fmla="*/ 112336 w 450988"/>
                  <a:gd name="connsiteY131" fmla="*/ 155217 h 450988"/>
                  <a:gd name="connsiteX132" fmla="*/ 95028 w 450988"/>
                  <a:gd name="connsiteY132" fmla="*/ 137909 h 450988"/>
                  <a:gd name="connsiteX133" fmla="*/ 95028 w 450988"/>
                  <a:gd name="connsiteY133" fmla="*/ 112069 h 450988"/>
                  <a:gd name="connsiteX134" fmla="*/ 112336 w 450988"/>
                  <a:gd name="connsiteY134" fmla="*/ 94882 h 450988"/>
                  <a:gd name="connsiteX135" fmla="*/ 125256 w 450988"/>
                  <a:gd name="connsiteY135" fmla="*/ 89519 h 450988"/>
                  <a:gd name="connsiteX136" fmla="*/ 138176 w 450988"/>
                  <a:gd name="connsiteY136" fmla="*/ 94882 h 450988"/>
                  <a:gd name="connsiteX137" fmla="*/ 146708 w 450988"/>
                  <a:gd name="connsiteY137" fmla="*/ 103537 h 450988"/>
                  <a:gd name="connsiteX138" fmla="*/ 146708 w 450988"/>
                  <a:gd name="connsiteY138" fmla="*/ 103537 h 450988"/>
                  <a:gd name="connsiteX139" fmla="*/ 155363 w 450988"/>
                  <a:gd name="connsiteY139" fmla="*/ 112069 h 450988"/>
                  <a:gd name="connsiteX140" fmla="*/ 155520 w 450988"/>
                  <a:gd name="connsiteY140" fmla="*/ 137752 h 450988"/>
                  <a:gd name="connsiteX141" fmla="*/ 155363 w 450988"/>
                  <a:gd name="connsiteY141" fmla="*/ 137909 h 450988"/>
                  <a:gd name="connsiteX142" fmla="*/ 189857 w 450988"/>
                  <a:gd name="connsiteY142" fmla="*/ 77696 h 450988"/>
                  <a:gd name="connsiteX143" fmla="*/ 172671 w 450988"/>
                  <a:gd name="connsiteY143" fmla="*/ 60997 h 450988"/>
                  <a:gd name="connsiteX144" fmla="*/ 172671 w 450988"/>
                  <a:gd name="connsiteY144" fmla="*/ 35157 h 450988"/>
                  <a:gd name="connsiteX145" fmla="*/ 189857 w 450988"/>
                  <a:gd name="connsiteY145" fmla="*/ 17971 h 450988"/>
                  <a:gd name="connsiteX146" fmla="*/ 215697 w 450988"/>
                  <a:gd name="connsiteY146" fmla="*/ 17971 h 450988"/>
                  <a:gd name="connsiteX147" fmla="*/ 233006 w 450988"/>
                  <a:gd name="connsiteY147" fmla="*/ 35157 h 450988"/>
                  <a:gd name="connsiteX148" fmla="*/ 233006 w 450988"/>
                  <a:gd name="connsiteY148" fmla="*/ 60997 h 450988"/>
                  <a:gd name="connsiteX149" fmla="*/ 233006 w 450988"/>
                  <a:gd name="connsiteY149" fmla="*/ 60997 h 450988"/>
                  <a:gd name="connsiteX150" fmla="*/ 215697 w 450988"/>
                  <a:gd name="connsiteY150" fmla="*/ 77696 h 450988"/>
                  <a:gd name="connsiteX151" fmla="*/ 189857 w 450988"/>
                  <a:gd name="connsiteY151" fmla="*/ 77696 h 450988"/>
                  <a:gd name="connsiteX152" fmla="*/ 276032 w 450988"/>
                  <a:gd name="connsiteY152" fmla="*/ 137909 h 450988"/>
                  <a:gd name="connsiteX153" fmla="*/ 293341 w 450988"/>
                  <a:gd name="connsiteY153" fmla="*/ 120723 h 450988"/>
                  <a:gd name="connsiteX154" fmla="*/ 306261 w 450988"/>
                  <a:gd name="connsiteY154" fmla="*/ 115360 h 450988"/>
                  <a:gd name="connsiteX155" fmla="*/ 319181 w 450988"/>
                  <a:gd name="connsiteY155" fmla="*/ 120723 h 450988"/>
                  <a:gd name="connsiteX156" fmla="*/ 336367 w 450988"/>
                  <a:gd name="connsiteY156" fmla="*/ 137909 h 450988"/>
                  <a:gd name="connsiteX157" fmla="*/ 336473 w 450988"/>
                  <a:gd name="connsiteY157" fmla="*/ 163765 h 450988"/>
                  <a:gd name="connsiteX158" fmla="*/ 336367 w 450988"/>
                  <a:gd name="connsiteY158" fmla="*/ 163871 h 450988"/>
                  <a:gd name="connsiteX159" fmla="*/ 319181 w 450988"/>
                  <a:gd name="connsiteY159" fmla="*/ 181058 h 450988"/>
                  <a:gd name="connsiteX160" fmla="*/ 293341 w 450988"/>
                  <a:gd name="connsiteY160" fmla="*/ 181058 h 450988"/>
                  <a:gd name="connsiteX161" fmla="*/ 276032 w 450988"/>
                  <a:gd name="connsiteY161" fmla="*/ 163871 h 450988"/>
                  <a:gd name="connsiteX162" fmla="*/ 276032 w 450988"/>
                  <a:gd name="connsiteY162" fmla="*/ 137909 h 450988"/>
                  <a:gd name="connsiteX163" fmla="*/ 198511 w 450988"/>
                  <a:gd name="connsiteY163" fmla="*/ 215552 h 450988"/>
                  <a:gd name="connsiteX164" fmla="*/ 215697 w 450988"/>
                  <a:gd name="connsiteY164" fmla="*/ 198244 h 450988"/>
                  <a:gd name="connsiteX165" fmla="*/ 241538 w 450988"/>
                  <a:gd name="connsiteY165" fmla="*/ 198244 h 450988"/>
                  <a:gd name="connsiteX166" fmla="*/ 249704 w 450988"/>
                  <a:gd name="connsiteY166" fmla="*/ 206533 h 450988"/>
                  <a:gd name="connsiteX167" fmla="*/ 249704 w 450988"/>
                  <a:gd name="connsiteY167" fmla="*/ 206533 h 450988"/>
                  <a:gd name="connsiteX168" fmla="*/ 250314 w 450988"/>
                  <a:gd name="connsiteY168" fmla="*/ 206533 h 450988"/>
                  <a:gd name="connsiteX169" fmla="*/ 258480 w 450988"/>
                  <a:gd name="connsiteY169" fmla="*/ 214699 h 450988"/>
                  <a:gd name="connsiteX170" fmla="*/ 258480 w 450988"/>
                  <a:gd name="connsiteY170" fmla="*/ 240539 h 450988"/>
                  <a:gd name="connsiteX171" fmla="*/ 258480 w 450988"/>
                  <a:gd name="connsiteY171" fmla="*/ 240539 h 450988"/>
                  <a:gd name="connsiteX172" fmla="*/ 241172 w 450988"/>
                  <a:gd name="connsiteY172" fmla="*/ 257726 h 450988"/>
                  <a:gd name="connsiteX173" fmla="*/ 215489 w 450988"/>
                  <a:gd name="connsiteY173" fmla="*/ 257883 h 450988"/>
                  <a:gd name="connsiteX174" fmla="*/ 215332 w 450988"/>
                  <a:gd name="connsiteY174" fmla="*/ 257726 h 450988"/>
                  <a:gd name="connsiteX175" fmla="*/ 198511 w 450988"/>
                  <a:gd name="connsiteY175" fmla="*/ 241393 h 450988"/>
                  <a:gd name="connsiteX176" fmla="*/ 198354 w 450988"/>
                  <a:gd name="connsiteY176" fmla="*/ 215709 h 450988"/>
                  <a:gd name="connsiteX177" fmla="*/ 198511 w 450988"/>
                  <a:gd name="connsiteY177" fmla="*/ 215552 h 450988"/>
                  <a:gd name="connsiteX178" fmla="*/ 138176 w 450988"/>
                  <a:gd name="connsiteY178" fmla="*/ 336222 h 450988"/>
                  <a:gd name="connsiteX179" fmla="*/ 120868 w 450988"/>
                  <a:gd name="connsiteY179" fmla="*/ 318914 h 450988"/>
                  <a:gd name="connsiteX180" fmla="*/ 115505 w 450988"/>
                  <a:gd name="connsiteY180" fmla="*/ 305994 h 450988"/>
                  <a:gd name="connsiteX181" fmla="*/ 120868 w 450988"/>
                  <a:gd name="connsiteY181" fmla="*/ 292586 h 450988"/>
                  <a:gd name="connsiteX182" fmla="*/ 138176 w 450988"/>
                  <a:gd name="connsiteY182" fmla="*/ 275400 h 450988"/>
                  <a:gd name="connsiteX183" fmla="*/ 151096 w 450988"/>
                  <a:gd name="connsiteY183" fmla="*/ 270037 h 450988"/>
                  <a:gd name="connsiteX184" fmla="*/ 164017 w 450988"/>
                  <a:gd name="connsiteY184" fmla="*/ 275400 h 450988"/>
                  <a:gd name="connsiteX185" fmla="*/ 172183 w 450988"/>
                  <a:gd name="connsiteY185" fmla="*/ 283566 h 450988"/>
                  <a:gd name="connsiteX186" fmla="*/ 172183 w 450988"/>
                  <a:gd name="connsiteY186" fmla="*/ 283566 h 450988"/>
                  <a:gd name="connsiteX187" fmla="*/ 172183 w 450988"/>
                  <a:gd name="connsiteY187" fmla="*/ 283566 h 450988"/>
                  <a:gd name="connsiteX188" fmla="*/ 180350 w 450988"/>
                  <a:gd name="connsiteY188" fmla="*/ 291733 h 450988"/>
                  <a:gd name="connsiteX189" fmla="*/ 180507 w 450988"/>
                  <a:gd name="connsiteY189" fmla="*/ 317416 h 450988"/>
                  <a:gd name="connsiteX190" fmla="*/ 180350 w 450988"/>
                  <a:gd name="connsiteY190" fmla="*/ 317573 h 450988"/>
                  <a:gd name="connsiteX191" fmla="*/ 163163 w 450988"/>
                  <a:gd name="connsiteY191" fmla="*/ 334881 h 450988"/>
                  <a:gd name="connsiteX192" fmla="*/ 138176 w 450988"/>
                  <a:gd name="connsiteY192" fmla="*/ 336222 h 450988"/>
                  <a:gd name="connsiteX193" fmla="*/ 284443 w 450988"/>
                  <a:gd name="connsiteY193" fmla="*/ 422397 h 450988"/>
                  <a:gd name="connsiteX194" fmla="*/ 284443 w 450988"/>
                  <a:gd name="connsiteY194" fmla="*/ 422397 h 450988"/>
                  <a:gd name="connsiteX195" fmla="*/ 267134 w 450988"/>
                  <a:gd name="connsiteY195" fmla="*/ 439584 h 450988"/>
                  <a:gd name="connsiteX196" fmla="*/ 241451 w 450988"/>
                  <a:gd name="connsiteY196" fmla="*/ 439741 h 450988"/>
                  <a:gd name="connsiteX197" fmla="*/ 241294 w 450988"/>
                  <a:gd name="connsiteY197" fmla="*/ 439584 h 450988"/>
                  <a:gd name="connsiteX198" fmla="*/ 224108 w 450988"/>
                  <a:gd name="connsiteY198" fmla="*/ 422397 h 450988"/>
                  <a:gd name="connsiteX199" fmla="*/ 223950 w 450988"/>
                  <a:gd name="connsiteY199" fmla="*/ 396714 h 450988"/>
                  <a:gd name="connsiteX200" fmla="*/ 224108 w 450988"/>
                  <a:gd name="connsiteY200" fmla="*/ 396557 h 450988"/>
                  <a:gd name="connsiteX201" fmla="*/ 241294 w 450988"/>
                  <a:gd name="connsiteY201" fmla="*/ 379249 h 450988"/>
                  <a:gd name="connsiteX202" fmla="*/ 254214 w 450988"/>
                  <a:gd name="connsiteY202" fmla="*/ 373886 h 450988"/>
                  <a:gd name="connsiteX203" fmla="*/ 267134 w 450988"/>
                  <a:gd name="connsiteY203" fmla="*/ 379249 h 450988"/>
                  <a:gd name="connsiteX204" fmla="*/ 284443 w 450988"/>
                  <a:gd name="connsiteY204" fmla="*/ 396557 h 450988"/>
                  <a:gd name="connsiteX205" fmla="*/ 284443 w 450988"/>
                  <a:gd name="connsiteY205" fmla="*/ 422397 h 450988"/>
                  <a:gd name="connsiteX206" fmla="*/ 361964 w 450988"/>
                  <a:gd name="connsiteY206" fmla="*/ 344876 h 450988"/>
                  <a:gd name="connsiteX207" fmla="*/ 345021 w 450988"/>
                  <a:gd name="connsiteY207" fmla="*/ 362062 h 450988"/>
                  <a:gd name="connsiteX208" fmla="*/ 319181 w 450988"/>
                  <a:gd name="connsiteY208" fmla="*/ 362062 h 450988"/>
                  <a:gd name="connsiteX209" fmla="*/ 301873 w 450988"/>
                  <a:gd name="connsiteY209" fmla="*/ 344876 h 450988"/>
                  <a:gd name="connsiteX210" fmla="*/ 301873 w 450988"/>
                  <a:gd name="connsiteY210" fmla="*/ 318914 h 450988"/>
                  <a:gd name="connsiteX211" fmla="*/ 319181 w 450988"/>
                  <a:gd name="connsiteY211" fmla="*/ 301728 h 450988"/>
                  <a:gd name="connsiteX212" fmla="*/ 332101 w 450988"/>
                  <a:gd name="connsiteY212" fmla="*/ 296364 h 450988"/>
                  <a:gd name="connsiteX213" fmla="*/ 345021 w 450988"/>
                  <a:gd name="connsiteY213" fmla="*/ 301728 h 450988"/>
                  <a:gd name="connsiteX214" fmla="*/ 362208 w 450988"/>
                  <a:gd name="connsiteY214" fmla="*/ 318914 h 450988"/>
                  <a:gd name="connsiteX215" fmla="*/ 362314 w 450988"/>
                  <a:gd name="connsiteY215" fmla="*/ 344770 h 450988"/>
                  <a:gd name="connsiteX216" fmla="*/ 362208 w 450988"/>
                  <a:gd name="connsiteY216" fmla="*/ 344876 h 450988"/>
                  <a:gd name="connsiteX217" fmla="*/ 439607 w 450988"/>
                  <a:gd name="connsiteY217" fmla="*/ 267233 h 450988"/>
                  <a:gd name="connsiteX218" fmla="*/ 439607 w 450988"/>
                  <a:gd name="connsiteY218" fmla="*/ 267233 h 450988"/>
                  <a:gd name="connsiteX219" fmla="*/ 422299 w 450988"/>
                  <a:gd name="connsiteY219" fmla="*/ 284541 h 450988"/>
                  <a:gd name="connsiteX220" fmla="*/ 396458 w 450988"/>
                  <a:gd name="connsiteY220" fmla="*/ 284541 h 450988"/>
                  <a:gd name="connsiteX221" fmla="*/ 379272 w 450988"/>
                  <a:gd name="connsiteY221" fmla="*/ 267233 h 450988"/>
                  <a:gd name="connsiteX222" fmla="*/ 379115 w 450988"/>
                  <a:gd name="connsiteY222" fmla="*/ 241550 h 450988"/>
                  <a:gd name="connsiteX223" fmla="*/ 379272 w 450988"/>
                  <a:gd name="connsiteY223" fmla="*/ 241393 h 450988"/>
                  <a:gd name="connsiteX224" fmla="*/ 396458 w 450988"/>
                  <a:gd name="connsiteY224" fmla="*/ 224206 h 450988"/>
                  <a:gd name="connsiteX225" fmla="*/ 422299 w 450988"/>
                  <a:gd name="connsiteY225" fmla="*/ 224206 h 450988"/>
                  <a:gd name="connsiteX226" fmla="*/ 439607 w 450988"/>
                  <a:gd name="connsiteY226" fmla="*/ 241393 h 450988"/>
                  <a:gd name="connsiteX227" fmla="*/ 439607 w 450988"/>
                  <a:gd name="connsiteY227" fmla="*/ 267233 h 45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450988" h="450988">
                    <a:moveTo>
                      <a:pt x="448383" y="232739"/>
                    </a:moveTo>
                    <a:lnTo>
                      <a:pt x="431197" y="215552"/>
                    </a:lnTo>
                    <a:cubicBezTo>
                      <a:pt x="419156" y="203942"/>
                      <a:pt x="400088" y="203942"/>
                      <a:pt x="388048" y="215552"/>
                    </a:cubicBezTo>
                    <a:lnTo>
                      <a:pt x="370862" y="232739"/>
                    </a:lnTo>
                    <a:cubicBezTo>
                      <a:pt x="359059" y="244700"/>
                      <a:pt x="359059" y="263926"/>
                      <a:pt x="370862" y="275887"/>
                    </a:cubicBezTo>
                    <a:lnTo>
                      <a:pt x="375128" y="280153"/>
                    </a:lnTo>
                    <a:lnTo>
                      <a:pt x="357942" y="297461"/>
                    </a:lnTo>
                    <a:lnTo>
                      <a:pt x="353432" y="292586"/>
                    </a:lnTo>
                    <a:cubicBezTo>
                      <a:pt x="341471" y="280783"/>
                      <a:pt x="322244" y="280783"/>
                      <a:pt x="310283" y="292586"/>
                    </a:cubicBezTo>
                    <a:lnTo>
                      <a:pt x="293097" y="309894"/>
                    </a:lnTo>
                    <a:cubicBezTo>
                      <a:pt x="281215" y="321717"/>
                      <a:pt x="281169" y="340934"/>
                      <a:pt x="292992" y="352816"/>
                    </a:cubicBezTo>
                    <a:cubicBezTo>
                      <a:pt x="293026" y="352851"/>
                      <a:pt x="293061" y="352885"/>
                      <a:pt x="293097" y="352921"/>
                    </a:cubicBezTo>
                    <a:lnTo>
                      <a:pt x="297363" y="357309"/>
                    </a:lnTo>
                    <a:lnTo>
                      <a:pt x="280298" y="374983"/>
                    </a:lnTo>
                    <a:lnTo>
                      <a:pt x="275910" y="370717"/>
                    </a:lnTo>
                    <a:cubicBezTo>
                      <a:pt x="263912" y="359123"/>
                      <a:pt x="244882" y="359123"/>
                      <a:pt x="232884" y="370717"/>
                    </a:cubicBezTo>
                    <a:lnTo>
                      <a:pt x="228496" y="374983"/>
                    </a:lnTo>
                    <a:lnTo>
                      <a:pt x="185469" y="331834"/>
                    </a:lnTo>
                    <a:lnTo>
                      <a:pt x="189735" y="327568"/>
                    </a:lnTo>
                    <a:cubicBezTo>
                      <a:pt x="201617" y="315745"/>
                      <a:pt x="201663" y="296528"/>
                      <a:pt x="189840" y="284646"/>
                    </a:cubicBezTo>
                    <a:cubicBezTo>
                      <a:pt x="189806" y="284611"/>
                      <a:pt x="189770" y="284577"/>
                      <a:pt x="189735" y="284541"/>
                    </a:cubicBezTo>
                    <a:lnTo>
                      <a:pt x="185591" y="280397"/>
                    </a:lnTo>
                    <a:lnTo>
                      <a:pt x="202777" y="263211"/>
                    </a:lnTo>
                    <a:lnTo>
                      <a:pt x="207043" y="267477"/>
                    </a:lnTo>
                    <a:cubicBezTo>
                      <a:pt x="218977" y="279346"/>
                      <a:pt x="238258" y="279346"/>
                      <a:pt x="250192" y="267477"/>
                    </a:cubicBezTo>
                    <a:lnTo>
                      <a:pt x="267378" y="250291"/>
                    </a:lnTo>
                    <a:cubicBezTo>
                      <a:pt x="279293" y="238501"/>
                      <a:pt x="279395" y="219284"/>
                      <a:pt x="267606" y="207370"/>
                    </a:cubicBezTo>
                    <a:cubicBezTo>
                      <a:pt x="267531" y="207293"/>
                      <a:pt x="267455" y="207218"/>
                      <a:pt x="267378" y="207142"/>
                    </a:cubicBezTo>
                    <a:lnTo>
                      <a:pt x="263112" y="202876"/>
                    </a:lnTo>
                    <a:lnTo>
                      <a:pt x="280298" y="185324"/>
                    </a:lnTo>
                    <a:lnTo>
                      <a:pt x="284686" y="189712"/>
                    </a:lnTo>
                    <a:cubicBezTo>
                      <a:pt x="290435" y="195389"/>
                      <a:pt x="298182" y="198584"/>
                      <a:pt x="306261" y="198610"/>
                    </a:cubicBezTo>
                    <a:cubicBezTo>
                      <a:pt x="314308" y="198605"/>
                      <a:pt x="322025" y="195405"/>
                      <a:pt x="327713" y="189712"/>
                    </a:cubicBezTo>
                    <a:lnTo>
                      <a:pt x="345021" y="172404"/>
                    </a:lnTo>
                    <a:cubicBezTo>
                      <a:pt x="356876" y="160511"/>
                      <a:pt x="356876" y="141270"/>
                      <a:pt x="345021" y="129377"/>
                    </a:cubicBezTo>
                    <a:lnTo>
                      <a:pt x="327713" y="112069"/>
                    </a:lnTo>
                    <a:cubicBezTo>
                      <a:pt x="315820" y="100214"/>
                      <a:pt x="296579" y="100214"/>
                      <a:pt x="284686" y="112069"/>
                    </a:cubicBezTo>
                    <a:lnTo>
                      <a:pt x="283102" y="113653"/>
                    </a:lnTo>
                    <a:lnTo>
                      <a:pt x="237515" y="73186"/>
                    </a:lnTo>
                    <a:lnTo>
                      <a:pt x="241538" y="69164"/>
                    </a:lnTo>
                    <a:cubicBezTo>
                      <a:pt x="253452" y="57374"/>
                      <a:pt x="253555" y="38158"/>
                      <a:pt x="241766" y="26243"/>
                    </a:cubicBezTo>
                    <a:cubicBezTo>
                      <a:pt x="241690" y="26167"/>
                      <a:pt x="241615" y="26091"/>
                      <a:pt x="241538" y="26015"/>
                    </a:cubicBezTo>
                    <a:lnTo>
                      <a:pt x="224351" y="8707"/>
                    </a:lnTo>
                    <a:cubicBezTo>
                      <a:pt x="212311" y="-2902"/>
                      <a:pt x="193243" y="-2902"/>
                      <a:pt x="181203" y="8707"/>
                    </a:cubicBezTo>
                    <a:lnTo>
                      <a:pt x="164017" y="25893"/>
                    </a:lnTo>
                    <a:cubicBezTo>
                      <a:pt x="152147" y="37828"/>
                      <a:pt x="152147" y="57108"/>
                      <a:pt x="164017" y="69042"/>
                    </a:cubicBezTo>
                    <a:lnTo>
                      <a:pt x="168283" y="73308"/>
                    </a:lnTo>
                    <a:lnTo>
                      <a:pt x="151096" y="90616"/>
                    </a:lnTo>
                    <a:lnTo>
                      <a:pt x="146221" y="86228"/>
                    </a:lnTo>
                    <a:cubicBezTo>
                      <a:pt x="134328" y="74373"/>
                      <a:pt x="115086" y="74373"/>
                      <a:pt x="103194" y="86228"/>
                    </a:cubicBezTo>
                    <a:lnTo>
                      <a:pt x="86495" y="103537"/>
                    </a:lnTo>
                    <a:cubicBezTo>
                      <a:pt x="74735" y="115373"/>
                      <a:pt x="74735" y="134483"/>
                      <a:pt x="86495" y="146319"/>
                    </a:cubicBezTo>
                    <a:lnTo>
                      <a:pt x="90761" y="150707"/>
                    </a:lnTo>
                    <a:lnTo>
                      <a:pt x="73088" y="168138"/>
                    </a:lnTo>
                    <a:lnTo>
                      <a:pt x="68822" y="163871"/>
                    </a:lnTo>
                    <a:cubicBezTo>
                      <a:pt x="56998" y="151990"/>
                      <a:pt x="37781" y="151943"/>
                      <a:pt x="25900" y="163767"/>
                    </a:cubicBezTo>
                    <a:cubicBezTo>
                      <a:pt x="25865" y="163801"/>
                      <a:pt x="25830" y="163836"/>
                      <a:pt x="25795" y="163871"/>
                    </a:cubicBezTo>
                    <a:lnTo>
                      <a:pt x="8852" y="181058"/>
                    </a:lnTo>
                    <a:cubicBezTo>
                      <a:pt x="-2951" y="193019"/>
                      <a:pt x="-2951" y="212245"/>
                      <a:pt x="8852" y="224206"/>
                    </a:cubicBezTo>
                    <a:lnTo>
                      <a:pt x="26160" y="241393"/>
                    </a:lnTo>
                    <a:cubicBezTo>
                      <a:pt x="31818" y="247131"/>
                      <a:pt x="39554" y="250341"/>
                      <a:pt x="47613" y="250291"/>
                    </a:cubicBezTo>
                    <a:cubicBezTo>
                      <a:pt x="55703" y="250319"/>
                      <a:pt x="63469" y="247115"/>
                      <a:pt x="69187" y="241393"/>
                    </a:cubicBezTo>
                    <a:lnTo>
                      <a:pt x="86495" y="224206"/>
                    </a:lnTo>
                    <a:cubicBezTo>
                      <a:pt x="98365" y="212272"/>
                      <a:pt x="98365" y="192992"/>
                      <a:pt x="86495" y="181058"/>
                    </a:cubicBezTo>
                    <a:lnTo>
                      <a:pt x="82107" y="176792"/>
                    </a:lnTo>
                    <a:lnTo>
                      <a:pt x="99416" y="159483"/>
                    </a:lnTo>
                    <a:lnTo>
                      <a:pt x="103682" y="163871"/>
                    </a:lnTo>
                    <a:cubicBezTo>
                      <a:pt x="109430" y="169549"/>
                      <a:pt x="117177" y="172744"/>
                      <a:pt x="125256" y="172769"/>
                    </a:cubicBezTo>
                    <a:cubicBezTo>
                      <a:pt x="133135" y="172638"/>
                      <a:pt x="140653" y="169447"/>
                      <a:pt x="146221" y="163871"/>
                    </a:cubicBezTo>
                    <a:lnTo>
                      <a:pt x="164017" y="146319"/>
                    </a:lnTo>
                    <a:cubicBezTo>
                      <a:pt x="175871" y="134427"/>
                      <a:pt x="175871" y="115185"/>
                      <a:pt x="164017" y="103293"/>
                    </a:cubicBezTo>
                    <a:lnTo>
                      <a:pt x="159750" y="98905"/>
                    </a:lnTo>
                    <a:lnTo>
                      <a:pt x="176937" y="81718"/>
                    </a:lnTo>
                    <a:lnTo>
                      <a:pt x="181203" y="85985"/>
                    </a:lnTo>
                    <a:cubicBezTo>
                      <a:pt x="193137" y="97854"/>
                      <a:pt x="212417" y="97854"/>
                      <a:pt x="224351" y="85985"/>
                    </a:cubicBezTo>
                    <a:lnTo>
                      <a:pt x="228861" y="81475"/>
                    </a:lnTo>
                    <a:lnTo>
                      <a:pt x="274570" y="121942"/>
                    </a:lnTo>
                    <a:lnTo>
                      <a:pt x="267378" y="129011"/>
                    </a:lnTo>
                    <a:cubicBezTo>
                      <a:pt x="255523" y="140904"/>
                      <a:pt x="255523" y="160145"/>
                      <a:pt x="267378" y="172038"/>
                    </a:cubicBezTo>
                    <a:lnTo>
                      <a:pt x="271766" y="176426"/>
                    </a:lnTo>
                    <a:lnTo>
                      <a:pt x="254458" y="193612"/>
                    </a:lnTo>
                    <a:lnTo>
                      <a:pt x="250192" y="189346"/>
                    </a:lnTo>
                    <a:cubicBezTo>
                      <a:pt x="238152" y="177736"/>
                      <a:pt x="219083" y="177736"/>
                      <a:pt x="207043" y="189346"/>
                    </a:cubicBezTo>
                    <a:lnTo>
                      <a:pt x="189857" y="207264"/>
                    </a:lnTo>
                    <a:cubicBezTo>
                      <a:pt x="178055" y="219225"/>
                      <a:pt x="178055" y="238451"/>
                      <a:pt x="189857" y="250412"/>
                    </a:cubicBezTo>
                    <a:lnTo>
                      <a:pt x="194123" y="254679"/>
                    </a:lnTo>
                    <a:lnTo>
                      <a:pt x="176937" y="271987"/>
                    </a:lnTo>
                    <a:lnTo>
                      <a:pt x="172671" y="267599"/>
                    </a:lnTo>
                    <a:cubicBezTo>
                      <a:pt x="160710" y="255796"/>
                      <a:pt x="141483" y="255796"/>
                      <a:pt x="129522" y="267599"/>
                    </a:cubicBezTo>
                    <a:lnTo>
                      <a:pt x="112336" y="284541"/>
                    </a:lnTo>
                    <a:cubicBezTo>
                      <a:pt x="100454" y="296173"/>
                      <a:pt x="100252" y="315234"/>
                      <a:pt x="111884" y="327116"/>
                    </a:cubicBezTo>
                    <a:cubicBezTo>
                      <a:pt x="112033" y="327268"/>
                      <a:pt x="112184" y="327419"/>
                      <a:pt x="112336" y="327568"/>
                    </a:cubicBezTo>
                    <a:lnTo>
                      <a:pt x="129522" y="344876"/>
                    </a:lnTo>
                    <a:cubicBezTo>
                      <a:pt x="141456" y="356746"/>
                      <a:pt x="160737" y="356746"/>
                      <a:pt x="172671" y="344876"/>
                    </a:cubicBezTo>
                    <a:lnTo>
                      <a:pt x="176937" y="340488"/>
                    </a:lnTo>
                    <a:lnTo>
                      <a:pt x="220085" y="383637"/>
                    </a:lnTo>
                    <a:lnTo>
                      <a:pt x="215697" y="387903"/>
                    </a:lnTo>
                    <a:cubicBezTo>
                      <a:pt x="203895" y="399864"/>
                      <a:pt x="203895" y="419091"/>
                      <a:pt x="215697" y="431051"/>
                    </a:cubicBezTo>
                    <a:lnTo>
                      <a:pt x="233006" y="448238"/>
                    </a:lnTo>
                    <a:cubicBezTo>
                      <a:pt x="238662" y="453976"/>
                      <a:pt x="246400" y="457186"/>
                      <a:pt x="254458" y="457136"/>
                    </a:cubicBezTo>
                    <a:cubicBezTo>
                      <a:pt x="262548" y="457164"/>
                      <a:pt x="270315" y="453960"/>
                      <a:pt x="276032" y="448238"/>
                    </a:cubicBezTo>
                    <a:lnTo>
                      <a:pt x="293341" y="431051"/>
                    </a:lnTo>
                    <a:cubicBezTo>
                      <a:pt x="305210" y="419117"/>
                      <a:pt x="305210" y="399837"/>
                      <a:pt x="293341" y="387903"/>
                    </a:cubicBezTo>
                    <a:lnTo>
                      <a:pt x="288953" y="383637"/>
                    </a:lnTo>
                    <a:lnTo>
                      <a:pt x="306261" y="366329"/>
                    </a:lnTo>
                    <a:lnTo>
                      <a:pt x="310527" y="370717"/>
                    </a:lnTo>
                    <a:cubicBezTo>
                      <a:pt x="322461" y="382586"/>
                      <a:pt x="341741" y="382586"/>
                      <a:pt x="353675" y="370717"/>
                    </a:cubicBezTo>
                    <a:lnTo>
                      <a:pt x="370862" y="353530"/>
                    </a:lnTo>
                    <a:lnTo>
                      <a:pt x="370862" y="353530"/>
                    </a:lnTo>
                    <a:cubicBezTo>
                      <a:pt x="382717" y="341638"/>
                      <a:pt x="382717" y="322396"/>
                      <a:pt x="370862" y="310504"/>
                    </a:cubicBezTo>
                    <a:lnTo>
                      <a:pt x="366596" y="306116"/>
                    </a:lnTo>
                    <a:lnTo>
                      <a:pt x="383782" y="288929"/>
                    </a:lnTo>
                    <a:lnTo>
                      <a:pt x="388048" y="293195"/>
                    </a:lnTo>
                    <a:cubicBezTo>
                      <a:pt x="399982" y="305065"/>
                      <a:pt x="419263" y="305065"/>
                      <a:pt x="431197" y="293195"/>
                    </a:cubicBezTo>
                    <a:lnTo>
                      <a:pt x="448383" y="276009"/>
                    </a:lnTo>
                    <a:cubicBezTo>
                      <a:pt x="460298" y="264220"/>
                      <a:pt x="460400" y="245003"/>
                      <a:pt x="448611" y="233088"/>
                    </a:cubicBezTo>
                    <a:cubicBezTo>
                      <a:pt x="448535" y="233012"/>
                      <a:pt x="448460" y="232936"/>
                      <a:pt x="448383" y="232860"/>
                    </a:cubicBezTo>
                    <a:close/>
                    <a:moveTo>
                      <a:pt x="77841" y="215552"/>
                    </a:moveTo>
                    <a:lnTo>
                      <a:pt x="60899" y="232739"/>
                    </a:lnTo>
                    <a:cubicBezTo>
                      <a:pt x="53850" y="239874"/>
                      <a:pt x="42351" y="239945"/>
                      <a:pt x="35215" y="232896"/>
                    </a:cubicBezTo>
                    <a:cubicBezTo>
                      <a:pt x="35163" y="232843"/>
                      <a:pt x="35110" y="232791"/>
                      <a:pt x="35058" y="232739"/>
                    </a:cubicBezTo>
                    <a:lnTo>
                      <a:pt x="17506" y="215552"/>
                    </a:lnTo>
                    <a:cubicBezTo>
                      <a:pt x="10371" y="208503"/>
                      <a:pt x="10301" y="197004"/>
                      <a:pt x="17350" y="189869"/>
                    </a:cubicBezTo>
                    <a:cubicBezTo>
                      <a:pt x="17402" y="189815"/>
                      <a:pt x="17454" y="189764"/>
                      <a:pt x="17506" y="189712"/>
                    </a:cubicBezTo>
                    <a:lnTo>
                      <a:pt x="34693" y="172404"/>
                    </a:lnTo>
                    <a:cubicBezTo>
                      <a:pt x="38140" y="169007"/>
                      <a:pt x="42773" y="167084"/>
                      <a:pt x="47613" y="167041"/>
                    </a:cubicBezTo>
                    <a:cubicBezTo>
                      <a:pt x="52589" y="166932"/>
                      <a:pt x="57392" y="168871"/>
                      <a:pt x="60899" y="172404"/>
                    </a:cubicBezTo>
                    <a:lnTo>
                      <a:pt x="78207" y="189712"/>
                    </a:lnTo>
                    <a:cubicBezTo>
                      <a:pt x="85336" y="196850"/>
                      <a:pt x="85336" y="208414"/>
                      <a:pt x="78207" y="215552"/>
                    </a:cubicBezTo>
                    <a:close/>
                    <a:moveTo>
                      <a:pt x="155363" y="137909"/>
                    </a:moveTo>
                    <a:lnTo>
                      <a:pt x="138176" y="155217"/>
                    </a:lnTo>
                    <a:cubicBezTo>
                      <a:pt x="131010" y="162281"/>
                      <a:pt x="119501" y="162281"/>
                      <a:pt x="112336" y="155217"/>
                    </a:cubicBezTo>
                    <a:lnTo>
                      <a:pt x="95028" y="137909"/>
                    </a:lnTo>
                    <a:cubicBezTo>
                      <a:pt x="87965" y="130743"/>
                      <a:pt x="87965" y="119234"/>
                      <a:pt x="95028" y="112069"/>
                    </a:cubicBezTo>
                    <a:lnTo>
                      <a:pt x="112336" y="94882"/>
                    </a:lnTo>
                    <a:cubicBezTo>
                      <a:pt x="115754" y="91441"/>
                      <a:pt x="120406" y="89510"/>
                      <a:pt x="125256" y="89519"/>
                    </a:cubicBezTo>
                    <a:cubicBezTo>
                      <a:pt x="130101" y="89537"/>
                      <a:pt x="134743" y="91464"/>
                      <a:pt x="138176" y="94882"/>
                    </a:cubicBezTo>
                    <a:lnTo>
                      <a:pt x="146708" y="103537"/>
                    </a:lnTo>
                    <a:lnTo>
                      <a:pt x="146708" y="103537"/>
                    </a:lnTo>
                    <a:lnTo>
                      <a:pt x="155363" y="112069"/>
                    </a:lnTo>
                    <a:cubicBezTo>
                      <a:pt x="162498" y="119118"/>
                      <a:pt x="162569" y="130617"/>
                      <a:pt x="155520" y="137752"/>
                    </a:cubicBezTo>
                    <a:cubicBezTo>
                      <a:pt x="155467" y="137806"/>
                      <a:pt x="155415" y="137857"/>
                      <a:pt x="155363" y="137909"/>
                    </a:cubicBezTo>
                    <a:close/>
                    <a:moveTo>
                      <a:pt x="189857" y="77696"/>
                    </a:moveTo>
                    <a:lnTo>
                      <a:pt x="172671" y="60997"/>
                    </a:lnTo>
                    <a:cubicBezTo>
                      <a:pt x="165541" y="53859"/>
                      <a:pt x="165541" y="42295"/>
                      <a:pt x="172671" y="35157"/>
                    </a:cubicBezTo>
                    <a:lnTo>
                      <a:pt x="189857" y="17971"/>
                    </a:lnTo>
                    <a:cubicBezTo>
                      <a:pt x="196995" y="10841"/>
                      <a:pt x="208560" y="10841"/>
                      <a:pt x="215697" y="17971"/>
                    </a:cubicBezTo>
                    <a:lnTo>
                      <a:pt x="233006" y="35157"/>
                    </a:lnTo>
                    <a:cubicBezTo>
                      <a:pt x="240135" y="42295"/>
                      <a:pt x="240135" y="53859"/>
                      <a:pt x="233006" y="60997"/>
                    </a:cubicBezTo>
                    <a:lnTo>
                      <a:pt x="233006" y="60997"/>
                    </a:lnTo>
                    <a:lnTo>
                      <a:pt x="215697" y="77696"/>
                    </a:lnTo>
                    <a:cubicBezTo>
                      <a:pt x="208532" y="84759"/>
                      <a:pt x="197023" y="84759"/>
                      <a:pt x="189857" y="77696"/>
                    </a:cubicBezTo>
                    <a:close/>
                    <a:moveTo>
                      <a:pt x="276032" y="137909"/>
                    </a:moveTo>
                    <a:lnTo>
                      <a:pt x="293341" y="120723"/>
                    </a:lnTo>
                    <a:cubicBezTo>
                      <a:pt x="296758" y="117282"/>
                      <a:pt x="301411" y="115350"/>
                      <a:pt x="306261" y="115360"/>
                    </a:cubicBezTo>
                    <a:cubicBezTo>
                      <a:pt x="311100" y="115403"/>
                      <a:pt x="315733" y="117326"/>
                      <a:pt x="319181" y="120723"/>
                    </a:cubicBezTo>
                    <a:lnTo>
                      <a:pt x="336367" y="137909"/>
                    </a:lnTo>
                    <a:cubicBezTo>
                      <a:pt x="343537" y="145020"/>
                      <a:pt x="343584" y="156596"/>
                      <a:pt x="336473" y="163765"/>
                    </a:cubicBezTo>
                    <a:cubicBezTo>
                      <a:pt x="336438" y="163801"/>
                      <a:pt x="336403" y="163836"/>
                      <a:pt x="336367" y="163871"/>
                    </a:cubicBezTo>
                    <a:lnTo>
                      <a:pt x="319181" y="181058"/>
                    </a:lnTo>
                    <a:cubicBezTo>
                      <a:pt x="312043" y="188187"/>
                      <a:pt x="300478" y="188187"/>
                      <a:pt x="293341" y="181058"/>
                    </a:cubicBezTo>
                    <a:lnTo>
                      <a:pt x="276032" y="163871"/>
                    </a:lnTo>
                    <a:cubicBezTo>
                      <a:pt x="268955" y="156664"/>
                      <a:pt x="268955" y="145116"/>
                      <a:pt x="276032" y="137909"/>
                    </a:cubicBezTo>
                    <a:close/>
                    <a:moveTo>
                      <a:pt x="198511" y="215552"/>
                    </a:moveTo>
                    <a:lnTo>
                      <a:pt x="215697" y="198244"/>
                    </a:lnTo>
                    <a:cubicBezTo>
                      <a:pt x="222890" y="191246"/>
                      <a:pt x="234345" y="191246"/>
                      <a:pt x="241538" y="198244"/>
                    </a:cubicBezTo>
                    <a:lnTo>
                      <a:pt x="249704" y="206533"/>
                    </a:lnTo>
                    <a:lnTo>
                      <a:pt x="249704" y="206533"/>
                    </a:lnTo>
                    <a:lnTo>
                      <a:pt x="250314" y="206533"/>
                    </a:lnTo>
                    <a:lnTo>
                      <a:pt x="258480" y="214699"/>
                    </a:lnTo>
                    <a:cubicBezTo>
                      <a:pt x="265610" y="221837"/>
                      <a:pt x="265610" y="233402"/>
                      <a:pt x="258480" y="240539"/>
                    </a:cubicBezTo>
                    <a:lnTo>
                      <a:pt x="258480" y="240539"/>
                    </a:lnTo>
                    <a:lnTo>
                      <a:pt x="241172" y="257726"/>
                    </a:lnTo>
                    <a:cubicBezTo>
                      <a:pt x="234123" y="264861"/>
                      <a:pt x="222624" y="264932"/>
                      <a:pt x="215489" y="257883"/>
                    </a:cubicBezTo>
                    <a:cubicBezTo>
                      <a:pt x="215435" y="257831"/>
                      <a:pt x="215384" y="257778"/>
                      <a:pt x="215332" y="257726"/>
                    </a:cubicBezTo>
                    <a:lnTo>
                      <a:pt x="198511" y="241393"/>
                    </a:lnTo>
                    <a:cubicBezTo>
                      <a:pt x="191376" y="234344"/>
                      <a:pt x="191305" y="222845"/>
                      <a:pt x="198354" y="215709"/>
                    </a:cubicBezTo>
                    <a:cubicBezTo>
                      <a:pt x="198406" y="215656"/>
                      <a:pt x="198459" y="215605"/>
                      <a:pt x="198511" y="215552"/>
                    </a:cubicBezTo>
                    <a:close/>
                    <a:moveTo>
                      <a:pt x="138176" y="336222"/>
                    </a:moveTo>
                    <a:lnTo>
                      <a:pt x="120868" y="318914"/>
                    </a:lnTo>
                    <a:cubicBezTo>
                      <a:pt x="117438" y="315489"/>
                      <a:pt x="115509" y="310841"/>
                      <a:pt x="115505" y="305994"/>
                    </a:cubicBezTo>
                    <a:cubicBezTo>
                      <a:pt x="115406" y="300983"/>
                      <a:pt x="117340" y="296146"/>
                      <a:pt x="120868" y="292586"/>
                    </a:cubicBezTo>
                    <a:lnTo>
                      <a:pt x="138176" y="275400"/>
                    </a:lnTo>
                    <a:cubicBezTo>
                      <a:pt x="141594" y="271959"/>
                      <a:pt x="146246" y="270027"/>
                      <a:pt x="151096" y="270037"/>
                    </a:cubicBezTo>
                    <a:cubicBezTo>
                      <a:pt x="155941" y="270054"/>
                      <a:pt x="160583" y="271981"/>
                      <a:pt x="164017" y="275400"/>
                    </a:cubicBezTo>
                    <a:lnTo>
                      <a:pt x="172183" y="283566"/>
                    </a:lnTo>
                    <a:lnTo>
                      <a:pt x="172183" y="283566"/>
                    </a:lnTo>
                    <a:cubicBezTo>
                      <a:pt x="172183" y="283566"/>
                      <a:pt x="172183" y="283566"/>
                      <a:pt x="172183" y="283566"/>
                    </a:cubicBezTo>
                    <a:lnTo>
                      <a:pt x="180350" y="291733"/>
                    </a:lnTo>
                    <a:cubicBezTo>
                      <a:pt x="187485" y="298782"/>
                      <a:pt x="187556" y="310281"/>
                      <a:pt x="180507" y="317416"/>
                    </a:cubicBezTo>
                    <a:cubicBezTo>
                      <a:pt x="180455" y="317469"/>
                      <a:pt x="180402" y="317521"/>
                      <a:pt x="180350" y="317573"/>
                    </a:cubicBezTo>
                    <a:lnTo>
                      <a:pt x="163163" y="334881"/>
                    </a:lnTo>
                    <a:cubicBezTo>
                      <a:pt x="156367" y="341571"/>
                      <a:pt x="145650" y="342146"/>
                      <a:pt x="138176" y="336222"/>
                    </a:cubicBezTo>
                    <a:close/>
                    <a:moveTo>
                      <a:pt x="284443" y="422397"/>
                    </a:moveTo>
                    <a:lnTo>
                      <a:pt x="284443" y="422397"/>
                    </a:lnTo>
                    <a:lnTo>
                      <a:pt x="267134" y="439584"/>
                    </a:lnTo>
                    <a:cubicBezTo>
                      <a:pt x="260086" y="446719"/>
                      <a:pt x="248587" y="446790"/>
                      <a:pt x="241451" y="439741"/>
                    </a:cubicBezTo>
                    <a:cubicBezTo>
                      <a:pt x="241398" y="439688"/>
                      <a:pt x="241346" y="439636"/>
                      <a:pt x="241294" y="439584"/>
                    </a:cubicBezTo>
                    <a:lnTo>
                      <a:pt x="224108" y="422397"/>
                    </a:lnTo>
                    <a:cubicBezTo>
                      <a:pt x="216972" y="415349"/>
                      <a:pt x="216902" y="403850"/>
                      <a:pt x="223950" y="396714"/>
                    </a:cubicBezTo>
                    <a:cubicBezTo>
                      <a:pt x="224003" y="396661"/>
                      <a:pt x="224055" y="396609"/>
                      <a:pt x="224108" y="396557"/>
                    </a:cubicBezTo>
                    <a:lnTo>
                      <a:pt x="241294" y="379249"/>
                    </a:lnTo>
                    <a:cubicBezTo>
                      <a:pt x="244735" y="375842"/>
                      <a:pt x="249372" y="373916"/>
                      <a:pt x="254214" y="373886"/>
                    </a:cubicBezTo>
                    <a:cubicBezTo>
                      <a:pt x="259062" y="373891"/>
                      <a:pt x="263709" y="375819"/>
                      <a:pt x="267134" y="379249"/>
                    </a:cubicBezTo>
                    <a:lnTo>
                      <a:pt x="284443" y="396557"/>
                    </a:lnTo>
                    <a:cubicBezTo>
                      <a:pt x="291572" y="403695"/>
                      <a:pt x="291572" y="415260"/>
                      <a:pt x="284443" y="422397"/>
                    </a:cubicBezTo>
                    <a:close/>
                    <a:moveTo>
                      <a:pt x="361964" y="344876"/>
                    </a:moveTo>
                    <a:lnTo>
                      <a:pt x="345021" y="362062"/>
                    </a:lnTo>
                    <a:cubicBezTo>
                      <a:pt x="337855" y="369126"/>
                      <a:pt x="326347" y="369126"/>
                      <a:pt x="319181" y="362062"/>
                    </a:cubicBezTo>
                    <a:lnTo>
                      <a:pt x="301873" y="344876"/>
                    </a:lnTo>
                    <a:cubicBezTo>
                      <a:pt x="294796" y="337669"/>
                      <a:pt x="294796" y="326121"/>
                      <a:pt x="301873" y="318914"/>
                    </a:cubicBezTo>
                    <a:lnTo>
                      <a:pt x="319181" y="301728"/>
                    </a:lnTo>
                    <a:cubicBezTo>
                      <a:pt x="322599" y="298287"/>
                      <a:pt x="327251" y="296355"/>
                      <a:pt x="332101" y="296364"/>
                    </a:cubicBezTo>
                    <a:cubicBezTo>
                      <a:pt x="336946" y="296382"/>
                      <a:pt x="341588" y="298309"/>
                      <a:pt x="345021" y="301728"/>
                    </a:cubicBezTo>
                    <a:lnTo>
                      <a:pt x="362208" y="318914"/>
                    </a:lnTo>
                    <a:cubicBezTo>
                      <a:pt x="369377" y="326025"/>
                      <a:pt x="369425" y="337601"/>
                      <a:pt x="362314" y="344770"/>
                    </a:cubicBezTo>
                    <a:cubicBezTo>
                      <a:pt x="362278" y="344805"/>
                      <a:pt x="362243" y="344841"/>
                      <a:pt x="362208" y="344876"/>
                    </a:cubicBezTo>
                    <a:close/>
                    <a:moveTo>
                      <a:pt x="439607" y="267233"/>
                    </a:moveTo>
                    <a:lnTo>
                      <a:pt x="439607" y="267233"/>
                    </a:lnTo>
                    <a:lnTo>
                      <a:pt x="422299" y="284541"/>
                    </a:lnTo>
                    <a:cubicBezTo>
                      <a:pt x="415133" y="291605"/>
                      <a:pt x="403624" y="291605"/>
                      <a:pt x="396458" y="284541"/>
                    </a:cubicBezTo>
                    <a:lnTo>
                      <a:pt x="379272" y="267233"/>
                    </a:lnTo>
                    <a:cubicBezTo>
                      <a:pt x="372137" y="260184"/>
                      <a:pt x="372066" y="248685"/>
                      <a:pt x="379115" y="241550"/>
                    </a:cubicBezTo>
                    <a:cubicBezTo>
                      <a:pt x="379167" y="241496"/>
                      <a:pt x="379220" y="241445"/>
                      <a:pt x="379272" y="241393"/>
                    </a:cubicBezTo>
                    <a:lnTo>
                      <a:pt x="396458" y="224206"/>
                    </a:lnTo>
                    <a:cubicBezTo>
                      <a:pt x="403596" y="217077"/>
                      <a:pt x="415161" y="217077"/>
                      <a:pt x="422299" y="224206"/>
                    </a:cubicBezTo>
                    <a:lnTo>
                      <a:pt x="439607" y="241393"/>
                    </a:lnTo>
                    <a:cubicBezTo>
                      <a:pt x="446736" y="248530"/>
                      <a:pt x="446736" y="260095"/>
                      <a:pt x="439607" y="267233"/>
                    </a:cubicBezTo>
                    <a:close/>
                  </a:path>
                </a:pathLst>
              </a:custGeom>
              <a:solidFill>
                <a:srgbClr val="231F20"/>
              </a:solidFill>
              <a:ln w="1203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082" name="Graphic 22">
                <a:extLst>
                  <a:ext uri="{FF2B5EF4-FFF2-40B4-BE49-F238E27FC236}">
                    <a16:creationId xmlns:a16="http://schemas.microsoft.com/office/drawing/2014/main" id="{1B3F3B77-963C-7679-7249-2DDF7E9B3DC3}"/>
                  </a:ext>
                  <a:ext uri="{C183D7F6-B498-43B3-948B-1728B52AA6E4}">
                    <adec:decorative xmlns:adec="http://schemas.microsoft.com/office/drawing/2017/decorative" val="1"/>
                  </a:ext>
                </a:extLst>
              </p:cNvPr>
              <p:cNvGrpSpPr>
                <a:grpSpLocks noChangeAspect="1"/>
              </p:cNvGrpSpPr>
              <p:nvPr/>
            </p:nvGrpSpPr>
            <p:grpSpPr>
              <a:xfrm>
                <a:off x="1604361" y="3030406"/>
                <a:ext cx="138812" cy="138812"/>
                <a:chOff x="5864412" y="3152586"/>
                <a:chExt cx="463177" cy="463177"/>
              </a:xfrm>
            </p:grpSpPr>
            <p:sp>
              <p:nvSpPr>
                <p:cNvPr id="1083" name="Freeform: Shape 4979">
                  <a:extLst>
                    <a:ext uri="{FF2B5EF4-FFF2-40B4-BE49-F238E27FC236}">
                      <a16:creationId xmlns:a16="http://schemas.microsoft.com/office/drawing/2014/main" id="{1E27E721-4461-317A-A7D0-B2B4F63821B6}"/>
                    </a:ext>
                  </a:extLst>
                </p:cNvPr>
                <p:cNvSpPr/>
                <p:nvPr/>
              </p:nvSpPr>
              <p:spPr>
                <a:xfrm>
                  <a:off x="5864412" y="3331880"/>
                  <a:ext cx="104588" cy="104588"/>
                </a:xfrm>
                <a:custGeom>
                  <a:avLst/>
                  <a:gdLst>
                    <a:gd name="connsiteX0" fmla="*/ 67235 w 104588"/>
                    <a:gd name="connsiteY0" fmla="*/ 104588 h 104588"/>
                    <a:gd name="connsiteX1" fmla="*/ 37353 w 104588"/>
                    <a:gd name="connsiteY1" fmla="*/ 104588 h 104588"/>
                    <a:gd name="connsiteX2" fmla="*/ 0 w 104588"/>
                    <a:gd name="connsiteY2" fmla="*/ 67235 h 104588"/>
                    <a:gd name="connsiteX3" fmla="*/ 0 w 104588"/>
                    <a:gd name="connsiteY3" fmla="*/ 37353 h 104588"/>
                    <a:gd name="connsiteX4" fmla="*/ 37353 w 104588"/>
                    <a:gd name="connsiteY4" fmla="*/ 0 h 104588"/>
                    <a:gd name="connsiteX5" fmla="*/ 67235 w 104588"/>
                    <a:gd name="connsiteY5" fmla="*/ 0 h 104588"/>
                    <a:gd name="connsiteX6" fmla="*/ 104588 w 104588"/>
                    <a:gd name="connsiteY6" fmla="*/ 37353 h 104588"/>
                    <a:gd name="connsiteX7" fmla="*/ 104588 w 104588"/>
                    <a:gd name="connsiteY7" fmla="*/ 67235 h 104588"/>
                    <a:gd name="connsiteX8" fmla="*/ 67235 w 104588"/>
                    <a:gd name="connsiteY8" fmla="*/ 104588 h 104588"/>
                    <a:gd name="connsiteX9" fmla="*/ 37353 w 104588"/>
                    <a:gd name="connsiteY9" fmla="*/ 14941 h 104588"/>
                    <a:gd name="connsiteX10" fmla="*/ 14941 w 104588"/>
                    <a:gd name="connsiteY10" fmla="*/ 37353 h 104588"/>
                    <a:gd name="connsiteX11" fmla="*/ 14941 w 104588"/>
                    <a:gd name="connsiteY11" fmla="*/ 67235 h 104588"/>
                    <a:gd name="connsiteX12" fmla="*/ 37353 w 104588"/>
                    <a:gd name="connsiteY12" fmla="*/ 89647 h 104588"/>
                    <a:gd name="connsiteX13" fmla="*/ 67235 w 104588"/>
                    <a:gd name="connsiteY13" fmla="*/ 89647 h 104588"/>
                    <a:gd name="connsiteX14" fmla="*/ 89647 w 104588"/>
                    <a:gd name="connsiteY14" fmla="*/ 67235 h 104588"/>
                    <a:gd name="connsiteX15" fmla="*/ 89647 w 104588"/>
                    <a:gd name="connsiteY15" fmla="*/ 37353 h 104588"/>
                    <a:gd name="connsiteX16" fmla="*/ 67235 w 104588"/>
                    <a:gd name="connsiteY16" fmla="*/ 14941 h 10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588" h="104588">
                      <a:moveTo>
                        <a:pt x="67235" y="104588"/>
                      </a:moveTo>
                      <a:lnTo>
                        <a:pt x="37353" y="104588"/>
                      </a:lnTo>
                      <a:cubicBezTo>
                        <a:pt x="16724" y="104588"/>
                        <a:pt x="0" y="87865"/>
                        <a:pt x="0" y="67235"/>
                      </a:cubicBezTo>
                      <a:lnTo>
                        <a:pt x="0" y="37353"/>
                      </a:lnTo>
                      <a:cubicBezTo>
                        <a:pt x="0" y="16724"/>
                        <a:pt x="16724" y="0"/>
                        <a:pt x="37353" y="0"/>
                      </a:cubicBezTo>
                      <a:lnTo>
                        <a:pt x="67235" y="0"/>
                      </a:lnTo>
                      <a:cubicBezTo>
                        <a:pt x="87865" y="0"/>
                        <a:pt x="104588" y="16724"/>
                        <a:pt x="104588" y="37353"/>
                      </a:cubicBezTo>
                      <a:lnTo>
                        <a:pt x="104588" y="67235"/>
                      </a:lnTo>
                      <a:cubicBezTo>
                        <a:pt x="104588" y="87865"/>
                        <a:pt x="87865" y="104588"/>
                        <a:pt x="67235" y="104588"/>
                      </a:cubicBezTo>
                      <a:close/>
                      <a:moveTo>
                        <a:pt x="37353" y="14941"/>
                      </a:moveTo>
                      <a:cubicBezTo>
                        <a:pt x="24975" y="14941"/>
                        <a:pt x="14941" y="24976"/>
                        <a:pt x="14941" y="37353"/>
                      </a:cubicBezTo>
                      <a:lnTo>
                        <a:pt x="14941" y="67235"/>
                      </a:lnTo>
                      <a:cubicBezTo>
                        <a:pt x="14941" y="79613"/>
                        <a:pt x="24975" y="89647"/>
                        <a:pt x="37353" y="89647"/>
                      </a:cubicBezTo>
                      <a:lnTo>
                        <a:pt x="67235" y="89647"/>
                      </a:lnTo>
                      <a:cubicBezTo>
                        <a:pt x="79613" y="89647"/>
                        <a:pt x="89647" y="79613"/>
                        <a:pt x="89647" y="67235"/>
                      </a:cubicBezTo>
                      <a:lnTo>
                        <a:pt x="89647" y="37353"/>
                      </a:lnTo>
                      <a:cubicBezTo>
                        <a:pt x="89647" y="24976"/>
                        <a:pt x="79613" y="14941"/>
                        <a:pt x="67235" y="14941"/>
                      </a:cubicBezTo>
                      <a:close/>
                    </a:path>
                  </a:pathLst>
                </a:custGeom>
                <a:solidFill>
                  <a:srgbClr val="231F20"/>
                </a:solidFill>
                <a:ln w="147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84" name="Freeform: Shape 4980">
                  <a:extLst>
                    <a:ext uri="{FF2B5EF4-FFF2-40B4-BE49-F238E27FC236}">
                      <a16:creationId xmlns:a16="http://schemas.microsoft.com/office/drawing/2014/main" id="{FF09C0D6-8378-634C-37E2-794C0E23FB8E}"/>
                    </a:ext>
                  </a:extLst>
                </p:cNvPr>
                <p:cNvSpPr/>
                <p:nvPr/>
              </p:nvSpPr>
              <p:spPr>
                <a:xfrm>
                  <a:off x="6223001" y="3331880"/>
                  <a:ext cx="104588" cy="104588"/>
                </a:xfrm>
                <a:custGeom>
                  <a:avLst/>
                  <a:gdLst>
                    <a:gd name="connsiteX0" fmla="*/ 67235 w 104588"/>
                    <a:gd name="connsiteY0" fmla="*/ 104588 h 104588"/>
                    <a:gd name="connsiteX1" fmla="*/ 37353 w 104588"/>
                    <a:gd name="connsiteY1" fmla="*/ 104588 h 104588"/>
                    <a:gd name="connsiteX2" fmla="*/ 0 w 104588"/>
                    <a:gd name="connsiteY2" fmla="*/ 67235 h 104588"/>
                    <a:gd name="connsiteX3" fmla="*/ 0 w 104588"/>
                    <a:gd name="connsiteY3" fmla="*/ 37353 h 104588"/>
                    <a:gd name="connsiteX4" fmla="*/ 37353 w 104588"/>
                    <a:gd name="connsiteY4" fmla="*/ 0 h 104588"/>
                    <a:gd name="connsiteX5" fmla="*/ 67235 w 104588"/>
                    <a:gd name="connsiteY5" fmla="*/ 0 h 104588"/>
                    <a:gd name="connsiteX6" fmla="*/ 104588 w 104588"/>
                    <a:gd name="connsiteY6" fmla="*/ 37353 h 104588"/>
                    <a:gd name="connsiteX7" fmla="*/ 104588 w 104588"/>
                    <a:gd name="connsiteY7" fmla="*/ 67235 h 104588"/>
                    <a:gd name="connsiteX8" fmla="*/ 67235 w 104588"/>
                    <a:gd name="connsiteY8" fmla="*/ 104588 h 104588"/>
                    <a:gd name="connsiteX9" fmla="*/ 37353 w 104588"/>
                    <a:gd name="connsiteY9" fmla="*/ 14941 h 104588"/>
                    <a:gd name="connsiteX10" fmla="*/ 14941 w 104588"/>
                    <a:gd name="connsiteY10" fmla="*/ 37353 h 104588"/>
                    <a:gd name="connsiteX11" fmla="*/ 14941 w 104588"/>
                    <a:gd name="connsiteY11" fmla="*/ 67235 h 104588"/>
                    <a:gd name="connsiteX12" fmla="*/ 37353 w 104588"/>
                    <a:gd name="connsiteY12" fmla="*/ 89647 h 104588"/>
                    <a:gd name="connsiteX13" fmla="*/ 67235 w 104588"/>
                    <a:gd name="connsiteY13" fmla="*/ 89647 h 104588"/>
                    <a:gd name="connsiteX14" fmla="*/ 89647 w 104588"/>
                    <a:gd name="connsiteY14" fmla="*/ 67235 h 104588"/>
                    <a:gd name="connsiteX15" fmla="*/ 89647 w 104588"/>
                    <a:gd name="connsiteY15" fmla="*/ 37353 h 104588"/>
                    <a:gd name="connsiteX16" fmla="*/ 67235 w 104588"/>
                    <a:gd name="connsiteY16" fmla="*/ 14941 h 10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588" h="104588">
                      <a:moveTo>
                        <a:pt x="67235" y="104588"/>
                      </a:moveTo>
                      <a:lnTo>
                        <a:pt x="37353" y="104588"/>
                      </a:lnTo>
                      <a:cubicBezTo>
                        <a:pt x="16724" y="104588"/>
                        <a:pt x="0" y="87865"/>
                        <a:pt x="0" y="67235"/>
                      </a:cubicBezTo>
                      <a:lnTo>
                        <a:pt x="0" y="37353"/>
                      </a:lnTo>
                      <a:cubicBezTo>
                        <a:pt x="0" y="16724"/>
                        <a:pt x="16724" y="0"/>
                        <a:pt x="37353" y="0"/>
                      </a:cubicBezTo>
                      <a:lnTo>
                        <a:pt x="67235" y="0"/>
                      </a:lnTo>
                      <a:cubicBezTo>
                        <a:pt x="87865" y="0"/>
                        <a:pt x="104588" y="16724"/>
                        <a:pt x="104588" y="37353"/>
                      </a:cubicBezTo>
                      <a:lnTo>
                        <a:pt x="104588" y="67235"/>
                      </a:lnTo>
                      <a:cubicBezTo>
                        <a:pt x="104588" y="87865"/>
                        <a:pt x="87865" y="104588"/>
                        <a:pt x="67235" y="104588"/>
                      </a:cubicBezTo>
                      <a:close/>
                      <a:moveTo>
                        <a:pt x="37353" y="14941"/>
                      </a:moveTo>
                      <a:cubicBezTo>
                        <a:pt x="24976" y="14941"/>
                        <a:pt x="14941" y="24976"/>
                        <a:pt x="14941" y="37353"/>
                      </a:cubicBezTo>
                      <a:lnTo>
                        <a:pt x="14941" y="67235"/>
                      </a:lnTo>
                      <a:cubicBezTo>
                        <a:pt x="14941" y="79613"/>
                        <a:pt x="24976" y="89647"/>
                        <a:pt x="37353" y="89647"/>
                      </a:cubicBezTo>
                      <a:lnTo>
                        <a:pt x="67235" y="89647"/>
                      </a:lnTo>
                      <a:cubicBezTo>
                        <a:pt x="79613" y="89647"/>
                        <a:pt x="89647" y="79613"/>
                        <a:pt x="89647" y="67235"/>
                      </a:cubicBezTo>
                      <a:lnTo>
                        <a:pt x="89647" y="37353"/>
                      </a:lnTo>
                      <a:cubicBezTo>
                        <a:pt x="89647" y="24976"/>
                        <a:pt x="79613" y="14941"/>
                        <a:pt x="67235" y="14941"/>
                      </a:cubicBezTo>
                      <a:close/>
                    </a:path>
                  </a:pathLst>
                </a:custGeom>
                <a:solidFill>
                  <a:srgbClr val="231F20"/>
                </a:solidFill>
                <a:ln w="147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85" name="Freeform: Shape 4981">
                  <a:extLst>
                    <a:ext uri="{FF2B5EF4-FFF2-40B4-BE49-F238E27FC236}">
                      <a16:creationId xmlns:a16="http://schemas.microsoft.com/office/drawing/2014/main" id="{7F86124B-2AB9-15DA-7607-237AB0EC6BFA}"/>
                    </a:ext>
                  </a:extLst>
                </p:cNvPr>
                <p:cNvSpPr/>
                <p:nvPr/>
              </p:nvSpPr>
              <p:spPr>
                <a:xfrm>
                  <a:off x="5864412" y="3152586"/>
                  <a:ext cx="463177" cy="463177"/>
                </a:xfrm>
                <a:custGeom>
                  <a:avLst/>
                  <a:gdLst>
                    <a:gd name="connsiteX0" fmla="*/ 395942 w 463177"/>
                    <a:gd name="connsiteY0" fmla="*/ 104588 h 463177"/>
                    <a:gd name="connsiteX1" fmla="*/ 425824 w 463177"/>
                    <a:gd name="connsiteY1" fmla="*/ 104588 h 463177"/>
                    <a:gd name="connsiteX2" fmla="*/ 463177 w 463177"/>
                    <a:gd name="connsiteY2" fmla="*/ 67235 h 463177"/>
                    <a:gd name="connsiteX3" fmla="*/ 463177 w 463177"/>
                    <a:gd name="connsiteY3" fmla="*/ 37353 h 463177"/>
                    <a:gd name="connsiteX4" fmla="*/ 425824 w 463177"/>
                    <a:gd name="connsiteY4" fmla="*/ 0 h 463177"/>
                    <a:gd name="connsiteX5" fmla="*/ 395942 w 463177"/>
                    <a:gd name="connsiteY5" fmla="*/ 0 h 463177"/>
                    <a:gd name="connsiteX6" fmla="*/ 358589 w 463177"/>
                    <a:gd name="connsiteY6" fmla="*/ 37353 h 463177"/>
                    <a:gd name="connsiteX7" fmla="*/ 358589 w 463177"/>
                    <a:gd name="connsiteY7" fmla="*/ 44824 h 463177"/>
                    <a:gd name="connsiteX8" fmla="*/ 283883 w 463177"/>
                    <a:gd name="connsiteY8" fmla="*/ 44824 h 463177"/>
                    <a:gd name="connsiteX9" fmla="*/ 283883 w 463177"/>
                    <a:gd name="connsiteY9" fmla="*/ 37353 h 463177"/>
                    <a:gd name="connsiteX10" fmla="*/ 246530 w 463177"/>
                    <a:gd name="connsiteY10" fmla="*/ 0 h 463177"/>
                    <a:gd name="connsiteX11" fmla="*/ 216647 w 463177"/>
                    <a:gd name="connsiteY11" fmla="*/ 0 h 463177"/>
                    <a:gd name="connsiteX12" fmla="*/ 179294 w 463177"/>
                    <a:gd name="connsiteY12" fmla="*/ 37353 h 463177"/>
                    <a:gd name="connsiteX13" fmla="*/ 179294 w 463177"/>
                    <a:gd name="connsiteY13" fmla="*/ 44824 h 463177"/>
                    <a:gd name="connsiteX14" fmla="*/ 104588 w 463177"/>
                    <a:gd name="connsiteY14" fmla="*/ 44824 h 463177"/>
                    <a:gd name="connsiteX15" fmla="*/ 104588 w 463177"/>
                    <a:gd name="connsiteY15" fmla="*/ 37353 h 463177"/>
                    <a:gd name="connsiteX16" fmla="*/ 67235 w 463177"/>
                    <a:gd name="connsiteY16" fmla="*/ 0 h 463177"/>
                    <a:gd name="connsiteX17" fmla="*/ 37353 w 463177"/>
                    <a:gd name="connsiteY17" fmla="*/ 0 h 463177"/>
                    <a:gd name="connsiteX18" fmla="*/ 0 w 463177"/>
                    <a:gd name="connsiteY18" fmla="*/ 37353 h 463177"/>
                    <a:gd name="connsiteX19" fmla="*/ 0 w 463177"/>
                    <a:gd name="connsiteY19" fmla="*/ 67235 h 463177"/>
                    <a:gd name="connsiteX20" fmla="*/ 37353 w 463177"/>
                    <a:gd name="connsiteY20" fmla="*/ 104588 h 463177"/>
                    <a:gd name="connsiteX21" fmla="*/ 67235 w 463177"/>
                    <a:gd name="connsiteY21" fmla="*/ 104588 h 463177"/>
                    <a:gd name="connsiteX22" fmla="*/ 104588 w 463177"/>
                    <a:gd name="connsiteY22" fmla="*/ 67235 h 463177"/>
                    <a:gd name="connsiteX23" fmla="*/ 104588 w 463177"/>
                    <a:gd name="connsiteY23" fmla="*/ 59765 h 463177"/>
                    <a:gd name="connsiteX24" fmla="*/ 179294 w 463177"/>
                    <a:gd name="connsiteY24" fmla="*/ 59765 h 463177"/>
                    <a:gd name="connsiteX25" fmla="*/ 179294 w 463177"/>
                    <a:gd name="connsiteY25" fmla="*/ 67235 h 463177"/>
                    <a:gd name="connsiteX26" fmla="*/ 216647 w 463177"/>
                    <a:gd name="connsiteY26" fmla="*/ 104588 h 463177"/>
                    <a:gd name="connsiteX27" fmla="*/ 246530 w 463177"/>
                    <a:gd name="connsiteY27" fmla="*/ 104588 h 463177"/>
                    <a:gd name="connsiteX28" fmla="*/ 283883 w 463177"/>
                    <a:gd name="connsiteY28" fmla="*/ 67235 h 463177"/>
                    <a:gd name="connsiteX29" fmla="*/ 283883 w 463177"/>
                    <a:gd name="connsiteY29" fmla="*/ 59765 h 463177"/>
                    <a:gd name="connsiteX30" fmla="*/ 358589 w 463177"/>
                    <a:gd name="connsiteY30" fmla="*/ 59765 h 463177"/>
                    <a:gd name="connsiteX31" fmla="*/ 358589 w 463177"/>
                    <a:gd name="connsiteY31" fmla="*/ 67235 h 463177"/>
                    <a:gd name="connsiteX32" fmla="*/ 364565 w 463177"/>
                    <a:gd name="connsiteY32" fmla="*/ 87406 h 463177"/>
                    <a:gd name="connsiteX33" fmla="*/ 266700 w 463177"/>
                    <a:gd name="connsiteY33" fmla="*/ 185271 h 463177"/>
                    <a:gd name="connsiteX34" fmla="*/ 246530 w 463177"/>
                    <a:gd name="connsiteY34" fmla="*/ 179294 h 463177"/>
                    <a:gd name="connsiteX35" fmla="*/ 216647 w 463177"/>
                    <a:gd name="connsiteY35" fmla="*/ 179294 h 463177"/>
                    <a:gd name="connsiteX36" fmla="*/ 179294 w 463177"/>
                    <a:gd name="connsiteY36" fmla="*/ 216647 h 463177"/>
                    <a:gd name="connsiteX37" fmla="*/ 179294 w 463177"/>
                    <a:gd name="connsiteY37" fmla="*/ 246530 h 463177"/>
                    <a:gd name="connsiteX38" fmla="*/ 185271 w 463177"/>
                    <a:gd name="connsiteY38" fmla="*/ 266700 h 463177"/>
                    <a:gd name="connsiteX39" fmla="*/ 87406 w 463177"/>
                    <a:gd name="connsiteY39" fmla="*/ 364565 h 463177"/>
                    <a:gd name="connsiteX40" fmla="*/ 67235 w 463177"/>
                    <a:gd name="connsiteY40" fmla="*/ 358589 h 463177"/>
                    <a:gd name="connsiteX41" fmla="*/ 37353 w 463177"/>
                    <a:gd name="connsiteY41" fmla="*/ 358589 h 463177"/>
                    <a:gd name="connsiteX42" fmla="*/ 0 w 463177"/>
                    <a:gd name="connsiteY42" fmla="*/ 395942 h 463177"/>
                    <a:gd name="connsiteX43" fmla="*/ 0 w 463177"/>
                    <a:gd name="connsiteY43" fmla="*/ 425824 h 463177"/>
                    <a:gd name="connsiteX44" fmla="*/ 37353 w 463177"/>
                    <a:gd name="connsiteY44" fmla="*/ 463177 h 463177"/>
                    <a:gd name="connsiteX45" fmla="*/ 67235 w 463177"/>
                    <a:gd name="connsiteY45" fmla="*/ 463177 h 463177"/>
                    <a:gd name="connsiteX46" fmla="*/ 104588 w 463177"/>
                    <a:gd name="connsiteY46" fmla="*/ 425824 h 463177"/>
                    <a:gd name="connsiteX47" fmla="*/ 104588 w 463177"/>
                    <a:gd name="connsiteY47" fmla="*/ 418353 h 463177"/>
                    <a:gd name="connsiteX48" fmla="*/ 179294 w 463177"/>
                    <a:gd name="connsiteY48" fmla="*/ 418353 h 463177"/>
                    <a:gd name="connsiteX49" fmla="*/ 179294 w 463177"/>
                    <a:gd name="connsiteY49" fmla="*/ 425824 h 463177"/>
                    <a:gd name="connsiteX50" fmla="*/ 216647 w 463177"/>
                    <a:gd name="connsiteY50" fmla="*/ 463177 h 463177"/>
                    <a:gd name="connsiteX51" fmla="*/ 246530 w 463177"/>
                    <a:gd name="connsiteY51" fmla="*/ 463177 h 463177"/>
                    <a:gd name="connsiteX52" fmla="*/ 283883 w 463177"/>
                    <a:gd name="connsiteY52" fmla="*/ 425824 h 463177"/>
                    <a:gd name="connsiteX53" fmla="*/ 283883 w 463177"/>
                    <a:gd name="connsiteY53" fmla="*/ 418353 h 463177"/>
                    <a:gd name="connsiteX54" fmla="*/ 358589 w 463177"/>
                    <a:gd name="connsiteY54" fmla="*/ 418353 h 463177"/>
                    <a:gd name="connsiteX55" fmla="*/ 358589 w 463177"/>
                    <a:gd name="connsiteY55" fmla="*/ 425824 h 463177"/>
                    <a:gd name="connsiteX56" fmla="*/ 395942 w 463177"/>
                    <a:gd name="connsiteY56" fmla="*/ 463177 h 463177"/>
                    <a:gd name="connsiteX57" fmla="*/ 425824 w 463177"/>
                    <a:gd name="connsiteY57" fmla="*/ 463177 h 463177"/>
                    <a:gd name="connsiteX58" fmla="*/ 463177 w 463177"/>
                    <a:gd name="connsiteY58" fmla="*/ 425824 h 463177"/>
                    <a:gd name="connsiteX59" fmla="*/ 463177 w 463177"/>
                    <a:gd name="connsiteY59" fmla="*/ 395942 h 463177"/>
                    <a:gd name="connsiteX60" fmla="*/ 425824 w 463177"/>
                    <a:gd name="connsiteY60" fmla="*/ 358589 h 463177"/>
                    <a:gd name="connsiteX61" fmla="*/ 395942 w 463177"/>
                    <a:gd name="connsiteY61" fmla="*/ 358589 h 463177"/>
                    <a:gd name="connsiteX62" fmla="*/ 358589 w 463177"/>
                    <a:gd name="connsiteY62" fmla="*/ 395942 h 463177"/>
                    <a:gd name="connsiteX63" fmla="*/ 358589 w 463177"/>
                    <a:gd name="connsiteY63" fmla="*/ 403412 h 463177"/>
                    <a:gd name="connsiteX64" fmla="*/ 283883 w 463177"/>
                    <a:gd name="connsiteY64" fmla="*/ 403412 h 463177"/>
                    <a:gd name="connsiteX65" fmla="*/ 283883 w 463177"/>
                    <a:gd name="connsiteY65" fmla="*/ 395942 h 463177"/>
                    <a:gd name="connsiteX66" fmla="*/ 246530 w 463177"/>
                    <a:gd name="connsiteY66" fmla="*/ 358589 h 463177"/>
                    <a:gd name="connsiteX67" fmla="*/ 216647 w 463177"/>
                    <a:gd name="connsiteY67" fmla="*/ 358589 h 463177"/>
                    <a:gd name="connsiteX68" fmla="*/ 179294 w 463177"/>
                    <a:gd name="connsiteY68" fmla="*/ 395942 h 463177"/>
                    <a:gd name="connsiteX69" fmla="*/ 179294 w 463177"/>
                    <a:gd name="connsiteY69" fmla="*/ 403412 h 463177"/>
                    <a:gd name="connsiteX70" fmla="*/ 104588 w 463177"/>
                    <a:gd name="connsiteY70" fmla="*/ 403412 h 463177"/>
                    <a:gd name="connsiteX71" fmla="*/ 104588 w 463177"/>
                    <a:gd name="connsiteY71" fmla="*/ 395942 h 463177"/>
                    <a:gd name="connsiteX72" fmla="*/ 98164 w 463177"/>
                    <a:gd name="connsiteY72" fmla="*/ 375024 h 463177"/>
                    <a:gd name="connsiteX73" fmla="*/ 195730 w 463177"/>
                    <a:gd name="connsiteY73" fmla="*/ 277458 h 463177"/>
                    <a:gd name="connsiteX74" fmla="*/ 216647 w 463177"/>
                    <a:gd name="connsiteY74" fmla="*/ 283883 h 463177"/>
                    <a:gd name="connsiteX75" fmla="*/ 246530 w 463177"/>
                    <a:gd name="connsiteY75" fmla="*/ 283883 h 463177"/>
                    <a:gd name="connsiteX76" fmla="*/ 283883 w 463177"/>
                    <a:gd name="connsiteY76" fmla="*/ 246530 h 463177"/>
                    <a:gd name="connsiteX77" fmla="*/ 283883 w 463177"/>
                    <a:gd name="connsiteY77" fmla="*/ 216647 h 463177"/>
                    <a:gd name="connsiteX78" fmla="*/ 277458 w 463177"/>
                    <a:gd name="connsiteY78" fmla="*/ 195730 h 463177"/>
                    <a:gd name="connsiteX79" fmla="*/ 375024 w 463177"/>
                    <a:gd name="connsiteY79" fmla="*/ 98164 h 463177"/>
                    <a:gd name="connsiteX80" fmla="*/ 395942 w 463177"/>
                    <a:gd name="connsiteY80" fmla="*/ 104588 h 463177"/>
                    <a:gd name="connsiteX81" fmla="*/ 89647 w 463177"/>
                    <a:gd name="connsiteY81" fmla="*/ 67235 h 463177"/>
                    <a:gd name="connsiteX82" fmla="*/ 67235 w 463177"/>
                    <a:gd name="connsiteY82" fmla="*/ 89647 h 463177"/>
                    <a:gd name="connsiteX83" fmla="*/ 37353 w 463177"/>
                    <a:gd name="connsiteY83" fmla="*/ 89647 h 463177"/>
                    <a:gd name="connsiteX84" fmla="*/ 14941 w 463177"/>
                    <a:gd name="connsiteY84" fmla="*/ 67235 h 463177"/>
                    <a:gd name="connsiteX85" fmla="*/ 14941 w 463177"/>
                    <a:gd name="connsiteY85" fmla="*/ 37353 h 463177"/>
                    <a:gd name="connsiteX86" fmla="*/ 37353 w 463177"/>
                    <a:gd name="connsiteY86" fmla="*/ 14941 h 463177"/>
                    <a:gd name="connsiteX87" fmla="*/ 67235 w 463177"/>
                    <a:gd name="connsiteY87" fmla="*/ 14941 h 463177"/>
                    <a:gd name="connsiteX88" fmla="*/ 89647 w 463177"/>
                    <a:gd name="connsiteY88" fmla="*/ 37353 h 463177"/>
                    <a:gd name="connsiteX89" fmla="*/ 268941 w 463177"/>
                    <a:gd name="connsiteY89" fmla="*/ 67235 h 463177"/>
                    <a:gd name="connsiteX90" fmla="*/ 246530 w 463177"/>
                    <a:gd name="connsiteY90" fmla="*/ 89647 h 463177"/>
                    <a:gd name="connsiteX91" fmla="*/ 216647 w 463177"/>
                    <a:gd name="connsiteY91" fmla="*/ 89647 h 463177"/>
                    <a:gd name="connsiteX92" fmla="*/ 194236 w 463177"/>
                    <a:gd name="connsiteY92" fmla="*/ 67235 h 463177"/>
                    <a:gd name="connsiteX93" fmla="*/ 194236 w 463177"/>
                    <a:gd name="connsiteY93" fmla="*/ 37353 h 463177"/>
                    <a:gd name="connsiteX94" fmla="*/ 216647 w 463177"/>
                    <a:gd name="connsiteY94" fmla="*/ 14941 h 463177"/>
                    <a:gd name="connsiteX95" fmla="*/ 246530 w 463177"/>
                    <a:gd name="connsiteY95" fmla="*/ 14941 h 463177"/>
                    <a:gd name="connsiteX96" fmla="*/ 268941 w 463177"/>
                    <a:gd name="connsiteY96" fmla="*/ 37353 h 463177"/>
                    <a:gd name="connsiteX97" fmla="*/ 89647 w 463177"/>
                    <a:gd name="connsiteY97" fmla="*/ 425824 h 463177"/>
                    <a:gd name="connsiteX98" fmla="*/ 67235 w 463177"/>
                    <a:gd name="connsiteY98" fmla="*/ 448236 h 463177"/>
                    <a:gd name="connsiteX99" fmla="*/ 37353 w 463177"/>
                    <a:gd name="connsiteY99" fmla="*/ 448236 h 463177"/>
                    <a:gd name="connsiteX100" fmla="*/ 14941 w 463177"/>
                    <a:gd name="connsiteY100" fmla="*/ 425824 h 463177"/>
                    <a:gd name="connsiteX101" fmla="*/ 14941 w 463177"/>
                    <a:gd name="connsiteY101" fmla="*/ 395942 h 463177"/>
                    <a:gd name="connsiteX102" fmla="*/ 37353 w 463177"/>
                    <a:gd name="connsiteY102" fmla="*/ 373530 h 463177"/>
                    <a:gd name="connsiteX103" fmla="*/ 67235 w 463177"/>
                    <a:gd name="connsiteY103" fmla="*/ 373530 h 463177"/>
                    <a:gd name="connsiteX104" fmla="*/ 89647 w 463177"/>
                    <a:gd name="connsiteY104" fmla="*/ 395942 h 463177"/>
                    <a:gd name="connsiteX105" fmla="*/ 373530 w 463177"/>
                    <a:gd name="connsiteY105" fmla="*/ 395942 h 463177"/>
                    <a:gd name="connsiteX106" fmla="*/ 395942 w 463177"/>
                    <a:gd name="connsiteY106" fmla="*/ 373530 h 463177"/>
                    <a:gd name="connsiteX107" fmla="*/ 425824 w 463177"/>
                    <a:gd name="connsiteY107" fmla="*/ 373530 h 463177"/>
                    <a:gd name="connsiteX108" fmla="*/ 448236 w 463177"/>
                    <a:gd name="connsiteY108" fmla="*/ 395942 h 463177"/>
                    <a:gd name="connsiteX109" fmla="*/ 448236 w 463177"/>
                    <a:gd name="connsiteY109" fmla="*/ 425824 h 463177"/>
                    <a:gd name="connsiteX110" fmla="*/ 425824 w 463177"/>
                    <a:gd name="connsiteY110" fmla="*/ 448236 h 463177"/>
                    <a:gd name="connsiteX111" fmla="*/ 395942 w 463177"/>
                    <a:gd name="connsiteY111" fmla="*/ 448236 h 463177"/>
                    <a:gd name="connsiteX112" fmla="*/ 373530 w 463177"/>
                    <a:gd name="connsiteY112" fmla="*/ 425824 h 463177"/>
                    <a:gd name="connsiteX113" fmla="*/ 194236 w 463177"/>
                    <a:gd name="connsiteY113" fmla="*/ 395942 h 463177"/>
                    <a:gd name="connsiteX114" fmla="*/ 216647 w 463177"/>
                    <a:gd name="connsiteY114" fmla="*/ 373530 h 463177"/>
                    <a:gd name="connsiteX115" fmla="*/ 246530 w 463177"/>
                    <a:gd name="connsiteY115" fmla="*/ 373530 h 463177"/>
                    <a:gd name="connsiteX116" fmla="*/ 268941 w 463177"/>
                    <a:gd name="connsiteY116" fmla="*/ 395942 h 463177"/>
                    <a:gd name="connsiteX117" fmla="*/ 268941 w 463177"/>
                    <a:gd name="connsiteY117" fmla="*/ 425824 h 463177"/>
                    <a:gd name="connsiteX118" fmla="*/ 246530 w 463177"/>
                    <a:gd name="connsiteY118" fmla="*/ 448236 h 463177"/>
                    <a:gd name="connsiteX119" fmla="*/ 216647 w 463177"/>
                    <a:gd name="connsiteY119" fmla="*/ 448236 h 463177"/>
                    <a:gd name="connsiteX120" fmla="*/ 194236 w 463177"/>
                    <a:gd name="connsiteY120" fmla="*/ 425824 h 463177"/>
                    <a:gd name="connsiteX121" fmla="*/ 268941 w 463177"/>
                    <a:gd name="connsiteY121" fmla="*/ 246530 h 463177"/>
                    <a:gd name="connsiteX122" fmla="*/ 246530 w 463177"/>
                    <a:gd name="connsiteY122" fmla="*/ 268941 h 463177"/>
                    <a:gd name="connsiteX123" fmla="*/ 216647 w 463177"/>
                    <a:gd name="connsiteY123" fmla="*/ 268941 h 463177"/>
                    <a:gd name="connsiteX124" fmla="*/ 194236 w 463177"/>
                    <a:gd name="connsiteY124" fmla="*/ 246530 h 463177"/>
                    <a:gd name="connsiteX125" fmla="*/ 194236 w 463177"/>
                    <a:gd name="connsiteY125" fmla="*/ 216647 h 463177"/>
                    <a:gd name="connsiteX126" fmla="*/ 216647 w 463177"/>
                    <a:gd name="connsiteY126" fmla="*/ 194236 h 463177"/>
                    <a:gd name="connsiteX127" fmla="*/ 246530 w 463177"/>
                    <a:gd name="connsiteY127" fmla="*/ 194236 h 463177"/>
                    <a:gd name="connsiteX128" fmla="*/ 268941 w 463177"/>
                    <a:gd name="connsiteY128" fmla="*/ 216647 h 463177"/>
                    <a:gd name="connsiteX129" fmla="*/ 373530 w 463177"/>
                    <a:gd name="connsiteY129" fmla="*/ 37353 h 463177"/>
                    <a:gd name="connsiteX130" fmla="*/ 395942 w 463177"/>
                    <a:gd name="connsiteY130" fmla="*/ 14941 h 463177"/>
                    <a:gd name="connsiteX131" fmla="*/ 425824 w 463177"/>
                    <a:gd name="connsiteY131" fmla="*/ 14941 h 463177"/>
                    <a:gd name="connsiteX132" fmla="*/ 448236 w 463177"/>
                    <a:gd name="connsiteY132" fmla="*/ 37353 h 463177"/>
                    <a:gd name="connsiteX133" fmla="*/ 448236 w 463177"/>
                    <a:gd name="connsiteY133" fmla="*/ 67235 h 463177"/>
                    <a:gd name="connsiteX134" fmla="*/ 425824 w 463177"/>
                    <a:gd name="connsiteY134" fmla="*/ 89647 h 463177"/>
                    <a:gd name="connsiteX135" fmla="*/ 395942 w 463177"/>
                    <a:gd name="connsiteY135" fmla="*/ 89647 h 463177"/>
                    <a:gd name="connsiteX136" fmla="*/ 373530 w 463177"/>
                    <a:gd name="connsiteY136" fmla="*/ 67235 h 463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463177" h="463177">
                      <a:moveTo>
                        <a:pt x="395942" y="104588"/>
                      </a:moveTo>
                      <a:lnTo>
                        <a:pt x="425824" y="104588"/>
                      </a:lnTo>
                      <a:cubicBezTo>
                        <a:pt x="446453" y="104588"/>
                        <a:pt x="463177" y="87865"/>
                        <a:pt x="463177" y="67235"/>
                      </a:cubicBezTo>
                      <a:lnTo>
                        <a:pt x="463177" y="37353"/>
                      </a:lnTo>
                      <a:cubicBezTo>
                        <a:pt x="463177" y="16724"/>
                        <a:pt x="446453" y="0"/>
                        <a:pt x="425824" y="0"/>
                      </a:cubicBezTo>
                      <a:lnTo>
                        <a:pt x="395942" y="0"/>
                      </a:lnTo>
                      <a:cubicBezTo>
                        <a:pt x="375312" y="0"/>
                        <a:pt x="358589" y="16724"/>
                        <a:pt x="358589" y="37353"/>
                      </a:cubicBezTo>
                      <a:lnTo>
                        <a:pt x="358589" y="44824"/>
                      </a:lnTo>
                      <a:lnTo>
                        <a:pt x="283883" y="44824"/>
                      </a:lnTo>
                      <a:lnTo>
                        <a:pt x="283883" y="37353"/>
                      </a:lnTo>
                      <a:cubicBezTo>
                        <a:pt x="283883" y="16724"/>
                        <a:pt x="267159" y="0"/>
                        <a:pt x="246530" y="0"/>
                      </a:cubicBezTo>
                      <a:lnTo>
                        <a:pt x="216647" y="0"/>
                      </a:lnTo>
                      <a:cubicBezTo>
                        <a:pt x="196018" y="0"/>
                        <a:pt x="179294" y="16724"/>
                        <a:pt x="179294" y="37353"/>
                      </a:cubicBezTo>
                      <a:lnTo>
                        <a:pt x="179294" y="44824"/>
                      </a:lnTo>
                      <a:lnTo>
                        <a:pt x="104588" y="44824"/>
                      </a:lnTo>
                      <a:lnTo>
                        <a:pt x="104588" y="37353"/>
                      </a:lnTo>
                      <a:cubicBezTo>
                        <a:pt x="104588" y="16724"/>
                        <a:pt x="87865" y="0"/>
                        <a:pt x="67235" y="0"/>
                      </a:cubicBezTo>
                      <a:lnTo>
                        <a:pt x="37353" y="0"/>
                      </a:lnTo>
                      <a:cubicBezTo>
                        <a:pt x="16724" y="0"/>
                        <a:pt x="0" y="16724"/>
                        <a:pt x="0" y="37353"/>
                      </a:cubicBezTo>
                      <a:lnTo>
                        <a:pt x="0" y="67235"/>
                      </a:lnTo>
                      <a:cubicBezTo>
                        <a:pt x="0" y="87865"/>
                        <a:pt x="16724" y="104588"/>
                        <a:pt x="37353" y="104588"/>
                      </a:cubicBezTo>
                      <a:lnTo>
                        <a:pt x="67235" y="104588"/>
                      </a:lnTo>
                      <a:cubicBezTo>
                        <a:pt x="87865" y="104588"/>
                        <a:pt x="104588" y="87865"/>
                        <a:pt x="104588" y="67235"/>
                      </a:cubicBezTo>
                      <a:lnTo>
                        <a:pt x="104588" y="59765"/>
                      </a:lnTo>
                      <a:lnTo>
                        <a:pt x="179294" y="59765"/>
                      </a:lnTo>
                      <a:lnTo>
                        <a:pt x="179294" y="67235"/>
                      </a:lnTo>
                      <a:cubicBezTo>
                        <a:pt x="179294" y="87865"/>
                        <a:pt x="196018" y="104588"/>
                        <a:pt x="216647" y="104588"/>
                      </a:cubicBezTo>
                      <a:lnTo>
                        <a:pt x="246530" y="104588"/>
                      </a:lnTo>
                      <a:cubicBezTo>
                        <a:pt x="267159" y="104588"/>
                        <a:pt x="283883" y="87865"/>
                        <a:pt x="283883" y="67235"/>
                      </a:cubicBezTo>
                      <a:lnTo>
                        <a:pt x="283883" y="59765"/>
                      </a:lnTo>
                      <a:lnTo>
                        <a:pt x="358589" y="59765"/>
                      </a:lnTo>
                      <a:lnTo>
                        <a:pt x="358589" y="67235"/>
                      </a:lnTo>
                      <a:cubicBezTo>
                        <a:pt x="358599" y="74394"/>
                        <a:pt x="360674" y="81397"/>
                        <a:pt x="364565" y="87406"/>
                      </a:cubicBezTo>
                      <a:lnTo>
                        <a:pt x="266700" y="185271"/>
                      </a:lnTo>
                      <a:cubicBezTo>
                        <a:pt x="260692" y="181380"/>
                        <a:pt x="253688" y="179305"/>
                        <a:pt x="246530" y="179294"/>
                      </a:cubicBezTo>
                      <a:lnTo>
                        <a:pt x="216647" y="179294"/>
                      </a:lnTo>
                      <a:cubicBezTo>
                        <a:pt x="196018" y="179294"/>
                        <a:pt x="179294" y="196018"/>
                        <a:pt x="179294" y="216647"/>
                      </a:cubicBezTo>
                      <a:lnTo>
                        <a:pt x="179294" y="246530"/>
                      </a:lnTo>
                      <a:cubicBezTo>
                        <a:pt x="179305" y="253688"/>
                        <a:pt x="181380" y="260692"/>
                        <a:pt x="185271" y="266700"/>
                      </a:cubicBezTo>
                      <a:lnTo>
                        <a:pt x="87406" y="364565"/>
                      </a:lnTo>
                      <a:cubicBezTo>
                        <a:pt x="81397" y="360674"/>
                        <a:pt x="74394" y="358599"/>
                        <a:pt x="67235" y="358589"/>
                      </a:cubicBezTo>
                      <a:lnTo>
                        <a:pt x="37353" y="358589"/>
                      </a:lnTo>
                      <a:cubicBezTo>
                        <a:pt x="16724" y="358589"/>
                        <a:pt x="0" y="375312"/>
                        <a:pt x="0" y="395942"/>
                      </a:cubicBezTo>
                      <a:lnTo>
                        <a:pt x="0" y="425824"/>
                      </a:lnTo>
                      <a:cubicBezTo>
                        <a:pt x="0" y="446453"/>
                        <a:pt x="16724" y="463177"/>
                        <a:pt x="37353" y="463177"/>
                      </a:cubicBezTo>
                      <a:lnTo>
                        <a:pt x="67235" y="463177"/>
                      </a:lnTo>
                      <a:cubicBezTo>
                        <a:pt x="87865" y="463177"/>
                        <a:pt x="104588" y="446453"/>
                        <a:pt x="104588" y="425824"/>
                      </a:cubicBezTo>
                      <a:lnTo>
                        <a:pt x="104588" y="418353"/>
                      </a:lnTo>
                      <a:lnTo>
                        <a:pt x="179294" y="418353"/>
                      </a:lnTo>
                      <a:lnTo>
                        <a:pt x="179294" y="425824"/>
                      </a:lnTo>
                      <a:cubicBezTo>
                        <a:pt x="179294" y="446453"/>
                        <a:pt x="196018" y="463177"/>
                        <a:pt x="216647" y="463177"/>
                      </a:cubicBezTo>
                      <a:lnTo>
                        <a:pt x="246530" y="463177"/>
                      </a:lnTo>
                      <a:cubicBezTo>
                        <a:pt x="267159" y="463177"/>
                        <a:pt x="283883" y="446453"/>
                        <a:pt x="283883" y="425824"/>
                      </a:cubicBezTo>
                      <a:lnTo>
                        <a:pt x="283883" y="418353"/>
                      </a:lnTo>
                      <a:lnTo>
                        <a:pt x="358589" y="418353"/>
                      </a:lnTo>
                      <a:lnTo>
                        <a:pt x="358589" y="425824"/>
                      </a:lnTo>
                      <a:cubicBezTo>
                        <a:pt x="358589" y="446453"/>
                        <a:pt x="375312" y="463177"/>
                        <a:pt x="395942" y="463177"/>
                      </a:cubicBezTo>
                      <a:lnTo>
                        <a:pt x="425824" y="463177"/>
                      </a:lnTo>
                      <a:cubicBezTo>
                        <a:pt x="446453" y="463177"/>
                        <a:pt x="463177" y="446453"/>
                        <a:pt x="463177" y="425824"/>
                      </a:cubicBezTo>
                      <a:lnTo>
                        <a:pt x="463177" y="395942"/>
                      </a:lnTo>
                      <a:cubicBezTo>
                        <a:pt x="463177" y="375312"/>
                        <a:pt x="446453" y="358589"/>
                        <a:pt x="425824" y="358589"/>
                      </a:cubicBezTo>
                      <a:lnTo>
                        <a:pt x="395942" y="358589"/>
                      </a:lnTo>
                      <a:cubicBezTo>
                        <a:pt x="375312" y="358589"/>
                        <a:pt x="358589" y="375312"/>
                        <a:pt x="358589" y="395942"/>
                      </a:cubicBezTo>
                      <a:lnTo>
                        <a:pt x="358589" y="403412"/>
                      </a:lnTo>
                      <a:lnTo>
                        <a:pt x="283883" y="403412"/>
                      </a:lnTo>
                      <a:lnTo>
                        <a:pt x="283883" y="395942"/>
                      </a:lnTo>
                      <a:cubicBezTo>
                        <a:pt x="283883" y="375312"/>
                        <a:pt x="267159" y="358589"/>
                        <a:pt x="246530" y="358589"/>
                      </a:cubicBezTo>
                      <a:lnTo>
                        <a:pt x="216647" y="358589"/>
                      </a:lnTo>
                      <a:cubicBezTo>
                        <a:pt x="196018" y="358589"/>
                        <a:pt x="179294" y="375312"/>
                        <a:pt x="179294" y="395942"/>
                      </a:cubicBezTo>
                      <a:lnTo>
                        <a:pt x="179294" y="403412"/>
                      </a:lnTo>
                      <a:lnTo>
                        <a:pt x="104588" y="403412"/>
                      </a:lnTo>
                      <a:lnTo>
                        <a:pt x="104588" y="395942"/>
                      </a:lnTo>
                      <a:cubicBezTo>
                        <a:pt x="104592" y="388483"/>
                        <a:pt x="102354" y="381195"/>
                        <a:pt x="98164" y="375024"/>
                      </a:cubicBezTo>
                      <a:lnTo>
                        <a:pt x="195730" y="277458"/>
                      </a:lnTo>
                      <a:cubicBezTo>
                        <a:pt x="201900" y="281648"/>
                        <a:pt x="209189" y="283886"/>
                        <a:pt x="216647" y="283883"/>
                      </a:cubicBezTo>
                      <a:lnTo>
                        <a:pt x="246530" y="283883"/>
                      </a:lnTo>
                      <a:cubicBezTo>
                        <a:pt x="267159" y="283883"/>
                        <a:pt x="283883" y="267159"/>
                        <a:pt x="283883" y="246530"/>
                      </a:cubicBezTo>
                      <a:lnTo>
                        <a:pt x="283883" y="216647"/>
                      </a:lnTo>
                      <a:cubicBezTo>
                        <a:pt x="283886" y="209189"/>
                        <a:pt x="281648" y="201900"/>
                        <a:pt x="277458" y="195730"/>
                      </a:cubicBezTo>
                      <a:lnTo>
                        <a:pt x="375024" y="98164"/>
                      </a:lnTo>
                      <a:cubicBezTo>
                        <a:pt x="381195" y="102354"/>
                        <a:pt x="388483" y="104592"/>
                        <a:pt x="395942" y="104588"/>
                      </a:cubicBezTo>
                      <a:close/>
                      <a:moveTo>
                        <a:pt x="89647" y="67235"/>
                      </a:moveTo>
                      <a:cubicBezTo>
                        <a:pt x="89647" y="79613"/>
                        <a:pt x="79613" y="89647"/>
                        <a:pt x="67235" y="89647"/>
                      </a:cubicBezTo>
                      <a:lnTo>
                        <a:pt x="37353" y="89647"/>
                      </a:lnTo>
                      <a:cubicBezTo>
                        <a:pt x="24975" y="89647"/>
                        <a:pt x="14941" y="79613"/>
                        <a:pt x="14941" y="67235"/>
                      </a:cubicBezTo>
                      <a:lnTo>
                        <a:pt x="14941" y="37353"/>
                      </a:lnTo>
                      <a:cubicBezTo>
                        <a:pt x="14941" y="24975"/>
                        <a:pt x="24975" y="14941"/>
                        <a:pt x="37353" y="14941"/>
                      </a:cubicBezTo>
                      <a:lnTo>
                        <a:pt x="67235" y="14941"/>
                      </a:lnTo>
                      <a:cubicBezTo>
                        <a:pt x="79613" y="14941"/>
                        <a:pt x="89647" y="24975"/>
                        <a:pt x="89647" y="37353"/>
                      </a:cubicBezTo>
                      <a:close/>
                      <a:moveTo>
                        <a:pt x="268941" y="67235"/>
                      </a:moveTo>
                      <a:cubicBezTo>
                        <a:pt x="268941" y="79613"/>
                        <a:pt x="258907" y="89647"/>
                        <a:pt x="246530" y="89647"/>
                      </a:cubicBezTo>
                      <a:lnTo>
                        <a:pt x="216647" y="89647"/>
                      </a:lnTo>
                      <a:cubicBezTo>
                        <a:pt x="204270" y="89647"/>
                        <a:pt x="194236" y="79613"/>
                        <a:pt x="194236" y="67235"/>
                      </a:cubicBezTo>
                      <a:lnTo>
                        <a:pt x="194236" y="37353"/>
                      </a:lnTo>
                      <a:cubicBezTo>
                        <a:pt x="194236" y="24975"/>
                        <a:pt x="204270" y="14941"/>
                        <a:pt x="216647" y="14941"/>
                      </a:cubicBezTo>
                      <a:lnTo>
                        <a:pt x="246530" y="14941"/>
                      </a:lnTo>
                      <a:cubicBezTo>
                        <a:pt x="258907" y="14941"/>
                        <a:pt x="268941" y="24975"/>
                        <a:pt x="268941" y="37353"/>
                      </a:cubicBezTo>
                      <a:close/>
                      <a:moveTo>
                        <a:pt x="89647" y="425824"/>
                      </a:moveTo>
                      <a:cubicBezTo>
                        <a:pt x="89647" y="438201"/>
                        <a:pt x="79613" y="448236"/>
                        <a:pt x="67235" y="448236"/>
                      </a:cubicBezTo>
                      <a:lnTo>
                        <a:pt x="37353" y="448236"/>
                      </a:lnTo>
                      <a:cubicBezTo>
                        <a:pt x="24975" y="448236"/>
                        <a:pt x="14941" y="438201"/>
                        <a:pt x="14941" y="425824"/>
                      </a:cubicBezTo>
                      <a:lnTo>
                        <a:pt x="14941" y="395942"/>
                      </a:lnTo>
                      <a:cubicBezTo>
                        <a:pt x="14941" y="383564"/>
                        <a:pt x="24975" y="373530"/>
                        <a:pt x="37353" y="373530"/>
                      </a:cubicBezTo>
                      <a:lnTo>
                        <a:pt x="67235" y="373530"/>
                      </a:lnTo>
                      <a:cubicBezTo>
                        <a:pt x="79613" y="373530"/>
                        <a:pt x="89647" y="383564"/>
                        <a:pt x="89647" y="395942"/>
                      </a:cubicBezTo>
                      <a:close/>
                      <a:moveTo>
                        <a:pt x="373530" y="395942"/>
                      </a:moveTo>
                      <a:cubicBezTo>
                        <a:pt x="373530" y="383564"/>
                        <a:pt x="383564" y="373530"/>
                        <a:pt x="395942" y="373530"/>
                      </a:cubicBezTo>
                      <a:lnTo>
                        <a:pt x="425824" y="373530"/>
                      </a:lnTo>
                      <a:cubicBezTo>
                        <a:pt x="438201" y="373530"/>
                        <a:pt x="448236" y="383564"/>
                        <a:pt x="448236" y="395942"/>
                      </a:cubicBezTo>
                      <a:lnTo>
                        <a:pt x="448236" y="425824"/>
                      </a:lnTo>
                      <a:cubicBezTo>
                        <a:pt x="448236" y="438201"/>
                        <a:pt x="438201" y="448236"/>
                        <a:pt x="425824" y="448236"/>
                      </a:cubicBezTo>
                      <a:lnTo>
                        <a:pt x="395942" y="448236"/>
                      </a:lnTo>
                      <a:cubicBezTo>
                        <a:pt x="383564" y="448236"/>
                        <a:pt x="373530" y="438201"/>
                        <a:pt x="373530" y="425824"/>
                      </a:cubicBezTo>
                      <a:close/>
                      <a:moveTo>
                        <a:pt x="194236" y="395942"/>
                      </a:moveTo>
                      <a:cubicBezTo>
                        <a:pt x="194236" y="383564"/>
                        <a:pt x="204270" y="373530"/>
                        <a:pt x="216647" y="373530"/>
                      </a:cubicBezTo>
                      <a:lnTo>
                        <a:pt x="246530" y="373530"/>
                      </a:lnTo>
                      <a:cubicBezTo>
                        <a:pt x="258907" y="373530"/>
                        <a:pt x="268941" y="383564"/>
                        <a:pt x="268941" y="395942"/>
                      </a:cubicBezTo>
                      <a:lnTo>
                        <a:pt x="268941" y="425824"/>
                      </a:lnTo>
                      <a:cubicBezTo>
                        <a:pt x="268941" y="438201"/>
                        <a:pt x="258907" y="448236"/>
                        <a:pt x="246530" y="448236"/>
                      </a:cubicBezTo>
                      <a:lnTo>
                        <a:pt x="216647" y="448236"/>
                      </a:lnTo>
                      <a:cubicBezTo>
                        <a:pt x="204270" y="448236"/>
                        <a:pt x="194236" y="438201"/>
                        <a:pt x="194236" y="425824"/>
                      </a:cubicBezTo>
                      <a:close/>
                      <a:moveTo>
                        <a:pt x="268941" y="246530"/>
                      </a:moveTo>
                      <a:cubicBezTo>
                        <a:pt x="268941" y="258907"/>
                        <a:pt x="258907" y="268941"/>
                        <a:pt x="246530" y="268941"/>
                      </a:cubicBezTo>
                      <a:lnTo>
                        <a:pt x="216647" y="268941"/>
                      </a:lnTo>
                      <a:cubicBezTo>
                        <a:pt x="204270" y="268941"/>
                        <a:pt x="194236" y="258907"/>
                        <a:pt x="194236" y="246530"/>
                      </a:cubicBezTo>
                      <a:lnTo>
                        <a:pt x="194236" y="216647"/>
                      </a:lnTo>
                      <a:cubicBezTo>
                        <a:pt x="194236" y="204270"/>
                        <a:pt x="204270" y="194236"/>
                        <a:pt x="216647" y="194236"/>
                      </a:cubicBezTo>
                      <a:lnTo>
                        <a:pt x="246530" y="194236"/>
                      </a:lnTo>
                      <a:cubicBezTo>
                        <a:pt x="258907" y="194236"/>
                        <a:pt x="268941" y="204270"/>
                        <a:pt x="268941" y="216647"/>
                      </a:cubicBezTo>
                      <a:close/>
                      <a:moveTo>
                        <a:pt x="373530" y="37353"/>
                      </a:moveTo>
                      <a:cubicBezTo>
                        <a:pt x="373530" y="24975"/>
                        <a:pt x="383564" y="14941"/>
                        <a:pt x="395942" y="14941"/>
                      </a:cubicBezTo>
                      <a:lnTo>
                        <a:pt x="425824" y="14941"/>
                      </a:lnTo>
                      <a:cubicBezTo>
                        <a:pt x="438201" y="14941"/>
                        <a:pt x="448236" y="24975"/>
                        <a:pt x="448236" y="37353"/>
                      </a:cubicBezTo>
                      <a:lnTo>
                        <a:pt x="448236" y="67235"/>
                      </a:lnTo>
                      <a:cubicBezTo>
                        <a:pt x="448236" y="79613"/>
                        <a:pt x="438201" y="89647"/>
                        <a:pt x="425824" y="89647"/>
                      </a:cubicBezTo>
                      <a:lnTo>
                        <a:pt x="395942" y="89647"/>
                      </a:lnTo>
                      <a:cubicBezTo>
                        <a:pt x="383564" y="89647"/>
                        <a:pt x="373530" y="79613"/>
                        <a:pt x="373530" y="67235"/>
                      </a:cubicBezTo>
                      <a:close/>
                    </a:path>
                  </a:pathLst>
                </a:custGeom>
                <a:solidFill>
                  <a:srgbClr val="231F20"/>
                </a:solidFill>
                <a:ln w="147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86" name="Group 4988">
                <a:extLst>
                  <a:ext uri="{FF2B5EF4-FFF2-40B4-BE49-F238E27FC236}">
                    <a16:creationId xmlns:a16="http://schemas.microsoft.com/office/drawing/2014/main" id="{A99B533C-9ED6-F076-22DC-92AC98C7A689}"/>
                  </a:ext>
                  <a:ext uri="{C183D7F6-B498-43B3-948B-1728B52AA6E4}">
                    <adec:decorative xmlns:adec="http://schemas.microsoft.com/office/drawing/2017/decorative" val="1"/>
                  </a:ext>
                </a:extLst>
              </p:cNvPr>
              <p:cNvGrpSpPr>
                <a:grpSpLocks noChangeAspect="1"/>
              </p:cNvGrpSpPr>
              <p:nvPr/>
            </p:nvGrpSpPr>
            <p:grpSpPr>
              <a:xfrm>
                <a:off x="551850" y="3044288"/>
                <a:ext cx="89556" cy="111945"/>
                <a:chOff x="5661895" y="2914661"/>
                <a:chExt cx="822950" cy="1028678"/>
              </a:xfrm>
            </p:grpSpPr>
            <p:sp>
              <p:nvSpPr>
                <p:cNvPr id="1087" name="Freeform: Shape 4989">
                  <a:extLst>
                    <a:ext uri="{FF2B5EF4-FFF2-40B4-BE49-F238E27FC236}">
                      <a16:creationId xmlns:a16="http://schemas.microsoft.com/office/drawing/2014/main" id="{5BDEBC6B-50F1-7C69-B469-7D68F781CB26}"/>
                    </a:ext>
                  </a:extLst>
                </p:cNvPr>
                <p:cNvSpPr/>
                <p:nvPr/>
              </p:nvSpPr>
              <p:spPr>
                <a:xfrm>
                  <a:off x="5661895" y="2914661"/>
                  <a:ext cx="822950" cy="1028678"/>
                </a:xfrm>
                <a:custGeom>
                  <a:avLst/>
                  <a:gdLst>
                    <a:gd name="connsiteX0" fmla="*/ 182404 w 190500"/>
                    <a:gd name="connsiteY0" fmla="*/ 129540 h 238125"/>
                    <a:gd name="connsiteX1" fmla="*/ 188119 w 190500"/>
                    <a:gd name="connsiteY1" fmla="*/ 123825 h 238125"/>
                    <a:gd name="connsiteX2" fmla="*/ 188119 w 190500"/>
                    <a:gd name="connsiteY2" fmla="*/ 97155 h 238125"/>
                    <a:gd name="connsiteX3" fmla="*/ 181451 w 190500"/>
                    <a:gd name="connsiteY3" fmla="*/ 92393 h 238125"/>
                    <a:gd name="connsiteX4" fmla="*/ 188119 w 190500"/>
                    <a:gd name="connsiteY4" fmla="*/ 85725 h 238125"/>
                    <a:gd name="connsiteX5" fmla="*/ 188119 w 190500"/>
                    <a:gd name="connsiteY5" fmla="*/ 59055 h 238125"/>
                    <a:gd name="connsiteX6" fmla="*/ 181451 w 190500"/>
                    <a:gd name="connsiteY6" fmla="*/ 55245 h 238125"/>
                    <a:gd name="connsiteX7" fmla="*/ 188119 w 190500"/>
                    <a:gd name="connsiteY7" fmla="*/ 47625 h 238125"/>
                    <a:gd name="connsiteX8" fmla="*/ 188119 w 190500"/>
                    <a:gd name="connsiteY8" fmla="*/ 20955 h 238125"/>
                    <a:gd name="connsiteX9" fmla="*/ 163354 w 190500"/>
                    <a:gd name="connsiteY9" fmla="*/ 19050 h 238125"/>
                    <a:gd name="connsiteX10" fmla="*/ 133826 w 190500"/>
                    <a:gd name="connsiteY10" fmla="*/ 0 h 238125"/>
                    <a:gd name="connsiteX11" fmla="*/ 76676 w 190500"/>
                    <a:gd name="connsiteY11" fmla="*/ 0 h 238125"/>
                    <a:gd name="connsiteX12" fmla="*/ 43339 w 190500"/>
                    <a:gd name="connsiteY12" fmla="*/ 33338 h 238125"/>
                    <a:gd name="connsiteX13" fmla="*/ 43339 w 190500"/>
                    <a:gd name="connsiteY13" fmla="*/ 96203 h 238125"/>
                    <a:gd name="connsiteX14" fmla="*/ 19526 w 190500"/>
                    <a:gd name="connsiteY14" fmla="*/ 85725 h 238125"/>
                    <a:gd name="connsiteX15" fmla="*/ 14764 w 190500"/>
                    <a:gd name="connsiteY15" fmla="*/ 90488 h 238125"/>
                    <a:gd name="connsiteX16" fmla="*/ 14764 w 190500"/>
                    <a:gd name="connsiteY16" fmla="*/ 202883 h 238125"/>
                    <a:gd name="connsiteX17" fmla="*/ 1429 w 190500"/>
                    <a:gd name="connsiteY17" fmla="*/ 216218 h 238125"/>
                    <a:gd name="connsiteX18" fmla="*/ 1429 w 190500"/>
                    <a:gd name="connsiteY18" fmla="*/ 222885 h 238125"/>
                    <a:gd name="connsiteX19" fmla="*/ 5239 w 190500"/>
                    <a:gd name="connsiteY19" fmla="*/ 223838 h 238125"/>
                    <a:gd name="connsiteX20" fmla="*/ 9049 w 190500"/>
                    <a:gd name="connsiteY20" fmla="*/ 222885 h 238125"/>
                    <a:gd name="connsiteX21" fmla="*/ 21431 w 190500"/>
                    <a:gd name="connsiteY21" fmla="*/ 210503 h 238125"/>
                    <a:gd name="connsiteX22" fmla="*/ 91916 w 190500"/>
                    <a:gd name="connsiteY22" fmla="*/ 238125 h 238125"/>
                    <a:gd name="connsiteX23" fmla="*/ 93821 w 190500"/>
                    <a:gd name="connsiteY23" fmla="*/ 238125 h 238125"/>
                    <a:gd name="connsiteX24" fmla="*/ 117634 w 190500"/>
                    <a:gd name="connsiteY24" fmla="*/ 228600 h 238125"/>
                    <a:gd name="connsiteX25" fmla="*/ 136684 w 190500"/>
                    <a:gd name="connsiteY25" fmla="*/ 209550 h 238125"/>
                    <a:gd name="connsiteX26" fmla="*/ 168116 w 190500"/>
                    <a:gd name="connsiteY26" fmla="*/ 176213 h 238125"/>
                    <a:gd name="connsiteX27" fmla="*/ 168116 w 190500"/>
                    <a:gd name="connsiteY27" fmla="*/ 163830 h 238125"/>
                    <a:gd name="connsiteX28" fmla="*/ 177641 w 190500"/>
                    <a:gd name="connsiteY28" fmla="*/ 166688 h 238125"/>
                    <a:gd name="connsiteX29" fmla="*/ 196691 w 190500"/>
                    <a:gd name="connsiteY29" fmla="*/ 147638 h 238125"/>
                    <a:gd name="connsiteX30" fmla="*/ 182404 w 190500"/>
                    <a:gd name="connsiteY30" fmla="*/ 129540 h 238125"/>
                    <a:gd name="connsiteX31" fmla="*/ 181451 w 190500"/>
                    <a:gd name="connsiteY31" fmla="*/ 64770 h 238125"/>
                    <a:gd name="connsiteX32" fmla="*/ 181451 w 190500"/>
                    <a:gd name="connsiteY32" fmla="*/ 78105 h 238125"/>
                    <a:gd name="connsiteX33" fmla="*/ 169069 w 190500"/>
                    <a:gd name="connsiteY33" fmla="*/ 90488 h 238125"/>
                    <a:gd name="connsiteX34" fmla="*/ 155734 w 190500"/>
                    <a:gd name="connsiteY34" fmla="*/ 90488 h 238125"/>
                    <a:gd name="connsiteX35" fmla="*/ 155734 w 190500"/>
                    <a:gd name="connsiteY35" fmla="*/ 77153 h 238125"/>
                    <a:gd name="connsiteX36" fmla="*/ 168116 w 190500"/>
                    <a:gd name="connsiteY36" fmla="*/ 64770 h 238125"/>
                    <a:gd name="connsiteX37" fmla="*/ 174784 w 190500"/>
                    <a:gd name="connsiteY37" fmla="*/ 61913 h 238125"/>
                    <a:gd name="connsiteX38" fmla="*/ 181451 w 190500"/>
                    <a:gd name="connsiteY38" fmla="*/ 64770 h 238125"/>
                    <a:gd name="connsiteX39" fmla="*/ 181451 w 190500"/>
                    <a:gd name="connsiteY39" fmla="*/ 27623 h 238125"/>
                    <a:gd name="connsiteX40" fmla="*/ 181451 w 190500"/>
                    <a:gd name="connsiteY40" fmla="*/ 40958 h 238125"/>
                    <a:gd name="connsiteX41" fmla="*/ 169069 w 190500"/>
                    <a:gd name="connsiteY41" fmla="*/ 53340 h 238125"/>
                    <a:gd name="connsiteX42" fmla="*/ 167164 w 190500"/>
                    <a:gd name="connsiteY42" fmla="*/ 55245 h 238125"/>
                    <a:gd name="connsiteX43" fmla="*/ 167164 w 190500"/>
                    <a:gd name="connsiteY43" fmla="*/ 33338 h 238125"/>
                    <a:gd name="connsiteX44" fmla="*/ 166211 w 190500"/>
                    <a:gd name="connsiteY44" fmla="*/ 27623 h 238125"/>
                    <a:gd name="connsiteX45" fmla="*/ 167164 w 190500"/>
                    <a:gd name="connsiteY45" fmla="*/ 26670 h 238125"/>
                    <a:gd name="connsiteX46" fmla="*/ 181451 w 190500"/>
                    <a:gd name="connsiteY46" fmla="*/ 27623 h 238125"/>
                    <a:gd name="connsiteX47" fmla="*/ 76676 w 190500"/>
                    <a:gd name="connsiteY47" fmla="*/ 9525 h 238125"/>
                    <a:gd name="connsiteX48" fmla="*/ 133826 w 190500"/>
                    <a:gd name="connsiteY48" fmla="*/ 9525 h 238125"/>
                    <a:gd name="connsiteX49" fmla="*/ 156686 w 190500"/>
                    <a:gd name="connsiteY49" fmla="*/ 28575 h 238125"/>
                    <a:gd name="connsiteX50" fmla="*/ 156686 w 190500"/>
                    <a:gd name="connsiteY50" fmla="*/ 28575 h 238125"/>
                    <a:gd name="connsiteX51" fmla="*/ 156686 w 190500"/>
                    <a:gd name="connsiteY51" fmla="*/ 28575 h 238125"/>
                    <a:gd name="connsiteX52" fmla="*/ 53816 w 190500"/>
                    <a:gd name="connsiteY52" fmla="*/ 28575 h 238125"/>
                    <a:gd name="connsiteX53" fmla="*/ 76676 w 190500"/>
                    <a:gd name="connsiteY53" fmla="*/ 9525 h 238125"/>
                    <a:gd name="connsiteX54" fmla="*/ 110014 w 190500"/>
                    <a:gd name="connsiteY54" fmla="*/ 221933 h 238125"/>
                    <a:gd name="connsiteX55" fmla="*/ 93821 w 190500"/>
                    <a:gd name="connsiteY55" fmla="*/ 228600 h 238125"/>
                    <a:gd name="connsiteX56" fmla="*/ 24289 w 190500"/>
                    <a:gd name="connsiteY56" fmla="*/ 201930 h 238125"/>
                    <a:gd name="connsiteX57" fmla="*/ 24289 w 190500"/>
                    <a:gd name="connsiteY57" fmla="*/ 96203 h 238125"/>
                    <a:gd name="connsiteX58" fmla="*/ 43339 w 190500"/>
                    <a:gd name="connsiteY58" fmla="*/ 119063 h 238125"/>
                    <a:gd name="connsiteX59" fmla="*/ 43339 w 190500"/>
                    <a:gd name="connsiteY59" fmla="*/ 176213 h 238125"/>
                    <a:gd name="connsiteX60" fmla="*/ 76676 w 190500"/>
                    <a:gd name="connsiteY60" fmla="*/ 209550 h 238125"/>
                    <a:gd name="connsiteX61" fmla="*/ 122396 w 190500"/>
                    <a:gd name="connsiteY61" fmla="*/ 209550 h 238125"/>
                    <a:gd name="connsiteX62" fmla="*/ 110014 w 190500"/>
                    <a:gd name="connsiteY62" fmla="*/ 221933 h 238125"/>
                    <a:gd name="connsiteX63" fmla="*/ 133826 w 190500"/>
                    <a:gd name="connsiteY63" fmla="*/ 200025 h 238125"/>
                    <a:gd name="connsiteX64" fmla="*/ 76676 w 190500"/>
                    <a:gd name="connsiteY64" fmla="*/ 200025 h 238125"/>
                    <a:gd name="connsiteX65" fmla="*/ 53816 w 190500"/>
                    <a:gd name="connsiteY65" fmla="*/ 180975 h 238125"/>
                    <a:gd name="connsiteX66" fmla="*/ 157639 w 190500"/>
                    <a:gd name="connsiteY66" fmla="*/ 180975 h 238125"/>
                    <a:gd name="connsiteX67" fmla="*/ 133826 w 190500"/>
                    <a:gd name="connsiteY67" fmla="*/ 200025 h 238125"/>
                    <a:gd name="connsiteX68" fmla="*/ 157639 w 190500"/>
                    <a:gd name="connsiteY68" fmla="*/ 146685 h 238125"/>
                    <a:gd name="connsiteX69" fmla="*/ 157639 w 190500"/>
                    <a:gd name="connsiteY69" fmla="*/ 146685 h 238125"/>
                    <a:gd name="connsiteX70" fmla="*/ 157639 w 190500"/>
                    <a:gd name="connsiteY70" fmla="*/ 148590 h 238125"/>
                    <a:gd name="connsiteX71" fmla="*/ 157639 w 190500"/>
                    <a:gd name="connsiteY71" fmla="*/ 171450 h 238125"/>
                    <a:gd name="connsiteX72" fmla="*/ 52864 w 190500"/>
                    <a:gd name="connsiteY72" fmla="*/ 171450 h 238125"/>
                    <a:gd name="connsiteX73" fmla="*/ 52864 w 190500"/>
                    <a:gd name="connsiteY73" fmla="*/ 119063 h 238125"/>
                    <a:gd name="connsiteX74" fmla="*/ 52864 w 190500"/>
                    <a:gd name="connsiteY74" fmla="*/ 38100 h 238125"/>
                    <a:gd name="connsiteX75" fmla="*/ 157639 w 190500"/>
                    <a:gd name="connsiteY75" fmla="*/ 38100 h 238125"/>
                    <a:gd name="connsiteX76" fmla="*/ 157639 w 190500"/>
                    <a:gd name="connsiteY76" fmla="*/ 61913 h 238125"/>
                    <a:gd name="connsiteX77" fmla="*/ 149066 w 190500"/>
                    <a:gd name="connsiteY77" fmla="*/ 70485 h 238125"/>
                    <a:gd name="connsiteX78" fmla="*/ 149066 w 190500"/>
                    <a:gd name="connsiteY78" fmla="*/ 97155 h 238125"/>
                    <a:gd name="connsiteX79" fmla="*/ 155734 w 190500"/>
                    <a:gd name="connsiteY79" fmla="*/ 101918 h 238125"/>
                    <a:gd name="connsiteX80" fmla="*/ 149066 w 190500"/>
                    <a:gd name="connsiteY80" fmla="*/ 108585 h 238125"/>
                    <a:gd name="connsiteX81" fmla="*/ 143351 w 190500"/>
                    <a:gd name="connsiteY81" fmla="*/ 121920 h 238125"/>
                    <a:gd name="connsiteX82" fmla="*/ 149066 w 190500"/>
                    <a:gd name="connsiteY82" fmla="*/ 135255 h 238125"/>
                    <a:gd name="connsiteX83" fmla="*/ 149066 w 190500"/>
                    <a:gd name="connsiteY83" fmla="*/ 135255 h 238125"/>
                    <a:gd name="connsiteX84" fmla="*/ 157639 w 190500"/>
                    <a:gd name="connsiteY84" fmla="*/ 140018 h 238125"/>
                    <a:gd name="connsiteX85" fmla="*/ 157639 w 190500"/>
                    <a:gd name="connsiteY85" fmla="*/ 146685 h 238125"/>
                    <a:gd name="connsiteX86" fmla="*/ 155734 w 190500"/>
                    <a:gd name="connsiteY86" fmla="*/ 129540 h 238125"/>
                    <a:gd name="connsiteX87" fmla="*/ 152876 w 190500"/>
                    <a:gd name="connsiteY87" fmla="*/ 122873 h 238125"/>
                    <a:gd name="connsiteX88" fmla="*/ 155734 w 190500"/>
                    <a:gd name="connsiteY88" fmla="*/ 116205 h 238125"/>
                    <a:gd name="connsiteX89" fmla="*/ 168116 w 190500"/>
                    <a:gd name="connsiteY89" fmla="*/ 103823 h 238125"/>
                    <a:gd name="connsiteX90" fmla="*/ 174784 w 190500"/>
                    <a:gd name="connsiteY90" fmla="*/ 100965 h 238125"/>
                    <a:gd name="connsiteX91" fmla="*/ 181451 w 190500"/>
                    <a:gd name="connsiteY91" fmla="*/ 103823 h 238125"/>
                    <a:gd name="connsiteX92" fmla="*/ 181451 w 190500"/>
                    <a:gd name="connsiteY92" fmla="*/ 117158 h 238125"/>
                    <a:gd name="connsiteX93" fmla="*/ 169069 w 190500"/>
                    <a:gd name="connsiteY93" fmla="*/ 129540 h 238125"/>
                    <a:gd name="connsiteX94" fmla="*/ 155734 w 190500"/>
                    <a:gd name="connsiteY94" fmla="*/ 129540 h 238125"/>
                    <a:gd name="connsiteX95" fmla="*/ 176689 w 190500"/>
                    <a:gd name="connsiteY95" fmla="*/ 157163 h 238125"/>
                    <a:gd name="connsiteX96" fmla="*/ 167164 w 190500"/>
                    <a:gd name="connsiteY96" fmla="*/ 147638 h 238125"/>
                    <a:gd name="connsiteX97" fmla="*/ 167164 w 190500"/>
                    <a:gd name="connsiteY97" fmla="*/ 146685 h 238125"/>
                    <a:gd name="connsiteX98" fmla="*/ 176689 w 190500"/>
                    <a:gd name="connsiteY98" fmla="*/ 137160 h 238125"/>
                    <a:gd name="connsiteX99" fmla="*/ 186214 w 190500"/>
                    <a:gd name="connsiteY99" fmla="*/ 146685 h 238125"/>
                    <a:gd name="connsiteX100" fmla="*/ 176689 w 190500"/>
                    <a:gd name="connsiteY100" fmla="*/ 157163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90500" h="238125">
                      <a:moveTo>
                        <a:pt x="182404" y="129540"/>
                      </a:moveTo>
                      <a:lnTo>
                        <a:pt x="188119" y="123825"/>
                      </a:lnTo>
                      <a:cubicBezTo>
                        <a:pt x="195739" y="116205"/>
                        <a:pt x="195739" y="104775"/>
                        <a:pt x="188119" y="97155"/>
                      </a:cubicBezTo>
                      <a:cubicBezTo>
                        <a:pt x="186214" y="95250"/>
                        <a:pt x="183356" y="93345"/>
                        <a:pt x="181451" y="92393"/>
                      </a:cubicBezTo>
                      <a:lnTo>
                        <a:pt x="188119" y="85725"/>
                      </a:lnTo>
                      <a:cubicBezTo>
                        <a:pt x="195739" y="78105"/>
                        <a:pt x="195739" y="66675"/>
                        <a:pt x="188119" y="59055"/>
                      </a:cubicBezTo>
                      <a:cubicBezTo>
                        <a:pt x="186214" y="57150"/>
                        <a:pt x="183356" y="55245"/>
                        <a:pt x="181451" y="55245"/>
                      </a:cubicBezTo>
                      <a:lnTo>
                        <a:pt x="188119" y="47625"/>
                      </a:lnTo>
                      <a:cubicBezTo>
                        <a:pt x="195739" y="40005"/>
                        <a:pt x="195739" y="28575"/>
                        <a:pt x="188119" y="20955"/>
                      </a:cubicBezTo>
                      <a:cubicBezTo>
                        <a:pt x="181451" y="14288"/>
                        <a:pt x="170974" y="14288"/>
                        <a:pt x="163354" y="19050"/>
                      </a:cubicBezTo>
                      <a:cubicBezTo>
                        <a:pt x="157639" y="7620"/>
                        <a:pt x="146209" y="0"/>
                        <a:pt x="133826" y="0"/>
                      </a:cubicBezTo>
                      <a:lnTo>
                        <a:pt x="76676" y="0"/>
                      </a:lnTo>
                      <a:cubicBezTo>
                        <a:pt x="58579" y="0"/>
                        <a:pt x="43339" y="15240"/>
                        <a:pt x="43339" y="33338"/>
                      </a:cubicBezTo>
                      <a:lnTo>
                        <a:pt x="43339" y="96203"/>
                      </a:lnTo>
                      <a:cubicBezTo>
                        <a:pt x="37624" y="89535"/>
                        <a:pt x="29051" y="85725"/>
                        <a:pt x="19526" y="85725"/>
                      </a:cubicBezTo>
                      <a:cubicBezTo>
                        <a:pt x="16669" y="85725"/>
                        <a:pt x="14764" y="87630"/>
                        <a:pt x="14764" y="90488"/>
                      </a:cubicBezTo>
                      <a:lnTo>
                        <a:pt x="14764" y="202883"/>
                      </a:lnTo>
                      <a:lnTo>
                        <a:pt x="1429" y="216218"/>
                      </a:lnTo>
                      <a:cubicBezTo>
                        <a:pt x="-476" y="218123"/>
                        <a:pt x="-476" y="220980"/>
                        <a:pt x="1429" y="222885"/>
                      </a:cubicBezTo>
                      <a:cubicBezTo>
                        <a:pt x="2381" y="223838"/>
                        <a:pt x="3334" y="223838"/>
                        <a:pt x="5239" y="223838"/>
                      </a:cubicBezTo>
                      <a:cubicBezTo>
                        <a:pt x="7144" y="223838"/>
                        <a:pt x="8096" y="223838"/>
                        <a:pt x="9049" y="222885"/>
                      </a:cubicBezTo>
                      <a:lnTo>
                        <a:pt x="21431" y="210503"/>
                      </a:lnTo>
                      <a:lnTo>
                        <a:pt x="91916" y="238125"/>
                      </a:lnTo>
                      <a:cubicBezTo>
                        <a:pt x="92869" y="238125"/>
                        <a:pt x="92869" y="238125"/>
                        <a:pt x="93821" y="238125"/>
                      </a:cubicBezTo>
                      <a:cubicBezTo>
                        <a:pt x="102394" y="238125"/>
                        <a:pt x="110966" y="234315"/>
                        <a:pt x="117634" y="228600"/>
                      </a:cubicBezTo>
                      <a:lnTo>
                        <a:pt x="136684" y="209550"/>
                      </a:lnTo>
                      <a:cubicBezTo>
                        <a:pt x="153829" y="208598"/>
                        <a:pt x="168116" y="194310"/>
                        <a:pt x="168116" y="176213"/>
                      </a:cubicBezTo>
                      <a:lnTo>
                        <a:pt x="168116" y="163830"/>
                      </a:lnTo>
                      <a:cubicBezTo>
                        <a:pt x="170974" y="165735"/>
                        <a:pt x="173831" y="166688"/>
                        <a:pt x="177641" y="166688"/>
                      </a:cubicBezTo>
                      <a:cubicBezTo>
                        <a:pt x="188119" y="166688"/>
                        <a:pt x="196691" y="158115"/>
                        <a:pt x="196691" y="147638"/>
                      </a:cubicBezTo>
                      <a:cubicBezTo>
                        <a:pt x="195739" y="139065"/>
                        <a:pt x="190024" y="132398"/>
                        <a:pt x="182404" y="129540"/>
                      </a:cubicBezTo>
                      <a:close/>
                      <a:moveTo>
                        <a:pt x="181451" y="64770"/>
                      </a:moveTo>
                      <a:cubicBezTo>
                        <a:pt x="185261" y="68580"/>
                        <a:pt x="185261" y="74295"/>
                        <a:pt x="181451" y="78105"/>
                      </a:cubicBezTo>
                      <a:lnTo>
                        <a:pt x="169069" y="90488"/>
                      </a:lnTo>
                      <a:cubicBezTo>
                        <a:pt x="165259" y="94298"/>
                        <a:pt x="159544" y="94298"/>
                        <a:pt x="155734" y="90488"/>
                      </a:cubicBezTo>
                      <a:cubicBezTo>
                        <a:pt x="151924" y="86678"/>
                        <a:pt x="151924" y="80963"/>
                        <a:pt x="155734" y="77153"/>
                      </a:cubicBezTo>
                      <a:lnTo>
                        <a:pt x="168116" y="64770"/>
                      </a:lnTo>
                      <a:cubicBezTo>
                        <a:pt x="170021" y="62865"/>
                        <a:pt x="171926" y="61913"/>
                        <a:pt x="174784" y="61913"/>
                      </a:cubicBezTo>
                      <a:cubicBezTo>
                        <a:pt x="177641" y="61913"/>
                        <a:pt x="179546" y="63818"/>
                        <a:pt x="181451" y="64770"/>
                      </a:cubicBezTo>
                      <a:close/>
                      <a:moveTo>
                        <a:pt x="181451" y="27623"/>
                      </a:moveTo>
                      <a:cubicBezTo>
                        <a:pt x="185261" y="31433"/>
                        <a:pt x="185261" y="37148"/>
                        <a:pt x="181451" y="40958"/>
                      </a:cubicBezTo>
                      <a:lnTo>
                        <a:pt x="169069" y="53340"/>
                      </a:lnTo>
                      <a:cubicBezTo>
                        <a:pt x="168116" y="54293"/>
                        <a:pt x="168116" y="54293"/>
                        <a:pt x="167164" y="55245"/>
                      </a:cubicBezTo>
                      <a:lnTo>
                        <a:pt x="167164" y="33338"/>
                      </a:lnTo>
                      <a:cubicBezTo>
                        <a:pt x="167164" y="31433"/>
                        <a:pt x="167164" y="29528"/>
                        <a:pt x="166211" y="27623"/>
                      </a:cubicBezTo>
                      <a:cubicBezTo>
                        <a:pt x="166211" y="27623"/>
                        <a:pt x="167164" y="26670"/>
                        <a:pt x="167164" y="26670"/>
                      </a:cubicBezTo>
                      <a:cubicBezTo>
                        <a:pt x="171926" y="23813"/>
                        <a:pt x="177641" y="23813"/>
                        <a:pt x="181451" y="27623"/>
                      </a:cubicBezTo>
                      <a:close/>
                      <a:moveTo>
                        <a:pt x="76676" y="9525"/>
                      </a:moveTo>
                      <a:lnTo>
                        <a:pt x="133826" y="9525"/>
                      </a:lnTo>
                      <a:cubicBezTo>
                        <a:pt x="145256" y="9525"/>
                        <a:pt x="154781" y="17145"/>
                        <a:pt x="156686" y="28575"/>
                      </a:cubicBezTo>
                      <a:lnTo>
                        <a:pt x="156686" y="28575"/>
                      </a:lnTo>
                      <a:cubicBezTo>
                        <a:pt x="156686" y="28575"/>
                        <a:pt x="156686" y="28575"/>
                        <a:pt x="156686" y="28575"/>
                      </a:cubicBezTo>
                      <a:lnTo>
                        <a:pt x="53816" y="28575"/>
                      </a:lnTo>
                      <a:cubicBezTo>
                        <a:pt x="55721" y="18098"/>
                        <a:pt x="65246" y="9525"/>
                        <a:pt x="76676" y="9525"/>
                      </a:cubicBezTo>
                      <a:close/>
                      <a:moveTo>
                        <a:pt x="110014" y="221933"/>
                      </a:moveTo>
                      <a:cubicBezTo>
                        <a:pt x="106204" y="225743"/>
                        <a:pt x="100489" y="228600"/>
                        <a:pt x="93821" y="228600"/>
                      </a:cubicBezTo>
                      <a:lnTo>
                        <a:pt x="24289" y="201930"/>
                      </a:lnTo>
                      <a:lnTo>
                        <a:pt x="24289" y="96203"/>
                      </a:lnTo>
                      <a:cubicBezTo>
                        <a:pt x="34766" y="98108"/>
                        <a:pt x="43339" y="107633"/>
                        <a:pt x="43339" y="119063"/>
                      </a:cubicBezTo>
                      <a:lnTo>
                        <a:pt x="43339" y="176213"/>
                      </a:lnTo>
                      <a:cubicBezTo>
                        <a:pt x="43339" y="194310"/>
                        <a:pt x="58579" y="209550"/>
                        <a:pt x="76676" y="209550"/>
                      </a:cubicBezTo>
                      <a:lnTo>
                        <a:pt x="122396" y="209550"/>
                      </a:lnTo>
                      <a:lnTo>
                        <a:pt x="110014" y="221933"/>
                      </a:lnTo>
                      <a:close/>
                      <a:moveTo>
                        <a:pt x="133826" y="200025"/>
                      </a:moveTo>
                      <a:lnTo>
                        <a:pt x="76676" y="200025"/>
                      </a:lnTo>
                      <a:cubicBezTo>
                        <a:pt x="65246" y="200025"/>
                        <a:pt x="55721" y="191453"/>
                        <a:pt x="53816" y="180975"/>
                      </a:cubicBezTo>
                      <a:lnTo>
                        <a:pt x="157639" y="180975"/>
                      </a:lnTo>
                      <a:cubicBezTo>
                        <a:pt x="154781" y="191453"/>
                        <a:pt x="145256" y="200025"/>
                        <a:pt x="133826" y="200025"/>
                      </a:cubicBezTo>
                      <a:close/>
                      <a:moveTo>
                        <a:pt x="157639" y="146685"/>
                      </a:moveTo>
                      <a:cubicBezTo>
                        <a:pt x="157639" y="146685"/>
                        <a:pt x="157639" y="147638"/>
                        <a:pt x="157639" y="146685"/>
                      </a:cubicBezTo>
                      <a:cubicBezTo>
                        <a:pt x="157639" y="147638"/>
                        <a:pt x="157639" y="147638"/>
                        <a:pt x="157639" y="148590"/>
                      </a:cubicBezTo>
                      <a:lnTo>
                        <a:pt x="157639" y="171450"/>
                      </a:lnTo>
                      <a:lnTo>
                        <a:pt x="52864" y="171450"/>
                      </a:lnTo>
                      <a:lnTo>
                        <a:pt x="52864" y="119063"/>
                      </a:lnTo>
                      <a:lnTo>
                        <a:pt x="52864" y="38100"/>
                      </a:lnTo>
                      <a:lnTo>
                        <a:pt x="157639" y="38100"/>
                      </a:lnTo>
                      <a:lnTo>
                        <a:pt x="157639" y="61913"/>
                      </a:lnTo>
                      <a:lnTo>
                        <a:pt x="149066" y="70485"/>
                      </a:lnTo>
                      <a:cubicBezTo>
                        <a:pt x="141446" y="78105"/>
                        <a:pt x="141446" y="89535"/>
                        <a:pt x="149066" y="97155"/>
                      </a:cubicBezTo>
                      <a:cubicBezTo>
                        <a:pt x="150971" y="99060"/>
                        <a:pt x="153829" y="100965"/>
                        <a:pt x="155734" y="101918"/>
                      </a:cubicBezTo>
                      <a:lnTo>
                        <a:pt x="149066" y="108585"/>
                      </a:lnTo>
                      <a:cubicBezTo>
                        <a:pt x="145256" y="112395"/>
                        <a:pt x="143351" y="117158"/>
                        <a:pt x="143351" y="121920"/>
                      </a:cubicBezTo>
                      <a:cubicBezTo>
                        <a:pt x="143351" y="126683"/>
                        <a:pt x="145256" y="131445"/>
                        <a:pt x="149066" y="135255"/>
                      </a:cubicBezTo>
                      <a:cubicBezTo>
                        <a:pt x="149066" y="135255"/>
                        <a:pt x="149066" y="135255"/>
                        <a:pt x="149066" y="135255"/>
                      </a:cubicBezTo>
                      <a:cubicBezTo>
                        <a:pt x="151924" y="138113"/>
                        <a:pt x="154781" y="139065"/>
                        <a:pt x="157639" y="140018"/>
                      </a:cubicBezTo>
                      <a:lnTo>
                        <a:pt x="157639" y="146685"/>
                      </a:lnTo>
                      <a:close/>
                      <a:moveTo>
                        <a:pt x="155734" y="129540"/>
                      </a:moveTo>
                      <a:cubicBezTo>
                        <a:pt x="153829" y="127635"/>
                        <a:pt x="152876" y="125730"/>
                        <a:pt x="152876" y="122873"/>
                      </a:cubicBezTo>
                      <a:cubicBezTo>
                        <a:pt x="152876" y="120015"/>
                        <a:pt x="153829" y="118110"/>
                        <a:pt x="155734" y="116205"/>
                      </a:cubicBezTo>
                      <a:lnTo>
                        <a:pt x="168116" y="103823"/>
                      </a:lnTo>
                      <a:cubicBezTo>
                        <a:pt x="170021" y="101918"/>
                        <a:pt x="172879" y="100965"/>
                        <a:pt x="174784" y="100965"/>
                      </a:cubicBezTo>
                      <a:cubicBezTo>
                        <a:pt x="176689" y="100965"/>
                        <a:pt x="179546" y="101918"/>
                        <a:pt x="181451" y="103823"/>
                      </a:cubicBezTo>
                      <a:cubicBezTo>
                        <a:pt x="185261" y="107633"/>
                        <a:pt x="185261" y="113348"/>
                        <a:pt x="181451" y="117158"/>
                      </a:cubicBezTo>
                      <a:lnTo>
                        <a:pt x="169069" y="129540"/>
                      </a:lnTo>
                      <a:cubicBezTo>
                        <a:pt x="165259" y="132398"/>
                        <a:pt x="159544" y="132398"/>
                        <a:pt x="155734" y="129540"/>
                      </a:cubicBezTo>
                      <a:close/>
                      <a:moveTo>
                        <a:pt x="176689" y="157163"/>
                      </a:moveTo>
                      <a:cubicBezTo>
                        <a:pt x="171926" y="157163"/>
                        <a:pt x="167164" y="153353"/>
                        <a:pt x="167164" y="147638"/>
                      </a:cubicBezTo>
                      <a:lnTo>
                        <a:pt x="167164" y="146685"/>
                      </a:lnTo>
                      <a:cubicBezTo>
                        <a:pt x="167164" y="141923"/>
                        <a:pt x="171926" y="137160"/>
                        <a:pt x="176689" y="137160"/>
                      </a:cubicBezTo>
                      <a:cubicBezTo>
                        <a:pt x="182404" y="137160"/>
                        <a:pt x="186214" y="140970"/>
                        <a:pt x="186214" y="146685"/>
                      </a:cubicBezTo>
                      <a:cubicBezTo>
                        <a:pt x="186214" y="152400"/>
                        <a:pt x="181451" y="157163"/>
                        <a:pt x="176689" y="157163"/>
                      </a:cubicBezTo>
                      <a:close/>
                    </a:path>
                  </a:pathLst>
                </a:custGeom>
                <a:solidFill>
                  <a:schemeClr val="tx1"/>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88" name="Rectangle 1087">
                  <a:extLst>
                    <a:ext uri="{FF2B5EF4-FFF2-40B4-BE49-F238E27FC236}">
                      <a16:creationId xmlns:a16="http://schemas.microsoft.com/office/drawing/2014/main" id="{FE199A3A-4B1E-8252-1482-4335C0CA4EF4}"/>
                    </a:ext>
                  </a:extLst>
                </p:cNvPr>
                <p:cNvSpPr/>
                <p:nvPr/>
              </p:nvSpPr>
              <p:spPr>
                <a:xfrm>
                  <a:off x="5938649" y="3182119"/>
                  <a:ext cx="39600" cy="246881"/>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89" name="Rectangle 1088">
                  <a:extLst>
                    <a:ext uri="{FF2B5EF4-FFF2-40B4-BE49-F238E27FC236}">
                      <a16:creationId xmlns:a16="http://schemas.microsoft.com/office/drawing/2014/main" id="{A686A60C-E061-F400-21C6-88C7DF3F7196}"/>
                    </a:ext>
                  </a:extLst>
                </p:cNvPr>
                <p:cNvSpPr/>
                <p:nvPr/>
              </p:nvSpPr>
              <p:spPr>
                <a:xfrm>
                  <a:off x="5997171" y="3182119"/>
                  <a:ext cx="39600" cy="246881"/>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90" name="Rectangle 1089">
                  <a:extLst>
                    <a:ext uri="{FF2B5EF4-FFF2-40B4-BE49-F238E27FC236}">
                      <a16:creationId xmlns:a16="http://schemas.microsoft.com/office/drawing/2014/main" id="{1587237A-2FAD-E8D3-629C-5571769A2EFB}"/>
                    </a:ext>
                  </a:extLst>
                </p:cNvPr>
                <p:cNvSpPr/>
                <p:nvPr/>
              </p:nvSpPr>
              <p:spPr>
                <a:xfrm>
                  <a:off x="6055923" y="3182119"/>
                  <a:ext cx="39600" cy="246881"/>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91" name="Rectangle 1090">
                  <a:extLst>
                    <a:ext uri="{FF2B5EF4-FFF2-40B4-BE49-F238E27FC236}">
                      <a16:creationId xmlns:a16="http://schemas.microsoft.com/office/drawing/2014/main" id="{DCBDB7F9-AA5B-DA5F-10F5-881CA221AAEF}"/>
                    </a:ext>
                  </a:extLst>
                </p:cNvPr>
                <p:cNvSpPr/>
                <p:nvPr/>
              </p:nvSpPr>
              <p:spPr>
                <a:xfrm>
                  <a:off x="6148965" y="3182119"/>
                  <a:ext cx="39600" cy="246881"/>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92" name="Rectangle 1091">
                  <a:extLst>
                    <a:ext uri="{FF2B5EF4-FFF2-40B4-BE49-F238E27FC236}">
                      <a16:creationId xmlns:a16="http://schemas.microsoft.com/office/drawing/2014/main" id="{310ED2F9-05F7-4757-220D-CABFC424FED9}"/>
                    </a:ext>
                  </a:extLst>
                </p:cNvPr>
                <p:cNvSpPr/>
                <p:nvPr/>
              </p:nvSpPr>
              <p:spPr>
                <a:xfrm>
                  <a:off x="6207717" y="3182119"/>
                  <a:ext cx="39600" cy="246881"/>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93" name="Graphic 10">
                <a:extLst>
                  <a:ext uri="{FF2B5EF4-FFF2-40B4-BE49-F238E27FC236}">
                    <a16:creationId xmlns:a16="http://schemas.microsoft.com/office/drawing/2014/main" id="{75F1384B-B5AB-319B-E6D4-63FE55D44F90}"/>
                  </a:ext>
                  <a:ext uri="{C183D7F6-B498-43B3-948B-1728B52AA6E4}">
                    <adec:decorative xmlns:adec="http://schemas.microsoft.com/office/drawing/2017/decorative" val="1"/>
                  </a:ext>
                </a:extLst>
              </p:cNvPr>
              <p:cNvGrpSpPr>
                <a:grpSpLocks noChangeAspect="1"/>
              </p:cNvGrpSpPr>
              <p:nvPr/>
            </p:nvGrpSpPr>
            <p:grpSpPr>
              <a:xfrm>
                <a:off x="1068366" y="1729599"/>
                <a:ext cx="152246" cy="111946"/>
                <a:chOff x="5842000" y="3242235"/>
                <a:chExt cx="507999" cy="373529"/>
              </a:xfrm>
              <a:solidFill>
                <a:schemeClr val="tx1"/>
              </a:solidFill>
            </p:grpSpPr>
            <p:sp>
              <p:nvSpPr>
                <p:cNvPr id="1094" name="Freeform: Shape 4996">
                  <a:extLst>
                    <a:ext uri="{FF2B5EF4-FFF2-40B4-BE49-F238E27FC236}">
                      <a16:creationId xmlns:a16="http://schemas.microsoft.com/office/drawing/2014/main" id="{65FC68F6-D247-41CF-411F-A3E4671265B6}"/>
                    </a:ext>
                  </a:extLst>
                </p:cNvPr>
                <p:cNvSpPr/>
                <p:nvPr/>
              </p:nvSpPr>
              <p:spPr>
                <a:xfrm>
                  <a:off x="5842000" y="3242235"/>
                  <a:ext cx="507999" cy="373529"/>
                </a:xfrm>
                <a:custGeom>
                  <a:avLst/>
                  <a:gdLst>
                    <a:gd name="connsiteX0" fmla="*/ 455705 w 507999"/>
                    <a:gd name="connsiteY0" fmla="*/ 373529 h 373529"/>
                    <a:gd name="connsiteX1" fmla="*/ 52294 w 507999"/>
                    <a:gd name="connsiteY1" fmla="*/ 373529 h 373529"/>
                    <a:gd name="connsiteX2" fmla="*/ 0 w 507999"/>
                    <a:gd name="connsiteY2" fmla="*/ 321235 h 373529"/>
                    <a:gd name="connsiteX3" fmla="*/ 0 w 507999"/>
                    <a:gd name="connsiteY3" fmla="*/ 52294 h 373529"/>
                    <a:gd name="connsiteX4" fmla="*/ 52294 w 507999"/>
                    <a:gd name="connsiteY4" fmla="*/ 0 h 373529"/>
                    <a:gd name="connsiteX5" fmla="*/ 209176 w 507999"/>
                    <a:gd name="connsiteY5" fmla="*/ 0 h 373529"/>
                    <a:gd name="connsiteX6" fmla="*/ 239058 w 507999"/>
                    <a:gd name="connsiteY6" fmla="*/ 29882 h 373529"/>
                    <a:gd name="connsiteX7" fmla="*/ 254000 w 507999"/>
                    <a:gd name="connsiteY7" fmla="*/ 44823 h 373529"/>
                    <a:gd name="connsiteX8" fmla="*/ 455705 w 507999"/>
                    <a:gd name="connsiteY8" fmla="*/ 44823 h 373529"/>
                    <a:gd name="connsiteX9" fmla="*/ 507999 w 507999"/>
                    <a:gd name="connsiteY9" fmla="*/ 97118 h 373529"/>
                    <a:gd name="connsiteX10" fmla="*/ 507999 w 507999"/>
                    <a:gd name="connsiteY10" fmla="*/ 321235 h 373529"/>
                    <a:gd name="connsiteX11" fmla="*/ 455705 w 507999"/>
                    <a:gd name="connsiteY11" fmla="*/ 373529 h 373529"/>
                    <a:gd name="connsiteX12" fmla="*/ 52294 w 507999"/>
                    <a:gd name="connsiteY12" fmla="*/ 14941 h 373529"/>
                    <a:gd name="connsiteX13" fmla="*/ 14941 w 507999"/>
                    <a:gd name="connsiteY13" fmla="*/ 52294 h 373529"/>
                    <a:gd name="connsiteX14" fmla="*/ 14941 w 507999"/>
                    <a:gd name="connsiteY14" fmla="*/ 321235 h 373529"/>
                    <a:gd name="connsiteX15" fmla="*/ 52294 w 507999"/>
                    <a:gd name="connsiteY15" fmla="*/ 358588 h 373529"/>
                    <a:gd name="connsiteX16" fmla="*/ 455705 w 507999"/>
                    <a:gd name="connsiteY16" fmla="*/ 358588 h 373529"/>
                    <a:gd name="connsiteX17" fmla="*/ 493058 w 507999"/>
                    <a:gd name="connsiteY17" fmla="*/ 321235 h 373529"/>
                    <a:gd name="connsiteX18" fmla="*/ 493058 w 507999"/>
                    <a:gd name="connsiteY18" fmla="*/ 97118 h 373529"/>
                    <a:gd name="connsiteX19" fmla="*/ 455705 w 507999"/>
                    <a:gd name="connsiteY19" fmla="*/ 59765 h 373529"/>
                    <a:gd name="connsiteX20" fmla="*/ 254000 w 507999"/>
                    <a:gd name="connsiteY20" fmla="*/ 59765 h 373529"/>
                    <a:gd name="connsiteX21" fmla="*/ 224117 w 507999"/>
                    <a:gd name="connsiteY21" fmla="*/ 29882 h 373529"/>
                    <a:gd name="connsiteX22" fmla="*/ 209176 w 507999"/>
                    <a:gd name="connsiteY22" fmla="*/ 14941 h 37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7999" h="373529">
                      <a:moveTo>
                        <a:pt x="455705" y="373529"/>
                      </a:moveTo>
                      <a:lnTo>
                        <a:pt x="52294" y="373529"/>
                      </a:lnTo>
                      <a:cubicBezTo>
                        <a:pt x="23413" y="373529"/>
                        <a:pt x="0" y="350116"/>
                        <a:pt x="0" y="321235"/>
                      </a:cubicBezTo>
                      <a:lnTo>
                        <a:pt x="0" y="52294"/>
                      </a:lnTo>
                      <a:cubicBezTo>
                        <a:pt x="0" y="23413"/>
                        <a:pt x="23413" y="0"/>
                        <a:pt x="52294" y="0"/>
                      </a:cubicBezTo>
                      <a:lnTo>
                        <a:pt x="209176" y="0"/>
                      </a:lnTo>
                      <a:cubicBezTo>
                        <a:pt x="225680" y="0"/>
                        <a:pt x="239058" y="13379"/>
                        <a:pt x="239058" y="29882"/>
                      </a:cubicBezTo>
                      <a:cubicBezTo>
                        <a:pt x="239058" y="38134"/>
                        <a:pt x="245748" y="44823"/>
                        <a:pt x="254000" y="44823"/>
                      </a:cubicBezTo>
                      <a:lnTo>
                        <a:pt x="455705" y="44823"/>
                      </a:lnTo>
                      <a:cubicBezTo>
                        <a:pt x="484586" y="44823"/>
                        <a:pt x="507999" y="68236"/>
                        <a:pt x="507999" y="97118"/>
                      </a:cubicBezTo>
                      <a:lnTo>
                        <a:pt x="507999" y="321235"/>
                      </a:lnTo>
                      <a:cubicBezTo>
                        <a:pt x="507999" y="350116"/>
                        <a:pt x="484586" y="373529"/>
                        <a:pt x="455705" y="373529"/>
                      </a:cubicBezTo>
                      <a:close/>
                      <a:moveTo>
                        <a:pt x="52294" y="14941"/>
                      </a:moveTo>
                      <a:cubicBezTo>
                        <a:pt x="31665" y="14941"/>
                        <a:pt x="14941" y="31665"/>
                        <a:pt x="14941" y="52294"/>
                      </a:cubicBezTo>
                      <a:lnTo>
                        <a:pt x="14941" y="321235"/>
                      </a:lnTo>
                      <a:cubicBezTo>
                        <a:pt x="14941" y="341864"/>
                        <a:pt x="31665" y="358588"/>
                        <a:pt x="52294" y="358588"/>
                      </a:cubicBezTo>
                      <a:lnTo>
                        <a:pt x="455705" y="358588"/>
                      </a:lnTo>
                      <a:cubicBezTo>
                        <a:pt x="476334" y="358588"/>
                        <a:pt x="493058" y="341864"/>
                        <a:pt x="493058" y="321235"/>
                      </a:cubicBezTo>
                      <a:lnTo>
                        <a:pt x="493058" y="97118"/>
                      </a:lnTo>
                      <a:cubicBezTo>
                        <a:pt x="493058" y="76488"/>
                        <a:pt x="476334" y="59765"/>
                        <a:pt x="455705" y="59765"/>
                      </a:cubicBezTo>
                      <a:lnTo>
                        <a:pt x="254000" y="59765"/>
                      </a:lnTo>
                      <a:cubicBezTo>
                        <a:pt x="237496" y="59765"/>
                        <a:pt x="224117" y="46386"/>
                        <a:pt x="224117" y="29882"/>
                      </a:cubicBezTo>
                      <a:cubicBezTo>
                        <a:pt x="224117" y="21631"/>
                        <a:pt x="217428" y="14941"/>
                        <a:pt x="209176" y="14941"/>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95" name="Freeform: Shape 4997">
                  <a:extLst>
                    <a:ext uri="{FF2B5EF4-FFF2-40B4-BE49-F238E27FC236}">
                      <a16:creationId xmlns:a16="http://schemas.microsoft.com/office/drawing/2014/main" id="{49EEA8BE-3CBF-8B8C-D6B9-F6A8EEFFF476}"/>
                    </a:ext>
                  </a:extLst>
                </p:cNvPr>
                <p:cNvSpPr/>
                <p:nvPr/>
              </p:nvSpPr>
              <p:spPr>
                <a:xfrm>
                  <a:off x="6056715" y="3410922"/>
                  <a:ext cx="74706" cy="74706"/>
                </a:xfrm>
                <a:custGeom>
                  <a:avLst/>
                  <a:gdLst>
                    <a:gd name="connsiteX0" fmla="*/ 39285 w 74705"/>
                    <a:gd name="connsiteY0" fmla="*/ 79186 h 74705"/>
                    <a:gd name="connsiteX1" fmla="*/ 1 w 74705"/>
                    <a:gd name="connsiteY1" fmla="*/ 39285 h 74705"/>
                    <a:gd name="connsiteX2" fmla="*/ 39903 w 74705"/>
                    <a:gd name="connsiteY2" fmla="*/ 1 h 74705"/>
                    <a:gd name="connsiteX3" fmla="*/ 79186 w 74705"/>
                    <a:gd name="connsiteY3" fmla="*/ 39903 h 74705"/>
                    <a:gd name="connsiteX4" fmla="*/ 79177 w 74705"/>
                    <a:gd name="connsiteY4" fmla="*/ 40489 h 74705"/>
                    <a:gd name="connsiteX5" fmla="*/ 39285 w 74705"/>
                    <a:gd name="connsiteY5" fmla="*/ 79186 h 74705"/>
                    <a:gd name="connsiteX6" fmla="*/ 39285 w 74705"/>
                    <a:gd name="connsiteY6" fmla="*/ 15089 h 74705"/>
                    <a:gd name="connsiteX7" fmla="*/ 14944 w 74705"/>
                    <a:gd name="connsiteY7" fmla="*/ 40050 h 74705"/>
                    <a:gd name="connsiteX8" fmla="*/ 39905 w 74705"/>
                    <a:gd name="connsiteY8" fmla="*/ 64390 h 74705"/>
                    <a:gd name="connsiteX9" fmla="*/ 64236 w 74705"/>
                    <a:gd name="connsiteY9" fmla="*/ 40489 h 74705"/>
                    <a:gd name="connsiteX10" fmla="*/ 40344 w 74705"/>
                    <a:gd name="connsiteY10" fmla="*/ 15098 h 74705"/>
                    <a:gd name="connsiteX11" fmla="*/ 39285 w 74705"/>
                    <a:gd name="connsiteY11" fmla="*/ 15089 h 74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705" h="74705">
                      <a:moveTo>
                        <a:pt x="39285" y="79186"/>
                      </a:moveTo>
                      <a:cubicBezTo>
                        <a:pt x="17418" y="79016"/>
                        <a:pt x="-171" y="61151"/>
                        <a:pt x="1" y="39285"/>
                      </a:cubicBezTo>
                      <a:cubicBezTo>
                        <a:pt x="172" y="17418"/>
                        <a:pt x="18035" y="-171"/>
                        <a:pt x="39903" y="1"/>
                      </a:cubicBezTo>
                      <a:cubicBezTo>
                        <a:pt x="61769" y="172"/>
                        <a:pt x="79357" y="18035"/>
                        <a:pt x="79186" y="39903"/>
                      </a:cubicBezTo>
                      <a:cubicBezTo>
                        <a:pt x="79185" y="40097"/>
                        <a:pt x="79182" y="40293"/>
                        <a:pt x="79177" y="40489"/>
                      </a:cubicBezTo>
                      <a:cubicBezTo>
                        <a:pt x="78689" y="62122"/>
                        <a:pt x="60922" y="79355"/>
                        <a:pt x="39285" y="79186"/>
                      </a:cubicBezTo>
                      <a:close/>
                      <a:moveTo>
                        <a:pt x="39285" y="15089"/>
                      </a:moveTo>
                      <a:cubicBezTo>
                        <a:pt x="25670" y="15261"/>
                        <a:pt x="14772" y="26435"/>
                        <a:pt x="14944" y="40050"/>
                      </a:cubicBezTo>
                      <a:cubicBezTo>
                        <a:pt x="15116" y="53664"/>
                        <a:pt x="26290" y="64562"/>
                        <a:pt x="39905" y="64390"/>
                      </a:cubicBezTo>
                      <a:cubicBezTo>
                        <a:pt x="53108" y="64224"/>
                        <a:pt x="63836" y="53686"/>
                        <a:pt x="64236" y="40489"/>
                      </a:cubicBezTo>
                      <a:cubicBezTo>
                        <a:pt x="64650" y="26880"/>
                        <a:pt x="53952" y="15512"/>
                        <a:pt x="40344" y="15098"/>
                      </a:cubicBezTo>
                      <a:cubicBezTo>
                        <a:pt x="39991" y="15087"/>
                        <a:pt x="39637" y="15084"/>
                        <a:pt x="39285" y="15089"/>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96" name="Freeform: Shape 4998">
                  <a:extLst>
                    <a:ext uri="{FF2B5EF4-FFF2-40B4-BE49-F238E27FC236}">
                      <a16:creationId xmlns:a16="http://schemas.microsoft.com/office/drawing/2014/main" id="{9EC7FC85-C790-7E9C-5B8D-FAEFD443D57E}"/>
                    </a:ext>
                  </a:extLst>
                </p:cNvPr>
                <p:cNvSpPr/>
                <p:nvPr/>
              </p:nvSpPr>
              <p:spPr>
                <a:xfrm>
                  <a:off x="5976400" y="3331812"/>
                  <a:ext cx="239058" cy="239059"/>
                </a:xfrm>
                <a:custGeom>
                  <a:avLst/>
                  <a:gdLst>
                    <a:gd name="connsiteX0" fmla="*/ 130955 w 239058"/>
                    <a:gd name="connsiteY0" fmla="*/ 239129 h 239058"/>
                    <a:gd name="connsiteX1" fmla="*/ 108842 w 239058"/>
                    <a:gd name="connsiteY1" fmla="*/ 239129 h 239058"/>
                    <a:gd name="connsiteX2" fmla="*/ 101820 w 239058"/>
                    <a:gd name="connsiteY2" fmla="*/ 234049 h 239058"/>
                    <a:gd name="connsiteX3" fmla="*/ 92557 w 239058"/>
                    <a:gd name="connsiteY3" fmla="*/ 206856 h 239058"/>
                    <a:gd name="connsiteX4" fmla="*/ 77615 w 239058"/>
                    <a:gd name="connsiteY4" fmla="*/ 201776 h 239058"/>
                    <a:gd name="connsiteX5" fmla="*/ 49078 w 239058"/>
                    <a:gd name="connsiteY5" fmla="*/ 212384 h 239058"/>
                    <a:gd name="connsiteX6" fmla="*/ 41159 w 239058"/>
                    <a:gd name="connsiteY6" fmla="*/ 210741 h 239058"/>
                    <a:gd name="connsiteX7" fmla="*/ 29505 w 239058"/>
                    <a:gd name="connsiteY7" fmla="*/ 199086 h 239058"/>
                    <a:gd name="connsiteX8" fmla="*/ 27861 w 239058"/>
                    <a:gd name="connsiteY8" fmla="*/ 191168 h 239058"/>
                    <a:gd name="connsiteX9" fmla="*/ 38470 w 239058"/>
                    <a:gd name="connsiteY9" fmla="*/ 162630 h 239058"/>
                    <a:gd name="connsiteX10" fmla="*/ 33390 w 239058"/>
                    <a:gd name="connsiteY10" fmla="*/ 147689 h 239058"/>
                    <a:gd name="connsiteX11" fmla="*/ 6197 w 239058"/>
                    <a:gd name="connsiteY11" fmla="*/ 138425 h 239058"/>
                    <a:gd name="connsiteX12" fmla="*/ 71 w 239058"/>
                    <a:gd name="connsiteY12" fmla="*/ 129909 h 239058"/>
                    <a:gd name="connsiteX13" fmla="*/ 71 w 239058"/>
                    <a:gd name="connsiteY13" fmla="*/ 107796 h 239058"/>
                    <a:gd name="connsiteX14" fmla="*/ 5151 w 239058"/>
                    <a:gd name="connsiteY14" fmla="*/ 100624 h 239058"/>
                    <a:gd name="connsiteX15" fmla="*/ 32344 w 239058"/>
                    <a:gd name="connsiteY15" fmla="*/ 91361 h 239058"/>
                    <a:gd name="connsiteX16" fmla="*/ 37424 w 239058"/>
                    <a:gd name="connsiteY16" fmla="*/ 76419 h 239058"/>
                    <a:gd name="connsiteX17" fmla="*/ 26815 w 239058"/>
                    <a:gd name="connsiteY17" fmla="*/ 47882 h 239058"/>
                    <a:gd name="connsiteX18" fmla="*/ 28459 w 239058"/>
                    <a:gd name="connsiteY18" fmla="*/ 40112 h 239058"/>
                    <a:gd name="connsiteX19" fmla="*/ 40113 w 239058"/>
                    <a:gd name="connsiteY19" fmla="*/ 28309 h 239058"/>
                    <a:gd name="connsiteX20" fmla="*/ 48032 w 239058"/>
                    <a:gd name="connsiteY20" fmla="*/ 26665 h 239058"/>
                    <a:gd name="connsiteX21" fmla="*/ 76569 w 239058"/>
                    <a:gd name="connsiteY21" fmla="*/ 37274 h 239058"/>
                    <a:gd name="connsiteX22" fmla="*/ 91511 w 239058"/>
                    <a:gd name="connsiteY22" fmla="*/ 32343 h 239058"/>
                    <a:gd name="connsiteX23" fmla="*/ 100774 w 239058"/>
                    <a:gd name="connsiteY23" fmla="*/ 5001 h 239058"/>
                    <a:gd name="connsiteX24" fmla="*/ 108842 w 239058"/>
                    <a:gd name="connsiteY24" fmla="*/ 70 h 239058"/>
                    <a:gd name="connsiteX25" fmla="*/ 130955 w 239058"/>
                    <a:gd name="connsiteY25" fmla="*/ 70 h 239058"/>
                    <a:gd name="connsiteX26" fmla="*/ 138127 w 239058"/>
                    <a:gd name="connsiteY26" fmla="*/ 5001 h 239058"/>
                    <a:gd name="connsiteX27" fmla="*/ 147391 w 239058"/>
                    <a:gd name="connsiteY27" fmla="*/ 32343 h 239058"/>
                    <a:gd name="connsiteX28" fmla="*/ 163079 w 239058"/>
                    <a:gd name="connsiteY28" fmla="*/ 37274 h 239058"/>
                    <a:gd name="connsiteX29" fmla="*/ 191616 w 239058"/>
                    <a:gd name="connsiteY29" fmla="*/ 26665 h 239058"/>
                    <a:gd name="connsiteX30" fmla="*/ 199386 w 239058"/>
                    <a:gd name="connsiteY30" fmla="*/ 28309 h 239058"/>
                    <a:gd name="connsiteX31" fmla="*/ 211189 w 239058"/>
                    <a:gd name="connsiteY31" fmla="*/ 40112 h 239058"/>
                    <a:gd name="connsiteX32" fmla="*/ 212833 w 239058"/>
                    <a:gd name="connsiteY32" fmla="*/ 47882 h 239058"/>
                    <a:gd name="connsiteX33" fmla="*/ 202225 w 239058"/>
                    <a:gd name="connsiteY33" fmla="*/ 76419 h 239058"/>
                    <a:gd name="connsiteX34" fmla="*/ 207155 w 239058"/>
                    <a:gd name="connsiteY34" fmla="*/ 91361 h 239058"/>
                    <a:gd name="connsiteX35" fmla="*/ 234497 w 239058"/>
                    <a:gd name="connsiteY35" fmla="*/ 100624 h 239058"/>
                    <a:gd name="connsiteX36" fmla="*/ 239428 w 239058"/>
                    <a:gd name="connsiteY36" fmla="*/ 107796 h 239058"/>
                    <a:gd name="connsiteX37" fmla="*/ 239428 w 239058"/>
                    <a:gd name="connsiteY37" fmla="*/ 129909 h 239058"/>
                    <a:gd name="connsiteX38" fmla="*/ 234497 w 239058"/>
                    <a:gd name="connsiteY38" fmla="*/ 136931 h 239058"/>
                    <a:gd name="connsiteX39" fmla="*/ 207155 w 239058"/>
                    <a:gd name="connsiteY39" fmla="*/ 146195 h 239058"/>
                    <a:gd name="connsiteX40" fmla="*/ 202225 w 239058"/>
                    <a:gd name="connsiteY40" fmla="*/ 161136 h 239058"/>
                    <a:gd name="connsiteX41" fmla="*/ 212833 w 239058"/>
                    <a:gd name="connsiteY41" fmla="*/ 189673 h 239058"/>
                    <a:gd name="connsiteX42" fmla="*/ 211189 w 239058"/>
                    <a:gd name="connsiteY42" fmla="*/ 197592 h 239058"/>
                    <a:gd name="connsiteX43" fmla="*/ 199386 w 239058"/>
                    <a:gd name="connsiteY43" fmla="*/ 209246 h 239058"/>
                    <a:gd name="connsiteX44" fmla="*/ 191616 w 239058"/>
                    <a:gd name="connsiteY44" fmla="*/ 210890 h 239058"/>
                    <a:gd name="connsiteX45" fmla="*/ 163079 w 239058"/>
                    <a:gd name="connsiteY45" fmla="*/ 200282 h 239058"/>
                    <a:gd name="connsiteX46" fmla="*/ 147391 w 239058"/>
                    <a:gd name="connsiteY46" fmla="*/ 205362 h 239058"/>
                    <a:gd name="connsiteX47" fmla="*/ 138127 w 239058"/>
                    <a:gd name="connsiteY47" fmla="*/ 232555 h 239058"/>
                    <a:gd name="connsiteX48" fmla="*/ 130955 w 239058"/>
                    <a:gd name="connsiteY48" fmla="*/ 239129 h 239058"/>
                    <a:gd name="connsiteX49" fmla="*/ 114221 w 239058"/>
                    <a:gd name="connsiteY49" fmla="*/ 224188 h 239058"/>
                    <a:gd name="connsiteX50" fmla="*/ 125726 w 239058"/>
                    <a:gd name="connsiteY50" fmla="*/ 224188 h 239058"/>
                    <a:gd name="connsiteX51" fmla="*/ 134541 w 239058"/>
                    <a:gd name="connsiteY51" fmla="*/ 197592 h 239058"/>
                    <a:gd name="connsiteX52" fmla="*/ 139322 w 239058"/>
                    <a:gd name="connsiteY52" fmla="*/ 192961 h 239058"/>
                    <a:gd name="connsiteX53" fmla="*/ 160987 w 239058"/>
                    <a:gd name="connsiteY53" fmla="*/ 186088 h 239058"/>
                    <a:gd name="connsiteX54" fmla="*/ 165918 w 239058"/>
                    <a:gd name="connsiteY54" fmla="*/ 186088 h 239058"/>
                    <a:gd name="connsiteX55" fmla="*/ 192214 w 239058"/>
                    <a:gd name="connsiteY55" fmla="*/ 195949 h 239058"/>
                    <a:gd name="connsiteX56" fmla="*/ 197145 w 239058"/>
                    <a:gd name="connsiteY56" fmla="*/ 191168 h 239058"/>
                    <a:gd name="connsiteX57" fmla="*/ 187283 w 239058"/>
                    <a:gd name="connsiteY57" fmla="*/ 164423 h 239058"/>
                    <a:gd name="connsiteX58" fmla="*/ 187283 w 239058"/>
                    <a:gd name="connsiteY58" fmla="*/ 159642 h 239058"/>
                    <a:gd name="connsiteX59" fmla="*/ 194306 w 239058"/>
                    <a:gd name="connsiteY59" fmla="*/ 138126 h 239058"/>
                    <a:gd name="connsiteX60" fmla="*/ 198937 w 239058"/>
                    <a:gd name="connsiteY60" fmla="*/ 133345 h 239058"/>
                    <a:gd name="connsiteX61" fmla="*/ 224188 w 239058"/>
                    <a:gd name="connsiteY61" fmla="*/ 124530 h 239058"/>
                    <a:gd name="connsiteX62" fmla="*/ 224188 w 239058"/>
                    <a:gd name="connsiteY62" fmla="*/ 113025 h 239058"/>
                    <a:gd name="connsiteX63" fmla="*/ 198788 w 239058"/>
                    <a:gd name="connsiteY63" fmla="*/ 104658 h 239058"/>
                    <a:gd name="connsiteX64" fmla="*/ 194156 w 239058"/>
                    <a:gd name="connsiteY64" fmla="*/ 99877 h 239058"/>
                    <a:gd name="connsiteX65" fmla="*/ 187134 w 239058"/>
                    <a:gd name="connsiteY65" fmla="*/ 78212 h 239058"/>
                    <a:gd name="connsiteX66" fmla="*/ 187134 w 239058"/>
                    <a:gd name="connsiteY66" fmla="*/ 73282 h 239058"/>
                    <a:gd name="connsiteX67" fmla="*/ 196995 w 239058"/>
                    <a:gd name="connsiteY67" fmla="*/ 46985 h 239058"/>
                    <a:gd name="connsiteX68" fmla="*/ 192065 w 239058"/>
                    <a:gd name="connsiteY68" fmla="*/ 42055 h 239058"/>
                    <a:gd name="connsiteX69" fmla="*/ 165768 w 239058"/>
                    <a:gd name="connsiteY69" fmla="*/ 51916 h 239058"/>
                    <a:gd name="connsiteX70" fmla="*/ 160838 w 239058"/>
                    <a:gd name="connsiteY70" fmla="*/ 51916 h 239058"/>
                    <a:gd name="connsiteX71" fmla="*/ 139322 w 239058"/>
                    <a:gd name="connsiteY71" fmla="*/ 44894 h 239058"/>
                    <a:gd name="connsiteX72" fmla="*/ 134541 w 239058"/>
                    <a:gd name="connsiteY72" fmla="*/ 39963 h 239058"/>
                    <a:gd name="connsiteX73" fmla="*/ 125726 w 239058"/>
                    <a:gd name="connsiteY73" fmla="*/ 15011 h 239058"/>
                    <a:gd name="connsiteX74" fmla="*/ 114221 w 239058"/>
                    <a:gd name="connsiteY74" fmla="*/ 15011 h 239058"/>
                    <a:gd name="connsiteX75" fmla="*/ 105406 w 239058"/>
                    <a:gd name="connsiteY75" fmla="*/ 40710 h 239058"/>
                    <a:gd name="connsiteX76" fmla="*/ 100625 w 239058"/>
                    <a:gd name="connsiteY76" fmla="*/ 45342 h 239058"/>
                    <a:gd name="connsiteX77" fmla="*/ 78811 w 239058"/>
                    <a:gd name="connsiteY77" fmla="*/ 52364 h 239058"/>
                    <a:gd name="connsiteX78" fmla="*/ 74030 w 239058"/>
                    <a:gd name="connsiteY78" fmla="*/ 52364 h 239058"/>
                    <a:gd name="connsiteX79" fmla="*/ 47584 w 239058"/>
                    <a:gd name="connsiteY79" fmla="*/ 42503 h 239058"/>
                    <a:gd name="connsiteX80" fmla="*/ 42802 w 239058"/>
                    <a:gd name="connsiteY80" fmla="*/ 47434 h 239058"/>
                    <a:gd name="connsiteX81" fmla="*/ 52664 w 239058"/>
                    <a:gd name="connsiteY81" fmla="*/ 73730 h 239058"/>
                    <a:gd name="connsiteX82" fmla="*/ 52664 w 239058"/>
                    <a:gd name="connsiteY82" fmla="*/ 78661 h 239058"/>
                    <a:gd name="connsiteX83" fmla="*/ 45791 w 239058"/>
                    <a:gd name="connsiteY83" fmla="*/ 100325 h 239058"/>
                    <a:gd name="connsiteX84" fmla="*/ 41159 w 239058"/>
                    <a:gd name="connsiteY84" fmla="*/ 105107 h 239058"/>
                    <a:gd name="connsiteX85" fmla="*/ 15012 w 239058"/>
                    <a:gd name="connsiteY85" fmla="*/ 113025 h 239058"/>
                    <a:gd name="connsiteX86" fmla="*/ 15012 w 239058"/>
                    <a:gd name="connsiteY86" fmla="*/ 124530 h 239058"/>
                    <a:gd name="connsiteX87" fmla="*/ 40860 w 239058"/>
                    <a:gd name="connsiteY87" fmla="*/ 133345 h 239058"/>
                    <a:gd name="connsiteX88" fmla="*/ 45492 w 239058"/>
                    <a:gd name="connsiteY88" fmla="*/ 138126 h 239058"/>
                    <a:gd name="connsiteX89" fmla="*/ 52365 w 239058"/>
                    <a:gd name="connsiteY89" fmla="*/ 159941 h 239058"/>
                    <a:gd name="connsiteX90" fmla="*/ 52365 w 239058"/>
                    <a:gd name="connsiteY90" fmla="*/ 164722 h 239058"/>
                    <a:gd name="connsiteX91" fmla="*/ 42504 w 239058"/>
                    <a:gd name="connsiteY91" fmla="*/ 191168 h 239058"/>
                    <a:gd name="connsiteX92" fmla="*/ 47285 w 239058"/>
                    <a:gd name="connsiteY92" fmla="*/ 195949 h 239058"/>
                    <a:gd name="connsiteX93" fmla="*/ 74777 w 239058"/>
                    <a:gd name="connsiteY93" fmla="*/ 186088 h 239058"/>
                    <a:gd name="connsiteX94" fmla="*/ 79558 w 239058"/>
                    <a:gd name="connsiteY94" fmla="*/ 186088 h 239058"/>
                    <a:gd name="connsiteX95" fmla="*/ 101372 w 239058"/>
                    <a:gd name="connsiteY95" fmla="*/ 192961 h 239058"/>
                    <a:gd name="connsiteX96" fmla="*/ 106153 w 239058"/>
                    <a:gd name="connsiteY96" fmla="*/ 197592 h 23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239058" h="239058">
                      <a:moveTo>
                        <a:pt x="130955" y="239129"/>
                      </a:moveTo>
                      <a:lnTo>
                        <a:pt x="108842" y="239129"/>
                      </a:lnTo>
                      <a:cubicBezTo>
                        <a:pt x="105673" y="239061"/>
                        <a:pt x="102876" y="237038"/>
                        <a:pt x="101820" y="234049"/>
                      </a:cubicBezTo>
                      <a:lnTo>
                        <a:pt x="92557" y="206856"/>
                      </a:lnTo>
                      <a:lnTo>
                        <a:pt x="77615" y="201776"/>
                      </a:lnTo>
                      <a:lnTo>
                        <a:pt x="49078" y="212384"/>
                      </a:lnTo>
                      <a:cubicBezTo>
                        <a:pt x="46344" y="213436"/>
                        <a:pt x="43248" y="212793"/>
                        <a:pt x="41159" y="210741"/>
                      </a:cubicBezTo>
                      <a:lnTo>
                        <a:pt x="29505" y="199086"/>
                      </a:lnTo>
                      <a:cubicBezTo>
                        <a:pt x="27452" y="196998"/>
                        <a:pt x="26810" y="193902"/>
                        <a:pt x="27861" y="191168"/>
                      </a:cubicBezTo>
                      <a:lnTo>
                        <a:pt x="38470" y="162630"/>
                      </a:lnTo>
                      <a:lnTo>
                        <a:pt x="33390" y="147689"/>
                      </a:lnTo>
                      <a:lnTo>
                        <a:pt x="6197" y="138425"/>
                      </a:lnTo>
                      <a:cubicBezTo>
                        <a:pt x="2215" y="137668"/>
                        <a:pt x="-478" y="133925"/>
                        <a:pt x="71" y="129909"/>
                      </a:cubicBezTo>
                      <a:lnTo>
                        <a:pt x="71" y="107796"/>
                      </a:lnTo>
                      <a:cubicBezTo>
                        <a:pt x="76" y="104572"/>
                        <a:pt x="2111" y="101698"/>
                        <a:pt x="5151" y="100624"/>
                      </a:cubicBezTo>
                      <a:lnTo>
                        <a:pt x="32344" y="91361"/>
                      </a:lnTo>
                      <a:lnTo>
                        <a:pt x="37424" y="76419"/>
                      </a:lnTo>
                      <a:lnTo>
                        <a:pt x="26815" y="47882"/>
                      </a:lnTo>
                      <a:cubicBezTo>
                        <a:pt x="25749" y="45197"/>
                        <a:pt x="26397" y="42135"/>
                        <a:pt x="28459" y="40112"/>
                      </a:cubicBezTo>
                      <a:lnTo>
                        <a:pt x="40113" y="28309"/>
                      </a:lnTo>
                      <a:cubicBezTo>
                        <a:pt x="42238" y="26322"/>
                        <a:pt x="45293" y="25688"/>
                        <a:pt x="48032" y="26665"/>
                      </a:cubicBezTo>
                      <a:lnTo>
                        <a:pt x="76569" y="37274"/>
                      </a:lnTo>
                      <a:lnTo>
                        <a:pt x="91511" y="32343"/>
                      </a:lnTo>
                      <a:lnTo>
                        <a:pt x="100774" y="5001"/>
                      </a:lnTo>
                      <a:cubicBezTo>
                        <a:pt x="101949" y="1648"/>
                        <a:pt x="105322" y="-414"/>
                        <a:pt x="108842" y="70"/>
                      </a:cubicBezTo>
                      <a:lnTo>
                        <a:pt x="130955" y="70"/>
                      </a:lnTo>
                      <a:cubicBezTo>
                        <a:pt x="134156" y="8"/>
                        <a:pt x="137039" y="1991"/>
                        <a:pt x="138127" y="5001"/>
                      </a:cubicBezTo>
                      <a:lnTo>
                        <a:pt x="147391" y="32343"/>
                      </a:lnTo>
                      <a:lnTo>
                        <a:pt x="163079" y="37274"/>
                      </a:lnTo>
                      <a:lnTo>
                        <a:pt x="191616" y="26665"/>
                      </a:lnTo>
                      <a:cubicBezTo>
                        <a:pt x="194307" y="25677"/>
                        <a:pt x="197325" y="26316"/>
                        <a:pt x="199386" y="28309"/>
                      </a:cubicBezTo>
                      <a:lnTo>
                        <a:pt x="211189" y="40112"/>
                      </a:lnTo>
                      <a:cubicBezTo>
                        <a:pt x="213182" y="42173"/>
                        <a:pt x="213820" y="45191"/>
                        <a:pt x="212833" y="47882"/>
                      </a:cubicBezTo>
                      <a:lnTo>
                        <a:pt x="202225" y="76419"/>
                      </a:lnTo>
                      <a:lnTo>
                        <a:pt x="207155" y="91361"/>
                      </a:lnTo>
                      <a:lnTo>
                        <a:pt x="234497" y="100624"/>
                      </a:lnTo>
                      <a:cubicBezTo>
                        <a:pt x="237508" y="101712"/>
                        <a:pt x="239491" y="104596"/>
                        <a:pt x="239428" y="107796"/>
                      </a:cubicBezTo>
                      <a:lnTo>
                        <a:pt x="239428" y="129909"/>
                      </a:lnTo>
                      <a:cubicBezTo>
                        <a:pt x="239427" y="133054"/>
                        <a:pt x="237456" y="135861"/>
                        <a:pt x="234497" y="136931"/>
                      </a:cubicBezTo>
                      <a:lnTo>
                        <a:pt x="207155" y="146195"/>
                      </a:lnTo>
                      <a:lnTo>
                        <a:pt x="202225" y="161136"/>
                      </a:lnTo>
                      <a:lnTo>
                        <a:pt x="212833" y="189673"/>
                      </a:lnTo>
                      <a:cubicBezTo>
                        <a:pt x="213810" y="192412"/>
                        <a:pt x="213176" y="195468"/>
                        <a:pt x="211189" y="197592"/>
                      </a:cubicBezTo>
                      <a:lnTo>
                        <a:pt x="199386" y="209246"/>
                      </a:lnTo>
                      <a:cubicBezTo>
                        <a:pt x="197363" y="211308"/>
                        <a:pt x="194301" y="211957"/>
                        <a:pt x="191616" y="210890"/>
                      </a:cubicBezTo>
                      <a:lnTo>
                        <a:pt x="163079" y="200282"/>
                      </a:lnTo>
                      <a:lnTo>
                        <a:pt x="147391" y="205362"/>
                      </a:lnTo>
                      <a:lnTo>
                        <a:pt x="138127" y="232555"/>
                      </a:lnTo>
                      <a:cubicBezTo>
                        <a:pt x="137628" y="236185"/>
                        <a:pt x="134616" y="238948"/>
                        <a:pt x="130955" y="239129"/>
                      </a:cubicBezTo>
                      <a:close/>
                      <a:moveTo>
                        <a:pt x="114221" y="224188"/>
                      </a:moveTo>
                      <a:lnTo>
                        <a:pt x="125726" y="224188"/>
                      </a:lnTo>
                      <a:lnTo>
                        <a:pt x="134541" y="197592"/>
                      </a:lnTo>
                      <a:cubicBezTo>
                        <a:pt x="135300" y="195371"/>
                        <a:pt x="137078" y="193649"/>
                        <a:pt x="139322" y="192961"/>
                      </a:cubicBezTo>
                      <a:lnTo>
                        <a:pt x="160987" y="186088"/>
                      </a:lnTo>
                      <a:cubicBezTo>
                        <a:pt x="162577" y="185491"/>
                        <a:pt x="164328" y="185491"/>
                        <a:pt x="165918" y="186088"/>
                      </a:cubicBezTo>
                      <a:lnTo>
                        <a:pt x="192214" y="195949"/>
                      </a:lnTo>
                      <a:lnTo>
                        <a:pt x="197145" y="191168"/>
                      </a:lnTo>
                      <a:lnTo>
                        <a:pt x="187283" y="164423"/>
                      </a:lnTo>
                      <a:cubicBezTo>
                        <a:pt x="186759" y="162872"/>
                        <a:pt x="186759" y="161193"/>
                        <a:pt x="187283" y="159642"/>
                      </a:cubicBezTo>
                      <a:lnTo>
                        <a:pt x="194306" y="138126"/>
                      </a:lnTo>
                      <a:cubicBezTo>
                        <a:pt x="194995" y="135882"/>
                        <a:pt x="196716" y="134104"/>
                        <a:pt x="198937" y="133345"/>
                      </a:cubicBezTo>
                      <a:lnTo>
                        <a:pt x="224188" y="124530"/>
                      </a:lnTo>
                      <a:lnTo>
                        <a:pt x="224188" y="113025"/>
                      </a:lnTo>
                      <a:lnTo>
                        <a:pt x="198788" y="104658"/>
                      </a:lnTo>
                      <a:cubicBezTo>
                        <a:pt x="196566" y="103899"/>
                        <a:pt x="194845" y="102121"/>
                        <a:pt x="194156" y="99877"/>
                      </a:cubicBezTo>
                      <a:lnTo>
                        <a:pt x="187134" y="78212"/>
                      </a:lnTo>
                      <a:cubicBezTo>
                        <a:pt x="186610" y="76611"/>
                        <a:pt x="186610" y="74884"/>
                        <a:pt x="187134" y="73282"/>
                      </a:cubicBezTo>
                      <a:lnTo>
                        <a:pt x="196995" y="46985"/>
                      </a:lnTo>
                      <a:lnTo>
                        <a:pt x="192065" y="42055"/>
                      </a:lnTo>
                      <a:lnTo>
                        <a:pt x="165768" y="51916"/>
                      </a:lnTo>
                      <a:cubicBezTo>
                        <a:pt x="164166" y="52441"/>
                        <a:pt x="162439" y="52441"/>
                        <a:pt x="160838" y="51916"/>
                      </a:cubicBezTo>
                      <a:lnTo>
                        <a:pt x="139322" y="44894"/>
                      </a:lnTo>
                      <a:cubicBezTo>
                        <a:pt x="136978" y="44195"/>
                        <a:pt x="135167" y="42327"/>
                        <a:pt x="134541" y="39963"/>
                      </a:cubicBezTo>
                      <a:lnTo>
                        <a:pt x="125726" y="15011"/>
                      </a:lnTo>
                      <a:lnTo>
                        <a:pt x="114221" y="15011"/>
                      </a:lnTo>
                      <a:lnTo>
                        <a:pt x="105406" y="40710"/>
                      </a:lnTo>
                      <a:cubicBezTo>
                        <a:pt x="104692" y="42959"/>
                        <a:pt x="102896" y="44699"/>
                        <a:pt x="100625" y="45342"/>
                      </a:cubicBezTo>
                      <a:lnTo>
                        <a:pt x="78811" y="52364"/>
                      </a:lnTo>
                      <a:cubicBezTo>
                        <a:pt x="77260" y="52888"/>
                        <a:pt x="75580" y="52888"/>
                        <a:pt x="74030" y="52364"/>
                      </a:cubicBezTo>
                      <a:lnTo>
                        <a:pt x="47584" y="42503"/>
                      </a:lnTo>
                      <a:lnTo>
                        <a:pt x="42802" y="47434"/>
                      </a:lnTo>
                      <a:lnTo>
                        <a:pt x="52664" y="73730"/>
                      </a:lnTo>
                      <a:cubicBezTo>
                        <a:pt x="53260" y="75320"/>
                        <a:pt x="53260" y="77071"/>
                        <a:pt x="52664" y="78661"/>
                      </a:cubicBezTo>
                      <a:lnTo>
                        <a:pt x="45791" y="100325"/>
                      </a:lnTo>
                      <a:cubicBezTo>
                        <a:pt x="45102" y="102570"/>
                        <a:pt x="43381" y="104348"/>
                        <a:pt x="41159" y="105107"/>
                      </a:cubicBezTo>
                      <a:lnTo>
                        <a:pt x="15012" y="113025"/>
                      </a:lnTo>
                      <a:lnTo>
                        <a:pt x="15012" y="124530"/>
                      </a:lnTo>
                      <a:lnTo>
                        <a:pt x="40860" y="133345"/>
                      </a:lnTo>
                      <a:cubicBezTo>
                        <a:pt x="43082" y="134104"/>
                        <a:pt x="44803" y="135882"/>
                        <a:pt x="45492" y="138126"/>
                      </a:cubicBezTo>
                      <a:lnTo>
                        <a:pt x="52365" y="159941"/>
                      </a:lnTo>
                      <a:cubicBezTo>
                        <a:pt x="52965" y="161478"/>
                        <a:pt x="52965" y="163184"/>
                        <a:pt x="52365" y="164722"/>
                      </a:cubicBezTo>
                      <a:lnTo>
                        <a:pt x="42504" y="191168"/>
                      </a:lnTo>
                      <a:lnTo>
                        <a:pt x="47285" y="195949"/>
                      </a:lnTo>
                      <a:lnTo>
                        <a:pt x="74777" y="186088"/>
                      </a:lnTo>
                      <a:cubicBezTo>
                        <a:pt x="76314" y="185487"/>
                        <a:pt x="78020" y="185487"/>
                        <a:pt x="79558" y="186088"/>
                      </a:cubicBezTo>
                      <a:lnTo>
                        <a:pt x="101372" y="192961"/>
                      </a:lnTo>
                      <a:cubicBezTo>
                        <a:pt x="103616" y="193649"/>
                        <a:pt x="105394" y="195371"/>
                        <a:pt x="106153" y="197592"/>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097" name="Graphic 12">
                <a:extLst>
                  <a:ext uri="{FF2B5EF4-FFF2-40B4-BE49-F238E27FC236}">
                    <a16:creationId xmlns:a16="http://schemas.microsoft.com/office/drawing/2014/main" id="{0D4F2696-5C95-D613-136C-A8B8F476D491}"/>
                  </a:ext>
                  <a:ext uri="{C183D7F6-B498-43B3-948B-1728B52AA6E4}">
                    <adec:decorative xmlns:adec="http://schemas.microsoft.com/office/drawing/2017/decorative" val="1"/>
                  </a:ext>
                </a:extLst>
              </p:cNvPr>
              <p:cNvGrpSpPr>
                <a:grpSpLocks noChangeAspect="1"/>
              </p:cNvGrpSpPr>
              <p:nvPr/>
            </p:nvGrpSpPr>
            <p:grpSpPr>
              <a:xfrm>
                <a:off x="560309" y="2082601"/>
                <a:ext cx="108908" cy="132246"/>
                <a:chOff x="5905281" y="3152587"/>
                <a:chExt cx="381439" cy="463175"/>
              </a:xfrm>
              <a:solidFill>
                <a:schemeClr val="tx1"/>
              </a:solidFill>
            </p:grpSpPr>
            <p:sp>
              <p:nvSpPr>
                <p:cNvPr id="1098" name="Freeform: Shape 5000">
                  <a:extLst>
                    <a:ext uri="{FF2B5EF4-FFF2-40B4-BE49-F238E27FC236}">
                      <a16:creationId xmlns:a16="http://schemas.microsoft.com/office/drawing/2014/main" id="{589FF529-60B5-831C-AB79-0B06D3EB8E4A}"/>
                    </a:ext>
                  </a:extLst>
                </p:cNvPr>
                <p:cNvSpPr/>
                <p:nvPr/>
              </p:nvSpPr>
              <p:spPr>
                <a:xfrm>
                  <a:off x="6059764" y="3419730"/>
                  <a:ext cx="68114" cy="68114"/>
                </a:xfrm>
                <a:custGeom>
                  <a:avLst/>
                  <a:gdLst>
                    <a:gd name="connsiteX0" fmla="*/ 36237 w 68114"/>
                    <a:gd name="connsiteY0" fmla="*/ 72201 h 68113"/>
                    <a:gd name="connsiteX1" fmla="*/ 0 w 68114"/>
                    <a:gd name="connsiteY1" fmla="*/ 36237 h 68113"/>
                    <a:gd name="connsiteX2" fmla="*/ 35965 w 68114"/>
                    <a:gd name="connsiteY2" fmla="*/ 0 h 68113"/>
                    <a:gd name="connsiteX3" fmla="*/ 72201 w 68114"/>
                    <a:gd name="connsiteY3" fmla="*/ 35964 h 68113"/>
                    <a:gd name="connsiteX4" fmla="*/ 72201 w 68114"/>
                    <a:gd name="connsiteY4" fmla="*/ 36237 h 68113"/>
                    <a:gd name="connsiteX5" fmla="*/ 36237 w 68114"/>
                    <a:gd name="connsiteY5" fmla="*/ 72201 h 68113"/>
                    <a:gd name="connsiteX6" fmla="*/ 36237 w 68114"/>
                    <a:gd name="connsiteY6" fmla="*/ 13759 h 68113"/>
                    <a:gd name="connsiteX7" fmla="*/ 13623 w 68114"/>
                    <a:gd name="connsiteY7" fmla="*/ 36101 h 68113"/>
                    <a:gd name="connsiteX8" fmla="*/ 35965 w 68114"/>
                    <a:gd name="connsiteY8" fmla="*/ 58713 h 68113"/>
                    <a:gd name="connsiteX9" fmla="*/ 58578 w 68114"/>
                    <a:gd name="connsiteY9" fmla="*/ 36373 h 68113"/>
                    <a:gd name="connsiteX10" fmla="*/ 58578 w 68114"/>
                    <a:gd name="connsiteY10" fmla="*/ 36237 h 68113"/>
                    <a:gd name="connsiteX11" fmla="*/ 36373 w 68114"/>
                    <a:gd name="connsiteY11" fmla="*/ 13759 h 68113"/>
                    <a:gd name="connsiteX12" fmla="*/ 36237 w 68114"/>
                    <a:gd name="connsiteY12" fmla="*/ 13759 h 6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114" h="68113">
                      <a:moveTo>
                        <a:pt x="36237" y="72201"/>
                      </a:moveTo>
                      <a:cubicBezTo>
                        <a:pt x="16300" y="72276"/>
                        <a:pt x="77" y="56174"/>
                        <a:pt x="0" y="36237"/>
                      </a:cubicBezTo>
                      <a:cubicBezTo>
                        <a:pt x="-75" y="16300"/>
                        <a:pt x="16028" y="77"/>
                        <a:pt x="35965" y="0"/>
                      </a:cubicBezTo>
                      <a:cubicBezTo>
                        <a:pt x="55903" y="-75"/>
                        <a:pt x="72126" y="16027"/>
                        <a:pt x="72201" y="35964"/>
                      </a:cubicBezTo>
                      <a:cubicBezTo>
                        <a:pt x="72201" y="36056"/>
                        <a:pt x="72201" y="36146"/>
                        <a:pt x="72201" y="36237"/>
                      </a:cubicBezTo>
                      <a:cubicBezTo>
                        <a:pt x="72201" y="56099"/>
                        <a:pt x="56099" y="72201"/>
                        <a:pt x="36237" y="72201"/>
                      </a:cubicBezTo>
                      <a:close/>
                      <a:moveTo>
                        <a:pt x="36237" y="13759"/>
                      </a:moveTo>
                      <a:cubicBezTo>
                        <a:pt x="23822" y="13684"/>
                        <a:pt x="13699" y="23686"/>
                        <a:pt x="13623" y="36101"/>
                      </a:cubicBezTo>
                      <a:cubicBezTo>
                        <a:pt x="13548" y="48514"/>
                        <a:pt x="23550" y="58638"/>
                        <a:pt x="35965" y="58713"/>
                      </a:cubicBezTo>
                      <a:cubicBezTo>
                        <a:pt x="48379" y="58789"/>
                        <a:pt x="58502" y="48786"/>
                        <a:pt x="58578" y="36373"/>
                      </a:cubicBezTo>
                      <a:cubicBezTo>
                        <a:pt x="58578" y="36327"/>
                        <a:pt x="58578" y="36282"/>
                        <a:pt x="58578" y="36237"/>
                      </a:cubicBezTo>
                      <a:cubicBezTo>
                        <a:pt x="58653" y="23899"/>
                        <a:pt x="48713" y="13836"/>
                        <a:pt x="36373" y="13759"/>
                      </a:cubicBezTo>
                      <a:cubicBezTo>
                        <a:pt x="36328" y="13759"/>
                        <a:pt x="36282" y="13759"/>
                        <a:pt x="36237" y="13759"/>
                      </a:cubicBezTo>
                      <a:close/>
                    </a:path>
                  </a:pathLst>
                </a:custGeom>
                <a:grpFill/>
                <a:ln w="1360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99" name="Freeform: Shape 5001">
                  <a:extLst>
                    <a:ext uri="{FF2B5EF4-FFF2-40B4-BE49-F238E27FC236}">
                      <a16:creationId xmlns:a16="http://schemas.microsoft.com/office/drawing/2014/main" id="{5B86FACA-B0B6-9DB3-D772-BAAF6EB73B0F}"/>
                    </a:ext>
                  </a:extLst>
                </p:cNvPr>
                <p:cNvSpPr/>
                <p:nvPr/>
              </p:nvSpPr>
              <p:spPr>
                <a:xfrm>
                  <a:off x="5986986" y="3347665"/>
                  <a:ext cx="217965" cy="204342"/>
                </a:xfrm>
                <a:custGeom>
                  <a:avLst/>
                  <a:gdLst>
                    <a:gd name="connsiteX0" fmla="*/ 119095 w 217965"/>
                    <a:gd name="connsiteY0" fmla="*/ 217284 h 204341"/>
                    <a:gd name="connsiteX1" fmla="*/ 98933 w 217965"/>
                    <a:gd name="connsiteY1" fmla="*/ 217284 h 204341"/>
                    <a:gd name="connsiteX2" fmla="*/ 92531 w 217965"/>
                    <a:gd name="connsiteY2" fmla="*/ 212652 h 204341"/>
                    <a:gd name="connsiteX3" fmla="*/ 83948 w 217965"/>
                    <a:gd name="connsiteY3" fmla="*/ 187858 h 204341"/>
                    <a:gd name="connsiteX4" fmla="*/ 69644 w 217965"/>
                    <a:gd name="connsiteY4" fmla="*/ 183227 h 204341"/>
                    <a:gd name="connsiteX5" fmla="*/ 43761 w 217965"/>
                    <a:gd name="connsiteY5" fmla="*/ 192899 h 204341"/>
                    <a:gd name="connsiteX6" fmla="*/ 36541 w 217965"/>
                    <a:gd name="connsiteY6" fmla="*/ 191400 h 204341"/>
                    <a:gd name="connsiteX7" fmla="*/ 25915 w 217965"/>
                    <a:gd name="connsiteY7" fmla="*/ 180774 h 204341"/>
                    <a:gd name="connsiteX8" fmla="*/ 24280 w 217965"/>
                    <a:gd name="connsiteY8" fmla="*/ 173554 h 204341"/>
                    <a:gd name="connsiteX9" fmla="*/ 33952 w 217965"/>
                    <a:gd name="connsiteY9" fmla="*/ 147535 h 204341"/>
                    <a:gd name="connsiteX10" fmla="*/ 29457 w 217965"/>
                    <a:gd name="connsiteY10" fmla="*/ 133912 h 204341"/>
                    <a:gd name="connsiteX11" fmla="*/ 4663 w 217965"/>
                    <a:gd name="connsiteY11" fmla="*/ 125466 h 204341"/>
                    <a:gd name="connsiteX12" fmla="*/ 32 w 217965"/>
                    <a:gd name="connsiteY12" fmla="*/ 118246 h 204341"/>
                    <a:gd name="connsiteX13" fmla="*/ 32 w 217965"/>
                    <a:gd name="connsiteY13" fmla="*/ 98220 h 204341"/>
                    <a:gd name="connsiteX14" fmla="*/ 4663 w 217965"/>
                    <a:gd name="connsiteY14" fmla="*/ 91681 h 204341"/>
                    <a:gd name="connsiteX15" fmla="*/ 29457 w 217965"/>
                    <a:gd name="connsiteY15" fmla="*/ 83235 h 204341"/>
                    <a:gd name="connsiteX16" fmla="*/ 33952 w 217965"/>
                    <a:gd name="connsiteY16" fmla="*/ 68931 h 204341"/>
                    <a:gd name="connsiteX17" fmla="*/ 24280 w 217965"/>
                    <a:gd name="connsiteY17" fmla="*/ 42912 h 204341"/>
                    <a:gd name="connsiteX18" fmla="*/ 25915 w 217965"/>
                    <a:gd name="connsiteY18" fmla="*/ 36509 h 204341"/>
                    <a:gd name="connsiteX19" fmla="*/ 36541 w 217965"/>
                    <a:gd name="connsiteY19" fmla="*/ 25747 h 204341"/>
                    <a:gd name="connsiteX20" fmla="*/ 43761 w 217965"/>
                    <a:gd name="connsiteY20" fmla="*/ 24249 h 204341"/>
                    <a:gd name="connsiteX21" fmla="*/ 69644 w 217965"/>
                    <a:gd name="connsiteY21" fmla="*/ 33921 h 204341"/>
                    <a:gd name="connsiteX22" fmla="*/ 83948 w 217965"/>
                    <a:gd name="connsiteY22" fmla="*/ 29425 h 204341"/>
                    <a:gd name="connsiteX23" fmla="*/ 92531 w 217965"/>
                    <a:gd name="connsiteY23" fmla="*/ 4496 h 204341"/>
                    <a:gd name="connsiteX24" fmla="*/ 98933 w 217965"/>
                    <a:gd name="connsiteY24" fmla="*/ 0 h 204341"/>
                    <a:gd name="connsiteX25" fmla="*/ 119095 w 217965"/>
                    <a:gd name="connsiteY25" fmla="*/ 0 h 204341"/>
                    <a:gd name="connsiteX26" fmla="*/ 125498 w 217965"/>
                    <a:gd name="connsiteY26" fmla="*/ 4496 h 204341"/>
                    <a:gd name="connsiteX27" fmla="*/ 134080 w 217965"/>
                    <a:gd name="connsiteY27" fmla="*/ 29425 h 204341"/>
                    <a:gd name="connsiteX28" fmla="*/ 148384 w 217965"/>
                    <a:gd name="connsiteY28" fmla="*/ 33921 h 204341"/>
                    <a:gd name="connsiteX29" fmla="*/ 174267 w 217965"/>
                    <a:gd name="connsiteY29" fmla="*/ 24249 h 204341"/>
                    <a:gd name="connsiteX30" fmla="*/ 181488 w 217965"/>
                    <a:gd name="connsiteY30" fmla="*/ 25747 h 204341"/>
                    <a:gd name="connsiteX31" fmla="*/ 192113 w 217965"/>
                    <a:gd name="connsiteY31" fmla="*/ 36509 h 204341"/>
                    <a:gd name="connsiteX32" fmla="*/ 193748 w 217965"/>
                    <a:gd name="connsiteY32" fmla="*/ 43593 h 204341"/>
                    <a:gd name="connsiteX33" fmla="*/ 183940 w 217965"/>
                    <a:gd name="connsiteY33" fmla="*/ 69612 h 204341"/>
                    <a:gd name="connsiteX34" fmla="*/ 188571 w 217965"/>
                    <a:gd name="connsiteY34" fmla="*/ 83916 h 204341"/>
                    <a:gd name="connsiteX35" fmla="*/ 213365 w 217965"/>
                    <a:gd name="connsiteY35" fmla="*/ 92363 h 204341"/>
                    <a:gd name="connsiteX36" fmla="*/ 217997 w 217965"/>
                    <a:gd name="connsiteY36" fmla="*/ 98901 h 204341"/>
                    <a:gd name="connsiteX37" fmla="*/ 217997 w 217965"/>
                    <a:gd name="connsiteY37" fmla="*/ 118246 h 204341"/>
                    <a:gd name="connsiteX38" fmla="*/ 213365 w 217965"/>
                    <a:gd name="connsiteY38" fmla="*/ 124649 h 204341"/>
                    <a:gd name="connsiteX39" fmla="*/ 188571 w 217965"/>
                    <a:gd name="connsiteY39" fmla="*/ 133095 h 204341"/>
                    <a:gd name="connsiteX40" fmla="*/ 183940 w 217965"/>
                    <a:gd name="connsiteY40" fmla="*/ 146718 h 204341"/>
                    <a:gd name="connsiteX41" fmla="*/ 193748 w 217965"/>
                    <a:gd name="connsiteY41" fmla="*/ 172737 h 204341"/>
                    <a:gd name="connsiteX42" fmla="*/ 192113 w 217965"/>
                    <a:gd name="connsiteY42" fmla="*/ 179957 h 204341"/>
                    <a:gd name="connsiteX43" fmla="*/ 181488 w 217965"/>
                    <a:gd name="connsiteY43" fmla="*/ 190583 h 204341"/>
                    <a:gd name="connsiteX44" fmla="*/ 174267 w 217965"/>
                    <a:gd name="connsiteY44" fmla="*/ 192081 h 204341"/>
                    <a:gd name="connsiteX45" fmla="*/ 148384 w 217965"/>
                    <a:gd name="connsiteY45" fmla="*/ 182409 h 204341"/>
                    <a:gd name="connsiteX46" fmla="*/ 134080 w 217965"/>
                    <a:gd name="connsiteY46" fmla="*/ 187041 h 204341"/>
                    <a:gd name="connsiteX47" fmla="*/ 125498 w 217965"/>
                    <a:gd name="connsiteY47" fmla="*/ 211834 h 204341"/>
                    <a:gd name="connsiteX48" fmla="*/ 119095 w 217965"/>
                    <a:gd name="connsiteY48" fmla="*/ 217284 h 204341"/>
                    <a:gd name="connsiteX49" fmla="*/ 103837 w 217965"/>
                    <a:gd name="connsiteY49" fmla="*/ 203661 h 204341"/>
                    <a:gd name="connsiteX50" fmla="*/ 114191 w 217965"/>
                    <a:gd name="connsiteY50" fmla="*/ 203661 h 204341"/>
                    <a:gd name="connsiteX51" fmla="*/ 122637 w 217965"/>
                    <a:gd name="connsiteY51" fmla="*/ 180093 h 204341"/>
                    <a:gd name="connsiteX52" fmla="*/ 126996 w 217965"/>
                    <a:gd name="connsiteY52" fmla="*/ 175870 h 204341"/>
                    <a:gd name="connsiteX53" fmla="*/ 146886 w 217965"/>
                    <a:gd name="connsiteY53" fmla="*/ 169604 h 204341"/>
                    <a:gd name="connsiteX54" fmla="*/ 151381 w 217965"/>
                    <a:gd name="connsiteY54" fmla="*/ 169604 h 204341"/>
                    <a:gd name="connsiteX55" fmla="*/ 175357 w 217965"/>
                    <a:gd name="connsiteY55" fmla="*/ 178595 h 204341"/>
                    <a:gd name="connsiteX56" fmla="*/ 179853 w 217965"/>
                    <a:gd name="connsiteY56" fmla="*/ 174236 h 204341"/>
                    <a:gd name="connsiteX57" fmla="*/ 170862 w 217965"/>
                    <a:gd name="connsiteY57" fmla="*/ 150123 h 204341"/>
                    <a:gd name="connsiteX58" fmla="*/ 170862 w 217965"/>
                    <a:gd name="connsiteY58" fmla="*/ 145764 h 204341"/>
                    <a:gd name="connsiteX59" fmla="*/ 177128 w 217965"/>
                    <a:gd name="connsiteY59" fmla="*/ 125875 h 204341"/>
                    <a:gd name="connsiteX60" fmla="*/ 181488 w 217965"/>
                    <a:gd name="connsiteY60" fmla="*/ 121515 h 204341"/>
                    <a:gd name="connsiteX61" fmla="*/ 204374 w 217965"/>
                    <a:gd name="connsiteY61" fmla="*/ 113478 h 204341"/>
                    <a:gd name="connsiteX62" fmla="*/ 204374 w 217965"/>
                    <a:gd name="connsiteY62" fmla="*/ 102988 h 204341"/>
                    <a:gd name="connsiteX63" fmla="*/ 180943 w 217965"/>
                    <a:gd name="connsiteY63" fmla="*/ 94951 h 204341"/>
                    <a:gd name="connsiteX64" fmla="*/ 177128 w 217965"/>
                    <a:gd name="connsiteY64" fmla="*/ 91000 h 204341"/>
                    <a:gd name="connsiteX65" fmla="*/ 170862 w 217965"/>
                    <a:gd name="connsiteY65" fmla="*/ 71247 h 204341"/>
                    <a:gd name="connsiteX66" fmla="*/ 170862 w 217965"/>
                    <a:gd name="connsiteY66" fmla="*/ 66752 h 204341"/>
                    <a:gd name="connsiteX67" fmla="*/ 179853 w 217965"/>
                    <a:gd name="connsiteY67" fmla="*/ 42776 h 204341"/>
                    <a:gd name="connsiteX68" fmla="*/ 175357 w 217965"/>
                    <a:gd name="connsiteY68" fmla="*/ 38280 h 204341"/>
                    <a:gd name="connsiteX69" fmla="*/ 151381 w 217965"/>
                    <a:gd name="connsiteY69" fmla="*/ 47271 h 204341"/>
                    <a:gd name="connsiteX70" fmla="*/ 146886 w 217965"/>
                    <a:gd name="connsiteY70" fmla="*/ 47271 h 204341"/>
                    <a:gd name="connsiteX71" fmla="*/ 126996 w 217965"/>
                    <a:gd name="connsiteY71" fmla="*/ 40868 h 204341"/>
                    <a:gd name="connsiteX72" fmla="*/ 122637 w 217965"/>
                    <a:gd name="connsiteY72" fmla="*/ 36509 h 204341"/>
                    <a:gd name="connsiteX73" fmla="*/ 114599 w 217965"/>
                    <a:gd name="connsiteY73" fmla="*/ 13078 h 204341"/>
                    <a:gd name="connsiteX74" fmla="*/ 104246 w 217965"/>
                    <a:gd name="connsiteY74" fmla="*/ 13078 h 204341"/>
                    <a:gd name="connsiteX75" fmla="*/ 95391 w 217965"/>
                    <a:gd name="connsiteY75" fmla="*/ 36509 h 204341"/>
                    <a:gd name="connsiteX76" fmla="*/ 91032 w 217965"/>
                    <a:gd name="connsiteY76" fmla="*/ 40732 h 204341"/>
                    <a:gd name="connsiteX77" fmla="*/ 71143 w 217965"/>
                    <a:gd name="connsiteY77" fmla="*/ 47135 h 204341"/>
                    <a:gd name="connsiteX78" fmla="*/ 66647 w 217965"/>
                    <a:gd name="connsiteY78" fmla="*/ 47135 h 204341"/>
                    <a:gd name="connsiteX79" fmla="*/ 43080 w 217965"/>
                    <a:gd name="connsiteY79" fmla="*/ 37871 h 204341"/>
                    <a:gd name="connsiteX80" fmla="*/ 38584 w 217965"/>
                    <a:gd name="connsiteY80" fmla="*/ 42367 h 204341"/>
                    <a:gd name="connsiteX81" fmla="*/ 47575 w 217965"/>
                    <a:gd name="connsiteY81" fmla="*/ 66343 h 204341"/>
                    <a:gd name="connsiteX82" fmla="*/ 47575 w 217965"/>
                    <a:gd name="connsiteY82" fmla="*/ 70839 h 204341"/>
                    <a:gd name="connsiteX83" fmla="*/ 40900 w 217965"/>
                    <a:gd name="connsiteY83" fmla="*/ 91000 h 204341"/>
                    <a:gd name="connsiteX84" fmla="*/ 36541 w 217965"/>
                    <a:gd name="connsiteY84" fmla="*/ 95360 h 204341"/>
                    <a:gd name="connsiteX85" fmla="*/ 13654 w 217965"/>
                    <a:gd name="connsiteY85" fmla="*/ 102988 h 204341"/>
                    <a:gd name="connsiteX86" fmla="*/ 13654 w 217965"/>
                    <a:gd name="connsiteY86" fmla="*/ 113478 h 204341"/>
                    <a:gd name="connsiteX87" fmla="*/ 37086 w 217965"/>
                    <a:gd name="connsiteY87" fmla="*/ 121515 h 204341"/>
                    <a:gd name="connsiteX88" fmla="*/ 41445 w 217965"/>
                    <a:gd name="connsiteY88" fmla="*/ 125875 h 204341"/>
                    <a:gd name="connsiteX89" fmla="*/ 47711 w 217965"/>
                    <a:gd name="connsiteY89" fmla="*/ 145491 h 204341"/>
                    <a:gd name="connsiteX90" fmla="*/ 47711 w 217965"/>
                    <a:gd name="connsiteY90" fmla="*/ 149851 h 204341"/>
                    <a:gd name="connsiteX91" fmla="*/ 38720 w 217965"/>
                    <a:gd name="connsiteY91" fmla="*/ 173963 h 204341"/>
                    <a:gd name="connsiteX92" fmla="*/ 43216 w 217965"/>
                    <a:gd name="connsiteY92" fmla="*/ 178322 h 204341"/>
                    <a:gd name="connsiteX93" fmla="*/ 67192 w 217965"/>
                    <a:gd name="connsiteY93" fmla="*/ 169331 h 204341"/>
                    <a:gd name="connsiteX94" fmla="*/ 71688 w 217965"/>
                    <a:gd name="connsiteY94" fmla="*/ 169331 h 204341"/>
                    <a:gd name="connsiteX95" fmla="*/ 91577 w 217965"/>
                    <a:gd name="connsiteY95" fmla="*/ 175598 h 204341"/>
                    <a:gd name="connsiteX96" fmla="*/ 95936 w 217965"/>
                    <a:gd name="connsiteY96" fmla="*/ 179821 h 204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217965" h="204341">
                      <a:moveTo>
                        <a:pt x="119095" y="217284"/>
                      </a:moveTo>
                      <a:lnTo>
                        <a:pt x="98933" y="217284"/>
                      </a:lnTo>
                      <a:cubicBezTo>
                        <a:pt x="96044" y="217222"/>
                        <a:pt x="93494" y="215378"/>
                        <a:pt x="92531" y="212652"/>
                      </a:cubicBezTo>
                      <a:lnTo>
                        <a:pt x="83948" y="187858"/>
                      </a:lnTo>
                      <a:lnTo>
                        <a:pt x="69644" y="183227"/>
                      </a:lnTo>
                      <a:lnTo>
                        <a:pt x="43761" y="192899"/>
                      </a:lnTo>
                      <a:cubicBezTo>
                        <a:pt x="41272" y="193895"/>
                        <a:pt x="38428" y="193305"/>
                        <a:pt x="36541" y="191400"/>
                      </a:cubicBezTo>
                      <a:lnTo>
                        <a:pt x="25915" y="180774"/>
                      </a:lnTo>
                      <a:cubicBezTo>
                        <a:pt x="23996" y="178900"/>
                        <a:pt x="23356" y="176073"/>
                        <a:pt x="24280" y="173554"/>
                      </a:cubicBezTo>
                      <a:lnTo>
                        <a:pt x="33952" y="147535"/>
                      </a:lnTo>
                      <a:lnTo>
                        <a:pt x="29457" y="133912"/>
                      </a:lnTo>
                      <a:lnTo>
                        <a:pt x="4663" y="125466"/>
                      </a:lnTo>
                      <a:cubicBezTo>
                        <a:pt x="1641" y="124413"/>
                        <a:pt x="-272" y="121432"/>
                        <a:pt x="32" y="118246"/>
                      </a:cubicBezTo>
                      <a:lnTo>
                        <a:pt x="32" y="98220"/>
                      </a:lnTo>
                      <a:cubicBezTo>
                        <a:pt x="36" y="95281"/>
                        <a:pt x="1891" y="92661"/>
                        <a:pt x="4663" y="91681"/>
                      </a:cubicBezTo>
                      <a:lnTo>
                        <a:pt x="29457" y="83235"/>
                      </a:lnTo>
                      <a:lnTo>
                        <a:pt x="33952" y="68931"/>
                      </a:lnTo>
                      <a:lnTo>
                        <a:pt x="24280" y="42912"/>
                      </a:lnTo>
                      <a:cubicBezTo>
                        <a:pt x="23627" y="40640"/>
                        <a:pt x="24252" y="38190"/>
                        <a:pt x="25915" y="36509"/>
                      </a:cubicBezTo>
                      <a:lnTo>
                        <a:pt x="36541" y="25747"/>
                      </a:lnTo>
                      <a:cubicBezTo>
                        <a:pt x="38462" y="23907"/>
                        <a:pt x="41266" y="23325"/>
                        <a:pt x="43761" y="24249"/>
                      </a:cubicBezTo>
                      <a:lnTo>
                        <a:pt x="69644" y="33921"/>
                      </a:lnTo>
                      <a:lnTo>
                        <a:pt x="83948" y="29425"/>
                      </a:lnTo>
                      <a:lnTo>
                        <a:pt x="92531" y="4496"/>
                      </a:lnTo>
                      <a:cubicBezTo>
                        <a:pt x="93506" y="1798"/>
                        <a:pt x="96066" y="1"/>
                        <a:pt x="98933" y="0"/>
                      </a:cubicBezTo>
                      <a:lnTo>
                        <a:pt x="119095" y="0"/>
                      </a:lnTo>
                      <a:cubicBezTo>
                        <a:pt x="121963" y="1"/>
                        <a:pt x="124522" y="1798"/>
                        <a:pt x="125498" y="4496"/>
                      </a:cubicBezTo>
                      <a:lnTo>
                        <a:pt x="134080" y="29425"/>
                      </a:lnTo>
                      <a:lnTo>
                        <a:pt x="148384" y="33921"/>
                      </a:lnTo>
                      <a:lnTo>
                        <a:pt x="174267" y="24249"/>
                      </a:lnTo>
                      <a:cubicBezTo>
                        <a:pt x="176765" y="23358"/>
                        <a:pt x="179550" y="23935"/>
                        <a:pt x="181488" y="25747"/>
                      </a:cubicBezTo>
                      <a:lnTo>
                        <a:pt x="192113" y="36509"/>
                      </a:lnTo>
                      <a:cubicBezTo>
                        <a:pt x="193978" y="38358"/>
                        <a:pt x="194614" y="41114"/>
                        <a:pt x="193748" y="43593"/>
                      </a:cubicBezTo>
                      <a:lnTo>
                        <a:pt x="183940" y="69612"/>
                      </a:lnTo>
                      <a:lnTo>
                        <a:pt x="188571" y="83916"/>
                      </a:lnTo>
                      <a:lnTo>
                        <a:pt x="213365" y="92363"/>
                      </a:lnTo>
                      <a:cubicBezTo>
                        <a:pt x="216137" y="93342"/>
                        <a:pt x="217991" y="95962"/>
                        <a:pt x="217997" y="98901"/>
                      </a:cubicBezTo>
                      <a:lnTo>
                        <a:pt x="217997" y="118246"/>
                      </a:lnTo>
                      <a:cubicBezTo>
                        <a:pt x="217935" y="121135"/>
                        <a:pt x="216091" y="123685"/>
                        <a:pt x="213365" y="124649"/>
                      </a:cubicBezTo>
                      <a:lnTo>
                        <a:pt x="188571" y="133095"/>
                      </a:lnTo>
                      <a:lnTo>
                        <a:pt x="183940" y="146718"/>
                      </a:lnTo>
                      <a:lnTo>
                        <a:pt x="193748" y="172737"/>
                      </a:lnTo>
                      <a:cubicBezTo>
                        <a:pt x="194604" y="175260"/>
                        <a:pt x="193973" y="178049"/>
                        <a:pt x="192113" y="179957"/>
                      </a:cubicBezTo>
                      <a:lnTo>
                        <a:pt x="181488" y="190583"/>
                      </a:lnTo>
                      <a:cubicBezTo>
                        <a:pt x="179583" y="192455"/>
                        <a:pt x="176760" y="193040"/>
                        <a:pt x="174267" y="192081"/>
                      </a:cubicBezTo>
                      <a:lnTo>
                        <a:pt x="148384" y="182409"/>
                      </a:lnTo>
                      <a:lnTo>
                        <a:pt x="134080" y="187041"/>
                      </a:lnTo>
                      <a:lnTo>
                        <a:pt x="125498" y="211834"/>
                      </a:lnTo>
                      <a:cubicBezTo>
                        <a:pt x="124829" y="214883"/>
                        <a:pt x="122211" y="217111"/>
                        <a:pt x="119095" y="217284"/>
                      </a:cubicBezTo>
                      <a:close/>
                      <a:moveTo>
                        <a:pt x="103837" y="203661"/>
                      </a:moveTo>
                      <a:lnTo>
                        <a:pt x="114191" y="203661"/>
                      </a:lnTo>
                      <a:lnTo>
                        <a:pt x="122637" y="180093"/>
                      </a:lnTo>
                      <a:cubicBezTo>
                        <a:pt x="123329" y="178068"/>
                        <a:pt x="124950" y="176498"/>
                        <a:pt x="126996" y="175870"/>
                      </a:cubicBezTo>
                      <a:lnTo>
                        <a:pt x="146886" y="169604"/>
                      </a:lnTo>
                      <a:cubicBezTo>
                        <a:pt x="148335" y="169060"/>
                        <a:pt x="149932" y="169060"/>
                        <a:pt x="151381" y="169604"/>
                      </a:cubicBezTo>
                      <a:lnTo>
                        <a:pt x="175357" y="178595"/>
                      </a:lnTo>
                      <a:lnTo>
                        <a:pt x="179853" y="174236"/>
                      </a:lnTo>
                      <a:lnTo>
                        <a:pt x="170862" y="150123"/>
                      </a:lnTo>
                      <a:cubicBezTo>
                        <a:pt x="170314" y="148721"/>
                        <a:pt x="170314" y="147166"/>
                        <a:pt x="170862" y="145764"/>
                      </a:cubicBezTo>
                      <a:lnTo>
                        <a:pt x="177128" y="125875"/>
                      </a:lnTo>
                      <a:cubicBezTo>
                        <a:pt x="177822" y="123822"/>
                        <a:pt x="179435" y="122209"/>
                        <a:pt x="181488" y="121515"/>
                      </a:cubicBezTo>
                      <a:lnTo>
                        <a:pt x="204374" y="113478"/>
                      </a:lnTo>
                      <a:lnTo>
                        <a:pt x="204374" y="102988"/>
                      </a:lnTo>
                      <a:lnTo>
                        <a:pt x="180943" y="94951"/>
                      </a:lnTo>
                      <a:cubicBezTo>
                        <a:pt x="179183" y="94214"/>
                        <a:pt x="177803" y="92785"/>
                        <a:pt x="177128" y="91000"/>
                      </a:cubicBezTo>
                      <a:lnTo>
                        <a:pt x="170862" y="71247"/>
                      </a:lnTo>
                      <a:cubicBezTo>
                        <a:pt x="170318" y="69798"/>
                        <a:pt x="170318" y="68201"/>
                        <a:pt x="170862" y="66752"/>
                      </a:cubicBezTo>
                      <a:lnTo>
                        <a:pt x="179853" y="42776"/>
                      </a:lnTo>
                      <a:lnTo>
                        <a:pt x="175357" y="38280"/>
                      </a:lnTo>
                      <a:lnTo>
                        <a:pt x="151381" y="47271"/>
                      </a:lnTo>
                      <a:cubicBezTo>
                        <a:pt x="149921" y="47749"/>
                        <a:pt x="148346" y="47749"/>
                        <a:pt x="146886" y="47271"/>
                      </a:cubicBezTo>
                      <a:lnTo>
                        <a:pt x="126996" y="40868"/>
                      </a:lnTo>
                      <a:cubicBezTo>
                        <a:pt x="124919" y="40213"/>
                        <a:pt x="123292" y="38587"/>
                        <a:pt x="122637" y="36509"/>
                      </a:cubicBezTo>
                      <a:lnTo>
                        <a:pt x="114599" y="13078"/>
                      </a:lnTo>
                      <a:lnTo>
                        <a:pt x="104246" y="13078"/>
                      </a:lnTo>
                      <a:lnTo>
                        <a:pt x="95391" y="36509"/>
                      </a:lnTo>
                      <a:cubicBezTo>
                        <a:pt x="94699" y="38535"/>
                        <a:pt x="93078" y="40104"/>
                        <a:pt x="91032" y="40732"/>
                      </a:cubicBezTo>
                      <a:lnTo>
                        <a:pt x="71143" y="47135"/>
                      </a:lnTo>
                      <a:cubicBezTo>
                        <a:pt x="69682" y="47613"/>
                        <a:pt x="68108" y="47613"/>
                        <a:pt x="66647" y="47135"/>
                      </a:cubicBezTo>
                      <a:lnTo>
                        <a:pt x="43080" y="37871"/>
                      </a:lnTo>
                      <a:lnTo>
                        <a:pt x="38584" y="42367"/>
                      </a:lnTo>
                      <a:lnTo>
                        <a:pt x="47575" y="66343"/>
                      </a:lnTo>
                      <a:cubicBezTo>
                        <a:pt x="48054" y="67803"/>
                        <a:pt x="48054" y="69378"/>
                        <a:pt x="47575" y="70839"/>
                      </a:cubicBezTo>
                      <a:lnTo>
                        <a:pt x="40900" y="91000"/>
                      </a:lnTo>
                      <a:cubicBezTo>
                        <a:pt x="40206" y="93053"/>
                        <a:pt x="38594" y="94666"/>
                        <a:pt x="36541" y="95360"/>
                      </a:cubicBezTo>
                      <a:lnTo>
                        <a:pt x="13654" y="102988"/>
                      </a:lnTo>
                      <a:lnTo>
                        <a:pt x="13654" y="113478"/>
                      </a:lnTo>
                      <a:lnTo>
                        <a:pt x="37086" y="121515"/>
                      </a:lnTo>
                      <a:cubicBezTo>
                        <a:pt x="39139" y="122209"/>
                        <a:pt x="40751" y="123822"/>
                        <a:pt x="41445" y="125875"/>
                      </a:cubicBezTo>
                      <a:lnTo>
                        <a:pt x="47711" y="145491"/>
                      </a:lnTo>
                      <a:cubicBezTo>
                        <a:pt x="48189" y="146905"/>
                        <a:pt x="48189" y="148437"/>
                        <a:pt x="47711" y="149851"/>
                      </a:cubicBezTo>
                      <a:lnTo>
                        <a:pt x="38720" y="173963"/>
                      </a:lnTo>
                      <a:lnTo>
                        <a:pt x="43216" y="178322"/>
                      </a:lnTo>
                      <a:lnTo>
                        <a:pt x="67192" y="169331"/>
                      </a:lnTo>
                      <a:cubicBezTo>
                        <a:pt x="68642" y="168788"/>
                        <a:pt x="70238" y="168788"/>
                        <a:pt x="71688" y="169331"/>
                      </a:cubicBezTo>
                      <a:lnTo>
                        <a:pt x="91577" y="175598"/>
                      </a:lnTo>
                      <a:cubicBezTo>
                        <a:pt x="93623" y="176226"/>
                        <a:pt x="95244" y="177795"/>
                        <a:pt x="95936" y="179821"/>
                      </a:cubicBezTo>
                      <a:close/>
                    </a:path>
                  </a:pathLst>
                </a:custGeom>
                <a:grpFill/>
                <a:ln w="1360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00" name="Freeform: Shape 5002">
                  <a:extLst>
                    <a:ext uri="{FF2B5EF4-FFF2-40B4-BE49-F238E27FC236}">
                      <a16:creationId xmlns:a16="http://schemas.microsoft.com/office/drawing/2014/main" id="{DFBD72C8-E516-62F0-5FC7-6F4CA896B810}"/>
                    </a:ext>
                  </a:extLst>
                </p:cNvPr>
                <p:cNvSpPr/>
                <p:nvPr/>
              </p:nvSpPr>
              <p:spPr>
                <a:xfrm>
                  <a:off x="5905281" y="3152587"/>
                  <a:ext cx="381439" cy="463175"/>
                </a:xfrm>
                <a:custGeom>
                  <a:avLst/>
                  <a:gdLst>
                    <a:gd name="connsiteX0" fmla="*/ 371631 w 381439"/>
                    <a:gd name="connsiteY0" fmla="*/ 166743 h 463175"/>
                    <a:gd name="connsiteX1" fmla="*/ 370405 w 381439"/>
                    <a:gd name="connsiteY1" fmla="*/ 165245 h 463175"/>
                    <a:gd name="connsiteX2" fmla="*/ 367135 w 381439"/>
                    <a:gd name="connsiteY2" fmla="*/ 161294 h 463175"/>
                    <a:gd name="connsiteX3" fmla="*/ 217965 w 381439"/>
                    <a:gd name="connsiteY3" fmla="*/ 13623 h 463175"/>
                    <a:gd name="connsiteX4" fmla="*/ 216194 w 381439"/>
                    <a:gd name="connsiteY4" fmla="*/ 12261 h 463175"/>
                    <a:gd name="connsiteX5" fmla="*/ 214287 w 381439"/>
                    <a:gd name="connsiteY5" fmla="*/ 10626 h 463175"/>
                    <a:gd name="connsiteX6" fmla="*/ 184589 w 381439"/>
                    <a:gd name="connsiteY6" fmla="*/ 0 h 463175"/>
                    <a:gd name="connsiteX7" fmla="*/ 33785 w 381439"/>
                    <a:gd name="connsiteY7" fmla="*/ 0 h 463175"/>
                    <a:gd name="connsiteX8" fmla="*/ 0 w 381439"/>
                    <a:gd name="connsiteY8" fmla="*/ 33512 h 463175"/>
                    <a:gd name="connsiteX9" fmla="*/ 0 w 381439"/>
                    <a:gd name="connsiteY9" fmla="*/ 33512 h 463175"/>
                    <a:gd name="connsiteX10" fmla="*/ 0 w 381439"/>
                    <a:gd name="connsiteY10" fmla="*/ 429663 h 463175"/>
                    <a:gd name="connsiteX11" fmla="*/ 33784 w 381439"/>
                    <a:gd name="connsiteY11" fmla="*/ 463175 h 463175"/>
                    <a:gd name="connsiteX12" fmla="*/ 33785 w 381439"/>
                    <a:gd name="connsiteY12" fmla="*/ 463175 h 463175"/>
                    <a:gd name="connsiteX13" fmla="*/ 347109 w 381439"/>
                    <a:gd name="connsiteY13" fmla="*/ 463175 h 463175"/>
                    <a:gd name="connsiteX14" fmla="*/ 381432 w 381439"/>
                    <a:gd name="connsiteY14" fmla="*/ 430215 h 463175"/>
                    <a:gd name="connsiteX15" fmla="*/ 381439 w 381439"/>
                    <a:gd name="connsiteY15" fmla="*/ 429663 h 463175"/>
                    <a:gd name="connsiteX16" fmla="*/ 381439 w 381439"/>
                    <a:gd name="connsiteY16" fmla="*/ 195079 h 463175"/>
                    <a:gd name="connsiteX17" fmla="*/ 371631 w 381439"/>
                    <a:gd name="connsiteY17" fmla="*/ 166743 h 463175"/>
                    <a:gd name="connsiteX18" fmla="*/ 349970 w 381439"/>
                    <a:gd name="connsiteY18" fmla="*/ 163474 h 463175"/>
                    <a:gd name="connsiteX19" fmla="*/ 251886 w 381439"/>
                    <a:gd name="connsiteY19" fmla="*/ 163474 h 463175"/>
                    <a:gd name="connsiteX20" fmla="*/ 217965 w 381439"/>
                    <a:gd name="connsiteY20" fmla="*/ 129417 h 463175"/>
                    <a:gd name="connsiteX21" fmla="*/ 217965 w 381439"/>
                    <a:gd name="connsiteY21" fmla="*/ 32695 h 463175"/>
                    <a:gd name="connsiteX22" fmla="*/ 367816 w 381439"/>
                    <a:gd name="connsiteY22" fmla="*/ 429663 h 463175"/>
                    <a:gd name="connsiteX23" fmla="*/ 347657 w 381439"/>
                    <a:gd name="connsiteY23" fmla="*/ 449554 h 463175"/>
                    <a:gd name="connsiteX24" fmla="*/ 347518 w 381439"/>
                    <a:gd name="connsiteY24" fmla="*/ 449553 h 463175"/>
                    <a:gd name="connsiteX25" fmla="*/ 34193 w 381439"/>
                    <a:gd name="connsiteY25" fmla="*/ 449553 h 463175"/>
                    <a:gd name="connsiteX26" fmla="*/ 13630 w 381439"/>
                    <a:gd name="connsiteY26" fmla="*/ 430080 h 463175"/>
                    <a:gd name="connsiteX27" fmla="*/ 13623 w 381439"/>
                    <a:gd name="connsiteY27" fmla="*/ 429663 h 463175"/>
                    <a:gd name="connsiteX28" fmla="*/ 13623 w 381439"/>
                    <a:gd name="connsiteY28" fmla="*/ 33512 h 463175"/>
                    <a:gd name="connsiteX29" fmla="*/ 33784 w 381439"/>
                    <a:gd name="connsiteY29" fmla="*/ 13623 h 463175"/>
                    <a:gd name="connsiteX30" fmla="*/ 33785 w 381439"/>
                    <a:gd name="connsiteY30" fmla="*/ 13623 h 463175"/>
                    <a:gd name="connsiteX31" fmla="*/ 184589 w 381439"/>
                    <a:gd name="connsiteY31" fmla="*/ 13623 h 463175"/>
                    <a:gd name="connsiteX32" fmla="*/ 204342 w 381439"/>
                    <a:gd name="connsiteY32" fmla="*/ 19890 h 463175"/>
                    <a:gd name="connsiteX33" fmla="*/ 204342 w 381439"/>
                    <a:gd name="connsiteY33" fmla="*/ 128872 h 463175"/>
                    <a:gd name="connsiteX34" fmla="*/ 252022 w 381439"/>
                    <a:gd name="connsiteY34" fmla="*/ 176552 h 463175"/>
                    <a:gd name="connsiteX35" fmla="*/ 362367 w 381439"/>
                    <a:gd name="connsiteY35" fmla="*/ 176552 h 463175"/>
                    <a:gd name="connsiteX36" fmla="*/ 367816 w 381439"/>
                    <a:gd name="connsiteY36" fmla="*/ 195079 h 46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1439" h="463175">
                      <a:moveTo>
                        <a:pt x="371631" y="166743"/>
                      </a:moveTo>
                      <a:cubicBezTo>
                        <a:pt x="371298" y="166186"/>
                        <a:pt x="370885" y="165681"/>
                        <a:pt x="370405" y="165245"/>
                      </a:cubicBezTo>
                      <a:cubicBezTo>
                        <a:pt x="369424" y="163842"/>
                        <a:pt x="368331" y="162520"/>
                        <a:pt x="367135" y="161294"/>
                      </a:cubicBezTo>
                      <a:lnTo>
                        <a:pt x="217965" y="13623"/>
                      </a:lnTo>
                      <a:lnTo>
                        <a:pt x="216194" y="12261"/>
                      </a:lnTo>
                      <a:cubicBezTo>
                        <a:pt x="215659" y="11609"/>
                        <a:pt x="215013" y="11055"/>
                        <a:pt x="214287" y="10626"/>
                      </a:cubicBezTo>
                      <a:cubicBezTo>
                        <a:pt x="205902" y="3779"/>
                        <a:pt x="195415" y="27"/>
                        <a:pt x="184589" y="0"/>
                      </a:cubicBezTo>
                      <a:lnTo>
                        <a:pt x="33785" y="0"/>
                      </a:lnTo>
                      <a:cubicBezTo>
                        <a:pt x="15201" y="-75"/>
                        <a:pt x="75" y="14929"/>
                        <a:pt x="0" y="33512"/>
                      </a:cubicBezTo>
                      <a:cubicBezTo>
                        <a:pt x="0" y="33512"/>
                        <a:pt x="0" y="33512"/>
                        <a:pt x="0" y="33512"/>
                      </a:cubicBezTo>
                      <a:lnTo>
                        <a:pt x="0" y="429663"/>
                      </a:lnTo>
                      <a:cubicBezTo>
                        <a:pt x="75" y="448246"/>
                        <a:pt x="15201" y="463250"/>
                        <a:pt x="33784" y="463175"/>
                      </a:cubicBezTo>
                      <a:cubicBezTo>
                        <a:pt x="33784" y="463175"/>
                        <a:pt x="33784" y="463175"/>
                        <a:pt x="33785" y="463175"/>
                      </a:cubicBezTo>
                      <a:lnTo>
                        <a:pt x="347109" y="463175"/>
                      </a:lnTo>
                      <a:cubicBezTo>
                        <a:pt x="365690" y="463551"/>
                        <a:pt x="381056" y="448795"/>
                        <a:pt x="381432" y="430215"/>
                      </a:cubicBezTo>
                      <a:cubicBezTo>
                        <a:pt x="381436" y="430031"/>
                        <a:pt x="381438" y="429847"/>
                        <a:pt x="381439" y="429663"/>
                      </a:cubicBezTo>
                      <a:lnTo>
                        <a:pt x="381439" y="195079"/>
                      </a:lnTo>
                      <a:cubicBezTo>
                        <a:pt x="381322" y="184821"/>
                        <a:pt x="377879" y="174879"/>
                        <a:pt x="371631" y="166743"/>
                      </a:cubicBezTo>
                      <a:close/>
                      <a:moveTo>
                        <a:pt x="349970" y="163474"/>
                      </a:moveTo>
                      <a:lnTo>
                        <a:pt x="251886" y="163474"/>
                      </a:lnTo>
                      <a:cubicBezTo>
                        <a:pt x="233130" y="163399"/>
                        <a:pt x="217965" y="148173"/>
                        <a:pt x="217965" y="129417"/>
                      </a:cubicBezTo>
                      <a:lnTo>
                        <a:pt x="217965" y="32695"/>
                      </a:lnTo>
                      <a:close/>
                      <a:moveTo>
                        <a:pt x="367816" y="429663"/>
                      </a:moveTo>
                      <a:cubicBezTo>
                        <a:pt x="367743" y="440722"/>
                        <a:pt x="358716" y="449629"/>
                        <a:pt x="347657" y="449554"/>
                      </a:cubicBezTo>
                      <a:cubicBezTo>
                        <a:pt x="347611" y="449554"/>
                        <a:pt x="347564" y="449553"/>
                        <a:pt x="347518" y="449553"/>
                      </a:cubicBezTo>
                      <a:lnTo>
                        <a:pt x="34193" y="449553"/>
                      </a:lnTo>
                      <a:cubicBezTo>
                        <a:pt x="23138" y="449854"/>
                        <a:pt x="13931" y="441135"/>
                        <a:pt x="13630" y="430080"/>
                      </a:cubicBezTo>
                      <a:cubicBezTo>
                        <a:pt x="13626" y="429941"/>
                        <a:pt x="13624" y="429802"/>
                        <a:pt x="13623" y="429663"/>
                      </a:cubicBezTo>
                      <a:lnTo>
                        <a:pt x="13623" y="33512"/>
                      </a:lnTo>
                      <a:cubicBezTo>
                        <a:pt x="13698" y="22453"/>
                        <a:pt x="22724" y="13548"/>
                        <a:pt x="33784" y="13623"/>
                      </a:cubicBezTo>
                      <a:cubicBezTo>
                        <a:pt x="33784" y="13623"/>
                        <a:pt x="33784" y="13623"/>
                        <a:pt x="33785" y="13623"/>
                      </a:cubicBezTo>
                      <a:lnTo>
                        <a:pt x="184589" y="13623"/>
                      </a:lnTo>
                      <a:cubicBezTo>
                        <a:pt x="191662" y="13627"/>
                        <a:pt x="198561" y="15816"/>
                        <a:pt x="204342" y="19890"/>
                      </a:cubicBezTo>
                      <a:lnTo>
                        <a:pt x="204342" y="128872"/>
                      </a:lnTo>
                      <a:cubicBezTo>
                        <a:pt x="204342" y="155205"/>
                        <a:pt x="225689" y="176552"/>
                        <a:pt x="252022" y="176552"/>
                      </a:cubicBezTo>
                      <a:lnTo>
                        <a:pt x="362367" y="176552"/>
                      </a:lnTo>
                      <a:cubicBezTo>
                        <a:pt x="365947" y="182066"/>
                        <a:pt x="367841" y="188504"/>
                        <a:pt x="367816" y="195079"/>
                      </a:cubicBezTo>
                      <a:close/>
                    </a:path>
                  </a:pathLst>
                </a:custGeom>
                <a:grpFill/>
                <a:ln w="1360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01" name="Graphic 4">
                <a:extLst>
                  <a:ext uri="{FF2B5EF4-FFF2-40B4-BE49-F238E27FC236}">
                    <a16:creationId xmlns:a16="http://schemas.microsoft.com/office/drawing/2014/main" id="{3F621F24-A569-575C-D13E-CF2869C320CD}"/>
                  </a:ext>
                  <a:ext uri="{C183D7F6-B498-43B3-948B-1728B52AA6E4}">
                    <adec:decorative xmlns:adec="http://schemas.microsoft.com/office/drawing/2017/decorative" val="1"/>
                  </a:ext>
                </a:extLst>
              </p:cNvPr>
              <p:cNvGrpSpPr>
                <a:grpSpLocks noChangeAspect="1"/>
              </p:cNvGrpSpPr>
              <p:nvPr/>
            </p:nvGrpSpPr>
            <p:grpSpPr>
              <a:xfrm>
                <a:off x="822402" y="2086035"/>
                <a:ext cx="103254" cy="125379"/>
                <a:chOff x="5905500" y="3152587"/>
                <a:chExt cx="381000" cy="462642"/>
              </a:xfrm>
              <a:solidFill>
                <a:schemeClr val="tx1"/>
              </a:solidFill>
            </p:grpSpPr>
            <p:sp>
              <p:nvSpPr>
                <p:cNvPr id="1102" name="Freeform: Shape 5004">
                  <a:extLst>
                    <a:ext uri="{FF2B5EF4-FFF2-40B4-BE49-F238E27FC236}">
                      <a16:creationId xmlns:a16="http://schemas.microsoft.com/office/drawing/2014/main" id="{AFB4C62E-16A8-3117-112A-2FB5683B515E}"/>
                    </a:ext>
                  </a:extLst>
                </p:cNvPr>
                <p:cNvSpPr/>
                <p:nvPr/>
              </p:nvSpPr>
              <p:spPr>
                <a:xfrm>
                  <a:off x="6028645" y="3356013"/>
                  <a:ext cx="136071" cy="136071"/>
                </a:xfrm>
                <a:custGeom>
                  <a:avLst/>
                  <a:gdLst>
                    <a:gd name="connsiteX0" fmla="*/ 132670 w 136071"/>
                    <a:gd name="connsiteY0" fmla="*/ 2041 h 136071"/>
                    <a:gd name="connsiteX1" fmla="*/ 123145 w 136071"/>
                    <a:gd name="connsiteY1" fmla="*/ 2041 h 136071"/>
                    <a:gd name="connsiteX2" fmla="*/ 67355 w 136071"/>
                    <a:gd name="connsiteY2" fmla="*/ 59191 h 136071"/>
                    <a:gd name="connsiteX3" fmla="*/ 11566 w 136071"/>
                    <a:gd name="connsiteY3" fmla="*/ 3402 h 136071"/>
                    <a:gd name="connsiteX4" fmla="*/ 2041 w 136071"/>
                    <a:gd name="connsiteY4" fmla="*/ 3402 h 136071"/>
                    <a:gd name="connsiteX5" fmla="*/ 2041 w 136071"/>
                    <a:gd name="connsiteY5" fmla="*/ 12927 h 136071"/>
                    <a:gd name="connsiteX6" fmla="*/ 57830 w 136071"/>
                    <a:gd name="connsiteY6" fmla="*/ 68716 h 136071"/>
                    <a:gd name="connsiteX7" fmla="*/ 2041 w 136071"/>
                    <a:gd name="connsiteY7" fmla="*/ 124505 h 136071"/>
                    <a:gd name="connsiteX8" fmla="*/ 2041 w 136071"/>
                    <a:gd name="connsiteY8" fmla="*/ 134030 h 136071"/>
                    <a:gd name="connsiteX9" fmla="*/ 6123 w 136071"/>
                    <a:gd name="connsiteY9" fmla="*/ 136752 h 136071"/>
                    <a:gd name="connsiteX10" fmla="*/ 11566 w 136071"/>
                    <a:gd name="connsiteY10" fmla="*/ 135391 h 136071"/>
                    <a:gd name="connsiteX11" fmla="*/ 67355 w 136071"/>
                    <a:gd name="connsiteY11" fmla="*/ 79602 h 136071"/>
                    <a:gd name="connsiteX12" fmla="*/ 123145 w 136071"/>
                    <a:gd name="connsiteY12" fmla="*/ 135391 h 136071"/>
                    <a:gd name="connsiteX13" fmla="*/ 128588 w 136071"/>
                    <a:gd name="connsiteY13" fmla="*/ 136752 h 136071"/>
                    <a:gd name="connsiteX14" fmla="*/ 134030 w 136071"/>
                    <a:gd name="connsiteY14" fmla="*/ 135391 h 136071"/>
                    <a:gd name="connsiteX15" fmla="*/ 134030 w 136071"/>
                    <a:gd name="connsiteY15" fmla="*/ 125866 h 136071"/>
                    <a:gd name="connsiteX16" fmla="*/ 76880 w 136071"/>
                    <a:gd name="connsiteY16" fmla="*/ 68716 h 136071"/>
                    <a:gd name="connsiteX17" fmla="*/ 132670 w 136071"/>
                    <a:gd name="connsiteY17" fmla="*/ 12927 h 136071"/>
                    <a:gd name="connsiteX18" fmla="*/ 132670 w 136071"/>
                    <a:gd name="connsiteY18" fmla="*/ 2041 h 136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6071" h="136071">
                      <a:moveTo>
                        <a:pt x="132670" y="2041"/>
                      </a:moveTo>
                      <a:cubicBezTo>
                        <a:pt x="129948" y="-680"/>
                        <a:pt x="125866" y="-680"/>
                        <a:pt x="123145" y="2041"/>
                      </a:cubicBezTo>
                      <a:lnTo>
                        <a:pt x="67355" y="59191"/>
                      </a:lnTo>
                      <a:lnTo>
                        <a:pt x="11566" y="3402"/>
                      </a:lnTo>
                      <a:cubicBezTo>
                        <a:pt x="8845" y="680"/>
                        <a:pt x="4762" y="680"/>
                        <a:pt x="2041" y="3402"/>
                      </a:cubicBezTo>
                      <a:cubicBezTo>
                        <a:pt x="-680" y="6123"/>
                        <a:pt x="-680" y="10205"/>
                        <a:pt x="2041" y="12927"/>
                      </a:cubicBezTo>
                      <a:lnTo>
                        <a:pt x="57830" y="68716"/>
                      </a:lnTo>
                      <a:lnTo>
                        <a:pt x="2041" y="124505"/>
                      </a:lnTo>
                      <a:cubicBezTo>
                        <a:pt x="-680" y="127227"/>
                        <a:pt x="-680" y="131309"/>
                        <a:pt x="2041" y="134030"/>
                      </a:cubicBezTo>
                      <a:cubicBezTo>
                        <a:pt x="2041" y="135391"/>
                        <a:pt x="4762" y="136752"/>
                        <a:pt x="6123" y="136752"/>
                      </a:cubicBezTo>
                      <a:cubicBezTo>
                        <a:pt x="7484" y="136752"/>
                        <a:pt x="10205" y="136752"/>
                        <a:pt x="11566" y="135391"/>
                      </a:cubicBezTo>
                      <a:lnTo>
                        <a:pt x="67355" y="79602"/>
                      </a:lnTo>
                      <a:lnTo>
                        <a:pt x="123145" y="135391"/>
                      </a:lnTo>
                      <a:cubicBezTo>
                        <a:pt x="124505" y="136752"/>
                        <a:pt x="125866" y="136752"/>
                        <a:pt x="128588" y="136752"/>
                      </a:cubicBezTo>
                      <a:cubicBezTo>
                        <a:pt x="131309" y="136752"/>
                        <a:pt x="132670" y="136752"/>
                        <a:pt x="134030" y="135391"/>
                      </a:cubicBezTo>
                      <a:cubicBezTo>
                        <a:pt x="136752" y="132669"/>
                        <a:pt x="136752" y="128587"/>
                        <a:pt x="134030" y="125866"/>
                      </a:cubicBezTo>
                      <a:lnTo>
                        <a:pt x="76880" y="68716"/>
                      </a:lnTo>
                      <a:lnTo>
                        <a:pt x="132670" y="12927"/>
                      </a:lnTo>
                      <a:cubicBezTo>
                        <a:pt x="135391" y="10205"/>
                        <a:pt x="135391" y="4762"/>
                        <a:pt x="132670" y="2041"/>
                      </a:cubicBezTo>
                      <a:close/>
                    </a:path>
                  </a:pathLst>
                </a:custGeom>
                <a:grpFill/>
                <a:ln w="1360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03" name="Freeform: Shape 5005">
                  <a:extLst>
                    <a:ext uri="{FF2B5EF4-FFF2-40B4-BE49-F238E27FC236}">
                      <a16:creationId xmlns:a16="http://schemas.microsoft.com/office/drawing/2014/main" id="{8BE22B15-B88E-3CAF-8888-689C574E57A7}"/>
                    </a:ext>
                  </a:extLst>
                </p:cNvPr>
                <p:cNvSpPr/>
                <p:nvPr/>
              </p:nvSpPr>
              <p:spPr>
                <a:xfrm>
                  <a:off x="5905500" y="3152587"/>
                  <a:ext cx="381000" cy="462642"/>
                </a:xfrm>
                <a:custGeom>
                  <a:avLst/>
                  <a:gdLst>
                    <a:gd name="connsiteX0" fmla="*/ 371475 w 381000"/>
                    <a:gd name="connsiteY0" fmla="*/ 166007 h 462642"/>
                    <a:gd name="connsiteX1" fmla="*/ 370114 w 381000"/>
                    <a:gd name="connsiteY1" fmla="*/ 164646 h 462642"/>
                    <a:gd name="connsiteX2" fmla="*/ 367393 w 381000"/>
                    <a:gd name="connsiteY2" fmla="*/ 160564 h 462642"/>
                    <a:gd name="connsiteX3" fmla="*/ 217714 w 381000"/>
                    <a:gd name="connsiteY3" fmla="*/ 13607 h 462642"/>
                    <a:gd name="connsiteX4" fmla="*/ 216354 w 381000"/>
                    <a:gd name="connsiteY4" fmla="*/ 12246 h 462642"/>
                    <a:gd name="connsiteX5" fmla="*/ 214993 w 381000"/>
                    <a:gd name="connsiteY5" fmla="*/ 10886 h 462642"/>
                    <a:gd name="connsiteX6" fmla="*/ 185057 w 381000"/>
                    <a:gd name="connsiteY6" fmla="*/ 0 h 462642"/>
                    <a:gd name="connsiteX7" fmla="*/ 34018 w 381000"/>
                    <a:gd name="connsiteY7" fmla="*/ 0 h 462642"/>
                    <a:gd name="connsiteX8" fmla="*/ 0 w 381000"/>
                    <a:gd name="connsiteY8" fmla="*/ 34018 h 462642"/>
                    <a:gd name="connsiteX9" fmla="*/ 0 w 381000"/>
                    <a:gd name="connsiteY9" fmla="*/ 429985 h 462642"/>
                    <a:gd name="connsiteX10" fmla="*/ 34018 w 381000"/>
                    <a:gd name="connsiteY10" fmla="*/ 462642 h 462642"/>
                    <a:gd name="connsiteX11" fmla="*/ 346982 w 381000"/>
                    <a:gd name="connsiteY11" fmla="*/ 462642 h 462642"/>
                    <a:gd name="connsiteX12" fmla="*/ 381000 w 381000"/>
                    <a:gd name="connsiteY12" fmla="*/ 428624 h 462642"/>
                    <a:gd name="connsiteX13" fmla="*/ 381000 w 381000"/>
                    <a:gd name="connsiteY13" fmla="*/ 194582 h 462642"/>
                    <a:gd name="connsiteX14" fmla="*/ 371475 w 381000"/>
                    <a:gd name="connsiteY14" fmla="*/ 166007 h 462642"/>
                    <a:gd name="connsiteX15" fmla="*/ 349704 w 381000"/>
                    <a:gd name="connsiteY15" fmla="*/ 163285 h 462642"/>
                    <a:gd name="connsiteX16" fmla="*/ 251732 w 381000"/>
                    <a:gd name="connsiteY16" fmla="*/ 163285 h 462642"/>
                    <a:gd name="connsiteX17" fmla="*/ 217714 w 381000"/>
                    <a:gd name="connsiteY17" fmla="*/ 129268 h 462642"/>
                    <a:gd name="connsiteX18" fmla="*/ 217714 w 381000"/>
                    <a:gd name="connsiteY18" fmla="*/ 32657 h 462642"/>
                    <a:gd name="connsiteX19" fmla="*/ 349704 w 381000"/>
                    <a:gd name="connsiteY19" fmla="*/ 163285 h 462642"/>
                    <a:gd name="connsiteX20" fmla="*/ 367393 w 381000"/>
                    <a:gd name="connsiteY20" fmla="*/ 428624 h 462642"/>
                    <a:gd name="connsiteX21" fmla="*/ 346982 w 381000"/>
                    <a:gd name="connsiteY21" fmla="*/ 449035 h 462642"/>
                    <a:gd name="connsiteX22" fmla="*/ 34018 w 381000"/>
                    <a:gd name="connsiteY22" fmla="*/ 449035 h 462642"/>
                    <a:gd name="connsiteX23" fmla="*/ 13607 w 381000"/>
                    <a:gd name="connsiteY23" fmla="*/ 428624 h 462642"/>
                    <a:gd name="connsiteX24" fmla="*/ 13607 w 381000"/>
                    <a:gd name="connsiteY24" fmla="*/ 34018 h 462642"/>
                    <a:gd name="connsiteX25" fmla="*/ 34018 w 381000"/>
                    <a:gd name="connsiteY25" fmla="*/ 13607 h 462642"/>
                    <a:gd name="connsiteX26" fmla="*/ 185057 w 381000"/>
                    <a:gd name="connsiteY26" fmla="*/ 13607 h 462642"/>
                    <a:gd name="connsiteX27" fmla="*/ 204107 w 381000"/>
                    <a:gd name="connsiteY27" fmla="*/ 20411 h 462642"/>
                    <a:gd name="connsiteX28" fmla="*/ 204107 w 381000"/>
                    <a:gd name="connsiteY28" fmla="*/ 129268 h 462642"/>
                    <a:gd name="connsiteX29" fmla="*/ 251732 w 381000"/>
                    <a:gd name="connsiteY29" fmla="*/ 176893 h 462642"/>
                    <a:gd name="connsiteX30" fmla="*/ 361950 w 381000"/>
                    <a:gd name="connsiteY30" fmla="*/ 176893 h 462642"/>
                    <a:gd name="connsiteX31" fmla="*/ 367393 w 381000"/>
                    <a:gd name="connsiteY31" fmla="*/ 194582 h 462642"/>
                    <a:gd name="connsiteX32" fmla="*/ 367393 w 381000"/>
                    <a:gd name="connsiteY32" fmla="*/ 428624 h 462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1000" h="462642">
                      <a:moveTo>
                        <a:pt x="371475" y="166007"/>
                      </a:moveTo>
                      <a:cubicBezTo>
                        <a:pt x="371475" y="166007"/>
                        <a:pt x="370114" y="164646"/>
                        <a:pt x="370114" y="164646"/>
                      </a:cubicBezTo>
                      <a:cubicBezTo>
                        <a:pt x="368754" y="163285"/>
                        <a:pt x="367393" y="161925"/>
                        <a:pt x="367393" y="160564"/>
                      </a:cubicBezTo>
                      <a:lnTo>
                        <a:pt x="217714" y="13607"/>
                      </a:lnTo>
                      <a:cubicBezTo>
                        <a:pt x="217714" y="13607"/>
                        <a:pt x="216354" y="12246"/>
                        <a:pt x="216354" y="12246"/>
                      </a:cubicBezTo>
                      <a:cubicBezTo>
                        <a:pt x="216354" y="12246"/>
                        <a:pt x="214993" y="10886"/>
                        <a:pt x="214993" y="10886"/>
                      </a:cubicBezTo>
                      <a:cubicBezTo>
                        <a:pt x="205468" y="4082"/>
                        <a:pt x="195943" y="0"/>
                        <a:pt x="185057" y="0"/>
                      </a:cubicBezTo>
                      <a:lnTo>
                        <a:pt x="34018" y="0"/>
                      </a:lnTo>
                      <a:cubicBezTo>
                        <a:pt x="14968" y="0"/>
                        <a:pt x="0" y="14968"/>
                        <a:pt x="0" y="34018"/>
                      </a:cubicBezTo>
                      <a:lnTo>
                        <a:pt x="0" y="429985"/>
                      </a:lnTo>
                      <a:cubicBezTo>
                        <a:pt x="0" y="447674"/>
                        <a:pt x="14968" y="462642"/>
                        <a:pt x="34018" y="462642"/>
                      </a:cubicBezTo>
                      <a:lnTo>
                        <a:pt x="346982" y="462642"/>
                      </a:lnTo>
                      <a:cubicBezTo>
                        <a:pt x="366032" y="462642"/>
                        <a:pt x="381000" y="447674"/>
                        <a:pt x="381000" y="428624"/>
                      </a:cubicBezTo>
                      <a:lnTo>
                        <a:pt x="381000" y="194582"/>
                      </a:lnTo>
                      <a:cubicBezTo>
                        <a:pt x="381000" y="185057"/>
                        <a:pt x="376918" y="174171"/>
                        <a:pt x="371475" y="166007"/>
                      </a:cubicBezTo>
                      <a:close/>
                      <a:moveTo>
                        <a:pt x="349704" y="163285"/>
                      </a:moveTo>
                      <a:lnTo>
                        <a:pt x="251732" y="163285"/>
                      </a:lnTo>
                      <a:cubicBezTo>
                        <a:pt x="232682" y="163285"/>
                        <a:pt x="217714" y="148318"/>
                        <a:pt x="217714" y="129268"/>
                      </a:cubicBezTo>
                      <a:lnTo>
                        <a:pt x="217714" y="32657"/>
                      </a:lnTo>
                      <a:lnTo>
                        <a:pt x="349704" y="163285"/>
                      </a:lnTo>
                      <a:close/>
                      <a:moveTo>
                        <a:pt x="367393" y="428624"/>
                      </a:moveTo>
                      <a:cubicBezTo>
                        <a:pt x="367393" y="439510"/>
                        <a:pt x="357868" y="449035"/>
                        <a:pt x="346982" y="449035"/>
                      </a:cubicBezTo>
                      <a:lnTo>
                        <a:pt x="34018" y="449035"/>
                      </a:lnTo>
                      <a:cubicBezTo>
                        <a:pt x="23132" y="449035"/>
                        <a:pt x="13607" y="439510"/>
                        <a:pt x="13607" y="428624"/>
                      </a:cubicBezTo>
                      <a:lnTo>
                        <a:pt x="13607" y="34018"/>
                      </a:lnTo>
                      <a:cubicBezTo>
                        <a:pt x="13607" y="23132"/>
                        <a:pt x="23132" y="13607"/>
                        <a:pt x="34018" y="13607"/>
                      </a:cubicBezTo>
                      <a:lnTo>
                        <a:pt x="185057" y="13607"/>
                      </a:lnTo>
                      <a:cubicBezTo>
                        <a:pt x="191861" y="13607"/>
                        <a:pt x="198664" y="16329"/>
                        <a:pt x="204107" y="20411"/>
                      </a:cubicBezTo>
                      <a:lnTo>
                        <a:pt x="204107" y="129268"/>
                      </a:lnTo>
                      <a:cubicBezTo>
                        <a:pt x="204107" y="155121"/>
                        <a:pt x="225879" y="176893"/>
                        <a:pt x="251732" y="176893"/>
                      </a:cubicBezTo>
                      <a:lnTo>
                        <a:pt x="361950" y="176893"/>
                      </a:lnTo>
                      <a:cubicBezTo>
                        <a:pt x="364671" y="182335"/>
                        <a:pt x="367393" y="189139"/>
                        <a:pt x="367393" y="194582"/>
                      </a:cubicBezTo>
                      <a:lnTo>
                        <a:pt x="367393" y="428624"/>
                      </a:lnTo>
                      <a:close/>
                    </a:path>
                  </a:pathLst>
                </a:custGeom>
                <a:grpFill/>
                <a:ln w="1360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04" name="Graphic 4">
                <a:extLst>
                  <a:ext uri="{FF2B5EF4-FFF2-40B4-BE49-F238E27FC236}">
                    <a16:creationId xmlns:a16="http://schemas.microsoft.com/office/drawing/2014/main" id="{A810F7CC-BE38-88BB-0C69-BFFACB69EDD3}"/>
                  </a:ext>
                  <a:ext uri="{C183D7F6-B498-43B3-948B-1728B52AA6E4}">
                    <adec:decorative xmlns:adec="http://schemas.microsoft.com/office/drawing/2017/decorative" val="1"/>
                  </a:ext>
                </a:extLst>
              </p:cNvPr>
              <p:cNvGrpSpPr>
                <a:grpSpLocks noChangeAspect="1"/>
              </p:cNvGrpSpPr>
              <p:nvPr/>
            </p:nvGrpSpPr>
            <p:grpSpPr>
              <a:xfrm>
                <a:off x="1092862" y="2086035"/>
                <a:ext cx="103253" cy="125379"/>
                <a:chOff x="5905500" y="3152587"/>
                <a:chExt cx="380999" cy="462642"/>
              </a:xfrm>
              <a:solidFill>
                <a:schemeClr val="tx1"/>
              </a:solidFill>
            </p:grpSpPr>
            <p:sp>
              <p:nvSpPr>
                <p:cNvPr id="1105" name="Freeform: Shape 5007">
                  <a:extLst>
                    <a:ext uri="{FF2B5EF4-FFF2-40B4-BE49-F238E27FC236}">
                      <a16:creationId xmlns:a16="http://schemas.microsoft.com/office/drawing/2014/main" id="{C699644A-4AF9-9D88-B7C5-B408F034EF5F}"/>
                    </a:ext>
                  </a:extLst>
                </p:cNvPr>
                <p:cNvSpPr/>
                <p:nvPr/>
              </p:nvSpPr>
              <p:spPr>
                <a:xfrm>
                  <a:off x="6019119" y="3380651"/>
                  <a:ext cx="163285" cy="108857"/>
                </a:xfrm>
                <a:custGeom>
                  <a:avLst/>
                  <a:gdLst>
                    <a:gd name="connsiteX0" fmla="*/ 162605 w 163285"/>
                    <a:gd name="connsiteY0" fmla="*/ 1897 h 108856"/>
                    <a:gd name="connsiteX1" fmla="*/ 60552 w 163285"/>
                    <a:gd name="connsiteY1" fmla="*/ 103950 h 108856"/>
                    <a:gd name="connsiteX2" fmla="*/ 11566 w 163285"/>
                    <a:gd name="connsiteY2" fmla="*/ 54964 h 108856"/>
                    <a:gd name="connsiteX3" fmla="*/ 2041 w 163285"/>
                    <a:gd name="connsiteY3" fmla="*/ 54964 h 108856"/>
                    <a:gd name="connsiteX4" fmla="*/ 2041 w 163285"/>
                    <a:gd name="connsiteY4" fmla="*/ 64489 h 108856"/>
                    <a:gd name="connsiteX5" fmla="*/ 56469 w 163285"/>
                    <a:gd name="connsiteY5" fmla="*/ 118918 h 108856"/>
                    <a:gd name="connsiteX6" fmla="*/ 61912 w 163285"/>
                    <a:gd name="connsiteY6" fmla="*/ 120279 h 108856"/>
                    <a:gd name="connsiteX7" fmla="*/ 67355 w 163285"/>
                    <a:gd name="connsiteY7" fmla="*/ 118918 h 108856"/>
                    <a:gd name="connsiteX8" fmla="*/ 173491 w 163285"/>
                    <a:gd name="connsiteY8" fmla="*/ 12782 h 108856"/>
                    <a:gd name="connsiteX9" fmla="*/ 173491 w 163285"/>
                    <a:gd name="connsiteY9" fmla="*/ 3257 h 108856"/>
                    <a:gd name="connsiteX10" fmla="*/ 162605 w 163285"/>
                    <a:gd name="connsiteY10" fmla="*/ 1897 h 108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85" h="108856">
                      <a:moveTo>
                        <a:pt x="162605" y="1897"/>
                      </a:moveTo>
                      <a:lnTo>
                        <a:pt x="60552" y="103950"/>
                      </a:lnTo>
                      <a:lnTo>
                        <a:pt x="11566" y="54964"/>
                      </a:lnTo>
                      <a:cubicBezTo>
                        <a:pt x="8845" y="52243"/>
                        <a:pt x="4762" y="52243"/>
                        <a:pt x="2041" y="54964"/>
                      </a:cubicBezTo>
                      <a:cubicBezTo>
                        <a:pt x="-680" y="57686"/>
                        <a:pt x="-680" y="61768"/>
                        <a:pt x="2041" y="64489"/>
                      </a:cubicBezTo>
                      <a:lnTo>
                        <a:pt x="56469" y="118918"/>
                      </a:lnTo>
                      <a:cubicBezTo>
                        <a:pt x="57830" y="120279"/>
                        <a:pt x="59191" y="120279"/>
                        <a:pt x="61912" y="120279"/>
                      </a:cubicBezTo>
                      <a:cubicBezTo>
                        <a:pt x="64634" y="120279"/>
                        <a:pt x="65994" y="120279"/>
                        <a:pt x="67355" y="118918"/>
                      </a:cubicBezTo>
                      <a:lnTo>
                        <a:pt x="173491" y="12782"/>
                      </a:lnTo>
                      <a:cubicBezTo>
                        <a:pt x="176212" y="10061"/>
                        <a:pt x="176212" y="5979"/>
                        <a:pt x="173491" y="3257"/>
                      </a:cubicBezTo>
                      <a:cubicBezTo>
                        <a:pt x="169408" y="-825"/>
                        <a:pt x="165326" y="-825"/>
                        <a:pt x="162605" y="1897"/>
                      </a:cubicBezTo>
                      <a:close/>
                    </a:path>
                  </a:pathLst>
                </a:custGeom>
                <a:grpFill/>
                <a:ln w="132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06" name="Freeform: Shape 5008">
                  <a:extLst>
                    <a:ext uri="{FF2B5EF4-FFF2-40B4-BE49-F238E27FC236}">
                      <a16:creationId xmlns:a16="http://schemas.microsoft.com/office/drawing/2014/main" id="{57CE55D3-5526-768F-6103-8ED97A9A5580}"/>
                    </a:ext>
                  </a:extLst>
                </p:cNvPr>
                <p:cNvSpPr/>
                <p:nvPr/>
              </p:nvSpPr>
              <p:spPr>
                <a:xfrm>
                  <a:off x="5905500" y="3152587"/>
                  <a:ext cx="380999" cy="462642"/>
                </a:xfrm>
                <a:custGeom>
                  <a:avLst/>
                  <a:gdLst>
                    <a:gd name="connsiteX0" fmla="*/ 371474 w 380999"/>
                    <a:gd name="connsiteY0" fmla="*/ 166007 h 462642"/>
                    <a:gd name="connsiteX1" fmla="*/ 370113 w 380999"/>
                    <a:gd name="connsiteY1" fmla="*/ 164646 h 462642"/>
                    <a:gd name="connsiteX2" fmla="*/ 367392 w 380999"/>
                    <a:gd name="connsiteY2" fmla="*/ 160564 h 462642"/>
                    <a:gd name="connsiteX3" fmla="*/ 217714 w 380999"/>
                    <a:gd name="connsiteY3" fmla="*/ 13607 h 462642"/>
                    <a:gd name="connsiteX4" fmla="*/ 216353 w 380999"/>
                    <a:gd name="connsiteY4" fmla="*/ 12246 h 462642"/>
                    <a:gd name="connsiteX5" fmla="*/ 214992 w 380999"/>
                    <a:gd name="connsiteY5" fmla="*/ 10886 h 462642"/>
                    <a:gd name="connsiteX6" fmla="*/ 185057 w 380999"/>
                    <a:gd name="connsiteY6" fmla="*/ 0 h 462642"/>
                    <a:gd name="connsiteX7" fmla="*/ 34018 w 380999"/>
                    <a:gd name="connsiteY7" fmla="*/ 0 h 462642"/>
                    <a:gd name="connsiteX8" fmla="*/ 0 w 380999"/>
                    <a:gd name="connsiteY8" fmla="*/ 34018 h 462642"/>
                    <a:gd name="connsiteX9" fmla="*/ 0 w 380999"/>
                    <a:gd name="connsiteY9" fmla="*/ 429985 h 462642"/>
                    <a:gd name="connsiteX10" fmla="*/ 34018 w 380999"/>
                    <a:gd name="connsiteY10" fmla="*/ 462642 h 462642"/>
                    <a:gd name="connsiteX11" fmla="*/ 346981 w 380999"/>
                    <a:gd name="connsiteY11" fmla="*/ 462642 h 462642"/>
                    <a:gd name="connsiteX12" fmla="*/ 380999 w 380999"/>
                    <a:gd name="connsiteY12" fmla="*/ 428624 h 462642"/>
                    <a:gd name="connsiteX13" fmla="*/ 380999 w 380999"/>
                    <a:gd name="connsiteY13" fmla="*/ 194582 h 462642"/>
                    <a:gd name="connsiteX14" fmla="*/ 371474 w 380999"/>
                    <a:gd name="connsiteY14" fmla="*/ 166007 h 462642"/>
                    <a:gd name="connsiteX15" fmla="*/ 349703 w 380999"/>
                    <a:gd name="connsiteY15" fmla="*/ 163285 h 462642"/>
                    <a:gd name="connsiteX16" fmla="*/ 251731 w 380999"/>
                    <a:gd name="connsiteY16" fmla="*/ 163285 h 462642"/>
                    <a:gd name="connsiteX17" fmla="*/ 217714 w 380999"/>
                    <a:gd name="connsiteY17" fmla="*/ 129268 h 462642"/>
                    <a:gd name="connsiteX18" fmla="*/ 217714 w 380999"/>
                    <a:gd name="connsiteY18" fmla="*/ 32657 h 462642"/>
                    <a:gd name="connsiteX19" fmla="*/ 349703 w 380999"/>
                    <a:gd name="connsiteY19" fmla="*/ 163285 h 462642"/>
                    <a:gd name="connsiteX20" fmla="*/ 367392 w 380999"/>
                    <a:gd name="connsiteY20" fmla="*/ 428624 h 462642"/>
                    <a:gd name="connsiteX21" fmla="*/ 346981 w 380999"/>
                    <a:gd name="connsiteY21" fmla="*/ 449035 h 462642"/>
                    <a:gd name="connsiteX22" fmla="*/ 34018 w 380999"/>
                    <a:gd name="connsiteY22" fmla="*/ 449035 h 462642"/>
                    <a:gd name="connsiteX23" fmla="*/ 13607 w 380999"/>
                    <a:gd name="connsiteY23" fmla="*/ 428624 h 462642"/>
                    <a:gd name="connsiteX24" fmla="*/ 13607 w 380999"/>
                    <a:gd name="connsiteY24" fmla="*/ 34018 h 462642"/>
                    <a:gd name="connsiteX25" fmla="*/ 34018 w 380999"/>
                    <a:gd name="connsiteY25" fmla="*/ 13607 h 462642"/>
                    <a:gd name="connsiteX26" fmla="*/ 185057 w 380999"/>
                    <a:gd name="connsiteY26" fmla="*/ 13607 h 462642"/>
                    <a:gd name="connsiteX27" fmla="*/ 204107 w 380999"/>
                    <a:gd name="connsiteY27" fmla="*/ 20411 h 462642"/>
                    <a:gd name="connsiteX28" fmla="*/ 204107 w 380999"/>
                    <a:gd name="connsiteY28" fmla="*/ 129268 h 462642"/>
                    <a:gd name="connsiteX29" fmla="*/ 251731 w 380999"/>
                    <a:gd name="connsiteY29" fmla="*/ 176893 h 462642"/>
                    <a:gd name="connsiteX30" fmla="*/ 361949 w 380999"/>
                    <a:gd name="connsiteY30" fmla="*/ 176893 h 462642"/>
                    <a:gd name="connsiteX31" fmla="*/ 367392 w 380999"/>
                    <a:gd name="connsiteY31" fmla="*/ 194582 h 462642"/>
                    <a:gd name="connsiteX32" fmla="*/ 367392 w 380999"/>
                    <a:gd name="connsiteY32" fmla="*/ 428624 h 462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0999" h="462642">
                      <a:moveTo>
                        <a:pt x="371474" y="166007"/>
                      </a:moveTo>
                      <a:cubicBezTo>
                        <a:pt x="371474" y="166007"/>
                        <a:pt x="370113" y="164646"/>
                        <a:pt x="370113" y="164646"/>
                      </a:cubicBezTo>
                      <a:cubicBezTo>
                        <a:pt x="368753" y="163285"/>
                        <a:pt x="367392" y="161925"/>
                        <a:pt x="367392" y="160564"/>
                      </a:cubicBezTo>
                      <a:lnTo>
                        <a:pt x="217714" y="13607"/>
                      </a:lnTo>
                      <a:cubicBezTo>
                        <a:pt x="217714" y="13607"/>
                        <a:pt x="216353" y="12246"/>
                        <a:pt x="216353" y="12246"/>
                      </a:cubicBezTo>
                      <a:cubicBezTo>
                        <a:pt x="216353" y="12246"/>
                        <a:pt x="214992" y="10886"/>
                        <a:pt x="214992" y="10886"/>
                      </a:cubicBezTo>
                      <a:cubicBezTo>
                        <a:pt x="205467" y="4082"/>
                        <a:pt x="195942" y="0"/>
                        <a:pt x="185057" y="0"/>
                      </a:cubicBezTo>
                      <a:lnTo>
                        <a:pt x="34018" y="0"/>
                      </a:lnTo>
                      <a:cubicBezTo>
                        <a:pt x="14968" y="0"/>
                        <a:pt x="0" y="14968"/>
                        <a:pt x="0" y="34018"/>
                      </a:cubicBezTo>
                      <a:lnTo>
                        <a:pt x="0" y="429985"/>
                      </a:lnTo>
                      <a:cubicBezTo>
                        <a:pt x="0" y="447674"/>
                        <a:pt x="14968" y="462642"/>
                        <a:pt x="34018" y="462642"/>
                      </a:cubicBezTo>
                      <a:lnTo>
                        <a:pt x="346981" y="462642"/>
                      </a:lnTo>
                      <a:cubicBezTo>
                        <a:pt x="366031" y="462642"/>
                        <a:pt x="380999" y="447674"/>
                        <a:pt x="380999" y="428624"/>
                      </a:cubicBezTo>
                      <a:lnTo>
                        <a:pt x="380999" y="194582"/>
                      </a:lnTo>
                      <a:cubicBezTo>
                        <a:pt x="380999" y="185057"/>
                        <a:pt x="376917" y="174171"/>
                        <a:pt x="371474" y="166007"/>
                      </a:cubicBezTo>
                      <a:close/>
                      <a:moveTo>
                        <a:pt x="349703" y="163285"/>
                      </a:moveTo>
                      <a:lnTo>
                        <a:pt x="251731" y="163285"/>
                      </a:lnTo>
                      <a:cubicBezTo>
                        <a:pt x="232682" y="163285"/>
                        <a:pt x="217714" y="148318"/>
                        <a:pt x="217714" y="129268"/>
                      </a:cubicBezTo>
                      <a:lnTo>
                        <a:pt x="217714" y="32657"/>
                      </a:lnTo>
                      <a:lnTo>
                        <a:pt x="349703" y="163285"/>
                      </a:lnTo>
                      <a:close/>
                      <a:moveTo>
                        <a:pt x="367392" y="428624"/>
                      </a:moveTo>
                      <a:cubicBezTo>
                        <a:pt x="367392" y="439510"/>
                        <a:pt x="357867" y="449035"/>
                        <a:pt x="346981" y="449035"/>
                      </a:cubicBezTo>
                      <a:lnTo>
                        <a:pt x="34018" y="449035"/>
                      </a:lnTo>
                      <a:cubicBezTo>
                        <a:pt x="23132" y="449035"/>
                        <a:pt x="13607" y="439510"/>
                        <a:pt x="13607" y="428624"/>
                      </a:cubicBezTo>
                      <a:lnTo>
                        <a:pt x="13607" y="34018"/>
                      </a:lnTo>
                      <a:cubicBezTo>
                        <a:pt x="13607" y="23132"/>
                        <a:pt x="23132" y="13607"/>
                        <a:pt x="34018" y="13607"/>
                      </a:cubicBezTo>
                      <a:lnTo>
                        <a:pt x="185057" y="13607"/>
                      </a:lnTo>
                      <a:cubicBezTo>
                        <a:pt x="191860" y="13607"/>
                        <a:pt x="198664" y="16329"/>
                        <a:pt x="204107" y="20411"/>
                      </a:cubicBezTo>
                      <a:lnTo>
                        <a:pt x="204107" y="129268"/>
                      </a:lnTo>
                      <a:cubicBezTo>
                        <a:pt x="204107" y="155121"/>
                        <a:pt x="225878" y="176893"/>
                        <a:pt x="251731" y="176893"/>
                      </a:cubicBezTo>
                      <a:lnTo>
                        <a:pt x="361949" y="176893"/>
                      </a:lnTo>
                      <a:cubicBezTo>
                        <a:pt x="364670" y="182335"/>
                        <a:pt x="367392" y="189139"/>
                        <a:pt x="367392" y="194582"/>
                      </a:cubicBezTo>
                      <a:lnTo>
                        <a:pt x="367392" y="428624"/>
                      </a:lnTo>
                      <a:close/>
                    </a:path>
                  </a:pathLst>
                </a:custGeom>
                <a:grpFill/>
                <a:ln w="132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07" name="Graphic 5">
                <a:extLst>
                  <a:ext uri="{FF2B5EF4-FFF2-40B4-BE49-F238E27FC236}">
                    <a16:creationId xmlns:a16="http://schemas.microsoft.com/office/drawing/2014/main" id="{F4349DE5-2F9E-F531-B383-9A40973CEF04}"/>
                  </a:ext>
                  <a:ext uri="{C183D7F6-B498-43B3-948B-1728B52AA6E4}">
                    <adec:decorative xmlns:adec="http://schemas.microsoft.com/office/drawing/2017/decorative" val="1"/>
                  </a:ext>
                </a:extLst>
              </p:cNvPr>
              <p:cNvGrpSpPr>
                <a:grpSpLocks noChangeAspect="1"/>
              </p:cNvGrpSpPr>
              <p:nvPr/>
            </p:nvGrpSpPr>
            <p:grpSpPr>
              <a:xfrm>
                <a:off x="1352575" y="2086035"/>
                <a:ext cx="103253" cy="125379"/>
                <a:chOff x="5905500" y="3152587"/>
                <a:chExt cx="380999" cy="462642"/>
              </a:xfrm>
              <a:solidFill>
                <a:schemeClr val="tx1"/>
              </a:solidFill>
            </p:grpSpPr>
            <p:sp>
              <p:nvSpPr>
                <p:cNvPr id="1108" name="Freeform: Shape 5010">
                  <a:extLst>
                    <a:ext uri="{FF2B5EF4-FFF2-40B4-BE49-F238E27FC236}">
                      <a16:creationId xmlns:a16="http://schemas.microsoft.com/office/drawing/2014/main" id="{EE12D293-8042-F544-20E4-FDDFC90A8F0C}"/>
                    </a:ext>
                  </a:extLst>
                </p:cNvPr>
                <p:cNvSpPr/>
                <p:nvPr/>
              </p:nvSpPr>
              <p:spPr>
                <a:xfrm>
                  <a:off x="6007553" y="3336283"/>
                  <a:ext cx="176892" cy="217714"/>
                </a:xfrm>
                <a:custGeom>
                  <a:avLst/>
                  <a:gdLst>
                    <a:gd name="connsiteX0" fmla="*/ 170089 w 176892"/>
                    <a:gd name="connsiteY0" fmla="*/ 81643 h 217713"/>
                    <a:gd name="connsiteX1" fmla="*/ 156482 w 176892"/>
                    <a:gd name="connsiteY1" fmla="*/ 81643 h 217713"/>
                    <a:gd name="connsiteX2" fmla="*/ 156482 w 176892"/>
                    <a:gd name="connsiteY2" fmla="*/ 68036 h 217713"/>
                    <a:gd name="connsiteX3" fmla="*/ 88446 w 176892"/>
                    <a:gd name="connsiteY3" fmla="*/ 0 h 217713"/>
                    <a:gd name="connsiteX4" fmla="*/ 20411 w 176892"/>
                    <a:gd name="connsiteY4" fmla="*/ 68036 h 217713"/>
                    <a:gd name="connsiteX5" fmla="*/ 20411 w 176892"/>
                    <a:gd name="connsiteY5" fmla="*/ 81643 h 217713"/>
                    <a:gd name="connsiteX6" fmla="*/ 6804 w 176892"/>
                    <a:gd name="connsiteY6" fmla="*/ 81643 h 217713"/>
                    <a:gd name="connsiteX7" fmla="*/ 0 w 176892"/>
                    <a:gd name="connsiteY7" fmla="*/ 88446 h 217713"/>
                    <a:gd name="connsiteX8" fmla="*/ 0 w 176892"/>
                    <a:gd name="connsiteY8" fmla="*/ 210910 h 217713"/>
                    <a:gd name="connsiteX9" fmla="*/ 6804 w 176892"/>
                    <a:gd name="connsiteY9" fmla="*/ 217714 h 217713"/>
                    <a:gd name="connsiteX10" fmla="*/ 170089 w 176892"/>
                    <a:gd name="connsiteY10" fmla="*/ 217714 h 217713"/>
                    <a:gd name="connsiteX11" fmla="*/ 176892 w 176892"/>
                    <a:gd name="connsiteY11" fmla="*/ 210910 h 217713"/>
                    <a:gd name="connsiteX12" fmla="*/ 176892 w 176892"/>
                    <a:gd name="connsiteY12" fmla="*/ 88446 h 217713"/>
                    <a:gd name="connsiteX13" fmla="*/ 170089 w 176892"/>
                    <a:gd name="connsiteY13" fmla="*/ 81643 h 217713"/>
                    <a:gd name="connsiteX14" fmla="*/ 34018 w 176892"/>
                    <a:gd name="connsiteY14" fmla="*/ 68036 h 217713"/>
                    <a:gd name="connsiteX15" fmla="*/ 88446 w 176892"/>
                    <a:gd name="connsiteY15" fmla="*/ 13607 h 217713"/>
                    <a:gd name="connsiteX16" fmla="*/ 142875 w 176892"/>
                    <a:gd name="connsiteY16" fmla="*/ 68036 h 217713"/>
                    <a:gd name="connsiteX17" fmla="*/ 142875 w 176892"/>
                    <a:gd name="connsiteY17" fmla="*/ 81643 h 217713"/>
                    <a:gd name="connsiteX18" fmla="*/ 34018 w 176892"/>
                    <a:gd name="connsiteY18" fmla="*/ 81643 h 217713"/>
                    <a:gd name="connsiteX19" fmla="*/ 34018 w 176892"/>
                    <a:gd name="connsiteY19" fmla="*/ 68036 h 217713"/>
                    <a:gd name="connsiteX20" fmla="*/ 163285 w 176892"/>
                    <a:gd name="connsiteY20" fmla="*/ 204107 h 217713"/>
                    <a:gd name="connsiteX21" fmla="*/ 13607 w 176892"/>
                    <a:gd name="connsiteY21" fmla="*/ 204107 h 217713"/>
                    <a:gd name="connsiteX22" fmla="*/ 13607 w 176892"/>
                    <a:gd name="connsiteY22" fmla="*/ 95250 h 217713"/>
                    <a:gd name="connsiteX23" fmla="*/ 27214 w 176892"/>
                    <a:gd name="connsiteY23" fmla="*/ 95250 h 217713"/>
                    <a:gd name="connsiteX24" fmla="*/ 149678 w 176892"/>
                    <a:gd name="connsiteY24" fmla="*/ 95250 h 217713"/>
                    <a:gd name="connsiteX25" fmla="*/ 163285 w 176892"/>
                    <a:gd name="connsiteY25" fmla="*/ 95250 h 217713"/>
                    <a:gd name="connsiteX26" fmla="*/ 163285 w 176892"/>
                    <a:gd name="connsiteY26" fmla="*/ 204107 h 21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6892" h="217713">
                      <a:moveTo>
                        <a:pt x="170089" y="81643"/>
                      </a:moveTo>
                      <a:lnTo>
                        <a:pt x="156482" y="81643"/>
                      </a:lnTo>
                      <a:lnTo>
                        <a:pt x="156482" y="68036"/>
                      </a:lnTo>
                      <a:cubicBezTo>
                        <a:pt x="156482" y="29936"/>
                        <a:pt x="126546" y="0"/>
                        <a:pt x="88446" y="0"/>
                      </a:cubicBezTo>
                      <a:cubicBezTo>
                        <a:pt x="50346" y="0"/>
                        <a:pt x="20411" y="29936"/>
                        <a:pt x="20411" y="68036"/>
                      </a:cubicBezTo>
                      <a:lnTo>
                        <a:pt x="20411" y="81643"/>
                      </a:lnTo>
                      <a:lnTo>
                        <a:pt x="6804" y="81643"/>
                      </a:lnTo>
                      <a:cubicBezTo>
                        <a:pt x="2721" y="81643"/>
                        <a:pt x="0" y="84364"/>
                        <a:pt x="0" y="88446"/>
                      </a:cubicBezTo>
                      <a:lnTo>
                        <a:pt x="0" y="210910"/>
                      </a:lnTo>
                      <a:cubicBezTo>
                        <a:pt x="0" y="214992"/>
                        <a:pt x="2721" y="217714"/>
                        <a:pt x="6804" y="217714"/>
                      </a:cubicBezTo>
                      <a:lnTo>
                        <a:pt x="170089" y="217714"/>
                      </a:lnTo>
                      <a:cubicBezTo>
                        <a:pt x="174171" y="217714"/>
                        <a:pt x="176892" y="214992"/>
                        <a:pt x="176892" y="210910"/>
                      </a:cubicBezTo>
                      <a:lnTo>
                        <a:pt x="176892" y="88446"/>
                      </a:lnTo>
                      <a:cubicBezTo>
                        <a:pt x="176892" y="84364"/>
                        <a:pt x="174171" y="81643"/>
                        <a:pt x="170089" y="81643"/>
                      </a:cubicBezTo>
                      <a:close/>
                      <a:moveTo>
                        <a:pt x="34018" y="68036"/>
                      </a:moveTo>
                      <a:cubicBezTo>
                        <a:pt x="34018" y="38100"/>
                        <a:pt x="58511" y="13607"/>
                        <a:pt x="88446" y="13607"/>
                      </a:cubicBezTo>
                      <a:cubicBezTo>
                        <a:pt x="118382" y="13607"/>
                        <a:pt x="142875" y="38100"/>
                        <a:pt x="142875" y="68036"/>
                      </a:cubicBezTo>
                      <a:lnTo>
                        <a:pt x="142875" y="81643"/>
                      </a:lnTo>
                      <a:lnTo>
                        <a:pt x="34018" y="81643"/>
                      </a:lnTo>
                      <a:lnTo>
                        <a:pt x="34018" y="68036"/>
                      </a:lnTo>
                      <a:close/>
                      <a:moveTo>
                        <a:pt x="163285" y="204107"/>
                      </a:moveTo>
                      <a:lnTo>
                        <a:pt x="13607" y="204107"/>
                      </a:lnTo>
                      <a:lnTo>
                        <a:pt x="13607" y="95250"/>
                      </a:lnTo>
                      <a:lnTo>
                        <a:pt x="27214" y="95250"/>
                      </a:lnTo>
                      <a:lnTo>
                        <a:pt x="149678" y="95250"/>
                      </a:lnTo>
                      <a:lnTo>
                        <a:pt x="163285" y="95250"/>
                      </a:lnTo>
                      <a:lnTo>
                        <a:pt x="163285" y="204107"/>
                      </a:lnTo>
                      <a:close/>
                    </a:path>
                  </a:pathLst>
                </a:custGeom>
                <a:grpFill/>
                <a:ln w="132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09" name="Freeform: Shape 5011">
                  <a:extLst>
                    <a:ext uri="{FF2B5EF4-FFF2-40B4-BE49-F238E27FC236}">
                      <a16:creationId xmlns:a16="http://schemas.microsoft.com/office/drawing/2014/main" id="{3E160705-E755-B217-0FED-86E13C0EEC6C}"/>
                    </a:ext>
                  </a:extLst>
                </p:cNvPr>
                <p:cNvSpPr/>
                <p:nvPr/>
              </p:nvSpPr>
              <p:spPr>
                <a:xfrm>
                  <a:off x="6075589" y="3465551"/>
                  <a:ext cx="40821" cy="54428"/>
                </a:xfrm>
                <a:custGeom>
                  <a:avLst/>
                  <a:gdLst>
                    <a:gd name="connsiteX0" fmla="*/ 20411 w 40821"/>
                    <a:gd name="connsiteY0" fmla="*/ 0 h 54428"/>
                    <a:gd name="connsiteX1" fmla="*/ 0 w 40821"/>
                    <a:gd name="connsiteY1" fmla="*/ 20411 h 54428"/>
                    <a:gd name="connsiteX2" fmla="*/ 13607 w 40821"/>
                    <a:gd name="connsiteY2" fmla="*/ 39461 h 54428"/>
                    <a:gd name="connsiteX3" fmla="*/ 13607 w 40821"/>
                    <a:gd name="connsiteY3" fmla="*/ 61232 h 54428"/>
                    <a:gd name="connsiteX4" fmla="*/ 27214 w 40821"/>
                    <a:gd name="connsiteY4" fmla="*/ 61232 h 54428"/>
                    <a:gd name="connsiteX5" fmla="*/ 27214 w 40821"/>
                    <a:gd name="connsiteY5" fmla="*/ 39461 h 54428"/>
                    <a:gd name="connsiteX6" fmla="*/ 40821 w 40821"/>
                    <a:gd name="connsiteY6" fmla="*/ 20411 h 54428"/>
                    <a:gd name="connsiteX7" fmla="*/ 20411 w 40821"/>
                    <a:gd name="connsiteY7" fmla="*/ 0 h 54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21" h="54428">
                      <a:moveTo>
                        <a:pt x="20411" y="0"/>
                      </a:moveTo>
                      <a:cubicBezTo>
                        <a:pt x="9525" y="0"/>
                        <a:pt x="0" y="9525"/>
                        <a:pt x="0" y="20411"/>
                      </a:cubicBezTo>
                      <a:cubicBezTo>
                        <a:pt x="0" y="29936"/>
                        <a:pt x="5443" y="36739"/>
                        <a:pt x="13607" y="39461"/>
                      </a:cubicBezTo>
                      <a:lnTo>
                        <a:pt x="13607" y="61232"/>
                      </a:lnTo>
                      <a:lnTo>
                        <a:pt x="27214" y="61232"/>
                      </a:lnTo>
                      <a:lnTo>
                        <a:pt x="27214" y="39461"/>
                      </a:lnTo>
                      <a:cubicBezTo>
                        <a:pt x="35378" y="36739"/>
                        <a:pt x="40821" y="28575"/>
                        <a:pt x="40821" y="20411"/>
                      </a:cubicBezTo>
                      <a:cubicBezTo>
                        <a:pt x="40821" y="9525"/>
                        <a:pt x="31296" y="0"/>
                        <a:pt x="20411" y="0"/>
                      </a:cubicBezTo>
                      <a:close/>
                    </a:path>
                  </a:pathLst>
                </a:custGeom>
                <a:grpFill/>
                <a:ln w="132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10" name="Freeform: Shape 5012">
                  <a:extLst>
                    <a:ext uri="{FF2B5EF4-FFF2-40B4-BE49-F238E27FC236}">
                      <a16:creationId xmlns:a16="http://schemas.microsoft.com/office/drawing/2014/main" id="{81EE50EC-4C1B-375F-0F23-58878412DE4D}"/>
                    </a:ext>
                  </a:extLst>
                </p:cNvPr>
                <p:cNvSpPr/>
                <p:nvPr/>
              </p:nvSpPr>
              <p:spPr>
                <a:xfrm>
                  <a:off x="5905500" y="3152587"/>
                  <a:ext cx="380999" cy="462642"/>
                </a:xfrm>
                <a:custGeom>
                  <a:avLst/>
                  <a:gdLst>
                    <a:gd name="connsiteX0" fmla="*/ 371474 w 380999"/>
                    <a:gd name="connsiteY0" fmla="*/ 166007 h 462642"/>
                    <a:gd name="connsiteX1" fmla="*/ 370113 w 380999"/>
                    <a:gd name="connsiteY1" fmla="*/ 164646 h 462642"/>
                    <a:gd name="connsiteX2" fmla="*/ 367392 w 380999"/>
                    <a:gd name="connsiteY2" fmla="*/ 160564 h 462642"/>
                    <a:gd name="connsiteX3" fmla="*/ 217714 w 380999"/>
                    <a:gd name="connsiteY3" fmla="*/ 13607 h 462642"/>
                    <a:gd name="connsiteX4" fmla="*/ 216353 w 380999"/>
                    <a:gd name="connsiteY4" fmla="*/ 12246 h 462642"/>
                    <a:gd name="connsiteX5" fmla="*/ 214992 w 380999"/>
                    <a:gd name="connsiteY5" fmla="*/ 10886 h 462642"/>
                    <a:gd name="connsiteX6" fmla="*/ 185057 w 380999"/>
                    <a:gd name="connsiteY6" fmla="*/ 0 h 462642"/>
                    <a:gd name="connsiteX7" fmla="*/ 34018 w 380999"/>
                    <a:gd name="connsiteY7" fmla="*/ 0 h 462642"/>
                    <a:gd name="connsiteX8" fmla="*/ 0 w 380999"/>
                    <a:gd name="connsiteY8" fmla="*/ 34018 h 462642"/>
                    <a:gd name="connsiteX9" fmla="*/ 0 w 380999"/>
                    <a:gd name="connsiteY9" fmla="*/ 429985 h 462642"/>
                    <a:gd name="connsiteX10" fmla="*/ 34018 w 380999"/>
                    <a:gd name="connsiteY10" fmla="*/ 462642 h 462642"/>
                    <a:gd name="connsiteX11" fmla="*/ 346981 w 380999"/>
                    <a:gd name="connsiteY11" fmla="*/ 462642 h 462642"/>
                    <a:gd name="connsiteX12" fmla="*/ 380999 w 380999"/>
                    <a:gd name="connsiteY12" fmla="*/ 428624 h 462642"/>
                    <a:gd name="connsiteX13" fmla="*/ 380999 w 380999"/>
                    <a:gd name="connsiteY13" fmla="*/ 194582 h 462642"/>
                    <a:gd name="connsiteX14" fmla="*/ 371474 w 380999"/>
                    <a:gd name="connsiteY14" fmla="*/ 166007 h 462642"/>
                    <a:gd name="connsiteX15" fmla="*/ 349703 w 380999"/>
                    <a:gd name="connsiteY15" fmla="*/ 163285 h 462642"/>
                    <a:gd name="connsiteX16" fmla="*/ 251731 w 380999"/>
                    <a:gd name="connsiteY16" fmla="*/ 163285 h 462642"/>
                    <a:gd name="connsiteX17" fmla="*/ 217714 w 380999"/>
                    <a:gd name="connsiteY17" fmla="*/ 129268 h 462642"/>
                    <a:gd name="connsiteX18" fmla="*/ 217714 w 380999"/>
                    <a:gd name="connsiteY18" fmla="*/ 32657 h 462642"/>
                    <a:gd name="connsiteX19" fmla="*/ 349703 w 380999"/>
                    <a:gd name="connsiteY19" fmla="*/ 163285 h 462642"/>
                    <a:gd name="connsiteX20" fmla="*/ 367392 w 380999"/>
                    <a:gd name="connsiteY20" fmla="*/ 428624 h 462642"/>
                    <a:gd name="connsiteX21" fmla="*/ 346981 w 380999"/>
                    <a:gd name="connsiteY21" fmla="*/ 449035 h 462642"/>
                    <a:gd name="connsiteX22" fmla="*/ 34018 w 380999"/>
                    <a:gd name="connsiteY22" fmla="*/ 449035 h 462642"/>
                    <a:gd name="connsiteX23" fmla="*/ 13607 w 380999"/>
                    <a:gd name="connsiteY23" fmla="*/ 428624 h 462642"/>
                    <a:gd name="connsiteX24" fmla="*/ 13607 w 380999"/>
                    <a:gd name="connsiteY24" fmla="*/ 34018 h 462642"/>
                    <a:gd name="connsiteX25" fmla="*/ 34018 w 380999"/>
                    <a:gd name="connsiteY25" fmla="*/ 13607 h 462642"/>
                    <a:gd name="connsiteX26" fmla="*/ 185057 w 380999"/>
                    <a:gd name="connsiteY26" fmla="*/ 13607 h 462642"/>
                    <a:gd name="connsiteX27" fmla="*/ 204107 w 380999"/>
                    <a:gd name="connsiteY27" fmla="*/ 20411 h 462642"/>
                    <a:gd name="connsiteX28" fmla="*/ 204107 w 380999"/>
                    <a:gd name="connsiteY28" fmla="*/ 129268 h 462642"/>
                    <a:gd name="connsiteX29" fmla="*/ 251731 w 380999"/>
                    <a:gd name="connsiteY29" fmla="*/ 176893 h 462642"/>
                    <a:gd name="connsiteX30" fmla="*/ 361949 w 380999"/>
                    <a:gd name="connsiteY30" fmla="*/ 176893 h 462642"/>
                    <a:gd name="connsiteX31" fmla="*/ 367392 w 380999"/>
                    <a:gd name="connsiteY31" fmla="*/ 194582 h 462642"/>
                    <a:gd name="connsiteX32" fmla="*/ 367392 w 380999"/>
                    <a:gd name="connsiteY32" fmla="*/ 428624 h 462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0999" h="462642">
                      <a:moveTo>
                        <a:pt x="371474" y="166007"/>
                      </a:moveTo>
                      <a:cubicBezTo>
                        <a:pt x="371474" y="166007"/>
                        <a:pt x="370113" y="164646"/>
                        <a:pt x="370113" y="164646"/>
                      </a:cubicBezTo>
                      <a:cubicBezTo>
                        <a:pt x="368753" y="163285"/>
                        <a:pt x="367392" y="161925"/>
                        <a:pt x="367392" y="160564"/>
                      </a:cubicBezTo>
                      <a:lnTo>
                        <a:pt x="217714" y="13607"/>
                      </a:lnTo>
                      <a:cubicBezTo>
                        <a:pt x="217714" y="13607"/>
                        <a:pt x="216353" y="12246"/>
                        <a:pt x="216353" y="12246"/>
                      </a:cubicBezTo>
                      <a:cubicBezTo>
                        <a:pt x="216353" y="12246"/>
                        <a:pt x="214992" y="10886"/>
                        <a:pt x="214992" y="10886"/>
                      </a:cubicBezTo>
                      <a:cubicBezTo>
                        <a:pt x="205467" y="4082"/>
                        <a:pt x="195942" y="0"/>
                        <a:pt x="185057" y="0"/>
                      </a:cubicBezTo>
                      <a:lnTo>
                        <a:pt x="34018" y="0"/>
                      </a:lnTo>
                      <a:cubicBezTo>
                        <a:pt x="14968" y="0"/>
                        <a:pt x="0" y="14968"/>
                        <a:pt x="0" y="34018"/>
                      </a:cubicBezTo>
                      <a:lnTo>
                        <a:pt x="0" y="429985"/>
                      </a:lnTo>
                      <a:cubicBezTo>
                        <a:pt x="0" y="447674"/>
                        <a:pt x="14968" y="462642"/>
                        <a:pt x="34018" y="462642"/>
                      </a:cubicBezTo>
                      <a:lnTo>
                        <a:pt x="346981" y="462642"/>
                      </a:lnTo>
                      <a:cubicBezTo>
                        <a:pt x="366031" y="462642"/>
                        <a:pt x="380999" y="447674"/>
                        <a:pt x="380999" y="428624"/>
                      </a:cubicBezTo>
                      <a:lnTo>
                        <a:pt x="380999" y="194582"/>
                      </a:lnTo>
                      <a:cubicBezTo>
                        <a:pt x="380999" y="185057"/>
                        <a:pt x="376917" y="174171"/>
                        <a:pt x="371474" y="166007"/>
                      </a:cubicBezTo>
                      <a:close/>
                      <a:moveTo>
                        <a:pt x="349703" y="163285"/>
                      </a:moveTo>
                      <a:lnTo>
                        <a:pt x="251731" y="163285"/>
                      </a:lnTo>
                      <a:cubicBezTo>
                        <a:pt x="232682" y="163285"/>
                        <a:pt x="217714" y="148318"/>
                        <a:pt x="217714" y="129268"/>
                      </a:cubicBezTo>
                      <a:lnTo>
                        <a:pt x="217714" y="32657"/>
                      </a:lnTo>
                      <a:lnTo>
                        <a:pt x="349703" y="163285"/>
                      </a:lnTo>
                      <a:close/>
                      <a:moveTo>
                        <a:pt x="367392" y="428624"/>
                      </a:moveTo>
                      <a:cubicBezTo>
                        <a:pt x="367392" y="439510"/>
                        <a:pt x="357867" y="449035"/>
                        <a:pt x="346981" y="449035"/>
                      </a:cubicBezTo>
                      <a:lnTo>
                        <a:pt x="34018" y="449035"/>
                      </a:lnTo>
                      <a:cubicBezTo>
                        <a:pt x="23132" y="449035"/>
                        <a:pt x="13607" y="439510"/>
                        <a:pt x="13607" y="428624"/>
                      </a:cubicBezTo>
                      <a:lnTo>
                        <a:pt x="13607" y="34018"/>
                      </a:lnTo>
                      <a:cubicBezTo>
                        <a:pt x="13607" y="23132"/>
                        <a:pt x="23132" y="13607"/>
                        <a:pt x="34018" y="13607"/>
                      </a:cubicBezTo>
                      <a:lnTo>
                        <a:pt x="185057" y="13607"/>
                      </a:lnTo>
                      <a:cubicBezTo>
                        <a:pt x="191860" y="13607"/>
                        <a:pt x="198664" y="16329"/>
                        <a:pt x="204107" y="20411"/>
                      </a:cubicBezTo>
                      <a:lnTo>
                        <a:pt x="204107" y="129268"/>
                      </a:lnTo>
                      <a:cubicBezTo>
                        <a:pt x="204107" y="155121"/>
                        <a:pt x="225878" y="176893"/>
                        <a:pt x="251731" y="176893"/>
                      </a:cubicBezTo>
                      <a:lnTo>
                        <a:pt x="361949" y="176893"/>
                      </a:lnTo>
                      <a:cubicBezTo>
                        <a:pt x="364670" y="182335"/>
                        <a:pt x="367392" y="189139"/>
                        <a:pt x="367392" y="194582"/>
                      </a:cubicBezTo>
                      <a:lnTo>
                        <a:pt x="367392" y="428624"/>
                      </a:lnTo>
                      <a:close/>
                    </a:path>
                  </a:pathLst>
                </a:custGeom>
                <a:grpFill/>
                <a:ln w="132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11" name="Graphic 6">
                <a:extLst>
                  <a:ext uri="{FF2B5EF4-FFF2-40B4-BE49-F238E27FC236}">
                    <a16:creationId xmlns:a16="http://schemas.microsoft.com/office/drawing/2014/main" id="{EBA598CE-5052-A656-3F74-E3D858209A98}"/>
                  </a:ext>
                  <a:ext uri="{C183D7F6-B498-43B3-948B-1728B52AA6E4}">
                    <adec:decorative xmlns:adec="http://schemas.microsoft.com/office/drawing/2017/decorative" val="1"/>
                  </a:ext>
                </a:extLst>
              </p:cNvPr>
              <p:cNvGrpSpPr>
                <a:grpSpLocks noChangeAspect="1"/>
              </p:cNvGrpSpPr>
              <p:nvPr/>
            </p:nvGrpSpPr>
            <p:grpSpPr>
              <a:xfrm>
                <a:off x="1622588" y="2086035"/>
                <a:ext cx="103253" cy="125379"/>
                <a:chOff x="5905500" y="3152587"/>
                <a:chExt cx="380999" cy="462642"/>
              </a:xfrm>
              <a:solidFill>
                <a:schemeClr val="tx1"/>
              </a:solidFill>
            </p:grpSpPr>
            <p:sp>
              <p:nvSpPr>
                <p:cNvPr id="1112" name="Freeform: Shape 5014">
                  <a:extLst>
                    <a:ext uri="{FF2B5EF4-FFF2-40B4-BE49-F238E27FC236}">
                      <a16:creationId xmlns:a16="http://schemas.microsoft.com/office/drawing/2014/main" id="{BE9F3F03-AA96-A984-238D-069041B7CFE5}"/>
                    </a:ext>
                  </a:extLst>
                </p:cNvPr>
                <p:cNvSpPr/>
                <p:nvPr/>
              </p:nvSpPr>
              <p:spPr>
                <a:xfrm>
                  <a:off x="5994286" y="3356694"/>
                  <a:ext cx="204107" cy="176893"/>
                </a:xfrm>
                <a:custGeom>
                  <a:avLst/>
                  <a:gdLst>
                    <a:gd name="connsiteX0" fmla="*/ 113960 w 204106"/>
                    <a:gd name="connsiteY0" fmla="*/ 2721 h 176892"/>
                    <a:gd name="connsiteX1" fmla="*/ 108517 w 204106"/>
                    <a:gd name="connsiteY1" fmla="*/ 0 h 176892"/>
                    <a:gd name="connsiteX2" fmla="*/ 103074 w 204106"/>
                    <a:gd name="connsiteY2" fmla="*/ 2721 h 176892"/>
                    <a:gd name="connsiteX3" fmla="*/ 1021 w 204106"/>
                    <a:gd name="connsiteY3" fmla="*/ 166007 h 176892"/>
                    <a:gd name="connsiteX4" fmla="*/ 1021 w 204106"/>
                    <a:gd name="connsiteY4" fmla="*/ 172810 h 176892"/>
                    <a:gd name="connsiteX5" fmla="*/ 6463 w 204106"/>
                    <a:gd name="connsiteY5" fmla="*/ 176893 h 176892"/>
                    <a:gd name="connsiteX6" fmla="*/ 210570 w 204106"/>
                    <a:gd name="connsiteY6" fmla="*/ 176893 h 176892"/>
                    <a:gd name="connsiteX7" fmla="*/ 216013 w 204106"/>
                    <a:gd name="connsiteY7" fmla="*/ 172810 h 176892"/>
                    <a:gd name="connsiteX8" fmla="*/ 216013 w 204106"/>
                    <a:gd name="connsiteY8" fmla="*/ 166007 h 176892"/>
                    <a:gd name="connsiteX9" fmla="*/ 113960 w 204106"/>
                    <a:gd name="connsiteY9" fmla="*/ 2721 h 176892"/>
                    <a:gd name="connsiteX10" fmla="*/ 18710 w 204106"/>
                    <a:gd name="connsiteY10" fmla="*/ 163285 h 176892"/>
                    <a:gd name="connsiteX11" fmla="*/ 108517 w 204106"/>
                    <a:gd name="connsiteY11" fmla="*/ 20411 h 176892"/>
                    <a:gd name="connsiteX12" fmla="*/ 198324 w 204106"/>
                    <a:gd name="connsiteY12" fmla="*/ 163285 h 176892"/>
                    <a:gd name="connsiteX13" fmla="*/ 18710 w 204106"/>
                    <a:gd name="connsiteY13" fmla="*/ 163285 h 176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4106" h="176892">
                      <a:moveTo>
                        <a:pt x="113960" y="2721"/>
                      </a:moveTo>
                      <a:cubicBezTo>
                        <a:pt x="112599" y="1361"/>
                        <a:pt x="109877" y="0"/>
                        <a:pt x="108517" y="0"/>
                      </a:cubicBezTo>
                      <a:cubicBezTo>
                        <a:pt x="105795" y="0"/>
                        <a:pt x="104435" y="1361"/>
                        <a:pt x="103074" y="2721"/>
                      </a:cubicBezTo>
                      <a:lnTo>
                        <a:pt x="1021" y="166007"/>
                      </a:lnTo>
                      <a:cubicBezTo>
                        <a:pt x="-340" y="168728"/>
                        <a:pt x="-340" y="170089"/>
                        <a:pt x="1021" y="172810"/>
                      </a:cubicBezTo>
                      <a:cubicBezTo>
                        <a:pt x="2381" y="175532"/>
                        <a:pt x="3742" y="176893"/>
                        <a:pt x="6463" y="176893"/>
                      </a:cubicBezTo>
                      <a:lnTo>
                        <a:pt x="210570" y="176893"/>
                      </a:lnTo>
                      <a:cubicBezTo>
                        <a:pt x="213291" y="176893"/>
                        <a:pt x="214652" y="175532"/>
                        <a:pt x="216013" y="172810"/>
                      </a:cubicBezTo>
                      <a:cubicBezTo>
                        <a:pt x="217374" y="170089"/>
                        <a:pt x="217374" y="167368"/>
                        <a:pt x="216013" y="166007"/>
                      </a:cubicBezTo>
                      <a:lnTo>
                        <a:pt x="113960" y="2721"/>
                      </a:lnTo>
                      <a:close/>
                      <a:moveTo>
                        <a:pt x="18710" y="163285"/>
                      </a:moveTo>
                      <a:lnTo>
                        <a:pt x="108517" y="20411"/>
                      </a:lnTo>
                      <a:lnTo>
                        <a:pt x="198324" y="163285"/>
                      </a:lnTo>
                      <a:lnTo>
                        <a:pt x="18710" y="163285"/>
                      </a:lnTo>
                      <a:close/>
                    </a:path>
                  </a:pathLst>
                </a:custGeom>
                <a:grpFill/>
                <a:ln w="132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13" name="Freeform: Shape 5015">
                  <a:extLst>
                    <a:ext uri="{FF2B5EF4-FFF2-40B4-BE49-F238E27FC236}">
                      <a16:creationId xmlns:a16="http://schemas.microsoft.com/office/drawing/2014/main" id="{E826900F-2A3B-9582-BE54-8E67EF2370CB}"/>
                    </a:ext>
                  </a:extLst>
                </p:cNvPr>
                <p:cNvSpPr/>
                <p:nvPr/>
              </p:nvSpPr>
              <p:spPr>
                <a:xfrm>
                  <a:off x="6096000" y="3417926"/>
                  <a:ext cx="13607" cy="54428"/>
                </a:xfrm>
                <a:custGeom>
                  <a:avLst/>
                  <a:gdLst>
                    <a:gd name="connsiteX0" fmla="*/ 0 w 13607"/>
                    <a:gd name="connsiteY0" fmla="*/ 6804 h 54428"/>
                    <a:gd name="connsiteX1" fmla="*/ 0 w 13607"/>
                    <a:gd name="connsiteY1" fmla="*/ 57150 h 54428"/>
                    <a:gd name="connsiteX2" fmla="*/ 6804 w 13607"/>
                    <a:gd name="connsiteY2" fmla="*/ 63953 h 54428"/>
                    <a:gd name="connsiteX3" fmla="*/ 13607 w 13607"/>
                    <a:gd name="connsiteY3" fmla="*/ 57150 h 54428"/>
                    <a:gd name="connsiteX4" fmla="*/ 13607 w 13607"/>
                    <a:gd name="connsiteY4" fmla="*/ 6804 h 54428"/>
                    <a:gd name="connsiteX5" fmla="*/ 6804 w 13607"/>
                    <a:gd name="connsiteY5" fmla="*/ 0 h 54428"/>
                    <a:gd name="connsiteX6" fmla="*/ 0 w 13607"/>
                    <a:gd name="connsiteY6" fmla="*/ 6804 h 54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07" h="54428">
                      <a:moveTo>
                        <a:pt x="0" y="6804"/>
                      </a:moveTo>
                      <a:lnTo>
                        <a:pt x="0" y="57150"/>
                      </a:lnTo>
                      <a:cubicBezTo>
                        <a:pt x="0" y="61232"/>
                        <a:pt x="2721" y="63953"/>
                        <a:pt x="6804" y="63953"/>
                      </a:cubicBezTo>
                      <a:cubicBezTo>
                        <a:pt x="10886" y="63953"/>
                        <a:pt x="13607" y="61232"/>
                        <a:pt x="13607" y="57150"/>
                      </a:cubicBezTo>
                      <a:lnTo>
                        <a:pt x="13607" y="6804"/>
                      </a:lnTo>
                      <a:cubicBezTo>
                        <a:pt x="13607" y="2721"/>
                        <a:pt x="10886" y="0"/>
                        <a:pt x="6804" y="0"/>
                      </a:cubicBezTo>
                      <a:cubicBezTo>
                        <a:pt x="2721" y="0"/>
                        <a:pt x="0" y="2721"/>
                        <a:pt x="0" y="6804"/>
                      </a:cubicBezTo>
                      <a:close/>
                    </a:path>
                  </a:pathLst>
                </a:custGeom>
                <a:grpFill/>
                <a:ln w="132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14" name="Freeform: Shape 5016">
                  <a:extLst>
                    <a:ext uri="{FF2B5EF4-FFF2-40B4-BE49-F238E27FC236}">
                      <a16:creationId xmlns:a16="http://schemas.microsoft.com/office/drawing/2014/main" id="{AB995D44-6DAE-8731-BCA0-0F326BE58DD0}"/>
                    </a:ext>
                  </a:extLst>
                </p:cNvPr>
                <p:cNvSpPr/>
                <p:nvPr/>
              </p:nvSpPr>
              <p:spPr>
                <a:xfrm>
                  <a:off x="6096000" y="3492765"/>
                  <a:ext cx="13607" cy="13607"/>
                </a:xfrm>
                <a:custGeom>
                  <a:avLst/>
                  <a:gdLst>
                    <a:gd name="connsiteX0" fmla="*/ 6804 w 13607"/>
                    <a:gd name="connsiteY0" fmla="*/ 0 h 13607"/>
                    <a:gd name="connsiteX1" fmla="*/ 0 w 13607"/>
                    <a:gd name="connsiteY1" fmla="*/ 6804 h 13607"/>
                    <a:gd name="connsiteX2" fmla="*/ 6804 w 13607"/>
                    <a:gd name="connsiteY2" fmla="*/ 13607 h 13607"/>
                    <a:gd name="connsiteX3" fmla="*/ 13607 w 13607"/>
                    <a:gd name="connsiteY3" fmla="*/ 6804 h 13607"/>
                    <a:gd name="connsiteX4" fmla="*/ 6804 w 13607"/>
                    <a:gd name="connsiteY4" fmla="*/ 0 h 13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07" h="13607">
                      <a:moveTo>
                        <a:pt x="6804" y="0"/>
                      </a:moveTo>
                      <a:cubicBezTo>
                        <a:pt x="2721" y="0"/>
                        <a:pt x="0" y="2721"/>
                        <a:pt x="0" y="6804"/>
                      </a:cubicBezTo>
                      <a:cubicBezTo>
                        <a:pt x="0" y="10886"/>
                        <a:pt x="2721" y="13607"/>
                        <a:pt x="6804" y="13607"/>
                      </a:cubicBezTo>
                      <a:cubicBezTo>
                        <a:pt x="10886" y="13607"/>
                        <a:pt x="13607" y="10886"/>
                        <a:pt x="13607" y="6804"/>
                      </a:cubicBezTo>
                      <a:cubicBezTo>
                        <a:pt x="13607" y="2721"/>
                        <a:pt x="10886" y="0"/>
                        <a:pt x="6804" y="0"/>
                      </a:cubicBezTo>
                      <a:close/>
                    </a:path>
                  </a:pathLst>
                </a:custGeom>
                <a:grpFill/>
                <a:ln w="132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15" name="Freeform: Shape 5017">
                  <a:extLst>
                    <a:ext uri="{FF2B5EF4-FFF2-40B4-BE49-F238E27FC236}">
                      <a16:creationId xmlns:a16="http://schemas.microsoft.com/office/drawing/2014/main" id="{E0CEEC5B-EB0A-E168-C0FB-9483531DD63D}"/>
                    </a:ext>
                  </a:extLst>
                </p:cNvPr>
                <p:cNvSpPr/>
                <p:nvPr/>
              </p:nvSpPr>
              <p:spPr>
                <a:xfrm>
                  <a:off x="5905500" y="3152587"/>
                  <a:ext cx="380999" cy="462642"/>
                </a:xfrm>
                <a:custGeom>
                  <a:avLst/>
                  <a:gdLst>
                    <a:gd name="connsiteX0" fmla="*/ 371474 w 380999"/>
                    <a:gd name="connsiteY0" fmla="*/ 166007 h 462642"/>
                    <a:gd name="connsiteX1" fmla="*/ 370113 w 380999"/>
                    <a:gd name="connsiteY1" fmla="*/ 164646 h 462642"/>
                    <a:gd name="connsiteX2" fmla="*/ 367392 w 380999"/>
                    <a:gd name="connsiteY2" fmla="*/ 160564 h 462642"/>
                    <a:gd name="connsiteX3" fmla="*/ 217714 w 380999"/>
                    <a:gd name="connsiteY3" fmla="*/ 13607 h 462642"/>
                    <a:gd name="connsiteX4" fmla="*/ 216353 w 380999"/>
                    <a:gd name="connsiteY4" fmla="*/ 12246 h 462642"/>
                    <a:gd name="connsiteX5" fmla="*/ 214992 w 380999"/>
                    <a:gd name="connsiteY5" fmla="*/ 10886 h 462642"/>
                    <a:gd name="connsiteX6" fmla="*/ 185057 w 380999"/>
                    <a:gd name="connsiteY6" fmla="*/ 0 h 462642"/>
                    <a:gd name="connsiteX7" fmla="*/ 34018 w 380999"/>
                    <a:gd name="connsiteY7" fmla="*/ 0 h 462642"/>
                    <a:gd name="connsiteX8" fmla="*/ 0 w 380999"/>
                    <a:gd name="connsiteY8" fmla="*/ 34018 h 462642"/>
                    <a:gd name="connsiteX9" fmla="*/ 0 w 380999"/>
                    <a:gd name="connsiteY9" fmla="*/ 429985 h 462642"/>
                    <a:gd name="connsiteX10" fmla="*/ 34018 w 380999"/>
                    <a:gd name="connsiteY10" fmla="*/ 462642 h 462642"/>
                    <a:gd name="connsiteX11" fmla="*/ 346981 w 380999"/>
                    <a:gd name="connsiteY11" fmla="*/ 462642 h 462642"/>
                    <a:gd name="connsiteX12" fmla="*/ 380999 w 380999"/>
                    <a:gd name="connsiteY12" fmla="*/ 428624 h 462642"/>
                    <a:gd name="connsiteX13" fmla="*/ 380999 w 380999"/>
                    <a:gd name="connsiteY13" fmla="*/ 194582 h 462642"/>
                    <a:gd name="connsiteX14" fmla="*/ 371474 w 380999"/>
                    <a:gd name="connsiteY14" fmla="*/ 166007 h 462642"/>
                    <a:gd name="connsiteX15" fmla="*/ 349703 w 380999"/>
                    <a:gd name="connsiteY15" fmla="*/ 163285 h 462642"/>
                    <a:gd name="connsiteX16" fmla="*/ 251731 w 380999"/>
                    <a:gd name="connsiteY16" fmla="*/ 163285 h 462642"/>
                    <a:gd name="connsiteX17" fmla="*/ 217714 w 380999"/>
                    <a:gd name="connsiteY17" fmla="*/ 129268 h 462642"/>
                    <a:gd name="connsiteX18" fmla="*/ 217714 w 380999"/>
                    <a:gd name="connsiteY18" fmla="*/ 32657 h 462642"/>
                    <a:gd name="connsiteX19" fmla="*/ 349703 w 380999"/>
                    <a:gd name="connsiteY19" fmla="*/ 163285 h 462642"/>
                    <a:gd name="connsiteX20" fmla="*/ 367392 w 380999"/>
                    <a:gd name="connsiteY20" fmla="*/ 428624 h 462642"/>
                    <a:gd name="connsiteX21" fmla="*/ 346981 w 380999"/>
                    <a:gd name="connsiteY21" fmla="*/ 449035 h 462642"/>
                    <a:gd name="connsiteX22" fmla="*/ 34018 w 380999"/>
                    <a:gd name="connsiteY22" fmla="*/ 449035 h 462642"/>
                    <a:gd name="connsiteX23" fmla="*/ 13607 w 380999"/>
                    <a:gd name="connsiteY23" fmla="*/ 428624 h 462642"/>
                    <a:gd name="connsiteX24" fmla="*/ 13607 w 380999"/>
                    <a:gd name="connsiteY24" fmla="*/ 34018 h 462642"/>
                    <a:gd name="connsiteX25" fmla="*/ 34018 w 380999"/>
                    <a:gd name="connsiteY25" fmla="*/ 13607 h 462642"/>
                    <a:gd name="connsiteX26" fmla="*/ 185057 w 380999"/>
                    <a:gd name="connsiteY26" fmla="*/ 13607 h 462642"/>
                    <a:gd name="connsiteX27" fmla="*/ 204107 w 380999"/>
                    <a:gd name="connsiteY27" fmla="*/ 20411 h 462642"/>
                    <a:gd name="connsiteX28" fmla="*/ 204107 w 380999"/>
                    <a:gd name="connsiteY28" fmla="*/ 129268 h 462642"/>
                    <a:gd name="connsiteX29" fmla="*/ 251731 w 380999"/>
                    <a:gd name="connsiteY29" fmla="*/ 176893 h 462642"/>
                    <a:gd name="connsiteX30" fmla="*/ 361949 w 380999"/>
                    <a:gd name="connsiteY30" fmla="*/ 176893 h 462642"/>
                    <a:gd name="connsiteX31" fmla="*/ 367392 w 380999"/>
                    <a:gd name="connsiteY31" fmla="*/ 194582 h 462642"/>
                    <a:gd name="connsiteX32" fmla="*/ 367392 w 380999"/>
                    <a:gd name="connsiteY32" fmla="*/ 428624 h 462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0999" h="462642">
                      <a:moveTo>
                        <a:pt x="371474" y="166007"/>
                      </a:moveTo>
                      <a:cubicBezTo>
                        <a:pt x="371474" y="166007"/>
                        <a:pt x="370113" y="164646"/>
                        <a:pt x="370113" y="164646"/>
                      </a:cubicBezTo>
                      <a:cubicBezTo>
                        <a:pt x="368753" y="163285"/>
                        <a:pt x="367392" y="161925"/>
                        <a:pt x="367392" y="160564"/>
                      </a:cubicBezTo>
                      <a:lnTo>
                        <a:pt x="217714" y="13607"/>
                      </a:lnTo>
                      <a:cubicBezTo>
                        <a:pt x="217714" y="13607"/>
                        <a:pt x="216353" y="12246"/>
                        <a:pt x="216353" y="12246"/>
                      </a:cubicBezTo>
                      <a:cubicBezTo>
                        <a:pt x="216353" y="12246"/>
                        <a:pt x="214992" y="10886"/>
                        <a:pt x="214992" y="10886"/>
                      </a:cubicBezTo>
                      <a:cubicBezTo>
                        <a:pt x="205467" y="4082"/>
                        <a:pt x="195942" y="0"/>
                        <a:pt x="185057" y="0"/>
                      </a:cubicBezTo>
                      <a:lnTo>
                        <a:pt x="34018" y="0"/>
                      </a:lnTo>
                      <a:cubicBezTo>
                        <a:pt x="14968" y="0"/>
                        <a:pt x="0" y="14968"/>
                        <a:pt x="0" y="34018"/>
                      </a:cubicBezTo>
                      <a:lnTo>
                        <a:pt x="0" y="429985"/>
                      </a:lnTo>
                      <a:cubicBezTo>
                        <a:pt x="0" y="447674"/>
                        <a:pt x="14968" y="462642"/>
                        <a:pt x="34018" y="462642"/>
                      </a:cubicBezTo>
                      <a:lnTo>
                        <a:pt x="346981" y="462642"/>
                      </a:lnTo>
                      <a:cubicBezTo>
                        <a:pt x="366031" y="462642"/>
                        <a:pt x="380999" y="447674"/>
                        <a:pt x="380999" y="428624"/>
                      </a:cubicBezTo>
                      <a:lnTo>
                        <a:pt x="380999" y="194582"/>
                      </a:lnTo>
                      <a:cubicBezTo>
                        <a:pt x="380999" y="185057"/>
                        <a:pt x="376917" y="174171"/>
                        <a:pt x="371474" y="166007"/>
                      </a:cubicBezTo>
                      <a:close/>
                      <a:moveTo>
                        <a:pt x="349703" y="163285"/>
                      </a:moveTo>
                      <a:lnTo>
                        <a:pt x="251731" y="163285"/>
                      </a:lnTo>
                      <a:cubicBezTo>
                        <a:pt x="232682" y="163285"/>
                        <a:pt x="217714" y="148318"/>
                        <a:pt x="217714" y="129268"/>
                      </a:cubicBezTo>
                      <a:lnTo>
                        <a:pt x="217714" y="32657"/>
                      </a:lnTo>
                      <a:lnTo>
                        <a:pt x="349703" y="163285"/>
                      </a:lnTo>
                      <a:close/>
                      <a:moveTo>
                        <a:pt x="367392" y="428624"/>
                      </a:moveTo>
                      <a:cubicBezTo>
                        <a:pt x="367392" y="439510"/>
                        <a:pt x="357867" y="449035"/>
                        <a:pt x="346981" y="449035"/>
                      </a:cubicBezTo>
                      <a:lnTo>
                        <a:pt x="34018" y="449035"/>
                      </a:lnTo>
                      <a:cubicBezTo>
                        <a:pt x="23132" y="449035"/>
                        <a:pt x="13607" y="439510"/>
                        <a:pt x="13607" y="428624"/>
                      </a:cubicBezTo>
                      <a:lnTo>
                        <a:pt x="13607" y="34018"/>
                      </a:lnTo>
                      <a:cubicBezTo>
                        <a:pt x="13607" y="23132"/>
                        <a:pt x="23132" y="13607"/>
                        <a:pt x="34018" y="13607"/>
                      </a:cubicBezTo>
                      <a:lnTo>
                        <a:pt x="185057" y="13607"/>
                      </a:lnTo>
                      <a:cubicBezTo>
                        <a:pt x="191860" y="13607"/>
                        <a:pt x="198664" y="16329"/>
                        <a:pt x="204107" y="20411"/>
                      </a:cubicBezTo>
                      <a:lnTo>
                        <a:pt x="204107" y="129268"/>
                      </a:lnTo>
                      <a:cubicBezTo>
                        <a:pt x="204107" y="155121"/>
                        <a:pt x="225878" y="176893"/>
                        <a:pt x="251731" y="176893"/>
                      </a:cubicBezTo>
                      <a:lnTo>
                        <a:pt x="361949" y="176893"/>
                      </a:lnTo>
                      <a:cubicBezTo>
                        <a:pt x="364670" y="182335"/>
                        <a:pt x="367392" y="189139"/>
                        <a:pt x="367392" y="194582"/>
                      </a:cubicBezTo>
                      <a:lnTo>
                        <a:pt x="367392" y="428624"/>
                      </a:lnTo>
                      <a:close/>
                    </a:path>
                  </a:pathLst>
                </a:custGeom>
                <a:grpFill/>
                <a:ln w="132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16" name="Graphic 6">
                <a:extLst>
                  <a:ext uri="{FF2B5EF4-FFF2-40B4-BE49-F238E27FC236}">
                    <a16:creationId xmlns:a16="http://schemas.microsoft.com/office/drawing/2014/main" id="{5071E0FA-E7E5-83EE-420C-FA31B1AC0089}"/>
                  </a:ext>
                  <a:ext uri="{C183D7F6-B498-43B3-948B-1728B52AA6E4}">
                    <adec:decorative xmlns:adec="http://schemas.microsoft.com/office/drawing/2017/decorative" val="1"/>
                  </a:ext>
                </a:extLst>
              </p:cNvPr>
              <p:cNvGrpSpPr>
                <a:grpSpLocks noChangeAspect="1"/>
              </p:cNvGrpSpPr>
              <p:nvPr/>
            </p:nvGrpSpPr>
            <p:grpSpPr>
              <a:xfrm>
                <a:off x="1881853" y="2085587"/>
                <a:ext cx="103253" cy="125379"/>
                <a:chOff x="5905500" y="3152587"/>
                <a:chExt cx="380999" cy="462642"/>
              </a:xfrm>
              <a:solidFill>
                <a:schemeClr val="tx1"/>
              </a:solidFill>
            </p:grpSpPr>
            <p:sp>
              <p:nvSpPr>
                <p:cNvPr id="1117" name="Freeform: Shape 5019">
                  <a:extLst>
                    <a:ext uri="{FF2B5EF4-FFF2-40B4-BE49-F238E27FC236}">
                      <a16:creationId xmlns:a16="http://schemas.microsoft.com/office/drawing/2014/main" id="{B04A1710-3B0D-F703-EF98-B0C36B3F4784}"/>
                    </a:ext>
                  </a:extLst>
                </p:cNvPr>
                <p:cNvSpPr/>
                <p:nvPr/>
              </p:nvSpPr>
              <p:spPr>
                <a:xfrm>
                  <a:off x="5993946" y="3432894"/>
                  <a:ext cx="54428" cy="81643"/>
                </a:xfrm>
                <a:custGeom>
                  <a:avLst/>
                  <a:gdLst>
                    <a:gd name="connsiteX0" fmla="*/ 25853 w 54428"/>
                    <a:gd name="connsiteY0" fmla="*/ 13607 h 81642"/>
                    <a:gd name="connsiteX1" fmla="*/ 47625 w 54428"/>
                    <a:gd name="connsiteY1" fmla="*/ 13607 h 81642"/>
                    <a:gd name="connsiteX2" fmla="*/ 54428 w 54428"/>
                    <a:gd name="connsiteY2" fmla="*/ 6804 h 81642"/>
                    <a:gd name="connsiteX3" fmla="*/ 47625 w 54428"/>
                    <a:gd name="connsiteY3" fmla="*/ 0 h 81642"/>
                    <a:gd name="connsiteX4" fmla="*/ 25853 w 54428"/>
                    <a:gd name="connsiteY4" fmla="*/ 0 h 81642"/>
                    <a:gd name="connsiteX5" fmla="*/ 0 w 54428"/>
                    <a:gd name="connsiteY5" fmla="*/ 25854 h 81642"/>
                    <a:gd name="connsiteX6" fmla="*/ 25853 w 54428"/>
                    <a:gd name="connsiteY6" fmla="*/ 51707 h 81642"/>
                    <a:gd name="connsiteX7" fmla="*/ 38100 w 54428"/>
                    <a:gd name="connsiteY7" fmla="*/ 63953 h 81642"/>
                    <a:gd name="connsiteX8" fmla="*/ 25853 w 54428"/>
                    <a:gd name="connsiteY8" fmla="*/ 76200 h 81642"/>
                    <a:gd name="connsiteX9" fmla="*/ 6804 w 54428"/>
                    <a:gd name="connsiteY9" fmla="*/ 76200 h 81642"/>
                    <a:gd name="connsiteX10" fmla="*/ 0 w 54428"/>
                    <a:gd name="connsiteY10" fmla="*/ 83003 h 81642"/>
                    <a:gd name="connsiteX11" fmla="*/ 6804 w 54428"/>
                    <a:gd name="connsiteY11" fmla="*/ 89807 h 81642"/>
                    <a:gd name="connsiteX12" fmla="*/ 25853 w 54428"/>
                    <a:gd name="connsiteY12" fmla="*/ 89807 h 81642"/>
                    <a:gd name="connsiteX13" fmla="*/ 51707 w 54428"/>
                    <a:gd name="connsiteY13" fmla="*/ 63953 h 81642"/>
                    <a:gd name="connsiteX14" fmla="*/ 25853 w 54428"/>
                    <a:gd name="connsiteY14" fmla="*/ 38100 h 81642"/>
                    <a:gd name="connsiteX15" fmla="*/ 13607 w 54428"/>
                    <a:gd name="connsiteY15" fmla="*/ 25854 h 81642"/>
                    <a:gd name="connsiteX16" fmla="*/ 25853 w 54428"/>
                    <a:gd name="connsiteY16" fmla="*/ 13607 h 8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428" h="81642">
                      <a:moveTo>
                        <a:pt x="25853" y="13607"/>
                      </a:moveTo>
                      <a:lnTo>
                        <a:pt x="47625" y="13607"/>
                      </a:lnTo>
                      <a:cubicBezTo>
                        <a:pt x="51707" y="13607"/>
                        <a:pt x="54428" y="10886"/>
                        <a:pt x="54428" y="6804"/>
                      </a:cubicBezTo>
                      <a:cubicBezTo>
                        <a:pt x="54428" y="2721"/>
                        <a:pt x="51707" y="0"/>
                        <a:pt x="47625" y="0"/>
                      </a:cubicBezTo>
                      <a:lnTo>
                        <a:pt x="25853" y="0"/>
                      </a:lnTo>
                      <a:cubicBezTo>
                        <a:pt x="10886" y="0"/>
                        <a:pt x="0" y="12246"/>
                        <a:pt x="0" y="25854"/>
                      </a:cubicBezTo>
                      <a:cubicBezTo>
                        <a:pt x="0" y="39461"/>
                        <a:pt x="12246" y="51707"/>
                        <a:pt x="25853" y="51707"/>
                      </a:cubicBezTo>
                      <a:cubicBezTo>
                        <a:pt x="32657" y="51707"/>
                        <a:pt x="38100" y="57150"/>
                        <a:pt x="38100" y="63953"/>
                      </a:cubicBezTo>
                      <a:cubicBezTo>
                        <a:pt x="38100" y="70757"/>
                        <a:pt x="32657" y="76200"/>
                        <a:pt x="25853" y="76200"/>
                      </a:cubicBezTo>
                      <a:lnTo>
                        <a:pt x="6804" y="76200"/>
                      </a:lnTo>
                      <a:cubicBezTo>
                        <a:pt x="2721" y="76200"/>
                        <a:pt x="0" y="78921"/>
                        <a:pt x="0" y="83003"/>
                      </a:cubicBezTo>
                      <a:cubicBezTo>
                        <a:pt x="0" y="87086"/>
                        <a:pt x="2721" y="89807"/>
                        <a:pt x="6804" y="89807"/>
                      </a:cubicBezTo>
                      <a:lnTo>
                        <a:pt x="25853" y="89807"/>
                      </a:lnTo>
                      <a:cubicBezTo>
                        <a:pt x="40821" y="89807"/>
                        <a:pt x="51707" y="77561"/>
                        <a:pt x="51707" y="63953"/>
                      </a:cubicBezTo>
                      <a:cubicBezTo>
                        <a:pt x="51707" y="50346"/>
                        <a:pt x="39461" y="38100"/>
                        <a:pt x="25853" y="38100"/>
                      </a:cubicBezTo>
                      <a:cubicBezTo>
                        <a:pt x="19050" y="38100"/>
                        <a:pt x="13607" y="32657"/>
                        <a:pt x="13607" y="25854"/>
                      </a:cubicBezTo>
                      <a:cubicBezTo>
                        <a:pt x="13607" y="19050"/>
                        <a:pt x="19050" y="13607"/>
                        <a:pt x="25853" y="13607"/>
                      </a:cubicBezTo>
                      <a:close/>
                    </a:path>
                  </a:pathLst>
                </a:custGeom>
                <a:grpFill/>
                <a:ln w="132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18" name="Freeform: Shape 5020">
                  <a:extLst>
                    <a:ext uri="{FF2B5EF4-FFF2-40B4-BE49-F238E27FC236}">
                      <a16:creationId xmlns:a16="http://schemas.microsoft.com/office/drawing/2014/main" id="{8E0DCB85-D62E-A8BF-2976-6433C517049C}"/>
                    </a:ext>
                  </a:extLst>
                </p:cNvPr>
                <p:cNvSpPr/>
                <p:nvPr/>
              </p:nvSpPr>
              <p:spPr>
                <a:xfrm>
                  <a:off x="6157231" y="3432894"/>
                  <a:ext cx="54428" cy="95250"/>
                </a:xfrm>
                <a:custGeom>
                  <a:avLst/>
                  <a:gdLst>
                    <a:gd name="connsiteX0" fmla="*/ 47625 w 54428"/>
                    <a:gd name="connsiteY0" fmla="*/ 81643 h 95249"/>
                    <a:gd name="connsiteX1" fmla="*/ 13607 w 54428"/>
                    <a:gd name="connsiteY1" fmla="*/ 81643 h 95249"/>
                    <a:gd name="connsiteX2" fmla="*/ 13607 w 54428"/>
                    <a:gd name="connsiteY2" fmla="*/ 6804 h 95249"/>
                    <a:gd name="connsiteX3" fmla="*/ 6804 w 54428"/>
                    <a:gd name="connsiteY3" fmla="*/ 0 h 95249"/>
                    <a:gd name="connsiteX4" fmla="*/ 0 w 54428"/>
                    <a:gd name="connsiteY4" fmla="*/ 6804 h 95249"/>
                    <a:gd name="connsiteX5" fmla="*/ 0 w 54428"/>
                    <a:gd name="connsiteY5" fmla="*/ 88446 h 95249"/>
                    <a:gd name="connsiteX6" fmla="*/ 6804 w 54428"/>
                    <a:gd name="connsiteY6" fmla="*/ 95250 h 95249"/>
                    <a:gd name="connsiteX7" fmla="*/ 47625 w 54428"/>
                    <a:gd name="connsiteY7" fmla="*/ 95250 h 95249"/>
                    <a:gd name="connsiteX8" fmla="*/ 54428 w 54428"/>
                    <a:gd name="connsiteY8" fmla="*/ 88446 h 95249"/>
                    <a:gd name="connsiteX9" fmla="*/ 47625 w 54428"/>
                    <a:gd name="connsiteY9" fmla="*/ 81643 h 95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8" h="95249">
                      <a:moveTo>
                        <a:pt x="47625" y="81643"/>
                      </a:moveTo>
                      <a:lnTo>
                        <a:pt x="13607" y="81643"/>
                      </a:lnTo>
                      <a:lnTo>
                        <a:pt x="13607" y="6804"/>
                      </a:lnTo>
                      <a:cubicBezTo>
                        <a:pt x="13607" y="2721"/>
                        <a:pt x="10886" y="0"/>
                        <a:pt x="6804" y="0"/>
                      </a:cubicBezTo>
                      <a:cubicBezTo>
                        <a:pt x="2721" y="0"/>
                        <a:pt x="0" y="2721"/>
                        <a:pt x="0" y="6804"/>
                      </a:cubicBezTo>
                      <a:lnTo>
                        <a:pt x="0" y="88446"/>
                      </a:lnTo>
                      <a:cubicBezTo>
                        <a:pt x="0" y="92528"/>
                        <a:pt x="2721" y="95250"/>
                        <a:pt x="6804" y="95250"/>
                      </a:cubicBezTo>
                      <a:lnTo>
                        <a:pt x="47625" y="95250"/>
                      </a:lnTo>
                      <a:cubicBezTo>
                        <a:pt x="51707" y="95250"/>
                        <a:pt x="54428" y="92528"/>
                        <a:pt x="54428" y="88446"/>
                      </a:cubicBezTo>
                      <a:cubicBezTo>
                        <a:pt x="54428" y="85725"/>
                        <a:pt x="51707" y="81643"/>
                        <a:pt x="47625" y="81643"/>
                      </a:cubicBezTo>
                      <a:close/>
                    </a:path>
                  </a:pathLst>
                </a:custGeom>
                <a:grpFill/>
                <a:ln w="132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19" name="Freeform: Shape 5021">
                  <a:extLst>
                    <a:ext uri="{FF2B5EF4-FFF2-40B4-BE49-F238E27FC236}">
                      <a16:creationId xmlns:a16="http://schemas.microsoft.com/office/drawing/2014/main" id="{5DF813EE-B6F3-04E9-C159-347EB194E673}"/>
                    </a:ext>
                  </a:extLst>
                </p:cNvPr>
                <p:cNvSpPr/>
                <p:nvPr/>
              </p:nvSpPr>
              <p:spPr>
                <a:xfrm>
                  <a:off x="6055178" y="3432894"/>
                  <a:ext cx="95250" cy="95250"/>
                </a:xfrm>
                <a:custGeom>
                  <a:avLst/>
                  <a:gdLst>
                    <a:gd name="connsiteX0" fmla="*/ 95250 w 95249"/>
                    <a:gd name="connsiteY0" fmla="*/ 47625 h 95249"/>
                    <a:gd name="connsiteX1" fmla="*/ 47625 w 95249"/>
                    <a:gd name="connsiteY1" fmla="*/ 0 h 95249"/>
                    <a:gd name="connsiteX2" fmla="*/ 0 w 95249"/>
                    <a:gd name="connsiteY2" fmla="*/ 47625 h 95249"/>
                    <a:gd name="connsiteX3" fmla="*/ 47625 w 95249"/>
                    <a:gd name="connsiteY3" fmla="*/ 95250 h 95249"/>
                    <a:gd name="connsiteX4" fmla="*/ 62593 w 95249"/>
                    <a:gd name="connsiteY4" fmla="*/ 92528 h 95249"/>
                    <a:gd name="connsiteX5" fmla="*/ 73478 w 95249"/>
                    <a:gd name="connsiteY5" fmla="*/ 103414 h 95249"/>
                    <a:gd name="connsiteX6" fmla="*/ 78921 w 95249"/>
                    <a:gd name="connsiteY6" fmla="*/ 104775 h 95249"/>
                    <a:gd name="connsiteX7" fmla="*/ 84364 w 95249"/>
                    <a:gd name="connsiteY7" fmla="*/ 103414 h 95249"/>
                    <a:gd name="connsiteX8" fmla="*/ 84364 w 95249"/>
                    <a:gd name="connsiteY8" fmla="*/ 93889 h 95249"/>
                    <a:gd name="connsiteX9" fmla="*/ 74839 w 95249"/>
                    <a:gd name="connsiteY9" fmla="*/ 87086 h 95249"/>
                    <a:gd name="connsiteX10" fmla="*/ 95250 w 95249"/>
                    <a:gd name="connsiteY10" fmla="*/ 47625 h 95249"/>
                    <a:gd name="connsiteX11" fmla="*/ 61232 w 95249"/>
                    <a:gd name="connsiteY11" fmla="*/ 73478 h 95249"/>
                    <a:gd name="connsiteX12" fmla="*/ 51707 w 95249"/>
                    <a:gd name="connsiteY12" fmla="*/ 73478 h 95249"/>
                    <a:gd name="connsiteX13" fmla="*/ 51707 w 95249"/>
                    <a:gd name="connsiteY13" fmla="*/ 81643 h 95249"/>
                    <a:gd name="connsiteX14" fmla="*/ 47625 w 95249"/>
                    <a:gd name="connsiteY14" fmla="*/ 81643 h 95249"/>
                    <a:gd name="connsiteX15" fmla="*/ 13607 w 95249"/>
                    <a:gd name="connsiteY15" fmla="*/ 47625 h 95249"/>
                    <a:gd name="connsiteX16" fmla="*/ 47625 w 95249"/>
                    <a:gd name="connsiteY16" fmla="*/ 13607 h 95249"/>
                    <a:gd name="connsiteX17" fmla="*/ 81643 w 95249"/>
                    <a:gd name="connsiteY17" fmla="*/ 47625 h 95249"/>
                    <a:gd name="connsiteX18" fmla="*/ 65314 w 95249"/>
                    <a:gd name="connsiteY18" fmla="*/ 76200 h 95249"/>
                    <a:gd name="connsiteX19" fmla="*/ 61232 w 95249"/>
                    <a:gd name="connsiteY19" fmla="*/ 73478 h 95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5249" h="95249">
                      <a:moveTo>
                        <a:pt x="95250" y="47625"/>
                      </a:moveTo>
                      <a:cubicBezTo>
                        <a:pt x="95250" y="21771"/>
                        <a:pt x="73478" y="0"/>
                        <a:pt x="47625" y="0"/>
                      </a:cubicBezTo>
                      <a:cubicBezTo>
                        <a:pt x="21771" y="0"/>
                        <a:pt x="0" y="21771"/>
                        <a:pt x="0" y="47625"/>
                      </a:cubicBezTo>
                      <a:cubicBezTo>
                        <a:pt x="0" y="73478"/>
                        <a:pt x="21771" y="95250"/>
                        <a:pt x="47625" y="95250"/>
                      </a:cubicBezTo>
                      <a:cubicBezTo>
                        <a:pt x="53068" y="95250"/>
                        <a:pt x="58511" y="93889"/>
                        <a:pt x="62593" y="92528"/>
                      </a:cubicBezTo>
                      <a:lnTo>
                        <a:pt x="73478" y="103414"/>
                      </a:lnTo>
                      <a:cubicBezTo>
                        <a:pt x="74839" y="104775"/>
                        <a:pt x="76200" y="104775"/>
                        <a:pt x="78921" y="104775"/>
                      </a:cubicBezTo>
                      <a:cubicBezTo>
                        <a:pt x="80282" y="104775"/>
                        <a:pt x="83003" y="104775"/>
                        <a:pt x="84364" y="103414"/>
                      </a:cubicBezTo>
                      <a:cubicBezTo>
                        <a:pt x="87085" y="100693"/>
                        <a:pt x="87085" y="96611"/>
                        <a:pt x="84364" y="93889"/>
                      </a:cubicBezTo>
                      <a:lnTo>
                        <a:pt x="74839" y="87086"/>
                      </a:lnTo>
                      <a:cubicBezTo>
                        <a:pt x="87085" y="77561"/>
                        <a:pt x="95250" y="63953"/>
                        <a:pt x="95250" y="47625"/>
                      </a:cubicBezTo>
                      <a:close/>
                      <a:moveTo>
                        <a:pt x="61232" y="73478"/>
                      </a:moveTo>
                      <a:cubicBezTo>
                        <a:pt x="58511" y="70757"/>
                        <a:pt x="54428" y="70757"/>
                        <a:pt x="51707" y="73478"/>
                      </a:cubicBezTo>
                      <a:cubicBezTo>
                        <a:pt x="48986" y="76200"/>
                        <a:pt x="48986" y="80282"/>
                        <a:pt x="51707" y="81643"/>
                      </a:cubicBezTo>
                      <a:cubicBezTo>
                        <a:pt x="50346" y="81643"/>
                        <a:pt x="48986" y="81643"/>
                        <a:pt x="47625" y="81643"/>
                      </a:cubicBezTo>
                      <a:cubicBezTo>
                        <a:pt x="28575" y="81643"/>
                        <a:pt x="13607" y="66675"/>
                        <a:pt x="13607" y="47625"/>
                      </a:cubicBezTo>
                      <a:cubicBezTo>
                        <a:pt x="13607" y="28575"/>
                        <a:pt x="28575" y="13607"/>
                        <a:pt x="47625" y="13607"/>
                      </a:cubicBezTo>
                      <a:cubicBezTo>
                        <a:pt x="66675" y="13607"/>
                        <a:pt x="81643" y="28575"/>
                        <a:pt x="81643" y="47625"/>
                      </a:cubicBezTo>
                      <a:cubicBezTo>
                        <a:pt x="81643" y="59871"/>
                        <a:pt x="74839" y="70757"/>
                        <a:pt x="65314" y="76200"/>
                      </a:cubicBezTo>
                      <a:lnTo>
                        <a:pt x="61232" y="73478"/>
                      </a:lnTo>
                      <a:close/>
                    </a:path>
                  </a:pathLst>
                </a:custGeom>
                <a:grpFill/>
                <a:ln w="132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20" name="Freeform: Shape 5022">
                  <a:extLst>
                    <a:ext uri="{FF2B5EF4-FFF2-40B4-BE49-F238E27FC236}">
                      <a16:creationId xmlns:a16="http://schemas.microsoft.com/office/drawing/2014/main" id="{0F2460A8-B44B-D075-8570-FEAA33A15349}"/>
                    </a:ext>
                  </a:extLst>
                </p:cNvPr>
                <p:cNvSpPr/>
                <p:nvPr/>
              </p:nvSpPr>
              <p:spPr>
                <a:xfrm>
                  <a:off x="5905500" y="3152587"/>
                  <a:ext cx="380999" cy="462642"/>
                </a:xfrm>
                <a:custGeom>
                  <a:avLst/>
                  <a:gdLst>
                    <a:gd name="connsiteX0" fmla="*/ 371474 w 380999"/>
                    <a:gd name="connsiteY0" fmla="*/ 166007 h 462642"/>
                    <a:gd name="connsiteX1" fmla="*/ 370113 w 380999"/>
                    <a:gd name="connsiteY1" fmla="*/ 164646 h 462642"/>
                    <a:gd name="connsiteX2" fmla="*/ 367392 w 380999"/>
                    <a:gd name="connsiteY2" fmla="*/ 160564 h 462642"/>
                    <a:gd name="connsiteX3" fmla="*/ 217714 w 380999"/>
                    <a:gd name="connsiteY3" fmla="*/ 13607 h 462642"/>
                    <a:gd name="connsiteX4" fmla="*/ 216353 w 380999"/>
                    <a:gd name="connsiteY4" fmla="*/ 12246 h 462642"/>
                    <a:gd name="connsiteX5" fmla="*/ 214992 w 380999"/>
                    <a:gd name="connsiteY5" fmla="*/ 10886 h 462642"/>
                    <a:gd name="connsiteX6" fmla="*/ 185057 w 380999"/>
                    <a:gd name="connsiteY6" fmla="*/ 0 h 462642"/>
                    <a:gd name="connsiteX7" fmla="*/ 34018 w 380999"/>
                    <a:gd name="connsiteY7" fmla="*/ 0 h 462642"/>
                    <a:gd name="connsiteX8" fmla="*/ 0 w 380999"/>
                    <a:gd name="connsiteY8" fmla="*/ 34018 h 462642"/>
                    <a:gd name="connsiteX9" fmla="*/ 0 w 380999"/>
                    <a:gd name="connsiteY9" fmla="*/ 429985 h 462642"/>
                    <a:gd name="connsiteX10" fmla="*/ 34018 w 380999"/>
                    <a:gd name="connsiteY10" fmla="*/ 462642 h 462642"/>
                    <a:gd name="connsiteX11" fmla="*/ 346981 w 380999"/>
                    <a:gd name="connsiteY11" fmla="*/ 462642 h 462642"/>
                    <a:gd name="connsiteX12" fmla="*/ 380999 w 380999"/>
                    <a:gd name="connsiteY12" fmla="*/ 428624 h 462642"/>
                    <a:gd name="connsiteX13" fmla="*/ 380999 w 380999"/>
                    <a:gd name="connsiteY13" fmla="*/ 194582 h 462642"/>
                    <a:gd name="connsiteX14" fmla="*/ 371474 w 380999"/>
                    <a:gd name="connsiteY14" fmla="*/ 166007 h 462642"/>
                    <a:gd name="connsiteX15" fmla="*/ 349703 w 380999"/>
                    <a:gd name="connsiteY15" fmla="*/ 163285 h 462642"/>
                    <a:gd name="connsiteX16" fmla="*/ 251731 w 380999"/>
                    <a:gd name="connsiteY16" fmla="*/ 163285 h 462642"/>
                    <a:gd name="connsiteX17" fmla="*/ 217714 w 380999"/>
                    <a:gd name="connsiteY17" fmla="*/ 129268 h 462642"/>
                    <a:gd name="connsiteX18" fmla="*/ 217714 w 380999"/>
                    <a:gd name="connsiteY18" fmla="*/ 32657 h 462642"/>
                    <a:gd name="connsiteX19" fmla="*/ 349703 w 380999"/>
                    <a:gd name="connsiteY19" fmla="*/ 163285 h 462642"/>
                    <a:gd name="connsiteX20" fmla="*/ 367392 w 380999"/>
                    <a:gd name="connsiteY20" fmla="*/ 428624 h 462642"/>
                    <a:gd name="connsiteX21" fmla="*/ 346981 w 380999"/>
                    <a:gd name="connsiteY21" fmla="*/ 449035 h 462642"/>
                    <a:gd name="connsiteX22" fmla="*/ 34018 w 380999"/>
                    <a:gd name="connsiteY22" fmla="*/ 449035 h 462642"/>
                    <a:gd name="connsiteX23" fmla="*/ 13607 w 380999"/>
                    <a:gd name="connsiteY23" fmla="*/ 428624 h 462642"/>
                    <a:gd name="connsiteX24" fmla="*/ 13607 w 380999"/>
                    <a:gd name="connsiteY24" fmla="*/ 34018 h 462642"/>
                    <a:gd name="connsiteX25" fmla="*/ 34018 w 380999"/>
                    <a:gd name="connsiteY25" fmla="*/ 13607 h 462642"/>
                    <a:gd name="connsiteX26" fmla="*/ 185057 w 380999"/>
                    <a:gd name="connsiteY26" fmla="*/ 13607 h 462642"/>
                    <a:gd name="connsiteX27" fmla="*/ 204107 w 380999"/>
                    <a:gd name="connsiteY27" fmla="*/ 20411 h 462642"/>
                    <a:gd name="connsiteX28" fmla="*/ 204107 w 380999"/>
                    <a:gd name="connsiteY28" fmla="*/ 129268 h 462642"/>
                    <a:gd name="connsiteX29" fmla="*/ 251731 w 380999"/>
                    <a:gd name="connsiteY29" fmla="*/ 176893 h 462642"/>
                    <a:gd name="connsiteX30" fmla="*/ 361949 w 380999"/>
                    <a:gd name="connsiteY30" fmla="*/ 176893 h 462642"/>
                    <a:gd name="connsiteX31" fmla="*/ 367392 w 380999"/>
                    <a:gd name="connsiteY31" fmla="*/ 194582 h 462642"/>
                    <a:gd name="connsiteX32" fmla="*/ 367392 w 380999"/>
                    <a:gd name="connsiteY32" fmla="*/ 428624 h 462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0999" h="462642">
                      <a:moveTo>
                        <a:pt x="371474" y="166007"/>
                      </a:moveTo>
                      <a:cubicBezTo>
                        <a:pt x="371474" y="166007"/>
                        <a:pt x="370113" y="164646"/>
                        <a:pt x="370113" y="164646"/>
                      </a:cubicBezTo>
                      <a:cubicBezTo>
                        <a:pt x="368753" y="163285"/>
                        <a:pt x="367392" y="161925"/>
                        <a:pt x="367392" y="160564"/>
                      </a:cubicBezTo>
                      <a:lnTo>
                        <a:pt x="217714" y="13607"/>
                      </a:lnTo>
                      <a:cubicBezTo>
                        <a:pt x="217714" y="13607"/>
                        <a:pt x="216353" y="12246"/>
                        <a:pt x="216353" y="12246"/>
                      </a:cubicBezTo>
                      <a:cubicBezTo>
                        <a:pt x="216353" y="12246"/>
                        <a:pt x="214992" y="10886"/>
                        <a:pt x="214992" y="10886"/>
                      </a:cubicBezTo>
                      <a:cubicBezTo>
                        <a:pt x="205467" y="4082"/>
                        <a:pt x="195942" y="0"/>
                        <a:pt x="185057" y="0"/>
                      </a:cubicBezTo>
                      <a:lnTo>
                        <a:pt x="34018" y="0"/>
                      </a:lnTo>
                      <a:cubicBezTo>
                        <a:pt x="14968" y="0"/>
                        <a:pt x="0" y="14968"/>
                        <a:pt x="0" y="34018"/>
                      </a:cubicBezTo>
                      <a:lnTo>
                        <a:pt x="0" y="429985"/>
                      </a:lnTo>
                      <a:cubicBezTo>
                        <a:pt x="0" y="447674"/>
                        <a:pt x="14968" y="462642"/>
                        <a:pt x="34018" y="462642"/>
                      </a:cubicBezTo>
                      <a:lnTo>
                        <a:pt x="346981" y="462642"/>
                      </a:lnTo>
                      <a:cubicBezTo>
                        <a:pt x="366031" y="462642"/>
                        <a:pt x="380999" y="447674"/>
                        <a:pt x="380999" y="428624"/>
                      </a:cubicBezTo>
                      <a:lnTo>
                        <a:pt x="380999" y="194582"/>
                      </a:lnTo>
                      <a:cubicBezTo>
                        <a:pt x="380999" y="185057"/>
                        <a:pt x="376917" y="174171"/>
                        <a:pt x="371474" y="166007"/>
                      </a:cubicBezTo>
                      <a:close/>
                      <a:moveTo>
                        <a:pt x="349703" y="163285"/>
                      </a:moveTo>
                      <a:lnTo>
                        <a:pt x="251731" y="163285"/>
                      </a:lnTo>
                      <a:cubicBezTo>
                        <a:pt x="232682" y="163285"/>
                        <a:pt x="217714" y="148318"/>
                        <a:pt x="217714" y="129268"/>
                      </a:cubicBezTo>
                      <a:lnTo>
                        <a:pt x="217714" y="32657"/>
                      </a:lnTo>
                      <a:lnTo>
                        <a:pt x="349703" y="163285"/>
                      </a:lnTo>
                      <a:close/>
                      <a:moveTo>
                        <a:pt x="367392" y="428624"/>
                      </a:moveTo>
                      <a:cubicBezTo>
                        <a:pt x="367392" y="439510"/>
                        <a:pt x="357867" y="449035"/>
                        <a:pt x="346981" y="449035"/>
                      </a:cubicBezTo>
                      <a:lnTo>
                        <a:pt x="34018" y="449035"/>
                      </a:lnTo>
                      <a:cubicBezTo>
                        <a:pt x="23132" y="449035"/>
                        <a:pt x="13607" y="439510"/>
                        <a:pt x="13607" y="428624"/>
                      </a:cubicBezTo>
                      <a:lnTo>
                        <a:pt x="13607" y="34018"/>
                      </a:lnTo>
                      <a:cubicBezTo>
                        <a:pt x="13607" y="23132"/>
                        <a:pt x="23132" y="13607"/>
                        <a:pt x="34018" y="13607"/>
                      </a:cubicBezTo>
                      <a:lnTo>
                        <a:pt x="185057" y="13607"/>
                      </a:lnTo>
                      <a:cubicBezTo>
                        <a:pt x="191860" y="13607"/>
                        <a:pt x="198664" y="16329"/>
                        <a:pt x="204107" y="20411"/>
                      </a:cubicBezTo>
                      <a:lnTo>
                        <a:pt x="204107" y="129268"/>
                      </a:lnTo>
                      <a:cubicBezTo>
                        <a:pt x="204107" y="155121"/>
                        <a:pt x="225878" y="176893"/>
                        <a:pt x="251731" y="176893"/>
                      </a:cubicBezTo>
                      <a:lnTo>
                        <a:pt x="361949" y="176893"/>
                      </a:lnTo>
                      <a:cubicBezTo>
                        <a:pt x="364670" y="182335"/>
                        <a:pt x="367392" y="189139"/>
                        <a:pt x="367392" y="194582"/>
                      </a:cubicBezTo>
                      <a:lnTo>
                        <a:pt x="367392" y="428624"/>
                      </a:lnTo>
                      <a:close/>
                    </a:path>
                  </a:pathLst>
                </a:custGeom>
                <a:grpFill/>
                <a:ln w="132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121" name="Graphic 2">
                <a:extLst>
                  <a:ext uri="{FF2B5EF4-FFF2-40B4-BE49-F238E27FC236}">
                    <a16:creationId xmlns:a16="http://schemas.microsoft.com/office/drawing/2014/main" id="{DA02B513-559F-2D7B-10EA-47260815F592}"/>
                  </a:ext>
                  <a:ext uri="{C183D7F6-B498-43B3-948B-1728B52AA6E4}">
                    <adec:decorative xmlns:adec="http://schemas.microsoft.com/office/drawing/2017/decorative" val="1"/>
                  </a:ext>
                </a:extLst>
              </p:cNvPr>
              <p:cNvSpPr>
                <a:spLocks noChangeAspect="1"/>
              </p:cNvSpPr>
              <p:nvPr/>
            </p:nvSpPr>
            <p:spPr>
              <a:xfrm>
                <a:off x="2143210" y="2086035"/>
                <a:ext cx="121461" cy="138812"/>
              </a:xfrm>
              <a:custGeom>
                <a:avLst/>
                <a:gdLst>
                  <a:gd name="connsiteX0" fmla="*/ 371475 w 400050"/>
                  <a:gd name="connsiteY0" fmla="*/ 21431 h 457198"/>
                  <a:gd name="connsiteX1" fmla="*/ 271463 w 400050"/>
                  <a:gd name="connsiteY1" fmla="*/ 21431 h 457198"/>
                  <a:gd name="connsiteX2" fmla="*/ 271463 w 400050"/>
                  <a:gd name="connsiteY2" fmla="*/ 7144 h 457198"/>
                  <a:gd name="connsiteX3" fmla="*/ 264319 w 400050"/>
                  <a:gd name="connsiteY3" fmla="*/ 0 h 457198"/>
                  <a:gd name="connsiteX4" fmla="*/ 135731 w 400050"/>
                  <a:gd name="connsiteY4" fmla="*/ 0 h 457198"/>
                  <a:gd name="connsiteX5" fmla="*/ 128588 w 400050"/>
                  <a:gd name="connsiteY5" fmla="*/ 7144 h 457198"/>
                  <a:gd name="connsiteX6" fmla="*/ 128588 w 400050"/>
                  <a:gd name="connsiteY6" fmla="*/ 21431 h 457198"/>
                  <a:gd name="connsiteX7" fmla="*/ 28575 w 400050"/>
                  <a:gd name="connsiteY7" fmla="*/ 21431 h 457198"/>
                  <a:gd name="connsiteX8" fmla="*/ 0 w 400050"/>
                  <a:gd name="connsiteY8" fmla="*/ 50006 h 457198"/>
                  <a:gd name="connsiteX9" fmla="*/ 0 w 400050"/>
                  <a:gd name="connsiteY9" fmla="*/ 435767 h 457198"/>
                  <a:gd name="connsiteX10" fmla="*/ 28575 w 400050"/>
                  <a:gd name="connsiteY10" fmla="*/ 464342 h 457198"/>
                  <a:gd name="connsiteX11" fmla="*/ 371475 w 400050"/>
                  <a:gd name="connsiteY11" fmla="*/ 464342 h 457198"/>
                  <a:gd name="connsiteX12" fmla="*/ 400050 w 400050"/>
                  <a:gd name="connsiteY12" fmla="*/ 435767 h 457198"/>
                  <a:gd name="connsiteX13" fmla="*/ 400050 w 400050"/>
                  <a:gd name="connsiteY13" fmla="*/ 50006 h 457198"/>
                  <a:gd name="connsiteX14" fmla="*/ 371475 w 400050"/>
                  <a:gd name="connsiteY14" fmla="*/ 21431 h 457198"/>
                  <a:gd name="connsiteX15" fmla="*/ 142875 w 400050"/>
                  <a:gd name="connsiteY15" fmla="*/ 14287 h 457198"/>
                  <a:gd name="connsiteX16" fmla="*/ 257175 w 400050"/>
                  <a:gd name="connsiteY16" fmla="*/ 14287 h 457198"/>
                  <a:gd name="connsiteX17" fmla="*/ 257175 w 400050"/>
                  <a:gd name="connsiteY17" fmla="*/ 27146 h 457198"/>
                  <a:gd name="connsiteX18" fmla="*/ 257175 w 400050"/>
                  <a:gd name="connsiteY18" fmla="*/ 28575 h 457198"/>
                  <a:gd name="connsiteX19" fmla="*/ 257175 w 400050"/>
                  <a:gd name="connsiteY19" fmla="*/ 30004 h 457198"/>
                  <a:gd name="connsiteX20" fmla="*/ 257175 w 400050"/>
                  <a:gd name="connsiteY20" fmla="*/ 42862 h 457198"/>
                  <a:gd name="connsiteX21" fmla="*/ 142875 w 400050"/>
                  <a:gd name="connsiteY21" fmla="*/ 42862 h 457198"/>
                  <a:gd name="connsiteX22" fmla="*/ 142875 w 400050"/>
                  <a:gd name="connsiteY22" fmla="*/ 14287 h 457198"/>
                  <a:gd name="connsiteX23" fmla="*/ 385763 w 400050"/>
                  <a:gd name="connsiteY23" fmla="*/ 435767 h 457198"/>
                  <a:gd name="connsiteX24" fmla="*/ 371475 w 400050"/>
                  <a:gd name="connsiteY24" fmla="*/ 450055 h 457198"/>
                  <a:gd name="connsiteX25" fmla="*/ 28575 w 400050"/>
                  <a:gd name="connsiteY25" fmla="*/ 450055 h 457198"/>
                  <a:gd name="connsiteX26" fmla="*/ 14288 w 400050"/>
                  <a:gd name="connsiteY26" fmla="*/ 435767 h 457198"/>
                  <a:gd name="connsiteX27" fmla="*/ 14288 w 400050"/>
                  <a:gd name="connsiteY27" fmla="*/ 50006 h 457198"/>
                  <a:gd name="connsiteX28" fmla="*/ 28575 w 400050"/>
                  <a:gd name="connsiteY28" fmla="*/ 35719 h 457198"/>
                  <a:gd name="connsiteX29" fmla="*/ 128588 w 400050"/>
                  <a:gd name="connsiteY29" fmla="*/ 35719 h 457198"/>
                  <a:gd name="connsiteX30" fmla="*/ 128588 w 400050"/>
                  <a:gd name="connsiteY30" fmla="*/ 50006 h 457198"/>
                  <a:gd name="connsiteX31" fmla="*/ 135731 w 400050"/>
                  <a:gd name="connsiteY31" fmla="*/ 57150 h 457198"/>
                  <a:gd name="connsiteX32" fmla="*/ 264319 w 400050"/>
                  <a:gd name="connsiteY32" fmla="*/ 57150 h 457198"/>
                  <a:gd name="connsiteX33" fmla="*/ 271463 w 400050"/>
                  <a:gd name="connsiteY33" fmla="*/ 50006 h 457198"/>
                  <a:gd name="connsiteX34" fmla="*/ 271463 w 400050"/>
                  <a:gd name="connsiteY34" fmla="*/ 35719 h 457198"/>
                  <a:gd name="connsiteX35" fmla="*/ 371475 w 400050"/>
                  <a:gd name="connsiteY35" fmla="*/ 35719 h 457198"/>
                  <a:gd name="connsiteX36" fmla="*/ 385763 w 400050"/>
                  <a:gd name="connsiteY36" fmla="*/ 50006 h 457198"/>
                  <a:gd name="connsiteX37" fmla="*/ 385763 w 400050"/>
                  <a:gd name="connsiteY37" fmla="*/ 435767 h 457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0050" h="457198">
                    <a:moveTo>
                      <a:pt x="371475" y="21431"/>
                    </a:moveTo>
                    <a:lnTo>
                      <a:pt x="271463" y="21431"/>
                    </a:lnTo>
                    <a:lnTo>
                      <a:pt x="271463" y="7144"/>
                    </a:lnTo>
                    <a:cubicBezTo>
                      <a:pt x="271463" y="2857"/>
                      <a:pt x="268605" y="0"/>
                      <a:pt x="264319" y="0"/>
                    </a:cubicBezTo>
                    <a:lnTo>
                      <a:pt x="135731" y="0"/>
                    </a:lnTo>
                    <a:cubicBezTo>
                      <a:pt x="131445" y="0"/>
                      <a:pt x="128588" y="2857"/>
                      <a:pt x="128588" y="7144"/>
                    </a:cubicBezTo>
                    <a:lnTo>
                      <a:pt x="128588" y="21431"/>
                    </a:lnTo>
                    <a:lnTo>
                      <a:pt x="28575" y="21431"/>
                    </a:lnTo>
                    <a:cubicBezTo>
                      <a:pt x="12859" y="21431"/>
                      <a:pt x="0" y="34290"/>
                      <a:pt x="0" y="50006"/>
                    </a:cubicBezTo>
                    <a:lnTo>
                      <a:pt x="0" y="435767"/>
                    </a:lnTo>
                    <a:cubicBezTo>
                      <a:pt x="0" y="451484"/>
                      <a:pt x="12859" y="464342"/>
                      <a:pt x="28575" y="464342"/>
                    </a:cubicBezTo>
                    <a:lnTo>
                      <a:pt x="371475" y="464342"/>
                    </a:lnTo>
                    <a:cubicBezTo>
                      <a:pt x="387191" y="464342"/>
                      <a:pt x="400050" y="451484"/>
                      <a:pt x="400050" y="435767"/>
                    </a:cubicBezTo>
                    <a:lnTo>
                      <a:pt x="400050" y="50006"/>
                    </a:lnTo>
                    <a:cubicBezTo>
                      <a:pt x="400050" y="34290"/>
                      <a:pt x="387191" y="21431"/>
                      <a:pt x="371475" y="21431"/>
                    </a:cubicBezTo>
                    <a:close/>
                    <a:moveTo>
                      <a:pt x="142875" y="14287"/>
                    </a:moveTo>
                    <a:lnTo>
                      <a:pt x="257175" y="14287"/>
                    </a:lnTo>
                    <a:lnTo>
                      <a:pt x="257175" y="27146"/>
                    </a:lnTo>
                    <a:cubicBezTo>
                      <a:pt x="257175" y="27146"/>
                      <a:pt x="257175" y="28575"/>
                      <a:pt x="257175" y="28575"/>
                    </a:cubicBezTo>
                    <a:cubicBezTo>
                      <a:pt x="257175" y="28575"/>
                      <a:pt x="257175" y="30004"/>
                      <a:pt x="257175" y="30004"/>
                    </a:cubicBezTo>
                    <a:lnTo>
                      <a:pt x="257175" y="42862"/>
                    </a:lnTo>
                    <a:lnTo>
                      <a:pt x="142875" y="42862"/>
                    </a:lnTo>
                    <a:lnTo>
                      <a:pt x="142875" y="14287"/>
                    </a:lnTo>
                    <a:close/>
                    <a:moveTo>
                      <a:pt x="385763" y="435767"/>
                    </a:moveTo>
                    <a:cubicBezTo>
                      <a:pt x="385763" y="444340"/>
                      <a:pt x="378619" y="450055"/>
                      <a:pt x="371475" y="450055"/>
                    </a:cubicBezTo>
                    <a:lnTo>
                      <a:pt x="28575" y="450055"/>
                    </a:lnTo>
                    <a:cubicBezTo>
                      <a:pt x="20003" y="450055"/>
                      <a:pt x="14288" y="442911"/>
                      <a:pt x="14288" y="435767"/>
                    </a:cubicBezTo>
                    <a:lnTo>
                      <a:pt x="14288" y="50006"/>
                    </a:lnTo>
                    <a:cubicBezTo>
                      <a:pt x="14288" y="41434"/>
                      <a:pt x="21431" y="35719"/>
                      <a:pt x="28575" y="35719"/>
                    </a:cubicBezTo>
                    <a:lnTo>
                      <a:pt x="128588" y="35719"/>
                    </a:lnTo>
                    <a:lnTo>
                      <a:pt x="128588" y="50006"/>
                    </a:lnTo>
                    <a:cubicBezTo>
                      <a:pt x="128588" y="54292"/>
                      <a:pt x="131445" y="57150"/>
                      <a:pt x="135731" y="57150"/>
                    </a:cubicBezTo>
                    <a:lnTo>
                      <a:pt x="264319" y="57150"/>
                    </a:lnTo>
                    <a:cubicBezTo>
                      <a:pt x="268605" y="57150"/>
                      <a:pt x="271463" y="54292"/>
                      <a:pt x="271463" y="50006"/>
                    </a:cubicBezTo>
                    <a:lnTo>
                      <a:pt x="271463" y="35719"/>
                    </a:lnTo>
                    <a:lnTo>
                      <a:pt x="371475" y="35719"/>
                    </a:lnTo>
                    <a:cubicBezTo>
                      <a:pt x="380048" y="35719"/>
                      <a:pt x="385763" y="42862"/>
                      <a:pt x="385763" y="50006"/>
                    </a:cubicBezTo>
                    <a:lnTo>
                      <a:pt x="385763" y="435767"/>
                    </a:lnTo>
                    <a:close/>
                  </a:path>
                </a:pathLst>
              </a:custGeom>
              <a:solidFill>
                <a:schemeClr val="tx1"/>
              </a:solidFill>
              <a:ln w="1428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122" name="Graphic 18">
                <a:extLst>
                  <a:ext uri="{FF2B5EF4-FFF2-40B4-BE49-F238E27FC236}">
                    <a16:creationId xmlns:a16="http://schemas.microsoft.com/office/drawing/2014/main" id="{642F072F-4BF6-F6FA-A7DF-7390A3BDE076}"/>
                  </a:ext>
                  <a:ext uri="{C183D7F6-B498-43B3-948B-1728B52AA6E4}">
                    <adec:decorative xmlns:adec="http://schemas.microsoft.com/office/drawing/2017/decorative" val="1"/>
                  </a:ext>
                </a:extLst>
              </p:cNvPr>
              <p:cNvGrpSpPr>
                <a:grpSpLocks noChangeAspect="1"/>
              </p:cNvGrpSpPr>
              <p:nvPr/>
            </p:nvGrpSpPr>
            <p:grpSpPr>
              <a:xfrm>
                <a:off x="2672877" y="2079318"/>
                <a:ext cx="121579" cy="143290"/>
                <a:chOff x="5900737" y="3148746"/>
                <a:chExt cx="391761" cy="461718"/>
              </a:xfrm>
              <a:solidFill>
                <a:schemeClr val="tx1"/>
              </a:solidFill>
            </p:grpSpPr>
            <p:sp>
              <p:nvSpPr>
                <p:cNvPr id="1123" name="Freeform: Shape 5025">
                  <a:extLst>
                    <a:ext uri="{FF2B5EF4-FFF2-40B4-BE49-F238E27FC236}">
                      <a16:creationId xmlns:a16="http://schemas.microsoft.com/office/drawing/2014/main" id="{A7ECD393-AD52-856D-DB2C-7DEB925547DE}"/>
                    </a:ext>
                  </a:extLst>
                </p:cNvPr>
                <p:cNvSpPr/>
                <p:nvPr/>
              </p:nvSpPr>
              <p:spPr>
                <a:xfrm>
                  <a:off x="5900737" y="3148746"/>
                  <a:ext cx="391761" cy="447727"/>
                </a:xfrm>
                <a:custGeom>
                  <a:avLst/>
                  <a:gdLst>
                    <a:gd name="connsiteX0" fmla="*/ 363778 w 391761"/>
                    <a:gd name="connsiteY0" fmla="*/ 20987 h 447726"/>
                    <a:gd name="connsiteX1" fmla="*/ 265838 w 391761"/>
                    <a:gd name="connsiteY1" fmla="*/ 20987 h 447726"/>
                    <a:gd name="connsiteX2" fmla="*/ 265838 w 391761"/>
                    <a:gd name="connsiteY2" fmla="*/ 6996 h 447726"/>
                    <a:gd name="connsiteX3" fmla="*/ 258842 w 391761"/>
                    <a:gd name="connsiteY3" fmla="*/ 0 h 447726"/>
                    <a:gd name="connsiteX4" fmla="*/ 132919 w 391761"/>
                    <a:gd name="connsiteY4" fmla="*/ 0 h 447726"/>
                    <a:gd name="connsiteX5" fmla="*/ 125923 w 391761"/>
                    <a:gd name="connsiteY5" fmla="*/ 6996 h 447726"/>
                    <a:gd name="connsiteX6" fmla="*/ 125923 w 391761"/>
                    <a:gd name="connsiteY6" fmla="*/ 20987 h 447726"/>
                    <a:gd name="connsiteX7" fmla="*/ 27983 w 391761"/>
                    <a:gd name="connsiteY7" fmla="*/ 20987 h 447726"/>
                    <a:gd name="connsiteX8" fmla="*/ 0 w 391761"/>
                    <a:gd name="connsiteY8" fmla="*/ 48970 h 447726"/>
                    <a:gd name="connsiteX9" fmla="*/ 0 w 391761"/>
                    <a:gd name="connsiteY9" fmla="*/ 426739 h 447726"/>
                    <a:gd name="connsiteX10" fmla="*/ 27983 w 391761"/>
                    <a:gd name="connsiteY10" fmla="*/ 454722 h 447726"/>
                    <a:gd name="connsiteX11" fmla="*/ 363778 w 391761"/>
                    <a:gd name="connsiteY11" fmla="*/ 454722 h 447726"/>
                    <a:gd name="connsiteX12" fmla="*/ 391761 w 391761"/>
                    <a:gd name="connsiteY12" fmla="*/ 426739 h 447726"/>
                    <a:gd name="connsiteX13" fmla="*/ 391761 w 391761"/>
                    <a:gd name="connsiteY13" fmla="*/ 48970 h 447726"/>
                    <a:gd name="connsiteX14" fmla="*/ 363778 w 391761"/>
                    <a:gd name="connsiteY14" fmla="*/ 20987 h 447726"/>
                    <a:gd name="connsiteX15" fmla="*/ 139915 w 391761"/>
                    <a:gd name="connsiteY15" fmla="*/ 13991 h 447726"/>
                    <a:gd name="connsiteX16" fmla="*/ 251846 w 391761"/>
                    <a:gd name="connsiteY16" fmla="*/ 13991 h 447726"/>
                    <a:gd name="connsiteX17" fmla="*/ 251846 w 391761"/>
                    <a:gd name="connsiteY17" fmla="*/ 41974 h 447726"/>
                    <a:gd name="connsiteX18" fmla="*/ 139915 w 391761"/>
                    <a:gd name="connsiteY18" fmla="*/ 41974 h 447726"/>
                    <a:gd name="connsiteX19" fmla="*/ 139915 w 391761"/>
                    <a:gd name="connsiteY19" fmla="*/ 13991 h 447726"/>
                    <a:gd name="connsiteX20" fmla="*/ 377770 w 391761"/>
                    <a:gd name="connsiteY20" fmla="*/ 426739 h 447726"/>
                    <a:gd name="connsiteX21" fmla="*/ 363778 w 391761"/>
                    <a:gd name="connsiteY21" fmla="*/ 440731 h 447726"/>
                    <a:gd name="connsiteX22" fmla="*/ 27983 w 391761"/>
                    <a:gd name="connsiteY22" fmla="*/ 440731 h 447726"/>
                    <a:gd name="connsiteX23" fmla="*/ 13991 w 391761"/>
                    <a:gd name="connsiteY23" fmla="*/ 426739 h 447726"/>
                    <a:gd name="connsiteX24" fmla="*/ 13991 w 391761"/>
                    <a:gd name="connsiteY24" fmla="*/ 48970 h 447726"/>
                    <a:gd name="connsiteX25" fmla="*/ 27983 w 391761"/>
                    <a:gd name="connsiteY25" fmla="*/ 34979 h 447726"/>
                    <a:gd name="connsiteX26" fmla="*/ 125923 w 391761"/>
                    <a:gd name="connsiteY26" fmla="*/ 34979 h 447726"/>
                    <a:gd name="connsiteX27" fmla="*/ 125923 w 391761"/>
                    <a:gd name="connsiteY27" fmla="*/ 48970 h 447726"/>
                    <a:gd name="connsiteX28" fmla="*/ 132919 w 391761"/>
                    <a:gd name="connsiteY28" fmla="*/ 55966 h 447726"/>
                    <a:gd name="connsiteX29" fmla="*/ 258842 w 391761"/>
                    <a:gd name="connsiteY29" fmla="*/ 55966 h 447726"/>
                    <a:gd name="connsiteX30" fmla="*/ 265838 w 391761"/>
                    <a:gd name="connsiteY30" fmla="*/ 48970 h 447726"/>
                    <a:gd name="connsiteX31" fmla="*/ 265838 w 391761"/>
                    <a:gd name="connsiteY31" fmla="*/ 34979 h 447726"/>
                    <a:gd name="connsiteX32" fmla="*/ 363778 w 391761"/>
                    <a:gd name="connsiteY32" fmla="*/ 34979 h 447726"/>
                    <a:gd name="connsiteX33" fmla="*/ 377770 w 391761"/>
                    <a:gd name="connsiteY33" fmla="*/ 48970 h 447726"/>
                    <a:gd name="connsiteX34" fmla="*/ 377770 w 391761"/>
                    <a:gd name="connsiteY34" fmla="*/ 426739 h 447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91761" h="447726">
                      <a:moveTo>
                        <a:pt x="363778" y="20987"/>
                      </a:moveTo>
                      <a:lnTo>
                        <a:pt x="265838" y="20987"/>
                      </a:lnTo>
                      <a:lnTo>
                        <a:pt x="265838" y="6996"/>
                      </a:lnTo>
                      <a:cubicBezTo>
                        <a:pt x="265838" y="2798"/>
                        <a:pt x="263040" y="0"/>
                        <a:pt x="258842" y="0"/>
                      </a:cubicBezTo>
                      <a:lnTo>
                        <a:pt x="132919" y="0"/>
                      </a:lnTo>
                      <a:cubicBezTo>
                        <a:pt x="128721" y="0"/>
                        <a:pt x="125923" y="2798"/>
                        <a:pt x="125923" y="6996"/>
                      </a:cubicBezTo>
                      <a:lnTo>
                        <a:pt x="125923" y="20987"/>
                      </a:lnTo>
                      <a:lnTo>
                        <a:pt x="27983" y="20987"/>
                      </a:lnTo>
                      <a:cubicBezTo>
                        <a:pt x="12592" y="20987"/>
                        <a:pt x="0" y="33579"/>
                        <a:pt x="0" y="48970"/>
                      </a:cubicBezTo>
                      <a:lnTo>
                        <a:pt x="0" y="426739"/>
                      </a:lnTo>
                      <a:cubicBezTo>
                        <a:pt x="0" y="442130"/>
                        <a:pt x="12592" y="454722"/>
                        <a:pt x="27983" y="454722"/>
                      </a:cubicBezTo>
                      <a:lnTo>
                        <a:pt x="363778" y="454722"/>
                      </a:lnTo>
                      <a:cubicBezTo>
                        <a:pt x="379169" y="454722"/>
                        <a:pt x="391761" y="442130"/>
                        <a:pt x="391761" y="426739"/>
                      </a:cubicBezTo>
                      <a:lnTo>
                        <a:pt x="391761" y="48970"/>
                      </a:lnTo>
                      <a:cubicBezTo>
                        <a:pt x="391761" y="33579"/>
                        <a:pt x="379169" y="20987"/>
                        <a:pt x="363778" y="20987"/>
                      </a:cubicBezTo>
                      <a:close/>
                      <a:moveTo>
                        <a:pt x="139915" y="13991"/>
                      </a:moveTo>
                      <a:lnTo>
                        <a:pt x="251846" y="13991"/>
                      </a:lnTo>
                      <a:lnTo>
                        <a:pt x="251846" y="41974"/>
                      </a:lnTo>
                      <a:lnTo>
                        <a:pt x="139915" y="41974"/>
                      </a:lnTo>
                      <a:lnTo>
                        <a:pt x="139915" y="13991"/>
                      </a:lnTo>
                      <a:close/>
                      <a:moveTo>
                        <a:pt x="377770" y="426739"/>
                      </a:moveTo>
                      <a:cubicBezTo>
                        <a:pt x="377770" y="435134"/>
                        <a:pt x="370774" y="440731"/>
                        <a:pt x="363778" y="440731"/>
                      </a:cubicBezTo>
                      <a:lnTo>
                        <a:pt x="27983" y="440731"/>
                      </a:lnTo>
                      <a:cubicBezTo>
                        <a:pt x="19588" y="440731"/>
                        <a:pt x="13991" y="433735"/>
                        <a:pt x="13991" y="426739"/>
                      </a:cubicBezTo>
                      <a:lnTo>
                        <a:pt x="13991" y="48970"/>
                      </a:lnTo>
                      <a:cubicBezTo>
                        <a:pt x="13991" y="40575"/>
                        <a:pt x="20987" y="34979"/>
                        <a:pt x="27983" y="34979"/>
                      </a:cubicBezTo>
                      <a:lnTo>
                        <a:pt x="125923" y="34979"/>
                      </a:lnTo>
                      <a:lnTo>
                        <a:pt x="125923" y="48970"/>
                      </a:lnTo>
                      <a:cubicBezTo>
                        <a:pt x="125923" y="53168"/>
                        <a:pt x="128721" y="55966"/>
                        <a:pt x="132919" y="55966"/>
                      </a:cubicBezTo>
                      <a:lnTo>
                        <a:pt x="258842" y="55966"/>
                      </a:lnTo>
                      <a:cubicBezTo>
                        <a:pt x="263040" y="55966"/>
                        <a:pt x="265838" y="53168"/>
                        <a:pt x="265838" y="48970"/>
                      </a:cubicBezTo>
                      <a:lnTo>
                        <a:pt x="265838" y="34979"/>
                      </a:lnTo>
                      <a:lnTo>
                        <a:pt x="363778" y="34979"/>
                      </a:lnTo>
                      <a:cubicBezTo>
                        <a:pt x="372173" y="34979"/>
                        <a:pt x="377770" y="41974"/>
                        <a:pt x="377770" y="48970"/>
                      </a:cubicBezTo>
                      <a:lnTo>
                        <a:pt x="377770" y="426739"/>
                      </a:lnTo>
                      <a:close/>
                    </a:path>
                  </a:pathLst>
                </a:custGeom>
                <a:grpFill/>
                <a:ln w="1394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24" name="Freeform: Shape 5026">
                  <a:extLst>
                    <a:ext uri="{FF2B5EF4-FFF2-40B4-BE49-F238E27FC236}">
                      <a16:creationId xmlns:a16="http://schemas.microsoft.com/office/drawing/2014/main" id="{E8C0DD73-86DD-7C5A-AEF5-4BA01AAB7B46}"/>
                    </a:ext>
                  </a:extLst>
                </p:cNvPr>
                <p:cNvSpPr/>
                <p:nvPr/>
              </p:nvSpPr>
              <p:spPr>
                <a:xfrm>
                  <a:off x="6004274" y="3441167"/>
                  <a:ext cx="55966" cy="55966"/>
                </a:xfrm>
                <a:custGeom>
                  <a:avLst/>
                  <a:gdLst>
                    <a:gd name="connsiteX0" fmla="*/ 30781 w 55965"/>
                    <a:gd name="connsiteY0" fmla="*/ 0 h 55965"/>
                    <a:gd name="connsiteX1" fmla="*/ 0 w 55965"/>
                    <a:gd name="connsiteY1" fmla="*/ 30781 h 55965"/>
                    <a:gd name="connsiteX2" fmla="*/ 30781 w 55965"/>
                    <a:gd name="connsiteY2" fmla="*/ 61562 h 55965"/>
                    <a:gd name="connsiteX3" fmla="*/ 61562 w 55965"/>
                    <a:gd name="connsiteY3" fmla="*/ 30781 h 55965"/>
                    <a:gd name="connsiteX4" fmla="*/ 30781 w 55965"/>
                    <a:gd name="connsiteY4" fmla="*/ 0 h 55965"/>
                    <a:gd name="connsiteX5" fmla="*/ 30781 w 55965"/>
                    <a:gd name="connsiteY5" fmla="*/ 47571 h 55965"/>
                    <a:gd name="connsiteX6" fmla="*/ 13991 w 55965"/>
                    <a:gd name="connsiteY6" fmla="*/ 30781 h 55965"/>
                    <a:gd name="connsiteX7" fmla="*/ 30781 w 55965"/>
                    <a:gd name="connsiteY7" fmla="*/ 13991 h 55965"/>
                    <a:gd name="connsiteX8" fmla="*/ 47571 w 55965"/>
                    <a:gd name="connsiteY8" fmla="*/ 30781 h 55965"/>
                    <a:gd name="connsiteX9" fmla="*/ 30781 w 55965"/>
                    <a:gd name="connsiteY9" fmla="*/ 47571 h 55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965" h="55965">
                      <a:moveTo>
                        <a:pt x="30781" y="0"/>
                      </a:moveTo>
                      <a:cubicBezTo>
                        <a:pt x="13991" y="0"/>
                        <a:pt x="0" y="13991"/>
                        <a:pt x="0" y="30781"/>
                      </a:cubicBezTo>
                      <a:cubicBezTo>
                        <a:pt x="0" y="47571"/>
                        <a:pt x="13991" y="61562"/>
                        <a:pt x="30781" y="61562"/>
                      </a:cubicBezTo>
                      <a:cubicBezTo>
                        <a:pt x="47571" y="61562"/>
                        <a:pt x="61562" y="47571"/>
                        <a:pt x="61562" y="30781"/>
                      </a:cubicBezTo>
                      <a:cubicBezTo>
                        <a:pt x="61562" y="13991"/>
                        <a:pt x="47571" y="0"/>
                        <a:pt x="30781" y="0"/>
                      </a:cubicBezTo>
                      <a:close/>
                      <a:moveTo>
                        <a:pt x="30781" y="47571"/>
                      </a:moveTo>
                      <a:cubicBezTo>
                        <a:pt x="22386" y="47571"/>
                        <a:pt x="13991" y="40575"/>
                        <a:pt x="13991" y="30781"/>
                      </a:cubicBezTo>
                      <a:cubicBezTo>
                        <a:pt x="13991" y="22386"/>
                        <a:pt x="20987" y="13991"/>
                        <a:pt x="30781" y="13991"/>
                      </a:cubicBezTo>
                      <a:cubicBezTo>
                        <a:pt x="40575" y="13991"/>
                        <a:pt x="47571" y="20987"/>
                        <a:pt x="47571" y="30781"/>
                      </a:cubicBezTo>
                      <a:cubicBezTo>
                        <a:pt x="47571" y="39176"/>
                        <a:pt x="40575" y="47571"/>
                        <a:pt x="30781" y="47571"/>
                      </a:cubicBezTo>
                      <a:close/>
                    </a:path>
                  </a:pathLst>
                </a:custGeom>
                <a:grpFill/>
                <a:ln w="1394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25" name="Freeform: Shape 5027">
                  <a:extLst>
                    <a:ext uri="{FF2B5EF4-FFF2-40B4-BE49-F238E27FC236}">
                      <a16:creationId xmlns:a16="http://schemas.microsoft.com/office/drawing/2014/main" id="{94F372A3-0C99-A57A-00EB-EB0B0602D76B}"/>
                    </a:ext>
                  </a:extLst>
                </p:cNvPr>
                <p:cNvSpPr/>
                <p:nvPr/>
              </p:nvSpPr>
              <p:spPr>
                <a:xfrm>
                  <a:off x="5946909" y="3382403"/>
                  <a:ext cx="167898" cy="167897"/>
                </a:xfrm>
                <a:custGeom>
                  <a:avLst/>
                  <a:gdLst>
                    <a:gd name="connsiteX0" fmla="*/ 173494 w 167897"/>
                    <a:gd name="connsiteY0" fmla="*/ 74155 h 167897"/>
                    <a:gd name="connsiteX1" fmla="*/ 153906 w 167897"/>
                    <a:gd name="connsiteY1" fmla="*/ 67159 h 167897"/>
                    <a:gd name="connsiteX2" fmla="*/ 151108 w 167897"/>
                    <a:gd name="connsiteY2" fmla="*/ 57365 h 167897"/>
                    <a:gd name="connsiteX3" fmla="*/ 158104 w 167897"/>
                    <a:gd name="connsiteY3" fmla="*/ 36378 h 167897"/>
                    <a:gd name="connsiteX4" fmla="*/ 156704 w 167897"/>
                    <a:gd name="connsiteY4" fmla="*/ 29382 h 167897"/>
                    <a:gd name="connsiteX5" fmla="*/ 148310 w 167897"/>
                    <a:gd name="connsiteY5" fmla="*/ 20987 h 167897"/>
                    <a:gd name="connsiteX6" fmla="*/ 141314 w 167897"/>
                    <a:gd name="connsiteY6" fmla="*/ 19588 h 167897"/>
                    <a:gd name="connsiteX7" fmla="*/ 120327 w 167897"/>
                    <a:gd name="connsiteY7" fmla="*/ 26584 h 167897"/>
                    <a:gd name="connsiteX8" fmla="*/ 110533 w 167897"/>
                    <a:gd name="connsiteY8" fmla="*/ 23785 h 167897"/>
                    <a:gd name="connsiteX9" fmla="*/ 103537 w 167897"/>
                    <a:gd name="connsiteY9" fmla="*/ 4197 h 167897"/>
                    <a:gd name="connsiteX10" fmla="*/ 96541 w 167897"/>
                    <a:gd name="connsiteY10" fmla="*/ 0 h 167897"/>
                    <a:gd name="connsiteX11" fmla="*/ 81151 w 167897"/>
                    <a:gd name="connsiteY11" fmla="*/ 0 h 167897"/>
                    <a:gd name="connsiteX12" fmla="*/ 74155 w 167897"/>
                    <a:gd name="connsiteY12" fmla="*/ 4197 h 167897"/>
                    <a:gd name="connsiteX13" fmla="*/ 67159 w 167897"/>
                    <a:gd name="connsiteY13" fmla="*/ 23785 h 167897"/>
                    <a:gd name="connsiteX14" fmla="*/ 57365 w 167897"/>
                    <a:gd name="connsiteY14" fmla="*/ 26584 h 167897"/>
                    <a:gd name="connsiteX15" fmla="*/ 36378 w 167897"/>
                    <a:gd name="connsiteY15" fmla="*/ 19588 h 167897"/>
                    <a:gd name="connsiteX16" fmla="*/ 29382 w 167897"/>
                    <a:gd name="connsiteY16" fmla="*/ 20987 h 167897"/>
                    <a:gd name="connsiteX17" fmla="*/ 20987 w 167897"/>
                    <a:gd name="connsiteY17" fmla="*/ 29382 h 167897"/>
                    <a:gd name="connsiteX18" fmla="*/ 19588 w 167897"/>
                    <a:gd name="connsiteY18" fmla="*/ 36378 h 167897"/>
                    <a:gd name="connsiteX19" fmla="*/ 26584 w 167897"/>
                    <a:gd name="connsiteY19" fmla="*/ 57365 h 167897"/>
                    <a:gd name="connsiteX20" fmla="*/ 23785 w 167897"/>
                    <a:gd name="connsiteY20" fmla="*/ 68558 h 167897"/>
                    <a:gd name="connsiteX21" fmla="*/ 4197 w 167897"/>
                    <a:gd name="connsiteY21" fmla="*/ 74155 h 167897"/>
                    <a:gd name="connsiteX22" fmla="*/ 0 w 167897"/>
                    <a:gd name="connsiteY22" fmla="*/ 81150 h 167897"/>
                    <a:gd name="connsiteX23" fmla="*/ 0 w 167897"/>
                    <a:gd name="connsiteY23" fmla="*/ 97940 h 167897"/>
                    <a:gd name="connsiteX24" fmla="*/ 4197 w 167897"/>
                    <a:gd name="connsiteY24" fmla="*/ 104936 h 167897"/>
                    <a:gd name="connsiteX25" fmla="*/ 23785 w 167897"/>
                    <a:gd name="connsiteY25" fmla="*/ 110532 h 167897"/>
                    <a:gd name="connsiteX26" fmla="*/ 26584 w 167897"/>
                    <a:gd name="connsiteY26" fmla="*/ 120326 h 167897"/>
                    <a:gd name="connsiteX27" fmla="*/ 19588 w 167897"/>
                    <a:gd name="connsiteY27" fmla="*/ 141314 h 167897"/>
                    <a:gd name="connsiteX28" fmla="*/ 20987 w 167897"/>
                    <a:gd name="connsiteY28" fmla="*/ 148309 h 167897"/>
                    <a:gd name="connsiteX29" fmla="*/ 29382 w 167897"/>
                    <a:gd name="connsiteY29" fmla="*/ 156704 h 167897"/>
                    <a:gd name="connsiteX30" fmla="*/ 36378 w 167897"/>
                    <a:gd name="connsiteY30" fmla="*/ 158103 h 167897"/>
                    <a:gd name="connsiteX31" fmla="*/ 57365 w 167897"/>
                    <a:gd name="connsiteY31" fmla="*/ 151108 h 167897"/>
                    <a:gd name="connsiteX32" fmla="*/ 67159 w 167897"/>
                    <a:gd name="connsiteY32" fmla="*/ 153906 h 167897"/>
                    <a:gd name="connsiteX33" fmla="*/ 74155 w 167897"/>
                    <a:gd name="connsiteY33" fmla="*/ 173494 h 167897"/>
                    <a:gd name="connsiteX34" fmla="*/ 81151 w 167897"/>
                    <a:gd name="connsiteY34" fmla="*/ 177691 h 167897"/>
                    <a:gd name="connsiteX35" fmla="*/ 97940 w 167897"/>
                    <a:gd name="connsiteY35" fmla="*/ 177691 h 167897"/>
                    <a:gd name="connsiteX36" fmla="*/ 104936 w 167897"/>
                    <a:gd name="connsiteY36" fmla="*/ 173494 h 167897"/>
                    <a:gd name="connsiteX37" fmla="*/ 111932 w 167897"/>
                    <a:gd name="connsiteY37" fmla="*/ 153906 h 167897"/>
                    <a:gd name="connsiteX38" fmla="*/ 121726 w 167897"/>
                    <a:gd name="connsiteY38" fmla="*/ 151108 h 167897"/>
                    <a:gd name="connsiteX39" fmla="*/ 142713 w 167897"/>
                    <a:gd name="connsiteY39" fmla="*/ 158103 h 167897"/>
                    <a:gd name="connsiteX40" fmla="*/ 149709 w 167897"/>
                    <a:gd name="connsiteY40" fmla="*/ 156704 h 167897"/>
                    <a:gd name="connsiteX41" fmla="*/ 158104 w 167897"/>
                    <a:gd name="connsiteY41" fmla="*/ 148309 h 167897"/>
                    <a:gd name="connsiteX42" fmla="*/ 159503 w 167897"/>
                    <a:gd name="connsiteY42" fmla="*/ 141314 h 167897"/>
                    <a:gd name="connsiteX43" fmla="*/ 152507 w 167897"/>
                    <a:gd name="connsiteY43" fmla="*/ 120326 h 167897"/>
                    <a:gd name="connsiteX44" fmla="*/ 155305 w 167897"/>
                    <a:gd name="connsiteY44" fmla="*/ 110532 h 167897"/>
                    <a:gd name="connsiteX45" fmla="*/ 174893 w 167897"/>
                    <a:gd name="connsiteY45" fmla="*/ 103537 h 167897"/>
                    <a:gd name="connsiteX46" fmla="*/ 179091 w 167897"/>
                    <a:gd name="connsiteY46" fmla="*/ 96541 h 167897"/>
                    <a:gd name="connsiteX47" fmla="*/ 179091 w 167897"/>
                    <a:gd name="connsiteY47" fmla="*/ 79751 h 167897"/>
                    <a:gd name="connsiteX48" fmla="*/ 173494 w 167897"/>
                    <a:gd name="connsiteY48" fmla="*/ 74155 h 167897"/>
                    <a:gd name="connsiteX49" fmla="*/ 163700 w 167897"/>
                    <a:gd name="connsiteY49" fmla="*/ 92344 h 167897"/>
                    <a:gd name="connsiteX50" fmla="*/ 145511 w 167897"/>
                    <a:gd name="connsiteY50" fmla="*/ 97940 h 167897"/>
                    <a:gd name="connsiteX51" fmla="*/ 141314 w 167897"/>
                    <a:gd name="connsiteY51" fmla="*/ 102138 h 167897"/>
                    <a:gd name="connsiteX52" fmla="*/ 135717 w 167897"/>
                    <a:gd name="connsiteY52" fmla="*/ 118927 h 167897"/>
                    <a:gd name="connsiteX53" fmla="*/ 135717 w 167897"/>
                    <a:gd name="connsiteY53" fmla="*/ 123125 h 167897"/>
                    <a:gd name="connsiteX54" fmla="*/ 142713 w 167897"/>
                    <a:gd name="connsiteY54" fmla="*/ 141314 h 167897"/>
                    <a:gd name="connsiteX55" fmla="*/ 141314 w 167897"/>
                    <a:gd name="connsiteY55" fmla="*/ 144112 h 167897"/>
                    <a:gd name="connsiteX56" fmla="*/ 123125 w 167897"/>
                    <a:gd name="connsiteY56" fmla="*/ 137116 h 167897"/>
                    <a:gd name="connsiteX57" fmla="*/ 118927 w 167897"/>
                    <a:gd name="connsiteY57" fmla="*/ 137116 h 167897"/>
                    <a:gd name="connsiteX58" fmla="*/ 103537 w 167897"/>
                    <a:gd name="connsiteY58" fmla="*/ 142713 h 167897"/>
                    <a:gd name="connsiteX59" fmla="*/ 99339 w 167897"/>
                    <a:gd name="connsiteY59" fmla="*/ 146910 h 167897"/>
                    <a:gd name="connsiteX60" fmla="*/ 93743 w 167897"/>
                    <a:gd name="connsiteY60" fmla="*/ 165099 h 167897"/>
                    <a:gd name="connsiteX61" fmla="*/ 85348 w 167897"/>
                    <a:gd name="connsiteY61" fmla="*/ 165099 h 167897"/>
                    <a:gd name="connsiteX62" fmla="*/ 79751 w 167897"/>
                    <a:gd name="connsiteY62" fmla="*/ 146910 h 167897"/>
                    <a:gd name="connsiteX63" fmla="*/ 75554 w 167897"/>
                    <a:gd name="connsiteY63" fmla="*/ 142713 h 167897"/>
                    <a:gd name="connsiteX64" fmla="*/ 60163 w 167897"/>
                    <a:gd name="connsiteY64" fmla="*/ 137116 h 167897"/>
                    <a:gd name="connsiteX65" fmla="*/ 55966 w 167897"/>
                    <a:gd name="connsiteY65" fmla="*/ 137116 h 167897"/>
                    <a:gd name="connsiteX66" fmla="*/ 36378 w 167897"/>
                    <a:gd name="connsiteY66" fmla="*/ 144112 h 167897"/>
                    <a:gd name="connsiteX67" fmla="*/ 33580 w 167897"/>
                    <a:gd name="connsiteY67" fmla="*/ 141314 h 167897"/>
                    <a:gd name="connsiteX68" fmla="*/ 40575 w 167897"/>
                    <a:gd name="connsiteY68" fmla="*/ 123125 h 167897"/>
                    <a:gd name="connsiteX69" fmla="*/ 40575 w 167897"/>
                    <a:gd name="connsiteY69" fmla="*/ 118927 h 167897"/>
                    <a:gd name="connsiteX70" fmla="*/ 34979 w 167897"/>
                    <a:gd name="connsiteY70" fmla="*/ 103537 h 167897"/>
                    <a:gd name="connsiteX71" fmla="*/ 30781 w 167897"/>
                    <a:gd name="connsiteY71" fmla="*/ 99339 h 167897"/>
                    <a:gd name="connsiteX72" fmla="*/ 12592 w 167897"/>
                    <a:gd name="connsiteY72" fmla="*/ 93743 h 167897"/>
                    <a:gd name="connsiteX73" fmla="*/ 12592 w 167897"/>
                    <a:gd name="connsiteY73" fmla="*/ 88146 h 167897"/>
                    <a:gd name="connsiteX74" fmla="*/ 30781 w 167897"/>
                    <a:gd name="connsiteY74" fmla="*/ 82550 h 167897"/>
                    <a:gd name="connsiteX75" fmla="*/ 34979 w 167897"/>
                    <a:gd name="connsiteY75" fmla="*/ 78352 h 167897"/>
                    <a:gd name="connsiteX76" fmla="*/ 40575 w 167897"/>
                    <a:gd name="connsiteY76" fmla="*/ 60163 h 167897"/>
                    <a:gd name="connsiteX77" fmla="*/ 40575 w 167897"/>
                    <a:gd name="connsiteY77" fmla="*/ 55966 h 167897"/>
                    <a:gd name="connsiteX78" fmla="*/ 33580 w 167897"/>
                    <a:gd name="connsiteY78" fmla="*/ 37777 h 167897"/>
                    <a:gd name="connsiteX79" fmla="*/ 36378 w 167897"/>
                    <a:gd name="connsiteY79" fmla="*/ 34979 h 167897"/>
                    <a:gd name="connsiteX80" fmla="*/ 54567 w 167897"/>
                    <a:gd name="connsiteY80" fmla="*/ 41974 h 167897"/>
                    <a:gd name="connsiteX81" fmla="*/ 58764 w 167897"/>
                    <a:gd name="connsiteY81" fmla="*/ 41974 h 167897"/>
                    <a:gd name="connsiteX82" fmla="*/ 74155 w 167897"/>
                    <a:gd name="connsiteY82" fmla="*/ 36378 h 167897"/>
                    <a:gd name="connsiteX83" fmla="*/ 78352 w 167897"/>
                    <a:gd name="connsiteY83" fmla="*/ 32180 h 167897"/>
                    <a:gd name="connsiteX84" fmla="*/ 83949 w 167897"/>
                    <a:gd name="connsiteY84" fmla="*/ 13991 h 167897"/>
                    <a:gd name="connsiteX85" fmla="*/ 89545 w 167897"/>
                    <a:gd name="connsiteY85" fmla="*/ 13991 h 167897"/>
                    <a:gd name="connsiteX86" fmla="*/ 95142 w 167897"/>
                    <a:gd name="connsiteY86" fmla="*/ 32180 h 167897"/>
                    <a:gd name="connsiteX87" fmla="*/ 99339 w 167897"/>
                    <a:gd name="connsiteY87" fmla="*/ 36378 h 167897"/>
                    <a:gd name="connsiteX88" fmla="*/ 114730 w 167897"/>
                    <a:gd name="connsiteY88" fmla="*/ 41974 h 167897"/>
                    <a:gd name="connsiteX89" fmla="*/ 118927 w 167897"/>
                    <a:gd name="connsiteY89" fmla="*/ 41974 h 167897"/>
                    <a:gd name="connsiteX90" fmla="*/ 137116 w 167897"/>
                    <a:gd name="connsiteY90" fmla="*/ 34979 h 167897"/>
                    <a:gd name="connsiteX91" fmla="*/ 139915 w 167897"/>
                    <a:gd name="connsiteY91" fmla="*/ 37777 h 167897"/>
                    <a:gd name="connsiteX92" fmla="*/ 132919 w 167897"/>
                    <a:gd name="connsiteY92" fmla="*/ 55966 h 167897"/>
                    <a:gd name="connsiteX93" fmla="*/ 132919 w 167897"/>
                    <a:gd name="connsiteY93" fmla="*/ 60163 h 167897"/>
                    <a:gd name="connsiteX94" fmla="*/ 138516 w 167897"/>
                    <a:gd name="connsiteY94" fmla="*/ 75554 h 167897"/>
                    <a:gd name="connsiteX95" fmla="*/ 142713 w 167897"/>
                    <a:gd name="connsiteY95" fmla="*/ 79751 h 167897"/>
                    <a:gd name="connsiteX96" fmla="*/ 160902 w 167897"/>
                    <a:gd name="connsiteY96" fmla="*/ 85348 h 167897"/>
                    <a:gd name="connsiteX97" fmla="*/ 160902 w 167897"/>
                    <a:gd name="connsiteY97" fmla="*/ 92344 h 167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67897" h="167897">
                      <a:moveTo>
                        <a:pt x="173494" y="74155"/>
                      </a:moveTo>
                      <a:lnTo>
                        <a:pt x="153906" y="67159"/>
                      </a:lnTo>
                      <a:lnTo>
                        <a:pt x="151108" y="57365"/>
                      </a:lnTo>
                      <a:lnTo>
                        <a:pt x="158104" y="36378"/>
                      </a:lnTo>
                      <a:cubicBezTo>
                        <a:pt x="159503" y="33579"/>
                        <a:pt x="158104" y="30781"/>
                        <a:pt x="156704" y="29382"/>
                      </a:cubicBezTo>
                      <a:lnTo>
                        <a:pt x="148310" y="20987"/>
                      </a:lnTo>
                      <a:cubicBezTo>
                        <a:pt x="146910" y="19588"/>
                        <a:pt x="144112" y="18189"/>
                        <a:pt x="141314" y="19588"/>
                      </a:cubicBezTo>
                      <a:lnTo>
                        <a:pt x="120327" y="26584"/>
                      </a:lnTo>
                      <a:lnTo>
                        <a:pt x="110533" y="23785"/>
                      </a:lnTo>
                      <a:lnTo>
                        <a:pt x="103537" y="4197"/>
                      </a:lnTo>
                      <a:cubicBezTo>
                        <a:pt x="102138" y="1399"/>
                        <a:pt x="99339" y="0"/>
                        <a:pt x="96541" y="0"/>
                      </a:cubicBezTo>
                      <a:lnTo>
                        <a:pt x="81151" y="0"/>
                      </a:lnTo>
                      <a:cubicBezTo>
                        <a:pt x="78352" y="0"/>
                        <a:pt x="75554" y="1399"/>
                        <a:pt x="74155" y="4197"/>
                      </a:cubicBezTo>
                      <a:lnTo>
                        <a:pt x="67159" y="23785"/>
                      </a:lnTo>
                      <a:lnTo>
                        <a:pt x="57365" y="26584"/>
                      </a:lnTo>
                      <a:lnTo>
                        <a:pt x="36378" y="19588"/>
                      </a:lnTo>
                      <a:cubicBezTo>
                        <a:pt x="33580" y="18189"/>
                        <a:pt x="30781" y="19588"/>
                        <a:pt x="29382" y="20987"/>
                      </a:cubicBezTo>
                      <a:lnTo>
                        <a:pt x="20987" y="29382"/>
                      </a:lnTo>
                      <a:cubicBezTo>
                        <a:pt x="19588" y="30781"/>
                        <a:pt x="18189" y="33579"/>
                        <a:pt x="19588" y="36378"/>
                      </a:cubicBezTo>
                      <a:lnTo>
                        <a:pt x="26584" y="57365"/>
                      </a:lnTo>
                      <a:lnTo>
                        <a:pt x="23785" y="68558"/>
                      </a:lnTo>
                      <a:lnTo>
                        <a:pt x="4197" y="74155"/>
                      </a:lnTo>
                      <a:cubicBezTo>
                        <a:pt x="1399" y="75554"/>
                        <a:pt x="0" y="78352"/>
                        <a:pt x="0" y="81150"/>
                      </a:cubicBezTo>
                      <a:lnTo>
                        <a:pt x="0" y="97940"/>
                      </a:lnTo>
                      <a:cubicBezTo>
                        <a:pt x="0" y="100738"/>
                        <a:pt x="1399" y="103537"/>
                        <a:pt x="4197" y="104936"/>
                      </a:cubicBezTo>
                      <a:lnTo>
                        <a:pt x="23785" y="110532"/>
                      </a:lnTo>
                      <a:lnTo>
                        <a:pt x="26584" y="120326"/>
                      </a:lnTo>
                      <a:lnTo>
                        <a:pt x="19588" y="141314"/>
                      </a:lnTo>
                      <a:cubicBezTo>
                        <a:pt x="18189" y="144112"/>
                        <a:pt x="19588" y="146910"/>
                        <a:pt x="20987" y="148309"/>
                      </a:cubicBezTo>
                      <a:lnTo>
                        <a:pt x="29382" y="156704"/>
                      </a:lnTo>
                      <a:cubicBezTo>
                        <a:pt x="30781" y="158103"/>
                        <a:pt x="33580" y="159503"/>
                        <a:pt x="36378" y="158103"/>
                      </a:cubicBezTo>
                      <a:lnTo>
                        <a:pt x="57365" y="151108"/>
                      </a:lnTo>
                      <a:lnTo>
                        <a:pt x="67159" y="153906"/>
                      </a:lnTo>
                      <a:lnTo>
                        <a:pt x="74155" y="173494"/>
                      </a:lnTo>
                      <a:cubicBezTo>
                        <a:pt x="75554" y="176292"/>
                        <a:pt x="78352" y="177691"/>
                        <a:pt x="81151" y="177691"/>
                      </a:cubicBezTo>
                      <a:lnTo>
                        <a:pt x="97940" y="177691"/>
                      </a:lnTo>
                      <a:cubicBezTo>
                        <a:pt x="100739" y="177691"/>
                        <a:pt x="103537" y="176292"/>
                        <a:pt x="104936" y="173494"/>
                      </a:cubicBezTo>
                      <a:lnTo>
                        <a:pt x="111932" y="153906"/>
                      </a:lnTo>
                      <a:lnTo>
                        <a:pt x="121726" y="151108"/>
                      </a:lnTo>
                      <a:lnTo>
                        <a:pt x="142713" y="158103"/>
                      </a:lnTo>
                      <a:cubicBezTo>
                        <a:pt x="145511" y="159503"/>
                        <a:pt x="148310" y="158103"/>
                        <a:pt x="149709" y="156704"/>
                      </a:cubicBezTo>
                      <a:lnTo>
                        <a:pt x="158104" y="148309"/>
                      </a:lnTo>
                      <a:cubicBezTo>
                        <a:pt x="159503" y="146910"/>
                        <a:pt x="160902" y="144112"/>
                        <a:pt x="159503" y="141314"/>
                      </a:cubicBezTo>
                      <a:lnTo>
                        <a:pt x="152507" y="120326"/>
                      </a:lnTo>
                      <a:lnTo>
                        <a:pt x="155305" y="110532"/>
                      </a:lnTo>
                      <a:lnTo>
                        <a:pt x="174893" y="103537"/>
                      </a:lnTo>
                      <a:cubicBezTo>
                        <a:pt x="177692" y="102138"/>
                        <a:pt x="179091" y="99339"/>
                        <a:pt x="179091" y="96541"/>
                      </a:cubicBezTo>
                      <a:lnTo>
                        <a:pt x="179091" y="79751"/>
                      </a:lnTo>
                      <a:cubicBezTo>
                        <a:pt x="177692" y="78352"/>
                        <a:pt x="176292" y="75554"/>
                        <a:pt x="173494" y="74155"/>
                      </a:cubicBezTo>
                      <a:close/>
                      <a:moveTo>
                        <a:pt x="163700" y="92344"/>
                      </a:moveTo>
                      <a:lnTo>
                        <a:pt x="145511" y="97940"/>
                      </a:lnTo>
                      <a:cubicBezTo>
                        <a:pt x="142713" y="99339"/>
                        <a:pt x="141314" y="100738"/>
                        <a:pt x="141314" y="102138"/>
                      </a:cubicBezTo>
                      <a:lnTo>
                        <a:pt x="135717" y="118927"/>
                      </a:lnTo>
                      <a:cubicBezTo>
                        <a:pt x="135717" y="120326"/>
                        <a:pt x="135717" y="121726"/>
                        <a:pt x="135717" y="123125"/>
                      </a:cubicBezTo>
                      <a:lnTo>
                        <a:pt x="142713" y="141314"/>
                      </a:lnTo>
                      <a:lnTo>
                        <a:pt x="141314" y="144112"/>
                      </a:lnTo>
                      <a:lnTo>
                        <a:pt x="123125" y="137116"/>
                      </a:lnTo>
                      <a:cubicBezTo>
                        <a:pt x="121726" y="137116"/>
                        <a:pt x="120327" y="137116"/>
                        <a:pt x="118927" y="137116"/>
                      </a:cubicBezTo>
                      <a:lnTo>
                        <a:pt x="103537" y="142713"/>
                      </a:lnTo>
                      <a:cubicBezTo>
                        <a:pt x="100739" y="142713"/>
                        <a:pt x="99339" y="145511"/>
                        <a:pt x="99339" y="146910"/>
                      </a:cubicBezTo>
                      <a:lnTo>
                        <a:pt x="93743" y="165099"/>
                      </a:lnTo>
                      <a:lnTo>
                        <a:pt x="85348" y="165099"/>
                      </a:lnTo>
                      <a:lnTo>
                        <a:pt x="79751" y="146910"/>
                      </a:lnTo>
                      <a:cubicBezTo>
                        <a:pt x="78352" y="145511"/>
                        <a:pt x="76953" y="142713"/>
                        <a:pt x="75554" y="142713"/>
                      </a:cubicBezTo>
                      <a:lnTo>
                        <a:pt x="60163" y="137116"/>
                      </a:lnTo>
                      <a:cubicBezTo>
                        <a:pt x="58764" y="137116"/>
                        <a:pt x="57365" y="137116"/>
                        <a:pt x="55966" y="137116"/>
                      </a:cubicBezTo>
                      <a:lnTo>
                        <a:pt x="36378" y="144112"/>
                      </a:lnTo>
                      <a:lnTo>
                        <a:pt x="33580" y="141314"/>
                      </a:lnTo>
                      <a:lnTo>
                        <a:pt x="40575" y="123125"/>
                      </a:lnTo>
                      <a:cubicBezTo>
                        <a:pt x="40575" y="121726"/>
                        <a:pt x="40575" y="120326"/>
                        <a:pt x="40575" y="118927"/>
                      </a:cubicBezTo>
                      <a:lnTo>
                        <a:pt x="34979" y="103537"/>
                      </a:lnTo>
                      <a:cubicBezTo>
                        <a:pt x="34979" y="100738"/>
                        <a:pt x="32180" y="99339"/>
                        <a:pt x="30781" y="99339"/>
                      </a:cubicBezTo>
                      <a:lnTo>
                        <a:pt x="12592" y="93743"/>
                      </a:lnTo>
                      <a:lnTo>
                        <a:pt x="12592" y="88146"/>
                      </a:lnTo>
                      <a:lnTo>
                        <a:pt x="30781" y="82550"/>
                      </a:lnTo>
                      <a:cubicBezTo>
                        <a:pt x="32180" y="81150"/>
                        <a:pt x="34979" y="79751"/>
                        <a:pt x="34979" y="78352"/>
                      </a:cubicBezTo>
                      <a:lnTo>
                        <a:pt x="40575" y="60163"/>
                      </a:lnTo>
                      <a:cubicBezTo>
                        <a:pt x="40575" y="58764"/>
                        <a:pt x="40575" y="57365"/>
                        <a:pt x="40575" y="55966"/>
                      </a:cubicBezTo>
                      <a:lnTo>
                        <a:pt x="33580" y="37777"/>
                      </a:lnTo>
                      <a:lnTo>
                        <a:pt x="36378" y="34979"/>
                      </a:lnTo>
                      <a:lnTo>
                        <a:pt x="54567" y="41974"/>
                      </a:lnTo>
                      <a:cubicBezTo>
                        <a:pt x="55966" y="41974"/>
                        <a:pt x="57365" y="41974"/>
                        <a:pt x="58764" y="41974"/>
                      </a:cubicBezTo>
                      <a:lnTo>
                        <a:pt x="74155" y="36378"/>
                      </a:lnTo>
                      <a:cubicBezTo>
                        <a:pt x="76953" y="36378"/>
                        <a:pt x="78352" y="33579"/>
                        <a:pt x="78352" y="32180"/>
                      </a:cubicBezTo>
                      <a:lnTo>
                        <a:pt x="83949" y="13991"/>
                      </a:lnTo>
                      <a:lnTo>
                        <a:pt x="89545" y="13991"/>
                      </a:lnTo>
                      <a:lnTo>
                        <a:pt x="95142" y="32180"/>
                      </a:lnTo>
                      <a:cubicBezTo>
                        <a:pt x="96541" y="33579"/>
                        <a:pt x="97940" y="36378"/>
                        <a:pt x="99339" y="36378"/>
                      </a:cubicBezTo>
                      <a:lnTo>
                        <a:pt x="114730" y="41974"/>
                      </a:lnTo>
                      <a:cubicBezTo>
                        <a:pt x="116129" y="41974"/>
                        <a:pt x="117528" y="41974"/>
                        <a:pt x="118927" y="41974"/>
                      </a:cubicBezTo>
                      <a:lnTo>
                        <a:pt x="137116" y="34979"/>
                      </a:lnTo>
                      <a:lnTo>
                        <a:pt x="139915" y="37777"/>
                      </a:lnTo>
                      <a:lnTo>
                        <a:pt x="132919" y="55966"/>
                      </a:lnTo>
                      <a:cubicBezTo>
                        <a:pt x="132919" y="57365"/>
                        <a:pt x="132919" y="58764"/>
                        <a:pt x="132919" y="60163"/>
                      </a:cubicBezTo>
                      <a:lnTo>
                        <a:pt x="138516" y="75554"/>
                      </a:lnTo>
                      <a:cubicBezTo>
                        <a:pt x="138516" y="78352"/>
                        <a:pt x="141314" y="79751"/>
                        <a:pt x="142713" y="79751"/>
                      </a:cubicBezTo>
                      <a:lnTo>
                        <a:pt x="160902" y="85348"/>
                      </a:lnTo>
                      <a:lnTo>
                        <a:pt x="160902" y="92344"/>
                      </a:lnTo>
                      <a:close/>
                    </a:path>
                  </a:pathLst>
                </a:custGeom>
                <a:grpFill/>
                <a:ln w="1394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26" name="Freeform: Shape 5028">
                  <a:extLst>
                    <a:ext uri="{FF2B5EF4-FFF2-40B4-BE49-F238E27FC236}">
                      <a16:creationId xmlns:a16="http://schemas.microsoft.com/office/drawing/2014/main" id="{3C4557A9-7045-6FA5-D760-43D529C127C8}"/>
                    </a:ext>
                  </a:extLst>
                </p:cNvPr>
                <p:cNvSpPr/>
                <p:nvPr/>
              </p:nvSpPr>
              <p:spPr>
                <a:xfrm>
                  <a:off x="6110245" y="3309284"/>
                  <a:ext cx="55966" cy="55966"/>
                </a:xfrm>
                <a:custGeom>
                  <a:avLst/>
                  <a:gdLst>
                    <a:gd name="connsiteX0" fmla="*/ 32544 w 55965"/>
                    <a:gd name="connsiteY0" fmla="*/ 364 h 55965"/>
                    <a:gd name="connsiteX1" fmla="*/ 11557 w 55965"/>
                    <a:gd name="connsiteY1" fmla="*/ 5961 h 55965"/>
                    <a:gd name="connsiteX2" fmla="*/ 364 w 55965"/>
                    <a:gd name="connsiteY2" fmla="*/ 24149 h 55965"/>
                    <a:gd name="connsiteX3" fmla="*/ 5961 w 55965"/>
                    <a:gd name="connsiteY3" fmla="*/ 45137 h 55965"/>
                    <a:gd name="connsiteX4" fmla="*/ 24149 w 55965"/>
                    <a:gd name="connsiteY4" fmla="*/ 56330 h 55965"/>
                    <a:gd name="connsiteX5" fmla="*/ 28347 w 55965"/>
                    <a:gd name="connsiteY5" fmla="*/ 56330 h 55965"/>
                    <a:gd name="connsiteX6" fmla="*/ 56330 w 55965"/>
                    <a:gd name="connsiteY6" fmla="*/ 32544 h 55965"/>
                    <a:gd name="connsiteX7" fmla="*/ 56330 w 55965"/>
                    <a:gd name="connsiteY7" fmla="*/ 32544 h 55965"/>
                    <a:gd name="connsiteX8" fmla="*/ 32544 w 55965"/>
                    <a:gd name="connsiteY8" fmla="*/ 364 h 55965"/>
                    <a:gd name="connsiteX9" fmla="*/ 26948 w 55965"/>
                    <a:gd name="connsiteY9" fmla="*/ 42338 h 55965"/>
                    <a:gd name="connsiteX10" fmla="*/ 18553 w 55965"/>
                    <a:gd name="connsiteY10" fmla="*/ 36742 h 55965"/>
                    <a:gd name="connsiteX11" fmla="*/ 15755 w 55965"/>
                    <a:gd name="connsiteY11" fmla="*/ 26948 h 55965"/>
                    <a:gd name="connsiteX12" fmla="*/ 21351 w 55965"/>
                    <a:gd name="connsiteY12" fmla="*/ 18553 h 55965"/>
                    <a:gd name="connsiteX13" fmla="*/ 29746 w 55965"/>
                    <a:gd name="connsiteY13" fmla="*/ 15755 h 55965"/>
                    <a:gd name="connsiteX14" fmla="*/ 31145 w 55965"/>
                    <a:gd name="connsiteY14" fmla="*/ 15755 h 55965"/>
                    <a:gd name="connsiteX15" fmla="*/ 42338 w 55965"/>
                    <a:gd name="connsiteY15" fmla="*/ 31145 h 55965"/>
                    <a:gd name="connsiteX16" fmla="*/ 26948 w 55965"/>
                    <a:gd name="connsiteY16" fmla="*/ 42338 h 55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965" h="55965">
                      <a:moveTo>
                        <a:pt x="32544" y="364"/>
                      </a:moveTo>
                      <a:cubicBezTo>
                        <a:pt x="25549" y="-1035"/>
                        <a:pt x="18553" y="1763"/>
                        <a:pt x="11557" y="5961"/>
                      </a:cubicBezTo>
                      <a:cubicBezTo>
                        <a:pt x="5961" y="10158"/>
                        <a:pt x="1763" y="17154"/>
                        <a:pt x="364" y="24149"/>
                      </a:cubicBezTo>
                      <a:cubicBezTo>
                        <a:pt x="-1035" y="31145"/>
                        <a:pt x="1763" y="38141"/>
                        <a:pt x="5961" y="45137"/>
                      </a:cubicBezTo>
                      <a:cubicBezTo>
                        <a:pt x="10158" y="50733"/>
                        <a:pt x="17154" y="54931"/>
                        <a:pt x="24149" y="56330"/>
                      </a:cubicBezTo>
                      <a:cubicBezTo>
                        <a:pt x="25549" y="56330"/>
                        <a:pt x="26948" y="56330"/>
                        <a:pt x="28347" y="56330"/>
                      </a:cubicBezTo>
                      <a:cubicBezTo>
                        <a:pt x="42338" y="56330"/>
                        <a:pt x="53532" y="46536"/>
                        <a:pt x="56330" y="32544"/>
                      </a:cubicBezTo>
                      <a:cubicBezTo>
                        <a:pt x="56330" y="32544"/>
                        <a:pt x="56330" y="32544"/>
                        <a:pt x="56330" y="32544"/>
                      </a:cubicBezTo>
                      <a:cubicBezTo>
                        <a:pt x="59128" y="17154"/>
                        <a:pt x="47935" y="3162"/>
                        <a:pt x="32544" y="364"/>
                      </a:cubicBezTo>
                      <a:close/>
                      <a:moveTo>
                        <a:pt x="26948" y="42338"/>
                      </a:moveTo>
                      <a:cubicBezTo>
                        <a:pt x="22750" y="42338"/>
                        <a:pt x="19952" y="39540"/>
                        <a:pt x="18553" y="36742"/>
                      </a:cubicBezTo>
                      <a:cubicBezTo>
                        <a:pt x="15755" y="33943"/>
                        <a:pt x="15755" y="29746"/>
                        <a:pt x="15755" y="26948"/>
                      </a:cubicBezTo>
                      <a:cubicBezTo>
                        <a:pt x="15755" y="22750"/>
                        <a:pt x="18553" y="19952"/>
                        <a:pt x="21351" y="18553"/>
                      </a:cubicBezTo>
                      <a:cubicBezTo>
                        <a:pt x="24149" y="17154"/>
                        <a:pt x="26948" y="15755"/>
                        <a:pt x="29746" y="15755"/>
                      </a:cubicBezTo>
                      <a:cubicBezTo>
                        <a:pt x="29746" y="15755"/>
                        <a:pt x="31145" y="15755"/>
                        <a:pt x="31145" y="15755"/>
                      </a:cubicBezTo>
                      <a:cubicBezTo>
                        <a:pt x="38141" y="17154"/>
                        <a:pt x="43738" y="24149"/>
                        <a:pt x="42338" y="31145"/>
                      </a:cubicBezTo>
                      <a:cubicBezTo>
                        <a:pt x="42338" y="38141"/>
                        <a:pt x="35343" y="42338"/>
                        <a:pt x="26948" y="42338"/>
                      </a:cubicBezTo>
                      <a:close/>
                    </a:path>
                  </a:pathLst>
                </a:custGeom>
                <a:grpFill/>
                <a:ln w="1394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27" name="Freeform: Shape 5029">
                  <a:extLst>
                    <a:ext uri="{FF2B5EF4-FFF2-40B4-BE49-F238E27FC236}">
                      <a16:creationId xmlns:a16="http://schemas.microsoft.com/office/drawing/2014/main" id="{4242935A-D546-9C33-846A-548260C7DB01}"/>
                    </a:ext>
                  </a:extLst>
                </p:cNvPr>
                <p:cNvSpPr/>
                <p:nvPr/>
              </p:nvSpPr>
              <p:spPr>
                <a:xfrm>
                  <a:off x="6061639" y="3259278"/>
                  <a:ext cx="153906" cy="153906"/>
                </a:xfrm>
                <a:custGeom>
                  <a:avLst/>
                  <a:gdLst>
                    <a:gd name="connsiteX0" fmla="*/ 153906 w 153906"/>
                    <a:gd name="connsiteY0" fmla="*/ 74155 h 153906"/>
                    <a:gd name="connsiteX1" fmla="*/ 138515 w 153906"/>
                    <a:gd name="connsiteY1" fmla="*/ 65760 h 153906"/>
                    <a:gd name="connsiteX2" fmla="*/ 137116 w 153906"/>
                    <a:gd name="connsiteY2" fmla="*/ 57365 h 153906"/>
                    <a:gd name="connsiteX3" fmla="*/ 145511 w 153906"/>
                    <a:gd name="connsiteY3" fmla="*/ 40575 h 153906"/>
                    <a:gd name="connsiteX4" fmla="*/ 145511 w 153906"/>
                    <a:gd name="connsiteY4" fmla="*/ 33579 h 153906"/>
                    <a:gd name="connsiteX5" fmla="*/ 138515 w 153906"/>
                    <a:gd name="connsiteY5" fmla="*/ 25185 h 153906"/>
                    <a:gd name="connsiteX6" fmla="*/ 131520 w 153906"/>
                    <a:gd name="connsiteY6" fmla="*/ 22386 h 153906"/>
                    <a:gd name="connsiteX7" fmla="*/ 113331 w 153906"/>
                    <a:gd name="connsiteY7" fmla="*/ 26584 h 153906"/>
                    <a:gd name="connsiteX8" fmla="*/ 104936 w 153906"/>
                    <a:gd name="connsiteY8" fmla="*/ 23785 h 153906"/>
                    <a:gd name="connsiteX9" fmla="*/ 102138 w 153906"/>
                    <a:gd name="connsiteY9" fmla="*/ 6996 h 153906"/>
                    <a:gd name="connsiteX10" fmla="*/ 96541 w 153906"/>
                    <a:gd name="connsiteY10" fmla="*/ 1399 h 153906"/>
                    <a:gd name="connsiteX11" fmla="*/ 82550 w 153906"/>
                    <a:gd name="connsiteY11" fmla="*/ 0 h 153906"/>
                    <a:gd name="connsiteX12" fmla="*/ 75554 w 153906"/>
                    <a:gd name="connsiteY12" fmla="*/ 4197 h 153906"/>
                    <a:gd name="connsiteX13" fmla="*/ 67159 w 153906"/>
                    <a:gd name="connsiteY13" fmla="*/ 19588 h 153906"/>
                    <a:gd name="connsiteX14" fmla="*/ 58764 w 153906"/>
                    <a:gd name="connsiteY14" fmla="*/ 20987 h 153906"/>
                    <a:gd name="connsiteX15" fmla="*/ 41974 w 153906"/>
                    <a:gd name="connsiteY15" fmla="*/ 12592 h 153906"/>
                    <a:gd name="connsiteX16" fmla="*/ 34979 w 153906"/>
                    <a:gd name="connsiteY16" fmla="*/ 12592 h 153906"/>
                    <a:gd name="connsiteX17" fmla="*/ 26584 w 153906"/>
                    <a:gd name="connsiteY17" fmla="*/ 19588 h 153906"/>
                    <a:gd name="connsiteX18" fmla="*/ 23785 w 153906"/>
                    <a:gd name="connsiteY18" fmla="*/ 26584 h 153906"/>
                    <a:gd name="connsiteX19" fmla="*/ 27983 w 153906"/>
                    <a:gd name="connsiteY19" fmla="*/ 44773 h 153906"/>
                    <a:gd name="connsiteX20" fmla="*/ 23785 w 153906"/>
                    <a:gd name="connsiteY20" fmla="*/ 53168 h 153906"/>
                    <a:gd name="connsiteX21" fmla="*/ 6996 w 153906"/>
                    <a:gd name="connsiteY21" fmla="*/ 55966 h 153906"/>
                    <a:gd name="connsiteX22" fmla="*/ 1399 w 153906"/>
                    <a:gd name="connsiteY22" fmla="*/ 61562 h 153906"/>
                    <a:gd name="connsiteX23" fmla="*/ 0 w 153906"/>
                    <a:gd name="connsiteY23" fmla="*/ 75554 h 153906"/>
                    <a:gd name="connsiteX24" fmla="*/ 4197 w 153906"/>
                    <a:gd name="connsiteY24" fmla="*/ 82550 h 153906"/>
                    <a:gd name="connsiteX25" fmla="*/ 19588 w 153906"/>
                    <a:gd name="connsiteY25" fmla="*/ 90944 h 153906"/>
                    <a:gd name="connsiteX26" fmla="*/ 20987 w 153906"/>
                    <a:gd name="connsiteY26" fmla="*/ 99339 h 153906"/>
                    <a:gd name="connsiteX27" fmla="*/ 12592 w 153906"/>
                    <a:gd name="connsiteY27" fmla="*/ 116129 h 153906"/>
                    <a:gd name="connsiteX28" fmla="*/ 12592 w 153906"/>
                    <a:gd name="connsiteY28" fmla="*/ 123125 h 153906"/>
                    <a:gd name="connsiteX29" fmla="*/ 19588 w 153906"/>
                    <a:gd name="connsiteY29" fmla="*/ 131520 h 153906"/>
                    <a:gd name="connsiteX30" fmla="*/ 26584 w 153906"/>
                    <a:gd name="connsiteY30" fmla="*/ 134318 h 153906"/>
                    <a:gd name="connsiteX31" fmla="*/ 44773 w 153906"/>
                    <a:gd name="connsiteY31" fmla="*/ 130121 h 153906"/>
                    <a:gd name="connsiteX32" fmla="*/ 53168 w 153906"/>
                    <a:gd name="connsiteY32" fmla="*/ 134318 h 153906"/>
                    <a:gd name="connsiteX33" fmla="*/ 55966 w 153906"/>
                    <a:gd name="connsiteY33" fmla="*/ 151108 h 153906"/>
                    <a:gd name="connsiteX34" fmla="*/ 61562 w 153906"/>
                    <a:gd name="connsiteY34" fmla="*/ 156704 h 153906"/>
                    <a:gd name="connsiteX35" fmla="*/ 75554 w 153906"/>
                    <a:gd name="connsiteY35" fmla="*/ 158103 h 153906"/>
                    <a:gd name="connsiteX36" fmla="*/ 76953 w 153906"/>
                    <a:gd name="connsiteY36" fmla="*/ 158103 h 153906"/>
                    <a:gd name="connsiteX37" fmla="*/ 82550 w 153906"/>
                    <a:gd name="connsiteY37" fmla="*/ 153906 h 153906"/>
                    <a:gd name="connsiteX38" fmla="*/ 90945 w 153906"/>
                    <a:gd name="connsiteY38" fmla="*/ 138515 h 153906"/>
                    <a:gd name="connsiteX39" fmla="*/ 99339 w 153906"/>
                    <a:gd name="connsiteY39" fmla="*/ 137116 h 153906"/>
                    <a:gd name="connsiteX40" fmla="*/ 116129 w 153906"/>
                    <a:gd name="connsiteY40" fmla="*/ 145511 h 153906"/>
                    <a:gd name="connsiteX41" fmla="*/ 123125 w 153906"/>
                    <a:gd name="connsiteY41" fmla="*/ 145511 h 153906"/>
                    <a:gd name="connsiteX42" fmla="*/ 131520 w 153906"/>
                    <a:gd name="connsiteY42" fmla="*/ 138515 h 153906"/>
                    <a:gd name="connsiteX43" fmla="*/ 134318 w 153906"/>
                    <a:gd name="connsiteY43" fmla="*/ 131520 h 153906"/>
                    <a:gd name="connsiteX44" fmla="*/ 128721 w 153906"/>
                    <a:gd name="connsiteY44" fmla="*/ 113331 h 153906"/>
                    <a:gd name="connsiteX45" fmla="*/ 132919 w 153906"/>
                    <a:gd name="connsiteY45" fmla="*/ 104936 h 153906"/>
                    <a:gd name="connsiteX46" fmla="*/ 149709 w 153906"/>
                    <a:gd name="connsiteY46" fmla="*/ 102138 h 153906"/>
                    <a:gd name="connsiteX47" fmla="*/ 155305 w 153906"/>
                    <a:gd name="connsiteY47" fmla="*/ 96541 h 153906"/>
                    <a:gd name="connsiteX48" fmla="*/ 156704 w 153906"/>
                    <a:gd name="connsiteY48" fmla="*/ 82550 h 153906"/>
                    <a:gd name="connsiteX49" fmla="*/ 153906 w 153906"/>
                    <a:gd name="connsiteY49" fmla="*/ 74155 h 153906"/>
                    <a:gd name="connsiteX50" fmla="*/ 142713 w 153906"/>
                    <a:gd name="connsiteY50" fmla="*/ 89545 h 153906"/>
                    <a:gd name="connsiteX51" fmla="*/ 127322 w 153906"/>
                    <a:gd name="connsiteY51" fmla="*/ 92344 h 153906"/>
                    <a:gd name="connsiteX52" fmla="*/ 121726 w 153906"/>
                    <a:gd name="connsiteY52" fmla="*/ 96541 h 153906"/>
                    <a:gd name="connsiteX53" fmla="*/ 114730 w 153906"/>
                    <a:gd name="connsiteY53" fmla="*/ 110532 h 153906"/>
                    <a:gd name="connsiteX54" fmla="*/ 114730 w 153906"/>
                    <a:gd name="connsiteY54" fmla="*/ 114730 h 153906"/>
                    <a:gd name="connsiteX55" fmla="*/ 118927 w 153906"/>
                    <a:gd name="connsiteY55" fmla="*/ 131520 h 153906"/>
                    <a:gd name="connsiteX56" fmla="*/ 117528 w 153906"/>
                    <a:gd name="connsiteY56" fmla="*/ 132919 h 153906"/>
                    <a:gd name="connsiteX57" fmla="*/ 102138 w 153906"/>
                    <a:gd name="connsiteY57" fmla="*/ 124524 h 153906"/>
                    <a:gd name="connsiteX58" fmla="*/ 97940 w 153906"/>
                    <a:gd name="connsiteY58" fmla="*/ 123125 h 153906"/>
                    <a:gd name="connsiteX59" fmla="*/ 83949 w 153906"/>
                    <a:gd name="connsiteY59" fmla="*/ 125923 h 153906"/>
                    <a:gd name="connsiteX60" fmla="*/ 78352 w 153906"/>
                    <a:gd name="connsiteY60" fmla="*/ 130121 h 153906"/>
                    <a:gd name="connsiteX61" fmla="*/ 71356 w 153906"/>
                    <a:gd name="connsiteY61" fmla="*/ 144112 h 153906"/>
                    <a:gd name="connsiteX62" fmla="*/ 67159 w 153906"/>
                    <a:gd name="connsiteY62" fmla="*/ 144112 h 153906"/>
                    <a:gd name="connsiteX63" fmla="*/ 64361 w 153906"/>
                    <a:gd name="connsiteY63" fmla="*/ 127322 h 153906"/>
                    <a:gd name="connsiteX64" fmla="*/ 60163 w 153906"/>
                    <a:gd name="connsiteY64" fmla="*/ 121726 h 153906"/>
                    <a:gd name="connsiteX65" fmla="*/ 46172 w 153906"/>
                    <a:gd name="connsiteY65" fmla="*/ 114730 h 153906"/>
                    <a:gd name="connsiteX66" fmla="*/ 41974 w 153906"/>
                    <a:gd name="connsiteY66" fmla="*/ 114730 h 153906"/>
                    <a:gd name="connsiteX67" fmla="*/ 25185 w 153906"/>
                    <a:gd name="connsiteY67" fmla="*/ 118927 h 153906"/>
                    <a:gd name="connsiteX68" fmla="*/ 23785 w 153906"/>
                    <a:gd name="connsiteY68" fmla="*/ 117528 h 153906"/>
                    <a:gd name="connsiteX69" fmla="*/ 32180 w 153906"/>
                    <a:gd name="connsiteY69" fmla="*/ 102138 h 153906"/>
                    <a:gd name="connsiteX70" fmla="*/ 33580 w 153906"/>
                    <a:gd name="connsiteY70" fmla="*/ 97940 h 153906"/>
                    <a:gd name="connsiteX71" fmla="*/ 30781 w 153906"/>
                    <a:gd name="connsiteY71" fmla="*/ 83949 h 153906"/>
                    <a:gd name="connsiteX72" fmla="*/ 26584 w 153906"/>
                    <a:gd name="connsiteY72" fmla="*/ 78352 h 153906"/>
                    <a:gd name="connsiteX73" fmla="*/ 12592 w 153906"/>
                    <a:gd name="connsiteY73" fmla="*/ 71356 h 153906"/>
                    <a:gd name="connsiteX74" fmla="*/ 12592 w 153906"/>
                    <a:gd name="connsiteY74" fmla="*/ 67159 h 153906"/>
                    <a:gd name="connsiteX75" fmla="*/ 27983 w 153906"/>
                    <a:gd name="connsiteY75" fmla="*/ 64361 h 153906"/>
                    <a:gd name="connsiteX76" fmla="*/ 33580 w 153906"/>
                    <a:gd name="connsiteY76" fmla="*/ 60163 h 153906"/>
                    <a:gd name="connsiteX77" fmla="*/ 40575 w 153906"/>
                    <a:gd name="connsiteY77" fmla="*/ 46172 h 153906"/>
                    <a:gd name="connsiteX78" fmla="*/ 40575 w 153906"/>
                    <a:gd name="connsiteY78" fmla="*/ 41974 h 153906"/>
                    <a:gd name="connsiteX79" fmla="*/ 36378 w 153906"/>
                    <a:gd name="connsiteY79" fmla="*/ 25185 h 153906"/>
                    <a:gd name="connsiteX80" fmla="*/ 37777 w 153906"/>
                    <a:gd name="connsiteY80" fmla="*/ 23785 h 153906"/>
                    <a:gd name="connsiteX81" fmla="*/ 53168 w 153906"/>
                    <a:gd name="connsiteY81" fmla="*/ 32180 h 153906"/>
                    <a:gd name="connsiteX82" fmla="*/ 57365 w 153906"/>
                    <a:gd name="connsiteY82" fmla="*/ 33579 h 153906"/>
                    <a:gd name="connsiteX83" fmla="*/ 71356 w 153906"/>
                    <a:gd name="connsiteY83" fmla="*/ 30781 h 153906"/>
                    <a:gd name="connsiteX84" fmla="*/ 76953 w 153906"/>
                    <a:gd name="connsiteY84" fmla="*/ 26584 h 153906"/>
                    <a:gd name="connsiteX85" fmla="*/ 83949 w 153906"/>
                    <a:gd name="connsiteY85" fmla="*/ 12592 h 153906"/>
                    <a:gd name="connsiteX86" fmla="*/ 88146 w 153906"/>
                    <a:gd name="connsiteY86" fmla="*/ 12592 h 153906"/>
                    <a:gd name="connsiteX87" fmla="*/ 90945 w 153906"/>
                    <a:gd name="connsiteY87" fmla="*/ 27983 h 153906"/>
                    <a:gd name="connsiteX88" fmla="*/ 95142 w 153906"/>
                    <a:gd name="connsiteY88" fmla="*/ 33579 h 153906"/>
                    <a:gd name="connsiteX89" fmla="*/ 109133 w 153906"/>
                    <a:gd name="connsiteY89" fmla="*/ 40575 h 153906"/>
                    <a:gd name="connsiteX90" fmla="*/ 113331 w 153906"/>
                    <a:gd name="connsiteY90" fmla="*/ 40575 h 153906"/>
                    <a:gd name="connsiteX91" fmla="*/ 130121 w 153906"/>
                    <a:gd name="connsiteY91" fmla="*/ 36378 h 153906"/>
                    <a:gd name="connsiteX92" fmla="*/ 131520 w 153906"/>
                    <a:gd name="connsiteY92" fmla="*/ 37777 h 153906"/>
                    <a:gd name="connsiteX93" fmla="*/ 123125 w 153906"/>
                    <a:gd name="connsiteY93" fmla="*/ 53168 h 153906"/>
                    <a:gd name="connsiteX94" fmla="*/ 121726 w 153906"/>
                    <a:gd name="connsiteY94" fmla="*/ 57365 h 153906"/>
                    <a:gd name="connsiteX95" fmla="*/ 124524 w 153906"/>
                    <a:gd name="connsiteY95" fmla="*/ 71356 h 153906"/>
                    <a:gd name="connsiteX96" fmla="*/ 128721 w 153906"/>
                    <a:gd name="connsiteY96" fmla="*/ 76953 h 153906"/>
                    <a:gd name="connsiteX97" fmla="*/ 142713 w 153906"/>
                    <a:gd name="connsiteY97" fmla="*/ 83949 h 153906"/>
                    <a:gd name="connsiteX98" fmla="*/ 142713 w 153906"/>
                    <a:gd name="connsiteY98" fmla="*/ 89545 h 15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53906" h="153906">
                      <a:moveTo>
                        <a:pt x="153906" y="74155"/>
                      </a:moveTo>
                      <a:lnTo>
                        <a:pt x="138515" y="65760"/>
                      </a:lnTo>
                      <a:lnTo>
                        <a:pt x="137116" y="57365"/>
                      </a:lnTo>
                      <a:lnTo>
                        <a:pt x="145511" y="40575"/>
                      </a:lnTo>
                      <a:cubicBezTo>
                        <a:pt x="146910" y="37777"/>
                        <a:pt x="146910" y="34979"/>
                        <a:pt x="145511" y="33579"/>
                      </a:cubicBezTo>
                      <a:lnTo>
                        <a:pt x="138515" y="25185"/>
                      </a:lnTo>
                      <a:cubicBezTo>
                        <a:pt x="137116" y="22386"/>
                        <a:pt x="134318" y="22386"/>
                        <a:pt x="131520" y="22386"/>
                      </a:cubicBezTo>
                      <a:lnTo>
                        <a:pt x="113331" y="26584"/>
                      </a:lnTo>
                      <a:lnTo>
                        <a:pt x="104936" y="23785"/>
                      </a:lnTo>
                      <a:lnTo>
                        <a:pt x="102138" y="6996"/>
                      </a:lnTo>
                      <a:cubicBezTo>
                        <a:pt x="102138" y="4197"/>
                        <a:pt x="99339" y="1399"/>
                        <a:pt x="96541" y="1399"/>
                      </a:cubicBezTo>
                      <a:lnTo>
                        <a:pt x="82550" y="0"/>
                      </a:lnTo>
                      <a:cubicBezTo>
                        <a:pt x="79751" y="0"/>
                        <a:pt x="76953" y="1399"/>
                        <a:pt x="75554" y="4197"/>
                      </a:cubicBezTo>
                      <a:lnTo>
                        <a:pt x="67159" y="19588"/>
                      </a:lnTo>
                      <a:lnTo>
                        <a:pt x="58764" y="20987"/>
                      </a:lnTo>
                      <a:lnTo>
                        <a:pt x="41974" y="12592"/>
                      </a:lnTo>
                      <a:cubicBezTo>
                        <a:pt x="39176" y="11193"/>
                        <a:pt x="36378" y="11193"/>
                        <a:pt x="34979" y="12592"/>
                      </a:cubicBezTo>
                      <a:lnTo>
                        <a:pt x="26584" y="19588"/>
                      </a:lnTo>
                      <a:cubicBezTo>
                        <a:pt x="23785" y="20987"/>
                        <a:pt x="23785" y="23785"/>
                        <a:pt x="23785" y="26584"/>
                      </a:cubicBezTo>
                      <a:lnTo>
                        <a:pt x="27983" y="44773"/>
                      </a:lnTo>
                      <a:lnTo>
                        <a:pt x="23785" y="53168"/>
                      </a:lnTo>
                      <a:lnTo>
                        <a:pt x="6996" y="55966"/>
                      </a:lnTo>
                      <a:cubicBezTo>
                        <a:pt x="4197" y="55966"/>
                        <a:pt x="1399" y="58764"/>
                        <a:pt x="1399" y="61562"/>
                      </a:cubicBezTo>
                      <a:lnTo>
                        <a:pt x="0" y="75554"/>
                      </a:lnTo>
                      <a:cubicBezTo>
                        <a:pt x="0" y="78352"/>
                        <a:pt x="1399" y="81150"/>
                        <a:pt x="4197" y="82550"/>
                      </a:cubicBezTo>
                      <a:lnTo>
                        <a:pt x="19588" y="90944"/>
                      </a:lnTo>
                      <a:lnTo>
                        <a:pt x="20987" y="99339"/>
                      </a:lnTo>
                      <a:lnTo>
                        <a:pt x="12592" y="116129"/>
                      </a:lnTo>
                      <a:cubicBezTo>
                        <a:pt x="11193" y="118927"/>
                        <a:pt x="11193" y="121726"/>
                        <a:pt x="12592" y="123125"/>
                      </a:cubicBezTo>
                      <a:lnTo>
                        <a:pt x="19588" y="131520"/>
                      </a:lnTo>
                      <a:cubicBezTo>
                        <a:pt x="20987" y="134318"/>
                        <a:pt x="23785" y="134318"/>
                        <a:pt x="26584" y="134318"/>
                      </a:cubicBezTo>
                      <a:lnTo>
                        <a:pt x="44773" y="130121"/>
                      </a:lnTo>
                      <a:lnTo>
                        <a:pt x="53168" y="134318"/>
                      </a:lnTo>
                      <a:lnTo>
                        <a:pt x="55966" y="151108"/>
                      </a:lnTo>
                      <a:cubicBezTo>
                        <a:pt x="55966" y="153906"/>
                        <a:pt x="58764" y="156704"/>
                        <a:pt x="61562" y="156704"/>
                      </a:cubicBezTo>
                      <a:lnTo>
                        <a:pt x="75554" y="158103"/>
                      </a:lnTo>
                      <a:cubicBezTo>
                        <a:pt x="75554" y="158103"/>
                        <a:pt x="75554" y="158103"/>
                        <a:pt x="76953" y="158103"/>
                      </a:cubicBezTo>
                      <a:cubicBezTo>
                        <a:pt x="79751" y="158103"/>
                        <a:pt x="82550" y="156704"/>
                        <a:pt x="82550" y="153906"/>
                      </a:cubicBezTo>
                      <a:lnTo>
                        <a:pt x="90945" y="138515"/>
                      </a:lnTo>
                      <a:lnTo>
                        <a:pt x="99339" y="137116"/>
                      </a:lnTo>
                      <a:lnTo>
                        <a:pt x="116129" y="145511"/>
                      </a:lnTo>
                      <a:cubicBezTo>
                        <a:pt x="118927" y="146910"/>
                        <a:pt x="121726" y="146910"/>
                        <a:pt x="123125" y="145511"/>
                      </a:cubicBezTo>
                      <a:lnTo>
                        <a:pt x="131520" y="138515"/>
                      </a:lnTo>
                      <a:cubicBezTo>
                        <a:pt x="134318" y="137116"/>
                        <a:pt x="134318" y="134318"/>
                        <a:pt x="134318" y="131520"/>
                      </a:cubicBezTo>
                      <a:lnTo>
                        <a:pt x="128721" y="113331"/>
                      </a:lnTo>
                      <a:lnTo>
                        <a:pt x="132919" y="104936"/>
                      </a:lnTo>
                      <a:lnTo>
                        <a:pt x="149709" y="102138"/>
                      </a:lnTo>
                      <a:cubicBezTo>
                        <a:pt x="152507" y="102138"/>
                        <a:pt x="155305" y="99339"/>
                        <a:pt x="155305" y="96541"/>
                      </a:cubicBezTo>
                      <a:lnTo>
                        <a:pt x="156704" y="82550"/>
                      </a:lnTo>
                      <a:cubicBezTo>
                        <a:pt x="158104" y="78352"/>
                        <a:pt x="156704" y="75554"/>
                        <a:pt x="153906" y="74155"/>
                      </a:cubicBezTo>
                      <a:close/>
                      <a:moveTo>
                        <a:pt x="142713" y="89545"/>
                      </a:moveTo>
                      <a:lnTo>
                        <a:pt x="127322" y="92344"/>
                      </a:lnTo>
                      <a:cubicBezTo>
                        <a:pt x="124524" y="92344"/>
                        <a:pt x="123125" y="93743"/>
                        <a:pt x="121726" y="96541"/>
                      </a:cubicBezTo>
                      <a:lnTo>
                        <a:pt x="114730" y="110532"/>
                      </a:lnTo>
                      <a:cubicBezTo>
                        <a:pt x="114730" y="111932"/>
                        <a:pt x="113331" y="113331"/>
                        <a:pt x="114730" y="114730"/>
                      </a:cubicBezTo>
                      <a:lnTo>
                        <a:pt x="118927" y="131520"/>
                      </a:lnTo>
                      <a:lnTo>
                        <a:pt x="117528" y="132919"/>
                      </a:lnTo>
                      <a:lnTo>
                        <a:pt x="102138" y="124524"/>
                      </a:lnTo>
                      <a:cubicBezTo>
                        <a:pt x="100739" y="123125"/>
                        <a:pt x="99339" y="123125"/>
                        <a:pt x="97940" y="123125"/>
                      </a:cubicBezTo>
                      <a:lnTo>
                        <a:pt x="83949" y="125923"/>
                      </a:lnTo>
                      <a:cubicBezTo>
                        <a:pt x="81150" y="125923"/>
                        <a:pt x="79751" y="127322"/>
                        <a:pt x="78352" y="130121"/>
                      </a:cubicBezTo>
                      <a:lnTo>
                        <a:pt x="71356" y="144112"/>
                      </a:lnTo>
                      <a:lnTo>
                        <a:pt x="67159" y="144112"/>
                      </a:lnTo>
                      <a:lnTo>
                        <a:pt x="64361" y="127322"/>
                      </a:lnTo>
                      <a:cubicBezTo>
                        <a:pt x="64361" y="124524"/>
                        <a:pt x="62962" y="123125"/>
                        <a:pt x="60163" y="121726"/>
                      </a:cubicBezTo>
                      <a:lnTo>
                        <a:pt x="46172" y="114730"/>
                      </a:lnTo>
                      <a:cubicBezTo>
                        <a:pt x="44773" y="114730"/>
                        <a:pt x="43374" y="113331"/>
                        <a:pt x="41974" y="114730"/>
                      </a:cubicBezTo>
                      <a:lnTo>
                        <a:pt x="25185" y="118927"/>
                      </a:lnTo>
                      <a:lnTo>
                        <a:pt x="23785" y="117528"/>
                      </a:lnTo>
                      <a:lnTo>
                        <a:pt x="32180" y="102138"/>
                      </a:lnTo>
                      <a:cubicBezTo>
                        <a:pt x="33580" y="100738"/>
                        <a:pt x="33580" y="99339"/>
                        <a:pt x="33580" y="97940"/>
                      </a:cubicBezTo>
                      <a:lnTo>
                        <a:pt x="30781" y="83949"/>
                      </a:lnTo>
                      <a:cubicBezTo>
                        <a:pt x="30781" y="81150"/>
                        <a:pt x="29382" y="79751"/>
                        <a:pt x="26584" y="78352"/>
                      </a:cubicBezTo>
                      <a:lnTo>
                        <a:pt x="12592" y="71356"/>
                      </a:lnTo>
                      <a:lnTo>
                        <a:pt x="12592" y="67159"/>
                      </a:lnTo>
                      <a:lnTo>
                        <a:pt x="27983" y="64361"/>
                      </a:lnTo>
                      <a:cubicBezTo>
                        <a:pt x="30781" y="64361"/>
                        <a:pt x="32180" y="62962"/>
                        <a:pt x="33580" y="60163"/>
                      </a:cubicBezTo>
                      <a:lnTo>
                        <a:pt x="40575" y="46172"/>
                      </a:lnTo>
                      <a:cubicBezTo>
                        <a:pt x="40575" y="44773"/>
                        <a:pt x="41974" y="43374"/>
                        <a:pt x="40575" y="41974"/>
                      </a:cubicBezTo>
                      <a:lnTo>
                        <a:pt x="36378" y="25185"/>
                      </a:lnTo>
                      <a:lnTo>
                        <a:pt x="37777" y="23785"/>
                      </a:lnTo>
                      <a:lnTo>
                        <a:pt x="53168" y="32180"/>
                      </a:lnTo>
                      <a:cubicBezTo>
                        <a:pt x="54567" y="33579"/>
                        <a:pt x="55966" y="33579"/>
                        <a:pt x="57365" y="33579"/>
                      </a:cubicBezTo>
                      <a:lnTo>
                        <a:pt x="71356" y="30781"/>
                      </a:lnTo>
                      <a:cubicBezTo>
                        <a:pt x="74155" y="30781"/>
                        <a:pt x="75554" y="29382"/>
                        <a:pt x="76953" y="26584"/>
                      </a:cubicBezTo>
                      <a:lnTo>
                        <a:pt x="83949" y="12592"/>
                      </a:lnTo>
                      <a:lnTo>
                        <a:pt x="88146" y="12592"/>
                      </a:lnTo>
                      <a:lnTo>
                        <a:pt x="90945" y="27983"/>
                      </a:lnTo>
                      <a:cubicBezTo>
                        <a:pt x="90945" y="30781"/>
                        <a:pt x="92344" y="32180"/>
                        <a:pt x="95142" y="33579"/>
                      </a:cubicBezTo>
                      <a:lnTo>
                        <a:pt x="109133" y="40575"/>
                      </a:lnTo>
                      <a:cubicBezTo>
                        <a:pt x="110533" y="40575"/>
                        <a:pt x="111932" y="41974"/>
                        <a:pt x="113331" y="40575"/>
                      </a:cubicBezTo>
                      <a:lnTo>
                        <a:pt x="130121" y="36378"/>
                      </a:lnTo>
                      <a:lnTo>
                        <a:pt x="131520" y="37777"/>
                      </a:lnTo>
                      <a:lnTo>
                        <a:pt x="123125" y="53168"/>
                      </a:lnTo>
                      <a:cubicBezTo>
                        <a:pt x="121726" y="54567"/>
                        <a:pt x="121726" y="55966"/>
                        <a:pt x="121726" y="57365"/>
                      </a:cubicBezTo>
                      <a:lnTo>
                        <a:pt x="124524" y="71356"/>
                      </a:lnTo>
                      <a:cubicBezTo>
                        <a:pt x="124524" y="74155"/>
                        <a:pt x="125923" y="75554"/>
                        <a:pt x="128721" y="76953"/>
                      </a:cubicBezTo>
                      <a:lnTo>
                        <a:pt x="142713" y="83949"/>
                      </a:lnTo>
                      <a:lnTo>
                        <a:pt x="142713" y="89545"/>
                      </a:lnTo>
                      <a:close/>
                    </a:path>
                  </a:pathLst>
                </a:custGeom>
                <a:grpFill/>
                <a:ln w="1394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28" name="Graphic 5">
                <a:extLst>
                  <a:ext uri="{FF2B5EF4-FFF2-40B4-BE49-F238E27FC236}">
                    <a16:creationId xmlns:a16="http://schemas.microsoft.com/office/drawing/2014/main" id="{5E168DAF-7B09-DD41-AFAE-6409E46CA0B0}"/>
                  </a:ext>
                  <a:ext uri="{C183D7F6-B498-43B3-948B-1728B52AA6E4}">
                    <adec:decorative xmlns:adec="http://schemas.microsoft.com/office/drawing/2017/decorative" val="1"/>
                  </a:ext>
                </a:extLst>
              </p:cNvPr>
              <p:cNvGrpSpPr>
                <a:grpSpLocks noChangeAspect="1"/>
              </p:cNvGrpSpPr>
              <p:nvPr/>
            </p:nvGrpSpPr>
            <p:grpSpPr>
              <a:xfrm>
                <a:off x="3203050" y="2079318"/>
                <a:ext cx="121580" cy="143290"/>
                <a:chOff x="5899501" y="3152586"/>
                <a:chExt cx="392998" cy="463176"/>
              </a:xfrm>
              <a:solidFill>
                <a:schemeClr val="tx1"/>
              </a:solidFill>
            </p:grpSpPr>
            <p:sp>
              <p:nvSpPr>
                <p:cNvPr id="1129" name="Freeform: Shape 5031">
                  <a:extLst>
                    <a:ext uri="{FF2B5EF4-FFF2-40B4-BE49-F238E27FC236}">
                      <a16:creationId xmlns:a16="http://schemas.microsoft.com/office/drawing/2014/main" id="{046B73B6-3E70-0462-B4D0-AA2924045F69}"/>
                    </a:ext>
                  </a:extLst>
                </p:cNvPr>
                <p:cNvSpPr/>
                <p:nvPr/>
              </p:nvSpPr>
              <p:spPr>
                <a:xfrm>
                  <a:off x="5899501" y="3152586"/>
                  <a:ext cx="392998" cy="449140"/>
                </a:xfrm>
                <a:custGeom>
                  <a:avLst/>
                  <a:gdLst>
                    <a:gd name="connsiteX0" fmla="*/ 364927 w 392998"/>
                    <a:gd name="connsiteY0" fmla="*/ 21053 h 449140"/>
                    <a:gd name="connsiteX1" fmla="*/ 266677 w 392998"/>
                    <a:gd name="connsiteY1" fmla="*/ 21053 h 449140"/>
                    <a:gd name="connsiteX2" fmla="*/ 266677 w 392998"/>
                    <a:gd name="connsiteY2" fmla="*/ 7018 h 449140"/>
                    <a:gd name="connsiteX3" fmla="*/ 259659 w 392998"/>
                    <a:gd name="connsiteY3" fmla="*/ 0 h 449140"/>
                    <a:gd name="connsiteX4" fmla="*/ 133339 w 392998"/>
                    <a:gd name="connsiteY4" fmla="*/ 0 h 449140"/>
                    <a:gd name="connsiteX5" fmla="*/ 126321 w 392998"/>
                    <a:gd name="connsiteY5" fmla="*/ 7018 h 449140"/>
                    <a:gd name="connsiteX6" fmla="*/ 126321 w 392998"/>
                    <a:gd name="connsiteY6" fmla="*/ 21053 h 449140"/>
                    <a:gd name="connsiteX7" fmla="*/ 28071 w 392998"/>
                    <a:gd name="connsiteY7" fmla="*/ 21053 h 449140"/>
                    <a:gd name="connsiteX8" fmla="*/ 0 w 392998"/>
                    <a:gd name="connsiteY8" fmla="*/ 49125 h 449140"/>
                    <a:gd name="connsiteX9" fmla="*/ 0 w 392998"/>
                    <a:gd name="connsiteY9" fmla="*/ 428087 h 449140"/>
                    <a:gd name="connsiteX10" fmla="*/ 28071 w 392998"/>
                    <a:gd name="connsiteY10" fmla="*/ 456158 h 449140"/>
                    <a:gd name="connsiteX11" fmla="*/ 364927 w 392998"/>
                    <a:gd name="connsiteY11" fmla="*/ 456158 h 449140"/>
                    <a:gd name="connsiteX12" fmla="*/ 392998 w 392998"/>
                    <a:gd name="connsiteY12" fmla="*/ 428087 h 449140"/>
                    <a:gd name="connsiteX13" fmla="*/ 392998 w 392998"/>
                    <a:gd name="connsiteY13" fmla="*/ 49125 h 449140"/>
                    <a:gd name="connsiteX14" fmla="*/ 364927 w 392998"/>
                    <a:gd name="connsiteY14" fmla="*/ 21053 h 449140"/>
                    <a:gd name="connsiteX15" fmla="*/ 140356 w 392998"/>
                    <a:gd name="connsiteY15" fmla="*/ 14036 h 449140"/>
                    <a:gd name="connsiteX16" fmla="*/ 252642 w 392998"/>
                    <a:gd name="connsiteY16" fmla="*/ 14036 h 449140"/>
                    <a:gd name="connsiteX17" fmla="*/ 252642 w 392998"/>
                    <a:gd name="connsiteY17" fmla="*/ 28071 h 449140"/>
                    <a:gd name="connsiteX18" fmla="*/ 252642 w 392998"/>
                    <a:gd name="connsiteY18" fmla="*/ 28071 h 449140"/>
                    <a:gd name="connsiteX19" fmla="*/ 252642 w 392998"/>
                    <a:gd name="connsiteY19" fmla="*/ 28071 h 449140"/>
                    <a:gd name="connsiteX20" fmla="*/ 252642 w 392998"/>
                    <a:gd name="connsiteY20" fmla="*/ 42107 h 449140"/>
                    <a:gd name="connsiteX21" fmla="*/ 140356 w 392998"/>
                    <a:gd name="connsiteY21" fmla="*/ 42107 h 449140"/>
                    <a:gd name="connsiteX22" fmla="*/ 140356 w 392998"/>
                    <a:gd name="connsiteY22" fmla="*/ 14036 h 449140"/>
                    <a:gd name="connsiteX23" fmla="*/ 378962 w 392998"/>
                    <a:gd name="connsiteY23" fmla="*/ 428087 h 449140"/>
                    <a:gd name="connsiteX24" fmla="*/ 364927 w 392998"/>
                    <a:gd name="connsiteY24" fmla="*/ 442123 h 449140"/>
                    <a:gd name="connsiteX25" fmla="*/ 28071 w 392998"/>
                    <a:gd name="connsiteY25" fmla="*/ 442123 h 449140"/>
                    <a:gd name="connsiteX26" fmla="*/ 14036 w 392998"/>
                    <a:gd name="connsiteY26" fmla="*/ 428087 h 449140"/>
                    <a:gd name="connsiteX27" fmla="*/ 14036 w 392998"/>
                    <a:gd name="connsiteY27" fmla="*/ 49125 h 449140"/>
                    <a:gd name="connsiteX28" fmla="*/ 28071 w 392998"/>
                    <a:gd name="connsiteY28" fmla="*/ 35089 h 449140"/>
                    <a:gd name="connsiteX29" fmla="*/ 126321 w 392998"/>
                    <a:gd name="connsiteY29" fmla="*/ 35089 h 449140"/>
                    <a:gd name="connsiteX30" fmla="*/ 126321 w 392998"/>
                    <a:gd name="connsiteY30" fmla="*/ 49125 h 449140"/>
                    <a:gd name="connsiteX31" fmla="*/ 133339 w 392998"/>
                    <a:gd name="connsiteY31" fmla="*/ 56143 h 449140"/>
                    <a:gd name="connsiteX32" fmla="*/ 259659 w 392998"/>
                    <a:gd name="connsiteY32" fmla="*/ 56143 h 449140"/>
                    <a:gd name="connsiteX33" fmla="*/ 266677 w 392998"/>
                    <a:gd name="connsiteY33" fmla="*/ 49125 h 449140"/>
                    <a:gd name="connsiteX34" fmla="*/ 266677 w 392998"/>
                    <a:gd name="connsiteY34" fmla="*/ 35089 h 449140"/>
                    <a:gd name="connsiteX35" fmla="*/ 364927 w 392998"/>
                    <a:gd name="connsiteY35" fmla="*/ 35089 h 449140"/>
                    <a:gd name="connsiteX36" fmla="*/ 378962 w 392998"/>
                    <a:gd name="connsiteY36" fmla="*/ 49125 h 449140"/>
                    <a:gd name="connsiteX37" fmla="*/ 378962 w 392998"/>
                    <a:gd name="connsiteY37" fmla="*/ 428087 h 4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2998" h="449140">
                      <a:moveTo>
                        <a:pt x="364927" y="21053"/>
                      </a:moveTo>
                      <a:lnTo>
                        <a:pt x="266677" y="21053"/>
                      </a:lnTo>
                      <a:lnTo>
                        <a:pt x="266677" y="7018"/>
                      </a:lnTo>
                      <a:cubicBezTo>
                        <a:pt x="266677" y="2807"/>
                        <a:pt x="263870" y="0"/>
                        <a:pt x="259659" y="0"/>
                      </a:cubicBezTo>
                      <a:lnTo>
                        <a:pt x="133339" y="0"/>
                      </a:lnTo>
                      <a:cubicBezTo>
                        <a:pt x="129128" y="0"/>
                        <a:pt x="126321" y="2807"/>
                        <a:pt x="126321" y="7018"/>
                      </a:cubicBezTo>
                      <a:lnTo>
                        <a:pt x="126321" y="21053"/>
                      </a:lnTo>
                      <a:lnTo>
                        <a:pt x="28071" y="21053"/>
                      </a:lnTo>
                      <a:cubicBezTo>
                        <a:pt x="12632" y="21053"/>
                        <a:pt x="0" y="33686"/>
                        <a:pt x="0" y="49125"/>
                      </a:cubicBezTo>
                      <a:lnTo>
                        <a:pt x="0" y="428087"/>
                      </a:lnTo>
                      <a:cubicBezTo>
                        <a:pt x="0" y="443526"/>
                        <a:pt x="12632" y="456158"/>
                        <a:pt x="28071" y="456158"/>
                      </a:cubicBezTo>
                      <a:lnTo>
                        <a:pt x="364927" y="456158"/>
                      </a:lnTo>
                      <a:cubicBezTo>
                        <a:pt x="380366" y="456158"/>
                        <a:pt x="392998" y="443526"/>
                        <a:pt x="392998" y="428087"/>
                      </a:cubicBezTo>
                      <a:lnTo>
                        <a:pt x="392998" y="49125"/>
                      </a:lnTo>
                      <a:cubicBezTo>
                        <a:pt x="392998" y="33686"/>
                        <a:pt x="380366" y="21053"/>
                        <a:pt x="364927" y="21053"/>
                      </a:cubicBezTo>
                      <a:close/>
                      <a:moveTo>
                        <a:pt x="140356" y="14036"/>
                      </a:moveTo>
                      <a:lnTo>
                        <a:pt x="252642" y="14036"/>
                      </a:lnTo>
                      <a:lnTo>
                        <a:pt x="252642" y="28071"/>
                      </a:lnTo>
                      <a:cubicBezTo>
                        <a:pt x="252642" y="28071"/>
                        <a:pt x="252642" y="28071"/>
                        <a:pt x="252642" y="28071"/>
                      </a:cubicBezTo>
                      <a:cubicBezTo>
                        <a:pt x="252642" y="28071"/>
                        <a:pt x="252642" y="28071"/>
                        <a:pt x="252642" y="28071"/>
                      </a:cubicBezTo>
                      <a:lnTo>
                        <a:pt x="252642" y="42107"/>
                      </a:lnTo>
                      <a:lnTo>
                        <a:pt x="140356" y="42107"/>
                      </a:lnTo>
                      <a:lnTo>
                        <a:pt x="140356" y="14036"/>
                      </a:lnTo>
                      <a:close/>
                      <a:moveTo>
                        <a:pt x="378962" y="428087"/>
                      </a:moveTo>
                      <a:cubicBezTo>
                        <a:pt x="378962" y="436508"/>
                        <a:pt x="371945" y="442123"/>
                        <a:pt x="364927" y="442123"/>
                      </a:cubicBezTo>
                      <a:lnTo>
                        <a:pt x="28071" y="442123"/>
                      </a:lnTo>
                      <a:cubicBezTo>
                        <a:pt x="19650" y="442123"/>
                        <a:pt x="14036" y="435105"/>
                        <a:pt x="14036" y="428087"/>
                      </a:cubicBezTo>
                      <a:lnTo>
                        <a:pt x="14036" y="49125"/>
                      </a:lnTo>
                      <a:cubicBezTo>
                        <a:pt x="14036" y="40703"/>
                        <a:pt x="21053" y="35089"/>
                        <a:pt x="28071" y="35089"/>
                      </a:cubicBezTo>
                      <a:lnTo>
                        <a:pt x="126321" y="35089"/>
                      </a:lnTo>
                      <a:lnTo>
                        <a:pt x="126321" y="49125"/>
                      </a:lnTo>
                      <a:cubicBezTo>
                        <a:pt x="126321" y="53335"/>
                        <a:pt x="129128" y="56143"/>
                        <a:pt x="133339" y="56143"/>
                      </a:cubicBezTo>
                      <a:lnTo>
                        <a:pt x="259659" y="56143"/>
                      </a:lnTo>
                      <a:cubicBezTo>
                        <a:pt x="263870" y="56143"/>
                        <a:pt x="266677" y="53335"/>
                        <a:pt x="266677" y="49125"/>
                      </a:cubicBezTo>
                      <a:lnTo>
                        <a:pt x="266677" y="35089"/>
                      </a:lnTo>
                      <a:lnTo>
                        <a:pt x="364927" y="35089"/>
                      </a:lnTo>
                      <a:cubicBezTo>
                        <a:pt x="373348" y="35089"/>
                        <a:pt x="378962" y="42107"/>
                        <a:pt x="378962" y="49125"/>
                      </a:cubicBezTo>
                      <a:lnTo>
                        <a:pt x="378962" y="428087"/>
                      </a:lnTo>
                      <a:close/>
                    </a:path>
                  </a:pathLst>
                </a:custGeom>
                <a:grpFill/>
                <a:ln w="1394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30" name="Freeform: Shape 5032">
                  <a:extLst>
                    <a:ext uri="{FF2B5EF4-FFF2-40B4-BE49-F238E27FC236}">
                      <a16:creationId xmlns:a16="http://schemas.microsoft.com/office/drawing/2014/main" id="{12A73EBF-D32C-8CF4-9AEA-7B8BED3881FC}"/>
                    </a:ext>
                  </a:extLst>
                </p:cNvPr>
                <p:cNvSpPr/>
                <p:nvPr/>
              </p:nvSpPr>
              <p:spPr>
                <a:xfrm>
                  <a:off x="6012488" y="3330712"/>
                  <a:ext cx="168428" cy="112285"/>
                </a:xfrm>
                <a:custGeom>
                  <a:avLst/>
                  <a:gdLst>
                    <a:gd name="connsiteX0" fmla="*/ 167726 w 168427"/>
                    <a:gd name="connsiteY0" fmla="*/ 1530 h 112285"/>
                    <a:gd name="connsiteX1" fmla="*/ 62459 w 168427"/>
                    <a:gd name="connsiteY1" fmla="*/ 106797 h 112285"/>
                    <a:gd name="connsiteX2" fmla="*/ 11930 w 168427"/>
                    <a:gd name="connsiteY2" fmla="*/ 56269 h 112285"/>
                    <a:gd name="connsiteX3" fmla="*/ 2105 w 168427"/>
                    <a:gd name="connsiteY3" fmla="*/ 56269 h 112285"/>
                    <a:gd name="connsiteX4" fmla="*/ 2105 w 168427"/>
                    <a:gd name="connsiteY4" fmla="*/ 66094 h 112285"/>
                    <a:gd name="connsiteX5" fmla="*/ 58248 w 168427"/>
                    <a:gd name="connsiteY5" fmla="*/ 122237 h 112285"/>
                    <a:gd name="connsiteX6" fmla="*/ 63862 w 168427"/>
                    <a:gd name="connsiteY6" fmla="*/ 123640 h 112285"/>
                    <a:gd name="connsiteX7" fmla="*/ 69476 w 168427"/>
                    <a:gd name="connsiteY7" fmla="*/ 122237 h 112285"/>
                    <a:gd name="connsiteX8" fmla="*/ 178954 w 168427"/>
                    <a:gd name="connsiteY8" fmla="*/ 12759 h 112285"/>
                    <a:gd name="connsiteX9" fmla="*/ 178954 w 168427"/>
                    <a:gd name="connsiteY9" fmla="*/ 2934 h 112285"/>
                    <a:gd name="connsiteX10" fmla="*/ 167726 w 168427"/>
                    <a:gd name="connsiteY10" fmla="*/ 1530 h 11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427" h="112285">
                      <a:moveTo>
                        <a:pt x="167726" y="1530"/>
                      </a:moveTo>
                      <a:lnTo>
                        <a:pt x="62459" y="106797"/>
                      </a:lnTo>
                      <a:lnTo>
                        <a:pt x="11930" y="56269"/>
                      </a:lnTo>
                      <a:cubicBezTo>
                        <a:pt x="9123" y="53462"/>
                        <a:pt x="4912" y="53462"/>
                        <a:pt x="2105" y="56269"/>
                      </a:cubicBezTo>
                      <a:cubicBezTo>
                        <a:pt x="-702" y="59076"/>
                        <a:pt x="-702" y="63287"/>
                        <a:pt x="2105" y="66094"/>
                      </a:cubicBezTo>
                      <a:lnTo>
                        <a:pt x="58248" y="122237"/>
                      </a:lnTo>
                      <a:cubicBezTo>
                        <a:pt x="59651" y="123640"/>
                        <a:pt x="61055" y="123640"/>
                        <a:pt x="63862" y="123640"/>
                      </a:cubicBezTo>
                      <a:cubicBezTo>
                        <a:pt x="66669" y="123640"/>
                        <a:pt x="68073" y="123640"/>
                        <a:pt x="69476" y="122237"/>
                      </a:cubicBezTo>
                      <a:lnTo>
                        <a:pt x="178954" y="12759"/>
                      </a:lnTo>
                      <a:cubicBezTo>
                        <a:pt x="181762" y="9951"/>
                        <a:pt x="181762" y="5741"/>
                        <a:pt x="178954" y="2934"/>
                      </a:cubicBezTo>
                      <a:cubicBezTo>
                        <a:pt x="176147" y="127"/>
                        <a:pt x="170533" y="-1277"/>
                        <a:pt x="167726" y="1530"/>
                      </a:cubicBezTo>
                      <a:close/>
                    </a:path>
                  </a:pathLst>
                </a:custGeom>
                <a:grpFill/>
                <a:ln w="1394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31" name="Graphic 6">
                <a:extLst>
                  <a:ext uri="{FF2B5EF4-FFF2-40B4-BE49-F238E27FC236}">
                    <a16:creationId xmlns:a16="http://schemas.microsoft.com/office/drawing/2014/main" id="{0D32FE74-089C-C89D-4AB2-38A80166BE76}"/>
                  </a:ext>
                  <a:ext uri="{C183D7F6-B498-43B3-948B-1728B52AA6E4}">
                    <adec:decorative xmlns:adec="http://schemas.microsoft.com/office/drawing/2017/decorative" val="1"/>
                  </a:ext>
                </a:extLst>
              </p:cNvPr>
              <p:cNvGrpSpPr>
                <a:grpSpLocks noChangeAspect="1"/>
              </p:cNvGrpSpPr>
              <p:nvPr/>
            </p:nvGrpSpPr>
            <p:grpSpPr>
              <a:xfrm>
                <a:off x="1086240" y="2753229"/>
                <a:ext cx="129930" cy="104782"/>
                <a:chOff x="5845175" y="3187743"/>
                <a:chExt cx="501650" cy="404554"/>
              </a:xfrm>
              <a:solidFill>
                <a:schemeClr val="tx1"/>
              </a:solidFill>
            </p:grpSpPr>
            <p:sp>
              <p:nvSpPr>
                <p:cNvPr id="1132" name="Freeform: Shape 5034">
                  <a:extLst>
                    <a:ext uri="{FF2B5EF4-FFF2-40B4-BE49-F238E27FC236}">
                      <a16:creationId xmlns:a16="http://schemas.microsoft.com/office/drawing/2014/main" id="{B9ECF793-3EAC-B2DD-081F-807360D45581}"/>
                    </a:ext>
                  </a:extLst>
                </p:cNvPr>
                <p:cNvSpPr/>
                <p:nvPr/>
              </p:nvSpPr>
              <p:spPr>
                <a:xfrm>
                  <a:off x="5845175" y="3187743"/>
                  <a:ext cx="485468" cy="339825"/>
                </a:xfrm>
                <a:custGeom>
                  <a:avLst/>
                  <a:gdLst>
                    <a:gd name="connsiteX0" fmla="*/ 250825 w 485467"/>
                    <a:gd name="connsiteY0" fmla="*/ 346298 h 339825"/>
                    <a:gd name="connsiteX1" fmla="*/ 105185 w 485467"/>
                    <a:gd name="connsiteY1" fmla="*/ 346298 h 339825"/>
                    <a:gd name="connsiteX2" fmla="*/ 0 w 485467"/>
                    <a:gd name="connsiteY2" fmla="*/ 241114 h 339825"/>
                    <a:gd name="connsiteX3" fmla="*/ 48547 w 485467"/>
                    <a:gd name="connsiteY3" fmla="*/ 152112 h 339825"/>
                    <a:gd name="connsiteX4" fmla="*/ 202278 w 485467"/>
                    <a:gd name="connsiteY4" fmla="*/ 0 h 339825"/>
                    <a:gd name="connsiteX5" fmla="*/ 343064 w 485467"/>
                    <a:gd name="connsiteY5" fmla="*/ 90620 h 339825"/>
                    <a:gd name="connsiteX6" fmla="*/ 372192 w 485467"/>
                    <a:gd name="connsiteY6" fmla="*/ 87384 h 339825"/>
                    <a:gd name="connsiteX7" fmla="*/ 491941 w 485467"/>
                    <a:gd name="connsiteY7" fmla="*/ 166676 h 339825"/>
                    <a:gd name="connsiteX8" fmla="*/ 487086 w 485467"/>
                    <a:gd name="connsiteY8" fmla="*/ 178004 h 339825"/>
                    <a:gd name="connsiteX9" fmla="*/ 475758 w 485467"/>
                    <a:gd name="connsiteY9" fmla="*/ 173149 h 339825"/>
                    <a:gd name="connsiteX10" fmla="*/ 372192 w 485467"/>
                    <a:gd name="connsiteY10" fmla="*/ 103566 h 339825"/>
                    <a:gd name="connsiteX11" fmla="*/ 339827 w 485467"/>
                    <a:gd name="connsiteY11" fmla="*/ 108420 h 339825"/>
                    <a:gd name="connsiteX12" fmla="*/ 330118 w 485467"/>
                    <a:gd name="connsiteY12" fmla="*/ 103566 h 339825"/>
                    <a:gd name="connsiteX13" fmla="*/ 202278 w 485467"/>
                    <a:gd name="connsiteY13" fmla="*/ 16182 h 339825"/>
                    <a:gd name="connsiteX14" fmla="*/ 64729 w 485467"/>
                    <a:gd name="connsiteY14" fmla="*/ 153731 h 339825"/>
                    <a:gd name="connsiteX15" fmla="*/ 64729 w 485467"/>
                    <a:gd name="connsiteY15" fmla="*/ 156967 h 339825"/>
                    <a:gd name="connsiteX16" fmla="*/ 61493 w 485467"/>
                    <a:gd name="connsiteY16" fmla="*/ 163440 h 339825"/>
                    <a:gd name="connsiteX17" fmla="*/ 16182 w 485467"/>
                    <a:gd name="connsiteY17" fmla="*/ 241114 h 339825"/>
                    <a:gd name="connsiteX18" fmla="*/ 105185 w 485467"/>
                    <a:gd name="connsiteY18" fmla="*/ 330116 h 339825"/>
                    <a:gd name="connsiteX19" fmla="*/ 250825 w 485467"/>
                    <a:gd name="connsiteY19" fmla="*/ 330116 h 339825"/>
                    <a:gd name="connsiteX20" fmla="*/ 258916 w 485467"/>
                    <a:gd name="connsiteY20" fmla="*/ 338207 h 339825"/>
                    <a:gd name="connsiteX21" fmla="*/ 250825 w 485467"/>
                    <a:gd name="connsiteY21" fmla="*/ 346298 h 339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5467" h="339825">
                      <a:moveTo>
                        <a:pt x="250825" y="346298"/>
                      </a:moveTo>
                      <a:lnTo>
                        <a:pt x="105185" y="346298"/>
                      </a:lnTo>
                      <a:cubicBezTo>
                        <a:pt x="46929" y="346298"/>
                        <a:pt x="0" y="299370"/>
                        <a:pt x="0" y="241114"/>
                      </a:cubicBezTo>
                      <a:cubicBezTo>
                        <a:pt x="0" y="205513"/>
                        <a:pt x="17800" y="171531"/>
                        <a:pt x="48547" y="152112"/>
                      </a:cubicBezTo>
                      <a:cubicBezTo>
                        <a:pt x="48547" y="67965"/>
                        <a:pt x="118130" y="0"/>
                        <a:pt x="202278" y="0"/>
                      </a:cubicBezTo>
                      <a:cubicBezTo>
                        <a:pt x="262153" y="0"/>
                        <a:pt x="318791" y="35601"/>
                        <a:pt x="343064" y="90620"/>
                      </a:cubicBezTo>
                      <a:cubicBezTo>
                        <a:pt x="352773" y="89002"/>
                        <a:pt x="362483" y="87384"/>
                        <a:pt x="372192" y="87384"/>
                      </a:cubicBezTo>
                      <a:cubicBezTo>
                        <a:pt x="423975" y="87384"/>
                        <a:pt x="470904" y="118130"/>
                        <a:pt x="491941" y="166676"/>
                      </a:cubicBezTo>
                      <a:cubicBezTo>
                        <a:pt x="493559" y="171531"/>
                        <a:pt x="491941" y="174767"/>
                        <a:pt x="487086" y="178004"/>
                      </a:cubicBezTo>
                      <a:cubicBezTo>
                        <a:pt x="482231" y="179622"/>
                        <a:pt x="478995" y="178004"/>
                        <a:pt x="475758" y="173149"/>
                      </a:cubicBezTo>
                      <a:cubicBezTo>
                        <a:pt x="457958" y="131076"/>
                        <a:pt x="417502" y="103566"/>
                        <a:pt x="372192" y="103566"/>
                      </a:cubicBezTo>
                      <a:cubicBezTo>
                        <a:pt x="360864" y="103566"/>
                        <a:pt x="351155" y="105184"/>
                        <a:pt x="339827" y="108420"/>
                      </a:cubicBezTo>
                      <a:cubicBezTo>
                        <a:pt x="336591" y="110039"/>
                        <a:pt x="331736" y="106802"/>
                        <a:pt x="330118" y="103566"/>
                      </a:cubicBezTo>
                      <a:cubicBezTo>
                        <a:pt x="310699" y="51783"/>
                        <a:pt x="258916" y="16182"/>
                        <a:pt x="202278" y="16182"/>
                      </a:cubicBezTo>
                      <a:cubicBezTo>
                        <a:pt x="126222" y="16182"/>
                        <a:pt x="64729" y="77674"/>
                        <a:pt x="64729" y="153731"/>
                      </a:cubicBezTo>
                      <a:lnTo>
                        <a:pt x="64729" y="156967"/>
                      </a:lnTo>
                      <a:cubicBezTo>
                        <a:pt x="64729" y="160203"/>
                        <a:pt x="63111" y="161822"/>
                        <a:pt x="61493" y="163440"/>
                      </a:cubicBezTo>
                      <a:cubicBezTo>
                        <a:pt x="33983" y="179622"/>
                        <a:pt x="16182" y="210368"/>
                        <a:pt x="16182" y="241114"/>
                      </a:cubicBezTo>
                      <a:cubicBezTo>
                        <a:pt x="16182" y="289661"/>
                        <a:pt x="56638" y="330116"/>
                        <a:pt x="105185" y="330116"/>
                      </a:cubicBezTo>
                      <a:lnTo>
                        <a:pt x="250825" y="330116"/>
                      </a:lnTo>
                      <a:cubicBezTo>
                        <a:pt x="255680" y="330116"/>
                        <a:pt x="258916" y="333353"/>
                        <a:pt x="258916" y="338207"/>
                      </a:cubicBezTo>
                      <a:cubicBezTo>
                        <a:pt x="258916" y="343062"/>
                        <a:pt x="255680" y="346298"/>
                        <a:pt x="250825" y="346298"/>
                      </a:cubicBezTo>
                      <a:close/>
                    </a:path>
                  </a:pathLst>
                </a:custGeom>
                <a:grpFill/>
                <a:ln w="159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33" name="Freeform: Shape 5035">
                  <a:extLst>
                    <a:ext uri="{FF2B5EF4-FFF2-40B4-BE49-F238E27FC236}">
                      <a16:creationId xmlns:a16="http://schemas.microsoft.com/office/drawing/2014/main" id="{5AAB8D71-8E94-C363-A30A-AA4A0771619D}"/>
                    </a:ext>
                  </a:extLst>
                </p:cNvPr>
                <p:cNvSpPr/>
                <p:nvPr/>
              </p:nvSpPr>
              <p:spPr>
                <a:xfrm>
                  <a:off x="6186621" y="3438566"/>
                  <a:ext cx="64729" cy="64729"/>
                </a:xfrm>
                <a:custGeom>
                  <a:avLst/>
                  <a:gdLst>
                    <a:gd name="connsiteX0" fmla="*/ 38837 w 64729"/>
                    <a:gd name="connsiteY0" fmla="*/ 77674 h 64728"/>
                    <a:gd name="connsiteX1" fmla="*/ 0 w 64729"/>
                    <a:gd name="connsiteY1" fmla="*/ 38837 h 64728"/>
                    <a:gd name="connsiteX2" fmla="*/ 38837 w 64729"/>
                    <a:gd name="connsiteY2" fmla="*/ 0 h 64728"/>
                    <a:gd name="connsiteX3" fmla="*/ 77675 w 64729"/>
                    <a:gd name="connsiteY3" fmla="*/ 38837 h 64728"/>
                    <a:gd name="connsiteX4" fmla="*/ 38837 w 64729"/>
                    <a:gd name="connsiteY4" fmla="*/ 77674 h 64728"/>
                    <a:gd name="connsiteX5" fmla="*/ 38837 w 64729"/>
                    <a:gd name="connsiteY5" fmla="*/ 17800 h 64728"/>
                    <a:gd name="connsiteX6" fmla="*/ 16182 w 64729"/>
                    <a:gd name="connsiteY6" fmla="*/ 40455 h 64728"/>
                    <a:gd name="connsiteX7" fmla="*/ 38837 w 64729"/>
                    <a:gd name="connsiteY7" fmla="*/ 63110 h 64728"/>
                    <a:gd name="connsiteX8" fmla="*/ 61493 w 64729"/>
                    <a:gd name="connsiteY8" fmla="*/ 40455 h 64728"/>
                    <a:gd name="connsiteX9" fmla="*/ 38837 w 64729"/>
                    <a:gd name="connsiteY9" fmla="*/ 17800 h 64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29" h="64728">
                      <a:moveTo>
                        <a:pt x="38837" y="77674"/>
                      </a:moveTo>
                      <a:cubicBezTo>
                        <a:pt x="17800" y="77674"/>
                        <a:pt x="0" y="59874"/>
                        <a:pt x="0" y="38837"/>
                      </a:cubicBezTo>
                      <a:cubicBezTo>
                        <a:pt x="0" y="17800"/>
                        <a:pt x="17800" y="0"/>
                        <a:pt x="38837" y="0"/>
                      </a:cubicBezTo>
                      <a:cubicBezTo>
                        <a:pt x="59874" y="0"/>
                        <a:pt x="77675" y="17800"/>
                        <a:pt x="77675" y="38837"/>
                      </a:cubicBezTo>
                      <a:cubicBezTo>
                        <a:pt x="77675" y="59874"/>
                        <a:pt x="59874" y="77674"/>
                        <a:pt x="38837" y="77674"/>
                      </a:cubicBezTo>
                      <a:close/>
                      <a:moveTo>
                        <a:pt x="38837" y="17800"/>
                      </a:moveTo>
                      <a:cubicBezTo>
                        <a:pt x="27510" y="17800"/>
                        <a:pt x="16182" y="27510"/>
                        <a:pt x="16182" y="40455"/>
                      </a:cubicBezTo>
                      <a:cubicBezTo>
                        <a:pt x="16182" y="53401"/>
                        <a:pt x="25892" y="63110"/>
                        <a:pt x="38837" y="63110"/>
                      </a:cubicBezTo>
                      <a:cubicBezTo>
                        <a:pt x="51783" y="63110"/>
                        <a:pt x="61493" y="53401"/>
                        <a:pt x="61493" y="40455"/>
                      </a:cubicBezTo>
                      <a:cubicBezTo>
                        <a:pt x="61493" y="27510"/>
                        <a:pt x="51783" y="17800"/>
                        <a:pt x="38837" y="17800"/>
                      </a:cubicBezTo>
                      <a:close/>
                    </a:path>
                  </a:pathLst>
                </a:custGeom>
                <a:grpFill/>
                <a:ln w="159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34" name="Freeform: Shape 5036">
                  <a:extLst>
                    <a:ext uri="{FF2B5EF4-FFF2-40B4-BE49-F238E27FC236}">
                      <a16:creationId xmlns:a16="http://schemas.microsoft.com/office/drawing/2014/main" id="{3C25DD5F-C296-B3EA-7D59-87128495E650}"/>
                    </a:ext>
                  </a:extLst>
                </p:cNvPr>
                <p:cNvSpPr/>
                <p:nvPr/>
              </p:nvSpPr>
              <p:spPr>
                <a:xfrm>
                  <a:off x="6113800" y="3364129"/>
                  <a:ext cx="210369" cy="226550"/>
                </a:xfrm>
                <a:custGeom>
                  <a:avLst/>
                  <a:gdLst>
                    <a:gd name="connsiteX0" fmla="*/ 122985 w 210369"/>
                    <a:gd name="connsiteY0" fmla="*/ 226550 h 226550"/>
                    <a:gd name="connsiteX1" fmla="*/ 101948 w 210369"/>
                    <a:gd name="connsiteY1" fmla="*/ 226550 h 226550"/>
                    <a:gd name="connsiteX2" fmla="*/ 93857 w 210369"/>
                    <a:gd name="connsiteY2" fmla="*/ 221696 h 226550"/>
                    <a:gd name="connsiteX3" fmla="*/ 85766 w 210369"/>
                    <a:gd name="connsiteY3" fmla="*/ 195804 h 226550"/>
                    <a:gd name="connsiteX4" fmla="*/ 71202 w 210369"/>
                    <a:gd name="connsiteY4" fmla="*/ 190950 h 226550"/>
                    <a:gd name="connsiteX5" fmla="*/ 45310 w 210369"/>
                    <a:gd name="connsiteY5" fmla="*/ 200659 h 226550"/>
                    <a:gd name="connsiteX6" fmla="*/ 37219 w 210369"/>
                    <a:gd name="connsiteY6" fmla="*/ 199041 h 226550"/>
                    <a:gd name="connsiteX7" fmla="*/ 25892 w 210369"/>
                    <a:gd name="connsiteY7" fmla="*/ 187713 h 226550"/>
                    <a:gd name="connsiteX8" fmla="*/ 24273 w 210369"/>
                    <a:gd name="connsiteY8" fmla="*/ 179622 h 226550"/>
                    <a:gd name="connsiteX9" fmla="*/ 33983 w 210369"/>
                    <a:gd name="connsiteY9" fmla="*/ 153731 h 226550"/>
                    <a:gd name="connsiteX10" fmla="*/ 29128 w 210369"/>
                    <a:gd name="connsiteY10" fmla="*/ 139167 h 226550"/>
                    <a:gd name="connsiteX11" fmla="*/ 4855 w 210369"/>
                    <a:gd name="connsiteY11" fmla="*/ 131076 h 226550"/>
                    <a:gd name="connsiteX12" fmla="*/ 0 w 210369"/>
                    <a:gd name="connsiteY12" fmla="*/ 122984 h 226550"/>
                    <a:gd name="connsiteX13" fmla="*/ 0 w 210369"/>
                    <a:gd name="connsiteY13" fmla="*/ 101948 h 226550"/>
                    <a:gd name="connsiteX14" fmla="*/ 4855 w 210369"/>
                    <a:gd name="connsiteY14" fmla="*/ 93857 h 226550"/>
                    <a:gd name="connsiteX15" fmla="*/ 29128 w 210369"/>
                    <a:gd name="connsiteY15" fmla="*/ 85765 h 226550"/>
                    <a:gd name="connsiteX16" fmla="*/ 33983 w 210369"/>
                    <a:gd name="connsiteY16" fmla="*/ 71202 h 226550"/>
                    <a:gd name="connsiteX17" fmla="*/ 24273 w 210369"/>
                    <a:gd name="connsiteY17" fmla="*/ 45310 h 226550"/>
                    <a:gd name="connsiteX18" fmla="*/ 25892 w 210369"/>
                    <a:gd name="connsiteY18" fmla="*/ 37219 h 226550"/>
                    <a:gd name="connsiteX19" fmla="*/ 37219 w 210369"/>
                    <a:gd name="connsiteY19" fmla="*/ 25891 h 226550"/>
                    <a:gd name="connsiteX20" fmla="*/ 45310 w 210369"/>
                    <a:gd name="connsiteY20" fmla="*/ 24273 h 226550"/>
                    <a:gd name="connsiteX21" fmla="*/ 71202 w 210369"/>
                    <a:gd name="connsiteY21" fmla="*/ 33983 h 226550"/>
                    <a:gd name="connsiteX22" fmla="*/ 85766 w 210369"/>
                    <a:gd name="connsiteY22" fmla="*/ 29128 h 226550"/>
                    <a:gd name="connsiteX23" fmla="*/ 93857 w 210369"/>
                    <a:gd name="connsiteY23" fmla="*/ 4855 h 226550"/>
                    <a:gd name="connsiteX24" fmla="*/ 101948 w 210369"/>
                    <a:gd name="connsiteY24" fmla="*/ 0 h 226550"/>
                    <a:gd name="connsiteX25" fmla="*/ 122985 w 210369"/>
                    <a:gd name="connsiteY25" fmla="*/ 0 h 226550"/>
                    <a:gd name="connsiteX26" fmla="*/ 131076 w 210369"/>
                    <a:gd name="connsiteY26" fmla="*/ 4855 h 226550"/>
                    <a:gd name="connsiteX27" fmla="*/ 139167 w 210369"/>
                    <a:gd name="connsiteY27" fmla="*/ 29128 h 226550"/>
                    <a:gd name="connsiteX28" fmla="*/ 153731 w 210369"/>
                    <a:gd name="connsiteY28" fmla="*/ 33983 h 226550"/>
                    <a:gd name="connsiteX29" fmla="*/ 179623 w 210369"/>
                    <a:gd name="connsiteY29" fmla="*/ 24273 h 226550"/>
                    <a:gd name="connsiteX30" fmla="*/ 187714 w 210369"/>
                    <a:gd name="connsiteY30" fmla="*/ 25891 h 226550"/>
                    <a:gd name="connsiteX31" fmla="*/ 199042 w 210369"/>
                    <a:gd name="connsiteY31" fmla="*/ 37219 h 226550"/>
                    <a:gd name="connsiteX32" fmla="*/ 200660 w 210369"/>
                    <a:gd name="connsiteY32" fmla="*/ 45310 h 226550"/>
                    <a:gd name="connsiteX33" fmla="*/ 190951 w 210369"/>
                    <a:gd name="connsiteY33" fmla="*/ 71202 h 226550"/>
                    <a:gd name="connsiteX34" fmla="*/ 195805 w 210369"/>
                    <a:gd name="connsiteY34" fmla="*/ 85765 h 226550"/>
                    <a:gd name="connsiteX35" fmla="*/ 220079 w 210369"/>
                    <a:gd name="connsiteY35" fmla="*/ 93857 h 226550"/>
                    <a:gd name="connsiteX36" fmla="*/ 224933 w 210369"/>
                    <a:gd name="connsiteY36" fmla="*/ 101948 h 226550"/>
                    <a:gd name="connsiteX37" fmla="*/ 224933 w 210369"/>
                    <a:gd name="connsiteY37" fmla="*/ 122984 h 226550"/>
                    <a:gd name="connsiteX38" fmla="*/ 220079 w 210369"/>
                    <a:gd name="connsiteY38" fmla="*/ 131076 h 226550"/>
                    <a:gd name="connsiteX39" fmla="*/ 195805 w 210369"/>
                    <a:gd name="connsiteY39" fmla="*/ 139167 h 226550"/>
                    <a:gd name="connsiteX40" fmla="*/ 190951 w 210369"/>
                    <a:gd name="connsiteY40" fmla="*/ 153731 h 226550"/>
                    <a:gd name="connsiteX41" fmla="*/ 200660 w 210369"/>
                    <a:gd name="connsiteY41" fmla="*/ 179622 h 226550"/>
                    <a:gd name="connsiteX42" fmla="*/ 199042 w 210369"/>
                    <a:gd name="connsiteY42" fmla="*/ 187713 h 226550"/>
                    <a:gd name="connsiteX43" fmla="*/ 187714 w 210369"/>
                    <a:gd name="connsiteY43" fmla="*/ 199041 h 226550"/>
                    <a:gd name="connsiteX44" fmla="*/ 179623 w 210369"/>
                    <a:gd name="connsiteY44" fmla="*/ 200659 h 226550"/>
                    <a:gd name="connsiteX45" fmla="*/ 152113 w 210369"/>
                    <a:gd name="connsiteY45" fmla="*/ 190950 h 226550"/>
                    <a:gd name="connsiteX46" fmla="*/ 139167 w 210369"/>
                    <a:gd name="connsiteY46" fmla="*/ 195804 h 226550"/>
                    <a:gd name="connsiteX47" fmla="*/ 131076 w 210369"/>
                    <a:gd name="connsiteY47" fmla="*/ 220077 h 226550"/>
                    <a:gd name="connsiteX48" fmla="*/ 122985 w 210369"/>
                    <a:gd name="connsiteY48" fmla="*/ 226550 h 226550"/>
                    <a:gd name="connsiteX49" fmla="*/ 106803 w 210369"/>
                    <a:gd name="connsiteY49" fmla="*/ 210368 h 226550"/>
                    <a:gd name="connsiteX50" fmla="*/ 116512 w 210369"/>
                    <a:gd name="connsiteY50" fmla="*/ 210368 h 226550"/>
                    <a:gd name="connsiteX51" fmla="*/ 124603 w 210369"/>
                    <a:gd name="connsiteY51" fmla="*/ 187713 h 226550"/>
                    <a:gd name="connsiteX52" fmla="*/ 129458 w 210369"/>
                    <a:gd name="connsiteY52" fmla="*/ 182858 h 226550"/>
                    <a:gd name="connsiteX53" fmla="*/ 150495 w 210369"/>
                    <a:gd name="connsiteY53" fmla="*/ 176386 h 226550"/>
                    <a:gd name="connsiteX54" fmla="*/ 155350 w 210369"/>
                    <a:gd name="connsiteY54" fmla="*/ 176386 h 226550"/>
                    <a:gd name="connsiteX55" fmla="*/ 179623 w 210369"/>
                    <a:gd name="connsiteY55" fmla="*/ 186095 h 226550"/>
                    <a:gd name="connsiteX56" fmla="*/ 182860 w 210369"/>
                    <a:gd name="connsiteY56" fmla="*/ 182858 h 226550"/>
                    <a:gd name="connsiteX57" fmla="*/ 173150 w 210369"/>
                    <a:gd name="connsiteY57" fmla="*/ 158585 h 226550"/>
                    <a:gd name="connsiteX58" fmla="*/ 173150 w 210369"/>
                    <a:gd name="connsiteY58" fmla="*/ 153731 h 226550"/>
                    <a:gd name="connsiteX59" fmla="*/ 179623 w 210369"/>
                    <a:gd name="connsiteY59" fmla="*/ 132694 h 226550"/>
                    <a:gd name="connsiteX60" fmla="*/ 184478 w 210369"/>
                    <a:gd name="connsiteY60" fmla="*/ 127839 h 226550"/>
                    <a:gd name="connsiteX61" fmla="*/ 207133 w 210369"/>
                    <a:gd name="connsiteY61" fmla="*/ 119748 h 226550"/>
                    <a:gd name="connsiteX62" fmla="*/ 207133 w 210369"/>
                    <a:gd name="connsiteY62" fmla="*/ 110039 h 226550"/>
                    <a:gd name="connsiteX63" fmla="*/ 184478 w 210369"/>
                    <a:gd name="connsiteY63" fmla="*/ 101948 h 226550"/>
                    <a:gd name="connsiteX64" fmla="*/ 179623 w 210369"/>
                    <a:gd name="connsiteY64" fmla="*/ 97093 h 226550"/>
                    <a:gd name="connsiteX65" fmla="*/ 173150 w 210369"/>
                    <a:gd name="connsiteY65" fmla="*/ 76056 h 226550"/>
                    <a:gd name="connsiteX66" fmla="*/ 173150 w 210369"/>
                    <a:gd name="connsiteY66" fmla="*/ 71202 h 226550"/>
                    <a:gd name="connsiteX67" fmla="*/ 182860 w 210369"/>
                    <a:gd name="connsiteY67" fmla="*/ 46928 h 226550"/>
                    <a:gd name="connsiteX68" fmla="*/ 179623 w 210369"/>
                    <a:gd name="connsiteY68" fmla="*/ 43692 h 226550"/>
                    <a:gd name="connsiteX69" fmla="*/ 155350 w 210369"/>
                    <a:gd name="connsiteY69" fmla="*/ 53401 h 226550"/>
                    <a:gd name="connsiteX70" fmla="*/ 150495 w 210369"/>
                    <a:gd name="connsiteY70" fmla="*/ 53401 h 226550"/>
                    <a:gd name="connsiteX71" fmla="*/ 129458 w 210369"/>
                    <a:gd name="connsiteY71" fmla="*/ 46928 h 226550"/>
                    <a:gd name="connsiteX72" fmla="*/ 124603 w 210369"/>
                    <a:gd name="connsiteY72" fmla="*/ 42074 h 226550"/>
                    <a:gd name="connsiteX73" fmla="*/ 116512 w 210369"/>
                    <a:gd name="connsiteY73" fmla="*/ 19419 h 226550"/>
                    <a:gd name="connsiteX74" fmla="*/ 106803 w 210369"/>
                    <a:gd name="connsiteY74" fmla="*/ 19419 h 226550"/>
                    <a:gd name="connsiteX75" fmla="*/ 98712 w 210369"/>
                    <a:gd name="connsiteY75" fmla="*/ 42074 h 226550"/>
                    <a:gd name="connsiteX76" fmla="*/ 93857 w 210369"/>
                    <a:gd name="connsiteY76" fmla="*/ 46928 h 226550"/>
                    <a:gd name="connsiteX77" fmla="*/ 72820 w 210369"/>
                    <a:gd name="connsiteY77" fmla="*/ 53401 h 226550"/>
                    <a:gd name="connsiteX78" fmla="*/ 67965 w 210369"/>
                    <a:gd name="connsiteY78" fmla="*/ 53401 h 226550"/>
                    <a:gd name="connsiteX79" fmla="*/ 43692 w 210369"/>
                    <a:gd name="connsiteY79" fmla="*/ 43692 h 226550"/>
                    <a:gd name="connsiteX80" fmla="*/ 40456 w 210369"/>
                    <a:gd name="connsiteY80" fmla="*/ 46928 h 226550"/>
                    <a:gd name="connsiteX81" fmla="*/ 50165 w 210369"/>
                    <a:gd name="connsiteY81" fmla="*/ 71202 h 226550"/>
                    <a:gd name="connsiteX82" fmla="*/ 50165 w 210369"/>
                    <a:gd name="connsiteY82" fmla="*/ 76056 h 226550"/>
                    <a:gd name="connsiteX83" fmla="*/ 43692 w 210369"/>
                    <a:gd name="connsiteY83" fmla="*/ 97093 h 226550"/>
                    <a:gd name="connsiteX84" fmla="*/ 38837 w 210369"/>
                    <a:gd name="connsiteY84" fmla="*/ 101948 h 226550"/>
                    <a:gd name="connsiteX85" fmla="*/ 16182 w 210369"/>
                    <a:gd name="connsiteY85" fmla="*/ 110039 h 226550"/>
                    <a:gd name="connsiteX86" fmla="*/ 16182 w 210369"/>
                    <a:gd name="connsiteY86" fmla="*/ 119748 h 226550"/>
                    <a:gd name="connsiteX87" fmla="*/ 38837 w 210369"/>
                    <a:gd name="connsiteY87" fmla="*/ 127839 h 226550"/>
                    <a:gd name="connsiteX88" fmla="*/ 43692 w 210369"/>
                    <a:gd name="connsiteY88" fmla="*/ 132694 h 226550"/>
                    <a:gd name="connsiteX89" fmla="*/ 50165 w 210369"/>
                    <a:gd name="connsiteY89" fmla="*/ 153731 h 226550"/>
                    <a:gd name="connsiteX90" fmla="*/ 50165 w 210369"/>
                    <a:gd name="connsiteY90" fmla="*/ 158585 h 226550"/>
                    <a:gd name="connsiteX91" fmla="*/ 40456 w 210369"/>
                    <a:gd name="connsiteY91" fmla="*/ 182858 h 226550"/>
                    <a:gd name="connsiteX92" fmla="*/ 43692 w 210369"/>
                    <a:gd name="connsiteY92" fmla="*/ 186095 h 226550"/>
                    <a:gd name="connsiteX93" fmla="*/ 67965 w 210369"/>
                    <a:gd name="connsiteY93" fmla="*/ 176386 h 226550"/>
                    <a:gd name="connsiteX94" fmla="*/ 72820 w 210369"/>
                    <a:gd name="connsiteY94" fmla="*/ 176386 h 226550"/>
                    <a:gd name="connsiteX95" fmla="*/ 93857 w 210369"/>
                    <a:gd name="connsiteY95" fmla="*/ 182858 h 226550"/>
                    <a:gd name="connsiteX96" fmla="*/ 98712 w 210369"/>
                    <a:gd name="connsiteY96" fmla="*/ 187713 h 226550"/>
                    <a:gd name="connsiteX97" fmla="*/ 106803 w 210369"/>
                    <a:gd name="connsiteY97" fmla="*/ 210368 h 22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10369" h="226550">
                      <a:moveTo>
                        <a:pt x="122985" y="226550"/>
                      </a:moveTo>
                      <a:lnTo>
                        <a:pt x="101948" y="226550"/>
                      </a:lnTo>
                      <a:cubicBezTo>
                        <a:pt x="98712" y="226550"/>
                        <a:pt x="95475" y="224932"/>
                        <a:pt x="93857" y="221696"/>
                      </a:cubicBezTo>
                      <a:lnTo>
                        <a:pt x="85766" y="195804"/>
                      </a:lnTo>
                      <a:lnTo>
                        <a:pt x="71202" y="190950"/>
                      </a:lnTo>
                      <a:lnTo>
                        <a:pt x="45310" y="200659"/>
                      </a:lnTo>
                      <a:cubicBezTo>
                        <a:pt x="42074" y="202277"/>
                        <a:pt x="38837" y="200659"/>
                        <a:pt x="37219" y="199041"/>
                      </a:cubicBezTo>
                      <a:lnTo>
                        <a:pt x="25892" y="187713"/>
                      </a:lnTo>
                      <a:cubicBezTo>
                        <a:pt x="24273" y="186095"/>
                        <a:pt x="22655" y="182858"/>
                        <a:pt x="24273" y="179622"/>
                      </a:cubicBezTo>
                      <a:lnTo>
                        <a:pt x="33983" y="153731"/>
                      </a:lnTo>
                      <a:lnTo>
                        <a:pt x="29128" y="139167"/>
                      </a:lnTo>
                      <a:lnTo>
                        <a:pt x="4855" y="131076"/>
                      </a:lnTo>
                      <a:cubicBezTo>
                        <a:pt x="1618" y="129457"/>
                        <a:pt x="0" y="126221"/>
                        <a:pt x="0" y="122984"/>
                      </a:cubicBezTo>
                      <a:lnTo>
                        <a:pt x="0" y="101948"/>
                      </a:lnTo>
                      <a:cubicBezTo>
                        <a:pt x="0" y="98711"/>
                        <a:pt x="1618" y="95475"/>
                        <a:pt x="4855" y="93857"/>
                      </a:cubicBezTo>
                      <a:lnTo>
                        <a:pt x="29128" y="85765"/>
                      </a:lnTo>
                      <a:lnTo>
                        <a:pt x="33983" y="71202"/>
                      </a:lnTo>
                      <a:lnTo>
                        <a:pt x="24273" y="45310"/>
                      </a:lnTo>
                      <a:cubicBezTo>
                        <a:pt x="22655" y="42074"/>
                        <a:pt x="24273" y="38837"/>
                        <a:pt x="25892" y="37219"/>
                      </a:cubicBezTo>
                      <a:lnTo>
                        <a:pt x="37219" y="25891"/>
                      </a:lnTo>
                      <a:cubicBezTo>
                        <a:pt x="38837" y="24273"/>
                        <a:pt x="42074" y="22655"/>
                        <a:pt x="45310" y="24273"/>
                      </a:cubicBezTo>
                      <a:lnTo>
                        <a:pt x="71202" y="33983"/>
                      </a:lnTo>
                      <a:lnTo>
                        <a:pt x="85766" y="29128"/>
                      </a:lnTo>
                      <a:lnTo>
                        <a:pt x="93857" y="4855"/>
                      </a:lnTo>
                      <a:cubicBezTo>
                        <a:pt x="95475" y="1618"/>
                        <a:pt x="98712" y="0"/>
                        <a:pt x="101948" y="0"/>
                      </a:cubicBezTo>
                      <a:lnTo>
                        <a:pt x="122985" y="0"/>
                      </a:lnTo>
                      <a:cubicBezTo>
                        <a:pt x="126222" y="0"/>
                        <a:pt x="129458" y="1618"/>
                        <a:pt x="131076" y="4855"/>
                      </a:cubicBezTo>
                      <a:lnTo>
                        <a:pt x="139167" y="29128"/>
                      </a:lnTo>
                      <a:lnTo>
                        <a:pt x="153731" y="33983"/>
                      </a:lnTo>
                      <a:lnTo>
                        <a:pt x="179623" y="24273"/>
                      </a:lnTo>
                      <a:cubicBezTo>
                        <a:pt x="182860" y="22655"/>
                        <a:pt x="186096" y="24273"/>
                        <a:pt x="187714" y="25891"/>
                      </a:cubicBezTo>
                      <a:lnTo>
                        <a:pt x="199042" y="37219"/>
                      </a:lnTo>
                      <a:cubicBezTo>
                        <a:pt x="200660" y="38837"/>
                        <a:pt x="202278" y="42074"/>
                        <a:pt x="200660" y="45310"/>
                      </a:cubicBezTo>
                      <a:lnTo>
                        <a:pt x="190951" y="71202"/>
                      </a:lnTo>
                      <a:lnTo>
                        <a:pt x="195805" y="85765"/>
                      </a:lnTo>
                      <a:lnTo>
                        <a:pt x="220079" y="93857"/>
                      </a:lnTo>
                      <a:cubicBezTo>
                        <a:pt x="223315" y="95475"/>
                        <a:pt x="224933" y="98711"/>
                        <a:pt x="224933" y="101948"/>
                      </a:cubicBezTo>
                      <a:lnTo>
                        <a:pt x="224933" y="122984"/>
                      </a:lnTo>
                      <a:cubicBezTo>
                        <a:pt x="224933" y="126221"/>
                        <a:pt x="223315" y="129457"/>
                        <a:pt x="220079" y="131076"/>
                      </a:cubicBezTo>
                      <a:lnTo>
                        <a:pt x="195805" y="139167"/>
                      </a:lnTo>
                      <a:lnTo>
                        <a:pt x="190951" y="153731"/>
                      </a:lnTo>
                      <a:lnTo>
                        <a:pt x="200660" y="179622"/>
                      </a:lnTo>
                      <a:cubicBezTo>
                        <a:pt x="202278" y="182858"/>
                        <a:pt x="200660" y="186095"/>
                        <a:pt x="199042" y="187713"/>
                      </a:cubicBezTo>
                      <a:lnTo>
                        <a:pt x="187714" y="199041"/>
                      </a:lnTo>
                      <a:cubicBezTo>
                        <a:pt x="186096" y="200659"/>
                        <a:pt x="182860" y="202277"/>
                        <a:pt x="179623" y="200659"/>
                      </a:cubicBezTo>
                      <a:lnTo>
                        <a:pt x="152113" y="190950"/>
                      </a:lnTo>
                      <a:lnTo>
                        <a:pt x="139167" y="195804"/>
                      </a:lnTo>
                      <a:lnTo>
                        <a:pt x="131076" y="220077"/>
                      </a:lnTo>
                      <a:cubicBezTo>
                        <a:pt x="129458" y="224932"/>
                        <a:pt x="126222" y="226550"/>
                        <a:pt x="122985" y="226550"/>
                      </a:cubicBezTo>
                      <a:close/>
                      <a:moveTo>
                        <a:pt x="106803" y="210368"/>
                      </a:moveTo>
                      <a:lnTo>
                        <a:pt x="116512" y="210368"/>
                      </a:lnTo>
                      <a:lnTo>
                        <a:pt x="124603" y="187713"/>
                      </a:lnTo>
                      <a:cubicBezTo>
                        <a:pt x="126222" y="186095"/>
                        <a:pt x="127840" y="182858"/>
                        <a:pt x="129458" y="182858"/>
                      </a:cubicBezTo>
                      <a:lnTo>
                        <a:pt x="150495" y="176386"/>
                      </a:lnTo>
                      <a:cubicBezTo>
                        <a:pt x="152113" y="176386"/>
                        <a:pt x="153731" y="176386"/>
                        <a:pt x="155350" y="176386"/>
                      </a:cubicBezTo>
                      <a:lnTo>
                        <a:pt x="179623" y="186095"/>
                      </a:lnTo>
                      <a:lnTo>
                        <a:pt x="182860" y="182858"/>
                      </a:lnTo>
                      <a:lnTo>
                        <a:pt x="173150" y="158585"/>
                      </a:lnTo>
                      <a:cubicBezTo>
                        <a:pt x="173150" y="156967"/>
                        <a:pt x="173150" y="155349"/>
                        <a:pt x="173150" y="153731"/>
                      </a:cubicBezTo>
                      <a:lnTo>
                        <a:pt x="179623" y="132694"/>
                      </a:lnTo>
                      <a:cubicBezTo>
                        <a:pt x="179623" y="129457"/>
                        <a:pt x="182860" y="127839"/>
                        <a:pt x="184478" y="127839"/>
                      </a:cubicBezTo>
                      <a:lnTo>
                        <a:pt x="207133" y="119748"/>
                      </a:lnTo>
                      <a:lnTo>
                        <a:pt x="207133" y="110039"/>
                      </a:lnTo>
                      <a:lnTo>
                        <a:pt x="184478" y="101948"/>
                      </a:lnTo>
                      <a:cubicBezTo>
                        <a:pt x="182860" y="100329"/>
                        <a:pt x="179623" y="98711"/>
                        <a:pt x="179623" y="97093"/>
                      </a:cubicBezTo>
                      <a:lnTo>
                        <a:pt x="173150" y="76056"/>
                      </a:lnTo>
                      <a:cubicBezTo>
                        <a:pt x="173150" y="74438"/>
                        <a:pt x="173150" y="72820"/>
                        <a:pt x="173150" y="71202"/>
                      </a:cubicBezTo>
                      <a:lnTo>
                        <a:pt x="182860" y="46928"/>
                      </a:lnTo>
                      <a:lnTo>
                        <a:pt x="179623" y="43692"/>
                      </a:lnTo>
                      <a:lnTo>
                        <a:pt x="155350" y="53401"/>
                      </a:lnTo>
                      <a:cubicBezTo>
                        <a:pt x="153731" y="53401"/>
                        <a:pt x="152113" y="53401"/>
                        <a:pt x="150495" y="53401"/>
                      </a:cubicBezTo>
                      <a:lnTo>
                        <a:pt x="129458" y="46928"/>
                      </a:lnTo>
                      <a:cubicBezTo>
                        <a:pt x="126222" y="46928"/>
                        <a:pt x="124603" y="43692"/>
                        <a:pt x="124603" y="42074"/>
                      </a:cubicBezTo>
                      <a:lnTo>
                        <a:pt x="116512" y="19419"/>
                      </a:lnTo>
                      <a:lnTo>
                        <a:pt x="106803" y="19419"/>
                      </a:lnTo>
                      <a:lnTo>
                        <a:pt x="98712" y="42074"/>
                      </a:lnTo>
                      <a:cubicBezTo>
                        <a:pt x="97094" y="43692"/>
                        <a:pt x="95475" y="46928"/>
                        <a:pt x="93857" y="46928"/>
                      </a:cubicBezTo>
                      <a:lnTo>
                        <a:pt x="72820" y="53401"/>
                      </a:lnTo>
                      <a:cubicBezTo>
                        <a:pt x="71202" y="53401"/>
                        <a:pt x="69584" y="53401"/>
                        <a:pt x="67965" y="53401"/>
                      </a:cubicBezTo>
                      <a:lnTo>
                        <a:pt x="43692" y="43692"/>
                      </a:lnTo>
                      <a:lnTo>
                        <a:pt x="40456" y="46928"/>
                      </a:lnTo>
                      <a:lnTo>
                        <a:pt x="50165" y="71202"/>
                      </a:lnTo>
                      <a:cubicBezTo>
                        <a:pt x="50165" y="72820"/>
                        <a:pt x="50165" y="74438"/>
                        <a:pt x="50165" y="76056"/>
                      </a:cubicBezTo>
                      <a:lnTo>
                        <a:pt x="43692" y="97093"/>
                      </a:lnTo>
                      <a:cubicBezTo>
                        <a:pt x="43692" y="100329"/>
                        <a:pt x="40456" y="101948"/>
                        <a:pt x="38837" y="101948"/>
                      </a:cubicBezTo>
                      <a:lnTo>
                        <a:pt x="16182" y="110039"/>
                      </a:lnTo>
                      <a:lnTo>
                        <a:pt x="16182" y="119748"/>
                      </a:lnTo>
                      <a:lnTo>
                        <a:pt x="38837" y="127839"/>
                      </a:lnTo>
                      <a:cubicBezTo>
                        <a:pt x="40456" y="129457"/>
                        <a:pt x="43692" y="131076"/>
                        <a:pt x="43692" y="132694"/>
                      </a:cubicBezTo>
                      <a:lnTo>
                        <a:pt x="50165" y="153731"/>
                      </a:lnTo>
                      <a:cubicBezTo>
                        <a:pt x="50165" y="155349"/>
                        <a:pt x="50165" y="156967"/>
                        <a:pt x="50165" y="158585"/>
                      </a:cubicBezTo>
                      <a:lnTo>
                        <a:pt x="40456" y="182858"/>
                      </a:lnTo>
                      <a:lnTo>
                        <a:pt x="43692" y="186095"/>
                      </a:lnTo>
                      <a:lnTo>
                        <a:pt x="67965" y="176386"/>
                      </a:lnTo>
                      <a:cubicBezTo>
                        <a:pt x="69584" y="176386"/>
                        <a:pt x="71202" y="176386"/>
                        <a:pt x="72820" y="176386"/>
                      </a:cubicBezTo>
                      <a:lnTo>
                        <a:pt x="93857" y="182858"/>
                      </a:lnTo>
                      <a:cubicBezTo>
                        <a:pt x="97094" y="182858"/>
                        <a:pt x="98712" y="186095"/>
                        <a:pt x="98712" y="187713"/>
                      </a:cubicBezTo>
                      <a:lnTo>
                        <a:pt x="106803" y="210368"/>
                      </a:lnTo>
                      <a:close/>
                    </a:path>
                  </a:pathLst>
                </a:custGeom>
                <a:grpFill/>
                <a:ln w="159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135" name="Graphic 3">
                <a:extLst>
                  <a:ext uri="{FF2B5EF4-FFF2-40B4-BE49-F238E27FC236}">
                    <a16:creationId xmlns:a16="http://schemas.microsoft.com/office/drawing/2014/main" id="{CDF34029-48FE-F8BE-D003-3EA029C9B780}"/>
                  </a:ext>
                  <a:ext uri="{C183D7F6-B498-43B3-948B-1728B52AA6E4}">
                    <adec:decorative xmlns:adec="http://schemas.microsoft.com/office/drawing/2017/decorative" val="1"/>
                  </a:ext>
                </a:extLst>
              </p:cNvPr>
              <p:cNvSpPr>
                <a:spLocks noChangeAspect="1"/>
              </p:cNvSpPr>
              <p:nvPr/>
            </p:nvSpPr>
            <p:spPr>
              <a:xfrm>
                <a:off x="3991788" y="2725915"/>
                <a:ext cx="108654" cy="147768"/>
              </a:xfrm>
              <a:custGeom>
                <a:avLst/>
                <a:gdLst>
                  <a:gd name="connsiteX0" fmla="*/ 350166 w 350166"/>
                  <a:gd name="connsiteY0" fmla="*/ 134463 h 476223"/>
                  <a:gd name="connsiteX1" fmla="*/ 252120 w 350166"/>
                  <a:gd name="connsiteY1" fmla="*/ 134463 h 476223"/>
                  <a:gd name="connsiteX2" fmla="*/ 252120 w 350166"/>
                  <a:gd name="connsiteY2" fmla="*/ 232509 h 476223"/>
                  <a:gd name="connsiteX3" fmla="*/ 294139 w 350166"/>
                  <a:gd name="connsiteY3" fmla="*/ 232509 h 476223"/>
                  <a:gd name="connsiteX4" fmla="*/ 294139 w 350166"/>
                  <a:gd name="connsiteY4" fmla="*/ 284333 h 476223"/>
                  <a:gd name="connsiteX5" fmla="*/ 182086 w 350166"/>
                  <a:gd name="connsiteY5" fmla="*/ 338959 h 476223"/>
                  <a:gd name="connsiteX6" fmla="*/ 182086 w 350166"/>
                  <a:gd name="connsiteY6" fmla="*/ 106450 h 476223"/>
                  <a:gd name="connsiteX7" fmla="*/ 228308 w 350166"/>
                  <a:gd name="connsiteY7" fmla="*/ 106450 h 476223"/>
                  <a:gd name="connsiteX8" fmla="*/ 175083 w 350166"/>
                  <a:gd name="connsiteY8" fmla="*/ 0 h 476223"/>
                  <a:gd name="connsiteX9" fmla="*/ 121858 w 350166"/>
                  <a:gd name="connsiteY9" fmla="*/ 106450 h 476223"/>
                  <a:gd name="connsiteX10" fmla="*/ 168080 w 350166"/>
                  <a:gd name="connsiteY10" fmla="*/ 106450 h 476223"/>
                  <a:gd name="connsiteX11" fmla="*/ 168080 w 350166"/>
                  <a:gd name="connsiteY11" fmla="*/ 380979 h 476223"/>
                  <a:gd name="connsiteX12" fmla="*/ 56027 w 350166"/>
                  <a:gd name="connsiteY12" fmla="*/ 326353 h 476223"/>
                  <a:gd name="connsiteX13" fmla="*/ 56027 w 350166"/>
                  <a:gd name="connsiteY13" fmla="*/ 273128 h 476223"/>
                  <a:gd name="connsiteX14" fmla="*/ 98046 w 350166"/>
                  <a:gd name="connsiteY14" fmla="*/ 225506 h 476223"/>
                  <a:gd name="connsiteX15" fmla="*/ 49023 w 350166"/>
                  <a:gd name="connsiteY15" fmla="*/ 176483 h 476223"/>
                  <a:gd name="connsiteX16" fmla="*/ 0 w 350166"/>
                  <a:gd name="connsiteY16" fmla="*/ 225506 h 476223"/>
                  <a:gd name="connsiteX17" fmla="*/ 42020 w 350166"/>
                  <a:gd name="connsiteY17" fmla="*/ 273128 h 476223"/>
                  <a:gd name="connsiteX18" fmla="*/ 42020 w 350166"/>
                  <a:gd name="connsiteY18" fmla="*/ 330555 h 476223"/>
                  <a:gd name="connsiteX19" fmla="*/ 46222 w 350166"/>
                  <a:gd name="connsiteY19" fmla="*/ 337558 h 476223"/>
                  <a:gd name="connsiteX20" fmla="*/ 168080 w 350166"/>
                  <a:gd name="connsiteY20" fmla="*/ 396386 h 476223"/>
                  <a:gd name="connsiteX21" fmla="*/ 168080 w 350166"/>
                  <a:gd name="connsiteY21" fmla="*/ 477624 h 476223"/>
                  <a:gd name="connsiteX22" fmla="*/ 175083 w 350166"/>
                  <a:gd name="connsiteY22" fmla="*/ 484627 h 476223"/>
                  <a:gd name="connsiteX23" fmla="*/ 182086 w 350166"/>
                  <a:gd name="connsiteY23" fmla="*/ 477624 h 476223"/>
                  <a:gd name="connsiteX24" fmla="*/ 182086 w 350166"/>
                  <a:gd name="connsiteY24" fmla="*/ 354366 h 476223"/>
                  <a:gd name="connsiteX25" fmla="*/ 303944 w 350166"/>
                  <a:gd name="connsiteY25" fmla="*/ 295539 h 476223"/>
                  <a:gd name="connsiteX26" fmla="*/ 308146 w 350166"/>
                  <a:gd name="connsiteY26" fmla="*/ 288535 h 476223"/>
                  <a:gd name="connsiteX27" fmla="*/ 308146 w 350166"/>
                  <a:gd name="connsiteY27" fmla="*/ 232509 h 476223"/>
                  <a:gd name="connsiteX28" fmla="*/ 350166 w 350166"/>
                  <a:gd name="connsiteY28" fmla="*/ 232509 h 476223"/>
                  <a:gd name="connsiteX29" fmla="*/ 350166 w 350166"/>
                  <a:gd name="connsiteY29" fmla="*/ 134463 h 476223"/>
                  <a:gd name="connsiteX30" fmla="*/ 175083 w 350166"/>
                  <a:gd name="connsiteY30" fmla="*/ 30814 h 476223"/>
                  <a:gd name="connsiteX31" fmla="*/ 205898 w 350166"/>
                  <a:gd name="connsiteY31" fmla="*/ 92443 h 476223"/>
                  <a:gd name="connsiteX32" fmla="*/ 144268 w 350166"/>
                  <a:gd name="connsiteY32" fmla="*/ 92443 h 476223"/>
                  <a:gd name="connsiteX33" fmla="*/ 175083 w 350166"/>
                  <a:gd name="connsiteY33" fmla="*/ 30814 h 476223"/>
                  <a:gd name="connsiteX34" fmla="*/ 14007 w 350166"/>
                  <a:gd name="connsiteY34" fmla="*/ 225506 h 476223"/>
                  <a:gd name="connsiteX35" fmla="*/ 49023 w 350166"/>
                  <a:gd name="connsiteY35" fmla="*/ 190489 h 476223"/>
                  <a:gd name="connsiteX36" fmla="*/ 84040 w 350166"/>
                  <a:gd name="connsiteY36" fmla="*/ 225506 h 476223"/>
                  <a:gd name="connsiteX37" fmla="*/ 49023 w 350166"/>
                  <a:gd name="connsiteY37" fmla="*/ 260522 h 476223"/>
                  <a:gd name="connsiteX38" fmla="*/ 14007 w 350166"/>
                  <a:gd name="connsiteY38" fmla="*/ 225506 h 476223"/>
                  <a:gd name="connsiteX39" fmla="*/ 336159 w 350166"/>
                  <a:gd name="connsiteY39" fmla="*/ 218503 h 476223"/>
                  <a:gd name="connsiteX40" fmla="*/ 266126 w 350166"/>
                  <a:gd name="connsiteY40" fmla="*/ 218503 h 476223"/>
                  <a:gd name="connsiteX41" fmla="*/ 266126 w 350166"/>
                  <a:gd name="connsiteY41" fmla="*/ 148470 h 476223"/>
                  <a:gd name="connsiteX42" fmla="*/ 336159 w 350166"/>
                  <a:gd name="connsiteY42" fmla="*/ 148470 h 476223"/>
                  <a:gd name="connsiteX43" fmla="*/ 336159 w 350166"/>
                  <a:gd name="connsiteY43" fmla="*/ 218503 h 47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0166" h="476223">
                    <a:moveTo>
                      <a:pt x="350166" y="134463"/>
                    </a:moveTo>
                    <a:lnTo>
                      <a:pt x="252120" y="134463"/>
                    </a:lnTo>
                    <a:lnTo>
                      <a:pt x="252120" y="232509"/>
                    </a:lnTo>
                    <a:lnTo>
                      <a:pt x="294139" y="232509"/>
                    </a:lnTo>
                    <a:lnTo>
                      <a:pt x="294139" y="284333"/>
                    </a:lnTo>
                    <a:lnTo>
                      <a:pt x="182086" y="338959"/>
                    </a:lnTo>
                    <a:lnTo>
                      <a:pt x="182086" y="106450"/>
                    </a:lnTo>
                    <a:lnTo>
                      <a:pt x="228308" y="106450"/>
                    </a:lnTo>
                    <a:lnTo>
                      <a:pt x="175083" y="0"/>
                    </a:lnTo>
                    <a:lnTo>
                      <a:pt x="121858" y="106450"/>
                    </a:lnTo>
                    <a:lnTo>
                      <a:pt x="168080" y="106450"/>
                    </a:lnTo>
                    <a:lnTo>
                      <a:pt x="168080" y="380979"/>
                    </a:lnTo>
                    <a:lnTo>
                      <a:pt x="56027" y="326353"/>
                    </a:lnTo>
                    <a:lnTo>
                      <a:pt x="56027" y="273128"/>
                    </a:lnTo>
                    <a:cubicBezTo>
                      <a:pt x="79838" y="270327"/>
                      <a:pt x="98046" y="249317"/>
                      <a:pt x="98046" y="225506"/>
                    </a:cubicBezTo>
                    <a:cubicBezTo>
                      <a:pt x="98046" y="198893"/>
                      <a:pt x="75636" y="176483"/>
                      <a:pt x="49023" y="176483"/>
                    </a:cubicBezTo>
                    <a:cubicBezTo>
                      <a:pt x="22411" y="176483"/>
                      <a:pt x="0" y="198893"/>
                      <a:pt x="0" y="225506"/>
                    </a:cubicBezTo>
                    <a:cubicBezTo>
                      <a:pt x="0" y="250718"/>
                      <a:pt x="18209" y="270327"/>
                      <a:pt x="42020" y="273128"/>
                    </a:cubicBezTo>
                    <a:lnTo>
                      <a:pt x="42020" y="330555"/>
                    </a:lnTo>
                    <a:cubicBezTo>
                      <a:pt x="42020" y="333356"/>
                      <a:pt x="43421" y="336158"/>
                      <a:pt x="46222" y="337558"/>
                    </a:cubicBezTo>
                    <a:lnTo>
                      <a:pt x="168080" y="396386"/>
                    </a:lnTo>
                    <a:lnTo>
                      <a:pt x="168080" y="477624"/>
                    </a:lnTo>
                    <a:cubicBezTo>
                      <a:pt x="168080" y="481826"/>
                      <a:pt x="170881" y="484627"/>
                      <a:pt x="175083" y="484627"/>
                    </a:cubicBezTo>
                    <a:cubicBezTo>
                      <a:pt x="179285" y="484627"/>
                      <a:pt x="182086" y="481826"/>
                      <a:pt x="182086" y="477624"/>
                    </a:cubicBezTo>
                    <a:lnTo>
                      <a:pt x="182086" y="354366"/>
                    </a:lnTo>
                    <a:lnTo>
                      <a:pt x="303944" y="295539"/>
                    </a:lnTo>
                    <a:cubicBezTo>
                      <a:pt x="306745" y="294138"/>
                      <a:pt x="308146" y="291337"/>
                      <a:pt x="308146" y="288535"/>
                    </a:cubicBezTo>
                    <a:lnTo>
                      <a:pt x="308146" y="232509"/>
                    </a:lnTo>
                    <a:lnTo>
                      <a:pt x="350166" y="232509"/>
                    </a:lnTo>
                    <a:lnTo>
                      <a:pt x="350166" y="134463"/>
                    </a:lnTo>
                    <a:close/>
                    <a:moveTo>
                      <a:pt x="175083" y="30814"/>
                    </a:moveTo>
                    <a:lnTo>
                      <a:pt x="205898" y="92443"/>
                    </a:lnTo>
                    <a:lnTo>
                      <a:pt x="144268" y="92443"/>
                    </a:lnTo>
                    <a:lnTo>
                      <a:pt x="175083" y="30814"/>
                    </a:lnTo>
                    <a:close/>
                    <a:moveTo>
                      <a:pt x="14007" y="225506"/>
                    </a:moveTo>
                    <a:cubicBezTo>
                      <a:pt x="14007" y="205897"/>
                      <a:pt x="29414" y="190489"/>
                      <a:pt x="49023" y="190489"/>
                    </a:cubicBezTo>
                    <a:cubicBezTo>
                      <a:pt x="68633" y="190489"/>
                      <a:pt x="84040" y="205897"/>
                      <a:pt x="84040" y="225506"/>
                    </a:cubicBezTo>
                    <a:cubicBezTo>
                      <a:pt x="84040" y="245115"/>
                      <a:pt x="68633" y="260522"/>
                      <a:pt x="49023" y="260522"/>
                    </a:cubicBezTo>
                    <a:cubicBezTo>
                      <a:pt x="29414" y="260522"/>
                      <a:pt x="14007" y="245115"/>
                      <a:pt x="14007" y="225506"/>
                    </a:cubicBezTo>
                    <a:close/>
                    <a:moveTo>
                      <a:pt x="336159" y="218503"/>
                    </a:moveTo>
                    <a:lnTo>
                      <a:pt x="266126" y="218503"/>
                    </a:lnTo>
                    <a:lnTo>
                      <a:pt x="266126" y="148470"/>
                    </a:lnTo>
                    <a:lnTo>
                      <a:pt x="336159" y="148470"/>
                    </a:lnTo>
                    <a:lnTo>
                      <a:pt x="336159" y="218503"/>
                    </a:lnTo>
                    <a:close/>
                  </a:path>
                </a:pathLst>
              </a:custGeom>
              <a:solidFill>
                <a:schemeClr val="tx1"/>
              </a:solidFill>
              <a:ln w="1371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136" name="Graphic 2">
                <a:extLst>
                  <a:ext uri="{FF2B5EF4-FFF2-40B4-BE49-F238E27FC236}">
                    <a16:creationId xmlns:a16="http://schemas.microsoft.com/office/drawing/2014/main" id="{116DF5B1-1B23-311C-1FE5-7B05BC13462F}"/>
                  </a:ext>
                  <a:ext uri="{C183D7F6-B498-43B3-948B-1728B52AA6E4}">
                    <adec:decorative xmlns:adec="http://schemas.microsoft.com/office/drawing/2017/decorative" val="1"/>
                  </a:ext>
                </a:extLst>
              </p:cNvPr>
              <p:cNvGrpSpPr>
                <a:grpSpLocks noChangeAspect="1"/>
              </p:cNvGrpSpPr>
              <p:nvPr/>
            </p:nvGrpSpPr>
            <p:grpSpPr>
              <a:xfrm>
                <a:off x="3698636" y="4245360"/>
                <a:ext cx="152246" cy="93945"/>
                <a:chOff x="5842001" y="3219822"/>
                <a:chExt cx="507998" cy="313466"/>
              </a:xfrm>
              <a:solidFill>
                <a:schemeClr val="tx1"/>
              </a:solidFill>
            </p:grpSpPr>
            <p:sp>
              <p:nvSpPr>
                <p:cNvPr id="1137" name="Freeform: Shape 5039">
                  <a:extLst>
                    <a:ext uri="{FF2B5EF4-FFF2-40B4-BE49-F238E27FC236}">
                      <a16:creationId xmlns:a16="http://schemas.microsoft.com/office/drawing/2014/main" id="{C92E34B6-B41B-9BAD-0260-BE0EAA2EDD98}"/>
                    </a:ext>
                  </a:extLst>
                </p:cNvPr>
                <p:cNvSpPr/>
                <p:nvPr/>
              </p:nvSpPr>
              <p:spPr>
                <a:xfrm>
                  <a:off x="5924885" y="3264279"/>
                  <a:ext cx="343646" cy="104588"/>
                </a:xfrm>
                <a:custGeom>
                  <a:avLst/>
                  <a:gdLst>
                    <a:gd name="connsiteX0" fmla="*/ 338306 w 343645"/>
                    <a:gd name="connsiteY0" fmla="*/ 104955 h 104587"/>
                    <a:gd name="connsiteX1" fmla="*/ 332180 w 343645"/>
                    <a:gd name="connsiteY1" fmla="*/ 101668 h 104587"/>
                    <a:gd name="connsiteX2" fmla="*/ 62683 w 343645"/>
                    <a:gd name="connsiteY2" fmla="*/ 48516 h 104587"/>
                    <a:gd name="connsiteX3" fmla="*/ 13486 w 343645"/>
                    <a:gd name="connsiteY3" fmla="*/ 95990 h 104587"/>
                    <a:gd name="connsiteX4" fmla="*/ 3081 w 343645"/>
                    <a:gd name="connsiteY4" fmla="*/ 97821 h 104587"/>
                    <a:gd name="connsiteX5" fmla="*/ 3028 w 343645"/>
                    <a:gd name="connsiteY5" fmla="*/ 97783 h 104587"/>
                    <a:gd name="connsiteX6" fmla="*/ 1384 w 343645"/>
                    <a:gd name="connsiteY6" fmla="*/ 87324 h 104587"/>
                    <a:gd name="connsiteX7" fmla="*/ 293260 w 343645"/>
                    <a:gd name="connsiteY7" fmla="*/ 39184 h 104587"/>
                    <a:gd name="connsiteX8" fmla="*/ 345030 w 343645"/>
                    <a:gd name="connsiteY8" fmla="*/ 92554 h 104587"/>
                    <a:gd name="connsiteX9" fmla="*/ 342938 w 343645"/>
                    <a:gd name="connsiteY9" fmla="*/ 103012 h 104587"/>
                    <a:gd name="connsiteX10" fmla="*/ 338306 w 343645"/>
                    <a:gd name="connsiteY10" fmla="*/ 104955 h 10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45" h="104587">
                      <a:moveTo>
                        <a:pt x="338306" y="104955"/>
                      </a:moveTo>
                      <a:cubicBezTo>
                        <a:pt x="335848" y="104934"/>
                        <a:pt x="333557" y="103705"/>
                        <a:pt x="332180" y="101668"/>
                      </a:cubicBezTo>
                      <a:cubicBezTo>
                        <a:pt x="272438" y="12570"/>
                        <a:pt x="151780" y="-11226"/>
                        <a:pt x="62683" y="48516"/>
                      </a:cubicBezTo>
                      <a:cubicBezTo>
                        <a:pt x="43606" y="61307"/>
                        <a:pt x="26949" y="77381"/>
                        <a:pt x="13486" y="95990"/>
                      </a:cubicBezTo>
                      <a:cubicBezTo>
                        <a:pt x="11119" y="99369"/>
                        <a:pt x="6460" y="100189"/>
                        <a:pt x="3081" y="97821"/>
                      </a:cubicBezTo>
                      <a:cubicBezTo>
                        <a:pt x="3063" y="97808"/>
                        <a:pt x="3045" y="97796"/>
                        <a:pt x="3028" y="97783"/>
                      </a:cubicBezTo>
                      <a:cubicBezTo>
                        <a:pt x="-248" y="95309"/>
                        <a:pt x="-975" y="90684"/>
                        <a:pt x="1384" y="87324"/>
                      </a:cubicBezTo>
                      <a:cubicBezTo>
                        <a:pt x="68689" y="-6569"/>
                        <a:pt x="199367" y="-28122"/>
                        <a:pt x="293260" y="39184"/>
                      </a:cubicBezTo>
                      <a:cubicBezTo>
                        <a:pt x="313565" y="53739"/>
                        <a:pt x="331099" y="71815"/>
                        <a:pt x="345030" y="92554"/>
                      </a:cubicBezTo>
                      <a:cubicBezTo>
                        <a:pt x="347295" y="96028"/>
                        <a:pt x="346366" y="100677"/>
                        <a:pt x="342938" y="103012"/>
                      </a:cubicBezTo>
                      <a:cubicBezTo>
                        <a:pt x="341640" y="104136"/>
                        <a:pt x="340017" y="104817"/>
                        <a:pt x="338306" y="104955"/>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38" name="Freeform: Shape 5040">
                  <a:extLst>
                    <a:ext uri="{FF2B5EF4-FFF2-40B4-BE49-F238E27FC236}">
                      <a16:creationId xmlns:a16="http://schemas.microsoft.com/office/drawing/2014/main" id="{3E321CA2-A046-47CB-A56C-AE834B6D7459}"/>
                    </a:ext>
                  </a:extLst>
                </p:cNvPr>
                <p:cNvSpPr/>
                <p:nvPr/>
              </p:nvSpPr>
              <p:spPr>
                <a:xfrm>
                  <a:off x="5842001" y="3219822"/>
                  <a:ext cx="507998" cy="253999"/>
                </a:xfrm>
                <a:custGeom>
                  <a:avLst/>
                  <a:gdLst>
                    <a:gd name="connsiteX0" fmla="*/ 500527 w 507998"/>
                    <a:gd name="connsiteY0" fmla="*/ 261470 h 253999"/>
                    <a:gd name="connsiteX1" fmla="*/ 493057 w 507998"/>
                    <a:gd name="connsiteY1" fmla="*/ 253999 h 253999"/>
                    <a:gd name="connsiteX2" fmla="*/ 253999 w 507998"/>
                    <a:gd name="connsiteY2" fmla="*/ 14941 h 253999"/>
                    <a:gd name="connsiteX3" fmla="*/ 14941 w 507998"/>
                    <a:gd name="connsiteY3" fmla="*/ 253999 h 253999"/>
                    <a:gd name="connsiteX4" fmla="*/ 7471 w 507998"/>
                    <a:gd name="connsiteY4" fmla="*/ 261470 h 253999"/>
                    <a:gd name="connsiteX5" fmla="*/ 0 w 507998"/>
                    <a:gd name="connsiteY5" fmla="*/ 253999 h 253999"/>
                    <a:gd name="connsiteX6" fmla="*/ 253999 w 507998"/>
                    <a:gd name="connsiteY6" fmla="*/ 0 h 253999"/>
                    <a:gd name="connsiteX7" fmla="*/ 507998 w 507998"/>
                    <a:gd name="connsiteY7" fmla="*/ 253999 h 253999"/>
                    <a:gd name="connsiteX8" fmla="*/ 500527 w 507998"/>
                    <a:gd name="connsiteY8" fmla="*/ 261470 h 25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998" h="253999">
                      <a:moveTo>
                        <a:pt x="500527" y="261470"/>
                      </a:moveTo>
                      <a:cubicBezTo>
                        <a:pt x="496402" y="261470"/>
                        <a:pt x="493057" y="258125"/>
                        <a:pt x="493057" y="253999"/>
                      </a:cubicBezTo>
                      <a:cubicBezTo>
                        <a:pt x="493057" y="121971"/>
                        <a:pt x="386028" y="14941"/>
                        <a:pt x="253999" y="14941"/>
                      </a:cubicBezTo>
                      <a:cubicBezTo>
                        <a:pt x="121971" y="14941"/>
                        <a:pt x="14941" y="121971"/>
                        <a:pt x="14941" y="253999"/>
                      </a:cubicBezTo>
                      <a:cubicBezTo>
                        <a:pt x="14941" y="258125"/>
                        <a:pt x="11596" y="261470"/>
                        <a:pt x="7471" y="261470"/>
                      </a:cubicBezTo>
                      <a:cubicBezTo>
                        <a:pt x="3345" y="261470"/>
                        <a:pt x="0" y="258125"/>
                        <a:pt x="0" y="253999"/>
                      </a:cubicBezTo>
                      <a:cubicBezTo>
                        <a:pt x="0" y="113719"/>
                        <a:pt x="113719" y="0"/>
                        <a:pt x="253999" y="0"/>
                      </a:cubicBezTo>
                      <a:cubicBezTo>
                        <a:pt x="394278" y="0"/>
                        <a:pt x="507998" y="113719"/>
                        <a:pt x="507998" y="253999"/>
                      </a:cubicBezTo>
                      <a:cubicBezTo>
                        <a:pt x="507998" y="258125"/>
                        <a:pt x="504653" y="261470"/>
                        <a:pt x="500527" y="261470"/>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39" name="Freeform: Shape 5041">
                  <a:extLst>
                    <a:ext uri="{FF2B5EF4-FFF2-40B4-BE49-F238E27FC236}">
                      <a16:creationId xmlns:a16="http://schemas.microsoft.com/office/drawing/2014/main" id="{258690F7-0CAA-BF91-99D0-B8BBFC71B109}"/>
                    </a:ext>
                  </a:extLst>
                </p:cNvPr>
                <p:cNvSpPr/>
                <p:nvPr/>
              </p:nvSpPr>
              <p:spPr>
                <a:xfrm rot="2412465">
                  <a:off x="6012407" y="3339053"/>
                  <a:ext cx="164352" cy="194235"/>
                </a:xfrm>
                <a:custGeom>
                  <a:avLst/>
                  <a:gdLst>
                    <a:gd name="connsiteX0" fmla="*/ 120074 w 164352"/>
                    <a:gd name="connsiteY0" fmla="*/ 90294 h 194234"/>
                    <a:gd name="connsiteX1" fmla="*/ 92881 w 164352"/>
                    <a:gd name="connsiteY1" fmla="*/ 98064 h 194234"/>
                    <a:gd name="connsiteX2" fmla="*/ 13693 w 164352"/>
                    <a:gd name="connsiteY2" fmla="*/ 3337 h 194234"/>
                    <a:gd name="connsiteX3" fmla="*/ 3337 w 164352"/>
                    <a:gd name="connsiteY3" fmla="*/ 1249 h 194234"/>
                    <a:gd name="connsiteX4" fmla="*/ 1249 w 164352"/>
                    <a:gd name="connsiteY4" fmla="*/ 11606 h 194234"/>
                    <a:gd name="connsiteX5" fmla="*/ 2338 w 164352"/>
                    <a:gd name="connsiteY5" fmla="*/ 12899 h 194234"/>
                    <a:gd name="connsiteX6" fmla="*/ 81377 w 164352"/>
                    <a:gd name="connsiteY6" fmla="*/ 107775 h 194234"/>
                    <a:gd name="connsiteX7" fmla="*/ 67780 w 164352"/>
                    <a:gd name="connsiteY7" fmla="*/ 142588 h 194234"/>
                    <a:gd name="connsiteX8" fmla="*/ 120074 w 164352"/>
                    <a:gd name="connsiteY8" fmla="*/ 194882 h 194234"/>
                    <a:gd name="connsiteX9" fmla="*/ 172368 w 164352"/>
                    <a:gd name="connsiteY9" fmla="*/ 142588 h 194234"/>
                    <a:gd name="connsiteX10" fmla="*/ 120074 w 164352"/>
                    <a:gd name="connsiteY10" fmla="*/ 90294 h 194234"/>
                    <a:gd name="connsiteX11" fmla="*/ 120074 w 164352"/>
                    <a:gd name="connsiteY11" fmla="*/ 179941 h 194234"/>
                    <a:gd name="connsiteX12" fmla="*/ 82721 w 164352"/>
                    <a:gd name="connsiteY12" fmla="*/ 142588 h 194234"/>
                    <a:gd name="connsiteX13" fmla="*/ 120074 w 164352"/>
                    <a:gd name="connsiteY13" fmla="*/ 105235 h 194234"/>
                    <a:gd name="connsiteX14" fmla="*/ 157427 w 164352"/>
                    <a:gd name="connsiteY14" fmla="*/ 142588 h 194234"/>
                    <a:gd name="connsiteX15" fmla="*/ 120074 w 164352"/>
                    <a:gd name="connsiteY15" fmla="*/ 179941 h 194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4352" h="194234">
                      <a:moveTo>
                        <a:pt x="120074" y="90294"/>
                      </a:moveTo>
                      <a:cubicBezTo>
                        <a:pt x="110470" y="90345"/>
                        <a:pt x="101063" y="93033"/>
                        <a:pt x="92881" y="98064"/>
                      </a:cubicBezTo>
                      <a:lnTo>
                        <a:pt x="13693" y="3337"/>
                      </a:lnTo>
                      <a:cubicBezTo>
                        <a:pt x="11410" y="-100"/>
                        <a:pt x="6773" y="-1034"/>
                        <a:pt x="3337" y="1249"/>
                      </a:cubicBezTo>
                      <a:cubicBezTo>
                        <a:pt x="-100" y="3533"/>
                        <a:pt x="-1034" y="8170"/>
                        <a:pt x="1249" y="11606"/>
                      </a:cubicBezTo>
                      <a:cubicBezTo>
                        <a:pt x="1562" y="12077"/>
                        <a:pt x="1927" y="12511"/>
                        <a:pt x="2338" y="12899"/>
                      </a:cubicBezTo>
                      <a:lnTo>
                        <a:pt x="81377" y="107775"/>
                      </a:lnTo>
                      <a:cubicBezTo>
                        <a:pt x="72662" y="117278"/>
                        <a:pt x="67813" y="129694"/>
                        <a:pt x="67780" y="142588"/>
                      </a:cubicBezTo>
                      <a:cubicBezTo>
                        <a:pt x="67780" y="171469"/>
                        <a:pt x="91193" y="194882"/>
                        <a:pt x="120074" y="194882"/>
                      </a:cubicBezTo>
                      <a:cubicBezTo>
                        <a:pt x="148955" y="194882"/>
                        <a:pt x="172368" y="171469"/>
                        <a:pt x="172368" y="142588"/>
                      </a:cubicBezTo>
                      <a:cubicBezTo>
                        <a:pt x="172368" y="113707"/>
                        <a:pt x="148955" y="90294"/>
                        <a:pt x="120074" y="90294"/>
                      </a:cubicBezTo>
                      <a:close/>
                      <a:moveTo>
                        <a:pt x="120074" y="179941"/>
                      </a:moveTo>
                      <a:cubicBezTo>
                        <a:pt x="99445" y="179941"/>
                        <a:pt x="82721" y="163217"/>
                        <a:pt x="82721" y="142588"/>
                      </a:cubicBezTo>
                      <a:cubicBezTo>
                        <a:pt x="82721" y="121959"/>
                        <a:pt x="99445" y="105235"/>
                        <a:pt x="120074" y="105235"/>
                      </a:cubicBezTo>
                      <a:cubicBezTo>
                        <a:pt x="140703" y="105235"/>
                        <a:pt x="157427" y="121959"/>
                        <a:pt x="157427" y="142588"/>
                      </a:cubicBezTo>
                      <a:cubicBezTo>
                        <a:pt x="157427" y="163217"/>
                        <a:pt x="140703" y="179941"/>
                        <a:pt x="120074" y="179941"/>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40" name="Group 5042">
                <a:extLst>
                  <a:ext uri="{FF2B5EF4-FFF2-40B4-BE49-F238E27FC236}">
                    <a16:creationId xmlns:a16="http://schemas.microsoft.com/office/drawing/2014/main" id="{D677602B-D384-4D2E-B18D-84C9F22D33F4}"/>
                  </a:ext>
                  <a:ext uri="{C183D7F6-B498-43B3-948B-1728B52AA6E4}">
                    <adec:decorative xmlns:adec="http://schemas.microsoft.com/office/drawing/2017/decorative" val="1"/>
                  </a:ext>
                </a:extLst>
              </p:cNvPr>
              <p:cNvGrpSpPr>
                <a:grpSpLocks noChangeAspect="1"/>
              </p:cNvGrpSpPr>
              <p:nvPr/>
            </p:nvGrpSpPr>
            <p:grpSpPr>
              <a:xfrm>
                <a:off x="5019257" y="4259119"/>
                <a:ext cx="147768" cy="120901"/>
                <a:chOff x="5845125" y="3165473"/>
                <a:chExt cx="490200" cy="401072"/>
              </a:xfrm>
              <a:solidFill>
                <a:schemeClr val="tx1"/>
              </a:solidFill>
            </p:grpSpPr>
            <p:sp>
              <p:nvSpPr>
                <p:cNvPr id="1141" name="Freeform: Shape 5043">
                  <a:extLst>
                    <a:ext uri="{FF2B5EF4-FFF2-40B4-BE49-F238E27FC236}">
                      <a16:creationId xmlns:a16="http://schemas.microsoft.com/office/drawing/2014/main" id="{905DDFB6-B150-EEB2-FBD8-B09416B4B54D}"/>
                    </a:ext>
                  </a:extLst>
                </p:cNvPr>
                <p:cNvSpPr/>
                <p:nvPr/>
              </p:nvSpPr>
              <p:spPr>
                <a:xfrm>
                  <a:off x="5845125" y="3165473"/>
                  <a:ext cx="490200" cy="401072"/>
                </a:xfrm>
                <a:custGeom>
                  <a:avLst/>
                  <a:gdLst>
                    <a:gd name="connsiteX0" fmla="*/ 497256 w 490200"/>
                    <a:gd name="connsiteY0" fmla="*/ 414442 h 401072"/>
                    <a:gd name="connsiteX1" fmla="*/ 497256 w 490200"/>
                    <a:gd name="connsiteY1" fmla="*/ 414442 h 401072"/>
                    <a:gd name="connsiteX2" fmla="*/ 7056 w 490200"/>
                    <a:gd name="connsiteY2" fmla="*/ 414442 h 401072"/>
                    <a:gd name="connsiteX3" fmla="*/ 1114 w 490200"/>
                    <a:gd name="connsiteY3" fmla="*/ 409985 h 401072"/>
                    <a:gd name="connsiteX4" fmla="*/ 1114 w 490200"/>
                    <a:gd name="connsiteY4" fmla="*/ 402558 h 401072"/>
                    <a:gd name="connsiteX5" fmla="*/ 246214 w 490200"/>
                    <a:gd name="connsiteY5" fmla="*/ 2971 h 401072"/>
                    <a:gd name="connsiteX6" fmla="*/ 252156 w 490200"/>
                    <a:gd name="connsiteY6" fmla="*/ 0 h 401072"/>
                    <a:gd name="connsiteX7" fmla="*/ 252156 w 490200"/>
                    <a:gd name="connsiteY7" fmla="*/ 0 h 401072"/>
                    <a:gd name="connsiteX8" fmla="*/ 258098 w 490200"/>
                    <a:gd name="connsiteY8" fmla="*/ 2971 h 401072"/>
                    <a:gd name="connsiteX9" fmla="*/ 503198 w 490200"/>
                    <a:gd name="connsiteY9" fmla="*/ 402558 h 401072"/>
                    <a:gd name="connsiteX10" fmla="*/ 503198 w 490200"/>
                    <a:gd name="connsiteY10" fmla="*/ 409985 h 401072"/>
                    <a:gd name="connsiteX11" fmla="*/ 497256 w 490200"/>
                    <a:gd name="connsiteY11" fmla="*/ 414442 h 401072"/>
                    <a:gd name="connsiteX12" fmla="*/ 20425 w 490200"/>
                    <a:gd name="connsiteY12" fmla="*/ 399587 h 401072"/>
                    <a:gd name="connsiteX13" fmla="*/ 483887 w 490200"/>
                    <a:gd name="connsiteY13" fmla="*/ 399587 h 401072"/>
                    <a:gd name="connsiteX14" fmla="*/ 252156 w 490200"/>
                    <a:gd name="connsiteY14" fmla="*/ 22282 h 401072"/>
                    <a:gd name="connsiteX15" fmla="*/ 20425 w 490200"/>
                    <a:gd name="connsiteY15" fmla="*/ 399587 h 40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0200" h="401072">
                      <a:moveTo>
                        <a:pt x="497256" y="414442"/>
                      </a:moveTo>
                      <a:lnTo>
                        <a:pt x="497256" y="414442"/>
                      </a:lnTo>
                      <a:lnTo>
                        <a:pt x="7056" y="414442"/>
                      </a:lnTo>
                      <a:cubicBezTo>
                        <a:pt x="4085" y="414442"/>
                        <a:pt x="2600" y="412956"/>
                        <a:pt x="1114" y="409985"/>
                      </a:cubicBezTo>
                      <a:cubicBezTo>
                        <a:pt x="-371" y="407014"/>
                        <a:pt x="-371" y="404043"/>
                        <a:pt x="1114" y="402558"/>
                      </a:cubicBezTo>
                      <a:lnTo>
                        <a:pt x="246214" y="2971"/>
                      </a:lnTo>
                      <a:cubicBezTo>
                        <a:pt x="247700" y="1485"/>
                        <a:pt x="249185" y="0"/>
                        <a:pt x="252156" y="0"/>
                      </a:cubicBezTo>
                      <a:lnTo>
                        <a:pt x="252156" y="0"/>
                      </a:lnTo>
                      <a:cubicBezTo>
                        <a:pt x="255127" y="0"/>
                        <a:pt x="256613" y="1485"/>
                        <a:pt x="258098" y="2971"/>
                      </a:cubicBezTo>
                      <a:lnTo>
                        <a:pt x="503198" y="402558"/>
                      </a:lnTo>
                      <a:cubicBezTo>
                        <a:pt x="504684" y="405529"/>
                        <a:pt x="504684" y="407014"/>
                        <a:pt x="503198" y="409985"/>
                      </a:cubicBezTo>
                      <a:cubicBezTo>
                        <a:pt x="501713" y="412956"/>
                        <a:pt x="500227" y="414442"/>
                        <a:pt x="497256" y="414442"/>
                      </a:cubicBezTo>
                      <a:close/>
                      <a:moveTo>
                        <a:pt x="20425" y="399587"/>
                      </a:moveTo>
                      <a:lnTo>
                        <a:pt x="483887" y="399587"/>
                      </a:lnTo>
                      <a:lnTo>
                        <a:pt x="252156" y="22282"/>
                      </a:lnTo>
                      <a:lnTo>
                        <a:pt x="20425" y="399587"/>
                      </a:ln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42" name="Freeform: Shape 5044">
                  <a:extLst>
                    <a:ext uri="{FF2B5EF4-FFF2-40B4-BE49-F238E27FC236}">
                      <a16:creationId xmlns:a16="http://schemas.microsoft.com/office/drawing/2014/main" id="{0A4B5921-08EC-A830-9F00-E53AAF0ED485}"/>
                    </a:ext>
                  </a:extLst>
                </p:cNvPr>
                <p:cNvSpPr/>
                <p:nvPr/>
              </p:nvSpPr>
              <p:spPr>
                <a:xfrm>
                  <a:off x="6059815" y="3397355"/>
                  <a:ext cx="68506" cy="68506"/>
                </a:xfrm>
                <a:custGeom>
                  <a:avLst/>
                  <a:gdLst>
                    <a:gd name="connsiteX0" fmla="*/ 39285 w 74705"/>
                    <a:gd name="connsiteY0" fmla="*/ 79186 h 74705"/>
                    <a:gd name="connsiteX1" fmla="*/ 1 w 74705"/>
                    <a:gd name="connsiteY1" fmla="*/ 39285 h 74705"/>
                    <a:gd name="connsiteX2" fmla="*/ 39903 w 74705"/>
                    <a:gd name="connsiteY2" fmla="*/ 1 h 74705"/>
                    <a:gd name="connsiteX3" fmla="*/ 79186 w 74705"/>
                    <a:gd name="connsiteY3" fmla="*/ 39903 h 74705"/>
                    <a:gd name="connsiteX4" fmla="*/ 79177 w 74705"/>
                    <a:gd name="connsiteY4" fmla="*/ 40489 h 74705"/>
                    <a:gd name="connsiteX5" fmla="*/ 39285 w 74705"/>
                    <a:gd name="connsiteY5" fmla="*/ 79186 h 74705"/>
                    <a:gd name="connsiteX6" fmla="*/ 39285 w 74705"/>
                    <a:gd name="connsiteY6" fmla="*/ 15089 h 74705"/>
                    <a:gd name="connsiteX7" fmla="*/ 14944 w 74705"/>
                    <a:gd name="connsiteY7" fmla="*/ 40050 h 74705"/>
                    <a:gd name="connsiteX8" fmla="*/ 39905 w 74705"/>
                    <a:gd name="connsiteY8" fmla="*/ 64390 h 74705"/>
                    <a:gd name="connsiteX9" fmla="*/ 64236 w 74705"/>
                    <a:gd name="connsiteY9" fmla="*/ 40489 h 74705"/>
                    <a:gd name="connsiteX10" fmla="*/ 40344 w 74705"/>
                    <a:gd name="connsiteY10" fmla="*/ 15098 h 74705"/>
                    <a:gd name="connsiteX11" fmla="*/ 39285 w 74705"/>
                    <a:gd name="connsiteY11" fmla="*/ 15089 h 74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705" h="74705">
                      <a:moveTo>
                        <a:pt x="39285" y="79186"/>
                      </a:moveTo>
                      <a:cubicBezTo>
                        <a:pt x="17418" y="79016"/>
                        <a:pt x="-171" y="61151"/>
                        <a:pt x="1" y="39285"/>
                      </a:cubicBezTo>
                      <a:cubicBezTo>
                        <a:pt x="172" y="17418"/>
                        <a:pt x="18035" y="-171"/>
                        <a:pt x="39903" y="1"/>
                      </a:cubicBezTo>
                      <a:cubicBezTo>
                        <a:pt x="61769" y="172"/>
                        <a:pt x="79357" y="18035"/>
                        <a:pt x="79186" y="39903"/>
                      </a:cubicBezTo>
                      <a:cubicBezTo>
                        <a:pt x="79185" y="40097"/>
                        <a:pt x="79182" y="40293"/>
                        <a:pt x="79177" y="40489"/>
                      </a:cubicBezTo>
                      <a:cubicBezTo>
                        <a:pt x="78689" y="62122"/>
                        <a:pt x="60922" y="79355"/>
                        <a:pt x="39285" y="79186"/>
                      </a:cubicBezTo>
                      <a:close/>
                      <a:moveTo>
                        <a:pt x="39285" y="15089"/>
                      </a:moveTo>
                      <a:cubicBezTo>
                        <a:pt x="25670" y="15261"/>
                        <a:pt x="14772" y="26435"/>
                        <a:pt x="14944" y="40050"/>
                      </a:cubicBezTo>
                      <a:cubicBezTo>
                        <a:pt x="15116" y="53664"/>
                        <a:pt x="26290" y="64562"/>
                        <a:pt x="39905" y="64390"/>
                      </a:cubicBezTo>
                      <a:cubicBezTo>
                        <a:pt x="53108" y="64224"/>
                        <a:pt x="63836" y="53686"/>
                        <a:pt x="64236" y="40489"/>
                      </a:cubicBezTo>
                      <a:cubicBezTo>
                        <a:pt x="64650" y="26880"/>
                        <a:pt x="53952" y="15512"/>
                        <a:pt x="40344" y="15098"/>
                      </a:cubicBezTo>
                      <a:cubicBezTo>
                        <a:pt x="39991" y="15087"/>
                        <a:pt x="39637" y="15084"/>
                        <a:pt x="39285" y="15089"/>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43" name="Freeform: Shape 5045">
                  <a:extLst>
                    <a:ext uri="{FF2B5EF4-FFF2-40B4-BE49-F238E27FC236}">
                      <a16:creationId xmlns:a16="http://schemas.microsoft.com/office/drawing/2014/main" id="{BCC8C249-2924-69F2-854B-D0E48AF56AAC}"/>
                    </a:ext>
                  </a:extLst>
                </p:cNvPr>
                <p:cNvSpPr/>
                <p:nvPr/>
              </p:nvSpPr>
              <p:spPr>
                <a:xfrm>
                  <a:off x="5986320" y="3325065"/>
                  <a:ext cx="219218" cy="219220"/>
                </a:xfrm>
                <a:custGeom>
                  <a:avLst/>
                  <a:gdLst>
                    <a:gd name="connsiteX0" fmla="*/ 130955 w 239058"/>
                    <a:gd name="connsiteY0" fmla="*/ 239129 h 239058"/>
                    <a:gd name="connsiteX1" fmla="*/ 108842 w 239058"/>
                    <a:gd name="connsiteY1" fmla="*/ 239129 h 239058"/>
                    <a:gd name="connsiteX2" fmla="*/ 101820 w 239058"/>
                    <a:gd name="connsiteY2" fmla="*/ 234049 h 239058"/>
                    <a:gd name="connsiteX3" fmla="*/ 92557 w 239058"/>
                    <a:gd name="connsiteY3" fmla="*/ 206856 h 239058"/>
                    <a:gd name="connsiteX4" fmla="*/ 77615 w 239058"/>
                    <a:gd name="connsiteY4" fmla="*/ 201776 h 239058"/>
                    <a:gd name="connsiteX5" fmla="*/ 49078 w 239058"/>
                    <a:gd name="connsiteY5" fmla="*/ 212384 h 239058"/>
                    <a:gd name="connsiteX6" fmla="*/ 41159 w 239058"/>
                    <a:gd name="connsiteY6" fmla="*/ 210741 h 239058"/>
                    <a:gd name="connsiteX7" fmla="*/ 29505 w 239058"/>
                    <a:gd name="connsiteY7" fmla="*/ 199086 h 239058"/>
                    <a:gd name="connsiteX8" fmla="*/ 27861 w 239058"/>
                    <a:gd name="connsiteY8" fmla="*/ 191168 h 239058"/>
                    <a:gd name="connsiteX9" fmla="*/ 38470 w 239058"/>
                    <a:gd name="connsiteY9" fmla="*/ 162630 h 239058"/>
                    <a:gd name="connsiteX10" fmla="*/ 33390 w 239058"/>
                    <a:gd name="connsiteY10" fmla="*/ 147689 h 239058"/>
                    <a:gd name="connsiteX11" fmla="*/ 6197 w 239058"/>
                    <a:gd name="connsiteY11" fmla="*/ 138425 h 239058"/>
                    <a:gd name="connsiteX12" fmla="*/ 71 w 239058"/>
                    <a:gd name="connsiteY12" fmla="*/ 129909 h 239058"/>
                    <a:gd name="connsiteX13" fmla="*/ 71 w 239058"/>
                    <a:gd name="connsiteY13" fmla="*/ 107796 h 239058"/>
                    <a:gd name="connsiteX14" fmla="*/ 5151 w 239058"/>
                    <a:gd name="connsiteY14" fmla="*/ 100624 h 239058"/>
                    <a:gd name="connsiteX15" fmla="*/ 32344 w 239058"/>
                    <a:gd name="connsiteY15" fmla="*/ 91361 h 239058"/>
                    <a:gd name="connsiteX16" fmla="*/ 37424 w 239058"/>
                    <a:gd name="connsiteY16" fmla="*/ 76419 h 239058"/>
                    <a:gd name="connsiteX17" fmla="*/ 26815 w 239058"/>
                    <a:gd name="connsiteY17" fmla="*/ 47882 h 239058"/>
                    <a:gd name="connsiteX18" fmla="*/ 28459 w 239058"/>
                    <a:gd name="connsiteY18" fmla="*/ 40112 h 239058"/>
                    <a:gd name="connsiteX19" fmla="*/ 40113 w 239058"/>
                    <a:gd name="connsiteY19" fmla="*/ 28309 h 239058"/>
                    <a:gd name="connsiteX20" fmla="*/ 48032 w 239058"/>
                    <a:gd name="connsiteY20" fmla="*/ 26665 h 239058"/>
                    <a:gd name="connsiteX21" fmla="*/ 76569 w 239058"/>
                    <a:gd name="connsiteY21" fmla="*/ 37274 h 239058"/>
                    <a:gd name="connsiteX22" fmla="*/ 91511 w 239058"/>
                    <a:gd name="connsiteY22" fmla="*/ 32343 h 239058"/>
                    <a:gd name="connsiteX23" fmla="*/ 100774 w 239058"/>
                    <a:gd name="connsiteY23" fmla="*/ 5001 h 239058"/>
                    <a:gd name="connsiteX24" fmla="*/ 108842 w 239058"/>
                    <a:gd name="connsiteY24" fmla="*/ 70 h 239058"/>
                    <a:gd name="connsiteX25" fmla="*/ 130955 w 239058"/>
                    <a:gd name="connsiteY25" fmla="*/ 70 h 239058"/>
                    <a:gd name="connsiteX26" fmla="*/ 138127 w 239058"/>
                    <a:gd name="connsiteY26" fmla="*/ 5001 h 239058"/>
                    <a:gd name="connsiteX27" fmla="*/ 147391 w 239058"/>
                    <a:gd name="connsiteY27" fmla="*/ 32343 h 239058"/>
                    <a:gd name="connsiteX28" fmla="*/ 163079 w 239058"/>
                    <a:gd name="connsiteY28" fmla="*/ 37274 h 239058"/>
                    <a:gd name="connsiteX29" fmla="*/ 191616 w 239058"/>
                    <a:gd name="connsiteY29" fmla="*/ 26665 h 239058"/>
                    <a:gd name="connsiteX30" fmla="*/ 199386 w 239058"/>
                    <a:gd name="connsiteY30" fmla="*/ 28309 h 239058"/>
                    <a:gd name="connsiteX31" fmla="*/ 211189 w 239058"/>
                    <a:gd name="connsiteY31" fmla="*/ 40112 h 239058"/>
                    <a:gd name="connsiteX32" fmla="*/ 212833 w 239058"/>
                    <a:gd name="connsiteY32" fmla="*/ 47882 h 239058"/>
                    <a:gd name="connsiteX33" fmla="*/ 202225 w 239058"/>
                    <a:gd name="connsiteY33" fmla="*/ 76419 h 239058"/>
                    <a:gd name="connsiteX34" fmla="*/ 207155 w 239058"/>
                    <a:gd name="connsiteY34" fmla="*/ 91361 h 239058"/>
                    <a:gd name="connsiteX35" fmla="*/ 234497 w 239058"/>
                    <a:gd name="connsiteY35" fmla="*/ 100624 h 239058"/>
                    <a:gd name="connsiteX36" fmla="*/ 239428 w 239058"/>
                    <a:gd name="connsiteY36" fmla="*/ 107796 h 239058"/>
                    <a:gd name="connsiteX37" fmla="*/ 239428 w 239058"/>
                    <a:gd name="connsiteY37" fmla="*/ 129909 h 239058"/>
                    <a:gd name="connsiteX38" fmla="*/ 234497 w 239058"/>
                    <a:gd name="connsiteY38" fmla="*/ 136931 h 239058"/>
                    <a:gd name="connsiteX39" fmla="*/ 207155 w 239058"/>
                    <a:gd name="connsiteY39" fmla="*/ 146195 h 239058"/>
                    <a:gd name="connsiteX40" fmla="*/ 202225 w 239058"/>
                    <a:gd name="connsiteY40" fmla="*/ 161136 h 239058"/>
                    <a:gd name="connsiteX41" fmla="*/ 212833 w 239058"/>
                    <a:gd name="connsiteY41" fmla="*/ 189673 h 239058"/>
                    <a:gd name="connsiteX42" fmla="*/ 211189 w 239058"/>
                    <a:gd name="connsiteY42" fmla="*/ 197592 h 239058"/>
                    <a:gd name="connsiteX43" fmla="*/ 199386 w 239058"/>
                    <a:gd name="connsiteY43" fmla="*/ 209246 h 239058"/>
                    <a:gd name="connsiteX44" fmla="*/ 191616 w 239058"/>
                    <a:gd name="connsiteY44" fmla="*/ 210890 h 239058"/>
                    <a:gd name="connsiteX45" fmla="*/ 163079 w 239058"/>
                    <a:gd name="connsiteY45" fmla="*/ 200282 h 239058"/>
                    <a:gd name="connsiteX46" fmla="*/ 147391 w 239058"/>
                    <a:gd name="connsiteY46" fmla="*/ 205362 h 239058"/>
                    <a:gd name="connsiteX47" fmla="*/ 138127 w 239058"/>
                    <a:gd name="connsiteY47" fmla="*/ 232555 h 239058"/>
                    <a:gd name="connsiteX48" fmla="*/ 130955 w 239058"/>
                    <a:gd name="connsiteY48" fmla="*/ 239129 h 239058"/>
                    <a:gd name="connsiteX49" fmla="*/ 114221 w 239058"/>
                    <a:gd name="connsiteY49" fmla="*/ 224188 h 239058"/>
                    <a:gd name="connsiteX50" fmla="*/ 125726 w 239058"/>
                    <a:gd name="connsiteY50" fmla="*/ 224188 h 239058"/>
                    <a:gd name="connsiteX51" fmla="*/ 134541 w 239058"/>
                    <a:gd name="connsiteY51" fmla="*/ 197592 h 239058"/>
                    <a:gd name="connsiteX52" fmla="*/ 139322 w 239058"/>
                    <a:gd name="connsiteY52" fmla="*/ 192961 h 239058"/>
                    <a:gd name="connsiteX53" fmla="*/ 160987 w 239058"/>
                    <a:gd name="connsiteY53" fmla="*/ 186088 h 239058"/>
                    <a:gd name="connsiteX54" fmla="*/ 165918 w 239058"/>
                    <a:gd name="connsiteY54" fmla="*/ 186088 h 239058"/>
                    <a:gd name="connsiteX55" fmla="*/ 192214 w 239058"/>
                    <a:gd name="connsiteY55" fmla="*/ 195949 h 239058"/>
                    <a:gd name="connsiteX56" fmla="*/ 197145 w 239058"/>
                    <a:gd name="connsiteY56" fmla="*/ 191168 h 239058"/>
                    <a:gd name="connsiteX57" fmla="*/ 187283 w 239058"/>
                    <a:gd name="connsiteY57" fmla="*/ 164423 h 239058"/>
                    <a:gd name="connsiteX58" fmla="*/ 187283 w 239058"/>
                    <a:gd name="connsiteY58" fmla="*/ 159642 h 239058"/>
                    <a:gd name="connsiteX59" fmla="*/ 194306 w 239058"/>
                    <a:gd name="connsiteY59" fmla="*/ 138126 h 239058"/>
                    <a:gd name="connsiteX60" fmla="*/ 198937 w 239058"/>
                    <a:gd name="connsiteY60" fmla="*/ 133345 h 239058"/>
                    <a:gd name="connsiteX61" fmla="*/ 224188 w 239058"/>
                    <a:gd name="connsiteY61" fmla="*/ 124530 h 239058"/>
                    <a:gd name="connsiteX62" fmla="*/ 224188 w 239058"/>
                    <a:gd name="connsiteY62" fmla="*/ 113025 h 239058"/>
                    <a:gd name="connsiteX63" fmla="*/ 198788 w 239058"/>
                    <a:gd name="connsiteY63" fmla="*/ 104658 h 239058"/>
                    <a:gd name="connsiteX64" fmla="*/ 194156 w 239058"/>
                    <a:gd name="connsiteY64" fmla="*/ 99877 h 239058"/>
                    <a:gd name="connsiteX65" fmla="*/ 187134 w 239058"/>
                    <a:gd name="connsiteY65" fmla="*/ 78212 h 239058"/>
                    <a:gd name="connsiteX66" fmla="*/ 187134 w 239058"/>
                    <a:gd name="connsiteY66" fmla="*/ 73282 h 239058"/>
                    <a:gd name="connsiteX67" fmla="*/ 196995 w 239058"/>
                    <a:gd name="connsiteY67" fmla="*/ 46985 h 239058"/>
                    <a:gd name="connsiteX68" fmla="*/ 192065 w 239058"/>
                    <a:gd name="connsiteY68" fmla="*/ 42055 h 239058"/>
                    <a:gd name="connsiteX69" fmla="*/ 165768 w 239058"/>
                    <a:gd name="connsiteY69" fmla="*/ 51916 h 239058"/>
                    <a:gd name="connsiteX70" fmla="*/ 160838 w 239058"/>
                    <a:gd name="connsiteY70" fmla="*/ 51916 h 239058"/>
                    <a:gd name="connsiteX71" fmla="*/ 139322 w 239058"/>
                    <a:gd name="connsiteY71" fmla="*/ 44894 h 239058"/>
                    <a:gd name="connsiteX72" fmla="*/ 134541 w 239058"/>
                    <a:gd name="connsiteY72" fmla="*/ 39963 h 239058"/>
                    <a:gd name="connsiteX73" fmla="*/ 125726 w 239058"/>
                    <a:gd name="connsiteY73" fmla="*/ 15011 h 239058"/>
                    <a:gd name="connsiteX74" fmla="*/ 114221 w 239058"/>
                    <a:gd name="connsiteY74" fmla="*/ 15011 h 239058"/>
                    <a:gd name="connsiteX75" fmla="*/ 105406 w 239058"/>
                    <a:gd name="connsiteY75" fmla="*/ 40710 h 239058"/>
                    <a:gd name="connsiteX76" fmla="*/ 100625 w 239058"/>
                    <a:gd name="connsiteY76" fmla="*/ 45342 h 239058"/>
                    <a:gd name="connsiteX77" fmla="*/ 78811 w 239058"/>
                    <a:gd name="connsiteY77" fmla="*/ 52364 h 239058"/>
                    <a:gd name="connsiteX78" fmla="*/ 74030 w 239058"/>
                    <a:gd name="connsiteY78" fmla="*/ 52364 h 239058"/>
                    <a:gd name="connsiteX79" fmla="*/ 47584 w 239058"/>
                    <a:gd name="connsiteY79" fmla="*/ 42503 h 239058"/>
                    <a:gd name="connsiteX80" fmla="*/ 42802 w 239058"/>
                    <a:gd name="connsiteY80" fmla="*/ 47434 h 239058"/>
                    <a:gd name="connsiteX81" fmla="*/ 52664 w 239058"/>
                    <a:gd name="connsiteY81" fmla="*/ 73730 h 239058"/>
                    <a:gd name="connsiteX82" fmla="*/ 52664 w 239058"/>
                    <a:gd name="connsiteY82" fmla="*/ 78661 h 239058"/>
                    <a:gd name="connsiteX83" fmla="*/ 45791 w 239058"/>
                    <a:gd name="connsiteY83" fmla="*/ 100325 h 239058"/>
                    <a:gd name="connsiteX84" fmla="*/ 41159 w 239058"/>
                    <a:gd name="connsiteY84" fmla="*/ 105107 h 239058"/>
                    <a:gd name="connsiteX85" fmla="*/ 15012 w 239058"/>
                    <a:gd name="connsiteY85" fmla="*/ 113025 h 239058"/>
                    <a:gd name="connsiteX86" fmla="*/ 15012 w 239058"/>
                    <a:gd name="connsiteY86" fmla="*/ 124530 h 239058"/>
                    <a:gd name="connsiteX87" fmla="*/ 40860 w 239058"/>
                    <a:gd name="connsiteY87" fmla="*/ 133345 h 239058"/>
                    <a:gd name="connsiteX88" fmla="*/ 45492 w 239058"/>
                    <a:gd name="connsiteY88" fmla="*/ 138126 h 239058"/>
                    <a:gd name="connsiteX89" fmla="*/ 52365 w 239058"/>
                    <a:gd name="connsiteY89" fmla="*/ 159941 h 239058"/>
                    <a:gd name="connsiteX90" fmla="*/ 52365 w 239058"/>
                    <a:gd name="connsiteY90" fmla="*/ 164722 h 239058"/>
                    <a:gd name="connsiteX91" fmla="*/ 42504 w 239058"/>
                    <a:gd name="connsiteY91" fmla="*/ 191168 h 239058"/>
                    <a:gd name="connsiteX92" fmla="*/ 47285 w 239058"/>
                    <a:gd name="connsiteY92" fmla="*/ 195949 h 239058"/>
                    <a:gd name="connsiteX93" fmla="*/ 74777 w 239058"/>
                    <a:gd name="connsiteY93" fmla="*/ 186088 h 239058"/>
                    <a:gd name="connsiteX94" fmla="*/ 79558 w 239058"/>
                    <a:gd name="connsiteY94" fmla="*/ 186088 h 239058"/>
                    <a:gd name="connsiteX95" fmla="*/ 101372 w 239058"/>
                    <a:gd name="connsiteY95" fmla="*/ 192961 h 239058"/>
                    <a:gd name="connsiteX96" fmla="*/ 106153 w 239058"/>
                    <a:gd name="connsiteY96" fmla="*/ 197592 h 23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239058" h="239058">
                      <a:moveTo>
                        <a:pt x="130955" y="239129"/>
                      </a:moveTo>
                      <a:lnTo>
                        <a:pt x="108842" y="239129"/>
                      </a:lnTo>
                      <a:cubicBezTo>
                        <a:pt x="105673" y="239061"/>
                        <a:pt x="102876" y="237038"/>
                        <a:pt x="101820" y="234049"/>
                      </a:cubicBezTo>
                      <a:lnTo>
                        <a:pt x="92557" y="206856"/>
                      </a:lnTo>
                      <a:lnTo>
                        <a:pt x="77615" y="201776"/>
                      </a:lnTo>
                      <a:lnTo>
                        <a:pt x="49078" y="212384"/>
                      </a:lnTo>
                      <a:cubicBezTo>
                        <a:pt x="46344" y="213436"/>
                        <a:pt x="43248" y="212793"/>
                        <a:pt x="41159" y="210741"/>
                      </a:cubicBezTo>
                      <a:lnTo>
                        <a:pt x="29505" y="199086"/>
                      </a:lnTo>
                      <a:cubicBezTo>
                        <a:pt x="27452" y="196998"/>
                        <a:pt x="26810" y="193902"/>
                        <a:pt x="27861" y="191168"/>
                      </a:cubicBezTo>
                      <a:lnTo>
                        <a:pt x="38470" y="162630"/>
                      </a:lnTo>
                      <a:lnTo>
                        <a:pt x="33390" y="147689"/>
                      </a:lnTo>
                      <a:lnTo>
                        <a:pt x="6197" y="138425"/>
                      </a:lnTo>
                      <a:cubicBezTo>
                        <a:pt x="2215" y="137668"/>
                        <a:pt x="-478" y="133925"/>
                        <a:pt x="71" y="129909"/>
                      </a:cubicBezTo>
                      <a:lnTo>
                        <a:pt x="71" y="107796"/>
                      </a:lnTo>
                      <a:cubicBezTo>
                        <a:pt x="76" y="104572"/>
                        <a:pt x="2111" y="101698"/>
                        <a:pt x="5151" y="100624"/>
                      </a:cubicBezTo>
                      <a:lnTo>
                        <a:pt x="32344" y="91361"/>
                      </a:lnTo>
                      <a:lnTo>
                        <a:pt x="37424" y="76419"/>
                      </a:lnTo>
                      <a:lnTo>
                        <a:pt x="26815" y="47882"/>
                      </a:lnTo>
                      <a:cubicBezTo>
                        <a:pt x="25749" y="45197"/>
                        <a:pt x="26397" y="42135"/>
                        <a:pt x="28459" y="40112"/>
                      </a:cubicBezTo>
                      <a:lnTo>
                        <a:pt x="40113" y="28309"/>
                      </a:lnTo>
                      <a:cubicBezTo>
                        <a:pt x="42238" y="26322"/>
                        <a:pt x="45293" y="25688"/>
                        <a:pt x="48032" y="26665"/>
                      </a:cubicBezTo>
                      <a:lnTo>
                        <a:pt x="76569" y="37274"/>
                      </a:lnTo>
                      <a:lnTo>
                        <a:pt x="91511" y="32343"/>
                      </a:lnTo>
                      <a:lnTo>
                        <a:pt x="100774" y="5001"/>
                      </a:lnTo>
                      <a:cubicBezTo>
                        <a:pt x="101949" y="1648"/>
                        <a:pt x="105322" y="-414"/>
                        <a:pt x="108842" y="70"/>
                      </a:cubicBezTo>
                      <a:lnTo>
                        <a:pt x="130955" y="70"/>
                      </a:lnTo>
                      <a:cubicBezTo>
                        <a:pt x="134156" y="8"/>
                        <a:pt x="137039" y="1991"/>
                        <a:pt x="138127" y="5001"/>
                      </a:cubicBezTo>
                      <a:lnTo>
                        <a:pt x="147391" y="32343"/>
                      </a:lnTo>
                      <a:lnTo>
                        <a:pt x="163079" y="37274"/>
                      </a:lnTo>
                      <a:lnTo>
                        <a:pt x="191616" y="26665"/>
                      </a:lnTo>
                      <a:cubicBezTo>
                        <a:pt x="194307" y="25677"/>
                        <a:pt x="197325" y="26316"/>
                        <a:pt x="199386" y="28309"/>
                      </a:cubicBezTo>
                      <a:lnTo>
                        <a:pt x="211189" y="40112"/>
                      </a:lnTo>
                      <a:cubicBezTo>
                        <a:pt x="213182" y="42173"/>
                        <a:pt x="213820" y="45191"/>
                        <a:pt x="212833" y="47882"/>
                      </a:cubicBezTo>
                      <a:lnTo>
                        <a:pt x="202225" y="76419"/>
                      </a:lnTo>
                      <a:lnTo>
                        <a:pt x="207155" y="91361"/>
                      </a:lnTo>
                      <a:lnTo>
                        <a:pt x="234497" y="100624"/>
                      </a:lnTo>
                      <a:cubicBezTo>
                        <a:pt x="237508" y="101712"/>
                        <a:pt x="239491" y="104596"/>
                        <a:pt x="239428" y="107796"/>
                      </a:cubicBezTo>
                      <a:lnTo>
                        <a:pt x="239428" y="129909"/>
                      </a:lnTo>
                      <a:cubicBezTo>
                        <a:pt x="239427" y="133054"/>
                        <a:pt x="237456" y="135861"/>
                        <a:pt x="234497" y="136931"/>
                      </a:cubicBezTo>
                      <a:lnTo>
                        <a:pt x="207155" y="146195"/>
                      </a:lnTo>
                      <a:lnTo>
                        <a:pt x="202225" y="161136"/>
                      </a:lnTo>
                      <a:lnTo>
                        <a:pt x="212833" y="189673"/>
                      </a:lnTo>
                      <a:cubicBezTo>
                        <a:pt x="213810" y="192412"/>
                        <a:pt x="213176" y="195468"/>
                        <a:pt x="211189" y="197592"/>
                      </a:cubicBezTo>
                      <a:lnTo>
                        <a:pt x="199386" y="209246"/>
                      </a:lnTo>
                      <a:cubicBezTo>
                        <a:pt x="197363" y="211308"/>
                        <a:pt x="194301" y="211957"/>
                        <a:pt x="191616" y="210890"/>
                      </a:cubicBezTo>
                      <a:lnTo>
                        <a:pt x="163079" y="200282"/>
                      </a:lnTo>
                      <a:lnTo>
                        <a:pt x="147391" y="205362"/>
                      </a:lnTo>
                      <a:lnTo>
                        <a:pt x="138127" y="232555"/>
                      </a:lnTo>
                      <a:cubicBezTo>
                        <a:pt x="137628" y="236185"/>
                        <a:pt x="134616" y="238948"/>
                        <a:pt x="130955" y="239129"/>
                      </a:cubicBezTo>
                      <a:close/>
                      <a:moveTo>
                        <a:pt x="114221" y="224188"/>
                      </a:moveTo>
                      <a:lnTo>
                        <a:pt x="125726" y="224188"/>
                      </a:lnTo>
                      <a:lnTo>
                        <a:pt x="134541" y="197592"/>
                      </a:lnTo>
                      <a:cubicBezTo>
                        <a:pt x="135300" y="195371"/>
                        <a:pt x="137078" y="193649"/>
                        <a:pt x="139322" y="192961"/>
                      </a:cubicBezTo>
                      <a:lnTo>
                        <a:pt x="160987" y="186088"/>
                      </a:lnTo>
                      <a:cubicBezTo>
                        <a:pt x="162577" y="185491"/>
                        <a:pt x="164328" y="185491"/>
                        <a:pt x="165918" y="186088"/>
                      </a:cubicBezTo>
                      <a:lnTo>
                        <a:pt x="192214" y="195949"/>
                      </a:lnTo>
                      <a:lnTo>
                        <a:pt x="197145" y="191168"/>
                      </a:lnTo>
                      <a:lnTo>
                        <a:pt x="187283" y="164423"/>
                      </a:lnTo>
                      <a:cubicBezTo>
                        <a:pt x="186759" y="162872"/>
                        <a:pt x="186759" y="161193"/>
                        <a:pt x="187283" y="159642"/>
                      </a:cubicBezTo>
                      <a:lnTo>
                        <a:pt x="194306" y="138126"/>
                      </a:lnTo>
                      <a:cubicBezTo>
                        <a:pt x="194995" y="135882"/>
                        <a:pt x="196716" y="134104"/>
                        <a:pt x="198937" y="133345"/>
                      </a:cubicBezTo>
                      <a:lnTo>
                        <a:pt x="224188" y="124530"/>
                      </a:lnTo>
                      <a:lnTo>
                        <a:pt x="224188" y="113025"/>
                      </a:lnTo>
                      <a:lnTo>
                        <a:pt x="198788" y="104658"/>
                      </a:lnTo>
                      <a:cubicBezTo>
                        <a:pt x="196566" y="103899"/>
                        <a:pt x="194845" y="102121"/>
                        <a:pt x="194156" y="99877"/>
                      </a:cubicBezTo>
                      <a:lnTo>
                        <a:pt x="187134" y="78212"/>
                      </a:lnTo>
                      <a:cubicBezTo>
                        <a:pt x="186610" y="76611"/>
                        <a:pt x="186610" y="74884"/>
                        <a:pt x="187134" y="73282"/>
                      </a:cubicBezTo>
                      <a:lnTo>
                        <a:pt x="196995" y="46985"/>
                      </a:lnTo>
                      <a:lnTo>
                        <a:pt x="192065" y="42055"/>
                      </a:lnTo>
                      <a:lnTo>
                        <a:pt x="165768" y="51916"/>
                      </a:lnTo>
                      <a:cubicBezTo>
                        <a:pt x="164166" y="52441"/>
                        <a:pt x="162439" y="52441"/>
                        <a:pt x="160838" y="51916"/>
                      </a:cubicBezTo>
                      <a:lnTo>
                        <a:pt x="139322" y="44894"/>
                      </a:lnTo>
                      <a:cubicBezTo>
                        <a:pt x="136978" y="44195"/>
                        <a:pt x="135167" y="42327"/>
                        <a:pt x="134541" y="39963"/>
                      </a:cubicBezTo>
                      <a:lnTo>
                        <a:pt x="125726" y="15011"/>
                      </a:lnTo>
                      <a:lnTo>
                        <a:pt x="114221" y="15011"/>
                      </a:lnTo>
                      <a:lnTo>
                        <a:pt x="105406" y="40710"/>
                      </a:lnTo>
                      <a:cubicBezTo>
                        <a:pt x="104692" y="42959"/>
                        <a:pt x="102896" y="44699"/>
                        <a:pt x="100625" y="45342"/>
                      </a:cubicBezTo>
                      <a:lnTo>
                        <a:pt x="78811" y="52364"/>
                      </a:lnTo>
                      <a:cubicBezTo>
                        <a:pt x="77260" y="52888"/>
                        <a:pt x="75580" y="52888"/>
                        <a:pt x="74030" y="52364"/>
                      </a:cubicBezTo>
                      <a:lnTo>
                        <a:pt x="47584" y="42503"/>
                      </a:lnTo>
                      <a:lnTo>
                        <a:pt x="42802" y="47434"/>
                      </a:lnTo>
                      <a:lnTo>
                        <a:pt x="52664" y="73730"/>
                      </a:lnTo>
                      <a:cubicBezTo>
                        <a:pt x="53260" y="75320"/>
                        <a:pt x="53260" y="77071"/>
                        <a:pt x="52664" y="78661"/>
                      </a:cubicBezTo>
                      <a:lnTo>
                        <a:pt x="45791" y="100325"/>
                      </a:lnTo>
                      <a:cubicBezTo>
                        <a:pt x="45102" y="102570"/>
                        <a:pt x="43381" y="104348"/>
                        <a:pt x="41159" y="105107"/>
                      </a:cubicBezTo>
                      <a:lnTo>
                        <a:pt x="15012" y="113025"/>
                      </a:lnTo>
                      <a:lnTo>
                        <a:pt x="15012" y="124530"/>
                      </a:lnTo>
                      <a:lnTo>
                        <a:pt x="40860" y="133345"/>
                      </a:lnTo>
                      <a:cubicBezTo>
                        <a:pt x="43082" y="134104"/>
                        <a:pt x="44803" y="135882"/>
                        <a:pt x="45492" y="138126"/>
                      </a:cubicBezTo>
                      <a:lnTo>
                        <a:pt x="52365" y="159941"/>
                      </a:lnTo>
                      <a:cubicBezTo>
                        <a:pt x="52965" y="161478"/>
                        <a:pt x="52965" y="163184"/>
                        <a:pt x="52365" y="164722"/>
                      </a:cubicBezTo>
                      <a:lnTo>
                        <a:pt x="42504" y="191168"/>
                      </a:lnTo>
                      <a:lnTo>
                        <a:pt x="47285" y="195949"/>
                      </a:lnTo>
                      <a:lnTo>
                        <a:pt x="74777" y="186088"/>
                      </a:lnTo>
                      <a:cubicBezTo>
                        <a:pt x="76314" y="185487"/>
                        <a:pt x="78020" y="185487"/>
                        <a:pt x="79558" y="186088"/>
                      </a:cubicBezTo>
                      <a:lnTo>
                        <a:pt x="101372" y="192961"/>
                      </a:lnTo>
                      <a:cubicBezTo>
                        <a:pt x="103616" y="193649"/>
                        <a:pt x="105394" y="195371"/>
                        <a:pt x="106153" y="197592"/>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44" name="Group 5080">
                <a:extLst>
                  <a:ext uri="{FF2B5EF4-FFF2-40B4-BE49-F238E27FC236}">
                    <a16:creationId xmlns:a16="http://schemas.microsoft.com/office/drawing/2014/main" id="{DC26B5AE-37FA-8EE1-D64C-B10452FF5F8E}"/>
                  </a:ext>
                  <a:ext uri="{C183D7F6-B498-43B3-948B-1728B52AA6E4}">
                    <adec:decorative xmlns:adec="http://schemas.microsoft.com/office/drawing/2017/decorative" val="1"/>
                  </a:ext>
                </a:extLst>
              </p:cNvPr>
              <p:cNvGrpSpPr>
                <a:grpSpLocks noChangeAspect="1"/>
              </p:cNvGrpSpPr>
              <p:nvPr/>
            </p:nvGrpSpPr>
            <p:grpSpPr>
              <a:xfrm>
                <a:off x="1368380" y="2427244"/>
                <a:ext cx="98512" cy="125379"/>
                <a:chOff x="5914038" y="3197412"/>
                <a:chExt cx="363924" cy="463176"/>
              </a:xfrm>
            </p:grpSpPr>
            <p:grpSp>
              <p:nvGrpSpPr>
                <p:cNvPr id="1145" name="Graphic 4">
                  <a:extLst>
                    <a:ext uri="{FF2B5EF4-FFF2-40B4-BE49-F238E27FC236}">
                      <a16:creationId xmlns:a16="http://schemas.microsoft.com/office/drawing/2014/main" id="{C6CADD02-94B2-C167-2532-DFFA0D798664}"/>
                    </a:ext>
                  </a:extLst>
                </p:cNvPr>
                <p:cNvGrpSpPr>
                  <a:grpSpLocks noChangeAspect="1"/>
                </p:cNvGrpSpPr>
                <p:nvPr/>
              </p:nvGrpSpPr>
              <p:grpSpPr>
                <a:xfrm>
                  <a:off x="5914038" y="3197412"/>
                  <a:ext cx="363924" cy="463176"/>
                  <a:chOff x="5914038" y="3152586"/>
                  <a:chExt cx="363924" cy="463176"/>
                </a:xfrm>
                <a:solidFill>
                  <a:schemeClr val="tx1"/>
                </a:solidFill>
              </p:grpSpPr>
              <p:sp>
                <p:nvSpPr>
                  <p:cNvPr id="1147" name="Freeform: Shape 5083">
                    <a:extLst>
                      <a:ext uri="{FF2B5EF4-FFF2-40B4-BE49-F238E27FC236}">
                        <a16:creationId xmlns:a16="http://schemas.microsoft.com/office/drawing/2014/main" id="{F32E1DFF-7A97-B37D-80FE-8EAD1FBD176B}"/>
                      </a:ext>
                    </a:extLst>
                  </p:cNvPr>
                  <p:cNvSpPr/>
                  <p:nvPr/>
                </p:nvSpPr>
                <p:spPr>
                  <a:xfrm>
                    <a:off x="5914038" y="3152586"/>
                    <a:ext cx="363924" cy="463176"/>
                  </a:xfrm>
                  <a:custGeom>
                    <a:avLst/>
                    <a:gdLst>
                      <a:gd name="connsiteX0" fmla="*/ 306027 w 363924"/>
                      <a:gd name="connsiteY0" fmla="*/ 463176 h 463176"/>
                      <a:gd name="connsiteX1" fmla="*/ 57897 w 363924"/>
                      <a:gd name="connsiteY1" fmla="*/ 463176 h 463176"/>
                      <a:gd name="connsiteX2" fmla="*/ 0 w 363924"/>
                      <a:gd name="connsiteY2" fmla="*/ 405279 h 463176"/>
                      <a:gd name="connsiteX3" fmla="*/ 0 w 363924"/>
                      <a:gd name="connsiteY3" fmla="*/ 57897 h 463176"/>
                      <a:gd name="connsiteX4" fmla="*/ 57897 w 363924"/>
                      <a:gd name="connsiteY4" fmla="*/ 0 h 463176"/>
                      <a:gd name="connsiteX5" fmla="*/ 306027 w 363924"/>
                      <a:gd name="connsiteY5" fmla="*/ 0 h 463176"/>
                      <a:gd name="connsiteX6" fmla="*/ 363924 w 363924"/>
                      <a:gd name="connsiteY6" fmla="*/ 57897 h 463176"/>
                      <a:gd name="connsiteX7" fmla="*/ 363924 w 363924"/>
                      <a:gd name="connsiteY7" fmla="*/ 405279 h 463176"/>
                      <a:gd name="connsiteX8" fmla="*/ 306027 w 363924"/>
                      <a:gd name="connsiteY8" fmla="*/ 463176 h 463176"/>
                      <a:gd name="connsiteX9" fmla="*/ 57897 w 363924"/>
                      <a:gd name="connsiteY9" fmla="*/ 16542 h 463176"/>
                      <a:gd name="connsiteX10" fmla="*/ 16542 w 363924"/>
                      <a:gd name="connsiteY10" fmla="*/ 57897 h 463176"/>
                      <a:gd name="connsiteX11" fmla="*/ 16542 w 363924"/>
                      <a:gd name="connsiteY11" fmla="*/ 405279 h 463176"/>
                      <a:gd name="connsiteX12" fmla="*/ 57897 w 363924"/>
                      <a:gd name="connsiteY12" fmla="*/ 446634 h 463176"/>
                      <a:gd name="connsiteX13" fmla="*/ 306027 w 363924"/>
                      <a:gd name="connsiteY13" fmla="*/ 446634 h 463176"/>
                      <a:gd name="connsiteX14" fmla="*/ 347382 w 363924"/>
                      <a:gd name="connsiteY14" fmla="*/ 405279 h 463176"/>
                      <a:gd name="connsiteX15" fmla="*/ 347382 w 363924"/>
                      <a:gd name="connsiteY15" fmla="*/ 57897 h 463176"/>
                      <a:gd name="connsiteX16" fmla="*/ 306027 w 363924"/>
                      <a:gd name="connsiteY16" fmla="*/ 16542 h 4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924" h="463176">
                        <a:moveTo>
                          <a:pt x="306027" y="463176"/>
                        </a:moveTo>
                        <a:lnTo>
                          <a:pt x="57897" y="463176"/>
                        </a:lnTo>
                        <a:cubicBezTo>
                          <a:pt x="25921" y="463176"/>
                          <a:pt x="0" y="437255"/>
                          <a:pt x="0" y="405279"/>
                        </a:cubicBezTo>
                        <a:lnTo>
                          <a:pt x="0" y="57897"/>
                        </a:lnTo>
                        <a:cubicBezTo>
                          <a:pt x="0" y="25921"/>
                          <a:pt x="25921" y="0"/>
                          <a:pt x="57897" y="0"/>
                        </a:cubicBezTo>
                        <a:lnTo>
                          <a:pt x="306027" y="0"/>
                        </a:lnTo>
                        <a:cubicBezTo>
                          <a:pt x="338003" y="0"/>
                          <a:pt x="363924" y="25921"/>
                          <a:pt x="363924" y="57897"/>
                        </a:cubicBezTo>
                        <a:lnTo>
                          <a:pt x="363924" y="405279"/>
                        </a:lnTo>
                        <a:cubicBezTo>
                          <a:pt x="363924" y="437255"/>
                          <a:pt x="338003" y="463176"/>
                          <a:pt x="306027" y="463176"/>
                        </a:cubicBezTo>
                        <a:close/>
                        <a:moveTo>
                          <a:pt x="57897" y="16542"/>
                        </a:moveTo>
                        <a:cubicBezTo>
                          <a:pt x="35057" y="16542"/>
                          <a:pt x="16542" y="35057"/>
                          <a:pt x="16542" y="57897"/>
                        </a:cubicBezTo>
                        <a:lnTo>
                          <a:pt x="16542" y="405279"/>
                        </a:lnTo>
                        <a:cubicBezTo>
                          <a:pt x="16542" y="428119"/>
                          <a:pt x="35057" y="446634"/>
                          <a:pt x="57897" y="446634"/>
                        </a:cubicBezTo>
                        <a:lnTo>
                          <a:pt x="306027" y="446634"/>
                        </a:lnTo>
                        <a:cubicBezTo>
                          <a:pt x="328867" y="446634"/>
                          <a:pt x="347382" y="428119"/>
                          <a:pt x="347382" y="405279"/>
                        </a:cubicBezTo>
                        <a:lnTo>
                          <a:pt x="347382" y="57897"/>
                        </a:lnTo>
                        <a:cubicBezTo>
                          <a:pt x="347382" y="35057"/>
                          <a:pt x="328867" y="16542"/>
                          <a:pt x="306027" y="16542"/>
                        </a:cubicBezTo>
                        <a:close/>
                      </a:path>
                    </a:pathLst>
                  </a:custGeom>
                  <a:grpFill/>
                  <a:ln w="1645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48" name="Freeform: Shape 5084">
                    <a:extLst>
                      <a:ext uri="{FF2B5EF4-FFF2-40B4-BE49-F238E27FC236}">
                        <a16:creationId xmlns:a16="http://schemas.microsoft.com/office/drawing/2014/main" id="{42367767-9A52-14FE-1195-40BEB0CEF0B4}"/>
                      </a:ext>
                    </a:extLst>
                  </p:cNvPr>
                  <p:cNvSpPr/>
                  <p:nvPr/>
                </p:nvSpPr>
                <p:spPr>
                  <a:xfrm>
                    <a:off x="6062916" y="3182031"/>
                    <a:ext cx="66168" cy="16542"/>
                  </a:xfrm>
                  <a:custGeom>
                    <a:avLst/>
                    <a:gdLst>
                      <a:gd name="connsiteX0" fmla="*/ 57897 w 66168"/>
                      <a:gd name="connsiteY0" fmla="*/ 16542 h 16542"/>
                      <a:gd name="connsiteX1" fmla="*/ 8271 w 66168"/>
                      <a:gd name="connsiteY1" fmla="*/ 16542 h 16542"/>
                      <a:gd name="connsiteX2" fmla="*/ 0 w 66168"/>
                      <a:gd name="connsiteY2" fmla="*/ 8271 h 16542"/>
                      <a:gd name="connsiteX3" fmla="*/ 8271 w 66168"/>
                      <a:gd name="connsiteY3" fmla="*/ 0 h 16542"/>
                      <a:gd name="connsiteX4" fmla="*/ 57897 w 66168"/>
                      <a:gd name="connsiteY4" fmla="*/ 0 h 16542"/>
                      <a:gd name="connsiteX5" fmla="*/ 66168 w 66168"/>
                      <a:gd name="connsiteY5" fmla="*/ 8271 h 16542"/>
                      <a:gd name="connsiteX6" fmla="*/ 57897 w 66168"/>
                      <a:gd name="connsiteY6" fmla="*/ 16542 h 1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168" h="16542">
                        <a:moveTo>
                          <a:pt x="57897" y="16542"/>
                        </a:moveTo>
                        <a:lnTo>
                          <a:pt x="8271" y="16542"/>
                        </a:lnTo>
                        <a:cubicBezTo>
                          <a:pt x="3703" y="16542"/>
                          <a:pt x="0" y="12839"/>
                          <a:pt x="0" y="8271"/>
                        </a:cubicBezTo>
                        <a:cubicBezTo>
                          <a:pt x="0" y="3703"/>
                          <a:pt x="3703" y="0"/>
                          <a:pt x="8271" y="0"/>
                        </a:cubicBezTo>
                        <a:lnTo>
                          <a:pt x="57897" y="0"/>
                        </a:lnTo>
                        <a:cubicBezTo>
                          <a:pt x="62464" y="0"/>
                          <a:pt x="66168" y="3703"/>
                          <a:pt x="66168" y="8271"/>
                        </a:cubicBezTo>
                        <a:cubicBezTo>
                          <a:pt x="66168" y="12839"/>
                          <a:pt x="62464" y="16542"/>
                          <a:pt x="57897" y="16542"/>
                        </a:cubicBezTo>
                        <a:close/>
                      </a:path>
                    </a:pathLst>
                  </a:custGeom>
                  <a:grpFill/>
                  <a:ln w="1645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49" name="Freeform: Shape 5085">
                    <a:extLst>
                      <a:ext uri="{FF2B5EF4-FFF2-40B4-BE49-F238E27FC236}">
                        <a16:creationId xmlns:a16="http://schemas.microsoft.com/office/drawing/2014/main" id="{C6DE86CD-7CCF-1576-0DC2-E373E25AD577}"/>
                      </a:ext>
                    </a:extLst>
                  </p:cNvPr>
                  <p:cNvSpPr/>
                  <p:nvPr/>
                </p:nvSpPr>
                <p:spPr>
                  <a:xfrm>
                    <a:off x="6071187" y="3533052"/>
                    <a:ext cx="49626" cy="49626"/>
                  </a:xfrm>
                  <a:custGeom>
                    <a:avLst/>
                    <a:gdLst>
                      <a:gd name="connsiteX0" fmla="*/ 49626 w 49626"/>
                      <a:gd name="connsiteY0" fmla="*/ 24813 h 49626"/>
                      <a:gd name="connsiteX1" fmla="*/ 24813 w 49626"/>
                      <a:gd name="connsiteY1" fmla="*/ 49626 h 49626"/>
                      <a:gd name="connsiteX2" fmla="*/ 0 w 49626"/>
                      <a:gd name="connsiteY2" fmla="*/ 24813 h 49626"/>
                      <a:gd name="connsiteX3" fmla="*/ 24813 w 49626"/>
                      <a:gd name="connsiteY3" fmla="*/ 0 h 49626"/>
                      <a:gd name="connsiteX4" fmla="*/ 49626 w 49626"/>
                      <a:gd name="connsiteY4" fmla="*/ 24813 h 49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26" h="49626">
                        <a:moveTo>
                          <a:pt x="49626" y="24813"/>
                        </a:moveTo>
                        <a:cubicBezTo>
                          <a:pt x="49626" y="38517"/>
                          <a:pt x="38517" y="49626"/>
                          <a:pt x="24813" y="49626"/>
                        </a:cubicBezTo>
                        <a:cubicBezTo>
                          <a:pt x="11109" y="49626"/>
                          <a:pt x="0" y="38517"/>
                          <a:pt x="0" y="24813"/>
                        </a:cubicBezTo>
                        <a:cubicBezTo>
                          <a:pt x="0" y="11109"/>
                          <a:pt x="11109" y="0"/>
                          <a:pt x="24813" y="0"/>
                        </a:cubicBezTo>
                        <a:cubicBezTo>
                          <a:pt x="38517" y="0"/>
                          <a:pt x="49626" y="11109"/>
                          <a:pt x="49626" y="24813"/>
                        </a:cubicBezTo>
                        <a:close/>
                      </a:path>
                    </a:pathLst>
                  </a:custGeom>
                  <a:grpFill/>
                  <a:ln w="1645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146" name="Freeform: Shape 5082">
                  <a:extLst>
                    <a:ext uri="{FF2B5EF4-FFF2-40B4-BE49-F238E27FC236}">
                      <a16:creationId xmlns:a16="http://schemas.microsoft.com/office/drawing/2014/main" id="{877C8BF3-5552-D0F0-C0F6-DDB53EBAB349}"/>
                    </a:ext>
                  </a:extLst>
                </p:cNvPr>
                <p:cNvSpPr/>
                <p:nvPr/>
              </p:nvSpPr>
              <p:spPr>
                <a:xfrm>
                  <a:off x="6038420" y="3313847"/>
                  <a:ext cx="189380" cy="160244"/>
                </a:xfrm>
                <a:custGeom>
                  <a:avLst/>
                  <a:gdLst>
                    <a:gd name="connsiteX0" fmla="*/ 52294 w 194234"/>
                    <a:gd name="connsiteY0" fmla="*/ 171823 h 164352"/>
                    <a:gd name="connsiteX1" fmla="*/ 46168 w 194234"/>
                    <a:gd name="connsiteY1" fmla="*/ 168536 h 164352"/>
                    <a:gd name="connsiteX2" fmla="*/ 32870 w 194234"/>
                    <a:gd name="connsiteY2" fmla="*/ 149411 h 164352"/>
                    <a:gd name="connsiteX3" fmla="*/ 7471 w 194234"/>
                    <a:gd name="connsiteY3" fmla="*/ 149411 h 164352"/>
                    <a:gd name="connsiteX4" fmla="*/ 0 w 194234"/>
                    <a:gd name="connsiteY4" fmla="*/ 141941 h 164352"/>
                    <a:gd name="connsiteX5" fmla="*/ 0 w 194234"/>
                    <a:gd name="connsiteY5" fmla="*/ 7471 h 164352"/>
                    <a:gd name="connsiteX6" fmla="*/ 7471 w 194234"/>
                    <a:gd name="connsiteY6" fmla="*/ 0 h 164352"/>
                    <a:gd name="connsiteX7" fmla="*/ 186764 w 194234"/>
                    <a:gd name="connsiteY7" fmla="*/ 0 h 164352"/>
                    <a:gd name="connsiteX8" fmla="*/ 194235 w 194234"/>
                    <a:gd name="connsiteY8" fmla="*/ 7471 h 164352"/>
                    <a:gd name="connsiteX9" fmla="*/ 194235 w 194234"/>
                    <a:gd name="connsiteY9" fmla="*/ 141941 h 164352"/>
                    <a:gd name="connsiteX10" fmla="*/ 186764 w 194234"/>
                    <a:gd name="connsiteY10" fmla="*/ 149411 h 164352"/>
                    <a:gd name="connsiteX11" fmla="*/ 71867 w 194234"/>
                    <a:gd name="connsiteY11" fmla="*/ 149411 h 164352"/>
                    <a:gd name="connsiteX12" fmla="*/ 58420 w 194234"/>
                    <a:gd name="connsiteY12" fmla="*/ 168685 h 164352"/>
                    <a:gd name="connsiteX13" fmla="*/ 52294 w 194234"/>
                    <a:gd name="connsiteY13" fmla="*/ 171823 h 164352"/>
                    <a:gd name="connsiteX14" fmla="*/ 14941 w 194234"/>
                    <a:gd name="connsiteY14" fmla="*/ 134470 h 164352"/>
                    <a:gd name="connsiteX15" fmla="*/ 36755 w 194234"/>
                    <a:gd name="connsiteY15" fmla="*/ 134470 h 164352"/>
                    <a:gd name="connsiteX16" fmla="*/ 42881 w 194234"/>
                    <a:gd name="connsiteY16" fmla="*/ 137757 h 164352"/>
                    <a:gd name="connsiteX17" fmla="*/ 52294 w 194234"/>
                    <a:gd name="connsiteY17" fmla="*/ 151354 h 164352"/>
                    <a:gd name="connsiteX18" fmla="*/ 61856 w 194234"/>
                    <a:gd name="connsiteY18" fmla="*/ 137608 h 164352"/>
                    <a:gd name="connsiteX19" fmla="*/ 67982 w 194234"/>
                    <a:gd name="connsiteY19" fmla="*/ 134470 h 164352"/>
                    <a:gd name="connsiteX20" fmla="*/ 179293 w 194234"/>
                    <a:gd name="connsiteY20" fmla="*/ 134470 h 164352"/>
                    <a:gd name="connsiteX21" fmla="*/ 179293 w 194234"/>
                    <a:gd name="connsiteY21" fmla="*/ 14941 h 164352"/>
                    <a:gd name="connsiteX22" fmla="*/ 14941 w 194234"/>
                    <a:gd name="connsiteY22" fmla="*/ 14941 h 164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4234" h="164352">
                      <a:moveTo>
                        <a:pt x="52294" y="171823"/>
                      </a:moveTo>
                      <a:cubicBezTo>
                        <a:pt x="49872" y="171668"/>
                        <a:pt x="47637" y="170468"/>
                        <a:pt x="46168" y="168536"/>
                      </a:cubicBezTo>
                      <a:lnTo>
                        <a:pt x="32870" y="149411"/>
                      </a:lnTo>
                      <a:lnTo>
                        <a:pt x="7471" y="149411"/>
                      </a:lnTo>
                      <a:cubicBezTo>
                        <a:pt x="3345" y="149411"/>
                        <a:pt x="0" y="146066"/>
                        <a:pt x="0" y="141941"/>
                      </a:cubicBezTo>
                      <a:lnTo>
                        <a:pt x="0" y="7471"/>
                      </a:lnTo>
                      <a:cubicBezTo>
                        <a:pt x="0" y="3345"/>
                        <a:pt x="3345" y="0"/>
                        <a:pt x="7471" y="0"/>
                      </a:cubicBezTo>
                      <a:lnTo>
                        <a:pt x="186764" y="0"/>
                      </a:lnTo>
                      <a:cubicBezTo>
                        <a:pt x="190889" y="0"/>
                        <a:pt x="194235" y="3345"/>
                        <a:pt x="194235" y="7471"/>
                      </a:cubicBezTo>
                      <a:lnTo>
                        <a:pt x="194235" y="141941"/>
                      </a:lnTo>
                      <a:cubicBezTo>
                        <a:pt x="194235" y="146066"/>
                        <a:pt x="190889" y="149411"/>
                        <a:pt x="186764" y="149411"/>
                      </a:cubicBezTo>
                      <a:lnTo>
                        <a:pt x="71867" y="149411"/>
                      </a:lnTo>
                      <a:lnTo>
                        <a:pt x="58420" y="168685"/>
                      </a:lnTo>
                      <a:cubicBezTo>
                        <a:pt x="56978" y="170628"/>
                        <a:pt x="54713" y="171789"/>
                        <a:pt x="52294" y="171823"/>
                      </a:cubicBezTo>
                      <a:close/>
                      <a:moveTo>
                        <a:pt x="14941" y="134470"/>
                      </a:moveTo>
                      <a:lnTo>
                        <a:pt x="36755" y="134470"/>
                      </a:lnTo>
                      <a:cubicBezTo>
                        <a:pt x="39220" y="134464"/>
                        <a:pt x="41523" y="135700"/>
                        <a:pt x="42881" y="137757"/>
                      </a:cubicBezTo>
                      <a:lnTo>
                        <a:pt x="52294" y="151354"/>
                      </a:lnTo>
                      <a:lnTo>
                        <a:pt x="61856" y="137608"/>
                      </a:lnTo>
                      <a:cubicBezTo>
                        <a:pt x="63283" y="135647"/>
                        <a:pt x="65557" y="134482"/>
                        <a:pt x="67982" y="134470"/>
                      </a:cubicBezTo>
                      <a:lnTo>
                        <a:pt x="179293" y="134470"/>
                      </a:lnTo>
                      <a:lnTo>
                        <a:pt x="179293" y="14941"/>
                      </a:lnTo>
                      <a:lnTo>
                        <a:pt x="14941" y="14941"/>
                      </a:lnTo>
                      <a:close/>
                    </a:path>
                  </a:pathLst>
                </a:custGeom>
                <a:solidFill>
                  <a:schemeClr val="tx1"/>
                </a:solid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grpSp>
          <p:nvGrpSpPr>
            <p:cNvPr id="1675" name="Group 1674">
              <a:extLst>
                <a:ext uri="{FF2B5EF4-FFF2-40B4-BE49-F238E27FC236}">
                  <a16:creationId xmlns:a16="http://schemas.microsoft.com/office/drawing/2014/main" id="{B26C4E51-6B30-36F9-54BD-4A3734BF9221}"/>
                </a:ext>
              </a:extLst>
            </p:cNvPr>
            <p:cNvGrpSpPr/>
            <p:nvPr/>
          </p:nvGrpSpPr>
          <p:grpSpPr>
            <a:xfrm>
              <a:off x="5684949" y="2233850"/>
              <a:ext cx="5219156" cy="4003462"/>
              <a:chOff x="6350337" y="1729794"/>
              <a:chExt cx="5219156" cy="4003462"/>
            </a:xfrm>
          </p:grpSpPr>
          <p:grpSp>
            <p:nvGrpSpPr>
              <p:cNvPr id="3" name="Group 2454">
                <a:extLst>
                  <a:ext uri="{FF2B5EF4-FFF2-40B4-BE49-F238E27FC236}">
                    <a16:creationId xmlns:a16="http://schemas.microsoft.com/office/drawing/2014/main" id="{64EFD126-2463-35E0-9650-60A03AE1CB2C}"/>
                  </a:ext>
                  <a:ext uri="{C183D7F6-B498-43B3-948B-1728B52AA6E4}">
                    <adec:decorative xmlns:adec="http://schemas.microsoft.com/office/drawing/2017/decorative" val="1"/>
                  </a:ext>
                </a:extLst>
              </p:cNvPr>
              <p:cNvGrpSpPr>
                <a:grpSpLocks noChangeAspect="1"/>
              </p:cNvGrpSpPr>
              <p:nvPr/>
            </p:nvGrpSpPr>
            <p:grpSpPr>
              <a:xfrm>
                <a:off x="6635659" y="3124456"/>
                <a:ext cx="116524" cy="143414"/>
                <a:chOff x="6753773" y="1069094"/>
                <a:chExt cx="116524" cy="143414"/>
              </a:xfrm>
            </p:grpSpPr>
            <p:sp>
              <p:nvSpPr>
                <p:cNvPr id="4" name="Freeform: Shape 2455">
                  <a:extLst>
                    <a:ext uri="{FF2B5EF4-FFF2-40B4-BE49-F238E27FC236}">
                      <a16:creationId xmlns:a16="http://schemas.microsoft.com/office/drawing/2014/main" id="{2A26474F-A629-A1BD-FF62-C8CC5DA3C136}"/>
                    </a:ext>
                  </a:extLst>
                </p:cNvPr>
                <p:cNvSpPr/>
                <p:nvPr/>
              </p:nvSpPr>
              <p:spPr>
                <a:xfrm>
                  <a:off x="6766179" y="1167244"/>
                  <a:ext cx="26890" cy="31372"/>
                </a:xfrm>
                <a:custGeom>
                  <a:avLst/>
                  <a:gdLst>
                    <a:gd name="connsiteX0" fmla="*/ 16888 w 26890"/>
                    <a:gd name="connsiteY0" fmla="*/ 32941 h 31371"/>
                    <a:gd name="connsiteX1" fmla="*/ 11958 w 26890"/>
                    <a:gd name="connsiteY1" fmla="*/ 30251 h 31371"/>
                    <a:gd name="connsiteX2" fmla="*/ 2098 w 26890"/>
                    <a:gd name="connsiteY2" fmla="*/ 17255 h 31371"/>
                    <a:gd name="connsiteX3" fmla="*/ 2994 w 26890"/>
                    <a:gd name="connsiteY3" fmla="*/ 3809 h 31371"/>
                    <a:gd name="connsiteX4" fmla="*/ 6131 w 26890"/>
                    <a:gd name="connsiteY4" fmla="*/ 672 h 31371"/>
                    <a:gd name="connsiteX5" fmla="*/ 9269 w 26890"/>
                    <a:gd name="connsiteY5" fmla="*/ 672 h 31371"/>
                    <a:gd name="connsiteX6" fmla="*/ 27195 w 26890"/>
                    <a:gd name="connsiteY6" fmla="*/ 18599 h 31371"/>
                    <a:gd name="connsiteX7" fmla="*/ 28540 w 26890"/>
                    <a:gd name="connsiteY7" fmla="*/ 21736 h 31371"/>
                    <a:gd name="connsiteX8" fmla="*/ 27195 w 26890"/>
                    <a:gd name="connsiteY8" fmla="*/ 24873 h 31371"/>
                    <a:gd name="connsiteX9" fmla="*/ 21369 w 26890"/>
                    <a:gd name="connsiteY9" fmla="*/ 30700 h 31371"/>
                    <a:gd name="connsiteX10" fmla="*/ 16888 w 26890"/>
                    <a:gd name="connsiteY10" fmla="*/ 32941 h 31371"/>
                    <a:gd name="connsiteX11" fmla="*/ 7924 w 26890"/>
                    <a:gd name="connsiteY11" fmla="*/ 5602 h 31371"/>
                    <a:gd name="connsiteX12" fmla="*/ 6580 w 26890"/>
                    <a:gd name="connsiteY12" fmla="*/ 6947 h 31371"/>
                    <a:gd name="connsiteX13" fmla="*/ 6131 w 26890"/>
                    <a:gd name="connsiteY13" fmla="*/ 14566 h 31371"/>
                    <a:gd name="connsiteX14" fmla="*/ 15991 w 26890"/>
                    <a:gd name="connsiteY14" fmla="*/ 27562 h 31371"/>
                    <a:gd name="connsiteX15" fmla="*/ 18680 w 26890"/>
                    <a:gd name="connsiteY15" fmla="*/ 27562 h 31371"/>
                    <a:gd name="connsiteX16" fmla="*/ 24506 w 26890"/>
                    <a:gd name="connsiteY16" fmla="*/ 21736 h 31371"/>
                    <a:gd name="connsiteX17" fmla="*/ 7924 w 26890"/>
                    <a:gd name="connsiteY17" fmla="*/ 5602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890" h="31371">
                      <a:moveTo>
                        <a:pt x="16888" y="32941"/>
                      </a:moveTo>
                      <a:cubicBezTo>
                        <a:pt x="14647" y="32941"/>
                        <a:pt x="12854" y="32044"/>
                        <a:pt x="11958" y="30251"/>
                      </a:cubicBezTo>
                      <a:lnTo>
                        <a:pt x="2098" y="17255"/>
                      </a:lnTo>
                      <a:cubicBezTo>
                        <a:pt x="-1039" y="13221"/>
                        <a:pt x="-591" y="7395"/>
                        <a:pt x="2994" y="3809"/>
                      </a:cubicBezTo>
                      <a:lnTo>
                        <a:pt x="6131" y="672"/>
                      </a:lnTo>
                      <a:cubicBezTo>
                        <a:pt x="7028" y="-224"/>
                        <a:pt x="8372" y="-224"/>
                        <a:pt x="9269" y="672"/>
                      </a:cubicBezTo>
                      <a:lnTo>
                        <a:pt x="27195" y="18599"/>
                      </a:lnTo>
                      <a:cubicBezTo>
                        <a:pt x="28092" y="19495"/>
                        <a:pt x="28540" y="20392"/>
                        <a:pt x="28540" y="21736"/>
                      </a:cubicBezTo>
                      <a:cubicBezTo>
                        <a:pt x="28540" y="22633"/>
                        <a:pt x="28092" y="23977"/>
                        <a:pt x="27195" y="24873"/>
                      </a:cubicBezTo>
                      <a:lnTo>
                        <a:pt x="21369" y="30700"/>
                      </a:lnTo>
                      <a:cubicBezTo>
                        <a:pt x="20473" y="32044"/>
                        <a:pt x="18680" y="32941"/>
                        <a:pt x="16888" y="32941"/>
                      </a:cubicBezTo>
                      <a:close/>
                      <a:moveTo>
                        <a:pt x="7924" y="5602"/>
                      </a:moveTo>
                      <a:lnTo>
                        <a:pt x="6580" y="6947"/>
                      </a:lnTo>
                      <a:cubicBezTo>
                        <a:pt x="4787" y="8739"/>
                        <a:pt x="4339" y="12325"/>
                        <a:pt x="6131" y="14566"/>
                      </a:cubicBezTo>
                      <a:lnTo>
                        <a:pt x="15991" y="27562"/>
                      </a:lnTo>
                      <a:cubicBezTo>
                        <a:pt x="16439" y="28459"/>
                        <a:pt x="18232" y="28459"/>
                        <a:pt x="18680" y="27562"/>
                      </a:cubicBezTo>
                      <a:lnTo>
                        <a:pt x="24506" y="21736"/>
                      </a:lnTo>
                      <a:lnTo>
                        <a:pt x="7924" y="560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5" name="Freeform: Shape 2456">
                  <a:extLst>
                    <a:ext uri="{FF2B5EF4-FFF2-40B4-BE49-F238E27FC236}">
                      <a16:creationId xmlns:a16="http://schemas.microsoft.com/office/drawing/2014/main" id="{B4CD773B-FF7D-9C22-63E2-F1FDB473536B}"/>
                    </a:ext>
                  </a:extLst>
                </p:cNvPr>
                <p:cNvSpPr/>
                <p:nvPr/>
              </p:nvSpPr>
              <p:spPr>
                <a:xfrm>
                  <a:off x="6753773" y="1069094"/>
                  <a:ext cx="116524" cy="143414"/>
                </a:xfrm>
                <a:custGeom>
                  <a:avLst/>
                  <a:gdLst>
                    <a:gd name="connsiteX0" fmla="*/ 26156 w 116524"/>
                    <a:gd name="connsiteY0" fmla="*/ 146776 h 143414"/>
                    <a:gd name="connsiteX1" fmla="*/ 16745 w 116524"/>
                    <a:gd name="connsiteY1" fmla="*/ 141846 h 143414"/>
                    <a:gd name="connsiteX2" fmla="*/ 4196 w 116524"/>
                    <a:gd name="connsiteY2" fmla="*/ 124815 h 143414"/>
                    <a:gd name="connsiteX3" fmla="*/ 5989 w 116524"/>
                    <a:gd name="connsiteY3" fmla="*/ 97925 h 143414"/>
                    <a:gd name="connsiteX4" fmla="*/ 103241 w 116524"/>
                    <a:gd name="connsiteY4" fmla="*/ 672 h 143414"/>
                    <a:gd name="connsiteX5" fmla="*/ 106379 w 116524"/>
                    <a:gd name="connsiteY5" fmla="*/ 672 h 143414"/>
                    <a:gd name="connsiteX6" fmla="*/ 114446 w 116524"/>
                    <a:gd name="connsiteY6" fmla="*/ 8291 h 143414"/>
                    <a:gd name="connsiteX7" fmla="*/ 114894 w 116524"/>
                    <a:gd name="connsiteY7" fmla="*/ 9187 h 143414"/>
                    <a:gd name="connsiteX8" fmla="*/ 118031 w 116524"/>
                    <a:gd name="connsiteY8" fmla="*/ 19944 h 143414"/>
                    <a:gd name="connsiteX9" fmla="*/ 117583 w 116524"/>
                    <a:gd name="connsiteY9" fmla="*/ 21736 h 143414"/>
                    <a:gd name="connsiteX10" fmla="*/ 115790 w 116524"/>
                    <a:gd name="connsiteY10" fmla="*/ 22633 h 143414"/>
                    <a:gd name="connsiteX11" fmla="*/ 105034 w 116524"/>
                    <a:gd name="connsiteY11" fmla="*/ 23977 h 143414"/>
                    <a:gd name="connsiteX12" fmla="*/ 108620 w 116524"/>
                    <a:gd name="connsiteY12" fmla="*/ 34285 h 143414"/>
                    <a:gd name="connsiteX13" fmla="*/ 108171 w 116524"/>
                    <a:gd name="connsiteY13" fmla="*/ 36078 h 143414"/>
                    <a:gd name="connsiteX14" fmla="*/ 106379 w 116524"/>
                    <a:gd name="connsiteY14" fmla="*/ 36974 h 143414"/>
                    <a:gd name="connsiteX15" fmla="*/ 95623 w 116524"/>
                    <a:gd name="connsiteY15" fmla="*/ 38319 h 143414"/>
                    <a:gd name="connsiteX16" fmla="*/ 99208 w 116524"/>
                    <a:gd name="connsiteY16" fmla="*/ 48626 h 143414"/>
                    <a:gd name="connsiteX17" fmla="*/ 98760 w 116524"/>
                    <a:gd name="connsiteY17" fmla="*/ 50419 h 143414"/>
                    <a:gd name="connsiteX18" fmla="*/ 96967 w 116524"/>
                    <a:gd name="connsiteY18" fmla="*/ 51316 h 143414"/>
                    <a:gd name="connsiteX19" fmla="*/ 86659 w 116524"/>
                    <a:gd name="connsiteY19" fmla="*/ 53556 h 143414"/>
                    <a:gd name="connsiteX20" fmla="*/ 90245 w 116524"/>
                    <a:gd name="connsiteY20" fmla="*/ 63864 h 143414"/>
                    <a:gd name="connsiteX21" fmla="*/ 89796 w 116524"/>
                    <a:gd name="connsiteY21" fmla="*/ 65657 h 143414"/>
                    <a:gd name="connsiteX22" fmla="*/ 88004 w 116524"/>
                    <a:gd name="connsiteY22" fmla="*/ 66553 h 143414"/>
                    <a:gd name="connsiteX23" fmla="*/ 77696 w 116524"/>
                    <a:gd name="connsiteY23" fmla="*/ 67898 h 143414"/>
                    <a:gd name="connsiteX24" fmla="*/ 81281 w 116524"/>
                    <a:gd name="connsiteY24" fmla="*/ 78206 h 143414"/>
                    <a:gd name="connsiteX25" fmla="*/ 80833 w 116524"/>
                    <a:gd name="connsiteY25" fmla="*/ 79998 h 143414"/>
                    <a:gd name="connsiteX26" fmla="*/ 79040 w 116524"/>
                    <a:gd name="connsiteY26" fmla="*/ 80895 h 143414"/>
                    <a:gd name="connsiteX27" fmla="*/ 68284 w 116524"/>
                    <a:gd name="connsiteY27" fmla="*/ 82239 h 143414"/>
                    <a:gd name="connsiteX28" fmla="*/ 71870 w 116524"/>
                    <a:gd name="connsiteY28" fmla="*/ 92547 h 143414"/>
                    <a:gd name="connsiteX29" fmla="*/ 71421 w 116524"/>
                    <a:gd name="connsiteY29" fmla="*/ 94340 h 143414"/>
                    <a:gd name="connsiteX30" fmla="*/ 69629 w 116524"/>
                    <a:gd name="connsiteY30" fmla="*/ 95236 h 143414"/>
                    <a:gd name="connsiteX31" fmla="*/ 58873 w 116524"/>
                    <a:gd name="connsiteY31" fmla="*/ 96581 h 143414"/>
                    <a:gd name="connsiteX32" fmla="*/ 62458 w 116524"/>
                    <a:gd name="connsiteY32" fmla="*/ 106889 h 143414"/>
                    <a:gd name="connsiteX33" fmla="*/ 62458 w 116524"/>
                    <a:gd name="connsiteY33" fmla="*/ 108681 h 143414"/>
                    <a:gd name="connsiteX34" fmla="*/ 61114 w 116524"/>
                    <a:gd name="connsiteY34" fmla="*/ 109578 h 143414"/>
                    <a:gd name="connsiteX35" fmla="*/ 52150 w 116524"/>
                    <a:gd name="connsiteY35" fmla="*/ 110922 h 143414"/>
                    <a:gd name="connsiteX36" fmla="*/ 51254 w 116524"/>
                    <a:gd name="connsiteY36" fmla="*/ 125712 h 143414"/>
                    <a:gd name="connsiteX37" fmla="*/ 51254 w 116524"/>
                    <a:gd name="connsiteY37" fmla="*/ 125712 h 143414"/>
                    <a:gd name="connsiteX38" fmla="*/ 34671 w 116524"/>
                    <a:gd name="connsiteY38" fmla="*/ 142294 h 143414"/>
                    <a:gd name="connsiteX39" fmla="*/ 26156 w 116524"/>
                    <a:gd name="connsiteY39" fmla="*/ 146776 h 143414"/>
                    <a:gd name="connsiteX40" fmla="*/ 21675 w 116524"/>
                    <a:gd name="connsiteY40" fmla="*/ 88065 h 143414"/>
                    <a:gd name="connsiteX41" fmla="*/ 8678 w 116524"/>
                    <a:gd name="connsiteY41" fmla="*/ 101062 h 143414"/>
                    <a:gd name="connsiteX42" fmla="*/ 7333 w 116524"/>
                    <a:gd name="connsiteY42" fmla="*/ 122126 h 143414"/>
                    <a:gd name="connsiteX43" fmla="*/ 19882 w 116524"/>
                    <a:gd name="connsiteY43" fmla="*/ 139157 h 143414"/>
                    <a:gd name="connsiteX44" fmla="*/ 31086 w 116524"/>
                    <a:gd name="connsiteY44" fmla="*/ 140053 h 143414"/>
                    <a:gd name="connsiteX45" fmla="*/ 47668 w 116524"/>
                    <a:gd name="connsiteY45" fmla="*/ 123471 h 143414"/>
                    <a:gd name="connsiteX46" fmla="*/ 47668 w 116524"/>
                    <a:gd name="connsiteY46" fmla="*/ 114059 h 143414"/>
                    <a:gd name="connsiteX47" fmla="*/ 21675 w 116524"/>
                    <a:gd name="connsiteY47" fmla="*/ 88065 h 143414"/>
                    <a:gd name="connsiteX48" fmla="*/ 49461 w 116524"/>
                    <a:gd name="connsiteY48" fmla="*/ 125264 h 143414"/>
                    <a:gd name="connsiteX49" fmla="*/ 49461 w 116524"/>
                    <a:gd name="connsiteY49" fmla="*/ 125264 h 143414"/>
                    <a:gd name="connsiteX50" fmla="*/ 49461 w 116524"/>
                    <a:gd name="connsiteY50" fmla="*/ 125264 h 143414"/>
                    <a:gd name="connsiteX51" fmla="*/ 24812 w 116524"/>
                    <a:gd name="connsiteY51" fmla="*/ 84928 h 143414"/>
                    <a:gd name="connsiteX52" fmla="*/ 47668 w 116524"/>
                    <a:gd name="connsiteY52" fmla="*/ 107785 h 143414"/>
                    <a:gd name="connsiteX53" fmla="*/ 57080 w 116524"/>
                    <a:gd name="connsiteY53" fmla="*/ 106440 h 143414"/>
                    <a:gd name="connsiteX54" fmla="*/ 54391 w 116524"/>
                    <a:gd name="connsiteY54" fmla="*/ 97925 h 143414"/>
                    <a:gd name="connsiteX55" fmla="*/ 54839 w 116524"/>
                    <a:gd name="connsiteY55" fmla="*/ 94340 h 143414"/>
                    <a:gd name="connsiteX56" fmla="*/ 57528 w 116524"/>
                    <a:gd name="connsiteY56" fmla="*/ 92547 h 143414"/>
                    <a:gd name="connsiteX57" fmla="*/ 66492 w 116524"/>
                    <a:gd name="connsiteY57" fmla="*/ 91651 h 143414"/>
                    <a:gd name="connsiteX58" fmla="*/ 63803 w 116524"/>
                    <a:gd name="connsiteY58" fmla="*/ 83136 h 143414"/>
                    <a:gd name="connsiteX59" fmla="*/ 64251 w 116524"/>
                    <a:gd name="connsiteY59" fmla="*/ 79550 h 143414"/>
                    <a:gd name="connsiteX60" fmla="*/ 66940 w 116524"/>
                    <a:gd name="connsiteY60" fmla="*/ 77758 h 143414"/>
                    <a:gd name="connsiteX61" fmla="*/ 75903 w 116524"/>
                    <a:gd name="connsiteY61" fmla="*/ 76861 h 143414"/>
                    <a:gd name="connsiteX62" fmla="*/ 73214 w 116524"/>
                    <a:gd name="connsiteY62" fmla="*/ 68794 h 143414"/>
                    <a:gd name="connsiteX63" fmla="*/ 73662 w 116524"/>
                    <a:gd name="connsiteY63" fmla="*/ 65209 h 143414"/>
                    <a:gd name="connsiteX64" fmla="*/ 76351 w 116524"/>
                    <a:gd name="connsiteY64" fmla="*/ 63416 h 143414"/>
                    <a:gd name="connsiteX65" fmla="*/ 85315 w 116524"/>
                    <a:gd name="connsiteY65" fmla="*/ 62520 h 143414"/>
                    <a:gd name="connsiteX66" fmla="*/ 82177 w 116524"/>
                    <a:gd name="connsiteY66" fmla="*/ 54453 h 143414"/>
                    <a:gd name="connsiteX67" fmla="*/ 82626 w 116524"/>
                    <a:gd name="connsiteY67" fmla="*/ 50867 h 143414"/>
                    <a:gd name="connsiteX68" fmla="*/ 85315 w 116524"/>
                    <a:gd name="connsiteY68" fmla="*/ 49075 h 143414"/>
                    <a:gd name="connsiteX69" fmla="*/ 94278 w 116524"/>
                    <a:gd name="connsiteY69" fmla="*/ 48178 h 143414"/>
                    <a:gd name="connsiteX70" fmla="*/ 91589 w 116524"/>
                    <a:gd name="connsiteY70" fmla="*/ 39663 h 143414"/>
                    <a:gd name="connsiteX71" fmla="*/ 92037 w 116524"/>
                    <a:gd name="connsiteY71" fmla="*/ 36078 h 143414"/>
                    <a:gd name="connsiteX72" fmla="*/ 94726 w 116524"/>
                    <a:gd name="connsiteY72" fmla="*/ 34285 h 143414"/>
                    <a:gd name="connsiteX73" fmla="*/ 103690 w 116524"/>
                    <a:gd name="connsiteY73" fmla="*/ 33389 h 143414"/>
                    <a:gd name="connsiteX74" fmla="*/ 101001 w 116524"/>
                    <a:gd name="connsiteY74" fmla="*/ 24873 h 143414"/>
                    <a:gd name="connsiteX75" fmla="*/ 101449 w 116524"/>
                    <a:gd name="connsiteY75" fmla="*/ 21288 h 143414"/>
                    <a:gd name="connsiteX76" fmla="*/ 104138 w 116524"/>
                    <a:gd name="connsiteY76" fmla="*/ 19495 h 143414"/>
                    <a:gd name="connsiteX77" fmla="*/ 113101 w 116524"/>
                    <a:gd name="connsiteY77" fmla="*/ 18599 h 143414"/>
                    <a:gd name="connsiteX78" fmla="*/ 110412 w 116524"/>
                    <a:gd name="connsiteY78" fmla="*/ 10980 h 143414"/>
                    <a:gd name="connsiteX79" fmla="*/ 104586 w 116524"/>
                    <a:gd name="connsiteY79" fmla="*/ 5602 h 143414"/>
                    <a:gd name="connsiteX80" fmla="*/ 24812 w 116524"/>
                    <a:gd name="connsiteY80" fmla="*/ 84928 h 14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16524" h="143414">
                      <a:moveTo>
                        <a:pt x="26156" y="146776"/>
                      </a:moveTo>
                      <a:cubicBezTo>
                        <a:pt x="22123" y="146776"/>
                        <a:pt x="18986" y="144983"/>
                        <a:pt x="16745" y="141846"/>
                      </a:cubicBezTo>
                      <a:lnTo>
                        <a:pt x="4196" y="124815"/>
                      </a:lnTo>
                      <a:cubicBezTo>
                        <a:pt x="-2078" y="116748"/>
                        <a:pt x="-1182" y="105096"/>
                        <a:pt x="5989" y="97925"/>
                      </a:cubicBezTo>
                      <a:lnTo>
                        <a:pt x="103241" y="672"/>
                      </a:lnTo>
                      <a:cubicBezTo>
                        <a:pt x="104138" y="-224"/>
                        <a:pt x="105482" y="-224"/>
                        <a:pt x="106379" y="672"/>
                      </a:cubicBezTo>
                      <a:lnTo>
                        <a:pt x="114446" y="8291"/>
                      </a:lnTo>
                      <a:cubicBezTo>
                        <a:pt x="114894" y="8739"/>
                        <a:pt x="114894" y="8739"/>
                        <a:pt x="114894" y="9187"/>
                      </a:cubicBezTo>
                      <a:lnTo>
                        <a:pt x="118031" y="19944"/>
                      </a:lnTo>
                      <a:cubicBezTo>
                        <a:pt x="118031" y="20392"/>
                        <a:pt x="118031" y="21288"/>
                        <a:pt x="117583" y="21736"/>
                      </a:cubicBezTo>
                      <a:cubicBezTo>
                        <a:pt x="117135" y="22184"/>
                        <a:pt x="116687" y="22633"/>
                        <a:pt x="115790" y="22633"/>
                      </a:cubicBezTo>
                      <a:lnTo>
                        <a:pt x="105034" y="23977"/>
                      </a:lnTo>
                      <a:lnTo>
                        <a:pt x="108620" y="34285"/>
                      </a:lnTo>
                      <a:cubicBezTo>
                        <a:pt x="108620" y="34733"/>
                        <a:pt x="108620" y="35630"/>
                        <a:pt x="108171" y="36078"/>
                      </a:cubicBezTo>
                      <a:cubicBezTo>
                        <a:pt x="107723" y="36526"/>
                        <a:pt x="107275" y="36974"/>
                        <a:pt x="106379" y="36974"/>
                      </a:cubicBezTo>
                      <a:lnTo>
                        <a:pt x="95623" y="38319"/>
                      </a:lnTo>
                      <a:lnTo>
                        <a:pt x="99208" y="48626"/>
                      </a:lnTo>
                      <a:cubicBezTo>
                        <a:pt x="99208" y="49075"/>
                        <a:pt x="99208" y="49971"/>
                        <a:pt x="98760" y="50419"/>
                      </a:cubicBezTo>
                      <a:cubicBezTo>
                        <a:pt x="98312" y="50867"/>
                        <a:pt x="97863" y="51316"/>
                        <a:pt x="96967" y="51316"/>
                      </a:cubicBezTo>
                      <a:lnTo>
                        <a:pt x="86659" y="53556"/>
                      </a:lnTo>
                      <a:lnTo>
                        <a:pt x="90245" y="63864"/>
                      </a:lnTo>
                      <a:cubicBezTo>
                        <a:pt x="90245" y="64312"/>
                        <a:pt x="90245" y="65209"/>
                        <a:pt x="89796" y="65657"/>
                      </a:cubicBezTo>
                      <a:cubicBezTo>
                        <a:pt x="89348" y="66105"/>
                        <a:pt x="88900" y="66553"/>
                        <a:pt x="88004" y="66553"/>
                      </a:cubicBezTo>
                      <a:lnTo>
                        <a:pt x="77696" y="67898"/>
                      </a:lnTo>
                      <a:lnTo>
                        <a:pt x="81281" y="78206"/>
                      </a:lnTo>
                      <a:cubicBezTo>
                        <a:pt x="81281" y="78654"/>
                        <a:pt x="81281" y="79550"/>
                        <a:pt x="80833" y="79998"/>
                      </a:cubicBezTo>
                      <a:cubicBezTo>
                        <a:pt x="80385" y="80447"/>
                        <a:pt x="79937" y="80895"/>
                        <a:pt x="79040" y="80895"/>
                      </a:cubicBezTo>
                      <a:lnTo>
                        <a:pt x="68284" y="82239"/>
                      </a:lnTo>
                      <a:lnTo>
                        <a:pt x="71870" y="92547"/>
                      </a:lnTo>
                      <a:cubicBezTo>
                        <a:pt x="71870" y="92995"/>
                        <a:pt x="71870" y="93892"/>
                        <a:pt x="71421" y="94340"/>
                      </a:cubicBezTo>
                      <a:cubicBezTo>
                        <a:pt x="70973" y="94788"/>
                        <a:pt x="70525" y="95236"/>
                        <a:pt x="69629" y="95236"/>
                      </a:cubicBezTo>
                      <a:lnTo>
                        <a:pt x="58873" y="96581"/>
                      </a:lnTo>
                      <a:lnTo>
                        <a:pt x="62458" y="106889"/>
                      </a:lnTo>
                      <a:cubicBezTo>
                        <a:pt x="62458" y="107337"/>
                        <a:pt x="62458" y="108233"/>
                        <a:pt x="62458" y="108681"/>
                      </a:cubicBezTo>
                      <a:cubicBezTo>
                        <a:pt x="62010" y="109129"/>
                        <a:pt x="61562" y="109578"/>
                        <a:pt x="61114" y="109578"/>
                      </a:cubicBezTo>
                      <a:lnTo>
                        <a:pt x="52150" y="110922"/>
                      </a:lnTo>
                      <a:cubicBezTo>
                        <a:pt x="55735" y="115404"/>
                        <a:pt x="55287" y="121678"/>
                        <a:pt x="51254" y="125712"/>
                      </a:cubicBezTo>
                      <a:lnTo>
                        <a:pt x="51254" y="125712"/>
                      </a:lnTo>
                      <a:lnTo>
                        <a:pt x="34671" y="142294"/>
                      </a:lnTo>
                      <a:cubicBezTo>
                        <a:pt x="32431" y="145431"/>
                        <a:pt x="29293" y="146776"/>
                        <a:pt x="26156" y="146776"/>
                      </a:cubicBezTo>
                      <a:close/>
                      <a:moveTo>
                        <a:pt x="21675" y="88065"/>
                      </a:moveTo>
                      <a:lnTo>
                        <a:pt x="8678" y="101062"/>
                      </a:lnTo>
                      <a:cubicBezTo>
                        <a:pt x="2851" y="106889"/>
                        <a:pt x="2403" y="115852"/>
                        <a:pt x="7333" y="122126"/>
                      </a:cubicBezTo>
                      <a:lnTo>
                        <a:pt x="19882" y="139157"/>
                      </a:lnTo>
                      <a:cubicBezTo>
                        <a:pt x="22571" y="142742"/>
                        <a:pt x="27949" y="143190"/>
                        <a:pt x="31086" y="140053"/>
                      </a:cubicBezTo>
                      <a:lnTo>
                        <a:pt x="47668" y="123471"/>
                      </a:lnTo>
                      <a:cubicBezTo>
                        <a:pt x="50357" y="120782"/>
                        <a:pt x="50357" y="116748"/>
                        <a:pt x="47668" y="114059"/>
                      </a:cubicBezTo>
                      <a:lnTo>
                        <a:pt x="21675" y="88065"/>
                      </a:lnTo>
                      <a:close/>
                      <a:moveTo>
                        <a:pt x="49461" y="125264"/>
                      </a:moveTo>
                      <a:lnTo>
                        <a:pt x="49461" y="125264"/>
                      </a:lnTo>
                      <a:lnTo>
                        <a:pt x="49461" y="125264"/>
                      </a:lnTo>
                      <a:close/>
                      <a:moveTo>
                        <a:pt x="24812" y="84928"/>
                      </a:moveTo>
                      <a:lnTo>
                        <a:pt x="47668" y="107785"/>
                      </a:lnTo>
                      <a:lnTo>
                        <a:pt x="57080" y="106440"/>
                      </a:lnTo>
                      <a:lnTo>
                        <a:pt x="54391" y="97925"/>
                      </a:lnTo>
                      <a:cubicBezTo>
                        <a:pt x="53943" y="96581"/>
                        <a:pt x="53943" y="95684"/>
                        <a:pt x="54839" y="94340"/>
                      </a:cubicBezTo>
                      <a:cubicBezTo>
                        <a:pt x="55287" y="93444"/>
                        <a:pt x="56632" y="92547"/>
                        <a:pt x="57528" y="92547"/>
                      </a:cubicBezTo>
                      <a:lnTo>
                        <a:pt x="66492" y="91651"/>
                      </a:lnTo>
                      <a:lnTo>
                        <a:pt x="63803" y="83136"/>
                      </a:lnTo>
                      <a:cubicBezTo>
                        <a:pt x="63354" y="81791"/>
                        <a:pt x="63803" y="80895"/>
                        <a:pt x="64251" y="79550"/>
                      </a:cubicBezTo>
                      <a:cubicBezTo>
                        <a:pt x="64699" y="78654"/>
                        <a:pt x="66043" y="77758"/>
                        <a:pt x="66940" y="77758"/>
                      </a:cubicBezTo>
                      <a:lnTo>
                        <a:pt x="75903" y="76861"/>
                      </a:lnTo>
                      <a:lnTo>
                        <a:pt x="73214" y="68794"/>
                      </a:lnTo>
                      <a:cubicBezTo>
                        <a:pt x="72766" y="67450"/>
                        <a:pt x="72766" y="66553"/>
                        <a:pt x="73662" y="65209"/>
                      </a:cubicBezTo>
                      <a:cubicBezTo>
                        <a:pt x="74110" y="64312"/>
                        <a:pt x="75455" y="63416"/>
                        <a:pt x="76351" y="63416"/>
                      </a:cubicBezTo>
                      <a:lnTo>
                        <a:pt x="85315" y="62520"/>
                      </a:lnTo>
                      <a:lnTo>
                        <a:pt x="82177" y="54453"/>
                      </a:lnTo>
                      <a:cubicBezTo>
                        <a:pt x="82177" y="53108"/>
                        <a:pt x="82177" y="51764"/>
                        <a:pt x="82626" y="50867"/>
                      </a:cubicBezTo>
                      <a:cubicBezTo>
                        <a:pt x="83074" y="49971"/>
                        <a:pt x="84418" y="49075"/>
                        <a:pt x="85315" y="49075"/>
                      </a:cubicBezTo>
                      <a:lnTo>
                        <a:pt x="94278" y="48178"/>
                      </a:lnTo>
                      <a:lnTo>
                        <a:pt x="91589" y="39663"/>
                      </a:lnTo>
                      <a:cubicBezTo>
                        <a:pt x="91141" y="38319"/>
                        <a:pt x="91141" y="37422"/>
                        <a:pt x="92037" y="36078"/>
                      </a:cubicBezTo>
                      <a:cubicBezTo>
                        <a:pt x="92485" y="35181"/>
                        <a:pt x="93830" y="34285"/>
                        <a:pt x="94726" y="34285"/>
                      </a:cubicBezTo>
                      <a:lnTo>
                        <a:pt x="103690" y="33389"/>
                      </a:lnTo>
                      <a:lnTo>
                        <a:pt x="101001" y="24873"/>
                      </a:lnTo>
                      <a:cubicBezTo>
                        <a:pt x="100552" y="23529"/>
                        <a:pt x="100552" y="22633"/>
                        <a:pt x="101449" y="21288"/>
                      </a:cubicBezTo>
                      <a:cubicBezTo>
                        <a:pt x="101897" y="20392"/>
                        <a:pt x="103241" y="19495"/>
                        <a:pt x="104138" y="19495"/>
                      </a:cubicBezTo>
                      <a:lnTo>
                        <a:pt x="113101" y="18599"/>
                      </a:lnTo>
                      <a:lnTo>
                        <a:pt x="110412" y="10980"/>
                      </a:lnTo>
                      <a:lnTo>
                        <a:pt x="104586" y="5602"/>
                      </a:lnTo>
                      <a:lnTo>
                        <a:pt x="24812" y="84928"/>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6" name="Freeform: Shape 2457">
                <a:extLst>
                  <a:ext uri="{FF2B5EF4-FFF2-40B4-BE49-F238E27FC236}">
                    <a16:creationId xmlns:a16="http://schemas.microsoft.com/office/drawing/2014/main" id="{548B1A58-B6C6-2249-0B7E-DAD8AFAC6792}"/>
                  </a:ext>
                  <a:ext uri="{C183D7F6-B498-43B3-948B-1728B52AA6E4}">
                    <adec:decorative xmlns:adec="http://schemas.microsoft.com/office/drawing/2017/decorative" val="1"/>
                  </a:ext>
                </a:extLst>
              </p:cNvPr>
              <p:cNvSpPr>
                <a:spLocks noChangeAspect="1"/>
              </p:cNvSpPr>
              <p:nvPr/>
            </p:nvSpPr>
            <p:spPr>
              <a:xfrm>
                <a:off x="7151665" y="3124904"/>
                <a:ext cx="147896" cy="143414"/>
              </a:xfrm>
              <a:custGeom>
                <a:avLst/>
                <a:gdLst>
                  <a:gd name="connsiteX0" fmla="*/ 14341 w 147896"/>
                  <a:gd name="connsiteY0" fmla="*/ 146328 h 143414"/>
                  <a:gd name="connsiteX1" fmla="*/ 10756 w 147896"/>
                  <a:gd name="connsiteY1" fmla="*/ 144983 h 143414"/>
                  <a:gd name="connsiteX2" fmla="*/ 1345 w 147896"/>
                  <a:gd name="connsiteY2" fmla="*/ 135572 h 143414"/>
                  <a:gd name="connsiteX3" fmla="*/ 0 w 147896"/>
                  <a:gd name="connsiteY3" fmla="*/ 131986 h 143414"/>
                  <a:gd name="connsiteX4" fmla="*/ 1345 w 147896"/>
                  <a:gd name="connsiteY4" fmla="*/ 128401 h 143414"/>
                  <a:gd name="connsiteX5" fmla="*/ 35854 w 147896"/>
                  <a:gd name="connsiteY5" fmla="*/ 93892 h 143414"/>
                  <a:gd name="connsiteX6" fmla="*/ 49299 w 147896"/>
                  <a:gd name="connsiteY6" fmla="*/ 91651 h 143414"/>
                  <a:gd name="connsiteX7" fmla="*/ 52436 w 147896"/>
                  <a:gd name="connsiteY7" fmla="*/ 88514 h 143414"/>
                  <a:gd name="connsiteX8" fmla="*/ 68570 w 147896"/>
                  <a:gd name="connsiteY8" fmla="*/ 85825 h 143414"/>
                  <a:gd name="connsiteX9" fmla="*/ 120110 w 147896"/>
                  <a:gd name="connsiteY9" fmla="*/ 112715 h 143414"/>
                  <a:gd name="connsiteX10" fmla="*/ 126832 w 147896"/>
                  <a:gd name="connsiteY10" fmla="*/ 111818 h 143414"/>
                  <a:gd name="connsiteX11" fmla="*/ 139829 w 147896"/>
                  <a:gd name="connsiteY11" fmla="*/ 99718 h 143414"/>
                  <a:gd name="connsiteX12" fmla="*/ 139829 w 147896"/>
                  <a:gd name="connsiteY12" fmla="*/ 99270 h 143414"/>
                  <a:gd name="connsiteX13" fmla="*/ 139829 w 147896"/>
                  <a:gd name="connsiteY13" fmla="*/ 98822 h 143414"/>
                  <a:gd name="connsiteX14" fmla="*/ 136244 w 147896"/>
                  <a:gd name="connsiteY14" fmla="*/ 94788 h 143414"/>
                  <a:gd name="connsiteX15" fmla="*/ 134003 w 147896"/>
                  <a:gd name="connsiteY15" fmla="*/ 97029 h 143414"/>
                  <a:gd name="connsiteX16" fmla="*/ 116972 w 147896"/>
                  <a:gd name="connsiteY16" fmla="*/ 97029 h 143414"/>
                  <a:gd name="connsiteX17" fmla="*/ 50195 w 147896"/>
                  <a:gd name="connsiteY17" fmla="*/ 31148 h 143414"/>
                  <a:gd name="connsiteX18" fmla="*/ 46610 w 147896"/>
                  <a:gd name="connsiteY18" fmla="*/ 22633 h 143414"/>
                  <a:gd name="connsiteX19" fmla="*/ 50195 w 147896"/>
                  <a:gd name="connsiteY19" fmla="*/ 14117 h 143414"/>
                  <a:gd name="connsiteX20" fmla="*/ 60951 w 147896"/>
                  <a:gd name="connsiteY20" fmla="*/ 3361 h 143414"/>
                  <a:gd name="connsiteX21" fmla="*/ 77982 w 147896"/>
                  <a:gd name="connsiteY21" fmla="*/ 3361 h 143414"/>
                  <a:gd name="connsiteX22" fmla="*/ 144311 w 147896"/>
                  <a:gd name="connsiteY22" fmla="*/ 69690 h 143414"/>
                  <a:gd name="connsiteX23" fmla="*/ 144311 w 147896"/>
                  <a:gd name="connsiteY23" fmla="*/ 86721 h 143414"/>
                  <a:gd name="connsiteX24" fmla="*/ 139381 w 147896"/>
                  <a:gd name="connsiteY24" fmla="*/ 91651 h 143414"/>
                  <a:gd name="connsiteX25" fmla="*/ 142966 w 147896"/>
                  <a:gd name="connsiteY25" fmla="*/ 95684 h 143414"/>
                  <a:gd name="connsiteX26" fmla="*/ 144311 w 147896"/>
                  <a:gd name="connsiteY26" fmla="*/ 99270 h 143414"/>
                  <a:gd name="connsiteX27" fmla="*/ 142966 w 147896"/>
                  <a:gd name="connsiteY27" fmla="*/ 102855 h 143414"/>
                  <a:gd name="connsiteX28" fmla="*/ 130417 w 147896"/>
                  <a:gd name="connsiteY28" fmla="*/ 115404 h 143414"/>
                  <a:gd name="connsiteX29" fmla="*/ 118317 w 147896"/>
                  <a:gd name="connsiteY29" fmla="*/ 117197 h 143414"/>
                  <a:gd name="connsiteX30" fmla="*/ 66777 w 147896"/>
                  <a:gd name="connsiteY30" fmla="*/ 90306 h 143414"/>
                  <a:gd name="connsiteX31" fmla="*/ 56021 w 147896"/>
                  <a:gd name="connsiteY31" fmla="*/ 92099 h 143414"/>
                  <a:gd name="connsiteX32" fmla="*/ 53332 w 147896"/>
                  <a:gd name="connsiteY32" fmla="*/ 94788 h 143414"/>
                  <a:gd name="connsiteX33" fmla="*/ 52884 w 147896"/>
                  <a:gd name="connsiteY33" fmla="*/ 110026 h 143414"/>
                  <a:gd name="connsiteX34" fmla="*/ 52884 w 147896"/>
                  <a:gd name="connsiteY34" fmla="*/ 110026 h 143414"/>
                  <a:gd name="connsiteX35" fmla="*/ 18375 w 147896"/>
                  <a:gd name="connsiteY35" fmla="*/ 144535 h 143414"/>
                  <a:gd name="connsiteX36" fmla="*/ 14341 w 147896"/>
                  <a:gd name="connsiteY36" fmla="*/ 146328 h 143414"/>
                  <a:gd name="connsiteX37" fmla="*/ 44369 w 147896"/>
                  <a:gd name="connsiteY37" fmla="*/ 95236 h 143414"/>
                  <a:gd name="connsiteX38" fmla="*/ 39439 w 147896"/>
                  <a:gd name="connsiteY38" fmla="*/ 97477 h 143414"/>
                  <a:gd name="connsiteX39" fmla="*/ 4930 w 147896"/>
                  <a:gd name="connsiteY39" fmla="*/ 131986 h 143414"/>
                  <a:gd name="connsiteX40" fmla="*/ 14341 w 147896"/>
                  <a:gd name="connsiteY40" fmla="*/ 141846 h 143414"/>
                  <a:gd name="connsiteX41" fmla="*/ 49299 w 147896"/>
                  <a:gd name="connsiteY41" fmla="*/ 107337 h 143414"/>
                  <a:gd name="connsiteX42" fmla="*/ 49299 w 147896"/>
                  <a:gd name="connsiteY42" fmla="*/ 97477 h 143414"/>
                  <a:gd name="connsiteX43" fmla="*/ 48851 w 147896"/>
                  <a:gd name="connsiteY43" fmla="*/ 97029 h 143414"/>
                  <a:gd name="connsiteX44" fmla="*/ 48851 w 147896"/>
                  <a:gd name="connsiteY44" fmla="*/ 97029 h 143414"/>
                  <a:gd name="connsiteX45" fmla="*/ 44369 w 147896"/>
                  <a:gd name="connsiteY45" fmla="*/ 95236 h 143414"/>
                  <a:gd name="connsiteX46" fmla="*/ 51091 w 147896"/>
                  <a:gd name="connsiteY46" fmla="*/ 108681 h 143414"/>
                  <a:gd name="connsiteX47" fmla="*/ 51091 w 147896"/>
                  <a:gd name="connsiteY47" fmla="*/ 108681 h 143414"/>
                  <a:gd name="connsiteX48" fmla="*/ 51091 w 147896"/>
                  <a:gd name="connsiteY48" fmla="*/ 108681 h 143414"/>
                  <a:gd name="connsiteX49" fmla="*/ 69466 w 147896"/>
                  <a:gd name="connsiteY49" fmla="*/ 4258 h 143414"/>
                  <a:gd name="connsiteX50" fmla="*/ 64088 w 147896"/>
                  <a:gd name="connsiteY50" fmla="*/ 6498 h 143414"/>
                  <a:gd name="connsiteX51" fmla="*/ 53332 w 147896"/>
                  <a:gd name="connsiteY51" fmla="*/ 17255 h 143414"/>
                  <a:gd name="connsiteX52" fmla="*/ 51091 w 147896"/>
                  <a:gd name="connsiteY52" fmla="*/ 22633 h 143414"/>
                  <a:gd name="connsiteX53" fmla="*/ 53332 w 147896"/>
                  <a:gd name="connsiteY53" fmla="*/ 28011 h 143414"/>
                  <a:gd name="connsiteX54" fmla="*/ 119661 w 147896"/>
                  <a:gd name="connsiteY54" fmla="*/ 94340 h 143414"/>
                  <a:gd name="connsiteX55" fmla="*/ 130417 w 147896"/>
                  <a:gd name="connsiteY55" fmla="*/ 94340 h 143414"/>
                  <a:gd name="connsiteX56" fmla="*/ 141174 w 147896"/>
                  <a:gd name="connsiteY56" fmla="*/ 83584 h 143414"/>
                  <a:gd name="connsiteX57" fmla="*/ 141174 w 147896"/>
                  <a:gd name="connsiteY57" fmla="*/ 72828 h 143414"/>
                  <a:gd name="connsiteX58" fmla="*/ 74844 w 147896"/>
                  <a:gd name="connsiteY58" fmla="*/ 6498 h 143414"/>
                  <a:gd name="connsiteX59" fmla="*/ 69466 w 147896"/>
                  <a:gd name="connsiteY59" fmla="*/ 4258 h 14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47896" h="143414">
                    <a:moveTo>
                      <a:pt x="14341" y="146328"/>
                    </a:moveTo>
                    <a:cubicBezTo>
                      <a:pt x="12997" y="146328"/>
                      <a:pt x="11652" y="145879"/>
                      <a:pt x="10756" y="144983"/>
                    </a:cubicBezTo>
                    <a:lnTo>
                      <a:pt x="1345" y="135572"/>
                    </a:lnTo>
                    <a:cubicBezTo>
                      <a:pt x="448" y="134675"/>
                      <a:pt x="0" y="133331"/>
                      <a:pt x="0" y="131986"/>
                    </a:cubicBezTo>
                    <a:cubicBezTo>
                      <a:pt x="0" y="130642"/>
                      <a:pt x="448" y="129297"/>
                      <a:pt x="1345" y="128401"/>
                    </a:cubicBezTo>
                    <a:lnTo>
                      <a:pt x="35854" y="93892"/>
                    </a:lnTo>
                    <a:cubicBezTo>
                      <a:pt x="39439" y="90306"/>
                      <a:pt x="44817" y="89858"/>
                      <a:pt x="49299" y="91651"/>
                    </a:cubicBezTo>
                    <a:lnTo>
                      <a:pt x="52436" y="88514"/>
                    </a:lnTo>
                    <a:cubicBezTo>
                      <a:pt x="56918" y="84032"/>
                      <a:pt x="63192" y="83136"/>
                      <a:pt x="68570" y="85825"/>
                    </a:cubicBezTo>
                    <a:lnTo>
                      <a:pt x="120110" y="112715"/>
                    </a:lnTo>
                    <a:cubicBezTo>
                      <a:pt x="122350" y="114059"/>
                      <a:pt x="125039" y="113611"/>
                      <a:pt x="126832" y="111818"/>
                    </a:cubicBezTo>
                    <a:lnTo>
                      <a:pt x="139829" y="99718"/>
                    </a:lnTo>
                    <a:cubicBezTo>
                      <a:pt x="139829" y="99718"/>
                      <a:pt x="139829" y="99270"/>
                      <a:pt x="139829" y="99270"/>
                    </a:cubicBezTo>
                    <a:cubicBezTo>
                      <a:pt x="139829" y="99270"/>
                      <a:pt x="139829" y="98822"/>
                      <a:pt x="139829" y="98822"/>
                    </a:cubicBezTo>
                    <a:lnTo>
                      <a:pt x="136244" y="94788"/>
                    </a:lnTo>
                    <a:lnTo>
                      <a:pt x="134003" y="97029"/>
                    </a:lnTo>
                    <a:cubicBezTo>
                      <a:pt x="129521" y="101511"/>
                      <a:pt x="121454" y="101511"/>
                      <a:pt x="116972" y="97029"/>
                    </a:cubicBezTo>
                    <a:lnTo>
                      <a:pt x="50195" y="31148"/>
                    </a:lnTo>
                    <a:cubicBezTo>
                      <a:pt x="47954" y="28907"/>
                      <a:pt x="46610" y="25770"/>
                      <a:pt x="46610" y="22633"/>
                    </a:cubicBezTo>
                    <a:cubicBezTo>
                      <a:pt x="46610" y="19495"/>
                      <a:pt x="47954" y="16358"/>
                      <a:pt x="50195" y="14117"/>
                    </a:cubicBezTo>
                    <a:lnTo>
                      <a:pt x="60951" y="3361"/>
                    </a:lnTo>
                    <a:cubicBezTo>
                      <a:pt x="65433" y="-1120"/>
                      <a:pt x="73500" y="-1120"/>
                      <a:pt x="77982" y="3361"/>
                    </a:cubicBezTo>
                    <a:lnTo>
                      <a:pt x="144311" y="69690"/>
                    </a:lnTo>
                    <a:cubicBezTo>
                      <a:pt x="149241" y="74620"/>
                      <a:pt x="149241" y="82239"/>
                      <a:pt x="144311" y="86721"/>
                    </a:cubicBezTo>
                    <a:lnTo>
                      <a:pt x="139381" y="91651"/>
                    </a:lnTo>
                    <a:lnTo>
                      <a:pt x="142966" y="95684"/>
                    </a:lnTo>
                    <a:cubicBezTo>
                      <a:pt x="143863" y="96581"/>
                      <a:pt x="144311" y="97925"/>
                      <a:pt x="144311" y="99270"/>
                    </a:cubicBezTo>
                    <a:cubicBezTo>
                      <a:pt x="144311" y="100614"/>
                      <a:pt x="143863" y="101959"/>
                      <a:pt x="142966" y="102855"/>
                    </a:cubicBezTo>
                    <a:lnTo>
                      <a:pt x="130417" y="115404"/>
                    </a:lnTo>
                    <a:cubicBezTo>
                      <a:pt x="127280" y="118541"/>
                      <a:pt x="122350" y="119437"/>
                      <a:pt x="118317" y="117197"/>
                    </a:cubicBezTo>
                    <a:lnTo>
                      <a:pt x="66777" y="90306"/>
                    </a:lnTo>
                    <a:cubicBezTo>
                      <a:pt x="63192" y="88514"/>
                      <a:pt x="58710" y="88962"/>
                      <a:pt x="56021" y="92099"/>
                    </a:cubicBezTo>
                    <a:lnTo>
                      <a:pt x="53332" y="94788"/>
                    </a:lnTo>
                    <a:cubicBezTo>
                      <a:pt x="56918" y="99270"/>
                      <a:pt x="56918" y="105992"/>
                      <a:pt x="52884" y="110026"/>
                    </a:cubicBezTo>
                    <a:cubicBezTo>
                      <a:pt x="52884" y="110026"/>
                      <a:pt x="52884" y="110026"/>
                      <a:pt x="52884" y="110026"/>
                    </a:cubicBezTo>
                    <a:lnTo>
                      <a:pt x="18375" y="144535"/>
                    </a:lnTo>
                    <a:cubicBezTo>
                      <a:pt x="17030" y="145879"/>
                      <a:pt x="15686" y="146328"/>
                      <a:pt x="14341" y="146328"/>
                    </a:cubicBezTo>
                    <a:close/>
                    <a:moveTo>
                      <a:pt x="44369" y="95236"/>
                    </a:moveTo>
                    <a:cubicBezTo>
                      <a:pt x="42576" y="95236"/>
                      <a:pt x="40783" y="96133"/>
                      <a:pt x="39439" y="97477"/>
                    </a:cubicBezTo>
                    <a:lnTo>
                      <a:pt x="4930" y="131986"/>
                    </a:lnTo>
                    <a:lnTo>
                      <a:pt x="14341" y="141846"/>
                    </a:lnTo>
                    <a:lnTo>
                      <a:pt x="49299" y="107337"/>
                    </a:lnTo>
                    <a:cubicBezTo>
                      <a:pt x="51988" y="104648"/>
                      <a:pt x="51988" y="100166"/>
                      <a:pt x="49299" y="97477"/>
                    </a:cubicBezTo>
                    <a:cubicBezTo>
                      <a:pt x="49299" y="97477"/>
                      <a:pt x="48851" y="97029"/>
                      <a:pt x="48851" y="97029"/>
                    </a:cubicBezTo>
                    <a:cubicBezTo>
                      <a:pt x="48851" y="97029"/>
                      <a:pt x="48851" y="97029"/>
                      <a:pt x="48851" y="97029"/>
                    </a:cubicBezTo>
                    <a:cubicBezTo>
                      <a:pt x="47506" y="95684"/>
                      <a:pt x="45713" y="95236"/>
                      <a:pt x="44369" y="95236"/>
                    </a:cubicBezTo>
                    <a:close/>
                    <a:moveTo>
                      <a:pt x="51091" y="108681"/>
                    </a:moveTo>
                    <a:lnTo>
                      <a:pt x="51091" y="108681"/>
                    </a:lnTo>
                    <a:lnTo>
                      <a:pt x="51091" y="108681"/>
                    </a:lnTo>
                    <a:close/>
                    <a:moveTo>
                      <a:pt x="69466" y="4258"/>
                    </a:moveTo>
                    <a:cubicBezTo>
                      <a:pt x="67226" y="4258"/>
                      <a:pt x="65433" y="5154"/>
                      <a:pt x="64088" y="6498"/>
                    </a:cubicBezTo>
                    <a:lnTo>
                      <a:pt x="53332" y="17255"/>
                    </a:lnTo>
                    <a:cubicBezTo>
                      <a:pt x="51988" y="18599"/>
                      <a:pt x="51091" y="20840"/>
                      <a:pt x="51091" y="22633"/>
                    </a:cubicBezTo>
                    <a:cubicBezTo>
                      <a:pt x="51091" y="24425"/>
                      <a:pt x="51988" y="26666"/>
                      <a:pt x="53332" y="28011"/>
                    </a:cubicBezTo>
                    <a:lnTo>
                      <a:pt x="119661" y="94340"/>
                    </a:lnTo>
                    <a:cubicBezTo>
                      <a:pt x="122350" y="97029"/>
                      <a:pt x="127729" y="97029"/>
                      <a:pt x="130417" y="94340"/>
                    </a:cubicBezTo>
                    <a:lnTo>
                      <a:pt x="141174" y="83584"/>
                    </a:lnTo>
                    <a:cubicBezTo>
                      <a:pt x="144311" y="80447"/>
                      <a:pt x="144311" y="75517"/>
                      <a:pt x="141174" y="72828"/>
                    </a:cubicBezTo>
                    <a:lnTo>
                      <a:pt x="74844" y="6498"/>
                    </a:lnTo>
                    <a:cubicBezTo>
                      <a:pt x="73500" y="5154"/>
                      <a:pt x="71707" y="4258"/>
                      <a:pt x="69466" y="425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 name="Freeform: Shape 2458">
                <a:extLst>
                  <a:ext uri="{FF2B5EF4-FFF2-40B4-BE49-F238E27FC236}">
                    <a16:creationId xmlns:a16="http://schemas.microsoft.com/office/drawing/2014/main" id="{99B3DF83-8163-5F76-C230-077D2433CB27}"/>
                  </a:ext>
                  <a:ext uri="{C183D7F6-B498-43B3-948B-1728B52AA6E4}">
                    <adec:decorative xmlns:adec="http://schemas.microsoft.com/office/drawing/2017/decorative" val="1"/>
                  </a:ext>
                </a:extLst>
              </p:cNvPr>
              <p:cNvSpPr>
                <a:spLocks noChangeAspect="1"/>
              </p:cNvSpPr>
              <p:nvPr/>
            </p:nvSpPr>
            <p:spPr>
              <a:xfrm>
                <a:off x="6892175" y="3135128"/>
                <a:ext cx="134451" cy="134451"/>
              </a:xfrm>
              <a:custGeom>
                <a:avLst/>
                <a:gdLst>
                  <a:gd name="connsiteX0" fmla="*/ 17479 w 134451"/>
                  <a:gd name="connsiteY0" fmla="*/ 136104 h 134451"/>
                  <a:gd name="connsiteX1" fmla="*/ 12997 w 134451"/>
                  <a:gd name="connsiteY1" fmla="*/ 134311 h 134451"/>
                  <a:gd name="connsiteX2" fmla="*/ 1793 w 134451"/>
                  <a:gd name="connsiteY2" fmla="*/ 123107 h 134451"/>
                  <a:gd name="connsiteX3" fmla="*/ 0 w 134451"/>
                  <a:gd name="connsiteY3" fmla="*/ 118625 h 134451"/>
                  <a:gd name="connsiteX4" fmla="*/ 1793 w 134451"/>
                  <a:gd name="connsiteY4" fmla="*/ 114143 h 134451"/>
                  <a:gd name="connsiteX5" fmla="*/ 31820 w 134451"/>
                  <a:gd name="connsiteY5" fmla="*/ 84116 h 134451"/>
                  <a:gd name="connsiteX6" fmla="*/ 47058 w 134451"/>
                  <a:gd name="connsiteY6" fmla="*/ 80979 h 134451"/>
                  <a:gd name="connsiteX7" fmla="*/ 69466 w 134451"/>
                  <a:gd name="connsiteY7" fmla="*/ 58570 h 134451"/>
                  <a:gd name="connsiteX8" fmla="*/ 51988 w 134451"/>
                  <a:gd name="connsiteY8" fmla="*/ 40643 h 134451"/>
                  <a:gd name="connsiteX9" fmla="*/ 50195 w 134451"/>
                  <a:gd name="connsiteY9" fmla="*/ 33921 h 134451"/>
                  <a:gd name="connsiteX10" fmla="*/ 56918 w 134451"/>
                  <a:gd name="connsiteY10" fmla="*/ 26302 h 134451"/>
                  <a:gd name="connsiteX11" fmla="*/ 125039 w 134451"/>
                  <a:gd name="connsiteY11" fmla="*/ 756 h 134451"/>
                  <a:gd name="connsiteX12" fmla="*/ 134003 w 134451"/>
                  <a:gd name="connsiteY12" fmla="*/ 2101 h 134451"/>
                  <a:gd name="connsiteX13" fmla="*/ 136244 w 134451"/>
                  <a:gd name="connsiteY13" fmla="*/ 7479 h 134451"/>
                  <a:gd name="connsiteX14" fmla="*/ 135347 w 134451"/>
                  <a:gd name="connsiteY14" fmla="*/ 11064 h 134451"/>
                  <a:gd name="connsiteX15" fmla="*/ 109802 w 134451"/>
                  <a:gd name="connsiteY15" fmla="*/ 79186 h 134451"/>
                  <a:gd name="connsiteX16" fmla="*/ 102183 w 134451"/>
                  <a:gd name="connsiteY16" fmla="*/ 85909 h 134451"/>
                  <a:gd name="connsiteX17" fmla="*/ 95460 w 134451"/>
                  <a:gd name="connsiteY17" fmla="*/ 84116 h 134451"/>
                  <a:gd name="connsiteX18" fmla="*/ 77533 w 134451"/>
                  <a:gd name="connsiteY18" fmla="*/ 66189 h 134451"/>
                  <a:gd name="connsiteX19" fmla="*/ 54677 w 134451"/>
                  <a:gd name="connsiteY19" fmla="*/ 88150 h 134451"/>
                  <a:gd name="connsiteX20" fmla="*/ 51540 w 134451"/>
                  <a:gd name="connsiteY20" fmla="*/ 103835 h 134451"/>
                  <a:gd name="connsiteX21" fmla="*/ 21512 w 134451"/>
                  <a:gd name="connsiteY21" fmla="*/ 133863 h 134451"/>
                  <a:gd name="connsiteX22" fmla="*/ 17479 w 134451"/>
                  <a:gd name="connsiteY22" fmla="*/ 136104 h 134451"/>
                  <a:gd name="connsiteX23" fmla="*/ 42128 w 134451"/>
                  <a:gd name="connsiteY23" fmla="*/ 84116 h 134451"/>
                  <a:gd name="connsiteX24" fmla="*/ 35405 w 134451"/>
                  <a:gd name="connsiteY24" fmla="*/ 86805 h 134451"/>
                  <a:gd name="connsiteX25" fmla="*/ 5378 w 134451"/>
                  <a:gd name="connsiteY25" fmla="*/ 116832 h 134451"/>
                  <a:gd name="connsiteX26" fmla="*/ 5378 w 134451"/>
                  <a:gd name="connsiteY26" fmla="*/ 119521 h 134451"/>
                  <a:gd name="connsiteX27" fmla="*/ 16582 w 134451"/>
                  <a:gd name="connsiteY27" fmla="*/ 130726 h 134451"/>
                  <a:gd name="connsiteX28" fmla="*/ 19271 w 134451"/>
                  <a:gd name="connsiteY28" fmla="*/ 130726 h 134451"/>
                  <a:gd name="connsiteX29" fmla="*/ 49299 w 134451"/>
                  <a:gd name="connsiteY29" fmla="*/ 100698 h 134451"/>
                  <a:gd name="connsiteX30" fmla="*/ 51988 w 134451"/>
                  <a:gd name="connsiteY30" fmla="*/ 93976 h 134451"/>
                  <a:gd name="connsiteX31" fmla="*/ 50643 w 134451"/>
                  <a:gd name="connsiteY31" fmla="*/ 89046 h 134451"/>
                  <a:gd name="connsiteX32" fmla="*/ 50643 w 134451"/>
                  <a:gd name="connsiteY32" fmla="*/ 89046 h 134451"/>
                  <a:gd name="connsiteX33" fmla="*/ 48851 w 134451"/>
                  <a:gd name="connsiteY33" fmla="*/ 86805 h 134451"/>
                  <a:gd name="connsiteX34" fmla="*/ 42128 w 134451"/>
                  <a:gd name="connsiteY34" fmla="*/ 84116 h 134451"/>
                  <a:gd name="connsiteX35" fmla="*/ 51091 w 134451"/>
                  <a:gd name="connsiteY35" fmla="*/ 82771 h 134451"/>
                  <a:gd name="connsiteX36" fmla="*/ 51988 w 134451"/>
                  <a:gd name="connsiteY36" fmla="*/ 83668 h 134451"/>
                  <a:gd name="connsiteX37" fmla="*/ 52884 w 134451"/>
                  <a:gd name="connsiteY37" fmla="*/ 84564 h 134451"/>
                  <a:gd name="connsiteX38" fmla="*/ 76189 w 134451"/>
                  <a:gd name="connsiteY38" fmla="*/ 61707 h 134451"/>
                  <a:gd name="connsiteX39" fmla="*/ 76189 w 134451"/>
                  <a:gd name="connsiteY39" fmla="*/ 61707 h 134451"/>
                  <a:gd name="connsiteX40" fmla="*/ 76189 w 134451"/>
                  <a:gd name="connsiteY40" fmla="*/ 61707 h 134451"/>
                  <a:gd name="connsiteX41" fmla="*/ 82911 w 134451"/>
                  <a:gd name="connsiteY41" fmla="*/ 55433 h 134451"/>
                  <a:gd name="connsiteX42" fmla="*/ 83360 w 134451"/>
                  <a:gd name="connsiteY42" fmla="*/ 54537 h 134451"/>
                  <a:gd name="connsiteX43" fmla="*/ 82911 w 134451"/>
                  <a:gd name="connsiteY43" fmla="*/ 53640 h 134451"/>
                  <a:gd name="connsiteX44" fmla="*/ 80671 w 134451"/>
                  <a:gd name="connsiteY44" fmla="*/ 53640 h 134451"/>
                  <a:gd name="connsiteX45" fmla="*/ 73948 w 134451"/>
                  <a:gd name="connsiteY45" fmla="*/ 60363 h 134451"/>
                  <a:gd name="connsiteX46" fmla="*/ 73948 w 134451"/>
                  <a:gd name="connsiteY46" fmla="*/ 60363 h 134451"/>
                  <a:gd name="connsiteX47" fmla="*/ 73948 w 134451"/>
                  <a:gd name="connsiteY47" fmla="*/ 60363 h 134451"/>
                  <a:gd name="connsiteX48" fmla="*/ 51091 w 134451"/>
                  <a:gd name="connsiteY48" fmla="*/ 82771 h 134451"/>
                  <a:gd name="connsiteX49" fmla="*/ 81119 w 134451"/>
                  <a:gd name="connsiteY49" fmla="*/ 63500 h 134451"/>
                  <a:gd name="connsiteX50" fmla="*/ 99046 w 134451"/>
                  <a:gd name="connsiteY50" fmla="*/ 81427 h 134451"/>
                  <a:gd name="connsiteX51" fmla="*/ 101286 w 134451"/>
                  <a:gd name="connsiteY51" fmla="*/ 81875 h 134451"/>
                  <a:gd name="connsiteX52" fmla="*/ 105768 w 134451"/>
                  <a:gd name="connsiteY52" fmla="*/ 77842 h 134451"/>
                  <a:gd name="connsiteX53" fmla="*/ 131314 w 134451"/>
                  <a:gd name="connsiteY53" fmla="*/ 9720 h 134451"/>
                  <a:gd name="connsiteX54" fmla="*/ 131762 w 134451"/>
                  <a:gd name="connsiteY54" fmla="*/ 7479 h 134451"/>
                  <a:gd name="connsiteX55" fmla="*/ 130866 w 134451"/>
                  <a:gd name="connsiteY55" fmla="*/ 5238 h 134451"/>
                  <a:gd name="connsiteX56" fmla="*/ 126384 w 134451"/>
                  <a:gd name="connsiteY56" fmla="*/ 4790 h 134451"/>
                  <a:gd name="connsiteX57" fmla="*/ 58262 w 134451"/>
                  <a:gd name="connsiteY57" fmla="*/ 30336 h 134451"/>
                  <a:gd name="connsiteX58" fmla="*/ 54229 w 134451"/>
                  <a:gd name="connsiteY58" fmla="*/ 34817 h 134451"/>
                  <a:gd name="connsiteX59" fmla="*/ 54677 w 134451"/>
                  <a:gd name="connsiteY59" fmla="*/ 37058 h 134451"/>
                  <a:gd name="connsiteX60" fmla="*/ 72155 w 134451"/>
                  <a:gd name="connsiteY60" fmla="*/ 54985 h 134451"/>
                  <a:gd name="connsiteX61" fmla="*/ 77085 w 134451"/>
                  <a:gd name="connsiteY61" fmla="*/ 50055 h 134451"/>
                  <a:gd name="connsiteX62" fmla="*/ 85600 w 134451"/>
                  <a:gd name="connsiteY62" fmla="*/ 50055 h 134451"/>
                  <a:gd name="connsiteX63" fmla="*/ 87393 w 134451"/>
                  <a:gd name="connsiteY63" fmla="*/ 54537 h 134451"/>
                  <a:gd name="connsiteX64" fmla="*/ 85600 w 134451"/>
                  <a:gd name="connsiteY64" fmla="*/ 59018 h 134451"/>
                  <a:gd name="connsiteX65" fmla="*/ 81119 w 134451"/>
                  <a:gd name="connsiteY65" fmla="*/ 63500 h 13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34451" h="134451">
                    <a:moveTo>
                      <a:pt x="17479" y="136104"/>
                    </a:moveTo>
                    <a:cubicBezTo>
                      <a:pt x="15686" y="136104"/>
                      <a:pt x="14341" y="135656"/>
                      <a:pt x="12997" y="134311"/>
                    </a:cubicBezTo>
                    <a:lnTo>
                      <a:pt x="1793" y="123107"/>
                    </a:lnTo>
                    <a:cubicBezTo>
                      <a:pt x="448" y="121762"/>
                      <a:pt x="0" y="120418"/>
                      <a:pt x="0" y="118625"/>
                    </a:cubicBezTo>
                    <a:cubicBezTo>
                      <a:pt x="0" y="116832"/>
                      <a:pt x="448" y="115488"/>
                      <a:pt x="1793" y="114143"/>
                    </a:cubicBezTo>
                    <a:lnTo>
                      <a:pt x="31820" y="84116"/>
                    </a:lnTo>
                    <a:cubicBezTo>
                      <a:pt x="35854" y="80082"/>
                      <a:pt x="41680" y="78738"/>
                      <a:pt x="47058" y="80979"/>
                    </a:cubicBezTo>
                    <a:lnTo>
                      <a:pt x="69466" y="58570"/>
                    </a:lnTo>
                    <a:lnTo>
                      <a:pt x="51988" y="40643"/>
                    </a:lnTo>
                    <a:cubicBezTo>
                      <a:pt x="50195" y="38851"/>
                      <a:pt x="49747" y="36610"/>
                      <a:pt x="50195" y="33921"/>
                    </a:cubicBezTo>
                    <a:cubicBezTo>
                      <a:pt x="51091" y="30336"/>
                      <a:pt x="53780" y="27647"/>
                      <a:pt x="56918" y="26302"/>
                    </a:cubicBezTo>
                    <a:lnTo>
                      <a:pt x="125039" y="756"/>
                    </a:lnTo>
                    <a:cubicBezTo>
                      <a:pt x="128625" y="-588"/>
                      <a:pt x="131762" y="-140"/>
                      <a:pt x="134003" y="2101"/>
                    </a:cubicBezTo>
                    <a:cubicBezTo>
                      <a:pt x="135347" y="3445"/>
                      <a:pt x="136244" y="5238"/>
                      <a:pt x="136244" y="7479"/>
                    </a:cubicBezTo>
                    <a:cubicBezTo>
                      <a:pt x="136244" y="8823"/>
                      <a:pt x="135796" y="9720"/>
                      <a:pt x="135347" y="11064"/>
                    </a:cubicBezTo>
                    <a:lnTo>
                      <a:pt x="109802" y="79186"/>
                    </a:lnTo>
                    <a:cubicBezTo>
                      <a:pt x="108457" y="82323"/>
                      <a:pt x="105320" y="85012"/>
                      <a:pt x="102183" y="85909"/>
                    </a:cubicBezTo>
                    <a:cubicBezTo>
                      <a:pt x="99494" y="86357"/>
                      <a:pt x="97253" y="85909"/>
                      <a:pt x="95460" y="84116"/>
                    </a:cubicBezTo>
                    <a:lnTo>
                      <a:pt x="77533" y="66189"/>
                    </a:lnTo>
                    <a:lnTo>
                      <a:pt x="54677" y="88150"/>
                    </a:lnTo>
                    <a:cubicBezTo>
                      <a:pt x="56918" y="93079"/>
                      <a:pt x="55573" y="99354"/>
                      <a:pt x="51540" y="103835"/>
                    </a:cubicBezTo>
                    <a:lnTo>
                      <a:pt x="21512" y="133863"/>
                    </a:lnTo>
                    <a:cubicBezTo>
                      <a:pt x="20616" y="135207"/>
                      <a:pt x="19271" y="136104"/>
                      <a:pt x="17479" y="136104"/>
                    </a:cubicBezTo>
                    <a:close/>
                    <a:moveTo>
                      <a:pt x="42128" y="84116"/>
                    </a:moveTo>
                    <a:cubicBezTo>
                      <a:pt x="39439" y="84116"/>
                      <a:pt x="37198" y="85012"/>
                      <a:pt x="35405" y="86805"/>
                    </a:cubicBezTo>
                    <a:lnTo>
                      <a:pt x="5378" y="116832"/>
                    </a:lnTo>
                    <a:cubicBezTo>
                      <a:pt x="4482" y="117729"/>
                      <a:pt x="4482" y="118625"/>
                      <a:pt x="5378" y="119521"/>
                    </a:cubicBezTo>
                    <a:lnTo>
                      <a:pt x="16582" y="130726"/>
                    </a:lnTo>
                    <a:cubicBezTo>
                      <a:pt x="17479" y="131622"/>
                      <a:pt x="18375" y="131622"/>
                      <a:pt x="19271" y="130726"/>
                    </a:cubicBezTo>
                    <a:lnTo>
                      <a:pt x="49299" y="100698"/>
                    </a:lnTo>
                    <a:cubicBezTo>
                      <a:pt x="51091" y="98906"/>
                      <a:pt x="51988" y="96217"/>
                      <a:pt x="51988" y="93976"/>
                    </a:cubicBezTo>
                    <a:cubicBezTo>
                      <a:pt x="51988" y="92183"/>
                      <a:pt x="51540" y="90839"/>
                      <a:pt x="50643" y="89046"/>
                    </a:cubicBezTo>
                    <a:cubicBezTo>
                      <a:pt x="50643" y="89046"/>
                      <a:pt x="50643" y="89046"/>
                      <a:pt x="50643" y="89046"/>
                    </a:cubicBezTo>
                    <a:cubicBezTo>
                      <a:pt x="50195" y="88150"/>
                      <a:pt x="49747" y="87701"/>
                      <a:pt x="48851" y="86805"/>
                    </a:cubicBezTo>
                    <a:cubicBezTo>
                      <a:pt x="47058" y="85012"/>
                      <a:pt x="44817" y="84116"/>
                      <a:pt x="42128" y="84116"/>
                    </a:cubicBezTo>
                    <a:close/>
                    <a:moveTo>
                      <a:pt x="51091" y="82771"/>
                    </a:moveTo>
                    <a:cubicBezTo>
                      <a:pt x="51540" y="83220"/>
                      <a:pt x="51988" y="83220"/>
                      <a:pt x="51988" y="83668"/>
                    </a:cubicBezTo>
                    <a:cubicBezTo>
                      <a:pt x="52436" y="84116"/>
                      <a:pt x="52436" y="84116"/>
                      <a:pt x="52884" y="84564"/>
                    </a:cubicBezTo>
                    <a:lnTo>
                      <a:pt x="76189" y="61707"/>
                    </a:lnTo>
                    <a:cubicBezTo>
                      <a:pt x="76189" y="61707"/>
                      <a:pt x="76189" y="61707"/>
                      <a:pt x="76189" y="61707"/>
                    </a:cubicBezTo>
                    <a:cubicBezTo>
                      <a:pt x="76189" y="61707"/>
                      <a:pt x="76189" y="61707"/>
                      <a:pt x="76189" y="61707"/>
                    </a:cubicBezTo>
                    <a:lnTo>
                      <a:pt x="82911" y="55433"/>
                    </a:lnTo>
                    <a:cubicBezTo>
                      <a:pt x="83360" y="54985"/>
                      <a:pt x="83360" y="54985"/>
                      <a:pt x="83360" y="54537"/>
                    </a:cubicBezTo>
                    <a:cubicBezTo>
                      <a:pt x="83360" y="54089"/>
                      <a:pt x="83360" y="53640"/>
                      <a:pt x="82911" y="53640"/>
                    </a:cubicBezTo>
                    <a:cubicBezTo>
                      <a:pt x="82463" y="53192"/>
                      <a:pt x="81119" y="53192"/>
                      <a:pt x="80671" y="53640"/>
                    </a:cubicBezTo>
                    <a:lnTo>
                      <a:pt x="73948" y="60363"/>
                    </a:lnTo>
                    <a:cubicBezTo>
                      <a:pt x="73948" y="60363"/>
                      <a:pt x="73948" y="60363"/>
                      <a:pt x="73948" y="60363"/>
                    </a:cubicBezTo>
                    <a:cubicBezTo>
                      <a:pt x="73948" y="60363"/>
                      <a:pt x="73948" y="60363"/>
                      <a:pt x="73948" y="60363"/>
                    </a:cubicBezTo>
                    <a:lnTo>
                      <a:pt x="51091" y="82771"/>
                    </a:lnTo>
                    <a:close/>
                    <a:moveTo>
                      <a:pt x="81119" y="63500"/>
                    </a:moveTo>
                    <a:lnTo>
                      <a:pt x="99046" y="81427"/>
                    </a:lnTo>
                    <a:cubicBezTo>
                      <a:pt x="99942" y="82323"/>
                      <a:pt x="100838" y="81875"/>
                      <a:pt x="101286" y="81875"/>
                    </a:cubicBezTo>
                    <a:cubicBezTo>
                      <a:pt x="103079" y="81427"/>
                      <a:pt x="104872" y="80082"/>
                      <a:pt x="105768" y="77842"/>
                    </a:cubicBezTo>
                    <a:lnTo>
                      <a:pt x="131314" y="9720"/>
                    </a:lnTo>
                    <a:cubicBezTo>
                      <a:pt x="131762" y="8823"/>
                      <a:pt x="131762" y="8375"/>
                      <a:pt x="131762" y="7479"/>
                    </a:cubicBezTo>
                    <a:cubicBezTo>
                      <a:pt x="131762" y="6583"/>
                      <a:pt x="131314" y="5686"/>
                      <a:pt x="130866" y="5238"/>
                    </a:cubicBezTo>
                    <a:cubicBezTo>
                      <a:pt x="129969" y="4342"/>
                      <a:pt x="128177" y="4342"/>
                      <a:pt x="126384" y="4790"/>
                    </a:cubicBezTo>
                    <a:lnTo>
                      <a:pt x="58262" y="30336"/>
                    </a:lnTo>
                    <a:cubicBezTo>
                      <a:pt x="56469" y="31232"/>
                      <a:pt x="54677" y="33025"/>
                      <a:pt x="54229" y="34817"/>
                    </a:cubicBezTo>
                    <a:cubicBezTo>
                      <a:pt x="54229" y="35714"/>
                      <a:pt x="54229" y="36610"/>
                      <a:pt x="54677" y="37058"/>
                    </a:cubicBezTo>
                    <a:lnTo>
                      <a:pt x="72155" y="54985"/>
                    </a:lnTo>
                    <a:lnTo>
                      <a:pt x="77085" y="50055"/>
                    </a:lnTo>
                    <a:cubicBezTo>
                      <a:pt x="79326" y="47814"/>
                      <a:pt x="83360" y="47814"/>
                      <a:pt x="85600" y="50055"/>
                    </a:cubicBezTo>
                    <a:cubicBezTo>
                      <a:pt x="86945" y="51400"/>
                      <a:pt x="87393" y="52744"/>
                      <a:pt x="87393" y="54537"/>
                    </a:cubicBezTo>
                    <a:cubicBezTo>
                      <a:pt x="87393" y="56329"/>
                      <a:pt x="86945" y="57674"/>
                      <a:pt x="85600" y="59018"/>
                    </a:cubicBezTo>
                    <a:lnTo>
                      <a:pt x="81119" y="63500"/>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 name="Freeform: Shape 2459">
                <a:extLst>
                  <a:ext uri="{FF2B5EF4-FFF2-40B4-BE49-F238E27FC236}">
                    <a16:creationId xmlns:a16="http://schemas.microsoft.com/office/drawing/2014/main" id="{6DCA2911-6C37-22D7-478D-EAFB80806023}"/>
                  </a:ext>
                  <a:ext uri="{C183D7F6-B498-43B3-948B-1728B52AA6E4}">
                    <adec:decorative xmlns:adec="http://schemas.microsoft.com/office/drawing/2017/decorative" val="1"/>
                  </a:ext>
                </a:extLst>
              </p:cNvPr>
              <p:cNvSpPr>
                <a:spLocks noChangeAspect="1"/>
              </p:cNvSpPr>
              <p:nvPr/>
            </p:nvSpPr>
            <p:spPr>
              <a:xfrm>
                <a:off x="10360116" y="3145559"/>
                <a:ext cx="103079" cy="121006"/>
              </a:xfrm>
              <a:custGeom>
                <a:avLst/>
                <a:gdLst>
                  <a:gd name="connsiteX0" fmla="*/ 102183 w 103079"/>
                  <a:gd name="connsiteY0" fmla="*/ 36487 h 121005"/>
                  <a:gd name="connsiteX1" fmla="*/ 3137 w 103079"/>
                  <a:gd name="connsiteY1" fmla="*/ 186 h 121005"/>
                  <a:gd name="connsiteX2" fmla="*/ 896 w 103079"/>
                  <a:gd name="connsiteY2" fmla="*/ 634 h 121005"/>
                  <a:gd name="connsiteX3" fmla="*/ 0 w 103079"/>
                  <a:gd name="connsiteY3" fmla="*/ 2426 h 121005"/>
                  <a:gd name="connsiteX4" fmla="*/ 0 w 103079"/>
                  <a:gd name="connsiteY4" fmla="*/ 75030 h 121005"/>
                  <a:gd name="connsiteX5" fmla="*/ 0 w 103079"/>
                  <a:gd name="connsiteY5" fmla="*/ 122984 h 121005"/>
                  <a:gd name="connsiteX6" fmla="*/ 2241 w 103079"/>
                  <a:gd name="connsiteY6" fmla="*/ 125225 h 121005"/>
                  <a:gd name="connsiteX7" fmla="*/ 4482 w 103079"/>
                  <a:gd name="connsiteY7" fmla="*/ 122984 h 121005"/>
                  <a:gd name="connsiteX8" fmla="*/ 4482 w 103079"/>
                  <a:gd name="connsiteY8" fmla="*/ 76375 h 121005"/>
                  <a:gd name="connsiteX9" fmla="*/ 102183 w 103079"/>
                  <a:gd name="connsiteY9" fmla="*/ 40521 h 121005"/>
                  <a:gd name="connsiteX10" fmla="*/ 103527 w 103079"/>
                  <a:gd name="connsiteY10" fmla="*/ 38280 h 121005"/>
                  <a:gd name="connsiteX11" fmla="*/ 102183 w 103079"/>
                  <a:gd name="connsiteY11" fmla="*/ 36487 h 121005"/>
                  <a:gd name="connsiteX12" fmla="*/ 4482 w 103079"/>
                  <a:gd name="connsiteY12" fmla="*/ 71893 h 121005"/>
                  <a:gd name="connsiteX13" fmla="*/ 4482 w 103079"/>
                  <a:gd name="connsiteY13" fmla="*/ 5564 h 121005"/>
                  <a:gd name="connsiteX14" fmla="*/ 95012 w 103079"/>
                  <a:gd name="connsiteY14" fmla="*/ 38728 h 121005"/>
                  <a:gd name="connsiteX15" fmla="*/ 4482 w 103079"/>
                  <a:gd name="connsiteY15" fmla="*/ 71893 h 121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3079" h="121005">
                    <a:moveTo>
                      <a:pt x="102183" y="36487"/>
                    </a:moveTo>
                    <a:lnTo>
                      <a:pt x="3137" y="186"/>
                    </a:lnTo>
                    <a:cubicBezTo>
                      <a:pt x="2241" y="-263"/>
                      <a:pt x="1793" y="186"/>
                      <a:pt x="896" y="634"/>
                    </a:cubicBezTo>
                    <a:cubicBezTo>
                      <a:pt x="448" y="1082"/>
                      <a:pt x="0" y="1530"/>
                      <a:pt x="0" y="2426"/>
                    </a:cubicBezTo>
                    <a:lnTo>
                      <a:pt x="0" y="75030"/>
                    </a:lnTo>
                    <a:lnTo>
                      <a:pt x="0" y="122984"/>
                    </a:lnTo>
                    <a:cubicBezTo>
                      <a:pt x="0" y="124329"/>
                      <a:pt x="896" y="125225"/>
                      <a:pt x="2241" y="125225"/>
                    </a:cubicBezTo>
                    <a:cubicBezTo>
                      <a:pt x="3585" y="125225"/>
                      <a:pt x="4482" y="124329"/>
                      <a:pt x="4482" y="122984"/>
                    </a:cubicBezTo>
                    <a:lnTo>
                      <a:pt x="4482" y="76375"/>
                    </a:lnTo>
                    <a:lnTo>
                      <a:pt x="102183" y="40521"/>
                    </a:lnTo>
                    <a:cubicBezTo>
                      <a:pt x="103079" y="40073"/>
                      <a:pt x="103527" y="39176"/>
                      <a:pt x="103527" y="38280"/>
                    </a:cubicBezTo>
                    <a:cubicBezTo>
                      <a:pt x="103527" y="37832"/>
                      <a:pt x="103079" y="36936"/>
                      <a:pt x="102183" y="36487"/>
                    </a:cubicBezTo>
                    <a:close/>
                    <a:moveTo>
                      <a:pt x="4482" y="71893"/>
                    </a:moveTo>
                    <a:lnTo>
                      <a:pt x="4482" y="5564"/>
                    </a:lnTo>
                    <a:lnTo>
                      <a:pt x="95012" y="38728"/>
                    </a:lnTo>
                    <a:lnTo>
                      <a:pt x="4482" y="71893"/>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 name="Freeform: Shape 2533">
                <a:extLst>
                  <a:ext uri="{FF2B5EF4-FFF2-40B4-BE49-F238E27FC236}">
                    <a16:creationId xmlns:a16="http://schemas.microsoft.com/office/drawing/2014/main" id="{972BF2E2-B5F6-7595-5B0C-66BFA860F5C5}"/>
                  </a:ext>
                  <a:ext uri="{C183D7F6-B498-43B3-948B-1728B52AA6E4}">
                    <adec:decorative xmlns:adec="http://schemas.microsoft.com/office/drawing/2017/decorative" val="1"/>
                  </a:ext>
                </a:extLst>
              </p:cNvPr>
              <p:cNvSpPr>
                <a:spLocks noChangeAspect="1"/>
              </p:cNvSpPr>
              <p:nvPr/>
            </p:nvSpPr>
            <p:spPr>
              <a:xfrm>
                <a:off x="10076424" y="3145744"/>
                <a:ext cx="98597" cy="125488"/>
              </a:xfrm>
              <a:custGeom>
                <a:avLst/>
                <a:gdLst>
                  <a:gd name="connsiteX0" fmla="*/ 69018 w 98597"/>
                  <a:gd name="connsiteY0" fmla="*/ 34509 h 125487"/>
                  <a:gd name="connsiteX1" fmla="*/ 99942 w 98597"/>
                  <a:gd name="connsiteY1" fmla="*/ 3585 h 125487"/>
                  <a:gd name="connsiteX2" fmla="*/ 100390 w 98597"/>
                  <a:gd name="connsiteY2" fmla="*/ 1345 h 125487"/>
                  <a:gd name="connsiteX3" fmla="*/ 98149 w 98597"/>
                  <a:gd name="connsiteY3" fmla="*/ 0 h 125487"/>
                  <a:gd name="connsiteX4" fmla="*/ 2241 w 98597"/>
                  <a:gd name="connsiteY4" fmla="*/ 0 h 125487"/>
                  <a:gd name="connsiteX5" fmla="*/ 0 w 98597"/>
                  <a:gd name="connsiteY5" fmla="*/ 2241 h 125487"/>
                  <a:gd name="connsiteX6" fmla="*/ 0 w 98597"/>
                  <a:gd name="connsiteY6" fmla="*/ 67226 h 125487"/>
                  <a:gd name="connsiteX7" fmla="*/ 0 w 98597"/>
                  <a:gd name="connsiteY7" fmla="*/ 124143 h 125487"/>
                  <a:gd name="connsiteX8" fmla="*/ 2241 w 98597"/>
                  <a:gd name="connsiteY8" fmla="*/ 126384 h 125487"/>
                  <a:gd name="connsiteX9" fmla="*/ 4482 w 98597"/>
                  <a:gd name="connsiteY9" fmla="*/ 124143 h 125487"/>
                  <a:gd name="connsiteX10" fmla="*/ 4482 w 98597"/>
                  <a:gd name="connsiteY10" fmla="*/ 69466 h 125487"/>
                  <a:gd name="connsiteX11" fmla="*/ 98149 w 98597"/>
                  <a:gd name="connsiteY11" fmla="*/ 69466 h 125487"/>
                  <a:gd name="connsiteX12" fmla="*/ 100390 w 98597"/>
                  <a:gd name="connsiteY12" fmla="*/ 68122 h 125487"/>
                  <a:gd name="connsiteX13" fmla="*/ 99942 w 98597"/>
                  <a:gd name="connsiteY13" fmla="*/ 65881 h 125487"/>
                  <a:gd name="connsiteX14" fmla="*/ 69018 w 98597"/>
                  <a:gd name="connsiteY14" fmla="*/ 34509 h 125487"/>
                  <a:gd name="connsiteX15" fmla="*/ 4482 w 98597"/>
                  <a:gd name="connsiteY15" fmla="*/ 64985 h 125487"/>
                  <a:gd name="connsiteX16" fmla="*/ 4482 w 98597"/>
                  <a:gd name="connsiteY16" fmla="*/ 4482 h 125487"/>
                  <a:gd name="connsiteX17" fmla="*/ 92771 w 98597"/>
                  <a:gd name="connsiteY17" fmla="*/ 4482 h 125487"/>
                  <a:gd name="connsiteX18" fmla="*/ 64088 w 98597"/>
                  <a:gd name="connsiteY18" fmla="*/ 33165 h 125487"/>
                  <a:gd name="connsiteX19" fmla="*/ 64088 w 98597"/>
                  <a:gd name="connsiteY19" fmla="*/ 36302 h 125487"/>
                  <a:gd name="connsiteX20" fmla="*/ 92771 w 98597"/>
                  <a:gd name="connsiteY20" fmla="*/ 64985 h 125487"/>
                  <a:gd name="connsiteX21" fmla="*/ 4482 w 98597"/>
                  <a:gd name="connsiteY21" fmla="*/ 64985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597" h="125487">
                    <a:moveTo>
                      <a:pt x="69018" y="34509"/>
                    </a:moveTo>
                    <a:lnTo>
                      <a:pt x="99942" y="3585"/>
                    </a:lnTo>
                    <a:cubicBezTo>
                      <a:pt x="100390" y="3137"/>
                      <a:pt x="100838" y="1793"/>
                      <a:pt x="100390" y="1345"/>
                    </a:cubicBezTo>
                    <a:cubicBezTo>
                      <a:pt x="99942" y="448"/>
                      <a:pt x="99046" y="0"/>
                      <a:pt x="98149" y="0"/>
                    </a:cubicBezTo>
                    <a:lnTo>
                      <a:pt x="2241" y="0"/>
                    </a:lnTo>
                    <a:cubicBezTo>
                      <a:pt x="896" y="0"/>
                      <a:pt x="0" y="896"/>
                      <a:pt x="0" y="2241"/>
                    </a:cubicBezTo>
                    <a:lnTo>
                      <a:pt x="0" y="67226"/>
                    </a:lnTo>
                    <a:lnTo>
                      <a:pt x="0" y="124143"/>
                    </a:lnTo>
                    <a:cubicBezTo>
                      <a:pt x="0" y="125488"/>
                      <a:pt x="896" y="126384"/>
                      <a:pt x="2241" y="126384"/>
                    </a:cubicBezTo>
                    <a:cubicBezTo>
                      <a:pt x="3585" y="126384"/>
                      <a:pt x="4482" y="125488"/>
                      <a:pt x="4482" y="124143"/>
                    </a:cubicBezTo>
                    <a:lnTo>
                      <a:pt x="4482" y="69466"/>
                    </a:lnTo>
                    <a:lnTo>
                      <a:pt x="98149" y="69466"/>
                    </a:lnTo>
                    <a:cubicBezTo>
                      <a:pt x="99046" y="69466"/>
                      <a:pt x="99942" y="69018"/>
                      <a:pt x="100390" y="68122"/>
                    </a:cubicBezTo>
                    <a:cubicBezTo>
                      <a:pt x="100838" y="67226"/>
                      <a:pt x="100390" y="66329"/>
                      <a:pt x="99942" y="65881"/>
                    </a:cubicBezTo>
                    <a:lnTo>
                      <a:pt x="69018" y="34509"/>
                    </a:lnTo>
                    <a:close/>
                    <a:moveTo>
                      <a:pt x="4482" y="64985"/>
                    </a:moveTo>
                    <a:lnTo>
                      <a:pt x="4482" y="4482"/>
                    </a:lnTo>
                    <a:lnTo>
                      <a:pt x="92771" y="4482"/>
                    </a:lnTo>
                    <a:lnTo>
                      <a:pt x="64088" y="33165"/>
                    </a:lnTo>
                    <a:cubicBezTo>
                      <a:pt x="63192" y="34061"/>
                      <a:pt x="63192" y="35405"/>
                      <a:pt x="64088" y="36302"/>
                    </a:cubicBezTo>
                    <a:lnTo>
                      <a:pt x="92771" y="64985"/>
                    </a:lnTo>
                    <a:lnTo>
                      <a:pt x="4482" y="64985"/>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 name="Freeform: Shape 2534">
                <a:extLst>
                  <a:ext uri="{FF2B5EF4-FFF2-40B4-BE49-F238E27FC236}">
                    <a16:creationId xmlns:a16="http://schemas.microsoft.com/office/drawing/2014/main" id="{A7A37DE5-7472-6D1D-8D62-44F45483E4F9}"/>
                  </a:ext>
                  <a:ext uri="{C183D7F6-B498-43B3-948B-1728B52AA6E4}">
                    <adec:decorative xmlns:adec="http://schemas.microsoft.com/office/drawing/2017/decorative" val="1"/>
                  </a:ext>
                </a:extLst>
              </p:cNvPr>
              <p:cNvSpPr>
                <a:spLocks noChangeAspect="1"/>
              </p:cNvSpPr>
              <p:nvPr/>
            </p:nvSpPr>
            <p:spPr>
              <a:xfrm>
                <a:off x="9816933" y="3145632"/>
                <a:ext cx="94116" cy="125488"/>
              </a:xfrm>
              <a:custGeom>
                <a:avLst/>
                <a:gdLst>
                  <a:gd name="connsiteX0" fmla="*/ 96357 w 94115"/>
                  <a:gd name="connsiteY0" fmla="*/ 4146 h 125487"/>
                  <a:gd name="connsiteX1" fmla="*/ 94116 w 94115"/>
                  <a:gd name="connsiteY1" fmla="*/ 4146 h 125487"/>
                  <a:gd name="connsiteX2" fmla="*/ 87393 w 94115"/>
                  <a:gd name="connsiteY2" fmla="*/ 6835 h 125487"/>
                  <a:gd name="connsiteX3" fmla="*/ 53332 w 94115"/>
                  <a:gd name="connsiteY3" fmla="*/ 6835 h 125487"/>
                  <a:gd name="connsiteX4" fmla="*/ 45713 w 94115"/>
                  <a:gd name="connsiteY4" fmla="*/ 3697 h 125487"/>
                  <a:gd name="connsiteX5" fmla="*/ 8067 w 94115"/>
                  <a:gd name="connsiteY5" fmla="*/ 3697 h 125487"/>
                  <a:gd name="connsiteX6" fmla="*/ 1344 w 94115"/>
                  <a:gd name="connsiteY6" fmla="*/ 6835 h 125487"/>
                  <a:gd name="connsiteX7" fmla="*/ 0 w 94115"/>
                  <a:gd name="connsiteY7" fmla="*/ 9075 h 125487"/>
                  <a:gd name="connsiteX8" fmla="*/ 0 w 94115"/>
                  <a:gd name="connsiteY8" fmla="*/ 68682 h 125487"/>
                  <a:gd name="connsiteX9" fmla="*/ 0 w 94115"/>
                  <a:gd name="connsiteY9" fmla="*/ 124255 h 125487"/>
                  <a:gd name="connsiteX10" fmla="*/ 2241 w 94115"/>
                  <a:gd name="connsiteY10" fmla="*/ 126496 h 125487"/>
                  <a:gd name="connsiteX11" fmla="*/ 4482 w 94115"/>
                  <a:gd name="connsiteY11" fmla="*/ 124255 h 125487"/>
                  <a:gd name="connsiteX12" fmla="*/ 4482 w 94115"/>
                  <a:gd name="connsiteY12" fmla="*/ 70027 h 125487"/>
                  <a:gd name="connsiteX13" fmla="*/ 9860 w 94115"/>
                  <a:gd name="connsiteY13" fmla="*/ 67786 h 125487"/>
                  <a:gd name="connsiteX14" fmla="*/ 43921 w 94115"/>
                  <a:gd name="connsiteY14" fmla="*/ 67786 h 125487"/>
                  <a:gd name="connsiteX15" fmla="*/ 51540 w 94115"/>
                  <a:gd name="connsiteY15" fmla="*/ 70923 h 125487"/>
                  <a:gd name="connsiteX16" fmla="*/ 70363 w 94115"/>
                  <a:gd name="connsiteY16" fmla="*/ 74508 h 125487"/>
                  <a:gd name="connsiteX17" fmla="*/ 89186 w 94115"/>
                  <a:gd name="connsiteY17" fmla="*/ 70475 h 125487"/>
                  <a:gd name="connsiteX18" fmla="*/ 95909 w 94115"/>
                  <a:gd name="connsiteY18" fmla="*/ 67338 h 125487"/>
                  <a:gd name="connsiteX19" fmla="*/ 97253 w 94115"/>
                  <a:gd name="connsiteY19" fmla="*/ 65097 h 125487"/>
                  <a:gd name="connsiteX20" fmla="*/ 97253 w 94115"/>
                  <a:gd name="connsiteY20" fmla="*/ 5938 h 125487"/>
                  <a:gd name="connsiteX21" fmla="*/ 96357 w 94115"/>
                  <a:gd name="connsiteY21" fmla="*/ 4146 h 125487"/>
                  <a:gd name="connsiteX22" fmla="*/ 92771 w 94115"/>
                  <a:gd name="connsiteY22" fmla="*/ 64200 h 125487"/>
                  <a:gd name="connsiteX23" fmla="*/ 87393 w 94115"/>
                  <a:gd name="connsiteY23" fmla="*/ 66441 h 125487"/>
                  <a:gd name="connsiteX24" fmla="*/ 53332 w 94115"/>
                  <a:gd name="connsiteY24" fmla="*/ 66441 h 125487"/>
                  <a:gd name="connsiteX25" fmla="*/ 45713 w 94115"/>
                  <a:gd name="connsiteY25" fmla="*/ 63304 h 125487"/>
                  <a:gd name="connsiteX26" fmla="*/ 26890 w 94115"/>
                  <a:gd name="connsiteY26" fmla="*/ 59719 h 125487"/>
                  <a:gd name="connsiteX27" fmla="*/ 7619 w 94115"/>
                  <a:gd name="connsiteY27" fmla="*/ 63752 h 125487"/>
                  <a:gd name="connsiteX28" fmla="*/ 4034 w 94115"/>
                  <a:gd name="connsiteY28" fmla="*/ 65545 h 125487"/>
                  <a:gd name="connsiteX29" fmla="*/ 4034 w 94115"/>
                  <a:gd name="connsiteY29" fmla="*/ 10420 h 125487"/>
                  <a:gd name="connsiteX30" fmla="*/ 9411 w 94115"/>
                  <a:gd name="connsiteY30" fmla="*/ 8179 h 125487"/>
                  <a:gd name="connsiteX31" fmla="*/ 43473 w 94115"/>
                  <a:gd name="connsiteY31" fmla="*/ 8179 h 125487"/>
                  <a:gd name="connsiteX32" fmla="*/ 51092 w 94115"/>
                  <a:gd name="connsiteY32" fmla="*/ 11316 h 125487"/>
                  <a:gd name="connsiteX33" fmla="*/ 88738 w 94115"/>
                  <a:gd name="connsiteY33" fmla="*/ 11316 h 125487"/>
                  <a:gd name="connsiteX34" fmla="*/ 92323 w 94115"/>
                  <a:gd name="connsiteY34" fmla="*/ 9524 h 125487"/>
                  <a:gd name="connsiteX35" fmla="*/ 92323 w 94115"/>
                  <a:gd name="connsiteY35" fmla="*/ 64200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4115" h="125487">
                    <a:moveTo>
                      <a:pt x="96357" y="4146"/>
                    </a:moveTo>
                    <a:cubicBezTo>
                      <a:pt x="95909" y="3697"/>
                      <a:pt x="95012" y="3697"/>
                      <a:pt x="94116" y="4146"/>
                    </a:cubicBezTo>
                    <a:lnTo>
                      <a:pt x="87393" y="6835"/>
                    </a:lnTo>
                    <a:cubicBezTo>
                      <a:pt x="76637" y="11316"/>
                      <a:pt x="64088" y="11316"/>
                      <a:pt x="53332" y="6835"/>
                    </a:cubicBezTo>
                    <a:lnTo>
                      <a:pt x="45713" y="3697"/>
                    </a:lnTo>
                    <a:cubicBezTo>
                      <a:pt x="33613" y="-1232"/>
                      <a:pt x="19720" y="-1232"/>
                      <a:pt x="8067" y="3697"/>
                    </a:cubicBezTo>
                    <a:lnTo>
                      <a:pt x="1344" y="6835"/>
                    </a:lnTo>
                    <a:cubicBezTo>
                      <a:pt x="448" y="7283"/>
                      <a:pt x="0" y="8179"/>
                      <a:pt x="0" y="9075"/>
                    </a:cubicBezTo>
                    <a:lnTo>
                      <a:pt x="0" y="68682"/>
                    </a:lnTo>
                    <a:lnTo>
                      <a:pt x="0" y="124255"/>
                    </a:lnTo>
                    <a:cubicBezTo>
                      <a:pt x="0" y="125600"/>
                      <a:pt x="896" y="126496"/>
                      <a:pt x="2241" y="126496"/>
                    </a:cubicBezTo>
                    <a:cubicBezTo>
                      <a:pt x="3585" y="126496"/>
                      <a:pt x="4482" y="125600"/>
                      <a:pt x="4482" y="124255"/>
                    </a:cubicBezTo>
                    <a:lnTo>
                      <a:pt x="4482" y="70027"/>
                    </a:lnTo>
                    <a:lnTo>
                      <a:pt x="9860" y="67786"/>
                    </a:lnTo>
                    <a:cubicBezTo>
                      <a:pt x="20616" y="63304"/>
                      <a:pt x="33165" y="62856"/>
                      <a:pt x="43921" y="67786"/>
                    </a:cubicBezTo>
                    <a:lnTo>
                      <a:pt x="51540" y="70923"/>
                    </a:lnTo>
                    <a:cubicBezTo>
                      <a:pt x="57366" y="73612"/>
                      <a:pt x="63640" y="74508"/>
                      <a:pt x="70363" y="74508"/>
                    </a:cubicBezTo>
                    <a:cubicBezTo>
                      <a:pt x="77085" y="74508"/>
                      <a:pt x="83360" y="73164"/>
                      <a:pt x="89186" y="70475"/>
                    </a:cubicBezTo>
                    <a:lnTo>
                      <a:pt x="95909" y="67338"/>
                    </a:lnTo>
                    <a:cubicBezTo>
                      <a:pt x="96805" y="66889"/>
                      <a:pt x="97253" y="65993"/>
                      <a:pt x="97253" y="65097"/>
                    </a:cubicBezTo>
                    <a:lnTo>
                      <a:pt x="97253" y="5938"/>
                    </a:lnTo>
                    <a:cubicBezTo>
                      <a:pt x="97253" y="5042"/>
                      <a:pt x="96805" y="4594"/>
                      <a:pt x="96357" y="4146"/>
                    </a:cubicBezTo>
                    <a:close/>
                    <a:moveTo>
                      <a:pt x="92771" y="64200"/>
                    </a:moveTo>
                    <a:lnTo>
                      <a:pt x="87393" y="66441"/>
                    </a:lnTo>
                    <a:cubicBezTo>
                      <a:pt x="76637" y="70923"/>
                      <a:pt x="64088" y="70923"/>
                      <a:pt x="53332" y="66441"/>
                    </a:cubicBezTo>
                    <a:lnTo>
                      <a:pt x="45713" y="63304"/>
                    </a:lnTo>
                    <a:cubicBezTo>
                      <a:pt x="39887" y="60615"/>
                      <a:pt x="33613" y="59719"/>
                      <a:pt x="26890" y="59719"/>
                    </a:cubicBezTo>
                    <a:cubicBezTo>
                      <a:pt x="20168" y="59719"/>
                      <a:pt x="13893" y="61063"/>
                      <a:pt x="7619" y="63752"/>
                    </a:cubicBezTo>
                    <a:lnTo>
                      <a:pt x="4034" y="65545"/>
                    </a:lnTo>
                    <a:lnTo>
                      <a:pt x="4034" y="10420"/>
                    </a:lnTo>
                    <a:lnTo>
                      <a:pt x="9411" y="8179"/>
                    </a:lnTo>
                    <a:cubicBezTo>
                      <a:pt x="20168" y="3697"/>
                      <a:pt x="32716" y="3249"/>
                      <a:pt x="43473" y="8179"/>
                    </a:cubicBezTo>
                    <a:lnTo>
                      <a:pt x="51092" y="11316"/>
                    </a:lnTo>
                    <a:cubicBezTo>
                      <a:pt x="62744" y="16246"/>
                      <a:pt x="76637" y="16246"/>
                      <a:pt x="88738" y="11316"/>
                    </a:cubicBezTo>
                    <a:lnTo>
                      <a:pt x="92323" y="9524"/>
                    </a:lnTo>
                    <a:lnTo>
                      <a:pt x="92323" y="64200"/>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 name="Freeform: Shape 2542">
                <a:extLst>
                  <a:ext uri="{FF2B5EF4-FFF2-40B4-BE49-F238E27FC236}">
                    <a16:creationId xmlns:a16="http://schemas.microsoft.com/office/drawing/2014/main" id="{953D38B3-26D5-E040-F4D8-E4AD3827DE27}"/>
                  </a:ext>
                  <a:ext uri="{C183D7F6-B498-43B3-948B-1728B52AA6E4}">
                    <adec:decorative xmlns:adec="http://schemas.microsoft.com/office/drawing/2017/decorative" val="1"/>
                  </a:ext>
                </a:extLst>
              </p:cNvPr>
              <p:cNvSpPr>
                <a:spLocks noChangeAspect="1"/>
              </p:cNvSpPr>
              <p:nvPr/>
            </p:nvSpPr>
            <p:spPr>
              <a:xfrm>
                <a:off x="9545790" y="3145744"/>
                <a:ext cx="94116" cy="125488"/>
              </a:xfrm>
              <a:custGeom>
                <a:avLst/>
                <a:gdLst>
                  <a:gd name="connsiteX0" fmla="*/ 93219 w 94115"/>
                  <a:gd name="connsiteY0" fmla="*/ 0 h 125487"/>
                  <a:gd name="connsiteX1" fmla="*/ 2241 w 94115"/>
                  <a:gd name="connsiteY1" fmla="*/ 0 h 125487"/>
                  <a:gd name="connsiteX2" fmla="*/ 0 w 94115"/>
                  <a:gd name="connsiteY2" fmla="*/ 2241 h 125487"/>
                  <a:gd name="connsiteX3" fmla="*/ 0 w 94115"/>
                  <a:gd name="connsiteY3" fmla="*/ 67226 h 125487"/>
                  <a:gd name="connsiteX4" fmla="*/ 0 w 94115"/>
                  <a:gd name="connsiteY4" fmla="*/ 124143 h 125487"/>
                  <a:gd name="connsiteX5" fmla="*/ 2241 w 94115"/>
                  <a:gd name="connsiteY5" fmla="*/ 126384 h 125487"/>
                  <a:gd name="connsiteX6" fmla="*/ 4482 w 94115"/>
                  <a:gd name="connsiteY6" fmla="*/ 124143 h 125487"/>
                  <a:gd name="connsiteX7" fmla="*/ 4482 w 94115"/>
                  <a:gd name="connsiteY7" fmla="*/ 69466 h 125487"/>
                  <a:gd name="connsiteX8" fmla="*/ 93219 w 94115"/>
                  <a:gd name="connsiteY8" fmla="*/ 69466 h 125487"/>
                  <a:gd name="connsiteX9" fmla="*/ 95460 w 94115"/>
                  <a:gd name="connsiteY9" fmla="*/ 67226 h 125487"/>
                  <a:gd name="connsiteX10" fmla="*/ 95460 w 94115"/>
                  <a:gd name="connsiteY10" fmla="*/ 2241 h 125487"/>
                  <a:gd name="connsiteX11" fmla="*/ 93219 w 94115"/>
                  <a:gd name="connsiteY11" fmla="*/ 0 h 125487"/>
                  <a:gd name="connsiteX12" fmla="*/ 90978 w 94115"/>
                  <a:gd name="connsiteY12" fmla="*/ 64985 h 125487"/>
                  <a:gd name="connsiteX13" fmla="*/ 4482 w 94115"/>
                  <a:gd name="connsiteY13" fmla="*/ 64985 h 125487"/>
                  <a:gd name="connsiteX14" fmla="*/ 4482 w 94115"/>
                  <a:gd name="connsiteY14" fmla="*/ 4482 h 125487"/>
                  <a:gd name="connsiteX15" fmla="*/ 90978 w 94115"/>
                  <a:gd name="connsiteY15" fmla="*/ 4482 h 125487"/>
                  <a:gd name="connsiteX16" fmla="*/ 90978 w 94115"/>
                  <a:gd name="connsiteY16" fmla="*/ 64985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4115" h="125487">
                    <a:moveTo>
                      <a:pt x="93219" y="0"/>
                    </a:moveTo>
                    <a:lnTo>
                      <a:pt x="2241" y="0"/>
                    </a:lnTo>
                    <a:cubicBezTo>
                      <a:pt x="896" y="0"/>
                      <a:pt x="0" y="896"/>
                      <a:pt x="0" y="2241"/>
                    </a:cubicBezTo>
                    <a:lnTo>
                      <a:pt x="0" y="67226"/>
                    </a:lnTo>
                    <a:lnTo>
                      <a:pt x="0" y="124143"/>
                    </a:lnTo>
                    <a:cubicBezTo>
                      <a:pt x="0" y="125488"/>
                      <a:pt x="896" y="126384"/>
                      <a:pt x="2241" y="126384"/>
                    </a:cubicBezTo>
                    <a:cubicBezTo>
                      <a:pt x="3585" y="126384"/>
                      <a:pt x="4482" y="125488"/>
                      <a:pt x="4482" y="124143"/>
                    </a:cubicBezTo>
                    <a:lnTo>
                      <a:pt x="4482" y="69466"/>
                    </a:lnTo>
                    <a:lnTo>
                      <a:pt x="93219" y="69466"/>
                    </a:lnTo>
                    <a:cubicBezTo>
                      <a:pt x="94564" y="69466"/>
                      <a:pt x="95460" y="68570"/>
                      <a:pt x="95460" y="67226"/>
                    </a:cubicBezTo>
                    <a:lnTo>
                      <a:pt x="95460" y="2241"/>
                    </a:lnTo>
                    <a:cubicBezTo>
                      <a:pt x="95460" y="896"/>
                      <a:pt x="94564" y="0"/>
                      <a:pt x="93219" y="0"/>
                    </a:cubicBezTo>
                    <a:close/>
                    <a:moveTo>
                      <a:pt x="90978" y="64985"/>
                    </a:moveTo>
                    <a:lnTo>
                      <a:pt x="4482" y="64985"/>
                    </a:lnTo>
                    <a:lnTo>
                      <a:pt x="4482" y="4482"/>
                    </a:lnTo>
                    <a:lnTo>
                      <a:pt x="90978" y="4482"/>
                    </a:lnTo>
                    <a:lnTo>
                      <a:pt x="90978" y="64985"/>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 name="Freeform: Shape 2555">
                <a:extLst>
                  <a:ext uri="{FF2B5EF4-FFF2-40B4-BE49-F238E27FC236}">
                    <a16:creationId xmlns:a16="http://schemas.microsoft.com/office/drawing/2014/main" id="{1B630892-284B-EBD8-8C16-AA422EC469DC}"/>
                  </a:ext>
                  <a:ext uri="{C183D7F6-B498-43B3-948B-1728B52AA6E4}">
                    <adec:decorative xmlns:adec="http://schemas.microsoft.com/office/drawing/2017/decorative" val="1"/>
                  </a:ext>
                </a:extLst>
              </p:cNvPr>
              <p:cNvSpPr>
                <a:spLocks noChangeAspect="1"/>
              </p:cNvSpPr>
              <p:nvPr/>
            </p:nvSpPr>
            <p:spPr>
              <a:xfrm>
                <a:off x="10600783" y="3149592"/>
                <a:ext cx="107561" cy="107561"/>
              </a:xfrm>
              <a:custGeom>
                <a:avLst/>
                <a:gdLst>
                  <a:gd name="connsiteX0" fmla="*/ 71259 w 107560"/>
                  <a:gd name="connsiteY0" fmla="*/ 110436 h 107560"/>
                  <a:gd name="connsiteX1" fmla="*/ 69018 w 107560"/>
                  <a:gd name="connsiteY1" fmla="*/ 109091 h 107560"/>
                  <a:gd name="connsiteX2" fmla="*/ 50195 w 107560"/>
                  <a:gd name="connsiteY2" fmla="*/ 60240 h 107560"/>
                  <a:gd name="connsiteX3" fmla="*/ 1344 w 107560"/>
                  <a:gd name="connsiteY3" fmla="*/ 41417 h 107560"/>
                  <a:gd name="connsiteX4" fmla="*/ 0 w 107560"/>
                  <a:gd name="connsiteY4" fmla="*/ 39176 h 107560"/>
                  <a:gd name="connsiteX5" fmla="*/ 1344 w 107560"/>
                  <a:gd name="connsiteY5" fmla="*/ 36936 h 107560"/>
                  <a:gd name="connsiteX6" fmla="*/ 107113 w 107560"/>
                  <a:gd name="connsiteY6" fmla="*/ 186 h 107560"/>
                  <a:gd name="connsiteX7" fmla="*/ 109353 w 107560"/>
                  <a:gd name="connsiteY7" fmla="*/ 634 h 107560"/>
                  <a:gd name="connsiteX8" fmla="*/ 110250 w 107560"/>
                  <a:gd name="connsiteY8" fmla="*/ 3323 h 107560"/>
                  <a:gd name="connsiteX9" fmla="*/ 73500 w 107560"/>
                  <a:gd name="connsiteY9" fmla="*/ 109091 h 107560"/>
                  <a:gd name="connsiteX10" fmla="*/ 71259 w 107560"/>
                  <a:gd name="connsiteY10" fmla="*/ 110436 h 107560"/>
                  <a:gd name="connsiteX11" fmla="*/ 71259 w 107560"/>
                  <a:gd name="connsiteY11" fmla="*/ 110436 h 107560"/>
                  <a:gd name="connsiteX12" fmla="*/ 8963 w 107560"/>
                  <a:gd name="connsiteY12" fmla="*/ 39176 h 107560"/>
                  <a:gd name="connsiteX13" fmla="*/ 53332 w 107560"/>
                  <a:gd name="connsiteY13" fmla="*/ 56207 h 107560"/>
                  <a:gd name="connsiteX14" fmla="*/ 54677 w 107560"/>
                  <a:gd name="connsiteY14" fmla="*/ 57551 h 107560"/>
                  <a:gd name="connsiteX15" fmla="*/ 71707 w 107560"/>
                  <a:gd name="connsiteY15" fmla="*/ 101920 h 107560"/>
                  <a:gd name="connsiteX16" fmla="*/ 104872 w 107560"/>
                  <a:gd name="connsiteY16" fmla="*/ 6460 h 107560"/>
                  <a:gd name="connsiteX17" fmla="*/ 8963 w 107560"/>
                  <a:gd name="connsiteY17" fmla="*/ 39176 h 10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560" h="107560">
                    <a:moveTo>
                      <a:pt x="71259" y="110436"/>
                    </a:moveTo>
                    <a:cubicBezTo>
                      <a:pt x="70363" y="110436"/>
                      <a:pt x="69466" y="109987"/>
                      <a:pt x="69018" y="109091"/>
                    </a:cubicBezTo>
                    <a:lnTo>
                      <a:pt x="50195" y="60240"/>
                    </a:lnTo>
                    <a:lnTo>
                      <a:pt x="1344" y="41417"/>
                    </a:lnTo>
                    <a:cubicBezTo>
                      <a:pt x="448" y="40969"/>
                      <a:pt x="0" y="40073"/>
                      <a:pt x="0" y="39176"/>
                    </a:cubicBezTo>
                    <a:cubicBezTo>
                      <a:pt x="0" y="38280"/>
                      <a:pt x="448" y="37384"/>
                      <a:pt x="1344" y="36936"/>
                    </a:cubicBezTo>
                    <a:lnTo>
                      <a:pt x="107113" y="186"/>
                    </a:lnTo>
                    <a:cubicBezTo>
                      <a:pt x="108009" y="-263"/>
                      <a:pt x="108905" y="186"/>
                      <a:pt x="109353" y="634"/>
                    </a:cubicBezTo>
                    <a:cubicBezTo>
                      <a:pt x="110250" y="1530"/>
                      <a:pt x="110250" y="2426"/>
                      <a:pt x="110250" y="3323"/>
                    </a:cubicBezTo>
                    <a:lnTo>
                      <a:pt x="73500" y="109091"/>
                    </a:lnTo>
                    <a:cubicBezTo>
                      <a:pt x="73052" y="109987"/>
                      <a:pt x="72155" y="110436"/>
                      <a:pt x="71259" y="110436"/>
                    </a:cubicBezTo>
                    <a:cubicBezTo>
                      <a:pt x="71259" y="110436"/>
                      <a:pt x="71259" y="110436"/>
                      <a:pt x="71259" y="110436"/>
                    </a:cubicBezTo>
                    <a:close/>
                    <a:moveTo>
                      <a:pt x="8963" y="39176"/>
                    </a:moveTo>
                    <a:lnTo>
                      <a:pt x="53332" y="56207"/>
                    </a:lnTo>
                    <a:cubicBezTo>
                      <a:pt x="53780" y="56655"/>
                      <a:pt x="54228" y="57103"/>
                      <a:pt x="54677" y="57551"/>
                    </a:cubicBezTo>
                    <a:lnTo>
                      <a:pt x="71707" y="101920"/>
                    </a:lnTo>
                    <a:lnTo>
                      <a:pt x="104872" y="6460"/>
                    </a:lnTo>
                    <a:lnTo>
                      <a:pt x="8963" y="3917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3" name="Group 2556">
                <a:extLst>
                  <a:ext uri="{FF2B5EF4-FFF2-40B4-BE49-F238E27FC236}">
                    <a16:creationId xmlns:a16="http://schemas.microsoft.com/office/drawing/2014/main" id="{12090E12-F749-1913-AEB4-C93B232AFF71}"/>
                  </a:ext>
                  <a:ext uri="{C183D7F6-B498-43B3-948B-1728B52AA6E4}">
                    <adec:decorative xmlns:adec="http://schemas.microsoft.com/office/drawing/2017/decorative" val="1"/>
                  </a:ext>
                </a:extLst>
              </p:cNvPr>
              <p:cNvGrpSpPr>
                <a:grpSpLocks noChangeAspect="1"/>
              </p:cNvGrpSpPr>
              <p:nvPr/>
            </p:nvGrpSpPr>
            <p:grpSpPr>
              <a:xfrm>
                <a:off x="9272855" y="3118899"/>
                <a:ext cx="112043" cy="147896"/>
                <a:chOff x="9390969" y="1063537"/>
                <a:chExt cx="112043" cy="147896"/>
              </a:xfrm>
            </p:grpSpPr>
            <p:sp>
              <p:nvSpPr>
                <p:cNvPr id="14" name="Freeform: Shape 2557">
                  <a:extLst>
                    <a:ext uri="{FF2B5EF4-FFF2-40B4-BE49-F238E27FC236}">
                      <a16:creationId xmlns:a16="http://schemas.microsoft.com/office/drawing/2014/main" id="{71297FC3-DE45-714F-7522-240A93040C88}"/>
                    </a:ext>
                  </a:extLst>
                </p:cNvPr>
                <p:cNvSpPr/>
                <p:nvPr/>
              </p:nvSpPr>
              <p:spPr>
                <a:xfrm>
                  <a:off x="9465813" y="1109654"/>
                  <a:ext cx="35854" cy="35854"/>
                </a:xfrm>
                <a:custGeom>
                  <a:avLst/>
                  <a:gdLst>
                    <a:gd name="connsiteX0" fmla="*/ 36302 w 35853"/>
                    <a:gd name="connsiteY0" fmla="*/ 0 h 35853"/>
                    <a:gd name="connsiteX1" fmla="*/ 36302 w 35853"/>
                    <a:gd name="connsiteY1" fmla="*/ 32268 h 35853"/>
                    <a:gd name="connsiteX2" fmla="*/ 0 w 35853"/>
                    <a:gd name="connsiteY2" fmla="*/ 34061 h 35853"/>
                    <a:gd name="connsiteX3" fmla="*/ 0 w 35853"/>
                    <a:gd name="connsiteY3" fmla="*/ 1793 h 35853"/>
                    <a:gd name="connsiteX4" fmla="*/ 36302 w 35853"/>
                    <a:gd name="connsiteY4" fmla="*/ 0 h 35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53" h="35853">
                      <a:moveTo>
                        <a:pt x="36302" y="0"/>
                      </a:moveTo>
                      <a:cubicBezTo>
                        <a:pt x="36302" y="10756"/>
                        <a:pt x="36302" y="21512"/>
                        <a:pt x="36302" y="32268"/>
                      </a:cubicBezTo>
                      <a:cubicBezTo>
                        <a:pt x="22857" y="38094"/>
                        <a:pt x="11204" y="37198"/>
                        <a:pt x="0" y="34061"/>
                      </a:cubicBezTo>
                      <a:lnTo>
                        <a:pt x="0" y="1793"/>
                      </a:lnTo>
                      <a:cubicBezTo>
                        <a:pt x="11204" y="4930"/>
                        <a:pt x="22857" y="5826"/>
                        <a:pt x="36302"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 name="Freeform: Shape 2558">
                  <a:extLst>
                    <a:ext uri="{FF2B5EF4-FFF2-40B4-BE49-F238E27FC236}">
                      <a16:creationId xmlns:a16="http://schemas.microsoft.com/office/drawing/2014/main" id="{2A5502D7-655C-3836-0BEA-1391BCA260B1}"/>
                    </a:ext>
                  </a:extLst>
                </p:cNvPr>
                <p:cNvSpPr/>
                <p:nvPr/>
              </p:nvSpPr>
              <p:spPr>
                <a:xfrm>
                  <a:off x="9429511" y="1130718"/>
                  <a:ext cx="35854" cy="44817"/>
                </a:xfrm>
                <a:custGeom>
                  <a:avLst/>
                  <a:gdLst>
                    <a:gd name="connsiteX0" fmla="*/ 36302 w 35853"/>
                    <a:gd name="connsiteY0" fmla="*/ 12997 h 44817"/>
                    <a:gd name="connsiteX1" fmla="*/ 36302 w 35853"/>
                    <a:gd name="connsiteY1" fmla="*/ 45265 h 44817"/>
                    <a:gd name="connsiteX2" fmla="*/ 0 w 35853"/>
                    <a:gd name="connsiteY2" fmla="*/ 32268 h 44817"/>
                    <a:gd name="connsiteX3" fmla="*/ 0 w 35853"/>
                    <a:gd name="connsiteY3" fmla="*/ 31372 h 44817"/>
                    <a:gd name="connsiteX4" fmla="*/ 0 w 35853"/>
                    <a:gd name="connsiteY4" fmla="*/ 0 h 44817"/>
                    <a:gd name="connsiteX5" fmla="*/ 36302 w 35853"/>
                    <a:gd name="connsiteY5" fmla="*/ 12997 h 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53" h="44817">
                      <a:moveTo>
                        <a:pt x="36302" y="12997"/>
                      </a:moveTo>
                      <a:lnTo>
                        <a:pt x="36302" y="45265"/>
                      </a:lnTo>
                      <a:cubicBezTo>
                        <a:pt x="23753" y="41680"/>
                        <a:pt x="11652" y="34957"/>
                        <a:pt x="0" y="32268"/>
                      </a:cubicBezTo>
                      <a:lnTo>
                        <a:pt x="0" y="31372"/>
                      </a:lnTo>
                      <a:lnTo>
                        <a:pt x="0" y="0"/>
                      </a:lnTo>
                      <a:cubicBezTo>
                        <a:pt x="11652" y="2689"/>
                        <a:pt x="23305" y="8963"/>
                        <a:pt x="36302" y="1299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 name="Freeform: Shape 2559">
                  <a:extLst>
                    <a:ext uri="{FF2B5EF4-FFF2-40B4-BE49-F238E27FC236}">
                      <a16:creationId xmlns:a16="http://schemas.microsoft.com/office/drawing/2014/main" id="{2AF746D4-7767-0D56-4CF1-C2AB4302A3A0}"/>
                    </a:ext>
                  </a:extLst>
                </p:cNvPr>
                <p:cNvSpPr/>
                <p:nvPr/>
              </p:nvSpPr>
              <p:spPr>
                <a:xfrm>
                  <a:off x="9429511" y="1066629"/>
                  <a:ext cx="35854" cy="40335"/>
                </a:xfrm>
                <a:custGeom>
                  <a:avLst/>
                  <a:gdLst>
                    <a:gd name="connsiteX0" fmla="*/ 36302 w 35853"/>
                    <a:gd name="connsiteY0" fmla="*/ 12549 h 40335"/>
                    <a:gd name="connsiteX1" fmla="*/ 36302 w 35853"/>
                    <a:gd name="connsiteY1" fmla="*/ 44369 h 40335"/>
                    <a:gd name="connsiteX2" fmla="*/ 0 w 35853"/>
                    <a:gd name="connsiteY2" fmla="*/ 31820 h 40335"/>
                    <a:gd name="connsiteX3" fmla="*/ 0 w 35853"/>
                    <a:gd name="connsiteY3" fmla="*/ 0 h 40335"/>
                    <a:gd name="connsiteX4" fmla="*/ 36302 w 35853"/>
                    <a:gd name="connsiteY4" fmla="*/ 12549 h 4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53" h="40335">
                      <a:moveTo>
                        <a:pt x="36302" y="12549"/>
                      </a:moveTo>
                      <a:lnTo>
                        <a:pt x="36302" y="44369"/>
                      </a:lnTo>
                      <a:cubicBezTo>
                        <a:pt x="23753" y="40783"/>
                        <a:pt x="11652" y="34061"/>
                        <a:pt x="0" y="31820"/>
                      </a:cubicBezTo>
                      <a:lnTo>
                        <a:pt x="0" y="0"/>
                      </a:lnTo>
                      <a:cubicBezTo>
                        <a:pt x="11652" y="2241"/>
                        <a:pt x="23305" y="8963"/>
                        <a:pt x="36302" y="1254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7" name="Freeform: Shape 2560">
                  <a:extLst>
                    <a:ext uri="{FF2B5EF4-FFF2-40B4-BE49-F238E27FC236}">
                      <a16:creationId xmlns:a16="http://schemas.microsoft.com/office/drawing/2014/main" id="{C66CFB98-788D-4A0C-1791-9B1FCC13C667}"/>
                    </a:ext>
                  </a:extLst>
                </p:cNvPr>
                <p:cNvSpPr/>
                <p:nvPr/>
              </p:nvSpPr>
              <p:spPr>
                <a:xfrm>
                  <a:off x="9393209" y="1097619"/>
                  <a:ext cx="35854" cy="40335"/>
                </a:xfrm>
                <a:custGeom>
                  <a:avLst/>
                  <a:gdLst>
                    <a:gd name="connsiteX0" fmla="*/ 36302 w 35853"/>
                    <a:gd name="connsiteY0" fmla="*/ 830 h 40335"/>
                    <a:gd name="connsiteX1" fmla="*/ 36302 w 35853"/>
                    <a:gd name="connsiteY1" fmla="*/ 33098 h 40335"/>
                    <a:gd name="connsiteX2" fmla="*/ 0 w 35853"/>
                    <a:gd name="connsiteY2" fmla="*/ 44751 h 40335"/>
                    <a:gd name="connsiteX3" fmla="*/ 0 w 35853"/>
                    <a:gd name="connsiteY3" fmla="*/ 12483 h 40335"/>
                    <a:gd name="connsiteX4" fmla="*/ 36302 w 35853"/>
                    <a:gd name="connsiteY4" fmla="*/ 830 h 4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53" h="40335">
                      <a:moveTo>
                        <a:pt x="36302" y="830"/>
                      </a:moveTo>
                      <a:lnTo>
                        <a:pt x="36302" y="33098"/>
                      </a:lnTo>
                      <a:cubicBezTo>
                        <a:pt x="24649" y="30858"/>
                        <a:pt x="12997" y="32202"/>
                        <a:pt x="0" y="44751"/>
                      </a:cubicBezTo>
                      <a:lnTo>
                        <a:pt x="0" y="12483"/>
                      </a:lnTo>
                      <a:cubicBezTo>
                        <a:pt x="12997" y="382"/>
                        <a:pt x="24649" y="-1411"/>
                        <a:pt x="36302" y="8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8" name="Freeform: Shape 2562">
                  <a:extLst>
                    <a:ext uri="{FF2B5EF4-FFF2-40B4-BE49-F238E27FC236}">
                      <a16:creationId xmlns:a16="http://schemas.microsoft.com/office/drawing/2014/main" id="{9AB15160-241F-8372-FB05-7076DD6E6F90}"/>
                    </a:ext>
                  </a:extLst>
                </p:cNvPr>
                <p:cNvSpPr/>
                <p:nvPr/>
              </p:nvSpPr>
              <p:spPr>
                <a:xfrm>
                  <a:off x="9390969" y="1063537"/>
                  <a:ext cx="112043" cy="147896"/>
                </a:xfrm>
                <a:custGeom>
                  <a:avLst/>
                  <a:gdLst>
                    <a:gd name="connsiteX0" fmla="*/ 113387 w 112042"/>
                    <a:gd name="connsiteY0" fmla="*/ 13400 h 147896"/>
                    <a:gd name="connsiteX1" fmla="*/ 113387 w 112042"/>
                    <a:gd name="connsiteY1" fmla="*/ 13400 h 147896"/>
                    <a:gd name="connsiteX2" fmla="*/ 113387 w 112042"/>
                    <a:gd name="connsiteY2" fmla="*/ 12952 h 147896"/>
                    <a:gd name="connsiteX3" fmla="*/ 113387 w 112042"/>
                    <a:gd name="connsiteY3" fmla="*/ 12504 h 147896"/>
                    <a:gd name="connsiteX4" fmla="*/ 112939 w 112042"/>
                    <a:gd name="connsiteY4" fmla="*/ 12056 h 147896"/>
                    <a:gd name="connsiteX5" fmla="*/ 112491 w 112042"/>
                    <a:gd name="connsiteY5" fmla="*/ 11608 h 147896"/>
                    <a:gd name="connsiteX6" fmla="*/ 112043 w 112042"/>
                    <a:gd name="connsiteY6" fmla="*/ 11608 h 147896"/>
                    <a:gd name="connsiteX7" fmla="*/ 111594 w 112042"/>
                    <a:gd name="connsiteY7" fmla="*/ 11608 h 147896"/>
                    <a:gd name="connsiteX8" fmla="*/ 111146 w 112042"/>
                    <a:gd name="connsiteY8" fmla="*/ 11608 h 147896"/>
                    <a:gd name="connsiteX9" fmla="*/ 111146 w 112042"/>
                    <a:gd name="connsiteY9" fmla="*/ 11608 h 147896"/>
                    <a:gd name="connsiteX10" fmla="*/ 110698 w 112042"/>
                    <a:gd name="connsiteY10" fmla="*/ 11608 h 147896"/>
                    <a:gd name="connsiteX11" fmla="*/ 110250 w 112042"/>
                    <a:gd name="connsiteY11" fmla="*/ 11608 h 147896"/>
                    <a:gd name="connsiteX12" fmla="*/ 110250 w 112042"/>
                    <a:gd name="connsiteY12" fmla="*/ 11608 h 147896"/>
                    <a:gd name="connsiteX13" fmla="*/ 75293 w 112042"/>
                    <a:gd name="connsiteY13" fmla="*/ 13400 h 147896"/>
                    <a:gd name="connsiteX14" fmla="*/ 59159 w 112042"/>
                    <a:gd name="connsiteY14" fmla="*/ 7574 h 147896"/>
                    <a:gd name="connsiteX15" fmla="*/ 38543 w 112042"/>
                    <a:gd name="connsiteY15" fmla="*/ 852 h 147896"/>
                    <a:gd name="connsiteX16" fmla="*/ 448 w 112042"/>
                    <a:gd name="connsiteY16" fmla="*/ 12952 h 147896"/>
                    <a:gd name="connsiteX17" fmla="*/ 0 w 112042"/>
                    <a:gd name="connsiteY17" fmla="*/ 13848 h 147896"/>
                    <a:gd name="connsiteX18" fmla="*/ 0 w 112042"/>
                    <a:gd name="connsiteY18" fmla="*/ 13848 h 147896"/>
                    <a:gd name="connsiteX19" fmla="*/ 0 w 112042"/>
                    <a:gd name="connsiteY19" fmla="*/ 14297 h 147896"/>
                    <a:gd name="connsiteX20" fmla="*/ 0 w 112042"/>
                    <a:gd name="connsiteY20" fmla="*/ 14745 h 147896"/>
                    <a:gd name="connsiteX21" fmla="*/ 0 w 112042"/>
                    <a:gd name="connsiteY21" fmla="*/ 14745 h 147896"/>
                    <a:gd name="connsiteX22" fmla="*/ 0 w 112042"/>
                    <a:gd name="connsiteY22" fmla="*/ 147851 h 147896"/>
                    <a:gd name="connsiteX23" fmla="*/ 2241 w 112042"/>
                    <a:gd name="connsiteY23" fmla="*/ 150092 h 147896"/>
                    <a:gd name="connsiteX24" fmla="*/ 4482 w 112042"/>
                    <a:gd name="connsiteY24" fmla="*/ 147851 h 147896"/>
                    <a:gd name="connsiteX25" fmla="*/ 4482 w 112042"/>
                    <a:gd name="connsiteY25" fmla="*/ 111998 h 147896"/>
                    <a:gd name="connsiteX26" fmla="*/ 38094 w 112042"/>
                    <a:gd name="connsiteY26" fmla="*/ 101690 h 147896"/>
                    <a:gd name="connsiteX27" fmla="*/ 57814 w 112042"/>
                    <a:gd name="connsiteY27" fmla="*/ 108412 h 147896"/>
                    <a:gd name="connsiteX28" fmla="*/ 74396 w 112042"/>
                    <a:gd name="connsiteY28" fmla="*/ 114239 h 147896"/>
                    <a:gd name="connsiteX29" fmla="*/ 91875 w 112042"/>
                    <a:gd name="connsiteY29" fmla="*/ 116928 h 147896"/>
                    <a:gd name="connsiteX30" fmla="*/ 111146 w 112042"/>
                    <a:gd name="connsiteY30" fmla="*/ 112894 h 147896"/>
                    <a:gd name="connsiteX31" fmla="*/ 111594 w 112042"/>
                    <a:gd name="connsiteY31" fmla="*/ 112894 h 147896"/>
                    <a:gd name="connsiteX32" fmla="*/ 113835 w 112042"/>
                    <a:gd name="connsiteY32" fmla="*/ 110653 h 147896"/>
                    <a:gd name="connsiteX33" fmla="*/ 113835 w 112042"/>
                    <a:gd name="connsiteY33" fmla="*/ 13848 h 147896"/>
                    <a:gd name="connsiteX34" fmla="*/ 113387 w 112042"/>
                    <a:gd name="connsiteY34" fmla="*/ 13400 h 147896"/>
                    <a:gd name="connsiteX35" fmla="*/ 113387 w 112042"/>
                    <a:gd name="connsiteY35" fmla="*/ 13400 h 147896"/>
                    <a:gd name="connsiteX36" fmla="*/ 75293 w 112042"/>
                    <a:gd name="connsiteY36" fmla="*/ 110205 h 147896"/>
                    <a:gd name="connsiteX37" fmla="*/ 59159 w 112042"/>
                    <a:gd name="connsiteY37" fmla="*/ 104379 h 147896"/>
                    <a:gd name="connsiteX38" fmla="*/ 38543 w 112042"/>
                    <a:gd name="connsiteY38" fmla="*/ 97208 h 147896"/>
                    <a:gd name="connsiteX39" fmla="*/ 4034 w 112042"/>
                    <a:gd name="connsiteY39" fmla="*/ 106172 h 147896"/>
                    <a:gd name="connsiteX40" fmla="*/ 4034 w 112042"/>
                    <a:gd name="connsiteY40" fmla="*/ 15641 h 147896"/>
                    <a:gd name="connsiteX41" fmla="*/ 37646 w 112042"/>
                    <a:gd name="connsiteY41" fmla="*/ 5333 h 147896"/>
                    <a:gd name="connsiteX42" fmla="*/ 57366 w 112042"/>
                    <a:gd name="connsiteY42" fmla="*/ 12056 h 147896"/>
                    <a:gd name="connsiteX43" fmla="*/ 73948 w 112042"/>
                    <a:gd name="connsiteY43" fmla="*/ 17882 h 147896"/>
                    <a:gd name="connsiteX44" fmla="*/ 91427 w 112042"/>
                    <a:gd name="connsiteY44" fmla="*/ 20571 h 147896"/>
                    <a:gd name="connsiteX45" fmla="*/ 108906 w 112042"/>
                    <a:gd name="connsiteY45" fmla="*/ 17434 h 147896"/>
                    <a:gd name="connsiteX46" fmla="*/ 108906 w 112042"/>
                    <a:gd name="connsiteY46" fmla="*/ 109309 h 147896"/>
                    <a:gd name="connsiteX47" fmla="*/ 75293 w 112042"/>
                    <a:gd name="connsiteY47" fmla="*/ 110205 h 1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2042" h="147896">
                      <a:moveTo>
                        <a:pt x="113387" y="13400"/>
                      </a:moveTo>
                      <a:cubicBezTo>
                        <a:pt x="113387" y="13400"/>
                        <a:pt x="113387" y="13400"/>
                        <a:pt x="113387" y="13400"/>
                      </a:cubicBezTo>
                      <a:cubicBezTo>
                        <a:pt x="113387" y="12952"/>
                        <a:pt x="113387" y="12952"/>
                        <a:pt x="113387" y="12952"/>
                      </a:cubicBezTo>
                      <a:cubicBezTo>
                        <a:pt x="113387" y="12952"/>
                        <a:pt x="113387" y="12952"/>
                        <a:pt x="113387" y="12504"/>
                      </a:cubicBezTo>
                      <a:cubicBezTo>
                        <a:pt x="113387" y="12504"/>
                        <a:pt x="113387" y="12056"/>
                        <a:pt x="112939" y="12056"/>
                      </a:cubicBezTo>
                      <a:cubicBezTo>
                        <a:pt x="112939" y="12056"/>
                        <a:pt x="112491" y="12056"/>
                        <a:pt x="112491" y="11608"/>
                      </a:cubicBezTo>
                      <a:cubicBezTo>
                        <a:pt x="112491" y="11608"/>
                        <a:pt x="112043" y="11608"/>
                        <a:pt x="112043" y="11608"/>
                      </a:cubicBezTo>
                      <a:cubicBezTo>
                        <a:pt x="112043" y="11608"/>
                        <a:pt x="111594" y="11608"/>
                        <a:pt x="111594" y="11608"/>
                      </a:cubicBezTo>
                      <a:cubicBezTo>
                        <a:pt x="111594" y="11608"/>
                        <a:pt x="111594" y="11608"/>
                        <a:pt x="111146" y="11608"/>
                      </a:cubicBezTo>
                      <a:cubicBezTo>
                        <a:pt x="111146" y="11608"/>
                        <a:pt x="111146" y="11608"/>
                        <a:pt x="111146" y="11608"/>
                      </a:cubicBezTo>
                      <a:cubicBezTo>
                        <a:pt x="111146" y="11608"/>
                        <a:pt x="110698" y="11608"/>
                        <a:pt x="110698" y="11608"/>
                      </a:cubicBezTo>
                      <a:cubicBezTo>
                        <a:pt x="110698" y="11608"/>
                        <a:pt x="110250" y="11608"/>
                        <a:pt x="110250" y="11608"/>
                      </a:cubicBezTo>
                      <a:cubicBezTo>
                        <a:pt x="110250" y="11608"/>
                        <a:pt x="110250" y="11608"/>
                        <a:pt x="110250" y="11608"/>
                      </a:cubicBezTo>
                      <a:cubicBezTo>
                        <a:pt x="99494" y="16537"/>
                        <a:pt x="88738" y="16986"/>
                        <a:pt x="75293" y="13400"/>
                      </a:cubicBezTo>
                      <a:cubicBezTo>
                        <a:pt x="69915" y="11608"/>
                        <a:pt x="64537" y="9815"/>
                        <a:pt x="59159" y="7574"/>
                      </a:cubicBezTo>
                      <a:cubicBezTo>
                        <a:pt x="51988" y="4885"/>
                        <a:pt x="45713" y="2196"/>
                        <a:pt x="38543" y="852"/>
                      </a:cubicBezTo>
                      <a:cubicBezTo>
                        <a:pt x="24201" y="-1837"/>
                        <a:pt x="12101" y="1748"/>
                        <a:pt x="448" y="12952"/>
                      </a:cubicBezTo>
                      <a:cubicBezTo>
                        <a:pt x="0" y="12952"/>
                        <a:pt x="0" y="13400"/>
                        <a:pt x="0" y="13848"/>
                      </a:cubicBezTo>
                      <a:cubicBezTo>
                        <a:pt x="0" y="13848"/>
                        <a:pt x="0" y="13848"/>
                        <a:pt x="0" y="13848"/>
                      </a:cubicBezTo>
                      <a:cubicBezTo>
                        <a:pt x="0" y="13848"/>
                        <a:pt x="0" y="14297"/>
                        <a:pt x="0" y="14297"/>
                      </a:cubicBezTo>
                      <a:cubicBezTo>
                        <a:pt x="0" y="14297"/>
                        <a:pt x="0" y="14745"/>
                        <a:pt x="0" y="14745"/>
                      </a:cubicBezTo>
                      <a:cubicBezTo>
                        <a:pt x="0" y="14745"/>
                        <a:pt x="0" y="14745"/>
                        <a:pt x="0" y="14745"/>
                      </a:cubicBezTo>
                      <a:lnTo>
                        <a:pt x="0" y="147851"/>
                      </a:lnTo>
                      <a:cubicBezTo>
                        <a:pt x="0" y="149196"/>
                        <a:pt x="896" y="150092"/>
                        <a:pt x="2241" y="150092"/>
                      </a:cubicBezTo>
                      <a:cubicBezTo>
                        <a:pt x="3586" y="150092"/>
                        <a:pt x="4482" y="149196"/>
                        <a:pt x="4482" y="147851"/>
                      </a:cubicBezTo>
                      <a:lnTo>
                        <a:pt x="4482" y="111998"/>
                      </a:lnTo>
                      <a:cubicBezTo>
                        <a:pt x="14790" y="102586"/>
                        <a:pt x="25546" y="99001"/>
                        <a:pt x="38094" y="101690"/>
                      </a:cubicBezTo>
                      <a:cubicBezTo>
                        <a:pt x="44817" y="103034"/>
                        <a:pt x="51092" y="105723"/>
                        <a:pt x="57814" y="108412"/>
                      </a:cubicBezTo>
                      <a:cubicBezTo>
                        <a:pt x="63192" y="110653"/>
                        <a:pt x="68570" y="112894"/>
                        <a:pt x="74396" y="114239"/>
                      </a:cubicBezTo>
                      <a:cubicBezTo>
                        <a:pt x="80671" y="116031"/>
                        <a:pt x="86497" y="116928"/>
                        <a:pt x="91875" y="116928"/>
                      </a:cubicBezTo>
                      <a:cubicBezTo>
                        <a:pt x="98597" y="116928"/>
                        <a:pt x="104872" y="115583"/>
                        <a:pt x="111146" y="112894"/>
                      </a:cubicBezTo>
                      <a:cubicBezTo>
                        <a:pt x="111146" y="112894"/>
                        <a:pt x="111146" y="112894"/>
                        <a:pt x="111594" y="112894"/>
                      </a:cubicBezTo>
                      <a:cubicBezTo>
                        <a:pt x="112939" y="112894"/>
                        <a:pt x="113835" y="111998"/>
                        <a:pt x="113835" y="110653"/>
                      </a:cubicBezTo>
                      <a:lnTo>
                        <a:pt x="113835" y="13848"/>
                      </a:lnTo>
                      <a:cubicBezTo>
                        <a:pt x="113387" y="13848"/>
                        <a:pt x="113387" y="13848"/>
                        <a:pt x="113387" y="13400"/>
                      </a:cubicBezTo>
                      <a:cubicBezTo>
                        <a:pt x="113387" y="13848"/>
                        <a:pt x="113387" y="13848"/>
                        <a:pt x="113387" y="13400"/>
                      </a:cubicBezTo>
                      <a:close/>
                      <a:moveTo>
                        <a:pt x="75293" y="110205"/>
                      </a:moveTo>
                      <a:cubicBezTo>
                        <a:pt x="69915" y="108412"/>
                        <a:pt x="64537" y="106620"/>
                        <a:pt x="59159" y="104379"/>
                      </a:cubicBezTo>
                      <a:cubicBezTo>
                        <a:pt x="51988" y="101690"/>
                        <a:pt x="45265" y="99001"/>
                        <a:pt x="38543" y="97208"/>
                      </a:cubicBezTo>
                      <a:cubicBezTo>
                        <a:pt x="25994" y="94967"/>
                        <a:pt x="14790" y="97656"/>
                        <a:pt x="4034" y="106172"/>
                      </a:cubicBezTo>
                      <a:lnTo>
                        <a:pt x="4034" y="15641"/>
                      </a:lnTo>
                      <a:cubicBezTo>
                        <a:pt x="14790" y="5781"/>
                        <a:pt x="25098" y="2644"/>
                        <a:pt x="37646" y="5333"/>
                      </a:cubicBezTo>
                      <a:cubicBezTo>
                        <a:pt x="43921" y="6678"/>
                        <a:pt x="50643" y="9367"/>
                        <a:pt x="57366" y="12056"/>
                      </a:cubicBezTo>
                      <a:cubicBezTo>
                        <a:pt x="62744" y="14297"/>
                        <a:pt x="68122" y="16537"/>
                        <a:pt x="73948" y="17882"/>
                      </a:cubicBezTo>
                      <a:cubicBezTo>
                        <a:pt x="80223" y="19675"/>
                        <a:pt x="86049" y="20571"/>
                        <a:pt x="91427" y="20571"/>
                      </a:cubicBezTo>
                      <a:cubicBezTo>
                        <a:pt x="97253" y="20571"/>
                        <a:pt x="103079" y="19227"/>
                        <a:pt x="108906" y="17434"/>
                      </a:cubicBezTo>
                      <a:lnTo>
                        <a:pt x="108906" y="109309"/>
                      </a:lnTo>
                      <a:cubicBezTo>
                        <a:pt x="98597" y="113342"/>
                        <a:pt x="87842" y="113790"/>
                        <a:pt x="75293" y="11020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9" name="Freeform: Shape 2564">
                <a:extLst>
                  <a:ext uri="{FF2B5EF4-FFF2-40B4-BE49-F238E27FC236}">
                    <a16:creationId xmlns:a16="http://schemas.microsoft.com/office/drawing/2014/main" id="{3E24B508-12B6-A81E-27BA-CBBE477F8980}"/>
                  </a:ext>
                  <a:ext uri="{C183D7F6-B498-43B3-948B-1728B52AA6E4}">
                    <adec:decorative xmlns:adec="http://schemas.microsoft.com/office/drawing/2017/decorative" val="1"/>
                  </a:ext>
                </a:extLst>
              </p:cNvPr>
              <p:cNvSpPr>
                <a:spLocks noChangeAspect="1"/>
              </p:cNvSpPr>
              <p:nvPr/>
            </p:nvSpPr>
            <p:spPr>
              <a:xfrm>
                <a:off x="9016053" y="3138574"/>
                <a:ext cx="94116" cy="116524"/>
              </a:xfrm>
              <a:custGeom>
                <a:avLst/>
                <a:gdLst>
                  <a:gd name="connsiteX0" fmla="*/ 96357 w 94115"/>
                  <a:gd name="connsiteY0" fmla="*/ 9860 h 116524"/>
                  <a:gd name="connsiteX1" fmla="*/ 2689 w 94115"/>
                  <a:gd name="connsiteY1" fmla="*/ 0 h 116524"/>
                  <a:gd name="connsiteX2" fmla="*/ 2689 w 94115"/>
                  <a:gd name="connsiteY2" fmla="*/ 0 h 116524"/>
                  <a:gd name="connsiteX3" fmla="*/ 2689 w 94115"/>
                  <a:gd name="connsiteY3" fmla="*/ 0 h 116524"/>
                  <a:gd name="connsiteX4" fmla="*/ 2241 w 94115"/>
                  <a:gd name="connsiteY4" fmla="*/ 0 h 116524"/>
                  <a:gd name="connsiteX5" fmla="*/ 1793 w 94115"/>
                  <a:gd name="connsiteY5" fmla="*/ 0 h 116524"/>
                  <a:gd name="connsiteX6" fmla="*/ 1344 w 94115"/>
                  <a:gd name="connsiteY6" fmla="*/ 0 h 116524"/>
                  <a:gd name="connsiteX7" fmla="*/ 896 w 94115"/>
                  <a:gd name="connsiteY7" fmla="*/ 448 h 116524"/>
                  <a:gd name="connsiteX8" fmla="*/ 448 w 94115"/>
                  <a:gd name="connsiteY8" fmla="*/ 896 h 116524"/>
                  <a:gd name="connsiteX9" fmla="*/ 0 w 94115"/>
                  <a:gd name="connsiteY9" fmla="*/ 1345 h 116524"/>
                  <a:gd name="connsiteX10" fmla="*/ 0 w 94115"/>
                  <a:gd name="connsiteY10" fmla="*/ 1793 h 116524"/>
                  <a:gd name="connsiteX11" fmla="*/ 0 w 94115"/>
                  <a:gd name="connsiteY11" fmla="*/ 2241 h 116524"/>
                  <a:gd name="connsiteX12" fmla="*/ 0 w 94115"/>
                  <a:gd name="connsiteY12" fmla="*/ 2241 h 116524"/>
                  <a:gd name="connsiteX13" fmla="*/ 0 w 94115"/>
                  <a:gd name="connsiteY13" fmla="*/ 2241 h 116524"/>
                  <a:gd name="connsiteX14" fmla="*/ 0 w 94115"/>
                  <a:gd name="connsiteY14" fmla="*/ 115628 h 116524"/>
                  <a:gd name="connsiteX15" fmla="*/ 2241 w 94115"/>
                  <a:gd name="connsiteY15" fmla="*/ 117869 h 116524"/>
                  <a:gd name="connsiteX16" fmla="*/ 4482 w 94115"/>
                  <a:gd name="connsiteY16" fmla="*/ 115628 h 116524"/>
                  <a:gd name="connsiteX17" fmla="*/ 4482 w 94115"/>
                  <a:gd name="connsiteY17" fmla="*/ 58710 h 116524"/>
                  <a:gd name="connsiteX18" fmla="*/ 96357 w 94115"/>
                  <a:gd name="connsiteY18" fmla="*/ 46610 h 116524"/>
                  <a:gd name="connsiteX19" fmla="*/ 98149 w 94115"/>
                  <a:gd name="connsiteY19" fmla="*/ 44369 h 116524"/>
                  <a:gd name="connsiteX20" fmla="*/ 98149 w 94115"/>
                  <a:gd name="connsiteY20" fmla="*/ 12101 h 116524"/>
                  <a:gd name="connsiteX21" fmla="*/ 96357 w 94115"/>
                  <a:gd name="connsiteY21" fmla="*/ 9860 h 116524"/>
                  <a:gd name="connsiteX22" fmla="*/ 64088 w 94115"/>
                  <a:gd name="connsiteY22" fmla="*/ 46162 h 116524"/>
                  <a:gd name="connsiteX23" fmla="*/ 36302 w 94115"/>
                  <a:gd name="connsiteY23" fmla="*/ 49747 h 116524"/>
                  <a:gd name="connsiteX24" fmla="*/ 36302 w 94115"/>
                  <a:gd name="connsiteY24" fmla="*/ 49747 h 116524"/>
                  <a:gd name="connsiteX25" fmla="*/ 36302 w 94115"/>
                  <a:gd name="connsiteY25" fmla="*/ 8067 h 116524"/>
                  <a:gd name="connsiteX26" fmla="*/ 64088 w 94115"/>
                  <a:gd name="connsiteY26" fmla="*/ 10756 h 116524"/>
                  <a:gd name="connsiteX27" fmla="*/ 64088 w 94115"/>
                  <a:gd name="connsiteY27" fmla="*/ 11204 h 116524"/>
                  <a:gd name="connsiteX28" fmla="*/ 64088 w 94115"/>
                  <a:gd name="connsiteY28" fmla="*/ 46162 h 116524"/>
                  <a:gd name="connsiteX29" fmla="*/ 64088 w 94115"/>
                  <a:gd name="connsiteY29" fmla="*/ 46162 h 116524"/>
                  <a:gd name="connsiteX30" fmla="*/ 4482 w 94115"/>
                  <a:gd name="connsiteY30" fmla="*/ 4930 h 116524"/>
                  <a:gd name="connsiteX31" fmla="*/ 32268 w 94115"/>
                  <a:gd name="connsiteY31" fmla="*/ 7619 h 116524"/>
                  <a:gd name="connsiteX32" fmla="*/ 32268 w 94115"/>
                  <a:gd name="connsiteY32" fmla="*/ 8067 h 116524"/>
                  <a:gd name="connsiteX33" fmla="*/ 32268 w 94115"/>
                  <a:gd name="connsiteY33" fmla="*/ 49747 h 116524"/>
                  <a:gd name="connsiteX34" fmla="*/ 32268 w 94115"/>
                  <a:gd name="connsiteY34" fmla="*/ 50643 h 116524"/>
                  <a:gd name="connsiteX35" fmla="*/ 4482 w 94115"/>
                  <a:gd name="connsiteY35" fmla="*/ 54229 h 116524"/>
                  <a:gd name="connsiteX36" fmla="*/ 4482 w 94115"/>
                  <a:gd name="connsiteY36" fmla="*/ 4930 h 116524"/>
                  <a:gd name="connsiteX37" fmla="*/ 93668 w 94115"/>
                  <a:gd name="connsiteY37" fmla="*/ 42128 h 116524"/>
                  <a:gd name="connsiteX38" fmla="*/ 68570 w 94115"/>
                  <a:gd name="connsiteY38" fmla="*/ 45265 h 116524"/>
                  <a:gd name="connsiteX39" fmla="*/ 68570 w 94115"/>
                  <a:gd name="connsiteY39" fmla="*/ 11652 h 116524"/>
                  <a:gd name="connsiteX40" fmla="*/ 93668 w 94115"/>
                  <a:gd name="connsiteY40" fmla="*/ 14341 h 116524"/>
                  <a:gd name="connsiteX41" fmla="*/ 93668 w 94115"/>
                  <a:gd name="connsiteY41" fmla="*/ 42128 h 11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4115" h="116524">
                    <a:moveTo>
                      <a:pt x="96357" y="9860"/>
                    </a:moveTo>
                    <a:lnTo>
                      <a:pt x="2689" y="0"/>
                    </a:lnTo>
                    <a:cubicBezTo>
                      <a:pt x="2689" y="0"/>
                      <a:pt x="2689" y="0"/>
                      <a:pt x="2689" y="0"/>
                    </a:cubicBezTo>
                    <a:cubicBezTo>
                      <a:pt x="2689" y="0"/>
                      <a:pt x="2689" y="0"/>
                      <a:pt x="2689" y="0"/>
                    </a:cubicBezTo>
                    <a:cubicBezTo>
                      <a:pt x="2689" y="0"/>
                      <a:pt x="2689" y="0"/>
                      <a:pt x="2241" y="0"/>
                    </a:cubicBezTo>
                    <a:cubicBezTo>
                      <a:pt x="2241" y="0"/>
                      <a:pt x="1793" y="0"/>
                      <a:pt x="1793" y="0"/>
                    </a:cubicBezTo>
                    <a:cubicBezTo>
                      <a:pt x="1793" y="0"/>
                      <a:pt x="1344" y="0"/>
                      <a:pt x="1344" y="0"/>
                    </a:cubicBezTo>
                    <a:cubicBezTo>
                      <a:pt x="1344" y="0"/>
                      <a:pt x="896" y="0"/>
                      <a:pt x="896" y="448"/>
                    </a:cubicBezTo>
                    <a:cubicBezTo>
                      <a:pt x="896" y="448"/>
                      <a:pt x="896" y="448"/>
                      <a:pt x="448" y="896"/>
                    </a:cubicBezTo>
                    <a:cubicBezTo>
                      <a:pt x="448" y="896"/>
                      <a:pt x="448" y="896"/>
                      <a:pt x="0" y="1345"/>
                    </a:cubicBezTo>
                    <a:cubicBezTo>
                      <a:pt x="0" y="1345"/>
                      <a:pt x="0" y="1793"/>
                      <a:pt x="0" y="1793"/>
                    </a:cubicBezTo>
                    <a:cubicBezTo>
                      <a:pt x="0" y="1793"/>
                      <a:pt x="0" y="1793"/>
                      <a:pt x="0" y="2241"/>
                    </a:cubicBezTo>
                    <a:cubicBezTo>
                      <a:pt x="0" y="2241"/>
                      <a:pt x="0" y="2241"/>
                      <a:pt x="0" y="2241"/>
                    </a:cubicBezTo>
                    <a:cubicBezTo>
                      <a:pt x="0" y="2241"/>
                      <a:pt x="0" y="2241"/>
                      <a:pt x="0" y="2241"/>
                    </a:cubicBezTo>
                    <a:lnTo>
                      <a:pt x="0" y="115628"/>
                    </a:lnTo>
                    <a:cubicBezTo>
                      <a:pt x="0" y="116972"/>
                      <a:pt x="896" y="117869"/>
                      <a:pt x="2241" y="117869"/>
                    </a:cubicBezTo>
                    <a:cubicBezTo>
                      <a:pt x="3585" y="117869"/>
                      <a:pt x="4482" y="116972"/>
                      <a:pt x="4482" y="115628"/>
                    </a:cubicBezTo>
                    <a:lnTo>
                      <a:pt x="4482" y="58710"/>
                    </a:lnTo>
                    <a:lnTo>
                      <a:pt x="96357" y="46610"/>
                    </a:lnTo>
                    <a:cubicBezTo>
                      <a:pt x="97253" y="46610"/>
                      <a:pt x="98149" y="45713"/>
                      <a:pt x="98149" y="44369"/>
                    </a:cubicBezTo>
                    <a:lnTo>
                      <a:pt x="98149" y="12101"/>
                    </a:lnTo>
                    <a:cubicBezTo>
                      <a:pt x="98149" y="11204"/>
                      <a:pt x="97253" y="10308"/>
                      <a:pt x="96357" y="9860"/>
                    </a:cubicBezTo>
                    <a:close/>
                    <a:moveTo>
                      <a:pt x="64088" y="46162"/>
                    </a:moveTo>
                    <a:lnTo>
                      <a:pt x="36302" y="49747"/>
                    </a:lnTo>
                    <a:cubicBezTo>
                      <a:pt x="36302" y="49747"/>
                      <a:pt x="36302" y="49747"/>
                      <a:pt x="36302" y="49747"/>
                    </a:cubicBezTo>
                    <a:lnTo>
                      <a:pt x="36302" y="8067"/>
                    </a:lnTo>
                    <a:lnTo>
                      <a:pt x="64088" y="10756"/>
                    </a:lnTo>
                    <a:cubicBezTo>
                      <a:pt x="64088" y="10756"/>
                      <a:pt x="64088" y="11204"/>
                      <a:pt x="64088" y="11204"/>
                    </a:cubicBezTo>
                    <a:lnTo>
                      <a:pt x="64088" y="46162"/>
                    </a:lnTo>
                    <a:cubicBezTo>
                      <a:pt x="64088" y="46162"/>
                      <a:pt x="64088" y="46162"/>
                      <a:pt x="64088" y="46162"/>
                    </a:cubicBezTo>
                    <a:close/>
                    <a:moveTo>
                      <a:pt x="4482" y="4930"/>
                    </a:moveTo>
                    <a:lnTo>
                      <a:pt x="32268" y="7619"/>
                    </a:lnTo>
                    <a:cubicBezTo>
                      <a:pt x="32268" y="7619"/>
                      <a:pt x="32268" y="7619"/>
                      <a:pt x="32268" y="8067"/>
                    </a:cubicBezTo>
                    <a:lnTo>
                      <a:pt x="32268" y="49747"/>
                    </a:lnTo>
                    <a:cubicBezTo>
                      <a:pt x="32268" y="50195"/>
                      <a:pt x="32268" y="50195"/>
                      <a:pt x="32268" y="50643"/>
                    </a:cubicBezTo>
                    <a:lnTo>
                      <a:pt x="4482" y="54229"/>
                    </a:lnTo>
                    <a:lnTo>
                      <a:pt x="4482" y="4930"/>
                    </a:lnTo>
                    <a:close/>
                    <a:moveTo>
                      <a:pt x="93668" y="42128"/>
                    </a:moveTo>
                    <a:lnTo>
                      <a:pt x="68570" y="45265"/>
                    </a:lnTo>
                    <a:lnTo>
                      <a:pt x="68570" y="11652"/>
                    </a:lnTo>
                    <a:lnTo>
                      <a:pt x="93668" y="14341"/>
                    </a:lnTo>
                    <a:lnTo>
                      <a:pt x="93668" y="42128"/>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20" name="Group 2716">
                <a:extLst>
                  <a:ext uri="{FF2B5EF4-FFF2-40B4-BE49-F238E27FC236}">
                    <a16:creationId xmlns:a16="http://schemas.microsoft.com/office/drawing/2014/main" id="{827FF807-9A99-C01D-3372-DDBFEDB75E4D}"/>
                  </a:ext>
                  <a:ext uri="{C183D7F6-B498-43B3-948B-1728B52AA6E4}">
                    <adec:decorative xmlns:adec="http://schemas.microsoft.com/office/drawing/2017/decorative" val="1"/>
                  </a:ext>
                </a:extLst>
              </p:cNvPr>
              <p:cNvGrpSpPr>
                <a:grpSpLocks noChangeAspect="1"/>
              </p:cNvGrpSpPr>
              <p:nvPr/>
            </p:nvGrpSpPr>
            <p:grpSpPr>
              <a:xfrm>
                <a:off x="8472901" y="3118387"/>
                <a:ext cx="152378" cy="152378"/>
                <a:chOff x="8591015" y="1063025"/>
                <a:chExt cx="152378" cy="152378"/>
              </a:xfrm>
            </p:grpSpPr>
            <p:sp>
              <p:nvSpPr>
                <p:cNvPr id="21" name="Freeform: Shape 2719">
                  <a:extLst>
                    <a:ext uri="{FF2B5EF4-FFF2-40B4-BE49-F238E27FC236}">
                      <a16:creationId xmlns:a16="http://schemas.microsoft.com/office/drawing/2014/main" id="{4F479AD0-AB5F-15D2-0CBB-9944812CCAFE}"/>
                    </a:ext>
                  </a:extLst>
                </p:cNvPr>
                <p:cNvSpPr/>
                <p:nvPr/>
              </p:nvSpPr>
              <p:spPr>
                <a:xfrm>
                  <a:off x="8608015" y="1080074"/>
                  <a:ext cx="116524" cy="116524"/>
                </a:xfrm>
                <a:custGeom>
                  <a:avLst/>
                  <a:gdLst>
                    <a:gd name="connsiteX0" fmla="*/ 117421 w 116524"/>
                    <a:gd name="connsiteY0" fmla="*/ 57366 h 116524"/>
                    <a:gd name="connsiteX1" fmla="*/ 81567 w 116524"/>
                    <a:gd name="connsiteY1" fmla="*/ 47506 h 116524"/>
                    <a:gd name="connsiteX2" fmla="*/ 90530 w 116524"/>
                    <a:gd name="connsiteY2" fmla="*/ 31820 h 116524"/>
                    <a:gd name="connsiteX3" fmla="*/ 90082 w 116524"/>
                    <a:gd name="connsiteY3" fmla="*/ 29131 h 116524"/>
                    <a:gd name="connsiteX4" fmla="*/ 87393 w 116524"/>
                    <a:gd name="connsiteY4" fmla="*/ 28683 h 116524"/>
                    <a:gd name="connsiteX5" fmla="*/ 71707 w 116524"/>
                    <a:gd name="connsiteY5" fmla="*/ 37646 h 116524"/>
                    <a:gd name="connsiteX6" fmla="*/ 61848 w 116524"/>
                    <a:gd name="connsiteY6" fmla="*/ 1793 h 116524"/>
                    <a:gd name="connsiteX7" fmla="*/ 59607 w 116524"/>
                    <a:gd name="connsiteY7" fmla="*/ 0 h 116524"/>
                    <a:gd name="connsiteX8" fmla="*/ 57366 w 116524"/>
                    <a:gd name="connsiteY8" fmla="*/ 1793 h 116524"/>
                    <a:gd name="connsiteX9" fmla="*/ 47506 w 116524"/>
                    <a:gd name="connsiteY9" fmla="*/ 37646 h 116524"/>
                    <a:gd name="connsiteX10" fmla="*/ 31820 w 116524"/>
                    <a:gd name="connsiteY10" fmla="*/ 28683 h 116524"/>
                    <a:gd name="connsiteX11" fmla="*/ 29131 w 116524"/>
                    <a:gd name="connsiteY11" fmla="*/ 29131 h 116524"/>
                    <a:gd name="connsiteX12" fmla="*/ 28683 w 116524"/>
                    <a:gd name="connsiteY12" fmla="*/ 31820 h 116524"/>
                    <a:gd name="connsiteX13" fmla="*/ 37646 w 116524"/>
                    <a:gd name="connsiteY13" fmla="*/ 47506 h 116524"/>
                    <a:gd name="connsiteX14" fmla="*/ 1793 w 116524"/>
                    <a:gd name="connsiteY14" fmla="*/ 57366 h 116524"/>
                    <a:gd name="connsiteX15" fmla="*/ 0 w 116524"/>
                    <a:gd name="connsiteY15" fmla="*/ 59607 h 116524"/>
                    <a:gd name="connsiteX16" fmla="*/ 1793 w 116524"/>
                    <a:gd name="connsiteY16" fmla="*/ 61848 h 116524"/>
                    <a:gd name="connsiteX17" fmla="*/ 37646 w 116524"/>
                    <a:gd name="connsiteY17" fmla="*/ 71707 h 116524"/>
                    <a:gd name="connsiteX18" fmla="*/ 28683 w 116524"/>
                    <a:gd name="connsiteY18" fmla="*/ 87393 h 116524"/>
                    <a:gd name="connsiteX19" fmla="*/ 29131 w 116524"/>
                    <a:gd name="connsiteY19" fmla="*/ 90082 h 116524"/>
                    <a:gd name="connsiteX20" fmla="*/ 30924 w 116524"/>
                    <a:gd name="connsiteY20" fmla="*/ 90530 h 116524"/>
                    <a:gd name="connsiteX21" fmla="*/ 31820 w 116524"/>
                    <a:gd name="connsiteY21" fmla="*/ 90082 h 116524"/>
                    <a:gd name="connsiteX22" fmla="*/ 47506 w 116524"/>
                    <a:gd name="connsiteY22" fmla="*/ 81119 h 116524"/>
                    <a:gd name="connsiteX23" fmla="*/ 57366 w 116524"/>
                    <a:gd name="connsiteY23" fmla="*/ 116972 h 116524"/>
                    <a:gd name="connsiteX24" fmla="*/ 59607 w 116524"/>
                    <a:gd name="connsiteY24" fmla="*/ 118765 h 116524"/>
                    <a:gd name="connsiteX25" fmla="*/ 61848 w 116524"/>
                    <a:gd name="connsiteY25" fmla="*/ 116972 h 116524"/>
                    <a:gd name="connsiteX26" fmla="*/ 71707 w 116524"/>
                    <a:gd name="connsiteY26" fmla="*/ 81119 h 116524"/>
                    <a:gd name="connsiteX27" fmla="*/ 87393 w 116524"/>
                    <a:gd name="connsiteY27" fmla="*/ 90082 h 116524"/>
                    <a:gd name="connsiteX28" fmla="*/ 88290 w 116524"/>
                    <a:gd name="connsiteY28" fmla="*/ 90530 h 116524"/>
                    <a:gd name="connsiteX29" fmla="*/ 90082 w 116524"/>
                    <a:gd name="connsiteY29" fmla="*/ 90082 h 116524"/>
                    <a:gd name="connsiteX30" fmla="*/ 90530 w 116524"/>
                    <a:gd name="connsiteY30" fmla="*/ 87393 h 116524"/>
                    <a:gd name="connsiteX31" fmla="*/ 81567 w 116524"/>
                    <a:gd name="connsiteY31" fmla="*/ 71707 h 116524"/>
                    <a:gd name="connsiteX32" fmla="*/ 117421 w 116524"/>
                    <a:gd name="connsiteY32" fmla="*/ 61848 h 116524"/>
                    <a:gd name="connsiteX33" fmla="*/ 119213 w 116524"/>
                    <a:gd name="connsiteY33" fmla="*/ 59607 h 116524"/>
                    <a:gd name="connsiteX34" fmla="*/ 117421 w 116524"/>
                    <a:gd name="connsiteY34" fmla="*/ 57366 h 116524"/>
                    <a:gd name="connsiteX35" fmla="*/ 82463 w 116524"/>
                    <a:gd name="connsiteY35" fmla="*/ 36302 h 116524"/>
                    <a:gd name="connsiteX36" fmla="*/ 77982 w 116524"/>
                    <a:gd name="connsiteY36" fmla="*/ 43921 h 116524"/>
                    <a:gd name="connsiteX37" fmla="*/ 75293 w 116524"/>
                    <a:gd name="connsiteY37" fmla="*/ 43024 h 116524"/>
                    <a:gd name="connsiteX38" fmla="*/ 74396 w 116524"/>
                    <a:gd name="connsiteY38" fmla="*/ 40335 h 116524"/>
                    <a:gd name="connsiteX39" fmla="*/ 82463 w 116524"/>
                    <a:gd name="connsiteY39" fmla="*/ 36302 h 116524"/>
                    <a:gd name="connsiteX40" fmla="*/ 43921 w 116524"/>
                    <a:gd name="connsiteY40" fmla="*/ 40783 h 116524"/>
                    <a:gd name="connsiteX41" fmla="*/ 43024 w 116524"/>
                    <a:gd name="connsiteY41" fmla="*/ 43473 h 116524"/>
                    <a:gd name="connsiteX42" fmla="*/ 40335 w 116524"/>
                    <a:gd name="connsiteY42" fmla="*/ 44369 h 116524"/>
                    <a:gd name="connsiteX43" fmla="*/ 35854 w 116524"/>
                    <a:gd name="connsiteY43" fmla="*/ 36750 h 116524"/>
                    <a:gd name="connsiteX44" fmla="*/ 43921 w 116524"/>
                    <a:gd name="connsiteY44" fmla="*/ 40783 h 116524"/>
                    <a:gd name="connsiteX45" fmla="*/ 36302 w 116524"/>
                    <a:gd name="connsiteY45" fmla="*/ 82463 h 116524"/>
                    <a:gd name="connsiteX46" fmla="*/ 40784 w 116524"/>
                    <a:gd name="connsiteY46" fmla="*/ 74844 h 116524"/>
                    <a:gd name="connsiteX47" fmla="*/ 43473 w 116524"/>
                    <a:gd name="connsiteY47" fmla="*/ 75741 h 116524"/>
                    <a:gd name="connsiteX48" fmla="*/ 44369 w 116524"/>
                    <a:gd name="connsiteY48" fmla="*/ 78430 h 116524"/>
                    <a:gd name="connsiteX49" fmla="*/ 36302 w 116524"/>
                    <a:gd name="connsiteY49" fmla="*/ 82463 h 116524"/>
                    <a:gd name="connsiteX50" fmla="*/ 74844 w 116524"/>
                    <a:gd name="connsiteY50" fmla="*/ 78430 h 116524"/>
                    <a:gd name="connsiteX51" fmla="*/ 75741 w 116524"/>
                    <a:gd name="connsiteY51" fmla="*/ 75741 h 116524"/>
                    <a:gd name="connsiteX52" fmla="*/ 78430 w 116524"/>
                    <a:gd name="connsiteY52" fmla="*/ 74844 h 116524"/>
                    <a:gd name="connsiteX53" fmla="*/ 82911 w 116524"/>
                    <a:gd name="connsiteY53" fmla="*/ 82463 h 116524"/>
                    <a:gd name="connsiteX54" fmla="*/ 74844 w 116524"/>
                    <a:gd name="connsiteY54" fmla="*/ 78430 h 116524"/>
                    <a:gd name="connsiteX55" fmla="*/ 71259 w 116524"/>
                    <a:gd name="connsiteY55" fmla="*/ 69915 h 116524"/>
                    <a:gd name="connsiteX56" fmla="*/ 69915 w 116524"/>
                    <a:gd name="connsiteY56" fmla="*/ 71259 h 116524"/>
                    <a:gd name="connsiteX57" fmla="*/ 59607 w 116524"/>
                    <a:gd name="connsiteY57" fmla="*/ 108457 h 116524"/>
                    <a:gd name="connsiteX58" fmla="*/ 49299 w 116524"/>
                    <a:gd name="connsiteY58" fmla="*/ 71259 h 116524"/>
                    <a:gd name="connsiteX59" fmla="*/ 47954 w 116524"/>
                    <a:gd name="connsiteY59" fmla="*/ 69915 h 116524"/>
                    <a:gd name="connsiteX60" fmla="*/ 10756 w 116524"/>
                    <a:gd name="connsiteY60" fmla="*/ 59607 h 116524"/>
                    <a:gd name="connsiteX61" fmla="*/ 47954 w 116524"/>
                    <a:gd name="connsiteY61" fmla="*/ 49299 h 116524"/>
                    <a:gd name="connsiteX62" fmla="*/ 49299 w 116524"/>
                    <a:gd name="connsiteY62" fmla="*/ 47954 h 116524"/>
                    <a:gd name="connsiteX63" fmla="*/ 59607 w 116524"/>
                    <a:gd name="connsiteY63" fmla="*/ 10756 h 116524"/>
                    <a:gd name="connsiteX64" fmla="*/ 69915 w 116524"/>
                    <a:gd name="connsiteY64" fmla="*/ 47954 h 116524"/>
                    <a:gd name="connsiteX65" fmla="*/ 71259 w 116524"/>
                    <a:gd name="connsiteY65" fmla="*/ 49299 h 116524"/>
                    <a:gd name="connsiteX66" fmla="*/ 108457 w 116524"/>
                    <a:gd name="connsiteY66" fmla="*/ 59607 h 116524"/>
                    <a:gd name="connsiteX67" fmla="*/ 71259 w 116524"/>
                    <a:gd name="connsiteY67" fmla="*/ 69915 h 11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16524" h="116524">
                      <a:moveTo>
                        <a:pt x="117421" y="57366"/>
                      </a:moveTo>
                      <a:lnTo>
                        <a:pt x="81567" y="47506"/>
                      </a:lnTo>
                      <a:lnTo>
                        <a:pt x="90530" y="31820"/>
                      </a:lnTo>
                      <a:cubicBezTo>
                        <a:pt x="90979" y="30924"/>
                        <a:pt x="90979" y="30027"/>
                        <a:pt x="90082" y="29131"/>
                      </a:cubicBezTo>
                      <a:cubicBezTo>
                        <a:pt x="89186" y="28235"/>
                        <a:pt x="88290" y="28235"/>
                        <a:pt x="87393" y="28683"/>
                      </a:cubicBezTo>
                      <a:lnTo>
                        <a:pt x="71707" y="37646"/>
                      </a:lnTo>
                      <a:lnTo>
                        <a:pt x="61848" y="1793"/>
                      </a:lnTo>
                      <a:cubicBezTo>
                        <a:pt x="61399" y="896"/>
                        <a:pt x="60503" y="0"/>
                        <a:pt x="59607" y="0"/>
                      </a:cubicBezTo>
                      <a:cubicBezTo>
                        <a:pt x="58710" y="0"/>
                        <a:pt x="57814" y="448"/>
                        <a:pt x="57366" y="1793"/>
                      </a:cubicBezTo>
                      <a:lnTo>
                        <a:pt x="47506" y="37646"/>
                      </a:lnTo>
                      <a:lnTo>
                        <a:pt x="31820" y="28683"/>
                      </a:lnTo>
                      <a:cubicBezTo>
                        <a:pt x="30924" y="28235"/>
                        <a:pt x="30027" y="28235"/>
                        <a:pt x="29131" y="29131"/>
                      </a:cubicBezTo>
                      <a:cubicBezTo>
                        <a:pt x="28235" y="30027"/>
                        <a:pt x="28235" y="30924"/>
                        <a:pt x="28683" y="31820"/>
                      </a:cubicBezTo>
                      <a:lnTo>
                        <a:pt x="37646" y="47506"/>
                      </a:lnTo>
                      <a:lnTo>
                        <a:pt x="1793" y="57366"/>
                      </a:lnTo>
                      <a:cubicBezTo>
                        <a:pt x="896" y="57814"/>
                        <a:pt x="0" y="58710"/>
                        <a:pt x="0" y="59607"/>
                      </a:cubicBezTo>
                      <a:cubicBezTo>
                        <a:pt x="0" y="60503"/>
                        <a:pt x="448" y="61399"/>
                        <a:pt x="1793" y="61848"/>
                      </a:cubicBezTo>
                      <a:lnTo>
                        <a:pt x="37646" y="71707"/>
                      </a:lnTo>
                      <a:lnTo>
                        <a:pt x="28683" y="87393"/>
                      </a:lnTo>
                      <a:cubicBezTo>
                        <a:pt x="28235" y="88290"/>
                        <a:pt x="28235" y="89186"/>
                        <a:pt x="29131" y="90082"/>
                      </a:cubicBezTo>
                      <a:cubicBezTo>
                        <a:pt x="29579" y="90530"/>
                        <a:pt x="30027" y="90530"/>
                        <a:pt x="30924" y="90530"/>
                      </a:cubicBezTo>
                      <a:cubicBezTo>
                        <a:pt x="31372" y="90530"/>
                        <a:pt x="31820" y="90530"/>
                        <a:pt x="31820" y="90082"/>
                      </a:cubicBezTo>
                      <a:lnTo>
                        <a:pt x="47506" y="81119"/>
                      </a:lnTo>
                      <a:lnTo>
                        <a:pt x="57366" y="116972"/>
                      </a:lnTo>
                      <a:cubicBezTo>
                        <a:pt x="57814" y="117869"/>
                        <a:pt x="58710" y="118765"/>
                        <a:pt x="59607" y="118765"/>
                      </a:cubicBezTo>
                      <a:cubicBezTo>
                        <a:pt x="60503" y="118765"/>
                        <a:pt x="61399" y="118317"/>
                        <a:pt x="61848" y="116972"/>
                      </a:cubicBezTo>
                      <a:lnTo>
                        <a:pt x="71707" y="81119"/>
                      </a:lnTo>
                      <a:lnTo>
                        <a:pt x="87393" y="90082"/>
                      </a:lnTo>
                      <a:cubicBezTo>
                        <a:pt x="87841" y="90082"/>
                        <a:pt x="88290" y="90530"/>
                        <a:pt x="88290" y="90530"/>
                      </a:cubicBezTo>
                      <a:cubicBezTo>
                        <a:pt x="88738" y="90530"/>
                        <a:pt x="89634" y="90082"/>
                        <a:pt x="90082" y="90082"/>
                      </a:cubicBezTo>
                      <a:cubicBezTo>
                        <a:pt x="90979" y="89186"/>
                        <a:pt x="90979" y="88290"/>
                        <a:pt x="90530" y="87393"/>
                      </a:cubicBezTo>
                      <a:lnTo>
                        <a:pt x="81567" y="71707"/>
                      </a:lnTo>
                      <a:lnTo>
                        <a:pt x="117421" y="61848"/>
                      </a:lnTo>
                      <a:cubicBezTo>
                        <a:pt x="118317" y="61399"/>
                        <a:pt x="119213" y="60503"/>
                        <a:pt x="119213" y="59607"/>
                      </a:cubicBezTo>
                      <a:cubicBezTo>
                        <a:pt x="119213" y="58710"/>
                        <a:pt x="118317" y="57814"/>
                        <a:pt x="117421" y="57366"/>
                      </a:cubicBezTo>
                      <a:close/>
                      <a:moveTo>
                        <a:pt x="82463" y="36302"/>
                      </a:moveTo>
                      <a:lnTo>
                        <a:pt x="77982" y="43921"/>
                      </a:lnTo>
                      <a:lnTo>
                        <a:pt x="75293" y="43024"/>
                      </a:lnTo>
                      <a:lnTo>
                        <a:pt x="74396" y="40335"/>
                      </a:lnTo>
                      <a:lnTo>
                        <a:pt x="82463" y="36302"/>
                      </a:lnTo>
                      <a:close/>
                      <a:moveTo>
                        <a:pt x="43921" y="40783"/>
                      </a:moveTo>
                      <a:lnTo>
                        <a:pt x="43024" y="43473"/>
                      </a:lnTo>
                      <a:lnTo>
                        <a:pt x="40335" y="44369"/>
                      </a:lnTo>
                      <a:lnTo>
                        <a:pt x="35854" y="36750"/>
                      </a:lnTo>
                      <a:lnTo>
                        <a:pt x="43921" y="40783"/>
                      </a:lnTo>
                      <a:close/>
                      <a:moveTo>
                        <a:pt x="36302" y="82463"/>
                      </a:moveTo>
                      <a:lnTo>
                        <a:pt x="40784" y="74844"/>
                      </a:lnTo>
                      <a:lnTo>
                        <a:pt x="43473" y="75741"/>
                      </a:lnTo>
                      <a:lnTo>
                        <a:pt x="44369" y="78430"/>
                      </a:lnTo>
                      <a:lnTo>
                        <a:pt x="36302" y="82463"/>
                      </a:lnTo>
                      <a:close/>
                      <a:moveTo>
                        <a:pt x="74844" y="78430"/>
                      </a:moveTo>
                      <a:lnTo>
                        <a:pt x="75741" y="75741"/>
                      </a:lnTo>
                      <a:lnTo>
                        <a:pt x="78430" y="74844"/>
                      </a:lnTo>
                      <a:lnTo>
                        <a:pt x="82911" y="82463"/>
                      </a:lnTo>
                      <a:lnTo>
                        <a:pt x="74844" y="78430"/>
                      </a:lnTo>
                      <a:close/>
                      <a:moveTo>
                        <a:pt x="71259" y="69915"/>
                      </a:moveTo>
                      <a:cubicBezTo>
                        <a:pt x="70363" y="69915"/>
                        <a:pt x="69915" y="70811"/>
                        <a:pt x="69915" y="71259"/>
                      </a:cubicBezTo>
                      <a:lnTo>
                        <a:pt x="59607" y="108457"/>
                      </a:lnTo>
                      <a:lnTo>
                        <a:pt x="49299" y="71259"/>
                      </a:lnTo>
                      <a:cubicBezTo>
                        <a:pt x="49299" y="70363"/>
                        <a:pt x="48402" y="69915"/>
                        <a:pt x="47954" y="69915"/>
                      </a:cubicBezTo>
                      <a:lnTo>
                        <a:pt x="10756" y="59607"/>
                      </a:lnTo>
                      <a:lnTo>
                        <a:pt x="47954" y="49299"/>
                      </a:lnTo>
                      <a:cubicBezTo>
                        <a:pt x="48851" y="49299"/>
                        <a:pt x="49299" y="48402"/>
                        <a:pt x="49299" y="47954"/>
                      </a:cubicBezTo>
                      <a:lnTo>
                        <a:pt x="59607" y="10756"/>
                      </a:lnTo>
                      <a:lnTo>
                        <a:pt x="69915" y="47954"/>
                      </a:lnTo>
                      <a:cubicBezTo>
                        <a:pt x="69915" y="48851"/>
                        <a:pt x="70811" y="49299"/>
                        <a:pt x="71259" y="49299"/>
                      </a:cubicBezTo>
                      <a:lnTo>
                        <a:pt x="108457" y="59607"/>
                      </a:lnTo>
                      <a:lnTo>
                        <a:pt x="71259" y="69915"/>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2" name="Freeform: Shape 2796">
                  <a:extLst>
                    <a:ext uri="{FF2B5EF4-FFF2-40B4-BE49-F238E27FC236}">
                      <a16:creationId xmlns:a16="http://schemas.microsoft.com/office/drawing/2014/main" id="{ADBBC2CD-9210-6502-991C-C963874B5F78}"/>
                    </a:ext>
                  </a:extLst>
                </p:cNvPr>
                <p:cNvSpPr/>
                <p:nvPr/>
              </p:nvSpPr>
              <p:spPr>
                <a:xfrm>
                  <a:off x="8657762" y="1129373"/>
                  <a:ext cx="17927" cy="17927"/>
                </a:xfrm>
                <a:custGeom>
                  <a:avLst/>
                  <a:gdLst>
                    <a:gd name="connsiteX0" fmla="*/ 9860 w 17926"/>
                    <a:gd name="connsiteY0" fmla="*/ 0 h 17926"/>
                    <a:gd name="connsiteX1" fmla="*/ 0 w 17926"/>
                    <a:gd name="connsiteY1" fmla="*/ 9860 h 17926"/>
                    <a:gd name="connsiteX2" fmla="*/ 9860 w 17926"/>
                    <a:gd name="connsiteY2" fmla="*/ 19719 h 17926"/>
                    <a:gd name="connsiteX3" fmla="*/ 19719 w 17926"/>
                    <a:gd name="connsiteY3" fmla="*/ 9860 h 17926"/>
                    <a:gd name="connsiteX4" fmla="*/ 9860 w 17926"/>
                    <a:gd name="connsiteY4" fmla="*/ 0 h 17926"/>
                    <a:gd name="connsiteX5" fmla="*/ 9860 w 17926"/>
                    <a:gd name="connsiteY5" fmla="*/ 15686 h 17926"/>
                    <a:gd name="connsiteX6" fmla="*/ 4482 w 17926"/>
                    <a:gd name="connsiteY6" fmla="*/ 10308 h 17926"/>
                    <a:gd name="connsiteX7" fmla="*/ 9860 w 17926"/>
                    <a:gd name="connsiteY7" fmla="*/ 4930 h 17926"/>
                    <a:gd name="connsiteX8" fmla="*/ 15238 w 17926"/>
                    <a:gd name="connsiteY8" fmla="*/ 10308 h 17926"/>
                    <a:gd name="connsiteX9" fmla="*/ 9860 w 17926"/>
                    <a:gd name="connsiteY9" fmla="*/ 15686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26" h="17926">
                      <a:moveTo>
                        <a:pt x="9860" y="0"/>
                      </a:moveTo>
                      <a:cubicBezTo>
                        <a:pt x="4482" y="0"/>
                        <a:pt x="0" y="4482"/>
                        <a:pt x="0" y="9860"/>
                      </a:cubicBezTo>
                      <a:cubicBezTo>
                        <a:pt x="0" y="15238"/>
                        <a:pt x="4482" y="19719"/>
                        <a:pt x="9860" y="19719"/>
                      </a:cubicBezTo>
                      <a:cubicBezTo>
                        <a:pt x="15238" y="19719"/>
                        <a:pt x="19719" y="15238"/>
                        <a:pt x="19719" y="9860"/>
                      </a:cubicBezTo>
                      <a:cubicBezTo>
                        <a:pt x="19719" y="4482"/>
                        <a:pt x="15238" y="0"/>
                        <a:pt x="9860" y="0"/>
                      </a:cubicBezTo>
                      <a:close/>
                      <a:moveTo>
                        <a:pt x="9860" y="15686"/>
                      </a:moveTo>
                      <a:cubicBezTo>
                        <a:pt x="6723" y="15686"/>
                        <a:pt x="4482" y="12997"/>
                        <a:pt x="4482" y="10308"/>
                      </a:cubicBezTo>
                      <a:cubicBezTo>
                        <a:pt x="4482" y="7171"/>
                        <a:pt x="7171" y="4930"/>
                        <a:pt x="9860" y="4930"/>
                      </a:cubicBezTo>
                      <a:cubicBezTo>
                        <a:pt x="12997" y="4930"/>
                        <a:pt x="15238" y="7619"/>
                        <a:pt x="15238" y="10308"/>
                      </a:cubicBezTo>
                      <a:cubicBezTo>
                        <a:pt x="15238" y="13445"/>
                        <a:pt x="12997" y="15686"/>
                        <a:pt x="9860" y="1568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3" name="Freeform: Shape 2898">
                  <a:extLst>
                    <a:ext uri="{FF2B5EF4-FFF2-40B4-BE49-F238E27FC236}">
                      <a16:creationId xmlns:a16="http://schemas.microsoft.com/office/drawing/2014/main" id="{4C59FB84-C47B-B923-0486-ED17C3E3ED53}"/>
                    </a:ext>
                  </a:extLst>
                </p:cNvPr>
                <p:cNvSpPr/>
                <p:nvPr/>
              </p:nvSpPr>
              <p:spPr>
                <a:xfrm>
                  <a:off x="8591015" y="1063025"/>
                  <a:ext cx="152378" cy="152378"/>
                </a:xfrm>
                <a:custGeom>
                  <a:avLst/>
                  <a:gdLst>
                    <a:gd name="connsiteX0" fmla="*/ 131732 w 152377"/>
                    <a:gd name="connsiteY0" fmla="*/ 23772 h 152377"/>
                    <a:gd name="connsiteX1" fmla="*/ 78399 w 152377"/>
                    <a:gd name="connsiteY1" fmla="*/ 19 h 152377"/>
                    <a:gd name="connsiteX2" fmla="*/ 23723 w 152377"/>
                    <a:gd name="connsiteY2" fmla="*/ 21083 h 152377"/>
                    <a:gd name="connsiteX3" fmla="*/ 21034 w 152377"/>
                    <a:gd name="connsiteY3" fmla="*/ 129092 h 152377"/>
                    <a:gd name="connsiteX4" fmla="*/ 76159 w 152377"/>
                    <a:gd name="connsiteY4" fmla="*/ 152845 h 152377"/>
                    <a:gd name="connsiteX5" fmla="*/ 128594 w 152377"/>
                    <a:gd name="connsiteY5" fmla="*/ 131781 h 152377"/>
                    <a:gd name="connsiteX6" fmla="*/ 152347 w 152377"/>
                    <a:gd name="connsiteY6" fmla="*/ 78449 h 152377"/>
                    <a:gd name="connsiteX7" fmla="*/ 131732 w 152377"/>
                    <a:gd name="connsiteY7" fmla="*/ 23772 h 152377"/>
                    <a:gd name="connsiteX8" fmla="*/ 125905 w 152377"/>
                    <a:gd name="connsiteY8" fmla="*/ 128644 h 152377"/>
                    <a:gd name="connsiteX9" fmla="*/ 24171 w 152377"/>
                    <a:gd name="connsiteY9" fmla="*/ 125955 h 152377"/>
                    <a:gd name="connsiteX10" fmla="*/ 26860 w 152377"/>
                    <a:gd name="connsiteY10" fmla="*/ 24220 h 152377"/>
                    <a:gd name="connsiteX11" fmla="*/ 76159 w 152377"/>
                    <a:gd name="connsiteY11" fmla="*/ 4500 h 152377"/>
                    <a:gd name="connsiteX12" fmla="*/ 77951 w 152377"/>
                    <a:gd name="connsiteY12" fmla="*/ 4500 h 152377"/>
                    <a:gd name="connsiteX13" fmla="*/ 128146 w 152377"/>
                    <a:gd name="connsiteY13" fmla="*/ 26909 h 152377"/>
                    <a:gd name="connsiteX14" fmla="*/ 147866 w 152377"/>
                    <a:gd name="connsiteY14" fmla="*/ 78000 h 152377"/>
                    <a:gd name="connsiteX15" fmla="*/ 125905 w 152377"/>
                    <a:gd name="connsiteY15" fmla="*/ 128644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377" h="152377">
                      <a:moveTo>
                        <a:pt x="131732" y="23772"/>
                      </a:moveTo>
                      <a:cubicBezTo>
                        <a:pt x="117838" y="8982"/>
                        <a:pt x="98567" y="467"/>
                        <a:pt x="78399" y="19"/>
                      </a:cubicBezTo>
                      <a:cubicBezTo>
                        <a:pt x="58232" y="-429"/>
                        <a:pt x="38512" y="7189"/>
                        <a:pt x="23723" y="21083"/>
                      </a:cubicBezTo>
                      <a:cubicBezTo>
                        <a:pt x="-6753" y="50214"/>
                        <a:pt x="-8098" y="98616"/>
                        <a:pt x="21034" y="129092"/>
                      </a:cubicBezTo>
                      <a:cubicBezTo>
                        <a:pt x="35823" y="144778"/>
                        <a:pt x="55991" y="152845"/>
                        <a:pt x="76159" y="152845"/>
                      </a:cubicBezTo>
                      <a:cubicBezTo>
                        <a:pt x="94982" y="152845"/>
                        <a:pt x="113805" y="145674"/>
                        <a:pt x="128594" y="131781"/>
                      </a:cubicBezTo>
                      <a:cubicBezTo>
                        <a:pt x="143384" y="117888"/>
                        <a:pt x="151899" y="98616"/>
                        <a:pt x="152347" y="78449"/>
                      </a:cubicBezTo>
                      <a:cubicBezTo>
                        <a:pt x="153244" y="57833"/>
                        <a:pt x="145625" y="38561"/>
                        <a:pt x="131732" y="23772"/>
                      </a:cubicBezTo>
                      <a:close/>
                      <a:moveTo>
                        <a:pt x="125905" y="128644"/>
                      </a:moveTo>
                      <a:cubicBezTo>
                        <a:pt x="97222" y="155982"/>
                        <a:pt x="51509" y="154637"/>
                        <a:pt x="24171" y="125955"/>
                      </a:cubicBezTo>
                      <a:cubicBezTo>
                        <a:pt x="-3168" y="97272"/>
                        <a:pt x="-1823" y="51558"/>
                        <a:pt x="26860" y="24220"/>
                      </a:cubicBezTo>
                      <a:cubicBezTo>
                        <a:pt x="40305" y="11223"/>
                        <a:pt x="57784" y="4500"/>
                        <a:pt x="76159" y="4500"/>
                      </a:cubicBezTo>
                      <a:cubicBezTo>
                        <a:pt x="76607" y="4500"/>
                        <a:pt x="77503" y="4500"/>
                        <a:pt x="77951" y="4500"/>
                      </a:cubicBezTo>
                      <a:cubicBezTo>
                        <a:pt x="97222" y="4949"/>
                        <a:pt x="115149" y="13016"/>
                        <a:pt x="128146" y="26909"/>
                      </a:cubicBezTo>
                      <a:cubicBezTo>
                        <a:pt x="141591" y="40802"/>
                        <a:pt x="148314" y="59177"/>
                        <a:pt x="147866" y="78000"/>
                      </a:cubicBezTo>
                      <a:cubicBezTo>
                        <a:pt x="147866" y="97272"/>
                        <a:pt x="139799" y="115198"/>
                        <a:pt x="125905" y="12864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4" name="Group 2899">
                <a:extLst>
                  <a:ext uri="{FF2B5EF4-FFF2-40B4-BE49-F238E27FC236}">
                    <a16:creationId xmlns:a16="http://schemas.microsoft.com/office/drawing/2014/main" id="{95BBE4DA-9E09-0AF1-7108-227A8281FA66}"/>
                  </a:ext>
                  <a:ext uri="{C183D7F6-B498-43B3-948B-1728B52AA6E4}">
                    <adec:decorative xmlns:adec="http://schemas.microsoft.com/office/drawing/2017/decorative" val="1"/>
                  </a:ext>
                </a:extLst>
              </p:cNvPr>
              <p:cNvGrpSpPr>
                <a:grpSpLocks noChangeAspect="1"/>
              </p:cNvGrpSpPr>
              <p:nvPr/>
            </p:nvGrpSpPr>
            <p:grpSpPr>
              <a:xfrm>
                <a:off x="8729041" y="3118387"/>
                <a:ext cx="152378" cy="152378"/>
                <a:chOff x="8847155" y="1063025"/>
                <a:chExt cx="152378" cy="152378"/>
              </a:xfrm>
            </p:grpSpPr>
            <p:sp>
              <p:nvSpPr>
                <p:cNvPr id="25" name="Freeform: Shape 2981">
                  <a:extLst>
                    <a:ext uri="{FF2B5EF4-FFF2-40B4-BE49-F238E27FC236}">
                      <a16:creationId xmlns:a16="http://schemas.microsoft.com/office/drawing/2014/main" id="{A5E8AC07-B3B5-5B7C-49F8-5D295CCAFB55}"/>
                    </a:ext>
                  </a:extLst>
                </p:cNvPr>
                <p:cNvSpPr/>
                <p:nvPr/>
              </p:nvSpPr>
              <p:spPr>
                <a:xfrm>
                  <a:off x="8877968" y="1092511"/>
                  <a:ext cx="89634" cy="94116"/>
                </a:xfrm>
                <a:custGeom>
                  <a:avLst/>
                  <a:gdLst>
                    <a:gd name="connsiteX0" fmla="*/ 88584 w 89634"/>
                    <a:gd name="connsiteY0" fmla="*/ 94228 h 94115"/>
                    <a:gd name="connsiteX1" fmla="*/ 87688 w 89634"/>
                    <a:gd name="connsiteY1" fmla="*/ 93780 h 94115"/>
                    <a:gd name="connsiteX2" fmla="*/ 45560 w 89634"/>
                    <a:gd name="connsiteY2" fmla="*/ 69578 h 94115"/>
                    <a:gd name="connsiteX3" fmla="*/ 3432 w 89634"/>
                    <a:gd name="connsiteY3" fmla="*/ 93780 h 94115"/>
                    <a:gd name="connsiteX4" fmla="*/ 743 w 89634"/>
                    <a:gd name="connsiteY4" fmla="*/ 93331 h 94115"/>
                    <a:gd name="connsiteX5" fmla="*/ 295 w 89634"/>
                    <a:gd name="connsiteY5" fmla="*/ 90642 h 94115"/>
                    <a:gd name="connsiteX6" fmla="*/ 43767 w 89634"/>
                    <a:gd name="connsiteY6" fmla="*/ 1008 h 94115"/>
                    <a:gd name="connsiteX7" fmla="*/ 47800 w 89634"/>
                    <a:gd name="connsiteY7" fmla="*/ 1008 h 94115"/>
                    <a:gd name="connsiteX8" fmla="*/ 91273 w 89634"/>
                    <a:gd name="connsiteY8" fmla="*/ 90642 h 94115"/>
                    <a:gd name="connsiteX9" fmla="*/ 90825 w 89634"/>
                    <a:gd name="connsiteY9" fmla="*/ 93331 h 94115"/>
                    <a:gd name="connsiteX10" fmla="*/ 88584 w 89634"/>
                    <a:gd name="connsiteY10" fmla="*/ 94228 h 94115"/>
                    <a:gd name="connsiteX11" fmla="*/ 43319 w 89634"/>
                    <a:gd name="connsiteY11" fmla="*/ 11764 h 94115"/>
                    <a:gd name="connsiteX12" fmla="*/ 7465 w 89634"/>
                    <a:gd name="connsiteY12" fmla="*/ 86161 h 94115"/>
                    <a:gd name="connsiteX13" fmla="*/ 43319 w 89634"/>
                    <a:gd name="connsiteY13" fmla="*/ 65545 h 94115"/>
                    <a:gd name="connsiteX14" fmla="*/ 43319 w 89634"/>
                    <a:gd name="connsiteY14" fmla="*/ 11764 h 94115"/>
                    <a:gd name="connsiteX15" fmla="*/ 47800 w 89634"/>
                    <a:gd name="connsiteY15" fmla="*/ 65545 h 94115"/>
                    <a:gd name="connsiteX16" fmla="*/ 83654 w 89634"/>
                    <a:gd name="connsiteY16" fmla="*/ 86161 h 94115"/>
                    <a:gd name="connsiteX17" fmla="*/ 47800 w 89634"/>
                    <a:gd name="connsiteY17" fmla="*/ 11764 h 94115"/>
                    <a:gd name="connsiteX18" fmla="*/ 47800 w 89634"/>
                    <a:gd name="connsiteY18" fmla="*/ 65545 h 9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634" h="94115">
                      <a:moveTo>
                        <a:pt x="88584" y="94228"/>
                      </a:moveTo>
                      <a:cubicBezTo>
                        <a:pt x="88136" y="94228"/>
                        <a:pt x="87688" y="94228"/>
                        <a:pt x="87688" y="93780"/>
                      </a:cubicBezTo>
                      <a:lnTo>
                        <a:pt x="45560" y="69578"/>
                      </a:lnTo>
                      <a:lnTo>
                        <a:pt x="3432" y="93780"/>
                      </a:lnTo>
                      <a:cubicBezTo>
                        <a:pt x="2535" y="94228"/>
                        <a:pt x="1639" y="94228"/>
                        <a:pt x="743" y="93331"/>
                      </a:cubicBezTo>
                      <a:cubicBezTo>
                        <a:pt x="-154" y="92883"/>
                        <a:pt x="-154" y="91539"/>
                        <a:pt x="295" y="90642"/>
                      </a:cubicBezTo>
                      <a:lnTo>
                        <a:pt x="43767" y="1008"/>
                      </a:lnTo>
                      <a:cubicBezTo>
                        <a:pt x="44663" y="-336"/>
                        <a:pt x="46904" y="-336"/>
                        <a:pt x="47800" y="1008"/>
                      </a:cubicBezTo>
                      <a:lnTo>
                        <a:pt x="91273" y="90642"/>
                      </a:lnTo>
                      <a:cubicBezTo>
                        <a:pt x="91721" y="91539"/>
                        <a:pt x="91721" y="92435"/>
                        <a:pt x="90825" y="93331"/>
                      </a:cubicBezTo>
                      <a:cubicBezTo>
                        <a:pt x="89929" y="93780"/>
                        <a:pt x="89480" y="94228"/>
                        <a:pt x="88584" y="94228"/>
                      </a:cubicBezTo>
                      <a:close/>
                      <a:moveTo>
                        <a:pt x="43319" y="11764"/>
                      </a:moveTo>
                      <a:lnTo>
                        <a:pt x="7465" y="86161"/>
                      </a:lnTo>
                      <a:lnTo>
                        <a:pt x="43319" y="65545"/>
                      </a:lnTo>
                      <a:lnTo>
                        <a:pt x="43319" y="11764"/>
                      </a:lnTo>
                      <a:close/>
                      <a:moveTo>
                        <a:pt x="47800" y="65545"/>
                      </a:moveTo>
                      <a:lnTo>
                        <a:pt x="83654" y="86161"/>
                      </a:lnTo>
                      <a:lnTo>
                        <a:pt x="47800" y="11764"/>
                      </a:lnTo>
                      <a:lnTo>
                        <a:pt x="47800" y="65545"/>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6" name="Freeform: Shape 2982">
                  <a:extLst>
                    <a:ext uri="{FF2B5EF4-FFF2-40B4-BE49-F238E27FC236}">
                      <a16:creationId xmlns:a16="http://schemas.microsoft.com/office/drawing/2014/main" id="{933411E0-CCA5-DC74-B0FD-E30F3B9600F2}"/>
                    </a:ext>
                  </a:extLst>
                </p:cNvPr>
                <p:cNvSpPr/>
                <p:nvPr/>
              </p:nvSpPr>
              <p:spPr>
                <a:xfrm>
                  <a:off x="8847155" y="1063025"/>
                  <a:ext cx="152378" cy="152378"/>
                </a:xfrm>
                <a:custGeom>
                  <a:avLst/>
                  <a:gdLst>
                    <a:gd name="connsiteX0" fmla="*/ 76372 w 152377"/>
                    <a:gd name="connsiteY0" fmla="*/ 152845 h 152377"/>
                    <a:gd name="connsiteX1" fmla="*/ 21248 w 152377"/>
                    <a:gd name="connsiteY1" fmla="*/ 129092 h 152377"/>
                    <a:gd name="connsiteX2" fmla="*/ 23488 w 152377"/>
                    <a:gd name="connsiteY2" fmla="*/ 21083 h 152377"/>
                    <a:gd name="connsiteX3" fmla="*/ 78165 w 152377"/>
                    <a:gd name="connsiteY3" fmla="*/ 19 h 152377"/>
                    <a:gd name="connsiteX4" fmla="*/ 131497 w 152377"/>
                    <a:gd name="connsiteY4" fmla="*/ 23772 h 152377"/>
                    <a:gd name="connsiteX5" fmla="*/ 128808 w 152377"/>
                    <a:gd name="connsiteY5" fmla="*/ 131781 h 152377"/>
                    <a:gd name="connsiteX6" fmla="*/ 76372 w 152377"/>
                    <a:gd name="connsiteY6" fmla="*/ 152845 h 152377"/>
                    <a:gd name="connsiteX7" fmla="*/ 76372 w 152377"/>
                    <a:gd name="connsiteY7" fmla="*/ 4500 h 152377"/>
                    <a:gd name="connsiteX8" fmla="*/ 27074 w 152377"/>
                    <a:gd name="connsiteY8" fmla="*/ 24220 h 152377"/>
                    <a:gd name="connsiteX9" fmla="*/ 24385 w 152377"/>
                    <a:gd name="connsiteY9" fmla="*/ 125955 h 152377"/>
                    <a:gd name="connsiteX10" fmla="*/ 126119 w 152377"/>
                    <a:gd name="connsiteY10" fmla="*/ 128644 h 152377"/>
                    <a:gd name="connsiteX11" fmla="*/ 128808 w 152377"/>
                    <a:gd name="connsiteY11" fmla="*/ 26909 h 152377"/>
                    <a:gd name="connsiteX12" fmla="*/ 78613 w 152377"/>
                    <a:gd name="connsiteY12" fmla="*/ 4500 h 152377"/>
                    <a:gd name="connsiteX13" fmla="*/ 76372 w 152377"/>
                    <a:gd name="connsiteY13" fmla="*/ 4500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377" h="152377">
                      <a:moveTo>
                        <a:pt x="76372" y="152845"/>
                      </a:moveTo>
                      <a:cubicBezTo>
                        <a:pt x="56205" y="152845"/>
                        <a:pt x="36037" y="144778"/>
                        <a:pt x="21248" y="129092"/>
                      </a:cubicBezTo>
                      <a:cubicBezTo>
                        <a:pt x="-7884" y="98616"/>
                        <a:pt x="-6987" y="50214"/>
                        <a:pt x="23488" y="21083"/>
                      </a:cubicBezTo>
                      <a:cubicBezTo>
                        <a:pt x="38278" y="7189"/>
                        <a:pt x="57549" y="-429"/>
                        <a:pt x="78165" y="19"/>
                      </a:cubicBezTo>
                      <a:cubicBezTo>
                        <a:pt x="98333" y="467"/>
                        <a:pt x="117604" y="8982"/>
                        <a:pt x="131497" y="23772"/>
                      </a:cubicBezTo>
                      <a:cubicBezTo>
                        <a:pt x="160628" y="54247"/>
                        <a:pt x="159284" y="102650"/>
                        <a:pt x="128808" y="131781"/>
                      </a:cubicBezTo>
                      <a:cubicBezTo>
                        <a:pt x="114019" y="145674"/>
                        <a:pt x="95196" y="152845"/>
                        <a:pt x="76372" y="152845"/>
                      </a:cubicBezTo>
                      <a:close/>
                      <a:moveTo>
                        <a:pt x="76372" y="4500"/>
                      </a:moveTo>
                      <a:cubicBezTo>
                        <a:pt x="57998" y="4500"/>
                        <a:pt x="40519" y="11671"/>
                        <a:pt x="27074" y="24220"/>
                      </a:cubicBezTo>
                      <a:cubicBezTo>
                        <a:pt x="-1609" y="51558"/>
                        <a:pt x="-2954" y="97272"/>
                        <a:pt x="24385" y="125955"/>
                      </a:cubicBezTo>
                      <a:cubicBezTo>
                        <a:pt x="51723" y="154637"/>
                        <a:pt x="97436" y="155982"/>
                        <a:pt x="126119" y="128644"/>
                      </a:cubicBezTo>
                      <a:cubicBezTo>
                        <a:pt x="154802" y="101305"/>
                        <a:pt x="156147" y="55592"/>
                        <a:pt x="128808" y="26909"/>
                      </a:cubicBezTo>
                      <a:cubicBezTo>
                        <a:pt x="115363" y="13016"/>
                        <a:pt x="97885" y="4949"/>
                        <a:pt x="78613" y="4500"/>
                      </a:cubicBezTo>
                      <a:cubicBezTo>
                        <a:pt x="77269" y="4500"/>
                        <a:pt x="76821" y="4500"/>
                        <a:pt x="76372" y="450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27" name="Freeform: Shape 2983">
                <a:extLst>
                  <a:ext uri="{FF2B5EF4-FFF2-40B4-BE49-F238E27FC236}">
                    <a16:creationId xmlns:a16="http://schemas.microsoft.com/office/drawing/2014/main" id="{B50C1EE8-2090-5D8A-1033-91B92BF405AF}"/>
                  </a:ext>
                  <a:ext uri="{C183D7F6-B498-43B3-948B-1728B52AA6E4}">
                    <adec:decorative xmlns:adec="http://schemas.microsoft.com/office/drawing/2017/decorative" val="1"/>
                  </a:ext>
                </a:extLst>
              </p:cNvPr>
              <p:cNvSpPr>
                <a:spLocks noChangeAspect="1"/>
              </p:cNvSpPr>
              <p:nvPr/>
            </p:nvSpPr>
            <p:spPr>
              <a:xfrm>
                <a:off x="6350785" y="3116613"/>
                <a:ext cx="174786" cy="156860"/>
              </a:xfrm>
              <a:custGeom>
                <a:avLst/>
                <a:gdLst>
                  <a:gd name="connsiteX0" fmla="*/ 114283 w 174786"/>
                  <a:gd name="connsiteY0" fmla="*/ 80671 h 156859"/>
                  <a:gd name="connsiteX1" fmla="*/ 137140 w 174786"/>
                  <a:gd name="connsiteY1" fmla="*/ 58262 h 156859"/>
                  <a:gd name="connsiteX2" fmla="*/ 146103 w 174786"/>
                  <a:gd name="connsiteY2" fmla="*/ 59607 h 156859"/>
                  <a:gd name="connsiteX3" fmla="*/ 166719 w 174786"/>
                  <a:gd name="connsiteY3" fmla="*/ 51091 h 156859"/>
                  <a:gd name="connsiteX4" fmla="*/ 175235 w 174786"/>
                  <a:gd name="connsiteY4" fmla="*/ 30027 h 156859"/>
                  <a:gd name="connsiteX5" fmla="*/ 173890 w 174786"/>
                  <a:gd name="connsiteY5" fmla="*/ 22857 h 156859"/>
                  <a:gd name="connsiteX6" fmla="*/ 172097 w 174786"/>
                  <a:gd name="connsiteY6" fmla="*/ 21064 h 156859"/>
                  <a:gd name="connsiteX7" fmla="*/ 169857 w 174786"/>
                  <a:gd name="connsiteY7" fmla="*/ 21512 h 156859"/>
                  <a:gd name="connsiteX8" fmla="*/ 156860 w 174786"/>
                  <a:gd name="connsiteY8" fmla="*/ 34509 h 156859"/>
                  <a:gd name="connsiteX9" fmla="*/ 144759 w 174786"/>
                  <a:gd name="connsiteY9" fmla="*/ 31820 h 156859"/>
                  <a:gd name="connsiteX10" fmla="*/ 141622 w 174786"/>
                  <a:gd name="connsiteY10" fmla="*/ 19719 h 156859"/>
                  <a:gd name="connsiteX11" fmla="*/ 155067 w 174786"/>
                  <a:gd name="connsiteY11" fmla="*/ 6274 h 156859"/>
                  <a:gd name="connsiteX12" fmla="*/ 155963 w 174786"/>
                  <a:gd name="connsiteY12" fmla="*/ 4930 h 156859"/>
                  <a:gd name="connsiteX13" fmla="*/ 154619 w 174786"/>
                  <a:gd name="connsiteY13" fmla="*/ 3137 h 156859"/>
                  <a:gd name="connsiteX14" fmla="*/ 146103 w 174786"/>
                  <a:gd name="connsiteY14" fmla="*/ 1793 h 156859"/>
                  <a:gd name="connsiteX15" fmla="*/ 126384 w 174786"/>
                  <a:gd name="connsiteY15" fmla="*/ 10756 h 156859"/>
                  <a:gd name="connsiteX16" fmla="*/ 117869 w 174786"/>
                  <a:gd name="connsiteY16" fmla="*/ 31372 h 156859"/>
                  <a:gd name="connsiteX17" fmla="*/ 119213 w 174786"/>
                  <a:gd name="connsiteY17" fmla="*/ 39887 h 156859"/>
                  <a:gd name="connsiteX18" fmla="*/ 95908 w 174786"/>
                  <a:gd name="connsiteY18" fmla="*/ 62744 h 156859"/>
                  <a:gd name="connsiteX19" fmla="*/ 72604 w 174786"/>
                  <a:gd name="connsiteY19" fmla="*/ 39887 h 156859"/>
                  <a:gd name="connsiteX20" fmla="*/ 74844 w 174786"/>
                  <a:gd name="connsiteY20" fmla="*/ 37646 h 156859"/>
                  <a:gd name="connsiteX21" fmla="*/ 75293 w 174786"/>
                  <a:gd name="connsiteY21" fmla="*/ 35854 h 156859"/>
                  <a:gd name="connsiteX22" fmla="*/ 74844 w 174786"/>
                  <a:gd name="connsiteY22" fmla="*/ 34061 h 156859"/>
                  <a:gd name="connsiteX23" fmla="*/ 62744 w 174786"/>
                  <a:gd name="connsiteY23" fmla="*/ 22857 h 156859"/>
                  <a:gd name="connsiteX24" fmla="*/ 88738 w 174786"/>
                  <a:gd name="connsiteY24" fmla="*/ 8067 h 156859"/>
                  <a:gd name="connsiteX25" fmla="*/ 90979 w 174786"/>
                  <a:gd name="connsiteY25" fmla="*/ 6274 h 156859"/>
                  <a:gd name="connsiteX26" fmla="*/ 89634 w 174786"/>
                  <a:gd name="connsiteY26" fmla="*/ 4034 h 156859"/>
                  <a:gd name="connsiteX27" fmla="*/ 71707 w 174786"/>
                  <a:gd name="connsiteY27" fmla="*/ 0 h 156859"/>
                  <a:gd name="connsiteX28" fmla="*/ 55573 w 174786"/>
                  <a:gd name="connsiteY28" fmla="*/ 3585 h 156859"/>
                  <a:gd name="connsiteX29" fmla="*/ 43921 w 174786"/>
                  <a:gd name="connsiteY29" fmla="*/ 11652 h 156859"/>
                  <a:gd name="connsiteX30" fmla="*/ 21960 w 174786"/>
                  <a:gd name="connsiteY30" fmla="*/ 33165 h 156859"/>
                  <a:gd name="connsiteX31" fmla="*/ 21064 w 174786"/>
                  <a:gd name="connsiteY31" fmla="*/ 34957 h 156859"/>
                  <a:gd name="connsiteX32" fmla="*/ 21960 w 174786"/>
                  <a:gd name="connsiteY32" fmla="*/ 40335 h 156859"/>
                  <a:gd name="connsiteX33" fmla="*/ 20616 w 174786"/>
                  <a:gd name="connsiteY33" fmla="*/ 44817 h 156859"/>
                  <a:gd name="connsiteX34" fmla="*/ 15686 w 174786"/>
                  <a:gd name="connsiteY34" fmla="*/ 46610 h 156859"/>
                  <a:gd name="connsiteX35" fmla="*/ 10308 w 174786"/>
                  <a:gd name="connsiteY35" fmla="*/ 46162 h 156859"/>
                  <a:gd name="connsiteX36" fmla="*/ 8515 w 174786"/>
                  <a:gd name="connsiteY36" fmla="*/ 46610 h 156859"/>
                  <a:gd name="connsiteX37" fmla="*/ 1793 w 174786"/>
                  <a:gd name="connsiteY37" fmla="*/ 53332 h 156859"/>
                  <a:gd name="connsiteX38" fmla="*/ 0 w 174786"/>
                  <a:gd name="connsiteY38" fmla="*/ 57814 h 156859"/>
                  <a:gd name="connsiteX39" fmla="*/ 1793 w 174786"/>
                  <a:gd name="connsiteY39" fmla="*/ 62296 h 156859"/>
                  <a:gd name="connsiteX40" fmla="*/ 18375 w 174786"/>
                  <a:gd name="connsiteY40" fmla="*/ 78878 h 156859"/>
                  <a:gd name="connsiteX41" fmla="*/ 27338 w 174786"/>
                  <a:gd name="connsiteY41" fmla="*/ 78878 h 156859"/>
                  <a:gd name="connsiteX42" fmla="*/ 34061 w 174786"/>
                  <a:gd name="connsiteY42" fmla="*/ 72155 h 156859"/>
                  <a:gd name="connsiteX43" fmla="*/ 34509 w 174786"/>
                  <a:gd name="connsiteY43" fmla="*/ 70363 h 156859"/>
                  <a:gd name="connsiteX44" fmla="*/ 34061 w 174786"/>
                  <a:gd name="connsiteY44" fmla="*/ 66329 h 156859"/>
                  <a:gd name="connsiteX45" fmla="*/ 35405 w 174786"/>
                  <a:gd name="connsiteY45" fmla="*/ 61848 h 156859"/>
                  <a:gd name="connsiteX46" fmla="*/ 41232 w 174786"/>
                  <a:gd name="connsiteY46" fmla="*/ 60055 h 156859"/>
                  <a:gd name="connsiteX47" fmla="*/ 48402 w 174786"/>
                  <a:gd name="connsiteY47" fmla="*/ 61848 h 156859"/>
                  <a:gd name="connsiteX48" fmla="*/ 50643 w 174786"/>
                  <a:gd name="connsiteY48" fmla="*/ 61399 h 156859"/>
                  <a:gd name="connsiteX49" fmla="*/ 53332 w 174786"/>
                  <a:gd name="connsiteY49" fmla="*/ 58710 h 156859"/>
                  <a:gd name="connsiteX50" fmla="*/ 76637 w 174786"/>
                  <a:gd name="connsiteY50" fmla="*/ 81567 h 156859"/>
                  <a:gd name="connsiteX51" fmla="*/ 21960 w 174786"/>
                  <a:gd name="connsiteY51" fmla="*/ 134003 h 156859"/>
                  <a:gd name="connsiteX52" fmla="*/ 17927 w 174786"/>
                  <a:gd name="connsiteY52" fmla="*/ 143863 h 156859"/>
                  <a:gd name="connsiteX53" fmla="*/ 21960 w 174786"/>
                  <a:gd name="connsiteY53" fmla="*/ 153274 h 156859"/>
                  <a:gd name="connsiteX54" fmla="*/ 30924 w 174786"/>
                  <a:gd name="connsiteY54" fmla="*/ 156860 h 156859"/>
                  <a:gd name="connsiteX55" fmla="*/ 40335 w 174786"/>
                  <a:gd name="connsiteY55" fmla="*/ 152826 h 156859"/>
                  <a:gd name="connsiteX56" fmla="*/ 94564 w 174786"/>
                  <a:gd name="connsiteY56" fmla="*/ 99494 h 156859"/>
                  <a:gd name="connsiteX57" fmla="*/ 143863 w 174786"/>
                  <a:gd name="connsiteY57" fmla="*/ 147896 h 156859"/>
                  <a:gd name="connsiteX58" fmla="*/ 153722 w 174786"/>
                  <a:gd name="connsiteY58" fmla="*/ 151930 h 156859"/>
                  <a:gd name="connsiteX59" fmla="*/ 163582 w 174786"/>
                  <a:gd name="connsiteY59" fmla="*/ 147448 h 156859"/>
                  <a:gd name="connsiteX60" fmla="*/ 163582 w 174786"/>
                  <a:gd name="connsiteY60" fmla="*/ 128177 h 156859"/>
                  <a:gd name="connsiteX61" fmla="*/ 114283 w 174786"/>
                  <a:gd name="connsiteY61" fmla="*/ 80671 h 156859"/>
                  <a:gd name="connsiteX62" fmla="*/ 129073 w 174786"/>
                  <a:gd name="connsiteY62" fmla="*/ 13893 h 156859"/>
                  <a:gd name="connsiteX63" fmla="*/ 145655 w 174786"/>
                  <a:gd name="connsiteY63" fmla="*/ 6274 h 156859"/>
                  <a:gd name="connsiteX64" fmla="*/ 149241 w 174786"/>
                  <a:gd name="connsiteY64" fmla="*/ 6723 h 156859"/>
                  <a:gd name="connsiteX65" fmla="*/ 138485 w 174786"/>
                  <a:gd name="connsiteY65" fmla="*/ 17479 h 156859"/>
                  <a:gd name="connsiteX66" fmla="*/ 137140 w 174786"/>
                  <a:gd name="connsiteY66" fmla="*/ 21512 h 156859"/>
                  <a:gd name="connsiteX67" fmla="*/ 140277 w 174786"/>
                  <a:gd name="connsiteY67" fmla="*/ 33613 h 156859"/>
                  <a:gd name="connsiteX68" fmla="*/ 143414 w 174786"/>
                  <a:gd name="connsiteY68" fmla="*/ 36750 h 156859"/>
                  <a:gd name="connsiteX69" fmla="*/ 155515 w 174786"/>
                  <a:gd name="connsiteY69" fmla="*/ 39887 h 156859"/>
                  <a:gd name="connsiteX70" fmla="*/ 159549 w 174786"/>
                  <a:gd name="connsiteY70" fmla="*/ 38543 h 156859"/>
                  <a:gd name="connsiteX71" fmla="*/ 169857 w 174786"/>
                  <a:gd name="connsiteY71" fmla="*/ 28235 h 156859"/>
                  <a:gd name="connsiteX72" fmla="*/ 169857 w 174786"/>
                  <a:gd name="connsiteY72" fmla="*/ 30476 h 156859"/>
                  <a:gd name="connsiteX73" fmla="*/ 162686 w 174786"/>
                  <a:gd name="connsiteY73" fmla="*/ 47954 h 156859"/>
                  <a:gd name="connsiteX74" fmla="*/ 145207 w 174786"/>
                  <a:gd name="connsiteY74" fmla="*/ 55125 h 156859"/>
                  <a:gd name="connsiteX75" fmla="*/ 136692 w 174786"/>
                  <a:gd name="connsiteY75" fmla="*/ 53332 h 156859"/>
                  <a:gd name="connsiteX76" fmla="*/ 136244 w 174786"/>
                  <a:gd name="connsiteY76" fmla="*/ 53332 h 156859"/>
                  <a:gd name="connsiteX77" fmla="*/ 128177 w 174786"/>
                  <a:gd name="connsiteY77" fmla="*/ 47954 h 156859"/>
                  <a:gd name="connsiteX78" fmla="*/ 122799 w 174786"/>
                  <a:gd name="connsiteY78" fmla="*/ 39439 h 156859"/>
                  <a:gd name="connsiteX79" fmla="*/ 122799 w 174786"/>
                  <a:gd name="connsiteY79" fmla="*/ 38991 h 156859"/>
                  <a:gd name="connsiteX80" fmla="*/ 121454 w 174786"/>
                  <a:gd name="connsiteY80" fmla="*/ 30924 h 156859"/>
                  <a:gd name="connsiteX81" fmla="*/ 129073 w 174786"/>
                  <a:gd name="connsiteY81" fmla="*/ 13893 h 156859"/>
                  <a:gd name="connsiteX82" fmla="*/ 120558 w 174786"/>
                  <a:gd name="connsiteY82" fmla="*/ 43921 h 156859"/>
                  <a:gd name="connsiteX83" fmla="*/ 125936 w 174786"/>
                  <a:gd name="connsiteY83" fmla="*/ 51091 h 156859"/>
                  <a:gd name="connsiteX84" fmla="*/ 132658 w 174786"/>
                  <a:gd name="connsiteY84" fmla="*/ 56021 h 156859"/>
                  <a:gd name="connsiteX85" fmla="*/ 111146 w 174786"/>
                  <a:gd name="connsiteY85" fmla="*/ 77085 h 156859"/>
                  <a:gd name="connsiteX86" fmla="*/ 98597 w 174786"/>
                  <a:gd name="connsiteY86" fmla="*/ 64985 h 156859"/>
                  <a:gd name="connsiteX87" fmla="*/ 120558 w 174786"/>
                  <a:gd name="connsiteY87" fmla="*/ 43921 h 156859"/>
                  <a:gd name="connsiteX88" fmla="*/ 51540 w 174786"/>
                  <a:gd name="connsiteY88" fmla="*/ 53780 h 156859"/>
                  <a:gd name="connsiteX89" fmla="*/ 51540 w 174786"/>
                  <a:gd name="connsiteY89" fmla="*/ 53780 h 156859"/>
                  <a:gd name="connsiteX90" fmla="*/ 51540 w 174786"/>
                  <a:gd name="connsiteY90" fmla="*/ 53780 h 156859"/>
                  <a:gd name="connsiteX91" fmla="*/ 47954 w 174786"/>
                  <a:gd name="connsiteY91" fmla="*/ 56918 h 156859"/>
                  <a:gd name="connsiteX92" fmla="*/ 42128 w 174786"/>
                  <a:gd name="connsiteY92" fmla="*/ 55573 h 156859"/>
                  <a:gd name="connsiteX93" fmla="*/ 31820 w 174786"/>
                  <a:gd name="connsiteY93" fmla="*/ 58710 h 156859"/>
                  <a:gd name="connsiteX94" fmla="*/ 29131 w 174786"/>
                  <a:gd name="connsiteY94" fmla="*/ 66777 h 156859"/>
                  <a:gd name="connsiteX95" fmla="*/ 29579 w 174786"/>
                  <a:gd name="connsiteY95" fmla="*/ 69915 h 156859"/>
                  <a:gd name="connsiteX96" fmla="*/ 23753 w 174786"/>
                  <a:gd name="connsiteY96" fmla="*/ 75741 h 156859"/>
                  <a:gd name="connsiteX97" fmla="*/ 21064 w 174786"/>
                  <a:gd name="connsiteY97" fmla="*/ 75741 h 156859"/>
                  <a:gd name="connsiteX98" fmla="*/ 4482 w 174786"/>
                  <a:gd name="connsiteY98" fmla="*/ 59158 h 156859"/>
                  <a:gd name="connsiteX99" fmla="*/ 4034 w 174786"/>
                  <a:gd name="connsiteY99" fmla="*/ 57814 h 156859"/>
                  <a:gd name="connsiteX100" fmla="*/ 4482 w 174786"/>
                  <a:gd name="connsiteY100" fmla="*/ 56469 h 156859"/>
                  <a:gd name="connsiteX101" fmla="*/ 4482 w 174786"/>
                  <a:gd name="connsiteY101" fmla="*/ 56469 h 156859"/>
                  <a:gd name="connsiteX102" fmla="*/ 10308 w 174786"/>
                  <a:gd name="connsiteY102" fmla="*/ 50643 h 156859"/>
                  <a:gd name="connsiteX103" fmla="*/ 14790 w 174786"/>
                  <a:gd name="connsiteY103" fmla="*/ 51091 h 156859"/>
                  <a:gd name="connsiteX104" fmla="*/ 23753 w 174786"/>
                  <a:gd name="connsiteY104" fmla="*/ 47506 h 156859"/>
                  <a:gd name="connsiteX105" fmla="*/ 26442 w 174786"/>
                  <a:gd name="connsiteY105" fmla="*/ 39887 h 156859"/>
                  <a:gd name="connsiteX106" fmla="*/ 25994 w 174786"/>
                  <a:gd name="connsiteY106" fmla="*/ 35405 h 156859"/>
                  <a:gd name="connsiteX107" fmla="*/ 47058 w 174786"/>
                  <a:gd name="connsiteY107" fmla="*/ 14341 h 156859"/>
                  <a:gd name="connsiteX108" fmla="*/ 57366 w 174786"/>
                  <a:gd name="connsiteY108" fmla="*/ 7171 h 156859"/>
                  <a:gd name="connsiteX109" fmla="*/ 71707 w 174786"/>
                  <a:gd name="connsiteY109" fmla="*/ 4034 h 156859"/>
                  <a:gd name="connsiteX110" fmla="*/ 79326 w 174786"/>
                  <a:gd name="connsiteY110" fmla="*/ 4930 h 156859"/>
                  <a:gd name="connsiteX111" fmla="*/ 58710 w 174786"/>
                  <a:gd name="connsiteY111" fmla="*/ 21064 h 156859"/>
                  <a:gd name="connsiteX112" fmla="*/ 59607 w 174786"/>
                  <a:gd name="connsiteY112" fmla="*/ 25994 h 156859"/>
                  <a:gd name="connsiteX113" fmla="*/ 69466 w 174786"/>
                  <a:gd name="connsiteY113" fmla="*/ 35854 h 156859"/>
                  <a:gd name="connsiteX114" fmla="*/ 51540 w 174786"/>
                  <a:gd name="connsiteY114" fmla="*/ 53780 h 156859"/>
                  <a:gd name="connsiteX115" fmla="*/ 37646 w 174786"/>
                  <a:gd name="connsiteY115" fmla="*/ 150137 h 156859"/>
                  <a:gd name="connsiteX116" fmla="*/ 25546 w 174786"/>
                  <a:gd name="connsiteY116" fmla="*/ 150137 h 156859"/>
                  <a:gd name="connsiteX117" fmla="*/ 22409 w 174786"/>
                  <a:gd name="connsiteY117" fmla="*/ 143863 h 156859"/>
                  <a:gd name="connsiteX118" fmla="*/ 25098 w 174786"/>
                  <a:gd name="connsiteY118" fmla="*/ 137588 h 156859"/>
                  <a:gd name="connsiteX119" fmla="*/ 79326 w 174786"/>
                  <a:gd name="connsiteY119" fmla="*/ 84704 h 156859"/>
                  <a:gd name="connsiteX120" fmla="*/ 91875 w 174786"/>
                  <a:gd name="connsiteY120" fmla="*/ 96805 h 156859"/>
                  <a:gd name="connsiteX121" fmla="*/ 37646 w 174786"/>
                  <a:gd name="connsiteY121" fmla="*/ 150137 h 156859"/>
                  <a:gd name="connsiteX122" fmla="*/ 160445 w 174786"/>
                  <a:gd name="connsiteY122" fmla="*/ 144759 h 156859"/>
                  <a:gd name="connsiteX123" fmla="*/ 153722 w 174786"/>
                  <a:gd name="connsiteY123" fmla="*/ 147448 h 156859"/>
                  <a:gd name="connsiteX124" fmla="*/ 153722 w 174786"/>
                  <a:gd name="connsiteY124" fmla="*/ 147448 h 156859"/>
                  <a:gd name="connsiteX125" fmla="*/ 147000 w 174786"/>
                  <a:gd name="connsiteY125" fmla="*/ 144759 h 156859"/>
                  <a:gd name="connsiteX126" fmla="*/ 79774 w 174786"/>
                  <a:gd name="connsiteY126" fmla="*/ 78878 h 156859"/>
                  <a:gd name="connsiteX127" fmla="*/ 79774 w 174786"/>
                  <a:gd name="connsiteY127" fmla="*/ 78878 h 156859"/>
                  <a:gd name="connsiteX128" fmla="*/ 56021 w 174786"/>
                  <a:gd name="connsiteY128" fmla="*/ 55573 h 156859"/>
                  <a:gd name="connsiteX129" fmla="*/ 68570 w 174786"/>
                  <a:gd name="connsiteY129" fmla="*/ 43024 h 156859"/>
                  <a:gd name="connsiteX130" fmla="*/ 160893 w 174786"/>
                  <a:gd name="connsiteY130" fmla="*/ 131762 h 156859"/>
                  <a:gd name="connsiteX131" fmla="*/ 160445 w 174786"/>
                  <a:gd name="connsiteY131" fmla="*/ 144759 h 15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174786" h="156859">
                    <a:moveTo>
                      <a:pt x="114283" y="80671"/>
                    </a:moveTo>
                    <a:lnTo>
                      <a:pt x="137140" y="58262"/>
                    </a:lnTo>
                    <a:cubicBezTo>
                      <a:pt x="140277" y="59158"/>
                      <a:pt x="142966" y="59607"/>
                      <a:pt x="146103" y="59607"/>
                    </a:cubicBezTo>
                    <a:cubicBezTo>
                      <a:pt x="153722" y="59607"/>
                      <a:pt x="160893" y="56469"/>
                      <a:pt x="166719" y="51091"/>
                    </a:cubicBezTo>
                    <a:cubicBezTo>
                      <a:pt x="172546" y="45265"/>
                      <a:pt x="175235" y="38094"/>
                      <a:pt x="175235" y="30027"/>
                    </a:cubicBezTo>
                    <a:cubicBezTo>
                      <a:pt x="175235" y="27787"/>
                      <a:pt x="174786" y="25098"/>
                      <a:pt x="173890" y="22857"/>
                    </a:cubicBezTo>
                    <a:cubicBezTo>
                      <a:pt x="173890" y="21960"/>
                      <a:pt x="172994" y="21512"/>
                      <a:pt x="172097" y="21064"/>
                    </a:cubicBezTo>
                    <a:cubicBezTo>
                      <a:pt x="171201" y="21064"/>
                      <a:pt x="170305" y="21064"/>
                      <a:pt x="169857" y="21512"/>
                    </a:cubicBezTo>
                    <a:lnTo>
                      <a:pt x="156860" y="34509"/>
                    </a:lnTo>
                    <a:lnTo>
                      <a:pt x="144759" y="31820"/>
                    </a:lnTo>
                    <a:lnTo>
                      <a:pt x="141622" y="19719"/>
                    </a:lnTo>
                    <a:lnTo>
                      <a:pt x="155067" y="6274"/>
                    </a:lnTo>
                    <a:cubicBezTo>
                      <a:pt x="155963" y="6274"/>
                      <a:pt x="156411" y="5378"/>
                      <a:pt x="155963" y="4930"/>
                    </a:cubicBezTo>
                    <a:cubicBezTo>
                      <a:pt x="155963" y="4034"/>
                      <a:pt x="155067" y="3585"/>
                      <a:pt x="154619" y="3137"/>
                    </a:cubicBezTo>
                    <a:cubicBezTo>
                      <a:pt x="152826" y="2689"/>
                      <a:pt x="149689" y="1793"/>
                      <a:pt x="146103" y="1793"/>
                    </a:cubicBezTo>
                    <a:cubicBezTo>
                      <a:pt x="138933" y="1793"/>
                      <a:pt x="132210" y="4930"/>
                      <a:pt x="126384" y="10756"/>
                    </a:cubicBezTo>
                    <a:cubicBezTo>
                      <a:pt x="121006" y="16134"/>
                      <a:pt x="117869" y="23305"/>
                      <a:pt x="117869" y="31372"/>
                    </a:cubicBezTo>
                    <a:cubicBezTo>
                      <a:pt x="117869" y="34509"/>
                      <a:pt x="118317" y="37198"/>
                      <a:pt x="119213" y="39887"/>
                    </a:cubicBezTo>
                    <a:lnTo>
                      <a:pt x="95908" y="62744"/>
                    </a:lnTo>
                    <a:lnTo>
                      <a:pt x="72604" y="39887"/>
                    </a:lnTo>
                    <a:lnTo>
                      <a:pt x="74844" y="37646"/>
                    </a:lnTo>
                    <a:cubicBezTo>
                      <a:pt x="75293" y="37198"/>
                      <a:pt x="75293" y="36750"/>
                      <a:pt x="75293" y="35854"/>
                    </a:cubicBezTo>
                    <a:cubicBezTo>
                      <a:pt x="75293" y="34957"/>
                      <a:pt x="74844" y="34509"/>
                      <a:pt x="74844" y="34061"/>
                    </a:cubicBezTo>
                    <a:lnTo>
                      <a:pt x="62744" y="22857"/>
                    </a:lnTo>
                    <a:cubicBezTo>
                      <a:pt x="65433" y="17479"/>
                      <a:pt x="72155" y="8963"/>
                      <a:pt x="88738" y="8067"/>
                    </a:cubicBezTo>
                    <a:cubicBezTo>
                      <a:pt x="89634" y="8067"/>
                      <a:pt x="90530" y="7171"/>
                      <a:pt x="90979" y="6274"/>
                    </a:cubicBezTo>
                    <a:cubicBezTo>
                      <a:pt x="90979" y="5378"/>
                      <a:pt x="90530" y="4482"/>
                      <a:pt x="89634" y="4034"/>
                    </a:cubicBezTo>
                    <a:cubicBezTo>
                      <a:pt x="86049" y="2241"/>
                      <a:pt x="79774" y="0"/>
                      <a:pt x="71707" y="0"/>
                    </a:cubicBezTo>
                    <a:cubicBezTo>
                      <a:pt x="66329" y="0"/>
                      <a:pt x="60951" y="1345"/>
                      <a:pt x="55573" y="3585"/>
                    </a:cubicBezTo>
                    <a:cubicBezTo>
                      <a:pt x="51091" y="5378"/>
                      <a:pt x="47506" y="8067"/>
                      <a:pt x="43921" y="11652"/>
                    </a:cubicBezTo>
                    <a:lnTo>
                      <a:pt x="21960" y="33165"/>
                    </a:lnTo>
                    <a:cubicBezTo>
                      <a:pt x="21512" y="33613"/>
                      <a:pt x="21064" y="34061"/>
                      <a:pt x="21064" y="34957"/>
                    </a:cubicBezTo>
                    <a:lnTo>
                      <a:pt x="21960" y="40335"/>
                    </a:lnTo>
                    <a:cubicBezTo>
                      <a:pt x="21960" y="42128"/>
                      <a:pt x="21512" y="43921"/>
                      <a:pt x="20616" y="44817"/>
                    </a:cubicBezTo>
                    <a:cubicBezTo>
                      <a:pt x="19271" y="46162"/>
                      <a:pt x="17479" y="47058"/>
                      <a:pt x="15686" y="46610"/>
                    </a:cubicBezTo>
                    <a:lnTo>
                      <a:pt x="10308" y="46162"/>
                    </a:lnTo>
                    <a:cubicBezTo>
                      <a:pt x="9412" y="46162"/>
                      <a:pt x="8963" y="46162"/>
                      <a:pt x="8515" y="46610"/>
                    </a:cubicBezTo>
                    <a:lnTo>
                      <a:pt x="1793" y="53332"/>
                    </a:lnTo>
                    <a:cubicBezTo>
                      <a:pt x="448" y="54677"/>
                      <a:pt x="0" y="56021"/>
                      <a:pt x="0" y="57814"/>
                    </a:cubicBezTo>
                    <a:cubicBezTo>
                      <a:pt x="0" y="59607"/>
                      <a:pt x="448" y="60951"/>
                      <a:pt x="1793" y="62296"/>
                    </a:cubicBezTo>
                    <a:lnTo>
                      <a:pt x="18375" y="78878"/>
                    </a:lnTo>
                    <a:cubicBezTo>
                      <a:pt x="20616" y="81119"/>
                      <a:pt x="24649" y="81119"/>
                      <a:pt x="27338" y="78878"/>
                    </a:cubicBezTo>
                    <a:lnTo>
                      <a:pt x="34061" y="72155"/>
                    </a:lnTo>
                    <a:cubicBezTo>
                      <a:pt x="34509" y="71707"/>
                      <a:pt x="34957" y="70811"/>
                      <a:pt x="34509" y="70363"/>
                    </a:cubicBezTo>
                    <a:lnTo>
                      <a:pt x="34061" y="66329"/>
                    </a:lnTo>
                    <a:cubicBezTo>
                      <a:pt x="34061" y="64537"/>
                      <a:pt x="34509" y="62744"/>
                      <a:pt x="35405" y="61848"/>
                    </a:cubicBezTo>
                    <a:cubicBezTo>
                      <a:pt x="36750" y="60055"/>
                      <a:pt x="38991" y="59607"/>
                      <a:pt x="41232" y="60055"/>
                    </a:cubicBezTo>
                    <a:lnTo>
                      <a:pt x="48402" y="61848"/>
                    </a:lnTo>
                    <a:cubicBezTo>
                      <a:pt x="49299" y="61848"/>
                      <a:pt x="50195" y="61848"/>
                      <a:pt x="50643" y="61399"/>
                    </a:cubicBezTo>
                    <a:lnTo>
                      <a:pt x="53332" y="58710"/>
                    </a:lnTo>
                    <a:lnTo>
                      <a:pt x="76637" y="81567"/>
                    </a:lnTo>
                    <a:lnTo>
                      <a:pt x="21960" y="134003"/>
                    </a:lnTo>
                    <a:cubicBezTo>
                      <a:pt x="19271" y="136692"/>
                      <a:pt x="17927" y="139829"/>
                      <a:pt x="17927" y="143863"/>
                    </a:cubicBezTo>
                    <a:cubicBezTo>
                      <a:pt x="17927" y="147448"/>
                      <a:pt x="19271" y="151033"/>
                      <a:pt x="21960" y="153274"/>
                    </a:cubicBezTo>
                    <a:cubicBezTo>
                      <a:pt x="24649" y="155515"/>
                      <a:pt x="27787" y="156860"/>
                      <a:pt x="30924" y="156860"/>
                    </a:cubicBezTo>
                    <a:cubicBezTo>
                      <a:pt x="34509" y="156860"/>
                      <a:pt x="37646" y="155515"/>
                      <a:pt x="40335" y="152826"/>
                    </a:cubicBezTo>
                    <a:lnTo>
                      <a:pt x="94564" y="99494"/>
                    </a:lnTo>
                    <a:lnTo>
                      <a:pt x="143863" y="147896"/>
                    </a:lnTo>
                    <a:cubicBezTo>
                      <a:pt x="146552" y="150585"/>
                      <a:pt x="149689" y="151930"/>
                      <a:pt x="153722" y="151930"/>
                    </a:cubicBezTo>
                    <a:cubicBezTo>
                      <a:pt x="157308" y="151930"/>
                      <a:pt x="160893" y="150585"/>
                      <a:pt x="163582" y="147448"/>
                    </a:cubicBezTo>
                    <a:cubicBezTo>
                      <a:pt x="168960" y="142070"/>
                      <a:pt x="168960" y="133555"/>
                      <a:pt x="163582" y="128177"/>
                    </a:cubicBezTo>
                    <a:lnTo>
                      <a:pt x="114283" y="80671"/>
                    </a:lnTo>
                    <a:close/>
                    <a:moveTo>
                      <a:pt x="129073" y="13893"/>
                    </a:moveTo>
                    <a:cubicBezTo>
                      <a:pt x="134003" y="8963"/>
                      <a:pt x="139829" y="6274"/>
                      <a:pt x="145655" y="6274"/>
                    </a:cubicBezTo>
                    <a:cubicBezTo>
                      <a:pt x="147000" y="6274"/>
                      <a:pt x="148344" y="6274"/>
                      <a:pt x="149241" y="6723"/>
                    </a:cubicBezTo>
                    <a:lnTo>
                      <a:pt x="138485" y="17479"/>
                    </a:lnTo>
                    <a:cubicBezTo>
                      <a:pt x="137588" y="18375"/>
                      <a:pt x="137140" y="20168"/>
                      <a:pt x="137140" y="21512"/>
                    </a:cubicBezTo>
                    <a:lnTo>
                      <a:pt x="140277" y="33613"/>
                    </a:lnTo>
                    <a:cubicBezTo>
                      <a:pt x="140725" y="35405"/>
                      <a:pt x="142070" y="36302"/>
                      <a:pt x="143414" y="36750"/>
                    </a:cubicBezTo>
                    <a:lnTo>
                      <a:pt x="155515" y="39887"/>
                    </a:lnTo>
                    <a:cubicBezTo>
                      <a:pt x="156860" y="40335"/>
                      <a:pt x="158652" y="39887"/>
                      <a:pt x="159549" y="38543"/>
                    </a:cubicBezTo>
                    <a:lnTo>
                      <a:pt x="169857" y="28235"/>
                    </a:lnTo>
                    <a:cubicBezTo>
                      <a:pt x="169857" y="29131"/>
                      <a:pt x="169857" y="29579"/>
                      <a:pt x="169857" y="30476"/>
                    </a:cubicBezTo>
                    <a:cubicBezTo>
                      <a:pt x="170305" y="37198"/>
                      <a:pt x="167616" y="43024"/>
                      <a:pt x="162686" y="47954"/>
                    </a:cubicBezTo>
                    <a:cubicBezTo>
                      <a:pt x="158204" y="52436"/>
                      <a:pt x="151930" y="55125"/>
                      <a:pt x="145207" y="55125"/>
                    </a:cubicBezTo>
                    <a:cubicBezTo>
                      <a:pt x="142070" y="55125"/>
                      <a:pt x="139381" y="54677"/>
                      <a:pt x="136692" y="53332"/>
                    </a:cubicBezTo>
                    <a:cubicBezTo>
                      <a:pt x="136692" y="53332"/>
                      <a:pt x="136692" y="53332"/>
                      <a:pt x="136244" y="53332"/>
                    </a:cubicBezTo>
                    <a:cubicBezTo>
                      <a:pt x="133107" y="51988"/>
                      <a:pt x="130418" y="50195"/>
                      <a:pt x="128177" y="47954"/>
                    </a:cubicBezTo>
                    <a:cubicBezTo>
                      <a:pt x="125936" y="45713"/>
                      <a:pt x="123695" y="42576"/>
                      <a:pt x="122799" y="39439"/>
                    </a:cubicBezTo>
                    <a:cubicBezTo>
                      <a:pt x="122799" y="39439"/>
                      <a:pt x="122799" y="38991"/>
                      <a:pt x="122799" y="38991"/>
                    </a:cubicBezTo>
                    <a:cubicBezTo>
                      <a:pt x="121902" y="36302"/>
                      <a:pt x="121454" y="33613"/>
                      <a:pt x="121454" y="30924"/>
                    </a:cubicBezTo>
                    <a:cubicBezTo>
                      <a:pt x="121902" y="24649"/>
                      <a:pt x="124591" y="18375"/>
                      <a:pt x="129073" y="13893"/>
                    </a:cubicBezTo>
                    <a:close/>
                    <a:moveTo>
                      <a:pt x="120558" y="43921"/>
                    </a:moveTo>
                    <a:cubicBezTo>
                      <a:pt x="121902" y="46610"/>
                      <a:pt x="123695" y="48851"/>
                      <a:pt x="125936" y="51091"/>
                    </a:cubicBezTo>
                    <a:cubicBezTo>
                      <a:pt x="128177" y="53332"/>
                      <a:pt x="130418" y="54677"/>
                      <a:pt x="132658" y="56021"/>
                    </a:cubicBezTo>
                    <a:lnTo>
                      <a:pt x="111146" y="77085"/>
                    </a:lnTo>
                    <a:lnTo>
                      <a:pt x="98597" y="64985"/>
                    </a:lnTo>
                    <a:lnTo>
                      <a:pt x="120558" y="43921"/>
                    </a:lnTo>
                    <a:close/>
                    <a:moveTo>
                      <a:pt x="51540" y="53780"/>
                    </a:moveTo>
                    <a:cubicBezTo>
                      <a:pt x="51540" y="53780"/>
                      <a:pt x="51540" y="53780"/>
                      <a:pt x="51540" y="53780"/>
                    </a:cubicBezTo>
                    <a:cubicBezTo>
                      <a:pt x="51540" y="53780"/>
                      <a:pt x="51540" y="53780"/>
                      <a:pt x="51540" y="53780"/>
                    </a:cubicBezTo>
                    <a:lnTo>
                      <a:pt x="47954" y="56918"/>
                    </a:lnTo>
                    <a:lnTo>
                      <a:pt x="42128" y="55573"/>
                    </a:lnTo>
                    <a:cubicBezTo>
                      <a:pt x="38543" y="54677"/>
                      <a:pt x="34061" y="56021"/>
                      <a:pt x="31820" y="58710"/>
                    </a:cubicBezTo>
                    <a:cubicBezTo>
                      <a:pt x="30027" y="60951"/>
                      <a:pt x="29131" y="64088"/>
                      <a:pt x="29131" y="66777"/>
                    </a:cubicBezTo>
                    <a:lnTo>
                      <a:pt x="29579" y="69915"/>
                    </a:lnTo>
                    <a:lnTo>
                      <a:pt x="23753" y="75741"/>
                    </a:lnTo>
                    <a:cubicBezTo>
                      <a:pt x="22857" y="76637"/>
                      <a:pt x="21960" y="76637"/>
                      <a:pt x="21064" y="75741"/>
                    </a:cubicBezTo>
                    <a:lnTo>
                      <a:pt x="4482" y="59158"/>
                    </a:lnTo>
                    <a:cubicBezTo>
                      <a:pt x="4034" y="58710"/>
                      <a:pt x="4034" y="58262"/>
                      <a:pt x="4034" y="57814"/>
                    </a:cubicBezTo>
                    <a:cubicBezTo>
                      <a:pt x="4034" y="57366"/>
                      <a:pt x="4034" y="56918"/>
                      <a:pt x="4482" y="56469"/>
                    </a:cubicBezTo>
                    <a:lnTo>
                      <a:pt x="4482" y="56469"/>
                    </a:lnTo>
                    <a:lnTo>
                      <a:pt x="10308" y="50643"/>
                    </a:lnTo>
                    <a:lnTo>
                      <a:pt x="14790" y="51091"/>
                    </a:lnTo>
                    <a:cubicBezTo>
                      <a:pt x="17927" y="51540"/>
                      <a:pt x="21512" y="50195"/>
                      <a:pt x="23753" y="47506"/>
                    </a:cubicBezTo>
                    <a:cubicBezTo>
                      <a:pt x="25546" y="45713"/>
                      <a:pt x="26442" y="42576"/>
                      <a:pt x="26442" y="39887"/>
                    </a:cubicBezTo>
                    <a:lnTo>
                      <a:pt x="25994" y="35405"/>
                    </a:lnTo>
                    <a:lnTo>
                      <a:pt x="47058" y="14341"/>
                    </a:lnTo>
                    <a:cubicBezTo>
                      <a:pt x="50195" y="11204"/>
                      <a:pt x="53780" y="8963"/>
                      <a:pt x="57366" y="7171"/>
                    </a:cubicBezTo>
                    <a:cubicBezTo>
                      <a:pt x="61847" y="4930"/>
                      <a:pt x="66777" y="4034"/>
                      <a:pt x="71707" y="4034"/>
                    </a:cubicBezTo>
                    <a:cubicBezTo>
                      <a:pt x="74396" y="4034"/>
                      <a:pt x="77085" y="4482"/>
                      <a:pt x="79326" y="4930"/>
                    </a:cubicBezTo>
                    <a:cubicBezTo>
                      <a:pt x="66777" y="8067"/>
                      <a:pt x="60951" y="16134"/>
                      <a:pt x="58710" y="21064"/>
                    </a:cubicBezTo>
                    <a:cubicBezTo>
                      <a:pt x="57814" y="22857"/>
                      <a:pt x="58262" y="24649"/>
                      <a:pt x="59607" y="25994"/>
                    </a:cubicBezTo>
                    <a:lnTo>
                      <a:pt x="69466" y="35854"/>
                    </a:lnTo>
                    <a:lnTo>
                      <a:pt x="51540" y="53780"/>
                    </a:lnTo>
                    <a:close/>
                    <a:moveTo>
                      <a:pt x="37646" y="150137"/>
                    </a:moveTo>
                    <a:cubicBezTo>
                      <a:pt x="34061" y="153274"/>
                      <a:pt x="28683" y="153722"/>
                      <a:pt x="25546" y="150137"/>
                    </a:cubicBezTo>
                    <a:cubicBezTo>
                      <a:pt x="23305" y="148344"/>
                      <a:pt x="22409" y="146104"/>
                      <a:pt x="22409" y="143863"/>
                    </a:cubicBezTo>
                    <a:cubicBezTo>
                      <a:pt x="22409" y="141622"/>
                      <a:pt x="23305" y="138933"/>
                      <a:pt x="25098" y="137588"/>
                    </a:cubicBezTo>
                    <a:lnTo>
                      <a:pt x="79326" y="84704"/>
                    </a:lnTo>
                    <a:lnTo>
                      <a:pt x="91875" y="96805"/>
                    </a:lnTo>
                    <a:lnTo>
                      <a:pt x="37646" y="150137"/>
                    </a:lnTo>
                    <a:close/>
                    <a:moveTo>
                      <a:pt x="160445" y="144759"/>
                    </a:moveTo>
                    <a:cubicBezTo>
                      <a:pt x="158652" y="146552"/>
                      <a:pt x="156411" y="147448"/>
                      <a:pt x="153722" y="147448"/>
                    </a:cubicBezTo>
                    <a:cubicBezTo>
                      <a:pt x="153722" y="147448"/>
                      <a:pt x="153722" y="147448"/>
                      <a:pt x="153722" y="147448"/>
                    </a:cubicBezTo>
                    <a:cubicBezTo>
                      <a:pt x="151033" y="147448"/>
                      <a:pt x="148792" y="146552"/>
                      <a:pt x="147000" y="144759"/>
                    </a:cubicBezTo>
                    <a:lnTo>
                      <a:pt x="79774" y="78878"/>
                    </a:lnTo>
                    <a:cubicBezTo>
                      <a:pt x="79774" y="78878"/>
                      <a:pt x="79774" y="78878"/>
                      <a:pt x="79774" y="78878"/>
                    </a:cubicBezTo>
                    <a:lnTo>
                      <a:pt x="56021" y="55573"/>
                    </a:lnTo>
                    <a:lnTo>
                      <a:pt x="68570" y="43024"/>
                    </a:lnTo>
                    <a:lnTo>
                      <a:pt x="160893" y="131762"/>
                    </a:lnTo>
                    <a:cubicBezTo>
                      <a:pt x="164478" y="135347"/>
                      <a:pt x="164478" y="141174"/>
                      <a:pt x="160445" y="14475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28" name="Group 2984">
                <a:extLst>
                  <a:ext uri="{FF2B5EF4-FFF2-40B4-BE49-F238E27FC236}">
                    <a16:creationId xmlns:a16="http://schemas.microsoft.com/office/drawing/2014/main" id="{F309D14D-A452-DBF1-1B71-F4DE6F6FD3FB}"/>
                  </a:ext>
                  <a:ext uri="{C183D7F6-B498-43B3-948B-1728B52AA6E4}">
                    <adec:decorative xmlns:adec="http://schemas.microsoft.com/office/drawing/2017/decorative" val="1"/>
                  </a:ext>
                </a:extLst>
              </p:cNvPr>
              <p:cNvGrpSpPr>
                <a:grpSpLocks noChangeAspect="1"/>
              </p:cNvGrpSpPr>
              <p:nvPr/>
            </p:nvGrpSpPr>
            <p:grpSpPr>
              <a:xfrm>
                <a:off x="7423480" y="3125577"/>
                <a:ext cx="143414" cy="143414"/>
                <a:chOff x="7541594" y="1070215"/>
                <a:chExt cx="143414" cy="143414"/>
              </a:xfrm>
            </p:grpSpPr>
            <p:sp>
              <p:nvSpPr>
                <p:cNvPr id="29" name="Freeform: Shape 2985">
                  <a:extLst>
                    <a:ext uri="{FF2B5EF4-FFF2-40B4-BE49-F238E27FC236}">
                      <a16:creationId xmlns:a16="http://schemas.microsoft.com/office/drawing/2014/main" id="{F9AC96E2-7E05-2889-6BE0-BB2B0839ED79}"/>
                    </a:ext>
                  </a:extLst>
                </p:cNvPr>
                <p:cNvSpPr/>
                <p:nvPr/>
              </p:nvSpPr>
              <p:spPr>
                <a:xfrm>
                  <a:off x="7657446" y="1090382"/>
                  <a:ext cx="8963" cy="8963"/>
                </a:xfrm>
                <a:custGeom>
                  <a:avLst/>
                  <a:gdLst>
                    <a:gd name="connsiteX0" fmla="*/ 4930 w 8963"/>
                    <a:gd name="connsiteY0" fmla="*/ 0 h 8963"/>
                    <a:gd name="connsiteX1" fmla="*/ 0 w 8963"/>
                    <a:gd name="connsiteY1" fmla="*/ 4930 h 8963"/>
                    <a:gd name="connsiteX2" fmla="*/ 4930 w 8963"/>
                    <a:gd name="connsiteY2" fmla="*/ 9860 h 8963"/>
                    <a:gd name="connsiteX3" fmla="*/ 9860 w 8963"/>
                    <a:gd name="connsiteY3" fmla="*/ 4930 h 8963"/>
                    <a:gd name="connsiteX4" fmla="*/ 4930 w 8963"/>
                    <a:gd name="connsiteY4" fmla="*/ 0 h 8963"/>
                    <a:gd name="connsiteX5" fmla="*/ 4034 w 8963"/>
                    <a:gd name="connsiteY5" fmla="*/ 4930 h 8963"/>
                    <a:gd name="connsiteX6" fmla="*/ 4482 w 8963"/>
                    <a:gd name="connsiteY6" fmla="*/ 4482 h 8963"/>
                    <a:gd name="connsiteX7" fmla="*/ 4930 w 8963"/>
                    <a:gd name="connsiteY7" fmla="*/ 4930 h 8963"/>
                    <a:gd name="connsiteX8" fmla="*/ 4034 w 8963"/>
                    <a:gd name="connsiteY8" fmla="*/ 4930 h 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63" h="8963">
                      <a:moveTo>
                        <a:pt x="4930" y="0"/>
                      </a:moveTo>
                      <a:cubicBezTo>
                        <a:pt x="2241" y="0"/>
                        <a:pt x="0" y="2241"/>
                        <a:pt x="0" y="4930"/>
                      </a:cubicBezTo>
                      <a:cubicBezTo>
                        <a:pt x="0" y="7619"/>
                        <a:pt x="2241" y="9860"/>
                        <a:pt x="4930" y="9860"/>
                      </a:cubicBezTo>
                      <a:cubicBezTo>
                        <a:pt x="7619" y="9860"/>
                        <a:pt x="9860" y="7619"/>
                        <a:pt x="9860" y="4930"/>
                      </a:cubicBezTo>
                      <a:cubicBezTo>
                        <a:pt x="9860" y="2241"/>
                        <a:pt x="7619" y="0"/>
                        <a:pt x="4930" y="0"/>
                      </a:cubicBezTo>
                      <a:close/>
                      <a:moveTo>
                        <a:pt x="4034" y="4930"/>
                      </a:moveTo>
                      <a:cubicBezTo>
                        <a:pt x="4034" y="4482"/>
                        <a:pt x="4482" y="4482"/>
                        <a:pt x="4482" y="4482"/>
                      </a:cubicBezTo>
                      <a:cubicBezTo>
                        <a:pt x="4482" y="4482"/>
                        <a:pt x="4930" y="4930"/>
                        <a:pt x="4930" y="4930"/>
                      </a:cubicBezTo>
                      <a:cubicBezTo>
                        <a:pt x="5378" y="5378"/>
                        <a:pt x="4034" y="5378"/>
                        <a:pt x="4034" y="49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 name="Freeform: Shape 2986">
                  <a:extLst>
                    <a:ext uri="{FF2B5EF4-FFF2-40B4-BE49-F238E27FC236}">
                      <a16:creationId xmlns:a16="http://schemas.microsoft.com/office/drawing/2014/main" id="{6FA6BD30-54D5-6354-4B54-DCC5008D1D84}"/>
                    </a:ext>
                  </a:extLst>
                </p:cNvPr>
                <p:cNvSpPr/>
                <p:nvPr/>
              </p:nvSpPr>
              <p:spPr>
                <a:xfrm>
                  <a:off x="7541594" y="1070215"/>
                  <a:ext cx="143414" cy="143414"/>
                </a:xfrm>
                <a:custGeom>
                  <a:avLst/>
                  <a:gdLst>
                    <a:gd name="connsiteX0" fmla="*/ 145879 w 143414"/>
                    <a:gd name="connsiteY0" fmla="*/ 7619 h 143414"/>
                    <a:gd name="connsiteX1" fmla="*/ 143639 w 143414"/>
                    <a:gd name="connsiteY1" fmla="*/ 2241 h 143414"/>
                    <a:gd name="connsiteX2" fmla="*/ 138260 w 143414"/>
                    <a:gd name="connsiteY2" fmla="*/ 0 h 143414"/>
                    <a:gd name="connsiteX3" fmla="*/ 132883 w 143414"/>
                    <a:gd name="connsiteY3" fmla="*/ 2241 h 143414"/>
                    <a:gd name="connsiteX4" fmla="*/ 127504 w 143414"/>
                    <a:gd name="connsiteY4" fmla="*/ 7619 h 143414"/>
                    <a:gd name="connsiteX5" fmla="*/ 120782 w 143414"/>
                    <a:gd name="connsiteY5" fmla="*/ 6274 h 143414"/>
                    <a:gd name="connsiteX6" fmla="*/ 103303 w 143414"/>
                    <a:gd name="connsiteY6" fmla="*/ 18823 h 143414"/>
                    <a:gd name="connsiteX7" fmla="*/ 59383 w 143414"/>
                    <a:gd name="connsiteY7" fmla="*/ 39887 h 143414"/>
                    <a:gd name="connsiteX8" fmla="*/ 49075 w 143414"/>
                    <a:gd name="connsiteY8" fmla="*/ 29131 h 143414"/>
                    <a:gd name="connsiteX9" fmla="*/ 45937 w 143414"/>
                    <a:gd name="connsiteY9" fmla="*/ 29131 h 143414"/>
                    <a:gd name="connsiteX10" fmla="*/ 45937 w 143414"/>
                    <a:gd name="connsiteY10" fmla="*/ 32268 h 143414"/>
                    <a:gd name="connsiteX11" fmla="*/ 55349 w 143414"/>
                    <a:gd name="connsiteY11" fmla="*/ 41680 h 143414"/>
                    <a:gd name="connsiteX12" fmla="*/ 21736 w 143414"/>
                    <a:gd name="connsiteY12" fmla="*/ 57814 h 143414"/>
                    <a:gd name="connsiteX13" fmla="*/ 11428 w 143414"/>
                    <a:gd name="connsiteY13" fmla="*/ 71707 h 143414"/>
                    <a:gd name="connsiteX14" fmla="*/ 10980 w 143414"/>
                    <a:gd name="connsiteY14" fmla="*/ 75741 h 143414"/>
                    <a:gd name="connsiteX15" fmla="*/ 672 w 143414"/>
                    <a:gd name="connsiteY15" fmla="*/ 85601 h 143414"/>
                    <a:gd name="connsiteX16" fmla="*/ 672 w 143414"/>
                    <a:gd name="connsiteY16" fmla="*/ 88738 h 143414"/>
                    <a:gd name="connsiteX17" fmla="*/ 2465 w 143414"/>
                    <a:gd name="connsiteY17" fmla="*/ 89634 h 143414"/>
                    <a:gd name="connsiteX18" fmla="*/ 3809 w 143414"/>
                    <a:gd name="connsiteY18" fmla="*/ 89186 h 143414"/>
                    <a:gd name="connsiteX19" fmla="*/ 14566 w 143414"/>
                    <a:gd name="connsiteY19" fmla="*/ 78878 h 143414"/>
                    <a:gd name="connsiteX20" fmla="*/ 67898 w 143414"/>
                    <a:gd name="connsiteY20" fmla="*/ 53780 h 143414"/>
                    <a:gd name="connsiteX21" fmla="*/ 67898 w 143414"/>
                    <a:gd name="connsiteY21" fmla="*/ 54229 h 143414"/>
                    <a:gd name="connsiteX22" fmla="*/ 74620 w 143414"/>
                    <a:gd name="connsiteY22" fmla="*/ 60951 h 143414"/>
                    <a:gd name="connsiteX23" fmla="*/ 70139 w 143414"/>
                    <a:gd name="connsiteY23" fmla="*/ 64985 h 143414"/>
                    <a:gd name="connsiteX24" fmla="*/ 69690 w 143414"/>
                    <a:gd name="connsiteY24" fmla="*/ 75293 h 143414"/>
                    <a:gd name="connsiteX25" fmla="*/ 69690 w 143414"/>
                    <a:gd name="connsiteY25" fmla="*/ 75293 h 143414"/>
                    <a:gd name="connsiteX26" fmla="*/ 74620 w 143414"/>
                    <a:gd name="connsiteY26" fmla="*/ 77533 h 143414"/>
                    <a:gd name="connsiteX27" fmla="*/ 74620 w 143414"/>
                    <a:gd name="connsiteY27" fmla="*/ 77533 h 143414"/>
                    <a:gd name="connsiteX28" fmla="*/ 79550 w 143414"/>
                    <a:gd name="connsiteY28" fmla="*/ 75741 h 143414"/>
                    <a:gd name="connsiteX29" fmla="*/ 84032 w 143414"/>
                    <a:gd name="connsiteY29" fmla="*/ 71259 h 143414"/>
                    <a:gd name="connsiteX30" fmla="*/ 91651 w 143414"/>
                    <a:gd name="connsiteY30" fmla="*/ 79326 h 143414"/>
                    <a:gd name="connsiteX31" fmla="*/ 65657 w 143414"/>
                    <a:gd name="connsiteY31" fmla="*/ 130418 h 143414"/>
                    <a:gd name="connsiteX32" fmla="*/ 55349 w 143414"/>
                    <a:gd name="connsiteY32" fmla="*/ 140725 h 143414"/>
                    <a:gd name="connsiteX33" fmla="*/ 55349 w 143414"/>
                    <a:gd name="connsiteY33" fmla="*/ 143863 h 143414"/>
                    <a:gd name="connsiteX34" fmla="*/ 57142 w 143414"/>
                    <a:gd name="connsiteY34" fmla="*/ 144311 h 143414"/>
                    <a:gd name="connsiteX35" fmla="*/ 58934 w 143414"/>
                    <a:gd name="connsiteY35" fmla="*/ 143863 h 143414"/>
                    <a:gd name="connsiteX36" fmla="*/ 69242 w 143414"/>
                    <a:gd name="connsiteY36" fmla="*/ 133555 h 143414"/>
                    <a:gd name="connsiteX37" fmla="*/ 73276 w 143414"/>
                    <a:gd name="connsiteY37" fmla="*/ 133107 h 143414"/>
                    <a:gd name="connsiteX38" fmla="*/ 87617 w 143414"/>
                    <a:gd name="connsiteY38" fmla="*/ 123247 h 143414"/>
                    <a:gd name="connsiteX39" fmla="*/ 103751 w 143414"/>
                    <a:gd name="connsiteY39" fmla="*/ 90979 h 143414"/>
                    <a:gd name="connsiteX40" fmla="*/ 112267 w 143414"/>
                    <a:gd name="connsiteY40" fmla="*/ 99942 h 143414"/>
                    <a:gd name="connsiteX41" fmla="*/ 114059 w 143414"/>
                    <a:gd name="connsiteY41" fmla="*/ 100390 h 143414"/>
                    <a:gd name="connsiteX42" fmla="*/ 115852 w 143414"/>
                    <a:gd name="connsiteY42" fmla="*/ 99942 h 143414"/>
                    <a:gd name="connsiteX43" fmla="*/ 115852 w 143414"/>
                    <a:gd name="connsiteY43" fmla="*/ 96805 h 143414"/>
                    <a:gd name="connsiteX44" fmla="*/ 105992 w 143414"/>
                    <a:gd name="connsiteY44" fmla="*/ 86945 h 143414"/>
                    <a:gd name="connsiteX45" fmla="*/ 128401 w 143414"/>
                    <a:gd name="connsiteY45" fmla="*/ 42576 h 143414"/>
                    <a:gd name="connsiteX46" fmla="*/ 139605 w 143414"/>
                    <a:gd name="connsiteY46" fmla="*/ 25098 h 143414"/>
                    <a:gd name="connsiteX47" fmla="*/ 138260 w 143414"/>
                    <a:gd name="connsiteY47" fmla="*/ 18823 h 143414"/>
                    <a:gd name="connsiteX48" fmla="*/ 143639 w 143414"/>
                    <a:gd name="connsiteY48" fmla="*/ 13445 h 143414"/>
                    <a:gd name="connsiteX49" fmla="*/ 145879 w 143414"/>
                    <a:gd name="connsiteY49" fmla="*/ 7619 h 143414"/>
                    <a:gd name="connsiteX50" fmla="*/ 15462 w 143414"/>
                    <a:gd name="connsiteY50" fmla="*/ 72604 h 143414"/>
                    <a:gd name="connsiteX51" fmla="*/ 23529 w 143414"/>
                    <a:gd name="connsiteY51" fmla="*/ 61848 h 143414"/>
                    <a:gd name="connsiteX52" fmla="*/ 102407 w 143414"/>
                    <a:gd name="connsiteY52" fmla="*/ 24201 h 143414"/>
                    <a:gd name="connsiteX53" fmla="*/ 102407 w 143414"/>
                    <a:gd name="connsiteY53" fmla="*/ 25098 h 143414"/>
                    <a:gd name="connsiteX54" fmla="*/ 103751 w 143414"/>
                    <a:gd name="connsiteY54" fmla="*/ 31372 h 143414"/>
                    <a:gd name="connsiteX55" fmla="*/ 15910 w 143414"/>
                    <a:gd name="connsiteY55" fmla="*/ 73052 h 143414"/>
                    <a:gd name="connsiteX56" fmla="*/ 15462 w 143414"/>
                    <a:gd name="connsiteY56" fmla="*/ 72604 h 143414"/>
                    <a:gd name="connsiteX57" fmla="*/ 75965 w 143414"/>
                    <a:gd name="connsiteY57" fmla="*/ 72155 h 143414"/>
                    <a:gd name="connsiteX58" fmla="*/ 74172 w 143414"/>
                    <a:gd name="connsiteY58" fmla="*/ 73052 h 143414"/>
                    <a:gd name="connsiteX59" fmla="*/ 72380 w 143414"/>
                    <a:gd name="connsiteY59" fmla="*/ 72155 h 143414"/>
                    <a:gd name="connsiteX60" fmla="*/ 72380 w 143414"/>
                    <a:gd name="connsiteY60" fmla="*/ 68122 h 143414"/>
                    <a:gd name="connsiteX61" fmla="*/ 84480 w 143414"/>
                    <a:gd name="connsiteY61" fmla="*/ 56469 h 143414"/>
                    <a:gd name="connsiteX62" fmla="*/ 86273 w 143414"/>
                    <a:gd name="connsiteY62" fmla="*/ 55573 h 143414"/>
                    <a:gd name="connsiteX63" fmla="*/ 88065 w 143414"/>
                    <a:gd name="connsiteY63" fmla="*/ 56469 h 143414"/>
                    <a:gd name="connsiteX64" fmla="*/ 88065 w 143414"/>
                    <a:gd name="connsiteY64" fmla="*/ 60503 h 143414"/>
                    <a:gd name="connsiteX65" fmla="*/ 75965 w 143414"/>
                    <a:gd name="connsiteY65" fmla="*/ 72155 h 143414"/>
                    <a:gd name="connsiteX66" fmla="*/ 87169 w 143414"/>
                    <a:gd name="connsiteY66" fmla="*/ 67674 h 143414"/>
                    <a:gd name="connsiteX67" fmla="*/ 91651 w 143414"/>
                    <a:gd name="connsiteY67" fmla="*/ 63640 h 143414"/>
                    <a:gd name="connsiteX68" fmla="*/ 92099 w 143414"/>
                    <a:gd name="connsiteY68" fmla="*/ 53332 h 143414"/>
                    <a:gd name="connsiteX69" fmla="*/ 87169 w 143414"/>
                    <a:gd name="connsiteY69" fmla="*/ 51091 h 143414"/>
                    <a:gd name="connsiteX70" fmla="*/ 81791 w 143414"/>
                    <a:gd name="connsiteY70" fmla="*/ 52884 h 143414"/>
                    <a:gd name="connsiteX71" fmla="*/ 77309 w 143414"/>
                    <a:gd name="connsiteY71" fmla="*/ 57366 h 143414"/>
                    <a:gd name="connsiteX72" fmla="*/ 71483 w 143414"/>
                    <a:gd name="connsiteY72" fmla="*/ 51540 h 143414"/>
                    <a:gd name="connsiteX73" fmla="*/ 105544 w 143414"/>
                    <a:gd name="connsiteY73" fmla="*/ 35405 h 143414"/>
                    <a:gd name="connsiteX74" fmla="*/ 111370 w 143414"/>
                    <a:gd name="connsiteY74" fmla="*/ 40783 h 143414"/>
                    <a:gd name="connsiteX75" fmla="*/ 94340 w 143414"/>
                    <a:gd name="connsiteY75" fmla="*/ 74396 h 143414"/>
                    <a:gd name="connsiteX76" fmla="*/ 87169 w 143414"/>
                    <a:gd name="connsiteY76" fmla="*/ 67674 h 143414"/>
                    <a:gd name="connsiteX77" fmla="*/ 83136 w 143414"/>
                    <a:gd name="connsiteY77" fmla="*/ 121006 h 143414"/>
                    <a:gd name="connsiteX78" fmla="*/ 72380 w 143414"/>
                    <a:gd name="connsiteY78" fmla="*/ 128625 h 143414"/>
                    <a:gd name="connsiteX79" fmla="*/ 71931 w 143414"/>
                    <a:gd name="connsiteY79" fmla="*/ 128625 h 143414"/>
                    <a:gd name="connsiteX80" fmla="*/ 114956 w 143414"/>
                    <a:gd name="connsiteY80" fmla="*/ 42576 h 143414"/>
                    <a:gd name="connsiteX81" fmla="*/ 120782 w 143414"/>
                    <a:gd name="connsiteY81" fmla="*/ 43473 h 143414"/>
                    <a:gd name="connsiteX82" fmla="*/ 122575 w 143414"/>
                    <a:gd name="connsiteY82" fmla="*/ 43473 h 143414"/>
                    <a:gd name="connsiteX83" fmla="*/ 83136 w 143414"/>
                    <a:gd name="connsiteY83" fmla="*/ 121006 h 143414"/>
                    <a:gd name="connsiteX84" fmla="*/ 120782 w 143414"/>
                    <a:gd name="connsiteY84" fmla="*/ 39439 h 143414"/>
                    <a:gd name="connsiteX85" fmla="*/ 106440 w 143414"/>
                    <a:gd name="connsiteY85" fmla="*/ 25098 h 143414"/>
                    <a:gd name="connsiteX86" fmla="*/ 120782 w 143414"/>
                    <a:gd name="connsiteY86" fmla="*/ 10756 h 143414"/>
                    <a:gd name="connsiteX87" fmla="*/ 135123 w 143414"/>
                    <a:gd name="connsiteY87" fmla="*/ 25098 h 143414"/>
                    <a:gd name="connsiteX88" fmla="*/ 120782 w 143414"/>
                    <a:gd name="connsiteY88" fmla="*/ 39439 h 143414"/>
                    <a:gd name="connsiteX89" fmla="*/ 140501 w 143414"/>
                    <a:gd name="connsiteY89" fmla="*/ 10308 h 143414"/>
                    <a:gd name="connsiteX90" fmla="*/ 136020 w 143414"/>
                    <a:gd name="connsiteY90" fmla="*/ 14790 h 143414"/>
                    <a:gd name="connsiteX91" fmla="*/ 131090 w 143414"/>
                    <a:gd name="connsiteY91" fmla="*/ 9860 h 143414"/>
                    <a:gd name="connsiteX92" fmla="*/ 135123 w 143414"/>
                    <a:gd name="connsiteY92" fmla="*/ 5378 h 143414"/>
                    <a:gd name="connsiteX93" fmla="*/ 137364 w 143414"/>
                    <a:gd name="connsiteY93" fmla="*/ 4482 h 143414"/>
                    <a:gd name="connsiteX94" fmla="*/ 139605 w 143414"/>
                    <a:gd name="connsiteY94" fmla="*/ 5378 h 143414"/>
                    <a:gd name="connsiteX95" fmla="*/ 140501 w 143414"/>
                    <a:gd name="connsiteY95" fmla="*/ 7619 h 143414"/>
                    <a:gd name="connsiteX96" fmla="*/ 140501 w 143414"/>
                    <a:gd name="connsiteY96" fmla="*/ 10308 h 14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43414" h="143414">
                      <a:moveTo>
                        <a:pt x="145879" y="7619"/>
                      </a:moveTo>
                      <a:cubicBezTo>
                        <a:pt x="145879" y="5378"/>
                        <a:pt x="144983" y="3585"/>
                        <a:pt x="143639" y="2241"/>
                      </a:cubicBezTo>
                      <a:cubicBezTo>
                        <a:pt x="142294" y="896"/>
                        <a:pt x="140053" y="0"/>
                        <a:pt x="138260" y="0"/>
                      </a:cubicBezTo>
                      <a:cubicBezTo>
                        <a:pt x="136020" y="0"/>
                        <a:pt x="134227" y="896"/>
                        <a:pt x="132883" y="2241"/>
                      </a:cubicBezTo>
                      <a:lnTo>
                        <a:pt x="127504" y="7619"/>
                      </a:lnTo>
                      <a:cubicBezTo>
                        <a:pt x="125264" y="6723"/>
                        <a:pt x="123471" y="6274"/>
                        <a:pt x="120782" y="6274"/>
                      </a:cubicBezTo>
                      <a:cubicBezTo>
                        <a:pt x="112715" y="6274"/>
                        <a:pt x="105992" y="11652"/>
                        <a:pt x="103303" y="18823"/>
                      </a:cubicBezTo>
                      <a:lnTo>
                        <a:pt x="59383" y="39887"/>
                      </a:lnTo>
                      <a:lnTo>
                        <a:pt x="49075" y="29131"/>
                      </a:lnTo>
                      <a:cubicBezTo>
                        <a:pt x="48178" y="28235"/>
                        <a:pt x="46834" y="28235"/>
                        <a:pt x="45937" y="29131"/>
                      </a:cubicBezTo>
                      <a:cubicBezTo>
                        <a:pt x="45041" y="30027"/>
                        <a:pt x="45041" y="31372"/>
                        <a:pt x="45937" y="32268"/>
                      </a:cubicBezTo>
                      <a:lnTo>
                        <a:pt x="55349" y="41680"/>
                      </a:lnTo>
                      <a:lnTo>
                        <a:pt x="21736" y="57814"/>
                      </a:lnTo>
                      <a:cubicBezTo>
                        <a:pt x="16358" y="60503"/>
                        <a:pt x="12325" y="65881"/>
                        <a:pt x="11428" y="71707"/>
                      </a:cubicBezTo>
                      <a:lnTo>
                        <a:pt x="10980" y="75741"/>
                      </a:lnTo>
                      <a:lnTo>
                        <a:pt x="672" y="85601"/>
                      </a:lnTo>
                      <a:cubicBezTo>
                        <a:pt x="-224" y="86497"/>
                        <a:pt x="-224" y="87841"/>
                        <a:pt x="672" y="88738"/>
                      </a:cubicBezTo>
                      <a:cubicBezTo>
                        <a:pt x="1120" y="89186"/>
                        <a:pt x="1569" y="89634"/>
                        <a:pt x="2465" y="89634"/>
                      </a:cubicBezTo>
                      <a:cubicBezTo>
                        <a:pt x="2913" y="89634"/>
                        <a:pt x="3361" y="89634"/>
                        <a:pt x="3809" y="89186"/>
                      </a:cubicBezTo>
                      <a:lnTo>
                        <a:pt x="14566" y="78878"/>
                      </a:lnTo>
                      <a:lnTo>
                        <a:pt x="67898" y="53780"/>
                      </a:lnTo>
                      <a:cubicBezTo>
                        <a:pt x="67898" y="53780"/>
                        <a:pt x="67898" y="53780"/>
                        <a:pt x="67898" y="54229"/>
                      </a:cubicBezTo>
                      <a:lnTo>
                        <a:pt x="74620" y="60951"/>
                      </a:lnTo>
                      <a:lnTo>
                        <a:pt x="70139" y="64985"/>
                      </a:lnTo>
                      <a:cubicBezTo>
                        <a:pt x="67450" y="67674"/>
                        <a:pt x="67001" y="72155"/>
                        <a:pt x="69690" y="75293"/>
                      </a:cubicBezTo>
                      <a:cubicBezTo>
                        <a:pt x="69690" y="75293"/>
                        <a:pt x="69690" y="75293"/>
                        <a:pt x="69690" y="75293"/>
                      </a:cubicBezTo>
                      <a:cubicBezTo>
                        <a:pt x="71035" y="76637"/>
                        <a:pt x="72828" y="77533"/>
                        <a:pt x="74620" y="77533"/>
                      </a:cubicBezTo>
                      <a:cubicBezTo>
                        <a:pt x="74620" y="77533"/>
                        <a:pt x="74620" y="77533"/>
                        <a:pt x="74620" y="77533"/>
                      </a:cubicBezTo>
                      <a:cubicBezTo>
                        <a:pt x="76413" y="77533"/>
                        <a:pt x="78206" y="76637"/>
                        <a:pt x="79550" y="75741"/>
                      </a:cubicBezTo>
                      <a:lnTo>
                        <a:pt x="84032" y="71259"/>
                      </a:lnTo>
                      <a:lnTo>
                        <a:pt x="91651" y="79326"/>
                      </a:lnTo>
                      <a:lnTo>
                        <a:pt x="65657" y="130418"/>
                      </a:lnTo>
                      <a:lnTo>
                        <a:pt x="55349" y="140725"/>
                      </a:lnTo>
                      <a:cubicBezTo>
                        <a:pt x="54453" y="141622"/>
                        <a:pt x="54453" y="142966"/>
                        <a:pt x="55349" y="143863"/>
                      </a:cubicBezTo>
                      <a:cubicBezTo>
                        <a:pt x="55797" y="144311"/>
                        <a:pt x="56245" y="144311"/>
                        <a:pt x="57142" y="144311"/>
                      </a:cubicBezTo>
                      <a:cubicBezTo>
                        <a:pt x="58038" y="144311"/>
                        <a:pt x="58486" y="144311"/>
                        <a:pt x="58934" y="143863"/>
                      </a:cubicBezTo>
                      <a:lnTo>
                        <a:pt x="69242" y="133555"/>
                      </a:lnTo>
                      <a:lnTo>
                        <a:pt x="73276" y="133107"/>
                      </a:lnTo>
                      <a:cubicBezTo>
                        <a:pt x="79550" y="132210"/>
                        <a:pt x="84928" y="128625"/>
                        <a:pt x="87617" y="123247"/>
                      </a:cubicBezTo>
                      <a:lnTo>
                        <a:pt x="103751" y="90979"/>
                      </a:lnTo>
                      <a:lnTo>
                        <a:pt x="112267" y="99942"/>
                      </a:lnTo>
                      <a:cubicBezTo>
                        <a:pt x="112715" y="100390"/>
                        <a:pt x="113163" y="100390"/>
                        <a:pt x="114059" y="100390"/>
                      </a:cubicBezTo>
                      <a:cubicBezTo>
                        <a:pt x="114507" y="100390"/>
                        <a:pt x="115404" y="100390"/>
                        <a:pt x="115852" y="99942"/>
                      </a:cubicBezTo>
                      <a:cubicBezTo>
                        <a:pt x="116748" y="99046"/>
                        <a:pt x="116748" y="97701"/>
                        <a:pt x="115852" y="96805"/>
                      </a:cubicBezTo>
                      <a:lnTo>
                        <a:pt x="105992" y="86945"/>
                      </a:lnTo>
                      <a:lnTo>
                        <a:pt x="128401" y="42576"/>
                      </a:lnTo>
                      <a:cubicBezTo>
                        <a:pt x="135123" y="39887"/>
                        <a:pt x="139605" y="33165"/>
                        <a:pt x="139605" y="25098"/>
                      </a:cubicBezTo>
                      <a:cubicBezTo>
                        <a:pt x="139605" y="22857"/>
                        <a:pt x="139157" y="20616"/>
                        <a:pt x="138260" y="18823"/>
                      </a:cubicBezTo>
                      <a:lnTo>
                        <a:pt x="143639" y="13445"/>
                      </a:lnTo>
                      <a:cubicBezTo>
                        <a:pt x="144983" y="11652"/>
                        <a:pt x="145879" y="9860"/>
                        <a:pt x="145879" y="7619"/>
                      </a:cubicBezTo>
                      <a:close/>
                      <a:moveTo>
                        <a:pt x="15462" y="72604"/>
                      </a:moveTo>
                      <a:cubicBezTo>
                        <a:pt x="16358" y="68122"/>
                        <a:pt x="19047" y="64088"/>
                        <a:pt x="23529" y="61848"/>
                      </a:cubicBezTo>
                      <a:lnTo>
                        <a:pt x="102407" y="24201"/>
                      </a:lnTo>
                      <a:cubicBezTo>
                        <a:pt x="102407" y="24649"/>
                        <a:pt x="102407" y="24649"/>
                        <a:pt x="102407" y="25098"/>
                      </a:cubicBezTo>
                      <a:cubicBezTo>
                        <a:pt x="102407" y="27338"/>
                        <a:pt x="102855" y="29579"/>
                        <a:pt x="103751" y="31372"/>
                      </a:cubicBezTo>
                      <a:lnTo>
                        <a:pt x="15910" y="73052"/>
                      </a:lnTo>
                      <a:lnTo>
                        <a:pt x="15462" y="72604"/>
                      </a:lnTo>
                      <a:close/>
                      <a:moveTo>
                        <a:pt x="75965" y="72155"/>
                      </a:moveTo>
                      <a:cubicBezTo>
                        <a:pt x="75517" y="72604"/>
                        <a:pt x="74620" y="73052"/>
                        <a:pt x="74172" y="73052"/>
                      </a:cubicBezTo>
                      <a:cubicBezTo>
                        <a:pt x="73276" y="73052"/>
                        <a:pt x="72828" y="72604"/>
                        <a:pt x="72380" y="72155"/>
                      </a:cubicBezTo>
                      <a:cubicBezTo>
                        <a:pt x="71483" y="71259"/>
                        <a:pt x="71483" y="69466"/>
                        <a:pt x="72380" y="68122"/>
                      </a:cubicBezTo>
                      <a:lnTo>
                        <a:pt x="84480" y="56469"/>
                      </a:lnTo>
                      <a:cubicBezTo>
                        <a:pt x="84928" y="56021"/>
                        <a:pt x="85825" y="55573"/>
                        <a:pt x="86273" y="55573"/>
                      </a:cubicBezTo>
                      <a:cubicBezTo>
                        <a:pt x="87169" y="55573"/>
                        <a:pt x="87617" y="56021"/>
                        <a:pt x="88065" y="56469"/>
                      </a:cubicBezTo>
                      <a:cubicBezTo>
                        <a:pt x="88962" y="57366"/>
                        <a:pt x="88962" y="59158"/>
                        <a:pt x="88065" y="60503"/>
                      </a:cubicBezTo>
                      <a:lnTo>
                        <a:pt x="75965" y="72155"/>
                      </a:lnTo>
                      <a:close/>
                      <a:moveTo>
                        <a:pt x="87169" y="67674"/>
                      </a:moveTo>
                      <a:lnTo>
                        <a:pt x="91651" y="63640"/>
                      </a:lnTo>
                      <a:cubicBezTo>
                        <a:pt x="94340" y="60951"/>
                        <a:pt x="94788" y="56469"/>
                        <a:pt x="92099" y="53332"/>
                      </a:cubicBezTo>
                      <a:cubicBezTo>
                        <a:pt x="90755" y="51988"/>
                        <a:pt x="88962" y="51091"/>
                        <a:pt x="87169" y="51091"/>
                      </a:cubicBezTo>
                      <a:cubicBezTo>
                        <a:pt x="85376" y="51091"/>
                        <a:pt x="83584" y="51540"/>
                        <a:pt x="81791" y="52884"/>
                      </a:cubicBezTo>
                      <a:lnTo>
                        <a:pt x="77309" y="57366"/>
                      </a:lnTo>
                      <a:lnTo>
                        <a:pt x="71483" y="51540"/>
                      </a:lnTo>
                      <a:lnTo>
                        <a:pt x="105544" y="35405"/>
                      </a:lnTo>
                      <a:cubicBezTo>
                        <a:pt x="106889" y="37646"/>
                        <a:pt x="109129" y="39439"/>
                        <a:pt x="111370" y="40783"/>
                      </a:cubicBezTo>
                      <a:lnTo>
                        <a:pt x="94340" y="74396"/>
                      </a:lnTo>
                      <a:lnTo>
                        <a:pt x="87169" y="67674"/>
                      </a:lnTo>
                      <a:close/>
                      <a:moveTo>
                        <a:pt x="83136" y="121006"/>
                      </a:moveTo>
                      <a:cubicBezTo>
                        <a:pt x="80895" y="125040"/>
                        <a:pt x="76861" y="128177"/>
                        <a:pt x="72380" y="128625"/>
                      </a:cubicBezTo>
                      <a:lnTo>
                        <a:pt x="71931" y="128625"/>
                      </a:lnTo>
                      <a:lnTo>
                        <a:pt x="114956" y="42576"/>
                      </a:lnTo>
                      <a:cubicBezTo>
                        <a:pt x="116748" y="43024"/>
                        <a:pt x="118989" y="43473"/>
                        <a:pt x="120782" y="43473"/>
                      </a:cubicBezTo>
                      <a:cubicBezTo>
                        <a:pt x="121230" y="43473"/>
                        <a:pt x="121678" y="43473"/>
                        <a:pt x="122575" y="43473"/>
                      </a:cubicBezTo>
                      <a:lnTo>
                        <a:pt x="83136" y="121006"/>
                      </a:lnTo>
                      <a:close/>
                      <a:moveTo>
                        <a:pt x="120782" y="39439"/>
                      </a:moveTo>
                      <a:cubicBezTo>
                        <a:pt x="112715" y="39439"/>
                        <a:pt x="106440" y="33165"/>
                        <a:pt x="106440" y="25098"/>
                      </a:cubicBezTo>
                      <a:cubicBezTo>
                        <a:pt x="106440" y="17030"/>
                        <a:pt x="112715" y="10756"/>
                        <a:pt x="120782" y="10756"/>
                      </a:cubicBezTo>
                      <a:cubicBezTo>
                        <a:pt x="128849" y="10756"/>
                        <a:pt x="135123" y="17030"/>
                        <a:pt x="135123" y="25098"/>
                      </a:cubicBezTo>
                      <a:cubicBezTo>
                        <a:pt x="135123" y="33165"/>
                        <a:pt x="128401" y="39439"/>
                        <a:pt x="120782" y="39439"/>
                      </a:cubicBezTo>
                      <a:close/>
                      <a:moveTo>
                        <a:pt x="140501" y="10308"/>
                      </a:moveTo>
                      <a:lnTo>
                        <a:pt x="136020" y="14790"/>
                      </a:lnTo>
                      <a:cubicBezTo>
                        <a:pt x="134675" y="12997"/>
                        <a:pt x="133331" y="11204"/>
                        <a:pt x="131090" y="9860"/>
                      </a:cubicBezTo>
                      <a:lnTo>
                        <a:pt x="135123" y="5378"/>
                      </a:lnTo>
                      <a:cubicBezTo>
                        <a:pt x="135572" y="4930"/>
                        <a:pt x="136468" y="4482"/>
                        <a:pt x="137364" y="4482"/>
                      </a:cubicBezTo>
                      <a:cubicBezTo>
                        <a:pt x="138260" y="4482"/>
                        <a:pt x="139157" y="4930"/>
                        <a:pt x="139605" y="5378"/>
                      </a:cubicBezTo>
                      <a:cubicBezTo>
                        <a:pt x="140053" y="5826"/>
                        <a:pt x="140501" y="6723"/>
                        <a:pt x="140501" y="7619"/>
                      </a:cubicBezTo>
                      <a:cubicBezTo>
                        <a:pt x="141398" y="8515"/>
                        <a:pt x="140950" y="9412"/>
                        <a:pt x="140501" y="1030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31" name="Freeform: Shape 2987">
                <a:extLst>
                  <a:ext uri="{FF2B5EF4-FFF2-40B4-BE49-F238E27FC236}">
                    <a16:creationId xmlns:a16="http://schemas.microsoft.com/office/drawing/2014/main" id="{9C1C98B8-10BA-4C82-2767-CA4E41ABBF01}"/>
                  </a:ext>
                  <a:ext uri="{C183D7F6-B498-43B3-948B-1728B52AA6E4}">
                    <adec:decorative xmlns:adec="http://schemas.microsoft.com/office/drawing/2017/decorative" val="1"/>
                  </a:ext>
                </a:extLst>
              </p:cNvPr>
              <p:cNvSpPr>
                <a:spLocks noChangeAspect="1"/>
              </p:cNvSpPr>
              <p:nvPr/>
            </p:nvSpPr>
            <p:spPr>
              <a:xfrm>
                <a:off x="7681966" y="3122439"/>
                <a:ext cx="147896" cy="147896"/>
              </a:xfrm>
              <a:custGeom>
                <a:avLst/>
                <a:gdLst>
                  <a:gd name="connsiteX0" fmla="*/ 147781 w 147896"/>
                  <a:gd name="connsiteY0" fmla="*/ 24201 h 147896"/>
                  <a:gd name="connsiteX1" fmla="*/ 124924 w 147896"/>
                  <a:gd name="connsiteY1" fmla="*/ 1345 h 147896"/>
                  <a:gd name="connsiteX2" fmla="*/ 119098 w 147896"/>
                  <a:gd name="connsiteY2" fmla="*/ 1345 h 147896"/>
                  <a:gd name="connsiteX3" fmla="*/ 111031 w 147896"/>
                  <a:gd name="connsiteY3" fmla="*/ 9412 h 147896"/>
                  <a:gd name="connsiteX4" fmla="*/ 109686 w 147896"/>
                  <a:gd name="connsiteY4" fmla="*/ 12549 h 147896"/>
                  <a:gd name="connsiteX5" fmla="*/ 112375 w 147896"/>
                  <a:gd name="connsiteY5" fmla="*/ 25994 h 147896"/>
                  <a:gd name="connsiteX6" fmla="*/ 55906 w 147896"/>
                  <a:gd name="connsiteY6" fmla="*/ 82463 h 147896"/>
                  <a:gd name="connsiteX7" fmla="*/ 39772 w 147896"/>
                  <a:gd name="connsiteY7" fmla="*/ 66329 h 147896"/>
                  <a:gd name="connsiteX8" fmla="*/ 33945 w 147896"/>
                  <a:gd name="connsiteY8" fmla="*/ 66329 h 147896"/>
                  <a:gd name="connsiteX9" fmla="*/ 6607 w 147896"/>
                  <a:gd name="connsiteY9" fmla="*/ 93668 h 147896"/>
                  <a:gd name="connsiteX10" fmla="*/ 781 w 147896"/>
                  <a:gd name="connsiteY10" fmla="*/ 121006 h 147896"/>
                  <a:gd name="connsiteX11" fmla="*/ 7951 w 147896"/>
                  <a:gd name="connsiteY11" fmla="*/ 140725 h 147896"/>
                  <a:gd name="connsiteX12" fmla="*/ 27223 w 147896"/>
                  <a:gd name="connsiteY12" fmla="*/ 147896 h 147896"/>
                  <a:gd name="connsiteX13" fmla="*/ 35738 w 147896"/>
                  <a:gd name="connsiteY13" fmla="*/ 148793 h 147896"/>
                  <a:gd name="connsiteX14" fmla="*/ 54561 w 147896"/>
                  <a:gd name="connsiteY14" fmla="*/ 142070 h 147896"/>
                  <a:gd name="connsiteX15" fmla="*/ 81900 w 147896"/>
                  <a:gd name="connsiteY15" fmla="*/ 114732 h 147896"/>
                  <a:gd name="connsiteX16" fmla="*/ 83244 w 147896"/>
                  <a:gd name="connsiteY16" fmla="*/ 112043 h 147896"/>
                  <a:gd name="connsiteX17" fmla="*/ 81900 w 147896"/>
                  <a:gd name="connsiteY17" fmla="*/ 109354 h 147896"/>
                  <a:gd name="connsiteX18" fmla="*/ 65317 w 147896"/>
                  <a:gd name="connsiteY18" fmla="*/ 92771 h 147896"/>
                  <a:gd name="connsiteX19" fmla="*/ 121787 w 147896"/>
                  <a:gd name="connsiteY19" fmla="*/ 36302 h 147896"/>
                  <a:gd name="connsiteX20" fmla="*/ 135680 w 147896"/>
                  <a:gd name="connsiteY20" fmla="*/ 39439 h 147896"/>
                  <a:gd name="connsiteX21" fmla="*/ 139265 w 147896"/>
                  <a:gd name="connsiteY21" fmla="*/ 38094 h 147896"/>
                  <a:gd name="connsiteX22" fmla="*/ 147332 w 147896"/>
                  <a:gd name="connsiteY22" fmla="*/ 30027 h 147896"/>
                  <a:gd name="connsiteX23" fmla="*/ 148677 w 147896"/>
                  <a:gd name="connsiteY23" fmla="*/ 27338 h 147896"/>
                  <a:gd name="connsiteX24" fmla="*/ 147781 w 147896"/>
                  <a:gd name="connsiteY24" fmla="*/ 24201 h 147896"/>
                  <a:gd name="connsiteX25" fmla="*/ 79210 w 147896"/>
                  <a:gd name="connsiteY25" fmla="*/ 112043 h 147896"/>
                  <a:gd name="connsiteX26" fmla="*/ 52320 w 147896"/>
                  <a:gd name="connsiteY26" fmla="*/ 138933 h 147896"/>
                  <a:gd name="connsiteX27" fmla="*/ 28567 w 147896"/>
                  <a:gd name="connsiteY27" fmla="*/ 143863 h 147896"/>
                  <a:gd name="connsiteX28" fmla="*/ 11537 w 147896"/>
                  <a:gd name="connsiteY28" fmla="*/ 138036 h 147896"/>
                  <a:gd name="connsiteX29" fmla="*/ 5262 w 147896"/>
                  <a:gd name="connsiteY29" fmla="*/ 121006 h 147896"/>
                  <a:gd name="connsiteX30" fmla="*/ 9744 w 147896"/>
                  <a:gd name="connsiteY30" fmla="*/ 97253 h 147896"/>
                  <a:gd name="connsiteX31" fmla="*/ 36634 w 147896"/>
                  <a:gd name="connsiteY31" fmla="*/ 70363 h 147896"/>
                  <a:gd name="connsiteX32" fmla="*/ 54113 w 147896"/>
                  <a:gd name="connsiteY32" fmla="*/ 87393 h 147896"/>
                  <a:gd name="connsiteX33" fmla="*/ 54113 w 147896"/>
                  <a:gd name="connsiteY33" fmla="*/ 87393 h 147896"/>
                  <a:gd name="connsiteX34" fmla="*/ 60836 w 147896"/>
                  <a:gd name="connsiteY34" fmla="*/ 94116 h 147896"/>
                  <a:gd name="connsiteX35" fmla="*/ 60836 w 147896"/>
                  <a:gd name="connsiteY35" fmla="*/ 94116 h 147896"/>
                  <a:gd name="connsiteX36" fmla="*/ 79210 w 147896"/>
                  <a:gd name="connsiteY36" fmla="*/ 112043 h 147896"/>
                  <a:gd name="connsiteX37" fmla="*/ 62628 w 147896"/>
                  <a:gd name="connsiteY37" fmla="*/ 89186 h 147896"/>
                  <a:gd name="connsiteX38" fmla="*/ 59043 w 147896"/>
                  <a:gd name="connsiteY38" fmla="*/ 85601 h 147896"/>
                  <a:gd name="connsiteX39" fmla="*/ 115064 w 147896"/>
                  <a:gd name="connsiteY39" fmla="*/ 29579 h 147896"/>
                  <a:gd name="connsiteX40" fmla="*/ 118650 w 147896"/>
                  <a:gd name="connsiteY40" fmla="*/ 33165 h 147896"/>
                  <a:gd name="connsiteX41" fmla="*/ 62628 w 147896"/>
                  <a:gd name="connsiteY41" fmla="*/ 89186 h 147896"/>
                  <a:gd name="connsiteX42" fmla="*/ 137025 w 147896"/>
                  <a:gd name="connsiteY42" fmla="*/ 34509 h 147896"/>
                  <a:gd name="connsiteX43" fmla="*/ 122683 w 147896"/>
                  <a:gd name="connsiteY43" fmla="*/ 31372 h 147896"/>
                  <a:gd name="connsiteX44" fmla="*/ 116857 w 147896"/>
                  <a:gd name="connsiteY44" fmla="*/ 25546 h 147896"/>
                  <a:gd name="connsiteX45" fmla="*/ 114168 w 147896"/>
                  <a:gd name="connsiteY45" fmla="*/ 12101 h 147896"/>
                  <a:gd name="connsiteX46" fmla="*/ 121787 w 147896"/>
                  <a:gd name="connsiteY46" fmla="*/ 4482 h 147896"/>
                  <a:gd name="connsiteX47" fmla="*/ 144195 w 147896"/>
                  <a:gd name="connsiteY47" fmla="*/ 26890 h 147896"/>
                  <a:gd name="connsiteX48" fmla="*/ 137025 w 147896"/>
                  <a:gd name="connsiteY48" fmla="*/ 34509 h 1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47896" h="147896">
                    <a:moveTo>
                      <a:pt x="147781" y="24201"/>
                    </a:moveTo>
                    <a:lnTo>
                      <a:pt x="124924" y="1345"/>
                    </a:lnTo>
                    <a:cubicBezTo>
                      <a:pt x="123131" y="-448"/>
                      <a:pt x="120890" y="-448"/>
                      <a:pt x="119098" y="1345"/>
                    </a:cubicBezTo>
                    <a:lnTo>
                      <a:pt x="111031" y="9412"/>
                    </a:lnTo>
                    <a:cubicBezTo>
                      <a:pt x="110134" y="10308"/>
                      <a:pt x="109686" y="11204"/>
                      <a:pt x="109686" y="12549"/>
                    </a:cubicBezTo>
                    <a:lnTo>
                      <a:pt x="112375" y="25994"/>
                    </a:lnTo>
                    <a:lnTo>
                      <a:pt x="55906" y="82463"/>
                    </a:lnTo>
                    <a:lnTo>
                      <a:pt x="39772" y="66329"/>
                    </a:lnTo>
                    <a:cubicBezTo>
                      <a:pt x="38427" y="64985"/>
                      <a:pt x="35738" y="64985"/>
                      <a:pt x="33945" y="66329"/>
                    </a:cubicBezTo>
                    <a:lnTo>
                      <a:pt x="6607" y="93668"/>
                    </a:lnTo>
                    <a:cubicBezTo>
                      <a:pt x="-1012" y="101286"/>
                      <a:pt x="-564" y="112939"/>
                      <a:pt x="781" y="121006"/>
                    </a:cubicBezTo>
                    <a:cubicBezTo>
                      <a:pt x="2125" y="129969"/>
                      <a:pt x="5711" y="138036"/>
                      <a:pt x="7951" y="140725"/>
                    </a:cubicBezTo>
                    <a:cubicBezTo>
                      <a:pt x="10192" y="142966"/>
                      <a:pt x="18707" y="146552"/>
                      <a:pt x="27223" y="147896"/>
                    </a:cubicBezTo>
                    <a:cubicBezTo>
                      <a:pt x="30360" y="148344"/>
                      <a:pt x="33049" y="148793"/>
                      <a:pt x="35738" y="148793"/>
                    </a:cubicBezTo>
                    <a:cubicBezTo>
                      <a:pt x="43805" y="148793"/>
                      <a:pt x="50079" y="146552"/>
                      <a:pt x="54561" y="142070"/>
                    </a:cubicBezTo>
                    <a:lnTo>
                      <a:pt x="81900" y="114732"/>
                    </a:lnTo>
                    <a:cubicBezTo>
                      <a:pt x="82796" y="113835"/>
                      <a:pt x="83244" y="112939"/>
                      <a:pt x="83244" y="112043"/>
                    </a:cubicBezTo>
                    <a:cubicBezTo>
                      <a:pt x="83244" y="111146"/>
                      <a:pt x="82796" y="109802"/>
                      <a:pt x="81900" y="109354"/>
                    </a:cubicBezTo>
                    <a:lnTo>
                      <a:pt x="65317" y="92771"/>
                    </a:lnTo>
                    <a:lnTo>
                      <a:pt x="121787" y="36302"/>
                    </a:lnTo>
                    <a:lnTo>
                      <a:pt x="135680" y="39439"/>
                    </a:lnTo>
                    <a:cubicBezTo>
                      <a:pt x="137025" y="39887"/>
                      <a:pt x="138369" y="38991"/>
                      <a:pt x="139265" y="38094"/>
                    </a:cubicBezTo>
                    <a:lnTo>
                      <a:pt x="147332" y="30027"/>
                    </a:lnTo>
                    <a:cubicBezTo>
                      <a:pt x="148229" y="29131"/>
                      <a:pt x="148677" y="28235"/>
                      <a:pt x="148677" y="27338"/>
                    </a:cubicBezTo>
                    <a:cubicBezTo>
                      <a:pt x="149125" y="25994"/>
                      <a:pt x="148677" y="25098"/>
                      <a:pt x="147781" y="24201"/>
                    </a:cubicBezTo>
                    <a:close/>
                    <a:moveTo>
                      <a:pt x="79210" y="112043"/>
                    </a:moveTo>
                    <a:lnTo>
                      <a:pt x="52320" y="138933"/>
                    </a:lnTo>
                    <a:cubicBezTo>
                      <a:pt x="47390" y="143863"/>
                      <a:pt x="39323" y="145207"/>
                      <a:pt x="28567" y="143863"/>
                    </a:cubicBezTo>
                    <a:cubicBezTo>
                      <a:pt x="20052" y="142518"/>
                      <a:pt x="12881" y="138933"/>
                      <a:pt x="11537" y="138036"/>
                    </a:cubicBezTo>
                    <a:cubicBezTo>
                      <a:pt x="10192" y="136692"/>
                      <a:pt x="7055" y="129521"/>
                      <a:pt x="5262" y="121006"/>
                    </a:cubicBezTo>
                    <a:cubicBezTo>
                      <a:pt x="3918" y="113835"/>
                      <a:pt x="3918" y="103527"/>
                      <a:pt x="9744" y="97253"/>
                    </a:cubicBezTo>
                    <a:lnTo>
                      <a:pt x="36634" y="70363"/>
                    </a:lnTo>
                    <a:lnTo>
                      <a:pt x="54113" y="87393"/>
                    </a:lnTo>
                    <a:lnTo>
                      <a:pt x="54113" y="87393"/>
                    </a:lnTo>
                    <a:lnTo>
                      <a:pt x="60836" y="94116"/>
                    </a:lnTo>
                    <a:lnTo>
                      <a:pt x="60836" y="94116"/>
                    </a:lnTo>
                    <a:lnTo>
                      <a:pt x="79210" y="112043"/>
                    </a:lnTo>
                    <a:close/>
                    <a:moveTo>
                      <a:pt x="62628" y="89186"/>
                    </a:moveTo>
                    <a:lnTo>
                      <a:pt x="59043" y="85601"/>
                    </a:lnTo>
                    <a:lnTo>
                      <a:pt x="115064" y="29579"/>
                    </a:lnTo>
                    <a:lnTo>
                      <a:pt x="118650" y="33165"/>
                    </a:lnTo>
                    <a:lnTo>
                      <a:pt x="62628" y="89186"/>
                    </a:lnTo>
                    <a:close/>
                    <a:moveTo>
                      <a:pt x="137025" y="34509"/>
                    </a:moveTo>
                    <a:lnTo>
                      <a:pt x="122683" y="31372"/>
                    </a:lnTo>
                    <a:lnTo>
                      <a:pt x="116857" y="25546"/>
                    </a:lnTo>
                    <a:lnTo>
                      <a:pt x="114168" y="12101"/>
                    </a:lnTo>
                    <a:lnTo>
                      <a:pt x="121787" y="4482"/>
                    </a:lnTo>
                    <a:lnTo>
                      <a:pt x="144195" y="26890"/>
                    </a:lnTo>
                    <a:lnTo>
                      <a:pt x="137025" y="34509"/>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2" name="Freeform: Shape 2988">
                <a:extLst>
                  <a:ext uri="{FF2B5EF4-FFF2-40B4-BE49-F238E27FC236}">
                    <a16:creationId xmlns:a16="http://schemas.microsoft.com/office/drawing/2014/main" id="{E8F3E2FD-C3DD-69F8-190B-EF146A866AFC}"/>
                  </a:ext>
                  <a:ext uri="{C183D7F6-B498-43B3-948B-1728B52AA6E4}">
                    <adec:decorative xmlns:adec="http://schemas.microsoft.com/office/drawing/2017/decorative" val="1"/>
                  </a:ext>
                </a:extLst>
              </p:cNvPr>
              <p:cNvSpPr>
                <a:spLocks noChangeAspect="1"/>
              </p:cNvSpPr>
              <p:nvPr/>
            </p:nvSpPr>
            <p:spPr>
              <a:xfrm>
                <a:off x="10838537" y="3108098"/>
                <a:ext cx="152378" cy="161341"/>
              </a:xfrm>
              <a:custGeom>
                <a:avLst/>
                <a:gdLst>
                  <a:gd name="connsiteX0" fmla="*/ 155739 w 152377"/>
                  <a:gd name="connsiteY0" fmla="*/ 93219 h 161341"/>
                  <a:gd name="connsiteX1" fmla="*/ 130641 w 152377"/>
                  <a:gd name="connsiteY1" fmla="*/ 68122 h 161341"/>
                  <a:gd name="connsiteX2" fmla="*/ 128849 w 152377"/>
                  <a:gd name="connsiteY2" fmla="*/ 67674 h 161341"/>
                  <a:gd name="connsiteX3" fmla="*/ 80447 w 152377"/>
                  <a:gd name="connsiteY3" fmla="*/ 67674 h 161341"/>
                  <a:gd name="connsiteX4" fmla="*/ 80447 w 152377"/>
                  <a:gd name="connsiteY4" fmla="*/ 2241 h 161341"/>
                  <a:gd name="connsiteX5" fmla="*/ 78206 w 152377"/>
                  <a:gd name="connsiteY5" fmla="*/ 0 h 161341"/>
                  <a:gd name="connsiteX6" fmla="*/ 75965 w 152377"/>
                  <a:gd name="connsiteY6" fmla="*/ 2241 h 161341"/>
                  <a:gd name="connsiteX7" fmla="*/ 75965 w 152377"/>
                  <a:gd name="connsiteY7" fmla="*/ 17030 h 161341"/>
                  <a:gd name="connsiteX8" fmla="*/ 27562 w 152377"/>
                  <a:gd name="connsiteY8" fmla="*/ 17030 h 161341"/>
                  <a:gd name="connsiteX9" fmla="*/ 25770 w 152377"/>
                  <a:gd name="connsiteY9" fmla="*/ 17479 h 161341"/>
                  <a:gd name="connsiteX10" fmla="*/ 672 w 152377"/>
                  <a:gd name="connsiteY10" fmla="*/ 42576 h 161341"/>
                  <a:gd name="connsiteX11" fmla="*/ 672 w 152377"/>
                  <a:gd name="connsiteY11" fmla="*/ 45713 h 161341"/>
                  <a:gd name="connsiteX12" fmla="*/ 25770 w 152377"/>
                  <a:gd name="connsiteY12" fmla="*/ 70811 h 161341"/>
                  <a:gd name="connsiteX13" fmla="*/ 27562 w 152377"/>
                  <a:gd name="connsiteY13" fmla="*/ 71259 h 161341"/>
                  <a:gd name="connsiteX14" fmla="*/ 75965 w 152377"/>
                  <a:gd name="connsiteY14" fmla="*/ 71259 h 161341"/>
                  <a:gd name="connsiteX15" fmla="*/ 75965 w 152377"/>
                  <a:gd name="connsiteY15" fmla="*/ 157756 h 161341"/>
                  <a:gd name="connsiteX16" fmla="*/ 47730 w 152377"/>
                  <a:gd name="connsiteY16" fmla="*/ 157756 h 161341"/>
                  <a:gd name="connsiteX17" fmla="*/ 45489 w 152377"/>
                  <a:gd name="connsiteY17" fmla="*/ 159997 h 161341"/>
                  <a:gd name="connsiteX18" fmla="*/ 47730 w 152377"/>
                  <a:gd name="connsiteY18" fmla="*/ 162238 h 161341"/>
                  <a:gd name="connsiteX19" fmla="*/ 108233 w 152377"/>
                  <a:gd name="connsiteY19" fmla="*/ 162238 h 161341"/>
                  <a:gd name="connsiteX20" fmla="*/ 110474 w 152377"/>
                  <a:gd name="connsiteY20" fmla="*/ 159997 h 161341"/>
                  <a:gd name="connsiteX21" fmla="*/ 108233 w 152377"/>
                  <a:gd name="connsiteY21" fmla="*/ 157756 h 161341"/>
                  <a:gd name="connsiteX22" fmla="*/ 79998 w 152377"/>
                  <a:gd name="connsiteY22" fmla="*/ 157756 h 161341"/>
                  <a:gd name="connsiteX23" fmla="*/ 79998 w 152377"/>
                  <a:gd name="connsiteY23" fmla="*/ 121902 h 161341"/>
                  <a:gd name="connsiteX24" fmla="*/ 128401 w 152377"/>
                  <a:gd name="connsiteY24" fmla="*/ 121902 h 161341"/>
                  <a:gd name="connsiteX25" fmla="*/ 130193 w 152377"/>
                  <a:gd name="connsiteY25" fmla="*/ 121454 h 161341"/>
                  <a:gd name="connsiteX26" fmla="*/ 155291 w 152377"/>
                  <a:gd name="connsiteY26" fmla="*/ 96357 h 161341"/>
                  <a:gd name="connsiteX27" fmla="*/ 155739 w 152377"/>
                  <a:gd name="connsiteY27" fmla="*/ 94564 h 161341"/>
                  <a:gd name="connsiteX28" fmla="*/ 155739 w 152377"/>
                  <a:gd name="connsiteY28" fmla="*/ 93219 h 161341"/>
                  <a:gd name="connsiteX29" fmla="*/ 28459 w 152377"/>
                  <a:gd name="connsiteY29" fmla="*/ 67674 h 161341"/>
                  <a:gd name="connsiteX30" fmla="*/ 5602 w 152377"/>
                  <a:gd name="connsiteY30" fmla="*/ 44817 h 161341"/>
                  <a:gd name="connsiteX31" fmla="*/ 28459 w 152377"/>
                  <a:gd name="connsiteY31" fmla="*/ 21960 h 161341"/>
                  <a:gd name="connsiteX32" fmla="*/ 75965 w 152377"/>
                  <a:gd name="connsiteY32" fmla="*/ 21960 h 161341"/>
                  <a:gd name="connsiteX33" fmla="*/ 75965 w 152377"/>
                  <a:gd name="connsiteY33" fmla="*/ 68122 h 161341"/>
                  <a:gd name="connsiteX34" fmla="*/ 28459 w 152377"/>
                  <a:gd name="connsiteY34" fmla="*/ 68122 h 161341"/>
                  <a:gd name="connsiteX35" fmla="*/ 127953 w 152377"/>
                  <a:gd name="connsiteY35" fmla="*/ 117869 h 161341"/>
                  <a:gd name="connsiteX36" fmla="*/ 80447 w 152377"/>
                  <a:gd name="connsiteY36" fmla="*/ 117869 h 161341"/>
                  <a:gd name="connsiteX37" fmla="*/ 80447 w 152377"/>
                  <a:gd name="connsiteY37" fmla="*/ 72155 h 161341"/>
                  <a:gd name="connsiteX38" fmla="*/ 127953 w 152377"/>
                  <a:gd name="connsiteY38" fmla="*/ 72155 h 161341"/>
                  <a:gd name="connsiteX39" fmla="*/ 150809 w 152377"/>
                  <a:gd name="connsiteY39" fmla="*/ 95012 h 161341"/>
                  <a:gd name="connsiteX40" fmla="*/ 127953 w 152377"/>
                  <a:gd name="connsiteY40" fmla="*/ 117869 h 161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2377" h="161341">
                    <a:moveTo>
                      <a:pt x="155739" y="93219"/>
                    </a:moveTo>
                    <a:lnTo>
                      <a:pt x="130641" y="68122"/>
                    </a:lnTo>
                    <a:cubicBezTo>
                      <a:pt x="130193" y="67674"/>
                      <a:pt x="129745" y="67674"/>
                      <a:pt x="128849" y="67674"/>
                    </a:cubicBezTo>
                    <a:lnTo>
                      <a:pt x="80447" y="67674"/>
                    </a:lnTo>
                    <a:lnTo>
                      <a:pt x="80447" y="2241"/>
                    </a:lnTo>
                    <a:cubicBezTo>
                      <a:pt x="80447" y="896"/>
                      <a:pt x="79550" y="0"/>
                      <a:pt x="78206" y="0"/>
                    </a:cubicBezTo>
                    <a:cubicBezTo>
                      <a:pt x="76861" y="0"/>
                      <a:pt x="75965" y="896"/>
                      <a:pt x="75965" y="2241"/>
                    </a:cubicBezTo>
                    <a:lnTo>
                      <a:pt x="75965" y="17030"/>
                    </a:lnTo>
                    <a:lnTo>
                      <a:pt x="27562" y="17030"/>
                    </a:lnTo>
                    <a:cubicBezTo>
                      <a:pt x="27114" y="17030"/>
                      <a:pt x="26218" y="17479"/>
                      <a:pt x="25770" y="17479"/>
                    </a:cubicBezTo>
                    <a:lnTo>
                      <a:pt x="672" y="42576"/>
                    </a:lnTo>
                    <a:cubicBezTo>
                      <a:pt x="-224" y="43473"/>
                      <a:pt x="-224" y="44817"/>
                      <a:pt x="672" y="45713"/>
                    </a:cubicBezTo>
                    <a:lnTo>
                      <a:pt x="25770" y="70811"/>
                    </a:lnTo>
                    <a:cubicBezTo>
                      <a:pt x="26218" y="71259"/>
                      <a:pt x="26666" y="71259"/>
                      <a:pt x="27562" y="71259"/>
                    </a:cubicBezTo>
                    <a:lnTo>
                      <a:pt x="75965" y="71259"/>
                    </a:lnTo>
                    <a:lnTo>
                      <a:pt x="75965" y="157756"/>
                    </a:lnTo>
                    <a:lnTo>
                      <a:pt x="47730" y="157756"/>
                    </a:lnTo>
                    <a:cubicBezTo>
                      <a:pt x="46386" y="157756"/>
                      <a:pt x="45489" y="158652"/>
                      <a:pt x="45489" y="159997"/>
                    </a:cubicBezTo>
                    <a:cubicBezTo>
                      <a:pt x="45489" y="161341"/>
                      <a:pt x="46386" y="162238"/>
                      <a:pt x="47730" y="162238"/>
                    </a:cubicBezTo>
                    <a:lnTo>
                      <a:pt x="108233" y="162238"/>
                    </a:lnTo>
                    <a:cubicBezTo>
                      <a:pt x="109578" y="162238"/>
                      <a:pt x="110474" y="161341"/>
                      <a:pt x="110474" y="159997"/>
                    </a:cubicBezTo>
                    <a:cubicBezTo>
                      <a:pt x="110474" y="158652"/>
                      <a:pt x="109578" y="157756"/>
                      <a:pt x="108233" y="157756"/>
                    </a:cubicBezTo>
                    <a:lnTo>
                      <a:pt x="79998" y="157756"/>
                    </a:lnTo>
                    <a:lnTo>
                      <a:pt x="79998" y="121902"/>
                    </a:lnTo>
                    <a:lnTo>
                      <a:pt x="128401" y="121902"/>
                    </a:lnTo>
                    <a:cubicBezTo>
                      <a:pt x="128849" y="121902"/>
                      <a:pt x="129745" y="121454"/>
                      <a:pt x="130193" y="121454"/>
                    </a:cubicBezTo>
                    <a:lnTo>
                      <a:pt x="155291" y="96357"/>
                    </a:lnTo>
                    <a:cubicBezTo>
                      <a:pt x="155739" y="95908"/>
                      <a:pt x="155739" y="95460"/>
                      <a:pt x="155739" y="94564"/>
                    </a:cubicBezTo>
                    <a:cubicBezTo>
                      <a:pt x="155739" y="93668"/>
                      <a:pt x="156187" y="93668"/>
                      <a:pt x="155739" y="93219"/>
                    </a:cubicBezTo>
                    <a:close/>
                    <a:moveTo>
                      <a:pt x="28459" y="67674"/>
                    </a:moveTo>
                    <a:lnTo>
                      <a:pt x="5602" y="44817"/>
                    </a:lnTo>
                    <a:lnTo>
                      <a:pt x="28459" y="21960"/>
                    </a:lnTo>
                    <a:lnTo>
                      <a:pt x="75965" y="21960"/>
                    </a:lnTo>
                    <a:lnTo>
                      <a:pt x="75965" y="68122"/>
                    </a:lnTo>
                    <a:lnTo>
                      <a:pt x="28459" y="68122"/>
                    </a:lnTo>
                    <a:close/>
                    <a:moveTo>
                      <a:pt x="127953" y="117869"/>
                    </a:moveTo>
                    <a:lnTo>
                      <a:pt x="80447" y="117869"/>
                    </a:lnTo>
                    <a:lnTo>
                      <a:pt x="80447" y="72155"/>
                    </a:lnTo>
                    <a:lnTo>
                      <a:pt x="127953" y="72155"/>
                    </a:lnTo>
                    <a:lnTo>
                      <a:pt x="150809" y="95012"/>
                    </a:lnTo>
                    <a:lnTo>
                      <a:pt x="127953" y="117869"/>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3" name="Freeform: Shape 2989">
                <a:extLst>
                  <a:ext uri="{FF2B5EF4-FFF2-40B4-BE49-F238E27FC236}">
                    <a16:creationId xmlns:a16="http://schemas.microsoft.com/office/drawing/2014/main" id="{3B62EBEB-6F8F-1DF0-7636-EACA47622454}"/>
                  </a:ext>
                  <a:ext uri="{C183D7F6-B498-43B3-948B-1728B52AA6E4}">
                    <adec:decorative xmlns:adec="http://schemas.microsoft.com/office/drawing/2017/decorative" val="1"/>
                  </a:ext>
                </a:extLst>
              </p:cNvPr>
              <p:cNvSpPr>
                <a:spLocks noChangeAspect="1"/>
              </p:cNvSpPr>
              <p:nvPr/>
            </p:nvSpPr>
            <p:spPr>
              <a:xfrm>
                <a:off x="11101389" y="3148433"/>
                <a:ext cx="129969" cy="121006"/>
              </a:xfrm>
              <a:custGeom>
                <a:avLst/>
                <a:gdLst>
                  <a:gd name="connsiteX0" fmla="*/ 129969 w 129969"/>
                  <a:gd name="connsiteY0" fmla="*/ 0 h 121005"/>
                  <a:gd name="connsiteX1" fmla="*/ 22409 w 129969"/>
                  <a:gd name="connsiteY1" fmla="*/ 0 h 121005"/>
                  <a:gd name="connsiteX2" fmla="*/ 21064 w 129969"/>
                  <a:gd name="connsiteY2" fmla="*/ 448 h 121005"/>
                  <a:gd name="connsiteX3" fmla="*/ 897 w 129969"/>
                  <a:gd name="connsiteY3" fmla="*/ 17479 h 121005"/>
                  <a:gd name="connsiteX4" fmla="*/ 0 w 129969"/>
                  <a:gd name="connsiteY4" fmla="*/ 19271 h 121005"/>
                  <a:gd name="connsiteX5" fmla="*/ 897 w 129969"/>
                  <a:gd name="connsiteY5" fmla="*/ 21064 h 121005"/>
                  <a:gd name="connsiteX6" fmla="*/ 21064 w 129969"/>
                  <a:gd name="connsiteY6" fmla="*/ 38094 h 121005"/>
                  <a:gd name="connsiteX7" fmla="*/ 22409 w 129969"/>
                  <a:gd name="connsiteY7" fmla="*/ 38543 h 121005"/>
                  <a:gd name="connsiteX8" fmla="*/ 74396 w 129969"/>
                  <a:gd name="connsiteY8" fmla="*/ 38543 h 121005"/>
                  <a:gd name="connsiteX9" fmla="*/ 74396 w 129969"/>
                  <a:gd name="connsiteY9" fmla="*/ 120558 h 121005"/>
                  <a:gd name="connsiteX10" fmla="*/ 76637 w 129969"/>
                  <a:gd name="connsiteY10" fmla="*/ 122799 h 121005"/>
                  <a:gd name="connsiteX11" fmla="*/ 78878 w 129969"/>
                  <a:gd name="connsiteY11" fmla="*/ 120558 h 121005"/>
                  <a:gd name="connsiteX12" fmla="*/ 78878 w 129969"/>
                  <a:gd name="connsiteY12" fmla="*/ 38543 h 121005"/>
                  <a:gd name="connsiteX13" fmla="*/ 130417 w 129969"/>
                  <a:gd name="connsiteY13" fmla="*/ 38543 h 121005"/>
                  <a:gd name="connsiteX14" fmla="*/ 132658 w 129969"/>
                  <a:gd name="connsiteY14" fmla="*/ 36302 h 121005"/>
                  <a:gd name="connsiteX15" fmla="*/ 132658 w 129969"/>
                  <a:gd name="connsiteY15" fmla="*/ 2241 h 121005"/>
                  <a:gd name="connsiteX16" fmla="*/ 129969 w 129969"/>
                  <a:gd name="connsiteY16" fmla="*/ 0 h 121005"/>
                  <a:gd name="connsiteX17" fmla="*/ 127729 w 129969"/>
                  <a:gd name="connsiteY17" fmla="*/ 34061 h 121005"/>
                  <a:gd name="connsiteX18" fmla="*/ 22857 w 129969"/>
                  <a:gd name="connsiteY18" fmla="*/ 34061 h 121005"/>
                  <a:gd name="connsiteX19" fmla="*/ 5378 w 129969"/>
                  <a:gd name="connsiteY19" fmla="*/ 19271 h 121005"/>
                  <a:gd name="connsiteX20" fmla="*/ 22857 w 129969"/>
                  <a:gd name="connsiteY20" fmla="*/ 4482 h 121005"/>
                  <a:gd name="connsiteX21" fmla="*/ 127729 w 129969"/>
                  <a:gd name="connsiteY21" fmla="*/ 4482 h 121005"/>
                  <a:gd name="connsiteX22" fmla="*/ 127729 w 129969"/>
                  <a:gd name="connsiteY22" fmla="*/ 34061 h 121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969" h="121005">
                    <a:moveTo>
                      <a:pt x="129969" y="0"/>
                    </a:moveTo>
                    <a:lnTo>
                      <a:pt x="22409" y="0"/>
                    </a:lnTo>
                    <a:cubicBezTo>
                      <a:pt x="21960" y="0"/>
                      <a:pt x="21512" y="0"/>
                      <a:pt x="21064" y="448"/>
                    </a:cubicBezTo>
                    <a:lnTo>
                      <a:pt x="897" y="17479"/>
                    </a:lnTo>
                    <a:cubicBezTo>
                      <a:pt x="448" y="17927"/>
                      <a:pt x="0" y="18375"/>
                      <a:pt x="0" y="19271"/>
                    </a:cubicBezTo>
                    <a:cubicBezTo>
                      <a:pt x="0" y="20168"/>
                      <a:pt x="448" y="20616"/>
                      <a:pt x="897" y="21064"/>
                    </a:cubicBezTo>
                    <a:lnTo>
                      <a:pt x="21064" y="38094"/>
                    </a:lnTo>
                    <a:cubicBezTo>
                      <a:pt x="21512" y="38543"/>
                      <a:pt x="21960" y="38543"/>
                      <a:pt x="22409" y="38543"/>
                    </a:cubicBezTo>
                    <a:lnTo>
                      <a:pt x="74396" y="38543"/>
                    </a:lnTo>
                    <a:lnTo>
                      <a:pt x="74396" y="120558"/>
                    </a:lnTo>
                    <a:cubicBezTo>
                      <a:pt x="74396" y="121902"/>
                      <a:pt x="75293" y="122799"/>
                      <a:pt x="76637" y="122799"/>
                    </a:cubicBezTo>
                    <a:cubicBezTo>
                      <a:pt x="77982" y="122799"/>
                      <a:pt x="78878" y="121902"/>
                      <a:pt x="78878" y="120558"/>
                    </a:cubicBezTo>
                    <a:lnTo>
                      <a:pt x="78878" y="38543"/>
                    </a:lnTo>
                    <a:lnTo>
                      <a:pt x="130417" y="38543"/>
                    </a:lnTo>
                    <a:cubicBezTo>
                      <a:pt x="131762" y="38543"/>
                      <a:pt x="132658" y="37646"/>
                      <a:pt x="132658" y="36302"/>
                    </a:cubicBezTo>
                    <a:lnTo>
                      <a:pt x="132658" y="2241"/>
                    </a:lnTo>
                    <a:cubicBezTo>
                      <a:pt x="132210" y="1345"/>
                      <a:pt x="131314" y="0"/>
                      <a:pt x="129969" y="0"/>
                    </a:cubicBezTo>
                    <a:close/>
                    <a:moveTo>
                      <a:pt x="127729" y="34061"/>
                    </a:moveTo>
                    <a:lnTo>
                      <a:pt x="22857" y="34061"/>
                    </a:lnTo>
                    <a:lnTo>
                      <a:pt x="5378" y="19271"/>
                    </a:lnTo>
                    <a:lnTo>
                      <a:pt x="22857" y="4482"/>
                    </a:lnTo>
                    <a:lnTo>
                      <a:pt x="127729" y="4482"/>
                    </a:lnTo>
                    <a:lnTo>
                      <a:pt x="127729" y="34061"/>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4" name="Freeform: Shape 2990">
                <a:extLst>
                  <a:ext uri="{FF2B5EF4-FFF2-40B4-BE49-F238E27FC236}">
                    <a16:creationId xmlns:a16="http://schemas.microsoft.com/office/drawing/2014/main" id="{BF839C9F-06B5-BD5E-5CE5-27EBA628F769}"/>
                  </a:ext>
                  <a:ext uri="{C183D7F6-B498-43B3-948B-1728B52AA6E4}">
                    <adec:decorative xmlns:adec="http://schemas.microsoft.com/office/drawing/2017/decorative" val="1"/>
                  </a:ext>
                </a:extLst>
              </p:cNvPr>
              <p:cNvSpPr>
                <a:spLocks noChangeAspect="1"/>
              </p:cNvSpPr>
              <p:nvPr/>
            </p:nvSpPr>
            <p:spPr>
              <a:xfrm>
                <a:off x="11355053" y="3128266"/>
                <a:ext cx="152378" cy="152378"/>
              </a:xfrm>
              <a:custGeom>
                <a:avLst/>
                <a:gdLst>
                  <a:gd name="connsiteX0" fmla="*/ 130418 w 152377"/>
                  <a:gd name="connsiteY0" fmla="*/ 38543 h 152377"/>
                  <a:gd name="connsiteX1" fmla="*/ 131762 w 152377"/>
                  <a:gd name="connsiteY1" fmla="*/ 38094 h 152377"/>
                  <a:gd name="connsiteX2" fmla="*/ 151930 w 152377"/>
                  <a:gd name="connsiteY2" fmla="*/ 21064 h 152377"/>
                  <a:gd name="connsiteX3" fmla="*/ 152826 w 152377"/>
                  <a:gd name="connsiteY3" fmla="*/ 19271 h 152377"/>
                  <a:gd name="connsiteX4" fmla="*/ 151930 w 152377"/>
                  <a:gd name="connsiteY4" fmla="*/ 17479 h 152377"/>
                  <a:gd name="connsiteX5" fmla="*/ 131762 w 152377"/>
                  <a:gd name="connsiteY5" fmla="*/ 448 h 152377"/>
                  <a:gd name="connsiteX6" fmla="*/ 130418 w 152377"/>
                  <a:gd name="connsiteY6" fmla="*/ 0 h 152377"/>
                  <a:gd name="connsiteX7" fmla="*/ 22409 w 152377"/>
                  <a:gd name="connsiteY7" fmla="*/ 0 h 152377"/>
                  <a:gd name="connsiteX8" fmla="*/ 20168 w 152377"/>
                  <a:gd name="connsiteY8" fmla="*/ 2241 h 152377"/>
                  <a:gd name="connsiteX9" fmla="*/ 20168 w 152377"/>
                  <a:gd name="connsiteY9" fmla="*/ 35854 h 152377"/>
                  <a:gd name="connsiteX10" fmla="*/ 22409 w 152377"/>
                  <a:gd name="connsiteY10" fmla="*/ 38094 h 152377"/>
                  <a:gd name="connsiteX11" fmla="*/ 73948 w 152377"/>
                  <a:gd name="connsiteY11" fmla="*/ 38094 h 152377"/>
                  <a:gd name="connsiteX12" fmla="*/ 73948 w 152377"/>
                  <a:gd name="connsiteY12" fmla="*/ 64088 h 152377"/>
                  <a:gd name="connsiteX13" fmla="*/ 22409 w 152377"/>
                  <a:gd name="connsiteY13" fmla="*/ 64088 h 152377"/>
                  <a:gd name="connsiteX14" fmla="*/ 21064 w 152377"/>
                  <a:gd name="connsiteY14" fmla="*/ 64537 h 152377"/>
                  <a:gd name="connsiteX15" fmla="*/ 897 w 152377"/>
                  <a:gd name="connsiteY15" fmla="*/ 81567 h 152377"/>
                  <a:gd name="connsiteX16" fmla="*/ 0 w 152377"/>
                  <a:gd name="connsiteY16" fmla="*/ 83360 h 152377"/>
                  <a:gd name="connsiteX17" fmla="*/ 897 w 152377"/>
                  <a:gd name="connsiteY17" fmla="*/ 85152 h 152377"/>
                  <a:gd name="connsiteX18" fmla="*/ 21064 w 152377"/>
                  <a:gd name="connsiteY18" fmla="*/ 102183 h 152377"/>
                  <a:gd name="connsiteX19" fmla="*/ 22409 w 152377"/>
                  <a:gd name="connsiteY19" fmla="*/ 102631 h 152377"/>
                  <a:gd name="connsiteX20" fmla="*/ 73948 w 152377"/>
                  <a:gd name="connsiteY20" fmla="*/ 102631 h 152377"/>
                  <a:gd name="connsiteX21" fmla="*/ 73948 w 152377"/>
                  <a:gd name="connsiteY21" fmla="*/ 154171 h 152377"/>
                  <a:gd name="connsiteX22" fmla="*/ 76189 w 152377"/>
                  <a:gd name="connsiteY22" fmla="*/ 156411 h 152377"/>
                  <a:gd name="connsiteX23" fmla="*/ 78430 w 152377"/>
                  <a:gd name="connsiteY23" fmla="*/ 154171 h 152377"/>
                  <a:gd name="connsiteX24" fmla="*/ 78430 w 152377"/>
                  <a:gd name="connsiteY24" fmla="*/ 102631 h 152377"/>
                  <a:gd name="connsiteX25" fmla="*/ 129969 w 152377"/>
                  <a:gd name="connsiteY25" fmla="*/ 102631 h 152377"/>
                  <a:gd name="connsiteX26" fmla="*/ 132210 w 152377"/>
                  <a:gd name="connsiteY26" fmla="*/ 100390 h 152377"/>
                  <a:gd name="connsiteX27" fmla="*/ 132210 w 152377"/>
                  <a:gd name="connsiteY27" fmla="*/ 66777 h 152377"/>
                  <a:gd name="connsiteX28" fmla="*/ 129969 w 152377"/>
                  <a:gd name="connsiteY28" fmla="*/ 64537 h 152377"/>
                  <a:gd name="connsiteX29" fmla="*/ 78430 w 152377"/>
                  <a:gd name="connsiteY29" fmla="*/ 64537 h 152377"/>
                  <a:gd name="connsiteX30" fmla="*/ 78430 w 152377"/>
                  <a:gd name="connsiteY30" fmla="*/ 38543 h 152377"/>
                  <a:gd name="connsiteX31" fmla="*/ 130418 w 152377"/>
                  <a:gd name="connsiteY31" fmla="*/ 38543 h 152377"/>
                  <a:gd name="connsiteX32" fmla="*/ 128177 w 152377"/>
                  <a:gd name="connsiteY32" fmla="*/ 98149 h 152377"/>
                  <a:gd name="connsiteX33" fmla="*/ 23305 w 152377"/>
                  <a:gd name="connsiteY33" fmla="*/ 98149 h 152377"/>
                  <a:gd name="connsiteX34" fmla="*/ 5826 w 152377"/>
                  <a:gd name="connsiteY34" fmla="*/ 83360 h 152377"/>
                  <a:gd name="connsiteX35" fmla="*/ 23305 w 152377"/>
                  <a:gd name="connsiteY35" fmla="*/ 68570 h 152377"/>
                  <a:gd name="connsiteX36" fmla="*/ 128177 w 152377"/>
                  <a:gd name="connsiteY36" fmla="*/ 68570 h 152377"/>
                  <a:gd name="connsiteX37" fmla="*/ 128177 w 152377"/>
                  <a:gd name="connsiteY37" fmla="*/ 98149 h 152377"/>
                  <a:gd name="connsiteX38" fmla="*/ 24649 w 152377"/>
                  <a:gd name="connsiteY38" fmla="*/ 4930 h 152377"/>
                  <a:gd name="connsiteX39" fmla="*/ 129521 w 152377"/>
                  <a:gd name="connsiteY39" fmla="*/ 4930 h 152377"/>
                  <a:gd name="connsiteX40" fmla="*/ 147000 w 152377"/>
                  <a:gd name="connsiteY40" fmla="*/ 19719 h 152377"/>
                  <a:gd name="connsiteX41" fmla="*/ 129521 w 152377"/>
                  <a:gd name="connsiteY41" fmla="*/ 34509 h 152377"/>
                  <a:gd name="connsiteX42" fmla="*/ 24649 w 152377"/>
                  <a:gd name="connsiteY42" fmla="*/ 34509 h 152377"/>
                  <a:gd name="connsiteX43" fmla="*/ 24649 w 152377"/>
                  <a:gd name="connsiteY43" fmla="*/ 4930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52377" h="152377">
                    <a:moveTo>
                      <a:pt x="130418" y="38543"/>
                    </a:moveTo>
                    <a:cubicBezTo>
                      <a:pt x="130866" y="38543"/>
                      <a:pt x="131314" y="38543"/>
                      <a:pt x="131762" y="38094"/>
                    </a:cubicBezTo>
                    <a:lnTo>
                      <a:pt x="151930" y="21064"/>
                    </a:lnTo>
                    <a:cubicBezTo>
                      <a:pt x="152378" y="20616"/>
                      <a:pt x="152826" y="20168"/>
                      <a:pt x="152826" y="19271"/>
                    </a:cubicBezTo>
                    <a:cubicBezTo>
                      <a:pt x="152826" y="18375"/>
                      <a:pt x="152378" y="17927"/>
                      <a:pt x="151930" y="17479"/>
                    </a:cubicBezTo>
                    <a:lnTo>
                      <a:pt x="131762" y="448"/>
                    </a:lnTo>
                    <a:cubicBezTo>
                      <a:pt x="131314" y="0"/>
                      <a:pt x="130866" y="0"/>
                      <a:pt x="130418" y="0"/>
                    </a:cubicBezTo>
                    <a:lnTo>
                      <a:pt x="22409" y="0"/>
                    </a:lnTo>
                    <a:cubicBezTo>
                      <a:pt x="21064" y="0"/>
                      <a:pt x="20168" y="896"/>
                      <a:pt x="20168" y="2241"/>
                    </a:cubicBezTo>
                    <a:lnTo>
                      <a:pt x="20168" y="35854"/>
                    </a:lnTo>
                    <a:cubicBezTo>
                      <a:pt x="20168" y="37198"/>
                      <a:pt x="21064" y="38094"/>
                      <a:pt x="22409" y="38094"/>
                    </a:cubicBezTo>
                    <a:lnTo>
                      <a:pt x="73948" y="38094"/>
                    </a:lnTo>
                    <a:lnTo>
                      <a:pt x="73948" y="64088"/>
                    </a:lnTo>
                    <a:lnTo>
                      <a:pt x="22409" y="64088"/>
                    </a:lnTo>
                    <a:cubicBezTo>
                      <a:pt x="21960" y="64088"/>
                      <a:pt x="21512" y="64088"/>
                      <a:pt x="21064" y="64537"/>
                    </a:cubicBezTo>
                    <a:lnTo>
                      <a:pt x="897" y="81567"/>
                    </a:lnTo>
                    <a:cubicBezTo>
                      <a:pt x="449" y="82015"/>
                      <a:pt x="0" y="82463"/>
                      <a:pt x="0" y="83360"/>
                    </a:cubicBezTo>
                    <a:cubicBezTo>
                      <a:pt x="0" y="84256"/>
                      <a:pt x="449" y="84704"/>
                      <a:pt x="897" y="85152"/>
                    </a:cubicBezTo>
                    <a:lnTo>
                      <a:pt x="21064" y="102183"/>
                    </a:lnTo>
                    <a:cubicBezTo>
                      <a:pt x="21512" y="102631"/>
                      <a:pt x="21960" y="102631"/>
                      <a:pt x="22409" y="102631"/>
                    </a:cubicBezTo>
                    <a:lnTo>
                      <a:pt x="73948" y="102631"/>
                    </a:lnTo>
                    <a:lnTo>
                      <a:pt x="73948" y="154171"/>
                    </a:lnTo>
                    <a:cubicBezTo>
                      <a:pt x="73948" y="155515"/>
                      <a:pt x="74845" y="156411"/>
                      <a:pt x="76189" y="156411"/>
                    </a:cubicBezTo>
                    <a:cubicBezTo>
                      <a:pt x="77534" y="156411"/>
                      <a:pt x="78430" y="155515"/>
                      <a:pt x="78430" y="154171"/>
                    </a:cubicBezTo>
                    <a:lnTo>
                      <a:pt x="78430" y="102631"/>
                    </a:lnTo>
                    <a:lnTo>
                      <a:pt x="129969" y="102631"/>
                    </a:lnTo>
                    <a:cubicBezTo>
                      <a:pt x="131314" y="102631"/>
                      <a:pt x="132210" y="101735"/>
                      <a:pt x="132210" y="100390"/>
                    </a:cubicBezTo>
                    <a:lnTo>
                      <a:pt x="132210" y="66777"/>
                    </a:lnTo>
                    <a:cubicBezTo>
                      <a:pt x="132210" y="65433"/>
                      <a:pt x="131314" y="64537"/>
                      <a:pt x="129969" y="64537"/>
                    </a:cubicBezTo>
                    <a:lnTo>
                      <a:pt x="78430" y="64537"/>
                    </a:lnTo>
                    <a:lnTo>
                      <a:pt x="78430" y="38543"/>
                    </a:lnTo>
                    <a:lnTo>
                      <a:pt x="130418" y="38543"/>
                    </a:lnTo>
                    <a:close/>
                    <a:moveTo>
                      <a:pt x="128177" y="98149"/>
                    </a:moveTo>
                    <a:lnTo>
                      <a:pt x="23305" y="98149"/>
                    </a:lnTo>
                    <a:lnTo>
                      <a:pt x="5826" y="83360"/>
                    </a:lnTo>
                    <a:lnTo>
                      <a:pt x="23305" y="68570"/>
                    </a:lnTo>
                    <a:lnTo>
                      <a:pt x="128177" y="68570"/>
                    </a:lnTo>
                    <a:lnTo>
                      <a:pt x="128177" y="98149"/>
                    </a:lnTo>
                    <a:close/>
                    <a:moveTo>
                      <a:pt x="24649" y="4930"/>
                    </a:moveTo>
                    <a:lnTo>
                      <a:pt x="129521" y="4930"/>
                    </a:lnTo>
                    <a:lnTo>
                      <a:pt x="147000" y="19719"/>
                    </a:lnTo>
                    <a:lnTo>
                      <a:pt x="129521" y="34509"/>
                    </a:lnTo>
                    <a:lnTo>
                      <a:pt x="24649" y="34509"/>
                    </a:lnTo>
                    <a:lnTo>
                      <a:pt x="24649" y="4930"/>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35" name="Group 3116">
                <a:extLst>
                  <a:ext uri="{FF2B5EF4-FFF2-40B4-BE49-F238E27FC236}">
                    <a16:creationId xmlns:a16="http://schemas.microsoft.com/office/drawing/2014/main" id="{627C774A-CE2B-ABF3-815A-AE43FF458516}"/>
                  </a:ext>
                  <a:ext uri="{C183D7F6-B498-43B3-948B-1728B52AA6E4}">
                    <adec:decorative xmlns:adec="http://schemas.microsoft.com/office/drawing/2017/decorative" val="1"/>
                  </a:ext>
                </a:extLst>
              </p:cNvPr>
              <p:cNvGrpSpPr>
                <a:grpSpLocks noChangeAspect="1"/>
              </p:cNvGrpSpPr>
              <p:nvPr/>
            </p:nvGrpSpPr>
            <p:grpSpPr>
              <a:xfrm>
                <a:off x="7952576" y="3118387"/>
                <a:ext cx="152378" cy="152378"/>
                <a:chOff x="8070690" y="1063025"/>
                <a:chExt cx="152378" cy="152378"/>
              </a:xfrm>
            </p:grpSpPr>
            <p:sp>
              <p:nvSpPr>
                <p:cNvPr id="36" name="Freeform: Shape 3117">
                  <a:extLst>
                    <a:ext uri="{FF2B5EF4-FFF2-40B4-BE49-F238E27FC236}">
                      <a16:creationId xmlns:a16="http://schemas.microsoft.com/office/drawing/2014/main" id="{04FB79E1-9D10-9186-C343-E055E2B45DB2}"/>
                    </a:ext>
                  </a:extLst>
                </p:cNvPr>
                <p:cNvSpPr/>
                <p:nvPr/>
              </p:nvSpPr>
              <p:spPr>
                <a:xfrm>
                  <a:off x="8129818" y="1089815"/>
                  <a:ext cx="31372" cy="98597"/>
                </a:xfrm>
                <a:custGeom>
                  <a:avLst/>
                  <a:gdLst>
                    <a:gd name="connsiteX0" fmla="*/ 15686 w 31371"/>
                    <a:gd name="connsiteY0" fmla="*/ 99165 h 98597"/>
                    <a:gd name="connsiteX1" fmla="*/ 15686 w 31371"/>
                    <a:gd name="connsiteY1" fmla="*/ 99165 h 98597"/>
                    <a:gd name="connsiteX2" fmla="*/ 13445 w 31371"/>
                    <a:gd name="connsiteY2" fmla="*/ 97372 h 98597"/>
                    <a:gd name="connsiteX3" fmla="*/ 0 w 31371"/>
                    <a:gd name="connsiteY3" fmla="*/ 49866 h 98597"/>
                    <a:gd name="connsiteX4" fmla="*/ 0 w 31371"/>
                    <a:gd name="connsiteY4" fmla="*/ 48522 h 98597"/>
                    <a:gd name="connsiteX5" fmla="*/ 15686 w 31371"/>
                    <a:gd name="connsiteY5" fmla="*/ 1464 h 98597"/>
                    <a:gd name="connsiteX6" fmla="*/ 17927 w 31371"/>
                    <a:gd name="connsiteY6" fmla="*/ 119 h 98597"/>
                    <a:gd name="connsiteX7" fmla="*/ 20168 w 31371"/>
                    <a:gd name="connsiteY7" fmla="*/ 1912 h 98597"/>
                    <a:gd name="connsiteX8" fmla="*/ 33613 w 31371"/>
                    <a:gd name="connsiteY8" fmla="*/ 49418 h 98597"/>
                    <a:gd name="connsiteX9" fmla="*/ 33613 w 31371"/>
                    <a:gd name="connsiteY9" fmla="*/ 50762 h 98597"/>
                    <a:gd name="connsiteX10" fmla="*/ 17927 w 31371"/>
                    <a:gd name="connsiteY10" fmla="*/ 97820 h 98597"/>
                    <a:gd name="connsiteX11" fmla="*/ 15686 w 31371"/>
                    <a:gd name="connsiteY11" fmla="*/ 99165 h 98597"/>
                    <a:gd name="connsiteX12" fmla="*/ 4482 w 31371"/>
                    <a:gd name="connsiteY12" fmla="*/ 49418 h 98597"/>
                    <a:gd name="connsiteX13" fmla="*/ 15686 w 31371"/>
                    <a:gd name="connsiteY13" fmla="*/ 89305 h 98597"/>
                    <a:gd name="connsiteX14" fmla="*/ 29131 w 31371"/>
                    <a:gd name="connsiteY14" fmla="*/ 49866 h 98597"/>
                    <a:gd name="connsiteX15" fmla="*/ 17927 w 31371"/>
                    <a:gd name="connsiteY15" fmla="*/ 9979 h 98597"/>
                    <a:gd name="connsiteX16" fmla="*/ 4482 w 31371"/>
                    <a:gd name="connsiteY16" fmla="*/ 49418 h 9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371" h="98597">
                      <a:moveTo>
                        <a:pt x="15686" y="99165"/>
                      </a:moveTo>
                      <a:cubicBezTo>
                        <a:pt x="15686" y="99165"/>
                        <a:pt x="15686" y="99165"/>
                        <a:pt x="15686" y="99165"/>
                      </a:cubicBezTo>
                      <a:cubicBezTo>
                        <a:pt x="14790" y="99165"/>
                        <a:pt x="13893" y="98269"/>
                        <a:pt x="13445" y="97372"/>
                      </a:cubicBezTo>
                      <a:lnTo>
                        <a:pt x="0" y="49866"/>
                      </a:lnTo>
                      <a:cubicBezTo>
                        <a:pt x="0" y="49418"/>
                        <a:pt x="0" y="48970"/>
                        <a:pt x="0" y="48522"/>
                      </a:cubicBezTo>
                      <a:lnTo>
                        <a:pt x="15686" y="1464"/>
                      </a:lnTo>
                      <a:cubicBezTo>
                        <a:pt x="16134" y="567"/>
                        <a:pt x="17030" y="-329"/>
                        <a:pt x="17927" y="119"/>
                      </a:cubicBezTo>
                      <a:cubicBezTo>
                        <a:pt x="18823" y="119"/>
                        <a:pt x="19719" y="1016"/>
                        <a:pt x="20168" y="1912"/>
                      </a:cubicBezTo>
                      <a:lnTo>
                        <a:pt x="33613" y="49418"/>
                      </a:lnTo>
                      <a:cubicBezTo>
                        <a:pt x="33613" y="49866"/>
                        <a:pt x="33613" y="50314"/>
                        <a:pt x="33613" y="50762"/>
                      </a:cubicBezTo>
                      <a:lnTo>
                        <a:pt x="17927" y="97820"/>
                      </a:lnTo>
                      <a:cubicBezTo>
                        <a:pt x="17479" y="98717"/>
                        <a:pt x="16582" y="99165"/>
                        <a:pt x="15686" y="99165"/>
                      </a:cubicBezTo>
                      <a:close/>
                      <a:moveTo>
                        <a:pt x="4482" y="49418"/>
                      </a:moveTo>
                      <a:lnTo>
                        <a:pt x="15686" y="89305"/>
                      </a:lnTo>
                      <a:lnTo>
                        <a:pt x="29131" y="49866"/>
                      </a:lnTo>
                      <a:lnTo>
                        <a:pt x="17927" y="9979"/>
                      </a:lnTo>
                      <a:lnTo>
                        <a:pt x="4482" y="49418"/>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7" name="Freeform: Shape 3118">
                  <a:extLst>
                    <a:ext uri="{FF2B5EF4-FFF2-40B4-BE49-F238E27FC236}">
                      <a16:creationId xmlns:a16="http://schemas.microsoft.com/office/drawing/2014/main" id="{6E74517F-322E-07C6-19FD-FA175362D6C1}"/>
                    </a:ext>
                  </a:extLst>
                </p:cNvPr>
                <p:cNvSpPr/>
                <p:nvPr/>
              </p:nvSpPr>
              <p:spPr>
                <a:xfrm>
                  <a:off x="8070690" y="1063025"/>
                  <a:ext cx="152378" cy="152378"/>
                </a:xfrm>
                <a:custGeom>
                  <a:avLst/>
                  <a:gdLst>
                    <a:gd name="connsiteX0" fmla="*/ 76158 w 152377"/>
                    <a:gd name="connsiteY0" fmla="*/ 152845 h 152377"/>
                    <a:gd name="connsiteX1" fmla="*/ 21034 w 152377"/>
                    <a:gd name="connsiteY1" fmla="*/ 129092 h 152377"/>
                    <a:gd name="connsiteX2" fmla="*/ 23723 w 152377"/>
                    <a:gd name="connsiteY2" fmla="*/ 21083 h 152377"/>
                    <a:gd name="connsiteX3" fmla="*/ 78399 w 152377"/>
                    <a:gd name="connsiteY3" fmla="*/ 19 h 152377"/>
                    <a:gd name="connsiteX4" fmla="*/ 131732 w 152377"/>
                    <a:gd name="connsiteY4" fmla="*/ 23772 h 152377"/>
                    <a:gd name="connsiteX5" fmla="*/ 129042 w 152377"/>
                    <a:gd name="connsiteY5" fmla="*/ 131781 h 152377"/>
                    <a:gd name="connsiteX6" fmla="*/ 76158 w 152377"/>
                    <a:gd name="connsiteY6" fmla="*/ 152845 h 152377"/>
                    <a:gd name="connsiteX7" fmla="*/ 76158 w 152377"/>
                    <a:gd name="connsiteY7" fmla="*/ 4500 h 152377"/>
                    <a:gd name="connsiteX8" fmla="*/ 26860 w 152377"/>
                    <a:gd name="connsiteY8" fmla="*/ 24220 h 152377"/>
                    <a:gd name="connsiteX9" fmla="*/ 24171 w 152377"/>
                    <a:gd name="connsiteY9" fmla="*/ 125955 h 152377"/>
                    <a:gd name="connsiteX10" fmla="*/ 24171 w 152377"/>
                    <a:gd name="connsiteY10" fmla="*/ 125955 h 152377"/>
                    <a:gd name="connsiteX11" fmla="*/ 125905 w 152377"/>
                    <a:gd name="connsiteY11" fmla="*/ 128644 h 152377"/>
                    <a:gd name="connsiteX12" fmla="*/ 128594 w 152377"/>
                    <a:gd name="connsiteY12" fmla="*/ 26909 h 152377"/>
                    <a:gd name="connsiteX13" fmla="*/ 78399 w 152377"/>
                    <a:gd name="connsiteY13" fmla="*/ 4500 h 152377"/>
                    <a:gd name="connsiteX14" fmla="*/ 76158 w 152377"/>
                    <a:gd name="connsiteY14" fmla="*/ 4500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377" h="152377">
                      <a:moveTo>
                        <a:pt x="76158" y="152845"/>
                      </a:moveTo>
                      <a:cubicBezTo>
                        <a:pt x="55991" y="152845"/>
                        <a:pt x="35823" y="144778"/>
                        <a:pt x="21034" y="129092"/>
                      </a:cubicBezTo>
                      <a:cubicBezTo>
                        <a:pt x="-8097" y="98616"/>
                        <a:pt x="-6753" y="50214"/>
                        <a:pt x="23723" y="21083"/>
                      </a:cubicBezTo>
                      <a:cubicBezTo>
                        <a:pt x="38512" y="7189"/>
                        <a:pt x="57783" y="-429"/>
                        <a:pt x="78399" y="19"/>
                      </a:cubicBezTo>
                      <a:cubicBezTo>
                        <a:pt x="98567" y="467"/>
                        <a:pt x="117838" y="8982"/>
                        <a:pt x="131732" y="23772"/>
                      </a:cubicBezTo>
                      <a:cubicBezTo>
                        <a:pt x="160863" y="54247"/>
                        <a:pt x="159518" y="102650"/>
                        <a:pt x="129042" y="131781"/>
                      </a:cubicBezTo>
                      <a:cubicBezTo>
                        <a:pt x="113805" y="145674"/>
                        <a:pt x="94982" y="152845"/>
                        <a:pt x="76158" y="152845"/>
                      </a:cubicBezTo>
                      <a:close/>
                      <a:moveTo>
                        <a:pt x="76158" y="4500"/>
                      </a:moveTo>
                      <a:cubicBezTo>
                        <a:pt x="57783" y="4500"/>
                        <a:pt x="40305" y="11671"/>
                        <a:pt x="26860" y="24220"/>
                      </a:cubicBezTo>
                      <a:cubicBezTo>
                        <a:pt x="-1823" y="51558"/>
                        <a:pt x="-3168" y="97272"/>
                        <a:pt x="24171" y="125955"/>
                      </a:cubicBezTo>
                      <a:lnTo>
                        <a:pt x="24171" y="125955"/>
                      </a:lnTo>
                      <a:cubicBezTo>
                        <a:pt x="51509" y="154637"/>
                        <a:pt x="97223" y="155982"/>
                        <a:pt x="125905" y="128644"/>
                      </a:cubicBezTo>
                      <a:cubicBezTo>
                        <a:pt x="154588" y="101305"/>
                        <a:pt x="155933" y="55592"/>
                        <a:pt x="128594" y="26909"/>
                      </a:cubicBezTo>
                      <a:cubicBezTo>
                        <a:pt x="115149" y="13016"/>
                        <a:pt x="97671" y="4949"/>
                        <a:pt x="78399" y="4500"/>
                      </a:cubicBezTo>
                      <a:cubicBezTo>
                        <a:pt x="77055" y="4500"/>
                        <a:pt x="76607" y="4500"/>
                        <a:pt x="76158" y="450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8" name="Freeform: Shape 3119">
                  <a:extLst>
                    <a:ext uri="{FF2B5EF4-FFF2-40B4-BE49-F238E27FC236}">
                      <a16:creationId xmlns:a16="http://schemas.microsoft.com/office/drawing/2014/main" id="{65D2A888-98B3-71C1-8BB3-02D6A6D362C4}"/>
                    </a:ext>
                  </a:extLst>
                </p:cNvPr>
                <p:cNvSpPr/>
                <p:nvPr/>
              </p:nvSpPr>
              <p:spPr>
                <a:xfrm>
                  <a:off x="8140290" y="1132945"/>
                  <a:ext cx="8963" cy="13445"/>
                </a:xfrm>
                <a:custGeom>
                  <a:avLst/>
                  <a:gdLst>
                    <a:gd name="connsiteX0" fmla="*/ 2077 w 8963"/>
                    <a:gd name="connsiteY0" fmla="*/ 1807 h 13445"/>
                    <a:gd name="connsiteX1" fmla="*/ 11488 w 8963"/>
                    <a:gd name="connsiteY1" fmla="*/ 2255 h 13445"/>
                    <a:gd name="connsiteX2" fmla="*/ 11040 w 8963"/>
                    <a:gd name="connsiteY2" fmla="*/ 11666 h 13445"/>
                    <a:gd name="connsiteX3" fmla="*/ 1628 w 8963"/>
                    <a:gd name="connsiteY3" fmla="*/ 11218 h 13445"/>
                    <a:gd name="connsiteX4" fmla="*/ 2077 w 8963"/>
                    <a:gd name="connsiteY4" fmla="*/ 1807 h 13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 h="13445">
                      <a:moveTo>
                        <a:pt x="2077" y="1807"/>
                      </a:moveTo>
                      <a:cubicBezTo>
                        <a:pt x="4766" y="-882"/>
                        <a:pt x="8799" y="-434"/>
                        <a:pt x="11488" y="2255"/>
                      </a:cubicBezTo>
                      <a:cubicBezTo>
                        <a:pt x="14177" y="4944"/>
                        <a:pt x="13729" y="8977"/>
                        <a:pt x="11040" y="11666"/>
                      </a:cubicBezTo>
                      <a:cubicBezTo>
                        <a:pt x="8351" y="14355"/>
                        <a:pt x="4317" y="13907"/>
                        <a:pt x="1628" y="11218"/>
                      </a:cubicBezTo>
                      <a:cubicBezTo>
                        <a:pt x="-612" y="8529"/>
                        <a:pt x="-612" y="4496"/>
                        <a:pt x="2077" y="180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9" name="Group 3120">
                <a:extLst>
                  <a:ext uri="{FF2B5EF4-FFF2-40B4-BE49-F238E27FC236}">
                    <a16:creationId xmlns:a16="http://schemas.microsoft.com/office/drawing/2014/main" id="{725BC062-E45B-9479-D2D5-0DE8E2A28767}"/>
                  </a:ext>
                  <a:ext uri="{C183D7F6-B498-43B3-948B-1728B52AA6E4}">
                    <adec:decorative xmlns:adec="http://schemas.microsoft.com/office/drawing/2017/decorative" val="1"/>
                  </a:ext>
                </a:extLst>
              </p:cNvPr>
              <p:cNvGrpSpPr>
                <a:grpSpLocks noChangeAspect="1"/>
              </p:cNvGrpSpPr>
              <p:nvPr/>
            </p:nvGrpSpPr>
            <p:grpSpPr>
              <a:xfrm>
                <a:off x="8212514" y="3118387"/>
                <a:ext cx="152378" cy="152378"/>
                <a:chOff x="8330628" y="1063025"/>
                <a:chExt cx="152378" cy="152378"/>
              </a:xfrm>
            </p:grpSpPr>
            <p:sp>
              <p:nvSpPr>
                <p:cNvPr id="40" name="Freeform: Shape 3121">
                  <a:extLst>
                    <a:ext uri="{FF2B5EF4-FFF2-40B4-BE49-F238E27FC236}">
                      <a16:creationId xmlns:a16="http://schemas.microsoft.com/office/drawing/2014/main" id="{18E2D8BA-484C-AF8E-B4F0-462CD3208820}"/>
                    </a:ext>
                  </a:extLst>
                </p:cNvPr>
                <p:cNvSpPr/>
                <p:nvPr/>
              </p:nvSpPr>
              <p:spPr>
                <a:xfrm>
                  <a:off x="8370748" y="1106331"/>
                  <a:ext cx="67226" cy="62744"/>
                </a:xfrm>
                <a:custGeom>
                  <a:avLst/>
                  <a:gdLst>
                    <a:gd name="connsiteX0" fmla="*/ 2427 w 67225"/>
                    <a:gd name="connsiteY0" fmla="*/ 66515 h 62743"/>
                    <a:gd name="connsiteX1" fmla="*/ 634 w 67225"/>
                    <a:gd name="connsiteY1" fmla="*/ 65619 h 62743"/>
                    <a:gd name="connsiteX2" fmla="*/ 186 w 67225"/>
                    <a:gd name="connsiteY2" fmla="*/ 62929 h 62743"/>
                    <a:gd name="connsiteX3" fmla="*/ 23939 w 67225"/>
                    <a:gd name="connsiteY3" fmla="*/ 21698 h 62743"/>
                    <a:gd name="connsiteX4" fmla="*/ 24835 w 67225"/>
                    <a:gd name="connsiteY4" fmla="*/ 20801 h 62743"/>
                    <a:gd name="connsiteX5" fmla="*/ 67859 w 67225"/>
                    <a:gd name="connsiteY5" fmla="*/ 186 h 62743"/>
                    <a:gd name="connsiteX6" fmla="*/ 70548 w 67225"/>
                    <a:gd name="connsiteY6" fmla="*/ 634 h 62743"/>
                    <a:gd name="connsiteX7" fmla="*/ 70996 w 67225"/>
                    <a:gd name="connsiteY7" fmla="*/ 3323 h 62743"/>
                    <a:gd name="connsiteX8" fmla="*/ 47244 w 67225"/>
                    <a:gd name="connsiteY8" fmla="*/ 44554 h 62743"/>
                    <a:gd name="connsiteX9" fmla="*/ 46347 w 67225"/>
                    <a:gd name="connsiteY9" fmla="*/ 45451 h 62743"/>
                    <a:gd name="connsiteX10" fmla="*/ 3323 w 67225"/>
                    <a:gd name="connsiteY10" fmla="*/ 66067 h 62743"/>
                    <a:gd name="connsiteX11" fmla="*/ 2427 w 67225"/>
                    <a:gd name="connsiteY11" fmla="*/ 66515 h 62743"/>
                    <a:gd name="connsiteX12" fmla="*/ 27972 w 67225"/>
                    <a:gd name="connsiteY12" fmla="*/ 24387 h 62743"/>
                    <a:gd name="connsiteX13" fmla="*/ 7805 w 67225"/>
                    <a:gd name="connsiteY13" fmla="*/ 58896 h 62743"/>
                    <a:gd name="connsiteX14" fmla="*/ 43658 w 67225"/>
                    <a:gd name="connsiteY14" fmla="*/ 41865 h 62743"/>
                    <a:gd name="connsiteX15" fmla="*/ 63826 w 67225"/>
                    <a:gd name="connsiteY15" fmla="*/ 7356 h 62743"/>
                    <a:gd name="connsiteX16" fmla="*/ 27972 w 67225"/>
                    <a:gd name="connsiteY16" fmla="*/ 24387 h 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225" h="62743">
                      <a:moveTo>
                        <a:pt x="2427" y="66515"/>
                      </a:moveTo>
                      <a:cubicBezTo>
                        <a:pt x="1978" y="66515"/>
                        <a:pt x="1082" y="66067"/>
                        <a:pt x="634" y="65619"/>
                      </a:cubicBezTo>
                      <a:cubicBezTo>
                        <a:pt x="186" y="64722"/>
                        <a:pt x="-263" y="63826"/>
                        <a:pt x="186" y="62929"/>
                      </a:cubicBezTo>
                      <a:lnTo>
                        <a:pt x="23939" y="21698"/>
                      </a:lnTo>
                      <a:cubicBezTo>
                        <a:pt x="24387" y="21250"/>
                        <a:pt x="24387" y="20801"/>
                        <a:pt x="24835" y="20801"/>
                      </a:cubicBezTo>
                      <a:lnTo>
                        <a:pt x="67859" y="186"/>
                      </a:lnTo>
                      <a:cubicBezTo>
                        <a:pt x="68756" y="-263"/>
                        <a:pt x="69652" y="186"/>
                        <a:pt x="70548" y="634"/>
                      </a:cubicBezTo>
                      <a:cubicBezTo>
                        <a:pt x="70996" y="1530"/>
                        <a:pt x="71445" y="2426"/>
                        <a:pt x="70996" y="3323"/>
                      </a:cubicBezTo>
                      <a:lnTo>
                        <a:pt x="47244" y="44554"/>
                      </a:lnTo>
                      <a:cubicBezTo>
                        <a:pt x="46795" y="45003"/>
                        <a:pt x="46795" y="45451"/>
                        <a:pt x="46347" y="45451"/>
                      </a:cubicBezTo>
                      <a:lnTo>
                        <a:pt x="3323" y="66067"/>
                      </a:lnTo>
                      <a:cubicBezTo>
                        <a:pt x="3323" y="66067"/>
                        <a:pt x="2875" y="66515"/>
                        <a:pt x="2427" y="66515"/>
                      </a:cubicBezTo>
                      <a:close/>
                      <a:moveTo>
                        <a:pt x="27972" y="24387"/>
                      </a:moveTo>
                      <a:lnTo>
                        <a:pt x="7805" y="58896"/>
                      </a:lnTo>
                      <a:lnTo>
                        <a:pt x="43658" y="41865"/>
                      </a:lnTo>
                      <a:lnTo>
                        <a:pt x="63826" y="7356"/>
                      </a:lnTo>
                      <a:lnTo>
                        <a:pt x="27972" y="24387"/>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1" name="Freeform: Shape 3122">
                  <a:extLst>
                    <a:ext uri="{FF2B5EF4-FFF2-40B4-BE49-F238E27FC236}">
                      <a16:creationId xmlns:a16="http://schemas.microsoft.com/office/drawing/2014/main" id="{C70DADE7-9071-77DD-370F-332E2A49498F}"/>
                    </a:ext>
                  </a:extLst>
                </p:cNvPr>
                <p:cNvSpPr/>
                <p:nvPr/>
              </p:nvSpPr>
              <p:spPr>
                <a:xfrm>
                  <a:off x="8330628" y="1063025"/>
                  <a:ext cx="152378" cy="152378"/>
                </a:xfrm>
                <a:custGeom>
                  <a:avLst/>
                  <a:gdLst>
                    <a:gd name="connsiteX0" fmla="*/ 76158 w 152377"/>
                    <a:gd name="connsiteY0" fmla="*/ 152845 h 152377"/>
                    <a:gd name="connsiteX1" fmla="*/ 21034 w 152377"/>
                    <a:gd name="connsiteY1" fmla="*/ 129092 h 152377"/>
                    <a:gd name="connsiteX2" fmla="*/ 23723 w 152377"/>
                    <a:gd name="connsiteY2" fmla="*/ 21083 h 152377"/>
                    <a:gd name="connsiteX3" fmla="*/ 78399 w 152377"/>
                    <a:gd name="connsiteY3" fmla="*/ 19 h 152377"/>
                    <a:gd name="connsiteX4" fmla="*/ 131732 w 152377"/>
                    <a:gd name="connsiteY4" fmla="*/ 23772 h 152377"/>
                    <a:gd name="connsiteX5" fmla="*/ 152796 w 152377"/>
                    <a:gd name="connsiteY5" fmla="*/ 78449 h 152377"/>
                    <a:gd name="connsiteX6" fmla="*/ 129042 w 152377"/>
                    <a:gd name="connsiteY6" fmla="*/ 131781 h 152377"/>
                    <a:gd name="connsiteX7" fmla="*/ 76158 w 152377"/>
                    <a:gd name="connsiteY7" fmla="*/ 152845 h 152377"/>
                    <a:gd name="connsiteX8" fmla="*/ 24171 w 152377"/>
                    <a:gd name="connsiteY8" fmla="*/ 125955 h 152377"/>
                    <a:gd name="connsiteX9" fmla="*/ 125905 w 152377"/>
                    <a:gd name="connsiteY9" fmla="*/ 128644 h 152377"/>
                    <a:gd name="connsiteX10" fmla="*/ 148314 w 152377"/>
                    <a:gd name="connsiteY10" fmla="*/ 78449 h 152377"/>
                    <a:gd name="connsiteX11" fmla="*/ 128594 w 152377"/>
                    <a:gd name="connsiteY11" fmla="*/ 27357 h 152377"/>
                    <a:gd name="connsiteX12" fmla="*/ 78399 w 152377"/>
                    <a:gd name="connsiteY12" fmla="*/ 4949 h 152377"/>
                    <a:gd name="connsiteX13" fmla="*/ 27308 w 152377"/>
                    <a:gd name="connsiteY13" fmla="*/ 24668 h 152377"/>
                    <a:gd name="connsiteX14" fmla="*/ 24171 w 152377"/>
                    <a:gd name="connsiteY14" fmla="*/ 125955 h 152377"/>
                    <a:gd name="connsiteX15" fmla="*/ 24171 w 152377"/>
                    <a:gd name="connsiteY15" fmla="*/ 125955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377" h="152377">
                      <a:moveTo>
                        <a:pt x="76158" y="152845"/>
                      </a:moveTo>
                      <a:cubicBezTo>
                        <a:pt x="55991" y="152845"/>
                        <a:pt x="35823" y="144778"/>
                        <a:pt x="21034" y="129092"/>
                      </a:cubicBezTo>
                      <a:cubicBezTo>
                        <a:pt x="-8097" y="98616"/>
                        <a:pt x="-6753" y="50214"/>
                        <a:pt x="23723" y="21083"/>
                      </a:cubicBezTo>
                      <a:cubicBezTo>
                        <a:pt x="38512" y="7189"/>
                        <a:pt x="57783" y="-429"/>
                        <a:pt x="78399" y="19"/>
                      </a:cubicBezTo>
                      <a:cubicBezTo>
                        <a:pt x="98567" y="467"/>
                        <a:pt x="117838" y="8982"/>
                        <a:pt x="131732" y="23772"/>
                      </a:cubicBezTo>
                      <a:cubicBezTo>
                        <a:pt x="145625" y="38561"/>
                        <a:pt x="153244" y="57833"/>
                        <a:pt x="152796" y="78449"/>
                      </a:cubicBezTo>
                      <a:cubicBezTo>
                        <a:pt x="152347" y="99064"/>
                        <a:pt x="143832" y="117888"/>
                        <a:pt x="129042" y="131781"/>
                      </a:cubicBezTo>
                      <a:cubicBezTo>
                        <a:pt x="114253" y="145674"/>
                        <a:pt x="94982" y="152845"/>
                        <a:pt x="76158" y="152845"/>
                      </a:cubicBezTo>
                      <a:close/>
                      <a:moveTo>
                        <a:pt x="24171" y="125955"/>
                      </a:moveTo>
                      <a:cubicBezTo>
                        <a:pt x="51509" y="154637"/>
                        <a:pt x="97223" y="155982"/>
                        <a:pt x="125905" y="128644"/>
                      </a:cubicBezTo>
                      <a:cubicBezTo>
                        <a:pt x="139799" y="115198"/>
                        <a:pt x="147866" y="97720"/>
                        <a:pt x="148314" y="78449"/>
                      </a:cubicBezTo>
                      <a:cubicBezTo>
                        <a:pt x="148762" y="59177"/>
                        <a:pt x="141591" y="41250"/>
                        <a:pt x="128594" y="27357"/>
                      </a:cubicBezTo>
                      <a:cubicBezTo>
                        <a:pt x="115149" y="13464"/>
                        <a:pt x="97671" y="5397"/>
                        <a:pt x="78399" y="4949"/>
                      </a:cubicBezTo>
                      <a:cubicBezTo>
                        <a:pt x="59128" y="4500"/>
                        <a:pt x="41201" y="11671"/>
                        <a:pt x="27308" y="24668"/>
                      </a:cubicBezTo>
                      <a:cubicBezTo>
                        <a:pt x="-1823" y="51558"/>
                        <a:pt x="-3168" y="97272"/>
                        <a:pt x="24171" y="125955"/>
                      </a:cubicBezTo>
                      <a:lnTo>
                        <a:pt x="24171" y="125955"/>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2" name="Freeform: Shape 3123">
                  <a:extLst>
                    <a:ext uri="{FF2B5EF4-FFF2-40B4-BE49-F238E27FC236}">
                      <a16:creationId xmlns:a16="http://schemas.microsoft.com/office/drawing/2014/main" id="{300DDABA-B094-8A58-10E1-FA247495F78A}"/>
                    </a:ext>
                  </a:extLst>
                </p:cNvPr>
                <p:cNvSpPr/>
                <p:nvPr/>
              </p:nvSpPr>
              <p:spPr>
                <a:xfrm>
                  <a:off x="8400022" y="1132958"/>
                  <a:ext cx="13445" cy="13445"/>
                </a:xfrm>
                <a:custGeom>
                  <a:avLst/>
                  <a:gdLst>
                    <a:gd name="connsiteX0" fmla="*/ 7214 w 13445"/>
                    <a:gd name="connsiteY0" fmla="*/ 0 h 13445"/>
                    <a:gd name="connsiteX1" fmla="*/ 13488 w 13445"/>
                    <a:gd name="connsiteY1" fmla="*/ 7171 h 13445"/>
                    <a:gd name="connsiteX2" fmla="*/ 6317 w 13445"/>
                    <a:gd name="connsiteY2" fmla="*/ 13445 h 13445"/>
                    <a:gd name="connsiteX3" fmla="*/ 43 w 13445"/>
                    <a:gd name="connsiteY3" fmla="*/ 6274 h 13445"/>
                    <a:gd name="connsiteX4" fmla="*/ 7214 w 13445"/>
                    <a:gd name="connsiteY4" fmla="*/ 0 h 13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45" h="13445">
                      <a:moveTo>
                        <a:pt x="7214" y="0"/>
                      </a:moveTo>
                      <a:cubicBezTo>
                        <a:pt x="10799" y="0"/>
                        <a:pt x="13936" y="3137"/>
                        <a:pt x="13488" y="7171"/>
                      </a:cubicBezTo>
                      <a:cubicBezTo>
                        <a:pt x="13488" y="10756"/>
                        <a:pt x="10351" y="13893"/>
                        <a:pt x="6317" y="13445"/>
                      </a:cubicBezTo>
                      <a:cubicBezTo>
                        <a:pt x="2732" y="13445"/>
                        <a:pt x="-405" y="10308"/>
                        <a:pt x="43" y="6274"/>
                      </a:cubicBezTo>
                      <a:cubicBezTo>
                        <a:pt x="491" y="2689"/>
                        <a:pt x="3180" y="0"/>
                        <a:pt x="7214"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43" name="Freeform: Shape 3170">
                <a:extLst>
                  <a:ext uri="{FF2B5EF4-FFF2-40B4-BE49-F238E27FC236}">
                    <a16:creationId xmlns:a16="http://schemas.microsoft.com/office/drawing/2014/main" id="{7F1EBB35-561E-BD59-515E-5C00BBD8D027}"/>
                  </a:ext>
                  <a:ext uri="{C183D7F6-B498-43B3-948B-1728B52AA6E4}">
                    <adec:decorative xmlns:adec="http://schemas.microsoft.com/office/drawing/2017/decorative" val="1"/>
                  </a:ext>
                </a:extLst>
              </p:cNvPr>
              <p:cNvSpPr>
                <a:spLocks noChangeAspect="1"/>
              </p:cNvSpPr>
              <p:nvPr/>
            </p:nvSpPr>
            <p:spPr>
              <a:xfrm>
                <a:off x="6350337" y="3108098"/>
                <a:ext cx="4482" cy="4482"/>
              </a:xfrm>
              <a:custGeom>
                <a:avLst/>
                <a:gdLst/>
                <a:ahLst/>
                <a:cxnLst/>
                <a:rect l="l" t="t" r="r" b="b"/>
                <a:pathLst>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4" name="Freeform: Shape 3562">
                <a:extLst>
                  <a:ext uri="{FF2B5EF4-FFF2-40B4-BE49-F238E27FC236}">
                    <a16:creationId xmlns:a16="http://schemas.microsoft.com/office/drawing/2014/main" id="{3551A571-C87F-A1FE-CA5A-9526A28F3EEF}"/>
                  </a:ext>
                  <a:ext uri="{C183D7F6-B498-43B3-948B-1728B52AA6E4}">
                    <adec:decorative xmlns:adec="http://schemas.microsoft.com/office/drawing/2017/decorative" val="1"/>
                  </a:ext>
                </a:extLst>
              </p:cNvPr>
              <p:cNvSpPr>
                <a:spLocks noChangeAspect="1"/>
              </p:cNvSpPr>
              <p:nvPr/>
            </p:nvSpPr>
            <p:spPr>
              <a:xfrm>
                <a:off x="6350337" y="3108098"/>
                <a:ext cx="4482" cy="4482"/>
              </a:xfrm>
              <a:custGeom>
                <a:avLst/>
                <a:gdLst/>
                <a:ahLst/>
                <a:cxnLst/>
                <a:rect l="l" t="t" r="r" b="b"/>
                <a:pathLst>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45" name="Freeform: Shape 3908">
                <a:extLst>
                  <a:ext uri="{FF2B5EF4-FFF2-40B4-BE49-F238E27FC236}">
                    <a16:creationId xmlns:a16="http://schemas.microsoft.com/office/drawing/2014/main" id="{4D534E24-B23D-12CF-96A6-600AB39F0518}"/>
                  </a:ext>
                  <a:ext uri="{C183D7F6-B498-43B3-948B-1728B52AA6E4}">
                    <adec:decorative xmlns:adec="http://schemas.microsoft.com/office/drawing/2017/decorative" val="1"/>
                  </a:ext>
                </a:extLst>
              </p:cNvPr>
              <p:cNvSpPr>
                <a:spLocks noChangeAspect="1"/>
              </p:cNvSpPr>
              <p:nvPr/>
            </p:nvSpPr>
            <p:spPr>
              <a:xfrm>
                <a:off x="6350337" y="3108098"/>
                <a:ext cx="4482" cy="4482"/>
              </a:xfrm>
              <a:custGeom>
                <a:avLst/>
                <a:gdLst/>
                <a:ahLst/>
                <a:cxnLst/>
                <a:rect l="l" t="t" r="r" b="b"/>
                <a:pathLst>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784" name="Group 4680">
                <a:extLst>
                  <a:ext uri="{FF2B5EF4-FFF2-40B4-BE49-F238E27FC236}">
                    <a16:creationId xmlns:a16="http://schemas.microsoft.com/office/drawing/2014/main" id="{55BB7CC4-C3E8-EFB6-7569-8288037CA745}"/>
                  </a:ext>
                  <a:ext uri="{C183D7F6-B498-43B3-948B-1728B52AA6E4}">
                    <adec:decorative xmlns:adec="http://schemas.microsoft.com/office/drawing/2017/decorative" val="1"/>
                  </a:ext>
                </a:extLst>
              </p:cNvPr>
              <p:cNvGrpSpPr>
                <a:grpSpLocks noChangeAspect="1"/>
              </p:cNvGrpSpPr>
              <p:nvPr/>
            </p:nvGrpSpPr>
            <p:grpSpPr>
              <a:xfrm>
                <a:off x="6909027" y="1737854"/>
                <a:ext cx="125379" cy="142227"/>
                <a:chOff x="1128374" y="5197040"/>
                <a:chExt cx="125379" cy="142227"/>
              </a:xfrm>
            </p:grpSpPr>
            <p:sp>
              <p:nvSpPr>
                <p:cNvPr id="785" name="Freeform: Shape 4681">
                  <a:extLst>
                    <a:ext uri="{FF2B5EF4-FFF2-40B4-BE49-F238E27FC236}">
                      <a16:creationId xmlns:a16="http://schemas.microsoft.com/office/drawing/2014/main" id="{1ABB8B57-EE3E-938A-B1D8-AEAE9689870A}"/>
                    </a:ext>
                  </a:extLst>
                </p:cNvPr>
                <p:cNvSpPr/>
                <p:nvPr/>
              </p:nvSpPr>
              <p:spPr>
                <a:xfrm>
                  <a:off x="1188825" y="5197040"/>
                  <a:ext cx="4478" cy="76123"/>
                </a:xfrm>
                <a:custGeom>
                  <a:avLst/>
                  <a:gdLst>
                    <a:gd name="connsiteX0" fmla="*/ 2239 w 4477"/>
                    <a:gd name="connsiteY0" fmla="*/ 77466 h 76122"/>
                    <a:gd name="connsiteX1" fmla="*/ 0 w 4477"/>
                    <a:gd name="connsiteY1" fmla="*/ 75228 h 76122"/>
                    <a:gd name="connsiteX2" fmla="*/ 0 w 4477"/>
                    <a:gd name="connsiteY2" fmla="*/ 2239 h 76122"/>
                    <a:gd name="connsiteX3" fmla="*/ 2239 w 4477"/>
                    <a:gd name="connsiteY3" fmla="*/ 0 h 76122"/>
                    <a:gd name="connsiteX4" fmla="*/ 4478 w 4477"/>
                    <a:gd name="connsiteY4" fmla="*/ 2239 h 76122"/>
                    <a:gd name="connsiteX5" fmla="*/ 4478 w 4477"/>
                    <a:gd name="connsiteY5" fmla="*/ 75228 h 76122"/>
                    <a:gd name="connsiteX6" fmla="*/ 2239 w 4477"/>
                    <a:gd name="connsiteY6" fmla="*/ 77466 h 7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76122">
                      <a:moveTo>
                        <a:pt x="2239" y="77466"/>
                      </a:moveTo>
                      <a:cubicBezTo>
                        <a:pt x="896" y="77466"/>
                        <a:pt x="0" y="76571"/>
                        <a:pt x="0" y="75228"/>
                      </a:cubicBezTo>
                      <a:lnTo>
                        <a:pt x="0" y="2239"/>
                      </a:lnTo>
                      <a:cubicBezTo>
                        <a:pt x="0" y="896"/>
                        <a:pt x="896" y="0"/>
                        <a:pt x="2239" y="0"/>
                      </a:cubicBezTo>
                      <a:cubicBezTo>
                        <a:pt x="3582" y="0"/>
                        <a:pt x="4478" y="896"/>
                        <a:pt x="4478" y="2239"/>
                      </a:cubicBezTo>
                      <a:lnTo>
                        <a:pt x="4478" y="75228"/>
                      </a:lnTo>
                      <a:cubicBezTo>
                        <a:pt x="4478" y="76571"/>
                        <a:pt x="3582" y="77466"/>
                        <a:pt x="2239" y="7746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86" name="Freeform: Shape 4682">
                  <a:extLst>
                    <a:ext uri="{FF2B5EF4-FFF2-40B4-BE49-F238E27FC236}">
                      <a16:creationId xmlns:a16="http://schemas.microsoft.com/office/drawing/2014/main" id="{768F7009-D24D-6551-2BB8-9C263BE4F977}"/>
                    </a:ext>
                  </a:extLst>
                </p:cNvPr>
                <p:cNvSpPr/>
                <p:nvPr/>
              </p:nvSpPr>
              <p:spPr>
                <a:xfrm>
                  <a:off x="1128374" y="5218366"/>
                  <a:ext cx="125379" cy="120901"/>
                </a:xfrm>
                <a:custGeom>
                  <a:avLst/>
                  <a:gdLst>
                    <a:gd name="connsiteX0" fmla="*/ 62689 w 125378"/>
                    <a:gd name="connsiteY0" fmla="*/ 122860 h 120901"/>
                    <a:gd name="connsiteX1" fmla="*/ 0 w 125378"/>
                    <a:gd name="connsiteY1" fmla="*/ 60171 h 120901"/>
                    <a:gd name="connsiteX2" fmla="*/ 45226 w 125378"/>
                    <a:gd name="connsiteY2" fmla="*/ 168 h 120901"/>
                    <a:gd name="connsiteX3" fmla="*/ 47913 w 125378"/>
                    <a:gd name="connsiteY3" fmla="*/ 1511 h 120901"/>
                    <a:gd name="connsiteX4" fmla="*/ 46569 w 125378"/>
                    <a:gd name="connsiteY4" fmla="*/ 4198 h 120901"/>
                    <a:gd name="connsiteX5" fmla="*/ 4478 w 125378"/>
                    <a:gd name="connsiteY5" fmla="*/ 59723 h 120901"/>
                    <a:gd name="connsiteX6" fmla="*/ 62689 w 125378"/>
                    <a:gd name="connsiteY6" fmla="*/ 117935 h 120901"/>
                    <a:gd name="connsiteX7" fmla="*/ 120901 w 125378"/>
                    <a:gd name="connsiteY7" fmla="*/ 59723 h 120901"/>
                    <a:gd name="connsiteX8" fmla="*/ 78810 w 125378"/>
                    <a:gd name="connsiteY8" fmla="*/ 4198 h 120901"/>
                    <a:gd name="connsiteX9" fmla="*/ 77466 w 125378"/>
                    <a:gd name="connsiteY9" fmla="*/ 1511 h 120901"/>
                    <a:gd name="connsiteX10" fmla="*/ 80153 w 125378"/>
                    <a:gd name="connsiteY10" fmla="*/ 168 h 120901"/>
                    <a:gd name="connsiteX11" fmla="*/ 125379 w 125378"/>
                    <a:gd name="connsiteY11" fmla="*/ 60171 h 120901"/>
                    <a:gd name="connsiteX12" fmla="*/ 62689 w 125378"/>
                    <a:gd name="connsiteY12" fmla="*/ 122860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378" h="120901">
                      <a:moveTo>
                        <a:pt x="62689" y="122860"/>
                      </a:moveTo>
                      <a:cubicBezTo>
                        <a:pt x="28210" y="122860"/>
                        <a:pt x="0" y="94650"/>
                        <a:pt x="0" y="60171"/>
                      </a:cubicBezTo>
                      <a:cubicBezTo>
                        <a:pt x="0" y="31960"/>
                        <a:pt x="18359" y="7780"/>
                        <a:pt x="45226" y="168"/>
                      </a:cubicBezTo>
                      <a:cubicBezTo>
                        <a:pt x="46569" y="-280"/>
                        <a:pt x="47465" y="616"/>
                        <a:pt x="47913" y="1511"/>
                      </a:cubicBezTo>
                      <a:cubicBezTo>
                        <a:pt x="48360" y="2855"/>
                        <a:pt x="47465" y="3750"/>
                        <a:pt x="46569" y="4198"/>
                      </a:cubicBezTo>
                      <a:cubicBezTo>
                        <a:pt x="21494" y="11363"/>
                        <a:pt x="4478" y="33752"/>
                        <a:pt x="4478" y="59723"/>
                      </a:cubicBezTo>
                      <a:cubicBezTo>
                        <a:pt x="4478" y="91963"/>
                        <a:pt x="30449" y="117935"/>
                        <a:pt x="62689" y="117935"/>
                      </a:cubicBezTo>
                      <a:cubicBezTo>
                        <a:pt x="94930" y="117935"/>
                        <a:pt x="120901" y="91963"/>
                        <a:pt x="120901" y="59723"/>
                      </a:cubicBezTo>
                      <a:cubicBezTo>
                        <a:pt x="120901" y="33752"/>
                        <a:pt x="103885" y="11363"/>
                        <a:pt x="78810" y="4198"/>
                      </a:cubicBezTo>
                      <a:cubicBezTo>
                        <a:pt x="77466" y="3750"/>
                        <a:pt x="77018" y="2407"/>
                        <a:pt x="77466" y="1511"/>
                      </a:cubicBezTo>
                      <a:cubicBezTo>
                        <a:pt x="77914" y="168"/>
                        <a:pt x="79257" y="-280"/>
                        <a:pt x="80153" y="168"/>
                      </a:cubicBezTo>
                      <a:cubicBezTo>
                        <a:pt x="107468" y="7780"/>
                        <a:pt x="125379" y="31960"/>
                        <a:pt x="125379" y="60171"/>
                      </a:cubicBezTo>
                      <a:cubicBezTo>
                        <a:pt x="125379" y="95097"/>
                        <a:pt x="97169" y="122860"/>
                        <a:pt x="62689" y="12286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787" name="Freeform: Shape 4683">
                <a:extLst>
                  <a:ext uri="{FF2B5EF4-FFF2-40B4-BE49-F238E27FC236}">
                    <a16:creationId xmlns:a16="http://schemas.microsoft.com/office/drawing/2014/main" id="{F9A5D51A-48BD-CCB5-594A-469C5B75B971}"/>
                  </a:ext>
                  <a:ext uri="{C183D7F6-B498-43B3-948B-1728B52AA6E4}">
                    <adec:decorative xmlns:adec="http://schemas.microsoft.com/office/drawing/2017/decorative" val="1"/>
                  </a:ext>
                </a:extLst>
              </p:cNvPr>
              <p:cNvSpPr>
                <a:spLocks noChangeAspect="1"/>
              </p:cNvSpPr>
              <p:nvPr/>
            </p:nvSpPr>
            <p:spPr>
              <a:xfrm>
                <a:off x="7168741" y="1745747"/>
                <a:ext cx="125379" cy="120901"/>
              </a:xfrm>
              <a:custGeom>
                <a:avLst/>
                <a:gdLst>
                  <a:gd name="connsiteX0" fmla="*/ 62689 w 125378"/>
                  <a:gd name="connsiteY0" fmla="*/ 122860 h 120901"/>
                  <a:gd name="connsiteX1" fmla="*/ 0 w 125378"/>
                  <a:gd name="connsiteY1" fmla="*/ 60171 h 120901"/>
                  <a:gd name="connsiteX2" fmla="*/ 45226 w 125378"/>
                  <a:gd name="connsiteY2" fmla="*/ 168 h 120901"/>
                  <a:gd name="connsiteX3" fmla="*/ 47913 w 125378"/>
                  <a:gd name="connsiteY3" fmla="*/ 1511 h 120901"/>
                  <a:gd name="connsiteX4" fmla="*/ 46569 w 125378"/>
                  <a:gd name="connsiteY4" fmla="*/ 4198 h 120901"/>
                  <a:gd name="connsiteX5" fmla="*/ 4478 w 125378"/>
                  <a:gd name="connsiteY5" fmla="*/ 59723 h 120901"/>
                  <a:gd name="connsiteX6" fmla="*/ 62689 w 125378"/>
                  <a:gd name="connsiteY6" fmla="*/ 117935 h 120901"/>
                  <a:gd name="connsiteX7" fmla="*/ 120901 w 125378"/>
                  <a:gd name="connsiteY7" fmla="*/ 59723 h 120901"/>
                  <a:gd name="connsiteX8" fmla="*/ 78810 w 125378"/>
                  <a:gd name="connsiteY8" fmla="*/ 4198 h 120901"/>
                  <a:gd name="connsiteX9" fmla="*/ 77466 w 125378"/>
                  <a:gd name="connsiteY9" fmla="*/ 1511 h 120901"/>
                  <a:gd name="connsiteX10" fmla="*/ 80153 w 125378"/>
                  <a:gd name="connsiteY10" fmla="*/ 168 h 120901"/>
                  <a:gd name="connsiteX11" fmla="*/ 125379 w 125378"/>
                  <a:gd name="connsiteY11" fmla="*/ 60171 h 120901"/>
                  <a:gd name="connsiteX12" fmla="*/ 62689 w 125378"/>
                  <a:gd name="connsiteY12" fmla="*/ 122860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378" h="120901">
                    <a:moveTo>
                      <a:pt x="62689" y="122860"/>
                    </a:moveTo>
                    <a:cubicBezTo>
                      <a:pt x="28210" y="122860"/>
                      <a:pt x="0" y="94650"/>
                      <a:pt x="0" y="60171"/>
                    </a:cubicBezTo>
                    <a:cubicBezTo>
                      <a:pt x="0" y="31960"/>
                      <a:pt x="18359" y="7780"/>
                      <a:pt x="45226" y="168"/>
                    </a:cubicBezTo>
                    <a:cubicBezTo>
                      <a:pt x="46569" y="-280"/>
                      <a:pt x="47465" y="616"/>
                      <a:pt x="47913" y="1511"/>
                    </a:cubicBezTo>
                    <a:cubicBezTo>
                      <a:pt x="48360" y="2855"/>
                      <a:pt x="47465" y="3750"/>
                      <a:pt x="46569" y="4198"/>
                    </a:cubicBezTo>
                    <a:cubicBezTo>
                      <a:pt x="21493" y="11363"/>
                      <a:pt x="4478" y="33752"/>
                      <a:pt x="4478" y="59723"/>
                    </a:cubicBezTo>
                    <a:cubicBezTo>
                      <a:pt x="4478" y="91963"/>
                      <a:pt x="30449" y="117935"/>
                      <a:pt x="62689" y="117935"/>
                    </a:cubicBezTo>
                    <a:cubicBezTo>
                      <a:pt x="94930" y="117935"/>
                      <a:pt x="120901" y="91963"/>
                      <a:pt x="120901" y="59723"/>
                    </a:cubicBezTo>
                    <a:cubicBezTo>
                      <a:pt x="120901" y="33752"/>
                      <a:pt x="103885" y="11363"/>
                      <a:pt x="78810" y="4198"/>
                    </a:cubicBezTo>
                    <a:cubicBezTo>
                      <a:pt x="77466" y="3750"/>
                      <a:pt x="77018" y="2407"/>
                      <a:pt x="77466" y="1511"/>
                    </a:cubicBezTo>
                    <a:cubicBezTo>
                      <a:pt x="77914" y="168"/>
                      <a:pt x="79257" y="-280"/>
                      <a:pt x="80153" y="168"/>
                    </a:cubicBezTo>
                    <a:cubicBezTo>
                      <a:pt x="107468" y="7780"/>
                      <a:pt x="125379" y="31960"/>
                      <a:pt x="125379" y="60171"/>
                    </a:cubicBezTo>
                    <a:cubicBezTo>
                      <a:pt x="125379" y="95097"/>
                      <a:pt x="97169" y="122860"/>
                      <a:pt x="62689" y="12286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88" name="Freeform: Shape 4684">
                <a:extLst>
                  <a:ext uri="{FF2B5EF4-FFF2-40B4-BE49-F238E27FC236}">
                    <a16:creationId xmlns:a16="http://schemas.microsoft.com/office/drawing/2014/main" id="{EE778B76-0596-E556-115B-8A9C70C63001}"/>
                  </a:ext>
                  <a:ext uri="{C183D7F6-B498-43B3-948B-1728B52AA6E4}">
                    <adec:decorative xmlns:adec="http://schemas.microsoft.com/office/drawing/2017/decorative" val="1"/>
                  </a:ext>
                </a:extLst>
              </p:cNvPr>
              <p:cNvSpPr>
                <a:spLocks noChangeAspect="1"/>
              </p:cNvSpPr>
              <p:nvPr/>
            </p:nvSpPr>
            <p:spPr>
              <a:xfrm>
                <a:off x="6625287" y="1763826"/>
                <a:ext cx="152246" cy="102990"/>
              </a:xfrm>
              <a:custGeom>
                <a:avLst/>
                <a:gdLst>
                  <a:gd name="connsiteX0" fmla="*/ 152092 w 152245"/>
                  <a:gd name="connsiteY0" fmla="*/ 46569 h 102989"/>
                  <a:gd name="connsiteX1" fmla="*/ 126569 w 152245"/>
                  <a:gd name="connsiteY1" fmla="*/ 1791 h 102989"/>
                  <a:gd name="connsiteX2" fmla="*/ 124777 w 152245"/>
                  <a:gd name="connsiteY2" fmla="*/ 448 h 102989"/>
                  <a:gd name="connsiteX3" fmla="*/ 97015 w 152245"/>
                  <a:gd name="connsiteY3" fmla="*/ 448 h 102989"/>
                  <a:gd name="connsiteX4" fmla="*/ 88955 w 152245"/>
                  <a:gd name="connsiteY4" fmla="*/ 1343 h 102989"/>
                  <a:gd name="connsiteX5" fmla="*/ 74626 w 152245"/>
                  <a:gd name="connsiteY5" fmla="*/ 6269 h 102989"/>
                  <a:gd name="connsiteX6" fmla="*/ 72835 w 152245"/>
                  <a:gd name="connsiteY6" fmla="*/ 4925 h 102989"/>
                  <a:gd name="connsiteX7" fmla="*/ 72387 w 152245"/>
                  <a:gd name="connsiteY7" fmla="*/ 4478 h 102989"/>
                  <a:gd name="connsiteX8" fmla="*/ 67014 w 152245"/>
                  <a:gd name="connsiteY8" fmla="*/ 1343 h 102989"/>
                  <a:gd name="connsiteX9" fmla="*/ 58954 w 152245"/>
                  <a:gd name="connsiteY9" fmla="*/ 0 h 102989"/>
                  <a:gd name="connsiteX10" fmla="*/ 31191 w 152245"/>
                  <a:gd name="connsiteY10" fmla="*/ 0 h 102989"/>
                  <a:gd name="connsiteX11" fmla="*/ 29400 w 152245"/>
                  <a:gd name="connsiteY11" fmla="*/ 895 h 102989"/>
                  <a:gd name="connsiteX12" fmla="*/ 294 w 152245"/>
                  <a:gd name="connsiteY12" fmla="*/ 46121 h 102989"/>
                  <a:gd name="connsiteX13" fmla="*/ 742 w 152245"/>
                  <a:gd name="connsiteY13" fmla="*/ 49256 h 102989"/>
                  <a:gd name="connsiteX14" fmla="*/ 75521 w 152245"/>
                  <a:gd name="connsiteY14" fmla="*/ 102542 h 102989"/>
                  <a:gd name="connsiteX15" fmla="*/ 81343 w 152245"/>
                  <a:gd name="connsiteY15" fmla="*/ 104333 h 102989"/>
                  <a:gd name="connsiteX16" fmla="*/ 88507 w 152245"/>
                  <a:gd name="connsiteY16" fmla="*/ 100751 h 102989"/>
                  <a:gd name="connsiteX17" fmla="*/ 90298 w 152245"/>
                  <a:gd name="connsiteY17" fmla="*/ 96273 h 102989"/>
                  <a:gd name="connsiteX18" fmla="*/ 92537 w 152245"/>
                  <a:gd name="connsiteY18" fmla="*/ 98064 h 102989"/>
                  <a:gd name="connsiteX19" fmla="*/ 94776 w 152245"/>
                  <a:gd name="connsiteY19" fmla="*/ 99855 h 102989"/>
                  <a:gd name="connsiteX20" fmla="*/ 100597 w 152245"/>
                  <a:gd name="connsiteY20" fmla="*/ 101646 h 102989"/>
                  <a:gd name="connsiteX21" fmla="*/ 107762 w 152245"/>
                  <a:gd name="connsiteY21" fmla="*/ 98064 h 102989"/>
                  <a:gd name="connsiteX22" fmla="*/ 109553 w 152245"/>
                  <a:gd name="connsiteY22" fmla="*/ 92243 h 102989"/>
                  <a:gd name="connsiteX23" fmla="*/ 111792 w 152245"/>
                  <a:gd name="connsiteY23" fmla="*/ 92691 h 102989"/>
                  <a:gd name="connsiteX24" fmla="*/ 113135 w 152245"/>
                  <a:gd name="connsiteY24" fmla="*/ 92691 h 102989"/>
                  <a:gd name="connsiteX25" fmla="*/ 119404 w 152245"/>
                  <a:gd name="connsiteY25" fmla="*/ 89108 h 102989"/>
                  <a:gd name="connsiteX26" fmla="*/ 121195 w 152245"/>
                  <a:gd name="connsiteY26" fmla="*/ 83287 h 102989"/>
                  <a:gd name="connsiteX27" fmla="*/ 119404 w 152245"/>
                  <a:gd name="connsiteY27" fmla="*/ 78362 h 102989"/>
                  <a:gd name="connsiteX28" fmla="*/ 123882 w 152245"/>
                  <a:gd name="connsiteY28" fmla="*/ 75227 h 102989"/>
                  <a:gd name="connsiteX29" fmla="*/ 126121 w 152245"/>
                  <a:gd name="connsiteY29" fmla="*/ 69406 h 102989"/>
                  <a:gd name="connsiteX30" fmla="*/ 125225 w 152245"/>
                  <a:gd name="connsiteY30" fmla="*/ 64480 h 102989"/>
                  <a:gd name="connsiteX31" fmla="*/ 124777 w 152245"/>
                  <a:gd name="connsiteY31" fmla="*/ 64033 h 102989"/>
                  <a:gd name="connsiteX32" fmla="*/ 150749 w 152245"/>
                  <a:gd name="connsiteY32" fmla="*/ 48808 h 102989"/>
                  <a:gd name="connsiteX33" fmla="*/ 152092 w 152245"/>
                  <a:gd name="connsiteY33" fmla="*/ 46569 h 102989"/>
                  <a:gd name="connsiteX34" fmla="*/ 121195 w 152245"/>
                  <a:gd name="connsiteY34" fmla="*/ 73436 h 102989"/>
                  <a:gd name="connsiteX35" fmla="*/ 118061 w 152245"/>
                  <a:gd name="connsiteY35" fmla="*/ 75227 h 102989"/>
                  <a:gd name="connsiteX36" fmla="*/ 114479 w 152245"/>
                  <a:gd name="connsiteY36" fmla="*/ 74332 h 102989"/>
                  <a:gd name="connsiteX37" fmla="*/ 114479 w 152245"/>
                  <a:gd name="connsiteY37" fmla="*/ 74332 h 102989"/>
                  <a:gd name="connsiteX38" fmla="*/ 82686 w 152245"/>
                  <a:gd name="connsiteY38" fmla="*/ 49256 h 102989"/>
                  <a:gd name="connsiteX39" fmla="*/ 79552 w 152245"/>
                  <a:gd name="connsiteY39" fmla="*/ 49704 h 102989"/>
                  <a:gd name="connsiteX40" fmla="*/ 79999 w 152245"/>
                  <a:gd name="connsiteY40" fmla="*/ 52838 h 102989"/>
                  <a:gd name="connsiteX41" fmla="*/ 115822 w 152245"/>
                  <a:gd name="connsiteY41" fmla="*/ 81048 h 102989"/>
                  <a:gd name="connsiteX42" fmla="*/ 117613 w 152245"/>
                  <a:gd name="connsiteY42" fmla="*/ 84631 h 102989"/>
                  <a:gd name="connsiteX43" fmla="*/ 116717 w 152245"/>
                  <a:gd name="connsiteY43" fmla="*/ 87765 h 102989"/>
                  <a:gd name="connsiteX44" fmla="*/ 113583 w 152245"/>
                  <a:gd name="connsiteY44" fmla="*/ 89556 h 102989"/>
                  <a:gd name="connsiteX45" fmla="*/ 110001 w 152245"/>
                  <a:gd name="connsiteY45" fmla="*/ 88661 h 102989"/>
                  <a:gd name="connsiteX46" fmla="*/ 74178 w 152245"/>
                  <a:gd name="connsiteY46" fmla="*/ 60451 h 102989"/>
                  <a:gd name="connsiteX47" fmla="*/ 71044 w 152245"/>
                  <a:gd name="connsiteY47" fmla="*/ 60898 h 102989"/>
                  <a:gd name="connsiteX48" fmla="*/ 71491 w 152245"/>
                  <a:gd name="connsiteY48" fmla="*/ 64033 h 102989"/>
                  <a:gd name="connsiteX49" fmla="*/ 104180 w 152245"/>
                  <a:gd name="connsiteY49" fmla="*/ 90004 h 102989"/>
                  <a:gd name="connsiteX50" fmla="*/ 104180 w 152245"/>
                  <a:gd name="connsiteY50" fmla="*/ 90004 h 102989"/>
                  <a:gd name="connsiteX51" fmla="*/ 105971 w 152245"/>
                  <a:gd name="connsiteY51" fmla="*/ 93586 h 102989"/>
                  <a:gd name="connsiteX52" fmla="*/ 105075 w 152245"/>
                  <a:gd name="connsiteY52" fmla="*/ 96721 h 102989"/>
                  <a:gd name="connsiteX53" fmla="*/ 98358 w 152245"/>
                  <a:gd name="connsiteY53" fmla="*/ 97616 h 102989"/>
                  <a:gd name="connsiteX54" fmla="*/ 96119 w 152245"/>
                  <a:gd name="connsiteY54" fmla="*/ 95825 h 102989"/>
                  <a:gd name="connsiteX55" fmla="*/ 91194 w 152245"/>
                  <a:gd name="connsiteY55" fmla="*/ 92243 h 102989"/>
                  <a:gd name="connsiteX56" fmla="*/ 87612 w 152245"/>
                  <a:gd name="connsiteY56" fmla="*/ 89556 h 102989"/>
                  <a:gd name="connsiteX57" fmla="*/ 87612 w 152245"/>
                  <a:gd name="connsiteY57" fmla="*/ 89556 h 102989"/>
                  <a:gd name="connsiteX58" fmla="*/ 65670 w 152245"/>
                  <a:gd name="connsiteY58" fmla="*/ 72093 h 102989"/>
                  <a:gd name="connsiteX59" fmla="*/ 62536 w 152245"/>
                  <a:gd name="connsiteY59" fmla="*/ 72540 h 102989"/>
                  <a:gd name="connsiteX60" fmla="*/ 62984 w 152245"/>
                  <a:gd name="connsiteY60" fmla="*/ 75675 h 102989"/>
                  <a:gd name="connsiteX61" fmla="*/ 84925 w 152245"/>
                  <a:gd name="connsiteY61" fmla="*/ 93139 h 102989"/>
                  <a:gd name="connsiteX62" fmla="*/ 86716 w 152245"/>
                  <a:gd name="connsiteY62" fmla="*/ 96721 h 102989"/>
                  <a:gd name="connsiteX63" fmla="*/ 85820 w 152245"/>
                  <a:gd name="connsiteY63" fmla="*/ 99855 h 102989"/>
                  <a:gd name="connsiteX64" fmla="*/ 79104 w 152245"/>
                  <a:gd name="connsiteY64" fmla="*/ 100751 h 102989"/>
                  <a:gd name="connsiteX65" fmla="*/ 5220 w 152245"/>
                  <a:gd name="connsiteY65" fmla="*/ 47465 h 102989"/>
                  <a:gd name="connsiteX66" fmla="*/ 32534 w 152245"/>
                  <a:gd name="connsiteY66" fmla="*/ 5373 h 102989"/>
                  <a:gd name="connsiteX67" fmla="*/ 58954 w 152245"/>
                  <a:gd name="connsiteY67" fmla="*/ 5373 h 102989"/>
                  <a:gd name="connsiteX68" fmla="*/ 65223 w 152245"/>
                  <a:gd name="connsiteY68" fmla="*/ 6269 h 102989"/>
                  <a:gd name="connsiteX69" fmla="*/ 69700 w 152245"/>
                  <a:gd name="connsiteY69" fmla="*/ 8956 h 102989"/>
                  <a:gd name="connsiteX70" fmla="*/ 70596 w 152245"/>
                  <a:gd name="connsiteY70" fmla="*/ 9851 h 102989"/>
                  <a:gd name="connsiteX71" fmla="*/ 41042 w 152245"/>
                  <a:gd name="connsiteY71" fmla="*/ 30449 h 102989"/>
                  <a:gd name="connsiteX72" fmla="*/ 40595 w 152245"/>
                  <a:gd name="connsiteY72" fmla="*/ 30449 h 102989"/>
                  <a:gd name="connsiteX73" fmla="*/ 40595 w 152245"/>
                  <a:gd name="connsiteY73" fmla="*/ 30449 h 102989"/>
                  <a:gd name="connsiteX74" fmla="*/ 40595 w 152245"/>
                  <a:gd name="connsiteY74" fmla="*/ 30449 h 102989"/>
                  <a:gd name="connsiteX75" fmla="*/ 40595 w 152245"/>
                  <a:gd name="connsiteY75" fmla="*/ 30449 h 102989"/>
                  <a:gd name="connsiteX76" fmla="*/ 39699 w 152245"/>
                  <a:gd name="connsiteY76" fmla="*/ 32240 h 102989"/>
                  <a:gd name="connsiteX77" fmla="*/ 41042 w 152245"/>
                  <a:gd name="connsiteY77" fmla="*/ 34031 h 102989"/>
                  <a:gd name="connsiteX78" fmla="*/ 44625 w 152245"/>
                  <a:gd name="connsiteY78" fmla="*/ 37166 h 102989"/>
                  <a:gd name="connsiteX79" fmla="*/ 49550 w 152245"/>
                  <a:gd name="connsiteY79" fmla="*/ 41196 h 102989"/>
                  <a:gd name="connsiteX80" fmla="*/ 50446 w 152245"/>
                  <a:gd name="connsiteY80" fmla="*/ 42091 h 102989"/>
                  <a:gd name="connsiteX81" fmla="*/ 51789 w 152245"/>
                  <a:gd name="connsiteY81" fmla="*/ 42539 h 102989"/>
                  <a:gd name="connsiteX82" fmla="*/ 61640 w 152245"/>
                  <a:gd name="connsiteY82" fmla="*/ 44330 h 102989"/>
                  <a:gd name="connsiteX83" fmla="*/ 62984 w 152245"/>
                  <a:gd name="connsiteY83" fmla="*/ 43883 h 102989"/>
                  <a:gd name="connsiteX84" fmla="*/ 62984 w 152245"/>
                  <a:gd name="connsiteY84" fmla="*/ 43883 h 102989"/>
                  <a:gd name="connsiteX85" fmla="*/ 64775 w 152245"/>
                  <a:gd name="connsiteY85" fmla="*/ 43435 h 102989"/>
                  <a:gd name="connsiteX86" fmla="*/ 65223 w 152245"/>
                  <a:gd name="connsiteY86" fmla="*/ 43435 h 102989"/>
                  <a:gd name="connsiteX87" fmla="*/ 66118 w 152245"/>
                  <a:gd name="connsiteY87" fmla="*/ 42987 h 102989"/>
                  <a:gd name="connsiteX88" fmla="*/ 67014 w 152245"/>
                  <a:gd name="connsiteY88" fmla="*/ 42539 h 102989"/>
                  <a:gd name="connsiteX89" fmla="*/ 70148 w 152245"/>
                  <a:gd name="connsiteY89" fmla="*/ 40748 h 102989"/>
                  <a:gd name="connsiteX90" fmla="*/ 77313 w 152245"/>
                  <a:gd name="connsiteY90" fmla="*/ 36270 h 102989"/>
                  <a:gd name="connsiteX91" fmla="*/ 81790 w 152245"/>
                  <a:gd name="connsiteY91" fmla="*/ 33584 h 102989"/>
                  <a:gd name="connsiteX92" fmla="*/ 81790 w 152245"/>
                  <a:gd name="connsiteY92" fmla="*/ 33584 h 102989"/>
                  <a:gd name="connsiteX93" fmla="*/ 81790 w 152245"/>
                  <a:gd name="connsiteY93" fmla="*/ 33584 h 102989"/>
                  <a:gd name="connsiteX94" fmla="*/ 82686 w 152245"/>
                  <a:gd name="connsiteY94" fmla="*/ 33136 h 102989"/>
                  <a:gd name="connsiteX95" fmla="*/ 82686 w 152245"/>
                  <a:gd name="connsiteY95" fmla="*/ 33136 h 102989"/>
                  <a:gd name="connsiteX96" fmla="*/ 82686 w 152245"/>
                  <a:gd name="connsiteY96" fmla="*/ 33136 h 102989"/>
                  <a:gd name="connsiteX97" fmla="*/ 121195 w 152245"/>
                  <a:gd name="connsiteY97" fmla="*/ 68063 h 102989"/>
                  <a:gd name="connsiteX98" fmla="*/ 122091 w 152245"/>
                  <a:gd name="connsiteY98" fmla="*/ 71197 h 102989"/>
                  <a:gd name="connsiteX99" fmla="*/ 121195 w 152245"/>
                  <a:gd name="connsiteY99" fmla="*/ 73436 h 102989"/>
                  <a:gd name="connsiteX100" fmla="*/ 122091 w 152245"/>
                  <a:gd name="connsiteY100" fmla="*/ 61794 h 102989"/>
                  <a:gd name="connsiteX101" fmla="*/ 97015 w 152245"/>
                  <a:gd name="connsiteY101" fmla="*/ 38957 h 102989"/>
                  <a:gd name="connsiteX102" fmla="*/ 85820 w 152245"/>
                  <a:gd name="connsiteY102" fmla="*/ 29106 h 102989"/>
                  <a:gd name="connsiteX103" fmla="*/ 85820 w 152245"/>
                  <a:gd name="connsiteY103" fmla="*/ 29106 h 102989"/>
                  <a:gd name="connsiteX104" fmla="*/ 85820 w 152245"/>
                  <a:gd name="connsiteY104" fmla="*/ 29106 h 102989"/>
                  <a:gd name="connsiteX105" fmla="*/ 85820 w 152245"/>
                  <a:gd name="connsiteY105" fmla="*/ 29106 h 102989"/>
                  <a:gd name="connsiteX106" fmla="*/ 83134 w 152245"/>
                  <a:gd name="connsiteY106" fmla="*/ 28210 h 102989"/>
                  <a:gd name="connsiteX107" fmla="*/ 82686 w 152245"/>
                  <a:gd name="connsiteY107" fmla="*/ 28210 h 102989"/>
                  <a:gd name="connsiteX108" fmla="*/ 82238 w 152245"/>
                  <a:gd name="connsiteY108" fmla="*/ 28210 h 102989"/>
                  <a:gd name="connsiteX109" fmla="*/ 81343 w 152245"/>
                  <a:gd name="connsiteY109" fmla="*/ 28210 h 102989"/>
                  <a:gd name="connsiteX110" fmla="*/ 80895 w 152245"/>
                  <a:gd name="connsiteY110" fmla="*/ 28658 h 102989"/>
                  <a:gd name="connsiteX111" fmla="*/ 79552 w 152245"/>
                  <a:gd name="connsiteY111" fmla="*/ 29106 h 102989"/>
                  <a:gd name="connsiteX112" fmla="*/ 79552 w 152245"/>
                  <a:gd name="connsiteY112" fmla="*/ 29106 h 102989"/>
                  <a:gd name="connsiteX113" fmla="*/ 79552 w 152245"/>
                  <a:gd name="connsiteY113" fmla="*/ 29106 h 102989"/>
                  <a:gd name="connsiteX114" fmla="*/ 79552 w 152245"/>
                  <a:gd name="connsiteY114" fmla="*/ 29106 h 102989"/>
                  <a:gd name="connsiteX115" fmla="*/ 73283 w 152245"/>
                  <a:gd name="connsiteY115" fmla="*/ 32688 h 102989"/>
                  <a:gd name="connsiteX116" fmla="*/ 67461 w 152245"/>
                  <a:gd name="connsiteY116" fmla="*/ 36270 h 102989"/>
                  <a:gd name="connsiteX117" fmla="*/ 66118 w 152245"/>
                  <a:gd name="connsiteY117" fmla="*/ 37166 h 102989"/>
                  <a:gd name="connsiteX118" fmla="*/ 65223 w 152245"/>
                  <a:gd name="connsiteY118" fmla="*/ 37614 h 102989"/>
                  <a:gd name="connsiteX119" fmla="*/ 64327 w 152245"/>
                  <a:gd name="connsiteY119" fmla="*/ 38061 h 102989"/>
                  <a:gd name="connsiteX120" fmla="*/ 59849 w 152245"/>
                  <a:gd name="connsiteY120" fmla="*/ 39405 h 102989"/>
                  <a:gd name="connsiteX121" fmla="*/ 59849 w 152245"/>
                  <a:gd name="connsiteY121" fmla="*/ 39405 h 102989"/>
                  <a:gd name="connsiteX122" fmla="*/ 58954 w 152245"/>
                  <a:gd name="connsiteY122" fmla="*/ 39405 h 102989"/>
                  <a:gd name="connsiteX123" fmla="*/ 57610 w 152245"/>
                  <a:gd name="connsiteY123" fmla="*/ 39405 h 102989"/>
                  <a:gd name="connsiteX124" fmla="*/ 56715 w 152245"/>
                  <a:gd name="connsiteY124" fmla="*/ 39405 h 102989"/>
                  <a:gd name="connsiteX125" fmla="*/ 55819 w 152245"/>
                  <a:gd name="connsiteY125" fmla="*/ 38957 h 102989"/>
                  <a:gd name="connsiteX126" fmla="*/ 54476 w 152245"/>
                  <a:gd name="connsiteY126" fmla="*/ 38509 h 102989"/>
                  <a:gd name="connsiteX127" fmla="*/ 51341 w 152245"/>
                  <a:gd name="connsiteY127" fmla="*/ 36718 h 102989"/>
                  <a:gd name="connsiteX128" fmla="*/ 47759 w 152245"/>
                  <a:gd name="connsiteY128" fmla="*/ 33584 h 102989"/>
                  <a:gd name="connsiteX129" fmla="*/ 46416 w 152245"/>
                  <a:gd name="connsiteY129" fmla="*/ 32240 h 102989"/>
                  <a:gd name="connsiteX130" fmla="*/ 75969 w 152245"/>
                  <a:gd name="connsiteY130" fmla="*/ 11642 h 102989"/>
                  <a:gd name="connsiteX131" fmla="*/ 76417 w 152245"/>
                  <a:gd name="connsiteY131" fmla="*/ 10747 h 102989"/>
                  <a:gd name="connsiteX132" fmla="*/ 76417 w 152245"/>
                  <a:gd name="connsiteY132" fmla="*/ 10747 h 102989"/>
                  <a:gd name="connsiteX133" fmla="*/ 89403 w 152245"/>
                  <a:gd name="connsiteY133" fmla="*/ 6269 h 102989"/>
                  <a:gd name="connsiteX134" fmla="*/ 96567 w 152245"/>
                  <a:gd name="connsiteY134" fmla="*/ 5373 h 102989"/>
                  <a:gd name="connsiteX135" fmla="*/ 122986 w 152245"/>
                  <a:gd name="connsiteY135" fmla="*/ 5373 h 102989"/>
                  <a:gd name="connsiteX136" fmla="*/ 146719 w 152245"/>
                  <a:gd name="connsiteY136" fmla="*/ 47017 h 102989"/>
                  <a:gd name="connsiteX137" fmla="*/ 122091 w 152245"/>
                  <a:gd name="connsiteY137" fmla="*/ 61794 h 10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52245" h="102989">
                    <a:moveTo>
                      <a:pt x="152092" y="46569"/>
                    </a:moveTo>
                    <a:lnTo>
                      <a:pt x="126569" y="1791"/>
                    </a:lnTo>
                    <a:cubicBezTo>
                      <a:pt x="126121" y="895"/>
                      <a:pt x="125225" y="448"/>
                      <a:pt x="124777" y="448"/>
                    </a:cubicBezTo>
                    <a:lnTo>
                      <a:pt x="97015" y="448"/>
                    </a:lnTo>
                    <a:cubicBezTo>
                      <a:pt x="94328" y="448"/>
                      <a:pt x="91642" y="895"/>
                      <a:pt x="88955" y="1343"/>
                    </a:cubicBezTo>
                    <a:cubicBezTo>
                      <a:pt x="85373" y="2239"/>
                      <a:pt x="77760" y="4478"/>
                      <a:pt x="74626" y="6269"/>
                    </a:cubicBezTo>
                    <a:lnTo>
                      <a:pt x="72835" y="4925"/>
                    </a:lnTo>
                    <a:lnTo>
                      <a:pt x="72387" y="4478"/>
                    </a:lnTo>
                    <a:cubicBezTo>
                      <a:pt x="70596" y="3134"/>
                      <a:pt x="69253" y="2239"/>
                      <a:pt x="67014" y="1343"/>
                    </a:cubicBezTo>
                    <a:cubicBezTo>
                      <a:pt x="64327" y="448"/>
                      <a:pt x="61640" y="0"/>
                      <a:pt x="58954" y="0"/>
                    </a:cubicBezTo>
                    <a:lnTo>
                      <a:pt x="31191" y="0"/>
                    </a:lnTo>
                    <a:cubicBezTo>
                      <a:pt x="30296" y="0"/>
                      <a:pt x="29848" y="448"/>
                      <a:pt x="29400" y="895"/>
                    </a:cubicBezTo>
                    <a:lnTo>
                      <a:pt x="294" y="46121"/>
                    </a:lnTo>
                    <a:cubicBezTo>
                      <a:pt x="-154" y="47017"/>
                      <a:pt x="-154" y="48360"/>
                      <a:pt x="742" y="49256"/>
                    </a:cubicBezTo>
                    <a:lnTo>
                      <a:pt x="75521" y="102542"/>
                    </a:lnTo>
                    <a:cubicBezTo>
                      <a:pt x="77313" y="103885"/>
                      <a:pt x="79104" y="104333"/>
                      <a:pt x="81343" y="104333"/>
                    </a:cubicBezTo>
                    <a:cubicBezTo>
                      <a:pt x="84029" y="104333"/>
                      <a:pt x="86716" y="102990"/>
                      <a:pt x="88507" y="100751"/>
                    </a:cubicBezTo>
                    <a:cubicBezTo>
                      <a:pt x="89403" y="99407"/>
                      <a:pt x="90298" y="97616"/>
                      <a:pt x="90298" y="96273"/>
                    </a:cubicBezTo>
                    <a:cubicBezTo>
                      <a:pt x="91642" y="97168"/>
                      <a:pt x="92537" y="98064"/>
                      <a:pt x="92537" y="98064"/>
                    </a:cubicBezTo>
                    <a:lnTo>
                      <a:pt x="94776" y="99855"/>
                    </a:lnTo>
                    <a:cubicBezTo>
                      <a:pt x="96567" y="101199"/>
                      <a:pt x="98358" y="101646"/>
                      <a:pt x="100597" y="101646"/>
                    </a:cubicBezTo>
                    <a:cubicBezTo>
                      <a:pt x="103284" y="101646"/>
                      <a:pt x="105971" y="100303"/>
                      <a:pt x="107762" y="98064"/>
                    </a:cubicBezTo>
                    <a:cubicBezTo>
                      <a:pt x="109105" y="96273"/>
                      <a:pt x="109553" y="94482"/>
                      <a:pt x="109553" y="92243"/>
                    </a:cubicBezTo>
                    <a:cubicBezTo>
                      <a:pt x="110448" y="92243"/>
                      <a:pt x="110896" y="92691"/>
                      <a:pt x="111792" y="92691"/>
                    </a:cubicBezTo>
                    <a:cubicBezTo>
                      <a:pt x="112240" y="92691"/>
                      <a:pt x="112687" y="92691"/>
                      <a:pt x="113135" y="92691"/>
                    </a:cubicBezTo>
                    <a:cubicBezTo>
                      <a:pt x="115374" y="92243"/>
                      <a:pt x="117613" y="91347"/>
                      <a:pt x="119404" y="89108"/>
                    </a:cubicBezTo>
                    <a:cubicBezTo>
                      <a:pt x="120747" y="87317"/>
                      <a:pt x="121195" y="85526"/>
                      <a:pt x="121195" y="83287"/>
                    </a:cubicBezTo>
                    <a:cubicBezTo>
                      <a:pt x="121195" y="81496"/>
                      <a:pt x="120747" y="79705"/>
                      <a:pt x="119404" y="78362"/>
                    </a:cubicBezTo>
                    <a:cubicBezTo>
                      <a:pt x="121195" y="77914"/>
                      <a:pt x="122986" y="76571"/>
                      <a:pt x="123882" y="75227"/>
                    </a:cubicBezTo>
                    <a:cubicBezTo>
                      <a:pt x="125225" y="73436"/>
                      <a:pt x="126121" y="71645"/>
                      <a:pt x="126121" y="69406"/>
                    </a:cubicBezTo>
                    <a:cubicBezTo>
                      <a:pt x="126121" y="67167"/>
                      <a:pt x="125225" y="65376"/>
                      <a:pt x="125225" y="64480"/>
                    </a:cubicBezTo>
                    <a:cubicBezTo>
                      <a:pt x="125225" y="64480"/>
                      <a:pt x="125225" y="64033"/>
                      <a:pt x="124777" y="64033"/>
                    </a:cubicBezTo>
                    <a:lnTo>
                      <a:pt x="150749" y="48808"/>
                    </a:lnTo>
                    <a:cubicBezTo>
                      <a:pt x="152092" y="49256"/>
                      <a:pt x="152540" y="47912"/>
                      <a:pt x="152092" y="46569"/>
                    </a:cubicBezTo>
                    <a:close/>
                    <a:moveTo>
                      <a:pt x="121195" y="73436"/>
                    </a:moveTo>
                    <a:cubicBezTo>
                      <a:pt x="120300" y="74332"/>
                      <a:pt x="119404" y="75227"/>
                      <a:pt x="118061" y="75227"/>
                    </a:cubicBezTo>
                    <a:cubicBezTo>
                      <a:pt x="116717" y="75227"/>
                      <a:pt x="115374" y="75227"/>
                      <a:pt x="114479" y="74332"/>
                    </a:cubicBezTo>
                    <a:cubicBezTo>
                      <a:pt x="114479" y="74332"/>
                      <a:pt x="114479" y="74332"/>
                      <a:pt x="114479" y="74332"/>
                    </a:cubicBezTo>
                    <a:lnTo>
                      <a:pt x="82686" y="49256"/>
                    </a:lnTo>
                    <a:cubicBezTo>
                      <a:pt x="81790" y="48360"/>
                      <a:pt x="80447" y="48808"/>
                      <a:pt x="79552" y="49704"/>
                    </a:cubicBezTo>
                    <a:cubicBezTo>
                      <a:pt x="78656" y="50599"/>
                      <a:pt x="79104" y="51943"/>
                      <a:pt x="79999" y="52838"/>
                    </a:cubicBezTo>
                    <a:lnTo>
                      <a:pt x="115822" y="81048"/>
                    </a:lnTo>
                    <a:cubicBezTo>
                      <a:pt x="117165" y="81944"/>
                      <a:pt x="117613" y="83287"/>
                      <a:pt x="117613" y="84631"/>
                    </a:cubicBezTo>
                    <a:cubicBezTo>
                      <a:pt x="117613" y="85526"/>
                      <a:pt x="117165" y="86869"/>
                      <a:pt x="116717" y="87765"/>
                    </a:cubicBezTo>
                    <a:cubicBezTo>
                      <a:pt x="115822" y="88661"/>
                      <a:pt x="114926" y="89556"/>
                      <a:pt x="113583" y="89556"/>
                    </a:cubicBezTo>
                    <a:cubicBezTo>
                      <a:pt x="112240" y="89556"/>
                      <a:pt x="110896" y="89556"/>
                      <a:pt x="110001" y="88661"/>
                    </a:cubicBezTo>
                    <a:lnTo>
                      <a:pt x="74178" y="60451"/>
                    </a:lnTo>
                    <a:cubicBezTo>
                      <a:pt x="73283" y="59555"/>
                      <a:pt x="71939" y="60003"/>
                      <a:pt x="71044" y="60898"/>
                    </a:cubicBezTo>
                    <a:cubicBezTo>
                      <a:pt x="70148" y="61794"/>
                      <a:pt x="70596" y="63137"/>
                      <a:pt x="71491" y="64033"/>
                    </a:cubicBezTo>
                    <a:lnTo>
                      <a:pt x="104180" y="90004"/>
                    </a:lnTo>
                    <a:cubicBezTo>
                      <a:pt x="104180" y="90004"/>
                      <a:pt x="104180" y="90004"/>
                      <a:pt x="104180" y="90004"/>
                    </a:cubicBezTo>
                    <a:cubicBezTo>
                      <a:pt x="105523" y="90900"/>
                      <a:pt x="105971" y="92243"/>
                      <a:pt x="105971" y="93586"/>
                    </a:cubicBezTo>
                    <a:cubicBezTo>
                      <a:pt x="105971" y="94482"/>
                      <a:pt x="105971" y="95377"/>
                      <a:pt x="105075" y="96721"/>
                    </a:cubicBezTo>
                    <a:cubicBezTo>
                      <a:pt x="103284" y="98960"/>
                      <a:pt x="100597" y="98960"/>
                      <a:pt x="98358" y="97616"/>
                    </a:cubicBezTo>
                    <a:lnTo>
                      <a:pt x="96119" y="95825"/>
                    </a:lnTo>
                    <a:cubicBezTo>
                      <a:pt x="96119" y="95825"/>
                      <a:pt x="96119" y="95825"/>
                      <a:pt x="91194" y="92243"/>
                    </a:cubicBezTo>
                    <a:cubicBezTo>
                      <a:pt x="89403" y="90900"/>
                      <a:pt x="87612" y="89556"/>
                      <a:pt x="87612" y="89556"/>
                    </a:cubicBezTo>
                    <a:cubicBezTo>
                      <a:pt x="87612" y="89556"/>
                      <a:pt x="87612" y="89556"/>
                      <a:pt x="87612" y="89556"/>
                    </a:cubicBezTo>
                    <a:lnTo>
                      <a:pt x="65670" y="72093"/>
                    </a:lnTo>
                    <a:cubicBezTo>
                      <a:pt x="64775" y="71197"/>
                      <a:pt x="63431" y="71645"/>
                      <a:pt x="62536" y="72540"/>
                    </a:cubicBezTo>
                    <a:cubicBezTo>
                      <a:pt x="61640" y="73436"/>
                      <a:pt x="62088" y="74779"/>
                      <a:pt x="62984" y="75675"/>
                    </a:cubicBezTo>
                    <a:lnTo>
                      <a:pt x="84925" y="93139"/>
                    </a:lnTo>
                    <a:cubicBezTo>
                      <a:pt x="85820" y="94034"/>
                      <a:pt x="86716" y="95377"/>
                      <a:pt x="86716" y="96721"/>
                    </a:cubicBezTo>
                    <a:cubicBezTo>
                      <a:pt x="86716" y="97616"/>
                      <a:pt x="86268" y="98960"/>
                      <a:pt x="85820" y="99855"/>
                    </a:cubicBezTo>
                    <a:cubicBezTo>
                      <a:pt x="84029" y="102094"/>
                      <a:pt x="81343" y="102094"/>
                      <a:pt x="79104" y="100751"/>
                    </a:cubicBezTo>
                    <a:lnTo>
                      <a:pt x="5220" y="47465"/>
                    </a:lnTo>
                    <a:lnTo>
                      <a:pt x="32534" y="5373"/>
                    </a:lnTo>
                    <a:lnTo>
                      <a:pt x="58954" y="5373"/>
                    </a:lnTo>
                    <a:cubicBezTo>
                      <a:pt x="61192" y="5373"/>
                      <a:pt x="63431" y="5373"/>
                      <a:pt x="65223" y="6269"/>
                    </a:cubicBezTo>
                    <a:cubicBezTo>
                      <a:pt x="67014" y="6717"/>
                      <a:pt x="67909" y="7612"/>
                      <a:pt x="69700" y="8956"/>
                    </a:cubicBezTo>
                    <a:lnTo>
                      <a:pt x="70596" y="9851"/>
                    </a:lnTo>
                    <a:cubicBezTo>
                      <a:pt x="47311" y="26419"/>
                      <a:pt x="42386" y="29553"/>
                      <a:pt x="41042" y="30449"/>
                    </a:cubicBezTo>
                    <a:lnTo>
                      <a:pt x="40595" y="30449"/>
                    </a:lnTo>
                    <a:cubicBezTo>
                      <a:pt x="40595" y="30449"/>
                      <a:pt x="40595" y="30449"/>
                      <a:pt x="40595" y="30449"/>
                    </a:cubicBezTo>
                    <a:cubicBezTo>
                      <a:pt x="40595" y="30449"/>
                      <a:pt x="40595" y="30449"/>
                      <a:pt x="40595" y="30449"/>
                    </a:cubicBezTo>
                    <a:cubicBezTo>
                      <a:pt x="40595" y="30449"/>
                      <a:pt x="40595" y="30449"/>
                      <a:pt x="40595" y="30449"/>
                    </a:cubicBezTo>
                    <a:cubicBezTo>
                      <a:pt x="40147" y="30897"/>
                      <a:pt x="39699" y="31792"/>
                      <a:pt x="39699" y="32240"/>
                    </a:cubicBezTo>
                    <a:cubicBezTo>
                      <a:pt x="39699" y="33136"/>
                      <a:pt x="40147" y="33584"/>
                      <a:pt x="41042" y="34031"/>
                    </a:cubicBezTo>
                    <a:cubicBezTo>
                      <a:pt x="41938" y="34927"/>
                      <a:pt x="43281" y="36270"/>
                      <a:pt x="44625" y="37166"/>
                    </a:cubicBezTo>
                    <a:cubicBezTo>
                      <a:pt x="45968" y="38509"/>
                      <a:pt x="47759" y="39852"/>
                      <a:pt x="49550" y="41196"/>
                    </a:cubicBezTo>
                    <a:cubicBezTo>
                      <a:pt x="49998" y="41644"/>
                      <a:pt x="50446" y="42091"/>
                      <a:pt x="50446" y="42091"/>
                    </a:cubicBezTo>
                    <a:cubicBezTo>
                      <a:pt x="50893" y="42091"/>
                      <a:pt x="51341" y="42539"/>
                      <a:pt x="51789" y="42539"/>
                    </a:cubicBezTo>
                    <a:cubicBezTo>
                      <a:pt x="54924" y="43883"/>
                      <a:pt x="58058" y="44778"/>
                      <a:pt x="61640" y="44330"/>
                    </a:cubicBezTo>
                    <a:cubicBezTo>
                      <a:pt x="62088" y="44330"/>
                      <a:pt x="62536" y="44330"/>
                      <a:pt x="62984" y="43883"/>
                    </a:cubicBezTo>
                    <a:cubicBezTo>
                      <a:pt x="62984" y="43883"/>
                      <a:pt x="62984" y="43883"/>
                      <a:pt x="62984" y="43883"/>
                    </a:cubicBezTo>
                    <a:cubicBezTo>
                      <a:pt x="63431" y="43883"/>
                      <a:pt x="64327" y="43435"/>
                      <a:pt x="64775" y="43435"/>
                    </a:cubicBezTo>
                    <a:cubicBezTo>
                      <a:pt x="64775" y="43435"/>
                      <a:pt x="65223" y="43435"/>
                      <a:pt x="65223" y="43435"/>
                    </a:cubicBezTo>
                    <a:cubicBezTo>
                      <a:pt x="65670" y="43435"/>
                      <a:pt x="65670" y="42987"/>
                      <a:pt x="66118" y="42987"/>
                    </a:cubicBezTo>
                    <a:cubicBezTo>
                      <a:pt x="66566" y="42987"/>
                      <a:pt x="66566" y="42539"/>
                      <a:pt x="67014" y="42539"/>
                    </a:cubicBezTo>
                    <a:cubicBezTo>
                      <a:pt x="67909" y="42091"/>
                      <a:pt x="69253" y="41196"/>
                      <a:pt x="70148" y="40748"/>
                    </a:cubicBezTo>
                    <a:cubicBezTo>
                      <a:pt x="72835" y="39405"/>
                      <a:pt x="75074" y="37614"/>
                      <a:pt x="77313" y="36270"/>
                    </a:cubicBezTo>
                    <a:lnTo>
                      <a:pt x="81790" y="33584"/>
                    </a:lnTo>
                    <a:lnTo>
                      <a:pt x="81790" y="33584"/>
                    </a:lnTo>
                    <a:cubicBezTo>
                      <a:pt x="81790" y="33584"/>
                      <a:pt x="81790" y="33584"/>
                      <a:pt x="81790" y="33584"/>
                    </a:cubicBezTo>
                    <a:cubicBezTo>
                      <a:pt x="81790" y="33584"/>
                      <a:pt x="82238" y="33136"/>
                      <a:pt x="82686" y="33136"/>
                    </a:cubicBezTo>
                    <a:cubicBezTo>
                      <a:pt x="82686" y="33136"/>
                      <a:pt x="82686" y="33136"/>
                      <a:pt x="82686" y="33136"/>
                    </a:cubicBezTo>
                    <a:cubicBezTo>
                      <a:pt x="82686" y="33136"/>
                      <a:pt x="82686" y="33136"/>
                      <a:pt x="82686" y="33136"/>
                    </a:cubicBezTo>
                    <a:lnTo>
                      <a:pt x="121195" y="68063"/>
                    </a:lnTo>
                    <a:cubicBezTo>
                      <a:pt x="121643" y="68958"/>
                      <a:pt x="122091" y="69854"/>
                      <a:pt x="122091" y="71197"/>
                    </a:cubicBezTo>
                    <a:cubicBezTo>
                      <a:pt x="122539" y="71645"/>
                      <a:pt x="122091" y="72540"/>
                      <a:pt x="121195" y="73436"/>
                    </a:cubicBezTo>
                    <a:close/>
                    <a:moveTo>
                      <a:pt x="122091" y="61794"/>
                    </a:moveTo>
                    <a:cubicBezTo>
                      <a:pt x="118061" y="58212"/>
                      <a:pt x="106866" y="47912"/>
                      <a:pt x="97015" y="38957"/>
                    </a:cubicBezTo>
                    <a:lnTo>
                      <a:pt x="85820" y="29106"/>
                    </a:lnTo>
                    <a:cubicBezTo>
                      <a:pt x="85820" y="29106"/>
                      <a:pt x="85820" y="29106"/>
                      <a:pt x="85820" y="29106"/>
                    </a:cubicBezTo>
                    <a:cubicBezTo>
                      <a:pt x="85820" y="29106"/>
                      <a:pt x="85820" y="29106"/>
                      <a:pt x="85820" y="29106"/>
                    </a:cubicBezTo>
                    <a:cubicBezTo>
                      <a:pt x="85820" y="29106"/>
                      <a:pt x="85820" y="29106"/>
                      <a:pt x="85820" y="29106"/>
                    </a:cubicBezTo>
                    <a:cubicBezTo>
                      <a:pt x="84925" y="28658"/>
                      <a:pt x="84029" y="28210"/>
                      <a:pt x="83134" y="28210"/>
                    </a:cubicBezTo>
                    <a:cubicBezTo>
                      <a:pt x="83134" y="28210"/>
                      <a:pt x="83134" y="28210"/>
                      <a:pt x="82686" y="28210"/>
                    </a:cubicBezTo>
                    <a:cubicBezTo>
                      <a:pt x="82686" y="28210"/>
                      <a:pt x="82238" y="28210"/>
                      <a:pt x="82238" y="28210"/>
                    </a:cubicBezTo>
                    <a:cubicBezTo>
                      <a:pt x="81790" y="28210"/>
                      <a:pt x="81790" y="28210"/>
                      <a:pt x="81343" y="28210"/>
                    </a:cubicBezTo>
                    <a:cubicBezTo>
                      <a:pt x="81343" y="28210"/>
                      <a:pt x="80895" y="28210"/>
                      <a:pt x="80895" y="28658"/>
                    </a:cubicBezTo>
                    <a:cubicBezTo>
                      <a:pt x="80447" y="28658"/>
                      <a:pt x="79999" y="29106"/>
                      <a:pt x="79552" y="29106"/>
                    </a:cubicBezTo>
                    <a:cubicBezTo>
                      <a:pt x="79552" y="29106"/>
                      <a:pt x="79552" y="29106"/>
                      <a:pt x="79552" y="29106"/>
                    </a:cubicBezTo>
                    <a:cubicBezTo>
                      <a:pt x="79552" y="29106"/>
                      <a:pt x="79552" y="29106"/>
                      <a:pt x="79552" y="29106"/>
                    </a:cubicBezTo>
                    <a:lnTo>
                      <a:pt x="79552" y="29106"/>
                    </a:lnTo>
                    <a:cubicBezTo>
                      <a:pt x="77760" y="30449"/>
                      <a:pt x="75969" y="31345"/>
                      <a:pt x="73283" y="32688"/>
                    </a:cubicBezTo>
                    <a:cubicBezTo>
                      <a:pt x="71939" y="33584"/>
                      <a:pt x="69700" y="34927"/>
                      <a:pt x="67461" y="36270"/>
                    </a:cubicBezTo>
                    <a:cubicBezTo>
                      <a:pt x="67014" y="36718"/>
                      <a:pt x="66566" y="36718"/>
                      <a:pt x="66118" y="37166"/>
                    </a:cubicBezTo>
                    <a:lnTo>
                      <a:pt x="65223" y="37614"/>
                    </a:lnTo>
                    <a:cubicBezTo>
                      <a:pt x="64775" y="37614"/>
                      <a:pt x="64775" y="38061"/>
                      <a:pt x="64327" y="38061"/>
                    </a:cubicBezTo>
                    <a:cubicBezTo>
                      <a:pt x="62984" y="38957"/>
                      <a:pt x="61192" y="39405"/>
                      <a:pt x="59849" y="39405"/>
                    </a:cubicBezTo>
                    <a:cubicBezTo>
                      <a:pt x="59849" y="39405"/>
                      <a:pt x="59849" y="39405"/>
                      <a:pt x="59849" y="39405"/>
                    </a:cubicBezTo>
                    <a:cubicBezTo>
                      <a:pt x="59401" y="39405"/>
                      <a:pt x="59401" y="39405"/>
                      <a:pt x="58954" y="39405"/>
                    </a:cubicBezTo>
                    <a:cubicBezTo>
                      <a:pt x="58506" y="39405"/>
                      <a:pt x="58058" y="39405"/>
                      <a:pt x="57610" y="39405"/>
                    </a:cubicBezTo>
                    <a:cubicBezTo>
                      <a:pt x="57162" y="39405"/>
                      <a:pt x="57162" y="39405"/>
                      <a:pt x="56715" y="39405"/>
                    </a:cubicBezTo>
                    <a:cubicBezTo>
                      <a:pt x="56267" y="39405"/>
                      <a:pt x="55819" y="39405"/>
                      <a:pt x="55819" y="38957"/>
                    </a:cubicBezTo>
                    <a:cubicBezTo>
                      <a:pt x="55371" y="38957"/>
                      <a:pt x="54924" y="38509"/>
                      <a:pt x="54476" y="38509"/>
                    </a:cubicBezTo>
                    <a:cubicBezTo>
                      <a:pt x="53132" y="38061"/>
                      <a:pt x="52237" y="37166"/>
                      <a:pt x="51341" y="36718"/>
                    </a:cubicBezTo>
                    <a:cubicBezTo>
                      <a:pt x="50446" y="35823"/>
                      <a:pt x="49102" y="34927"/>
                      <a:pt x="47759" y="33584"/>
                    </a:cubicBezTo>
                    <a:cubicBezTo>
                      <a:pt x="47311" y="33136"/>
                      <a:pt x="46863" y="32688"/>
                      <a:pt x="46416" y="32240"/>
                    </a:cubicBezTo>
                    <a:lnTo>
                      <a:pt x="75969" y="11642"/>
                    </a:lnTo>
                    <a:cubicBezTo>
                      <a:pt x="76417" y="11642"/>
                      <a:pt x="76417" y="11195"/>
                      <a:pt x="76417" y="10747"/>
                    </a:cubicBezTo>
                    <a:cubicBezTo>
                      <a:pt x="76417" y="10747"/>
                      <a:pt x="76417" y="10747"/>
                      <a:pt x="76417" y="10747"/>
                    </a:cubicBezTo>
                    <a:cubicBezTo>
                      <a:pt x="77760" y="9851"/>
                      <a:pt x="85373" y="6717"/>
                      <a:pt x="89403" y="6269"/>
                    </a:cubicBezTo>
                    <a:cubicBezTo>
                      <a:pt x="91642" y="5821"/>
                      <a:pt x="94776" y="5373"/>
                      <a:pt x="96567" y="5373"/>
                    </a:cubicBezTo>
                    <a:lnTo>
                      <a:pt x="122986" y="5373"/>
                    </a:lnTo>
                    <a:lnTo>
                      <a:pt x="146719" y="47017"/>
                    </a:lnTo>
                    <a:lnTo>
                      <a:pt x="122091" y="6179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89" name="Freeform: Shape 4685">
                <a:extLst>
                  <a:ext uri="{FF2B5EF4-FFF2-40B4-BE49-F238E27FC236}">
                    <a16:creationId xmlns:a16="http://schemas.microsoft.com/office/drawing/2014/main" id="{50B65C3E-6559-B63C-2355-C90DC3198675}"/>
                  </a:ext>
                  <a:ext uri="{C183D7F6-B498-43B3-948B-1728B52AA6E4}">
                    <adec:decorative xmlns:adec="http://schemas.microsoft.com/office/drawing/2017/decorative" val="1"/>
                  </a:ext>
                </a:extLst>
              </p:cNvPr>
              <p:cNvSpPr>
                <a:spLocks noChangeAspect="1"/>
              </p:cNvSpPr>
              <p:nvPr/>
            </p:nvSpPr>
            <p:spPr>
              <a:xfrm>
                <a:off x="7432037" y="1736511"/>
                <a:ext cx="138812" cy="138812"/>
              </a:xfrm>
              <a:custGeom>
                <a:avLst/>
                <a:gdLst>
                  <a:gd name="connsiteX0" fmla="*/ 136573 w 138812"/>
                  <a:gd name="connsiteY0" fmla="*/ 85079 h 138812"/>
                  <a:gd name="connsiteX1" fmla="*/ 138812 w 138812"/>
                  <a:gd name="connsiteY1" fmla="*/ 82840 h 138812"/>
                  <a:gd name="connsiteX2" fmla="*/ 138812 w 138812"/>
                  <a:gd name="connsiteY2" fmla="*/ 15672 h 138812"/>
                  <a:gd name="connsiteX3" fmla="*/ 136573 w 138812"/>
                  <a:gd name="connsiteY3" fmla="*/ 13433 h 138812"/>
                  <a:gd name="connsiteX4" fmla="*/ 132096 w 138812"/>
                  <a:gd name="connsiteY4" fmla="*/ 13433 h 138812"/>
                  <a:gd name="connsiteX5" fmla="*/ 132096 w 138812"/>
                  <a:gd name="connsiteY5" fmla="*/ 2239 h 138812"/>
                  <a:gd name="connsiteX6" fmla="*/ 129857 w 138812"/>
                  <a:gd name="connsiteY6" fmla="*/ 0 h 138812"/>
                  <a:gd name="connsiteX7" fmla="*/ 89556 w 138812"/>
                  <a:gd name="connsiteY7" fmla="*/ 0 h 138812"/>
                  <a:gd name="connsiteX8" fmla="*/ 87317 w 138812"/>
                  <a:gd name="connsiteY8" fmla="*/ 2239 h 138812"/>
                  <a:gd name="connsiteX9" fmla="*/ 87317 w 138812"/>
                  <a:gd name="connsiteY9" fmla="*/ 13433 h 138812"/>
                  <a:gd name="connsiteX10" fmla="*/ 82840 w 138812"/>
                  <a:gd name="connsiteY10" fmla="*/ 13433 h 138812"/>
                  <a:gd name="connsiteX11" fmla="*/ 80601 w 138812"/>
                  <a:gd name="connsiteY11" fmla="*/ 15672 h 138812"/>
                  <a:gd name="connsiteX12" fmla="*/ 80601 w 138812"/>
                  <a:gd name="connsiteY12" fmla="*/ 26867 h 138812"/>
                  <a:gd name="connsiteX13" fmla="*/ 58212 w 138812"/>
                  <a:gd name="connsiteY13" fmla="*/ 26867 h 138812"/>
                  <a:gd name="connsiteX14" fmla="*/ 58212 w 138812"/>
                  <a:gd name="connsiteY14" fmla="*/ 15672 h 138812"/>
                  <a:gd name="connsiteX15" fmla="*/ 55973 w 138812"/>
                  <a:gd name="connsiteY15" fmla="*/ 13433 h 138812"/>
                  <a:gd name="connsiteX16" fmla="*/ 51495 w 138812"/>
                  <a:gd name="connsiteY16" fmla="*/ 13433 h 138812"/>
                  <a:gd name="connsiteX17" fmla="*/ 51495 w 138812"/>
                  <a:gd name="connsiteY17" fmla="*/ 2239 h 138812"/>
                  <a:gd name="connsiteX18" fmla="*/ 49256 w 138812"/>
                  <a:gd name="connsiteY18" fmla="*/ 0 h 138812"/>
                  <a:gd name="connsiteX19" fmla="*/ 8956 w 138812"/>
                  <a:gd name="connsiteY19" fmla="*/ 0 h 138812"/>
                  <a:gd name="connsiteX20" fmla="*/ 6717 w 138812"/>
                  <a:gd name="connsiteY20" fmla="*/ 2239 h 138812"/>
                  <a:gd name="connsiteX21" fmla="*/ 6717 w 138812"/>
                  <a:gd name="connsiteY21" fmla="*/ 13433 h 138812"/>
                  <a:gd name="connsiteX22" fmla="*/ 2239 w 138812"/>
                  <a:gd name="connsiteY22" fmla="*/ 13433 h 138812"/>
                  <a:gd name="connsiteX23" fmla="*/ 0 w 138812"/>
                  <a:gd name="connsiteY23" fmla="*/ 15672 h 138812"/>
                  <a:gd name="connsiteX24" fmla="*/ 0 w 138812"/>
                  <a:gd name="connsiteY24" fmla="*/ 82840 h 138812"/>
                  <a:gd name="connsiteX25" fmla="*/ 2239 w 138812"/>
                  <a:gd name="connsiteY25" fmla="*/ 85079 h 138812"/>
                  <a:gd name="connsiteX26" fmla="*/ 6717 w 138812"/>
                  <a:gd name="connsiteY26" fmla="*/ 85079 h 138812"/>
                  <a:gd name="connsiteX27" fmla="*/ 6717 w 138812"/>
                  <a:gd name="connsiteY27" fmla="*/ 120901 h 138812"/>
                  <a:gd name="connsiteX28" fmla="*/ 2239 w 138812"/>
                  <a:gd name="connsiteY28" fmla="*/ 120901 h 138812"/>
                  <a:gd name="connsiteX29" fmla="*/ 0 w 138812"/>
                  <a:gd name="connsiteY29" fmla="*/ 123140 h 138812"/>
                  <a:gd name="connsiteX30" fmla="*/ 0 w 138812"/>
                  <a:gd name="connsiteY30" fmla="*/ 136573 h 138812"/>
                  <a:gd name="connsiteX31" fmla="*/ 2239 w 138812"/>
                  <a:gd name="connsiteY31" fmla="*/ 138812 h 138812"/>
                  <a:gd name="connsiteX32" fmla="*/ 55973 w 138812"/>
                  <a:gd name="connsiteY32" fmla="*/ 138812 h 138812"/>
                  <a:gd name="connsiteX33" fmla="*/ 58212 w 138812"/>
                  <a:gd name="connsiteY33" fmla="*/ 136573 h 138812"/>
                  <a:gd name="connsiteX34" fmla="*/ 58212 w 138812"/>
                  <a:gd name="connsiteY34" fmla="*/ 123140 h 138812"/>
                  <a:gd name="connsiteX35" fmla="*/ 55973 w 138812"/>
                  <a:gd name="connsiteY35" fmla="*/ 120901 h 138812"/>
                  <a:gd name="connsiteX36" fmla="*/ 51495 w 138812"/>
                  <a:gd name="connsiteY36" fmla="*/ 120901 h 138812"/>
                  <a:gd name="connsiteX37" fmla="*/ 51495 w 138812"/>
                  <a:gd name="connsiteY37" fmla="*/ 85079 h 138812"/>
                  <a:gd name="connsiteX38" fmla="*/ 55973 w 138812"/>
                  <a:gd name="connsiteY38" fmla="*/ 85079 h 138812"/>
                  <a:gd name="connsiteX39" fmla="*/ 58212 w 138812"/>
                  <a:gd name="connsiteY39" fmla="*/ 82840 h 138812"/>
                  <a:gd name="connsiteX40" fmla="*/ 58212 w 138812"/>
                  <a:gd name="connsiteY40" fmla="*/ 71645 h 138812"/>
                  <a:gd name="connsiteX41" fmla="*/ 80601 w 138812"/>
                  <a:gd name="connsiteY41" fmla="*/ 71645 h 138812"/>
                  <a:gd name="connsiteX42" fmla="*/ 80601 w 138812"/>
                  <a:gd name="connsiteY42" fmla="*/ 82840 h 138812"/>
                  <a:gd name="connsiteX43" fmla="*/ 82840 w 138812"/>
                  <a:gd name="connsiteY43" fmla="*/ 85079 h 138812"/>
                  <a:gd name="connsiteX44" fmla="*/ 87317 w 138812"/>
                  <a:gd name="connsiteY44" fmla="*/ 85079 h 138812"/>
                  <a:gd name="connsiteX45" fmla="*/ 87317 w 138812"/>
                  <a:gd name="connsiteY45" fmla="*/ 120901 h 138812"/>
                  <a:gd name="connsiteX46" fmla="*/ 82840 w 138812"/>
                  <a:gd name="connsiteY46" fmla="*/ 120901 h 138812"/>
                  <a:gd name="connsiteX47" fmla="*/ 80601 w 138812"/>
                  <a:gd name="connsiteY47" fmla="*/ 123140 h 138812"/>
                  <a:gd name="connsiteX48" fmla="*/ 80601 w 138812"/>
                  <a:gd name="connsiteY48" fmla="*/ 136573 h 138812"/>
                  <a:gd name="connsiteX49" fmla="*/ 82840 w 138812"/>
                  <a:gd name="connsiteY49" fmla="*/ 138812 h 138812"/>
                  <a:gd name="connsiteX50" fmla="*/ 136573 w 138812"/>
                  <a:gd name="connsiteY50" fmla="*/ 138812 h 138812"/>
                  <a:gd name="connsiteX51" fmla="*/ 138812 w 138812"/>
                  <a:gd name="connsiteY51" fmla="*/ 136573 h 138812"/>
                  <a:gd name="connsiteX52" fmla="*/ 138812 w 138812"/>
                  <a:gd name="connsiteY52" fmla="*/ 123140 h 138812"/>
                  <a:gd name="connsiteX53" fmla="*/ 136573 w 138812"/>
                  <a:gd name="connsiteY53" fmla="*/ 120901 h 138812"/>
                  <a:gd name="connsiteX54" fmla="*/ 132096 w 138812"/>
                  <a:gd name="connsiteY54" fmla="*/ 120901 h 138812"/>
                  <a:gd name="connsiteX55" fmla="*/ 132096 w 138812"/>
                  <a:gd name="connsiteY55" fmla="*/ 85079 h 138812"/>
                  <a:gd name="connsiteX56" fmla="*/ 136573 w 138812"/>
                  <a:gd name="connsiteY56" fmla="*/ 85079 h 138812"/>
                  <a:gd name="connsiteX57" fmla="*/ 53734 w 138812"/>
                  <a:gd name="connsiteY57" fmla="*/ 134335 h 138812"/>
                  <a:gd name="connsiteX58" fmla="*/ 4478 w 138812"/>
                  <a:gd name="connsiteY58" fmla="*/ 134335 h 138812"/>
                  <a:gd name="connsiteX59" fmla="*/ 4478 w 138812"/>
                  <a:gd name="connsiteY59" fmla="*/ 125379 h 138812"/>
                  <a:gd name="connsiteX60" fmla="*/ 8956 w 138812"/>
                  <a:gd name="connsiteY60" fmla="*/ 125379 h 138812"/>
                  <a:gd name="connsiteX61" fmla="*/ 49256 w 138812"/>
                  <a:gd name="connsiteY61" fmla="*/ 125379 h 138812"/>
                  <a:gd name="connsiteX62" fmla="*/ 53734 w 138812"/>
                  <a:gd name="connsiteY62" fmla="*/ 125379 h 138812"/>
                  <a:gd name="connsiteX63" fmla="*/ 53734 w 138812"/>
                  <a:gd name="connsiteY63" fmla="*/ 134335 h 138812"/>
                  <a:gd name="connsiteX64" fmla="*/ 11195 w 138812"/>
                  <a:gd name="connsiteY64" fmla="*/ 120901 h 138812"/>
                  <a:gd name="connsiteX65" fmla="*/ 11195 w 138812"/>
                  <a:gd name="connsiteY65" fmla="*/ 85079 h 138812"/>
                  <a:gd name="connsiteX66" fmla="*/ 47017 w 138812"/>
                  <a:gd name="connsiteY66" fmla="*/ 85079 h 138812"/>
                  <a:gd name="connsiteX67" fmla="*/ 47017 w 138812"/>
                  <a:gd name="connsiteY67" fmla="*/ 120901 h 138812"/>
                  <a:gd name="connsiteX68" fmla="*/ 11195 w 138812"/>
                  <a:gd name="connsiteY68" fmla="*/ 120901 h 138812"/>
                  <a:gd name="connsiteX69" fmla="*/ 134335 w 138812"/>
                  <a:gd name="connsiteY69" fmla="*/ 134335 h 138812"/>
                  <a:gd name="connsiteX70" fmla="*/ 85079 w 138812"/>
                  <a:gd name="connsiteY70" fmla="*/ 134335 h 138812"/>
                  <a:gd name="connsiteX71" fmla="*/ 85079 w 138812"/>
                  <a:gd name="connsiteY71" fmla="*/ 125379 h 138812"/>
                  <a:gd name="connsiteX72" fmla="*/ 89556 w 138812"/>
                  <a:gd name="connsiteY72" fmla="*/ 125379 h 138812"/>
                  <a:gd name="connsiteX73" fmla="*/ 129857 w 138812"/>
                  <a:gd name="connsiteY73" fmla="*/ 125379 h 138812"/>
                  <a:gd name="connsiteX74" fmla="*/ 134335 w 138812"/>
                  <a:gd name="connsiteY74" fmla="*/ 125379 h 138812"/>
                  <a:gd name="connsiteX75" fmla="*/ 134335 w 138812"/>
                  <a:gd name="connsiteY75" fmla="*/ 134335 h 138812"/>
                  <a:gd name="connsiteX76" fmla="*/ 91795 w 138812"/>
                  <a:gd name="connsiteY76" fmla="*/ 120901 h 138812"/>
                  <a:gd name="connsiteX77" fmla="*/ 91795 w 138812"/>
                  <a:gd name="connsiteY77" fmla="*/ 85079 h 138812"/>
                  <a:gd name="connsiteX78" fmla="*/ 127618 w 138812"/>
                  <a:gd name="connsiteY78" fmla="*/ 85079 h 138812"/>
                  <a:gd name="connsiteX79" fmla="*/ 127618 w 138812"/>
                  <a:gd name="connsiteY79" fmla="*/ 120901 h 138812"/>
                  <a:gd name="connsiteX80" fmla="*/ 91795 w 138812"/>
                  <a:gd name="connsiteY80" fmla="*/ 120901 h 138812"/>
                  <a:gd name="connsiteX81" fmla="*/ 91795 w 138812"/>
                  <a:gd name="connsiteY81" fmla="*/ 4478 h 138812"/>
                  <a:gd name="connsiteX82" fmla="*/ 127618 w 138812"/>
                  <a:gd name="connsiteY82" fmla="*/ 4478 h 138812"/>
                  <a:gd name="connsiteX83" fmla="*/ 127618 w 138812"/>
                  <a:gd name="connsiteY83" fmla="*/ 13433 h 138812"/>
                  <a:gd name="connsiteX84" fmla="*/ 91795 w 138812"/>
                  <a:gd name="connsiteY84" fmla="*/ 13433 h 138812"/>
                  <a:gd name="connsiteX85" fmla="*/ 91795 w 138812"/>
                  <a:gd name="connsiteY85" fmla="*/ 4478 h 138812"/>
                  <a:gd name="connsiteX86" fmla="*/ 94034 w 138812"/>
                  <a:gd name="connsiteY86" fmla="*/ 31345 h 138812"/>
                  <a:gd name="connsiteX87" fmla="*/ 94034 w 138812"/>
                  <a:gd name="connsiteY87" fmla="*/ 67167 h 138812"/>
                  <a:gd name="connsiteX88" fmla="*/ 89556 w 138812"/>
                  <a:gd name="connsiteY88" fmla="*/ 67167 h 138812"/>
                  <a:gd name="connsiteX89" fmla="*/ 82840 w 138812"/>
                  <a:gd name="connsiteY89" fmla="*/ 67167 h 138812"/>
                  <a:gd name="connsiteX90" fmla="*/ 55973 w 138812"/>
                  <a:gd name="connsiteY90" fmla="*/ 67167 h 138812"/>
                  <a:gd name="connsiteX91" fmla="*/ 49256 w 138812"/>
                  <a:gd name="connsiteY91" fmla="*/ 67167 h 138812"/>
                  <a:gd name="connsiteX92" fmla="*/ 44778 w 138812"/>
                  <a:gd name="connsiteY92" fmla="*/ 67167 h 138812"/>
                  <a:gd name="connsiteX93" fmla="*/ 44778 w 138812"/>
                  <a:gd name="connsiteY93" fmla="*/ 31345 h 138812"/>
                  <a:gd name="connsiteX94" fmla="*/ 49256 w 138812"/>
                  <a:gd name="connsiteY94" fmla="*/ 31345 h 138812"/>
                  <a:gd name="connsiteX95" fmla="*/ 55973 w 138812"/>
                  <a:gd name="connsiteY95" fmla="*/ 31345 h 138812"/>
                  <a:gd name="connsiteX96" fmla="*/ 82840 w 138812"/>
                  <a:gd name="connsiteY96" fmla="*/ 31345 h 138812"/>
                  <a:gd name="connsiteX97" fmla="*/ 89556 w 138812"/>
                  <a:gd name="connsiteY97" fmla="*/ 31345 h 138812"/>
                  <a:gd name="connsiteX98" fmla="*/ 94034 w 138812"/>
                  <a:gd name="connsiteY98" fmla="*/ 31345 h 138812"/>
                  <a:gd name="connsiteX99" fmla="*/ 11195 w 138812"/>
                  <a:gd name="connsiteY99" fmla="*/ 4478 h 138812"/>
                  <a:gd name="connsiteX100" fmla="*/ 47017 w 138812"/>
                  <a:gd name="connsiteY100" fmla="*/ 4478 h 138812"/>
                  <a:gd name="connsiteX101" fmla="*/ 47017 w 138812"/>
                  <a:gd name="connsiteY101" fmla="*/ 13433 h 138812"/>
                  <a:gd name="connsiteX102" fmla="*/ 11195 w 138812"/>
                  <a:gd name="connsiteY102" fmla="*/ 13433 h 138812"/>
                  <a:gd name="connsiteX103" fmla="*/ 11195 w 138812"/>
                  <a:gd name="connsiteY103" fmla="*/ 4478 h 138812"/>
                  <a:gd name="connsiteX104" fmla="*/ 53734 w 138812"/>
                  <a:gd name="connsiteY104" fmla="*/ 80601 h 138812"/>
                  <a:gd name="connsiteX105" fmla="*/ 4478 w 138812"/>
                  <a:gd name="connsiteY105" fmla="*/ 80601 h 138812"/>
                  <a:gd name="connsiteX106" fmla="*/ 4478 w 138812"/>
                  <a:gd name="connsiteY106" fmla="*/ 17911 h 138812"/>
                  <a:gd name="connsiteX107" fmla="*/ 8956 w 138812"/>
                  <a:gd name="connsiteY107" fmla="*/ 17911 h 138812"/>
                  <a:gd name="connsiteX108" fmla="*/ 49256 w 138812"/>
                  <a:gd name="connsiteY108" fmla="*/ 17911 h 138812"/>
                  <a:gd name="connsiteX109" fmla="*/ 53734 w 138812"/>
                  <a:gd name="connsiteY109" fmla="*/ 17911 h 138812"/>
                  <a:gd name="connsiteX110" fmla="*/ 53734 w 138812"/>
                  <a:gd name="connsiteY110" fmla="*/ 26867 h 138812"/>
                  <a:gd name="connsiteX111" fmla="*/ 49256 w 138812"/>
                  <a:gd name="connsiteY111" fmla="*/ 26867 h 138812"/>
                  <a:gd name="connsiteX112" fmla="*/ 42539 w 138812"/>
                  <a:gd name="connsiteY112" fmla="*/ 26867 h 138812"/>
                  <a:gd name="connsiteX113" fmla="*/ 40300 w 138812"/>
                  <a:gd name="connsiteY113" fmla="*/ 29106 h 138812"/>
                  <a:gd name="connsiteX114" fmla="*/ 40300 w 138812"/>
                  <a:gd name="connsiteY114" fmla="*/ 69406 h 138812"/>
                  <a:gd name="connsiteX115" fmla="*/ 42539 w 138812"/>
                  <a:gd name="connsiteY115" fmla="*/ 71645 h 138812"/>
                  <a:gd name="connsiteX116" fmla="*/ 49256 w 138812"/>
                  <a:gd name="connsiteY116" fmla="*/ 71645 h 138812"/>
                  <a:gd name="connsiteX117" fmla="*/ 53734 w 138812"/>
                  <a:gd name="connsiteY117" fmla="*/ 71645 h 138812"/>
                  <a:gd name="connsiteX118" fmla="*/ 53734 w 138812"/>
                  <a:gd name="connsiteY118" fmla="*/ 80601 h 138812"/>
                  <a:gd name="connsiteX119" fmla="*/ 85079 w 138812"/>
                  <a:gd name="connsiteY119" fmla="*/ 71645 h 138812"/>
                  <a:gd name="connsiteX120" fmla="*/ 89556 w 138812"/>
                  <a:gd name="connsiteY120" fmla="*/ 71645 h 138812"/>
                  <a:gd name="connsiteX121" fmla="*/ 96273 w 138812"/>
                  <a:gd name="connsiteY121" fmla="*/ 71645 h 138812"/>
                  <a:gd name="connsiteX122" fmla="*/ 98512 w 138812"/>
                  <a:gd name="connsiteY122" fmla="*/ 69406 h 138812"/>
                  <a:gd name="connsiteX123" fmla="*/ 98512 w 138812"/>
                  <a:gd name="connsiteY123" fmla="*/ 29106 h 138812"/>
                  <a:gd name="connsiteX124" fmla="*/ 96273 w 138812"/>
                  <a:gd name="connsiteY124" fmla="*/ 26867 h 138812"/>
                  <a:gd name="connsiteX125" fmla="*/ 89556 w 138812"/>
                  <a:gd name="connsiteY125" fmla="*/ 26867 h 138812"/>
                  <a:gd name="connsiteX126" fmla="*/ 85079 w 138812"/>
                  <a:gd name="connsiteY126" fmla="*/ 26867 h 138812"/>
                  <a:gd name="connsiteX127" fmla="*/ 85079 w 138812"/>
                  <a:gd name="connsiteY127" fmla="*/ 17911 h 138812"/>
                  <a:gd name="connsiteX128" fmla="*/ 89556 w 138812"/>
                  <a:gd name="connsiteY128" fmla="*/ 17911 h 138812"/>
                  <a:gd name="connsiteX129" fmla="*/ 129857 w 138812"/>
                  <a:gd name="connsiteY129" fmla="*/ 17911 h 138812"/>
                  <a:gd name="connsiteX130" fmla="*/ 134335 w 138812"/>
                  <a:gd name="connsiteY130" fmla="*/ 17911 h 138812"/>
                  <a:gd name="connsiteX131" fmla="*/ 134335 w 138812"/>
                  <a:gd name="connsiteY131" fmla="*/ 80601 h 138812"/>
                  <a:gd name="connsiteX132" fmla="*/ 85079 w 138812"/>
                  <a:gd name="connsiteY132" fmla="*/ 80601 h 138812"/>
                  <a:gd name="connsiteX133" fmla="*/ 85079 w 138812"/>
                  <a:gd name="connsiteY133" fmla="*/ 71645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138812" h="138812">
                    <a:moveTo>
                      <a:pt x="136573" y="85079"/>
                    </a:moveTo>
                    <a:cubicBezTo>
                      <a:pt x="137917" y="85079"/>
                      <a:pt x="138812" y="84183"/>
                      <a:pt x="138812" y="82840"/>
                    </a:cubicBezTo>
                    <a:lnTo>
                      <a:pt x="138812" y="15672"/>
                    </a:lnTo>
                    <a:cubicBezTo>
                      <a:pt x="138812" y="14329"/>
                      <a:pt x="137917" y="13433"/>
                      <a:pt x="136573" y="13433"/>
                    </a:cubicBezTo>
                    <a:lnTo>
                      <a:pt x="132096" y="13433"/>
                    </a:lnTo>
                    <a:lnTo>
                      <a:pt x="132096" y="2239"/>
                    </a:lnTo>
                    <a:cubicBezTo>
                      <a:pt x="132096" y="896"/>
                      <a:pt x="131200" y="0"/>
                      <a:pt x="129857" y="0"/>
                    </a:cubicBezTo>
                    <a:lnTo>
                      <a:pt x="89556" y="0"/>
                    </a:lnTo>
                    <a:cubicBezTo>
                      <a:pt x="88213" y="0"/>
                      <a:pt x="87317" y="896"/>
                      <a:pt x="87317" y="2239"/>
                    </a:cubicBezTo>
                    <a:lnTo>
                      <a:pt x="87317" y="13433"/>
                    </a:lnTo>
                    <a:lnTo>
                      <a:pt x="82840" y="13433"/>
                    </a:lnTo>
                    <a:cubicBezTo>
                      <a:pt x="81496" y="13433"/>
                      <a:pt x="80601" y="14329"/>
                      <a:pt x="80601" y="15672"/>
                    </a:cubicBezTo>
                    <a:lnTo>
                      <a:pt x="80601" y="26867"/>
                    </a:lnTo>
                    <a:lnTo>
                      <a:pt x="58212" y="26867"/>
                    </a:lnTo>
                    <a:lnTo>
                      <a:pt x="58212" y="15672"/>
                    </a:lnTo>
                    <a:cubicBezTo>
                      <a:pt x="58212" y="14329"/>
                      <a:pt x="57316" y="13433"/>
                      <a:pt x="55973" y="13433"/>
                    </a:cubicBezTo>
                    <a:lnTo>
                      <a:pt x="51495" y="13433"/>
                    </a:lnTo>
                    <a:lnTo>
                      <a:pt x="51495" y="2239"/>
                    </a:lnTo>
                    <a:cubicBezTo>
                      <a:pt x="51495" y="896"/>
                      <a:pt x="50599" y="0"/>
                      <a:pt x="49256" y="0"/>
                    </a:cubicBezTo>
                    <a:lnTo>
                      <a:pt x="8956" y="0"/>
                    </a:lnTo>
                    <a:cubicBezTo>
                      <a:pt x="7612" y="0"/>
                      <a:pt x="6717" y="896"/>
                      <a:pt x="6717" y="2239"/>
                    </a:cubicBezTo>
                    <a:lnTo>
                      <a:pt x="6717" y="13433"/>
                    </a:lnTo>
                    <a:lnTo>
                      <a:pt x="2239" y="13433"/>
                    </a:lnTo>
                    <a:cubicBezTo>
                      <a:pt x="896" y="13433"/>
                      <a:pt x="0" y="14329"/>
                      <a:pt x="0" y="15672"/>
                    </a:cubicBezTo>
                    <a:lnTo>
                      <a:pt x="0" y="82840"/>
                    </a:lnTo>
                    <a:cubicBezTo>
                      <a:pt x="0" y="84183"/>
                      <a:pt x="896" y="85079"/>
                      <a:pt x="2239" y="85079"/>
                    </a:cubicBezTo>
                    <a:lnTo>
                      <a:pt x="6717" y="85079"/>
                    </a:lnTo>
                    <a:lnTo>
                      <a:pt x="6717" y="120901"/>
                    </a:lnTo>
                    <a:lnTo>
                      <a:pt x="2239" y="120901"/>
                    </a:lnTo>
                    <a:cubicBezTo>
                      <a:pt x="896" y="120901"/>
                      <a:pt x="0" y="121797"/>
                      <a:pt x="0" y="123140"/>
                    </a:cubicBezTo>
                    <a:lnTo>
                      <a:pt x="0" y="136573"/>
                    </a:lnTo>
                    <a:cubicBezTo>
                      <a:pt x="0" y="137917"/>
                      <a:pt x="896" y="138812"/>
                      <a:pt x="2239" y="138812"/>
                    </a:cubicBezTo>
                    <a:lnTo>
                      <a:pt x="55973" y="138812"/>
                    </a:lnTo>
                    <a:cubicBezTo>
                      <a:pt x="57316" y="138812"/>
                      <a:pt x="58212" y="137917"/>
                      <a:pt x="58212" y="136573"/>
                    </a:cubicBezTo>
                    <a:lnTo>
                      <a:pt x="58212" y="123140"/>
                    </a:lnTo>
                    <a:cubicBezTo>
                      <a:pt x="58212" y="121797"/>
                      <a:pt x="57316" y="120901"/>
                      <a:pt x="55973" y="120901"/>
                    </a:cubicBezTo>
                    <a:lnTo>
                      <a:pt x="51495" y="120901"/>
                    </a:lnTo>
                    <a:lnTo>
                      <a:pt x="51495" y="85079"/>
                    </a:lnTo>
                    <a:lnTo>
                      <a:pt x="55973" y="85079"/>
                    </a:lnTo>
                    <a:cubicBezTo>
                      <a:pt x="57316" y="85079"/>
                      <a:pt x="58212" y="84183"/>
                      <a:pt x="58212" y="82840"/>
                    </a:cubicBezTo>
                    <a:lnTo>
                      <a:pt x="58212" y="71645"/>
                    </a:lnTo>
                    <a:lnTo>
                      <a:pt x="80601" y="71645"/>
                    </a:lnTo>
                    <a:lnTo>
                      <a:pt x="80601" y="82840"/>
                    </a:lnTo>
                    <a:cubicBezTo>
                      <a:pt x="80601" y="84183"/>
                      <a:pt x="81496" y="85079"/>
                      <a:pt x="82840" y="85079"/>
                    </a:cubicBezTo>
                    <a:lnTo>
                      <a:pt x="87317" y="85079"/>
                    </a:lnTo>
                    <a:lnTo>
                      <a:pt x="87317" y="120901"/>
                    </a:lnTo>
                    <a:lnTo>
                      <a:pt x="82840" y="120901"/>
                    </a:lnTo>
                    <a:cubicBezTo>
                      <a:pt x="81496" y="120901"/>
                      <a:pt x="80601" y="121797"/>
                      <a:pt x="80601" y="123140"/>
                    </a:cubicBezTo>
                    <a:lnTo>
                      <a:pt x="80601" y="136573"/>
                    </a:lnTo>
                    <a:cubicBezTo>
                      <a:pt x="80601" y="137917"/>
                      <a:pt x="81496" y="138812"/>
                      <a:pt x="82840" y="138812"/>
                    </a:cubicBezTo>
                    <a:lnTo>
                      <a:pt x="136573" y="138812"/>
                    </a:lnTo>
                    <a:cubicBezTo>
                      <a:pt x="137917" y="138812"/>
                      <a:pt x="138812" y="137917"/>
                      <a:pt x="138812" y="136573"/>
                    </a:cubicBezTo>
                    <a:lnTo>
                      <a:pt x="138812" y="123140"/>
                    </a:lnTo>
                    <a:cubicBezTo>
                      <a:pt x="138812" y="121797"/>
                      <a:pt x="137917" y="120901"/>
                      <a:pt x="136573" y="120901"/>
                    </a:cubicBezTo>
                    <a:lnTo>
                      <a:pt x="132096" y="120901"/>
                    </a:lnTo>
                    <a:lnTo>
                      <a:pt x="132096" y="85079"/>
                    </a:lnTo>
                    <a:lnTo>
                      <a:pt x="136573" y="85079"/>
                    </a:lnTo>
                    <a:close/>
                    <a:moveTo>
                      <a:pt x="53734" y="134335"/>
                    </a:moveTo>
                    <a:lnTo>
                      <a:pt x="4478" y="134335"/>
                    </a:lnTo>
                    <a:lnTo>
                      <a:pt x="4478" y="125379"/>
                    </a:lnTo>
                    <a:lnTo>
                      <a:pt x="8956" y="125379"/>
                    </a:lnTo>
                    <a:lnTo>
                      <a:pt x="49256" y="125379"/>
                    </a:lnTo>
                    <a:lnTo>
                      <a:pt x="53734" y="125379"/>
                    </a:lnTo>
                    <a:lnTo>
                      <a:pt x="53734" y="134335"/>
                    </a:lnTo>
                    <a:close/>
                    <a:moveTo>
                      <a:pt x="11195" y="120901"/>
                    </a:moveTo>
                    <a:lnTo>
                      <a:pt x="11195" y="85079"/>
                    </a:lnTo>
                    <a:lnTo>
                      <a:pt x="47017" y="85079"/>
                    </a:lnTo>
                    <a:lnTo>
                      <a:pt x="47017" y="120901"/>
                    </a:lnTo>
                    <a:lnTo>
                      <a:pt x="11195" y="120901"/>
                    </a:lnTo>
                    <a:close/>
                    <a:moveTo>
                      <a:pt x="134335" y="134335"/>
                    </a:moveTo>
                    <a:lnTo>
                      <a:pt x="85079" y="134335"/>
                    </a:lnTo>
                    <a:lnTo>
                      <a:pt x="85079" y="125379"/>
                    </a:lnTo>
                    <a:lnTo>
                      <a:pt x="89556" y="125379"/>
                    </a:lnTo>
                    <a:lnTo>
                      <a:pt x="129857" y="125379"/>
                    </a:lnTo>
                    <a:lnTo>
                      <a:pt x="134335" y="125379"/>
                    </a:lnTo>
                    <a:lnTo>
                      <a:pt x="134335" y="134335"/>
                    </a:lnTo>
                    <a:close/>
                    <a:moveTo>
                      <a:pt x="91795" y="120901"/>
                    </a:moveTo>
                    <a:lnTo>
                      <a:pt x="91795" y="85079"/>
                    </a:lnTo>
                    <a:lnTo>
                      <a:pt x="127618" y="85079"/>
                    </a:lnTo>
                    <a:lnTo>
                      <a:pt x="127618" y="120901"/>
                    </a:lnTo>
                    <a:lnTo>
                      <a:pt x="91795" y="120901"/>
                    </a:lnTo>
                    <a:close/>
                    <a:moveTo>
                      <a:pt x="91795" y="4478"/>
                    </a:moveTo>
                    <a:lnTo>
                      <a:pt x="127618" y="4478"/>
                    </a:lnTo>
                    <a:lnTo>
                      <a:pt x="127618" y="13433"/>
                    </a:lnTo>
                    <a:lnTo>
                      <a:pt x="91795" y="13433"/>
                    </a:lnTo>
                    <a:lnTo>
                      <a:pt x="91795" y="4478"/>
                    </a:lnTo>
                    <a:close/>
                    <a:moveTo>
                      <a:pt x="94034" y="31345"/>
                    </a:moveTo>
                    <a:lnTo>
                      <a:pt x="94034" y="67167"/>
                    </a:lnTo>
                    <a:lnTo>
                      <a:pt x="89556" y="67167"/>
                    </a:lnTo>
                    <a:lnTo>
                      <a:pt x="82840" y="67167"/>
                    </a:lnTo>
                    <a:lnTo>
                      <a:pt x="55973" y="67167"/>
                    </a:lnTo>
                    <a:lnTo>
                      <a:pt x="49256" y="67167"/>
                    </a:lnTo>
                    <a:lnTo>
                      <a:pt x="44778" y="67167"/>
                    </a:lnTo>
                    <a:lnTo>
                      <a:pt x="44778" y="31345"/>
                    </a:lnTo>
                    <a:lnTo>
                      <a:pt x="49256" y="31345"/>
                    </a:lnTo>
                    <a:lnTo>
                      <a:pt x="55973" y="31345"/>
                    </a:lnTo>
                    <a:lnTo>
                      <a:pt x="82840" y="31345"/>
                    </a:lnTo>
                    <a:lnTo>
                      <a:pt x="89556" y="31345"/>
                    </a:lnTo>
                    <a:lnTo>
                      <a:pt x="94034" y="31345"/>
                    </a:lnTo>
                    <a:close/>
                    <a:moveTo>
                      <a:pt x="11195" y="4478"/>
                    </a:moveTo>
                    <a:lnTo>
                      <a:pt x="47017" y="4478"/>
                    </a:lnTo>
                    <a:lnTo>
                      <a:pt x="47017" y="13433"/>
                    </a:lnTo>
                    <a:lnTo>
                      <a:pt x="11195" y="13433"/>
                    </a:lnTo>
                    <a:lnTo>
                      <a:pt x="11195" y="4478"/>
                    </a:lnTo>
                    <a:close/>
                    <a:moveTo>
                      <a:pt x="53734" y="80601"/>
                    </a:moveTo>
                    <a:lnTo>
                      <a:pt x="4478" y="80601"/>
                    </a:lnTo>
                    <a:lnTo>
                      <a:pt x="4478" y="17911"/>
                    </a:lnTo>
                    <a:lnTo>
                      <a:pt x="8956" y="17911"/>
                    </a:lnTo>
                    <a:lnTo>
                      <a:pt x="49256" y="17911"/>
                    </a:lnTo>
                    <a:lnTo>
                      <a:pt x="53734" y="17911"/>
                    </a:lnTo>
                    <a:lnTo>
                      <a:pt x="53734" y="26867"/>
                    </a:lnTo>
                    <a:lnTo>
                      <a:pt x="49256" y="26867"/>
                    </a:lnTo>
                    <a:lnTo>
                      <a:pt x="42539" y="26867"/>
                    </a:lnTo>
                    <a:cubicBezTo>
                      <a:pt x="41196" y="26867"/>
                      <a:pt x="40300" y="27763"/>
                      <a:pt x="40300" y="29106"/>
                    </a:cubicBezTo>
                    <a:lnTo>
                      <a:pt x="40300" y="69406"/>
                    </a:lnTo>
                    <a:cubicBezTo>
                      <a:pt x="40300" y="70749"/>
                      <a:pt x="41196" y="71645"/>
                      <a:pt x="42539" y="71645"/>
                    </a:cubicBezTo>
                    <a:lnTo>
                      <a:pt x="49256" y="71645"/>
                    </a:lnTo>
                    <a:lnTo>
                      <a:pt x="53734" y="71645"/>
                    </a:lnTo>
                    <a:lnTo>
                      <a:pt x="53734" y="80601"/>
                    </a:lnTo>
                    <a:close/>
                    <a:moveTo>
                      <a:pt x="85079" y="71645"/>
                    </a:moveTo>
                    <a:lnTo>
                      <a:pt x="89556" y="71645"/>
                    </a:lnTo>
                    <a:lnTo>
                      <a:pt x="96273" y="71645"/>
                    </a:lnTo>
                    <a:cubicBezTo>
                      <a:pt x="97617" y="71645"/>
                      <a:pt x="98512" y="70749"/>
                      <a:pt x="98512" y="69406"/>
                    </a:cubicBezTo>
                    <a:lnTo>
                      <a:pt x="98512" y="29106"/>
                    </a:lnTo>
                    <a:cubicBezTo>
                      <a:pt x="98512" y="27763"/>
                      <a:pt x="97617" y="26867"/>
                      <a:pt x="96273" y="26867"/>
                    </a:cubicBezTo>
                    <a:lnTo>
                      <a:pt x="89556" y="26867"/>
                    </a:lnTo>
                    <a:lnTo>
                      <a:pt x="85079" y="26867"/>
                    </a:lnTo>
                    <a:lnTo>
                      <a:pt x="85079" y="17911"/>
                    </a:lnTo>
                    <a:lnTo>
                      <a:pt x="89556" y="17911"/>
                    </a:lnTo>
                    <a:lnTo>
                      <a:pt x="129857" y="17911"/>
                    </a:lnTo>
                    <a:lnTo>
                      <a:pt x="134335" y="17911"/>
                    </a:lnTo>
                    <a:lnTo>
                      <a:pt x="134335" y="80601"/>
                    </a:lnTo>
                    <a:lnTo>
                      <a:pt x="85079" y="80601"/>
                    </a:lnTo>
                    <a:lnTo>
                      <a:pt x="85079" y="7164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90" name="Freeform: Shape 4686">
                <a:extLst>
                  <a:ext uri="{FF2B5EF4-FFF2-40B4-BE49-F238E27FC236}">
                    <a16:creationId xmlns:a16="http://schemas.microsoft.com/office/drawing/2014/main" id="{4437BBB8-3161-B381-934B-86AE481A35B4}"/>
                  </a:ext>
                  <a:ext uri="{C183D7F6-B498-43B3-948B-1728B52AA6E4}">
                    <adec:decorative xmlns:adec="http://schemas.microsoft.com/office/drawing/2017/decorative" val="1"/>
                  </a:ext>
                </a:extLst>
              </p:cNvPr>
              <p:cNvSpPr>
                <a:spLocks noChangeAspect="1"/>
              </p:cNvSpPr>
              <p:nvPr/>
            </p:nvSpPr>
            <p:spPr>
              <a:xfrm>
                <a:off x="6387634" y="1729794"/>
                <a:ext cx="102990" cy="152246"/>
              </a:xfrm>
              <a:custGeom>
                <a:avLst/>
                <a:gdLst>
                  <a:gd name="connsiteX0" fmla="*/ 100031 w 102989"/>
                  <a:gd name="connsiteY0" fmla="*/ 25971 h 152245"/>
                  <a:gd name="connsiteX1" fmla="*/ 92419 w 102989"/>
                  <a:gd name="connsiteY1" fmla="*/ 22837 h 152245"/>
                  <a:gd name="connsiteX2" fmla="*/ 85702 w 102989"/>
                  <a:gd name="connsiteY2" fmla="*/ 25076 h 152245"/>
                  <a:gd name="connsiteX3" fmla="*/ 85702 w 102989"/>
                  <a:gd name="connsiteY3" fmla="*/ 17464 h 152245"/>
                  <a:gd name="connsiteX4" fmla="*/ 82568 w 102989"/>
                  <a:gd name="connsiteY4" fmla="*/ 9851 h 152245"/>
                  <a:gd name="connsiteX5" fmla="*/ 74955 w 102989"/>
                  <a:gd name="connsiteY5" fmla="*/ 6717 h 152245"/>
                  <a:gd name="connsiteX6" fmla="*/ 68239 w 102989"/>
                  <a:gd name="connsiteY6" fmla="*/ 8956 h 152245"/>
                  <a:gd name="connsiteX7" fmla="*/ 57940 w 102989"/>
                  <a:gd name="connsiteY7" fmla="*/ 0 h 152245"/>
                  <a:gd name="connsiteX8" fmla="*/ 47193 w 102989"/>
                  <a:gd name="connsiteY8" fmla="*/ 10747 h 152245"/>
                  <a:gd name="connsiteX9" fmla="*/ 47193 w 102989"/>
                  <a:gd name="connsiteY9" fmla="*/ 15672 h 152245"/>
                  <a:gd name="connsiteX10" fmla="*/ 40476 w 102989"/>
                  <a:gd name="connsiteY10" fmla="*/ 13433 h 152245"/>
                  <a:gd name="connsiteX11" fmla="*/ 29729 w 102989"/>
                  <a:gd name="connsiteY11" fmla="*/ 24180 h 152245"/>
                  <a:gd name="connsiteX12" fmla="*/ 29729 w 102989"/>
                  <a:gd name="connsiteY12" fmla="*/ 80153 h 152245"/>
                  <a:gd name="connsiteX13" fmla="*/ 29729 w 102989"/>
                  <a:gd name="connsiteY13" fmla="*/ 81496 h 152245"/>
                  <a:gd name="connsiteX14" fmla="*/ 27490 w 102989"/>
                  <a:gd name="connsiteY14" fmla="*/ 69406 h 152245"/>
                  <a:gd name="connsiteX15" fmla="*/ 17639 w 102989"/>
                  <a:gd name="connsiteY15" fmla="*/ 58212 h 152245"/>
                  <a:gd name="connsiteX16" fmla="*/ 5549 w 102989"/>
                  <a:gd name="connsiteY16" fmla="*/ 58212 h 152245"/>
                  <a:gd name="connsiteX17" fmla="*/ 2862 w 102989"/>
                  <a:gd name="connsiteY17" fmla="*/ 59555 h 152245"/>
                  <a:gd name="connsiteX18" fmla="*/ 1071 w 102989"/>
                  <a:gd name="connsiteY18" fmla="*/ 60451 h 152245"/>
                  <a:gd name="connsiteX19" fmla="*/ 176 w 102989"/>
                  <a:gd name="connsiteY19" fmla="*/ 63137 h 152245"/>
                  <a:gd name="connsiteX20" fmla="*/ 12266 w 102989"/>
                  <a:gd name="connsiteY20" fmla="*/ 114632 h 152245"/>
                  <a:gd name="connsiteX21" fmla="*/ 25251 w 102989"/>
                  <a:gd name="connsiteY21" fmla="*/ 138812 h 152245"/>
                  <a:gd name="connsiteX22" fmla="*/ 31968 w 102989"/>
                  <a:gd name="connsiteY22" fmla="*/ 150007 h 152245"/>
                  <a:gd name="connsiteX23" fmla="*/ 32864 w 102989"/>
                  <a:gd name="connsiteY23" fmla="*/ 151350 h 152245"/>
                  <a:gd name="connsiteX24" fmla="*/ 34655 w 102989"/>
                  <a:gd name="connsiteY24" fmla="*/ 152694 h 152245"/>
                  <a:gd name="connsiteX25" fmla="*/ 89284 w 102989"/>
                  <a:gd name="connsiteY25" fmla="*/ 152694 h 152245"/>
                  <a:gd name="connsiteX26" fmla="*/ 91075 w 102989"/>
                  <a:gd name="connsiteY26" fmla="*/ 151798 h 152245"/>
                  <a:gd name="connsiteX27" fmla="*/ 91971 w 102989"/>
                  <a:gd name="connsiteY27" fmla="*/ 150455 h 152245"/>
                  <a:gd name="connsiteX28" fmla="*/ 100927 w 102989"/>
                  <a:gd name="connsiteY28" fmla="*/ 127618 h 152245"/>
                  <a:gd name="connsiteX29" fmla="*/ 104509 w 102989"/>
                  <a:gd name="connsiteY29" fmla="*/ 102542 h 152245"/>
                  <a:gd name="connsiteX30" fmla="*/ 104509 w 102989"/>
                  <a:gd name="connsiteY30" fmla="*/ 80153 h 152245"/>
                  <a:gd name="connsiteX31" fmla="*/ 104509 w 102989"/>
                  <a:gd name="connsiteY31" fmla="*/ 34032 h 152245"/>
                  <a:gd name="connsiteX32" fmla="*/ 100031 w 102989"/>
                  <a:gd name="connsiteY32" fmla="*/ 25971 h 152245"/>
                  <a:gd name="connsiteX33" fmla="*/ 99135 w 102989"/>
                  <a:gd name="connsiteY33" fmla="*/ 102094 h 152245"/>
                  <a:gd name="connsiteX34" fmla="*/ 96001 w 102989"/>
                  <a:gd name="connsiteY34" fmla="*/ 126274 h 152245"/>
                  <a:gd name="connsiteX35" fmla="*/ 87941 w 102989"/>
                  <a:gd name="connsiteY35" fmla="*/ 147768 h 152245"/>
                  <a:gd name="connsiteX36" fmla="*/ 35550 w 102989"/>
                  <a:gd name="connsiteY36" fmla="*/ 147768 h 152245"/>
                  <a:gd name="connsiteX37" fmla="*/ 35550 w 102989"/>
                  <a:gd name="connsiteY37" fmla="*/ 147768 h 152245"/>
                  <a:gd name="connsiteX38" fmla="*/ 28386 w 102989"/>
                  <a:gd name="connsiteY38" fmla="*/ 136126 h 152245"/>
                  <a:gd name="connsiteX39" fmla="*/ 16296 w 102989"/>
                  <a:gd name="connsiteY39" fmla="*/ 113289 h 152245"/>
                  <a:gd name="connsiteX40" fmla="*/ 4206 w 102989"/>
                  <a:gd name="connsiteY40" fmla="*/ 63585 h 152245"/>
                  <a:gd name="connsiteX41" fmla="*/ 4206 w 102989"/>
                  <a:gd name="connsiteY41" fmla="*/ 63585 h 152245"/>
                  <a:gd name="connsiteX42" fmla="*/ 4206 w 102989"/>
                  <a:gd name="connsiteY42" fmla="*/ 63585 h 152245"/>
                  <a:gd name="connsiteX43" fmla="*/ 6445 w 102989"/>
                  <a:gd name="connsiteY43" fmla="*/ 62689 h 152245"/>
                  <a:gd name="connsiteX44" fmla="*/ 15400 w 102989"/>
                  <a:gd name="connsiteY44" fmla="*/ 62689 h 152245"/>
                  <a:gd name="connsiteX45" fmla="*/ 22565 w 102989"/>
                  <a:gd name="connsiteY45" fmla="*/ 70749 h 152245"/>
                  <a:gd name="connsiteX46" fmla="*/ 27490 w 102989"/>
                  <a:gd name="connsiteY46" fmla="*/ 96273 h 152245"/>
                  <a:gd name="connsiteX47" fmla="*/ 31073 w 102989"/>
                  <a:gd name="connsiteY47" fmla="*/ 98512 h 152245"/>
                  <a:gd name="connsiteX48" fmla="*/ 33759 w 102989"/>
                  <a:gd name="connsiteY48" fmla="*/ 95825 h 152245"/>
                  <a:gd name="connsiteX49" fmla="*/ 70925 w 102989"/>
                  <a:gd name="connsiteY49" fmla="*/ 114632 h 152245"/>
                  <a:gd name="connsiteX50" fmla="*/ 71821 w 102989"/>
                  <a:gd name="connsiteY50" fmla="*/ 118662 h 152245"/>
                  <a:gd name="connsiteX51" fmla="*/ 74060 w 102989"/>
                  <a:gd name="connsiteY51" fmla="*/ 120453 h 152245"/>
                  <a:gd name="connsiteX52" fmla="*/ 74507 w 102989"/>
                  <a:gd name="connsiteY52" fmla="*/ 120453 h 152245"/>
                  <a:gd name="connsiteX53" fmla="*/ 76299 w 102989"/>
                  <a:gd name="connsiteY53" fmla="*/ 117767 h 152245"/>
                  <a:gd name="connsiteX54" fmla="*/ 74955 w 102989"/>
                  <a:gd name="connsiteY54" fmla="*/ 113289 h 152245"/>
                  <a:gd name="connsiteX55" fmla="*/ 33759 w 102989"/>
                  <a:gd name="connsiteY55" fmla="*/ 91348 h 152245"/>
                  <a:gd name="connsiteX56" fmla="*/ 33759 w 102989"/>
                  <a:gd name="connsiteY56" fmla="*/ 80601 h 152245"/>
                  <a:gd name="connsiteX57" fmla="*/ 33759 w 102989"/>
                  <a:gd name="connsiteY57" fmla="*/ 24628 h 152245"/>
                  <a:gd name="connsiteX58" fmla="*/ 40028 w 102989"/>
                  <a:gd name="connsiteY58" fmla="*/ 18359 h 152245"/>
                  <a:gd name="connsiteX59" fmla="*/ 44506 w 102989"/>
                  <a:gd name="connsiteY59" fmla="*/ 20150 h 152245"/>
                  <a:gd name="connsiteX60" fmla="*/ 46297 w 102989"/>
                  <a:gd name="connsiteY60" fmla="*/ 24628 h 152245"/>
                  <a:gd name="connsiteX61" fmla="*/ 46297 w 102989"/>
                  <a:gd name="connsiteY61" fmla="*/ 80601 h 152245"/>
                  <a:gd name="connsiteX62" fmla="*/ 48536 w 102989"/>
                  <a:gd name="connsiteY62" fmla="*/ 82840 h 152245"/>
                  <a:gd name="connsiteX63" fmla="*/ 50775 w 102989"/>
                  <a:gd name="connsiteY63" fmla="*/ 80601 h 152245"/>
                  <a:gd name="connsiteX64" fmla="*/ 50775 w 102989"/>
                  <a:gd name="connsiteY64" fmla="*/ 24628 h 152245"/>
                  <a:gd name="connsiteX65" fmla="*/ 50775 w 102989"/>
                  <a:gd name="connsiteY65" fmla="*/ 24180 h 152245"/>
                  <a:gd name="connsiteX66" fmla="*/ 50775 w 102989"/>
                  <a:gd name="connsiteY66" fmla="*/ 24180 h 152245"/>
                  <a:gd name="connsiteX67" fmla="*/ 50775 w 102989"/>
                  <a:gd name="connsiteY67" fmla="*/ 11195 h 152245"/>
                  <a:gd name="connsiteX68" fmla="*/ 57044 w 102989"/>
                  <a:gd name="connsiteY68" fmla="*/ 4926 h 152245"/>
                  <a:gd name="connsiteX69" fmla="*/ 63313 w 102989"/>
                  <a:gd name="connsiteY69" fmla="*/ 11642 h 152245"/>
                  <a:gd name="connsiteX70" fmla="*/ 63313 w 102989"/>
                  <a:gd name="connsiteY70" fmla="*/ 18359 h 152245"/>
                  <a:gd name="connsiteX71" fmla="*/ 63313 w 102989"/>
                  <a:gd name="connsiteY71" fmla="*/ 81496 h 152245"/>
                  <a:gd name="connsiteX72" fmla="*/ 65552 w 102989"/>
                  <a:gd name="connsiteY72" fmla="*/ 83735 h 152245"/>
                  <a:gd name="connsiteX73" fmla="*/ 67791 w 102989"/>
                  <a:gd name="connsiteY73" fmla="*/ 81496 h 152245"/>
                  <a:gd name="connsiteX74" fmla="*/ 67791 w 102989"/>
                  <a:gd name="connsiteY74" fmla="*/ 18359 h 152245"/>
                  <a:gd name="connsiteX75" fmla="*/ 74507 w 102989"/>
                  <a:gd name="connsiteY75" fmla="*/ 11642 h 152245"/>
                  <a:gd name="connsiteX76" fmla="*/ 78985 w 102989"/>
                  <a:gd name="connsiteY76" fmla="*/ 13433 h 152245"/>
                  <a:gd name="connsiteX77" fmla="*/ 80776 w 102989"/>
                  <a:gd name="connsiteY77" fmla="*/ 17911 h 152245"/>
                  <a:gd name="connsiteX78" fmla="*/ 80776 w 102989"/>
                  <a:gd name="connsiteY78" fmla="*/ 34479 h 152245"/>
                  <a:gd name="connsiteX79" fmla="*/ 80776 w 102989"/>
                  <a:gd name="connsiteY79" fmla="*/ 80601 h 152245"/>
                  <a:gd name="connsiteX80" fmla="*/ 83015 w 102989"/>
                  <a:gd name="connsiteY80" fmla="*/ 82840 h 152245"/>
                  <a:gd name="connsiteX81" fmla="*/ 85254 w 102989"/>
                  <a:gd name="connsiteY81" fmla="*/ 80601 h 152245"/>
                  <a:gd name="connsiteX82" fmla="*/ 85254 w 102989"/>
                  <a:gd name="connsiteY82" fmla="*/ 34479 h 152245"/>
                  <a:gd name="connsiteX83" fmla="*/ 91971 w 102989"/>
                  <a:gd name="connsiteY83" fmla="*/ 28210 h 152245"/>
                  <a:gd name="connsiteX84" fmla="*/ 96449 w 102989"/>
                  <a:gd name="connsiteY84" fmla="*/ 30001 h 152245"/>
                  <a:gd name="connsiteX85" fmla="*/ 98240 w 102989"/>
                  <a:gd name="connsiteY85" fmla="*/ 34479 h 152245"/>
                  <a:gd name="connsiteX86" fmla="*/ 98240 w 102989"/>
                  <a:gd name="connsiteY86" fmla="*/ 80601 h 152245"/>
                  <a:gd name="connsiteX87" fmla="*/ 98240 w 102989"/>
                  <a:gd name="connsiteY87" fmla="*/ 102094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2989" h="152245">
                    <a:moveTo>
                      <a:pt x="100031" y="25971"/>
                    </a:moveTo>
                    <a:cubicBezTo>
                      <a:pt x="97792" y="23732"/>
                      <a:pt x="95105" y="22837"/>
                      <a:pt x="92419" y="22837"/>
                    </a:cubicBezTo>
                    <a:cubicBezTo>
                      <a:pt x="90180" y="22837"/>
                      <a:pt x="87493" y="23732"/>
                      <a:pt x="85702" y="25076"/>
                    </a:cubicBezTo>
                    <a:lnTo>
                      <a:pt x="85702" y="17464"/>
                    </a:lnTo>
                    <a:cubicBezTo>
                      <a:pt x="85702" y="14329"/>
                      <a:pt x="84359" y="11642"/>
                      <a:pt x="82568" y="9851"/>
                    </a:cubicBezTo>
                    <a:cubicBezTo>
                      <a:pt x="80329" y="7612"/>
                      <a:pt x="77642" y="6717"/>
                      <a:pt x="74955" y="6717"/>
                    </a:cubicBezTo>
                    <a:cubicBezTo>
                      <a:pt x="72269" y="6717"/>
                      <a:pt x="70030" y="7612"/>
                      <a:pt x="68239" y="8956"/>
                    </a:cubicBezTo>
                    <a:cubicBezTo>
                      <a:pt x="66895" y="2239"/>
                      <a:pt x="61970" y="0"/>
                      <a:pt x="57940" y="0"/>
                    </a:cubicBezTo>
                    <a:cubicBezTo>
                      <a:pt x="52118" y="0"/>
                      <a:pt x="47193" y="4926"/>
                      <a:pt x="47193" y="10747"/>
                    </a:cubicBezTo>
                    <a:lnTo>
                      <a:pt x="47193" y="15672"/>
                    </a:lnTo>
                    <a:cubicBezTo>
                      <a:pt x="45402" y="14329"/>
                      <a:pt x="43163" y="13433"/>
                      <a:pt x="40476" y="13433"/>
                    </a:cubicBezTo>
                    <a:cubicBezTo>
                      <a:pt x="34207" y="13433"/>
                      <a:pt x="29729" y="18359"/>
                      <a:pt x="29729" y="24180"/>
                    </a:cubicBezTo>
                    <a:lnTo>
                      <a:pt x="29729" y="80153"/>
                    </a:lnTo>
                    <a:cubicBezTo>
                      <a:pt x="29729" y="80153"/>
                      <a:pt x="29729" y="80601"/>
                      <a:pt x="29729" y="81496"/>
                    </a:cubicBezTo>
                    <a:lnTo>
                      <a:pt x="27490" y="69406"/>
                    </a:lnTo>
                    <a:cubicBezTo>
                      <a:pt x="25251" y="64033"/>
                      <a:pt x="22117" y="60003"/>
                      <a:pt x="17639" y="58212"/>
                    </a:cubicBezTo>
                    <a:cubicBezTo>
                      <a:pt x="14057" y="56421"/>
                      <a:pt x="9579" y="56421"/>
                      <a:pt x="5549" y="58212"/>
                    </a:cubicBezTo>
                    <a:cubicBezTo>
                      <a:pt x="4653" y="58660"/>
                      <a:pt x="3758" y="59107"/>
                      <a:pt x="2862" y="59555"/>
                    </a:cubicBezTo>
                    <a:lnTo>
                      <a:pt x="1071" y="60451"/>
                    </a:lnTo>
                    <a:cubicBezTo>
                      <a:pt x="176" y="60898"/>
                      <a:pt x="-272" y="62242"/>
                      <a:pt x="176" y="63137"/>
                    </a:cubicBezTo>
                    <a:lnTo>
                      <a:pt x="12266" y="114632"/>
                    </a:lnTo>
                    <a:cubicBezTo>
                      <a:pt x="14952" y="123588"/>
                      <a:pt x="19878" y="131200"/>
                      <a:pt x="25251" y="138812"/>
                    </a:cubicBezTo>
                    <a:cubicBezTo>
                      <a:pt x="27938" y="142842"/>
                      <a:pt x="30177" y="146425"/>
                      <a:pt x="31968" y="150007"/>
                    </a:cubicBezTo>
                    <a:lnTo>
                      <a:pt x="32864" y="151350"/>
                    </a:lnTo>
                    <a:cubicBezTo>
                      <a:pt x="33312" y="152246"/>
                      <a:pt x="34207" y="152694"/>
                      <a:pt x="34655" y="152694"/>
                    </a:cubicBezTo>
                    <a:lnTo>
                      <a:pt x="89284" y="152694"/>
                    </a:lnTo>
                    <a:cubicBezTo>
                      <a:pt x="90180" y="152694"/>
                      <a:pt x="90628" y="152246"/>
                      <a:pt x="91075" y="151798"/>
                    </a:cubicBezTo>
                    <a:lnTo>
                      <a:pt x="91971" y="150455"/>
                    </a:lnTo>
                    <a:cubicBezTo>
                      <a:pt x="95105" y="145081"/>
                      <a:pt x="98240" y="137021"/>
                      <a:pt x="100927" y="127618"/>
                    </a:cubicBezTo>
                    <a:cubicBezTo>
                      <a:pt x="103165" y="118662"/>
                      <a:pt x="104509" y="110154"/>
                      <a:pt x="104509" y="102542"/>
                    </a:cubicBezTo>
                    <a:lnTo>
                      <a:pt x="104509" y="80153"/>
                    </a:lnTo>
                    <a:lnTo>
                      <a:pt x="104509" y="34032"/>
                    </a:lnTo>
                    <a:cubicBezTo>
                      <a:pt x="103613" y="30897"/>
                      <a:pt x="102270" y="27763"/>
                      <a:pt x="100031" y="25971"/>
                    </a:cubicBezTo>
                    <a:close/>
                    <a:moveTo>
                      <a:pt x="99135" y="102094"/>
                    </a:moveTo>
                    <a:cubicBezTo>
                      <a:pt x="99135" y="109259"/>
                      <a:pt x="97792" y="117319"/>
                      <a:pt x="96001" y="126274"/>
                    </a:cubicBezTo>
                    <a:cubicBezTo>
                      <a:pt x="93762" y="134782"/>
                      <a:pt x="90628" y="142842"/>
                      <a:pt x="87941" y="147768"/>
                    </a:cubicBezTo>
                    <a:lnTo>
                      <a:pt x="35550" y="147768"/>
                    </a:lnTo>
                    <a:lnTo>
                      <a:pt x="35550" y="147768"/>
                    </a:lnTo>
                    <a:cubicBezTo>
                      <a:pt x="33759" y="144186"/>
                      <a:pt x="31073" y="140156"/>
                      <a:pt x="28386" y="136126"/>
                    </a:cubicBezTo>
                    <a:cubicBezTo>
                      <a:pt x="23908" y="128961"/>
                      <a:pt x="18983" y="121349"/>
                      <a:pt x="16296" y="113289"/>
                    </a:cubicBezTo>
                    <a:lnTo>
                      <a:pt x="4206" y="63585"/>
                    </a:lnTo>
                    <a:lnTo>
                      <a:pt x="4206" y="63585"/>
                    </a:lnTo>
                    <a:lnTo>
                      <a:pt x="4206" y="63585"/>
                    </a:lnTo>
                    <a:cubicBezTo>
                      <a:pt x="5101" y="63137"/>
                      <a:pt x="5549" y="62689"/>
                      <a:pt x="6445" y="62689"/>
                    </a:cubicBezTo>
                    <a:cubicBezTo>
                      <a:pt x="9579" y="61794"/>
                      <a:pt x="12714" y="61794"/>
                      <a:pt x="15400" y="62689"/>
                    </a:cubicBezTo>
                    <a:cubicBezTo>
                      <a:pt x="18535" y="64033"/>
                      <a:pt x="21221" y="66720"/>
                      <a:pt x="22565" y="70749"/>
                    </a:cubicBezTo>
                    <a:lnTo>
                      <a:pt x="27490" y="96273"/>
                    </a:lnTo>
                    <a:cubicBezTo>
                      <a:pt x="27938" y="98064"/>
                      <a:pt x="29729" y="98960"/>
                      <a:pt x="31073" y="98512"/>
                    </a:cubicBezTo>
                    <a:cubicBezTo>
                      <a:pt x="32416" y="98064"/>
                      <a:pt x="33312" y="97169"/>
                      <a:pt x="33759" y="95825"/>
                    </a:cubicBezTo>
                    <a:cubicBezTo>
                      <a:pt x="49879" y="91348"/>
                      <a:pt x="66000" y="99408"/>
                      <a:pt x="70925" y="114632"/>
                    </a:cubicBezTo>
                    <a:cubicBezTo>
                      <a:pt x="71373" y="115976"/>
                      <a:pt x="71821" y="117319"/>
                      <a:pt x="71821" y="118662"/>
                    </a:cubicBezTo>
                    <a:cubicBezTo>
                      <a:pt x="71821" y="119558"/>
                      <a:pt x="73164" y="120453"/>
                      <a:pt x="74060" y="120453"/>
                    </a:cubicBezTo>
                    <a:cubicBezTo>
                      <a:pt x="74060" y="120453"/>
                      <a:pt x="74507" y="120453"/>
                      <a:pt x="74507" y="120453"/>
                    </a:cubicBezTo>
                    <a:cubicBezTo>
                      <a:pt x="75851" y="120005"/>
                      <a:pt x="76299" y="119110"/>
                      <a:pt x="76299" y="117767"/>
                    </a:cubicBezTo>
                    <a:cubicBezTo>
                      <a:pt x="75851" y="116423"/>
                      <a:pt x="75403" y="114632"/>
                      <a:pt x="74955" y="113289"/>
                    </a:cubicBezTo>
                    <a:cubicBezTo>
                      <a:pt x="69134" y="96273"/>
                      <a:pt x="51223" y="86870"/>
                      <a:pt x="33759" y="91348"/>
                    </a:cubicBezTo>
                    <a:cubicBezTo>
                      <a:pt x="33759" y="86870"/>
                      <a:pt x="33759" y="80601"/>
                      <a:pt x="33759" y="80601"/>
                    </a:cubicBezTo>
                    <a:lnTo>
                      <a:pt x="33759" y="24628"/>
                    </a:lnTo>
                    <a:cubicBezTo>
                      <a:pt x="33759" y="21046"/>
                      <a:pt x="36446" y="18359"/>
                      <a:pt x="40028" y="18359"/>
                    </a:cubicBezTo>
                    <a:cubicBezTo>
                      <a:pt x="41819" y="18359"/>
                      <a:pt x="43611" y="19255"/>
                      <a:pt x="44506" y="20150"/>
                    </a:cubicBezTo>
                    <a:cubicBezTo>
                      <a:pt x="45849" y="21493"/>
                      <a:pt x="46297" y="22837"/>
                      <a:pt x="46297" y="24628"/>
                    </a:cubicBezTo>
                    <a:lnTo>
                      <a:pt x="46297" y="80601"/>
                    </a:lnTo>
                    <a:cubicBezTo>
                      <a:pt x="46297" y="81944"/>
                      <a:pt x="47193" y="82840"/>
                      <a:pt x="48536" y="82840"/>
                    </a:cubicBezTo>
                    <a:cubicBezTo>
                      <a:pt x="49879" y="82840"/>
                      <a:pt x="50775" y="81944"/>
                      <a:pt x="50775" y="80601"/>
                    </a:cubicBezTo>
                    <a:lnTo>
                      <a:pt x="50775" y="24628"/>
                    </a:lnTo>
                    <a:cubicBezTo>
                      <a:pt x="50775" y="24628"/>
                      <a:pt x="50775" y="24180"/>
                      <a:pt x="50775" y="24180"/>
                    </a:cubicBezTo>
                    <a:cubicBezTo>
                      <a:pt x="50775" y="24180"/>
                      <a:pt x="50775" y="24180"/>
                      <a:pt x="50775" y="24180"/>
                    </a:cubicBezTo>
                    <a:lnTo>
                      <a:pt x="50775" y="11195"/>
                    </a:lnTo>
                    <a:cubicBezTo>
                      <a:pt x="50775" y="7612"/>
                      <a:pt x="53462" y="4926"/>
                      <a:pt x="57044" y="4926"/>
                    </a:cubicBezTo>
                    <a:cubicBezTo>
                      <a:pt x="59731" y="4926"/>
                      <a:pt x="62865" y="6269"/>
                      <a:pt x="63313" y="11642"/>
                    </a:cubicBezTo>
                    <a:lnTo>
                      <a:pt x="63313" y="18359"/>
                    </a:lnTo>
                    <a:lnTo>
                      <a:pt x="63313" y="81496"/>
                    </a:lnTo>
                    <a:cubicBezTo>
                      <a:pt x="63313" y="82840"/>
                      <a:pt x="64208" y="83735"/>
                      <a:pt x="65552" y="83735"/>
                    </a:cubicBezTo>
                    <a:cubicBezTo>
                      <a:pt x="66895" y="83735"/>
                      <a:pt x="67791" y="82840"/>
                      <a:pt x="67791" y="81496"/>
                    </a:cubicBezTo>
                    <a:lnTo>
                      <a:pt x="67791" y="18359"/>
                    </a:lnTo>
                    <a:cubicBezTo>
                      <a:pt x="67791" y="14777"/>
                      <a:pt x="70925" y="11642"/>
                      <a:pt x="74507" y="11642"/>
                    </a:cubicBezTo>
                    <a:cubicBezTo>
                      <a:pt x="76299" y="11642"/>
                      <a:pt x="78090" y="12538"/>
                      <a:pt x="78985" y="13433"/>
                    </a:cubicBezTo>
                    <a:cubicBezTo>
                      <a:pt x="80329" y="14777"/>
                      <a:pt x="80776" y="16120"/>
                      <a:pt x="80776" y="17911"/>
                    </a:cubicBezTo>
                    <a:lnTo>
                      <a:pt x="80776" y="34479"/>
                    </a:lnTo>
                    <a:lnTo>
                      <a:pt x="80776" y="80601"/>
                    </a:lnTo>
                    <a:cubicBezTo>
                      <a:pt x="80776" y="81944"/>
                      <a:pt x="81672" y="82840"/>
                      <a:pt x="83015" y="82840"/>
                    </a:cubicBezTo>
                    <a:cubicBezTo>
                      <a:pt x="84359" y="82840"/>
                      <a:pt x="85254" y="81944"/>
                      <a:pt x="85254" y="80601"/>
                    </a:cubicBezTo>
                    <a:lnTo>
                      <a:pt x="85254" y="34479"/>
                    </a:lnTo>
                    <a:cubicBezTo>
                      <a:pt x="85254" y="30897"/>
                      <a:pt x="88389" y="28210"/>
                      <a:pt x="91971" y="28210"/>
                    </a:cubicBezTo>
                    <a:cubicBezTo>
                      <a:pt x="93762" y="28210"/>
                      <a:pt x="95553" y="29106"/>
                      <a:pt x="96449" y="30001"/>
                    </a:cubicBezTo>
                    <a:cubicBezTo>
                      <a:pt x="97792" y="31345"/>
                      <a:pt x="98240" y="32688"/>
                      <a:pt x="98240" y="34479"/>
                    </a:cubicBezTo>
                    <a:lnTo>
                      <a:pt x="98240" y="80601"/>
                    </a:lnTo>
                    <a:lnTo>
                      <a:pt x="98240" y="10209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91" name="Freeform: Shape 4687">
                <a:extLst>
                  <a:ext uri="{FF2B5EF4-FFF2-40B4-BE49-F238E27FC236}">
                    <a16:creationId xmlns:a16="http://schemas.microsoft.com/office/drawing/2014/main" id="{854A06BD-E7AA-823E-56D2-D4A036CE857E}"/>
                  </a:ext>
                  <a:ext uri="{C183D7F6-B498-43B3-948B-1728B52AA6E4}">
                    <adec:decorative xmlns:adec="http://schemas.microsoft.com/office/drawing/2017/decorative" val="1"/>
                  </a:ext>
                </a:extLst>
              </p:cNvPr>
              <p:cNvSpPr>
                <a:spLocks noChangeAspect="1"/>
              </p:cNvSpPr>
              <p:nvPr/>
            </p:nvSpPr>
            <p:spPr>
              <a:xfrm>
                <a:off x="9546462" y="1743228"/>
                <a:ext cx="94034" cy="125379"/>
              </a:xfrm>
              <a:custGeom>
                <a:avLst/>
                <a:gdLst>
                  <a:gd name="connsiteX0" fmla="*/ 16120 w 94034"/>
                  <a:gd name="connsiteY0" fmla="*/ 125379 h 125378"/>
                  <a:gd name="connsiteX1" fmla="*/ 14777 w 94034"/>
                  <a:gd name="connsiteY1" fmla="*/ 124931 h 125378"/>
                  <a:gd name="connsiteX2" fmla="*/ 13881 w 94034"/>
                  <a:gd name="connsiteY2" fmla="*/ 122244 h 125378"/>
                  <a:gd name="connsiteX3" fmla="*/ 38957 w 94034"/>
                  <a:gd name="connsiteY3" fmla="*/ 71645 h 125378"/>
                  <a:gd name="connsiteX4" fmla="*/ 2239 w 94034"/>
                  <a:gd name="connsiteY4" fmla="*/ 71645 h 125378"/>
                  <a:gd name="connsiteX5" fmla="*/ 448 w 94034"/>
                  <a:gd name="connsiteY5" fmla="*/ 70749 h 125378"/>
                  <a:gd name="connsiteX6" fmla="*/ 0 w 94034"/>
                  <a:gd name="connsiteY6" fmla="*/ 68511 h 125378"/>
                  <a:gd name="connsiteX7" fmla="*/ 26867 w 94034"/>
                  <a:gd name="connsiteY7" fmla="*/ 1343 h 125378"/>
                  <a:gd name="connsiteX8" fmla="*/ 29106 w 94034"/>
                  <a:gd name="connsiteY8" fmla="*/ 0 h 125378"/>
                  <a:gd name="connsiteX9" fmla="*/ 29106 w 94034"/>
                  <a:gd name="connsiteY9" fmla="*/ 0 h 125378"/>
                  <a:gd name="connsiteX10" fmla="*/ 69406 w 94034"/>
                  <a:gd name="connsiteY10" fmla="*/ 0 h 125378"/>
                  <a:gd name="connsiteX11" fmla="*/ 71197 w 94034"/>
                  <a:gd name="connsiteY11" fmla="*/ 896 h 125378"/>
                  <a:gd name="connsiteX12" fmla="*/ 71197 w 94034"/>
                  <a:gd name="connsiteY12" fmla="*/ 3135 h 125378"/>
                  <a:gd name="connsiteX13" fmla="*/ 55973 w 94034"/>
                  <a:gd name="connsiteY13" fmla="*/ 40300 h 125378"/>
                  <a:gd name="connsiteX14" fmla="*/ 95825 w 94034"/>
                  <a:gd name="connsiteY14" fmla="*/ 40300 h 125378"/>
                  <a:gd name="connsiteX15" fmla="*/ 98064 w 94034"/>
                  <a:gd name="connsiteY15" fmla="*/ 41644 h 125378"/>
                  <a:gd name="connsiteX16" fmla="*/ 97617 w 94034"/>
                  <a:gd name="connsiteY16" fmla="*/ 43883 h 125378"/>
                  <a:gd name="connsiteX17" fmla="*/ 17016 w 94034"/>
                  <a:gd name="connsiteY17" fmla="*/ 124483 h 125378"/>
                  <a:gd name="connsiteX18" fmla="*/ 16120 w 94034"/>
                  <a:gd name="connsiteY18" fmla="*/ 125379 h 125378"/>
                  <a:gd name="connsiteX19" fmla="*/ 6269 w 94034"/>
                  <a:gd name="connsiteY19" fmla="*/ 67167 h 125378"/>
                  <a:gd name="connsiteX20" fmla="*/ 43435 w 94034"/>
                  <a:gd name="connsiteY20" fmla="*/ 67167 h 125378"/>
                  <a:gd name="connsiteX21" fmla="*/ 45226 w 94034"/>
                  <a:gd name="connsiteY21" fmla="*/ 68063 h 125378"/>
                  <a:gd name="connsiteX22" fmla="*/ 45226 w 94034"/>
                  <a:gd name="connsiteY22" fmla="*/ 70302 h 125378"/>
                  <a:gd name="connsiteX23" fmla="*/ 24628 w 94034"/>
                  <a:gd name="connsiteY23" fmla="*/ 111498 h 125378"/>
                  <a:gd name="connsiteX24" fmla="*/ 91795 w 94034"/>
                  <a:gd name="connsiteY24" fmla="*/ 44331 h 125378"/>
                  <a:gd name="connsiteX25" fmla="*/ 53734 w 94034"/>
                  <a:gd name="connsiteY25" fmla="*/ 44331 h 125378"/>
                  <a:gd name="connsiteX26" fmla="*/ 51943 w 94034"/>
                  <a:gd name="connsiteY26" fmla="*/ 43435 h 125378"/>
                  <a:gd name="connsiteX27" fmla="*/ 51943 w 94034"/>
                  <a:gd name="connsiteY27" fmla="*/ 41196 h 125378"/>
                  <a:gd name="connsiteX28" fmla="*/ 67167 w 94034"/>
                  <a:gd name="connsiteY28" fmla="*/ 4030 h 125378"/>
                  <a:gd name="connsiteX29" fmla="*/ 31793 w 94034"/>
                  <a:gd name="connsiteY29" fmla="*/ 4030 h 125378"/>
                  <a:gd name="connsiteX30" fmla="*/ 6269 w 94034"/>
                  <a:gd name="connsiteY30" fmla="*/ 67167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4034" h="125378">
                    <a:moveTo>
                      <a:pt x="16120" y="125379"/>
                    </a:moveTo>
                    <a:cubicBezTo>
                      <a:pt x="15672" y="125379"/>
                      <a:pt x="15225" y="125379"/>
                      <a:pt x="14777" y="124931"/>
                    </a:cubicBezTo>
                    <a:cubicBezTo>
                      <a:pt x="13881" y="124483"/>
                      <a:pt x="13433" y="123140"/>
                      <a:pt x="13881" y="122244"/>
                    </a:cubicBezTo>
                    <a:lnTo>
                      <a:pt x="38957" y="71645"/>
                    </a:lnTo>
                    <a:lnTo>
                      <a:pt x="2239" y="71645"/>
                    </a:lnTo>
                    <a:cubicBezTo>
                      <a:pt x="1344" y="71645"/>
                      <a:pt x="896" y="71197"/>
                      <a:pt x="448" y="70749"/>
                    </a:cubicBezTo>
                    <a:cubicBezTo>
                      <a:pt x="0" y="70302"/>
                      <a:pt x="0" y="69406"/>
                      <a:pt x="0" y="68511"/>
                    </a:cubicBezTo>
                    <a:lnTo>
                      <a:pt x="26867" y="1343"/>
                    </a:lnTo>
                    <a:cubicBezTo>
                      <a:pt x="27315" y="448"/>
                      <a:pt x="28210" y="0"/>
                      <a:pt x="29106" y="0"/>
                    </a:cubicBezTo>
                    <a:lnTo>
                      <a:pt x="29106" y="0"/>
                    </a:lnTo>
                    <a:lnTo>
                      <a:pt x="69406" y="0"/>
                    </a:lnTo>
                    <a:cubicBezTo>
                      <a:pt x="70302" y="0"/>
                      <a:pt x="70750" y="448"/>
                      <a:pt x="71197" y="896"/>
                    </a:cubicBezTo>
                    <a:cubicBezTo>
                      <a:pt x="71645" y="1343"/>
                      <a:pt x="71645" y="2239"/>
                      <a:pt x="71197" y="3135"/>
                    </a:cubicBezTo>
                    <a:lnTo>
                      <a:pt x="55973" y="40300"/>
                    </a:lnTo>
                    <a:lnTo>
                      <a:pt x="95825" y="40300"/>
                    </a:lnTo>
                    <a:cubicBezTo>
                      <a:pt x="96721" y="40300"/>
                      <a:pt x="97617" y="40748"/>
                      <a:pt x="98064" y="41644"/>
                    </a:cubicBezTo>
                    <a:cubicBezTo>
                      <a:pt x="98512" y="42539"/>
                      <a:pt x="98064" y="43435"/>
                      <a:pt x="97617" y="43883"/>
                    </a:cubicBezTo>
                    <a:lnTo>
                      <a:pt x="17016" y="124483"/>
                    </a:lnTo>
                    <a:cubicBezTo>
                      <a:pt x="17464" y="125379"/>
                      <a:pt x="17016" y="125379"/>
                      <a:pt x="16120" y="125379"/>
                    </a:cubicBezTo>
                    <a:close/>
                    <a:moveTo>
                      <a:pt x="6269" y="67167"/>
                    </a:moveTo>
                    <a:lnTo>
                      <a:pt x="43435" y="67167"/>
                    </a:lnTo>
                    <a:cubicBezTo>
                      <a:pt x="44331" y="67167"/>
                      <a:pt x="44778" y="67615"/>
                      <a:pt x="45226" y="68063"/>
                    </a:cubicBezTo>
                    <a:cubicBezTo>
                      <a:pt x="45674" y="68511"/>
                      <a:pt x="45674" y="69406"/>
                      <a:pt x="45226" y="70302"/>
                    </a:cubicBezTo>
                    <a:lnTo>
                      <a:pt x="24628" y="111498"/>
                    </a:lnTo>
                    <a:lnTo>
                      <a:pt x="91795" y="44331"/>
                    </a:lnTo>
                    <a:lnTo>
                      <a:pt x="53734" y="44331"/>
                    </a:lnTo>
                    <a:cubicBezTo>
                      <a:pt x="52838" y="44331"/>
                      <a:pt x="52391" y="43883"/>
                      <a:pt x="51943" y="43435"/>
                    </a:cubicBezTo>
                    <a:cubicBezTo>
                      <a:pt x="51495" y="42987"/>
                      <a:pt x="51495" y="42092"/>
                      <a:pt x="51943" y="41196"/>
                    </a:cubicBezTo>
                    <a:lnTo>
                      <a:pt x="67167" y="4030"/>
                    </a:lnTo>
                    <a:lnTo>
                      <a:pt x="31793" y="4030"/>
                    </a:lnTo>
                    <a:lnTo>
                      <a:pt x="6269" y="6716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792" name="Group 4688">
                <a:extLst>
                  <a:ext uri="{FF2B5EF4-FFF2-40B4-BE49-F238E27FC236}">
                    <a16:creationId xmlns:a16="http://schemas.microsoft.com/office/drawing/2014/main" id="{B40FB2BC-E360-3F78-636D-4B4AC2FB4631}"/>
                  </a:ext>
                  <a:ext uri="{C183D7F6-B498-43B3-948B-1728B52AA6E4}">
                    <adec:decorative xmlns:adec="http://schemas.microsoft.com/office/drawing/2017/decorative" val="1"/>
                  </a:ext>
                </a:extLst>
              </p:cNvPr>
              <p:cNvGrpSpPr>
                <a:grpSpLocks noChangeAspect="1"/>
              </p:cNvGrpSpPr>
              <p:nvPr/>
            </p:nvGrpSpPr>
            <p:grpSpPr>
              <a:xfrm>
                <a:off x="10320229" y="1754870"/>
                <a:ext cx="150007" cy="96722"/>
                <a:chOff x="4539576" y="5214056"/>
                <a:chExt cx="150007" cy="96722"/>
              </a:xfrm>
            </p:grpSpPr>
            <p:sp>
              <p:nvSpPr>
                <p:cNvPr id="793" name="Freeform: Shape 4689">
                  <a:extLst>
                    <a:ext uri="{FF2B5EF4-FFF2-40B4-BE49-F238E27FC236}">
                      <a16:creationId xmlns:a16="http://schemas.microsoft.com/office/drawing/2014/main" id="{3E509307-0847-8333-6773-41C2B85564D7}"/>
                    </a:ext>
                  </a:extLst>
                </p:cNvPr>
                <p:cNvSpPr/>
                <p:nvPr/>
              </p:nvSpPr>
              <p:spPr>
                <a:xfrm>
                  <a:off x="4539576" y="5214056"/>
                  <a:ext cx="67167" cy="71645"/>
                </a:xfrm>
                <a:custGeom>
                  <a:avLst/>
                  <a:gdLst>
                    <a:gd name="connsiteX0" fmla="*/ 22389 w 67167"/>
                    <a:gd name="connsiteY0" fmla="*/ 73436 h 71645"/>
                    <a:gd name="connsiteX1" fmla="*/ 18807 w 67167"/>
                    <a:gd name="connsiteY1" fmla="*/ 73436 h 71645"/>
                    <a:gd name="connsiteX2" fmla="*/ 0 w 67167"/>
                    <a:gd name="connsiteY2" fmla="*/ 54629 h 71645"/>
                    <a:gd name="connsiteX3" fmla="*/ 18807 w 67167"/>
                    <a:gd name="connsiteY3" fmla="*/ 35823 h 71645"/>
                    <a:gd name="connsiteX4" fmla="*/ 21046 w 67167"/>
                    <a:gd name="connsiteY4" fmla="*/ 35823 h 71645"/>
                    <a:gd name="connsiteX5" fmla="*/ 20598 w 67167"/>
                    <a:gd name="connsiteY5" fmla="*/ 34031 h 71645"/>
                    <a:gd name="connsiteX6" fmla="*/ 20150 w 67167"/>
                    <a:gd name="connsiteY6" fmla="*/ 28658 h 71645"/>
                    <a:gd name="connsiteX7" fmla="*/ 48808 w 67167"/>
                    <a:gd name="connsiteY7" fmla="*/ 0 h 71645"/>
                    <a:gd name="connsiteX8" fmla="*/ 68063 w 67167"/>
                    <a:gd name="connsiteY8" fmla="*/ 7612 h 71645"/>
                    <a:gd name="connsiteX9" fmla="*/ 68063 w 67167"/>
                    <a:gd name="connsiteY9" fmla="*/ 10747 h 71645"/>
                    <a:gd name="connsiteX10" fmla="*/ 64928 w 67167"/>
                    <a:gd name="connsiteY10" fmla="*/ 10747 h 71645"/>
                    <a:gd name="connsiteX11" fmla="*/ 48808 w 67167"/>
                    <a:gd name="connsiteY11" fmla="*/ 4478 h 71645"/>
                    <a:gd name="connsiteX12" fmla="*/ 24628 w 67167"/>
                    <a:gd name="connsiteY12" fmla="*/ 28658 h 71645"/>
                    <a:gd name="connsiteX13" fmla="*/ 25076 w 67167"/>
                    <a:gd name="connsiteY13" fmla="*/ 33136 h 71645"/>
                    <a:gd name="connsiteX14" fmla="*/ 25971 w 67167"/>
                    <a:gd name="connsiteY14" fmla="*/ 37614 h 71645"/>
                    <a:gd name="connsiteX15" fmla="*/ 25523 w 67167"/>
                    <a:gd name="connsiteY15" fmla="*/ 39405 h 71645"/>
                    <a:gd name="connsiteX16" fmla="*/ 23732 w 67167"/>
                    <a:gd name="connsiteY16" fmla="*/ 40300 h 71645"/>
                    <a:gd name="connsiteX17" fmla="*/ 18807 w 67167"/>
                    <a:gd name="connsiteY17" fmla="*/ 40300 h 71645"/>
                    <a:gd name="connsiteX18" fmla="*/ 4478 w 67167"/>
                    <a:gd name="connsiteY18" fmla="*/ 54629 h 71645"/>
                    <a:gd name="connsiteX19" fmla="*/ 18807 w 67167"/>
                    <a:gd name="connsiteY19" fmla="*/ 68958 h 71645"/>
                    <a:gd name="connsiteX20" fmla="*/ 22389 w 67167"/>
                    <a:gd name="connsiteY20" fmla="*/ 68958 h 71645"/>
                    <a:gd name="connsiteX21" fmla="*/ 24628 w 67167"/>
                    <a:gd name="connsiteY21" fmla="*/ 71197 h 71645"/>
                    <a:gd name="connsiteX22" fmla="*/ 22389 w 67167"/>
                    <a:gd name="connsiteY22" fmla="*/ 73436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7167" h="71645">
                      <a:moveTo>
                        <a:pt x="22389" y="73436"/>
                      </a:moveTo>
                      <a:lnTo>
                        <a:pt x="18807" y="73436"/>
                      </a:lnTo>
                      <a:cubicBezTo>
                        <a:pt x="8508" y="73436"/>
                        <a:pt x="0" y="64928"/>
                        <a:pt x="0" y="54629"/>
                      </a:cubicBezTo>
                      <a:cubicBezTo>
                        <a:pt x="0" y="44330"/>
                        <a:pt x="8508" y="35823"/>
                        <a:pt x="18807" y="35823"/>
                      </a:cubicBezTo>
                      <a:lnTo>
                        <a:pt x="21046" y="35823"/>
                      </a:lnTo>
                      <a:lnTo>
                        <a:pt x="20598" y="34031"/>
                      </a:lnTo>
                      <a:cubicBezTo>
                        <a:pt x="20150" y="32240"/>
                        <a:pt x="20150" y="30449"/>
                        <a:pt x="20150" y="28658"/>
                      </a:cubicBezTo>
                      <a:cubicBezTo>
                        <a:pt x="20150" y="12986"/>
                        <a:pt x="33136" y="0"/>
                        <a:pt x="48808" y="0"/>
                      </a:cubicBezTo>
                      <a:cubicBezTo>
                        <a:pt x="55973" y="0"/>
                        <a:pt x="62689" y="2687"/>
                        <a:pt x="68063" y="7612"/>
                      </a:cubicBezTo>
                      <a:cubicBezTo>
                        <a:pt x="68958" y="8508"/>
                        <a:pt x="68958" y="9851"/>
                        <a:pt x="68063" y="10747"/>
                      </a:cubicBezTo>
                      <a:cubicBezTo>
                        <a:pt x="67167" y="11642"/>
                        <a:pt x="65824" y="11642"/>
                        <a:pt x="64928" y="10747"/>
                      </a:cubicBezTo>
                      <a:cubicBezTo>
                        <a:pt x="60451" y="6717"/>
                        <a:pt x="54629" y="4478"/>
                        <a:pt x="48808" y="4478"/>
                      </a:cubicBezTo>
                      <a:cubicBezTo>
                        <a:pt x="35375" y="4478"/>
                        <a:pt x="24628" y="15224"/>
                        <a:pt x="24628" y="28658"/>
                      </a:cubicBezTo>
                      <a:cubicBezTo>
                        <a:pt x="24628" y="30001"/>
                        <a:pt x="24628" y="31792"/>
                        <a:pt x="25076" y="33136"/>
                      </a:cubicBezTo>
                      <a:lnTo>
                        <a:pt x="25971" y="37614"/>
                      </a:lnTo>
                      <a:cubicBezTo>
                        <a:pt x="25971" y="38061"/>
                        <a:pt x="25971" y="38957"/>
                        <a:pt x="25523" y="39405"/>
                      </a:cubicBezTo>
                      <a:cubicBezTo>
                        <a:pt x="25076" y="39852"/>
                        <a:pt x="24628" y="40300"/>
                        <a:pt x="23732" y="40300"/>
                      </a:cubicBezTo>
                      <a:lnTo>
                        <a:pt x="18807" y="40300"/>
                      </a:lnTo>
                      <a:cubicBezTo>
                        <a:pt x="11195" y="40300"/>
                        <a:pt x="4478" y="46569"/>
                        <a:pt x="4478" y="54629"/>
                      </a:cubicBezTo>
                      <a:cubicBezTo>
                        <a:pt x="4478" y="62689"/>
                        <a:pt x="10747" y="68958"/>
                        <a:pt x="18807" y="68958"/>
                      </a:cubicBezTo>
                      <a:lnTo>
                        <a:pt x="22389" y="68958"/>
                      </a:lnTo>
                      <a:cubicBezTo>
                        <a:pt x="23732" y="68958"/>
                        <a:pt x="24628" y="69854"/>
                        <a:pt x="24628" y="71197"/>
                      </a:cubicBezTo>
                      <a:cubicBezTo>
                        <a:pt x="24628" y="72540"/>
                        <a:pt x="23732" y="73436"/>
                        <a:pt x="22389" y="7343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94" name="Freeform: Shape 4690">
                  <a:extLst>
                    <a:ext uri="{FF2B5EF4-FFF2-40B4-BE49-F238E27FC236}">
                      <a16:creationId xmlns:a16="http://schemas.microsoft.com/office/drawing/2014/main" id="{F705AAB6-D749-D498-265C-939CF77794D3}"/>
                    </a:ext>
                  </a:extLst>
                </p:cNvPr>
                <p:cNvSpPr/>
                <p:nvPr/>
              </p:nvSpPr>
              <p:spPr>
                <a:xfrm>
                  <a:off x="4568682" y="5225699"/>
                  <a:ext cx="120901" cy="85079"/>
                </a:xfrm>
                <a:custGeom>
                  <a:avLst/>
                  <a:gdLst>
                    <a:gd name="connsiteX0" fmla="*/ 93139 w 120901"/>
                    <a:gd name="connsiteY0" fmla="*/ 88661 h 85078"/>
                    <a:gd name="connsiteX1" fmla="*/ 26419 w 120901"/>
                    <a:gd name="connsiteY1" fmla="*/ 88661 h 85078"/>
                    <a:gd name="connsiteX2" fmla="*/ 0 w 120901"/>
                    <a:gd name="connsiteY2" fmla="*/ 62242 h 85078"/>
                    <a:gd name="connsiteX3" fmla="*/ 20150 w 120901"/>
                    <a:gd name="connsiteY3" fmla="*/ 36270 h 85078"/>
                    <a:gd name="connsiteX4" fmla="*/ 20150 w 120901"/>
                    <a:gd name="connsiteY4" fmla="*/ 36270 h 85078"/>
                    <a:gd name="connsiteX5" fmla="*/ 56420 w 120901"/>
                    <a:gd name="connsiteY5" fmla="*/ 0 h 85078"/>
                    <a:gd name="connsiteX6" fmla="*/ 91795 w 120901"/>
                    <a:gd name="connsiteY6" fmla="*/ 29106 h 85078"/>
                    <a:gd name="connsiteX7" fmla="*/ 123140 w 120901"/>
                    <a:gd name="connsiteY7" fmla="*/ 58659 h 85078"/>
                    <a:gd name="connsiteX8" fmla="*/ 93139 w 120901"/>
                    <a:gd name="connsiteY8" fmla="*/ 88661 h 85078"/>
                    <a:gd name="connsiteX9" fmla="*/ 56420 w 120901"/>
                    <a:gd name="connsiteY9" fmla="*/ 4478 h 85078"/>
                    <a:gd name="connsiteX10" fmla="*/ 24628 w 120901"/>
                    <a:gd name="connsiteY10" fmla="*/ 36270 h 85078"/>
                    <a:gd name="connsiteX11" fmla="*/ 24628 w 120901"/>
                    <a:gd name="connsiteY11" fmla="*/ 38061 h 85078"/>
                    <a:gd name="connsiteX12" fmla="*/ 22837 w 120901"/>
                    <a:gd name="connsiteY12" fmla="*/ 40300 h 85078"/>
                    <a:gd name="connsiteX13" fmla="*/ 4478 w 120901"/>
                    <a:gd name="connsiteY13" fmla="*/ 62242 h 85078"/>
                    <a:gd name="connsiteX14" fmla="*/ 26419 w 120901"/>
                    <a:gd name="connsiteY14" fmla="*/ 84183 h 85078"/>
                    <a:gd name="connsiteX15" fmla="*/ 93139 w 120901"/>
                    <a:gd name="connsiteY15" fmla="*/ 84183 h 85078"/>
                    <a:gd name="connsiteX16" fmla="*/ 118662 w 120901"/>
                    <a:gd name="connsiteY16" fmla="*/ 58659 h 85078"/>
                    <a:gd name="connsiteX17" fmla="*/ 93139 w 120901"/>
                    <a:gd name="connsiteY17" fmla="*/ 33136 h 85078"/>
                    <a:gd name="connsiteX18" fmla="*/ 90004 w 120901"/>
                    <a:gd name="connsiteY18" fmla="*/ 33136 h 85078"/>
                    <a:gd name="connsiteX19" fmla="*/ 87317 w 120901"/>
                    <a:gd name="connsiteY19" fmla="*/ 31345 h 85078"/>
                    <a:gd name="connsiteX20" fmla="*/ 56420 w 120901"/>
                    <a:gd name="connsiteY20" fmla="*/ 4478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0901" h="85078">
                      <a:moveTo>
                        <a:pt x="93139" y="88661"/>
                      </a:moveTo>
                      <a:lnTo>
                        <a:pt x="26419" y="88661"/>
                      </a:lnTo>
                      <a:cubicBezTo>
                        <a:pt x="11642" y="88661"/>
                        <a:pt x="0" y="76571"/>
                        <a:pt x="0" y="62242"/>
                      </a:cubicBezTo>
                      <a:cubicBezTo>
                        <a:pt x="0" y="50152"/>
                        <a:pt x="8508" y="39405"/>
                        <a:pt x="20150" y="36270"/>
                      </a:cubicBezTo>
                      <a:cubicBezTo>
                        <a:pt x="20150" y="36270"/>
                        <a:pt x="20150" y="36270"/>
                        <a:pt x="20150" y="36270"/>
                      </a:cubicBezTo>
                      <a:cubicBezTo>
                        <a:pt x="20150" y="16120"/>
                        <a:pt x="36270" y="0"/>
                        <a:pt x="56420" y="0"/>
                      </a:cubicBezTo>
                      <a:cubicBezTo>
                        <a:pt x="73884" y="0"/>
                        <a:pt x="88661" y="12538"/>
                        <a:pt x="91795" y="29106"/>
                      </a:cubicBezTo>
                      <a:cubicBezTo>
                        <a:pt x="108811" y="28210"/>
                        <a:pt x="123140" y="42092"/>
                        <a:pt x="123140" y="58659"/>
                      </a:cubicBezTo>
                      <a:cubicBezTo>
                        <a:pt x="123140" y="75227"/>
                        <a:pt x="109707" y="88661"/>
                        <a:pt x="93139" y="88661"/>
                      </a:cubicBezTo>
                      <a:close/>
                      <a:moveTo>
                        <a:pt x="56420" y="4478"/>
                      </a:moveTo>
                      <a:cubicBezTo>
                        <a:pt x="38957" y="4478"/>
                        <a:pt x="24628" y="18807"/>
                        <a:pt x="24628" y="36270"/>
                      </a:cubicBezTo>
                      <a:cubicBezTo>
                        <a:pt x="24628" y="36718"/>
                        <a:pt x="24628" y="37614"/>
                        <a:pt x="24628" y="38061"/>
                      </a:cubicBezTo>
                      <a:cubicBezTo>
                        <a:pt x="24628" y="39405"/>
                        <a:pt x="23732" y="40300"/>
                        <a:pt x="22837" y="40300"/>
                      </a:cubicBezTo>
                      <a:cubicBezTo>
                        <a:pt x="12090" y="42092"/>
                        <a:pt x="4478" y="51495"/>
                        <a:pt x="4478" y="62242"/>
                      </a:cubicBezTo>
                      <a:cubicBezTo>
                        <a:pt x="4478" y="74332"/>
                        <a:pt x="14329" y="84183"/>
                        <a:pt x="26419" y="84183"/>
                      </a:cubicBezTo>
                      <a:lnTo>
                        <a:pt x="93139" y="84183"/>
                      </a:lnTo>
                      <a:cubicBezTo>
                        <a:pt x="107020" y="84183"/>
                        <a:pt x="118662" y="72988"/>
                        <a:pt x="118662" y="58659"/>
                      </a:cubicBezTo>
                      <a:cubicBezTo>
                        <a:pt x="118662" y="44778"/>
                        <a:pt x="107468" y="33136"/>
                        <a:pt x="93139" y="33136"/>
                      </a:cubicBezTo>
                      <a:cubicBezTo>
                        <a:pt x="92243" y="33136"/>
                        <a:pt x="91347" y="33136"/>
                        <a:pt x="90004" y="33136"/>
                      </a:cubicBezTo>
                      <a:cubicBezTo>
                        <a:pt x="88661" y="33136"/>
                        <a:pt x="87765" y="32240"/>
                        <a:pt x="87317" y="31345"/>
                      </a:cubicBezTo>
                      <a:cubicBezTo>
                        <a:pt x="85526" y="16120"/>
                        <a:pt x="72093" y="4478"/>
                        <a:pt x="56420"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795" name="Group 4691">
                <a:extLst>
                  <a:ext uri="{FF2B5EF4-FFF2-40B4-BE49-F238E27FC236}">
                    <a16:creationId xmlns:a16="http://schemas.microsoft.com/office/drawing/2014/main" id="{1DBFA8D6-4795-D886-8266-ADC6B6C46D36}"/>
                  </a:ext>
                  <a:ext uri="{C183D7F6-B498-43B3-948B-1728B52AA6E4}">
                    <adec:decorative xmlns:adec="http://schemas.microsoft.com/office/drawing/2017/decorative" val="1"/>
                  </a:ext>
                </a:extLst>
              </p:cNvPr>
              <p:cNvGrpSpPr>
                <a:grpSpLocks noChangeAspect="1"/>
              </p:cNvGrpSpPr>
              <p:nvPr/>
            </p:nvGrpSpPr>
            <p:grpSpPr>
              <a:xfrm>
                <a:off x="7188443" y="2079960"/>
                <a:ext cx="71645" cy="147768"/>
                <a:chOff x="1407790" y="5539146"/>
                <a:chExt cx="71645" cy="147768"/>
              </a:xfrm>
            </p:grpSpPr>
            <p:sp>
              <p:nvSpPr>
                <p:cNvPr id="796" name="Freeform: Shape 4692">
                  <a:extLst>
                    <a:ext uri="{FF2B5EF4-FFF2-40B4-BE49-F238E27FC236}">
                      <a16:creationId xmlns:a16="http://schemas.microsoft.com/office/drawing/2014/main" id="{CC60D96B-9DE8-2D33-9376-5C731911AE7D}"/>
                    </a:ext>
                  </a:extLst>
                </p:cNvPr>
                <p:cNvSpPr/>
                <p:nvPr/>
              </p:nvSpPr>
              <p:spPr>
                <a:xfrm>
                  <a:off x="1407790" y="5539146"/>
                  <a:ext cx="71645" cy="147768"/>
                </a:xfrm>
                <a:custGeom>
                  <a:avLst/>
                  <a:gdLst>
                    <a:gd name="connsiteX0" fmla="*/ 63137 w 71645"/>
                    <a:gd name="connsiteY0" fmla="*/ 12090 h 147767"/>
                    <a:gd name="connsiteX1" fmla="*/ 53286 w 71645"/>
                    <a:gd name="connsiteY1" fmla="*/ 12090 h 147767"/>
                    <a:gd name="connsiteX2" fmla="*/ 53286 w 71645"/>
                    <a:gd name="connsiteY2" fmla="*/ 2239 h 147767"/>
                    <a:gd name="connsiteX3" fmla="*/ 51047 w 71645"/>
                    <a:gd name="connsiteY3" fmla="*/ 0 h 147767"/>
                    <a:gd name="connsiteX4" fmla="*/ 21046 w 71645"/>
                    <a:gd name="connsiteY4" fmla="*/ 0 h 147767"/>
                    <a:gd name="connsiteX5" fmla="*/ 18807 w 71645"/>
                    <a:gd name="connsiteY5" fmla="*/ 2239 h 147767"/>
                    <a:gd name="connsiteX6" fmla="*/ 18807 w 71645"/>
                    <a:gd name="connsiteY6" fmla="*/ 12090 h 147767"/>
                    <a:gd name="connsiteX7" fmla="*/ 8956 w 71645"/>
                    <a:gd name="connsiteY7" fmla="*/ 12090 h 147767"/>
                    <a:gd name="connsiteX8" fmla="*/ 0 w 71645"/>
                    <a:gd name="connsiteY8" fmla="*/ 20598 h 147767"/>
                    <a:gd name="connsiteX9" fmla="*/ 0 w 71645"/>
                    <a:gd name="connsiteY9" fmla="*/ 142395 h 147767"/>
                    <a:gd name="connsiteX10" fmla="*/ 8956 w 71645"/>
                    <a:gd name="connsiteY10" fmla="*/ 150902 h 147767"/>
                    <a:gd name="connsiteX11" fmla="*/ 63137 w 71645"/>
                    <a:gd name="connsiteY11" fmla="*/ 150902 h 147767"/>
                    <a:gd name="connsiteX12" fmla="*/ 72093 w 71645"/>
                    <a:gd name="connsiteY12" fmla="*/ 142395 h 147767"/>
                    <a:gd name="connsiteX13" fmla="*/ 72093 w 71645"/>
                    <a:gd name="connsiteY13" fmla="*/ 20598 h 147767"/>
                    <a:gd name="connsiteX14" fmla="*/ 63137 w 71645"/>
                    <a:gd name="connsiteY14" fmla="*/ 12090 h 147767"/>
                    <a:gd name="connsiteX15" fmla="*/ 23285 w 71645"/>
                    <a:gd name="connsiteY15" fmla="*/ 4478 h 147767"/>
                    <a:gd name="connsiteX16" fmla="*/ 48808 w 71645"/>
                    <a:gd name="connsiteY16" fmla="*/ 4478 h 147767"/>
                    <a:gd name="connsiteX17" fmla="*/ 48808 w 71645"/>
                    <a:gd name="connsiteY17" fmla="*/ 12090 h 147767"/>
                    <a:gd name="connsiteX18" fmla="*/ 23285 w 71645"/>
                    <a:gd name="connsiteY18" fmla="*/ 12090 h 147767"/>
                    <a:gd name="connsiteX19" fmla="*/ 23285 w 71645"/>
                    <a:gd name="connsiteY19" fmla="*/ 4478 h 147767"/>
                    <a:gd name="connsiteX20" fmla="*/ 67615 w 71645"/>
                    <a:gd name="connsiteY20" fmla="*/ 142395 h 147767"/>
                    <a:gd name="connsiteX21" fmla="*/ 63137 w 71645"/>
                    <a:gd name="connsiteY21" fmla="*/ 146424 h 147767"/>
                    <a:gd name="connsiteX22" fmla="*/ 8956 w 71645"/>
                    <a:gd name="connsiteY22" fmla="*/ 146424 h 147767"/>
                    <a:gd name="connsiteX23" fmla="*/ 4478 w 71645"/>
                    <a:gd name="connsiteY23" fmla="*/ 142395 h 147767"/>
                    <a:gd name="connsiteX24" fmla="*/ 4478 w 71645"/>
                    <a:gd name="connsiteY24" fmla="*/ 20598 h 147767"/>
                    <a:gd name="connsiteX25" fmla="*/ 8956 w 71645"/>
                    <a:gd name="connsiteY25" fmla="*/ 16568 h 147767"/>
                    <a:gd name="connsiteX26" fmla="*/ 21046 w 71645"/>
                    <a:gd name="connsiteY26" fmla="*/ 16568 h 147767"/>
                    <a:gd name="connsiteX27" fmla="*/ 51047 w 71645"/>
                    <a:gd name="connsiteY27" fmla="*/ 16568 h 147767"/>
                    <a:gd name="connsiteX28" fmla="*/ 63137 w 71645"/>
                    <a:gd name="connsiteY28" fmla="*/ 16568 h 147767"/>
                    <a:gd name="connsiteX29" fmla="*/ 67615 w 71645"/>
                    <a:gd name="connsiteY29" fmla="*/ 20598 h 147767"/>
                    <a:gd name="connsiteX30" fmla="*/ 67615 w 71645"/>
                    <a:gd name="connsiteY30" fmla="*/ 142395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1645" h="147767">
                      <a:moveTo>
                        <a:pt x="63137" y="12090"/>
                      </a:moveTo>
                      <a:lnTo>
                        <a:pt x="53286" y="12090"/>
                      </a:lnTo>
                      <a:lnTo>
                        <a:pt x="53286" y="2239"/>
                      </a:lnTo>
                      <a:cubicBezTo>
                        <a:pt x="53286" y="896"/>
                        <a:pt x="52390" y="0"/>
                        <a:pt x="51047" y="0"/>
                      </a:cubicBezTo>
                      <a:lnTo>
                        <a:pt x="21046" y="0"/>
                      </a:lnTo>
                      <a:cubicBezTo>
                        <a:pt x="19702" y="0"/>
                        <a:pt x="18807" y="896"/>
                        <a:pt x="18807" y="2239"/>
                      </a:cubicBezTo>
                      <a:lnTo>
                        <a:pt x="18807" y="12090"/>
                      </a:lnTo>
                      <a:lnTo>
                        <a:pt x="8956" y="12090"/>
                      </a:lnTo>
                      <a:cubicBezTo>
                        <a:pt x="4030" y="12090"/>
                        <a:pt x="0" y="16120"/>
                        <a:pt x="0" y="20598"/>
                      </a:cubicBezTo>
                      <a:lnTo>
                        <a:pt x="0" y="142395"/>
                      </a:lnTo>
                      <a:cubicBezTo>
                        <a:pt x="0" y="147320"/>
                        <a:pt x="4030" y="150902"/>
                        <a:pt x="8956" y="150902"/>
                      </a:cubicBezTo>
                      <a:lnTo>
                        <a:pt x="63137" y="150902"/>
                      </a:lnTo>
                      <a:cubicBezTo>
                        <a:pt x="68063" y="150902"/>
                        <a:pt x="72093" y="146873"/>
                        <a:pt x="72093" y="142395"/>
                      </a:cubicBezTo>
                      <a:lnTo>
                        <a:pt x="72093" y="20598"/>
                      </a:lnTo>
                      <a:cubicBezTo>
                        <a:pt x="72093" y="16120"/>
                        <a:pt x="68063" y="12090"/>
                        <a:pt x="63137" y="12090"/>
                      </a:cubicBezTo>
                      <a:close/>
                      <a:moveTo>
                        <a:pt x="23285" y="4478"/>
                      </a:moveTo>
                      <a:lnTo>
                        <a:pt x="48808" y="4478"/>
                      </a:lnTo>
                      <a:lnTo>
                        <a:pt x="48808" y="12090"/>
                      </a:lnTo>
                      <a:lnTo>
                        <a:pt x="23285" y="12090"/>
                      </a:lnTo>
                      <a:lnTo>
                        <a:pt x="23285" y="4478"/>
                      </a:lnTo>
                      <a:close/>
                      <a:moveTo>
                        <a:pt x="67615" y="142395"/>
                      </a:moveTo>
                      <a:cubicBezTo>
                        <a:pt x="67615" y="144634"/>
                        <a:pt x="65824" y="146424"/>
                        <a:pt x="63137" y="146424"/>
                      </a:cubicBezTo>
                      <a:lnTo>
                        <a:pt x="8956" y="146424"/>
                      </a:lnTo>
                      <a:cubicBezTo>
                        <a:pt x="6717" y="146424"/>
                        <a:pt x="4478" y="144634"/>
                        <a:pt x="4478" y="142395"/>
                      </a:cubicBezTo>
                      <a:lnTo>
                        <a:pt x="4478" y="20598"/>
                      </a:lnTo>
                      <a:cubicBezTo>
                        <a:pt x="4478" y="18359"/>
                        <a:pt x="6269" y="16568"/>
                        <a:pt x="8956" y="16568"/>
                      </a:cubicBezTo>
                      <a:lnTo>
                        <a:pt x="21046" y="16568"/>
                      </a:lnTo>
                      <a:lnTo>
                        <a:pt x="51047" y="16568"/>
                      </a:lnTo>
                      <a:lnTo>
                        <a:pt x="63137" y="16568"/>
                      </a:lnTo>
                      <a:cubicBezTo>
                        <a:pt x="65376" y="16568"/>
                        <a:pt x="67615" y="18359"/>
                        <a:pt x="67615" y="20598"/>
                      </a:cubicBezTo>
                      <a:lnTo>
                        <a:pt x="67615" y="1423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97" name="Freeform: Shape 4693">
                  <a:extLst>
                    <a:ext uri="{FF2B5EF4-FFF2-40B4-BE49-F238E27FC236}">
                      <a16:creationId xmlns:a16="http://schemas.microsoft.com/office/drawing/2014/main" id="{12797EAA-6DE7-CEDF-62FF-3895F58765DC}"/>
                    </a:ext>
                  </a:extLst>
                </p:cNvPr>
                <p:cNvSpPr/>
                <p:nvPr/>
              </p:nvSpPr>
              <p:spPr>
                <a:xfrm>
                  <a:off x="1418089" y="5664077"/>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6" y="0"/>
                        <a:pt x="0" y="895"/>
                        <a:pt x="0" y="2239"/>
                      </a:cubicBezTo>
                      <a:lnTo>
                        <a:pt x="0" y="15225"/>
                      </a:lnTo>
                      <a:cubicBezTo>
                        <a:pt x="0" y="16568"/>
                        <a:pt x="896" y="17464"/>
                        <a:pt x="2239" y="17464"/>
                      </a:cubicBezTo>
                      <a:lnTo>
                        <a:pt x="48808" y="17464"/>
                      </a:lnTo>
                      <a:cubicBezTo>
                        <a:pt x="50152" y="17464"/>
                        <a:pt x="51047" y="16568"/>
                        <a:pt x="51047" y="15225"/>
                      </a:cubicBezTo>
                      <a:lnTo>
                        <a:pt x="51047" y="2239"/>
                      </a:lnTo>
                      <a:cubicBezTo>
                        <a:pt x="51047" y="895"/>
                        <a:pt x="50152"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98" name="Freeform: Shape 4694">
                  <a:extLst>
                    <a:ext uri="{FF2B5EF4-FFF2-40B4-BE49-F238E27FC236}">
                      <a16:creationId xmlns:a16="http://schemas.microsoft.com/office/drawing/2014/main" id="{D279E718-855B-E61D-8D72-BA1A1D5E02C4}"/>
                    </a:ext>
                  </a:extLst>
                </p:cNvPr>
                <p:cNvSpPr/>
                <p:nvPr/>
              </p:nvSpPr>
              <p:spPr>
                <a:xfrm>
                  <a:off x="1418089" y="5637658"/>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6" y="0"/>
                        <a:pt x="0" y="895"/>
                        <a:pt x="0" y="2239"/>
                      </a:cubicBezTo>
                      <a:lnTo>
                        <a:pt x="0" y="15225"/>
                      </a:lnTo>
                      <a:cubicBezTo>
                        <a:pt x="0" y="16568"/>
                        <a:pt x="896" y="17464"/>
                        <a:pt x="2239" y="17464"/>
                      </a:cubicBezTo>
                      <a:lnTo>
                        <a:pt x="48808" y="17464"/>
                      </a:lnTo>
                      <a:cubicBezTo>
                        <a:pt x="50152" y="17464"/>
                        <a:pt x="51047" y="16568"/>
                        <a:pt x="51047" y="15225"/>
                      </a:cubicBezTo>
                      <a:lnTo>
                        <a:pt x="51047" y="2239"/>
                      </a:lnTo>
                      <a:cubicBezTo>
                        <a:pt x="51047" y="895"/>
                        <a:pt x="50152"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99" name="Freeform: Shape 4695">
                  <a:extLst>
                    <a:ext uri="{FF2B5EF4-FFF2-40B4-BE49-F238E27FC236}">
                      <a16:creationId xmlns:a16="http://schemas.microsoft.com/office/drawing/2014/main" id="{161CB10B-516E-6557-4546-F4305F3A1483}"/>
                    </a:ext>
                  </a:extLst>
                </p:cNvPr>
                <p:cNvSpPr/>
                <p:nvPr/>
              </p:nvSpPr>
              <p:spPr>
                <a:xfrm>
                  <a:off x="1418089" y="5611239"/>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6" y="0"/>
                        <a:pt x="0" y="896"/>
                        <a:pt x="0" y="2239"/>
                      </a:cubicBezTo>
                      <a:lnTo>
                        <a:pt x="0" y="15225"/>
                      </a:lnTo>
                      <a:cubicBezTo>
                        <a:pt x="0" y="16568"/>
                        <a:pt x="896" y="17464"/>
                        <a:pt x="2239" y="17464"/>
                      </a:cubicBezTo>
                      <a:lnTo>
                        <a:pt x="48808" y="17464"/>
                      </a:lnTo>
                      <a:cubicBezTo>
                        <a:pt x="50152" y="17464"/>
                        <a:pt x="51047" y="16568"/>
                        <a:pt x="51047" y="15225"/>
                      </a:cubicBezTo>
                      <a:lnTo>
                        <a:pt x="51047" y="2239"/>
                      </a:lnTo>
                      <a:cubicBezTo>
                        <a:pt x="51047" y="896"/>
                        <a:pt x="50152"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00" name="Freeform: Shape 4696">
                  <a:extLst>
                    <a:ext uri="{FF2B5EF4-FFF2-40B4-BE49-F238E27FC236}">
                      <a16:creationId xmlns:a16="http://schemas.microsoft.com/office/drawing/2014/main" id="{1D2D2B08-94D5-B073-CA8A-75F0E4F5DAAF}"/>
                    </a:ext>
                  </a:extLst>
                </p:cNvPr>
                <p:cNvSpPr/>
                <p:nvPr/>
              </p:nvSpPr>
              <p:spPr>
                <a:xfrm>
                  <a:off x="1418089" y="5585267"/>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4 h 13433"/>
                    <a:gd name="connsiteX4" fmla="*/ 2239 w 49255"/>
                    <a:gd name="connsiteY4" fmla="*/ 17463 h 13433"/>
                    <a:gd name="connsiteX5" fmla="*/ 48808 w 49255"/>
                    <a:gd name="connsiteY5" fmla="*/ 17463 h 13433"/>
                    <a:gd name="connsiteX6" fmla="*/ 51047 w 49255"/>
                    <a:gd name="connsiteY6" fmla="*/ 15224 h 13433"/>
                    <a:gd name="connsiteX7" fmla="*/ 51047 w 49255"/>
                    <a:gd name="connsiteY7" fmla="*/ 2239 h 13433"/>
                    <a:gd name="connsiteX8" fmla="*/ 48808 w 49255"/>
                    <a:gd name="connsiteY8" fmla="*/ 0 h 13433"/>
                    <a:gd name="connsiteX9" fmla="*/ 46569 w 49255"/>
                    <a:gd name="connsiteY9" fmla="*/ 12985 h 13433"/>
                    <a:gd name="connsiteX10" fmla="*/ 4478 w 49255"/>
                    <a:gd name="connsiteY10" fmla="*/ 12985 h 13433"/>
                    <a:gd name="connsiteX11" fmla="*/ 4478 w 49255"/>
                    <a:gd name="connsiteY11" fmla="*/ 4478 h 13433"/>
                    <a:gd name="connsiteX12" fmla="*/ 46569 w 49255"/>
                    <a:gd name="connsiteY12" fmla="*/ 4478 h 13433"/>
                    <a:gd name="connsiteX13" fmla="*/ 46569 w 49255"/>
                    <a:gd name="connsiteY13" fmla="*/ 12985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6" y="0"/>
                        <a:pt x="0" y="895"/>
                        <a:pt x="0" y="2239"/>
                      </a:cubicBezTo>
                      <a:lnTo>
                        <a:pt x="0" y="15224"/>
                      </a:lnTo>
                      <a:cubicBezTo>
                        <a:pt x="0" y="16568"/>
                        <a:pt x="896" y="17463"/>
                        <a:pt x="2239" y="17463"/>
                      </a:cubicBezTo>
                      <a:lnTo>
                        <a:pt x="48808" y="17463"/>
                      </a:lnTo>
                      <a:cubicBezTo>
                        <a:pt x="50152" y="17463"/>
                        <a:pt x="51047" y="16568"/>
                        <a:pt x="51047" y="15224"/>
                      </a:cubicBezTo>
                      <a:lnTo>
                        <a:pt x="51047" y="2239"/>
                      </a:lnTo>
                      <a:cubicBezTo>
                        <a:pt x="51047" y="895"/>
                        <a:pt x="50152" y="0"/>
                        <a:pt x="48808" y="0"/>
                      </a:cubicBezTo>
                      <a:close/>
                      <a:moveTo>
                        <a:pt x="46569" y="12985"/>
                      </a:moveTo>
                      <a:lnTo>
                        <a:pt x="4478" y="12985"/>
                      </a:lnTo>
                      <a:lnTo>
                        <a:pt x="4478" y="4478"/>
                      </a:lnTo>
                      <a:lnTo>
                        <a:pt x="46569" y="4478"/>
                      </a:lnTo>
                      <a:lnTo>
                        <a:pt x="46569" y="1298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801" name="Group 4697">
                <a:extLst>
                  <a:ext uri="{FF2B5EF4-FFF2-40B4-BE49-F238E27FC236}">
                    <a16:creationId xmlns:a16="http://schemas.microsoft.com/office/drawing/2014/main" id="{041856D2-56BC-E52E-C784-5C20BB285A0B}"/>
                  </a:ext>
                  <a:ext uri="{C183D7F6-B498-43B3-948B-1728B52AA6E4}">
                    <adec:decorative xmlns:adec="http://schemas.microsoft.com/office/drawing/2017/decorative" val="1"/>
                  </a:ext>
                </a:extLst>
              </p:cNvPr>
              <p:cNvGrpSpPr>
                <a:grpSpLocks noChangeAspect="1"/>
              </p:cNvGrpSpPr>
              <p:nvPr/>
            </p:nvGrpSpPr>
            <p:grpSpPr>
              <a:xfrm>
                <a:off x="6935447" y="2079960"/>
                <a:ext cx="71645" cy="147768"/>
                <a:chOff x="1154794" y="5539146"/>
                <a:chExt cx="71645" cy="147768"/>
              </a:xfrm>
            </p:grpSpPr>
            <p:sp>
              <p:nvSpPr>
                <p:cNvPr id="802" name="Freeform: Shape 4698">
                  <a:extLst>
                    <a:ext uri="{FF2B5EF4-FFF2-40B4-BE49-F238E27FC236}">
                      <a16:creationId xmlns:a16="http://schemas.microsoft.com/office/drawing/2014/main" id="{DE0F7C60-AE46-4AA2-849C-DDF9483ED09E}"/>
                    </a:ext>
                  </a:extLst>
                </p:cNvPr>
                <p:cNvSpPr/>
                <p:nvPr/>
              </p:nvSpPr>
              <p:spPr>
                <a:xfrm>
                  <a:off x="1154794" y="5539146"/>
                  <a:ext cx="71645" cy="147768"/>
                </a:xfrm>
                <a:custGeom>
                  <a:avLst/>
                  <a:gdLst>
                    <a:gd name="connsiteX0" fmla="*/ 63137 w 71645"/>
                    <a:gd name="connsiteY0" fmla="*/ 12090 h 147767"/>
                    <a:gd name="connsiteX1" fmla="*/ 53286 w 71645"/>
                    <a:gd name="connsiteY1" fmla="*/ 12090 h 147767"/>
                    <a:gd name="connsiteX2" fmla="*/ 53286 w 71645"/>
                    <a:gd name="connsiteY2" fmla="*/ 2239 h 147767"/>
                    <a:gd name="connsiteX3" fmla="*/ 51047 w 71645"/>
                    <a:gd name="connsiteY3" fmla="*/ 0 h 147767"/>
                    <a:gd name="connsiteX4" fmla="*/ 21046 w 71645"/>
                    <a:gd name="connsiteY4" fmla="*/ 0 h 147767"/>
                    <a:gd name="connsiteX5" fmla="*/ 18807 w 71645"/>
                    <a:gd name="connsiteY5" fmla="*/ 2239 h 147767"/>
                    <a:gd name="connsiteX6" fmla="*/ 18807 w 71645"/>
                    <a:gd name="connsiteY6" fmla="*/ 12090 h 147767"/>
                    <a:gd name="connsiteX7" fmla="*/ 8956 w 71645"/>
                    <a:gd name="connsiteY7" fmla="*/ 12090 h 147767"/>
                    <a:gd name="connsiteX8" fmla="*/ 0 w 71645"/>
                    <a:gd name="connsiteY8" fmla="*/ 20598 h 147767"/>
                    <a:gd name="connsiteX9" fmla="*/ 0 w 71645"/>
                    <a:gd name="connsiteY9" fmla="*/ 142395 h 147767"/>
                    <a:gd name="connsiteX10" fmla="*/ 8956 w 71645"/>
                    <a:gd name="connsiteY10" fmla="*/ 150902 h 147767"/>
                    <a:gd name="connsiteX11" fmla="*/ 63137 w 71645"/>
                    <a:gd name="connsiteY11" fmla="*/ 150902 h 147767"/>
                    <a:gd name="connsiteX12" fmla="*/ 72093 w 71645"/>
                    <a:gd name="connsiteY12" fmla="*/ 142395 h 147767"/>
                    <a:gd name="connsiteX13" fmla="*/ 72093 w 71645"/>
                    <a:gd name="connsiteY13" fmla="*/ 20598 h 147767"/>
                    <a:gd name="connsiteX14" fmla="*/ 63137 w 71645"/>
                    <a:gd name="connsiteY14" fmla="*/ 12090 h 147767"/>
                    <a:gd name="connsiteX15" fmla="*/ 23285 w 71645"/>
                    <a:gd name="connsiteY15" fmla="*/ 4478 h 147767"/>
                    <a:gd name="connsiteX16" fmla="*/ 48808 w 71645"/>
                    <a:gd name="connsiteY16" fmla="*/ 4478 h 147767"/>
                    <a:gd name="connsiteX17" fmla="*/ 48808 w 71645"/>
                    <a:gd name="connsiteY17" fmla="*/ 12090 h 147767"/>
                    <a:gd name="connsiteX18" fmla="*/ 23285 w 71645"/>
                    <a:gd name="connsiteY18" fmla="*/ 12090 h 147767"/>
                    <a:gd name="connsiteX19" fmla="*/ 23285 w 71645"/>
                    <a:gd name="connsiteY19" fmla="*/ 4478 h 147767"/>
                    <a:gd name="connsiteX20" fmla="*/ 67615 w 71645"/>
                    <a:gd name="connsiteY20" fmla="*/ 142395 h 147767"/>
                    <a:gd name="connsiteX21" fmla="*/ 63137 w 71645"/>
                    <a:gd name="connsiteY21" fmla="*/ 146424 h 147767"/>
                    <a:gd name="connsiteX22" fmla="*/ 8956 w 71645"/>
                    <a:gd name="connsiteY22" fmla="*/ 146424 h 147767"/>
                    <a:gd name="connsiteX23" fmla="*/ 4478 w 71645"/>
                    <a:gd name="connsiteY23" fmla="*/ 142395 h 147767"/>
                    <a:gd name="connsiteX24" fmla="*/ 4478 w 71645"/>
                    <a:gd name="connsiteY24" fmla="*/ 20598 h 147767"/>
                    <a:gd name="connsiteX25" fmla="*/ 8956 w 71645"/>
                    <a:gd name="connsiteY25" fmla="*/ 16568 h 147767"/>
                    <a:gd name="connsiteX26" fmla="*/ 21046 w 71645"/>
                    <a:gd name="connsiteY26" fmla="*/ 16568 h 147767"/>
                    <a:gd name="connsiteX27" fmla="*/ 51047 w 71645"/>
                    <a:gd name="connsiteY27" fmla="*/ 16568 h 147767"/>
                    <a:gd name="connsiteX28" fmla="*/ 63137 w 71645"/>
                    <a:gd name="connsiteY28" fmla="*/ 16568 h 147767"/>
                    <a:gd name="connsiteX29" fmla="*/ 67615 w 71645"/>
                    <a:gd name="connsiteY29" fmla="*/ 20598 h 147767"/>
                    <a:gd name="connsiteX30" fmla="*/ 67615 w 71645"/>
                    <a:gd name="connsiteY30" fmla="*/ 142395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1645" h="147767">
                      <a:moveTo>
                        <a:pt x="63137" y="12090"/>
                      </a:moveTo>
                      <a:lnTo>
                        <a:pt x="53286" y="12090"/>
                      </a:lnTo>
                      <a:lnTo>
                        <a:pt x="53286" y="2239"/>
                      </a:lnTo>
                      <a:cubicBezTo>
                        <a:pt x="53286" y="896"/>
                        <a:pt x="52390" y="0"/>
                        <a:pt x="51047" y="0"/>
                      </a:cubicBezTo>
                      <a:lnTo>
                        <a:pt x="21046" y="0"/>
                      </a:lnTo>
                      <a:cubicBezTo>
                        <a:pt x="19702" y="0"/>
                        <a:pt x="18807" y="896"/>
                        <a:pt x="18807" y="2239"/>
                      </a:cubicBezTo>
                      <a:lnTo>
                        <a:pt x="18807" y="12090"/>
                      </a:lnTo>
                      <a:lnTo>
                        <a:pt x="8956" y="12090"/>
                      </a:lnTo>
                      <a:cubicBezTo>
                        <a:pt x="4030" y="12090"/>
                        <a:pt x="0" y="16120"/>
                        <a:pt x="0" y="20598"/>
                      </a:cubicBezTo>
                      <a:lnTo>
                        <a:pt x="0" y="142395"/>
                      </a:lnTo>
                      <a:cubicBezTo>
                        <a:pt x="0" y="147320"/>
                        <a:pt x="4030" y="150902"/>
                        <a:pt x="8956" y="150902"/>
                      </a:cubicBezTo>
                      <a:lnTo>
                        <a:pt x="63137" y="150902"/>
                      </a:lnTo>
                      <a:cubicBezTo>
                        <a:pt x="68063" y="150902"/>
                        <a:pt x="72093" y="146873"/>
                        <a:pt x="72093" y="142395"/>
                      </a:cubicBezTo>
                      <a:lnTo>
                        <a:pt x="72093" y="20598"/>
                      </a:lnTo>
                      <a:cubicBezTo>
                        <a:pt x="72093" y="16120"/>
                        <a:pt x="68063" y="12090"/>
                        <a:pt x="63137" y="12090"/>
                      </a:cubicBezTo>
                      <a:close/>
                      <a:moveTo>
                        <a:pt x="23285" y="4478"/>
                      </a:moveTo>
                      <a:lnTo>
                        <a:pt x="48808" y="4478"/>
                      </a:lnTo>
                      <a:lnTo>
                        <a:pt x="48808" y="12090"/>
                      </a:lnTo>
                      <a:lnTo>
                        <a:pt x="23285" y="12090"/>
                      </a:lnTo>
                      <a:lnTo>
                        <a:pt x="23285" y="4478"/>
                      </a:lnTo>
                      <a:close/>
                      <a:moveTo>
                        <a:pt x="67615" y="142395"/>
                      </a:moveTo>
                      <a:cubicBezTo>
                        <a:pt x="67615" y="144634"/>
                        <a:pt x="65824" y="146424"/>
                        <a:pt x="63137" y="146424"/>
                      </a:cubicBezTo>
                      <a:lnTo>
                        <a:pt x="8956" y="146424"/>
                      </a:lnTo>
                      <a:cubicBezTo>
                        <a:pt x="6717" y="146424"/>
                        <a:pt x="4478" y="144634"/>
                        <a:pt x="4478" y="142395"/>
                      </a:cubicBezTo>
                      <a:lnTo>
                        <a:pt x="4478" y="20598"/>
                      </a:lnTo>
                      <a:cubicBezTo>
                        <a:pt x="4478" y="18359"/>
                        <a:pt x="6269" y="16568"/>
                        <a:pt x="8956" y="16568"/>
                      </a:cubicBezTo>
                      <a:lnTo>
                        <a:pt x="21046" y="16568"/>
                      </a:lnTo>
                      <a:lnTo>
                        <a:pt x="51047" y="16568"/>
                      </a:lnTo>
                      <a:lnTo>
                        <a:pt x="63137" y="16568"/>
                      </a:lnTo>
                      <a:cubicBezTo>
                        <a:pt x="65376" y="16568"/>
                        <a:pt x="67615" y="18359"/>
                        <a:pt x="67615" y="20598"/>
                      </a:cubicBezTo>
                      <a:lnTo>
                        <a:pt x="67615" y="1423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03" name="Freeform: Shape 4699">
                  <a:extLst>
                    <a:ext uri="{FF2B5EF4-FFF2-40B4-BE49-F238E27FC236}">
                      <a16:creationId xmlns:a16="http://schemas.microsoft.com/office/drawing/2014/main" id="{48C35926-C959-A5ED-2C4E-3135EF3505F7}"/>
                    </a:ext>
                  </a:extLst>
                </p:cNvPr>
                <p:cNvSpPr/>
                <p:nvPr/>
              </p:nvSpPr>
              <p:spPr>
                <a:xfrm>
                  <a:off x="1165540" y="5664077"/>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6" y="0"/>
                        <a:pt x="0" y="895"/>
                        <a:pt x="0" y="2239"/>
                      </a:cubicBezTo>
                      <a:lnTo>
                        <a:pt x="0" y="15225"/>
                      </a:lnTo>
                      <a:cubicBezTo>
                        <a:pt x="0" y="16568"/>
                        <a:pt x="896" y="17464"/>
                        <a:pt x="2239" y="17464"/>
                      </a:cubicBezTo>
                      <a:lnTo>
                        <a:pt x="48808" y="17464"/>
                      </a:lnTo>
                      <a:cubicBezTo>
                        <a:pt x="50152" y="17464"/>
                        <a:pt x="51047" y="16568"/>
                        <a:pt x="51047" y="15225"/>
                      </a:cubicBezTo>
                      <a:lnTo>
                        <a:pt x="51047" y="2239"/>
                      </a:lnTo>
                      <a:cubicBezTo>
                        <a:pt x="51047" y="895"/>
                        <a:pt x="49704"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04" name="Freeform: Shape 4700">
                  <a:extLst>
                    <a:ext uri="{FF2B5EF4-FFF2-40B4-BE49-F238E27FC236}">
                      <a16:creationId xmlns:a16="http://schemas.microsoft.com/office/drawing/2014/main" id="{53E3E72B-D640-08E1-6E1F-D9C49252F872}"/>
                    </a:ext>
                  </a:extLst>
                </p:cNvPr>
                <p:cNvSpPr/>
                <p:nvPr/>
              </p:nvSpPr>
              <p:spPr>
                <a:xfrm>
                  <a:off x="1165540" y="5638105"/>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6" y="0"/>
                        <a:pt x="0" y="896"/>
                        <a:pt x="0" y="2239"/>
                      </a:cubicBezTo>
                      <a:lnTo>
                        <a:pt x="0" y="15225"/>
                      </a:lnTo>
                      <a:cubicBezTo>
                        <a:pt x="0" y="16568"/>
                        <a:pt x="896" y="17464"/>
                        <a:pt x="2239" y="17464"/>
                      </a:cubicBezTo>
                      <a:lnTo>
                        <a:pt x="48808" y="17464"/>
                      </a:lnTo>
                      <a:cubicBezTo>
                        <a:pt x="50152" y="17464"/>
                        <a:pt x="51047" y="16568"/>
                        <a:pt x="51047" y="15225"/>
                      </a:cubicBezTo>
                      <a:lnTo>
                        <a:pt x="51047" y="2239"/>
                      </a:lnTo>
                      <a:cubicBezTo>
                        <a:pt x="51047" y="1344"/>
                        <a:pt x="49704"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05" name="Freeform: Shape 4701">
                  <a:extLst>
                    <a:ext uri="{FF2B5EF4-FFF2-40B4-BE49-F238E27FC236}">
                      <a16:creationId xmlns:a16="http://schemas.microsoft.com/office/drawing/2014/main" id="{16FF7FD0-99CE-AD87-B7BA-F2454FE9D6DE}"/>
                    </a:ext>
                  </a:extLst>
                </p:cNvPr>
                <p:cNvSpPr/>
                <p:nvPr/>
              </p:nvSpPr>
              <p:spPr>
                <a:xfrm>
                  <a:off x="1165540" y="5612582"/>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6" y="0"/>
                        <a:pt x="0" y="895"/>
                        <a:pt x="0" y="2239"/>
                      </a:cubicBezTo>
                      <a:lnTo>
                        <a:pt x="0" y="15225"/>
                      </a:lnTo>
                      <a:cubicBezTo>
                        <a:pt x="0" y="16568"/>
                        <a:pt x="896" y="17464"/>
                        <a:pt x="2239" y="17464"/>
                      </a:cubicBezTo>
                      <a:lnTo>
                        <a:pt x="48808" y="17464"/>
                      </a:lnTo>
                      <a:cubicBezTo>
                        <a:pt x="50152" y="17464"/>
                        <a:pt x="51047" y="16568"/>
                        <a:pt x="51047" y="15225"/>
                      </a:cubicBezTo>
                      <a:lnTo>
                        <a:pt x="51047" y="2239"/>
                      </a:lnTo>
                      <a:cubicBezTo>
                        <a:pt x="51047" y="1343"/>
                        <a:pt x="49704"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06" name="Freeform: Shape 4702">
                  <a:extLst>
                    <a:ext uri="{FF2B5EF4-FFF2-40B4-BE49-F238E27FC236}">
                      <a16:creationId xmlns:a16="http://schemas.microsoft.com/office/drawing/2014/main" id="{A8EEEF08-307C-7BD7-9B7C-0A508182EC94}"/>
                    </a:ext>
                  </a:extLst>
                </p:cNvPr>
                <p:cNvSpPr/>
                <p:nvPr/>
              </p:nvSpPr>
              <p:spPr>
                <a:xfrm>
                  <a:off x="1165540" y="5587058"/>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6" y="0"/>
                        <a:pt x="0" y="896"/>
                        <a:pt x="0" y="2239"/>
                      </a:cubicBezTo>
                      <a:lnTo>
                        <a:pt x="0" y="15225"/>
                      </a:lnTo>
                      <a:cubicBezTo>
                        <a:pt x="0" y="16568"/>
                        <a:pt x="896" y="17464"/>
                        <a:pt x="2239" y="17464"/>
                      </a:cubicBezTo>
                      <a:lnTo>
                        <a:pt x="48808" y="17464"/>
                      </a:lnTo>
                      <a:cubicBezTo>
                        <a:pt x="50152" y="17464"/>
                        <a:pt x="51047" y="16568"/>
                        <a:pt x="51047" y="15225"/>
                      </a:cubicBezTo>
                      <a:lnTo>
                        <a:pt x="51047" y="2239"/>
                      </a:lnTo>
                      <a:cubicBezTo>
                        <a:pt x="51047" y="1344"/>
                        <a:pt x="49704"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07" name="Freeform: Shape 4703">
                  <a:extLst>
                    <a:ext uri="{FF2B5EF4-FFF2-40B4-BE49-F238E27FC236}">
                      <a16:creationId xmlns:a16="http://schemas.microsoft.com/office/drawing/2014/main" id="{8106CA9B-7728-2464-3FDA-3FB087508099}"/>
                    </a:ext>
                  </a:extLst>
                </p:cNvPr>
                <p:cNvSpPr/>
                <p:nvPr/>
              </p:nvSpPr>
              <p:spPr>
                <a:xfrm>
                  <a:off x="1165540" y="5561535"/>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6" y="0"/>
                        <a:pt x="0" y="896"/>
                        <a:pt x="0" y="2239"/>
                      </a:cubicBezTo>
                      <a:lnTo>
                        <a:pt x="0" y="15225"/>
                      </a:lnTo>
                      <a:cubicBezTo>
                        <a:pt x="0" y="16568"/>
                        <a:pt x="896" y="17464"/>
                        <a:pt x="2239" y="17464"/>
                      </a:cubicBezTo>
                      <a:lnTo>
                        <a:pt x="48808" y="17464"/>
                      </a:lnTo>
                      <a:cubicBezTo>
                        <a:pt x="50152" y="17464"/>
                        <a:pt x="51047" y="16568"/>
                        <a:pt x="51047" y="15225"/>
                      </a:cubicBezTo>
                      <a:lnTo>
                        <a:pt x="51047" y="2239"/>
                      </a:lnTo>
                      <a:cubicBezTo>
                        <a:pt x="51047" y="1343"/>
                        <a:pt x="49704"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808" name="Group 4704">
                <a:extLst>
                  <a:ext uri="{FF2B5EF4-FFF2-40B4-BE49-F238E27FC236}">
                    <a16:creationId xmlns:a16="http://schemas.microsoft.com/office/drawing/2014/main" id="{E4DB4172-82DA-437C-9C92-FBE4B4CDCF88}"/>
                  </a:ext>
                  <a:ext uri="{C183D7F6-B498-43B3-948B-1728B52AA6E4}">
                    <adec:decorative xmlns:adec="http://schemas.microsoft.com/office/drawing/2017/decorative" val="1"/>
                  </a:ext>
                </a:extLst>
              </p:cNvPr>
              <p:cNvGrpSpPr>
                <a:grpSpLocks noChangeAspect="1"/>
              </p:cNvGrpSpPr>
              <p:nvPr/>
            </p:nvGrpSpPr>
            <p:grpSpPr>
              <a:xfrm>
                <a:off x="7465173" y="2079960"/>
                <a:ext cx="71645" cy="147768"/>
                <a:chOff x="1684520" y="5539146"/>
                <a:chExt cx="71645" cy="147768"/>
              </a:xfrm>
            </p:grpSpPr>
            <p:sp>
              <p:nvSpPr>
                <p:cNvPr id="809" name="Freeform: Shape 4705">
                  <a:extLst>
                    <a:ext uri="{FF2B5EF4-FFF2-40B4-BE49-F238E27FC236}">
                      <a16:creationId xmlns:a16="http://schemas.microsoft.com/office/drawing/2014/main" id="{A378AF1C-D422-4C62-6A1B-DEECE54AA092}"/>
                    </a:ext>
                  </a:extLst>
                </p:cNvPr>
                <p:cNvSpPr/>
                <p:nvPr/>
              </p:nvSpPr>
              <p:spPr>
                <a:xfrm>
                  <a:off x="1684520" y="5539146"/>
                  <a:ext cx="71645" cy="147768"/>
                </a:xfrm>
                <a:custGeom>
                  <a:avLst/>
                  <a:gdLst>
                    <a:gd name="connsiteX0" fmla="*/ 63137 w 71645"/>
                    <a:gd name="connsiteY0" fmla="*/ 12090 h 147767"/>
                    <a:gd name="connsiteX1" fmla="*/ 53286 w 71645"/>
                    <a:gd name="connsiteY1" fmla="*/ 12090 h 147767"/>
                    <a:gd name="connsiteX2" fmla="*/ 53286 w 71645"/>
                    <a:gd name="connsiteY2" fmla="*/ 2239 h 147767"/>
                    <a:gd name="connsiteX3" fmla="*/ 51047 w 71645"/>
                    <a:gd name="connsiteY3" fmla="*/ 0 h 147767"/>
                    <a:gd name="connsiteX4" fmla="*/ 21046 w 71645"/>
                    <a:gd name="connsiteY4" fmla="*/ 0 h 147767"/>
                    <a:gd name="connsiteX5" fmla="*/ 18807 w 71645"/>
                    <a:gd name="connsiteY5" fmla="*/ 2239 h 147767"/>
                    <a:gd name="connsiteX6" fmla="*/ 18807 w 71645"/>
                    <a:gd name="connsiteY6" fmla="*/ 12090 h 147767"/>
                    <a:gd name="connsiteX7" fmla="*/ 8956 w 71645"/>
                    <a:gd name="connsiteY7" fmla="*/ 12090 h 147767"/>
                    <a:gd name="connsiteX8" fmla="*/ 0 w 71645"/>
                    <a:gd name="connsiteY8" fmla="*/ 20598 h 147767"/>
                    <a:gd name="connsiteX9" fmla="*/ 0 w 71645"/>
                    <a:gd name="connsiteY9" fmla="*/ 142395 h 147767"/>
                    <a:gd name="connsiteX10" fmla="*/ 8956 w 71645"/>
                    <a:gd name="connsiteY10" fmla="*/ 150902 h 147767"/>
                    <a:gd name="connsiteX11" fmla="*/ 63137 w 71645"/>
                    <a:gd name="connsiteY11" fmla="*/ 150902 h 147767"/>
                    <a:gd name="connsiteX12" fmla="*/ 72093 w 71645"/>
                    <a:gd name="connsiteY12" fmla="*/ 142395 h 147767"/>
                    <a:gd name="connsiteX13" fmla="*/ 72093 w 71645"/>
                    <a:gd name="connsiteY13" fmla="*/ 20598 h 147767"/>
                    <a:gd name="connsiteX14" fmla="*/ 63137 w 71645"/>
                    <a:gd name="connsiteY14" fmla="*/ 12090 h 147767"/>
                    <a:gd name="connsiteX15" fmla="*/ 23285 w 71645"/>
                    <a:gd name="connsiteY15" fmla="*/ 4478 h 147767"/>
                    <a:gd name="connsiteX16" fmla="*/ 48808 w 71645"/>
                    <a:gd name="connsiteY16" fmla="*/ 4478 h 147767"/>
                    <a:gd name="connsiteX17" fmla="*/ 48808 w 71645"/>
                    <a:gd name="connsiteY17" fmla="*/ 12090 h 147767"/>
                    <a:gd name="connsiteX18" fmla="*/ 23285 w 71645"/>
                    <a:gd name="connsiteY18" fmla="*/ 12090 h 147767"/>
                    <a:gd name="connsiteX19" fmla="*/ 23285 w 71645"/>
                    <a:gd name="connsiteY19" fmla="*/ 4478 h 147767"/>
                    <a:gd name="connsiteX20" fmla="*/ 67615 w 71645"/>
                    <a:gd name="connsiteY20" fmla="*/ 142395 h 147767"/>
                    <a:gd name="connsiteX21" fmla="*/ 63137 w 71645"/>
                    <a:gd name="connsiteY21" fmla="*/ 146424 h 147767"/>
                    <a:gd name="connsiteX22" fmla="*/ 8956 w 71645"/>
                    <a:gd name="connsiteY22" fmla="*/ 146424 h 147767"/>
                    <a:gd name="connsiteX23" fmla="*/ 4478 w 71645"/>
                    <a:gd name="connsiteY23" fmla="*/ 142395 h 147767"/>
                    <a:gd name="connsiteX24" fmla="*/ 4478 w 71645"/>
                    <a:gd name="connsiteY24" fmla="*/ 20598 h 147767"/>
                    <a:gd name="connsiteX25" fmla="*/ 8956 w 71645"/>
                    <a:gd name="connsiteY25" fmla="*/ 16568 h 147767"/>
                    <a:gd name="connsiteX26" fmla="*/ 21046 w 71645"/>
                    <a:gd name="connsiteY26" fmla="*/ 16568 h 147767"/>
                    <a:gd name="connsiteX27" fmla="*/ 51047 w 71645"/>
                    <a:gd name="connsiteY27" fmla="*/ 16568 h 147767"/>
                    <a:gd name="connsiteX28" fmla="*/ 63137 w 71645"/>
                    <a:gd name="connsiteY28" fmla="*/ 16568 h 147767"/>
                    <a:gd name="connsiteX29" fmla="*/ 67615 w 71645"/>
                    <a:gd name="connsiteY29" fmla="*/ 20598 h 147767"/>
                    <a:gd name="connsiteX30" fmla="*/ 67615 w 71645"/>
                    <a:gd name="connsiteY30" fmla="*/ 142395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1645" h="147767">
                      <a:moveTo>
                        <a:pt x="63137" y="12090"/>
                      </a:moveTo>
                      <a:lnTo>
                        <a:pt x="53286" y="12090"/>
                      </a:lnTo>
                      <a:lnTo>
                        <a:pt x="53286" y="2239"/>
                      </a:lnTo>
                      <a:cubicBezTo>
                        <a:pt x="53286" y="896"/>
                        <a:pt x="52390" y="0"/>
                        <a:pt x="51047" y="0"/>
                      </a:cubicBezTo>
                      <a:lnTo>
                        <a:pt x="21046" y="0"/>
                      </a:lnTo>
                      <a:cubicBezTo>
                        <a:pt x="19702" y="0"/>
                        <a:pt x="18807" y="896"/>
                        <a:pt x="18807" y="2239"/>
                      </a:cubicBezTo>
                      <a:lnTo>
                        <a:pt x="18807" y="12090"/>
                      </a:lnTo>
                      <a:lnTo>
                        <a:pt x="8956" y="12090"/>
                      </a:lnTo>
                      <a:cubicBezTo>
                        <a:pt x="4030" y="12090"/>
                        <a:pt x="0" y="16120"/>
                        <a:pt x="0" y="20598"/>
                      </a:cubicBezTo>
                      <a:lnTo>
                        <a:pt x="0" y="142395"/>
                      </a:lnTo>
                      <a:cubicBezTo>
                        <a:pt x="0" y="147320"/>
                        <a:pt x="4030" y="150902"/>
                        <a:pt x="8956" y="150902"/>
                      </a:cubicBezTo>
                      <a:lnTo>
                        <a:pt x="63137" y="150902"/>
                      </a:lnTo>
                      <a:cubicBezTo>
                        <a:pt x="68063" y="150902"/>
                        <a:pt x="72093" y="146873"/>
                        <a:pt x="72093" y="142395"/>
                      </a:cubicBezTo>
                      <a:lnTo>
                        <a:pt x="72093" y="20598"/>
                      </a:lnTo>
                      <a:cubicBezTo>
                        <a:pt x="72093" y="16120"/>
                        <a:pt x="68063" y="12090"/>
                        <a:pt x="63137" y="12090"/>
                      </a:cubicBezTo>
                      <a:close/>
                      <a:moveTo>
                        <a:pt x="23285" y="4478"/>
                      </a:moveTo>
                      <a:lnTo>
                        <a:pt x="48808" y="4478"/>
                      </a:lnTo>
                      <a:lnTo>
                        <a:pt x="48808" y="12090"/>
                      </a:lnTo>
                      <a:lnTo>
                        <a:pt x="23285" y="12090"/>
                      </a:lnTo>
                      <a:lnTo>
                        <a:pt x="23285" y="4478"/>
                      </a:lnTo>
                      <a:close/>
                      <a:moveTo>
                        <a:pt x="67615" y="142395"/>
                      </a:moveTo>
                      <a:cubicBezTo>
                        <a:pt x="67615" y="144634"/>
                        <a:pt x="65824" y="146424"/>
                        <a:pt x="63137" y="146424"/>
                      </a:cubicBezTo>
                      <a:lnTo>
                        <a:pt x="8956" y="146424"/>
                      </a:lnTo>
                      <a:cubicBezTo>
                        <a:pt x="6717" y="146424"/>
                        <a:pt x="4478" y="144634"/>
                        <a:pt x="4478" y="142395"/>
                      </a:cubicBezTo>
                      <a:lnTo>
                        <a:pt x="4478" y="20598"/>
                      </a:lnTo>
                      <a:cubicBezTo>
                        <a:pt x="4478" y="18359"/>
                        <a:pt x="6269" y="16568"/>
                        <a:pt x="8956" y="16568"/>
                      </a:cubicBezTo>
                      <a:lnTo>
                        <a:pt x="21046" y="16568"/>
                      </a:lnTo>
                      <a:lnTo>
                        <a:pt x="51047" y="16568"/>
                      </a:lnTo>
                      <a:lnTo>
                        <a:pt x="63137" y="16568"/>
                      </a:lnTo>
                      <a:cubicBezTo>
                        <a:pt x="65376" y="16568"/>
                        <a:pt x="67615" y="18359"/>
                        <a:pt x="67615" y="20598"/>
                      </a:cubicBezTo>
                      <a:lnTo>
                        <a:pt x="67615" y="1423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10" name="Freeform: Shape 4706">
                  <a:extLst>
                    <a:ext uri="{FF2B5EF4-FFF2-40B4-BE49-F238E27FC236}">
                      <a16:creationId xmlns:a16="http://schemas.microsoft.com/office/drawing/2014/main" id="{1A6941F7-FF7F-BD6D-732D-3691BF182483}"/>
                    </a:ext>
                  </a:extLst>
                </p:cNvPr>
                <p:cNvSpPr/>
                <p:nvPr/>
              </p:nvSpPr>
              <p:spPr>
                <a:xfrm>
                  <a:off x="1695266" y="5664077"/>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6" y="0"/>
                        <a:pt x="0" y="895"/>
                        <a:pt x="0" y="2239"/>
                      </a:cubicBezTo>
                      <a:lnTo>
                        <a:pt x="0" y="15225"/>
                      </a:lnTo>
                      <a:cubicBezTo>
                        <a:pt x="0" y="16568"/>
                        <a:pt x="896" y="17464"/>
                        <a:pt x="2239" y="17464"/>
                      </a:cubicBezTo>
                      <a:lnTo>
                        <a:pt x="48808" y="17464"/>
                      </a:lnTo>
                      <a:cubicBezTo>
                        <a:pt x="50152" y="17464"/>
                        <a:pt x="51047" y="16568"/>
                        <a:pt x="51047" y="15225"/>
                      </a:cubicBezTo>
                      <a:lnTo>
                        <a:pt x="51047" y="2239"/>
                      </a:lnTo>
                      <a:cubicBezTo>
                        <a:pt x="51047" y="895"/>
                        <a:pt x="49704"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11" name="Freeform: Shape 4707">
                  <a:extLst>
                    <a:ext uri="{FF2B5EF4-FFF2-40B4-BE49-F238E27FC236}">
                      <a16:creationId xmlns:a16="http://schemas.microsoft.com/office/drawing/2014/main" id="{3F456A24-42F4-AE37-58E9-4260D4FA9FA2}"/>
                    </a:ext>
                  </a:extLst>
                </p:cNvPr>
                <p:cNvSpPr/>
                <p:nvPr/>
              </p:nvSpPr>
              <p:spPr>
                <a:xfrm>
                  <a:off x="1695266" y="5637658"/>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6" y="0"/>
                        <a:pt x="0" y="895"/>
                        <a:pt x="0" y="2239"/>
                      </a:cubicBezTo>
                      <a:lnTo>
                        <a:pt x="0" y="15225"/>
                      </a:lnTo>
                      <a:cubicBezTo>
                        <a:pt x="0" y="16568"/>
                        <a:pt x="896" y="17464"/>
                        <a:pt x="2239" y="17464"/>
                      </a:cubicBezTo>
                      <a:lnTo>
                        <a:pt x="48808" y="17464"/>
                      </a:lnTo>
                      <a:cubicBezTo>
                        <a:pt x="50152" y="17464"/>
                        <a:pt x="51047" y="16568"/>
                        <a:pt x="51047" y="15225"/>
                      </a:cubicBezTo>
                      <a:lnTo>
                        <a:pt x="51047" y="2239"/>
                      </a:lnTo>
                      <a:cubicBezTo>
                        <a:pt x="51047" y="895"/>
                        <a:pt x="49704"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12" name="Freeform: Shape 4708">
                  <a:extLst>
                    <a:ext uri="{FF2B5EF4-FFF2-40B4-BE49-F238E27FC236}">
                      <a16:creationId xmlns:a16="http://schemas.microsoft.com/office/drawing/2014/main" id="{847DE369-7CF2-F973-C0B9-71747B5EA66B}"/>
                    </a:ext>
                  </a:extLst>
                </p:cNvPr>
                <p:cNvSpPr/>
                <p:nvPr/>
              </p:nvSpPr>
              <p:spPr>
                <a:xfrm>
                  <a:off x="1695266" y="5611239"/>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6" y="0"/>
                        <a:pt x="0" y="896"/>
                        <a:pt x="0" y="2239"/>
                      </a:cubicBezTo>
                      <a:lnTo>
                        <a:pt x="0" y="15225"/>
                      </a:lnTo>
                      <a:cubicBezTo>
                        <a:pt x="0" y="16568"/>
                        <a:pt x="896" y="17464"/>
                        <a:pt x="2239" y="17464"/>
                      </a:cubicBezTo>
                      <a:lnTo>
                        <a:pt x="48808" y="17464"/>
                      </a:lnTo>
                      <a:cubicBezTo>
                        <a:pt x="50152" y="17464"/>
                        <a:pt x="51047" y="16568"/>
                        <a:pt x="51047" y="15225"/>
                      </a:cubicBezTo>
                      <a:lnTo>
                        <a:pt x="51047" y="2239"/>
                      </a:lnTo>
                      <a:cubicBezTo>
                        <a:pt x="51047" y="896"/>
                        <a:pt x="49704"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813" name="Group 4709">
                <a:extLst>
                  <a:ext uri="{FF2B5EF4-FFF2-40B4-BE49-F238E27FC236}">
                    <a16:creationId xmlns:a16="http://schemas.microsoft.com/office/drawing/2014/main" id="{AA2F2C96-5D9D-B722-2FB7-449D1BC4284F}"/>
                  </a:ext>
                  <a:ext uri="{C183D7F6-B498-43B3-948B-1728B52AA6E4}">
                    <adec:decorative xmlns:adec="http://schemas.microsoft.com/office/drawing/2017/decorative" val="1"/>
                  </a:ext>
                </a:extLst>
              </p:cNvPr>
              <p:cNvGrpSpPr>
                <a:grpSpLocks noChangeAspect="1"/>
              </p:cNvGrpSpPr>
              <p:nvPr/>
            </p:nvGrpSpPr>
            <p:grpSpPr>
              <a:xfrm>
                <a:off x="7724886" y="2079960"/>
                <a:ext cx="71645" cy="147768"/>
                <a:chOff x="1944233" y="5539146"/>
                <a:chExt cx="71645" cy="147768"/>
              </a:xfrm>
            </p:grpSpPr>
            <p:sp>
              <p:nvSpPr>
                <p:cNvPr id="814" name="Freeform: Shape 4710">
                  <a:extLst>
                    <a:ext uri="{FF2B5EF4-FFF2-40B4-BE49-F238E27FC236}">
                      <a16:creationId xmlns:a16="http://schemas.microsoft.com/office/drawing/2014/main" id="{15F5713B-D5FC-993E-46A0-78119DBB15C8}"/>
                    </a:ext>
                  </a:extLst>
                </p:cNvPr>
                <p:cNvSpPr/>
                <p:nvPr/>
              </p:nvSpPr>
              <p:spPr>
                <a:xfrm>
                  <a:off x="1944233" y="5539146"/>
                  <a:ext cx="71645" cy="147768"/>
                </a:xfrm>
                <a:custGeom>
                  <a:avLst/>
                  <a:gdLst>
                    <a:gd name="connsiteX0" fmla="*/ 63137 w 71645"/>
                    <a:gd name="connsiteY0" fmla="*/ 12090 h 147767"/>
                    <a:gd name="connsiteX1" fmla="*/ 53286 w 71645"/>
                    <a:gd name="connsiteY1" fmla="*/ 12090 h 147767"/>
                    <a:gd name="connsiteX2" fmla="*/ 53286 w 71645"/>
                    <a:gd name="connsiteY2" fmla="*/ 2239 h 147767"/>
                    <a:gd name="connsiteX3" fmla="*/ 51047 w 71645"/>
                    <a:gd name="connsiteY3" fmla="*/ 0 h 147767"/>
                    <a:gd name="connsiteX4" fmla="*/ 21046 w 71645"/>
                    <a:gd name="connsiteY4" fmla="*/ 0 h 147767"/>
                    <a:gd name="connsiteX5" fmla="*/ 18807 w 71645"/>
                    <a:gd name="connsiteY5" fmla="*/ 2239 h 147767"/>
                    <a:gd name="connsiteX6" fmla="*/ 18807 w 71645"/>
                    <a:gd name="connsiteY6" fmla="*/ 12090 h 147767"/>
                    <a:gd name="connsiteX7" fmla="*/ 8956 w 71645"/>
                    <a:gd name="connsiteY7" fmla="*/ 12090 h 147767"/>
                    <a:gd name="connsiteX8" fmla="*/ 0 w 71645"/>
                    <a:gd name="connsiteY8" fmla="*/ 20598 h 147767"/>
                    <a:gd name="connsiteX9" fmla="*/ 0 w 71645"/>
                    <a:gd name="connsiteY9" fmla="*/ 142395 h 147767"/>
                    <a:gd name="connsiteX10" fmla="*/ 8956 w 71645"/>
                    <a:gd name="connsiteY10" fmla="*/ 150902 h 147767"/>
                    <a:gd name="connsiteX11" fmla="*/ 63137 w 71645"/>
                    <a:gd name="connsiteY11" fmla="*/ 150902 h 147767"/>
                    <a:gd name="connsiteX12" fmla="*/ 72093 w 71645"/>
                    <a:gd name="connsiteY12" fmla="*/ 142395 h 147767"/>
                    <a:gd name="connsiteX13" fmla="*/ 72093 w 71645"/>
                    <a:gd name="connsiteY13" fmla="*/ 20598 h 147767"/>
                    <a:gd name="connsiteX14" fmla="*/ 63137 w 71645"/>
                    <a:gd name="connsiteY14" fmla="*/ 12090 h 147767"/>
                    <a:gd name="connsiteX15" fmla="*/ 23285 w 71645"/>
                    <a:gd name="connsiteY15" fmla="*/ 4478 h 147767"/>
                    <a:gd name="connsiteX16" fmla="*/ 48808 w 71645"/>
                    <a:gd name="connsiteY16" fmla="*/ 4478 h 147767"/>
                    <a:gd name="connsiteX17" fmla="*/ 48808 w 71645"/>
                    <a:gd name="connsiteY17" fmla="*/ 12090 h 147767"/>
                    <a:gd name="connsiteX18" fmla="*/ 23285 w 71645"/>
                    <a:gd name="connsiteY18" fmla="*/ 12090 h 147767"/>
                    <a:gd name="connsiteX19" fmla="*/ 23285 w 71645"/>
                    <a:gd name="connsiteY19" fmla="*/ 4478 h 147767"/>
                    <a:gd name="connsiteX20" fmla="*/ 67615 w 71645"/>
                    <a:gd name="connsiteY20" fmla="*/ 142395 h 147767"/>
                    <a:gd name="connsiteX21" fmla="*/ 63137 w 71645"/>
                    <a:gd name="connsiteY21" fmla="*/ 146424 h 147767"/>
                    <a:gd name="connsiteX22" fmla="*/ 8956 w 71645"/>
                    <a:gd name="connsiteY22" fmla="*/ 146424 h 147767"/>
                    <a:gd name="connsiteX23" fmla="*/ 4478 w 71645"/>
                    <a:gd name="connsiteY23" fmla="*/ 142395 h 147767"/>
                    <a:gd name="connsiteX24" fmla="*/ 4478 w 71645"/>
                    <a:gd name="connsiteY24" fmla="*/ 20598 h 147767"/>
                    <a:gd name="connsiteX25" fmla="*/ 8956 w 71645"/>
                    <a:gd name="connsiteY25" fmla="*/ 16568 h 147767"/>
                    <a:gd name="connsiteX26" fmla="*/ 21046 w 71645"/>
                    <a:gd name="connsiteY26" fmla="*/ 16568 h 147767"/>
                    <a:gd name="connsiteX27" fmla="*/ 51047 w 71645"/>
                    <a:gd name="connsiteY27" fmla="*/ 16568 h 147767"/>
                    <a:gd name="connsiteX28" fmla="*/ 63137 w 71645"/>
                    <a:gd name="connsiteY28" fmla="*/ 16568 h 147767"/>
                    <a:gd name="connsiteX29" fmla="*/ 67615 w 71645"/>
                    <a:gd name="connsiteY29" fmla="*/ 20598 h 147767"/>
                    <a:gd name="connsiteX30" fmla="*/ 67615 w 71645"/>
                    <a:gd name="connsiteY30" fmla="*/ 142395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1645" h="147767">
                      <a:moveTo>
                        <a:pt x="63137" y="12090"/>
                      </a:moveTo>
                      <a:lnTo>
                        <a:pt x="53286" y="12090"/>
                      </a:lnTo>
                      <a:lnTo>
                        <a:pt x="53286" y="2239"/>
                      </a:lnTo>
                      <a:cubicBezTo>
                        <a:pt x="53286" y="896"/>
                        <a:pt x="52391" y="0"/>
                        <a:pt x="51047" y="0"/>
                      </a:cubicBezTo>
                      <a:lnTo>
                        <a:pt x="21046" y="0"/>
                      </a:lnTo>
                      <a:cubicBezTo>
                        <a:pt x="19703" y="0"/>
                        <a:pt x="18807" y="896"/>
                        <a:pt x="18807" y="2239"/>
                      </a:cubicBezTo>
                      <a:lnTo>
                        <a:pt x="18807" y="12090"/>
                      </a:lnTo>
                      <a:lnTo>
                        <a:pt x="8956" y="12090"/>
                      </a:lnTo>
                      <a:cubicBezTo>
                        <a:pt x="4030" y="12090"/>
                        <a:pt x="0" y="16120"/>
                        <a:pt x="0" y="20598"/>
                      </a:cubicBezTo>
                      <a:lnTo>
                        <a:pt x="0" y="142395"/>
                      </a:lnTo>
                      <a:cubicBezTo>
                        <a:pt x="0" y="147320"/>
                        <a:pt x="4030" y="150902"/>
                        <a:pt x="8956" y="150902"/>
                      </a:cubicBezTo>
                      <a:lnTo>
                        <a:pt x="63137" y="150902"/>
                      </a:lnTo>
                      <a:cubicBezTo>
                        <a:pt x="68063" y="150902"/>
                        <a:pt x="72093" y="146873"/>
                        <a:pt x="72093" y="142395"/>
                      </a:cubicBezTo>
                      <a:lnTo>
                        <a:pt x="72093" y="20598"/>
                      </a:lnTo>
                      <a:cubicBezTo>
                        <a:pt x="72093" y="16120"/>
                        <a:pt x="68063" y="12090"/>
                        <a:pt x="63137" y="12090"/>
                      </a:cubicBezTo>
                      <a:close/>
                      <a:moveTo>
                        <a:pt x="23285" y="4478"/>
                      </a:moveTo>
                      <a:lnTo>
                        <a:pt x="48808" y="4478"/>
                      </a:lnTo>
                      <a:lnTo>
                        <a:pt x="48808" y="12090"/>
                      </a:lnTo>
                      <a:lnTo>
                        <a:pt x="23285" y="12090"/>
                      </a:lnTo>
                      <a:lnTo>
                        <a:pt x="23285" y="4478"/>
                      </a:lnTo>
                      <a:close/>
                      <a:moveTo>
                        <a:pt x="67615" y="142395"/>
                      </a:moveTo>
                      <a:cubicBezTo>
                        <a:pt x="67615" y="144634"/>
                        <a:pt x="65824" y="146424"/>
                        <a:pt x="63137" y="146424"/>
                      </a:cubicBezTo>
                      <a:lnTo>
                        <a:pt x="8956" y="146424"/>
                      </a:lnTo>
                      <a:cubicBezTo>
                        <a:pt x="6717" y="146424"/>
                        <a:pt x="4478" y="144634"/>
                        <a:pt x="4478" y="142395"/>
                      </a:cubicBezTo>
                      <a:lnTo>
                        <a:pt x="4478" y="20598"/>
                      </a:lnTo>
                      <a:cubicBezTo>
                        <a:pt x="4478" y="18359"/>
                        <a:pt x="6269" y="16568"/>
                        <a:pt x="8956" y="16568"/>
                      </a:cubicBezTo>
                      <a:lnTo>
                        <a:pt x="21046" y="16568"/>
                      </a:lnTo>
                      <a:lnTo>
                        <a:pt x="51047" y="16568"/>
                      </a:lnTo>
                      <a:lnTo>
                        <a:pt x="63137" y="16568"/>
                      </a:lnTo>
                      <a:cubicBezTo>
                        <a:pt x="65376" y="16568"/>
                        <a:pt x="67615" y="18359"/>
                        <a:pt x="67615" y="20598"/>
                      </a:cubicBezTo>
                      <a:lnTo>
                        <a:pt x="67615" y="1423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15" name="Freeform: Shape 4711">
                  <a:extLst>
                    <a:ext uri="{FF2B5EF4-FFF2-40B4-BE49-F238E27FC236}">
                      <a16:creationId xmlns:a16="http://schemas.microsoft.com/office/drawing/2014/main" id="{AD60795B-2021-FE57-34B0-BEB5E3329127}"/>
                    </a:ext>
                  </a:extLst>
                </p:cNvPr>
                <p:cNvSpPr/>
                <p:nvPr/>
              </p:nvSpPr>
              <p:spPr>
                <a:xfrm>
                  <a:off x="1954980" y="5664077"/>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5" y="0"/>
                        <a:pt x="0" y="895"/>
                        <a:pt x="0" y="2239"/>
                      </a:cubicBezTo>
                      <a:lnTo>
                        <a:pt x="0" y="15225"/>
                      </a:lnTo>
                      <a:cubicBezTo>
                        <a:pt x="0" y="16568"/>
                        <a:pt x="895" y="17464"/>
                        <a:pt x="2239" y="17464"/>
                      </a:cubicBezTo>
                      <a:lnTo>
                        <a:pt x="48808" y="17464"/>
                      </a:lnTo>
                      <a:cubicBezTo>
                        <a:pt x="50151" y="17464"/>
                        <a:pt x="51047" y="16568"/>
                        <a:pt x="51047" y="15225"/>
                      </a:cubicBezTo>
                      <a:lnTo>
                        <a:pt x="51047" y="2239"/>
                      </a:lnTo>
                      <a:cubicBezTo>
                        <a:pt x="51047" y="895"/>
                        <a:pt x="49704"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16" name="Freeform: Shape 4712">
                  <a:extLst>
                    <a:ext uri="{FF2B5EF4-FFF2-40B4-BE49-F238E27FC236}">
                      <a16:creationId xmlns:a16="http://schemas.microsoft.com/office/drawing/2014/main" id="{8E44A239-8A42-9F4F-1531-476470138BC8}"/>
                    </a:ext>
                  </a:extLst>
                </p:cNvPr>
                <p:cNvSpPr/>
                <p:nvPr/>
              </p:nvSpPr>
              <p:spPr>
                <a:xfrm>
                  <a:off x="1954980" y="5637658"/>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5" y="0"/>
                        <a:pt x="0" y="895"/>
                        <a:pt x="0" y="2239"/>
                      </a:cubicBezTo>
                      <a:lnTo>
                        <a:pt x="0" y="15225"/>
                      </a:lnTo>
                      <a:cubicBezTo>
                        <a:pt x="0" y="16568"/>
                        <a:pt x="895" y="17464"/>
                        <a:pt x="2239" y="17464"/>
                      </a:cubicBezTo>
                      <a:lnTo>
                        <a:pt x="48808" y="17464"/>
                      </a:lnTo>
                      <a:cubicBezTo>
                        <a:pt x="50151" y="17464"/>
                        <a:pt x="51047" y="16568"/>
                        <a:pt x="51047" y="15225"/>
                      </a:cubicBezTo>
                      <a:lnTo>
                        <a:pt x="51047" y="2239"/>
                      </a:lnTo>
                      <a:cubicBezTo>
                        <a:pt x="51047" y="895"/>
                        <a:pt x="49704"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817" name="Group 4713">
                <a:extLst>
                  <a:ext uri="{FF2B5EF4-FFF2-40B4-BE49-F238E27FC236}">
                    <a16:creationId xmlns:a16="http://schemas.microsoft.com/office/drawing/2014/main" id="{966E01A5-3525-6977-126F-D6C8C252462E}"/>
                  </a:ext>
                  <a:ext uri="{C183D7F6-B498-43B3-948B-1728B52AA6E4}">
                    <adec:decorative xmlns:adec="http://schemas.microsoft.com/office/drawing/2017/decorative" val="1"/>
                  </a:ext>
                </a:extLst>
              </p:cNvPr>
              <p:cNvGrpSpPr>
                <a:grpSpLocks noChangeAspect="1"/>
              </p:cNvGrpSpPr>
              <p:nvPr/>
            </p:nvGrpSpPr>
            <p:grpSpPr>
              <a:xfrm>
                <a:off x="7994898" y="2079960"/>
                <a:ext cx="71645" cy="147768"/>
                <a:chOff x="2214245" y="5539146"/>
                <a:chExt cx="71645" cy="147768"/>
              </a:xfrm>
            </p:grpSpPr>
            <p:sp>
              <p:nvSpPr>
                <p:cNvPr id="818" name="Freeform: Shape 4714">
                  <a:extLst>
                    <a:ext uri="{FF2B5EF4-FFF2-40B4-BE49-F238E27FC236}">
                      <a16:creationId xmlns:a16="http://schemas.microsoft.com/office/drawing/2014/main" id="{17844E4A-29BB-15D4-6281-13F15A4680E6}"/>
                    </a:ext>
                  </a:extLst>
                </p:cNvPr>
                <p:cNvSpPr/>
                <p:nvPr/>
              </p:nvSpPr>
              <p:spPr>
                <a:xfrm>
                  <a:off x="2214245" y="5539146"/>
                  <a:ext cx="71645" cy="147768"/>
                </a:xfrm>
                <a:custGeom>
                  <a:avLst/>
                  <a:gdLst>
                    <a:gd name="connsiteX0" fmla="*/ 63137 w 71645"/>
                    <a:gd name="connsiteY0" fmla="*/ 12090 h 147767"/>
                    <a:gd name="connsiteX1" fmla="*/ 53286 w 71645"/>
                    <a:gd name="connsiteY1" fmla="*/ 12090 h 147767"/>
                    <a:gd name="connsiteX2" fmla="*/ 53286 w 71645"/>
                    <a:gd name="connsiteY2" fmla="*/ 2239 h 147767"/>
                    <a:gd name="connsiteX3" fmla="*/ 51047 w 71645"/>
                    <a:gd name="connsiteY3" fmla="*/ 0 h 147767"/>
                    <a:gd name="connsiteX4" fmla="*/ 21046 w 71645"/>
                    <a:gd name="connsiteY4" fmla="*/ 0 h 147767"/>
                    <a:gd name="connsiteX5" fmla="*/ 18807 w 71645"/>
                    <a:gd name="connsiteY5" fmla="*/ 2239 h 147767"/>
                    <a:gd name="connsiteX6" fmla="*/ 18807 w 71645"/>
                    <a:gd name="connsiteY6" fmla="*/ 12090 h 147767"/>
                    <a:gd name="connsiteX7" fmla="*/ 8956 w 71645"/>
                    <a:gd name="connsiteY7" fmla="*/ 12090 h 147767"/>
                    <a:gd name="connsiteX8" fmla="*/ 0 w 71645"/>
                    <a:gd name="connsiteY8" fmla="*/ 20598 h 147767"/>
                    <a:gd name="connsiteX9" fmla="*/ 0 w 71645"/>
                    <a:gd name="connsiteY9" fmla="*/ 142395 h 147767"/>
                    <a:gd name="connsiteX10" fmla="*/ 8956 w 71645"/>
                    <a:gd name="connsiteY10" fmla="*/ 150902 h 147767"/>
                    <a:gd name="connsiteX11" fmla="*/ 63137 w 71645"/>
                    <a:gd name="connsiteY11" fmla="*/ 150902 h 147767"/>
                    <a:gd name="connsiteX12" fmla="*/ 72093 w 71645"/>
                    <a:gd name="connsiteY12" fmla="*/ 142395 h 147767"/>
                    <a:gd name="connsiteX13" fmla="*/ 72093 w 71645"/>
                    <a:gd name="connsiteY13" fmla="*/ 20598 h 147767"/>
                    <a:gd name="connsiteX14" fmla="*/ 63137 w 71645"/>
                    <a:gd name="connsiteY14" fmla="*/ 12090 h 147767"/>
                    <a:gd name="connsiteX15" fmla="*/ 23285 w 71645"/>
                    <a:gd name="connsiteY15" fmla="*/ 4478 h 147767"/>
                    <a:gd name="connsiteX16" fmla="*/ 48808 w 71645"/>
                    <a:gd name="connsiteY16" fmla="*/ 4478 h 147767"/>
                    <a:gd name="connsiteX17" fmla="*/ 48808 w 71645"/>
                    <a:gd name="connsiteY17" fmla="*/ 12090 h 147767"/>
                    <a:gd name="connsiteX18" fmla="*/ 23285 w 71645"/>
                    <a:gd name="connsiteY18" fmla="*/ 12090 h 147767"/>
                    <a:gd name="connsiteX19" fmla="*/ 23285 w 71645"/>
                    <a:gd name="connsiteY19" fmla="*/ 4478 h 147767"/>
                    <a:gd name="connsiteX20" fmla="*/ 67615 w 71645"/>
                    <a:gd name="connsiteY20" fmla="*/ 142395 h 147767"/>
                    <a:gd name="connsiteX21" fmla="*/ 63137 w 71645"/>
                    <a:gd name="connsiteY21" fmla="*/ 146424 h 147767"/>
                    <a:gd name="connsiteX22" fmla="*/ 8956 w 71645"/>
                    <a:gd name="connsiteY22" fmla="*/ 146424 h 147767"/>
                    <a:gd name="connsiteX23" fmla="*/ 4478 w 71645"/>
                    <a:gd name="connsiteY23" fmla="*/ 142395 h 147767"/>
                    <a:gd name="connsiteX24" fmla="*/ 4478 w 71645"/>
                    <a:gd name="connsiteY24" fmla="*/ 20598 h 147767"/>
                    <a:gd name="connsiteX25" fmla="*/ 8956 w 71645"/>
                    <a:gd name="connsiteY25" fmla="*/ 16568 h 147767"/>
                    <a:gd name="connsiteX26" fmla="*/ 21046 w 71645"/>
                    <a:gd name="connsiteY26" fmla="*/ 16568 h 147767"/>
                    <a:gd name="connsiteX27" fmla="*/ 51047 w 71645"/>
                    <a:gd name="connsiteY27" fmla="*/ 16568 h 147767"/>
                    <a:gd name="connsiteX28" fmla="*/ 63137 w 71645"/>
                    <a:gd name="connsiteY28" fmla="*/ 16568 h 147767"/>
                    <a:gd name="connsiteX29" fmla="*/ 67615 w 71645"/>
                    <a:gd name="connsiteY29" fmla="*/ 20598 h 147767"/>
                    <a:gd name="connsiteX30" fmla="*/ 67615 w 71645"/>
                    <a:gd name="connsiteY30" fmla="*/ 142395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1645" h="147767">
                      <a:moveTo>
                        <a:pt x="63137" y="12090"/>
                      </a:moveTo>
                      <a:lnTo>
                        <a:pt x="53286" y="12090"/>
                      </a:lnTo>
                      <a:lnTo>
                        <a:pt x="53286" y="2239"/>
                      </a:lnTo>
                      <a:cubicBezTo>
                        <a:pt x="53286" y="896"/>
                        <a:pt x="52390" y="0"/>
                        <a:pt x="51047" y="0"/>
                      </a:cubicBezTo>
                      <a:lnTo>
                        <a:pt x="21046" y="0"/>
                      </a:lnTo>
                      <a:cubicBezTo>
                        <a:pt x="19702" y="0"/>
                        <a:pt x="18807" y="896"/>
                        <a:pt x="18807" y="2239"/>
                      </a:cubicBezTo>
                      <a:lnTo>
                        <a:pt x="18807" y="12090"/>
                      </a:lnTo>
                      <a:lnTo>
                        <a:pt x="8956" y="12090"/>
                      </a:lnTo>
                      <a:cubicBezTo>
                        <a:pt x="4030" y="12090"/>
                        <a:pt x="0" y="16120"/>
                        <a:pt x="0" y="20598"/>
                      </a:cubicBezTo>
                      <a:lnTo>
                        <a:pt x="0" y="142395"/>
                      </a:lnTo>
                      <a:cubicBezTo>
                        <a:pt x="0" y="147320"/>
                        <a:pt x="4030" y="150902"/>
                        <a:pt x="8956" y="150902"/>
                      </a:cubicBezTo>
                      <a:lnTo>
                        <a:pt x="63137" y="150902"/>
                      </a:lnTo>
                      <a:cubicBezTo>
                        <a:pt x="68063" y="150902"/>
                        <a:pt x="72093" y="146873"/>
                        <a:pt x="72093" y="142395"/>
                      </a:cubicBezTo>
                      <a:lnTo>
                        <a:pt x="72093" y="20598"/>
                      </a:lnTo>
                      <a:cubicBezTo>
                        <a:pt x="72093" y="16120"/>
                        <a:pt x="68063" y="12090"/>
                        <a:pt x="63137" y="12090"/>
                      </a:cubicBezTo>
                      <a:close/>
                      <a:moveTo>
                        <a:pt x="23285" y="4478"/>
                      </a:moveTo>
                      <a:lnTo>
                        <a:pt x="48808" y="4478"/>
                      </a:lnTo>
                      <a:lnTo>
                        <a:pt x="48808" y="12090"/>
                      </a:lnTo>
                      <a:lnTo>
                        <a:pt x="23285" y="12090"/>
                      </a:lnTo>
                      <a:lnTo>
                        <a:pt x="23285" y="4478"/>
                      </a:lnTo>
                      <a:close/>
                      <a:moveTo>
                        <a:pt x="67615" y="142395"/>
                      </a:moveTo>
                      <a:cubicBezTo>
                        <a:pt x="67615" y="144634"/>
                        <a:pt x="65824" y="146424"/>
                        <a:pt x="63137" y="146424"/>
                      </a:cubicBezTo>
                      <a:lnTo>
                        <a:pt x="8956" y="146424"/>
                      </a:lnTo>
                      <a:cubicBezTo>
                        <a:pt x="6717" y="146424"/>
                        <a:pt x="4478" y="144634"/>
                        <a:pt x="4478" y="142395"/>
                      </a:cubicBezTo>
                      <a:lnTo>
                        <a:pt x="4478" y="20598"/>
                      </a:lnTo>
                      <a:cubicBezTo>
                        <a:pt x="4478" y="18359"/>
                        <a:pt x="6269" y="16568"/>
                        <a:pt x="8956" y="16568"/>
                      </a:cubicBezTo>
                      <a:lnTo>
                        <a:pt x="21046" y="16568"/>
                      </a:lnTo>
                      <a:lnTo>
                        <a:pt x="51047" y="16568"/>
                      </a:lnTo>
                      <a:lnTo>
                        <a:pt x="63137" y="16568"/>
                      </a:lnTo>
                      <a:cubicBezTo>
                        <a:pt x="65376" y="16568"/>
                        <a:pt x="67615" y="18359"/>
                        <a:pt x="67615" y="20598"/>
                      </a:cubicBezTo>
                      <a:lnTo>
                        <a:pt x="67615" y="1423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19" name="Freeform: Shape 4715">
                  <a:extLst>
                    <a:ext uri="{FF2B5EF4-FFF2-40B4-BE49-F238E27FC236}">
                      <a16:creationId xmlns:a16="http://schemas.microsoft.com/office/drawing/2014/main" id="{5F2251D5-E93E-CFBC-D513-8B1DEE8DCF89}"/>
                    </a:ext>
                  </a:extLst>
                </p:cNvPr>
                <p:cNvSpPr/>
                <p:nvPr/>
              </p:nvSpPr>
              <p:spPr>
                <a:xfrm>
                  <a:off x="2224992" y="5664077"/>
                  <a:ext cx="49256" cy="13433"/>
                </a:xfrm>
                <a:custGeom>
                  <a:avLst/>
                  <a:gdLst>
                    <a:gd name="connsiteX0" fmla="*/ 48808 w 49255"/>
                    <a:gd name="connsiteY0" fmla="*/ 0 h 13433"/>
                    <a:gd name="connsiteX1" fmla="*/ 2239 w 49255"/>
                    <a:gd name="connsiteY1" fmla="*/ 0 h 13433"/>
                    <a:gd name="connsiteX2" fmla="*/ 0 w 49255"/>
                    <a:gd name="connsiteY2" fmla="*/ 2239 h 13433"/>
                    <a:gd name="connsiteX3" fmla="*/ 0 w 49255"/>
                    <a:gd name="connsiteY3" fmla="*/ 15225 h 13433"/>
                    <a:gd name="connsiteX4" fmla="*/ 2239 w 49255"/>
                    <a:gd name="connsiteY4" fmla="*/ 17464 h 13433"/>
                    <a:gd name="connsiteX5" fmla="*/ 48808 w 49255"/>
                    <a:gd name="connsiteY5" fmla="*/ 17464 h 13433"/>
                    <a:gd name="connsiteX6" fmla="*/ 51047 w 49255"/>
                    <a:gd name="connsiteY6" fmla="*/ 15225 h 13433"/>
                    <a:gd name="connsiteX7" fmla="*/ 51047 w 49255"/>
                    <a:gd name="connsiteY7" fmla="*/ 2239 h 13433"/>
                    <a:gd name="connsiteX8" fmla="*/ 48808 w 49255"/>
                    <a:gd name="connsiteY8" fmla="*/ 0 h 13433"/>
                    <a:gd name="connsiteX9" fmla="*/ 46569 w 49255"/>
                    <a:gd name="connsiteY9" fmla="*/ 12986 h 13433"/>
                    <a:gd name="connsiteX10" fmla="*/ 4478 w 49255"/>
                    <a:gd name="connsiteY10" fmla="*/ 12986 h 13433"/>
                    <a:gd name="connsiteX11" fmla="*/ 4478 w 49255"/>
                    <a:gd name="connsiteY11" fmla="*/ 4478 h 13433"/>
                    <a:gd name="connsiteX12" fmla="*/ 46569 w 49255"/>
                    <a:gd name="connsiteY12" fmla="*/ 4478 h 13433"/>
                    <a:gd name="connsiteX13" fmla="*/ 46569 w 49255"/>
                    <a:gd name="connsiteY13" fmla="*/ 1298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13433">
                      <a:moveTo>
                        <a:pt x="48808" y="0"/>
                      </a:moveTo>
                      <a:lnTo>
                        <a:pt x="2239" y="0"/>
                      </a:lnTo>
                      <a:cubicBezTo>
                        <a:pt x="896" y="0"/>
                        <a:pt x="0" y="895"/>
                        <a:pt x="0" y="2239"/>
                      </a:cubicBezTo>
                      <a:lnTo>
                        <a:pt x="0" y="15225"/>
                      </a:lnTo>
                      <a:cubicBezTo>
                        <a:pt x="0" y="16568"/>
                        <a:pt x="896" y="17464"/>
                        <a:pt x="2239" y="17464"/>
                      </a:cubicBezTo>
                      <a:lnTo>
                        <a:pt x="48808" y="17464"/>
                      </a:lnTo>
                      <a:cubicBezTo>
                        <a:pt x="50152" y="17464"/>
                        <a:pt x="51047" y="16568"/>
                        <a:pt x="51047" y="15225"/>
                      </a:cubicBezTo>
                      <a:lnTo>
                        <a:pt x="51047" y="2239"/>
                      </a:lnTo>
                      <a:cubicBezTo>
                        <a:pt x="51047" y="895"/>
                        <a:pt x="50152" y="0"/>
                        <a:pt x="48808" y="0"/>
                      </a:cubicBezTo>
                      <a:close/>
                      <a:moveTo>
                        <a:pt x="46569" y="12986"/>
                      </a:moveTo>
                      <a:lnTo>
                        <a:pt x="4478" y="12986"/>
                      </a:lnTo>
                      <a:lnTo>
                        <a:pt x="4478" y="4478"/>
                      </a:lnTo>
                      <a:lnTo>
                        <a:pt x="46569" y="4478"/>
                      </a:lnTo>
                      <a:lnTo>
                        <a:pt x="46569" y="1298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820" name="Freeform: Shape 4716">
                <a:extLst>
                  <a:ext uri="{FF2B5EF4-FFF2-40B4-BE49-F238E27FC236}">
                    <a16:creationId xmlns:a16="http://schemas.microsoft.com/office/drawing/2014/main" id="{80EE5084-2190-661E-8B7D-2BFBB0EB7F94}"/>
                  </a:ext>
                  <a:ext uri="{C183D7F6-B498-43B3-948B-1728B52AA6E4}">
                    <adec:decorative xmlns:adec="http://schemas.microsoft.com/office/drawing/2017/decorative" val="1"/>
                  </a:ext>
                </a:extLst>
              </p:cNvPr>
              <p:cNvSpPr>
                <a:spLocks noChangeAspect="1"/>
              </p:cNvSpPr>
              <p:nvPr/>
            </p:nvSpPr>
            <p:spPr>
              <a:xfrm>
                <a:off x="8254612" y="2079960"/>
                <a:ext cx="71645" cy="147768"/>
              </a:xfrm>
              <a:custGeom>
                <a:avLst/>
                <a:gdLst>
                  <a:gd name="connsiteX0" fmla="*/ 63137 w 71645"/>
                  <a:gd name="connsiteY0" fmla="*/ 12090 h 147767"/>
                  <a:gd name="connsiteX1" fmla="*/ 53286 w 71645"/>
                  <a:gd name="connsiteY1" fmla="*/ 12090 h 147767"/>
                  <a:gd name="connsiteX2" fmla="*/ 53286 w 71645"/>
                  <a:gd name="connsiteY2" fmla="*/ 2239 h 147767"/>
                  <a:gd name="connsiteX3" fmla="*/ 51047 w 71645"/>
                  <a:gd name="connsiteY3" fmla="*/ 0 h 147767"/>
                  <a:gd name="connsiteX4" fmla="*/ 21046 w 71645"/>
                  <a:gd name="connsiteY4" fmla="*/ 0 h 147767"/>
                  <a:gd name="connsiteX5" fmla="*/ 18807 w 71645"/>
                  <a:gd name="connsiteY5" fmla="*/ 2239 h 147767"/>
                  <a:gd name="connsiteX6" fmla="*/ 18807 w 71645"/>
                  <a:gd name="connsiteY6" fmla="*/ 12090 h 147767"/>
                  <a:gd name="connsiteX7" fmla="*/ 8956 w 71645"/>
                  <a:gd name="connsiteY7" fmla="*/ 12090 h 147767"/>
                  <a:gd name="connsiteX8" fmla="*/ 0 w 71645"/>
                  <a:gd name="connsiteY8" fmla="*/ 20598 h 147767"/>
                  <a:gd name="connsiteX9" fmla="*/ 0 w 71645"/>
                  <a:gd name="connsiteY9" fmla="*/ 142395 h 147767"/>
                  <a:gd name="connsiteX10" fmla="*/ 8956 w 71645"/>
                  <a:gd name="connsiteY10" fmla="*/ 150902 h 147767"/>
                  <a:gd name="connsiteX11" fmla="*/ 63137 w 71645"/>
                  <a:gd name="connsiteY11" fmla="*/ 150902 h 147767"/>
                  <a:gd name="connsiteX12" fmla="*/ 72093 w 71645"/>
                  <a:gd name="connsiteY12" fmla="*/ 142395 h 147767"/>
                  <a:gd name="connsiteX13" fmla="*/ 72093 w 71645"/>
                  <a:gd name="connsiteY13" fmla="*/ 20598 h 147767"/>
                  <a:gd name="connsiteX14" fmla="*/ 63137 w 71645"/>
                  <a:gd name="connsiteY14" fmla="*/ 12090 h 147767"/>
                  <a:gd name="connsiteX15" fmla="*/ 23285 w 71645"/>
                  <a:gd name="connsiteY15" fmla="*/ 4478 h 147767"/>
                  <a:gd name="connsiteX16" fmla="*/ 48808 w 71645"/>
                  <a:gd name="connsiteY16" fmla="*/ 4478 h 147767"/>
                  <a:gd name="connsiteX17" fmla="*/ 48808 w 71645"/>
                  <a:gd name="connsiteY17" fmla="*/ 12090 h 147767"/>
                  <a:gd name="connsiteX18" fmla="*/ 23285 w 71645"/>
                  <a:gd name="connsiteY18" fmla="*/ 12090 h 147767"/>
                  <a:gd name="connsiteX19" fmla="*/ 23285 w 71645"/>
                  <a:gd name="connsiteY19" fmla="*/ 4478 h 147767"/>
                  <a:gd name="connsiteX20" fmla="*/ 67615 w 71645"/>
                  <a:gd name="connsiteY20" fmla="*/ 142395 h 147767"/>
                  <a:gd name="connsiteX21" fmla="*/ 63137 w 71645"/>
                  <a:gd name="connsiteY21" fmla="*/ 146424 h 147767"/>
                  <a:gd name="connsiteX22" fmla="*/ 8956 w 71645"/>
                  <a:gd name="connsiteY22" fmla="*/ 146424 h 147767"/>
                  <a:gd name="connsiteX23" fmla="*/ 4478 w 71645"/>
                  <a:gd name="connsiteY23" fmla="*/ 142395 h 147767"/>
                  <a:gd name="connsiteX24" fmla="*/ 4478 w 71645"/>
                  <a:gd name="connsiteY24" fmla="*/ 20598 h 147767"/>
                  <a:gd name="connsiteX25" fmla="*/ 8956 w 71645"/>
                  <a:gd name="connsiteY25" fmla="*/ 16568 h 147767"/>
                  <a:gd name="connsiteX26" fmla="*/ 21046 w 71645"/>
                  <a:gd name="connsiteY26" fmla="*/ 16568 h 147767"/>
                  <a:gd name="connsiteX27" fmla="*/ 51047 w 71645"/>
                  <a:gd name="connsiteY27" fmla="*/ 16568 h 147767"/>
                  <a:gd name="connsiteX28" fmla="*/ 63137 w 71645"/>
                  <a:gd name="connsiteY28" fmla="*/ 16568 h 147767"/>
                  <a:gd name="connsiteX29" fmla="*/ 67615 w 71645"/>
                  <a:gd name="connsiteY29" fmla="*/ 20598 h 147767"/>
                  <a:gd name="connsiteX30" fmla="*/ 67615 w 71645"/>
                  <a:gd name="connsiteY30" fmla="*/ 142395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1645" h="147767">
                    <a:moveTo>
                      <a:pt x="63137" y="12090"/>
                    </a:moveTo>
                    <a:lnTo>
                      <a:pt x="53286" y="12090"/>
                    </a:lnTo>
                    <a:lnTo>
                      <a:pt x="53286" y="2239"/>
                    </a:lnTo>
                    <a:cubicBezTo>
                      <a:pt x="53286" y="896"/>
                      <a:pt x="52390" y="0"/>
                      <a:pt x="51047" y="0"/>
                    </a:cubicBezTo>
                    <a:lnTo>
                      <a:pt x="21046" y="0"/>
                    </a:lnTo>
                    <a:cubicBezTo>
                      <a:pt x="19702" y="0"/>
                      <a:pt x="18807" y="896"/>
                      <a:pt x="18807" y="2239"/>
                    </a:cubicBezTo>
                    <a:lnTo>
                      <a:pt x="18807" y="12090"/>
                    </a:lnTo>
                    <a:lnTo>
                      <a:pt x="8956" y="12090"/>
                    </a:lnTo>
                    <a:cubicBezTo>
                      <a:pt x="4030" y="12090"/>
                      <a:pt x="0" y="16120"/>
                      <a:pt x="0" y="20598"/>
                    </a:cubicBezTo>
                    <a:lnTo>
                      <a:pt x="0" y="142395"/>
                    </a:lnTo>
                    <a:cubicBezTo>
                      <a:pt x="0" y="147320"/>
                      <a:pt x="4030" y="150902"/>
                      <a:pt x="8956" y="150902"/>
                    </a:cubicBezTo>
                    <a:lnTo>
                      <a:pt x="63137" y="150902"/>
                    </a:lnTo>
                    <a:cubicBezTo>
                      <a:pt x="68063" y="150902"/>
                      <a:pt x="72093" y="146873"/>
                      <a:pt x="72093" y="142395"/>
                    </a:cubicBezTo>
                    <a:lnTo>
                      <a:pt x="72093" y="20598"/>
                    </a:lnTo>
                    <a:cubicBezTo>
                      <a:pt x="72093" y="16120"/>
                      <a:pt x="68063" y="12090"/>
                      <a:pt x="63137" y="12090"/>
                    </a:cubicBezTo>
                    <a:close/>
                    <a:moveTo>
                      <a:pt x="23285" y="4478"/>
                    </a:moveTo>
                    <a:lnTo>
                      <a:pt x="48808" y="4478"/>
                    </a:lnTo>
                    <a:lnTo>
                      <a:pt x="48808" y="12090"/>
                    </a:lnTo>
                    <a:lnTo>
                      <a:pt x="23285" y="12090"/>
                    </a:lnTo>
                    <a:lnTo>
                      <a:pt x="23285" y="4478"/>
                    </a:lnTo>
                    <a:close/>
                    <a:moveTo>
                      <a:pt x="67615" y="142395"/>
                    </a:moveTo>
                    <a:cubicBezTo>
                      <a:pt x="67615" y="144634"/>
                      <a:pt x="65824" y="146424"/>
                      <a:pt x="63137" y="146424"/>
                    </a:cubicBezTo>
                    <a:lnTo>
                      <a:pt x="8956" y="146424"/>
                    </a:lnTo>
                    <a:cubicBezTo>
                      <a:pt x="6717" y="146424"/>
                      <a:pt x="4478" y="144634"/>
                      <a:pt x="4478" y="142395"/>
                    </a:cubicBezTo>
                    <a:lnTo>
                      <a:pt x="4478" y="20598"/>
                    </a:lnTo>
                    <a:cubicBezTo>
                      <a:pt x="4478" y="18359"/>
                      <a:pt x="6269" y="16568"/>
                      <a:pt x="8956" y="16568"/>
                    </a:cubicBezTo>
                    <a:lnTo>
                      <a:pt x="21046" y="16568"/>
                    </a:lnTo>
                    <a:lnTo>
                      <a:pt x="51047" y="16568"/>
                    </a:lnTo>
                    <a:lnTo>
                      <a:pt x="63137" y="16568"/>
                    </a:lnTo>
                    <a:cubicBezTo>
                      <a:pt x="65376" y="16568"/>
                      <a:pt x="67615" y="18359"/>
                      <a:pt x="67615" y="20598"/>
                    </a:cubicBezTo>
                    <a:lnTo>
                      <a:pt x="67615" y="1423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821" name="Group 4717">
                <a:extLst>
                  <a:ext uri="{FF2B5EF4-FFF2-40B4-BE49-F238E27FC236}">
                    <a16:creationId xmlns:a16="http://schemas.microsoft.com/office/drawing/2014/main" id="{71AF6895-5D11-56D2-8E92-2F70A832660E}"/>
                  </a:ext>
                  <a:ext uri="{C183D7F6-B498-43B3-948B-1728B52AA6E4}">
                    <adec:decorative xmlns:adec="http://schemas.microsoft.com/office/drawing/2017/decorative" val="1"/>
                  </a:ext>
                </a:extLst>
              </p:cNvPr>
              <p:cNvGrpSpPr>
                <a:grpSpLocks noChangeAspect="1"/>
              </p:cNvGrpSpPr>
              <p:nvPr/>
            </p:nvGrpSpPr>
            <p:grpSpPr>
              <a:xfrm>
                <a:off x="7724438" y="1752183"/>
                <a:ext cx="71645" cy="129857"/>
                <a:chOff x="1943785" y="5211369"/>
                <a:chExt cx="71645" cy="129857"/>
              </a:xfrm>
            </p:grpSpPr>
            <p:sp>
              <p:nvSpPr>
                <p:cNvPr id="822" name="Freeform: Shape 4718">
                  <a:extLst>
                    <a:ext uri="{FF2B5EF4-FFF2-40B4-BE49-F238E27FC236}">
                      <a16:creationId xmlns:a16="http://schemas.microsoft.com/office/drawing/2014/main" id="{93F59F42-4FED-078F-5AF0-906816815EA5}"/>
                    </a:ext>
                  </a:extLst>
                </p:cNvPr>
                <p:cNvSpPr/>
                <p:nvPr/>
              </p:nvSpPr>
              <p:spPr>
                <a:xfrm>
                  <a:off x="1943785" y="5211369"/>
                  <a:ext cx="71645" cy="129857"/>
                </a:xfrm>
                <a:custGeom>
                  <a:avLst/>
                  <a:gdLst>
                    <a:gd name="connsiteX0" fmla="*/ 55973 w 71645"/>
                    <a:gd name="connsiteY0" fmla="*/ 63585 h 129856"/>
                    <a:gd name="connsiteX1" fmla="*/ 55973 w 71645"/>
                    <a:gd name="connsiteY1" fmla="*/ 63585 h 129856"/>
                    <a:gd name="connsiteX2" fmla="*/ 55525 w 71645"/>
                    <a:gd name="connsiteY2" fmla="*/ 19255 h 129856"/>
                    <a:gd name="connsiteX3" fmla="*/ 36270 w 71645"/>
                    <a:gd name="connsiteY3" fmla="*/ 0 h 129856"/>
                    <a:gd name="connsiteX4" fmla="*/ 17016 w 71645"/>
                    <a:gd name="connsiteY4" fmla="*/ 19255 h 129856"/>
                    <a:gd name="connsiteX5" fmla="*/ 17016 w 71645"/>
                    <a:gd name="connsiteY5" fmla="*/ 63585 h 129856"/>
                    <a:gd name="connsiteX6" fmla="*/ 16568 w 71645"/>
                    <a:gd name="connsiteY6" fmla="*/ 63585 h 129856"/>
                    <a:gd name="connsiteX7" fmla="*/ 0 w 71645"/>
                    <a:gd name="connsiteY7" fmla="*/ 94034 h 129856"/>
                    <a:gd name="connsiteX8" fmla="*/ 35823 w 71645"/>
                    <a:gd name="connsiteY8" fmla="*/ 129857 h 129856"/>
                    <a:gd name="connsiteX9" fmla="*/ 71645 w 71645"/>
                    <a:gd name="connsiteY9" fmla="*/ 94034 h 129856"/>
                    <a:gd name="connsiteX10" fmla="*/ 55973 w 71645"/>
                    <a:gd name="connsiteY10" fmla="*/ 63585 h 129856"/>
                    <a:gd name="connsiteX11" fmla="*/ 36718 w 71645"/>
                    <a:gd name="connsiteY11" fmla="*/ 125379 h 129856"/>
                    <a:gd name="connsiteX12" fmla="*/ 5373 w 71645"/>
                    <a:gd name="connsiteY12" fmla="*/ 94034 h 129856"/>
                    <a:gd name="connsiteX13" fmla="*/ 19702 w 71645"/>
                    <a:gd name="connsiteY13" fmla="*/ 67615 h 129856"/>
                    <a:gd name="connsiteX14" fmla="*/ 21941 w 71645"/>
                    <a:gd name="connsiteY14" fmla="*/ 66272 h 129856"/>
                    <a:gd name="connsiteX15" fmla="*/ 21941 w 71645"/>
                    <a:gd name="connsiteY15" fmla="*/ 19255 h 129856"/>
                    <a:gd name="connsiteX16" fmla="*/ 36718 w 71645"/>
                    <a:gd name="connsiteY16" fmla="*/ 4478 h 129856"/>
                    <a:gd name="connsiteX17" fmla="*/ 51495 w 71645"/>
                    <a:gd name="connsiteY17" fmla="*/ 19255 h 129856"/>
                    <a:gd name="connsiteX18" fmla="*/ 51495 w 71645"/>
                    <a:gd name="connsiteY18" fmla="*/ 66272 h 129856"/>
                    <a:gd name="connsiteX19" fmla="*/ 53734 w 71645"/>
                    <a:gd name="connsiteY19" fmla="*/ 67615 h 129856"/>
                    <a:gd name="connsiteX20" fmla="*/ 68063 w 71645"/>
                    <a:gd name="connsiteY20" fmla="*/ 94034 h 129856"/>
                    <a:gd name="connsiteX21" fmla="*/ 36718 w 71645"/>
                    <a:gd name="connsiteY21" fmla="*/ 125379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645" h="129856">
                      <a:moveTo>
                        <a:pt x="55973" y="63585"/>
                      </a:moveTo>
                      <a:lnTo>
                        <a:pt x="55973" y="63585"/>
                      </a:lnTo>
                      <a:lnTo>
                        <a:pt x="55525" y="19255"/>
                      </a:lnTo>
                      <a:cubicBezTo>
                        <a:pt x="55525" y="8508"/>
                        <a:pt x="47017" y="0"/>
                        <a:pt x="36270" y="0"/>
                      </a:cubicBezTo>
                      <a:cubicBezTo>
                        <a:pt x="25971" y="0"/>
                        <a:pt x="17016" y="8508"/>
                        <a:pt x="17016" y="19255"/>
                      </a:cubicBezTo>
                      <a:lnTo>
                        <a:pt x="17016" y="63585"/>
                      </a:lnTo>
                      <a:lnTo>
                        <a:pt x="16568" y="63585"/>
                      </a:lnTo>
                      <a:cubicBezTo>
                        <a:pt x="6269" y="70302"/>
                        <a:pt x="0" y="81496"/>
                        <a:pt x="0" y="94034"/>
                      </a:cubicBezTo>
                      <a:cubicBezTo>
                        <a:pt x="0" y="113737"/>
                        <a:pt x="16120" y="129857"/>
                        <a:pt x="35823" y="129857"/>
                      </a:cubicBezTo>
                      <a:cubicBezTo>
                        <a:pt x="55525" y="129857"/>
                        <a:pt x="71645" y="113737"/>
                        <a:pt x="71645" y="94034"/>
                      </a:cubicBezTo>
                      <a:cubicBezTo>
                        <a:pt x="72541" y="81496"/>
                        <a:pt x="66272" y="70302"/>
                        <a:pt x="55973" y="63585"/>
                      </a:cubicBezTo>
                      <a:close/>
                      <a:moveTo>
                        <a:pt x="36718" y="125379"/>
                      </a:moveTo>
                      <a:cubicBezTo>
                        <a:pt x="19255" y="125379"/>
                        <a:pt x="5373" y="111050"/>
                        <a:pt x="5373" y="94034"/>
                      </a:cubicBezTo>
                      <a:cubicBezTo>
                        <a:pt x="5373" y="83288"/>
                        <a:pt x="10747" y="73436"/>
                        <a:pt x="19702" y="67615"/>
                      </a:cubicBezTo>
                      <a:lnTo>
                        <a:pt x="21941" y="66272"/>
                      </a:lnTo>
                      <a:lnTo>
                        <a:pt x="21941" y="19255"/>
                      </a:lnTo>
                      <a:cubicBezTo>
                        <a:pt x="21941" y="11195"/>
                        <a:pt x="28658" y="4478"/>
                        <a:pt x="36718" y="4478"/>
                      </a:cubicBezTo>
                      <a:cubicBezTo>
                        <a:pt x="44778" y="4478"/>
                        <a:pt x="51495" y="11195"/>
                        <a:pt x="51495" y="19255"/>
                      </a:cubicBezTo>
                      <a:lnTo>
                        <a:pt x="51495" y="66272"/>
                      </a:lnTo>
                      <a:lnTo>
                        <a:pt x="53734" y="67615"/>
                      </a:lnTo>
                      <a:cubicBezTo>
                        <a:pt x="62689" y="73436"/>
                        <a:pt x="68063" y="83288"/>
                        <a:pt x="68063" y="94034"/>
                      </a:cubicBezTo>
                      <a:cubicBezTo>
                        <a:pt x="68063" y="111498"/>
                        <a:pt x="53734" y="125379"/>
                        <a:pt x="36718" y="12537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23" name="Freeform: Shape 4719">
                  <a:extLst>
                    <a:ext uri="{FF2B5EF4-FFF2-40B4-BE49-F238E27FC236}">
                      <a16:creationId xmlns:a16="http://schemas.microsoft.com/office/drawing/2014/main" id="{1E620960-ADEC-C048-9987-47FCBCB0F676}"/>
                    </a:ext>
                  </a:extLst>
                </p:cNvPr>
                <p:cNvSpPr/>
                <p:nvPr/>
              </p:nvSpPr>
              <p:spPr>
                <a:xfrm>
                  <a:off x="1960801" y="5230176"/>
                  <a:ext cx="35823" cy="94034"/>
                </a:xfrm>
                <a:custGeom>
                  <a:avLst/>
                  <a:gdLst>
                    <a:gd name="connsiteX0" fmla="*/ 21941 w 35822"/>
                    <a:gd name="connsiteY0" fmla="*/ 55973 h 94034"/>
                    <a:gd name="connsiteX1" fmla="*/ 21941 w 35822"/>
                    <a:gd name="connsiteY1" fmla="*/ 2239 h 94034"/>
                    <a:gd name="connsiteX2" fmla="*/ 19702 w 35822"/>
                    <a:gd name="connsiteY2" fmla="*/ 0 h 94034"/>
                    <a:gd name="connsiteX3" fmla="*/ 17463 w 35822"/>
                    <a:gd name="connsiteY3" fmla="*/ 2239 h 94034"/>
                    <a:gd name="connsiteX4" fmla="*/ 17463 w 35822"/>
                    <a:gd name="connsiteY4" fmla="*/ 55973 h 94034"/>
                    <a:gd name="connsiteX5" fmla="*/ 0 w 35822"/>
                    <a:gd name="connsiteY5" fmla="*/ 75227 h 94034"/>
                    <a:gd name="connsiteX6" fmla="*/ 19702 w 35822"/>
                    <a:gd name="connsiteY6" fmla="*/ 94930 h 94034"/>
                    <a:gd name="connsiteX7" fmla="*/ 39405 w 35822"/>
                    <a:gd name="connsiteY7" fmla="*/ 75227 h 94034"/>
                    <a:gd name="connsiteX8" fmla="*/ 21941 w 35822"/>
                    <a:gd name="connsiteY8" fmla="*/ 55973 h 94034"/>
                    <a:gd name="connsiteX9" fmla="*/ 19702 w 35822"/>
                    <a:gd name="connsiteY9" fmla="*/ 90452 h 94034"/>
                    <a:gd name="connsiteX10" fmla="*/ 4478 w 35822"/>
                    <a:gd name="connsiteY10" fmla="*/ 75227 h 94034"/>
                    <a:gd name="connsiteX11" fmla="*/ 19702 w 35822"/>
                    <a:gd name="connsiteY11" fmla="*/ 60003 h 94034"/>
                    <a:gd name="connsiteX12" fmla="*/ 34927 w 35822"/>
                    <a:gd name="connsiteY12" fmla="*/ 75227 h 94034"/>
                    <a:gd name="connsiteX13" fmla="*/ 19702 w 35822"/>
                    <a:gd name="connsiteY13" fmla="*/ 90452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822" h="94034">
                      <a:moveTo>
                        <a:pt x="21941" y="55973"/>
                      </a:moveTo>
                      <a:lnTo>
                        <a:pt x="21941" y="2239"/>
                      </a:lnTo>
                      <a:cubicBezTo>
                        <a:pt x="21941" y="896"/>
                        <a:pt x="21046" y="0"/>
                        <a:pt x="19702" y="0"/>
                      </a:cubicBezTo>
                      <a:cubicBezTo>
                        <a:pt x="18359" y="0"/>
                        <a:pt x="17463" y="896"/>
                        <a:pt x="17463" y="2239"/>
                      </a:cubicBezTo>
                      <a:lnTo>
                        <a:pt x="17463" y="55973"/>
                      </a:lnTo>
                      <a:cubicBezTo>
                        <a:pt x="7612" y="57316"/>
                        <a:pt x="0" y="65376"/>
                        <a:pt x="0" y="75227"/>
                      </a:cubicBezTo>
                      <a:cubicBezTo>
                        <a:pt x="0" y="85974"/>
                        <a:pt x="8956" y="94930"/>
                        <a:pt x="19702" y="94930"/>
                      </a:cubicBezTo>
                      <a:cubicBezTo>
                        <a:pt x="30449" y="94930"/>
                        <a:pt x="39405" y="85974"/>
                        <a:pt x="39405" y="75227"/>
                      </a:cubicBezTo>
                      <a:cubicBezTo>
                        <a:pt x="38957" y="65376"/>
                        <a:pt x="31345" y="56868"/>
                        <a:pt x="21941" y="55973"/>
                      </a:cubicBezTo>
                      <a:close/>
                      <a:moveTo>
                        <a:pt x="19702" y="90452"/>
                      </a:moveTo>
                      <a:cubicBezTo>
                        <a:pt x="11195" y="90452"/>
                        <a:pt x="4478" y="83735"/>
                        <a:pt x="4478" y="75227"/>
                      </a:cubicBezTo>
                      <a:cubicBezTo>
                        <a:pt x="4478" y="66720"/>
                        <a:pt x="11195" y="60003"/>
                        <a:pt x="19702" y="60003"/>
                      </a:cubicBezTo>
                      <a:cubicBezTo>
                        <a:pt x="28210" y="60003"/>
                        <a:pt x="34927" y="66720"/>
                        <a:pt x="34927" y="75227"/>
                      </a:cubicBezTo>
                      <a:cubicBezTo>
                        <a:pt x="34479" y="83735"/>
                        <a:pt x="27763" y="90452"/>
                        <a:pt x="19702" y="9045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824" name="Group 4720">
                <a:extLst>
                  <a:ext uri="{FF2B5EF4-FFF2-40B4-BE49-F238E27FC236}">
                    <a16:creationId xmlns:a16="http://schemas.microsoft.com/office/drawing/2014/main" id="{5915EF0D-2401-B19D-1CBC-68F7C3C60AB7}"/>
                  </a:ext>
                  <a:ext uri="{C183D7F6-B498-43B3-948B-1728B52AA6E4}">
                    <adec:decorative xmlns:adec="http://schemas.microsoft.com/office/drawing/2017/decorative" val="1"/>
                  </a:ext>
                </a:extLst>
              </p:cNvPr>
              <p:cNvGrpSpPr>
                <a:grpSpLocks noChangeAspect="1"/>
              </p:cNvGrpSpPr>
              <p:nvPr/>
            </p:nvGrpSpPr>
            <p:grpSpPr>
              <a:xfrm>
                <a:off x="7981017" y="1752183"/>
                <a:ext cx="92915" cy="129857"/>
                <a:chOff x="2200364" y="5211369"/>
                <a:chExt cx="92915" cy="129857"/>
              </a:xfrm>
            </p:grpSpPr>
            <p:sp>
              <p:nvSpPr>
                <p:cNvPr id="825" name="Freeform: Shape 4721">
                  <a:extLst>
                    <a:ext uri="{FF2B5EF4-FFF2-40B4-BE49-F238E27FC236}">
                      <a16:creationId xmlns:a16="http://schemas.microsoft.com/office/drawing/2014/main" id="{B89BECD4-CBE8-D77D-D3C6-EB71DC849A0C}"/>
                    </a:ext>
                  </a:extLst>
                </p:cNvPr>
                <p:cNvSpPr/>
                <p:nvPr/>
              </p:nvSpPr>
              <p:spPr>
                <a:xfrm>
                  <a:off x="2200364" y="5211369"/>
                  <a:ext cx="71645" cy="129857"/>
                </a:xfrm>
                <a:custGeom>
                  <a:avLst/>
                  <a:gdLst>
                    <a:gd name="connsiteX0" fmla="*/ 55973 w 71645"/>
                    <a:gd name="connsiteY0" fmla="*/ 63585 h 129856"/>
                    <a:gd name="connsiteX1" fmla="*/ 55973 w 71645"/>
                    <a:gd name="connsiteY1" fmla="*/ 63585 h 129856"/>
                    <a:gd name="connsiteX2" fmla="*/ 55525 w 71645"/>
                    <a:gd name="connsiteY2" fmla="*/ 19255 h 129856"/>
                    <a:gd name="connsiteX3" fmla="*/ 36270 w 71645"/>
                    <a:gd name="connsiteY3" fmla="*/ 0 h 129856"/>
                    <a:gd name="connsiteX4" fmla="*/ 17016 w 71645"/>
                    <a:gd name="connsiteY4" fmla="*/ 19255 h 129856"/>
                    <a:gd name="connsiteX5" fmla="*/ 17016 w 71645"/>
                    <a:gd name="connsiteY5" fmla="*/ 63585 h 129856"/>
                    <a:gd name="connsiteX6" fmla="*/ 16568 w 71645"/>
                    <a:gd name="connsiteY6" fmla="*/ 63585 h 129856"/>
                    <a:gd name="connsiteX7" fmla="*/ 0 w 71645"/>
                    <a:gd name="connsiteY7" fmla="*/ 94034 h 129856"/>
                    <a:gd name="connsiteX8" fmla="*/ 35823 w 71645"/>
                    <a:gd name="connsiteY8" fmla="*/ 129857 h 129856"/>
                    <a:gd name="connsiteX9" fmla="*/ 71645 w 71645"/>
                    <a:gd name="connsiteY9" fmla="*/ 94034 h 129856"/>
                    <a:gd name="connsiteX10" fmla="*/ 55973 w 71645"/>
                    <a:gd name="connsiteY10" fmla="*/ 63585 h 129856"/>
                    <a:gd name="connsiteX11" fmla="*/ 36718 w 71645"/>
                    <a:gd name="connsiteY11" fmla="*/ 125379 h 129856"/>
                    <a:gd name="connsiteX12" fmla="*/ 5373 w 71645"/>
                    <a:gd name="connsiteY12" fmla="*/ 94034 h 129856"/>
                    <a:gd name="connsiteX13" fmla="*/ 19702 w 71645"/>
                    <a:gd name="connsiteY13" fmla="*/ 67615 h 129856"/>
                    <a:gd name="connsiteX14" fmla="*/ 21941 w 71645"/>
                    <a:gd name="connsiteY14" fmla="*/ 66272 h 129856"/>
                    <a:gd name="connsiteX15" fmla="*/ 21941 w 71645"/>
                    <a:gd name="connsiteY15" fmla="*/ 19255 h 129856"/>
                    <a:gd name="connsiteX16" fmla="*/ 36718 w 71645"/>
                    <a:gd name="connsiteY16" fmla="*/ 4478 h 129856"/>
                    <a:gd name="connsiteX17" fmla="*/ 51495 w 71645"/>
                    <a:gd name="connsiteY17" fmla="*/ 19255 h 129856"/>
                    <a:gd name="connsiteX18" fmla="*/ 51495 w 71645"/>
                    <a:gd name="connsiteY18" fmla="*/ 66272 h 129856"/>
                    <a:gd name="connsiteX19" fmla="*/ 53734 w 71645"/>
                    <a:gd name="connsiteY19" fmla="*/ 67615 h 129856"/>
                    <a:gd name="connsiteX20" fmla="*/ 68063 w 71645"/>
                    <a:gd name="connsiteY20" fmla="*/ 94034 h 129856"/>
                    <a:gd name="connsiteX21" fmla="*/ 36718 w 71645"/>
                    <a:gd name="connsiteY21" fmla="*/ 125379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645" h="129856">
                      <a:moveTo>
                        <a:pt x="55973" y="63585"/>
                      </a:moveTo>
                      <a:lnTo>
                        <a:pt x="55973" y="63585"/>
                      </a:lnTo>
                      <a:lnTo>
                        <a:pt x="55525" y="19255"/>
                      </a:lnTo>
                      <a:cubicBezTo>
                        <a:pt x="55525" y="8508"/>
                        <a:pt x="47017" y="0"/>
                        <a:pt x="36270" y="0"/>
                      </a:cubicBezTo>
                      <a:cubicBezTo>
                        <a:pt x="25524" y="0"/>
                        <a:pt x="17016" y="8508"/>
                        <a:pt x="17016" y="19255"/>
                      </a:cubicBezTo>
                      <a:lnTo>
                        <a:pt x="17016" y="63585"/>
                      </a:lnTo>
                      <a:lnTo>
                        <a:pt x="16568" y="63585"/>
                      </a:lnTo>
                      <a:cubicBezTo>
                        <a:pt x="6269" y="70302"/>
                        <a:pt x="0" y="81496"/>
                        <a:pt x="0" y="94034"/>
                      </a:cubicBezTo>
                      <a:cubicBezTo>
                        <a:pt x="0" y="113737"/>
                        <a:pt x="16120" y="129857"/>
                        <a:pt x="35823" y="129857"/>
                      </a:cubicBezTo>
                      <a:cubicBezTo>
                        <a:pt x="55525" y="129857"/>
                        <a:pt x="71645" y="113737"/>
                        <a:pt x="71645" y="94034"/>
                      </a:cubicBezTo>
                      <a:cubicBezTo>
                        <a:pt x="72541" y="81496"/>
                        <a:pt x="66272" y="70302"/>
                        <a:pt x="55973" y="63585"/>
                      </a:cubicBezTo>
                      <a:close/>
                      <a:moveTo>
                        <a:pt x="36718" y="125379"/>
                      </a:moveTo>
                      <a:cubicBezTo>
                        <a:pt x="19255" y="125379"/>
                        <a:pt x="5373" y="111050"/>
                        <a:pt x="5373" y="94034"/>
                      </a:cubicBezTo>
                      <a:cubicBezTo>
                        <a:pt x="5373" y="83288"/>
                        <a:pt x="10747" y="73436"/>
                        <a:pt x="19702" y="67615"/>
                      </a:cubicBezTo>
                      <a:lnTo>
                        <a:pt x="21941" y="66272"/>
                      </a:lnTo>
                      <a:lnTo>
                        <a:pt x="21941" y="19255"/>
                      </a:lnTo>
                      <a:cubicBezTo>
                        <a:pt x="21941" y="11195"/>
                        <a:pt x="28658" y="4478"/>
                        <a:pt x="36718" y="4478"/>
                      </a:cubicBezTo>
                      <a:cubicBezTo>
                        <a:pt x="44778" y="4478"/>
                        <a:pt x="51495" y="11195"/>
                        <a:pt x="51495" y="19255"/>
                      </a:cubicBezTo>
                      <a:lnTo>
                        <a:pt x="51495" y="66272"/>
                      </a:lnTo>
                      <a:lnTo>
                        <a:pt x="53734" y="67615"/>
                      </a:lnTo>
                      <a:cubicBezTo>
                        <a:pt x="62689" y="73436"/>
                        <a:pt x="68063" y="83288"/>
                        <a:pt x="68063" y="94034"/>
                      </a:cubicBezTo>
                      <a:cubicBezTo>
                        <a:pt x="68063" y="111498"/>
                        <a:pt x="54182" y="125379"/>
                        <a:pt x="36718" y="12537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26" name="Freeform: Shape 4722">
                  <a:extLst>
                    <a:ext uri="{FF2B5EF4-FFF2-40B4-BE49-F238E27FC236}">
                      <a16:creationId xmlns:a16="http://schemas.microsoft.com/office/drawing/2014/main" id="{78942B09-4212-9783-9FF3-F16E3C6CDB94}"/>
                    </a:ext>
                  </a:extLst>
                </p:cNvPr>
                <p:cNvSpPr/>
                <p:nvPr/>
              </p:nvSpPr>
              <p:spPr>
                <a:xfrm>
                  <a:off x="2217380" y="5230176"/>
                  <a:ext cx="35823" cy="94034"/>
                </a:xfrm>
                <a:custGeom>
                  <a:avLst/>
                  <a:gdLst>
                    <a:gd name="connsiteX0" fmla="*/ 21941 w 35822"/>
                    <a:gd name="connsiteY0" fmla="*/ 55973 h 94034"/>
                    <a:gd name="connsiteX1" fmla="*/ 21941 w 35822"/>
                    <a:gd name="connsiteY1" fmla="*/ 2239 h 94034"/>
                    <a:gd name="connsiteX2" fmla="*/ 19703 w 35822"/>
                    <a:gd name="connsiteY2" fmla="*/ 0 h 94034"/>
                    <a:gd name="connsiteX3" fmla="*/ 17464 w 35822"/>
                    <a:gd name="connsiteY3" fmla="*/ 2239 h 94034"/>
                    <a:gd name="connsiteX4" fmla="*/ 17464 w 35822"/>
                    <a:gd name="connsiteY4" fmla="*/ 55973 h 94034"/>
                    <a:gd name="connsiteX5" fmla="*/ 0 w 35822"/>
                    <a:gd name="connsiteY5" fmla="*/ 75227 h 94034"/>
                    <a:gd name="connsiteX6" fmla="*/ 19703 w 35822"/>
                    <a:gd name="connsiteY6" fmla="*/ 94930 h 94034"/>
                    <a:gd name="connsiteX7" fmla="*/ 39405 w 35822"/>
                    <a:gd name="connsiteY7" fmla="*/ 75227 h 94034"/>
                    <a:gd name="connsiteX8" fmla="*/ 21941 w 35822"/>
                    <a:gd name="connsiteY8" fmla="*/ 55973 h 94034"/>
                    <a:gd name="connsiteX9" fmla="*/ 19703 w 35822"/>
                    <a:gd name="connsiteY9" fmla="*/ 90452 h 94034"/>
                    <a:gd name="connsiteX10" fmla="*/ 4478 w 35822"/>
                    <a:gd name="connsiteY10" fmla="*/ 75227 h 94034"/>
                    <a:gd name="connsiteX11" fmla="*/ 19703 w 35822"/>
                    <a:gd name="connsiteY11" fmla="*/ 60003 h 94034"/>
                    <a:gd name="connsiteX12" fmla="*/ 34927 w 35822"/>
                    <a:gd name="connsiteY12" fmla="*/ 75227 h 94034"/>
                    <a:gd name="connsiteX13" fmla="*/ 19703 w 35822"/>
                    <a:gd name="connsiteY13" fmla="*/ 90452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822" h="94034">
                      <a:moveTo>
                        <a:pt x="21941" y="55973"/>
                      </a:moveTo>
                      <a:lnTo>
                        <a:pt x="21941" y="2239"/>
                      </a:lnTo>
                      <a:cubicBezTo>
                        <a:pt x="21941" y="896"/>
                        <a:pt x="21046" y="0"/>
                        <a:pt x="19703" y="0"/>
                      </a:cubicBezTo>
                      <a:cubicBezTo>
                        <a:pt x="18359" y="0"/>
                        <a:pt x="17464" y="896"/>
                        <a:pt x="17464" y="2239"/>
                      </a:cubicBezTo>
                      <a:lnTo>
                        <a:pt x="17464" y="55973"/>
                      </a:lnTo>
                      <a:cubicBezTo>
                        <a:pt x="7612" y="57316"/>
                        <a:pt x="0" y="65376"/>
                        <a:pt x="0" y="75227"/>
                      </a:cubicBezTo>
                      <a:cubicBezTo>
                        <a:pt x="0" y="85974"/>
                        <a:pt x="8956" y="94930"/>
                        <a:pt x="19703" y="94930"/>
                      </a:cubicBezTo>
                      <a:cubicBezTo>
                        <a:pt x="30449" y="94930"/>
                        <a:pt x="39405" y="85974"/>
                        <a:pt x="39405" y="75227"/>
                      </a:cubicBezTo>
                      <a:cubicBezTo>
                        <a:pt x="39405" y="65376"/>
                        <a:pt x="31793" y="56868"/>
                        <a:pt x="21941" y="55973"/>
                      </a:cubicBezTo>
                      <a:close/>
                      <a:moveTo>
                        <a:pt x="19703" y="90452"/>
                      </a:moveTo>
                      <a:cubicBezTo>
                        <a:pt x="11195" y="90452"/>
                        <a:pt x="4478" y="83735"/>
                        <a:pt x="4478" y="75227"/>
                      </a:cubicBezTo>
                      <a:cubicBezTo>
                        <a:pt x="4478" y="66720"/>
                        <a:pt x="11195" y="60003"/>
                        <a:pt x="19703" y="60003"/>
                      </a:cubicBezTo>
                      <a:cubicBezTo>
                        <a:pt x="28210" y="60003"/>
                        <a:pt x="34927" y="66720"/>
                        <a:pt x="34927" y="75227"/>
                      </a:cubicBezTo>
                      <a:cubicBezTo>
                        <a:pt x="34927" y="83735"/>
                        <a:pt x="27763" y="90452"/>
                        <a:pt x="19703" y="9045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27" name="Freeform: Shape 4723">
                  <a:extLst>
                    <a:ext uri="{FF2B5EF4-FFF2-40B4-BE49-F238E27FC236}">
                      <a16:creationId xmlns:a16="http://schemas.microsoft.com/office/drawing/2014/main" id="{0736CFE0-5474-1321-8FA3-A78F06FBA4D0}"/>
                    </a:ext>
                  </a:extLst>
                </p:cNvPr>
                <p:cNvSpPr/>
                <p:nvPr/>
              </p:nvSpPr>
              <p:spPr>
                <a:xfrm>
                  <a:off x="2261934" y="5216295"/>
                  <a:ext cx="31345" cy="44778"/>
                </a:xfrm>
                <a:custGeom>
                  <a:avLst/>
                  <a:gdLst>
                    <a:gd name="connsiteX0" fmla="*/ 30673 w 31344"/>
                    <a:gd name="connsiteY0" fmla="*/ 13881 h 44778"/>
                    <a:gd name="connsiteX1" fmla="*/ 17687 w 31344"/>
                    <a:gd name="connsiteY1" fmla="*/ 895 h 44778"/>
                    <a:gd name="connsiteX2" fmla="*/ 17240 w 31344"/>
                    <a:gd name="connsiteY2" fmla="*/ 448 h 44778"/>
                    <a:gd name="connsiteX3" fmla="*/ 15448 w 31344"/>
                    <a:gd name="connsiteY3" fmla="*/ 0 h 44778"/>
                    <a:gd name="connsiteX4" fmla="*/ 15448 w 31344"/>
                    <a:gd name="connsiteY4" fmla="*/ 0 h 44778"/>
                    <a:gd name="connsiteX5" fmla="*/ 15448 w 31344"/>
                    <a:gd name="connsiteY5" fmla="*/ 0 h 44778"/>
                    <a:gd name="connsiteX6" fmla="*/ 14553 w 31344"/>
                    <a:gd name="connsiteY6" fmla="*/ 0 h 44778"/>
                    <a:gd name="connsiteX7" fmla="*/ 13657 w 31344"/>
                    <a:gd name="connsiteY7" fmla="*/ 448 h 44778"/>
                    <a:gd name="connsiteX8" fmla="*/ 13657 w 31344"/>
                    <a:gd name="connsiteY8" fmla="*/ 448 h 44778"/>
                    <a:gd name="connsiteX9" fmla="*/ 13657 w 31344"/>
                    <a:gd name="connsiteY9" fmla="*/ 448 h 44778"/>
                    <a:gd name="connsiteX10" fmla="*/ 13657 w 31344"/>
                    <a:gd name="connsiteY10" fmla="*/ 895 h 44778"/>
                    <a:gd name="connsiteX11" fmla="*/ 672 w 31344"/>
                    <a:gd name="connsiteY11" fmla="*/ 13881 h 44778"/>
                    <a:gd name="connsiteX12" fmla="*/ 672 w 31344"/>
                    <a:gd name="connsiteY12" fmla="*/ 17016 h 44778"/>
                    <a:gd name="connsiteX13" fmla="*/ 2463 w 31344"/>
                    <a:gd name="connsiteY13" fmla="*/ 17463 h 44778"/>
                    <a:gd name="connsiteX14" fmla="*/ 4254 w 31344"/>
                    <a:gd name="connsiteY14" fmla="*/ 17016 h 44778"/>
                    <a:gd name="connsiteX15" fmla="*/ 13657 w 31344"/>
                    <a:gd name="connsiteY15" fmla="*/ 7612 h 44778"/>
                    <a:gd name="connsiteX16" fmla="*/ 13657 w 31344"/>
                    <a:gd name="connsiteY16" fmla="*/ 42539 h 44778"/>
                    <a:gd name="connsiteX17" fmla="*/ 15896 w 31344"/>
                    <a:gd name="connsiteY17" fmla="*/ 44778 h 44778"/>
                    <a:gd name="connsiteX18" fmla="*/ 18135 w 31344"/>
                    <a:gd name="connsiteY18" fmla="*/ 42539 h 44778"/>
                    <a:gd name="connsiteX19" fmla="*/ 18135 w 31344"/>
                    <a:gd name="connsiteY19" fmla="*/ 7612 h 44778"/>
                    <a:gd name="connsiteX20" fmla="*/ 27986 w 31344"/>
                    <a:gd name="connsiteY20" fmla="*/ 17463 h 44778"/>
                    <a:gd name="connsiteX21" fmla="*/ 29777 w 31344"/>
                    <a:gd name="connsiteY21" fmla="*/ 17911 h 44778"/>
                    <a:gd name="connsiteX22" fmla="*/ 31569 w 31344"/>
                    <a:gd name="connsiteY22" fmla="*/ 17463 h 44778"/>
                    <a:gd name="connsiteX23" fmla="*/ 30673 w 31344"/>
                    <a:gd name="connsiteY23" fmla="*/ 13881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344" h="44778">
                      <a:moveTo>
                        <a:pt x="30673" y="13881"/>
                      </a:moveTo>
                      <a:lnTo>
                        <a:pt x="17687" y="895"/>
                      </a:lnTo>
                      <a:cubicBezTo>
                        <a:pt x="17687" y="895"/>
                        <a:pt x="17687" y="448"/>
                        <a:pt x="17240" y="448"/>
                      </a:cubicBezTo>
                      <a:cubicBezTo>
                        <a:pt x="16792" y="0"/>
                        <a:pt x="16344" y="0"/>
                        <a:pt x="15448" y="0"/>
                      </a:cubicBezTo>
                      <a:cubicBezTo>
                        <a:pt x="15448" y="0"/>
                        <a:pt x="15448" y="0"/>
                        <a:pt x="15448" y="0"/>
                      </a:cubicBezTo>
                      <a:cubicBezTo>
                        <a:pt x="15448" y="0"/>
                        <a:pt x="15448" y="0"/>
                        <a:pt x="15448" y="0"/>
                      </a:cubicBezTo>
                      <a:cubicBezTo>
                        <a:pt x="15001" y="0"/>
                        <a:pt x="15001" y="0"/>
                        <a:pt x="14553" y="0"/>
                      </a:cubicBezTo>
                      <a:cubicBezTo>
                        <a:pt x="14105" y="0"/>
                        <a:pt x="14105" y="448"/>
                        <a:pt x="13657" y="448"/>
                      </a:cubicBezTo>
                      <a:cubicBezTo>
                        <a:pt x="13657" y="448"/>
                        <a:pt x="13657" y="448"/>
                        <a:pt x="13657" y="448"/>
                      </a:cubicBezTo>
                      <a:cubicBezTo>
                        <a:pt x="13657" y="448"/>
                        <a:pt x="13657" y="448"/>
                        <a:pt x="13657" y="448"/>
                      </a:cubicBezTo>
                      <a:cubicBezTo>
                        <a:pt x="13657" y="448"/>
                        <a:pt x="13657" y="448"/>
                        <a:pt x="13657" y="895"/>
                      </a:cubicBezTo>
                      <a:lnTo>
                        <a:pt x="672" y="13881"/>
                      </a:lnTo>
                      <a:cubicBezTo>
                        <a:pt x="-224" y="14777"/>
                        <a:pt x="-224" y="16120"/>
                        <a:pt x="672" y="17016"/>
                      </a:cubicBezTo>
                      <a:cubicBezTo>
                        <a:pt x="1119" y="17463"/>
                        <a:pt x="1567" y="17463"/>
                        <a:pt x="2463" y="17463"/>
                      </a:cubicBezTo>
                      <a:cubicBezTo>
                        <a:pt x="2911" y="17463"/>
                        <a:pt x="3806" y="17463"/>
                        <a:pt x="4254" y="17016"/>
                      </a:cubicBezTo>
                      <a:lnTo>
                        <a:pt x="13657" y="7612"/>
                      </a:lnTo>
                      <a:lnTo>
                        <a:pt x="13657" y="42539"/>
                      </a:lnTo>
                      <a:cubicBezTo>
                        <a:pt x="13657" y="43883"/>
                        <a:pt x="14553" y="44778"/>
                        <a:pt x="15896" y="44778"/>
                      </a:cubicBezTo>
                      <a:cubicBezTo>
                        <a:pt x="17240" y="44778"/>
                        <a:pt x="18135" y="43883"/>
                        <a:pt x="18135" y="42539"/>
                      </a:cubicBezTo>
                      <a:lnTo>
                        <a:pt x="18135" y="7612"/>
                      </a:lnTo>
                      <a:lnTo>
                        <a:pt x="27986" y="17463"/>
                      </a:lnTo>
                      <a:cubicBezTo>
                        <a:pt x="28434" y="17911"/>
                        <a:pt x="28882" y="17911"/>
                        <a:pt x="29777" y="17911"/>
                      </a:cubicBezTo>
                      <a:cubicBezTo>
                        <a:pt x="30225" y="17911"/>
                        <a:pt x="31121" y="17911"/>
                        <a:pt x="31569" y="17463"/>
                      </a:cubicBezTo>
                      <a:cubicBezTo>
                        <a:pt x="31569" y="16568"/>
                        <a:pt x="31569" y="14777"/>
                        <a:pt x="30673" y="1388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828" name="Group 4724">
                <a:extLst>
                  <a:ext uri="{FF2B5EF4-FFF2-40B4-BE49-F238E27FC236}">
                    <a16:creationId xmlns:a16="http://schemas.microsoft.com/office/drawing/2014/main" id="{D04F8CA4-289F-91D3-4219-FFDBDAC35F06}"/>
                  </a:ext>
                  <a:ext uri="{C183D7F6-B498-43B3-948B-1728B52AA6E4}">
                    <adec:decorative xmlns:adec="http://schemas.microsoft.com/office/drawing/2017/decorative" val="1"/>
                  </a:ext>
                </a:extLst>
              </p:cNvPr>
              <p:cNvGrpSpPr>
                <a:grpSpLocks noChangeAspect="1"/>
              </p:cNvGrpSpPr>
              <p:nvPr/>
            </p:nvGrpSpPr>
            <p:grpSpPr>
              <a:xfrm>
                <a:off x="8247447" y="1752183"/>
                <a:ext cx="92468" cy="129857"/>
                <a:chOff x="2466794" y="5211369"/>
                <a:chExt cx="92468" cy="129857"/>
              </a:xfrm>
            </p:grpSpPr>
            <p:sp>
              <p:nvSpPr>
                <p:cNvPr id="829" name="Freeform: Shape 4725">
                  <a:extLst>
                    <a:ext uri="{FF2B5EF4-FFF2-40B4-BE49-F238E27FC236}">
                      <a16:creationId xmlns:a16="http://schemas.microsoft.com/office/drawing/2014/main" id="{52D1322A-4286-51BA-0716-1D4D2E6FA51C}"/>
                    </a:ext>
                  </a:extLst>
                </p:cNvPr>
                <p:cNvSpPr/>
                <p:nvPr/>
              </p:nvSpPr>
              <p:spPr>
                <a:xfrm>
                  <a:off x="2466794" y="5211369"/>
                  <a:ext cx="71645" cy="129857"/>
                </a:xfrm>
                <a:custGeom>
                  <a:avLst/>
                  <a:gdLst>
                    <a:gd name="connsiteX0" fmla="*/ 55973 w 71645"/>
                    <a:gd name="connsiteY0" fmla="*/ 63585 h 129856"/>
                    <a:gd name="connsiteX1" fmla="*/ 55973 w 71645"/>
                    <a:gd name="connsiteY1" fmla="*/ 63585 h 129856"/>
                    <a:gd name="connsiteX2" fmla="*/ 55525 w 71645"/>
                    <a:gd name="connsiteY2" fmla="*/ 19255 h 129856"/>
                    <a:gd name="connsiteX3" fmla="*/ 36270 w 71645"/>
                    <a:gd name="connsiteY3" fmla="*/ 0 h 129856"/>
                    <a:gd name="connsiteX4" fmla="*/ 17016 w 71645"/>
                    <a:gd name="connsiteY4" fmla="*/ 19255 h 129856"/>
                    <a:gd name="connsiteX5" fmla="*/ 17016 w 71645"/>
                    <a:gd name="connsiteY5" fmla="*/ 63585 h 129856"/>
                    <a:gd name="connsiteX6" fmla="*/ 16568 w 71645"/>
                    <a:gd name="connsiteY6" fmla="*/ 63585 h 129856"/>
                    <a:gd name="connsiteX7" fmla="*/ 0 w 71645"/>
                    <a:gd name="connsiteY7" fmla="*/ 94034 h 129856"/>
                    <a:gd name="connsiteX8" fmla="*/ 35823 w 71645"/>
                    <a:gd name="connsiteY8" fmla="*/ 129857 h 129856"/>
                    <a:gd name="connsiteX9" fmla="*/ 71645 w 71645"/>
                    <a:gd name="connsiteY9" fmla="*/ 94034 h 129856"/>
                    <a:gd name="connsiteX10" fmla="*/ 55973 w 71645"/>
                    <a:gd name="connsiteY10" fmla="*/ 63585 h 129856"/>
                    <a:gd name="connsiteX11" fmla="*/ 36718 w 71645"/>
                    <a:gd name="connsiteY11" fmla="*/ 125379 h 129856"/>
                    <a:gd name="connsiteX12" fmla="*/ 5373 w 71645"/>
                    <a:gd name="connsiteY12" fmla="*/ 94034 h 129856"/>
                    <a:gd name="connsiteX13" fmla="*/ 19702 w 71645"/>
                    <a:gd name="connsiteY13" fmla="*/ 67615 h 129856"/>
                    <a:gd name="connsiteX14" fmla="*/ 21941 w 71645"/>
                    <a:gd name="connsiteY14" fmla="*/ 66272 h 129856"/>
                    <a:gd name="connsiteX15" fmla="*/ 21941 w 71645"/>
                    <a:gd name="connsiteY15" fmla="*/ 19255 h 129856"/>
                    <a:gd name="connsiteX16" fmla="*/ 36718 w 71645"/>
                    <a:gd name="connsiteY16" fmla="*/ 4478 h 129856"/>
                    <a:gd name="connsiteX17" fmla="*/ 51495 w 71645"/>
                    <a:gd name="connsiteY17" fmla="*/ 19255 h 129856"/>
                    <a:gd name="connsiteX18" fmla="*/ 51495 w 71645"/>
                    <a:gd name="connsiteY18" fmla="*/ 66272 h 129856"/>
                    <a:gd name="connsiteX19" fmla="*/ 53734 w 71645"/>
                    <a:gd name="connsiteY19" fmla="*/ 67615 h 129856"/>
                    <a:gd name="connsiteX20" fmla="*/ 68063 w 71645"/>
                    <a:gd name="connsiteY20" fmla="*/ 94034 h 129856"/>
                    <a:gd name="connsiteX21" fmla="*/ 36718 w 71645"/>
                    <a:gd name="connsiteY21" fmla="*/ 125379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645" h="129856">
                      <a:moveTo>
                        <a:pt x="55973" y="63585"/>
                      </a:moveTo>
                      <a:lnTo>
                        <a:pt x="55973" y="63585"/>
                      </a:lnTo>
                      <a:lnTo>
                        <a:pt x="55525" y="19255"/>
                      </a:lnTo>
                      <a:cubicBezTo>
                        <a:pt x="55525" y="8508"/>
                        <a:pt x="47017" y="0"/>
                        <a:pt x="36270" y="0"/>
                      </a:cubicBezTo>
                      <a:cubicBezTo>
                        <a:pt x="25524" y="0"/>
                        <a:pt x="17016" y="8508"/>
                        <a:pt x="17016" y="19255"/>
                      </a:cubicBezTo>
                      <a:lnTo>
                        <a:pt x="17016" y="63585"/>
                      </a:lnTo>
                      <a:lnTo>
                        <a:pt x="16568" y="63585"/>
                      </a:lnTo>
                      <a:cubicBezTo>
                        <a:pt x="6269" y="70302"/>
                        <a:pt x="0" y="81496"/>
                        <a:pt x="0" y="94034"/>
                      </a:cubicBezTo>
                      <a:cubicBezTo>
                        <a:pt x="0" y="113737"/>
                        <a:pt x="16120" y="129857"/>
                        <a:pt x="35823" y="129857"/>
                      </a:cubicBezTo>
                      <a:cubicBezTo>
                        <a:pt x="55525" y="129857"/>
                        <a:pt x="71645" y="113737"/>
                        <a:pt x="71645" y="94034"/>
                      </a:cubicBezTo>
                      <a:cubicBezTo>
                        <a:pt x="72541" y="81496"/>
                        <a:pt x="66272" y="70302"/>
                        <a:pt x="55973" y="63585"/>
                      </a:cubicBezTo>
                      <a:close/>
                      <a:moveTo>
                        <a:pt x="36718" y="125379"/>
                      </a:moveTo>
                      <a:cubicBezTo>
                        <a:pt x="19255" y="125379"/>
                        <a:pt x="5373" y="111050"/>
                        <a:pt x="5373" y="94034"/>
                      </a:cubicBezTo>
                      <a:cubicBezTo>
                        <a:pt x="5373" y="83288"/>
                        <a:pt x="10747" y="73436"/>
                        <a:pt x="19702" y="67615"/>
                      </a:cubicBezTo>
                      <a:lnTo>
                        <a:pt x="21941" y="66272"/>
                      </a:lnTo>
                      <a:lnTo>
                        <a:pt x="21941" y="19255"/>
                      </a:lnTo>
                      <a:cubicBezTo>
                        <a:pt x="21941" y="11195"/>
                        <a:pt x="28658" y="4478"/>
                        <a:pt x="36718" y="4478"/>
                      </a:cubicBezTo>
                      <a:cubicBezTo>
                        <a:pt x="44778" y="4478"/>
                        <a:pt x="51495" y="11195"/>
                        <a:pt x="51495" y="19255"/>
                      </a:cubicBezTo>
                      <a:lnTo>
                        <a:pt x="51495" y="66272"/>
                      </a:lnTo>
                      <a:lnTo>
                        <a:pt x="53734" y="67615"/>
                      </a:lnTo>
                      <a:cubicBezTo>
                        <a:pt x="62689" y="73436"/>
                        <a:pt x="68063" y="83288"/>
                        <a:pt x="68063" y="94034"/>
                      </a:cubicBezTo>
                      <a:cubicBezTo>
                        <a:pt x="68063" y="111498"/>
                        <a:pt x="53734" y="125379"/>
                        <a:pt x="36718" y="12537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30" name="Freeform: Shape 4726">
                  <a:extLst>
                    <a:ext uri="{FF2B5EF4-FFF2-40B4-BE49-F238E27FC236}">
                      <a16:creationId xmlns:a16="http://schemas.microsoft.com/office/drawing/2014/main" id="{A610C31D-F639-6992-4933-601F67D953B5}"/>
                    </a:ext>
                  </a:extLst>
                </p:cNvPr>
                <p:cNvSpPr/>
                <p:nvPr/>
              </p:nvSpPr>
              <p:spPr>
                <a:xfrm>
                  <a:off x="2483810" y="5230176"/>
                  <a:ext cx="35823" cy="94034"/>
                </a:xfrm>
                <a:custGeom>
                  <a:avLst/>
                  <a:gdLst>
                    <a:gd name="connsiteX0" fmla="*/ 21941 w 35822"/>
                    <a:gd name="connsiteY0" fmla="*/ 55973 h 94034"/>
                    <a:gd name="connsiteX1" fmla="*/ 21941 w 35822"/>
                    <a:gd name="connsiteY1" fmla="*/ 2239 h 94034"/>
                    <a:gd name="connsiteX2" fmla="*/ 19703 w 35822"/>
                    <a:gd name="connsiteY2" fmla="*/ 0 h 94034"/>
                    <a:gd name="connsiteX3" fmla="*/ 17464 w 35822"/>
                    <a:gd name="connsiteY3" fmla="*/ 2239 h 94034"/>
                    <a:gd name="connsiteX4" fmla="*/ 17464 w 35822"/>
                    <a:gd name="connsiteY4" fmla="*/ 55973 h 94034"/>
                    <a:gd name="connsiteX5" fmla="*/ 0 w 35822"/>
                    <a:gd name="connsiteY5" fmla="*/ 75227 h 94034"/>
                    <a:gd name="connsiteX6" fmla="*/ 19703 w 35822"/>
                    <a:gd name="connsiteY6" fmla="*/ 94930 h 94034"/>
                    <a:gd name="connsiteX7" fmla="*/ 39405 w 35822"/>
                    <a:gd name="connsiteY7" fmla="*/ 75227 h 94034"/>
                    <a:gd name="connsiteX8" fmla="*/ 21941 w 35822"/>
                    <a:gd name="connsiteY8" fmla="*/ 55973 h 94034"/>
                    <a:gd name="connsiteX9" fmla="*/ 19703 w 35822"/>
                    <a:gd name="connsiteY9" fmla="*/ 90452 h 94034"/>
                    <a:gd name="connsiteX10" fmla="*/ 4478 w 35822"/>
                    <a:gd name="connsiteY10" fmla="*/ 75227 h 94034"/>
                    <a:gd name="connsiteX11" fmla="*/ 19703 w 35822"/>
                    <a:gd name="connsiteY11" fmla="*/ 60003 h 94034"/>
                    <a:gd name="connsiteX12" fmla="*/ 34927 w 35822"/>
                    <a:gd name="connsiteY12" fmla="*/ 75227 h 94034"/>
                    <a:gd name="connsiteX13" fmla="*/ 19703 w 35822"/>
                    <a:gd name="connsiteY13" fmla="*/ 90452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822" h="94034">
                      <a:moveTo>
                        <a:pt x="21941" y="55973"/>
                      </a:moveTo>
                      <a:lnTo>
                        <a:pt x="21941" y="2239"/>
                      </a:lnTo>
                      <a:cubicBezTo>
                        <a:pt x="21941" y="896"/>
                        <a:pt x="21046" y="0"/>
                        <a:pt x="19703" y="0"/>
                      </a:cubicBezTo>
                      <a:cubicBezTo>
                        <a:pt x="18359" y="0"/>
                        <a:pt x="17464" y="896"/>
                        <a:pt x="17464" y="2239"/>
                      </a:cubicBezTo>
                      <a:lnTo>
                        <a:pt x="17464" y="55973"/>
                      </a:lnTo>
                      <a:cubicBezTo>
                        <a:pt x="7612" y="57316"/>
                        <a:pt x="0" y="65376"/>
                        <a:pt x="0" y="75227"/>
                      </a:cubicBezTo>
                      <a:cubicBezTo>
                        <a:pt x="0" y="85974"/>
                        <a:pt x="8956" y="94930"/>
                        <a:pt x="19703" y="94930"/>
                      </a:cubicBezTo>
                      <a:cubicBezTo>
                        <a:pt x="30449" y="94930"/>
                        <a:pt x="39405" y="85974"/>
                        <a:pt x="39405" y="75227"/>
                      </a:cubicBezTo>
                      <a:cubicBezTo>
                        <a:pt x="38957" y="65376"/>
                        <a:pt x="31345" y="56868"/>
                        <a:pt x="21941" y="55973"/>
                      </a:cubicBezTo>
                      <a:close/>
                      <a:moveTo>
                        <a:pt x="19703" y="90452"/>
                      </a:moveTo>
                      <a:cubicBezTo>
                        <a:pt x="11195" y="90452"/>
                        <a:pt x="4478" y="83735"/>
                        <a:pt x="4478" y="75227"/>
                      </a:cubicBezTo>
                      <a:cubicBezTo>
                        <a:pt x="4478" y="66720"/>
                        <a:pt x="11195" y="60003"/>
                        <a:pt x="19703" y="60003"/>
                      </a:cubicBezTo>
                      <a:cubicBezTo>
                        <a:pt x="28210" y="60003"/>
                        <a:pt x="34927" y="66720"/>
                        <a:pt x="34927" y="75227"/>
                      </a:cubicBezTo>
                      <a:cubicBezTo>
                        <a:pt x="34479" y="83735"/>
                        <a:pt x="27763" y="90452"/>
                        <a:pt x="19703" y="9045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31" name="Freeform: Shape 4727">
                  <a:extLst>
                    <a:ext uri="{FF2B5EF4-FFF2-40B4-BE49-F238E27FC236}">
                      <a16:creationId xmlns:a16="http://schemas.microsoft.com/office/drawing/2014/main" id="{8D1C61B5-58CF-CF07-3BB0-0FDAB73FC6B5}"/>
                    </a:ext>
                  </a:extLst>
                </p:cNvPr>
                <p:cNvSpPr/>
                <p:nvPr/>
              </p:nvSpPr>
              <p:spPr>
                <a:xfrm>
                  <a:off x="2527917" y="5216295"/>
                  <a:ext cx="31345" cy="40300"/>
                </a:xfrm>
                <a:custGeom>
                  <a:avLst/>
                  <a:gdLst>
                    <a:gd name="connsiteX0" fmla="*/ 31121 w 31344"/>
                    <a:gd name="connsiteY0" fmla="*/ 27315 h 40300"/>
                    <a:gd name="connsiteX1" fmla="*/ 27986 w 31344"/>
                    <a:gd name="connsiteY1" fmla="*/ 27315 h 40300"/>
                    <a:gd name="connsiteX2" fmla="*/ 18135 w 31344"/>
                    <a:gd name="connsiteY2" fmla="*/ 37166 h 40300"/>
                    <a:gd name="connsiteX3" fmla="*/ 18135 w 31344"/>
                    <a:gd name="connsiteY3" fmla="*/ 2239 h 40300"/>
                    <a:gd name="connsiteX4" fmla="*/ 15896 w 31344"/>
                    <a:gd name="connsiteY4" fmla="*/ 0 h 40300"/>
                    <a:gd name="connsiteX5" fmla="*/ 13657 w 31344"/>
                    <a:gd name="connsiteY5" fmla="*/ 2239 h 40300"/>
                    <a:gd name="connsiteX6" fmla="*/ 13657 w 31344"/>
                    <a:gd name="connsiteY6" fmla="*/ 37166 h 40300"/>
                    <a:gd name="connsiteX7" fmla="*/ 3806 w 31344"/>
                    <a:gd name="connsiteY7" fmla="*/ 27315 h 40300"/>
                    <a:gd name="connsiteX8" fmla="*/ 672 w 31344"/>
                    <a:gd name="connsiteY8" fmla="*/ 27315 h 40300"/>
                    <a:gd name="connsiteX9" fmla="*/ 672 w 31344"/>
                    <a:gd name="connsiteY9" fmla="*/ 30449 h 40300"/>
                    <a:gd name="connsiteX10" fmla="*/ 13657 w 31344"/>
                    <a:gd name="connsiteY10" fmla="*/ 43435 h 40300"/>
                    <a:gd name="connsiteX11" fmla="*/ 13657 w 31344"/>
                    <a:gd name="connsiteY11" fmla="*/ 43883 h 40300"/>
                    <a:gd name="connsiteX12" fmla="*/ 13657 w 31344"/>
                    <a:gd name="connsiteY12" fmla="*/ 43883 h 40300"/>
                    <a:gd name="connsiteX13" fmla="*/ 13657 w 31344"/>
                    <a:gd name="connsiteY13" fmla="*/ 43883 h 40300"/>
                    <a:gd name="connsiteX14" fmla="*/ 14553 w 31344"/>
                    <a:gd name="connsiteY14" fmla="*/ 44330 h 40300"/>
                    <a:gd name="connsiteX15" fmla="*/ 15448 w 31344"/>
                    <a:gd name="connsiteY15" fmla="*/ 44330 h 40300"/>
                    <a:gd name="connsiteX16" fmla="*/ 15448 w 31344"/>
                    <a:gd name="connsiteY16" fmla="*/ 44330 h 40300"/>
                    <a:gd name="connsiteX17" fmla="*/ 15448 w 31344"/>
                    <a:gd name="connsiteY17" fmla="*/ 44330 h 40300"/>
                    <a:gd name="connsiteX18" fmla="*/ 17240 w 31344"/>
                    <a:gd name="connsiteY18" fmla="*/ 43883 h 40300"/>
                    <a:gd name="connsiteX19" fmla="*/ 17687 w 31344"/>
                    <a:gd name="connsiteY19" fmla="*/ 43435 h 40300"/>
                    <a:gd name="connsiteX20" fmla="*/ 30673 w 31344"/>
                    <a:gd name="connsiteY20" fmla="*/ 30449 h 40300"/>
                    <a:gd name="connsiteX21" fmla="*/ 31121 w 31344"/>
                    <a:gd name="connsiteY21" fmla="*/ 27315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344" h="40300">
                      <a:moveTo>
                        <a:pt x="31121" y="27315"/>
                      </a:moveTo>
                      <a:cubicBezTo>
                        <a:pt x="30225" y="26419"/>
                        <a:pt x="28882" y="26419"/>
                        <a:pt x="27986" y="27315"/>
                      </a:cubicBezTo>
                      <a:lnTo>
                        <a:pt x="18135" y="37166"/>
                      </a:lnTo>
                      <a:lnTo>
                        <a:pt x="18135" y="2239"/>
                      </a:lnTo>
                      <a:cubicBezTo>
                        <a:pt x="18135" y="895"/>
                        <a:pt x="17240" y="0"/>
                        <a:pt x="15896" y="0"/>
                      </a:cubicBezTo>
                      <a:cubicBezTo>
                        <a:pt x="14553" y="0"/>
                        <a:pt x="13657" y="895"/>
                        <a:pt x="13657" y="2239"/>
                      </a:cubicBezTo>
                      <a:lnTo>
                        <a:pt x="13657" y="37166"/>
                      </a:lnTo>
                      <a:lnTo>
                        <a:pt x="3806" y="27315"/>
                      </a:lnTo>
                      <a:cubicBezTo>
                        <a:pt x="2911" y="26419"/>
                        <a:pt x="1567" y="26419"/>
                        <a:pt x="672" y="27315"/>
                      </a:cubicBezTo>
                      <a:cubicBezTo>
                        <a:pt x="-224" y="28210"/>
                        <a:pt x="-224" y="29553"/>
                        <a:pt x="672" y="30449"/>
                      </a:cubicBezTo>
                      <a:lnTo>
                        <a:pt x="13657" y="43435"/>
                      </a:lnTo>
                      <a:cubicBezTo>
                        <a:pt x="13657" y="43435"/>
                        <a:pt x="13657" y="43435"/>
                        <a:pt x="13657" y="43883"/>
                      </a:cubicBezTo>
                      <a:cubicBezTo>
                        <a:pt x="13657" y="43883"/>
                        <a:pt x="13657" y="43883"/>
                        <a:pt x="13657" y="43883"/>
                      </a:cubicBezTo>
                      <a:cubicBezTo>
                        <a:pt x="13657" y="43883"/>
                        <a:pt x="13657" y="43883"/>
                        <a:pt x="13657" y="43883"/>
                      </a:cubicBezTo>
                      <a:cubicBezTo>
                        <a:pt x="13657" y="43883"/>
                        <a:pt x="14105" y="44330"/>
                        <a:pt x="14553" y="44330"/>
                      </a:cubicBezTo>
                      <a:cubicBezTo>
                        <a:pt x="15001" y="44330"/>
                        <a:pt x="15001" y="44330"/>
                        <a:pt x="15448" y="44330"/>
                      </a:cubicBezTo>
                      <a:cubicBezTo>
                        <a:pt x="15448" y="44330"/>
                        <a:pt x="15448" y="44330"/>
                        <a:pt x="15448" y="44330"/>
                      </a:cubicBezTo>
                      <a:cubicBezTo>
                        <a:pt x="15448" y="44330"/>
                        <a:pt x="15448" y="44330"/>
                        <a:pt x="15448" y="44330"/>
                      </a:cubicBezTo>
                      <a:cubicBezTo>
                        <a:pt x="15896" y="44330"/>
                        <a:pt x="16792" y="44330"/>
                        <a:pt x="17240" y="43883"/>
                      </a:cubicBezTo>
                      <a:cubicBezTo>
                        <a:pt x="17240" y="43883"/>
                        <a:pt x="17240" y="43435"/>
                        <a:pt x="17687" y="43435"/>
                      </a:cubicBezTo>
                      <a:lnTo>
                        <a:pt x="30673" y="30449"/>
                      </a:lnTo>
                      <a:cubicBezTo>
                        <a:pt x="31569" y="30001"/>
                        <a:pt x="31569" y="28210"/>
                        <a:pt x="31121" y="2731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832" name="Freeform: Shape 4728">
                <a:extLst>
                  <a:ext uri="{FF2B5EF4-FFF2-40B4-BE49-F238E27FC236}">
                    <a16:creationId xmlns:a16="http://schemas.microsoft.com/office/drawing/2014/main" id="{EC60F789-39F9-FF1C-5ED9-F6FF3EB36E03}"/>
                  </a:ext>
                  <a:ext uri="{C183D7F6-B498-43B3-948B-1728B52AA6E4}">
                    <adec:decorative xmlns:adec="http://schemas.microsoft.com/office/drawing/2017/decorative" val="1"/>
                  </a:ext>
                </a:extLst>
              </p:cNvPr>
              <p:cNvSpPr>
                <a:spLocks noChangeAspect="1"/>
              </p:cNvSpPr>
              <p:nvPr/>
            </p:nvSpPr>
            <p:spPr>
              <a:xfrm>
                <a:off x="8489249" y="1740989"/>
                <a:ext cx="125379" cy="125379"/>
              </a:xfrm>
              <a:custGeom>
                <a:avLst/>
                <a:gdLst>
                  <a:gd name="connsiteX0" fmla="*/ 122244 w 125378"/>
                  <a:gd name="connsiteY0" fmla="*/ 51047 h 125378"/>
                  <a:gd name="connsiteX1" fmla="*/ 122692 w 125378"/>
                  <a:gd name="connsiteY1" fmla="*/ 51047 h 125378"/>
                  <a:gd name="connsiteX2" fmla="*/ 124931 w 125378"/>
                  <a:gd name="connsiteY2" fmla="*/ 49256 h 125378"/>
                  <a:gd name="connsiteX3" fmla="*/ 123140 w 125378"/>
                  <a:gd name="connsiteY3" fmla="*/ 46569 h 125378"/>
                  <a:gd name="connsiteX4" fmla="*/ 107468 w 125378"/>
                  <a:gd name="connsiteY4" fmla="*/ 42539 h 125378"/>
                  <a:gd name="connsiteX5" fmla="*/ 117767 w 125378"/>
                  <a:gd name="connsiteY5" fmla="*/ 36718 h 125378"/>
                  <a:gd name="connsiteX6" fmla="*/ 118662 w 125378"/>
                  <a:gd name="connsiteY6" fmla="*/ 33584 h 125378"/>
                  <a:gd name="connsiteX7" fmla="*/ 115528 w 125378"/>
                  <a:gd name="connsiteY7" fmla="*/ 32688 h 125378"/>
                  <a:gd name="connsiteX8" fmla="*/ 105229 w 125378"/>
                  <a:gd name="connsiteY8" fmla="*/ 38957 h 125378"/>
                  <a:gd name="connsiteX9" fmla="*/ 109707 w 125378"/>
                  <a:gd name="connsiteY9" fmla="*/ 21941 h 125378"/>
                  <a:gd name="connsiteX10" fmla="*/ 107915 w 125378"/>
                  <a:gd name="connsiteY10" fmla="*/ 19255 h 125378"/>
                  <a:gd name="connsiteX11" fmla="*/ 105229 w 125378"/>
                  <a:gd name="connsiteY11" fmla="*/ 21046 h 125378"/>
                  <a:gd name="connsiteX12" fmla="*/ 99855 w 125378"/>
                  <a:gd name="connsiteY12" fmla="*/ 42092 h 125378"/>
                  <a:gd name="connsiteX13" fmla="*/ 76123 w 125378"/>
                  <a:gd name="connsiteY13" fmla="*/ 55525 h 125378"/>
                  <a:gd name="connsiteX14" fmla="*/ 64481 w 125378"/>
                  <a:gd name="connsiteY14" fmla="*/ 48808 h 125378"/>
                  <a:gd name="connsiteX15" fmla="*/ 64481 w 125378"/>
                  <a:gd name="connsiteY15" fmla="*/ 20150 h 125378"/>
                  <a:gd name="connsiteX16" fmla="*/ 79257 w 125378"/>
                  <a:gd name="connsiteY16" fmla="*/ 5821 h 125378"/>
                  <a:gd name="connsiteX17" fmla="*/ 79257 w 125378"/>
                  <a:gd name="connsiteY17" fmla="*/ 2687 h 125378"/>
                  <a:gd name="connsiteX18" fmla="*/ 76123 w 125378"/>
                  <a:gd name="connsiteY18" fmla="*/ 2687 h 125378"/>
                  <a:gd name="connsiteX19" fmla="*/ 64481 w 125378"/>
                  <a:gd name="connsiteY19" fmla="*/ 13881 h 125378"/>
                  <a:gd name="connsiteX20" fmla="*/ 64481 w 125378"/>
                  <a:gd name="connsiteY20" fmla="*/ 2239 h 125378"/>
                  <a:gd name="connsiteX21" fmla="*/ 62242 w 125378"/>
                  <a:gd name="connsiteY21" fmla="*/ 0 h 125378"/>
                  <a:gd name="connsiteX22" fmla="*/ 60003 w 125378"/>
                  <a:gd name="connsiteY22" fmla="*/ 2239 h 125378"/>
                  <a:gd name="connsiteX23" fmla="*/ 60003 w 125378"/>
                  <a:gd name="connsiteY23" fmla="*/ 13881 h 125378"/>
                  <a:gd name="connsiteX24" fmla="*/ 48360 w 125378"/>
                  <a:gd name="connsiteY24" fmla="*/ 2687 h 125378"/>
                  <a:gd name="connsiteX25" fmla="*/ 45226 w 125378"/>
                  <a:gd name="connsiteY25" fmla="*/ 2687 h 125378"/>
                  <a:gd name="connsiteX26" fmla="*/ 45226 w 125378"/>
                  <a:gd name="connsiteY26" fmla="*/ 5821 h 125378"/>
                  <a:gd name="connsiteX27" fmla="*/ 60003 w 125378"/>
                  <a:gd name="connsiteY27" fmla="*/ 20150 h 125378"/>
                  <a:gd name="connsiteX28" fmla="*/ 60003 w 125378"/>
                  <a:gd name="connsiteY28" fmla="*/ 49256 h 125378"/>
                  <a:gd name="connsiteX29" fmla="*/ 48808 w 125378"/>
                  <a:gd name="connsiteY29" fmla="*/ 55525 h 125378"/>
                  <a:gd name="connsiteX30" fmla="*/ 25076 w 125378"/>
                  <a:gd name="connsiteY30" fmla="*/ 41644 h 125378"/>
                  <a:gd name="connsiteX31" fmla="*/ 19702 w 125378"/>
                  <a:gd name="connsiteY31" fmla="*/ 20598 h 125378"/>
                  <a:gd name="connsiteX32" fmla="*/ 17016 w 125378"/>
                  <a:gd name="connsiteY32" fmla="*/ 18807 h 125378"/>
                  <a:gd name="connsiteX33" fmla="*/ 15225 w 125378"/>
                  <a:gd name="connsiteY33" fmla="*/ 21493 h 125378"/>
                  <a:gd name="connsiteX34" fmla="*/ 19702 w 125378"/>
                  <a:gd name="connsiteY34" fmla="*/ 38061 h 125378"/>
                  <a:gd name="connsiteX35" fmla="*/ 8956 w 125378"/>
                  <a:gd name="connsiteY35" fmla="*/ 31793 h 125378"/>
                  <a:gd name="connsiteX36" fmla="*/ 5821 w 125378"/>
                  <a:gd name="connsiteY36" fmla="*/ 32688 h 125378"/>
                  <a:gd name="connsiteX37" fmla="*/ 6717 w 125378"/>
                  <a:gd name="connsiteY37" fmla="*/ 35823 h 125378"/>
                  <a:gd name="connsiteX38" fmla="*/ 17463 w 125378"/>
                  <a:gd name="connsiteY38" fmla="*/ 42092 h 125378"/>
                  <a:gd name="connsiteX39" fmla="*/ 1791 w 125378"/>
                  <a:gd name="connsiteY39" fmla="*/ 46121 h 125378"/>
                  <a:gd name="connsiteX40" fmla="*/ 0 w 125378"/>
                  <a:gd name="connsiteY40" fmla="*/ 48808 h 125378"/>
                  <a:gd name="connsiteX41" fmla="*/ 2239 w 125378"/>
                  <a:gd name="connsiteY41" fmla="*/ 50599 h 125378"/>
                  <a:gd name="connsiteX42" fmla="*/ 2687 w 125378"/>
                  <a:gd name="connsiteY42" fmla="*/ 50599 h 125378"/>
                  <a:gd name="connsiteX43" fmla="*/ 22837 w 125378"/>
                  <a:gd name="connsiteY43" fmla="*/ 45226 h 125378"/>
                  <a:gd name="connsiteX44" fmla="*/ 46569 w 125378"/>
                  <a:gd name="connsiteY44" fmla="*/ 58660 h 125378"/>
                  <a:gd name="connsiteX45" fmla="*/ 45226 w 125378"/>
                  <a:gd name="connsiteY45" fmla="*/ 65376 h 125378"/>
                  <a:gd name="connsiteX46" fmla="*/ 46569 w 125378"/>
                  <a:gd name="connsiteY46" fmla="*/ 72093 h 125378"/>
                  <a:gd name="connsiteX47" fmla="*/ 23285 w 125378"/>
                  <a:gd name="connsiteY47" fmla="*/ 85526 h 125378"/>
                  <a:gd name="connsiteX48" fmla="*/ 23285 w 125378"/>
                  <a:gd name="connsiteY48" fmla="*/ 85526 h 125378"/>
                  <a:gd name="connsiteX49" fmla="*/ 3582 w 125378"/>
                  <a:gd name="connsiteY49" fmla="*/ 80601 h 125378"/>
                  <a:gd name="connsiteX50" fmla="*/ 896 w 125378"/>
                  <a:gd name="connsiteY50" fmla="*/ 82392 h 125378"/>
                  <a:gd name="connsiteX51" fmla="*/ 2687 w 125378"/>
                  <a:gd name="connsiteY51" fmla="*/ 85079 h 125378"/>
                  <a:gd name="connsiteX52" fmla="*/ 17911 w 125378"/>
                  <a:gd name="connsiteY52" fmla="*/ 89109 h 125378"/>
                  <a:gd name="connsiteX53" fmla="*/ 8060 w 125378"/>
                  <a:gd name="connsiteY53" fmla="*/ 94930 h 125378"/>
                  <a:gd name="connsiteX54" fmla="*/ 7165 w 125378"/>
                  <a:gd name="connsiteY54" fmla="*/ 98064 h 125378"/>
                  <a:gd name="connsiteX55" fmla="*/ 8956 w 125378"/>
                  <a:gd name="connsiteY55" fmla="*/ 98960 h 125378"/>
                  <a:gd name="connsiteX56" fmla="*/ 10299 w 125378"/>
                  <a:gd name="connsiteY56" fmla="*/ 98512 h 125378"/>
                  <a:gd name="connsiteX57" fmla="*/ 19702 w 125378"/>
                  <a:gd name="connsiteY57" fmla="*/ 93139 h 125378"/>
                  <a:gd name="connsiteX58" fmla="*/ 16120 w 125378"/>
                  <a:gd name="connsiteY58" fmla="*/ 107468 h 125378"/>
                  <a:gd name="connsiteX59" fmla="*/ 17911 w 125378"/>
                  <a:gd name="connsiteY59" fmla="*/ 110154 h 125378"/>
                  <a:gd name="connsiteX60" fmla="*/ 18359 w 125378"/>
                  <a:gd name="connsiteY60" fmla="*/ 110154 h 125378"/>
                  <a:gd name="connsiteX61" fmla="*/ 20598 w 125378"/>
                  <a:gd name="connsiteY61" fmla="*/ 108363 h 125378"/>
                  <a:gd name="connsiteX62" fmla="*/ 25524 w 125378"/>
                  <a:gd name="connsiteY62" fmla="*/ 89556 h 125378"/>
                  <a:gd name="connsiteX63" fmla="*/ 49704 w 125378"/>
                  <a:gd name="connsiteY63" fmla="*/ 75675 h 125378"/>
                  <a:gd name="connsiteX64" fmla="*/ 60898 w 125378"/>
                  <a:gd name="connsiteY64" fmla="*/ 81944 h 125378"/>
                  <a:gd name="connsiteX65" fmla="*/ 60898 w 125378"/>
                  <a:gd name="connsiteY65" fmla="*/ 108811 h 125378"/>
                  <a:gd name="connsiteX66" fmla="*/ 46121 w 125378"/>
                  <a:gd name="connsiteY66" fmla="*/ 122692 h 125378"/>
                  <a:gd name="connsiteX67" fmla="*/ 46121 w 125378"/>
                  <a:gd name="connsiteY67" fmla="*/ 125827 h 125378"/>
                  <a:gd name="connsiteX68" fmla="*/ 47913 w 125378"/>
                  <a:gd name="connsiteY68" fmla="*/ 126722 h 125378"/>
                  <a:gd name="connsiteX69" fmla="*/ 49256 w 125378"/>
                  <a:gd name="connsiteY69" fmla="*/ 126274 h 125378"/>
                  <a:gd name="connsiteX70" fmla="*/ 60898 w 125378"/>
                  <a:gd name="connsiteY70" fmla="*/ 115080 h 125378"/>
                  <a:gd name="connsiteX71" fmla="*/ 60898 w 125378"/>
                  <a:gd name="connsiteY71" fmla="*/ 126722 h 125378"/>
                  <a:gd name="connsiteX72" fmla="*/ 63137 w 125378"/>
                  <a:gd name="connsiteY72" fmla="*/ 128961 h 125378"/>
                  <a:gd name="connsiteX73" fmla="*/ 63137 w 125378"/>
                  <a:gd name="connsiteY73" fmla="*/ 128961 h 125378"/>
                  <a:gd name="connsiteX74" fmla="*/ 65376 w 125378"/>
                  <a:gd name="connsiteY74" fmla="*/ 126722 h 125378"/>
                  <a:gd name="connsiteX75" fmla="*/ 65376 w 125378"/>
                  <a:gd name="connsiteY75" fmla="*/ 115080 h 125378"/>
                  <a:gd name="connsiteX76" fmla="*/ 77019 w 125378"/>
                  <a:gd name="connsiteY76" fmla="*/ 126274 h 125378"/>
                  <a:gd name="connsiteX77" fmla="*/ 78362 w 125378"/>
                  <a:gd name="connsiteY77" fmla="*/ 126722 h 125378"/>
                  <a:gd name="connsiteX78" fmla="*/ 80153 w 125378"/>
                  <a:gd name="connsiteY78" fmla="*/ 125827 h 125378"/>
                  <a:gd name="connsiteX79" fmla="*/ 80153 w 125378"/>
                  <a:gd name="connsiteY79" fmla="*/ 122692 h 125378"/>
                  <a:gd name="connsiteX80" fmla="*/ 65376 w 125378"/>
                  <a:gd name="connsiteY80" fmla="*/ 108363 h 125378"/>
                  <a:gd name="connsiteX81" fmla="*/ 65376 w 125378"/>
                  <a:gd name="connsiteY81" fmla="*/ 81496 h 125378"/>
                  <a:gd name="connsiteX82" fmla="*/ 77019 w 125378"/>
                  <a:gd name="connsiteY82" fmla="*/ 75227 h 125378"/>
                  <a:gd name="connsiteX83" fmla="*/ 100751 w 125378"/>
                  <a:gd name="connsiteY83" fmla="*/ 89109 h 125378"/>
                  <a:gd name="connsiteX84" fmla="*/ 105677 w 125378"/>
                  <a:gd name="connsiteY84" fmla="*/ 108363 h 125378"/>
                  <a:gd name="connsiteX85" fmla="*/ 107915 w 125378"/>
                  <a:gd name="connsiteY85" fmla="*/ 110154 h 125378"/>
                  <a:gd name="connsiteX86" fmla="*/ 108363 w 125378"/>
                  <a:gd name="connsiteY86" fmla="*/ 110154 h 125378"/>
                  <a:gd name="connsiteX87" fmla="*/ 110154 w 125378"/>
                  <a:gd name="connsiteY87" fmla="*/ 107468 h 125378"/>
                  <a:gd name="connsiteX88" fmla="*/ 106124 w 125378"/>
                  <a:gd name="connsiteY88" fmla="*/ 92243 h 125378"/>
                  <a:gd name="connsiteX89" fmla="*/ 115528 w 125378"/>
                  <a:gd name="connsiteY89" fmla="*/ 97616 h 125378"/>
                  <a:gd name="connsiteX90" fmla="*/ 116871 w 125378"/>
                  <a:gd name="connsiteY90" fmla="*/ 98064 h 125378"/>
                  <a:gd name="connsiteX91" fmla="*/ 118662 w 125378"/>
                  <a:gd name="connsiteY91" fmla="*/ 97169 h 125378"/>
                  <a:gd name="connsiteX92" fmla="*/ 117767 w 125378"/>
                  <a:gd name="connsiteY92" fmla="*/ 94034 h 125378"/>
                  <a:gd name="connsiteX93" fmla="*/ 108363 w 125378"/>
                  <a:gd name="connsiteY93" fmla="*/ 88661 h 125378"/>
                  <a:gd name="connsiteX94" fmla="*/ 123588 w 125378"/>
                  <a:gd name="connsiteY94" fmla="*/ 84631 h 125378"/>
                  <a:gd name="connsiteX95" fmla="*/ 125379 w 125378"/>
                  <a:gd name="connsiteY95" fmla="*/ 81944 h 125378"/>
                  <a:gd name="connsiteX96" fmla="*/ 122692 w 125378"/>
                  <a:gd name="connsiteY96" fmla="*/ 80153 h 125378"/>
                  <a:gd name="connsiteX97" fmla="*/ 102990 w 125378"/>
                  <a:gd name="connsiteY97" fmla="*/ 85079 h 125378"/>
                  <a:gd name="connsiteX98" fmla="*/ 79257 w 125378"/>
                  <a:gd name="connsiteY98" fmla="*/ 71197 h 125378"/>
                  <a:gd name="connsiteX99" fmla="*/ 80601 w 125378"/>
                  <a:gd name="connsiteY99" fmla="*/ 64481 h 125378"/>
                  <a:gd name="connsiteX100" fmla="*/ 79257 w 125378"/>
                  <a:gd name="connsiteY100" fmla="*/ 57764 h 125378"/>
                  <a:gd name="connsiteX101" fmla="*/ 102990 w 125378"/>
                  <a:gd name="connsiteY101" fmla="*/ 44331 h 125378"/>
                  <a:gd name="connsiteX102" fmla="*/ 122244 w 125378"/>
                  <a:gd name="connsiteY102" fmla="*/ 51047 h 125378"/>
                  <a:gd name="connsiteX103" fmla="*/ 62242 w 125378"/>
                  <a:gd name="connsiteY103" fmla="*/ 78810 h 125378"/>
                  <a:gd name="connsiteX104" fmla="*/ 49256 w 125378"/>
                  <a:gd name="connsiteY104" fmla="*/ 66272 h 125378"/>
                  <a:gd name="connsiteX105" fmla="*/ 62242 w 125378"/>
                  <a:gd name="connsiteY105" fmla="*/ 53734 h 125378"/>
                  <a:gd name="connsiteX106" fmla="*/ 75227 w 125378"/>
                  <a:gd name="connsiteY106" fmla="*/ 66272 h 125378"/>
                  <a:gd name="connsiteX107" fmla="*/ 62242 w 125378"/>
                  <a:gd name="connsiteY107" fmla="*/ 78810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125378" h="125378">
                    <a:moveTo>
                      <a:pt x="122244" y="51047"/>
                    </a:moveTo>
                    <a:cubicBezTo>
                      <a:pt x="122244" y="51047"/>
                      <a:pt x="122692" y="51047"/>
                      <a:pt x="122692" y="51047"/>
                    </a:cubicBezTo>
                    <a:cubicBezTo>
                      <a:pt x="123588" y="51047"/>
                      <a:pt x="124483" y="50599"/>
                      <a:pt x="124931" y="49256"/>
                    </a:cubicBezTo>
                    <a:cubicBezTo>
                      <a:pt x="125379" y="47913"/>
                      <a:pt x="124483" y="47017"/>
                      <a:pt x="123140" y="46569"/>
                    </a:cubicBezTo>
                    <a:lnTo>
                      <a:pt x="107468" y="42539"/>
                    </a:lnTo>
                    <a:lnTo>
                      <a:pt x="117767" y="36718"/>
                    </a:lnTo>
                    <a:cubicBezTo>
                      <a:pt x="118662" y="36270"/>
                      <a:pt x="119110" y="34927"/>
                      <a:pt x="118662" y="33584"/>
                    </a:cubicBezTo>
                    <a:cubicBezTo>
                      <a:pt x="118214" y="32688"/>
                      <a:pt x="116871" y="32240"/>
                      <a:pt x="115528" y="32688"/>
                    </a:cubicBezTo>
                    <a:lnTo>
                      <a:pt x="105229" y="38957"/>
                    </a:lnTo>
                    <a:lnTo>
                      <a:pt x="109707" y="21941"/>
                    </a:lnTo>
                    <a:cubicBezTo>
                      <a:pt x="110154" y="20598"/>
                      <a:pt x="109259" y="19703"/>
                      <a:pt x="107915" y="19255"/>
                    </a:cubicBezTo>
                    <a:cubicBezTo>
                      <a:pt x="106572" y="18807"/>
                      <a:pt x="105677" y="19703"/>
                      <a:pt x="105229" y="21046"/>
                    </a:cubicBezTo>
                    <a:lnTo>
                      <a:pt x="99855" y="42092"/>
                    </a:lnTo>
                    <a:lnTo>
                      <a:pt x="76123" y="55525"/>
                    </a:lnTo>
                    <a:cubicBezTo>
                      <a:pt x="73436" y="51943"/>
                      <a:pt x="68958" y="49704"/>
                      <a:pt x="64481" y="48808"/>
                    </a:cubicBezTo>
                    <a:lnTo>
                      <a:pt x="64481" y="20150"/>
                    </a:lnTo>
                    <a:lnTo>
                      <a:pt x="79257" y="5821"/>
                    </a:lnTo>
                    <a:cubicBezTo>
                      <a:pt x="80153" y="4926"/>
                      <a:pt x="80153" y="3582"/>
                      <a:pt x="79257" y="2687"/>
                    </a:cubicBezTo>
                    <a:cubicBezTo>
                      <a:pt x="78362" y="1791"/>
                      <a:pt x="77019" y="1791"/>
                      <a:pt x="76123" y="2687"/>
                    </a:cubicBezTo>
                    <a:lnTo>
                      <a:pt x="64481" y="13881"/>
                    </a:lnTo>
                    <a:lnTo>
                      <a:pt x="64481" y="2239"/>
                    </a:lnTo>
                    <a:cubicBezTo>
                      <a:pt x="64481" y="896"/>
                      <a:pt x="63585" y="0"/>
                      <a:pt x="62242" y="0"/>
                    </a:cubicBezTo>
                    <a:cubicBezTo>
                      <a:pt x="61346" y="0"/>
                      <a:pt x="60003" y="896"/>
                      <a:pt x="60003" y="2239"/>
                    </a:cubicBezTo>
                    <a:lnTo>
                      <a:pt x="60003" y="13881"/>
                    </a:lnTo>
                    <a:lnTo>
                      <a:pt x="48360" y="2687"/>
                    </a:lnTo>
                    <a:cubicBezTo>
                      <a:pt x="47465" y="1791"/>
                      <a:pt x="46121" y="1791"/>
                      <a:pt x="45226" y="2687"/>
                    </a:cubicBezTo>
                    <a:cubicBezTo>
                      <a:pt x="44330" y="3582"/>
                      <a:pt x="44330" y="4926"/>
                      <a:pt x="45226" y="5821"/>
                    </a:cubicBezTo>
                    <a:lnTo>
                      <a:pt x="60003" y="20150"/>
                    </a:lnTo>
                    <a:lnTo>
                      <a:pt x="60003" y="49256"/>
                    </a:lnTo>
                    <a:cubicBezTo>
                      <a:pt x="55525" y="49704"/>
                      <a:pt x="51495" y="52391"/>
                      <a:pt x="48808" y="55525"/>
                    </a:cubicBezTo>
                    <a:lnTo>
                      <a:pt x="25076" y="41644"/>
                    </a:lnTo>
                    <a:lnTo>
                      <a:pt x="19702" y="20598"/>
                    </a:lnTo>
                    <a:cubicBezTo>
                      <a:pt x="19255" y="19255"/>
                      <a:pt x="18359" y="18807"/>
                      <a:pt x="17016" y="18807"/>
                    </a:cubicBezTo>
                    <a:cubicBezTo>
                      <a:pt x="15672" y="19255"/>
                      <a:pt x="15225" y="20150"/>
                      <a:pt x="15225" y="21493"/>
                    </a:cubicBezTo>
                    <a:lnTo>
                      <a:pt x="19702" y="38061"/>
                    </a:lnTo>
                    <a:lnTo>
                      <a:pt x="8956" y="31793"/>
                    </a:lnTo>
                    <a:cubicBezTo>
                      <a:pt x="8060" y="31345"/>
                      <a:pt x="6717" y="31345"/>
                      <a:pt x="5821" y="32688"/>
                    </a:cubicBezTo>
                    <a:cubicBezTo>
                      <a:pt x="5373" y="33584"/>
                      <a:pt x="5373" y="34927"/>
                      <a:pt x="6717" y="35823"/>
                    </a:cubicBezTo>
                    <a:lnTo>
                      <a:pt x="17463" y="42092"/>
                    </a:lnTo>
                    <a:lnTo>
                      <a:pt x="1791" y="46121"/>
                    </a:lnTo>
                    <a:cubicBezTo>
                      <a:pt x="448" y="46569"/>
                      <a:pt x="0" y="47465"/>
                      <a:pt x="0" y="48808"/>
                    </a:cubicBezTo>
                    <a:cubicBezTo>
                      <a:pt x="448" y="49704"/>
                      <a:pt x="1343" y="50599"/>
                      <a:pt x="2239" y="50599"/>
                    </a:cubicBezTo>
                    <a:cubicBezTo>
                      <a:pt x="2239" y="50599"/>
                      <a:pt x="2687" y="50599"/>
                      <a:pt x="2687" y="50599"/>
                    </a:cubicBezTo>
                    <a:lnTo>
                      <a:pt x="22837" y="45226"/>
                    </a:lnTo>
                    <a:lnTo>
                      <a:pt x="46569" y="58660"/>
                    </a:lnTo>
                    <a:cubicBezTo>
                      <a:pt x="45674" y="60898"/>
                      <a:pt x="45226" y="63137"/>
                      <a:pt x="45226" y="65376"/>
                    </a:cubicBezTo>
                    <a:cubicBezTo>
                      <a:pt x="45226" y="67615"/>
                      <a:pt x="45674" y="70302"/>
                      <a:pt x="46569" y="72093"/>
                    </a:cubicBezTo>
                    <a:lnTo>
                      <a:pt x="23285" y="85526"/>
                    </a:lnTo>
                    <a:cubicBezTo>
                      <a:pt x="23285" y="85526"/>
                      <a:pt x="23285" y="85526"/>
                      <a:pt x="23285" y="85526"/>
                    </a:cubicBezTo>
                    <a:lnTo>
                      <a:pt x="3582" y="80601"/>
                    </a:lnTo>
                    <a:cubicBezTo>
                      <a:pt x="2239" y="80153"/>
                      <a:pt x="1343" y="81049"/>
                      <a:pt x="896" y="82392"/>
                    </a:cubicBezTo>
                    <a:cubicBezTo>
                      <a:pt x="448" y="83735"/>
                      <a:pt x="1343" y="84631"/>
                      <a:pt x="2687" y="85079"/>
                    </a:cubicBezTo>
                    <a:lnTo>
                      <a:pt x="17911" y="89109"/>
                    </a:lnTo>
                    <a:lnTo>
                      <a:pt x="8060" y="94930"/>
                    </a:lnTo>
                    <a:cubicBezTo>
                      <a:pt x="7165" y="95377"/>
                      <a:pt x="6717" y="96721"/>
                      <a:pt x="7165" y="98064"/>
                    </a:cubicBezTo>
                    <a:cubicBezTo>
                      <a:pt x="7612" y="98960"/>
                      <a:pt x="8508" y="98960"/>
                      <a:pt x="8956" y="98960"/>
                    </a:cubicBezTo>
                    <a:cubicBezTo>
                      <a:pt x="9403" y="98960"/>
                      <a:pt x="9851" y="98960"/>
                      <a:pt x="10299" y="98512"/>
                    </a:cubicBezTo>
                    <a:lnTo>
                      <a:pt x="19702" y="93139"/>
                    </a:lnTo>
                    <a:lnTo>
                      <a:pt x="16120" y="107468"/>
                    </a:lnTo>
                    <a:cubicBezTo>
                      <a:pt x="15672" y="108811"/>
                      <a:pt x="16568" y="109707"/>
                      <a:pt x="17911" y="110154"/>
                    </a:cubicBezTo>
                    <a:cubicBezTo>
                      <a:pt x="17911" y="110154"/>
                      <a:pt x="18359" y="110154"/>
                      <a:pt x="18359" y="110154"/>
                    </a:cubicBezTo>
                    <a:cubicBezTo>
                      <a:pt x="19255" y="110154"/>
                      <a:pt x="20150" y="109707"/>
                      <a:pt x="20598" y="108363"/>
                    </a:cubicBezTo>
                    <a:lnTo>
                      <a:pt x="25524" y="89556"/>
                    </a:lnTo>
                    <a:lnTo>
                      <a:pt x="49704" y="75675"/>
                    </a:lnTo>
                    <a:cubicBezTo>
                      <a:pt x="52391" y="79257"/>
                      <a:pt x="56421" y="81496"/>
                      <a:pt x="60898" y="81944"/>
                    </a:cubicBezTo>
                    <a:lnTo>
                      <a:pt x="60898" y="108811"/>
                    </a:lnTo>
                    <a:lnTo>
                      <a:pt x="46121" y="122692"/>
                    </a:lnTo>
                    <a:cubicBezTo>
                      <a:pt x="45226" y="123588"/>
                      <a:pt x="45226" y="124931"/>
                      <a:pt x="46121" y="125827"/>
                    </a:cubicBezTo>
                    <a:cubicBezTo>
                      <a:pt x="46569" y="126274"/>
                      <a:pt x="47017" y="126722"/>
                      <a:pt x="47913" y="126722"/>
                    </a:cubicBezTo>
                    <a:cubicBezTo>
                      <a:pt x="48360" y="126722"/>
                      <a:pt x="48808" y="126722"/>
                      <a:pt x="49256" y="126274"/>
                    </a:cubicBezTo>
                    <a:lnTo>
                      <a:pt x="60898" y="115080"/>
                    </a:lnTo>
                    <a:lnTo>
                      <a:pt x="60898" y="126722"/>
                    </a:lnTo>
                    <a:cubicBezTo>
                      <a:pt x="60898" y="128066"/>
                      <a:pt x="61794" y="128961"/>
                      <a:pt x="63137" y="128961"/>
                    </a:cubicBezTo>
                    <a:cubicBezTo>
                      <a:pt x="63137" y="128961"/>
                      <a:pt x="63137" y="128961"/>
                      <a:pt x="63137" y="128961"/>
                    </a:cubicBezTo>
                    <a:cubicBezTo>
                      <a:pt x="64481" y="128961"/>
                      <a:pt x="65376" y="128066"/>
                      <a:pt x="65376" y="126722"/>
                    </a:cubicBezTo>
                    <a:lnTo>
                      <a:pt x="65376" y="115080"/>
                    </a:lnTo>
                    <a:lnTo>
                      <a:pt x="77019" y="126274"/>
                    </a:lnTo>
                    <a:cubicBezTo>
                      <a:pt x="77466" y="126722"/>
                      <a:pt x="77914" y="126722"/>
                      <a:pt x="78362" y="126722"/>
                    </a:cubicBezTo>
                    <a:cubicBezTo>
                      <a:pt x="78810" y="126722"/>
                      <a:pt x="79705" y="126274"/>
                      <a:pt x="80153" y="125827"/>
                    </a:cubicBezTo>
                    <a:cubicBezTo>
                      <a:pt x="81049" y="124931"/>
                      <a:pt x="81049" y="123588"/>
                      <a:pt x="80153" y="122692"/>
                    </a:cubicBezTo>
                    <a:lnTo>
                      <a:pt x="65376" y="108363"/>
                    </a:lnTo>
                    <a:lnTo>
                      <a:pt x="65376" y="81496"/>
                    </a:lnTo>
                    <a:cubicBezTo>
                      <a:pt x="70302" y="81049"/>
                      <a:pt x="74332" y="78362"/>
                      <a:pt x="77019" y="75227"/>
                    </a:cubicBezTo>
                    <a:lnTo>
                      <a:pt x="100751" y="89109"/>
                    </a:lnTo>
                    <a:lnTo>
                      <a:pt x="105677" y="108363"/>
                    </a:lnTo>
                    <a:cubicBezTo>
                      <a:pt x="106124" y="109259"/>
                      <a:pt x="107020" y="110154"/>
                      <a:pt x="107915" y="110154"/>
                    </a:cubicBezTo>
                    <a:cubicBezTo>
                      <a:pt x="107915" y="110154"/>
                      <a:pt x="108363" y="110154"/>
                      <a:pt x="108363" y="110154"/>
                    </a:cubicBezTo>
                    <a:cubicBezTo>
                      <a:pt x="109707" y="109707"/>
                      <a:pt x="110154" y="108811"/>
                      <a:pt x="110154" y="107468"/>
                    </a:cubicBezTo>
                    <a:lnTo>
                      <a:pt x="106124" y="92243"/>
                    </a:lnTo>
                    <a:lnTo>
                      <a:pt x="115528" y="97616"/>
                    </a:lnTo>
                    <a:cubicBezTo>
                      <a:pt x="115975" y="97616"/>
                      <a:pt x="116423" y="98064"/>
                      <a:pt x="116871" y="98064"/>
                    </a:cubicBezTo>
                    <a:cubicBezTo>
                      <a:pt x="117767" y="98064"/>
                      <a:pt x="118214" y="97616"/>
                      <a:pt x="118662" y="97169"/>
                    </a:cubicBezTo>
                    <a:cubicBezTo>
                      <a:pt x="119110" y="96273"/>
                      <a:pt x="119110" y="94930"/>
                      <a:pt x="117767" y="94034"/>
                    </a:cubicBezTo>
                    <a:lnTo>
                      <a:pt x="108363" y="88661"/>
                    </a:lnTo>
                    <a:lnTo>
                      <a:pt x="123588" y="84631"/>
                    </a:lnTo>
                    <a:cubicBezTo>
                      <a:pt x="124931" y="84183"/>
                      <a:pt x="125379" y="83288"/>
                      <a:pt x="125379" y="81944"/>
                    </a:cubicBezTo>
                    <a:cubicBezTo>
                      <a:pt x="124931" y="80601"/>
                      <a:pt x="124036" y="80153"/>
                      <a:pt x="122692" y="80153"/>
                    </a:cubicBezTo>
                    <a:lnTo>
                      <a:pt x="102990" y="85079"/>
                    </a:lnTo>
                    <a:lnTo>
                      <a:pt x="79257" y="71197"/>
                    </a:lnTo>
                    <a:cubicBezTo>
                      <a:pt x="80153" y="68958"/>
                      <a:pt x="80601" y="66720"/>
                      <a:pt x="80601" y="64481"/>
                    </a:cubicBezTo>
                    <a:cubicBezTo>
                      <a:pt x="80601" y="62242"/>
                      <a:pt x="80153" y="60003"/>
                      <a:pt x="79257" y="57764"/>
                    </a:cubicBezTo>
                    <a:lnTo>
                      <a:pt x="102990" y="44331"/>
                    </a:lnTo>
                    <a:lnTo>
                      <a:pt x="122244" y="51047"/>
                    </a:lnTo>
                    <a:close/>
                    <a:moveTo>
                      <a:pt x="62242" y="78810"/>
                    </a:moveTo>
                    <a:cubicBezTo>
                      <a:pt x="55077" y="78810"/>
                      <a:pt x="49256" y="72988"/>
                      <a:pt x="49256" y="66272"/>
                    </a:cubicBezTo>
                    <a:cubicBezTo>
                      <a:pt x="49256" y="59107"/>
                      <a:pt x="55077" y="53734"/>
                      <a:pt x="62242" y="53734"/>
                    </a:cubicBezTo>
                    <a:cubicBezTo>
                      <a:pt x="69406" y="53734"/>
                      <a:pt x="75227" y="59555"/>
                      <a:pt x="75227" y="66272"/>
                    </a:cubicBezTo>
                    <a:cubicBezTo>
                      <a:pt x="75227" y="72988"/>
                      <a:pt x="69406" y="78810"/>
                      <a:pt x="62242" y="7881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33" name="Freeform: Shape 4729">
                <a:extLst>
                  <a:ext uri="{FF2B5EF4-FFF2-40B4-BE49-F238E27FC236}">
                    <a16:creationId xmlns:a16="http://schemas.microsoft.com/office/drawing/2014/main" id="{B4B054E5-8F14-A5DC-0133-ACB2EAAC068D}"/>
                  </a:ext>
                  <a:ext uri="{C183D7F6-B498-43B3-948B-1728B52AA6E4}">
                    <adec:decorative xmlns:adec="http://schemas.microsoft.com/office/drawing/2017/decorative" val="1"/>
                  </a:ext>
                </a:extLst>
              </p:cNvPr>
              <p:cNvSpPr>
                <a:spLocks noChangeAspect="1"/>
              </p:cNvSpPr>
              <p:nvPr/>
            </p:nvSpPr>
            <p:spPr>
              <a:xfrm>
                <a:off x="8764188" y="1750393"/>
                <a:ext cx="85079" cy="107468"/>
              </a:xfrm>
              <a:custGeom>
                <a:avLst/>
                <a:gdLst>
                  <a:gd name="connsiteX0" fmla="*/ 42539 w 85078"/>
                  <a:gd name="connsiteY0" fmla="*/ 111497 h 107467"/>
                  <a:gd name="connsiteX1" fmla="*/ 0 w 85078"/>
                  <a:gd name="connsiteY1" fmla="*/ 68958 h 107467"/>
                  <a:gd name="connsiteX2" fmla="*/ 7164 w 85078"/>
                  <a:gd name="connsiteY2" fmla="*/ 45226 h 107467"/>
                  <a:gd name="connsiteX3" fmla="*/ 7612 w 85078"/>
                  <a:gd name="connsiteY3" fmla="*/ 44778 h 107467"/>
                  <a:gd name="connsiteX4" fmla="*/ 9851 w 85078"/>
                  <a:gd name="connsiteY4" fmla="*/ 42091 h 107467"/>
                  <a:gd name="connsiteX5" fmla="*/ 40748 w 85078"/>
                  <a:gd name="connsiteY5" fmla="*/ 895 h 107467"/>
                  <a:gd name="connsiteX6" fmla="*/ 42539 w 85078"/>
                  <a:gd name="connsiteY6" fmla="*/ 0 h 107467"/>
                  <a:gd name="connsiteX7" fmla="*/ 42539 w 85078"/>
                  <a:gd name="connsiteY7" fmla="*/ 0 h 107467"/>
                  <a:gd name="connsiteX8" fmla="*/ 44330 w 85078"/>
                  <a:gd name="connsiteY8" fmla="*/ 895 h 107467"/>
                  <a:gd name="connsiteX9" fmla="*/ 79257 w 85078"/>
                  <a:gd name="connsiteY9" fmla="*/ 47465 h 107467"/>
                  <a:gd name="connsiteX10" fmla="*/ 85079 w 85078"/>
                  <a:gd name="connsiteY10" fmla="*/ 68958 h 107467"/>
                  <a:gd name="connsiteX11" fmla="*/ 42539 w 85078"/>
                  <a:gd name="connsiteY11" fmla="*/ 111497 h 107467"/>
                  <a:gd name="connsiteX12" fmla="*/ 42539 w 85078"/>
                  <a:gd name="connsiteY12" fmla="*/ 5821 h 107467"/>
                  <a:gd name="connsiteX13" fmla="*/ 11195 w 85078"/>
                  <a:gd name="connsiteY13" fmla="*/ 47912 h 107467"/>
                  <a:gd name="connsiteX14" fmla="*/ 4478 w 85078"/>
                  <a:gd name="connsiteY14" fmla="*/ 69406 h 107467"/>
                  <a:gd name="connsiteX15" fmla="*/ 42539 w 85078"/>
                  <a:gd name="connsiteY15" fmla="*/ 107468 h 107467"/>
                  <a:gd name="connsiteX16" fmla="*/ 80601 w 85078"/>
                  <a:gd name="connsiteY16" fmla="*/ 69406 h 107467"/>
                  <a:gd name="connsiteX17" fmla="*/ 75227 w 85078"/>
                  <a:gd name="connsiteY17" fmla="*/ 50151 h 107467"/>
                  <a:gd name="connsiteX18" fmla="*/ 42539 w 85078"/>
                  <a:gd name="connsiteY18" fmla="*/ 5821 h 1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5078" h="107467">
                    <a:moveTo>
                      <a:pt x="42539" y="111497"/>
                    </a:moveTo>
                    <a:cubicBezTo>
                      <a:pt x="19255" y="111497"/>
                      <a:pt x="0" y="92243"/>
                      <a:pt x="0" y="68958"/>
                    </a:cubicBezTo>
                    <a:cubicBezTo>
                      <a:pt x="0" y="60451"/>
                      <a:pt x="2687" y="52390"/>
                      <a:pt x="7164" y="45226"/>
                    </a:cubicBezTo>
                    <a:cubicBezTo>
                      <a:pt x="7164" y="45226"/>
                      <a:pt x="7612" y="44778"/>
                      <a:pt x="7612" y="44778"/>
                    </a:cubicBezTo>
                    <a:lnTo>
                      <a:pt x="9851" y="42091"/>
                    </a:lnTo>
                    <a:lnTo>
                      <a:pt x="40748" y="895"/>
                    </a:lnTo>
                    <a:cubicBezTo>
                      <a:pt x="41196" y="448"/>
                      <a:pt x="41644" y="0"/>
                      <a:pt x="42539" y="0"/>
                    </a:cubicBezTo>
                    <a:cubicBezTo>
                      <a:pt x="42539" y="0"/>
                      <a:pt x="42539" y="0"/>
                      <a:pt x="42539" y="0"/>
                    </a:cubicBezTo>
                    <a:cubicBezTo>
                      <a:pt x="43435" y="0"/>
                      <a:pt x="43883" y="448"/>
                      <a:pt x="44330" y="895"/>
                    </a:cubicBezTo>
                    <a:lnTo>
                      <a:pt x="79257" y="47465"/>
                    </a:lnTo>
                    <a:cubicBezTo>
                      <a:pt x="83287" y="54181"/>
                      <a:pt x="85079" y="61346"/>
                      <a:pt x="85079" y="68958"/>
                    </a:cubicBezTo>
                    <a:cubicBezTo>
                      <a:pt x="85526" y="92691"/>
                      <a:pt x="66272" y="111497"/>
                      <a:pt x="42539" y="111497"/>
                    </a:cubicBezTo>
                    <a:close/>
                    <a:moveTo>
                      <a:pt x="42539" y="5821"/>
                    </a:moveTo>
                    <a:lnTo>
                      <a:pt x="11195" y="47912"/>
                    </a:lnTo>
                    <a:cubicBezTo>
                      <a:pt x="6717" y="54629"/>
                      <a:pt x="4478" y="61794"/>
                      <a:pt x="4478" y="69406"/>
                    </a:cubicBezTo>
                    <a:cubicBezTo>
                      <a:pt x="4478" y="90452"/>
                      <a:pt x="21493" y="107468"/>
                      <a:pt x="42539" y="107468"/>
                    </a:cubicBezTo>
                    <a:cubicBezTo>
                      <a:pt x="63585" y="107468"/>
                      <a:pt x="80601" y="90452"/>
                      <a:pt x="80601" y="69406"/>
                    </a:cubicBezTo>
                    <a:cubicBezTo>
                      <a:pt x="80601" y="62689"/>
                      <a:pt x="78809" y="55973"/>
                      <a:pt x="75227" y="50151"/>
                    </a:cubicBezTo>
                    <a:lnTo>
                      <a:pt x="42539" y="582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34" name="Freeform: Shape 4730">
                <a:extLst>
                  <a:ext uri="{FF2B5EF4-FFF2-40B4-BE49-F238E27FC236}">
                    <a16:creationId xmlns:a16="http://schemas.microsoft.com/office/drawing/2014/main" id="{9F6A25DC-9D4F-93F4-82C7-AF05F349FB49}"/>
                  </a:ext>
                  <a:ext uri="{C183D7F6-B498-43B3-948B-1728B52AA6E4}">
                    <adec:decorative xmlns:adec="http://schemas.microsoft.com/office/drawing/2017/decorative" val="1"/>
                  </a:ext>
                </a:extLst>
              </p:cNvPr>
              <p:cNvSpPr>
                <a:spLocks noChangeAspect="1"/>
              </p:cNvSpPr>
              <p:nvPr/>
            </p:nvSpPr>
            <p:spPr>
              <a:xfrm>
                <a:off x="9022781" y="1756885"/>
                <a:ext cx="98512" cy="107468"/>
              </a:xfrm>
              <a:custGeom>
                <a:avLst/>
                <a:gdLst>
                  <a:gd name="connsiteX0" fmla="*/ 97840 w 98511"/>
                  <a:gd name="connsiteY0" fmla="*/ 108139 h 107467"/>
                  <a:gd name="connsiteX1" fmla="*/ 80377 w 98511"/>
                  <a:gd name="connsiteY1" fmla="*/ 87989 h 107467"/>
                  <a:gd name="connsiteX2" fmla="*/ 84855 w 98511"/>
                  <a:gd name="connsiteY2" fmla="*/ 69182 h 107467"/>
                  <a:gd name="connsiteX3" fmla="*/ 79034 w 98511"/>
                  <a:gd name="connsiteY3" fmla="*/ 47689 h 107467"/>
                  <a:gd name="connsiteX4" fmla="*/ 44107 w 98511"/>
                  <a:gd name="connsiteY4" fmla="*/ 1119 h 107467"/>
                  <a:gd name="connsiteX5" fmla="*/ 42315 w 98511"/>
                  <a:gd name="connsiteY5" fmla="*/ 224 h 107467"/>
                  <a:gd name="connsiteX6" fmla="*/ 42315 w 98511"/>
                  <a:gd name="connsiteY6" fmla="*/ 224 h 107467"/>
                  <a:gd name="connsiteX7" fmla="*/ 40524 w 98511"/>
                  <a:gd name="connsiteY7" fmla="*/ 1119 h 107467"/>
                  <a:gd name="connsiteX8" fmla="*/ 23509 w 98511"/>
                  <a:gd name="connsiteY8" fmla="*/ 23508 h 107467"/>
                  <a:gd name="connsiteX9" fmla="*/ 3806 w 98511"/>
                  <a:gd name="connsiteY9" fmla="*/ 672 h 107467"/>
                  <a:gd name="connsiteX10" fmla="*/ 672 w 98511"/>
                  <a:gd name="connsiteY10" fmla="*/ 672 h 107467"/>
                  <a:gd name="connsiteX11" fmla="*/ 672 w 98511"/>
                  <a:gd name="connsiteY11" fmla="*/ 3806 h 107467"/>
                  <a:gd name="connsiteX12" fmla="*/ 21270 w 98511"/>
                  <a:gd name="connsiteY12" fmla="*/ 27091 h 107467"/>
                  <a:gd name="connsiteX13" fmla="*/ 10075 w 98511"/>
                  <a:gd name="connsiteY13" fmla="*/ 42315 h 107467"/>
                  <a:gd name="connsiteX14" fmla="*/ 7836 w 98511"/>
                  <a:gd name="connsiteY14" fmla="*/ 45002 h 107467"/>
                  <a:gd name="connsiteX15" fmla="*/ 7388 w 98511"/>
                  <a:gd name="connsiteY15" fmla="*/ 45450 h 107467"/>
                  <a:gd name="connsiteX16" fmla="*/ 224 w 98511"/>
                  <a:gd name="connsiteY16" fmla="*/ 69182 h 107467"/>
                  <a:gd name="connsiteX17" fmla="*/ 42763 w 98511"/>
                  <a:gd name="connsiteY17" fmla="*/ 111722 h 107467"/>
                  <a:gd name="connsiteX18" fmla="*/ 78586 w 98511"/>
                  <a:gd name="connsiteY18" fmla="*/ 92019 h 107467"/>
                  <a:gd name="connsiteX19" fmla="*/ 95154 w 98511"/>
                  <a:gd name="connsiteY19" fmla="*/ 110826 h 107467"/>
                  <a:gd name="connsiteX20" fmla="*/ 96945 w 98511"/>
                  <a:gd name="connsiteY20" fmla="*/ 111722 h 107467"/>
                  <a:gd name="connsiteX21" fmla="*/ 98288 w 98511"/>
                  <a:gd name="connsiteY21" fmla="*/ 111274 h 107467"/>
                  <a:gd name="connsiteX22" fmla="*/ 97840 w 98511"/>
                  <a:gd name="connsiteY22" fmla="*/ 108139 h 107467"/>
                  <a:gd name="connsiteX23" fmla="*/ 42315 w 98511"/>
                  <a:gd name="connsiteY23" fmla="*/ 6045 h 107467"/>
                  <a:gd name="connsiteX24" fmla="*/ 75004 w 98511"/>
                  <a:gd name="connsiteY24" fmla="*/ 50375 h 107467"/>
                  <a:gd name="connsiteX25" fmla="*/ 80377 w 98511"/>
                  <a:gd name="connsiteY25" fmla="*/ 69630 h 107467"/>
                  <a:gd name="connsiteX26" fmla="*/ 77243 w 98511"/>
                  <a:gd name="connsiteY26" fmla="*/ 84855 h 107467"/>
                  <a:gd name="connsiteX27" fmla="*/ 26643 w 98511"/>
                  <a:gd name="connsiteY27" fmla="*/ 27091 h 107467"/>
                  <a:gd name="connsiteX28" fmla="*/ 42315 w 98511"/>
                  <a:gd name="connsiteY28" fmla="*/ 6045 h 107467"/>
                  <a:gd name="connsiteX29" fmla="*/ 42315 w 98511"/>
                  <a:gd name="connsiteY29" fmla="*/ 107244 h 107467"/>
                  <a:gd name="connsiteX30" fmla="*/ 4254 w 98511"/>
                  <a:gd name="connsiteY30" fmla="*/ 69182 h 107467"/>
                  <a:gd name="connsiteX31" fmla="*/ 10971 w 98511"/>
                  <a:gd name="connsiteY31" fmla="*/ 47689 h 107467"/>
                  <a:gd name="connsiteX32" fmla="*/ 23956 w 98511"/>
                  <a:gd name="connsiteY32" fmla="*/ 30225 h 107467"/>
                  <a:gd name="connsiteX33" fmla="*/ 75004 w 98511"/>
                  <a:gd name="connsiteY33" fmla="*/ 88437 h 107467"/>
                  <a:gd name="connsiteX34" fmla="*/ 42315 w 98511"/>
                  <a:gd name="connsiteY34" fmla="*/ 107244 h 1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8511" h="107467">
                    <a:moveTo>
                      <a:pt x="97840" y="108139"/>
                    </a:moveTo>
                    <a:lnTo>
                      <a:pt x="80377" y="87989"/>
                    </a:lnTo>
                    <a:cubicBezTo>
                      <a:pt x="83064" y="82168"/>
                      <a:pt x="84855" y="75899"/>
                      <a:pt x="84855" y="69182"/>
                    </a:cubicBezTo>
                    <a:cubicBezTo>
                      <a:pt x="84855" y="61570"/>
                      <a:pt x="82616" y="53958"/>
                      <a:pt x="79034" y="47689"/>
                    </a:cubicBezTo>
                    <a:lnTo>
                      <a:pt x="44107" y="1119"/>
                    </a:lnTo>
                    <a:cubicBezTo>
                      <a:pt x="43659" y="672"/>
                      <a:pt x="43211" y="224"/>
                      <a:pt x="42315" y="224"/>
                    </a:cubicBezTo>
                    <a:cubicBezTo>
                      <a:pt x="42315" y="224"/>
                      <a:pt x="42315" y="224"/>
                      <a:pt x="42315" y="224"/>
                    </a:cubicBezTo>
                    <a:cubicBezTo>
                      <a:pt x="41420" y="224"/>
                      <a:pt x="40972" y="672"/>
                      <a:pt x="40524" y="1119"/>
                    </a:cubicBezTo>
                    <a:lnTo>
                      <a:pt x="23509" y="23508"/>
                    </a:lnTo>
                    <a:lnTo>
                      <a:pt x="3806" y="672"/>
                    </a:lnTo>
                    <a:cubicBezTo>
                      <a:pt x="2911" y="-224"/>
                      <a:pt x="1567" y="-224"/>
                      <a:pt x="672" y="672"/>
                    </a:cubicBezTo>
                    <a:cubicBezTo>
                      <a:pt x="-224" y="1567"/>
                      <a:pt x="-224" y="2911"/>
                      <a:pt x="672" y="3806"/>
                    </a:cubicBezTo>
                    <a:lnTo>
                      <a:pt x="21270" y="27091"/>
                    </a:lnTo>
                    <a:lnTo>
                      <a:pt x="10075" y="42315"/>
                    </a:lnTo>
                    <a:lnTo>
                      <a:pt x="7836" y="45002"/>
                    </a:lnTo>
                    <a:cubicBezTo>
                      <a:pt x="7836" y="45002"/>
                      <a:pt x="7388" y="45450"/>
                      <a:pt x="7388" y="45450"/>
                    </a:cubicBezTo>
                    <a:cubicBezTo>
                      <a:pt x="2463" y="52614"/>
                      <a:pt x="224" y="60675"/>
                      <a:pt x="224" y="69182"/>
                    </a:cubicBezTo>
                    <a:cubicBezTo>
                      <a:pt x="224" y="92467"/>
                      <a:pt x="19479" y="111722"/>
                      <a:pt x="42763" y="111722"/>
                    </a:cubicBezTo>
                    <a:cubicBezTo>
                      <a:pt x="57988" y="111722"/>
                      <a:pt x="70974" y="103662"/>
                      <a:pt x="78586" y="92019"/>
                    </a:cubicBezTo>
                    <a:lnTo>
                      <a:pt x="95154" y="110826"/>
                    </a:lnTo>
                    <a:cubicBezTo>
                      <a:pt x="95602" y="111274"/>
                      <a:pt x="96049" y="111722"/>
                      <a:pt x="96945" y="111722"/>
                    </a:cubicBezTo>
                    <a:cubicBezTo>
                      <a:pt x="97393" y="111722"/>
                      <a:pt x="97840" y="111722"/>
                      <a:pt x="98288" y="111274"/>
                    </a:cubicBezTo>
                    <a:cubicBezTo>
                      <a:pt x="98736" y="110378"/>
                      <a:pt x="98736" y="109035"/>
                      <a:pt x="97840" y="108139"/>
                    </a:cubicBezTo>
                    <a:close/>
                    <a:moveTo>
                      <a:pt x="42315" y="6045"/>
                    </a:moveTo>
                    <a:lnTo>
                      <a:pt x="75004" y="50375"/>
                    </a:lnTo>
                    <a:cubicBezTo>
                      <a:pt x="78586" y="56197"/>
                      <a:pt x="80377" y="62913"/>
                      <a:pt x="80377" y="69630"/>
                    </a:cubicBezTo>
                    <a:cubicBezTo>
                      <a:pt x="80377" y="75003"/>
                      <a:pt x="79034" y="79929"/>
                      <a:pt x="77243" y="84855"/>
                    </a:cubicBezTo>
                    <a:lnTo>
                      <a:pt x="26643" y="27091"/>
                    </a:lnTo>
                    <a:lnTo>
                      <a:pt x="42315" y="6045"/>
                    </a:lnTo>
                    <a:close/>
                    <a:moveTo>
                      <a:pt x="42315" y="107244"/>
                    </a:moveTo>
                    <a:cubicBezTo>
                      <a:pt x="21270" y="107244"/>
                      <a:pt x="4254" y="90228"/>
                      <a:pt x="4254" y="69182"/>
                    </a:cubicBezTo>
                    <a:cubicBezTo>
                      <a:pt x="4254" y="61570"/>
                      <a:pt x="6493" y="54406"/>
                      <a:pt x="10971" y="47689"/>
                    </a:cubicBezTo>
                    <a:lnTo>
                      <a:pt x="23956" y="30225"/>
                    </a:lnTo>
                    <a:lnTo>
                      <a:pt x="75004" y="88437"/>
                    </a:lnTo>
                    <a:cubicBezTo>
                      <a:pt x="68287" y="100079"/>
                      <a:pt x="56197" y="107244"/>
                      <a:pt x="42315" y="10724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35" name="Freeform: Shape 4731">
                <a:extLst>
                  <a:ext uri="{FF2B5EF4-FFF2-40B4-BE49-F238E27FC236}">
                    <a16:creationId xmlns:a16="http://schemas.microsoft.com/office/drawing/2014/main" id="{2F19DFA8-C876-B4CC-EFA4-7378E5D0C2D1}"/>
                  </a:ext>
                  <a:ext uri="{C183D7F6-B498-43B3-948B-1728B52AA6E4}">
                    <adec:decorative xmlns:adec="http://schemas.microsoft.com/office/drawing/2017/decorative" val="1"/>
                  </a:ext>
                </a:extLst>
              </p:cNvPr>
              <p:cNvSpPr>
                <a:spLocks noChangeAspect="1"/>
              </p:cNvSpPr>
              <p:nvPr/>
            </p:nvSpPr>
            <p:spPr>
              <a:xfrm>
                <a:off x="9264360" y="1740093"/>
                <a:ext cx="129857" cy="143290"/>
              </a:xfrm>
              <a:custGeom>
                <a:avLst/>
                <a:gdLst>
                  <a:gd name="connsiteX0" fmla="*/ 65824 w 129856"/>
                  <a:gd name="connsiteY0" fmla="*/ 0 h 143290"/>
                  <a:gd name="connsiteX1" fmla="*/ 0 w 129856"/>
                  <a:gd name="connsiteY1" fmla="*/ 65824 h 143290"/>
                  <a:gd name="connsiteX2" fmla="*/ 2239 w 129856"/>
                  <a:gd name="connsiteY2" fmla="*/ 68063 h 143290"/>
                  <a:gd name="connsiteX3" fmla="*/ 63585 w 129856"/>
                  <a:gd name="connsiteY3" fmla="*/ 68063 h 143290"/>
                  <a:gd name="connsiteX4" fmla="*/ 63585 w 129856"/>
                  <a:gd name="connsiteY4" fmla="*/ 132991 h 143290"/>
                  <a:gd name="connsiteX5" fmla="*/ 55077 w 129856"/>
                  <a:gd name="connsiteY5" fmla="*/ 141499 h 143290"/>
                  <a:gd name="connsiteX6" fmla="*/ 46569 w 129856"/>
                  <a:gd name="connsiteY6" fmla="*/ 132991 h 143290"/>
                  <a:gd name="connsiteX7" fmla="*/ 44331 w 129856"/>
                  <a:gd name="connsiteY7" fmla="*/ 130752 h 143290"/>
                  <a:gd name="connsiteX8" fmla="*/ 42092 w 129856"/>
                  <a:gd name="connsiteY8" fmla="*/ 132991 h 143290"/>
                  <a:gd name="connsiteX9" fmla="*/ 55077 w 129856"/>
                  <a:gd name="connsiteY9" fmla="*/ 145977 h 143290"/>
                  <a:gd name="connsiteX10" fmla="*/ 68063 w 129856"/>
                  <a:gd name="connsiteY10" fmla="*/ 132991 h 143290"/>
                  <a:gd name="connsiteX11" fmla="*/ 68063 w 129856"/>
                  <a:gd name="connsiteY11" fmla="*/ 68063 h 143290"/>
                  <a:gd name="connsiteX12" fmla="*/ 129409 w 129856"/>
                  <a:gd name="connsiteY12" fmla="*/ 68063 h 143290"/>
                  <a:gd name="connsiteX13" fmla="*/ 131648 w 129856"/>
                  <a:gd name="connsiteY13" fmla="*/ 65824 h 143290"/>
                  <a:gd name="connsiteX14" fmla="*/ 65824 w 129856"/>
                  <a:gd name="connsiteY14" fmla="*/ 0 h 143290"/>
                  <a:gd name="connsiteX15" fmla="*/ 4478 w 129856"/>
                  <a:gd name="connsiteY15" fmla="*/ 63585 h 143290"/>
                  <a:gd name="connsiteX16" fmla="*/ 65824 w 129856"/>
                  <a:gd name="connsiteY16" fmla="*/ 4478 h 143290"/>
                  <a:gd name="connsiteX17" fmla="*/ 127170 w 129856"/>
                  <a:gd name="connsiteY17" fmla="*/ 63585 h 143290"/>
                  <a:gd name="connsiteX18" fmla="*/ 4478 w 129856"/>
                  <a:gd name="connsiteY18" fmla="*/ 63585 h 14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856" h="143290">
                    <a:moveTo>
                      <a:pt x="65824" y="0"/>
                    </a:moveTo>
                    <a:cubicBezTo>
                      <a:pt x="29554" y="0"/>
                      <a:pt x="0" y="29554"/>
                      <a:pt x="0" y="65824"/>
                    </a:cubicBezTo>
                    <a:cubicBezTo>
                      <a:pt x="0" y="67167"/>
                      <a:pt x="896" y="68063"/>
                      <a:pt x="2239" y="68063"/>
                    </a:cubicBezTo>
                    <a:lnTo>
                      <a:pt x="63585" y="68063"/>
                    </a:lnTo>
                    <a:lnTo>
                      <a:pt x="63585" y="132991"/>
                    </a:lnTo>
                    <a:cubicBezTo>
                      <a:pt x="63585" y="137469"/>
                      <a:pt x="60003" y="141499"/>
                      <a:pt x="55077" y="141499"/>
                    </a:cubicBezTo>
                    <a:cubicBezTo>
                      <a:pt x="50600" y="141499"/>
                      <a:pt x="46569" y="137917"/>
                      <a:pt x="46569" y="132991"/>
                    </a:cubicBezTo>
                    <a:cubicBezTo>
                      <a:pt x="46569" y="131648"/>
                      <a:pt x="45674" y="130752"/>
                      <a:pt x="44331" y="130752"/>
                    </a:cubicBezTo>
                    <a:cubicBezTo>
                      <a:pt x="42987" y="130752"/>
                      <a:pt x="42092" y="131648"/>
                      <a:pt x="42092" y="132991"/>
                    </a:cubicBezTo>
                    <a:cubicBezTo>
                      <a:pt x="42092" y="140156"/>
                      <a:pt x="47913" y="145977"/>
                      <a:pt x="55077" y="145977"/>
                    </a:cubicBezTo>
                    <a:cubicBezTo>
                      <a:pt x="62242" y="145977"/>
                      <a:pt x="68063" y="140156"/>
                      <a:pt x="68063" y="132991"/>
                    </a:cubicBezTo>
                    <a:lnTo>
                      <a:pt x="68063" y="68063"/>
                    </a:lnTo>
                    <a:lnTo>
                      <a:pt x="129409" y="68063"/>
                    </a:lnTo>
                    <a:cubicBezTo>
                      <a:pt x="130752" y="68063"/>
                      <a:pt x="131648" y="67167"/>
                      <a:pt x="131648" y="65824"/>
                    </a:cubicBezTo>
                    <a:cubicBezTo>
                      <a:pt x="131200" y="29554"/>
                      <a:pt x="102094" y="0"/>
                      <a:pt x="65824" y="0"/>
                    </a:cubicBezTo>
                    <a:close/>
                    <a:moveTo>
                      <a:pt x="4478" y="63585"/>
                    </a:moveTo>
                    <a:cubicBezTo>
                      <a:pt x="5821" y="30897"/>
                      <a:pt x="32688" y="4478"/>
                      <a:pt x="65824" y="4478"/>
                    </a:cubicBezTo>
                    <a:cubicBezTo>
                      <a:pt x="98960" y="4478"/>
                      <a:pt x="125827" y="30897"/>
                      <a:pt x="127170" y="63585"/>
                    </a:cubicBezTo>
                    <a:lnTo>
                      <a:pt x="4478" y="6358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836" name="Group 4732">
                <a:extLst>
                  <a:ext uri="{FF2B5EF4-FFF2-40B4-BE49-F238E27FC236}">
                    <a16:creationId xmlns:a16="http://schemas.microsoft.com/office/drawing/2014/main" id="{5349306B-F460-418E-2E69-3DF4F619B470}"/>
                  </a:ext>
                  <a:ext uri="{C183D7F6-B498-43B3-948B-1728B52AA6E4}">
                    <adec:decorative xmlns:adec="http://schemas.microsoft.com/office/drawing/2017/decorative" val="1"/>
                  </a:ext>
                </a:extLst>
              </p:cNvPr>
              <p:cNvGrpSpPr>
                <a:grpSpLocks noChangeAspect="1"/>
              </p:cNvGrpSpPr>
              <p:nvPr/>
            </p:nvGrpSpPr>
            <p:grpSpPr>
              <a:xfrm>
                <a:off x="9792742" y="1732033"/>
                <a:ext cx="147768" cy="147768"/>
                <a:chOff x="4012089" y="5191219"/>
                <a:chExt cx="147768" cy="147768"/>
              </a:xfrm>
            </p:grpSpPr>
            <p:sp>
              <p:nvSpPr>
                <p:cNvPr id="837" name="Freeform: Shape 4733">
                  <a:extLst>
                    <a:ext uri="{FF2B5EF4-FFF2-40B4-BE49-F238E27FC236}">
                      <a16:creationId xmlns:a16="http://schemas.microsoft.com/office/drawing/2014/main" id="{28BE8708-CA2D-890D-D38A-46340DEC8E03}"/>
                    </a:ext>
                  </a:extLst>
                </p:cNvPr>
                <p:cNvSpPr/>
                <p:nvPr/>
              </p:nvSpPr>
              <p:spPr>
                <a:xfrm>
                  <a:off x="4036270" y="5215847"/>
                  <a:ext cx="98512" cy="98512"/>
                </a:xfrm>
                <a:custGeom>
                  <a:avLst/>
                  <a:gdLst>
                    <a:gd name="connsiteX0" fmla="*/ 49256 w 98511"/>
                    <a:gd name="connsiteY0" fmla="*/ 98512 h 98511"/>
                    <a:gd name="connsiteX1" fmla="*/ 0 w 98511"/>
                    <a:gd name="connsiteY1" fmla="*/ 49256 h 98511"/>
                    <a:gd name="connsiteX2" fmla="*/ 49256 w 98511"/>
                    <a:gd name="connsiteY2" fmla="*/ 0 h 98511"/>
                    <a:gd name="connsiteX3" fmla="*/ 98512 w 98511"/>
                    <a:gd name="connsiteY3" fmla="*/ 49256 h 98511"/>
                    <a:gd name="connsiteX4" fmla="*/ 49256 w 98511"/>
                    <a:gd name="connsiteY4" fmla="*/ 98512 h 98511"/>
                    <a:gd name="connsiteX5" fmla="*/ 49256 w 98511"/>
                    <a:gd name="connsiteY5" fmla="*/ 4478 h 98511"/>
                    <a:gd name="connsiteX6" fmla="*/ 4478 w 98511"/>
                    <a:gd name="connsiteY6" fmla="*/ 49256 h 98511"/>
                    <a:gd name="connsiteX7" fmla="*/ 49256 w 98511"/>
                    <a:gd name="connsiteY7" fmla="*/ 94034 h 98511"/>
                    <a:gd name="connsiteX8" fmla="*/ 94034 w 98511"/>
                    <a:gd name="connsiteY8" fmla="*/ 49256 h 98511"/>
                    <a:gd name="connsiteX9" fmla="*/ 49256 w 98511"/>
                    <a:gd name="connsiteY9" fmla="*/ 4478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511" h="98511">
                      <a:moveTo>
                        <a:pt x="49256" y="98512"/>
                      </a:moveTo>
                      <a:cubicBezTo>
                        <a:pt x="21941" y="98512"/>
                        <a:pt x="0" y="76571"/>
                        <a:pt x="0" y="49256"/>
                      </a:cubicBezTo>
                      <a:cubicBezTo>
                        <a:pt x="0" y="21941"/>
                        <a:pt x="21941" y="0"/>
                        <a:pt x="49256" y="0"/>
                      </a:cubicBezTo>
                      <a:cubicBezTo>
                        <a:pt x="76571" y="0"/>
                        <a:pt x="98512" y="21941"/>
                        <a:pt x="98512" y="49256"/>
                      </a:cubicBezTo>
                      <a:cubicBezTo>
                        <a:pt x="98512" y="76571"/>
                        <a:pt x="76571" y="98512"/>
                        <a:pt x="49256" y="98512"/>
                      </a:cubicBezTo>
                      <a:close/>
                      <a:moveTo>
                        <a:pt x="49256" y="4478"/>
                      </a:moveTo>
                      <a:cubicBezTo>
                        <a:pt x="24628" y="4478"/>
                        <a:pt x="4478" y="24628"/>
                        <a:pt x="4478" y="49256"/>
                      </a:cubicBezTo>
                      <a:cubicBezTo>
                        <a:pt x="4478" y="73884"/>
                        <a:pt x="24628" y="94034"/>
                        <a:pt x="49256" y="94034"/>
                      </a:cubicBezTo>
                      <a:cubicBezTo>
                        <a:pt x="73884" y="94034"/>
                        <a:pt x="94034" y="73884"/>
                        <a:pt x="94034" y="49256"/>
                      </a:cubicBezTo>
                      <a:cubicBezTo>
                        <a:pt x="94034" y="24628"/>
                        <a:pt x="73884" y="4478"/>
                        <a:pt x="4925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38" name="Freeform: Shape 4734">
                  <a:extLst>
                    <a:ext uri="{FF2B5EF4-FFF2-40B4-BE49-F238E27FC236}">
                      <a16:creationId xmlns:a16="http://schemas.microsoft.com/office/drawing/2014/main" id="{5A79AC9B-6648-D850-F3BC-FBF98D554CF0}"/>
                    </a:ext>
                  </a:extLst>
                </p:cNvPr>
                <p:cNvSpPr/>
                <p:nvPr/>
              </p:nvSpPr>
              <p:spPr>
                <a:xfrm>
                  <a:off x="4083734" y="5316598"/>
                  <a:ext cx="4478" cy="22389"/>
                </a:xfrm>
                <a:custGeom>
                  <a:avLst/>
                  <a:gdLst>
                    <a:gd name="connsiteX0" fmla="*/ 2239 w 4477"/>
                    <a:gd name="connsiteY0" fmla="*/ 22389 h 22389"/>
                    <a:gd name="connsiteX1" fmla="*/ 0 w 4477"/>
                    <a:gd name="connsiteY1" fmla="*/ 20150 h 22389"/>
                    <a:gd name="connsiteX2" fmla="*/ 0 w 4477"/>
                    <a:gd name="connsiteY2" fmla="*/ 2239 h 22389"/>
                    <a:gd name="connsiteX3" fmla="*/ 2239 w 4477"/>
                    <a:gd name="connsiteY3" fmla="*/ 0 h 22389"/>
                    <a:gd name="connsiteX4" fmla="*/ 4478 w 4477"/>
                    <a:gd name="connsiteY4" fmla="*/ 2239 h 22389"/>
                    <a:gd name="connsiteX5" fmla="*/ 4478 w 4477"/>
                    <a:gd name="connsiteY5" fmla="*/ 20150 h 22389"/>
                    <a:gd name="connsiteX6" fmla="*/ 2239 w 4477"/>
                    <a:gd name="connsiteY6" fmla="*/ 22389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22389">
                      <a:moveTo>
                        <a:pt x="2239" y="22389"/>
                      </a:moveTo>
                      <a:cubicBezTo>
                        <a:pt x="896" y="22389"/>
                        <a:pt x="0" y="21493"/>
                        <a:pt x="0" y="20150"/>
                      </a:cubicBezTo>
                      <a:lnTo>
                        <a:pt x="0" y="2239"/>
                      </a:lnTo>
                      <a:cubicBezTo>
                        <a:pt x="0" y="896"/>
                        <a:pt x="896" y="0"/>
                        <a:pt x="2239" y="0"/>
                      </a:cubicBezTo>
                      <a:cubicBezTo>
                        <a:pt x="3582" y="0"/>
                        <a:pt x="4478" y="896"/>
                        <a:pt x="4478" y="2239"/>
                      </a:cubicBezTo>
                      <a:lnTo>
                        <a:pt x="4478" y="20150"/>
                      </a:lnTo>
                      <a:cubicBezTo>
                        <a:pt x="4478" y="21493"/>
                        <a:pt x="3135" y="22389"/>
                        <a:pt x="2239" y="2238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39" name="Freeform: Shape 4735">
                  <a:extLst>
                    <a:ext uri="{FF2B5EF4-FFF2-40B4-BE49-F238E27FC236}">
                      <a16:creationId xmlns:a16="http://schemas.microsoft.com/office/drawing/2014/main" id="{0AF431D4-D5DD-5B0C-BF17-A2BFD865C395}"/>
                    </a:ext>
                  </a:extLst>
                </p:cNvPr>
                <p:cNvSpPr/>
                <p:nvPr/>
              </p:nvSpPr>
              <p:spPr>
                <a:xfrm>
                  <a:off x="4083734" y="5191219"/>
                  <a:ext cx="4478" cy="22389"/>
                </a:xfrm>
                <a:custGeom>
                  <a:avLst/>
                  <a:gdLst>
                    <a:gd name="connsiteX0" fmla="*/ 2239 w 4477"/>
                    <a:gd name="connsiteY0" fmla="*/ 22389 h 22389"/>
                    <a:gd name="connsiteX1" fmla="*/ 0 w 4477"/>
                    <a:gd name="connsiteY1" fmla="*/ 20150 h 22389"/>
                    <a:gd name="connsiteX2" fmla="*/ 0 w 4477"/>
                    <a:gd name="connsiteY2" fmla="*/ 2239 h 22389"/>
                    <a:gd name="connsiteX3" fmla="*/ 2239 w 4477"/>
                    <a:gd name="connsiteY3" fmla="*/ 0 h 22389"/>
                    <a:gd name="connsiteX4" fmla="*/ 4478 w 4477"/>
                    <a:gd name="connsiteY4" fmla="*/ 2239 h 22389"/>
                    <a:gd name="connsiteX5" fmla="*/ 4478 w 4477"/>
                    <a:gd name="connsiteY5" fmla="*/ 20150 h 22389"/>
                    <a:gd name="connsiteX6" fmla="*/ 2239 w 4477"/>
                    <a:gd name="connsiteY6" fmla="*/ 22389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22389">
                      <a:moveTo>
                        <a:pt x="2239" y="22389"/>
                      </a:moveTo>
                      <a:cubicBezTo>
                        <a:pt x="896" y="22389"/>
                        <a:pt x="0" y="21493"/>
                        <a:pt x="0" y="20150"/>
                      </a:cubicBezTo>
                      <a:lnTo>
                        <a:pt x="0" y="2239"/>
                      </a:lnTo>
                      <a:cubicBezTo>
                        <a:pt x="0" y="896"/>
                        <a:pt x="896" y="0"/>
                        <a:pt x="2239" y="0"/>
                      </a:cubicBezTo>
                      <a:cubicBezTo>
                        <a:pt x="3582" y="0"/>
                        <a:pt x="4478" y="896"/>
                        <a:pt x="4478" y="2239"/>
                      </a:cubicBezTo>
                      <a:lnTo>
                        <a:pt x="4478" y="20150"/>
                      </a:lnTo>
                      <a:cubicBezTo>
                        <a:pt x="4478" y="21493"/>
                        <a:pt x="3135" y="22389"/>
                        <a:pt x="2239" y="2238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40" name="Freeform: Shape 4736">
                  <a:extLst>
                    <a:ext uri="{FF2B5EF4-FFF2-40B4-BE49-F238E27FC236}">
                      <a16:creationId xmlns:a16="http://schemas.microsoft.com/office/drawing/2014/main" id="{D2EE6E2A-3244-3971-B2F4-D698ADDE59DE}"/>
                    </a:ext>
                  </a:extLst>
                </p:cNvPr>
                <p:cNvSpPr/>
                <p:nvPr/>
              </p:nvSpPr>
              <p:spPr>
                <a:xfrm>
                  <a:off x="4034255" y="5301598"/>
                  <a:ext cx="13433" cy="13433"/>
                </a:xfrm>
                <a:custGeom>
                  <a:avLst/>
                  <a:gdLst>
                    <a:gd name="connsiteX0" fmla="*/ 2015 w 13433"/>
                    <a:gd name="connsiteY0" fmla="*/ 17239 h 13433"/>
                    <a:gd name="connsiteX1" fmla="*/ 672 w 13433"/>
                    <a:gd name="connsiteY1" fmla="*/ 16792 h 13433"/>
                    <a:gd name="connsiteX2" fmla="*/ 672 w 13433"/>
                    <a:gd name="connsiteY2" fmla="*/ 13657 h 13433"/>
                    <a:gd name="connsiteX3" fmla="*/ 13210 w 13433"/>
                    <a:gd name="connsiteY3" fmla="*/ 672 h 13433"/>
                    <a:gd name="connsiteX4" fmla="*/ 16344 w 13433"/>
                    <a:gd name="connsiteY4" fmla="*/ 672 h 13433"/>
                    <a:gd name="connsiteX5" fmla="*/ 16344 w 13433"/>
                    <a:gd name="connsiteY5" fmla="*/ 3806 h 13433"/>
                    <a:gd name="connsiteX6" fmla="*/ 3806 w 13433"/>
                    <a:gd name="connsiteY6" fmla="*/ 16792 h 13433"/>
                    <a:gd name="connsiteX7" fmla="*/ 2015 w 13433"/>
                    <a:gd name="connsiteY7" fmla="*/ 17239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13433">
                      <a:moveTo>
                        <a:pt x="2015" y="17239"/>
                      </a:moveTo>
                      <a:cubicBezTo>
                        <a:pt x="1567" y="17239"/>
                        <a:pt x="672" y="17239"/>
                        <a:pt x="672" y="16792"/>
                      </a:cubicBezTo>
                      <a:cubicBezTo>
                        <a:pt x="-224" y="15896"/>
                        <a:pt x="-224" y="14553"/>
                        <a:pt x="672" y="13657"/>
                      </a:cubicBezTo>
                      <a:lnTo>
                        <a:pt x="13210" y="672"/>
                      </a:lnTo>
                      <a:cubicBezTo>
                        <a:pt x="14105" y="-224"/>
                        <a:pt x="15448" y="-224"/>
                        <a:pt x="16344" y="672"/>
                      </a:cubicBezTo>
                      <a:cubicBezTo>
                        <a:pt x="17240" y="1567"/>
                        <a:pt x="17240" y="2910"/>
                        <a:pt x="16344" y="3806"/>
                      </a:cubicBezTo>
                      <a:lnTo>
                        <a:pt x="3806" y="16792"/>
                      </a:lnTo>
                      <a:cubicBezTo>
                        <a:pt x="2911" y="17239"/>
                        <a:pt x="2463" y="17239"/>
                        <a:pt x="2015" y="1723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41" name="Freeform: Shape 4737">
                  <a:extLst>
                    <a:ext uri="{FF2B5EF4-FFF2-40B4-BE49-F238E27FC236}">
                      <a16:creationId xmlns:a16="http://schemas.microsoft.com/office/drawing/2014/main" id="{AD947017-7F26-E7A7-B5C4-CCDA0A413B12}"/>
                    </a:ext>
                  </a:extLst>
                </p:cNvPr>
                <p:cNvSpPr/>
                <p:nvPr/>
              </p:nvSpPr>
              <p:spPr>
                <a:xfrm>
                  <a:off x="4121124" y="5211593"/>
                  <a:ext cx="13433" cy="13433"/>
                </a:xfrm>
                <a:custGeom>
                  <a:avLst/>
                  <a:gdLst>
                    <a:gd name="connsiteX0" fmla="*/ 2015 w 13433"/>
                    <a:gd name="connsiteY0" fmla="*/ 17240 h 13433"/>
                    <a:gd name="connsiteX1" fmla="*/ 672 w 13433"/>
                    <a:gd name="connsiteY1" fmla="*/ 16792 h 13433"/>
                    <a:gd name="connsiteX2" fmla="*/ 672 w 13433"/>
                    <a:gd name="connsiteY2" fmla="*/ 13657 h 13433"/>
                    <a:gd name="connsiteX3" fmla="*/ 13210 w 13433"/>
                    <a:gd name="connsiteY3" fmla="*/ 672 h 13433"/>
                    <a:gd name="connsiteX4" fmla="*/ 16344 w 13433"/>
                    <a:gd name="connsiteY4" fmla="*/ 672 h 13433"/>
                    <a:gd name="connsiteX5" fmla="*/ 16344 w 13433"/>
                    <a:gd name="connsiteY5" fmla="*/ 3806 h 13433"/>
                    <a:gd name="connsiteX6" fmla="*/ 3806 w 13433"/>
                    <a:gd name="connsiteY6" fmla="*/ 16792 h 13433"/>
                    <a:gd name="connsiteX7" fmla="*/ 2015 w 13433"/>
                    <a:gd name="connsiteY7" fmla="*/ 17240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13433">
                      <a:moveTo>
                        <a:pt x="2015" y="17240"/>
                      </a:moveTo>
                      <a:cubicBezTo>
                        <a:pt x="1567" y="17240"/>
                        <a:pt x="672" y="17240"/>
                        <a:pt x="672" y="16792"/>
                      </a:cubicBezTo>
                      <a:cubicBezTo>
                        <a:pt x="-224" y="15896"/>
                        <a:pt x="-224" y="14553"/>
                        <a:pt x="672" y="13657"/>
                      </a:cubicBezTo>
                      <a:lnTo>
                        <a:pt x="13210" y="672"/>
                      </a:lnTo>
                      <a:cubicBezTo>
                        <a:pt x="14105" y="-224"/>
                        <a:pt x="15449" y="-224"/>
                        <a:pt x="16344" y="672"/>
                      </a:cubicBezTo>
                      <a:cubicBezTo>
                        <a:pt x="17239" y="1567"/>
                        <a:pt x="17239" y="2911"/>
                        <a:pt x="16344" y="3806"/>
                      </a:cubicBezTo>
                      <a:lnTo>
                        <a:pt x="3806" y="16792"/>
                      </a:lnTo>
                      <a:cubicBezTo>
                        <a:pt x="3358" y="17240"/>
                        <a:pt x="2463" y="17240"/>
                        <a:pt x="2015" y="1724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42" name="Freeform: Shape 4738">
                  <a:extLst>
                    <a:ext uri="{FF2B5EF4-FFF2-40B4-BE49-F238E27FC236}">
                      <a16:creationId xmlns:a16="http://schemas.microsoft.com/office/drawing/2014/main" id="{566B5D8F-A8C5-998F-1BCB-C74714880DD2}"/>
                    </a:ext>
                  </a:extLst>
                </p:cNvPr>
                <p:cNvSpPr/>
                <p:nvPr/>
              </p:nvSpPr>
              <p:spPr>
                <a:xfrm>
                  <a:off x="4012089" y="5262864"/>
                  <a:ext cx="22389" cy="4478"/>
                </a:xfrm>
                <a:custGeom>
                  <a:avLst/>
                  <a:gdLst>
                    <a:gd name="connsiteX0" fmla="*/ 2239 w 22389"/>
                    <a:gd name="connsiteY0" fmla="*/ 4478 h 4477"/>
                    <a:gd name="connsiteX1" fmla="*/ 0 w 22389"/>
                    <a:gd name="connsiteY1" fmla="*/ 2239 h 4477"/>
                    <a:gd name="connsiteX2" fmla="*/ 2239 w 22389"/>
                    <a:gd name="connsiteY2" fmla="*/ 0 h 4477"/>
                    <a:gd name="connsiteX3" fmla="*/ 20150 w 22389"/>
                    <a:gd name="connsiteY3" fmla="*/ 0 h 4477"/>
                    <a:gd name="connsiteX4" fmla="*/ 20150 w 22389"/>
                    <a:gd name="connsiteY4" fmla="*/ 0 h 4477"/>
                    <a:gd name="connsiteX5" fmla="*/ 22389 w 22389"/>
                    <a:gd name="connsiteY5" fmla="*/ 2239 h 4477"/>
                    <a:gd name="connsiteX6" fmla="*/ 20150 w 22389"/>
                    <a:gd name="connsiteY6" fmla="*/ 4478 h 4477"/>
                    <a:gd name="connsiteX7" fmla="*/ 2239 w 22389"/>
                    <a:gd name="connsiteY7" fmla="*/ 4478 h 4477"/>
                    <a:gd name="connsiteX8" fmla="*/ 2239 w 22389"/>
                    <a:gd name="connsiteY8"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9" h="4477">
                      <a:moveTo>
                        <a:pt x="2239" y="4478"/>
                      </a:moveTo>
                      <a:cubicBezTo>
                        <a:pt x="896" y="4478"/>
                        <a:pt x="0" y="3582"/>
                        <a:pt x="0" y="2239"/>
                      </a:cubicBezTo>
                      <a:cubicBezTo>
                        <a:pt x="0" y="896"/>
                        <a:pt x="896" y="0"/>
                        <a:pt x="2239" y="0"/>
                      </a:cubicBezTo>
                      <a:lnTo>
                        <a:pt x="20150" y="0"/>
                      </a:lnTo>
                      <a:lnTo>
                        <a:pt x="20150" y="0"/>
                      </a:lnTo>
                      <a:cubicBezTo>
                        <a:pt x="21494" y="0"/>
                        <a:pt x="22389" y="896"/>
                        <a:pt x="22389" y="2239"/>
                      </a:cubicBezTo>
                      <a:cubicBezTo>
                        <a:pt x="22389" y="3582"/>
                        <a:pt x="21494" y="4478"/>
                        <a:pt x="20150" y="4478"/>
                      </a:cubicBezTo>
                      <a:lnTo>
                        <a:pt x="2239" y="4478"/>
                      </a:lnTo>
                      <a:lnTo>
                        <a:pt x="2239"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43" name="Freeform: Shape 4739">
                  <a:extLst>
                    <a:ext uri="{FF2B5EF4-FFF2-40B4-BE49-F238E27FC236}">
                      <a16:creationId xmlns:a16="http://schemas.microsoft.com/office/drawing/2014/main" id="{BE9CEA7C-8BF6-A028-54B4-D06E873484D8}"/>
                    </a:ext>
                  </a:extLst>
                </p:cNvPr>
                <p:cNvSpPr/>
                <p:nvPr/>
              </p:nvSpPr>
              <p:spPr>
                <a:xfrm>
                  <a:off x="4137468" y="5262864"/>
                  <a:ext cx="22389" cy="4478"/>
                </a:xfrm>
                <a:custGeom>
                  <a:avLst/>
                  <a:gdLst>
                    <a:gd name="connsiteX0" fmla="*/ 2239 w 22389"/>
                    <a:gd name="connsiteY0" fmla="*/ 4478 h 4477"/>
                    <a:gd name="connsiteX1" fmla="*/ 0 w 22389"/>
                    <a:gd name="connsiteY1" fmla="*/ 2239 h 4477"/>
                    <a:gd name="connsiteX2" fmla="*/ 2239 w 22389"/>
                    <a:gd name="connsiteY2" fmla="*/ 0 h 4477"/>
                    <a:gd name="connsiteX3" fmla="*/ 20150 w 22389"/>
                    <a:gd name="connsiteY3" fmla="*/ 0 h 4477"/>
                    <a:gd name="connsiteX4" fmla="*/ 20150 w 22389"/>
                    <a:gd name="connsiteY4" fmla="*/ 0 h 4477"/>
                    <a:gd name="connsiteX5" fmla="*/ 22389 w 22389"/>
                    <a:gd name="connsiteY5" fmla="*/ 2239 h 4477"/>
                    <a:gd name="connsiteX6" fmla="*/ 20150 w 22389"/>
                    <a:gd name="connsiteY6" fmla="*/ 4478 h 4477"/>
                    <a:gd name="connsiteX7" fmla="*/ 2239 w 22389"/>
                    <a:gd name="connsiteY7" fmla="*/ 4478 h 4477"/>
                    <a:gd name="connsiteX8" fmla="*/ 2239 w 22389"/>
                    <a:gd name="connsiteY8"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9" h="4477">
                      <a:moveTo>
                        <a:pt x="2239" y="4478"/>
                      </a:moveTo>
                      <a:cubicBezTo>
                        <a:pt x="896" y="4478"/>
                        <a:pt x="0" y="3582"/>
                        <a:pt x="0" y="2239"/>
                      </a:cubicBezTo>
                      <a:cubicBezTo>
                        <a:pt x="0" y="896"/>
                        <a:pt x="896" y="0"/>
                        <a:pt x="2239" y="0"/>
                      </a:cubicBezTo>
                      <a:lnTo>
                        <a:pt x="20150" y="0"/>
                      </a:lnTo>
                      <a:lnTo>
                        <a:pt x="20150" y="0"/>
                      </a:lnTo>
                      <a:cubicBezTo>
                        <a:pt x="21494" y="0"/>
                        <a:pt x="22389" y="896"/>
                        <a:pt x="22389" y="2239"/>
                      </a:cubicBezTo>
                      <a:cubicBezTo>
                        <a:pt x="22389" y="3582"/>
                        <a:pt x="21494" y="4478"/>
                        <a:pt x="20150" y="4478"/>
                      </a:cubicBezTo>
                      <a:lnTo>
                        <a:pt x="2239" y="4478"/>
                      </a:lnTo>
                      <a:lnTo>
                        <a:pt x="2239"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44" name="Freeform: Shape 4740">
                  <a:extLst>
                    <a:ext uri="{FF2B5EF4-FFF2-40B4-BE49-F238E27FC236}">
                      <a16:creationId xmlns:a16="http://schemas.microsoft.com/office/drawing/2014/main" id="{89C6EAE6-86AB-2A92-D689-883B0DCB3B85}"/>
                    </a:ext>
                  </a:extLst>
                </p:cNvPr>
                <p:cNvSpPr/>
                <p:nvPr/>
              </p:nvSpPr>
              <p:spPr>
                <a:xfrm>
                  <a:off x="4033807" y="5211146"/>
                  <a:ext cx="13433" cy="13433"/>
                </a:xfrm>
                <a:custGeom>
                  <a:avLst/>
                  <a:gdLst>
                    <a:gd name="connsiteX0" fmla="*/ 15001 w 13433"/>
                    <a:gd name="connsiteY0" fmla="*/ 17687 h 13433"/>
                    <a:gd name="connsiteX1" fmla="*/ 13210 w 13433"/>
                    <a:gd name="connsiteY1" fmla="*/ 16792 h 13433"/>
                    <a:gd name="connsiteX2" fmla="*/ 672 w 13433"/>
                    <a:gd name="connsiteY2" fmla="*/ 3806 h 13433"/>
                    <a:gd name="connsiteX3" fmla="*/ 672 w 13433"/>
                    <a:gd name="connsiteY3" fmla="*/ 672 h 13433"/>
                    <a:gd name="connsiteX4" fmla="*/ 3806 w 13433"/>
                    <a:gd name="connsiteY4" fmla="*/ 672 h 13433"/>
                    <a:gd name="connsiteX5" fmla="*/ 16344 w 13433"/>
                    <a:gd name="connsiteY5" fmla="*/ 13657 h 13433"/>
                    <a:gd name="connsiteX6" fmla="*/ 16344 w 13433"/>
                    <a:gd name="connsiteY6" fmla="*/ 16792 h 13433"/>
                    <a:gd name="connsiteX7" fmla="*/ 15001 w 13433"/>
                    <a:gd name="connsiteY7" fmla="*/ 17687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13433">
                      <a:moveTo>
                        <a:pt x="15001" y="17687"/>
                      </a:moveTo>
                      <a:cubicBezTo>
                        <a:pt x="14553" y="17687"/>
                        <a:pt x="13657" y="17239"/>
                        <a:pt x="13210" y="16792"/>
                      </a:cubicBezTo>
                      <a:lnTo>
                        <a:pt x="672" y="3806"/>
                      </a:lnTo>
                      <a:cubicBezTo>
                        <a:pt x="-224" y="2911"/>
                        <a:pt x="-224" y="1567"/>
                        <a:pt x="672" y="672"/>
                      </a:cubicBezTo>
                      <a:cubicBezTo>
                        <a:pt x="1567" y="-224"/>
                        <a:pt x="2910" y="-224"/>
                        <a:pt x="3806" y="672"/>
                      </a:cubicBezTo>
                      <a:lnTo>
                        <a:pt x="16344" y="13657"/>
                      </a:lnTo>
                      <a:cubicBezTo>
                        <a:pt x="17239" y="14553"/>
                        <a:pt x="17239" y="15896"/>
                        <a:pt x="16344" y="16792"/>
                      </a:cubicBezTo>
                      <a:cubicBezTo>
                        <a:pt x="15896" y="17239"/>
                        <a:pt x="15449" y="17687"/>
                        <a:pt x="15001" y="1768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45" name="Freeform: Shape 4741">
                  <a:extLst>
                    <a:ext uri="{FF2B5EF4-FFF2-40B4-BE49-F238E27FC236}">
                      <a16:creationId xmlns:a16="http://schemas.microsoft.com/office/drawing/2014/main" id="{0A1EC629-7226-5A80-7FB6-E3E05C21161D}"/>
                    </a:ext>
                  </a:extLst>
                </p:cNvPr>
                <p:cNvSpPr/>
                <p:nvPr/>
              </p:nvSpPr>
              <p:spPr>
                <a:xfrm>
                  <a:off x="4120229" y="5301598"/>
                  <a:ext cx="13433" cy="13433"/>
                </a:xfrm>
                <a:custGeom>
                  <a:avLst/>
                  <a:gdLst>
                    <a:gd name="connsiteX0" fmla="*/ 15001 w 13433"/>
                    <a:gd name="connsiteY0" fmla="*/ 17687 h 13433"/>
                    <a:gd name="connsiteX1" fmla="*/ 13210 w 13433"/>
                    <a:gd name="connsiteY1" fmla="*/ 16792 h 13433"/>
                    <a:gd name="connsiteX2" fmla="*/ 672 w 13433"/>
                    <a:gd name="connsiteY2" fmla="*/ 3806 h 13433"/>
                    <a:gd name="connsiteX3" fmla="*/ 672 w 13433"/>
                    <a:gd name="connsiteY3" fmla="*/ 672 h 13433"/>
                    <a:gd name="connsiteX4" fmla="*/ 3806 w 13433"/>
                    <a:gd name="connsiteY4" fmla="*/ 672 h 13433"/>
                    <a:gd name="connsiteX5" fmla="*/ 16344 w 13433"/>
                    <a:gd name="connsiteY5" fmla="*/ 13657 h 13433"/>
                    <a:gd name="connsiteX6" fmla="*/ 16344 w 13433"/>
                    <a:gd name="connsiteY6" fmla="*/ 16792 h 13433"/>
                    <a:gd name="connsiteX7" fmla="*/ 15001 w 13433"/>
                    <a:gd name="connsiteY7" fmla="*/ 17687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13433">
                      <a:moveTo>
                        <a:pt x="15001" y="17687"/>
                      </a:moveTo>
                      <a:cubicBezTo>
                        <a:pt x="14553" y="17687"/>
                        <a:pt x="13657" y="17239"/>
                        <a:pt x="13210" y="16792"/>
                      </a:cubicBezTo>
                      <a:lnTo>
                        <a:pt x="672" y="3806"/>
                      </a:lnTo>
                      <a:cubicBezTo>
                        <a:pt x="-224" y="2910"/>
                        <a:pt x="-224" y="1567"/>
                        <a:pt x="672" y="672"/>
                      </a:cubicBezTo>
                      <a:cubicBezTo>
                        <a:pt x="1567" y="-224"/>
                        <a:pt x="2911" y="-224"/>
                        <a:pt x="3806" y="672"/>
                      </a:cubicBezTo>
                      <a:lnTo>
                        <a:pt x="16344" y="13657"/>
                      </a:lnTo>
                      <a:cubicBezTo>
                        <a:pt x="17239" y="14553"/>
                        <a:pt x="17239" y="15896"/>
                        <a:pt x="16344" y="16792"/>
                      </a:cubicBezTo>
                      <a:cubicBezTo>
                        <a:pt x="16344" y="17687"/>
                        <a:pt x="15448" y="17687"/>
                        <a:pt x="15001" y="1768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846" name="Freeform: Shape 4742">
                <a:extLst>
                  <a:ext uri="{FF2B5EF4-FFF2-40B4-BE49-F238E27FC236}">
                    <a16:creationId xmlns:a16="http://schemas.microsoft.com/office/drawing/2014/main" id="{147E52A0-36C8-0964-2720-27D69D1A5E2C}"/>
                  </a:ext>
                  <a:ext uri="{C183D7F6-B498-43B3-948B-1728B52AA6E4}">
                    <adec:decorative xmlns:adec="http://schemas.microsoft.com/office/drawing/2017/decorative" val="1"/>
                  </a:ext>
                </a:extLst>
              </p:cNvPr>
              <p:cNvSpPr>
                <a:spLocks noChangeAspect="1"/>
              </p:cNvSpPr>
              <p:nvPr/>
            </p:nvSpPr>
            <p:spPr>
              <a:xfrm>
                <a:off x="10076636" y="1743228"/>
                <a:ext cx="98512" cy="125379"/>
              </a:xfrm>
              <a:custGeom>
                <a:avLst/>
                <a:gdLst>
                  <a:gd name="connsiteX0" fmla="*/ 64033 w 98511"/>
                  <a:gd name="connsiteY0" fmla="*/ 125379 h 125378"/>
                  <a:gd name="connsiteX1" fmla="*/ 0 w 98511"/>
                  <a:gd name="connsiteY1" fmla="*/ 62689 h 125378"/>
                  <a:gd name="connsiteX2" fmla="*/ 64033 w 98511"/>
                  <a:gd name="connsiteY2" fmla="*/ 0 h 125378"/>
                  <a:gd name="connsiteX3" fmla="*/ 97616 w 98511"/>
                  <a:gd name="connsiteY3" fmla="*/ 9404 h 125378"/>
                  <a:gd name="connsiteX4" fmla="*/ 98512 w 98511"/>
                  <a:gd name="connsiteY4" fmla="*/ 12090 h 125378"/>
                  <a:gd name="connsiteX5" fmla="*/ 96273 w 98511"/>
                  <a:gd name="connsiteY5" fmla="*/ 13433 h 125378"/>
                  <a:gd name="connsiteX6" fmla="*/ 91348 w 98511"/>
                  <a:gd name="connsiteY6" fmla="*/ 12986 h 125378"/>
                  <a:gd name="connsiteX7" fmla="*/ 40748 w 98511"/>
                  <a:gd name="connsiteY7" fmla="*/ 62242 h 125378"/>
                  <a:gd name="connsiteX8" fmla="*/ 91348 w 98511"/>
                  <a:gd name="connsiteY8" fmla="*/ 111498 h 125378"/>
                  <a:gd name="connsiteX9" fmla="*/ 96273 w 98511"/>
                  <a:gd name="connsiteY9" fmla="*/ 111050 h 125378"/>
                  <a:gd name="connsiteX10" fmla="*/ 98512 w 98511"/>
                  <a:gd name="connsiteY10" fmla="*/ 112393 h 125378"/>
                  <a:gd name="connsiteX11" fmla="*/ 97616 w 98511"/>
                  <a:gd name="connsiteY11" fmla="*/ 115080 h 125378"/>
                  <a:gd name="connsiteX12" fmla="*/ 64033 w 98511"/>
                  <a:gd name="connsiteY12" fmla="*/ 125379 h 125378"/>
                  <a:gd name="connsiteX13" fmla="*/ 64033 w 98511"/>
                  <a:gd name="connsiteY13" fmla="*/ 4478 h 125378"/>
                  <a:gd name="connsiteX14" fmla="*/ 4478 w 98511"/>
                  <a:gd name="connsiteY14" fmla="*/ 62689 h 125378"/>
                  <a:gd name="connsiteX15" fmla="*/ 64033 w 98511"/>
                  <a:gd name="connsiteY15" fmla="*/ 120901 h 125378"/>
                  <a:gd name="connsiteX16" fmla="*/ 86870 w 98511"/>
                  <a:gd name="connsiteY16" fmla="*/ 116423 h 125378"/>
                  <a:gd name="connsiteX17" fmla="*/ 36270 w 98511"/>
                  <a:gd name="connsiteY17" fmla="*/ 62689 h 125378"/>
                  <a:gd name="connsiteX18" fmla="*/ 86870 w 98511"/>
                  <a:gd name="connsiteY18" fmla="*/ 8956 h 125378"/>
                  <a:gd name="connsiteX19" fmla="*/ 64033 w 98511"/>
                  <a:gd name="connsiteY19"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8511" h="125378">
                    <a:moveTo>
                      <a:pt x="64033" y="125379"/>
                    </a:moveTo>
                    <a:cubicBezTo>
                      <a:pt x="28658" y="125379"/>
                      <a:pt x="0" y="97169"/>
                      <a:pt x="0" y="62689"/>
                    </a:cubicBezTo>
                    <a:cubicBezTo>
                      <a:pt x="0" y="28210"/>
                      <a:pt x="28658" y="0"/>
                      <a:pt x="64033" y="0"/>
                    </a:cubicBezTo>
                    <a:cubicBezTo>
                      <a:pt x="75675" y="0"/>
                      <a:pt x="87317" y="3135"/>
                      <a:pt x="97616" y="9404"/>
                    </a:cubicBezTo>
                    <a:cubicBezTo>
                      <a:pt x="98512" y="9851"/>
                      <a:pt x="98960" y="11195"/>
                      <a:pt x="98512" y="12090"/>
                    </a:cubicBezTo>
                    <a:cubicBezTo>
                      <a:pt x="98064" y="12986"/>
                      <a:pt x="97169" y="13881"/>
                      <a:pt x="96273" y="13433"/>
                    </a:cubicBezTo>
                    <a:cubicBezTo>
                      <a:pt x="94482" y="13433"/>
                      <a:pt x="93139" y="12986"/>
                      <a:pt x="91348" y="12986"/>
                    </a:cubicBezTo>
                    <a:cubicBezTo>
                      <a:pt x="63585" y="12986"/>
                      <a:pt x="40748" y="35375"/>
                      <a:pt x="40748" y="62242"/>
                    </a:cubicBezTo>
                    <a:cubicBezTo>
                      <a:pt x="40748" y="89556"/>
                      <a:pt x="63585" y="111498"/>
                      <a:pt x="91348" y="111498"/>
                    </a:cubicBezTo>
                    <a:cubicBezTo>
                      <a:pt x="93139" y="111498"/>
                      <a:pt x="94482" y="111498"/>
                      <a:pt x="96273" y="111050"/>
                    </a:cubicBezTo>
                    <a:cubicBezTo>
                      <a:pt x="97169" y="111050"/>
                      <a:pt x="98064" y="111498"/>
                      <a:pt x="98512" y="112393"/>
                    </a:cubicBezTo>
                    <a:cubicBezTo>
                      <a:pt x="98960" y="113289"/>
                      <a:pt x="98512" y="114632"/>
                      <a:pt x="97616" y="115080"/>
                    </a:cubicBezTo>
                    <a:cubicBezTo>
                      <a:pt x="87765" y="122244"/>
                      <a:pt x="76123" y="125379"/>
                      <a:pt x="64033" y="125379"/>
                    </a:cubicBezTo>
                    <a:close/>
                    <a:moveTo>
                      <a:pt x="64033" y="4478"/>
                    </a:moveTo>
                    <a:cubicBezTo>
                      <a:pt x="31345" y="4478"/>
                      <a:pt x="4478" y="30449"/>
                      <a:pt x="4478" y="62689"/>
                    </a:cubicBezTo>
                    <a:cubicBezTo>
                      <a:pt x="4478" y="94930"/>
                      <a:pt x="31345" y="120901"/>
                      <a:pt x="64033" y="120901"/>
                    </a:cubicBezTo>
                    <a:cubicBezTo>
                      <a:pt x="72093" y="120901"/>
                      <a:pt x="79705" y="119558"/>
                      <a:pt x="86870" y="116423"/>
                    </a:cubicBezTo>
                    <a:cubicBezTo>
                      <a:pt x="58659" y="114184"/>
                      <a:pt x="36270" y="90900"/>
                      <a:pt x="36270" y="62689"/>
                    </a:cubicBezTo>
                    <a:cubicBezTo>
                      <a:pt x="36270" y="34479"/>
                      <a:pt x="58659" y="11195"/>
                      <a:pt x="86870" y="8956"/>
                    </a:cubicBezTo>
                    <a:cubicBezTo>
                      <a:pt x="79705" y="5821"/>
                      <a:pt x="72093" y="4478"/>
                      <a:pt x="6403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847" name="Group 4743">
                <a:extLst>
                  <a:ext uri="{FF2B5EF4-FFF2-40B4-BE49-F238E27FC236}">
                    <a16:creationId xmlns:a16="http://schemas.microsoft.com/office/drawing/2014/main" id="{ED03D405-1F37-99A0-32DE-610FED5587EA}"/>
                  </a:ext>
                  <a:ext uri="{C183D7F6-B498-43B3-948B-1728B52AA6E4}">
                    <adec:decorative xmlns:adec="http://schemas.microsoft.com/office/drawing/2017/decorative" val="1"/>
                  </a:ext>
                </a:extLst>
              </p:cNvPr>
              <p:cNvGrpSpPr>
                <a:grpSpLocks noChangeAspect="1"/>
              </p:cNvGrpSpPr>
              <p:nvPr/>
            </p:nvGrpSpPr>
            <p:grpSpPr>
              <a:xfrm>
                <a:off x="10567853" y="1742780"/>
                <a:ext cx="164336" cy="111945"/>
                <a:chOff x="4787200" y="5201966"/>
                <a:chExt cx="164336" cy="111945"/>
              </a:xfrm>
            </p:grpSpPr>
            <p:sp>
              <p:nvSpPr>
                <p:cNvPr id="848" name="Freeform: Shape 4744">
                  <a:extLst>
                    <a:ext uri="{FF2B5EF4-FFF2-40B4-BE49-F238E27FC236}">
                      <a16:creationId xmlns:a16="http://schemas.microsoft.com/office/drawing/2014/main" id="{2BB94281-4467-EC45-0B80-20B7E4A2C66C}"/>
                    </a:ext>
                  </a:extLst>
                </p:cNvPr>
                <p:cNvSpPr/>
                <p:nvPr/>
              </p:nvSpPr>
              <p:spPr>
                <a:xfrm>
                  <a:off x="4826157" y="5224355"/>
                  <a:ext cx="125379" cy="89556"/>
                </a:xfrm>
                <a:custGeom>
                  <a:avLst/>
                  <a:gdLst>
                    <a:gd name="connsiteX0" fmla="*/ 94930 w 125378"/>
                    <a:gd name="connsiteY0" fmla="*/ 90004 h 89556"/>
                    <a:gd name="connsiteX1" fmla="*/ 26867 w 125378"/>
                    <a:gd name="connsiteY1" fmla="*/ 90004 h 89556"/>
                    <a:gd name="connsiteX2" fmla="*/ 0 w 125378"/>
                    <a:gd name="connsiteY2" fmla="*/ 63137 h 89556"/>
                    <a:gd name="connsiteX3" fmla="*/ 20598 w 125378"/>
                    <a:gd name="connsiteY3" fmla="*/ 36718 h 89556"/>
                    <a:gd name="connsiteX4" fmla="*/ 20598 w 125378"/>
                    <a:gd name="connsiteY4" fmla="*/ 36718 h 89556"/>
                    <a:gd name="connsiteX5" fmla="*/ 57316 w 125378"/>
                    <a:gd name="connsiteY5" fmla="*/ 0 h 89556"/>
                    <a:gd name="connsiteX6" fmla="*/ 93586 w 125378"/>
                    <a:gd name="connsiteY6" fmla="*/ 29553 h 89556"/>
                    <a:gd name="connsiteX7" fmla="*/ 125379 w 125378"/>
                    <a:gd name="connsiteY7" fmla="*/ 60003 h 89556"/>
                    <a:gd name="connsiteX8" fmla="*/ 94930 w 125378"/>
                    <a:gd name="connsiteY8" fmla="*/ 90004 h 89556"/>
                    <a:gd name="connsiteX9" fmla="*/ 57316 w 125378"/>
                    <a:gd name="connsiteY9" fmla="*/ 4478 h 89556"/>
                    <a:gd name="connsiteX10" fmla="*/ 25076 w 125378"/>
                    <a:gd name="connsiteY10" fmla="*/ 36718 h 89556"/>
                    <a:gd name="connsiteX11" fmla="*/ 25076 w 125378"/>
                    <a:gd name="connsiteY11" fmla="*/ 38509 h 89556"/>
                    <a:gd name="connsiteX12" fmla="*/ 23284 w 125378"/>
                    <a:gd name="connsiteY12" fmla="*/ 40748 h 89556"/>
                    <a:gd name="connsiteX13" fmla="*/ 4478 w 125378"/>
                    <a:gd name="connsiteY13" fmla="*/ 63137 h 89556"/>
                    <a:gd name="connsiteX14" fmla="*/ 26867 w 125378"/>
                    <a:gd name="connsiteY14" fmla="*/ 85526 h 89556"/>
                    <a:gd name="connsiteX15" fmla="*/ 94930 w 125378"/>
                    <a:gd name="connsiteY15" fmla="*/ 85526 h 89556"/>
                    <a:gd name="connsiteX16" fmla="*/ 120901 w 125378"/>
                    <a:gd name="connsiteY16" fmla="*/ 59555 h 89556"/>
                    <a:gd name="connsiteX17" fmla="*/ 94930 w 125378"/>
                    <a:gd name="connsiteY17" fmla="*/ 33584 h 89556"/>
                    <a:gd name="connsiteX18" fmla="*/ 91795 w 125378"/>
                    <a:gd name="connsiteY18" fmla="*/ 33584 h 89556"/>
                    <a:gd name="connsiteX19" fmla="*/ 89108 w 125378"/>
                    <a:gd name="connsiteY19" fmla="*/ 31792 h 89556"/>
                    <a:gd name="connsiteX20" fmla="*/ 57316 w 125378"/>
                    <a:gd name="connsiteY20" fmla="*/ 4478 h 8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5378" h="89556">
                      <a:moveTo>
                        <a:pt x="94930" y="90004"/>
                      </a:moveTo>
                      <a:lnTo>
                        <a:pt x="26867" y="90004"/>
                      </a:lnTo>
                      <a:cubicBezTo>
                        <a:pt x="12090" y="90004"/>
                        <a:pt x="0" y="77914"/>
                        <a:pt x="0" y="63137"/>
                      </a:cubicBezTo>
                      <a:cubicBezTo>
                        <a:pt x="0" y="50599"/>
                        <a:pt x="8508" y="39852"/>
                        <a:pt x="20598" y="36718"/>
                      </a:cubicBezTo>
                      <a:cubicBezTo>
                        <a:pt x="20598" y="36718"/>
                        <a:pt x="20598" y="36718"/>
                        <a:pt x="20598" y="36718"/>
                      </a:cubicBezTo>
                      <a:cubicBezTo>
                        <a:pt x="20598" y="16568"/>
                        <a:pt x="37166" y="0"/>
                        <a:pt x="57316" y="0"/>
                      </a:cubicBezTo>
                      <a:cubicBezTo>
                        <a:pt x="74779" y="0"/>
                        <a:pt x="90004" y="12538"/>
                        <a:pt x="93586" y="29553"/>
                      </a:cubicBezTo>
                      <a:cubicBezTo>
                        <a:pt x="110602" y="28658"/>
                        <a:pt x="125379" y="42539"/>
                        <a:pt x="125379" y="60003"/>
                      </a:cubicBezTo>
                      <a:cubicBezTo>
                        <a:pt x="125379" y="76571"/>
                        <a:pt x="111498" y="90004"/>
                        <a:pt x="94930" y="90004"/>
                      </a:cubicBezTo>
                      <a:close/>
                      <a:moveTo>
                        <a:pt x="57316" y="4478"/>
                      </a:moveTo>
                      <a:cubicBezTo>
                        <a:pt x="39405" y="4478"/>
                        <a:pt x="25076" y="19255"/>
                        <a:pt x="25076" y="36718"/>
                      </a:cubicBezTo>
                      <a:cubicBezTo>
                        <a:pt x="25076" y="37166"/>
                        <a:pt x="25076" y="38061"/>
                        <a:pt x="25076" y="38509"/>
                      </a:cubicBezTo>
                      <a:cubicBezTo>
                        <a:pt x="25076" y="39852"/>
                        <a:pt x="24180" y="40748"/>
                        <a:pt x="23284" y="40748"/>
                      </a:cubicBezTo>
                      <a:cubicBezTo>
                        <a:pt x="12538" y="42539"/>
                        <a:pt x="4478" y="51943"/>
                        <a:pt x="4478" y="63137"/>
                      </a:cubicBezTo>
                      <a:cubicBezTo>
                        <a:pt x="4478" y="75675"/>
                        <a:pt x="14777" y="85526"/>
                        <a:pt x="26867" y="85526"/>
                      </a:cubicBezTo>
                      <a:lnTo>
                        <a:pt x="94930" y="85526"/>
                      </a:lnTo>
                      <a:cubicBezTo>
                        <a:pt x="109259" y="85526"/>
                        <a:pt x="120901" y="73884"/>
                        <a:pt x="120901" y="59555"/>
                      </a:cubicBezTo>
                      <a:cubicBezTo>
                        <a:pt x="120901" y="45226"/>
                        <a:pt x="109259" y="33584"/>
                        <a:pt x="94930" y="33584"/>
                      </a:cubicBezTo>
                      <a:cubicBezTo>
                        <a:pt x="94034" y="33584"/>
                        <a:pt x="92691" y="33584"/>
                        <a:pt x="91795" y="33584"/>
                      </a:cubicBezTo>
                      <a:cubicBezTo>
                        <a:pt x="90452" y="33584"/>
                        <a:pt x="89556" y="32688"/>
                        <a:pt x="89108" y="31792"/>
                      </a:cubicBezTo>
                      <a:cubicBezTo>
                        <a:pt x="87317" y="16120"/>
                        <a:pt x="73436" y="4478"/>
                        <a:pt x="57316"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49" name="Freeform: Shape 4745">
                  <a:extLst>
                    <a:ext uri="{FF2B5EF4-FFF2-40B4-BE49-F238E27FC236}">
                      <a16:creationId xmlns:a16="http://schemas.microsoft.com/office/drawing/2014/main" id="{BF0866E5-3E7F-1FB2-0D70-4E2237C309C0}"/>
                    </a:ext>
                  </a:extLst>
                </p:cNvPr>
                <p:cNvSpPr/>
                <p:nvPr/>
              </p:nvSpPr>
              <p:spPr>
                <a:xfrm>
                  <a:off x="4807350" y="5223460"/>
                  <a:ext cx="44778" cy="49256"/>
                </a:xfrm>
                <a:custGeom>
                  <a:avLst/>
                  <a:gdLst>
                    <a:gd name="connsiteX0" fmla="*/ 16568 w 44778"/>
                    <a:gd name="connsiteY0" fmla="*/ 51943 h 49255"/>
                    <a:gd name="connsiteX1" fmla="*/ 15672 w 44778"/>
                    <a:gd name="connsiteY1" fmla="*/ 51943 h 49255"/>
                    <a:gd name="connsiteX2" fmla="*/ 0 w 44778"/>
                    <a:gd name="connsiteY2" fmla="*/ 27315 h 49255"/>
                    <a:gd name="connsiteX3" fmla="*/ 27315 w 44778"/>
                    <a:gd name="connsiteY3" fmla="*/ 0 h 49255"/>
                    <a:gd name="connsiteX4" fmla="*/ 45674 w 44778"/>
                    <a:gd name="connsiteY4" fmla="*/ 7164 h 49255"/>
                    <a:gd name="connsiteX5" fmla="*/ 45674 w 44778"/>
                    <a:gd name="connsiteY5" fmla="*/ 10299 h 49255"/>
                    <a:gd name="connsiteX6" fmla="*/ 42539 w 44778"/>
                    <a:gd name="connsiteY6" fmla="*/ 10299 h 49255"/>
                    <a:gd name="connsiteX7" fmla="*/ 27315 w 44778"/>
                    <a:gd name="connsiteY7" fmla="*/ 4478 h 49255"/>
                    <a:gd name="connsiteX8" fmla="*/ 4478 w 44778"/>
                    <a:gd name="connsiteY8" fmla="*/ 27315 h 49255"/>
                    <a:gd name="connsiteX9" fmla="*/ 17463 w 44778"/>
                    <a:gd name="connsiteY9" fmla="*/ 47913 h 49255"/>
                    <a:gd name="connsiteX10" fmla="*/ 18359 w 44778"/>
                    <a:gd name="connsiteY10" fmla="*/ 51047 h 49255"/>
                    <a:gd name="connsiteX11" fmla="*/ 16568 w 44778"/>
                    <a:gd name="connsiteY11" fmla="*/ 51943 h 4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778" h="49255">
                      <a:moveTo>
                        <a:pt x="16568" y="51943"/>
                      </a:moveTo>
                      <a:cubicBezTo>
                        <a:pt x="16120" y="51943"/>
                        <a:pt x="16120" y="51943"/>
                        <a:pt x="15672" y="51943"/>
                      </a:cubicBezTo>
                      <a:cubicBezTo>
                        <a:pt x="6269" y="47465"/>
                        <a:pt x="0" y="37614"/>
                        <a:pt x="0" y="27315"/>
                      </a:cubicBezTo>
                      <a:cubicBezTo>
                        <a:pt x="0" y="12090"/>
                        <a:pt x="12090" y="0"/>
                        <a:pt x="27315" y="0"/>
                      </a:cubicBezTo>
                      <a:cubicBezTo>
                        <a:pt x="34031" y="0"/>
                        <a:pt x="40748" y="2687"/>
                        <a:pt x="45674" y="7164"/>
                      </a:cubicBezTo>
                      <a:cubicBezTo>
                        <a:pt x="46569" y="8060"/>
                        <a:pt x="46569" y="9403"/>
                        <a:pt x="45674" y="10299"/>
                      </a:cubicBezTo>
                      <a:cubicBezTo>
                        <a:pt x="44778" y="11195"/>
                        <a:pt x="43435" y="11195"/>
                        <a:pt x="42539" y="10299"/>
                      </a:cubicBezTo>
                      <a:cubicBezTo>
                        <a:pt x="38509" y="6269"/>
                        <a:pt x="32688" y="4478"/>
                        <a:pt x="27315" y="4478"/>
                      </a:cubicBezTo>
                      <a:cubicBezTo>
                        <a:pt x="14777" y="4478"/>
                        <a:pt x="4478" y="14777"/>
                        <a:pt x="4478" y="27315"/>
                      </a:cubicBezTo>
                      <a:cubicBezTo>
                        <a:pt x="4478" y="36270"/>
                        <a:pt x="9403" y="44331"/>
                        <a:pt x="17463" y="47913"/>
                      </a:cubicBezTo>
                      <a:cubicBezTo>
                        <a:pt x="18359" y="48360"/>
                        <a:pt x="19255" y="49704"/>
                        <a:pt x="18359" y="51047"/>
                      </a:cubicBezTo>
                      <a:cubicBezTo>
                        <a:pt x="17911" y="51495"/>
                        <a:pt x="17463" y="51943"/>
                        <a:pt x="16568" y="5194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50" name="Freeform: Shape 4746">
                  <a:extLst>
                    <a:ext uri="{FF2B5EF4-FFF2-40B4-BE49-F238E27FC236}">
                      <a16:creationId xmlns:a16="http://schemas.microsoft.com/office/drawing/2014/main" id="{34B7EA42-CB08-6D75-C743-84CA8B502074}"/>
                    </a:ext>
                  </a:extLst>
                </p:cNvPr>
                <p:cNvSpPr/>
                <p:nvPr/>
              </p:nvSpPr>
              <p:spPr>
                <a:xfrm>
                  <a:off x="4797906" y="5217150"/>
                  <a:ext cx="13433" cy="8956"/>
                </a:xfrm>
                <a:custGeom>
                  <a:avLst/>
                  <a:gdLst>
                    <a:gd name="connsiteX0" fmla="*/ 12130 w 13433"/>
                    <a:gd name="connsiteY0" fmla="*/ 12578 h 8955"/>
                    <a:gd name="connsiteX1" fmla="*/ 10787 w 13433"/>
                    <a:gd name="connsiteY1" fmla="*/ 12130 h 8955"/>
                    <a:gd name="connsiteX2" fmla="*/ 936 w 13433"/>
                    <a:gd name="connsiteY2" fmla="*/ 4070 h 8955"/>
                    <a:gd name="connsiteX3" fmla="*/ 488 w 13433"/>
                    <a:gd name="connsiteY3" fmla="*/ 936 h 8955"/>
                    <a:gd name="connsiteX4" fmla="*/ 3623 w 13433"/>
                    <a:gd name="connsiteY4" fmla="*/ 488 h 8955"/>
                    <a:gd name="connsiteX5" fmla="*/ 13474 w 13433"/>
                    <a:gd name="connsiteY5" fmla="*/ 8548 h 8955"/>
                    <a:gd name="connsiteX6" fmla="*/ 13922 w 13433"/>
                    <a:gd name="connsiteY6" fmla="*/ 11683 h 8955"/>
                    <a:gd name="connsiteX7" fmla="*/ 12130 w 13433"/>
                    <a:gd name="connsiteY7" fmla="*/ 12578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8955">
                      <a:moveTo>
                        <a:pt x="12130" y="12578"/>
                      </a:moveTo>
                      <a:cubicBezTo>
                        <a:pt x="11683" y="12578"/>
                        <a:pt x="11235" y="12578"/>
                        <a:pt x="10787" y="12130"/>
                      </a:cubicBezTo>
                      <a:lnTo>
                        <a:pt x="936" y="4070"/>
                      </a:lnTo>
                      <a:cubicBezTo>
                        <a:pt x="40" y="3175"/>
                        <a:pt x="-407" y="1832"/>
                        <a:pt x="488" y="936"/>
                      </a:cubicBezTo>
                      <a:cubicBezTo>
                        <a:pt x="1384" y="40"/>
                        <a:pt x="2727" y="-407"/>
                        <a:pt x="3623" y="488"/>
                      </a:cubicBezTo>
                      <a:lnTo>
                        <a:pt x="13474" y="8548"/>
                      </a:lnTo>
                      <a:cubicBezTo>
                        <a:pt x="14369" y="9444"/>
                        <a:pt x="14817" y="10787"/>
                        <a:pt x="13922" y="11683"/>
                      </a:cubicBezTo>
                      <a:cubicBezTo>
                        <a:pt x="13474" y="12130"/>
                        <a:pt x="13026" y="12578"/>
                        <a:pt x="12130" y="125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51" name="Freeform: Shape 4747">
                  <a:extLst>
                    <a:ext uri="{FF2B5EF4-FFF2-40B4-BE49-F238E27FC236}">
                      <a16:creationId xmlns:a16="http://schemas.microsoft.com/office/drawing/2014/main" id="{DDB7EA42-D01B-FC93-8932-9EE4ECAA512A}"/>
                    </a:ext>
                  </a:extLst>
                </p:cNvPr>
                <p:cNvSpPr/>
                <p:nvPr/>
              </p:nvSpPr>
              <p:spPr>
                <a:xfrm>
                  <a:off x="4828843" y="5201966"/>
                  <a:ext cx="4478" cy="17911"/>
                </a:xfrm>
                <a:custGeom>
                  <a:avLst/>
                  <a:gdLst>
                    <a:gd name="connsiteX0" fmla="*/ 2239 w 4477"/>
                    <a:gd name="connsiteY0" fmla="*/ 17911 h 17911"/>
                    <a:gd name="connsiteX1" fmla="*/ 2239 w 4477"/>
                    <a:gd name="connsiteY1" fmla="*/ 17911 h 17911"/>
                    <a:gd name="connsiteX2" fmla="*/ 0 w 4477"/>
                    <a:gd name="connsiteY2" fmla="*/ 15672 h 17911"/>
                    <a:gd name="connsiteX3" fmla="*/ 0 w 4477"/>
                    <a:gd name="connsiteY3" fmla="*/ 2239 h 17911"/>
                    <a:gd name="connsiteX4" fmla="*/ 2239 w 4477"/>
                    <a:gd name="connsiteY4" fmla="*/ 0 h 17911"/>
                    <a:gd name="connsiteX5" fmla="*/ 4478 w 4477"/>
                    <a:gd name="connsiteY5" fmla="*/ 2239 h 17911"/>
                    <a:gd name="connsiteX6" fmla="*/ 4478 w 4477"/>
                    <a:gd name="connsiteY6" fmla="*/ 15672 h 17911"/>
                    <a:gd name="connsiteX7" fmla="*/ 2239 w 4477"/>
                    <a:gd name="connsiteY7" fmla="*/ 17911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 h="17911">
                      <a:moveTo>
                        <a:pt x="2239" y="17911"/>
                      </a:moveTo>
                      <a:cubicBezTo>
                        <a:pt x="2239" y="17911"/>
                        <a:pt x="2239" y="17911"/>
                        <a:pt x="2239" y="17911"/>
                      </a:cubicBezTo>
                      <a:cubicBezTo>
                        <a:pt x="896" y="17911"/>
                        <a:pt x="0" y="17016"/>
                        <a:pt x="0" y="15672"/>
                      </a:cubicBezTo>
                      <a:lnTo>
                        <a:pt x="0" y="2239"/>
                      </a:lnTo>
                      <a:cubicBezTo>
                        <a:pt x="0" y="896"/>
                        <a:pt x="1343" y="0"/>
                        <a:pt x="2239" y="0"/>
                      </a:cubicBezTo>
                      <a:cubicBezTo>
                        <a:pt x="3582" y="0"/>
                        <a:pt x="4478" y="896"/>
                        <a:pt x="4478" y="2239"/>
                      </a:cubicBezTo>
                      <a:lnTo>
                        <a:pt x="4478" y="15672"/>
                      </a:lnTo>
                      <a:cubicBezTo>
                        <a:pt x="4478" y="17016"/>
                        <a:pt x="3582" y="17911"/>
                        <a:pt x="2239" y="1791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52" name="Freeform: Shape 4748">
                  <a:extLst>
                    <a:ext uri="{FF2B5EF4-FFF2-40B4-BE49-F238E27FC236}">
                      <a16:creationId xmlns:a16="http://schemas.microsoft.com/office/drawing/2014/main" id="{938EA24F-047D-AF0C-774E-D39BD0F42314}"/>
                    </a:ext>
                  </a:extLst>
                </p:cNvPr>
                <p:cNvSpPr/>
                <p:nvPr/>
              </p:nvSpPr>
              <p:spPr>
                <a:xfrm>
                  <a:off x="4851504" y="5210298"/>
                  <a:ext cx="8956" cy="13433"/>
                </a:xfrm>
                <a:custGeom>
                  <a:avLst/>
                  <a:gdLst>
                    <a:gd name="connsiteX0" fmla="*/ 2415 w 8955"/>
                    <a:gd name="connsiteY0" fmla="*/ 14953 h 13433"/>
                    <a:gd name="connsiteX1" fmla="*/ 1071 w 8955"/>
                    <a:gd name="connsiteY1" fmla="*/ 14505 h 13433"/>
                    <a:gd name="connsiteX2" fmla="*/ 176 w 8955"/>
                    <a:gd name="connsiteY2" fmla="*/ 11370 h 13433"/>
                    <a:gd name="connsiteX3" fmla="*/ 6445 w 8955"/>
                    <a:gd name="connsiteY3" fmla="*/ 1071 h 13433"/>
                    <a:gd name="connsiteX4" fmla="*/ 9579 w 8955"/>
                    <a:gd name="connsiteY4" fmla="*/ 176 h 13433"/>
                    <a:gd name="connsiteX5" fmla="*/ 10475 w 8955"/>
                    <a:gd name="connsiteY5" fmla="*/ 3310 h 13433"/>
                    <a:gd name="connsiteX6" fmla="*/ 4206 w 8955"/>
                    <a:gd name="connsiteY6" fmla="*/ 13609 h 13433"/>
                    <a:gd name="connsiteX7" fmla="*/ 2415 w 8955"/>
                    <a:gd name="connsiteY7" fmla="*/ 14953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13433">
                      <a:moveTo>
                        <a:pt x="2415" y="14953"/>
                      </a:moveTo>
                      <a:cubicBezTo>
                        <a:pt x="1967" y="14953"/>
                        <a:pt x="1519" y="14953"/>
                        <a:pt x="1071" y="14505"/>
                      </a:cubicBezTo>
                      <a:cubicBezTo>
                        <a:pt x="176" y="14057"/>
                        <a:pt x="-272" y="12266"/>
                        <a:pt x="176" y="11370"/>
                      </a:cubicBezTo>
                      <a:lnTo>
                        <a:pt x="6445" y="1071"/>
                      </a:lnTo>
                      <a:cubicBezTo>
                        <a:pt x="6892" y="176"/>
                        <a:pt x="8684" y="-272"/>
                        <a:pt x="9579" y="176"/>
                      </a:cubicBezTo>
                      <a:cubicBezTo>
                        <a:pt x="10475" y="624"/>
                        <a:pt x="10922" y="2415"/>
                        <a:pt x="10475" y="3310"/>
                      </a:cubicBezTo>
                      <a:lnTo>
                        <a:pt x="4206" y="13609"/>
                      </a:lnTo>
                      <a:cubicBezTo>
                        <a:pt x="3758" y="14505"/>
                        <a:pt x="3310" y="14953"/>
                        <a:pt x="2415" y="1495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53" name="Freeform: Shape 4749">
                  <a:extLst>
                    <a:ext uri="{FF2B5EF4-FFF2-40B4-BE49-F238E27FC236}">
                      <a16:creationId xmlns:a16="http://schemas.microsoft.com/office/drawing/2014/main" id="{F7EABE81-F808-403B-417A-DCFD2C5443B3}"/>
                    </a:ext>
                  </a:extLst>
                </p:cNvPr>
                <p:cNvSpPr/>
                <p:nvPr/>
              </p:nvSpPr>
              <p:spPr>
                <a:xfrm>
                  <a:off x="4787200" y="5247640"/>
                  <a:ext cx="13433" cy="4478"/>
                </a:xfrm>
                <a:custGeom>
                  <a:avLst/>
                  <a:gdLst>
                    <a:gd name="connsiteX0" fmla="*/ 2239 w 13433"/>
                    <a:gd name="connsiteY0" fmla="*/ 4478 h 4477"/>
                    <a:gd name="connsiteX1" fmla="*/ 0 w 13433"/>
                    <a:gd name="connsiteY1" fmla="*/ 2239 h 4477"/>
                    <a:gd name="connsiteX2" fmla="*/ 2239 w 13433"/>
                    <a:gd name="connsiteY2" fmla="*/ 0 h 4477"/>
                    <a:gd name="connsiteX3" fmla="*/ 15224 w 13433"/>
                    <a:gd name="connsiteY3" fmla="*/ 0 h 4477"/>
                    <a:gd name="connsiteX4" fmla="*/ 17463 w 13433"/>
                    <a:gd name="connsiteY4" fmla="*/ 2239 h 4477"/>
                    <a:gd name="connsiteX5" fmla="*/ 15224 w 13433"/>
                    <a:gd name="connsiteY5" fmla="*/ 4478 h 4477"/>
                    <a:gd name="connsiteX6" fmla="*/ 2239 w 13433"/>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 h="4477">
                      <a:moveTo>
                        <a:pt x="2239" y="4478"/>
                      </a:moveTo>
                      <a:cubicBezTo>
                        <a:pt x="896" y="4478"/>
                        <a:pt x="0" y="3582"/>
                        <a:pt x="0" y="2239"/>
                      </a:cubicBezTo>
                      <a:cubicBezTo>
                        <a:pt x="0" y="895"/>
                        <a:pt x="896" y="0"/>
                        <a:pt x="2239" y="0"/>
                      </a:cubicBezTo>
                      <a:lnTo>
                        <a:pt x="15224" y="0"/>
                      </a:lnTo>
                      <a:cubicBezTo>
                        <a:pt x="16568" y="0"/>
                        <a:pt x="17463" y="895"/>
                        <a:pt x="17463" y="2239"/>
                      </a:cubicBezTo>
                      <a:cubicBezTo>
                        <a:pt x="17463" y="3582"/>
                        <a:pt x="16568" y="4478"/>
                        <a:pt x="15224" y="4478"/>
                      </a:cubicBezTo>
                      <a:lnTo>
                        <a:pt x="2239"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54" name="Freeform: Shape 4750">
                  <a:extLst>
                    <a:ext uri="{FF2B5EF4-FFF2-40B4-BE49-F238E27FC236}">
                      <a16:creationId xmlns:a16="http://schemas.microsoft.com/office/drawing/2014/main" id="{E1373C44-132F-CC7D-7D87-EBC0766B15FC}"/>
                    </a:ext>
                  </a:extLst>
                </p:cNvPr>
                <p:cNvSpPr/>
                <p:nvPr/>
              </p:nvSpPr>
              <p:spPr>
                <a:xfrm>
                  <a:off x="4798618" y="5271596"/>
                  <a:ext cx="13433" cy="13433"/>
                </a:xfrm>
                <a:custGeom>
                  <a:avLst/>
                  <a:gdLst>
                    <a:gd name="connsiteX0" fmla="*/ 2463 w 13433"/>
                    <a:gd name="connsiteY0" fmla="*/ 13657 h 13433"/>
                    <a:gd name="connsiteX1" fmla="*/ 672 w 13433"/>
                    <a:gd name="connsiteY1" fmla="*/ 13210 h 13433"/>
                    <a:gd name="connsiteX2" fmla="*/ 672 w 13433"/>
                    <a:gd name="connsiteY2" fmla="*/ 10075 h 13433"/>
                    <a:gd name="connsiteX3" fmla="*/ 10075 w 13433"/>
                    <a:gd name="connsiteY3" fmla="*/ 672 h 13433"/>
                    <a:gd name="connsiteX4" fmla="*/ 13210 w 13433"/>
                    <a:gd name="connsiteY4" fmla="*/ 672 h 13433"/>
                    <a:gd name="connsiteX5" fmla="*/ 13210 w 13433"/>
                    <a:gd name="connsiteY5" fmla="*/ 3806 h 13433"/>
                    <a:gd name="connsiteX6" fmla="*/ 3806 w 13433"/>
                    <a:gd name="connsiteY6" fmla="*/ 13210 h 13433"/>
                    <a:gd name="connsiteX7" fmla="*/ 2463 w 13433"/>
                    <a:gd name="connsiteY7" fmla="*/ 13657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3" h="13433">
                      <a:moveTo>
                        <a:pt x="2463" y="13657"/>
                      </a:moveTo>
                      <a:cubicBezTo>
                        <a:pt x="2015" y="13657"/>
                        <a:pt x="1119" y="13657"/>
                        <a:pt x="672" y="13210"/>
                      </a:cubicBezTo>
                      <a:cubicBezTo>
                        <a:pt x="-224" y="12314"/>
                        <a:pt x="-224" y="10971"/>
                        <a:pt x="672" y="10075"/>
                      </a:cubicBezTo>
                      <a:lnTo>
                        <a:pt x="10075" y="672"/>
                      </a:lnTo>
                      <a:cubicBezTo>
                        <a:pt x="10971" y="-224"/>
                        <a:pt x="12314" y="-224"/>
                        <a:pt x="13210" y="672"/>
                      </a:cubicBezTo>
                      <a:cubicBezTo>
                        <a:pt x="14105" y="1567"/>
                        <a:pt x="14105" y="2911"/>
                        <a:pt x="13210" y="3806"/>
                      </a:cubicBezTo>
                      <a:lnTo>
                        <a:pt x="3806" y="13210"/>
                      </a:lnTo>
                      <a:cubicBezTo>
                        <a:pt x="3358" y="13657"/>
                        <a:pt x="2911" y="13657"/>
                        <a:pt x="2463" y="1365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855" name="Group 4751">
                <a:extLst>
                  <a:ext uri="{FF2B5EF4-FFF2-40B4-BE49-F238E27FC236}">
                    <a16:creationId xmlns:a16="http://schemas.microsoft.com/office/drawing/2014/main" id="{27D67CBB-C2E9-E61E-D76D-682286A46B30}"/>
                  </a:ext>
                  <a:ext uri="{C183D7F6-B498-43B3-948B-1728B52AA6E4}">
                    <adec:decorative xmlns:adec="http://schemas.microsoft.com/office/drawing/2017/decorative" val="1"/>
                  </a:ext>
                </a:extLst>
              </p:cNvPr>
              <p:cNvGrpSpPr>
                <a:grpSpLocks noChangeAspect="1"/>
              </p:cNvGrpSpPr>
              <p:nvPr/>
            </p:nvGrpSpPr>
            <p:grpSpPr>
              <a:xfrm>
                <a:off x="10853985" y="1769171"/>
                <a:ext cx="125379" cy="72569"/>
                <a:chOff x="5073332" y="5228357"/>
                <a:chExt cx="125379" cy="72569"/>
              </a:xfrm>
            </p:grpSpPr>
            <p:sp>
              <p:nvSpPr>
                <p:cNvPr id="856" name="Freeform: Shape 4752">
                  <a:extLst>
                    <a:ext uri="{FF2B5EF4-FFF2-40B4-BE49-F238E27FC236}">
                      <a16:creationId xmlns:a16="http://schemas.microsoft.com/office/drawing/2014/main" id="{1F0F0FD1-E5B2-F073-5209-BF427DF1C882}"/>
                    </a:ext>
                  </a:extLst>
                </p:cNvPr>
                <p:cNvSpPr/>
                <p:nvPr/>
              </p:nvSpPr>
              <p:spPr>
                <a:xfrm>
                  <a:off x="5100199" y="5228357"/>
                  <a:ext cx="98512" cy="31345"/>
                </a:xfrm>
                <a:custGeom>
                  <a:avLst/>
                  <a:gdLst>
                    <a:gd name="connsiteX0" fmla="*/ 79705 w 98511"/>
                    <a:gd name="connsiteY0" fmla="*/ 32269 h 31344"/>
                    <a:gd name="connsiteX1" fmla="*/ 2239 w 98511"/>
                    <a:gd name="connsiteY1" fmla="*/ 32269 h 31344"/>
                    <a:gd name="connsiteX2" fmla="*/ 0 w 98511"/>
                    <a:gd name="connsiteY2" fmla="*/ 30030 h 31344"/>
                    <a:gd name="connsiteX3" fmla="*/ 2239 w 98511"/>
                    <a:gd name="connsiteY3" fmla="*/ 27791 h 31344"/>
                    <a:gd name="connsiteX4" fmla="*/ 79258 w 98511"/>
                    <a:gd name="connsiteY4" fmla="*/ 27791 h 31344"/>
                    <a:gd name="connsiteX5" fmla="*/ 79705 w 98511"/>
                    <a:gd name="connsiteY5" fmla="*/ 27791 h 31344"/>
                    <a:gd name="connsiteX6" fmla="*/ 89556 w 98511"/>
                    <a:gd name="connsiteY6" fmla="*/ 24209 h 31344"/>
                    <a:gd name="connsiteX7" fmla="*/ 94034 w 98511"/>
                    <a:gd name="connsiteY7" fmla="*/ 14357 h 31344"/>
                    <a:gd name="connsiteX8" fmla="*/ 84631 w 98511"/>
                    <a:gd name="connsiteY8" fmla="*/ 4058 h 31344"/>
                    <a:gd name="connsiteX9" fmla="*/ 77466 w 98511"/>
                    <a:gd name="connsiteY9" fmla="*/ 10775 h 31344"/>
                    <a:gd name="connsiteX10" fmla="*/ 81944 w 98511"/>
                    <a:gd name="connsiteY10" fmla="*/ 15701 h 31344"/>
                    <a:gd name="connsiteX11" fmla="*/ 85079 w 98511"/>
                    <a:gd name="connsiteY11" fmla="*/ 13014 h 31344"/>
                    <a:gd name="connsiteX12" fmla="*/ 87317 w 98511"/>
                    <a:gd name="connsiteY12" fmla="*/ 10775 h 31344"/>
                    <a:gd name="connsiteX13" fmla="*/ 89556 w 98511"/>
                    <a:gd name="connsiteY13" fmla="*/ 13014 h 31344"/>
                    <a:gd name="connsiteX14" fmla="*/ 81944 w 98511"/>
                    <a:gd name="connsiteY14" fmla="*/ 20178 h 31344"/>
                    <a:gd name="connsiteX15" fmla="*/ 73436 w 98511"/>
                    <a:gd name="connsiteY15" fmla="*/ 10775 h 31344"/>
                    <a:gd name="connsiteX16" fmla="*/ 85079 w 98511"/>
                    <a:gd name="connsiteY16" fmla="*/ 28 h 31344"/>
                    <a:gd name="connsiteX17" fmla="*/ 98960 w 98511"/>
                    <a:gd name="connsiteY17" fmla="*/ 14805 h 31344"/>
                    <a:gd name="connsiteX18" fmla="*/ 93139 w 98511"/>
                    <a:gd name="connsiteY18" fmla="*/ 27343 h 31344"/>
                    <a:gd name="connsiteX19" fmla="*/ 79705 w 98511"/>
                    <a:gd name="connsiteY19" fmla="*/ 32269 h 31344"/>
                    <a:gd name="connsiteX20" fmla="*/ 79705 w 98511"/>
                    <a:gd name="connsiteY20" fmla="*/ 32269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511" h="31344">
                      <a:moveTo>
                        <a:pt x="79705" y="32269"/>
                      </a:moveTo>
                      <a:lnTo>
                        <a:pt x="2239" y="32269"/>
                      </a:lnTo>
                      <a:cubicBezTo>
                        <a:pt x="896" y="32269"/>
                        <a:pt x="0" y="31373"/>
                        <a:pt x="0" y="30030"/>
                      </a:cubicBezTo>
                      <a:cubicBezTo>
                        <a:pt x="0" y="28686"/>
                        <a:pt x="896" y="27791"/>
                        <a:pt x="2239" y="27791"/>
                      </a:cubicBezTo>
                      <a:lnTo>
                        <a:pt x="79258" y="27791"/>
                      </a:lnTo>
                      <a:cubicBezTo>
                        <a:pt x="79258" y="27791"/>
                        <a:pt x="79705" y="27791"/>
                        <a:pt x="79705" y="27791"/>
                      </a:cubicBezTo>
                      <a:cubicBezTo>
                        <a:pt x="83287" y="27791"/>
                        <a:pt x="86870" y="26448"/>
                        <a:pt x="89556" y="24209"/>
                      </a:cubicBezTo>
                      <a:cubicBezTo>
                        <a:pt x="92243" y="21522"/>
                        <a:pt x="94034" y="18387"/>
                        <a:pt x="94034" y="14357"/>
                      </a:cubicBezTo>
                      <a:cubicBezTo>
                        <a:pt x="94482" y="8984"/>
                        <a:pt x="90004" y="4506"/>
                        <a:pt x="84631" y="4058"/>
                      </a:cubicBezTo>
                      <a:cubicBezTo>
                        <a:pt x="81048" y="4058"/>
                        <a:pt x="77914" y="6745"/>
                        <a:pt x="77466" y="10775"/>
                      </a:cubicBezTo>
                      <a:cubicBezTo>
                        <a:pt x="77466" y="13462"/>
                        <a:pt x="79258" y="15253"/>
                        <a:pt x="81944" y="15701"/>
                      </a:cubicBezTo>
                      <a:cubicBezTo>
                        <a:pt x="83287" y="15701"/>
                        <a:pt x="84631" y="14357"/>
                        <a:pt x="85079" y="13014"/>
                      </a:cubicBezTo>
                      <a:cubicBezTo>
                        <a:pt x="85079" y="11671"/>
                        <a:pt x="85974" y="10775"/>
                        <a:pt x="87317" y="10775"/>
                      </a:cubicBezTo>
                      <a:cubicBezTo>
                        <a:pt x="88661" y="10775"/>
                        <a:pt x="89556" y="11671"/>
                        <a:pt x="89556" y="13014"/>
                      </a:cubicBezTo>
                      <a:cubicBezTo>
                        <a:pt x="89556" y="17044"/>
                        <a:pt x="85974" y="20178"/>
                        <a:pt x="81944" y="20178"/>
                      </a:cubicBezTo>
                      <a:cubicBezTo>
                        <a:pt x="77019" y="20178"/>
                        <a:pt x="72989" y="15701"/>
                        <a:pt x="73436" y="10775"/>
                      </a:cubicBezTo>
                      <a:cubicBezTo>
                        <a:pt x="73884" y="4506"/>
                        <a:pt x="78809" y="-419"/>
                        <a:pt x="85079" y="28"/>
                      </a:cubicBezTo>
                      <a:cubicBezTo>
                        <a:pt x="93139" y="476"/>
                        <a:pt x="98960" y="7193"/>
                        <a:pt x="98960" y="14805"/>
                      </a:cubicBezTo>
                      <a:cubicBezTo>
                        <a:pt x="98960" y="19731"/>
                        <a:pt x="96721" y="24209"/>
                        <a:pt x="93139" y="27343"/>
                      </a:cubicBezTo>
                      <a:cubicBezTo>
                        <a:pt x="89109" y="30925"/>
                        <a:pt x="84631" y="32717"/>
                        <a:pt x="79705" y="32269"/>
                      </a:cubicBezTo>
                      <a:cubicBezTo>
                        <a:pt x="79705" y="32269"/>
                        <a:pt x="79705" y="32269"/>
                        <a:pt x="79705" y="32269"/>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57" name="Freeform: Shape 4753">
                  <a:extLst>
                    <a:ext uri="{FF2B5EF4-FFF2-40B4-BE49-F238E27FC236}">
                      <a16:creationId xmlns:a16="http://schemas.microsoft.com/office/drawing/2014/main" id="{0034B0C9-43F2-F37A-C4F8-9C157C4A15E8}"/>
                    </a:ext>
                  </a:extLst>
                </p:cNvPr>
                <p:cNvSpPr/>
                <p:nvPr/>
              </p:nvSpPr>
              <p:spPr>
                <a:xfrm>
                  <a:off x="5073332" y="5269581"/>
                  <a:ext cx="125379" cy="31345"/>
                </a:xfrm>
                <a:custGeom>
                  <a:avLst/>
                  <a:gdLst>
                    <a:gd name="connsiteX0" fmla="*/ 111498 w 125378"/>
                    <a:gd name="connsiteY0" fmla="*/ 32688 h 31344"/>
                    <a:gd name="connsiteX1" fmla="*/ 109259 w 125378"/>
                    <a:gd name="connsiteY1" fmla="*/ 30449 h 31344"/>
                    <a:gd name="connsiteX2" fmla="*/ 111498 w 125378"/>
                    <a:gd name="connsiteY2" fmla="*/ 28210 h 31344"/>
                    <a:gd name="connsiteX3" fmla="*/ 120901 w 125378"/>
                    <a:gd name="connsiteY3" fmla="*/ 17911 h 31344"/>
                    <a:gd name="connsiteX4" fmla="*/ 106572 w 125378"/>
                    <a:gd name="connsiteY4" fmla="*/ 4478 h 31344"/>
                    <a:gd name="connsiteX5" fmla="*/ 106125 w 125378"/>
                    <a:gd name="connsiteY5" fmla="*/ 4478 h 31344"/>
                    <a:gd name="connsiteX6" fmla="*/ 2239 w 125378"/>
                    <a:gd name="connsiteY6" fmla="*/ 4478 h 31344"/>
                    <a:gd name="connsiteX7" fmla="*/ 0 w 125378"/>
                    <a:gd name="connsiteY7" fmla="*/ 2239 h 31344"/>
                    <a:gd name="connsiteX8" fmla="*/ 2239 w 125378"/>
                    <a:gd name="connsiteY8" fmla="*/ 0 h 31344"/>
                    <a:gd name="connsiteX9" fmla="*/ 106572 w 125378"/>
                    <a:gd name="connsiteY9" fmla="*/ 0 h 31344"/>
                    <a:gd name="connsiteX10" fmla="*/ 107468 w 125378"/>
                    <a:gd name="connsiteY10" fmla="*/ 0 h 31344"/>
                    <a:gd name="connsiteX11" fmla="*/ 125827 w 125378"/>
                    <a:gd name="connsiteY11" fmla="*/ 17464 h 31344"/>
                    <a:gd name="connsiteX12" fmla="*/ 111498 w 125378"/>
                    <a:gd name="connsiteY12" fmla="*/ 32688 h 31344"/>
                    <a:gd name="connsiteX13" fmla="*/ 111498 w 125378"/>
                    <a:gd name="connsiteY13" fmla="*/ 32688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5378" h="31344">
                      <a:moveTo>
                        <a:pt x="111498" y="32688"/>
                      </a:moveTo>
                      <a:cubicBezTo>
                        <a:pt x="110154" y="32688"/>
                        <a:pt x="109259" y="31793"/>
                        <a:pt x="109259" y="30449"/>
                      </a:cubicBezTo>
                      <a:cubicBezTo>
                        <a:pt x="109259" y="29106"/>
                        <a:pt x="110154" y="28210"/>
                        <a:pt x="111498" y="28210"/>
                      </a:cubicBezTo>
                      <a:cubicBezTo>
                        <a:pt x="116871" y="27763"/>
                        <a:pt x="121349" y="23285"/>
                        <a:pt x="120901" y="17911"/>
                      </a:cubicBezTo>
                      <a:cubicBezTo>
                        <a:pt x="120453" y="10299"/>
                        <a:pt x="114184" y="4478"/>
                        <a:pt x="106572" y="4478"/>
                      </a:cubicBezTo>
                      <a:cubicBezTo>
                        <a:pt x="106572" y="4478"/>
                        <a:pt x="106125" y="4478"/>
                        <a:pt x="106125" y="4478"/>
                      </a:cubicBezTo>
                      <a:lnTo>
                        <a:pt x="2239" y="4478"/>
                      </a:lnTo>
                      <a:cubicBezTo>
                        <a:pt x="896" y="4478"/>
                        <a:pt x="0" y="3582"/>
                        <a:pt x="0" y="2239"/>
                      </a:cubicBezTo>
                      <a:cubicBezTo>
                        <a:pt x="0" y="896"/>
                        <a:pt x="896" y="0"/>
                        <a:pt x="2239" y="0"/>
                      </a:cubicBezTo>
                      <a:lnTo>
                        <a:pt x="106572" y="0"/>
                      </a:lnTo>
                      <a:cubicBezTo>
                        <a:pt x="107020" y="0"/>
                        <a:pt x="107020" y="0"/>
                        <a:pt x="107468" y="0"/>
                      </a:cubicBezTo>
                      <a:cubicBezTo>
                        <a:pt x="117319" y="0"/>
                        <a:pt x="125379" y="7612"/>
                        <a:pt x="125827" y="17464"/>
                      </a:cubicBezTo>
                      <a:cubicBezTo>
                        <a:pt x="125827" y="25524"/>
                        <a:pt x="119558" y="32240"/>
                        <a:pt x="111498" y="32688"/>
                      </a:cubicBezTo>
                      <a:cubicBezTo>
                        <a:pt x="111498" y="32688"/>
                        <a:pt x="111498" y="32688"/>
                        <a:pt x="111498" y="3268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58" name="Freeform: Shape 4754">
                  <a:extLst>
                    <a:ext uri="{FF2B5EF4-FFF2-40B4-BE49-F238E27FC236}">
                      <a16:creationId xmlns:a16="http://schemas.microsoft.com/office/drawing/2014/main" id="{82C517A2-AED2-EDCE-4E58-E31BB9EC62EA}"/>
                    </a:ext>
                  </a:extLst>
                </p:cNvPr>
                <p:cNvSpPr/>
                <p:nvPr/>
              </p:nvSpPr>
              <p:spPr>
                <a:xfrm>
                  <a:off x="5073332" y="5242714"/>
                  <a:ext cx="58212" cy="4478"/>
                </a:xfrm>
                <a:custGeom>
                  <a:avLst/>
                  <a:gdLst>
                    <a:gd name="connsiteX0" fmla="*/ 55973 w 58211"/>
                    <a:gd name="connsiteY0" fmla="*/ 4478 h 4477"/>
                    <a:gd name="connsiteX1" fmla="*/ 2239 w 58211"/>
                    <a:gd name="connsiteY1" fmla="*/ 4478 h 4477"/>
                    <a:gd name="connsiteX2" fmla="*/ 0 w 58211"/>
                    <a:gd name="connsiteY2" fmla="*/ 2239 h 4477"/>
                    <a:gd name="connsiteX3" fmla="*/ 2239 w 58211"/>
                    <a:gd name="connsiteY3" fmla="*/ 0 h 4477"/>
                    <a:gd name="connsiteX4" fmla="*/ 55973 w 58211"/>
                    <a:gd name="connsiteY4" fmla="*/ 0 h 4477"/>
                    <a:gd name="connsiteX5" fmla="*/ 58212 w 58211"/>
                    <a:gd name="connsiteY5" fmla="*/ 2239 h 4477"/>
                    <a:gd name="connsiteX6" fmla="*/ 55973 w 582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211" h="4477">
                      <a:moveTo>
                        <a:pt x="55973" y="4478"/>
                      </a:moveTo>
                      <a:lnTo>
                        <a:pt x="2239" y="4478"/>
                      </a:lnTo>
                      <a:cubicBezTo>
                        <a:pt x="896" y="4478"/>
                        <a:pt x="0" y="3582"/>
                        <a:pt x="0" y="2239"/>
                      </a:cubicBezTo>
                      <a:cubicBezTo>
                        <a:pt x="0" y="896"/>
                        <a:pt x="896" y="0"/>
                        <a:pt x="2239" y="0"/>
                      </a:cubicBezTo>
                      <a:lnTo>
                        <a:pt x="55973" y="0"/>
                      </a:lnTo>
                      <a:cubicBezTo>
                        <a:pt x="57316" y="0"/>
                        <a:pt x="58212" y="896"/>
                        <a:pt x="58212" y="2239"/>
                      </a:cubicBezTo>
                      <a:cubicBezTo>
                        <a:pt x="58212" y="3582"/>
                        <a:pt x="56868" y="4478"/>
                        <a:pt x="5597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859" name="Group 4755">
                <a:extLst>
                  <a:ext uri="{FF2B5EF4-FFF2-40B4-BE49-F238E27FC236}">
                    <a16:creationId xmlns:a16="http://schemas.microsoft.com/office/drawing/2014/main" id="{BE9119AF-EFF7-8A34-C954-F988C6BAF4E2}"/>
                  </a:ext>
                  <a:ext uri="{C183D7F6-B498-43B3-948B-1728B52AA6E4}">
                    <adec:decorative xmlns:adec="http://schemas.microsoft.com/office/drawing/2017/decorative" val="1"/>
                  </a:ext>
                </a:extLst>
              </p:cNvPr>
              <p:cNvGrpSpPr>
                <a:grpSpLocks noChangeAspect="1"/>
              </p:cNvGrpSpPr>
              <p:nvPr/>
            </p:nvGrpSpPr>
            <p:grpSpPr>
              <a:xfrm>
                <a:off x="6632298" y="2118917"/>
                <a:ext cx="129409" cy="85527"/>
                <a:chOff x="851645" y="5578103"/>
                <a:chExt cx="129409" cy="85527"/>
              </a:xfrm>
            </p:grpSpPr>
            <p:sp>
              <p:nvSpPr>
                <p:cNvPr id="860" name="Freeform: Shape 4756">
                  <a:extLst>
                    <a:ext uri="{FF2B5EF4-FFF2-40B4-BE49-F238E27FC236}">
                      <a16:creationId xmlns:a16="http://schemas.microsoft.com/office/drawing/2014/main" id="{E6C76452-6D51-EE65-A545-9ADBF7B178E8}"/>
                    </a:ext>
                  </a:extLst>
                </p:cNvPr>
                <p:cNvSpPr/>
                <p:nvPr/>
              </p:nvSpPr>
              <p:spPr>
                <a:xfrm>
                  <a:off x="904931" y="5632285"/>
                  <a:ext cx="71645" cy="31345"/>
                </a:xfrm>
                <a:custGeom>
                  <a:avLst/>
                  <a:gdLst>
                    <a:gd name="connsiteX0" fmla="*/ 57764 w 71645"/>
                    <a:gd name="connsiteY0" fmla="*/ 32240 h 31344"/>
                    <a:gd name="connsiteX1" fmla="*/ 46569 w 71645"/>
                    <a:gd name="connsiteY1" fmla="*/ 21493 h 31344"/>
                    <a:gd name="connsiteX2" fmla="*/ 48808 w 71645"/>
                    <a:gd name="connsiteY2" fmla="*/ 15224 h 31344"/>
                    <a:gd name="connsiteX3" fmla="*/ 55077 w 71645"/>
                    <a:gd name="connsiteY3" fmla="*/ 12538 h 31344"/>
                    <a:gd name="connsiteX4" fmla="*/ 62689 w 71645"/>
                    <a:gd name="connsiteY4" fmla="*/ 19702 h 31344"/>
                    <a:gd name="connsiteX5" fmla="*/ 60451 w 71645"/>
                    <a:gd name="connsiteY5" fmla="*/ 21941 h 31344"/>
                    <a:gd name="connsiteX6" fmla="*/ 58212 w 71645"/>
                    <a:gd name="connsiteY6" fmla="*/ 19702 h 31344"/>
                    <a:gd name="connsiteX7" fmla="*/ 55077 w 71645"/>
                    <a:gd name="connsiteY7" fmla="*/ 17015 h 31344"/>
                    <a:gd name="connsiteX8" fmla="*/ 51943 w 71645"/>
                    <a:gd name="connsiteY8" fmla="*/ 18359 h 31344"/>
                    <a:gd name="connsiteX9" fmla="*/ 50599 w 71645"/>
                    <a:gd name="connsiteY9" fmla="*/ 21493 h 31344"/>
                    <a:gd name="connsiteX10" fmla="*/ 57764 w 71645"/>
                    <a:gd name="connsiteY10" fmla="*/ 28210 h 31344"/>
                    <a:gd name="connsiteX11" fmla="*/ 64481 w 71645"/>
                    <a:gd name="connsiteY11" fmla="*/ 25076 h 31344"/>
                    <a:gd name="connsiteX12" fmla="*/ 67167 w 71645"/>
                    <a:gd name="connsiteY12" fmla="*/ 17911 h 31344"/>
                    <a:gd name="connsiteX13" fmla="*/ 52838 w 71645"/>
                    <a:gd name="connsiteY13" fmla="*/ 4478 h 31344"/>
                    <a:gd name="connsiteX14" fmla="*/ 52390 w 71645"/>
                    <a:gd name="connsiteY14" fmla="*/ 4478 h 31344"/>
                    <a:gd name="connsiteX15" fmla="*/ 2239 w 71645"/>
                    <a:gd name="connsiteY15" fmla="*/ 4478 h 31344"/>
                    <a:gd name="connsiteX16" fmla="*/ 0 w 71645"/>
                    <a:gd name="connsiteY16" fmla="*/ 2239 h 31344"/>
                    <a:gd name="connsiteX17" fmla="*/ 2239 w 71645"/>
                    <a:gd name="connsiteY17" fmla="*/ 0 h 31344"/>
                    <a:gd name="connsiteX18" fmla="*/ 52838 w 71645"/>
                    <a:gd name="connsiteY18" fmla="*/ 0 h 31344"/>
                    <a:gd name="connsiteX19" fmla="*/ 53734 w 71645"/>
                    <a:gd name="connsiteY19" fmla="*/ 0 h 31344"/>
                    <a:gd name="connsiteX20" fmla="*/ 72093 w 71645"/>
                    <a:gd name="connsiteY20" fmla="*/ 17463 h 31344"/>
                    <a:gd name="connsiteX21" fmla="*/ 68511 w 71645"/>
                    <a:gd name="connsiteY21" fmla="*/ 27762 h 31344"/>
                    <a:gd name="connsiteX22" fmla="*/ 58659 w 71645"/>
                    <a:gd name="connsiteY22" fmla="*/ 32240 h 31344"/>
                    <a:gd name="connsiteX23" fmla="*/ 57764 w 71645"/>
                    <a:gd name="connsiteY23" fmla="*/ 32240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1645" h="31344">
                      <a:moveTo>
                        <a:pt x="57764" y="32240"/>
                      </a:moveTo>
                      <a:cubicBezTo>
                        <a:pt x="51943" y="32240"/>
                        <a:pt x="46569" y="27315"/>
                        <a:pt x="46569" y="21493"/>
                      </a:cubicBezTo>
                      <a:cubicBezTo>
                        <a:pt x="46569" y="19254"/>
                        <a:pt x="47465" y="16568"/>
                        <a:pt x="48808" y="15224"/>
                      </a:cubicBezTo>
                      <a:cubicBezTo>
                        <a:pt x="50599" y="13433"/>
                        <a:pt x="52838" y="12538"/>
                        <a:pt x="55077" y="12538"/>
                      </a:cubicBezTo>
                      <a:cubicBezTo>
                        <a:pt x="59107" y="12538"/>
                        <a:pt x="62689" y="15672"/>
                        <a:pt x="62689" y="19702"/>
                      </a:cubicBezTo>
                      <a:cubicBezTo>
                        <a:pt x="62689" y="21046"/>
                        <a:pt x="61794" y="21941"/>
                        <a:pt x="60451" y="21941"/>
                      </a:cubicBezTo>
                      <a:cubicBezTo>
                        <a:pt x="59107" y="21941"/>
                        <a:pt x="58212" y="21046"/>
                        <a:pt x="58212" y="19702"/>
                      </a:cubicBezTo>
                      <a:cubicBezTo>
                        <a:pt x="58212" y="17911"/>
                        <a:pt x="56868" y="17015"/>
                        <a:pt x="55077" y="17015"/>
                      </a:cubicBezTo>
                      <a:cubicBezTo>
                        <a:pt x="53734" y="17015"/>
                        <a:pt x="52838" y="17463"/>
                        <a:pt x="51943" y="18359"/>
                      </a:cubicBezTo>
                      <a:cubicBezTo>
                        <a:pt x="51047" y="19254"/>
                        <a:pt x="50599" y="20598"/>
                        <a:pt x="50599" y="21493"/>
                      </a:cubicBezTo>
                      <a:cubicBezTo>
                        <a:pt x="50599" y="25076"/>
                        <a:pt x="53734" y="28210"/>
                        <a:pt x="57764" y="28210"/>
                      </a:cubicBezTo>
                      <a:cubicBezTo>
                        <a:pt x="60451" y="28210"/>
                        <a:pt x="62689" y="26867"/>
                        <a:pt x="64481" y="25076"/>
                      </a:cubicBezTo>
                      <a:cubicBezTo>
                        <a:pt x="66272" y="23284"/>
                        <a:pt x="67167" y="20598"/>
                        <a:pt x="67167" y="17911"/>
                      </a:cubicBezTo>
                      <a:cubicBezTo>
                        <a:pt x="66719" y="10299"/>
                        <a:pt x="60451" y="4478"/>
                        <a:pt x="52838" y="4478"/>
                      </a:cubicBezTo>
                      <a:cubicBezTo>
                        <a:pt x="52838" y="4478"/>
                        <a:pt x="52390" y="4478"/>
                        <a:pt x="52390" y="4478"/>
                      </a:cubicBezTo>
                      <a:lnTo>
                        <a:pt x="2239" y="4478"/>
                      </a:lnTo>
                      <a:cubicBezTo>
                        <a:pt x="896" y="4478"/>
                        <a:pt x="0" y="3582"/>
                        <a:pt x="0" y="2239"/>
                      </a:cubicBezTo>
                      <a:cubicBezTo>
                        <a:pt x="0" y="895"/>
                        <a:pt x="896" y="0"/>
                        <a:pt x="2239" y="0"/>
                      </a:cubicBezTo>
                      <a:lnTo>
                        <a:pt x="52838" y="0"/>
                      </a:lnTo>
                      <a:cubicBezTo>
                        <a:pt x="53286" y="0"/>
                        <a:pt x="53286" y="0"/>
                        <a:pt x="53734" y="0"/>
                      </a:cubicBezTo>
                      <a:cubicBezTo>
                        <a:pt x="63585" y="0"/>
                        <a:pt x="71645" y="7612"/>
                        <a:pt x="72093" y="17463"/>
                      </a:cubicBezTo>
                      <a:cubicBezTo>
                        <a:pt x="72093" y="21493"/>
                        <a:pt x="70750" y="25076"/>
                        <a:pt x="68511" y="27762"/>
                      </a:cubicBezTo>
                      <a:cubicBezTo>
                        <a:pt x="65824" y="30449"/>
                        <a:pt x="62242" y="32240"/>
                        <a:pt x="58659" y="32240"/>
                      </a:cubicBezTo>
                      <a:cubicBezTo>
                        <a:pt x="58212" y="32240"/>
                        <a:pt x="57764" y="32240"/>
                        <a:pt x="57764" y="3224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61" name="Freeform: Shape 4757">
                  <a:extLst>
                    <a:ext uri="{FF2B5EF4-FFF2-40B4-BE49-F238E27FC236}">
                      <a16:creationId xmlns:a16="http://schemas.microsoft.com/office/drawing/2014/main" id="{5398CCD4-A98D-BA94-361B-4CE90AA3A875}"/>
                    </a:ext>
                  </a:extLst>
                </p:cNvPr>
                <p:cNvSpPr/>
                <p:nvPr/>
              </p:nvSpPr>
              <p:spPr>
                <a:xfrm>
                  <a:off x="918365" y="5590193"/>
                  <a:ext cx="62689" cy="31345"/>
                </a:xfrm>
                <a:custGeom>
                  <a:avLst/>
                  <a:gdLst>
                    <a:gd name="connsiteX0" fmla="*/ 47017 w 62689"/>
                    <a:gd name="connsiteY0" fmla="*/ 32688 h 31344"/>
                    <a:gd name="connsiteX1" fmla="*/ 46122 w 62689"/>
                    <a:gd name="connsiteY1" fmla="*/ 32688 h 31344"/>
                    <a:gd name="connsiteX2" fmla="*/ 2239 w 62689"/>
                    <a:gd name="connsiteY2" fmla="*/ 32688 h 31344"/>
                    <a:gd name="connsiteX3" fmla="*/ 0 w 62689"/>
                    <a:gd name="connsiteY3" fmla="*/ 30449 h 31344"/>
                    <a:gd name="connsiteX4" fmla="*/ 2239 w 62689"/>
                    <a:gd name="connsiteY4" fmla="*/ 28210 h 31344"/>
                    <a:gd name="connsiteX5" fmla="*/ 46122 w 62689"/>
                    <a:gd name="connsiteY5" fmla="*/ 28210 h 31344"/>
                    <a:gd name="connsiteX6" fmla="*/ 46569 w 62689"/>
                    <a:gd name="connsiteY6" fmla="*/ 28210 h 31344"/>
                    <a:gd name="connsiteX7" fmla="*/ 56421 w 62689"/>
                    <a:gd name="connsiteY7" fmla="*/ 24628 h 31344"/>
                    <a:gd name="connsiteX8" fmla="*/ 60898 w 62689"/>
                    <a:gd name="connsiteY8" fmla="*/ 14776 h 31344"/>
                    <a:gd name="connsiteX9" fmla="*/ 51495 w 62689"/>
                    <a:gd name="connsiteY9" fmla="*/ 4478 h 31344"/>
                    <a:gd name="connsiteX10" fmla="*/ 49256 w 62689"/>
                    <a:gd name="connsiteY10" fmla="*/ 2239 h 31344"/>
                    <a:gd name="connsiteX11" fmla="*/ 51495 w 62689"/>
                    <a:gd name="connsiteY11" fmla="*/ 0 h 31344"/>
                    <a:gd name="connsiteX12" fmla="*/ 65376 w 62689"/>
                    <a:gd name="connsiteY12" fmla="*/ 14776 h 31344"/>
                    <a:gd name="connsiteX13" fmla="*/ 59555 w 62689"/>
                    <a:gd name="connsiteY13" fmla="*/ 27315 h 31344"/>
                    <a:gd name="connsiteX14" fmla="*/ 47017 w 62689"/>
                    <a:gd name="connsiteY14" fmla="*/ 32688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689" h="31344">
                      <a:moveTo>
                        <a:pt x="47017" y="32688"/>
                      </a:moveTo>
                      <a:cubicBezTo>
                        <a:pt x="46569" y="32688"/>
                        <a:pt x="46569" y="32688"/>
                        <a:pt x="46122" y="32688"/>
                      </a:cubicBezTo>
                      <a:lnTo>
                        <a:pt x="2239" y="32688"/>
                      </a:lnTo>
                      <a:cubicBezTo>
                        <a:pt x="896" y="32688"/>
                        <a:pt x="0" y="31792"/>
                        <a:pt x="0" y="30449"/>
                      </a:cubicBezTo>
                      <a:cubicBezTo>
                        <a:pt x="0" y="29106"/>
                        <a:pt x="896" y="28210"/>
                        <a:pt x="2239" y="28210"/>
                      </a:cubicBezTo>
                      <a:lnTo>
                        <a:pt x="46122" y="28210"/>
                      </a:lnTo>
                      <a:cubicBezTo>
                        <a:pt x="46122" y="28210"/>
                        <a:pt x="46569" y="28210"/>
                        <a:pt x="46569" y="28210"/>
                      </a:cubicBezTo>
                      <a:cubicBezTo>
                        <a:pt x="50152" y="28210"/>
                        <a:pt x="53734" y="26867"/>
                        <a:pt x="56421" y="24628"/>
                      </a:cubicBezTo>
                      <a:cubicBezTo>
                        <a:pt x="59107" y="21941"/>
                        <a:pt x="60898" y="18807"/>
                        <a:pt x="60898" y="14776"/>
                      </a:cubicBezTo>
                      <a:cubicBezTo>
                        <a:pt x="60898" y="9403"/>
                        <a:pt x="56868" y="4925"/>
                        <a:pt x="51495" y="4478"/>
                      </a:cubicBezTo>
                      <a:cubicBezTo>
                        <a:pt x="50152" y="4478"/>
                        <a:pt x="49256" y="3582"/>
                        <a:pt x="49256" y="2239"/>
                      </a:cubicBezTo>
                      <a:cubicBezTo>
                        <a:pt x="49256" y="895"/>
                        <a:pt x="50152" y="0"/>
                        <a:pt x="51495" y="0"/>
                      </a:cubicBezTo>
                      <a:cubicBezTo>
                        <a:pt x="59555" y="448"/>
                        <a:pt x="65376" y="7164"/>
                        <a:pt x="65376" y="14776"/>
                      </a:cubicBezTo>
                      <a:cubicBezTo>
                        <a:pt x="65376" y="19703"/>
                        <a:pt x="63137" y="24180"/>
                        <a:pt x="59555" y="27315"/>
                      </a:cubicBezTo>
                      <a:cubicBezTo>
                        <a:pt x="55973" y="30897"/>
                        <a:pt x="51495" y="32688"/>
                        <a:pt x="47017" y="3268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62" name="Freeform: Shape 4758">
                  <a:extLst>
                    <a:ext uri="{FF2B5EF4-FFF2-40B4-BE49-F238E27FC236}">
                      <a16:creationId xmlns:a16="http://schemas.microsoft.com/office/drawing/2014/main" id="{1C7D863E-31FB-4341-4E9E-E6D1B3C07C0C}"/>
                    </a:ext>
                  </a:extLst>
                </p:cNvPr>
                <p:cNvSpPr/>
                <p:nvPr/>
              </p:nvSpPr>
              <p:spPr>
                <a:xfrm>
                  <a:off x="851645" y="5578103"/>
                  <a:ext cx="98512" cy="71645"/>
                </a:xfrm>
                <a:custGeom>
                  <a:avLst/>
                  <a:gdLst>
                    <a:gd name="connsiteX0" fmla="*/ 89109 w 98511"/>
                    <a:gd name="connsiteY0" fmla="*/ 71645 h 71645"/>
                    <a:gd name="connsiteX1" fmla="*/ 21494 w 98511"/>
                    <a:gd name="connsiteY1" fmla="*/ 71645 h 71645"/>
                    <a:gd name="connsiteX2" fmla="*/ 0 w 98511"/>
                    <a:gd name="connsiteY2" fmla="*/ 50152 h 71645"/>
                    <a:gd name="connsiteX3" fmla="*/ 14777 w 98511"/>
                    <a:gd name="connsiteY3" fmla="*/ 30002 h 71645"/>
                    <a:gd name="connsiteX4" fmla="*/ 46122 w 98511"/>
                    <a:gd name="connsiteY4" fmla="*/ 0 h 71645"/>
                    <a:gd name="connsiteX5" fmla="*/ 75227 w 98511"/>
                    <a:gd name="connsiteY5" fmla="*/ 19255 h 71645"/>
                    <a:gd name="connsiteX6" fmla="*/ 98512 w 98511"/>
                    <a:gd name="connsiteY6" fmla="*/ 32688 h 71645"/>
                    <a:gd name="connsiteX7" fmla="*/ 97616 w 98511"/>
                    <a:gd name="connsiteY7" fmla="*/ 35823 h 71645"/>
                    <a:gd name="connsiteX8" fmla="*/ 94482 w 98511"/>
                    <a:gd name="connsiteY8" fmla="*/ 34927 h 71645"/>
                    <a:gd name="connsiteX9" fmla="*/ 75227 w 98511"/>
                    <a:gd name="connsiteY9" fmla="*/ 23733 h 71645"/>
                    <a:gd name="connsiteX10" fmla="*/ 73884 w 98511"/>
                    <a:gd name="connsiteY10" fmla="*/ 23733 h 71645"/>
                    <a:gd name="connsiteX11" fmla="*/ 71645 w 98511"/>
                    <a:gd name="connsiteY11" fmla="*/ 22389 h 71645"/>
                    <a:gd name="connsiteX12" fmla="*/ 46122 w 98511"/>
                    <a:gd name="connsiteY12" fmla="*/ 4478 h 71645"/>
                    <a:gd name="connsiteX13" fmla="*/ 19255 w 98511"/>
                    <a:gd name="connsiteY13" fmla="*/ 30897 h 71645"/>
                    <a:gd name="connsiteX14" fmla="*/ 19255 w 98511"/>
                    <a:gd name="connsiteY14" fmla="*/ 31345 h 71645"/>
                    <a:gd name="connsiteX15" fmla="*/ 17463 w 98511"/>
                    <a:gd name="connsiteY15" fmla="*/ 33584 h 71645"/>
                    <a:gd name="connsiteX16" fmla="*/ 4478 w 98511"/>
                    <a:gd name="connsiteY16" fmla="*/ 50152 h 71645"/>
                    <a:gd name="connsiteX17" fmla="*/ 21494 w 98511"/>
                    <a:gd name="connsiteY17" fmla="*/ 67167 h 71645"/>
                    <a:gd name="connsiteX18" fmla="*/ 89556 w 98511"/>
                    <a:gd name="connsiteY18" fmla="*/ 67167 h 71645"/>
                    <a:gd name="connsiteX19" fmla="*/ 91795 w 98511"/>
                    <a:gd name="connsiteY19" fmla="*/ 69406 h 71645"/>
                    <a:gd name="connsiteX20" fmla="*/ 89109 w 98511"/>
                    <a:gd name="connsiteY20" fmla="*/ 71645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511" h="71645">
                      <a:moveTo>
                        <a:pt x="89109" y="71645"/>
                      </a:moveTo>
                      <a:lnTo>
                        <a:pt x="21494" y="71645"/>
                      </a:lnTo>
                      <a:cubicBezTo>
                        <a:pt x="9403" y="71645"/>
                        <a:pt x="0" y="62242"/>
                        <a:pt x="0" y="50152"/>
                      </a:cubicBezTo>
                      <a:cubicBezTo>
                        <a:pt x="0" y="40749"/>
                        <a:pt x="5821" y="32688"/>
                        <a:pt x="14777" y="30002"/>
                      </a:cubicBezTo>
                      <a:cubicBezTo>
                        <a:pt x="15225" y="13433"/>
                        <a:pt x="29106" y="0"/>
                        <a:pt x="46122" y="0"/>
                      </a:cubicBezTo>
                      <a:cubicBezTo>
                        <a:pt x="59107" y="0"/>
                        <a:pt x="70302" y="7613"/>
                        <a:pt x="75227" y="19255"/>
                      </a:cubicBezTo>
                      <a:cubicBezTo>
                        <a:pt x="85079" y="19255"/>
                        <a:pt x="93586" y="24180"/>
                        <a:pt x="98512" y="32688"/>
                      </a:cubicBezTo>
                      <a:cubicBezTo>
                        <a:pt x="98960" y="33584"/>
                        <a:pt x="98960" y="34927"/>
                        <a:pt x="97616" y="35823"/>
                      </a:cubicBezTo>
                      <a:cubicBezTo>
                        <a:pt x="96721" y="36271"/>
                        <a:pt x="95378" y="36271"/>
                        <a:pt x="94482" y="34927"/>
                      </a:cubicBezTo>
                      <a:cubicBezTo>
                        <a:pt x="90452" y="28210"/>
                        <a:pt x="83287" y="23733"/>
                        <a:pt x="75227" y="23733"/>
                      </a:cubicBezTo>
                      <a:cubicBezTo>
                        <a:pt x="74780" y="23733"/>
                        <a:pt x="74332" y="23733"/>
                        <a:pt x="73884" y="23733"/>
                      </a:cubicBezTo>
                      <a:cubicBezTo>
                        <a:pt x="72988" y="23733"/>
                        <a:pt x="71645" y="23285"/>
                        <a:pt x="71645" y="22389"/>
                      </a:cubicBezTo>
                      <a:cubicBezTo>
                        <a:pt x="68063" y="11643"/>
                        <a:pt x="57764" y="4478"/>
                        <a:pt x="46122" y="4478"/>
                      </a:cubicBezTo>
                      <a:cubicBezTo>
                        <a:pt x="31345" y="4478"/>
                        <a:pt x="19255" y="16568"/>
                        <a:pt x="19255" y="30897"/>
                      </a:cubicBezTo>
                      <a:lnTo>
                        <a:pt x="19255" y="31345"/>
                      </a:lnTo>
                      <a:cubicBezTo>
                        <a:pt x="19255" y="32241"/>
                        <a:pt x="18359" y="33136"/>
                        <a:pt x="17463" y="33584"/>
                      </a:cubicBezTo>
                      <a:cubicBezTo>
                        <a:pt x="9851" y="35375"/>
                        <a:pt x="4478" y="42092"/>
                        <a:pt x="4478" y="50152"/>
                      </a:cubicBezTo>
                      <a:cubicBezTo>
                        <a:pt x="4478" y="59555"/>
                        <a:pt x="12090" y="67167"/>
                        <a:pt x="21494" y="67167"/>
                      </a:cubicBezTo>
                      <a:lnTo>
                        <a:pt x="89556" y="67167"/>
                      </a:lnTo>
                      <a:cubicBezTo>
                        <a:pt x="90900" y="67167"/>
                        <a:pt x="91795" y="68063"/>
                        <a:pt x="91795" y="69406"/>
                      </a:cubicBezTo>
                      <a:cubicBezTo>
                        <a:pt x="91795" y="70750"/>
                        <a:pt x="90452" y="71645"/>
                        <a:pt x="89109" y="716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863" name="Group 4759">
                <a:extLst>
                  <a:ext uri="{FF2B5EF4-FFF2-40B4-BE49-F238E27FC236}">
                    <a16:creationId xmlns:a16="http://schemas.microsoft.com/office/drawing/2014/main" id="{E6BE848D-72E7-0B86-DE28-F6FFC2816EC9}"/>
                  </a:ext>
                  <a:ext uri="{C183D7F6-B498-43B3-948B-1728B52AA6E4}">
                    <adec:decorative xmlns:adec="http://schemas.microsoft.com/office/drawing/2017/decorative" val="1"/>
                  </a:ext>
                </a:extLst>
              </p:cNvPr>
              <p:cNvGrpSpPr>
                <a:grpSpLocks noChangeAspect="1"/>
              </p:cNvGrpSpPr>
              <p:nvPr/>
            </p:nvGrpSpPr>
            <p:grpSpPr>
              <a:xfrm>
                <a:off x="11093996" y="1743676"/>
                <a:ext cx="138812" cy="131648"/>
                <a:chOff x="5313343" y="5202862"/>
                <a:chExt cx="138812" cy="131648"/>
              </a:xfrm>
            </p:grpSpPr>
            <p:sp>
              <p:nvSpPr>
                <p:cNvPr id="864" name="Freeform: Shape 4760">
                  <a:extLst>
                    <a:ext uri="{FF2B5EF4-FFF2-40B4-BE49-F238E27FC236}">
                      <a16:creationId xmlns:a16="http://schemas.microsoft.com/office/drawing/2014/main" id="{1EFD2DC6-78BD-0BAE-36ED-78A72E932A1A}"/>
                    </a:ext>
                  </a:extLst>
                </p:cNvPr>
                <p:cNvSpPr/>
                <p:nvPr/>
              </p:nvSpPr>
              <p:spPr>
                <a:xfrm>
                  <a:off x="5313343" y="5202862"/>
                  <a:ext cx="138812" cy="98512"/>
                </a:xfrm>
                <a:custGeom>
                  <a:avLst/>
                  <a:gdLst>
                    <a:gd name="connsiteX0" fmla="*/ 107020 w 138812"/>
                    <a:gd name="connsiteY0" fmla="*/ 98064 h 98511"/>
                    <a:gd name="connsiteX1" fmla="*/ 104781 w 138812"/>
                    <a:gd name="connsiteY1" fmla="*/ 95825 h 98511"/>
                    <a:gd name="connsiteX2" fmla="*/ 107020 w 138812"/>
                    <a:gd name="connsiteY2" fmla="*/ 93586 h 98511"/>
                    <a:gd name="connsiteX3" fmla="*/ 113737 w 138812"/>
                    <a:gd name="connsiteY3" fmla="*/ 93586 h 98511"/>
                    <a:gd name="connsiteX4" fmla="*/ 127170 w 138812"/>
                    <a:gd name="connsiteY4" fmla="*/ 87317 h 98511"/>
                    <a:gd name="connsiteX5" fmla="*/ 134335 w 138812"/>
                    <a:gd name="connsiteY5" fmla="*/ 62689 h 98511"/>
                    <a:gd name="connsiteX6" fmla="*/ 102990 w 138812"/>
                    <a:gd name="connsiteY6" fmla="*/ 31345 h 98511"/>
                    <a:gd name="connsiteX7" fmla="*/ 100751 w 138812"/>
                    <a:gd name="connsiteY7" fmla="*/ 31345 h 98511"/>
                    <a:gd name="connsiteX8" fmla="*/ 98512 w 138812"/>
                    <a:gd name="connsiteY8" fmla="*/ 30001 h 98511"/>
                    <a:gd name="connsiteX9" fmla="*/ 62689 w 138812"/>
                    <a:gd name="connsiteY9" fmla="*/ 4478 h 98511"/>
                    <a:gd name="connsiteX10" fmla="*/ 24628 w 138812"/>
                    <a:gd name="connsiteY10" fmla="*/ 42539 h 98511"/>
                    <a:gd name="connsiteX11" fmla="*/ 24628 w 138812"/>
                    <a:gd name="connsiteY11" fmla="*/ 43435 h 98511"/>
                    <a:gd name="connsiteX12" fmla="*/ 22837 w 138812"/>
                    <a:gd name="connsiteY12" fmla="*/ 45674 h 98511"/>
                    <a:gd name="connsiteX13" fmla="*/ 4478 w 138812"/>
                    <a:gd name="connsiteY13" fmla="*/ 69406 h 98511"/>
                    <a:gd name="connsiteX14" fmla="*/ 12538 w 138812"/>
                    <a:gd name="connsiteY14" fmla="*/ 86869 h 98511"/>
                    <a:gd name="connsiteX15" fmla="*/ 31345 w 138812"/>
                    <a:gd name="connsiteY15" fmla="*/ 94034 h 98511"/>
                    <a:gd name="connsiteX16" fmla="*/ 33584 w 138812"/>
                    <a:gd name="connsiteY16" fmla="*/ 96273 h 98511"/>
                    <a:gd name="connsiteX17" fmla="*/ 31345 w 138812"/>
                    <a:gd name="connsiteY17" fmla="*/ 98512 h 98511"/>
                    <a:gd name="connsiteX18" fmla="*/ 9404 w 138812"/>
                    <a:gd name="connsiteY18" fmla="*/ 90004 h 98511"/>
                    <a:gd name="connsiteX19" fmla="*/ 0 w 138812"/>
                    <a:gd name="connsiteY19" fmla="*/ 69406 h 98511"/>
                    <a:gd name="connsiteX20" fmla="*/ 20150 w 138812"/>
                    <a:gd name="connsiteY20" fmla="*/ 41644 h 98511"/>
                    <a:gd name="connsiteX21" fmla="*/ 62689 w 138812"/>
                    <a:gd name="connsiteY21" fmla="*/ 0 h 98511"/>
                    <a:gd name="connsiteX22" fmla="*/ 102094 w 138812"/>
                    <a:gd name="connsiteY22" fmla="*/ 26867 h 98511"/>
                    <a:gd name="connsiteX23" fmla="*/ 138812 w 138812"/>
                    <a:gd name="connsiteY23" fmla="*/ 62689 h 98511"/>
                    <a:gd name="connsiteX24" fmla="*/ 130305 w 138812"/>
                    <a:gd name="connsiteY24" fmla="*/ 90452 h 98511"/>
                    <a:gd name="connsiteX25" fmla="*/ 113737 w 138812"/>
                    <a:gd name="connsiteY25" fmla="*/ 98512 h 98511"/>
                    <a:gd name="connsiteX26" fmla="*/ 107020 w 138812"/>
                    <a:gd name="connsiteY26" fmla="*/ 98064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8812" h="98511">
                      <a:moveTo>
                        <a:pt x="107020" y="98064"/>
                      </a:moveTo>
                      <a:cubicBezTo>
                        <a:pt x="105677" y="98064"/>
                        <a:pt x="104781" y="97168"/>
                        <a:pt x="104781" y="95825"/>
                      </a:cubicBezTo>
                      <a:cubicBezTo>
                        <a:pt x="104781" y="94482"/>
                        <a:pt x="105677" y="93586"/>
                        <a:pt x="107020" y="93586"/>
                      </a:cubicBezTo>
                      <a:cubicBezTo>
                        <a:pt x="107468" y="93586"/>
                        <a:pt x="112841" y="93586"/>
                        <a:pt x="113737" y="93586"/>
                      </a:cubicBezTo>
                      <a:cubicBezTo>
                        <a:pt x="119110" y="93139"/>
                        <a:pt x="123588" y="90900"/>
                        <a:pt x="127170" y="87317"/>
                      </a:cubicBezTo>
                      <a:cubicBezTo>
                        <a:pt x="133439" y="80153"/>
                        <a:pt x="134783" y="69854"/>
                        <a:pt x="134335" y="62689"/>
                      </a:cubicBezTo>
                      <a:cubicBezTo>
                        <a:pt x="132992" y="44778"/>
                        <a:pt x="119558" y="31345"/>
                        <a:pt x="102990" y="31345"/>
                      </a:cubicBezTo>
                      <a:cubicBezTo>
                        <a:pt x="102094" y="31345"/>
                        <a:pt x="101647" y="31345"/>
                        <a:pt x="100751" y="31345"/>
                      </a:cubicBezTo>
                      <a:cubicBezTo>
                        <a:pt x="99856" y="31345"/>
                        <a:pt x="98512" y="30897"/>
                        <a:pt x="98512" y="30001"/>
                      </a:cubicBezTo>
                      <a:cubicBezTo>
                        <a:pt x="93139" y="14777"/>
                        <a:pt x="78810" y="4478"/>
                        <a:pt x="62689" y="4478"/>
                      </a:cubicBezTo>
                      <a:cubicBezTo>
                        <a:pt x="41644" y="4478"/>
                        <a:pt x="24628" y="21493"/>
                        <a:pt x="24628" y="42539"/>
                      </a:cubicBezTo>
                      <a:lnTo>
                        <a:pt x="24628" y="43435"/>
                      </a:lnTo>
                      <a:cubicBezTo>
                        <a:pt x="24628" y="44330"/>
                        <a:pt x="23733" y="45226"/>
                        <a:pt x="22837" y="45674"/>
                      </a:cubicBezTo>
                      <a:cubicBezTo>
                        <a:pt x="12090" y="48360"/>
                        <a:pt x="4478" y="58212"/>
                        <a:pt x="4478" y="69406"/>
                      </a:cubicBezTo>
                      <a:cubicBezTo>
                        <a:pt x="4478" y="76123"/>
                        <a:pt x="7165" y="81944"/>
                        <a:pt x="12538" y="86869"/>
                      </a:cubicBezTo>
                      <a:cubicBezTo>
                        <a:pt x="17464" y="91347"/>
                        <a:pt x="24180" y="94034"/>
                        <a:pt x="31345" y="94034"/>
                      </a:cubicBezTo>
                      <a:cubicBezTo>
                        <a:pt x="32688" y="94034"/>
                        <a:pt x="33584" y="94930"/>
                        <a:pt x="33584" y="96273"/>
                      </a:cubicBezTo>
                      <a:cubicBezTo>
                        <a:pt x="33584" y="97616"/>
                        <a:pt x="32688" y="98512"/>
                        <a:pt x="31345" y="98512"/>
                      </a:cubicBezTo>
                      <a:cubicBezTo>
                        <a:pt x="23285" y="98512"/>
                        <a:pt x="15225" y="95377"/>
                        <a:pt x="9404" y="90004"/>
                      </a:cubicBezTo>
                      <a:cubicBezTo>
                        <a:pt x="3135" y="84631"/>
                        <a:pt x="0" y="77018"/>
                        <a:pt x="0" y="69406"/>
                      </a:cubicBezTo>
                      <a:cubicBezTo>
                        <a:pt x="0" y="56868"/>
                        <a:pt x="8060" y="45674"/>
                        <a:pt x="20150" y="41644"/>
                      </a:cubicBezTo>
                      <a:cubicBezTo>
                        <a:pt x="20598" y="18359"/>
                        <a:pt x="39405" y="0"/>
                        <a:pt x="62689" y="0"/>
                      </a:cubicBezTo>
                      <a:cubicBezTo>
                        <a:pt x="80153" y="0"/>
                        <a:pt x="95825" y="10747"/>
                        <a:pt x="102094" y="26867"/>
                      </a:cubicBezTo>
                      <a:cubicBezTo>
                        <a:pt x="121349" y="26419"/>
                        <a:pt x="137022" y="42091"/>
                        <a:pt x="138812" y="62689"/>
                      </a:cubicBezTo>
                      <a:cubicBezTo>
                        <a:pt x="139261" y="70749"/>
                        <a:pt x="137469" y="82840"/>
                        <a:pt x="130305" y="90452"/>
                      </a:cubicBezTo>
                      <a:cubicBezTo>
                        <a:pt x="125827" y="95377"/>
                        <a:pt x="120453" y="98064"/>
                        <a:pt x="113737" y="98512"/>
                      </a:cubicBezTo>
                      <a:cubicBezTo>
                        <a:pt x="113289" y="98064"/>
                        <a:pt x="107916" y="98064"/>
                        <a:pt x="107020" y="9806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65" name="Freeform: Shape 4761">
                  <a:extLst>
                    <a:ext uri="{FF2B5EF4-FFF2-40B4-BE49-F238E27FC236}">
                      <a16:creationId xmlns:a16="http://schemas.microsoft.com/office/drawing/2014/main" id="{B39CE666-020F-BB36-2860-207F4B690E29}"/>
                    </a:ext>
                  </a:extLst>
                </p:cNvPr>
                <p:cNvSpPr/>
                <p:nvPr/>
              </p:nvSpPr>
              <p:spPr>
                <a:xfrm>
                  <a:off x="5360360" y="5276298"/>
                  <a:ext cx="4478" cy="58212"/>
                </a:xfrm>
                <a:custGeom>
                  <a:avLst/>
                  <a:gdLst>
                    <a:gd name="connsiteX0" fmla="*/ 0 w 4477"/>
                    <a:gd name="connsiteY0" fmla="*/ 55973 h 58211"/>
                    <a:gd name="connsiteX1" fmla="*/ 2687 w 4477"/>
                    <a:gd name="connsiteY1" fmla="*/ 53286 h 58211"/>
                    <a:gd name="connsiteX2" fmla="*/ 2687 w 4477"/>
                    <a:gd name="connsiteY2" fmla="*/ 53286 h 58211"/>
                    <a:gd name="connsiteX3" fmla="*/ 5374 w 4477"/>
                    <a:gd name="connsiteY3" fmla="*/ 55973 h 58211"/>
                    <a:gd name="connsiteX4" fmla="*/ 5374 w 4477"/>
                    <a:gd name="connsiteY4" fmla="*/ 55973 h 58211"/>
                    <a:gd name="connsiteX5" fmla="*/ 2687 w 4477"/>
                    <a:gd name="connsiteY5" fmla="*/ 58660 h 58211"/>
                    <a:gd name="connsiteX6" fmla="*/ 2687 w 4477"/>
                    <a:gd name="connsiteY6" fmla="*/ 58660 h 58211"/>
                    <a:gd name="connsiteX7" fmla="*/ 0 w 4477"/>
                    <a:gd name="connsiteY7" fmla="*/ 55973 h 58211"/>
                    <a:gd name="connsiteX8" fmla="*/ 0 w 4477"/>
                    <a:gd name="connsiteY8" fmla="*/ 42539 h 58211"/>
                    <a:gd name="connsiteX9" fmla="*/ 2687 w 4477"/>
                    <a:gd name="connsiteY9" fmla="*/ 39853 h 58211"/>
                    <a:gd name="connsiteX10" fmla="*/ 2687 w 4477"/>
                    <a:gd name="connsiteY10" fmla="*/ 39853 h 58211"/>
                    <a:gd name="connsiteX11" fmla="*/ 5374 w 4477"/>
                    <a:gd name="connsiteY11" fmla="*/ 42539 h 58211"/>
                    <a:gd name="connsiteX12" fmla="*/ 5374 w 4477"/>
                    <a:gd name="connsiteY12" fmla="*/ 42539 h 58211"/>
                    <a:gd name="connsiteX13" fmla="*/ 2687 w 4477"/>
                    <a:gd name="connsiteY13" fmla="*/ 45226 h 58211"/>
                    <a:gd name="connsiteX14" fmla="*/ 2687 w 4477"/>
                    <a:gd name="connsiteY14" fmla="*/ 45226 h 58211"/>
                    <a:gd name="connsiteX15" fmla="*/ 0 w 4477"/>
                    <a:gd name="connsiteY15" fmla="*/ 42539 h 58211"/>
                    <a:gd name="connsiteX16" fmla="*/ 0 w 4477"/>
                    <a:gd name="connsiteY16" fmla="*/ 29106 h 58211"/>
                    <a:gd name="connsiteX17" fmla="*/ 2687 w 4477"/>
                    <a:gd name="connsiteY17" fmla="*/ 26419 h 58211"/>
                    <a:gd name="connsiteX18" fmla="*/ 2687 w 4477"/>
                    <a:gd name="connsiteY18" fmla="*/ 26419 h 58211"/>
                    <a:gd name="connsiteX19" fmla="*/ 5374 w 4477"/>
                    <a:gd name="connsiteY19" fmla="*/ 29106 h 58211"/>
                    <a:gd name="connsiteX20" fmla="*/ 5374 w 4477"/>
                    <a:gd name="connsiteY20" fmla="*/ 29106 h 58211"/>
                    <a:gd name="connsiteX21" fmla="*/ 2687 w 4477"/>
                    <a:gd name="connsiteY21" fmla="*/ 31793 h 58211"/>
                    <a:gd name="connsiteX22" fmla="*/ 2687 w 4477"/>
                    <a:gd name="connsiteY22" fmla="*/ 31793 h 58211"/>
                    <a:gd name="connsiteX23" fmla="*/ 0 w 4477"/>
                    <a:gd name="connsiteY23" fmla="*/ 29106 h 58211"/>
                    <a:gd name="connsiteX24" fmla="*/ 0 w 4477"/>
                    <a:gd name="connsiteY24" fmla="*/ 15672 h 58211"/>
                    <a:gd name="connsiteX25" fmla="*/ 2687 w 4477"/>
                    <a:gd name="connsiteY25" fmla="*/ 12986 h 58211"/>
                    <a:gd name="connsiteX26" fmla="*/ 2687 w 4477"/>
                    <a:gd name="connsiteY26" fmla="*/ 12986 h 58211"/>
                    <a:gd name="connsiteX27" fmla="*/ 5374 w 4477"/>
                    <a:gd name="connsiteY27" fmla="*/ 15672 h 58211"/>
                    <a:gd name="connsiteX28" fmla="*/ 5374 w 4477"/>
                    <a:gd name="connsiteY28" fmla="*/ 15672 h 58211"/>
                    <a:gd name="connsiteX29" fmla="*/ 2687 w 4477"/>
                    <a:gd name="connsiteY29" fmla="*/ 18359 h 58211"/>
                    <a:gd name="connsiteX30" fmla="*/ 2687 w 4477"/>
                    <a:gd name="connsiteY30" fmla="*/ 18359 h 58211"/>
                    <a:gd name="connsiteX31" fmla="*/ 0 w 4477"/>
                    <a:gd name="connsiteY31" fmla="*/ 15672 h 58211"/>
                    <a:gd name="connsiteX32" fmla="*/ 0 w 4477"/>
                    <a:gd name="connsiteY32" fmla="*/ 2687 h 58211"/>
                    <a:gd name="connsiteX33" fmla="*/ 2687 w 4477"/>
                    <a:gd name="connsiteY33" fmla="*/ 0 h 58211"/>
                    <a:gd name="connsiteX34" fmla="*/ 2687 w 4477"/>
                    <a:gd name="connsiteY34" fmla="*/ 0 h 58211"/>
                    <a:gd name="connsiteX35" fmla="*/ 5374 w 4477"/>
                    <a:gd name="connsiteY35" fmla="*/ 2687 h 58211"/>
                    <a:gd name="connsiteX36" fmla="*/ 5374 w 4477"/>
                    <a:gd name="connsiteY36" fmla="*/ 2687 h 58211"/>
                    <a:gd name="connsiteX37" fmla="*/ 2687 w 4477"/>
                    <a:gd name="connsiteY37" fmla="*/ 5373 h 58211"/>
                    <a:gd name="connsiteX38" fmla="*/ 2687 w 4477"/>
                    <a:gd name="connsiteY38" fmla="*/ 5373 h 58211"/>
                    <a:gd name="connsiteX39" fmla="*/ 0 w 4477"/>
                    <a:gd name="connsiteY39" fmla="*/ 2687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477" h="58211">
                      <a:moveTo>
                        <a:pt x="0" y="55973"/>
                      </a:moveTo>
                      <a:cubicBezTo>
                        <a:pt x="0" y="54629"/>
                        <a:pt x="1344" y="53286"/>
                        <a:pt x="2687" y="53286"/>
                      </a:cubicBezTo>
                      <a:lnTo>
                        <a:pt x="2687" y="53286"/>
                      </a:lnTo>
                      <a:cubicBezTo>
                        <a:pt x="4030" y="53286"/>
                        <a:pt x="5374" y="54629"/>
                        <a:pt x="5374" y="55973"/>
                      </a:cubicBezTo>
                      <a:lnTo>
                        <a:pt x="5374" y="55973"/>
                      </a:lnTo>
                      <a:cubicBezTo>
                        <a:pt x="5374" y="57316"/>
                        <a:pt x="4030" y="58660"/>
                        <a:pt x="2687" y="58660"/>
                      </a:cubicBezTo>
                      <a:lnTo>
                        <a:pt x="2687" y="58660"/>
                      </a:lnTo>
                      <a:cubicBezTo>
                        <a:pt x="896" y="58660"/>
                        <a:pt x="0" y="57764"/>
                        <a:pt x="0" y="55973"/>
                      </a:cubicBezTo>
                      <a:close/>
                      <a:moveTo>
                        <a:pt x="0" y="42539"/>
                      </a:moveTo>
                      <a:cubicBezTo>
                        <a:pt x="0" y="41196"/>
                        <a:pt x="1344" y="39853"/>
                        <a:pt x="2687" y="39853"/>
                      </a:cubicBezTo>
                      <a:lnTo>
                        <a:pt x="2687" y="39853"/>
                      </a:lnTo>
                      <a:cubicBezTo>
                        <a:pt x="4030" y="39853"/>
                        <a:pt x="5374" y="41196"/>
                        <a:pt x="5374" y="42539"/>
                      </a:cubicBezTo>
                      <a:lnTo>
                        <a:pt x="5374" y="42539"/>
                      </a:lnTo>
                      <a:cubicBezTo>
                        <a:pt x="5374" y="43883"/>
                        <a:pt x="4030" y="45226"/>
                        <a:pt x="2687" y="45226"/>
                      </a:cubicBezTo>
                      <a:lnTo>
                        <a:pt x="2687" y="45226"/>
                      </a:lnTo>
                      <a:cubicBezTo>
                        <a:pt x="896" y="45226"/>
                        <a:pt x="0" y="44331"/>
                        <a:pt x="0" y="42539"/>
                      </a:cubicBezTo>
                      <a:close/>
                      <a:moveTo>
                        <a:pt x="0" y="29106"/>
                      </a:moveTo>
                      <a:cubicBezTo>
                        <a:pt x="0" y="27763"/>
                        <a:pt x="1344" y="26419"/>
                        <a:pt x="2687" y="26419"/>
                      </a:cubicBezTo>
                      <a:lnTo>
                        <a:pt x="2687" y="26419"/>
                      </a:lnTo>
                      <a:cubicBezTo>
                        <a:pt x="4030" y="26419"/>
                        <a:pt x="5374" y="27763"/>
                        <a:pt x="5374" y="29106"/>
                      </a:cubicBezTo>
                      <a:lnTo>
                        <a:pt x="5374" y="29106"/>
                      </a:lnTo>
                      <a:cubicBezTo>
                        <a:pt x="5374" y="30449"/>
                        <a:pt x="4030" y="31793"/>
                        <a:pt x="2687" y="31793"/>
                      </a:cubicBezTo>
                      <a:lnTo>
                        <a:pt x="2687" y="31793"/>
                      </a:lnTo>
                      <a:cubicBezTo>
                        <a:pt x="896" y="31793"/>
                        <a:pt x="0" y="30897"/>
                        <a:pt x="0" y="29106"/>
                      </a:cubicBezTo>
                      <a:close/>
                      <a:moveTo>
                        <a:pt x="0" y="15672"/>
                      </a:moveTo>
                      <a:cubicBezTo>
                        <a:pt x="0" y="14329"/>
                        <a:pt x="1344" y="12986"/>
                        <a:pt x="2687" y="12986"/>
                      </a:cubicBezTo>
                      <a:lnTo>
                        <a:pt x="2687" y="12986"/>
                      </a:lnTo>
                      <a:cubicBezTo>
                        <a:pt x="4030" y="12986"/>
                        <a:pt x="5374" y="14329"/>
                        <a:pt x="5374" y="15672"/>
                      </a:cubicBezTo>
                      <a:lnTo>
                        <a:pt x="5374" y="15672"/>
                      </a:lnTo>
                      <a:cubicBezTo>
                        <a:pt x="5374" y="17016"/>
                        <a:pt x="4030" y="18359"/>
                        <a:pt x="2687" y="18359"/>
                      </a:cubicBezTo>
                      <a:lnTo>
                        <a:pt x="2687" y="18359"/>
                      </a:lnTo>
                      <a:cubicBezTo>
                        <a:pt x="896" y="18359"/>
                        <a:pt x="0" y="17464"/>
                        <a:pt x="0" y="15672"/>
                      </a:cubicBezTo>
                      <a:close/>
                      <a:moveTo>
                        <a:pt x="0" y="2687"/>
                      </a:moveTo>
                      <a:cubicBezTo>
                        <a:pt x="0" y="1343"/>
                        <a:pt x="1344" y="0"/>
                        <a:pt x="2687" y="0"/>
                      </a:cubicBezTo>
                      <a:lnTo>
                        <a:pt x="2687" y="0"/>
                      </a:lnTo>
                      <a:cubicBezTo>
                        <a:pt x="4030" y="0"/>
                        <a:pt x="5374" y="1343"/>
                        <a:pt x="5374" y="2687"/>
                      </a:cubicBezTo>
                      <a:lnTo>
                        <a:pt x="5374" y="2687"/>
                      </a:lnTo>
                      <a:cubicBezTo>
                        <a:pt x="5374" y="4030"/>
                        <a:pt x="4030" y="5373"/>
                        <a:pt x="2687" y="5373"/>
                      </a:cubicBezTo>
                      <a:lnTo>
                        <a:pt x="2687" y="5373"/>
                      </a:lnTo>
                      <a:cubicBezTo>
                        <a:pt x="896" y="4926"/>
                        <a:pt x="0" y="4030"/>
                        <a:pt x="0" y="268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66" name="Freeform: Shape 4762">
                  <a:extLst>
                    <a:ext uri="{FF2B5EF4-FFF2-40B4-BE49-F238E27FC236}">
                      <a16:creationId xmlns:a16="http://schemas.microsoft.com/office/drawing/2014/main" id="{515719EF-C5DE-0015-2775-1F6B83555BC3}"/>
                    </a:ext>
                  </a:extLst>
                </p:cNvPr>
                <p:cNvSpPr/>
                <p:nvPr/>
              </p:nvSpPr>
              <p:spPr>
                <a:xfrm>
                  <a:off x="5373794" y="5276298"/>
                  <a:ext cx="4478" cy="44778"/>
                </a:xfrm>
                <a:custGeom>
                  <a:avLst/>
                  <a:gdLst>
                    <a:gd name="connsiteX0" fmla="*/ 0 w 4477"/>
                    <a:gd name="connsiteY0" fmla="*/ 42539 h 44778"/>
                    <a:gd name="connsiteX1" fmla="*/ 2687 w 4477"/>
                    <a:gd name="connsiteY1" fmla="*/ 39853 h 44778"/>
                    <a:gd name="connsiteX2" fmla="*/ 2687 w 4477"/>
                    <a:gd name="connsiteY2" fmla="*/ 39853 h 44778"/>
                    <a:gd name="connsiteX3" fmla="*/ 5374 w 4477"/>
                    <a:gd name="connsiteY3" fmla="*/ 42539 h 44778"/>
                    <a:gd name="connsiteX4" fmla="*/ 5374 w 4477"/>
                    <a:gd name="connsiteY4" fmla="*/ 42539 h 44778"/>
                    <a:gd name="connsiteX5" fmla="*/ 2687 w 4477"/>
                    <a:gd name="connsiteY5" fmla="*/ 45226 h 44778"/>
                    <a:gd name="connsiteX6" fmla="*/ 2687 w 4477"/>
                    <a:gd name="connsiteY6" fmla="*/ 45226 h 44778"/>
                    <a:gd name="connsiteX7" fmla="*/ 0 w 4477"/>
                    <a:gd name="connsiteY7" fmla="*/ 42539 h 44778"/>
                    <a:gd name="connsiteX8" fmla="*/ 0 w 4477"/>
                    <a:gd name="connsiteY8" fmla="*/ 29106 h 44778"/>
                    <a:gd name="connsiteX9" fmla="*/ 2687 w 4477"/>
                    <a:gd name="connsiteY9" fmla="*/ 26419 h 44778"/>
                    <a:gd name="connsiteX10" fmla="*/ 2687 w 4477"/>
                    <a:gd name="connsiteY10" fmla="*/ 26419 h 44778"/>
                    <a:gd name="connsiteX11" fmla="*/ 5374 w 4477"/>
                    <a:gd name="connsiteY11" fmla="*/ 29106 h 44778"/>
                    <a:gd name="connsiteX12" fmla="*/ 5374 w 4477"/>
                    <a:gd name="connsiteY12" fmla="*/ 29106 h 44778"/>
                    <a:gd name="connsiteX13" fmla="*/ 2687 w 4477"/>
                    <a:gd name="connsiteY13" fmla="*/ 31793 h 44778"/>
                    <a:gd name="connsiteX14" fmla="*/ 2687 w 4477"/>
                    <a:gd name="connsiteY14" fmla="*/ 31793 h 44778"/>
                    <a:gd name="connsiteX15" fmla="*/ 0 w 4477"/>
                    <a:gd name="connsiteY15" fmla="*/ 29106 h 44778"/>
                    <a:gd name="connsiteX16" fmla="*/ 0 w 4477"/>
                    <a:gd name="connsiteY16" fmla="*/ 15672 h 44778"/>
                    <a:gd name="connsiteX17" fmla="*/ 2687 w 4477"/>
                    <a:gd name="connsiteY17" fmla="*/ 12986 h 44778"/>
                    <a:gd name="connsiteX18" fmla="*/ 2687 w 4477"/>
                    <a:gd name="connsiteY18" fmla="*/ 12986 h 44778"/>
                    <a:gd name="connsiteX19" fmla="*/ 5374 w 4477"/>
                    <a:gd name="connsiteY19" fmla="*/ 15672 h 44778"/>
                    <a:gd name="connsiteX20" fmla="*/ 5374 w 4477"/>
                    <a:gd name="connsiteY20" fmla="*/ 15672 h 44778"/>
                    <a:gd name="connsiteX21" fmla="*/ 2687 w 4477"/>
                    <a:gd name="connsiteY21" fmla="*/ 18359 h 44778"/>
                    <a:gd name="connsiteX22" fmla="*/ 2687 w 4477"/>
                    <a:gd name="connsiteY22" fmla="*/ 18359 h 44778"/>
                    <a:gd name="connsiteX23" fmla="*/ 0 w 4477"/>
                    <a:gd name="connsiteY23" fmla="*/ 15672 h 44778"/>
                    <a:gd name="connsiteX24" fmla="*/ 0 w 4477"/>
                    <a:gd name="connsiteY24" fmla="*/ 2687 h 44778"/>
                    <a:gd name="connsiteX25" fmla="*/ 2687 w 4477"/>
                    <a:gd name="connsiteY25" fmla="*/ 0 h 44778"/>
                    <a:gd name="connsiteX26" fmla="*/ 2687 w 4477"/>
                    <a:gd name="connsiteY26" fmla="*/ 0 h 44778"/>
                    <a:gd name="connsiteX27" fmla="*/ 5374 w 4477"/>
                    <a:gd name="connsiteY27" fmla="*/ 2687 h 44778"/>
                    <a:gd name="connsiteX28" fmla="*/ 5374 w 4477"/>
                    <a:gd name="connsiteY28" fmla="*/ 2687 h 44778"/>
                    <a:gd name="connsiteX29" fmla="*/ 2687 w 4477"/>
                    <a:gd name="connsiteY29" fmla="*/ 5373 h 44778"/>
                    <a:gd name="connsiteX30" fmla="*/ 2687 w 4477"/>
                    <a:gd name="connsiteY30" fmla="*/ 5373 h 44778"/>
                    <a:gd name="connsiteX31" fmla="*/ 0 w 4477"/>
                    <a:gd name="connsiteY31" fmla="*/ 2687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77" h="44778">
                      <a:moveTo>
                        <a:pt x="0" y="42539"/>
                      </a:moveTo>
                      <a:cubicBezTo>
                        <a:pt x="0" y="41196"/>
                        <a:pt x="1344" y="39853"/>
                        <a:pt x="2687" y="39853"/>
                      </a:cubicBezTo>
                      <a:lnTo>
                        <a:pt x="2687" y="39853"/>
                      </a:lnTo>
                      <a:cubicBezTo>
                        <a:pt x="4030" y="39853"/>
                        <a:pt x="5374" y="41196"/>
                        <a:pt x="5374" y="42539"/>
                      </a:cubicBezTo>
                      <a:lnTo>
                        <a:pt x="5374" y="42539"/>
                      </a:lnTo>
                      <a:cubicBezTo>
                        <a:pt x="5374" y="43883"/>
                        <a:pt x="4030" y="45226"/>
                        <a:pt x="2687" y="45226"/>
                      </a:cubicBezTo>
                      <a:lnTo>
                        <a:pt x="2687" y="45226"/>
                      </a:lnTo>
                      <a:cubicBezTo>
                        <a:pt x="896" y="45226"/>
                        <a:pt x="0" y="43883"/>
                        <a:pt x="0" y="42539"/>
                      </a:cubicBezTo>
                      <a:close/>
                      <a:moveTo>
                        <a:pt x="0" y="29106"/>
                      </a:moveTo>
                      <a:cubicBezTo>
                        <a:pt x="0" y="27763"/>
                        <a:pt x="1344" y="26419"/>
                        <a:pt x="2687" y="26419"/>
                      </a:cubicBezTo>
                      <a:lnTo>
                        <a:pt x="2687" y="26419"/>
                      </a:lnTo>
                      <a:cubicBezTo>
                        <a:pt x="4030" y="26419"/>
                        <a:pt x="5374" y="27763"/>
                        <a:pt x="5374" y="29106"/>
                      </a:cubicBezTo>
                      <a:lnTo>
                        <a:pt x="5374" y="29106"/>
                      </a:lnTo>
                      <a:cubicBezTo>
                        <a:pt x="5374" y="30449"/>
                        <a:pt x="4030" y="31793"/>
                        <a:pt x="2687" y="31793"/>
                      </a:cubicBezTo>
                      <a:lnTo>
                        <a:pt x="2687" y="31793"/>
                      </a:lnTo>
                      <a:cubicBezTo>
                        <a:pt x="896" y="31793"/>
                        <a:pt x="0" y="30449"/>
                        <a:pt x="0" y="29106"/>
                      </a:cubicBezTo>
                      <a:close/>
                      <a:moveTo>
                        <a:pt x="0" y="15672"/>
                      </a:moveTo>
                      <a:cubicBezTo>
                        <a:pt x="0" y="14329"/>
                        <a:pt x="1344" y="12986"/>
                        <a:pt x="2687" y="12986"/>
                      </a:cubicBezTo>
                      <a:lnTo>
                        <a:pt x="2687" y="12986"/>
                      </a:lnTo>
                      <a:cubicBezTo>
                        <a:pt x="4030" y="12986"/>
                        <a:pt x="5374" y="14329"/>
                        <a:pt x="5374" y="15672"/>
                      </a:cubicBezTo>
                      <a:lnTo>
                        <a:pt x="5374" y="15672"/>
                      </a:lnTo>
                      <a:cubicBezTo>
                        <a:pt x="5374" y="17016"/>
                        <a:pt x="4030" y="18359"/>
                        <a:pt x="2687" y="18359"/>
                      </a:cubicBezTo>
                      <a:lnTo>
                        <a:pt x="2687" y="18359"/>
                      </a:lnTo>
                      <a:cubicBezTo>
                        <a:pt x="896" y="18359"/>
                        <a:pt x="0" y="17016"/>
                        <a:pt x="0" y="15672"/>
                      </a:cubicBezTo>
                      <a:close/>
                      <a:moveTo>
                        <a:pt x="0" y="2687"/>
                      </a:moveTo>
                      <a:cubicBezTo>
                        <a:pt x="0" y="1343"/>
                        <a:pt x="1344" y="0"/>
                        <a:pt x="2687" y="0"/>
                      </a:cubicBezTo>
                      <a:lnTo>
                        <a:pt x="2687" y="0"/>
                      </a:lnTo>
                      <a:cubicBezTo>
                        <a:pt x="4030" y="0"/>
                        <a:pt x="5374" y="1343"/>
                        <a:pt x="5374" y="2687"/>
                      </a:cubicBezTo>
                      <a:lnTo>
                        <a:pt x="5374" y="2687"/>
                      </a:lnTo>
                      <a:cubicBezTo>
                        <a:pt x="5374" y="4030"/>
                        <a:pt x="4030" y="5373"/>
                        <a:pt x="2687" y="5373"/>
                      </a:cubicBezTo>
                      <a:lnTo>
                        <a:pt x="2687" y="5373"/>
                      </a:lnTo>
                      <a:cubicBezTo>
                        <a:pt x="896" y="4926"/>
                        <a:pt x="0" y="4030"/>
                        <a:pt x="0" y="268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67" name="Freeform: Shape 4763">
                  <a:extLst>
                    <a:ext uri="{FF2B5EF4-FFF2-40B4-BE49-F238E27FC236}">
                      <a16:creationId xmlns:a16="http://schemas.microsoft.com/office/drawing/2014/main" id="{29033251-BE32-09A9-466C-7390A6B92E59}"/>
                    </a:ext>
                  </a:extLst>
                </p:cNvPr>
                <p:cNvSpPr/>
                <p:nvPr/>
              </p:nvSpPr>
              <p:spPr>
                <a:xfrm>
                  <a:off x="5387227" y="5276298"/>
                  <a:ext cx="4478" cy="31345"/>
                </a:xfrm>
                <a:custGeom>
                  <a:avLst/>
                  <a:gdLst>
                    <a:gd name="connsiteX0" fmla="*/ 0 w 4477"/>
                    <a:gd name="connsiteY0" fmla="*/ 29106 h 31344"/>
                    <a:gd name="connsiteX1" fmla="*/ 2687 w 4477"/>
                    <a:gd name="connsiteY1" fmla="*/ 26419 h 31344"/>
                    <a:gd name="connsiteX2" fmla="*/ 2687 w 4477"/>
                    <a:gd name="connsiteY2" fmla="*/ 26419 h 31344"/>
                    <a:gd name="connsiteX3" fmla="*/ 5374 w 4477"/>
                    <a:gd name="connsiteY3" fmla="*/ 29106 h 31344"/>
                    <a:gd name="connsiteX4" fmla="*/ 5374 w 4477"/>
                    <a:gd name="connsiteY4" fmla="*/ 29106 h 31344"/>
                    <a:gd name="connsiteX5" fmla="*/ 2687 w 4477"/>
                    <a:gd name="connsiteY5" fmla="*/ 31793 h 31344"/>
                    <a:gd name="connsiteX6" fmla="*/ 2687 w 4477"/>
                    <a:gd name="connsiteY6" fmla="*/ 31793 h 31344"/>
                    <a:gd name="connsiteX7" fmla="*/ 0 w 4477"/>
                    <a:gd name="connsiteY7" fmla="*/ 29106 h 31344"/>
                    <a:gd name="connsiteX8" fmla="*/ 0 w 4477"/>
                    <a:gd name="connsiteY8" fmla="*/ 15672 h 31344"/>
                    <a:gd name="connsiteX9" fmla="*/ 2687 w 4477"/>
                    <a:gd name="connsiteY9" fmla="*/ 12986 h 31344"/>
                    <a:gd name="connsiteX10" fmla="*/ 2687 w 4477"/>
                    <a:gd name="connsiteY10" fmla="*/ 12986 h 31344"/>
                    <a:gd name="connsiteX11" fmla="*/ 5374 w 4477"/>
                    <a:gd name="connsiteY11" fmla="*/ 15672 h 31344"/>
                    <a:gd name="connsiteX12" fmla="*/ 5374 w 4477"/>
                    <a:gd name="connsiteY12" fmla="*/ 15672 h 31344"/>
                    <a:gd name="connsiteX13" fmla="*/ 2687 w 4477"/>
                    <a:gd name="connsiteY13" fmla="*/ 18359 h 31344"/>
                    <a:gd name="connsiteX14" fmla="*/ 2687 w 4477"/>
                    <a:gd name="connsiteY14" fmla="*/ 18359 h 31344"/>
                    <a:gd name="connsiteX15" fmla="*/ 0 w 4477"/>
                    <a:gd name="connsiteY15" fmla="*/ 15672 h 31344"/>
                    <a:gd name="connsiteX16" fmla="*/ 0 w 4477"/>
                    <a:gd name="connsiteY16" fmla="*/ 2687 h 31344"/>
                    <a:gd name="connsiteX17" fmla="*/ 2687 w 4477"/>
                    <a:gd name="connsiteY17" fmla="*/ 0 h 31344"/>
                    <a:gd name="connsiteX18" fmla="*/ 2687 w 4477"/>
                    <a:gd name="connsiteY18" fmla="*/ 0 h 31344"/>
                    <a:gd name="connsiteX19" fmla="*/ 5374 w 4477"/>
                    <a:gd name="connsiteY19" fmla="*/ 2687 h 31344"/>
                    <a:gd name="connsiteX20" fmla="*/ 5374 w 4477"/>
                    <a:gd name="connsiteY20" fmla="*/ 2687 h 31344"/>
                    <a:gd name="connsiteX21" fmla="*/ 2687 w 4477"/>
                    <a:gd name="connsiteY21" fmla="*/ 5373 h 31344"/>
                    <a:gd name="connsiteX22" fmla="*/ 2687 w 4477"/>
                    <a:gd name="connsiteY22" fmla="*/ 5373 h 31344"/>
                    <a:gd name="connsiteX23" fmla="*/ 0 w 4477"/>
                    <a:gd name="connsiteY23" fmla="*/ 2687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77" h="31344">
                      <a:moveTo>
                        <a:pt x="0" y="29106"/>
                      </a:moveTo>
                      <a:cubicBezTo>
                        <a:pt x="0" y="27763"/>
                        <a:pt x="1344" y="26419"/>
                        <a:pt x="2687" y="26419"/>
                      </a:cubicBezTo>
                      <a:lnTo>
                        <a:pt x="2687" y="26419"/>
                      </a:lnTo>
                      <a:cubicBezTo>
                        <a:pt x="4030" y="26419"/>
                        <a:pt x="5374" y="27763"/>
                        <a:pt x="5374" y="29106"/>
                      </a:cubicBezTo>
                      <a:lnTo>
                        <a:pt x="5374" y="29106"/>
                      </a:lnTo>
                      <a:cubicBezTo>
                        <a:pt x="5374" y="30449"/>
                        <a:pt x="4030" y="31793"/>
                        <a:pt x="2687" y="31793"/>
                      </a:cubicBezTo>
                      <a:lnTo>
                        <a:pt x="2687" y="31793"/>
                      </a:lnTo>
                      <a:cubicBezTo>
                        <a:pt x="896" y="31793"/>
                        <a:pt x="0" y="30449"/>
                        <a:pt x="0" y="29106"/>
                      </a:cubicBezTo>
                      <a:close/>
                      <a:moveTo>
                        <a:pt x="0" y="15672"/>
                      </a:moveTo>
                      <a:cubicBezTo>
                        <a:pt x="0" y="14329"/>
                        <a:pt x="1344" y="12986"/>
                        <a:pt x="2687" y="12986"/>
                      </a:cubicBezTo>
                      <a:lnTo>
                        <a:pt x="2687" y="12986"/>
                      </a:lnTo>
                      <a:cubicBezTo>
                        <a:pt x="4030" y="12986"/>
                        <a:pt x="5374" y="14329"/>
                        <a:pt x="5374" y="15672"/>
                      </a:cubicBezTo>
                      <a:lnTo>
                        <a:pt x="5374" y="15672"/>
                      </a:lnTo>
                      <a:cubicBezTo>
                        <a:pt x="5374" y="17016"/>
                        <a:pt x="4030" y="18359"/>
                        <a:pt x="2687" y="18359"/>
                      </a:cubicBezTo>
                      <a:lnTo>
                        <a:pt x="2687" y="18359"/>
                      </a:lnTo>
                      <a:cubicBezTo>
                        <a:pt x="896" y="18359"/>
                        <a:pt x="0" y="17016"/>
                        <a:pt x="0" y="15672"/>
                      </a:cubicBezTo>
                      <a:close/>
                      <a:moveTo>
                        <a:pt x="0" y="2687"/>
                      </a:moveTo>
                      <a:cubicBezTo>
                        <a:pt x="0" y="1343"/>
                        <a:pt x="1344" y="0"/>
                        <a:pt x="2687" y="0"/>
                      </a:cubicBezTo>
                      <a:lnTo>
                        <a:pt x="2687" y="0"/>
                      </a:lnTo>
                      <a:cubicBezTo>
                        <a:pt x="4030" y="0"/>
                        <a:pt x="5374" y="1343"/>
                        <a:pt x="5374" y="2687"/>
                      </a:cubicBezTo>
                      <a:lnTo>
                        <a:pt x="5374" y="2687"/>
                      </a:lnTo>
                      <a:cubicBezTo>
                        <a:pt x="5374" y="4030"/>
                        <a:pt x="4030" y="5373"/>
                        <a:pt x="2687" y="5373"/>
                      </a:cubicBezTo>
                      <a:lnTo>
                        <a:pt x="2687" y="5373"/>
                      </a:lnTo>
                      <a:cubicBezTo>
                        <a:pt x="896" y="4926"/>
                        <a:pt x="0" y="4030"/>
                        <a:pt x="0" y="268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68" name="Freeform: Shape 4764">
                  <a:extLst>
                    <a:ext uri="{FF2B5EF4-FFF2-40B4-BE49-F238E27FC236}">
                      <a16:creationId xmlns:a16="http://schemas.microsoft.com/office/drawing/2014/main" id="{EBD6B506-A85F-E415-ADD4-1001E298A26D}"/>
                    </a:ext>
                  </a:extLst>
                </p:cNvPr>
                <p:cNvSpPr/>
                <p:nvPr/>
              </p:nvSpPr>
              <p:spPr>
                <a:xfrm>
                  <a:off x="5400660" y="5276298"/>
                  <a:ext cx="4478" cy="17911"/>
                </a:xfrm>
                <a:custGeom>
                  <a:avLst/>
                  <a:gdLst>
                    <a:gd name="connsiteX0" fmla="*/ 0 w 4477"/>
                    <a:gd name="connsiteY0" fmla="*/ 15672 h 17911"/>
                    <a:gd name="connsiteX1" fmla="*/ 2687 w 4477"/>
                    <a:gd name="connsiteY1" fmla="*/ 12986 h 17911"/>
                    <a:gd name="connsiteX2" fmla="*/ 2687 w 4477"/>
                    <a:gd name="connsiteY2" fmla="*/ 12986 h 17911"/>
                    <a:gd name="connsiteX3" fmla="*/ 5374 w 4477"/>
                    <a:gd name="connsiteY3" fmla="*/ 15672 h 17911"/>
                    <a:gd name="connsiteX4" fmla="*/ 5374 w 4477"/>
                    <a:gd name="connsiteY4" fmla="*/ 15672 h 17911"/>
                    <a:gd name="connsiteX5" fmla="*/ 2687 w 4477"/>
                    <a:gd name="connsiteY5" fmla="*/ 18359 h 17911"/>
                    <a:gd name="connsiteX6" fmla="*/ 2687 w 4477"/>
                    <a:gd name="connsiteY6" fmla="*/ 18359 h 17911"/>
                    <a:gd name="connsiteX7" fmla="*/ 0 w 4477"/>
                    <a:gd name="connsiteY7" fmla="*/ 15672 h 17911"/>
                    <a:gd name="connsiteX8" fmla="*/ 0 w 4477"/>
                    <a:gd name="connsiteY8" fmla="*/ 2687 h 17911"/>
                    <a:gd name="connsiteX9" fmla="*/ 2687 w 4477"/>
                    <a:gd name="connsiteY9" fmla="*/ 0 h 17911"/>
                    <a:gd name="connsiteX10" fmla="*/ 2687 w 4477"/>
                    <a:gd name="connsiteY10" fmla="*/ 0 h 17911"/>
                    <a:gd name="connsiteX11" fmla="*/ 5374 w 4477"/>
                    <a:gd name="connsiteY11" fmla="*/ 2687 h 17911"/>
                    <a:gd name="connsiteX12" fmla="*/ 5374 w 4477"/>
                    <a:gd name="connsiteY12" fmla="*/ 2687 h 17911"/>
                    <a:gd name="connsiteX13" fmla="*/ 2687 w 4477"/>
                    <a:gd name="connsiteY13" fmla="*/ 5373 h 17911"/>
                    <a:gd name="connsiteX14" fmla="*/ 2687 w 4477"/>
                    <a:gd name="connsiteY14" fmla="*/ 5373 h 17911"/>
                    <a:gd name="connsiteX15" fmla="*/ 0 w 4477"/>
                    <a:gd name="connsiteY15" fmla="*/ 2687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77" h="17911">
                      <a:moveTo>
                        <a:pt x="0" y="15672"/>
                      </a:moveTo>
                      <a:cubicBezTo>
                        <a:pt x="0" y="14329"/>
                        <a:pt x="1344" y="12986"/>
                        <a:pt x="2687" y="12986"/>
                      </a:cubicBezTo>
                      <a:lnTo>
                        <a:pt x="2687" y="12986"/>
                      </a:lnTo>
                      <a:cubicBezTo>
                        <a:pt x="4030" y="12986"/>
                        <a:pt x="5374" y="14329"/>
                        <a:pt x="5374" y="15672"/>
                      </a:cubicBezTo>
                      <a:lnTo>
                        <a:pt x="5374" y="15672"/>
                      </a:lnTo>
                      <a:cubicBezTo>
                        <a:pt x="5374" y="17016"/>
                        <a:pt x="4030" y="18359"/>
                        <a:pt x="2687" y="18359"/>
                      </a:cubicBezTo>
                      <a:lnTo>
                        <a:pt x="2687" y="18359"/>
                      </a:lnTo>
                      <a:cubicBezTo>
                        <a:pt x="896" y="18359"/>
                        <a:pt x="0" y="17016"/>
                        <a:pt x="0" y="15672"/>
                      </a:cubicBezTo>
                      <a:close/>
                      <a:moveTo>
                        <a:pt x="0" y="2687"/>
                      </a:moveTo>
                      <a:cubicBezTo>
                        <a:pt x="0" y="1343"/>
                        <a:pt x="1344" y="0"/>
                        <a:pt x="2687" y="0"/>
                      </a:cubicBezTo>
                      <a:lnTo>
                        <a:pt x="2687" y="0"/>
                      </a:lnTo>
                      <a:cubicBezTo>
                        <a:pt x="4030" y="0"/>
                        <a:pt x="5374" y="1343"/>
                        <a:pt x="5374" y="2687"/>
                      </a:cubicBezTo>
                      <a:lnTo>
                        <a:pt x="5374" y="2687"/>
                      </a:lnTo>
                      <a:cubicBezTo>
                        <a:pt x="5374" y="4030"/>
                        <a:pt x="4030" y="5373"/>
                        <a:pt x="2687" y="5373"/>
                      </a:cubicBezTo>
                      <a:lnTo>
                        <a:pt x="2687" y="5373"/>
                      </a:lnTo>
                      <a:cubicBezTo>
                        <a:pt x="896" y="4926"/>
                        <a:pt x="0" y="4030"/>
                        <a:pt x="0" y="268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869" name="Group 4765">
                <a:extLst>
                  <a:ext uri="{FF2B5EF4-FFF2-40B4-BE49-F238E27FC236}">
                    <a16:creationId xmlns:a16="http://schemas.microsoft.com/office/drawing/2014/main" id="{282EBB2E-23EB-38C5-5880-95F2B83A9124}"/>
                  </a:ext>
                  <a:ext uri="{C183D7F6-B498-43B3-948B-1728B52AA6E4}">
                    <adec:decorative xmlns:adec="http://schemas.microsoft.com/office/drawing/2017/decorative" val="1"/>
                  </a:ext>
                </a:extLst>
              </p:cNvPr>
              <p:cNvGrpSpPr>
                <a:grpSpLocks noChangeAspect="1"/>
              </p:cNvGrpSpPr>
              <p:nvPr/>
            </p:nvGrpSpPr>
            <p:grpSpPr>
              <a:xfrm>
                <a:off x="11355053" y="1743228"/>
                <a:ext cx="138812" cy="141051"/>
                <a:chOff x="5574400" y="5202414"/>
                <a:chExt cx="138812" cy="141051"/>
              </a:xfrm>
            </p:grpSpPr>
            <p:sp>
              <p:nvSpPr>
                <p:cNvPr id="870" name="Freeform: Shape 4766">
                  <a:extLst>
                    <a:ext uri="{FF2B5EF4-FFF2-40B4-BE49-F238E27FC236}">
                      <a16:creationId xmlns:a16="http://schemas.microsoft.com/office/drawing/2014/main" id="{9D089291-DCF6-1A11-09B5-485346B61EA3}"/>
                    </a:ext>
                  </a:extLst>
                </p:cNvPr>
                <p:cNvSpPr/>
                <p:nvPr/>
              </p:nvSpPr>
              <p:spPr>
                <a:xfrm>
                  <a:off x="5655448" y="5276298"/>
                  <a:ext cx="40300" cy="40300"/>
                </a:xfrm>
                <a:custGeom>
                  <a:avLst/>
                  <a:gdLst>
                    <a:gd name="connsiteX0" fmla="*/ 42092 w 40300"/>
                    <a:gd name="connsiteY0" fmla="*/ 20150 h 40300"/>
                    <a:gd name="connsiteX1" fmla="*/ 27315 w 40300"/>
                    <a:gd name="connsiteY1" fmla="*/ 20150 h 40300"/>
                    <a:gd name="connsiteX2" fmla="*/ 37614 w 40300"/>
                    <a:gd name="connsiteY2" fmla="*/ 9404 h 40300"/>
                    <a:gd name="connsiteX3" fmla="*/ 37614 w 40300"/>
                    <a:gd name="connsiteY3" fmla="*/ 6269 h 40300"/>
                    <a:gd name="connsiteX4" fmla="*/ 34480 w 40300"/>
                    <a:gd name="connsiteY4" fmla="*/ 6269 h 40300"/>
                    <a:gd name="connsiteX5" fmla="*/ 24628 w 40300"/>
                    <a:gd name="connsiteY5" fmla="*/ 17016 h 40300"/>
                    <a:gd name="connsiteX6" fmla="*/ 24628 w 40300"/>
                    <a:gd name="connsiteY6" fmla="*/ 2239 h 40300"/>
                    <a:gd name="connsiteX7" fmla="*/ 22389 w 40300"/>
                    <a:gd name="connsiteY7" fmla="*/ 0 h 40300"/>
                    <a:gd name="connsiteX8" fmla="*/ 20150 w 40300"/>
                    <a:gd name="connsiteY8" fmla="*/ 2239 h 40300"/>
                    <a:gd name="connsiteX9" fmla="*/ 20150 w 40300"/>
                    <a:gd name="connsiteY9" fmla="*/ 17016 h 40300"/>
                    <a:gd name="connsiteX10" fmla="*/ 9403 w 40300"/>
                    <a:gd name="connsiteY10" fmla="*/ 6717 h 40300"/>
                    <a:gd name="connsiteX11" fmla="*/ 6269 w 40300"/>
                    <a:gd name="connsiteY11" fmla="*/ 6717 h 40300"/>
                    <a:gd name="connsiteX12" fmla="*/ 6269 w 40300"/>
                    <a:gd name="connsiteY12" fmla="*/ 9851 h 40300"/>
                    <a:gd name="connsiteX13" fmla="*/ 17016 w 40300"/>
                    <a:gd name="connsiteY13" fmla="*/ 19703 h 40300"/>
                    <a:gd name="connsiteX14" fmla="*/ 2239 w 40300"/>
                    <a:gd name="connsiteY14" fmla="*/ 19703 h 40300"/>
                    <a:gd name="connsiteX15" fmla="*/ 0 w 40300"/>
                    <a:gd name="connsiteY15" fmla="*/ 21941 h 40300"/>
                    <a:gd name="connsiteX16" fmla="*/ 2239 w 40300"/>
                    <a:gd name="connsiteY16" fmla="*/ 24180 h 40300"/>
                    <a:gd name="connsiteX17" fmla="*/ 17016 w 40300"/>
                    <a:gd name="connsiteY17" fmla="*/ 24180 h 40300"/>
                    <a:gd name="connsiteX18" fmla="*/ 6717 w 40300"/>
                    <a:gd name="connsiteY18" fmla="*/ 34927 h 40300"/>
                    <a:gd name="connsiteX19" fmla="*/ 6717 w 40300"/>
                    <a:gd name="connsiteY19" fmla="*/ 38061 h 40300"/>
                    <a:gd name="connsiteX20" fmla="*/ 8060 w 40300"/>
                    <a:gd name="connsiteY20" fmla="*/ 38509 h 40300"/>
                    <a:gd name="connsiteX21" fmla="*/ 9852 w 40300"/>
                    <a:gd name="connsiteY21" fmla="*/ 37614 h 40300"/>
                    <a:gd name="connsiteX22" fmla="*/ 19703 w 40300"/>
                    <a:gd name="connsiteY22" fmla="*/ 26867 h 40300"/>
                    <a:gd name="connsiteX23" fmla="*/ 19703 w 40300"/>
                    <a:gd name="connsiteY23" fmla="*/ 41644 h 40300"/>
                    <a:gd name="connsiteX24" fmla="*/ 21941 w 40300"/>
                    <a:gd name="connsiteY24" fmla="*/ 43883 h 40300"/>
                    <a:gd name="connsiteX25" fmla="*/ 24180 w 40300"/>
                    <a:gd name="connsiteY25" fmla="*/ 41644 h 40300"/>
                    <a:gd name="connsiteX26" fmla="*/ 24180 w 40300"/>
                    <a:gd name="connsiteY26" fmla="*/ 26867 h 40300"/>
                    <a:gd name="connsiteX27" fmla="*/ 34927 w 40300"/>
                    <a:gd name="connsiteY27" fmla="*/ 37166 h 40300"/>
                    <a:gd name="connsiteX28" fmla="*/ 36270 w 40300"/>
                    <a:gd name="connsiteY28" fmla="*/ 37614 h 40300"/>
                    <a:gd name="connsiteX29" fmla="*/ 38061 w 40300"/>
                    <a:gd name="connsiteY29" fmla="*/ 36718 h 40300"/>
                    <a:gd name="connsiteX30" fmla="*/ 38061 w 40300"/>
                    <a:gd name="connsiteY30" fmla="*/ 33584 h 40300"/>
                    <a:gd name="connsiteX31" fmla="*/ 27315 w 40300"/>
                    <a:gd name="connsiteY31" fmla="*/ 23732 h 40300"/>
                    <a:gd name="connsiteX32" fmla="*/ 42092 w 40300"/>
                    <a:gd name="connsiteY32" fmla="*/ 23732 h 40300"/>
                    <a:gd name="connsiteX33" fmla="*/ 44331 w 40300"/>
                    <a:gd name="connsiteY33" fmla="*/ 21493 h 40300"/>
                    <a:gd name="connsiteX34" fmla="*/ 42092 w 40300"/>
                    <a:gd name="connsiteY34" fmla="*/ 20150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0300" h="40300">
                      <a:moveTo>
                        <a:pt x="42092" y="20150"/>
                      </a:moveTo>
                      <a:lnTo>
                        <a:pt x="27315" y="20150"/>
                      </a:lnTo>
                      <a:lnTo>
                        <a:pt x="37614" y="9404"/>
                      </a:lnTo>
                      <a:cubicBezTo>
                        <a:pt x="38509" y="8508"/>
                        <a:pt x="38509" y="7165"/>
                        <a:pt x="37614" y="6269"/>
                      </a:cubicBezTo>
                      <a:cubicBezTo>
                        <a:pt x="36718" y="5373"/>
                        <a:pt x="35375" y="5373"/>
                        <a:pt x="34480" y="6269"/>
                      </a:cubicBezTo>
                      <a:lnTo>
                        <a:pt x="24628" y="17016"/>
                      </a:lnTo>
                      <a:lnTo>
                        <a:pt x="24628" y="2239"/>
                      </a:lnTo>
                      <a:cubicBezTo>
                        <a:pt x="24628" y="896"/>
                        <a:pt x="23733" y="0"/>
                        <a:pt x="22389" y="0"/>
                      </a:cubicBezTo>
                      <a:cubicBezTo>
                        <a:pt x="21046" y="0"/>
                        <a:pt x="20150" y="896"/>
                        <a:pt x="20150" y="2239"/>
                      </a:cubicBezTo>
                      <a:lnTo>
                        <a:pt x="20150" y="17016"/>
                      </a:lnTo>
                      <a:lnTo>
                        <a:pt x="9403" y="6717"/>
                      </a:lnTo>
                      <a:cubicBezTo>
                        <a:pt x="8508" y="5821"/>
                        <a:pt x="7164" y="5821"/>
                        <a:pt x="6269" y="6717"/>
                      </a:cubicBezTo>
                      <a:cubicBezTo>
                        <a:pt x="5374" y="7612"/>
                        <a:pt x="5374" y="8956"/>
                        <a:pt x="6269" y="9851"/>
                      </a:cubicBezTo>
                      <a:lnTo>
                        <a:pt x="17016" y="19703"/>
                      </a:lnTo>
                      <a:lnTo>
                        <a:pt x="2239" y="19703"/>
                      </a:lnTo>
                      <a:cubicBezTo>
                        <a:pt x="896" y="19703"/>
                        <a:pt x="0" y="20598"/>
                        <a:pt x="0" y="21941"/>
                      </a:cubicBezTo>
                      <a:cubicBezTo>
                        <a:pt x="0" y="23285"/>
                        <a:pt x="896" y="24180"/>
                        <a:pt x="2239" y="24180"/>
                      </a:cubicBezTo>
                      <a:lnTo>
                        <a:pt x="17016" y="24180"/>
                      </a:lnTo>
                      <a:lnTo>
                        <a:pt x="6717" y="34927"/>
                      </a:lnTo>
                      <a:cubicBezTo>
                        <a:pt x="5821" y="35823"/>
                        <a:pt x="5821" y="37166"/>
                        <a:pt x="6717" y="38061"/>
                      </a:cubicBezTo>
                      <a:cubicBezTo>
                        <a:pt x="7164" y="38509"/>
                        <a:pt x="7613" y="38509"/>
                        <a:pt x="8060" y="38509"/>
                      </a:cubicBezTo>
                      <a:cubicBezTo>
                        <a:pt x="8508" y="38509"/>
                        <a:pt x="9403" y="38061"/>
                        <a:pt x="9852" y="37614"/>
                      </a:cubicBezTo>
                      <a:lnTo>
                        <a:pt x="19703" y="26867"/>
                      </a:lnTo>
                      <a:lnTo>
                        <a:pt x="19703" y="41644"/>
                      </a:lnTo>
                      <a:cubicBezTo>
                        <a:pt x="19703" y="42987"/>
                        <a:pt x="20598" y="43883"/>
                        <a:pt x="21941" y="43883"/>
                      </a:cubicBezTo>
                      <a:cubicBezTo>
                        <a:pt x="23285" y="43883"/>
                        <a:pt x="24180" y="42987"/>
                        <a:pt x="24180" y="41644"/>
                      </a:cubicBezTo>
                      <a:lnTo>
                        <a:pt x="24180" y="26867"/>
                      </a:lnTo>
                      <a:lnTo>
                        <a:pt x="34927" y="37166"/>
                      </a:lnTo>
                      <a:cubicBezTo>
                        <a:pt x="35375" y="37614"/>
                        <a:pt x="35823" y="37614"/>
                        <a:pt x="36270" y="37614"/>
                      </a:cubicBezTo>
                      <a:cubicBezTo>
                        <a:pt x="36718" y="37614"/>
                        <a:pt x="37614" y="37166"/>
                        <a:pt x="38061" y="36718"/>
                      </a:cubicBezTo>
                      <a:cubicBezTo>
                        <a:pt x="38957" y="35823"/>
                        <a:pt x="38957" y="34479"/>
                        <a:pt x="38061" y="33584"/>
                      </a:cubicBezTo>
                      <a:lnTo>
                        <a:pt x="27315" y="23732"/>
                      </a:lnTo>
                      <a:lnTo>
                        <a:pt x="42092" y="23732"/>
                      </a:lnTo>
                      <a:cubicBezTo>
                        <a:pt x="43435" y="23732"/>
                        <a:pt x="44331" y="22837"/>
                        <a:pt x="44331" y="21493"/>
                      </a:cubicBezTo>
                      <a:cubicBezTo>
                        <a:pt x="44331" y="20150"/>
                        <a:pt x="42987" y="20150"/>
                        <a:pt x="42092" y="2015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71" name="Freeform: Shape 4767">
                  <a:extLst>
                    <a:ext uri="{FF2B5EF4-FFF2-40B4-BE49-F238E27FC236}">
                      <a16:creationId xmlns:a16="http://schemas.microsoft.com/office/drawing/2014/main" id="{BC4128B9-6F44-9FEB-9790-5DF848D9F695}"/>
                    </a:ext>
                  </a:extLst>
                </p:cNvPr>
                <p:cNvSpPr/>
                <p:nvPr/>
              </p:nvSpPr>
              <p:spPr>
                <a:xfrm>
                  <a:off x="5615148" y="5303165"/>
                  <a:ext cx="40300" cy="40300"/>
                </a:xfrm>
                <a:custGeom>
                  <a:avLst/>
                  <a:gdLst>
                    <a:gd name="connsiteX0" fmla="*/ 42092 w 40300"/>
                    <a:gd name="connsiteY0" fmla="*/ 20150 h 40300"/>
                    <a:gd name="connsiteX1" fmla="*/ 27315 w 40300"/>
                    <a:gd name="connsiteY1" fmla="*/ 20150 h 40300"/>
                    <a:gd name="connsiteX2" fmla="*/ 37614 w 40300"/>
                    <a:gd name="connsiteY2" fmla="*/ 9404 h 40300"/>
                    <a:gd name="connsiteX3" fmla="*/ 37614 w 40300"/>
                    <a:gd name="connsiteY3" fmla="*/ 6269 h 40300"/>
                    <a:gd name="connsiteX4" fmla="*/ 34480 w 40300"/>
                    <a:gd name="connsiteY4" fmla="*/ 6269 h 40300"/>
                    <a:gd name="connsiteX5" fmla="*/ 24628 w 40300"/>
                    <a:gd name="connsiteY5" fmla="*/ 17016 h 40300"/>
                    <a:gd name="connsiteX6" fmla="*/ 24628 w 40300"/>
                    <a:gd name="connsiteY6" fmla="*/ 2239 h 40300"/>
                    <a:gd name="connsiteX7" fmla="*/ 22389 w 40300"/>
                    <a:gd name="connsiteY7" fmla="*/ 0 h 40300"/>
                    <a:gd name="connsiteX8" fmla="*/ 20150 w 40300"/>
                    <a:gd name="connsiteY8" fmla="*/ 2239 h 40300"/>
                    <a:gd name="connsiteX9" fmla="*/ 20150 w 40300"/>
                    <a:gd name="connsiteY9" fmla="*/ 17016 h 40300"/>
                    <a:gd name="connsiteX10" fmla="*/ 9403 w 40300"/>
                    <a:gd name="connsiteY10" fmla="*/ 6717 h 40300"/>
                    <a:gd name="connsiteX11" fmla="*/ 6269 w 40300"/>
                    <a:gd name="connsiteY11" fmla="*/ 6717 h 40300"/>
                    <a:gd name="connsiteX12" fmla="*/ 6269 w 40300"/>
                    <a:gd name="connsiteY12" fmla="*/ 9851 h 40300"/>
                    <a:gd name="connsiteX13" fmla="*/ 17016 w 40300"/>
                    <a:gd name="connsiteY13" fmla="*/ 19703 h 40300"/>
                    <a:gd name="connsiteX14" fmla="*/ 2239 w 40300"/>
                    <a:gd name="connsiteY14" fmla="*/ 19703 h 40300"/>
                    <a:gd name="connsiteX15" fmla="*/ 0 w 40300"/>
                    <a:gd name="connsiteY15" fmla="*/ 21941 h 40300"/>
                    <a:gd name="connsiteX16" fmla="*/ 2239 w 40300"/>
                    <a:gd name="connsiteY16" fmla="*/ 24180 h 40300"/>
                    <a:gd name="connsiteX17" fmla="*/ 17016 w 40300"/>
                    <a:gd name="connsiteY17" fmla="*/ 24180 h 40300"/>
                    <a:gd name="connsiteX18" fmla="*/ 6717 w 40300"/>
                    <a:gd name="connsiteY18" fmla="*/ 34927 h 40300"/>
                    <a:gd name="connsiteX19" fmla="*/ 6717 w 40300"/>
                    <a:gd name="connsiteY19" fmla="*/ 38061 h 40300"/>
                    <a:gd name="connsiteX20" fmla="*/ 8060 w 40300"/>
                    <a:gd name="connsiteY20" fmla="*/ 38509 h 40300"/>
                    <a:gd name="connsiteX21" fmla="*/ 9852 w 40300"/>
                    <a:gd name="connsiteY21" fmla="*/ 37614 h 40300"/>
                    <a:gd name="connsiteX22" fmla="*/ 19703 w 40300"/>
                    <a:gd name="connsiteY22" fmla="*/ 26867 h 40300"/>
                    <a:gd name="connsiteX23" fmla="*/ 19703 w 40300"/>
                    <a:gd name="connsiteY23" fmla="*/ 41644 h 40300"/>
                    <a:gd name="connsiteX24" fmla="*/ 21941 w 40300"/>
                    <a:gd name="connsiteY24" fmla="*/ 43883 h 40300"/>
                    <a:gd name="connsiteX25" fmla="*/ 24180 w 40300"/>
                    <a:gd name="connsiteY25" fmla="*/ 41644 h 40300"/>
                    <a:gd name="connsiteX26" fmla="*/ 24180 w 40300"/>
                    <a:gd name="connsiteY26" fmla="*/ 26867 h 40300"/>
                    <a:gd name="connsiteX27" fmla="*/ 34927 w 40300"/>
                    <a:gd name="connsiteY27" fmla="*/ 37166 h 40300"/>
                    <a:gd name="connsiteX28" fmla="*/ 36270 w 40300"/>
                    <a:gd name="connsiteY28" fmla="*/ 37614 h 40300"/>
                    <a:gd name="connsiteX29" fmla="*/ 38061 w 40300"/>
                    <a:gd name="connsiteY29" fmla="*/ 36718 h 40300"/>
                    <a:gd name="connsiteX30" fmla="*/ 38061 w 40300"/>
                    <a:gd name="connsiteY30" fmla="*/ 33584 h 40300"/>
                    <a:gd name="connsiteX31" fmla="*/ 27315 w 40300"/>
                    <a:gd name="connsiteY31" fmla="*/ 23732 h 40300"/>
                    <a:gd name="connsiteX32" fmla="*/ 42092 w 40300"/>
                    <a:gd name="connsiteY32" fmla="*/ 23732 h 40300"/>
                    <a:gd name="connsiteX33" fmla="*/ 44331 w 40300"/>
                    <a:gd name="connsiteY33" fmla="*/ 21493 h 40300"/>
                    <a:gd name="connsiteX34" fmla="*/ 42092 w 40300"/>
                    <a:gd name="connsiteY34" fmla="*/ 20150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0300" h="40300">
                      <a:moveTo>
                        <a:pt x="42092" y="20150"/>
                      </a:moveTo>
                      <a:lnTo>
                        <a:pt x="27315" y="20150"/>
                      </a:lnTo>
                      <a:lnTo>
                        <a:pt x="37614" y="9404"/>
                      </a:lnTo>
                      <a:cubicBezTo>
                        <a:pt x="38509" y="8508"/>
                        <a:pt x="38509" y="7165"/>
                        <a:pt x="37614" y="6269"/>
                      </a:cubicBezTo>
                      <a:cubicBezTo>
                        <a:pt x="36718" y="5373"/>
                        <a:pt x="35375" y="5373"/>
                        <a:pt x="34480" y="6269"/>
                      </a:cubicBezTo>
                      <a:lnTo>
                        <a:pt x="24628" y="17016"/>
                      </a:lnTo>
                      <a:lnTo>
                        <a:pt x="24628" y="2239"/>
                      </a:lnTo>
                      <a:cubicBezTo>
                        <a:pt x="24628" y="896"/>
                        <a:pt x="23733" y="0"/>
                        <a:pt x="22389" y="0"/>
                      </a:cubicBezTo>
                      <a:cubicBezTo>
                        <a:pt x="21046" y="0"/>
                        <a:pt x="20150" y="896"/>
                        <a:pt x="20150" y="2239"/>
                      </a:cubicBezTo>
                      <a:lnTo>
                        <a:pt x="20150" y="17016"/>
                      </a:lnTo>
                      <a:lnTo>
                        <a:pt x="9403" y="6717"/>
                      </a:lnTo>
                      <a:cubicBezTo>
                        <a:pt x="8508" y="5821"/>
                        <a:pt x="7164" y="5821"/>
                        <a:pt x="6269" y="6717"/>
                      </a:cubicBezTo>
                      <a:cubicBezTo>
                        <a:pt x="5374" y="7612"/>
                        <a:pt x="5374" y="8956"/>
                        <a:pt x="6269" y="9851"/>
                      </a:cubicBezTo>
                      <a:lnTo>
                        <a:pt x="17016" y="19703"/>
                      </a:lnTo>
                      <a:lnTo>
                        <a:pt x="2239" y="19703"/>
                      </a:lnTo>
                      <a:cubicBezTo>
                        <a:pt x="896" y="19703"/>
                        <a:pt x="0" y="20598"/>
                        <a:pt x="0" y="21941"/>
                      </a:cubicBezTo>
                      <a:cubicBezTo>
                        <a:pt x="0" y="23285"/>
                        <a:pt x="896" y="24180"/>
                        <a:pt x="2239" y="24180"/>
                      </a:cubicBezTo>
                      <a:lnTo>
                        <a:pt x="17016" y="24180"/>
                      </a:lnTo>
                      <a:lnTo>
                        <a:pt x="6717" y="34927"/>
                      </a:lnTo>
                      <a:cubicBezTo>
                        <a:pt x="5821" y="35823"/>
                        <a:pt x="5821" y="37166"/>
                        <a:pt x="6717" y="38061"/>
                      </a:cubicBezTo>
                      <a:cubicBezTo>
                        <a:pt x="7164" y="38509"/>
                        <a:pt x="7613" y="38509"/>
                        <a:pt x="8060" y="38509"/>
                      </a:cubicBezTo>
                      <a:cubicBezTo>
                        <a:pt x="8508" y="38509"/>
                        <a:pt x="9403" y="38061"/>
                        <a:pt x="9852" y="37614"/>
                      </a:cubicBezTo>
                      <a:lnTo>
                        <a:pt x="19703" y="26867"/>
                      </a:lnTo>
                      <a:lnTo>
                        <a:pt x="19703" y="41644"/>
                      </a:lnTo>
                      <a:cubicBezTo>
                        <a:pt x="19703" y="42987"/>
                        <a:pt x="20598" y="43883"/>
                        <a:pt x="21941" y="43883"/>
                      </a:cubicBezTo>
                      <a:cubicBezTo>
                        <a:pt x="23285" y="43883"/>
                        <a:pt x="24180" y="42987"/>
                        <a:pt x="24180" y="41644"/>
                      </a:cubicBezTo>
                      <a:lnTo>
                        <a:pt x="24180" y="26867"/>
                      </a:lnTo>
                      <a:lnTo>
                        <a:pt x="34927" y="37166"/>
                      </a:lnTo>
                      <a:cubicBezTo>
                        <a:pt x="35375" y="37614"/>
                        <a:pt x="35823" y="37614"/>
                        <a:pt x="36270" y="37614"/>
                      </a:cubicBezTo>
                      <a:cubicBezTo>
                        <a:pt x="36718" y="37614"/>
                        <a:pt x="37614" y="37166"/>
                        <a:pt x="38061" y="36718"/>
                      </a:cubicBezTo>
                      <a:cubicBezTo>
                        <a:pt x="38957" y="35823"/>
                        <a:pt x="38957" y="34479"/>
                        <a:pt x="38061" y="33584"/>
                      </a:cubicBezTo>
                      <a:lnTo>
                        <a:pt x="27315" y="23732"/>
                      </a:lnTo>
                      <a:lnTo>
                        <a:pt x="42092" y="23732"/>
                      </a:lnTo>
                      <a:cubicBezTo>
                        <a:pt x="43435" y="23732"/>
                        <a:pt x="44331" y="22837"/>
                        <a:pt x="44331" y="21493"/>
                      </a:cubicBezTo>
                      <a:cubicBezTo>
                        <a:pt x="44331" y="20150"/>
                        <a:pt x="42987" y="20150"/>
                        <a:pt x="42092" y="2015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72" name="Freeform: Shape 4768">
                  <a:extLst>
                    <a:ext uri="{FF2B5EF4-FFF2-40B4-BE49-F238E27FC236}">
                      <a16:creationId xmlns:a16="http://schemas.microsoft.com/office/drawing/2014/main" id="{7A6260B9-9E16-218F-7956-AD5E88B6B62B}"/>
                    </a:ext>
                  </a:extLst>
                </p:cNvPr>
                <p:cNvSpPr/>
                <p:nvPr/>
              </p:nvSpPr>
              <p:spPr>
                <a:xfrm>
                  <a:off x="5574400" y="5202414"/>
                  <a:ext cx="138812" cy="98512"/>
                </a:xfrm>
                <a:custGeom>
                  <a:avLst/>
                  <a:gdLst>
                    <a:gd name="connsiteX0" fmla="*/ 102990 w 138812"/>
                    <a:gd name="connsiteY0" fmla="*/ 26867 h 98511"/>
                    <a:gd name="connsiteX1" fmla="*/ 102094 w 138812"/>
                    <a:gd name="connsiteY1" fmla="*/ 26867 h 98511"/>
                    <a:gd name="connsiteX2" fmla="*/ 62689 w 138812"/>
                    <a:gd name="connsiteY2" fmla="*/ 0 h 98511"/>
                    <a:gd name="connsiteX3" fmla="*/ 20150 w 138812"/>
                    <a:gd name="connsiteY3" fmla="*/ 41644 h 98511"/>
                    <a:gd name="connsiteX4" fmla="*/ 0 w 138812"/>
                    <a:gd name="connsiteY4" fmla="*/ 69406 h 98511"/>
                    <a:gd name="connsiteX5" fmla="*/ 7612 w 138812"/>
                    <a:gd name="connsiteY5" fmla="*/ 89109 h 98511"/>
                    <a:gd name="connsiteX6" fmla="*/ 29106 w 138812"/>
                    <a:gd name="connsiteY6" fmla="*/ 98512 h 98511"/>
                    <a:gd name="connsiteX7" fmla="*/ 40300 w 138812"/>
                    <a:gd name="connsiteY7" fmla="*/ 98512 h 98511"/>
                    <a:gd name="connsiteX8" fmla="*/ 42539 w 138812"/>
                    <a:gd name="connsiteY8" fmla="*/ 96273 h 98511"/>
                    <a:gd name="connsiteX9" fmla="*/ 40300 w 138812"/>
                    <a:gd name="connsiteY9" fmla="*/ 94034 h 98511"/>
                    <a:gd name="connsiteX10" fmla="*/ 29106 w 138812"/>
                    <a:gd name="connsiteY10" fmla="*/ 94034 h 98511"/>
                    <a:gd name="connsiteX11" fmla="*/ 11642 w 138812"/>
                    <a:gd name="connsiteY11" fmla="*/ 86870 h 98511"/>
                    <a:gd name="connsiteX12" fmla="*/ 10747 w 138812"/>
                    <a:gd name="connsiteY12" fmla="*/ 85974 h 98511"/>
                    <a:gd name="connsiteX13" fmla="*/ 4478 w 138812"/>
                    <a:gd name="connsiteY13" fmla="*/ 69406 h 98511"/>
                    <a:gd name="connsiteX14" fmla="*/ 22837 w 138812"/>
                    <a:gd name="connsiteY14" fmla="*/ 45674 h 98511"/>
                    <a:gd name="connsiteX15" fmla="*/ 24628 w 138812"/>
                    <a:gd name="connsiteY15" fmla="*/ 43435 h 98511"/>
                    <a:gd name="connsiteX16" fmla="*/ 24628 w 138812"/>
                    <a:gd name="connsiteY16" fmla="*/ 42539 h 98511"/>
                    <a:gd name="connsiteX17" fmla="*/ 62689 w 138812"/>
                    <a:gd name="connsiteY17" fmla="*/ 4478 h 98511"/>
                    <a:gd name="connsiteX18" fmla="*/ 98512 w 138812"/>
                    <a:gd name="connsiteY18" fmla="*/ 30001 h 98511"/>
                    <a:gd name="connsiteX19" fmla="*/ 100751 w 138812"/>
                    <a:gd name="connsiteY19" fmla="*/ 31345 h 98511"/>
                    <a:gd name="connsiteX20" fmla="*/ 102990 w 138812"/>
                    <a:gd name="connsiteY20" fmla="*/ 31345 h 98511"/>
                    <a:gd name="connsiteX21" fmla="*/ 134335 w 138812"/>
                    <a:gd name="connsiteY21" fmla="*/ 62689 h 98511"/>
                    <a:gd name="connsiteX22" fmla="*/ 128961 w 138812"/>
                    <a:gd name="connsiteY22" fmla="*/ 80153 h 98511"/>
                    <a:gd name="connsiteX23" fmla="*/ 129409 w 138812"/>
                    <a:gd name="connsiteY23" fmla="*/ 83288 h 98511"/>
                    <a:gd name="connsiteX24" fmla="*/ 132543 w 138812"/>
                    <a:gd name="connsiteY24" fmla="*/ 82840 h 98511"/>
                    <a:gd name="connsiteX25" fmla="*/ 138812 w 138812"/>
                    <a:gd name="connsiteY25" fmla="*/ 62689 h 98511"/>
                    <a:gd name="connsiteX26" fmla="*/ 102990 w 138812"/>
                    <a:gd name="connsiteY26" fmla="*/ 26867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8812" h="98511">
                      <a:moveTo>
                        <a:pt x="102990" y="26867"/>
                      </a:moveTo>
                      <a:cubicBezTo>
                        <a:pt x="102542" y="26867"/>
                        <a:pt x="102542" y="26867"/>
                        <a:pt x="102094" y="26867"/>
                      </a:cubicBezTo>
                      <a:cubicBezTo>
                        <a:pt x="95825" y="10747"/>
                        <a:pt x="80153" y="0"/>
                        <a:pt x="62689" y="0"/>
                      </a:cubicBezTo>
                      <a:cubicBezTo>
                        <a:pt x="39405" y="0"/>
                        <a:pt x="20598" y="18807"/>
                        <a:pt x="20150" y="41644"/>
                      </a:cubicBezTo>
                      <a:cubicBezTo>
                        <a:pt x="8060" y="45674"/>
                        <a:pt x="0" y="56868"/>
                        <a:pt x="0" y="69406"/>
                      </a:cubicBezTo>
                      <a:cubicBezTo>
                        <a:pt x="0" y="76571"/>
                        <a:pt x="2687" y="83735"/>
                        <a:pt x="7612" y="89109"/>
                      </a:cubicBezTo>
                      <a:cubicBezTo>
                        <a:pt x="12986" y="94930"/>
                        <a:pt x="21046" y="98512"/>
                        <a:pt x="29106" y="98512"/>
                      </a:cubicBezTo>
                      <a:lnTo>
                        <a:pt x="40300" y="98512"/>
                      </a:lnTo>
                      <a:cubicBezTo>
                        <a:pt x="41644" y="98512"/>
                        <a:pt x="42539" y="97616"/>
                        <a:pt x="42539" y="96273"/>
                      </a:cubicBezTo>
                      <a:cubicBezTo>
                        <a:pt x="42539" y="94930"/>
                        <a:pt x="41644" y="94034"/>
                        <a:pt x="40300" y="94034"/>
                      </a:cubicBezTo>
                      <a:lnTo>
                        <a:pt x="29106" y="94034"/>
                      </a:lnTo>
                      <a:cubicBezTo>
                        <a:pt x="22389" y="94034"/>
                        <a:pt x="16120" y="91348"/>
                        <a:pt x="11642" y="86870"/>
                      </a:cubicBezTo>
                      <a:lnTo>
                        <a:pt x="10747" y="85974"/>
                      </a:lnTo>
                      <a:cubicBezTo>
                        <a:pt x="6717" y="81496"/>
                        <a:pt x="4478" y="75675"/>
                        <a:pt x="4478" y="69406"/>
                      </a:cubicBezTo>
                      <a:cubicBezTo>
                        <a:pt x="4478" y="58212"/>
                        <a:pt x="12090" y="48360"/>
                        <a:pt x="22837" y="45674"/>
                      </a:cubicBezTo>
                      <a:cubicBezTo>
                        <a:pt x="23733" y="45226"/>
                        <a:pt x="24628" y="44331"/>
                        <a:pt x="24628" y="43435"/>
                      </a:cubicBezTo>
                      <a:lnTo>
                        <a:pt x="24628" y="42539"/>
                      </a:lnTo>
                      <a:cubicBezTo>
                        <a:pt x="24628" y="21493"/>
                        <a:pt x="41644" y="4478"/>
                        <a:pt x="62689" y="4478"/>
                      </a:cubicBezTo>
                      <a:cubicBezTo>
                        <a:pt x="78809" y="4478"/>
                        <a:pt x="93139" y="14777"/>
                        <a:pt x="98512" y="30001"/>
                      </a:cubicBezTo>
                      <a:cubicBezTo>
                        <a:pt x="98960" y="30897"/>
                        <a:pt x="99856" y="31793"/>
                        <a:pt x="100751" y="31345"/>
                      </a:cubicBezTo>
                      <a:cubicBezTo>
                        <a:pt x="101646" y="31345"/>
                        <a:pt x="102094" y="31345"/>
                        <a:pt x="102990" y="31345"/>
                      </a:cubicBezTo>
                      <a:cubicBezTo>
                        <a:pt x="120453" y="31345"/>
                        <a:pt x="134335" y="45226"/>
                        <a:pt x="134335" y="62689"/>
                      </a:cubicBezTo>
                      <a:cubicBezTo>
                        <a:pt x="134335" y="68958"/>
                        <a:pt x="132543" y="75227"/>
                        <a:pt x="128961" y="80153"/>
                      </a:cubicBezTo>
                      <a:cubicBezTo>
                        <a:pt x="128065" y="81049"/>
                        <a:pt x="128513" y="82392"/>
                        <a:pt x="129409" y="83288"/>
                      </a:cubicBezTo>
                      <a:cubicBezTo>
                        <a:pt x="130304" y="84183"/>
                        <a:pt x="131648" y="83735"/>
                        <a:pt x="132543" y="82840"/>
                      </a:cubicBezTo>
                      <a:cubicBezTo>
                        <a:pt x="136573" y="77019"/>
                        <a:pt x="138812" y="69854"/>
                        <a:pt x="138812" y="62689"/>
                      </a:cubicBezTo>
                      <a:cubicBezTo>
                        <a:pt x="138812" y="42987"/>
                        <a:pt x="122692" y="26867"/>
                        <a:pt x="102990" y="2686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873" name="Group 4769">
                <a:extLst>
                  <a:ext uri="{FF2B5EF4-FFF2-40B4-BE49-F238E27FC236}">
                    <a16:creationId xmlns:a16="http://schemas.microsoft.com/office/drawing/2014/main" id="{0145FB93-4341-256F-9C1B-DE9160E2FF18}"/>
                  </a:ext>
                  <a:ext uri="{C183D7F6-B498-43B3-948B-1728B52AA6E4}">
                    <adec:decorative xmlns:adec="http://schemas.microsoft.com/office/drawing/2017/decorative" val="1"/>
                  </a:ext>
                </a:extLst>
              </p:cNvPr>
              <p:cNvGrpSpPr>
                <a:grpSpLocks noChangeAspect="1"/>
              </p:cNvGrpSpPr>
              <p:nvPr/>
            </p:nvGrpSpPr>
            <p:grpSpPr>
              <a:xfrm>
                <a:off x="6365868" y="2092050"/>
                <a:ext cx="134335" cy="134607"/>
                <a:chOff x="585215" y="5551236"/>
                <a:chExt cx="134335" cy="134607"/>
              </a:xfrm>
            </p:grpSpPr>
            <p:sp>
              <p:nvSpPr>
                <p:cNvPr id="874" name="Freeform: Shape 4770">
                  <a:extLst>
                    <a:ext uri="{FF2B5EF4-FFF2-40B4-BE49-F238E27FC236}">
                      <a16:creationId xmlns:a16="http://schemas.microsoft.com/office/drawing/2014/main" id="{ECA6BD9A-B352-05FA-1C6A-ABADC3206418}"/>
                    </a:ext>
                  </a:extLst>
                </p:cNvPr>
                <p:cNvSpPr/>
                <p:nvPr/>
              </p:nvSpPr>
              <p:spPr>
                <a:xfrm>
                  <a:off x="585215" y="5551236"/>
                  <a:ext cx="134335" cy="94034"/>
                </a:xfrm>
                <a:custGeom>
                  <a:avLst/>
                  <a:gdLst>
                    <a:gd name="connsiteX0" fmla="*/ 98064 w 134334"/>
                    <a:gd name="connsiteY0" fmla="*/ 98512 h 94034"/>
                    <a:gd name="connsiteX1" fmla="*/ 95825 w 134334"/>
                    <a:gd name="connsiteY1" fmla="*/ 96273 h 94034"/>
                    <a:gd name="connsiteX2" fmla="*/ 98064 w 134334"/>
                    <a:gd name="connsiteY2" fmla="*/ 94034 h 94034"/>
                    <a:gd name="connsiteX3" fmla="*/ 104781 w 134334"/>
                    <a:gd name="connsiteY3" fmla="*/ 94034 h 94034"/>
                    <a:gd name="connsiteX4" fmla="*/ 134335 w 134334"/>
                    <a:gd name="connsiteY4" fmla="*/ 62689 h 94034"/>
                    <a:gd name="connsiteX5" fmla="*/ 102990 w 134334"/>
                    <a:gd name="connsiteY5" fmla="*/ 31344 h 94034"/>
                    <a:gd name="connsiteX6" fmla="*/ 100751 w 134334"/>
                    <a:gd name="connsiteY6" fmla="*/ 31344 h 94034"/>
                    <a:gd name="connsiteX7" fmla="*/ 98512 w 134334"/>
                    <a:gd name="connsiteY7" fmla="*/ 30001 h 94034"/>
                    <a:gd name="connsiteX8" fmla="*/ 62689 w 134334"/>
                    <a:gd name="connsiteY8" fmla="*/ 4478 h 94034"/>
                    <a:gd name="connsiteX9" fmla="*/ 24628 w 134334"/>
                    <a:gd name="connsiteY9" fmla="*/ 42539 h 94034"/>
                    <a:gd name="connsiteX10" fmla="*/ 24628 w 134334"/>
                    <a:gd name="connsiteY10" fmla="*/ 43435 h 94034"/>
                    <a:gd name="connsiteX11" fmla="*/ 22837 w 134334"/>
                    <a:gd name="connsiteY11" fmla="*/ 45674 h 94034"/>
                    <a:gd name="connsiteX12" fmla="*/ 4478 w 134334"/>
                    <a:gd name="connsiteY12" fmla="*/ 69406 h 94034"/>
                    <a:gd name="connsiteX13" fmla="*/ 29106 w 134334"/>
                    <a:gd name="connsiteY13" fmla="*/ 94034 h 94034"/>
                    <a:gd name="connsiteX14" fmla="*/ 31345 w 134334"/>
                    <a:gd name="connsiteY14" fmla="*/ 96273 h 94034"/>
                    <a:gd name="connsiteX15" fmla="*/ 29106 w 134334"/>
                    <a:gd name="connsiteY15" fmla="*/ 98512 h 94034"/>
                    <a:gd name="connsiteX16" fmla="*/ 0 w 134334"/>
                    <a:gd name="connsiteY16" fmla="*/ 69406 h 94034"/>
                    <a:gd name="connsiteX17" fmla="*/ 20150 w 134334"/>
                    <a:gd name="connsiteY17" fmla="*/ 41644 h 94034"/>
                    <a:gd name="connsiteX18" fmla="*/ 62689 w 134334"/>
                    <a:gd name="connsiteY18" fmla="*/ 0 h 94034"/>
                    <a:gd name="connsiteX19" fmla="*/ 102094 w 134334"/>
                    <a:gd name="connsiteY19" fmla="*/ 26867 h 94034"/>
                    <a:gd name="connsiteX20" fmla="*/ 102990 w 134334"/>
                    <a:gd name="connsiteY20" fmla="*/ 26867 h 94034"/>
                    <a:gd name="connsiteX21" fmla="*/ 138812 w 134334"/>
                    <a:gd name="connsiteY21" fmla="*/ 62689 h 94034"/>
                    <a:gd name="connsiteX22" fmla="*/ 104781 w 134334"/>
                    <a:gd name="connsiteY22" fmla="*/ 98512 h 94034"/>
                    <a:gd name="connsiteX23" fmla="*/ 98064 w 134334"/>
                    <a:gd name="connsiteY23" fmla="*/ 98512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4334" h="94034">
                      <a:moveTo>
                        <a:pt x="98064" y="98512"/>
                      </a:moveTo>
                      <a:cubicBezTo>
                        <a:pt x="96721" y="98512"/>
                        <a:pt x="95825" y="97616"/>
                        <a:pt x="95825" y="96273"/>
                      </a:cubicBezTo>
                      <a:cubicBezTo>
                        <a:pt x="95825" y="94930"/>
                        <a:pt x="96721" y="94034"/>
                        <a:pt x="98064" y="94034"/>
                      </a:cubicBezTo>
                      <a:cubicBezTo>
                        <a:pt x="98512" y="94034"/>
                        <a:pt x="103885" y="94034"/>
                        <a:pt x="104781" y="94034"/>
                      </a:cubicBezTo>
                      <a:cubicBezTo>
                        <a:pt x="121349" y="93139"/>
                        <a:pt x="134335" y="79257"/>
                        <a:pt x="134335" y="62689"/>
                      </a:cubicBezTo>
                      <a:cubicBezTo>
                        <a:pt x="134335" y="45226"/>
                        <a:pt x="120453" y="31344"/>
                        <a:pt x="102990" y="31344"/>
                      </a:cubicBezTo>
                      <a:cubicBezTo>
                        <a:pt x="102094" y="31344"/>
                        <a:pt x="101646" y="31344"/>
                        <a:pt x="100751" y="31344"/>
                      </a:cubicBezTo>
                      <a:cubicBezTo>
                        <a:pt x="99855" y="31344"/>
                        <a:pt x="98512" y="30897"/>
                        <a:pt x="98512" y="30001"/>
                      </a:cubicBezTo>
                      <a:cubicBezTo>
                        <a:pt x="93139" y="14777"/>
                        <a:pt x="78810" y="4478"/>
                        <a:pt x="62689" y="4478"/>
                      </a:cubicBezTo>
                      <a:cubicBezTo>
                        <a:pt x="41644" y="4478"/>
                        <a:pt x="24628" y="21493"/>
                        <a:pt x="24628" y="42539"/>
                      </a:cubicBezTo>
                      <a:lnTo>
                        <a:pt x="24628" y="43435"/>
                      </a:lnTo>
                      <a:cubicBezTo>
                        <a:pt x="24628" y="44330"/>
                        <a:pt x="23732" y="45226"/>
                        <a:pt x="22837" y="45674"/>
                      </a:cubicBezTo>
                      <a:cubicBezTo>
                        <a:pt x="12090" y="48360"/>
                        <a:pt x="4478" y="58211"/>
                        <a:pt x="4478" y="69406"/>
                      </a:cubicBezTo>
                      <a:cubicBezTo>
                        <a:pt x="4478" y="82839"/>
                        <a:pt x="15672" y="94034"/>
                        <a:pt x="29106" y="94034"/>
                      </a:cubicBezTo>
                      <a:cubicBezTo>
                        <a:pt x="30449" y="94034"/>
                        <a:pt x="31345" y="94930"/>
                        <a:pt x="31345" y="96273"/>
                      </a:cubicBezTo>
                      <a:cubicBezTo>
                        <a:pt x="31345" y="97616"/>
                        <a:pt x="30449" y="98512"/>
                        <a:pt x="29106" y="98512"/>
                      </a:cubicBezTo>
                      <a:cubicBezTo>
                        <a:pt x="12986" y="98512"/>
                        <a:pt x="0" y="85526"/>
                        <a:pt x="0" y="69406"/>
                      </a:cubicBezTo>
                      <a:cubicBezTo>
                        <a:pt x="0" y="56868"/>
                        <a:pt x="8060" y="45674"/>
                        <a:pt x="20150" y="41644"/>
                      </a:cubicBezTo>
                      <a:cubicBezTo>
                        <a:pt x="20598" y="18359"/>
                        <a:pt x="39405" y="0"/>
                        <a:pt x="62689" y="0"/>
                      </a:cubicBezTo>
                      <a:cubicBezTo>
                        <a:pt x="80153" y="0"/>
                        <a:pt x="95825" y="10747"/>
                        <a:pt x="102094" y="26867"/>
                      </a:cubicBezTo>
                      <a:cubicBezTo>
                        <a:pt x="102542" y="26867"/>
                        <a:pt x="102542" y="26867"/>
                        <a:pt x="102990" y="26867"/>
                      </a:cubicBezTo>
                      <a:cubicBezTo>
                        <a:pt x="122692" y="26867"/>
                        <a:pt x="138812" y="42987"/>
                        <a:pt x="138812" y="62689"/>
                      </a:cubicBezTo>
                      <a:cubicBezTo>
                        <a:pt x="138812" y="81944"/>
                        <a:pt x="124036" y="97616"/>
                        <a:pt x="104781" y="98512"/>
                      </a:cubicBezTo>
                      <a:cubicBezTo>
                        <a:pt x="104333" y="98512"/>
                        <a:pt x="98512" y="98512"/>
                        <a:pt x="98064" y="9851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75" name="Freeform: Shape 4771">
                  <a:extLst>
                    <a:ext uri="{FF2B5EF4-FFF2-40B4-BE49-F238E27FC236}">
                      <a16:creationId xmlns:a16="http://schemas.microsoft.com/office/drawing/2014/main" id="{ADF389D0-499F-A3AA-6E3F-8CC67588CB9F}"/>
                    </a:ext>
                  </a:extLst>
                </p:cNvPr>
                <p:cNvSpPr/>
                <p:nvPr/>
              </p:nvSpPr>
              <p:spPr>
                <a:xfrm>
                  <a:off x="625180" y="5605242"/>
                  <a:ext cx="44778" cy="80601"/>
                </a:xfrm>
                <a:custGeom>
                  <a:avLst/>
                  <a:gdLst>
                    <a:gd name="connsiteX0" fmla="*/ 16008 w 44778"/>
                    <a:gd name="connsiteY0" fmla="*/ 84806 h 80600"/>
                    <a:gd name="connsiteX1" fmla="*/ 14665 w 44778"/>
                    <a:gd name="connsiteY1" fmla="*/ 84358 h 80600"/>
                    <a:gd name="connsiteX2" fmla="*/ 14217 w 44778"/>
                    <a:gd name="connsiteY2" fmla="*/ 81224 h 80600"/>
                    <a:gd name="connsiteX3" fmla="*/ 38845 w 44778"/>
                    <a:gd name="connsiteY3" fmla="*/ 44506 h 80600"/>
                    <a:gd name="connsiteX4" fmla="*/ 2127 w 44778"/>
                    <a:gd name="connsiteY4" fmla="*/ 44506 h 80600"/>
                    <a:gd name="connsiteX5" fmla="*/ 336 w 44778"/>
                    <a:gd name="connsiteY5" fmla="*/ 43610 h 80600"/>
                    <a:gd name="connsiteX6" fmla="*/ 336 w 44778"/>
                    <a:gd name="connsiteY6" fmla="*/ 41372 h 80600"/>
                    <a:gd name="connsiteX7" fmla="*/ 20934 w 44778"/>
                    <a:gd name="connsiteY7" fmla="*/ 1071 h 80600"/>
                    <a:gd name="connsiteX8" fmla="*/ 24068 w 44778"/>
                    <a:gd name="connsiteY8" fmla="*/ 176 h 80600"/>
                    <a:gd name="connsiteX9" fmla="*/ 24964 w 44778"/>
                    <a:gd name="connsiteY9" fmla="*/ 3310 h 80600"/>
                    <a:gd name="connsiteX10" fmla="*/ 6157 w 44778"/>
                    <a:gd name="connsiteY10" fmla="*/ 40476 h 80600"/>
                    <a:gd name="connsiteX11" fmla="*/ 43323 w 44778"/>
                    <a:gd name="connsiteY11" fmla="*/ 40476 h 80600"/>
                    <a:gd name="connsiteX12" fmla="*/ 45114 w 44778"/>
                    <a:gd name="connsiteY12" fmla="*/ 41819 h 80600"/>
                    <a:gd name="connsiteX13" fmla="*/ 45114 w 44778"/>
                    <a:gd name="connsiteY13" fmla="*/ 44058 h 80600"/>
                    <a:gd name="connsiteX14" fmla="*/ 18247 w 44778"/>
                    <a:gd name="connsiteY14" fmla="*/ 84358 h 80600"/>
                    <a:gd name="connsiteX15" fmla="*/ 16008 w 44778"/>
                    <a:gd name="connsiteY15" fmla="*/ 84806 h 8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778" h="80600">
                      <a:moveTo>
                        <a:pt x="16008" y="84806"/>
                      </a:moveTo>
                      <a:cubicBezTo>
                        <a:pt x="15560" y="84806"/>
                        <a:pt x="15113" y="84806"/>
                        <a:pt x="14665" y="84358"/>
                      </a:cubicBezTo>
                      <a:cubicBezTo>
                        <a:pt x="13769" y="83463"/>
                        <a:pt x="13322" y="82120"/>
                        <a:pt x="14217" y="81224"/>
                      </a:cubicBezTo>
                      <a:lnTo>
                        <a:pt x="38845" y="44506"/>
                      </a:lnTo>
                      <a:lnTo>
                        <a:pt x="2127" y="44506"/>
                      </a:lnTo>
                      <a:cubicBezTo>
                        <a:pt x="1231" y="44506"/>
                        <a:pt x="784" y="44058"/>
                        <a:pt x="336" y="43610"/>
                      </a:cubicBezTo>
                      <a:cubicBezTo>
                        <a:pt x="-112" y="43163"/>
                        <a:pt x="-112" y="42267"/>
                        <a:pt x="336" y="41372"/>
                      </a:cubicBezTo>
                      <a:lnTo>
                        <a:pt x="20934" y="1071"/>
                      </a:lnTo>
                      <a:cubicBezTo>
                        <a:pt x="21382" y="176"/>
                        <a:pt x="22725" y="-272"/>
                        <a:pt x="24068" y="176"/>
                      </a:cubicBezTo>
                      <a:cubicBezTo>
                        <a:pt x="24964" y="624"/>
                        <a:pt x="25412" y="1967"/>
                        <a:pt x="24964" y="3310"/>
                      </a:cubicBezTo>
                      <a:lnTo>
                        <a:pt x="6157" y="40476"/>
                      </a:lnTo>
                      <a:lnTo>
                        <a:pt x="43323" y="40476"/>
                      </a:lnTo>
                      <a:cubicBezTo>
                        <a:pt x="44218" y="40476"/>
                        <a:pt x="45114" y="40924"/>
                        <a:pt x="45114" y="41819"/>
                      </a:cubicBezTo>
                      <a:cubicBezTo>
                        <a:pt x="45562" y="42715"/>
                        <a:pt x="45562" y="43610"/>
                        <a:pt x="45114" y="44058"/>
                      </a:cubicBezTo>
                      <a:lnTo>
                        <a:pt x="18247" y="84358"/>
                      </a:lnTo>
                      <a:cubicBezTo>
                        <a:pt x="17352" y="84358"/>
                        <a:pt x="16456" y="84806"/>
                        <a:pt x="16008" y="8480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876" name="Freeform: Shape 4772">
                <a:extLst>
                  <a:ext uri="{FF2B5EF4-FFF2-40B4-BE49-F238E27FC236}">
                    <a16:creationId xmlns:a16="http://schemas.microsoft.com/office/drawing/2014/main" id="{34CD74D5-6A33-81F4-7FA8-FFFDF0CB8120}"/>
                  </a:ext>
                  <a:ext uri="{C183D7F6-B498-43B3-948B-1728B52AA6E4}">
                    <adec:decorative xmlns:adec="http://schemas.microsoft.com/office/drawing/2017/decorative" val="1"/>
                  </a:ext>
                </a:extLst>
              </p:cNvPr>
              <p:cNvSpPr>
                <a:spLocks noChangeAspect="1"/>
              </p:cNvSpPr>
              <p:nvPr/>
            </p:nvSpPr>
            <p:spPr>
              <a:xfrm>
                <a:off x="9017912" y="2078616"/>
                <a:ext cx="89556" cy="147768"/>
              </a:xfrm>
              <a:custGeom>
                <a:avLst/>
                <a:gdLst>
                  <a:gd name="connsiteX0" fmla="*/ 91963 w 89556"/>
                  <a:gd name="connsiteY0" fmla="*/ 2239 h 147767"/>
                  <a:gd name="connsiteX1" fmla="*/ 89277 w 89556"/>
                  <a:gd name="connsiteY1" fmla="*/ 0 h 147767"/>
                  <a:gd name="connsiteX2" fmla="*/ 34647 w 89556"/>
                  <a:gd name="connsiteY2" fmla="*/ 0 h 147767"/>
                  <a:gd name="connsiteX3" fmla="*/ 31961 w 89556"/>
                  <a:gd name="connsiteY3" fmla="*/ 1791 h 147767"/>
                  <a:gd name="connsiteX4" fmla="*/ 32856 w 89556"/>
                  <a:gd name="connsiteY4" fmla="*/ 4925 h 147767"/>
                  <a:gd name="connsiteX5" fmla="*/ 53006 w 89556"/>
                  <a:gd name="connsiteY5" fmla="*/ 21941 h 147767"/>
                  <a:gd name="connsiteX6" fmla="*/ 54350 w 89556"/>
                  <a:gd name="connsiteY6" fmla="*/ 26419 h 147767"/>
                  <a:gd name="connsiteX7" fmla="*/ 40916 w 89556"/>
                  <a:gd name="connsiteY7" fmla="*/ 26419 h 147767"/>
                  <a:gd name="connsiteX8" fmla="*/ 5989 w 89556"/>
                  <a:gd name="connsiteY8" fmla="*/ 61346 h 147767"/>
                  <a:gd name="connsiteX9" fmla="*/ 5989 w 89556"/>
                  <a:gd name="connsiteY9" fmla="*/ 81944 h 147767"/>
                  <a:gd name="connsiteX10" fmla="*/ 5989 w 89556"/>
                  <a:gd name="connsiteY10" fmla="*/ 81944 h 147767"/>
                  <a:gd name="connsiteX11" fmla="*/ 168 w 89556"/>
                  <a:gd name="connsiteY11" fmla="*/ 116871 h 147767"/>
                  <a:gd name="connsiteX12" fmla="*/ 1511 w 89556"/>
                  <a:gd name="connsiteY12" fmla="*/ 122244 h 147767"/>
                  <a:gd name="connsiteX13" fmla="*/ 6437 w 89556"/>
                  <a:gd name="connsiteY13" fmla="*/ 124483 h 147767"/>
                  <a:gd name="connsiteX14" fmla="*/ 9124 w 89556"/>
                  <a:gd name="connsiteY14" fmla="*/ 124483 h 147767"/>
                  <a:gd name="connsiteX15" fmla="*/ 14049 w 89556"/>
                  <a:gd name="connsiteY15" fmla="*/ 122244 h 147767"/>
                  <a:gd name="connsiteX16" fmla="*/ 15393 w 89556"/>
                  <a:gd name="connsiteY16" fmla="*/ 116871 h 147767"/>
                  <a:gd name="connsiteX17" fmla="*/ 9571 w 89556"/>
                  <a:gd name="connsiteY17" fmla="*/ 81944 h 147767"/>
                  <a:gd name="connsiteX18" fmla="*/ 9571 w 89556"/>
                  <a:gd name="connsiteY18" fmla="*/ 61346 h 147767"/>
                  <a:gd name="connsiteX19" fmla="*/ 40021 w 89556"/>
                  <a:gd name="connsiteY19" fmla="*/ 30897 h 147767"/>
                  <a:gd name="connsiteX20" fmla="*/ 44946 w 89556"/>
                  <a:gd name="connsiteY20" fmla="*/ 30897 h 147767"/>
                  <a:gd name="connsiteX21" fmla="*/ 31513 w 89556"/>
                  <a:gd name="connsiteY21" fmla="*/ 55077 h 147767"/>
                  <a:gd name="connsiteX22" fmla="*/ 31513 w 89556"/>
                  <a:gd name="connsiteY22" fmla="*/ 140156 h 147767"/>
                  <a:gd name="connsiteX23" fmla="*/ 42707 w 89556"/>
                  <a:gd name="connsiteY23" fmla="*/ 151350 h 147767"/>
                  <a:gd name="connsiteX24" fmla="*/ 78530 w 89556"/>
                  <a:gd name="connsiteY24" fmla="*/ 151350 h 147767"/>
                  <a:gd name="connsiteX25" fmla="*/ 89724 w 89556"/>
                  <a:gd name="connsiteY25" fmla="*/ 140156 h 147767"/>
                  <a:gd name="connsiteX26" fmla="*/ 89724 w 89556"/>
                  <a:gd name="connsiteY26" fmla="*/ 115528 h 147767"/>
                  <a:gd name="connsiteX27" fmla="*/ 89724 w 89556"/>
                  <a:gd name="connsiteY27" fmla="*/ 61794 h 147767"/>
                  <a:gd name="connsiteX28" fmla="*/ 89724 w 89556"/>
                  <a:gd name="connsiteY28" fmla="*/ 55077 h 147767"/>
                  <a:gd name="connsiteX29" fmla="*/ 67783 w 89556"/>
                  <a:gd name="connsiteY29" fmla="*/ 26867 h 147767"/>
                  <a:gd name="connsiteX30" fmla="*/ 69574 w 89556"/>
                  <a:gd name="connsiteY30" fmla="*/ 21941 h 147767"/>
                  <a:gd name="connsiteX31" fmla="*/ 90172 w 89556"/>
                  <a:gd name="connsiteY31" fmla="*/ 4478 h 147767"/>
                  <a:gd name="connsiteX32" fmla="*/ 91963 w 89556"/>
                  <a:gd name="connsiteY32" fmla="*/ 2239 h 147767"/>
                  <a:gd name="connsiteX33" fmla="*/ 11362 w 89556"/>
                  <a:gd name="connsiteY33" fmla="*/ 118214 h 147767"/>
                  <a:gd name="connsiteX34" fmla="*/ 10915 w 89556"/>
                  <a:gd name="connsiteY34" fmla="*/ 120005 h 147767"/>
                  <a:gd name="connsiteX35" fmla="*/ 9124 w 89556"/>
                  <a:gd name="connsiteY35" fmla="*/ 120901 h 147767"/>
                  <a:gd name="connsiteX36" fmla="*/ 6437 w 89556"/>
                  <a:gd name="connsiteY36" fmla="*/ 120901 h 147767"/>
                  <a:gd name="connsiteX37" fmla="*/ 4646 w 89556"/>
                  <a:gd name="connsiteY37" fmla="*/ 120005 h 147767"/>
                  <a:gd name="connsiteX38" fmla="*/ 4198 w 89556"/>
                  <a:gd name="connsiteY38" fmla="*/ 118214 h 147767"/>
                  <a:gd name="connsiteX39" fmla="*/ 7780 w 89556"/>
                  <a:gd name="connsiteY39" fmla="*/ 96273 h 147767"/>
                  <a:gd name="connsiteX40" fmla="*/ 11362 w 89556"/>
                  <a:gd name="connsiteY40" fmla="*/ 118214 h 147767"/>
                  <a:gd name="connsiteX41" fmla="*/ 65992 w 89556"/>
                  <a:gd name="connsiteY41" fmla="*/ 22389 h 147767"/>
                  <a:gd name="connsiteX42" fmla="*/ 61514 w 89556"/>
                  <a:gd name="connsiteY42" fmla="*/ 26867 h 147767"/>
                  <a:gd name="connsiteX43" fmla="*/ 57036 w 89556"/>
                  <a:gd name="connsiteY43" fmla="*/ 22389 h 147767"/>
                  <a:gd name="connsiteX44" fmla="*/ 61514 w 89556"/>
                  <a:gd name="connsiteY44" fmla="*/ 17911 h 147767"/>
                  <a:gd name="connsiteX45" fmla="*/ 65992 w 89556"/>
                  <a:gd name="connsiteY45" fmla="*/ 22389 h 147767"/>
                  <a:gd name="connsiteX46" fmla="*/ 86142 w 89556"/>
                  <a:gd name="connsiteY46" fmla="*/ 114184 h 147767"/>
                  <a:gd name="connsiteX47" fmla="*/ 52558 w 89556"/>
                  <a:gd name="connsiteY47" fmla="*/ 114184 h 147767"/>
                  <a:gd name="connsiteX48" fmla="*/ 50319 w 89556"/>
                  <a:gd name="connsiteY48" fmla="*/ 111945 h 147767"/>
                  <a:gd name="connsiteX49" fmla="*/ 50319 w 89556"/>
                  <a:gd name="connsiteY49" fmla="*/ 67167 h 147767"/>
                  <a:gd name="connsiteX50" fmla="*/ 52558 w 89556"/>
                  <a:gd name="connsiteY50" fmla="*/ 64928 h 147767"/>
                  <a:gd name="connsiteX51" fmla="*/ 86142 w 89556"/>
                  <a:gd name="connsiteY51" fmla="*/ 64928 h 147767"/>
                  <a:gd name="connsiteX52" fmla="*/ 86142 w 89556"/>
                  <a:gd name="connsiteY52" fmla="*/ 114184 h 147767"/>
                  <a:gd name="connsiteX53" fmla="*/ 86142 w 89556"/>
                  <a:gd name="connsiteY53" fmla="*/ 55972 h 147767"/>
                  <a:gd name="connsiteX54" fmla="*/ 86142 w 89556"/>
                  <a:gd name="connsiteY54" fmla="*/ 60450 h 147767"/>
                  <a:gd name="connsiteX55" fmla="*/ 52558 w 89556"/>
                  <a:gd name="connsiteY55" fmla="*/ 60450 h 147767"/>
                  <a:gd name="connsiteX56" fmla="*/ 45842 w 89556"/>
                  <a:gd name="connsiteY56" fmla="*/ 67167 h 147767"/>
                  <a:gd name="connsiteX57" fmla="*/ 45842 w 89556"/>
                  <a:gd name="connsiteY57" fmla="*/ 111945 h 147767"/>
                  <a:gd name="connsiteX58" fmla="*/ 52558 w 89556"/>
                  <a:gd name="connsiteY58" fmla="*/ 118662 h 147767"/>
                  <a:gd name="connsiteX59" fmla="*/ 86142 w 89556"/>
                  <a:gd name="connsiteY59" fmla="*/ 118662 h 147767"/>
                  <a:gd name="connsiteX60" fmla="*/ 86142 w 89556"/>
                  <a:gd name="connsiteY60" fmla="*/ 141051 h 147767"/>
                  <a:gd name="connsiteX61" fmla="*/ 79425 w 89556"/>
                  <a:gd name="connsiteY61" fmla="*/ 147768 h 147767"/>
                  <a:gd name="connsiteX62" fmla="*/ 43603 w 89556"/>
                  <a:gd name="connsiteY62" fmla="*/ 147768 h 147767"/>
                  <a:gd name="connsiteX63" fmla="*/ 36886 w 89556"/>
                  <a:gd name="connsiteY63" fmla="*/ 141051 h 147767"/>
                  <a:gd name="connsiteX64" fmla="*/ 36886 w 89556"/>
                  <a:gd name="connsiteY64" fmla="*/ 55972 h 147767"/>
                  <a:gd name="connsiteX65" fmla="*/ 61514 w 89556"/>
                  <a:gd name="connsiteY65" fmla="*/ 31344 h 147767"/>
                  <a:gd name="connsiteX66" fmla="*/ 86142 w 89556"/>
                  <a:gd name="connsiteY66" fmla="*/ 55972 h 147767"/>
                  <a:gd name="connsiteX67" fmla="*/ 69126 w 89556"/>
                  <a:gd name="connsiteY67" fmla="*/ 17911 h 147767"/>
                  <a:gd name="connsiteX68" fmla="*/ 61514 w 89556"/>
                  <a:gd name="connsiteY68" fmla="*/ 13433 h 147767"/>
                  <a:gd name="connsiteX69" fmla="*/ 53902 w 89556"/>
                  <a:gd name="connsiteY69" fmla="*/ 17911 h 147767"/>
                  <a:gd name="connsiteX70" fmla="*/ 38677 w 89556"/>
                  <a:gd name="connsiteY70" fmla="*/ 4925 h 147767"/>
                  <a:gd name="connsiteX71" fmla="*/ 84799 w 89556"/>
                  <a:gd name="connsiteY71" fmla="*/ 4925 h 147767"/>
                  <a:gd name="connsiteX72" fmla="*/ 69126 w 89556"/>
                  <a:gd name="connsiteY72" fmla="*/ 17911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89556" h="147767">
                    <a:moveTo>
                      <a:pt x="91963" y="2239"/>
                    </a:moveTo>
                    <a:cubicBezTo>
                      <a:pt x="91515" y="896"/>
                      <a:pt x="90620" y="448"/>
                      <a:pt x="89277" y="0"/>
                    </a:cubicBezTo>
                    <a:lnTo>
                      <a:pt x="34647" y="0"/>
                    </a:lnTo>
                    <a:cubicBezTo>
                      <a:pt x="33304" y="0"/>
                      <a:pt x="32408" y="896"/>
                      <a:pt x="31961" y="1791"/>
                    </a:cubicBezTo>
                    <a:cubicBezTo>
                      <a:pt x="31513" y="3135"/>
                      <a:pt x="31961" y="4030"/>
                      <a:pt x="32856" y="4925"/>
                    </a:cubicBezTo>
                    <a:lnTo>
                      <a:pt x="53006" y="21941"/>
                    </a:lnTo>
                    <a:cubicBezTo>
                      <a:pt x="53006" y="23732"/>
                      <a:pt x="53454" y="25076"/>
                      <a:pt x="54350" y="26419"/>
                    </a:cubicBezTo>
                    <a:lnTo>
                      <a:pt x="40916" y="26419"/>
                    </a:lnTo>
                    <a:cubicBezTo>
                      <a:pt x="21662" y="26419"/>
                      <a:pt x="5989" y="42091"/>
                      <a:pt x="5989" y="61346"/>
                    </a:cubicBezTo>
                    <a:lnTo>
                      <a:pt x="5989" y="81944"/>
                    </a:lnTo>
                    <a:cubicBezTo>
                      <a:pt x="5989" y="81944"/>
                      <a:pt x="5989" y="81944"/>
                      <a:pt x="5989" y="81944"/>
                    </a:cubicBezTo>
                    <a:lnTo>
                      <a:pt x="168" y="116871"/>
                    </a:lnTo>
                    <a:cubicBezTo>
                      <a:pt x="-280" y="118662"/>
                      <a:pt x="168" y="120901"/>
                      <a:pt x="1511" y="122244"/>
                    </a:cubicBezTo>
                    <a:cubicBezTo>
                      <a:pt x="2855" y="123588"/>
                      <a:pt x="4646" y="124483"/>
                      <a:pt x="6437" y="124483"/>
                    </a:cubicBezTo>
                    <a:lnTo>
                      <a:pt x="9124" y="124483"/>
                    </a:lnTo>
                    <a:cubicBezTo>
                      <a:pt x="10915" y="124483"/>
                      <a:pt x="13154" y="123588"/>
                      <a:pt x="14049" y="122244"/>
                    </a:cubicBezTo>
                    <a:cubicBezTo>
                      <a:pt x="15393" y="120901"/>
                      <a:pt x="15840" y="118662"/>
                      <a:pt x="15393" y="116871"/>
                    </a:cubicBezTo>
                    <a:lnTo>
                      <a:pt x="9571" y="81944"/>
                    </a:lnTo>
                    <a:lnTo>
                      <a:pt x="9571" y="61346"/>
                    </a:lnTo>
                    <a:cubicBezTo>
                      <a:pt x="9571" y="44778"/>
                      <a:pt x="23453" y="30897"/>
                      <a:pt x="40021" y="30897"/>
                    </a:cubicBezTo>
                    <a:lnTo>
                      <a:pt x="44946" y="30897"/>
                    </a:lnTo>
                    <a:cubicBezTo>
                      <a:pt x="36886" y="36270"/>
                      <a:pt x="31513" y="45226"/>
                      <a:pt x="31513" y="55077"/>
                    </a:cubicBezTo>
                    <a:lnTo>
                      <a:pt x="31513" y="140156"/>
                    </a:lnTo>
                    <a:cubicBezTo>
                      <a:pt x="31513" y="146425"/>
                      <a:pt x="36438" y="151350"/>
                      <a:pt x="42707" y="151350"/>
                    </a:cubicBezTo>
                    <a:lnTo>
                      <a:pt x="78530" y="151350"/>
                    </a:lnTo>
                    <a:cubicBezTo>
                      <a:pt x="84799" y="151350"/>
                      <a:pt x="89724" y="146425"/>
                      <a:pt x="89724" y="140156"/>
                    </a:cubicBezTo>
                    <a:lnTo>
                      <a:pt x="89724" y="115528"/>
                    </a:lnTo>
                    <a:lnTo>
                      <a:pt x="89724" y="61794"/>
                    </a:lnTo>
                    <a:lnTo>
                      <a:pt x="89724" y="55077"/>
                    </a:lnTo>
                    <a:cubicBezTo>
                      <a:pt x="89724" y="41644"/>
                      <a:pt x="80321" y="30001"/>
                      <a:pt x="67783" y="26867"/>
                    </a:cubicBezTo>
                    <a:cubicBezTo>
                      <a:pt x="68679" y="25524"/>
                      <a:pt x="69574" y="23732"/>
                      <a:pt x="69574" y="21941"/>
                    </a:cubicBezTo>
                    <a:lnTo>
                      <a:pt x="90172" y="4478"/>
                    </a:lnTo>
                    <a:cubicBezTo>
                      <a:pt x="91963" y="4478"/>
                      <a:pt x="92411" y="3135"/>
                      <a:pt x="91963" y="2239"/>
                    </a:cubicBezTo>
                    <a:close/>
                    <a:moveTo>
                      <a:pt x="11362" y="118214"/>
                    </a:moveTo>
                    <a:cubicBezTo>
                      <a:pt x="11362" y="118662"/>
                      <a:pt x="11362" y="119558"/>
                      <a:pt x="10915" y="120005"/>
                    </a:cubicBezTo>
                    <a:cubicBezTo>
                      <a:pt x="10467" y="120453"/>
                      <a:pt x="10019" y="120901"/>
                      <a:pt x="9124" y="120901"/>
                    </a:cubicBezTo>
                    <a:lnTo>
                      <a:pt x="6437" y="120901"/>
                    </a:lnTo>
                    <a:cubicBezTo>
                      <a:pt x="5989" y="120901"/>
                      <a:pt x="5094" y="120453"/>
                      <a:pt x="4646" y="120005"/>
                    </a:cubicBezTo>
                    <a:cubicBezTo>
                      <a:pt x="4198" y="119558"/>
                      <a:pt x="4198" y="118662"/>
                      <a:pt x="4198" y="118214"/>
                    </a:cubicBezTo>
                    <a:lnTo>
                      <a:pt x="7780" y="96273"/>
                    </a:lnTo>
                    <a:lnTo>
                      <a:pt x="11362" y="118214"/>
                    </a:lnTo>
                    <a:close/>
                    <a:moveTo>
                      <a:pt x="65992" y="22389"/>
                    </a:moveTo>
                    <a:cubicBezTo>
                      <a:pt x="65992" y="24628"/>
                      <a:pt x="64201" y="26867"/>
                      <a:pt x="61514" y="26867"/>
                    </a:cubicBezTo>
                    <a:cubicBezTo>
                      <a:pt x="58827" y="26867"/>
                      <a:pt x="57036" y="25076"/>
                      <a:pt x="57036" y="22389"/>
                    </a:cubicBezTo>
                    <a:cubicBezTo>
                      <a:pt x="57036" y="20150"/>
                      <a:pt x="58827" y="17911"/>
                      <a:pt x="61514" y="17911"/>
                    </a:cubicBezTo>
                    <a:cubicBezTo>
                      <a:pt x="64201" y="17911"/>
                      <a:pt x="65992" y="19702"/>
                      <a:pt x="65992" y="22389"/>
                    </a:cubicBezTo>
                    <a:close/>
                    <a:moveTo>
                      <a:pt x="86142" y="114184"/>
                    </a:moveTo>
                    <a:lnTo>
                      <a:pt x="52558" y="114184"/>
                    </a:lnTo>
                    <a:cubicBezTo>
                      <a:pt x="51215" y="114184"/>
                      <a:pt x="50319" y="113289"/>
                      <a:pt x="50319" y="111945"/>
                    </a:cubicBezTo>
                    <a:lnTo>
                      <a:pt x="50319" y="67167"/>
                    </a:lnTo>
                    <a:cubicBezTo>
                      <a:pt x="50319" y="65824"/>
                      <a:pt x="51215" y="64928"/>
                      <a:pt x="52558" y="64928"/>
                    </a:cubicBezTo>
                    <a:lnTo>
                      <a:pt x="86142" y="64928"/>
                    </a:lnTo>
                    <a:lnTo>
                      <a:pt x="86142" y="114184"/>
                    </a:lnTo>
                    <a:close/>
                    <a:moveTo>
                      <a:pt x="86142" y="55972"/>
                    </a:moveTo>
                    <a:lnTo>
                      <a:pt x="86142" y="60450"/>
                    </a:lnTo>
                    <a:lnTo>
                      <a:pt x="52558" y="60450"/>
                    </a:lnTo>
                    <a:cubicBezTo>
                      <a:pt x="48976" y="60450"/>
                      <a:pt x="45842" y="63585"/>
                      <a:pt x="45842" y="67167"/>
                    </a:cubicBezTo>
                    <a:lnTo>
                      <a:pt x="45842" y="111945"/>
                    </a:lnTo>
                    <a:cubicBezTo>
                      <a:pt x="45842" y="115528"/>
                      <a:pt x="48976" y="118662"/>
                      <a:pt x="52558" y="118662"/>
                    </a:cubicBezTo>
                    <a:lnTo>
                      <a:pt x="86142" y="118662"/>
                    </a:lnTo>
                    <a:lnTo>
                      <a:pt x="86142" y="141051"/>
                    </a:lnTo>
                    <a:cubicBezTo>
                      <a:pt x="86142" y="144633"/>
                      <a:pt x="83008" y="147768"/>
                      <a:pt x="79425" y="147768"/>
                    </a:cubicBezTo>
                    <a:lnTo>
                      <a:pt x="43603" y="147768"/>
                    </a:lnTo>
                    <a:cubicBezTo>
                      <a:pt x="40021" y="147768"/>
                      <a:pt x="36886" y="144633"/>
                      <a:pt x="36886" y="141051"/>
                    </a:cubicBezTo>
                    <a:lnTo>
                      <a:pt x="36886" y="55972"/>
                    </a:lnTo>
                    <a:cubicBezTo>
                      <a:pt x="36886" y="42539"/>
                      <a:pt x="48081" y="31344"/>
                      <a:pt x="61514" y="31344"/>
                    </a:cubicBezTo>
                    <a:cubicBezTo>
                      <a:pt x="74947" y="31344"/>
                      <a:pt x="86142" y="42539"/>
                      <a:pt x="86142" y="55972"/>
                    </a:cubicBezTo>
                    <a:close/>
                    <a:moveTo>
                      <a:pt x="69126" y="17911"/>
                    </a:moveTo>
                    <a:cubicBezTo>
                      <a:pt x="67783" y="15224"/>
                      <a:pt x="64649" y="13433"/>
                      <a:pt x="61514" y="13433"/>
                    </a:cubicBezTo>
                    <a:cubicBezTo>
                      <a:pt x="58380" y="13433"/>
                      <a:pt x="55245" y="15224"/>
                      <a:pt x="53902" y="17911"/>
                    </a:cubicBezTo>
                    <a:lnTo>
                      <a:pt x="38677" y="4925"/>
                    </a:lnTo>
                    <a:lnTo>
                      <a:pt x="84799" y="4925"/>
                    </a:lnTo>
                    <a:lnTo>
                      <a:pt x="69126" y="1791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877" name="Group 4773">
                <a:extLst>
                  <a:ext uri="{FF2B5EF4-FFF2-40B4-BE49-F238E27FC236}">
                    <a16:creationId xmlns:a16="http://schemas.microsoft.com/office/drawing/2014/main" id="{6B618B8C-ACB1-40B3-0D44-EE0FFC015325}"/>
                  </a:ext>
                  <a:ext uri="{C183D7F6-B498-43B3-948B-1728B52AA6E4}">
                    <adec:decorative xmlns:adec="http://schemas.microsoft.com/office/drawing/2017/decorative" val="1"/>
                  </a:ext>
                </a:extLst>
              </p:cNvPr>
              <p:cNvGrpSpPr>
                <a:grpSpLocks noChangeAspect="1"/>
              </p:cNvGrpSpPr>
              <p:nvPr/>
            </p:nvGrpSpPr>
            <p:grpSpPr>
              <a:xfrm>
                <a:off x="8515221" y="2079960"/>
                <a:ext cx="71645" cy="147768"/>
                <a:chOff x="2734568" y="5539146"/>
                <a:chExt cx="71645" cy="147768"/>
              </a:xfrm>
            </p:grpSpPr>
            <p:sp>
              <p:nvSpPr>
                <p:cNvPr id="878" name="Freeform: Shape 4774">
                  <a:extLst>
                    <a:ext uri="{FF2B5EF4-FFF2-40B4-BE49-F238E27FC236}">
                      <a16:creationId xmlns:a16="http://schemas.microsoft.com/office/drawing/2014/main" id="{7CDF6AAF-A730-2436-97DA-0B07FE04C53A}"/>
                    </a:ext>
                  </a:extLst>
                </p:cNvPr>
                <p:cNvSpPr/>
                <p:nvPr/>
              </p:nvSpPr>
              <p:spPr>
                <a:xfrm>
                  <a:off x="2734568" y="5539146"/>
                  <a:ext cx="71645" cy="147768"/>
                </a:xfrm>
                <a:custGeom>
                  <a:avLst/>
                  <a:gdLst>
                    <a:gd name="connsiteX0" fmla="*/ 63137 w 71645"/>
                    <a:gd name="connsiteY0" fmla="*/ 12090 h 147767"/>
                    <a:gd name="connsiteX1" fmla="*/ 53286 w 71645"/>
                    <a:gd name="connsiteY1" fmla="*/ 12090 h 147767"/>
                    <a:gd name="connsiteX2" fmla="*/ 53286 w 71645"/>
                    <a:gd name="connsiteY2" fmla="*/ 2239 h 147767"/>
                    <a:gd name="connsiteX3" fmla="*/ 51047 w 71645"/>
                    <a:gd name="connsiteY3" fmla="*/ 0 h 147767"/>
                    <a:gd name="connsiteX4" fmla="*/ 21046 w 71645"/>
                    <a:gd name="connsiteY4" fmla="*/ 0 h 147767"/>
                    <a:gd name="connsiteX5" fmla="*/ 18807 w 71645"/>
                    <a:gd name="connsiteY5" fmla="*/ 2239 h 147767"/>
                    <a:gd name="connsiteX6" fmla="*/ 18807 w 71645"/>
                    <a:gd name="connsiteY6" fmla="*/ 12090 h 147767"/>
                    <a:gd name="connsiteX7" fmla="*/ 8956 w 71645"/>
                    <a:gd name="connsiteY7" fmla="*/ 12090 h 147767"/>
                    <a:gd name="connsiteX8" fmla="*/ 0 w 71645"/>
                    <a:gd name="connsiteY8" fmla="*/ 20598 h 147767"/>
                    <a:gd name="connsiteX9" fmla="*/ 0 w 71645"/>
                    <a:gd name="connsiteY9" fmla="*/ 142395 h 147767"/>
                    <a:gd name="connsiteX10" fmla="*/ 8956 w 71645"/>
                    <a:gd name="connsiteY10" fmla="*/ 150902 h 147767"/>
                    <a:gd name="connsiteX11" fmla="*/ 63137 w 71645"/>
                    <a:gd name="connsiteY11" fmla="*/ 150902 h 147767"/>
                    <a:gd name="connsiteX12" fmla="*/ 72093 w 71645"/>
                    <a:gd name="connsiteY12" fmla="*/ 142395 h 147767"/>
                    <a:gd name="connsiteX13" fmla="*/ 72093 w 71645"/>
                    <a:gd name="connsiteY13" fmla="*/ 20598 h 147767"/>
                    <a:gd name="connsiteX14" fmla="*/ 63137 w 71645"/>
                    <a:gd name="connsiteY14" fmla="*/ 12090 h 147767"/>
                    <a:gd name="connsiteX15" fmla="*/ 23285 w 71645"/>
                    <a:gd name="connsiteY15" fmla="*/ 4478 h 147767"/>
                    <a:gd name="connsiteX16" fmla="*/ 48808 w 71645"/>
                    <a:gd name="connsiteY16" fmla="*/ 4478 h 147767"/>
                    <a:gd name="connsiteX17" fmla="*/ 48808 w 71645"/>
                    <a:gd name="connsiteY17" fmla="*/ 12090 h 147767"/>
                    <a:gd name="connsiteX18" fmla="*/ 23285 w 71645"/>
                    <a:gd name="connsiteY18" fmla="*/ 12090 h 147767"/>
                    <a:gd name="connsiteX19" fmla="*/ 23285 w 71645"/>
                    <a:gd name="connsiteY19" fmla="*/ 4478 h 147767"/>
                    <a:gd name="connsiteX20" fmla="*/ 67615 w 71645"/>
                    <a:gd name="connsiteY20" fmla="*/ 142395 h 147767"/>
                    <a:gd name="connsiteX21" fmla="*/ 63137 w 71645"/>
                    <a:gd name="connsiteY21" fmla="*/ 146424 h 147767"/>
                    <a:gd name="connsiteX22" fmla="*/ 8956 w 71645"/>
                    <a:gd name="connsiteY22" fmla="*/ 146424 h 147767"/>
                    <a:gd name="connsiteX23" fmla="*/ 4478 w 71645"/>
                    <a:gd name="connsiteY23" fmla="*/ 142395 h 147767"/>
                    <a:gd name="connsiteX24" fmla="*/ 4478 w 71645"/>
                    <a:gd name="connsiteY24" fmla="*/ 20598 h 147767"/>
                    <a:gd name="connsiteX25" fmla="*/ 8956 w 71645"/>
                    <a:gd name="connsiteY25" fmla="*/ 16568 h 147767"/>
                    <a:gd name="connsiteX26" fmla="*/ 21046 w 71645"/>
                    <a:gd name="connsiteY26" fmla="*/ 16568 h 147767"/>
                    <a:gd name="connsiteX27" fmla="*/ 51047 w 71645"/>
                    <a:gd name="connsiteY27" fmla="*/ 16568 h 147767"/>
                    <a:gd name="connsiteX28" fmla="*/ 63137 w 71645"/>
                    <a:gd name="connsiteY28" fmla="*/ 16568 h 147767"/>
                    <a:gd name="connsiteX29" fmla="*/ 67615 w 71645"/>
                    <a:gd name="connsiteY29" fmla="*/ 20598 h 147767"/>
                    <a:gd name="connsiteX30" fmla="*/ 67615 w 71645"/>
                    <a:gd name="connsiteY30" fmla="*/ 142395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1645" h="147767">
                      <a:moveTo>
                        <a:pt x="63137" y="12090"/>
                      </a:moveTo>
                      <a:lnTo>
                        <a:pt x="53286" y="12090"/>
                      </a:lnTo>
                      <a:lnTo>
                        <a:pt x="53286" y="2239"/>
                      </a:lnTo>
                      <a:cubicBezTo>
                        <a:pt x="53286" y="896"/>
                        <a:pt x="52391" y="0"/>
                        <a:pt x="51047" y="0"/>
                      </a:cubicBezTo>
                      <a:lnTo>
                        <a:pt x="21046" y="0"/>
                      </a:lnTo>
                      <a:cubicBezTo>
                        <a:pt x="19703" y="0"/>
                        <a:pt x="18807" y="896"/>
                        <a:pt x="18807" y="2239"/>
                      </a:cubicBezTo>
                      <a:lnTo>
                        <a:pt x="18807" y="12090"/>
                      </a:lnTo>
                      <a:lnTo>
                        <a:pt x="8956" y="12090"/>
                      </a:lnTo>
                      <a:cubicBezTo>
                        <a:pt x="4030" y="12090"/>
                        <a:pt x="0" y="16120"/>
                        <a:pt x="0" y="20598"/>
                      </a:cubicBezTo>
                      <a:lnTo>
                        <a:pt x="0" y="142395"/>
                      </a:lnTo>
                      <a:cubicBezTo>
                        <a:pt x="0" y="147320"/>
                        <a:pt x="4030" y="150902"/>
                        <a:pt x="8956" y="150902"/>
                      </a:cubicBezTo>
                      <a:lnTo>
                        <a:pt x="63137" y="150902"/>
                      </a:lnTo>
                      <a:cubicBezTo>
                        <a:pt x="68063" y="150902"/>
                        <a:pt x="72093" y="146873"/>
                        <a:pt x="72093" y="142395"/>
                      </a:cubicBezTo>
                      <a:lnTo>
                        <a:pt x="72093" y="20598"/>
                      </a:lnTo>
                      <a:cubicBezTo>
                        <a:pt x="72093" y="16120"/>
                        <a:pt x="68063" y="12090"/>
                        <a:pt x="63137" y="12090"/>
                      </a:cubicBezTo>
                      <a:close/>
                      <a:moveTo>
                        <a:pt x="23285" y="4478"/>
                      </a:moveTo>
                      <a:lnTo>
                        <a:pt x="48808" y="4478"/>
                      </a:lnTo>
                      <a:lnTo>
                        <a:pt x="48808" y="12090"/>
                      </a:lnTo>
                      <a:lnTo>
                        <a:pt x="23285" y="12090"/>
                      </a:lnTo>
                      <a:lnTo>
                        <a:pt x="23285" y="4478"/>
                      </a:lnTo>
                      <a:close/>
                      <a:moveTo>
                        <a:pt x="67615" y="142395"/>
                      </a:moveTo>
                      <a:cubicBezTo>
                        <a:pt x="67615" y="144634"/>
                        <a:pt x="65824" y="146424"/>
                        <a:pt x="63137" y="146424"/>
                      </a:cubicBezTo>
                      <a:lnTo>
                        <a:pt x="8956" y="146424"/>
                      </a:lnTo>
                      <a:cubicBezTo>
                        <a:pt x="6717" y="146424"/>
                        <a:pt x="4478" y="144634"/>
                        <a:pt x="4478" y="142395"/>
                      </a:cubicBezTo>
                      <a:lnTo>
                        <a:pt x="4478" y="20598"/>
                      </a:lnTo>
                      <a:cubicBezTo>
                        <a:pt x="4478" y="18359"/>
                        <a:pt x="6269" y="16568"/>
                        <a:pt x="8956" y="16568"/>
                      </a:cubicBezTo>
                      <a:lnTo>
                        <a:pt x="21046" y="16568"/>
                      </a:lnTo>
                      <a:lnTo>
                        <a:pt x="51047" y="16568"/>
                      </a:lnTo>
                      <a:lnTo>
                        <a:pt x="63137" y="16568"/>
                      </a:lnTo>
                      <a:cubicBezTo>
                        <a:pt x="65376" y="16568"/>
                        <a:pt x="67615" y="18359"/>
                        <a:pt x="67615" y="20598"/>
                      </a:cubicBezTo>
                      <a:lnTo>
                        <a:pt x="67615" y="14239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79" name="Freeform: Shape 4775">
                  <a:extLst>
                    <a:ext uri="{FF2B5EF4-FFF2-40B4-BE49-F238E27FC236}">
                      <a16:creationId xmlns:a16="http://schemas.microsoft.com/office/drawing/2014/main" id="{E14AC308-E0C1-A037-D855-929FCF7B26C4}"/>
                    </a:ext>
                  </a:extLst>
                </p:cNvPr>
                <p:cNvSpPr/>
                <p:nvPr/>
              </p:nvSpPr>
              <p:spPr>
                <a:xfrm>
                  <a:off x="2744979" y="5578375"/>
                  <a:ext cx="49256" cy="67167"/>
                </a:xfrm>
                <a:custGeom>
                  <a:avLst/>
                  <a:gdLst>
                    <a:gd name="connsiteX0" fmla="*/ 50935 w 49255"/>
                    <a:gd name="connsiteY0" fmla="*/ 24356 h 67167"/>
                    <a:gd name="connsiteX1" fmla="*/ 31233 w 49255"/>
                    <a:gd name="connsiteY1" fmla="*/ 24356 h 67167"/>
                    <a:gd name="connsiteX2" fmla="*/ 34815 w 49255"/>
                    <a:gd name="connsiteY2" fmla="*/ 2415 h 67167"/>
                    <a:gd name="connsiteX3" fmla="*/ 33472 w 49255"/>
                    <a:gd name="connsiteY3" fmla="*/ 176 h 67167"/>
                    <a:gd name="connsiteX4" fmla="*/ 30785 w 49255"/>
                    <a:gd name="connsiteY4" fmla="*/ 1071 h 67167"/>
                    <a:gd name="connsiteX5" fmla="*/ 336 w 49255"/>
                    <a:gd name="connsiteY5" fmla="*/ 43610 h 67167"/>
                    <a:gd name="connsiteX6" fmla="*/ 336 w 49255"/>
                    <a:gd name="connsiteY6" fmla="*/ 45849 h 67167"/>
                    <a:gd name="connsiteX7" fmla="*/ 2127 w 49255"/>
                    <a:gd name="connsiteY7" fmla="*/ 47193 h 67167"/>
                    <a:gd name="connsiteX8" fmla="*/ 21829 w 49255"/>
                    <a:gd name="connsiteY8" fmla="*/ 47193 h 67167"/>
                    <a:gd name="connsiteX9" fmla="*/ 18247 w 49255"/>
                    <a:gd name="connsiteY9" fmla="*/ 69134 h 67167"/>
                    <a:gd name="connsiteX10" fmla="*/ 19590 w 49255"/>
                    <a:gd name="connsiteY10" fmla="*/ 71373 h 67167"/>
                    <a:gd name="connsiteX11" fmla="*/ 20486 w 49255"/>
                    <a:gd name="connsiteY11" fmla="*/ 71373 h 67167"/>
                    <a:gd name="connsiteX12" fmla="*/ 22277 w 49255"/>
                    <a:gd name="connsiteY12" fmla="*/ 70477 h 67167"/>
                    <a:gd name="connsiteX13" fmla="*/ 52726 w 49255"/>
                    <a:gd name="connsiteY13" fmla="*/ 27938 h 67167"/>
                    <a:gd name="connsiteX14" fmla="*/ 52726 w 49255"/>
                    <a:gd name="connsiteY14" fmla="*/ 25699 h 67167"/>
                    <a:gd name="connsiteX15" fmla="*/ 50935 w 49255"/>
                    <a:gd name="connsiteY15" fmla="*/ 24356 h 67167"/>
                    <a:gd name="connsiteX16" fmla="*/ 24068 w 49255"/>
                    <a:gd name="connsiteY16" fmla="*/ 59731 h 67167"/>
                    <a:gd name="connsiteX17" fmla="*/ 26755 w 49255"/>
                    <a:gd name="connsiteY17" fmla="*/ 44954 h 67167"/>
                    <a:gd name="connsiteX18" fmla="*/ 26307 w 49255"/>
                    <a:gd name="connsiteY18" fmla="*/ 43163 h 67167"/>
                    <a:gd name="connsiteX19" fmla="*/ 24516 w 49255"/>
                    <a:gd name="connsiteY19" fmla="*/ 42267 h 67167"/>
                    <a:gd name="connsiteX20" fmla="*/ 6605 w 49255"/>
                    <a:gd name="connsiteY20" fmla="*/ 42267 h 67167"/>
                    <a:gd name="connsiteX21" fmla="*/ 28994 w 49255"/>
                    <a:gd name="connsiteY21" fmla="*/ 11370 h 67167"/>
                    <a:gd name="connsiteX22" fmla="*/ 26307 w 49255"/>
                    <a:gd name="connsiteY22" fmla="*/ 26147 h 67167"/>
                    <a:gd name="connsiteX23" fmla="*/ 26755 w 49255"/>
                    <a:gd name="connsiteY23" fmla="*/ 27938 h 67167"/>
                    <a:gd name="connsiteX24" fmla="*/ 28546 w 49255"/>
                    <a:gd name="connsiteY24" fmla="*/ 28833 h 67167"/>
                    <a:gd name="connsiteX25" fmla="*/ 46457 w 49255"/>
                    <a:gd name="connsiteY25" fmla="*/ 28833 h 67167"/>
                    <a:gd name="connsiteX26" fmla="*/ 24068 w 49255"/>
                    <a:gd name="connsiteY26" fmla="*/ 59731 h 6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9255" h="67167">
                      <a:moveTo>
                        <a:pt x="50935" y="24356"/>
                      </a:moveTo>
                      <a:lnTo>
                        <a:pt x="31233" y="24356"/>
                      </a:lnTo>
                      <a:lnTo>
                        <a:pt x="34815" y="2415"/>
                      </a:lnTo>
                      <a:cubicBezTo>
                        <a:pt x="34815" y="1519"/>
                        <a:pt x="34367" y="176"/>
                        <a:pt x="33472" y="176"/>
                      </a:cubicBezTo>
                      <a:cubicBezTo>
                        <a:pt x="32576" y="-272"/>
                        <a:pt x="31233" y="176"/>
                        <a:pt x="30785" y="1071"/>
                      </a:cubicBezTo>
                      <a:lnTo>
                        <a:pt x="336" y="43610"/>
                      </a:lnTo>
                      <a:cubicBezTo>
                        <a:pt x="-112" y="44506"/>
                        <a:pt x="-112" y="45402"/>
                        <a:pt x="336" y="45849"/>
                      </a:cubicBezTo>
                      <a:cubicBezTo>
                        <a:pt x="784" y="46745"/>
                        <a:pt x="1679" y="47193"/>
                        <a:pt x="2127" y="47193"/>
                      </a:cubicBezTo>
                      <a:lnTo>
                        <a:pt x="21829" y="47193"/>
                      </a:lnTo>
                      <a:lnTo>
                        <a:pt x="18247" y="69134"/>
                      </a:lnTo>
                      <a:cubicBezTo>
                        <a:pt x="18247" y="70030"/>
                        <a:pt x="18695" y="71373"/>
                        <a:pt x="19590" y="71373"/>
                      </a:cubicBezTo>
                      <a:cubicBezTo>
                        <a:pt x="20038" y="71373"/>
                        <a:pt x="20038" y="71373"/>
                        <a:pt x="20486" y="71373"/>
                      </a:cubicBezTo>
                      <a:cubicBezTo>
                        <a:pt x="21382" y="71373"/>
                        <a:pt x="21829" y="70925"/>
                        <a:pt x="22277" y="70477"/>
                      </a:cubicBezTo>
                      <a:lnTo>
                        <a:pt x="52726" y="27938"/>
                      </a:lnTo>
                      <a:cubicBezTo>
                        <a:pt x="53174" y="27043"/>
                        <a:pt x="53174" y="26147"/>
                        <a:pt x="52726" y="25699"/>
                      </a:cubicBezTo>
                      <a:cubicBezTo>
                        <a:pt x="52278" y="24804"/>
                        <a:pt x="51831" y="24356"/>
                        <a:pt x="50935" y="24356"/>
                      </a:cubicBezTo>
                      <a:close/>
                      <a:moveTo>
                        <a:pt x="24068" y="59731"/>
                      </a:moveTo>
                      <a:lnTo>
                        <a:pt x="26755" y="44954"/>
                      </a:lnTo>
                      <a:cubicBezTo>
                        <a:pt x="26755" y="44506"/>
                        <a:pt x="26755" y="43610"/>
                        <a:pt x="26307" y="43163"/>
                      </a:cubicBezTo>
                      <a:cubicBezTo>
                        <a:pt x="25859" y="42715"/>
                        <a:pt x="25412" y="42267"/>
                        <a:pt x="24516" y="42267"/>
                      </a:cubicBezTo>
                      <a:lnTo>
                        <a:pt x="6605" y="42267"/>
                      </a:lnTo>
                      <a:lnTo>
                        <a:pt x="28994" y="11370"/>
                      </a:lnTo>
                      <a:lnTo>
                        <a:pt x="26307" y="26147"/>
                      </a:lnTo>
                      <a:cubicBezTo>
                        <a:pt x="26307" y="26595"/>
                        <a:pt x="26307" y="27490"/>
                        <a:pt x="26755" y="27938"/>
                      </a:cubicBezTo>
                      <a:cubicBezTo>
                        <a:pt x="27203" y="28386"/>
                        <a:pt x="27650" y="28833"/>
                        <a:pt x="28546" y="28833"/>
                      </a:cubicBezTo>
                      <a:lnTo>
                        <a:pt x="46457" y="28833"/>
                      </a:lnTo>
                      <a:lnTo>
                        <a:pt x="24068" y="5973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880" name="Freeform: Shape 4776">
                <a:extLst>
                  <a:ext uri="{FF2B5EF4-FFF2-40B4-BE49-F238E27FC236}">
                    <a16:creationId xmlns:a16="http://schemas.microsoft.com/office/drawing/2014/main" id="{49E6EE79-FF5E-E26F-9DB7-001E3E5ACDDA}"/>
                  </a:ext>
                  <a:ext uri="{C183D7F6-B498-43B3-948B-1728B52AA6E4}">
                    <adec:decorative xmlns:adec="http://schemas.microsoft.com/office/drawing/2017/decorative" val="1"/>
                  </a:ext>
                </a:extLst>
              </p:cNvPr>
              <p:cNvSpPr>
                <a:spLocks noChangeAspect="1"/>
              </p:cNvSpPr>
              <p:nvPr/>
            </p:nvSpPr>
            <p:spPr>
              <a:xfrm>
                <a:off x="8751413" y="2079211"/>
                <a:ext cx="94034" cy="147768"/>
              </a:xfrm>
              <a:custGeom>
                <a:avLst/>
                <a:gdLst>
                  <a:gd name="connsiteX0" fmla="*/ 86659 w 94034"/>
                  <a:gd name="connsiteY0" fmla="*/ 68364 h 147767"/>
                  <a:gd name="connsiteX1" fmla="*/ 86659 w 94034"/>
                  <a:gd name="connsiteY1" fmla="*/ 68364 h 147767"/>
                  <a:gd name="connsiteX2" fmla="*/ 86211 w 94034"/>
                  <a:gd name="connsiteY2" fmla="*/ 67916 h 147767"/>
                  <a:gd name="connsiteX3" fmla="*/ 83077 w 94034"/>
                  <a:gd name="connsiteY3" fmla="*/ 68364 h 147767"/>
                  <a:gd name="connsiteX4" fmla="*/ 83525 w 94034"/>
                  <a:gd name="connsiteY4" fmla="*/ 71499 h 147767"/>
                  <a:gd name="connsiteX5" fmla="*/ 85316 w 94034"/>
                  <a:gd name="connsiteY5" fmla="*/ 73738 h 147767"/>
                  <a:gd name="connsiteX6" fmla="*/ 85763 w 94034"/>
                  <a:gd name="connsiteY6" fmla="*/ 74185 h 147767"/>
                  <a:gd name="connsiteX7" fmla="*/ 88002 w 94034"/>
                  <a:gd name="connsiteY7" fmla="*/ 79111 h 147767"/>
                  <a:gd name="connsiteX8" fmla="*/ 85763 w 94034"/>
                  <a:gd name="connsiteY8" fmla="*/ 88514 h 147767"/>
                  <a:gd name="connsiteX9" fmla="*/ 77256 w 94034"/>
                  <a:gd name="connsiteY9" fmla="*/ 92992 h 147767"/>
                  <a:gd name="connsiteX10" fmla="*/ 68300 w 94034"/>
                  <a:gd name="connsiteY10" fmla="*/ 89858 h 147767"/>
                  <a:gd name="connsiteX11" fmla="*/ 64718 w 94034"/>
                  <a:gd name="connsiteY11" fmla="*/ 80454 h 147767"/>
                  <a:gd name="connsiteX12" fmla="*/ 70091 w 94034"/>
                  <a:gd name="connsiteY12" fmla="*/ 71946 h 147767"/>
                  <a:gd name="connsiteX13" fmla="*/ 71882 w 94034"/>
                  <a:gd name="connsiteY13" fmla="*/ 70155 h 147767"/>
                  <a:gd name="connsiteX14" fmla="*/ 64718 w 94034"/>
                  <a:gd name="connsiteY14" fmla="*/ 19108 h 147767"/>
                  <a:gd name="connsiteX15" fmla="*/ 49493 w 94034"/>
                  <a:gd name="connsiteY15" fmla="*/ 5674 h 147767"/>
                  <a:gd name="connsiteX16" fmla="*/ 42329 w 94034"/>
                  <a:gd name="connsiteY16" fmla="*/ 1645 h 147767"/>
                  <a:gd name="connsiteX17" fmla="*/ 41881 w 94034"/>
                  <a:gd name="connsiteY17" fmla="*/ 1197 h 147767"/>
                  <a:gd name="connsiteX18" fmla="*/ 37403 w 94034"/>
                  <a:gd name="connsiteY18" fmla="*/ 301 h 147767"/>
                  <a:gd name="connsiteX19" fmla="*/ 34716 w 94034"/>
                  <a:gd name="connsiteY19" fmla="*/ 2540 h 147767"/>
                  <a:gd name="connsiteX20" fmla="*/ 36507 w 94034"/>
                  <a:gd name="connsiteY20" fmla="*/ 7913 h 147767"/>
                  <a:gd name="connsiteX21" fmla="*/ 36955 w 94034"/>
                  <a:gd name="connsiteY21" fmla="*/ 8361 h 147767"/>
                  <a:gd name="connsiteX22" fmla="*/ 37403 w 94034"/>
                  <a:gd name="connsiteY22" fmla="*/ 53587 h 147767"/>
                  <a:gd name="connsiteX23" fmla="*/ 23074 w 94034"/>
                  <a:gd name="connsiteY23" fmla="*/ 67916 h 147767"/>
                  <a:gd name="connsiteX24" fmla="*/ 8745 w 94034"/>
                  <a:gd name="connsiteY24" fmla="*/ 82245 h 147767"/>
                  <a:gd name="connsiteX25" fmla="*/ 4715 w 94034"/>
                  <a:gd name="connsiteY25" fmla="*/ 126128 h 147767"/>
                  <a:gd name="connsiteX26" fmla="*/ 47254 w 94034"/>
                  <a:gd name="connsiteY26" fmla="*/ 152099 h 147767"/>
                  <a:gd name="connsiteX27" fmla="*/ 47254 w 94034"/>
                  <a:gd name="connsiteY27" fmla="*/ 152099 h 147767"/>
                  <a:gd name="connsiteX28" fmla="*/ 47254 w 94034"/>
                  <a:gd name="connsiteY28" fmla="*/ 152099 h 147767"/>
                  <a:gd name="connsiteX29" fmla="*/ 47254 w 94034"/>
                  <a:gd name="connsiteY29" fmla="*/ 152099 h 147767"/>
                  <a:gd name="connsiteX30" fmla="*/ 47254 w 94034"/>
                  <a:gd name="connsiteY30" fmla="*/ 152099 h 147767"/>
                  <a:gd name="connsiteX31" fmla="*/ 47254 w 94034"/>
                  <a:gd name="connsiteY31" fmla="*/ 152099 h 147767"/>
                  <a:gd name="connsiteX32" fmla="*/ 97406 w 94034"/>
                  <a:gd name="connsiteY32" fmla="*/ 110008 h 147767"/>
                  <a:gd name="connsiteX33" fmla="*/ 86659 w 94034"/>
                  <a:gd name="connsiteY33" fmla="*/ 68364 h 147767"/>
                  <a:gd name="connsiteX34" fmla="*/ 94271 w 94034"/>
                  <a:gd name="connsiteY34" fmla="*/ 109112 h 147767"/>
                  <a:gd name="connsiteX35" fmla="*/ 48150 w 94034"/>
                  <a:gd name="connsiteY35" fmla="*/ 147173 h 147767"/>
                  <a:gd name="connsiteX36" fmla="*/ 9641 w 94034"/>
                  <a:gd name="connsiteY36" fmla="*/ 123441 h 147767"/>
                  <a:gd name="connsiteX37" fmla="*/ 13223 w 94034"/>
                  <a:gd name="connsiteY37" fmla="*/ 84484 h 147767"/>
                  <a:gd name="connsiteX38" fmla="*/ 27104 w 94034"/>
                  <a:gd name="connsiteY38" fmla="*/ 70603 h 147767"/>
                  <a:gd name="connsiteX39" fmla="*/ 41881 w 94034"/>
                  <a:gd name="connsiteY39" fmla="*/ 55826 h 147767"/>
                  <a:gd name="connsiteX40" fmla="*/ 41433 w 94034"/>
                  <a:gd name="connsiteY40" fmla="*/ 5227 h 147767"/>
                  <a:gd name="connsiteX41" fmla="*/ 41433 w 94034"/>
                  <a:gd name="connsiteY41" fmla="*/ 5227 h 147767"/>
                  <a:gd name="connsiteX42" fmla="*/ 47254 w 94034"/>
                  <a:gd name="connsiteY42" fmla="*/ 8809 h 147767"/>
                  <a:gd name="connsiteX43" fmla="*/ 61583 w 94034"/>
                  <a:gd name="connsiteY43" fmla="*/ 21347 h 147767"/>
                  <a:gd name="connsiteX44" fmla="*/ 69196 w 94034"/>
                  <a:gd name="connsiteY44" fmla="*/ 66573 h 147767"/>
                  <a:gd name="connsiteX45" fmla="*/ 67404 w 94034"/>
                  <a:gd name="connsiteY45" fmla="*/ 68364 h 147767"/>
                  <a:gd name="connsiteX46" fmla="*/ 60688 w 94034"/>
                  <a:gd name="connsiteY46" fmla="*/ 79558 h 147767"/>
                  <a:gd name="connsiteX47" fmla="*/ 65165 w 94034"/>
                  <a:gd name="connsiteY47" fmla="*/ 92544 h 147767"/>
                  <a:gd name="connsiteX48" fmla="*/ 77703 w 94034"/>
                  <a:gd name="connsiteY48" fmla="*/ 97022 h 147767"/>
                  <a:gd name="connsiteX49" fmla="*/ 89346 w 94034"/>
                  <a:gd name="connsiteY49" fmla="*/ 91201 h 147767"/>
                  <a:gd name="connsiteX50" fmla="*/ 92480 w 94034"/>
                  <a:gd name="connsiteY50" fmla="*/ 85380 h 147767"/>
                  <a:gd name="connsiteX51" fmla="*/ 94271 w 94034"/>
                  <a:gd name="connsiteY51" fmla="*/ 109112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94034" h="147767">
                    <a:moveTo>
                      <a:pt x="86659" y="68364"/>
                    </a:moveTo>
                    <a:cubicBezTo>
                      <a:pt x="86659" y="68364"/>
                      <a:pt x="86659" y="68364"/>
                      <a:pt x="86659" y="68364"/>
                    </a:cubicBezTo>
                    <a:cubicBezTo>
                      <a:pt x="86211" y="68364"/>
                      <a:pt x="86211" y="67916"/>
                      <a:pt x="86211" y="67916"/>
                    </a:cubicBezTo>
                    <a:cubicBezTo>
                      <a:pt x="85316" y="67021"/>
                      <a:pt x="83972" y="67469"/>
                      <a:pt x="83077" y="68364"/>
                    </a:cubicBezTo>
                    <a:cubicBezTo>
                      <a:pt x="82181" y="69260"/>
                      <a:pt x="82629" y="70603"/>
                      <a:pt x="83525" y="71499"/>
                    </a:cubicBezTo>
                    <a:cubicBezTo>
                      <a:pt x="83972" y="71946"/>
                      <a:pt x="84868" y="72842"/>
                      <a:pt x="85316" y="73738"/>
                    </a:cubicBezTo>
                    <a:lnTo>
                      <a:pt x="85763" y="74185"/>
                    </a:lnTo>
                    <a:cubicBezTo>
                      <a:pt x="87107" y="75528"/>
                      <a:pt x="87554" y="77320"/>
                      <a:pt x="88002" y="79111"/>
                    </a:cubicBezTo>
                    <a:cubicBezTo>
                      <a:pt x="88450" y="82245"/>
                      <a:pt x="88002" y="85827"/>
                      <a:pt x="85763" y="88514"/>
                    </a:cubicBezTo>
                    <a:cubicBezTo>
                      <a:pt x="83525" y="91201"/>
                      <a:pt x="80390" y="92544"/>
                      <a:pt x="77256" y="92992"/>
                    </a:cubicBezTo>
                    <a:cubicBezTo>
                      <a:pt x="73673" y="92992"/>
                      <a:pt x="70539" y="92097"/>
                      <a:pt x="68300" y="89858"/>
                    </a:cubicBezTo>
                    <a:cubicBezTo>
                      <a:pt x="65613" y="87619"/>
                      <a:pt x="64718" y="84036"/>
                      <a:pt x="64718" y="80454"/>
                    </a:cubicBezTo>
                    <a:cubicBezTo>
                      <a:pt x="65165" y="76872"/>
                      <a:pt x="67404" y="74633"/>
                      <a:pt x="70091" y="71946"/>
                    </a:cubicBezTo>
                    <a:cubicBezTo>
                      <a:pt x="70539" y="71499"/>
                      <a:pt x="71434" y="70603"/>
                      <a:pt x="71882" y="70155"/>
                    </a:cubicBezTo>
                    <a:cubicBezTo>
                      <a:pt x="85763" y="55826"/>
                      <a:pt x="75017" y="31646"/>
                      <a:pt x="64718" y="19108"/>
                    </a:cubicBezTo>
                    <a:cubicBezTo>
                      <a:pt x="60688" y="14182"/>
                      <a:pt x="55314" y="9705"/>
                      <a:pt x="49493" y="5674"/>
                    </a:cubicBezTo>
                    <a:cubicBezTo>
                      <a:pt x="47254" y="4331"/>
                      <a:pt x="45015" y="2540"/>
                      <a:pt x="42329" y="1645"/>
                    </a:cubicBezTo>
                    <a:lnTo>
                      <a:pt x="41881" y="1197"/>
                    </a:lnTo>
                    <a:cubicBezTo>
                      <a:pt x="40985" y="749"/>
                      <a:pt x="39194" y="-594"/>
                      <a:pt x="37403" y="301"/>
                    </a:cubicBezTo>
                    <a:cubicBezTo>
                      <a:pt x="35612" y="749"/>
                      <a:pt x="35164" y="2092"/>
                      <a:pt x="34716" y="2540"/>
                    </a:cubicBezTo>
                    <a:cubicBezTo>
                      <a:pt x="34269" y="4779"/>
                      <a:pt x="35612" y="6570"/>
                      <a:pt x="36507" y="7913"/>
                    </a:cubicBezTo>
                    <a:lnTo>
                      <a:pt x="36955" y="8361"/>
                    </a:lnTo>
                    <a:cubicBezTo>
                      <a:pt x="47254" y="24481"/>
                      <a:pt x="47702" y="41049"/>
                      <a:pt x="37403" y="53587"/>
                    </a:cubicBezTo>
                    <a:cubicBezTo>
                      <a:pt x="33373" y="58961"/>
                      <a:pt x="28000" y="63438"/>
                      <a:pt x="23074" y="67916"/>
                    </a:cubicBezTo>
                    <a:cubicBezTo>
                      <a:pt x="18148" y="72394"/>
                      <a:pt x="12775" y="76872"/>
                      <a:pt x="8745" y="82245"/>
                    </a:cubicBezTo>
                    <a:cubicBezTo>
                      <a:pt x="-1106" y="94783"/>
                      <a:pt x="-2897" y="111351"/>
                      <a:pt x="4715" y="126128"/>
                    </a:cubicBezTo>
                    <a:cubicBezTo>
                      <a:pt x="12775" y="141800"/>
                      <a:pt x="29343" y="152099"/>
                      <a:pt x="47254" y="152099"/>
                    </a:cubicBezTo>
                    <a:cubicBezTo>
                      <a:pt x="47254" y="152099"/>
                      <a:pt x="47254" y="152099"/>
                      <a:pt x="47254" y="152099"/>
                    </a:cubicBezTo>
                    <a:cubicBezTo>
                      <a:pt x="47254" y="152099"/>
                      <a:pt x="47254" y="152099"/>
                      <a:pt x="47254" y="152099"/>
                    </a:cubicBezTo>
                    <a:lnTo>
                      <a:pt x="47254" y="152099"/>
                    </a:lnTo>
                    <a:lnTo>
                      <a:pt x="47254" y="152099"/>
                    </a:lnTo>
                    <a:cubicBezTo>
                      <a:pt x="47254" y="152099"/>
                      <a:pt x="47254" y="152099"/>
                      <a:pt x="47254" y="152099"/>
                    </a:cubicBezTo>
                    <a:cubicBezTo>
                      <a:pt x="91585" y="149412"/>
                      <a:pt x="97406" y="110455"/>
                      <a:pt x="97406" y="110008"/>
                    </a:cubicBezTo>
                    <a:cubicBezTo>
                      <a:pt x="102331" y="81797"/>
                      <a:pt x="87554" y="68812"/>
                      <a:pt x="86659" y="68364"/>
                    </a:cubicBezTo>
                    <a:close/>
                    <a:moveTo>
                      <a:pt x="94271" y="109112"/>
                    </a:moveTo>
                    <a:cubicBezTo>
                      <a:pt x="94271" y="109560"/>
                      <a:pt x="88898" y="144934"/>
                      <a:pt x="48150" y="147173"/>
                    </a:cubicBezTo>
                    <a:cubicBezTo>
                      <a:pt x="32030" y="147173"/>
                      <a:pt x="16805" y="137770"/>
                      <a:pt x="9641" y="123441"/>
                    </a:cubicBezTo>
                    <a:cubicBezTo>
                      <a:pt x="2924" y="110008"/>
                      <a:pt x="4267" y="95678"/>
                      <a:pt x="13223" y="84484"/>
                    </a:cubicBezTo>
                    <a:cubicBezTo>
                      <a:pt x="17253" y="79558"/>
                      <a:pt x="22178" y="75081"/>
                      <a:pt x="27104" y="70603"/>
                    </a:cubicBezTo>
                    <a:cubicBezTo>
                      <a:pt x="32030" y="66125"/>
                      <a:pt x="37403" y="61199"/>
                      <a:pt x="41881" y="55826"/>
                    </a:cubicBezTo>
                    <a:cubicBezTo>
                      <a:pt x="53075" y="41497"/>
                      <a:pt x="53075" y="23138"/>
                      <a:pt x="41433" y="5227"/>
                    </a:cubicBezTo>
                    <a:cubicBezTo>
                      <a:pt x="41433" y="5227"/>
                      <a:pt x="41433" y="5227"/>
                      <a:pt x="41433" y="5227"/>
                    </a:cubicBezTo>
                    <a:cubicBezTo>
                      <a:pt x="43224" y="6122"/>
                      <a:pt x="45463" y="7466"/>
                      <a:pt x="47254" y="8809"/>
                    </a:cubicBezTo>
                    <a:cubicBezTo>
                      <a:pt x="52628" y="12391"/>
                      <a:pt x="57553" y="16869"/>
                      <a:pt x="61583" y="21347"/>
                    </a:cubicBezTo>
                    <a:cubicBezTo>
                      <a:pt x="70987" y="32541"/>
                      <a:pt x="80838" y="54035"/>
                      <a:pt x="69196" y="66573"/>
                    </a:cubicBezTo>
                    <a:cubicBezTo>
                      <a:pt x="68748" y="67021"/>
                      <a:pt x="67852" y="67916"/>
                      <a:pt x="67404" y="68364"/>
                    </a:cubicBezTo>
                    <a:cubicBezTo>
                      <a:pt x="64270" y="71499"/>
                      <a:pt x="61135" y="74185"/>
                      <a:pt x="60688" y="79558"/>
                    </a:cubicBezTo>
                    <a:cubicBezTo>
                      <a:pt x="60240" y="84484"/>
                      <a:pt x="62031" y="88962"/>
                      <a:pt x="65165" y="92544"/>
                    </a:cubicBezTo>
                    <a:cubicBezTo>
                      <a:pt x="68300" y="95678"/>
                      <a:pt x="72778" y="97470"/>
                      <a:pt x="77703" y="97022"/>
                    </a:cubicBezTo>
                    <a:cubicBezTo>
                      <a:pt x="82181" y="96574"/>
                      <a:pt x="86659" y="94783"/>
                      <a:pt x="89346" y="91201"/>
                    </a:cubicBezTo>
                    <a:cubicBezTo>
                      <a:pt x="90689" y="89410"/>
                      <a:pt x="91585" y="87619"/>
                      <a:pt x="92480" y="85380"/>
                    </a:cubicBezTo>
                    <a:cubicBezTo>
                      <a:pt x="94271" y="91201"/>
                      <a:pt x="95615" y="99261"/>
                      <a:pt x="94271" y="10911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81" name="Freeform: Shape 4777">
                <a:extLst>
                  <a:ext uri="{FF2B5EF4-FFF2-40B4-BE49-F238E27FC236}">
                    <a16:creationId xmlns:a16="http://schemas.microsoft.com/office/drawing/2014/main" id="{143B3692-C8C6-517C-EA83-CDF12D2F750F}"/>
                  </a:ext>
                  <a:ext uri="{C183D7F6-B498-43B3-948B-1728B52AA6E4}">
                    <adec:decorative xmlns:adec="http://schemas.microsoft.com/office/drawing/2017/decorative" val="1"/>
                  </a:ext>
                </a:extLst>
              </p:cNvPr>
              <p:cNvSpPr>
                <a:spLocks noChangeAspect="1"/>
              </p:cNvSpPr>
              <p:nvPr/>
            </p:nvSpPr>
            <p:spPr>
              <a:xfrm>
                <a:off x="10050217" y="2078616"/>
                <a:ext cx="152246" cy="147768"/>
              </a:xfrm>
              <a:custGeom>
                <a:avLst/>
                <a:gdLst>
                  <a:gd name="connsiteX0" fmla="*/ 152246 w 152245"/>
                  <a:gd name="connsiteY0" fmla="*/ 76123 h 147767"/>
                  <a:gd name="connsiteX1" fmla="*/ 76123 w 152245"/>
                  <a:gd name="connsiteY1" fmla="*/ 0 h 147767"/>
                  <a:gd name="connsiteX2" fmla="*/ 55973 w 152245"/>
                  <a:gd name="connsiteY2" fmla="*/ 2687 h 147767"/>
                  <a:gd name="connsiteX3" fmla="*/ 55077 w 152245"/>
                  <a:gd name="connsiteY3" fmla="*/ 2687 h 147767"/>
                  <a:gd name="connsiteX4" fmla="*/ 55077 w 152245"/>
                  <a:gd name="connsiteY4" fmla="*/ 2687 h 147767"/>
                  <a:gd name="connsiteX5" fmla="*/ 0 w 152245"/>
                  <a:gd name="connsiteY5" fmla="*/ 74332 h 147767"/>
                  <a:gd name="connsiteX6" fmla="*/ 0 w 152245"/>
                  <a:gd name="connsiteY6" fmla="*/ 75227 h 147767"/>
                  <a:gd name="connsiteX7" fmla="*/ 0 w 152245"/>
                  <a:gd name="connsiteY7" fmla="*/ 75675 h 147767"/>
                  <a:gd name="connsiteX8" fmla="*/ 76123 w 152245"/>
                  <a:gd name="connsiteY8" fmla="*/ 151798 h 147767"/>
                  <a:gd name="connsiteX9" fmla="*/ 96273 w 152245"/>
                  <a:gd name="connsiteY9" fmla="*/ 149111 h 147767"/>
                  <a:gd name="connsiteX10" fmla="*/ 96273 w 152245"/>
                  <a:gd name="connsiteY10" fmla="*/ 149111 h 147767"/>
                  <a:gd name="connsiteX11" fmla="*/ 97169 w 152245"/>
                  <a:gd name="connsiteY11" fmla="*/ 148664 h 147767"/>
                  <a:gd name="connsiteX12" fmla="*/ 152246 w 152245"/>
                  <a:gd name="connsiteY12" fmla="*/ 76123 h 147767"/>
                  <a:gd name="connsiteX13" fmla="*/ 145529 w 152245"/>
                  <a:gd name="connsiteY13" fmla="*/ 59107 h 147767"/>
                  <a:gd name="connsiteX14" fmla="*/ 126275 w 152245"/>
                  <a:gd name="connsiteY14" fmla="*/ 38509 h 147767"/>
                  <a:gd name="connsiteX15" fmla="*/ 104333 w 152245"/>
                  <a:gd name="connsiteY15" fmla="*/ 33136 h 147767"/>
                  <a:gd name="connsiteX16" fmla="*/ 94482 w 152245"/>
                  <a:gd name="connsiteY16" fmla="*/ 31793 h 147767"/>
                  <a:gd name="connsiteX17" fmla="*/ 72541 w 152245"/>
                  <a:gd name="connsiteY17" fmla="*/ 21493 h 147767"/>
                  <a:gd name="connsiteX18" fmla="*/ 59555 w 152245"/>
                  <a:gd name="connsiteY18" fmla="*/ 6269 h 147767"/>
                  <a:gd name="connsiteX19" fmla="*/ 76123 w 152245"/>
                  <a:gd name="connsiteY19" fmla="*/ 4030 h 147767"/>
                  <a:gd name="connsiteX20" fmla="*/ 145529 w 152245"/>
                  <a:gd name="connsiteY20" fmla="*/ 59107 h 147767"/>
                  <a:gd name="connsiteX21" fmla="*/ 4478 w 152245"/>
                  <a:gd name="connsiteY21" fmla="*/ 76123 h 147767"/>
                  <a:gd name="connsiteX22" fmla="*/ 4478 w 152245"/>
                  <a:gd name="connsiteY22" fmla="*/ 75675 h 147767"/>
                  <a:gd name="connsiteX23" fmla="*/ 13433 w 152245"/>
                  <a:gd name="connsiteY23" fmla="*/ 60450 h 147767"/>
                  <a:gd name="connsiteX24" fmla="*/ 41196 w 152245"/>
                  <a:gd name="connsiteY24" fmla="*/ 56868 h 147767"/>
                  <a:gd name="connsiteX25" fmla="*/ 64033 w 152245"/>
                  <a:gd name="connsiteY25" fmla="*/ 98064 h 147767"/>
                  <a:gd name="connsiteX26" fmla="*/ 71197 w 152245"/>
                  <a:gd name="connsiteY26" fmla="*/ 123588 h 147767"/>
                  <a:gd name="connsiteX27" fmla="*/ 90900 w 152245"/>
                  <a:gd name="connsiteY27" fmla="*/ 146425 h 147767"/>
                  <a:gd name="connsiteX28" fmla="*/ 76123 w 152245"/>
                  <a:gd name="connsiteY28" fmla="*/ 147768 h 147767"/>
                  <a:gd name="connsiteX29" fmla="*/ 4478 w 152245"/>
                  <a:gd name="connsiteY29" fmla="*/ 76123 h 147767"/>
                  <a:gd name="connsiteX30" fmla="*/ 96273 w 152245"/>
                  <a:gd name="connsiteY30" fmla="*/ 144633 h 147767"/>
                  <a:gd name="connsiteX31" fmla="*/ 74780 w 152245"/>
                  <a:gd name="connsiteY31" fmla="*/ 121349 h 147767"/>
                  <a:gd name="connsiteX32" fmla="*/ 68063 w 152245"/>
                  <a:gd name="connsiteY32" fmla="*/ 96721 h 147767"/>
                  <a:gd name="connsiteX33" fmla="*/ 42539 w 152245"/>
                  <a:gd name="connsiteY33" fmla="*/ 52391 h 147767"/>
                  <a:gd name="connsiteX34" fmla="*/ 10299 w 152245"/>
                  <a:gd name="connsiteY34" fmla="*/ 56868 h 147767"/>
                  <a:gd name="connsiteX35" fmla="*/ 5373 w 152245"/>
                  <a:gd name="connsiteY35" fmla="*/ 62689 h 147767"/>
                  <a:gd name="connsiteX36" fmla="*/ 54629 w 152245"/>
                  <a:gd name="connsiteY36" fmla="*/ 8060 h 147767"/>
                  <a:gd name="connsiteX37" fmla="*/ 69406 w 152245"/>
                  <a:gd name="connsiteY37" fmla="*/ 25524 h 147767"/>
                  <a:gd name="connsiteX38" fmla="*/ 93139 w 152245"/>
                  <a:gd name="connsiteY38" fmla="*/ 36718 h 147767"/>
                  <a:gd name="connsiteX39" fmla="*/ 103438 w 152245"/>
                  <a:gd name="connsiteY39" fmla="*/ 38061 h 147767"/>
                  <a:gd name="connsiteX40" fmla="*/ 123588 w 152245"/>
                  <a:gd name="connsiteY40" fmla="*/ 42987 h 147767"/>
                  <a:gd name="connsiteX41" fmla="*/ 142395 w 152245"/>
                  <a:gd name="connsiteY41" fmla="*/ 63585 h 147767"/>
                  <a:gd name="connsiteX42" fmla="*/ 147320 w 152245"/>
                  <a:gd name="connsiteY42" fmla="*/ 76571 h 147767"/>
                  <a:gd name="connsiteX43" fmla="*/ 96273 w 152245"/>
                  <a:gd name="connsiteY43" fmla="*/ 144633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52245" h="147767">
                    <a:moveTo>
                      <a:pt x="152246" y="76123"/>
                    </a:moveTo>
                    <a:cubicBezTo>
                      <a:pt x="152246" y="34032"/>
                      <a:pt x="118215" y="0"/>
                      <a:pt x="76123" y="0"/>
                    </a:cubicBezTo>
                    <a:cubicBezTo>
                      <a:pt x="68959" y="0"/>
                      <a:pt x="62242" y="896"/>
                      <a:pt x="55973" y="2687"/>
                    </a:cubicBezTo>
                    <a:cubicBezTo>
                      <a:pt x="55525" y="2687"/>
                      <a:pt x="55525" y="2687"/>
                      <a:pt x="55077" y="2687"/>
                    </a:cubicBezTo>
                    <a:cubicBezTo>
                      <a:pt x="55077" y="2687"/>
                      <a:pt x="55077" y="2687"/>
                      <a:pt x="55077" y="2687"/>
                    </a:cubicBezTo>
                    <a:cubicBezTo>
                      <a:pt x="23733" y="11642"/>
                      <a:pt x="896" y="40300"/>
                      <a:pt x="0" y="74332"/>
                    </a:cubicBezTo>
                    <a:cubicBezTo>
                      <a:pt x="0" y="74780"/>
                      <a:pt x="0" y="74780"/>
                      <a:pt x="0" y="75227"/>
                    </a:cubicBezTo>
                    <a:cubicBezTo>
                      <a:pt x="0" y="75227"/>
                      <a:pt x="0" y="75675"/>
                      <a:pt x="0" y="75675"/>
                    </a:cubicBezTo>
                    <a:cubicBezTo>
                      <a:pt x="0" y="117767"/>
                      <a:pt x="34032" y="151798"/>
                      <a:pt x="76123" y="151798"/>
                    </a:cubicBezTo>
                    <a:cubicBezTo>
                      <a:pt x="83288" y="151798"/>
                      <a:pt x="90004" y="150902"/>
                      <a:pt x="96273" y="149111"/>
                    </a:cubicBezTo>
                    <a:cubicBezTo>
                      <a:pt x="96273" y="149111"/>
                      <a:pt x="96273" y="149111"/>
                      <a:pt x="96273" y="149111"/>
                    </a:cubicBezTo>
                    <a:cubicBezTo>
                      <a:pt x="96721" y="149111"/>
                      <a:pt x="97169" y="149111"/>
                      <a:pt x="97169" y="148664"/>
                    </a:cubicBezTo>
                    <a:cubicBezTo>
                      <a:pt x="128961" y="140156"/>
                      <a:pt x="152246" y="110602"/>
                      <a:pt x="152246" y="76123"/>
                    </a:cubicBezTo>
                    <a:close/>
                    <a:moveTo>
                      <a:pt x="145529" y="59107"/>
                    </a:moveTo>
                    <a:cubicBezTo>
                      <a:pt x="140604" y="50152"/>
                      <a:pt x="133887" y="42987"/>
                      <a:pt x="126275" y="38509"/>
                    </a:cubicBezTo>
                    <a:cubicBezTo>
                      <a:pt x="119558" y="34479"/>
                      <a:pt x="111498" y="34032"/>
                      <a:pt x="104333" y="33136"/>
                    </a:cubicBezTo>
                    <a:cubicBezTo>
                      <a:pt x="100751" y="32688"/>
                      <a:pt x="97617" y="32240"/>
                      <a:pt x="94482" y="31793"/>
                    </a:cubicBezTo>
                    <a:cubicBezTo>
                      <a:pt x="85974" y="30001"/>
                      <a:pt x="78362" y="26867"/>
                      <a:pt x="72541" y="21493"/>
                    </a:cubicBezTo>
                    <a:cubicBezTo>
                      <a:pt x="67167" y="17016"/>
                      <a:pt x="62689" y="11642"/>
                      <a:pt x="59555" y="6269"/>
                    </a:cubicBezTo>
                    <a:cubicBezTo>
                      <a:pt x="64928" y="4925"/>
                      <a:pt x="70302" y="4030"/>
                      <a:pt x="76123" y="4030"/>
                    </a:cubicBezTo>
                    <a:cubicBezTo>
                      <a:pt x="109707" y="4478"/>
                      <a:pt x="137917" y="27763"/>
                      <a:pt x="145529" y="59107"/>
                    </a:cubicBezTo>
                    <a:close/>
                    <a:moveTo>
                      <a:pt x="4478" y="76123"/>
                    </a:moveTo>
                    <a:cubicBezTo>
                      <a:pt x="4478" y="76123"/>
                      <a:pt x="4478" y="75675"/>
                      <a:pt x="4478" y="75675"/>
                    </a:cubicBezTo>
                    <a:cubicBezTo>
                      <a:pt x="6269" y="69854"/>
                      <a:pt x="9404" y="64033"/>
                      <a:pt x="13433" y="60450"/>
                    </a:cubicBezTo>
                    <a:cubicBezTo>
                      <a:pt x="20150" y="54182"/>
                      <a:pt x="30897" y="52838"/>
                      <a:pt x="41196" y="56868"/>
                    </a:cubicBezTo>
                    <a:cubicBezTo>
                      <a:pt x="57764" y="64033"/>
                      <a:pt x="60898" y="80600"/>
                      <a:pt x="64033" y="98064"/>
                    </a:cubicBezTo>
                    <a:cubicBezTo>
                      <a:pt x="65824" y="107020"/>
                      <a:pt x="67615" y="115975"/>
                      <a:pt x="71197" y="123588"/>
                    </a:cubicBezTo>
                    <a:cubicBezTo>
                      <a:pt x="75228" y="132095"/>
                      <a:pt x="81944" y="139708"/>
                      <a:pt x="90900" y="146425"/>
                    </a:cubicBezTo>
                    <a:cubicBezTo>
                      <a:pt x="85974" y="147320"/>
                      <a:pt x="81049" y="147768"/>
                      <a:pt x="76123" y="147768"/>
                    </a:cubicBezTo>
                    <a:cubicBezTo>
                      <a:pt x="36270" y="147768"/>
                      <a:pt x="4478" y="115528"/>
                      <a:pt x="4478" y="76123"/>
                    </a:cubicBezTo>
                    <a:close/>
                    <a:moveTo>
                      <a:pt x="96273" y="144633"/>
                    </a:moveTo>
                    <a:cubicBezTo>
                      <a:pt x="86422" y="137917"/>
                      <a:pt x="79257" y="130305"/>
                      <a:pt x="74780" y="121349"/>
                    </a:cubicBezTo>
                    <a:cubicBezTo>
                      <a:pt x="71197" y="114184"/>
                      <a:pt x="69854" y="105677"/>
                      <a:pt x="68063" y="96721"/>
                    </a:cubicBezTo>
                    <a:cubicBezTo>
                      <a:pt x="64928" y="78810"/>
                      <a:pt x="61346" y="60450"/>
                      <a:pt x="42539" y="52391"/>
                    </a:cubicBezTo>
                    <a:cubicBezTo>
                      <a:pt x="30897" y="47465"/>
                      <a:pt x="18359" y="49256"/>
                      <a:pt x="10299" y="56868"/>
                    </a:cubicBezTo>
                    <a:cubicBezTo>
                      <a:pt x="8508" y="58660"/>
                      <a:pt x="7165" y="60450"/>
                      <a:pt x="5373" y="62689"/>
                    </a:cubicBezTo>
                    <a:cubicBezTo>
                      <a:pt x="10299" y="36718"/>
                      <a:pt x="29554" y="15672"/>
                      <a:pt x="54629" y="8060"/>
                    </a:cubicBezTo>
                    <a:cubicBezTo>
                      <a:pt x="58212" y="14329"/>
                      <a:pt x="63137" y="20598"/>
                      <a:pt x="69406" y="25524"/>
                    </a:cubicBezTo>
                    <a:cubicBezTo>
                      <a:pt x="76123" y="30897"/>
                      <a:pt x="84183" y="34927"/>
                      <a:pt x="93139" y="36718"/>
                    </a:cubicBezTo>
                    <a:cubicBezTo>
                      <a:pt x="96721" y="37166"/>
                      <a:pt x="100303" y="37614"/>
                      <a:pt x="103438" y="38061"/>
                    </a:cubicBezTo>
                    <a:cubicBezTo>
                      <a:pt x="110602" y="38957"/>
                      <a:pt x="117767" y="39405"/>
                      <a:pt x="123588" y="42987"/>
                    </a:cubicBezTo>
                    <a:cubicBezTo>
                      <a:pt x="132991" y="48360"/>
                      <a:pt x="138812" y="57316"/>
                      <a:pt x="142395" y="63585"/>
                    </a:cubicBezTo>
                    <a:cubicBezTo>
                      <a:pt x="144634" y="68063"/>
                      <a:pt x="146425" y="72541"/>
                      <a:pt x="147320" y="76571"/>
                    </a:cubicBezTo>
                    <a:cubicBezTo>
                      <a:pt x="147320" y="108811"/>
                      <a:pt x="125827" y="136125"/>
                      <a:pt x="96273" y="14463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82" name="Freeform: Shape 4778">
                <a:extLst>
                  <a:ext uri="{FF2B5EF4-FFF2-40B4-BE49-F238E27FC236}">
                    <a16:creationId xmlns:a16="http://schemas.microsoft.com/office/drawing/2014/main" id="{AD9652F0-5E71-4F3C-EB68-330AC08FB3E3}"/>
                  </a:ext>
                  <a:ext uri="{C183D7F6-B498-43B3-948B-1728B52AA6E4}">
                    <adec:decorative xmlns:adec="http://schemas.microsoft.com/office/drawing/2017/decorative" val="1"/>
                  </a:ext>
                </a:extLst>
              </p:cNvPr>
              <p:cNvSpPr>
                <a:spLocks noChangeAspect="1"/>
              </p:cNvSpPr>
              <p:nvPr/>
            </p:nvSpPr>
            <p:spPr>
              <a:xfrm>
                <a:off x="9790056" y="2078946"/>
                <a:ext cx="147768" cy="147768"/>
              </a:xfrm>
              <a:custGeom>
                <a:avLst/>
                <a:gdLst>
                  <a:gd name="connsiteX0" fmla="*/ 144186 w 147767"/>
                  <a:gd name="connsiteY0" fmla="*/ 112512 h 147767"/>
                  <a:gd name="connsiteX1" fmla="*/ 144186 w 147767"/>
                  <a:gd name="connsiteY1" fmla="*/ 112512 h 147767"/>
                  <a:gd name="connsiteX2" fmla="*/ 143738 w 147767"/>
                  <a:gd name="connsiteY2" fmla="*/ 112064 h 147767"/>
                  <a:gd name="connsiteX3" fmla="*/ 143290 w 147767"/>
                  <a:gd name="connsiteY3" fmla="*/ 111616 h 147767"/>
                  <a:gd name="connsiteX4" fmla="*/ 143290 w 147767"/>
                  <a:gd name="connsiteY4" fmla="*/ 111616 h 147767"/>
                  <a:gd name="connsiteX5" fmla="*/ 36270 w 147767"/>
                  <a:gd name="connsiteY5" fmla="*/ 4596 h 147767"/>
                  <a:gd name="connsiteX6" fmla="*/ 15225 w 147767"/>
                  <a:gd name="connsiteY6" fmla="*/ 4148 h 147767"/>
                  <a:gd name="connsiteX7" fmla="*/ 4030 w 147767"/>
                  <a:gd name="connsiteY7" fmla="*/ 15343 h 147767"/>
                  <a:gd name="connsiteX8" fmla="*/ 0 w 147767"/>
                  <a:gd name="connsiteY8" fmla="*/ 25642 h 147767"/>
                  <a:gd name="connsiteX9" fmla="*/ 4478 w 147767"/>
                  <a:gd name="connsiteY9" fmla="*/ 36389 h 147767"/>
                  <a:gd name="connsiteX10" fmla="*/ 18807 w 147767"/>
                  <a:gd name="connsiteY10" fmla="*/ 50718 h 147767"/>
                  <a:gd name="connsiteX11" fmla="*/ 18807 w 147767"/>
                  <a:gd name="connsiteY11" fmla="*/ 50718 h 147767"/>
                  <a:gd name="connsiteX12" fmla="*/ 18807 w 147767"/>
                  <a:gd name="connsiteY12" fmla="*/ 50718 h 147767"/>
                  <a:gd name="connsiteX13" fmla="*/ 111050 w 147767"/>
                  <a:gd name="connsiteY13" fmla="*/ 143409 h 147767"/>
                  <a:gd name="connsiteX14" fmla="*/ 111050 w 147767"/>
                  <a:gd name="connsiteY14" fmla="*/ 143409 h 147767"/>
                  <a:gd name="connsiteX15" fmla="*/ 111498 w 147767"/>
                  <a:gd name="connsiteY15" fmla="*/ 143856 h 147767"/>
                  <a:gd name="connsiteX16" fmla="*/ 111945 w 147767"/>
                  <a:gd name="connsiteY16" fmla="*/ 143856 h 147767"/>
                  <a:gd name="connsiteX17" fmla="*/ 111945 w 147767"/>
                  <a:gd name="connsiteY17" fmla="*/ 143856 h 147767"/>
                  <a:gd name="connsiteX18" fmla="*/ 149111 w 147767"/>
                  <a:gd name="connsiteY18" fmla="*/ 151916 h 147767"/>
                  <a:gd name="connsiteX19" fmla="*/ 149559 w 147767"/>
                  <a:gd name="connsiteY19" fmla="*/ 151916 h 147767"/>
                  <a:gd name="connsiteX20" fmla="*/ 151350 w 147767"/>
                  <a:gd name="connsiteY20" fmla="*/ 151468 h 147767"/>
                  <a:gd name="connsiteX21" fmla="*/ 151798 w 147767"/>
                  <a:gd name="connsiteY21" fmla="*/ 149230 h 147767"/>
                  <a:gd name="connsiteX22" fmla="*/ 144186 w 147767"/>
                  <a:gd name="connsiteY22" fmla="*/ 112512 h 147767"/>
                  <a:gd name="connsiteX23" fmla="*/ 113289 w 147767"/>
                  <a:gd name="connsiteY23" fmla="*/ 138483 h 147767"/>
                  <a:gd name="connsiteX24" fmla="*/ 23732 w 147767"/>
                  <a:gd name="connsiteY24" fmla="*/ 48926 h 147767"/>
                  <a:gd name="connsiteX25" fmla="*/ 49256 w 147767"/>
                  <a:gd name="connsiteY25" fmla="*/ 23403 h 147767"/>
                  <a:gd name="connsiteX26" fmla="*/ 138812 w 147767"/>
                  <a:gd name="connsiteY26" fmla="*/ 112959 h 147767"/>
                  <a:gd name="connsiteX27" fmla="*/ 113289 w 147767"/>
                  <a:gd name="connsiteY27" fmla="*/ 138483 h 147767"/>
                  <a:gd name="connsiteX28" fmla="*/ 4925 w 147767"/>
                  <a:gd name="connsiteY28" fmla="*/ 25194 h 147767"/>
                  <a:gd name="connsiteX29" fmla="*/ 7612 w 147767"/>
                  <a:gd name="connsiteY29" fmla="*/ 18030 h 147767"/>
                  <a:gd name="connsiteX30" fmla="*/ 18807 w 147767"/>
                  <a:gd name="connsiteY30" fmla="*/ 6835 h 147767"/>
                  <a:gd name="connsiteX31" fmla="*/ 25971 w 147767"/>
                  <a:gd name="connsiteY31" fmla="*/ 4148 h 147767"/>
                  <a:gd name="connsiteX32" fmla="*/ 33584 w 147767"/>
                  <a:gd name="connsiteY32" fmla="*/ 7283 h 147767"/>
                  <a:gd name="connsiteX33" fmla="*/ 46121 w 147767"/>
                  <a:gd name="connsiteY33" fmla="*/ 19821 h 147767"/>
                  <a:gd name="connsiteX34" fmla="*/ 20598 w 147767"/>
                  <a:gd name="connsiteY34" fmla="*/ 45344 h 147767"/>
                  <a:gd name="connsiteX35" fmla="*/ 8060 w 147767"/>
                  <a:gd name="connsiteY35" fmla="*/ 32359 h 147767"/>
                  <a:gd name="connsiteX36" fmla="*/ 4925 w 147767"/>
                  <a:gd name="connsiteY36" fmla="*/ 25194 h 147767"/>
                  <a:gd name="connsiteX37" fmla="*/ 117767 w 147767"/>
                  <a:gd name="connsiteY37" fmla="*/ 140274 h 147767"/>
                  <a:gd name="connsiteX38" fmla="*/ 141051 w 147767"/>
                  <a:gd name="connsiteY38" fmla="*/ 116989 h 147767"/>
                  <a:gd name="connsiteX39" fmla="*/ 147768 w 147767"/>
                  <a:gd name="connsiteY39" fmla="*/ 146543 h 147767"/>
                  <a:gd name="connsiteX40" fmla="*/ 117767 w 147767"/>
                  <a:gd name="connsiteY40" fmla="*/ 140274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47767" h="147767">
                    <a:moveTo>
                      <a:pt x="144186" y="112512"/>
                    </a:moveTo>
                    <a:cubicBezTo>
                      <a:pt x="144186" y="112512"/>
                      <a:pt x="144186" y="112064"/>
                      <a:pt x="144186" y="112512"/>
                    </a:cubicBezTo>
                    <a:cubicBezTo>
                      <a:pt x="144186" y="112064"/>
                      <a:pt x="144186" y="112064"/>
                      <a:pt x="143738" y="112064"/>
                    </a:cubicBezTo>
                    <a:cubicBezTo>
                      <a:pt x="143738" y="112064"/>
                      <a:pt x="143738" y="111616"/>
                      <a:pt x="143290" y="111616"/>
                    </a:cubicBezTo>
                    <a:cubicBezTo>
                      <a:pt x="143290" y="111616"/>
                      <a:pt x="143290" y="111616"/>
                      <a:pt x="143290" y="111616"/>
                    </a:cubicBezTo>
                    <a:lnTo>
                      <a:pt x="36270" y="4596"/>
                    </a:lnTo>
                    <a:cubicBezTo>
                      <a:pt x="30449" y="-1225"/>
                      <a:pt x="21046" y="-1673"/>
                      <a:pt x="15225" y="4148"/>
                    </a:cubicBezTo>
                    <a:lnTo>
                      <a:pt x="4030" y="15343"/>
                    </a:lnTo>
                    <a:cubicBezTo>
                      <a:pt x="1343" y="18030"/>
                      <a:pt x="0" y="21612"/>
                      <a:pt x="0" y="25642"/>
                    </a:cubicBezTo>
                    <a:cubicBezTo>
                      <a:pt x="0" y="29672"/>
                      <a:pt x="1791" y="33702"/>
                      <a:pt x="4478" y="36389"/>
                    </a:cubicBezTo>
                    <a:lnTo>
                      <a:pt x="18807" y="50718"/>
                    </a:lnTo>
                    <a:cubicBezTo>
                      <a:pt x="18807" y="50718"/>
                      <a:pt x="18807" y="50718"/>
                      <a:pt x="18807" y="50718"/>
                    </a:cubicBezTo>
                    <a:cubicBezTo>
                      <a:pt x="18807" y="50718"/>
                      <a:pt x="18807" y="50718"/>
                      <a:pt x="18807" y="50718"/>
                    </a:cubicBezTo>
                    <a:lnTo>
                      <a:pt x="111050" y="143409"/>
                    </a:lnTo>
                    <a:cubicBezTo>
                      <a:pt x="111050" y="143409"/>
                      <a:pt x="111050" y="143409"/>
                      <a:pt x="111050" y="143409"/>
                    </a:cubicBezTo>
                    <a:cubicBezTo>
                      <a:pt x="111050" y="143409"/>
                      <a:pt x="111498" y="143409"/>
                      <a:pt x="111498" y="143856"/>
                    </a:cubicBezTo>
                    <a:cubicBezTo>
                      <a:pt x="111498" y="143856"/>
                      <a:pt x="111945" y="143856"/>
                      <a:pt x="111945" y="143856"/>
                    </a:cubicBezTo>
                    <a:cubicBezTo>
                      <a:pt x="111945" y="143856"/>
                      <a:pt x="111945" y="143856"/>
                      <a:pt x="111945" y="143856"/>
                    </a:cubicBezTo>
                    <a:lnTo>
                      <a:pt x="149111" y="151916"/>
                    </a:lnTo>
                    <a:cubicBezTo>
                      <a:pt x="149111" y="151916"/>
                      <a:pt x="149559" y="151916"/>
                      <a:pt x="149559" y="151916"/>
                    </a:cubicBezTo>
                    <a:cubicBezTo>
                      <a:pt x="150007" y="151916"/>
                      <a:pt x="150903" y="151468"/>
                      <a:pt x="151350" y="151468"/>
                    </a:cubicBezTo>
                    <a:cubicBezTo>
                      <a:pt x="151798" y="151021"/>
                      <a:pt x="152246" y="150125"/>
                      <a:pt x="151798" y="149230"/>
                    </a:cubicBezTo>
                    <a:lnTo>
                      <a:pt x="144186" y="112512"/>
                    </a:lnTo>
                    <a:close/>
                    <a:moveTo>
                      <a:pt x="113289" y="138483"/>
                    </a:moveTo>
                    <a:lnTo>
                      <a:pt x="23732" y="48926"/>
                    </a:lnTo>
                    <a:lnTo>
                      <a:pt x="49256" y="23403"/>
                    </a:lnTo>
                    <a:lnTo>
                      <a:pt x="138812" y="112959"/>
                    </a:lnTo>
                    <a:lnTo>
                      <a:pt x="113289" y="138483"/>
                    </a:lnTo>
                    <a:close/>
                    <a:moveTo>
                      <a:pt x="4925" y="25194"/>
                    </a:moveTo>
                    <a:cubicBezTo>
                      <a:pt x="4925" y="22507"/>
                      <a:pt x="5821" y="20268"/>
                      <a:pt x="7612" y="18030"/>
                    </a:cubicBezTo>
                    <a:lnTo>
                      <a:pt x="18807" y="6835"/>
                    </a:lnTo>
                    <a:cubicBezTo>
                      <a:pt x="20598" y="5044"/>
                      <a:pt x="23285" y="4148"/>
                      <a:pt x="25971" y="4148"/>
                    </a:cubicBezTo>
                    <a:cubicBezTo>
                      <a:pt x="28658" y="4148"/>
                      <a:pt x="31345" y="5044"/>
                      <a:pt x="33584" y="7283"/>
                    </a:cubicBezTo>
                    <a:lnTo>
                      <a:pt x="46121" y="19821"/>
                    </a:lnTo>
                    <a:lnTo>
                      <a:pt x="20598" y="45344"/>
                    </a:lnTo>
                    <a:lnTo>
                      <a:pt x="8060" y="32359"/>
                    </a:lnTo>
                    <a:cubicBezTo>
                      <a:pt x="5821" y="31015"/>
                      <a:pt x="4925" y="28328"/>
                      <a:pt x="4925" y="25194"/>
                    </a:cubicBezTo>
                    <a:close/>
                    <a:moveTo>
                      <a:pt x="117767" y="140274"/>
                    </a:moveTo>
                    <a:lnTo>
                      <a:pt x="141051" y="116989"/>
                    </a:lnTo>
                    <a:lnTo>
                      <a:pt x="147768" y="146543"/>
                    </a:lnTo>
                    <a:lnTo>
                      <a:pt x="117767" y="14027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83" name="Freeform: Shape 4779">
                <a:extLst>
                  <a:ext uri="{FF2B5EF4-FFF2-40B4-BE49-F238E27FC236}">
                    <a16:creationId xmlns:a16="http://schemas.microsoft.com/office/drawing/2014/main" id="{76BB71A9-BA53-FBB8-3B78-6643C6662B6F}"/>
                  </a:ext>
                  <a:ext uri="{C183D7F6-B498-43B3-948B-1728B52AA6E4}">
                    <adec:decorative xmlns:adec="http://schemas.microsoft.com/office/drawing/2017/decorative" val="1"/>
                  </a:ext>
                </a:extLst>
              </p:cNvPr>
              <p:cNvSpPr>
                <a:spLocks noChangeAspect="1"/>
              </p:cNvSpPr>
              <p:nvPr/>
            </p:nvSpPr>
            <p:spPr>
              <a:xfrm>
                <a:off x="10320229" y="2079064"/>
                <a:ext cx="152246" cy="152246"/>
              </a:xfrm>
              <a:custGeom>
                <a:avLst/>
                <a:gdLst>
                  <a:gd name="connsiteX0" fmla="*/ 129409 w 152245"/>
                  <a:gd name="connsiteY0" fmla="*/ 21493 h 152245"/>
                  <a:gd name="connsiteX1" fmla="*/ 128961 w 152245"/>
                  <a:gd name="connsiteY1" fmla="*/ 21046 h 152245"/>
                  <a:gd name="connsiteX2" fmla="*/ 76123 w 152245"/>
                  <a:gd name="connsiteY2" fmla="*/ 0 h 152245"/>
                  <a:gd name="connsiteX3" fmla="*/ 0 w 152245"/>
                  <a:gd name="connsiteY3" fmla="*/ 76123 h 152245"/>
                  <a:gd name="connsiteX4" fmla="*/ 76123 w 152245"/>
                  <a:gd name="connsiteY4" fmla="*/ 152246 h 152245"/>
                  <a:gd name="connsiteX5" fmla="*/ 152246 w 152245"/>
                  <a:gd name="connsiteY5" fmla="*/ 76123 h 152245"/>
                  <a:gd name="connsiteX6" fmla="*/ 129409 w 152245"/>
                  <a:gd name="connsiteY6" fmla="*/ 21493 h 152245"/>
                  <a:gd name="connsiteX7" fmla="*/ 147768 w 152245"/>
                  <a:gd name="connsiteY7" fmla="*/ 73436 h 152245"/>
                  <a:gd name="connsiteX8" fmla="*/ 98512 w 152245"/>
                  <a:gd name="connsiteY8" fmla="*/ 73436 h 152245"/>
                  <a:gd name="connsiteX9" fmla="*/ 127170 w 152245"/>
                  <a:gd name="connsiteY9" fmla="*/ 25524 h 152245"/>
                  <a:gd name="connsiteX10" fmla="*/ 147768 w 152245"/>
                  <a:gd name="connsiteY10" fmla="*/ 73436 h 152245"/>
                  <a:gd name="connsiteX11" fmla="*/ 78362 w 152245"/>
                  <a:gd name="connsiteY11" fmla="*/ 73436 h 152245"/>
                  <a:gd name="connsiteX12" fmla="*/ 78362 w 152245"/>
                  <a:gd name="connsiteY12" fmla="*/ 4030 h 152245"/>
                  <a:gd name="connsiteX13" fmla="*/ 123588 w 152245"/>
                  <a:gd name="connsiteY13" fmla="*/ 22389 h 152245"/>
                  <a:gd name="connsiteX14" fmla="*/ 94034 w 152245"/>
                  <a:gd name="connsiteY14" fmla="*/ 73436 h 152245"/>
                  <a:gd name="connsiteX15" fmla="*/ 78362 w 152245"/>
                  <a:gd name="connsiteY15" fmla="*/ 73436 h 152245"/>
                  <a:gd name="connsiteX16" fmla="*/ 73884 w 152245"/>
                  <a:gd name="connsiteY16" fmla="*/ 73436 h 152245"/>
                  <a:gd name="connsiteX17" fmla="*/ 58212 w 152245"/>
                  <a:gd name="connsiteY17" fmla="*/ 73436 h 152245"/>
                  <a:gd name="connsiteX18" fmla="*/ 28210 w 152245"/>
                  <a:gd name="connsiteY18" fmla="*/ 22389 h 152245"/>
                  <a:gd name="connsiteX19" fmla="*/ 73884 w 152245"/>
                  <a:gd name="connsiteY19" fmla="*/ 4030 h 152245"/>
                  <a:gd name="connsiteX20" fmla="*/ 73884 w 152245"/>
                  <a:gd name="connsiteY20" fmla="*/ 73436 h 152245"/>
                  <a:gd name="connsiteX21" fmla="*/ 73884 w 152245"/>
                  <a:gd name="connsiteY21" fmla="*/ 77914 h 152245"/>
                  <a:gd name="connsiteX22" fmla="*/ 73884 w 152245"/>
                  <a:gd name="connsiteY22" fmla="*/ 147320 h 152245"/>
                  <a:gd name="connsiteX23" fmla="*/ 28658 w 152245"/>
                  <a:gd name="connsiteY23" fmla="*/ 129409 h 152245"/>
                  <a:gd name="connsiteX24" fmla="*/ 58212 w 152245"/>
                  <a:gd name="connsiteY24" fmla="*/ 78362 h 152245"/>
                  <a:gd name="connsiteX25" fmla="*/ 73884 w 152245"/>
                  <a:gd name="connsiteY25" fmla="*/ 78362 h 152245"/>
                  <a:gd name="connsiteX26" fmla="*/ 78362 w 152245"/>
                  <a:gd name="connsiteY26" fmla="*/ 77914 h 152245"/>
                  <a:gd name="connsiteX27" fmla="*/ 94034 w 152245"/>
                  <a:gd name="connsiteY27" fmla="*/ 77914 h 152245"/>
                  <a:gd name="connsiteX28" fmla="*/ 123588 w 152245"/>
                  <a:gd name="connsiteY28" fmla="*/ 128961 h 152245"/>
                  <a:gd name="connsiteX29" fmla="*/ 78362 w 152245"/>
                  <a:gd name="connsiteY29" fmla="*/ 147320 h 152245"/>
                  <a:gd name="connsiteX30" fmla="*/ 78362 w 152245"/>
                  <a:gd name="connsiteY30" fmla="*/ 77914 h 152245"/>
                  <a:gd name="connsiteX31" fmla="*/ 24628 w 152245"/>
                  <a:gd name="connsiteY31" fmla="*/ 25524 h 152245"/>
                  <a:gd name="connsiteX32" fmla="*/ 53286 w 152245"/>
                  <a:gd name="connsiteY32" fmla="*/ 73436 h 152245"/>
                  <a:gd name="connsiteX33" fmla="*/ 4030 w 152245"/>
                  <a:gd name="connsiteY33" fmla="*/ 73436 h 152245"/>
                  <a:gd name="connsiteX34" fmla="*/ 24628 w 152245"/>
                  <a:gd name="connsiteY34" fmla="*/ 25524 h 152245"/>
                  <a:gd name="connsiteX35" fmla="*/ 4478 w 152245"/>
                  <a:gd name="connsiteY35" fmla="*/ 77914 h 152245"/>
                  <a:gd name="connsiteX36" fmla="*/ 53734 w 152245"/>
                  <a:gd name="connsiteY36" fmla="*/ 77914 h 152245"/>
                  <a:gd name="connsiteX37" fmla="*/ 25076 w 152245"/>
                  <a:gd name="connsiteY37" fmla="*/ 125827 h 152245"/>
                  <a:gd name="connsiteX38" fmla="*/ 4478 w 152245"/>
                  <a:gd name="connsiteY38" fmla="*/ 77914 h 152245"/>
                  <a:gd name="connsiteX39" fmla="*/ 127170 w 152245"/>
                  <a:gd name="connsiteY39" fmla="*/ 125827 h 152245"/>
                  <a:gd name="connsiteX40" fmla="*/ 98512 w 152245"/>
                  <a:gd name="connsiteY40" fmla="*/ 77914 h 152245"/>
                  <a:gd name="connsiteX41" fmla="*/ 147768 w 152245"/>
                  <a:gd name="connsiteY41" fmla="*/ 77914 h 152245"/>
                  <a:gd name="connsiteX42" fmla="*/ 127170 w 152245"/>
                  <a:gd name="connsiteY42" fmla="*/ 125827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2245" h="152245">
                    <a:moveTo>
                      <a:pt x="129409" y="21493"/>
                    </a:moveTo>
                    <a:cubicBezTo>
                      <a:pt x="129409" y="21493"/>
                      <a:pt x="128961" y="21046"/>
                      <a:pt x="128961" y="21046"/>
                    </a:cubicBezTo>
                    <a:cubicBezTo>
                      <a:pt x="115080" y="8060"/>
                      <a:pt x="96721" y="0"/>
                      <a:pt x="76123" y="0"/>
                    </a:cubicBezTo>
                    <a:cubicBezTo>
                      <a:pt x="34031" y="0"/>
                      <a:pt x="0" y="34032"/>
                      <a:pt x="0" y="76123"/>
                    </a:cubicBezTo>
                    <a:cubicBezTo>
                      <a:pt x="0" y="118214"/>
                      <a:pt x="34031" y="152246"/>
                      <a:pt x="76123" y="152246"/>
                    </a:cubicBezTo>
                    <a:cubicBezTo>
                      <a:pt x="118214" y="152246"/>
                      <a:pt x="152246" y="118214"/>
                      <a:pt x="152246" y="76123"/>
                    </a:cubicBezTo>
                    <a:cubicBezTo>
                      <a:pt x="152246" y="54629"/>
                      <a:pt x="143290" y="35375"/>
                      <a:pt x="129409" y="21493"/>
                    </a:cubicBezTo>
                    <a:close/>
                    <a:moveTo>
                      <a:pt x="147768" y="73436"/>
                    </a:moveTo>
                    <a:lnTo>
                      <a:pt x="98512" y="73436"/>
                    </a:lnTo>
                    <a:cubicBezTo>
                      <a:pt x="99407" y="53734"/>
                      <a:pt x="110154" y="35823"/>
                      <a:pt x="127170" y="25524"/>
                    </a:cubicBezTo>
                    <a:cubicBezTo>
                      <a:pt x="139260" y="38062"/>
                      <a:pt x="146872" y="55077"/>
                      <a:pt x="147768" y="73436"/>
                    </a:cubicBezTo>
                    <a:close/>
                    <a:moveTo>
                      <a:pt x="78362" y="73436"/>
                    </a:moveTo>
                    <a:lnTo>
                      <a:pt x="78362" y="4030"/>
                    </a:lnTo>
                    <a:cubicBezTo>
                      <a:pt x="95825" y="4478"/>
                      <a:pt x="111498" y="11195"/>
                      <a:pt x="123588" y="22389"/>
                    </a:cubicBezTo>
                    <a:cubicBezTo>
                      <a:pt x="105676" y="33584"/>
                      <a:pt x="94482" y="52391"/>
                      <a:pt x="94034" y="73436"/>
                    </a:cubicBezTo>
                    <a:lnTo>
                      <a:pt x="78362" y="73436"/>
                    </a:lnTo>
                    <a:close/>
                    <a:moveTo>
                      <a:pt x="73884" y="73436"/>
                    </a:moveTo>
                    <a:lnTo>
                      <a:pt x="58212" y="73436"/>
                    </a:lnTo>
                    <a:cubicBezTo>
                      <a:pt x="57316" y="52391"/>
                      <a:pt x="46121" y="33584"/>
                      <a:pt x="28210" y="22389"/>
                    </a:cubicBezTo>
                    <a:cubicBezTo>
                      <a:pt x="40300" y="11642"/>
                      <a:pt x="56420" y="4478"/>
                      <a:pt x="73884" y="4030"/>
                    </a:cubicBezTo>
                    <a:lnTo>
                      <a:pt x="73884" y="73436"/>
                    </a:lnTo>
                    <a:close/>
                    <a:moveTo>
                      <a:pt x="73884" y="77914"/>
                    </a:moveTo>
                    <a:lnTo>
                      <a:pt x="73884" y="147320"/>
                    </a:lnTo>
                    <a:cubicBezTo>
                      <a:pt x="56420" y="146872"/>
                      <a:pt x="40748" y="140156"/>
                      <a:pt x="28658" y="129409"/>
                    </a:cubicBezTo>
                    <a:cubicBezTo>
                      <a:pt x="46569" y="118214"/>
                      <a:pt x="57764" y="98960"/>
                      <a:pt x="58212" y="78362"/>
                    </a:cubicBezTo>
                    <a:lnTo>
                      <a:pt x="73884" y="78362"/>
                    </a:lnTo>
                    <a:close/>
                    <a:moveTo>
                      <a:pt x="78362" y="77914"/>
                    </a:moveTo>
                    <a:lnTo>
                      <a:pt x="94034" y="77914"/>
                    </a:lnTo>
                    <a:cubicBezTo>
                      <a:pt x="94930" y="98960"/>
                      <a:pt x="106124" y="118214"/>
                      <a:pt x="123588" y="128961"/>
                    </a:cubicBezTo>
                    <a:cubicBezTo>
                      <a:pt x="111498" y="139708"/>
                      <a:pt x="95377" y="146425"/>
                      <a:pt x="78362" y="147320"/>
                    </a:cubicBezTo>
                    <a:lnTo>
                      <a:pt x="78362" y="77914"/>
                    </a:lnTo>
                    <a:close/>
                    <a:moveTo>
                      <a:pt x="24628" y="25524"/>
                    </a:moveTo>
                    <a:cubicBezTo>
                      <a:pt x="41644" y="35375"/>
                      <a:pt x="52390" y="53734"/>
                      <a:pt x="53286" y="73436"/>
                    </a:cubicBezTo>
                    <a:lnTo>
                      <a:pt x="4030" y="73436"/>
                    </a:lnTo>
                    <a:cubicBezTo>
                      <a:pt x="4925" y="55077"/>
                      <a:pt x="12538" y="38062"/>
                      <a:pt x="24628" y="25524"/>
                    </a:cubicBezTo>
                    <a:close/>
                    <a:moveTo>
                      <a:pt x="4478" y="77914"/>
                    </a:moveTo>
                    <a:lnTo>
                      <a:pt x="53734" y="77914"/>
                    </a:lnTo>
                    <a:cubicBezTo>
                      <a:pt x="52838" y="97616"/>
                      <a:pt x="42091" y="115975"/>
                      <a:pt x="25076" y="125827"/>
                    </a:cubicBezTo>
                    <a:cubicBezTo>
                      <a:pt x="12538" y="113736"/>
                      <a:pt x="4925" y="96721"/>
                      <a:pt x="4478" y="77914"/>
                    </a:cubicBezTo>
                    <a:close/>
                    <a:moveTo>
                      <a:pt x="127170" y="125827"/>
                    </a:moveTo>
                    <a:cubicBezTo>
                      <a:pt x="110154" y="115975"/>
                      <a:pt x="99407" y="97616"/>
                      <a:pt x="98512" y="77914"/>
                    </a:cubicBezTo>
                    <a:lnTo>
                      <a:pt x="147768" y="77914"/>
                    </a:lnTo>
                    <a:cubicBezTo>
                      <a:pt x="146872" y="96721"/>
                      <a:pt x="139260" y="113289"/>
                      <a:pt x="127170" y="12582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84" name="Freeform: Shape 4780">
                <a:extLst>
                  <a:ext uri="{FF2B5EF4-FFF2-40B4-BE49-F238E27FC236}">
                    <a16:creationId xmlns:a16="http://schemas.microsoft.com/office/drawing/2014/main" id="{8EC2809A-76C7-8A8E-E292-1E02AC02FDE6}"/>
                  </a:ext>
                  <a:ext uri="{C183D7F6-B498-43B3-948B-1728B52AA6E4}">
                    <adec:decorative xmlns:adec="http://schemas.microsoft.com/office/drawing/2017/decorative" val="1"/>
                  </a:ext>
                </a:extLst>
              </p:cNvPr>
              <p:cNvSpPr>
                <a:spLocks noChangeAspect="1"/>
              </p:cNvSpPr>
              <p:nvPr/>
            </p:nvSpPr>
            <p:spPr>
              <a:xfrm>
                <a:off x="10579495" y="2078616"/>
                <a:ext cx="152246" cy="147768"/>
              </a:xfrm>
              <a:custGeom>
                <a:avLst/>
                <a:gdLst>
                  <a:gd name="connsiteX0" fmla="*/ 143738 w 152245"/>
                  <a:gd name="connsiteY0" fmla="*/ 111945 h 147767"/>
                  <a:gd name="connsiteX1" fmla="*/ 152694 w 152245"/>
                  <a:gd name="connsiteY1" fmla="*/ 76123 h 147767"/>
                  <a:gd name="connsiteX2" fmla="*/ 150903 w 152245"/>
                  <a:gd name="connsiteY2" fmla="*/ 60003 h 147767"/>
                  <a:gd name="connsiteX3" fmla="*/ 150455 w 152245"/>
                  <a:gd name="connsiteY3" fmla="*/ 59107 h 147767"/>
                  <a:gd name="connsiteX4" fmla="*/ 76123 w 152245"/>
                  <a:gd name="connsiteY4" fmla="*/ 0 h 147767"/>
                  <a:gd name="connsiteX5" fmla="*/ 66272 w 152245"/>
                  <a:gd name="connsiteY5" fmla="*/ 896 h 147767"/>
                  <a:gd name="connsiteX6" fmla="*/ 65376 w 152245"/>
                  <a:gd name="connsiteY6" fmla="*/ 896 h 147767"/>
                  <a:gd name="connsiteX7" fmla="*/ 24628 w 152245"/>
                  <a:gd name="connsiteY7" fmla="*/ 20150 h 147767"/>
                  <a:gd name="connsiteX8" fmla="*/ 23732 w 152245"/>
                  <a:gd name="connsiteY8" fmla="*/ 21046 h 147767"/>
                  <a:gd name="connsiteX9" fmla="*/ 0 w 152245"/>
                  <a:gd name="connsiteY9" fmla="*/ 76123 h 147767"/>
                  <a:gd name="connsiteX10" fmla="*/ 11642 w 152245"/>
                  <a:gd name="connsiteY10" fmla="*/ 116423 h 147767"/>
                  <a:gd name="connsiteX11" fmla="*/ 12090 w 152245"/>
                  <a:gd name="connsiteY11" fmla="*/ 117319 h 147767"/>
                  <a:gd name="connsiteX12" fmla="*/ 44778 w 152245"/>
                  <a:gd name="connsiteY12" fmla="*/ 145529 h 147767"/>
                  <a:gd name="connsiteX13" fmla="*/ 45674 w 152245"/>
                  <a:gd name="connsiteY13" fmla="*/ 145977 h 147767"/>
                  <a:gd name="connsiteX14" fmla="*/ 75675 w 152245"/>
                  <a:gd name="connsiteY14" fmla="*/ 152246 h 147767"/>
                  <a:gd name="connsiteX15" fmla="*/ 143738 w 152245"/>
                  <a:gd name="connsiteY15" fmla="*/ 111945 h 147767"/>
                  <a:gd name="connsiteX16" fmla="*/ 143738 w 152245"/>
                  <a:gd name="connsiteY16" fmla="*/ 111945 h 147767"/>
                  <a:gd name="connsiteX17" fmla="*/ 141499 w 152245"/>
                  <a:gd name="connsiteY17" fmla="*/ 106124 h 147767"/>
                  <a:gd name="connsiteX18" fmla="*/ 78810 w 152245"/>
                  <a:gd name="connsiteY18" fmla="*/ 74332 h 147767"/>
                  <a:gd name="connsiteX19" fmla="*/ 77914 w 152245"/>
                  <a:gd name="connsiteY19" fmla="*/ 74332 h 147767"/>
                  <a:gd name="connsiteX20" fmla="*/ 77466 w 152245"/>
                  <a:gd name="connsiteY20" fmla="*/ 73436 h 147767"/>
                  <a:gd name="connsiteX21" fmla="*/ 66272 w 152245"/>
                  <a:gd name="connsiteY21" fmla="*/ 38061 h 147767"/>
                  <a:gd name="connsiteX22" fmla="*/ 79705 w 152245"/>
                  <a:gd name="connsiteY22" fmla="*/ 36718 h 147767"/>
                  <a:gd name="connsiteX23" fmla="*/ 146872 w 152245"/>
                  <a:gd name="connsiteY23" fmla="*/ 61346 h 147767"/>
                  <a:gd name="connsiteX24" fmla="*/ 148216 w 152245"/>
                  <a:gd name="connsiteY24" fmla="*/ 76123 h 147767"/>
                  <a:gd name="connsiteX25" fmla="*/ 141499 w 152245"/>
                  <a:gd name="connsiteY25" fmla="*/ 106124 h 147767"/>
                  <a:gd name="connsiteX26" fmla="*/ 48360 w 152245"/>
                  <a:gd name="connsiteY26" fmla="*/ 103885 h 147767"/>
                  <a:gd name="connsiteX27" fmla="*/ 26419 w 152245"/>
                  <a:gd name="connsiteY27" fmla="*/ 41196 h 147767"/>
                  <a:gd name="connsiteX28" fmla="*/ 28210 w 152245"/>
                  <a:gd name="connsiteY28" fmla="*/ 23285 h 147767"/>
                  <a:gd name="connsiteX29" fmla="*/ 63585 w 152245"/>
                  <a:gd name="connsiteY29" fmla="*/ 5373 h 147767"/>
                  <a:gd name="connsiteX30" fmla="*/ 61346 w 152245"/>
                  <a:gd name="connsiteY30" fmla="*/ 29554 h 147767"/>
                  <a:gd name="connsiteX31" fmla="*/ 73884 w 152245"/>
                  <a:gd name="connsiteY31" fmla="*/ 75675 h 147767"/>
                  <a:gd name="connsiteX32" fmla="*/ 74332 w 152245"/>
                  <a:gd name="connsiteY32" fmla="*/ 76571 h 147767"/>
                  <a:gd name="connsiteX33" fmla="*/ 48360 w 152245"/>
                  <a:gd name="connsiteY33" fmla="*/ 103885 h 147767"/>
                  <a:gd name="connsiteX34" fmla="*/ 144633 w 152245"/>
                  <a:gd name="connsiteY34" fmla="*/ 54182 h 147767"/>
                  <a:gd name="connsiteX35" fmla="*/ 79257 w 152245"/>
                  <a:gd name="connsiteY35" fmla="*/ 32688 h 147767"/>
                  <a:gd name="connsiteX36" fmla="*/ 65376 w 152245"/>
                  <a:gd name="connsiteY36" fmla="*/ 34032 h 147767"/>
                  <a:gd name="connsiteX37" fmla="*/ 65376 w 152245"/>
                  <a:gd name="connsiteY37" fmla="*/ 30001 h 147767"/>
                  <a:gd name="connsiteX38" fmla="*/ 68063 w 152245"/>
                  <a:gd name="connsiteY38" fmla="*/ 5373 h 147767"/>
                  <a:gd name="connsiteX39" fmla="*/ 76123 w 152245"/>
                  <a:gd name="connsiteY39" fmla="*/ 4925 h 147767"/>
                  <a:gd name="connsiteX40" fmla="*/ 144633 w 152245"/>
                  <a:gd name="connsiteY40" fmla="*/ 54182 h 147767"/>
                  <a:gd name="connsiteX41" fmla="*/ 22389 w 152245"/>
                  <a:gd name="connsiteY41" fmla="*/ 29106 h 147767"/>
                  <a:gd name="connsiteX42" fmla="*/ 21493 w 152245"/>
                  <a:gd name="connsiteY42" fmla="*/ 41644 h 147767"/>
                  <a:gd name="connsiteX43" fmla="*/ 43883 w 152245"/>
                  <a:gd name="connsiteY43" fmla="*/ 106572 h 147767"/>
                  <a:gd name="connsiteX44" fmla="*/ 15225 w 152245"/>
                  <a:gd name="connsiteY44" fmla="*/ 114184 h 147767"/>
                  <a:gd name="connsiteX45" fmla="*/ 4478 w 152245"/>
                  <a:gd name="connsiteY45" fmla="*/ 76571 h 147767"/>
                  <a:gd name="connsiteX46" fmla="*/ 22389 w 152245"/>
                  <a:gd name="connsiteY46" fmla="*/ 29106 h 147767"/>
                  <a:gd name="connsiteX47" fmla="*/ 18359 w 152245"/>
                  <a:gd name="connsiteY47" fmla="*/ 117767 h 147767"/>
                  <a:gd name="connsiteX48" fmla="*/ 48808 w 152245"/>
                  <a:gd name="connsiteY48" fmla="*/ 108811 h 147767"/>
                  <a:gd name="connsiteX49" fmla="*/ 48808 w 152245"/>
                  <a:gd name="connsiteY49" fmla="*/ 108811 h 147767"/>
                  <a:gd name="connsiteX50" fmla="*/ 48808 w 152245"/>
                  <a:gd name="connsiteY50" fmla="*/ 108811 h 147767"/>
                  <a:gd name="connsiteX51" fmla="*/ 77466 w 152245"/>
                  <a:gd name="connsiteY51" fmla="*/ 78810 h 147767"/>
                  <a:gd name="connsiteX52" fmla="*/ 78362 w 152245"/>
                  <a:gd name="connsiteY52" fmla="*/ 78810 h 147767"/>
                  <a:gd name="connsiteX53" fmla="*/ 114184 w 152245"/>
                  <a:gd name="connsiteY53" fmla="*/ 85526 h 147767"/>
                  <a:gd name="connsiteX54" fmla="*/ 47017 w 152245"/>
                  <a:gd name="connsiteY54" fmla="*/ 141499 h 147767"/>
                  <a:gd name="connsiteX55" fmla="*/ 18359 w 152245"/>
                  <a:gd name="connsiteY55" fmla="*/ 117767 h 147767"/>
                  <a:gd name="connsiteX56" fmla="*/ 76571 w 152245"/>
                  <a:gd name="connsiteY56" fmla="*/ 147768 h 147767"/>
                  <a:gd name="connsiteX57" fmla="*/ 54629 w 152245"/>
                  <a:gd name="connsiteY57" fmla="*/ 144186 h 147767"/>
                  <a:gd name="connsiteX58" fmla="*/ 118662 w 152245"/>
                  <a:gd name="connsiteY58" fmla="*/ 87317 h 147767"/>
                  <a:gd name="connsiteX59" fmla="*/ 139260 w 152245"/>
                  <a:gd name="connsiteY59" fmla="*/ 111050 h 147767"/>
                  <a:gd name="connsiteX60" fmla="*/ 76571 w 152245"/>
                  <a:gd name="connsiteY60" fmla="*/ 147768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2245" h="147767">
                    <a:moveTo>
                      <a:pt x="143738" y="111945"/>
                    </a:moveTo>
                    <a:cubicBezTo>
                      <a:pt x="149559" y="101199"/>
                      <a:pt x="152694" y="89108"/>
                      <a:pt x="152694" y="76123"/>
                    </a:cubicBezTo>
                    <a:cubicBezTo>
                      <a:pt x="152694" y="70749"/>
                      <a:pt x="152246" y="65376"/>
                      <a:pt x="150903" y="60003"/>
                    </a:cubicBezTo>
                    <a:cubicBezTo>
                      <a:pt x="150903" y="59555"/>
                      <a:pt x="150903" y="59555"/>
                      <a:pt x="150455" y="59107"/>
                    </a:cubicBezTo>
                    <a:cubicBezTo>
                      <a:pt x="142843" y="25076"/>
                      <a:pt x="112393" y="0"/>
                      <a:pt x="76123" y="0"/>
                    </a:cubicBezTo>
                    <a:cubicBezTo>
                      <a:pt x="72541" y="0"/>
                      <a:pt x="69406" y="448"/>
                      <a:pt x="66272" y="896"/>
                    </a:cubicBezTo>
                    <a:cubicBezTo>
                      <a:pt x="65824" y="896"/>
                      <a:pt x="65824" y="896"/>
                      <a:pt x="65376" y="896"/>
                    </a:cubicBezTo>
                    <a:cubicBezTo>
                      <a:pt x="49704" y="3135"/>
                      <a:pt x="35823" y="10299"/>
                      <a:pt x="24628" y="20150"/>
                    </a:cubicBezTo>
                    <a:cubicBezTo>
                      <a:pt x="24180" y="20150"/>
                      <a:pt x="23732" y="20598"/>
                      <a:pt x="23732" y="21046"/>
                    </a:cubicBezTo>
                    <a:cubicBezTo>
                      <a:pt x="9404" y="34927"/>
                      <a:pt x="0" y="54182"/>
                      <a:pt x="0" y="76123"/>
                    </a:cubicBezTo>
                    <a:cubicBezTo>
                      <a:pt x="0" y="90900"/>
                      <a:pt x="4478" y="104781"/>
                      <a:pt x="11642" y="116423"/>
                    </a:cubicBezTo>
                    <a:cubicBezTo>
                      <a:pt x="11642" y="116871"/>
                      <a:pt x="12090" y="117319"/>
                      <a:pt x="12090" y="117319"/>
                    </a:cubicBezTo>
                    <a:cubicBezTo>
                      <a:pt x="20150" y="129409"/>
                      <a:pt x="31345" y="139260"/>
                      <a:pt x="44778" y="145529"/>
                    </a:cubicBezTo>
                    <a:cubicBezTo>
                      <a:pt x="45226" y="145529"/>
                      <a:pt x="45226" y="145977"/>
                      <a:pt x="45674" y="145977"/>
                    </a:cubicBezTo>
                    <a:cubicBezTo>
                      <a:pt x="55077" y="150007"/>
                      <a:pt x="64928" y="152246"/>
                      <a:pt x="75675" y="152246"/>
                    </a:cubicBezTo>
                    <a:cubicBezTo>
                      <a:pt x="105229" y="152246"/>
                      <a:pt x="130305" y="136125"/>
                      <a:pt x="143738" y="111945"/>
                    </a:cubicBezTo>
                    <a:cubicBezTo>
                      <a:pt x="143290" y="111945"/>
                      <a:pt x="143290" y="111945"/>
                      <a:pt x="143738" y="111945"/>
                    </a:cubicBezTo>
                    <a:close/>
                    <a:moveTo>
                      <a:pt x="141499" y="106124"/>
                    </a:moveTo>
                    <a:cubicBezTo>
                      <a:pt x="126275" y="77914"/>
                      <a:pt x="101647" y="74332"/>
                      <a:pt x="78810" y="74332"/>
                    </a:cubicBezTo>
                    <a:lnTo>
                      <a:pt x="77914" y="74332"/>
                    </a:lnTo>
                    <a:lnTo>
                      <a:pt x="77466" y="73436"/>
                    </a:lnTo>
                    <a:cubicBezTo>
                      <a:pt x="71197" y="63137"/>
                      <a:pt x="67167" y="51047"/>
                      <a:pt x="66272" y="38061"/>
                    </a:cubicBezTo>
                    <a:cubicBezTo>
                      <a:pt x="70302" y="37614"/>
                      <a:pt x="74332" y="37166"/>
                      <a:pt x="79705" y="36718"/>
                    </a:cubicBezTo>
                    <a:cubicBezTo>
                      <a:pt x="104333" y="35822"/>
                      <a:pt x="128066" y="44778"/>
                      <a:pt x="146872" y="61346"/>
                    </a:cubicBezTo>
                    <a:cubicBezTo>
                      <a:pt x="147768" y="66272"/>
                      <a:pt x="148216" y="70749"/>
                      <a:pt x="148216" y="76123"/>
                    </a:cubicBezTo>
                    <a:cubicBezTo>
                      <a:pt x="148216" y="86869"/>
                      <a:pt x="145529" y="97169"/>
                      <a:pt x="141499" y="106124"/>
                    </a:cubicBezTo>
                    <a:close/>
                    <a:moveTo>
                      <a:pt x="48360" y="103885"/>
                    </a:moveTo>
                    <a:cubicBezTo>
                      <a:pt x="34032" y="86422"/>
                      <a:pt x="26419" y="64033"/>
                      <a:pt x="26419" y="41196"/>
                    </a:cubicBezTo>
                    <a:cubicBezTo>
                      <a:pt x="26419" y="35375"/>
                      <a:pt x="26867" y="29106"/>
                      <a:pt x="28210" y="23285"/>
                    </a:cubicBezTo>
                    <a:cubicBezTo>
                      <a:pt x="38061" y="14329"/>
                      <a:pt x="50152" y="8060"/>
                      <a:pt x="63585" y="5373"/>
                    </a:cubicBezTo>
                    <a:cubicBezTo>
                      <a:pt x="61794" y="12538"/>
                      <a:pt x="61346" y="20150"/>
                      <a:pt x="61346" y="29554"/>
                    </a:cubicBezTo>
                    <a:cubicBezTo>
                      <a:pt x="61346" y="46121"/>
                      <a:pt x="65824" y="62241"/>
                      <a:pt x="73884" y="75675"/>
                    </a:cubicBezTo>
                    <a:lnTo>
                      <a:pt x="74332" y="76571"/>
                    </a:lnTo>
                    <a:cubicBezTo>
                      <a:pt x="67167" y="88213"/>
                      <a:pt x="58660" y="97616"/>
                      <a:pt x="48360" y="103885"/>
                    </a:cubicBezTo>
                    <a:close/>
                    <a:moveTo>
                      <a:pt x="144633" y="54182"/>
                    </a:moveTo>
                    <a:cubicBezTo>
                      <a:pt x="125827" y="39405"/>
                      <a:pt x="102990" y="31793"/>
                      <a:pt x="79257" y="32688"/>
                    </a:cubicBezTo>
                    <a:cubicBezTo>
                      <a:pt x="73884" y="32688"/>
                      <a:pt x="69406" y="33136"/>
                      <a:pt x="65376" y="34032"/>
                    </a:cubicBezTo>
                    <a:cubicBezTo>
                      <a:pt x="65376" y="32688"/>
                      <a:pt x="65376" y="31344"/>
                      <a:pt x="65376" y="30001"/>
                    </a:cubicBezTo>
                    <a:cubicBezTo>
                      <a:pt x="65376" y="20598"/>
                      <a:pt x="66272" y="12538"/>
                      <a:pt x="68063" y="5373"/>
                    </a:cubicBezTo>
                    <a:cubicBezTo>
                      <a:pt x="70749" y="4925"/>
                      <a:pt x="73436" y="4925"/>
                      <a:pt x="76123" y="4925"/>
                    </a:cubicBezTo>
                    <a:cubicBezTo>
                      <a:pt x="108363" y="4478"/>
                      <a:pt x="135230" y="25076"/>
                      <a:pt x="144633" y="54182"/>
                    </a:cubicBezTo>
                    <a:close/>
                    <a:moveTo>
                      <a:pt x="22389" y="29106"/>
                    </a:moveTo>
                    <a:cubicBezTo>
                      <a:pt x="21941" y="33136"/>
                      <a:pt x="21493" y="37166"/>
                      <a:pt x="21493" y="41644"/>
                    </a:cubicBezTo>
                    <a:cubicBezTo>
                      <a:pt x="21493" y="65376"/>
                      <a:pt x="29554" y="88213"/>
                      <a:pt x="43883" y="106572"/>
                    </a:cubicBezTo>
                    <a:cubicBezTo>
                      <a:pt x="35375" y="111050"/>
                      <a:pt x="25524" y="113736"/>
                      <a:pt x="15225" y="114184"/>
                    </a:cubicBezTo>
                    <a:cubicBezTo>
                      <a:pt x="8508" y="103438"/>
                      <a:pt x="4478" y="90452"/>
                      <a:pt x="4478" y="76571"/>
                    </a:cubicBezTo>
                    <a:cubicBezTo>
                      <a:pt x="4926" y="58211"/>
                      <a:pt x="11642" y="41644"/>
                      <a:pt x="22389" y="29106"/>
                    </a:cubicBezTo>
                    <a:close/>
                    <a:moveTo>
                      <a:pt x="18359" y="117767"/>
                    </a:moveTo>
                    <a:cubicBezTo>
                      <a:pt x="29554" y="116871"/>
                      <a:pt x="39853" y="113736"/>
                      <a:pt x="48808" y="108811"/>
                    </a:cubicBezTo>
                    <a:cubicBezTo>
                      <a:pt x="48808" y="108811"/>
                      <a:pt x="48808" y="108811"/>
                      <a:pt x="48808" y="108811"/>
                    </a:cubicBezTo>
                    <a:cubicBezTo>
                      <a:pt x="48808" y="108811"/>
                      <a:pt x="48808" y="108811"/>
                      <a:pt x="48808" y="108811"/>
                    </a:cubicBezTo>
                    <a:cubicBezTo>
                      <a:pt x="60451" y="102094"/>
                      <a:pt x="69854" y="91795"/>
                      <a:pt x="77466" y="78810"/>
                    </a:cubicBezTo>
                    <a:lnTo>
                      <a:pt x="78362" y="78810"/>
                    </a:lnTo>
                    <a:cubicBezTo>
                      <a:pt x="90452" y="78810"/>
                      <a:pt x="102990" y="80153"/>
                      <a:pt x="114184" y="85526"/>
                    </a:cubicBezTo>
                    <a:cubicBezTo>
                      <a:pt x="102094" y="113736"/>
                      <a:pt x="77019" y="134782"/>
                      <a:pt x="47017" y="141499"/>
                    </a:cubicBezTo>
                    <a:cubicBezTo>
                      <a:pt x="35823" y="136125"/>
                      <a:pt x="25971" y="128066"/>
                      <a:pt x="18359" y="117767"/>
                    </a:cubicBezTo>
                    <a:close/>
                    <a:moveTo>
                      <a:pt x="76571" y="147768"/>
                    </a:moveTo>
                    <a:cubicBezTo>
                      <a:pt x="68959" y="147768"/>
                      <a:pt x="61346" y="146425"/>
                      <a:pt x="54629" y="144186"/>
                    </a:cubicBezTo>
                    <a:cubicBezTo>
                      <a:pt x="82840" y="135678"/>
                      <a:pt x="106572" y="115080"/>
                      <a:pt x="118662" y="87317"/>
                    </a:cubicBezTo>
                    <a:cubicBezTo>
                      <a:pt x="126722" y="92243"/>
                      <a:pt x="133887" y="99408"/>
                      <a:pt x="139260" y="111050"/>
                    </a:cubicBezTo>
                    <a:cubicBezTo>
                      <a:pt x="126722" y="132991"/>
                      <a:pt x="102990" y="147768"/>
                      <a:pt x="76571" y="14776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885" name="Group 4781">
                <a:extLst>
                  <a:ext uri="{FF2B5EF4-FFF2-40B4-BE49-F238E27FC236}">
                    <a16:creationId xmlns:a16="http://schemas.microsoft.com/office/drawing/2014/main" id="{4BDB4932-CF85-2066-228D-DE0BB88C0B65}"/>
                  </a:ext>
                  <a:ext uri="{C183D7F6-B498-43B3-948B-1728B52AA6E4}">
                    <adec:decorative xmlns:adec="http://schemas.microsoft.com/office/drawing/2017/decorative" val="1"/>
                  </a:ext>
                </a:extLst>
              </p:cNvPr>
              <p:cNvGrpSpPr>
                <a:grpSpLocks noChangeAspect="1"/>
              </p:cNvGrpSpPr>
              <p:nvPr/>
            </p:nvGrpSpPr>
            <p:grpSpPr>
              <a:xfrm>
                <a:off x="11099817" y="2078616"/>
                <a:ext cx="138812" cy="147768"/>
                <a:chOff x="5319164" y="5537802"/>
                <a:chExt cx="138812" cy="147768"/>
              </a:xfrm>
            </p:grpSpPr>
            <p:sp>
              <p:nvSpPr>
                <p:cNvPr id="886" name="Freeform: Shape 4782">
                  <a:extLst>
                    <a:ext uri="{FF2B5EF4-FFF2-40B4-BE49-F238E27FC236}">
                      <a16:creationId xmlns:a16="http://schemas.microsoft.com/office/drawing/2014/main" id="{871ED8F0-CEC1-D17D-D8FF-EB14A4AF70A5}"/>
                    </a:ext>
                  </a:extLst>
                </p:cNvPr>
                <p:cNvSpPr/>
                <p:nvPr/>
              </p:nvSpPr>
              <p:spPr>
                <a:xfrm>
                  <a:off x="5319164" y="5537802"/>
                  <a:ext cx="138812" cy="147768"/>
                </a:xfrm>
                <a:custGeom>
                  <a:avLst/>
                  <a:gdLst>
                    <a:gd name="connsiteX0" fmla="*/ 138812 w 138812"/>
                    <a:gd name="connsiteY0" fmla="*/ 22389 h 147767"/>
                    <a:gd name="connsiteX1" fmla="*/ 119110 w 138812"/>
                    <a:gd name="connsiteY1" fmla="*/ 896 h 147767"/>
                    <a:gd name="connsiteX2" fmla="*/ 103437 w 138812"/>
                    <a:gd name="connsiteY2" fmla="*/ 0 h 147767"/>
                    <a:gd name="connsiteX3" fmla="*/ 30001 w 138812"/>
                    <a:gd name="connsiteY3" fmla="*/ 33136 h 147767"/>
                    <a:gd name="connsiteX4" fmla="*/ 0 w 138812"/>
                    <a:gd name="connsiteY4" fmla="*/ 113289 h 147767"/>
                    <a:gd name="connsiteX5" fmla="*/ 895 w 138812"/>
                    <a:gd name="connsiteY5" fmla="*/ 129856 h 147767"/>
                    <a:gd name="connsiteX6" fmla="*/ 20598 w 138812"/>
                    <a:gd name="connsiteY6" fmla="*/ 151350 h 147767"/>
                    <a:gd name="connsiteX7" fmla="*/ 36270 w 138812"/>
                    <a:gd name="connsiteY7" fmla="*/ 152246 h 147767"/>
                    <a:gd name="connsiteX8" fmla="*/ 109707 w 138812"/>
                    <a:gd name="connsiteY8" fmla="*/ 119110 h 147767"/>
                    <a:gd name="connsiteX9" fmla="*/ 139708 w 138812"/>
                    <a:gd name="connsiteY9" fmla="*/ 38957 h 147767"/>
                    <a:gd name="connsiteX10" fmla="*/ 138812 w 138812"/>
                    <a:gd name="connsiteY10" fmla="*/ 22389 h 147767"/>
                    <a:gd name="connsiteX11" fmla="*/ 106572 w 138812"/>
                    <a:gd name="connsiteY11" fmla="*/ 116423 h 147767"/>
                    <a:gd name="connsiteX12" fmla="*/ 36270 w 138812"/>
                    <a:gd name="connsiteY12" fmla="*/ 148216 h 147767"/>
                    <a:gd name="connsiteX13" fmla="*/ 36270 w 138812"/>
                    <a:gd name="connsiteY13" fmla="*/ 148216 h 147767"/>
                    <a:gd name="connsiteX14" fmla="*/ 21494 w 138812"/>
                    <a:gd name="connsiteY14" fmla="*/ 147320 h 147767"/>
                    <a:gd name="connsiteX15" fmla="*/ 5821 w 138812"/>
                    <a:gd name="connsiteY15" fmla="*/ 129856 h 147767"/>
                    <a:gd name="connsiteX16" fmla="*/ 4925 w 138812"/>
                    <a:gd name="connsiteY16" fmla="*/ 113736 h 147767"/>
                    <a:gd name="connsiteX17" fmla="*/ 34031 w 138812"/>
                    <a:gd name="connsiteY17" fmla="*/ 36718 h 147767"/>
                    <a:gd name="connsiteX18" fmla="*/ 104333 w 138812"/>
                    <a:gd name="connsiteY18" fmla="*/ 4925 h 147767"/>
                    <a:gd name="connsiteX19" fmla="*/ 119110 w 138812"/>
                    <a:gd name="connsiteY19" fmla="*/ 5821 h 147767"/>
                    <a:gd name="connsiteX20" fmla="*/ 134782 w 138812"/>
                    <a:gd name="connsiteY20" fmla="*/ 23285 h 147767"/>
                    <a:gd name="connsiteX21" fmla="*/ 135678 w 138812"/>
                    <a:gd name="connsiteY21" fmla="*/ 39405 h 147767"/>
                    <a:gd name="connsiteX22" fmla="*/ 106572 w 138812"/>
                    <a:gd name="connsiteY22" fmla="*/ 116423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812" h="147767">
                      <a:moveTo>
                        <a:pt x="138812" y="22389"/>
                      </a:moveTo>
                      <a:cubicBezTo>
                        <a:pt x="137469" y="11195"/>
                        <a:pt x="129409" y="2687"/>
                        <a:pt x="119110" y="896"/>
                      </a:cubicBezTo>
                      <a:cubicBezTo>
                        <a:pt x="114184" y="0"/>
                        <a:pt x="109259" y="0"/>
                        <a:pt x="103437" y="0"/>
                      </a:cubicBezTo>
                      <a:cubicBezTo>
                        <a:pt x="75675" y="0"/>
                        <a:pt x="49256" y="11642"/>
                        <a:pt x="30001" y="33136"/>
                      </a:cubicBezTo>
                      <a:cubicBezTo>
                        <a:pt x="10747" y="54182"/>
                        <a:pt x="0" y="82839"/>
                        <a:pt x="0" y="113289"/>
                      </a:cubicBezTo>
                      <a:cubicBezTo>
                        <a:pt x="0" y="119110"/>
                        <a:pt x="448" y="124931"/>
                        <a:pt x="895" y="129856"/>
                      </a:cubicBezTo>
                      <a:cubicBezTo>
                        <a:pt x="2239" y="141051"/>
                        <a:pt x="10299" y="149559"/>
                        <a:pt x="20598" y="151350"/>
                      </a:cubicBezTo>
                      <a:cubicBezTo>
                        <a:pt x="25523" y="152246"/>
                        <a:pt x="30449" y="152246"/>
                        <a:pt x="36270" y="152246"/>
                      </a:cubicBezTo>
                      <a:cubicBezTo>
                        <a:pt x="64033" y="152246"/>
                        <a:pt x="90452" y="140603"/>
                        <a:pt x="109707" y="119110"/>
                      </a:cubicBezTo>
                      <a:cubicBezTo>
                        <a:pt x="129409" y="98064"/>
                        <a:pt x="139708" y="69406"/>
                        <a:pt x="139708" y="38957"/>
                      </a:cubicBezTo>
                      <a:cubicBezTo>
                        <a:pt x="139708" y="33136"/>
                        <a:pt x="139708" y="27763"/>
                        <a:pt x="138812" y="22389"/>
                      </a:cubicBezTo>
                      <a:close/>
                      <a:moveTo>
                        <a:pt x="106572" y="116423"/>
                      </a:moveTo>
                      <a:cubicBezTo>
                        <a:pt x="87765" y="136573"/>
                        <a:pt x="63137" y="148216"/>
                        <a:pt x="36270" y="148216"/>
                      </a:cubicBezTo>
                      <a:lnTo>
                        <a:pt x="36270" y="148216"/>
                      </a:lnTo>
                      <a:cubicBezTo>
                        <a:pt x="30897" y="148216"/>
                        <a:pt x="25972" y="147768"/>
                        <a:pt x="21494" y="147320"/>
                      </a:cubicBezTo>
                      <a:cubicBezTo>
                        <a:pt x="13433" y="145977"/>
                        <a:pt x="6717" y="138812"/>
                        <a:pt x="5821" y="129856"/>
                      </a:cubicBezTo>
                      <a:cubicBezTo>
                        <a:pt x="5373" y="124931"/>
                        <a:pt x="4925" y="119558"/>
                        <a:pt x="4925" y="113736"/>
                      </a:cubicBezTo>
                      <a:cubicBezTo>
                        <a:pt x="4925" y="84631"/>
                        <a:pt x="15225" y="57316"/>
                        <a:pt x="34031" y="36718"/>
                      </a:cubicBezTo>
                      <a:cubicBezTo>
                        <a:pt x="52838" y="16568"/>
                        <a:pt x="77466" y="4925"/>
                        <a:pt x="104333" y="4925"/>
                      </a:cubicBezTo>
                      <a:cubicBezTo>
                        <a:pt x="109707" y="4925"/>
                        <a:pt x="114632" y="5373"/>
                        <a:pt x="119110" y="5821"/>
                      </a:cubicBezTo>
                      <a:cubicBezTo>
                        <a:pt x="127170" y="7164"/>
                        <a:pt x="133887" y="14329"/>
                        <a:pt x="134782" y="23285"/>
                      </a:cubicBezTo>
                      <a:cubicBezTo>
                        <a:pt x="135230" y="28210"/>
                        <a:pt x="135678" y="33583"/>
                        <a:pt x="135678" y="39405"/>
                      </a:cubicBezTo>
                      <a:cubicBezTo>
                        <a:pt x="135230" y="68511"/>
                        <a:pt x="124931" y="95825"/>
                        <a:pt x="106572" y="11642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87" name="Freeform: Shape 4783">
                  <a:extLst>
                    <a:ext uri="{FF2B5EF4-FFF2-40B4-BE49-F238E27FC236}">
                      <a16:creationId xmlns:a16="http://schemas.microsoft.com/office/drawing/2014/main" id="{AD44150E-24D3-4EC9-4B8C-A1DEFC54EF95}"/>
                    </a:ext>
                  </a:extLst>
                </p:cNvPr>
                <p:cNvSpPr/>
                <p:nvPr/>
              </p:nvSpPr>
              <p:spPr>
                <a:xfrm>
                  <a:off x="5356106" y="5581909"/>
                  <a:ext cx="62689" cy="62689"/>
                </a:xfrm>
                <a:custGeom>
                  <a:avLst/>
                  <a:gdLst>
                    <a:gd name="connsiteX0" fmla="*/ 52615 w 62689"/>
                    <a:gd name="connsiteY0" fmla="*/ 14553 h 62689"/>
                    <a:gd name="connsiteX1" fmla="*/ 62018 w 62689"/>
                    <a:gd name="connsiteY1" fmla="*/ 3806 h 62689"/>
                    <a:gd name="connsiteX2" fmla="*/ 62018 w 62689"/>
                    <a:gd name="connsiteY2" fmla="*/ 672 h 62689"/>
                    <a:gd name="connsiteX3" fmla="*/ 58884 w 62689"/>
                    <a:gd name="connsiteY3" fmla="*/ 672 h 62689"/>
                    <a:gd name="connsiteX4" fmla="*/ 49480 w 62689"/>
                    <a:gd name="connsiteY4" fmla="*/ 11418 h 62689"/>
                    <a:gd name="connsiteX5" fmla="*/ 39181 w 62689"/>
                    <a:gd name="connsiteY5" fmla="*/ 1567 h 62689"/>
                    <a:gd name="connsiteX6" fmla="*/ 36047 w 62689"/>
                    <a:gd name="connsiteY6" fmla="*/ 1567 h 62689"/>
                    <a:gd name="connsiteX7" fmla="*/ 36047 w 62689"/>
                    <a:gd name="connsiteY7" fmla="*/ 4702 h 62689"/>
                    <a:gd name="connsiteX8" fmla="*/ 46793 w 62689"/>
                    <a:gd name="connsiteY8" fmla="*/ 14553 h 62689"/>
                    <a:gd name="connsiteX9" fmla="*/ 32912 w 62689"/>
                    <a:gd name="connsiteY9" fmla="*/ 30226 h 62689"/>
                    <a:gd name="connsiteX10" fmla="*/ 21717 w 62689"/>
                    <a:gd name="connsiteY10" fmla="*/ 19926 h 62689"/>
                    <a:gd name="connsiteX11" fmla="*/ 18583 w 62689"/>
                    <a:gd name="connsiteY11" fmla="*/ 19926 h 62689"/>
                    <a:gd name="connsiteX12" fmla="*/ 18583 w 62689"/>
                    <a:gd name="connsiteY12" fmla="*/ 23061 h 62689"/>
                    <a:gd name="connsiteX13" fmla="*/ 29778 w 62689"/>
                    <a:gd name="connsiteY13" fmla="*/ 33360 h 62689"/>
                    <a:gd name="connsiteX14" fmla="*/ 15001 w 62689"/>
                    <a:gd name="connsiteY14" fmla="*/ 49927 h 62689"/>
                    <a:gd name="connsiteX15" fmla="*/ 3806 w 62689"/>
                    <a:gd name="connsiteY15" fmla="*/ 39629 h 62689"/>
                    <a:gd name="connsiteX16" fmla="*/ 672 w 62689"/>
                    <a:gd name="connsiteY16" fmla="*/ 39629 h 62689"/>
                    <a:gd name="connsiteX17" fmla="*/ 672 w 62689"/>
                    <a:gd name="connsiteY17" fmla="*/ 42763 h 62689"/>
                    <a:gd name="connsiteX18" fmla="*/ 11866 w 62689"/>
                    <a:gd name="connsiteY18" fmla="*/ 53062 h 62689"/>
                    <a:gd name="connsiteX19" fmla="*/ 6941 w 62689"/>
                    <a:gd name="connsiteY19" fmla="*/ 58435 h 62689"/>
                    <a:gd name="connsiteX20" fmla="*/ 6941 w 62689"/>
                    <a:gd name="connsiteY20" fmla="*/ 61570 h 62689"/>
                    <a:gd name="connsiteX21" fmla="*/ 8284 w 62689"/>
                    <a:gd name="connsiteY21" fmla="*/ 62018 h 62689"/>
                    <a:gd name="connsiteX22" fmla="*/ 10075 w 62689"/>
                    <a:gd name="connsiteY22" fmla="*/ 61122 h 62689"/>
                    <a:gd name="connsiteX23" fmla="*/ 15001 w 62689"/>
                    <a:gd name="connsiteY23" fmla="*/ 55749 h 62689"/>
                    <a:gd name="connsiteX24" fmla="*/ 26195 w 62689"/>
                    <a:gd name="connsiteY24" fmla="*/ 66048 h 62689"/>
                    <a:gd name="connsiteX25" fmla="*/ 27539 w 62689"/>
                    <a:gd name="connsiteY25" fmla="*/ 66496 h 62689"/>
                    <a:gd name="connsiteX26" fmla="*/ 29330 w 62689"/>
                    <a:gd name="connsiteY26" fmla="*/ 65600 h 62689"/>
                    <a:gd name="connsiteX27" fmla="*/ 29330 w 62689"/>
                    <a:gd name="connsiteY27" fmla="*/ 62466 h 62689"/>
                    <a:gd name="connsiteX28" fmla="*/ 18136 w 62689"/>
                    <a:gd name="connsiteY28" fmla="*/ 52166 h 62689"/>
                    <a:gd name="connsiteX29" fmla="*/ 32912 w 62689"/>
                    <a:gd name="connsiteY29" fmla="*/ 35599 h 62689"/>
                    <a:gd name="connsiteX30" fmla="*/ 43659 w 62689"/>
                    <a:gd name="connsiteY30" fmla="*/ 45450 h 62689"/>
                    <a:gd name="connsiteX31" fmla="*/ 45002 w 62689"/>
                    <a:gd name="connsiteY31" fmla="*/ 45898 h 62689"/>
                    <a:gd name="connsiteX32" fmla="*/ 46793 w 62689"/>
                    <a:gd name="connsiteY32" fmla="*/ 45002 h 62689"/>
                    <a:gd name="connsiteX33" fmla="*/ 46793 w 62689"/>
                    <a:gd name="connsiteY33" fmla="*/ 41868 h 62689"/>
                    <a:gd name="connsiteX34" fmla="*/ 35599 w 62689"/>
                    <a:gd name="connsiteY34" fmla="*/ 31569 h 62689"/>
                    <a:gd name="connsiteX35" fmla="*/ 49480 w 62689"/>
                    <a:gd name="connsiteY35" fmla="*/ 15896 h 62689"/>
                    <a:gd name="connsiteX36" fmla="*/ 61122 w 62689"/>
                    <a:gd name="connsiteY36" fmla="*/ 26643 h 62689"/>
                    <a:gd name="connsiteX37" fmla="*/ 62465 w 62689"/>
                    <a:gd name="connsiteY37" fmla="*/ 27091 h 62689"/>
                    <a:gd name="connsiteX38" fmla="*/ 64257 w 62689"/>
                    <a:gd name="connsiteY38" fmla="*/ 26195 h 62689"/>
                    <a:gd name="connsiteX39" fmla="*/ 64257 w 62689"/>
                    <a:gd name="connsiteY39" fmla="*/ 23061 h 62689"/>
                    <a:gd name="connsiteX40" fmla="*/ 52615 w 62689"/>
                    <a:gd name="connsiteY40" fmla="*/ 14553 h 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2689" h="62689">
                      <a:moveTo>
                        <a:pt x="52615" y="14553"/>
                      </a:moveTo>
                      <a:lnTo>
                        <a:pt x="62018" y="3806"/>
                      </a:lnTo>
                      <a:cubicBezTo>
                        <a:pt x="62914" y="2910"/>
                        <a:pt x="62914" y="1567"/>
                        <a:pt x="62018" y="672"/>
                      </a:cubicBezTo>
                      <a:cubicBezTo>
                        <a:pt x="61122" y="-224"/>
                        <a:pt x="59779" y="-224"/>
                        <a:pt x="58884" y="672"/>
                      </a:cubicBezTo>
                      <a:lnTo>
                        <a:pt x="49480" y="11418"/>
                      </a:lnTo>
                      <a:lnTo>
                        <a:pt x="39181" y="1567"/>
                      </a:lnTo>
                      <a:cubicBezTo>
                        <a:pt x="38286" y="672"/>
                        <a:pt x="36942" y="672"/>
                        <a:pt x="36047" y="1567"/>
                      </a:cubicBezTo>
                      <a:cubicBezTo>
                        <a:pt x="35151" y="2463"/>
                        <a:pt x="35151" y="3806"/>
                        <a:pt x="36047" y="4702"/>
                      </a:cubicBezTo>
                      <a:lnTo>
                        <a:pt x="46793" y="14553"/>
                      </a:lnTo>
                      <a:lnTo>
                        <a:pt x="32912" y="30226"/>
                      </a:lnTo>
                      <a:lnTo>
                        <a:pt x="21717" y="19926"/>
                      </a:lnTo>
                      <a:cubicBezTo>
                        <a:pt x="20822" y="19031"/>
                        <a:pt x="19479" y="19031"/>
                        <a:pt x="18583" y="19926"/>
                      </a:cubicBezTo>
                      <a:cubicBezTo>
                        <a:pt x="17687" y="20822"/>
                        <a:pt x="17687" y="22165"/>
                        <a:pt x="18583" y="23061"/>
                      </a:cubicBezTo>
                      <a:lnTo>
                        <a:pt x="29778" y="33360"/>
                      </a:lnTo>
                      <a:lnTo>
                        <a:pt x="15001" y="49927"/>
                      </a:lnTo>
                      <a:lnTo>
                        <a:pt x="3806" y="39629"/>
                      </a:lnTo>
                      <a:cubicBezTo>
                        <a:pt x="2911" y="38733"/>
                        <a:pt x="1567" y="38733"/>
                        <a:pt x="672" y="39629"/>
                      </a:cubicBezTo>
                      <a:cubicBezTo>
                        <a:pt x="-224" y="40524"/>
                        <a:pt x="-224" y="41868"/>
                        <a:pt x="672" y="42763"/>
                      </a:cubicBezTo>
                      <a:lnTo>
                        <a:pt x="11866" y="53062"/>
                      </a:lnTo>
                      <a:lnTo>
                        <a:pt x="6941" y="58435"/>
                      </a:lnTo>
                      <a:cubicBezTo>
                        <a:pt x="6045" y="59331"/>
                        <a:pt x="6045" y="60674"/>
                        <a:pt x="6941" y="61570"/>
                      </a:cubicBezTo>
                      <a:cubicBezTo>
                        <a:pt x="7389" y="62018"/>
                        <a:pt x="7836" y="62018"/>
                        <a:pt x="8284" y="62018"/>
                      </a:cubicBezTo>
                      <a:cubicBezTo>
                        <a:pt x="8732" y="62018"/>
                        <a:pt x="9628" y="61570"/>
                        <a:pt x="10075" y="61122"/>
                      </a:cubicBezTo>
                      <a:lnTo>
                        <a:pt x="15001" y="55749"/>
                      </a:lnTo>
                      <a:lnTo>
                        <a:pt x="26195" y="66048"/>
                      </a:lnTo>
                      <a:cubicBezTo>
                        <a:pt x="26643" y="66496"/>
                        <a:pt x="27091" y="66496"/>
                        <a:pt x="27539" y="66496"/>
                      </a:cubicBezTo>
                      <a:cubicBezTo>
                        <a:pt x="27987" y="66496"/>
                        <a:pt x="28882" y="66048"/>
                        <a:pt x="29330" y="65600"/>
                      </a:cubicBezTo>
                      <a:cubicBezTo>
                        <a:pt x="30225" y="64705"/>
                        <a:pt x="30225" y="63361"/>
                        <a:pt x="29330" y="62466"/>
                      </a:cubicBezTo>
                      <a:lnTo>
                        <a:pt x="18136" y="52166"/>
                      </a:lnTo>
                      <a:lnTo>
                        <a:pt x="32912" y="35599"/>
                      </a:lnTo>
                      <a:lnTo>
                        <a:pt x="43659" y="45450"/>
                      </a:lnTo>
                      <a:cubicBezTo>
                        <a:pt x="44107" y="45898"/>
                        <a:pt x="44554" y="45898"/>
                        <a:pt x="45002" y="45898"/>
                      </a:cubicBezTo>
                      <a:cubicBezTo>
                        <a:pt x="45450" y="45898"/>
                        <a:pt x="46345" y="45450"/>
                        <a:pt x="46793" y="45002"/>
                      </a:cubicBezTo>
                      <a:cubicBezTo>
                        <a:pt x="47689" y="44107"/>
                        <a:pt x="47689" y="42763"/>
                        <a:pt x="46793" y="41868"/>
                      </a:cubicBezTo>
                      <a:lnTo>
                        <a:pt x="35599" y="31569"/>
                      </a:lnTo>
                      <a:lnTo>
                        <a:pt x="49480" y="15896"/>
                      </a:lnTo>
                      <a:lnTo>
                        <a:pt x="61122" y="26643"/>
                      </a:lnTo>
                      <a:cubicBezTo>
                        <a:pt x="61570" y="27091"/>
                        <a:pt x="62018" y="27091"/>
                        <a:pt x="62465" y="27091"/>
                      </a:cubicBezTo>
                      <a:cubicBezTo>
                        <a:pt x="62914" y="27091"/>
                        <a:pt x="63809" y="26643"/>
                        <a:pt x="64257" y="26195"/>
                      </a:cubicBezTo>
                      <a:cubicBezTo>
                        <a:pt x="65153" y="25300"/>
                        <a:pt x="65153" y="23956"/>
                        <a:pt x="64257" y="23061"/>
                      </a:cubicBezTo>
                      <a:lnTo>
                        <a:pt x="52615" y="1455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888" name="Freeform: Shape 4784">
                <a:extLst>
                  <a:ext uri="{FF2B5EF4-FFF2-40B4-BE49-F238E27FC236}">
                    <a16:creationId xmlns:a16="http://schemas.microsoft.com/office/drawing/2014/main" id="{79C0558F-0A92-237C-043F-19F2FE490410}"/>
                  </a:ext>
                  <a:ext uri="{C183D7F6-B498-43B3-948B-1728B52AA6E4}">
                    <adec:decorative xmlns:adec="http://schemas.microsoft.com/office/drawing/2017/decorative" val="1"/>
                  </a:ext>
                </a:extLst>
              </p:cNvPr>
              <p:cNvSpPr>
                <a:spLocks noChangeAspect="1"/>
              </p:cNvSpPr>
              <p:nvPr/>
            </p:nvSpPr>
            <p:spPr>
              <a:xfrm>
                <a:off x="9521834" y="2076601"/>
                <a:ext cx="147768" cy="152246"/>
              </a:xfrm>
              <a:custGeom>
                <a:avLst/>
                <a:gdLst>
                  <a:gd name="connsiteX0" fmla="*/ 150455 w 147767"/>
                  <a:gd name="connsiteY0" fmla="*/ 151126 h 152245"/>
                  <a:gd name="connsiteX1" fmla="*/ 150455 w 147767"/>
                  <a:gd name="connsiteY1" fmla="*/ 151126 h 152245"/>
                  <a:gd name="connsiteX2" fmla="*/ 150455 w 147767"/>
                  <a:gd name="connsiteY2" fmla="*/ 151126 h 152245"/>
                  <a:gd name="connsiteX3" fmla="*/ 150455 w 147767"/>
                  <a:gd name="connsiteY3" fmla="*/ 151126 h 152245"/>
                  <a:gd name="connsiteX4" fmla="*/ 150007 w 147767"/>
                  <a:gd name="connsiteY4" fmla="*/ 150679 h 152245"/>
                  <a:gd name="connsiteX5" fmla="*/ 143738 w 147767"/>
                  <a:gd name="connsiteY5" fmla="*/ 130976 h 152245"/>
                  <a:gd name="connsiteX6" fmla="*/ 142843 w 147767"/>
                  <a:gd name="connsiteY6" fmla="*/ 125155 h 152245"/>
                  <a:gd name="connsiteX7" fmla="*/ 140156 w 147767"/>
                  <a:gd name="connsiteY7" fmla="*/ 121573 h 152245"/>
                  <a:gd name="connsiteX8" fmla="*/ 126722 w 147767"/>
                  <a:gd name="connsiteY8" fmla="*/ 111721 h 152245"/>
                  <a:gd name="connsiteX9" fmla="*/ 127170 w 147767"/>
                  <a:gd name="connsiteY9" fmla="*/ 109482 h 152245"/>
                  <a:gd name="connsiteX10" fmla="*/ 124931 w 147767"/>
                  <a:gd name="connsiteY10" fmla="*/ 105900 h 152245"/>
                  <a:gd name="connsiteX11" fmla="*/ 121797 w 147767"/>
                  <a:gd name="connsiteY11" fmla="*/ 103662 h 152245"/>
                  <a:gd name="connsiteX12" fmla="*/ 124036 w 147767"/>
                  <a:gd name="connsiteY12" fmla="*/ 101423 h 152245"/>
                  <a:gd name="connsiteX13" fmla="*/ 124484 w 147767"/>
                  <a:gd name="connsiteY13" fmla="*/ 99631 h 152245"/>
                  <a:gd name="connsiteX14" fmla="*/ 124036 w 147767"/>
                  <a:gd name="connsiteY14" fmla="*/ 97840 h 152245"/>
                  <a:gd name="connsiteX15" fmla="*/ 34032 w 147767"/>
                  <a:gd name="connsiteY15" fmla="*/ 7836 h 152245"/>
                  <a:gd name="connsiteX16" fmla="*/ 31345 w 147767"/>
                  <a:gd name="connsiteY16" fmla="*/ 5597 h 152245"/>
                  <a:gd name="connsiteX17" fmla="*/ 40300 w 147767"/>
                  <a:gd name="connsiteY17" fmla="*/ 6493 h 152245"/>
                  <a:gd name="connsiteX18" fmla="*/ 80601 w 147767"/>
                  <a:gd name="connsiteY18" fmla="*/ 46793 h 152245"/>
                  <a:gd name="connsiteX19" fmla="*/ 82392 w 147767"/>
                  <a:gd name="connsiteY19" fmla="*/ 47241 h 152245"/>
                  <a:gd name="connsiteX20" fmla="*/ 84183 w 147767"/>
                  <a:gd name="connsiteY20" fmla="*/ 46793 h 152245"/>
                  <a:gd name="connsiteX21" fmla="*/ 84183 w 147767"/>
                  <a:gd name="connsiteY21" fmla="*/ 43659 h 152245"/>
                  <a:gd name="connsiteX22" fmla="*/ 43883 w 147767"/>
                  <a:gd name="connsiteY22" fmla="*/ 3358 h 152245"/>
                  <a:gd name="connsiteX23" fmla="*/ 27315 w 147767"/>
                  <a:gd name="connsiteY23" fmla="*/ 3358 h 152245"/>
                  <a:gd name="connsiteX24" fmla="*/ 13881 w 147767"/>
                  <a:gd name="connsiteY24" fmla="*/ 6493 h 152245"/>
                  <a:gd name="connsiteX25" fmla="*/ 3582 w 147767"/>
                  <a:gd name="connsiteY25" fmla="*/ 16792 h 152245"/>
                  <a:gd name="connsiteX26" fmla="*/ 0 w 147767"/>
                  <a:gd name="connsiteY26" fmla="*/ 25747 h 152245"/>
                  <a:gd name="connsiteX27" fmla="*/ 4926 w 147767"/>
                  <a:gd name="connsiteY27" fmla="*/ 36942 h 152245"/>
                  <a:gd name="connsiteX28" fmla="*/ 94930 w 147767"/>
                  <a:gd name="connsiteY28" fmla="*/ 127394 h 152245"/>
                  <a:gd name="connsiteX29" fmla="*/ 96721 w 147767"/>
                  <a:gd name="connsiteY29" fmla="*/ 127842 h 152245"/>
                  <a:gd name="connsiteX30" fmla="*/ 96721 w 147767"/>
                  <a:gd name="connsiteY30" fmla="*/ 127842 h 152245"/>
                  <a:gd name="connsiteX31" fmla="*/ 98512 w 147767"/>
                  <a:gd name="connsiteY31" fmla="*/ 127394 h 152245"/>
                  <a:gd name="connsiteX32" fmla="*/ 100751 w 147767"/>
                  <a:gd name="connsiteY32" fmla="*/ 125155 h 152245"/>
                  <a:gd name="connsiteX33" fmla="*/ 102990 w 147767"/>
                  <a:gd name="connsiteY33" fmla="*/ 128290 h 152245"/>
                  <a:gd name="connsiteX34" fmla="*/ 106572 w 147767"/>
                  <a:gd name="connsiteY34" fmla="*/ 130528 h 152245"/>
                  <a:gd name="connsiteX35" fmla="*/ 108811 w 147767"/>
                  <a:gd name="connsiteY35" fmla="*/ 130081 h 152245"/>
                  <a:gd name="connsiteX36" fmla="*/ 118662 w 147767"/>
                  <a:gd name="connsiteY36" fmla="*/ 143514 h 152245"/>
                  <a:gd name="connsiteX37" fmla="*/ 122245 w 147767"/>
                  <a:gd name="connsiteY37" fmla="*/ 146201 h 152245"/>
                  <a:gd name="connsiteX38" fmla="*/ 128513 w 147767"/>
                  <a:gd name="connsiteY38" fmla="*/ 147096 h 152245"/>
                  <a:gd name="connsiteX39" fmla="*/ 148216 w 147767"/>
                  <a:gd name="connsiteY39" fmla="*/ 153365 h 152245"/>
                  <a:gd name="connsiteX40" fmla="*/ 148664 w 147767"/>
                  <a:gd name="connsiteY40" fmla="*/ 153813 h 152245"/>
                  <a:gd name="connsiteX41" fmla="*/ 148664 w 147767"/>
                  <a:gd name="connsiteY41" fmla="*/ 153813 h 152245"/>
                  <a:gd name="connsiteX42" fmla="*/ 149112 w 147767"/>
                  <a:gd name="connsiteY42" fmla="*/ 153813 h 152245"/>
                  <a:gd name="connsiteX43" fmla="*/ 149559 w 147767"/>
                  <a:gd name="connsiteY43" fmla="*/ 153813 h 152245"/>
                  <a:gd name="connsiteX44" fmla="*/ 149559 w 147767"/>
                  <a:gd name="connsiteY44" fmla="*/ 153813 h 152245"/>
                  <a:gd name="connsiteX45" fmla="*/ 149559 w 147767"/>
                  <a:gd name="connsiteY45" fmla="*/ 153813 h 152245"/>
                  <a:gd name="connsiteX46" fmla="*/ 149559 w 147767"/>
                  <a:gd name="connsiteY46" fmla="*/ 153813 h 152245"/>
                  <a:gd name="connsiteX47" fmla="*/ 149559 w 147767"/>
                  <a:gd name="connsiteY47" fmla="*/ 153813 h 152245"/>
                  <a:gd name="connsiteX48" fmla="*/ 150455 w 147767"/>
                  <a:gd name="connsiteY48" fmla="*/ 153813 h 152245"/>
                  <a:gd name="connsiteX49" fmla="*/ 150455 w 147767"/>
                  <a:gd name="connsiteY49" fmla="*/ 153813 h 152245"/>
                  <a:gd name="connsiteX50" fmla="*/ 150455 w 147767"/>
                  <a:gd name="connsiteY50" fmla="*/ 153813 h 152245"/>
                  <a:gd name="connsiteX51" fmla="*/ 150455 w 147767"/>
                  <a:gd name="connsiteY51" fmla="*/ 153813 h 152245"/>
                  <a:gd name="connsiteX52" fmla="*/ 150903 w 147767"/>
                  <a:gd name="connsiteY52" fmla="*/ 153365 h 152245"/>
                  <a:gd name="connsiteX53" fmla="*/ 150903 w 147767"/>
                  <a:gd name="connsiteY53" fmla="*/ 153365 h 152245"/>
                  <a:gd name="connsiteX54" fmla="*/ 150903 w 147767"/>
                  <a:gd name="connsiteY54" fmla="*/ 153365 h 152245"/>
                  <a:gd name="connsiteX55" fmla="*/ 150903 w 147767"/>
                  <a:gd name="connsiteY55" fmla="*/ 153365 h 152245"/>
                  <a:gd name="connsiteX56" fmla="*/ 151350 w 147767"/>
                  <a:gd name="connsiteY56" fmla="*/ 152918 h 152245"/>
                  <a:gd name="connsiteX57" fmla="*/ 151350 w 147767"/>
                  <a:gd name="connsiteY57" fmla="*/ 152918 h 152245"/>
                  <a:gd name="connsiteX58" fmla="*/ 151350 w 147767"/>
                  <a:gd name="connsiteY58" fmla="*/ 152918 h 152245"/>
                  <a:gd name="connsiteX59" fmla="*/ 151350 w 147767"/>
                  <a:gd name="connsiteY59" fmla="*/ 152022 h 152245"/>
                  <a:gd name="connsiteX60" fmla="*/ 151350 w 147767"/>
                  <a:gd name="connsiteY60" fmla="*/ 152022 h 152245"/>
                  <a:gd name="connsiteX61" fmla="*/ 151350 w 147767"/>
                  <a:gd name="connsiteY61" fmla="*/ 152022 h 152245"/>
                  <a:gd name="connsiteX62" fmla="*/ 151350 w 147767"/>
                  <a:gd name="connsiteY62" fmla="*/ 152022 h 152245"/>
                  <a:gd name="connsiteX63" fmla="*/ 151350 w 147767"/>
                  <a:gd name="connsiteY63" fmla="*/ 152022 h 152245"/>
                  <a:gd name="connsiteX64" fmla="*/ 150455 w 147767"/>
                  <a:gd name="connsiteY64" fmla="*/ 151126 h 152245"/>
                  <a:gd name="connsiteX65" fmla="*/ 3582 w 147767"/>
                  <a:gd name="connsiteY65" fmla="*/ 26195 h 152245"/>
                  <a:gd name="connsiteX66" fmla="*/ 5821 w 147767"/>
                  <a:gd name="connsiteY66" fmla="*/ 20374 h 152245"/>
                  <a:gd name="connsiteX67" fmla="*/ 16120 w 147767"/>
                  <a:gd name="connsiteY67" fmla="*/ 10075 h 152245"/>
                  <a:gd name="connsiteX68" fmla="*/ 21941 w 147767"/>
                  <a:gd name="connsiteY68" fmla="*/ 7836 h 152245"/>
                  <a:gd name="connsiteX69" fmla="*/ 30001 w 147767"/>
                  <a:gd name="connsiteY69" fmla="*/ 11418 h 152245"/>
                  <a:gd name="connsiteX70" fmla="*/ 58212 w 147767"/>
                  <a:gd name="connsiteY70" fmla="*/ 39181 h 152245"/>
                  <a:gd name="connsiteX71" fmla="*/ 34927 w 147767"/>
                  <a:gd name="connsiteY71" fmla="*/ 62465 h 152245"/>
                  <a:gd name="connsiteX72" fmla="*/ 7165 w 147767"/>
                  <a:gd name="connsiteY72" fmla="*/ 34255 h 152245"/>
                  <a:gd name="connsiteX73" fmla="*/ 3582 w 147767"/>
                  <a:gd name="connsiteY73" fmla="*/ 26195 h 152245"/>
                  <a:gd name="connsiteX74" fmla="*/ 95378 w 147767"/>
                  <a:gd name="connsiteY74" fmla="*/ 122916 h 152245"/>
                  <a:gd name="connsiteX75" fmla="*/ 38061 w 147767"/>
                  <a:gd name="connsiteY75" fmla="*/ 65600 h 152245"/>
                  <a:gd name="connsiteX76" fmla="*/ 61794 w 147767"/>
                  <a:gd name="connsiteY76" fmla="*/ 42315 h 152245"/>
                  <a:gd name="connsiteX77" fmla="*/ 119110 w 147767"/>
                  <a:gd name="connsiteY77" fmla="*/ 99631 h 152245"/>
                  <a:gd name="connsiteX78" fmla="*/ 95378 w 147767"/>
                  <a:gd name="connsiteY78" fmla="*/ 122916 h 152245"/>
                  <a:gd name="connsiteX79" fmla="*/ 122245 w 147767"/>
                  <a:gd name="connsiteY79" fmla="*/ 142171 h 152245"/>
                  <a:gd name="connsiteX80" fmla="*/ 120901 w 147767"/>
                  <a:gd name="connsiteY80" fmla="*/ 141275 h 152245"/>
                  <a:gd name="connsiteX81" fmla="*/ 109259 w 147767"/>
                  <a:gd name="connsiteY81" fmla="*/ 125603 h 152245"/>
                  <a:gd name="connsiteX82" fmla="*/ 107468 w 147767"/>
                  <a:gd name="connsiteY82" fmla="*/ 124707 h 152245"/>
                  <a:gd name="connsiteX83" fmla="*/ 105677 w 147767"/>
                  <a:gd name="connsiteY83" fmla="*/ 125155 h 152245"/>
                  <a:gd name="connsiteX84" fmla="*/ 105229 w 147767"/>
                  <a:gd name="connsiteY84" fmla="*/ 125603 h 152245"/>
                  <a:gd name="connsiteX85" fmla="*/ 104781 w 147767"/>
                  <a:gd name="connsiteY85" fmla="*/ 125603 h 152245"/>
                  <a:gd name="connsiteX86" fmla="*/ 102094 w 147767"/>
                  <a:gd name="connsiteY86" fmla="*/ 122021 h 152245"/>
                  <a:gd name="connsiteX87" fmla="*/ 118215 w 147767"/>
                  <a:gd name="connsiteY87" fmla="*/ 105900 h 152245"/>
                  <a:gd name="connsiteX88" fmla="*/ 121797 w 147767"/>
                  <a:gd name="connsiteY88" fmla="*/ 108587 h 152245"/>
                  <a:gd name="connsiteX89" fmla="*/ 121797 w 147767"/>
                  <a:gd name="connsiteY89" fmla="*/ 109035 h 152245"/>
                  <a:gd name="connsiteX90" fmla="*/ 121349 w 147767"/>
                  <a:gd name="connsiteY90" fmla="*/ 109482 h 152245"/>
                  <a:gd name="connsiteX91" fmla="*/ 120901 w 147767"/>
                  <a:gd name="connsiteY91" fmla="*/ 111274 h 152245"/>
                  <a:gd name="connsiteX92" fmla="*/ 121797 w 147767"/>
                  <a:gd name="connsiteY92" fmla="*/ 113065 h 152245"/>
                  <a:gd name="connsiteX93" fmla="*/ 137469 w 147767"/>
                  <a:gd name="connsiteY93" fmla="*/ 125155 h 152245"/>
                  <a:gd name="connsiteX94" fmla="*/ 138365 w 147767"/>
                  <a:gd name="connsiteY94" fmla="*/ 126498 h 152245"/>
                  <a:gd name="connsiteX95" fmla="*/ 139260 w 147767"/>
                  <a:gd name="connsiteY95" fmla="*/ 131424 h 152245"/>
                  <a:gd name="connsiteX96" fmla="*/ 141051 w 147767"/>
                  <a:gd name="connsiteY96" fmla="*/ 141723 h 152245"/>
                  <a:gd name="connsiteX97" fmla="*/ 127170 w 147767"/>
                  <a:gd name="connsiteY97" fmla="*/ 127842 h 152245"/>
                  <a:gd name="connsiteX98" fmla="*/ 127618 w 147767"/>
                  <a:gd name="connsiteY98" fmla="*/ 126051 h 152245"/>
                  <a:gd name="connsiteX99" fmla="*/ 122245 w 147767"/>
                  <a:gd name="connsiteY99" fmla="*/ 120677 h 152245"/>
                  <a:gd name="connsiteX100" fmla="*/ 116871 w 147767"/>
                  <a:gd name="connsiteY100" fmla="*/ 126051 h 152245"/>
                  <a:gd name="connsiteX101" fmla="*/ 122245 w 147767"/>
                  <a:gd name="connsiteY101" fmla="*/ 131424 h 152245"/>
                  <a:gd name="connsiteX102" fmla="*/ 124036 w 147767"/>
                  <a:gd name="connsiteY102" fmla="*/ 130976 h 152245"/>
                  <a:gd name="connsiteX103" fmla="*/ 137917 w 147767"/>
                  <a:gd name="connsiteY103" fmla="*/ 144857 h 152245"/>
                  <a:gd name="connsiteX104" fmla="*/ 127170 w 147767"/>
                  <a:gd name="connsiteY104" fmla="*/ 143066 h 152245"/>
                  <a:gd name="connsiteX105" fmla="*/ 122245 w 147767"/>
                  <a:gd name="connsiteY105" fmla="*/ 142171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47767" h="152245">
                    <a:moveTo>
                      <a:pt x="150455" y="151126"/>
                    </a:moveTo>
                    <a:cubicBezTo>
                      <a:pt x="150455" y="151126"/>
                      <a:pt x="150455" y="151126"/>
                      <a:pt x="150455" y="151126"/>
                    </a:cubicBezTo>
                    <a:lnTo>
                      <a:pt x="150455" y="151126"/>
                    </a:lnTo>
                    <a:lnTo>
                      <a:pt x="150455" y="151126"/>
                    </a:lnTo>
                    <a:cubicBezTo>
                      <a:pt x="150455" y="150679"/>
                      <a:pt x="150007" y="150679"/>
                      <a:pt x="150007" y="150679"/>
                    </a:cubicBezTo>
                    <a:cubicBezTo>
                      <a:pt x="145977" y="146201"/>
                      <a:pt x="144186" y="136349"/>
                      <a:pt x="143738" y="130976"/>
                    </a:cubicBezTo>
                    <a:cubicBezTo>
                      <a:pt x="143290" y="128737"/>
                      <a:pt x="143290" y="126498"/>
                      <a:pt x="142843" y="125155"/>
                    </a:cubicBezTo>
                    <a:cubicBezTo>
                      <a:pt x="142395" y="123812"/>
                      <a:pt x="141499" y="122468"/>
                      <a:pt x="140156" y="121573"/>
                    </a:cubicBezTo>
                    <a:cubicBezTo>
                      <a:pt x="138812" y="120677"/>
                      <a:pt x="131648" y="115751"/>
                      <a:pt x="126722" y="111721"/>
                    </a:cubicBezTo>
                    <a:cubicBezTo>
                      <a:pt x="127170" y="110826"/>
                      <a:pt x="127170" y="109931"/>
                      <a:pt x="127170" y="109482"/>
                    </a:cubicBezTo>
                    <a:cubicBezTo>
                      <a:pt x="127170" y="108139"/>
                      <a:pt x="126275" y="106796"/>
                      <a:pt x="124931" y="105900"/>
                    </a:cubicBezTo>
                    <a:cubicBezTo>
                      <a:pt x="124036" y="105453"/>
                      <a:pt x="122692" y="104557"/>
                      <a:pt x="121797" y="103662"/>
                    </a:cubicBezTo>
                    <a:lnTo>
                      <a:pt x="124036" y="101423"/>
                    </a:lnTo>
                    <a:cubicBezTo>
                      <a:pt x="124484" y="100975"/>
                      <a:pt x="124484" y="100527"/>
                      <a:pt x="124484" y="99631"/>
                    </a:cubicBezTo>
                    <a:cubicBezTo>
                      <a:pt x="124484" y="99184"/>
                      <a:pt x="124036" y="98288"/>
                      <a:pt x="124036" y="97840"/>
                    </a:cubicBezTo>
                    <a:lnTo>
                      <a:pt x="34032" y="7836"/>
                    </a:lnTo>
                    <a:cubicBezTo>
                      <a:pt x="33136" y="6941"/>
                      <a:pt x="32240" y="6493"/>
                      <a:pt x="31345" y="5597"/>
                    </a:cubicBezTo>
                    <a:cubicBezTo>
                      <a:pt x="34032" y="3806"/>
                      <a:pt x="38061" y="4254"/>
                      <a:pt x="40300" y="6493"/>
                    </a:cubicBezTo>
                    <a:lnTo>
                      <a:pt x="80601" y="46793"/>
                    </a:lnTo>
                    <a:cubicBezTo>
                      <a:pt x="81049" y="47241"/>
                      <a:pt x="81496" y="47241"/>
                      <a:pt x="82392" y="47241"/>
                    </a:cubicBezTo>
                    <a:cubicBezTo>
                      <a:pt x="83288" y="47241"/>
                      <a:pt x="83735" y="47241"/>
                      <a:pt x="84183" y="46793"/>
                    </a:cubicBezTo>
                    <a:cubicBezTo>
                      <a:pt x="85079" y="45898"/>
                      <a:pt x="85079" y="44554"/>
                      <a:pt x="84183" y="43659"/>
                    </a:cubicBezTo>
                    <a:lnTo>
                      <a:pt x="43883" y="3358"/>
                    </a:lnTo>
                    <a:cubicBezTo>
                      <a:pt x="39405" y="-1119"/>
                      <a:pt x="31793" y="-1119"/>
                      <a:pt x="27315" y="3358"/>
                    </a:cubicBezTo>
                    <a:cubicBezTo>
                      <a:pt x="22389" y="2015"/>
                      <a:pt x="17464" y="2911"/>
                      <a:pt x="13881" y="6493"/>
                    </a:cubicBezTo>
                    <a:lnTo>
                      <a:pt x="3582" y="16792"/>
                    </a:lnTo>
                    <a:cubicBezTo>
                      <a:pt x="1344" y="19031"/>
                      <a:pt x="0" y="22613"/>
                      <a:pt x="0" y="25747"/>
                    </a:cubicBezTo>
                    <a:cubicBezTo>
                      <a:pt x="0" y="29778"/>
                      <a:pt x="1791" y="33808"/>
                      <a:pt x="4926" y="36942"/>
                    </a:cubicBezTo>
                    <a:lnTo>
                      <a:pt x="94930" y="127394"/>
                    </a:lnTo>
                    <a:cubicBezTo>
                      <a:pt x="95378" y="127842"/>
                      <a:pt x="95825" y="127842"/>
                      <a:pt x="96721" y="127842"/>
                    </a:cubicBezTo>
                    <a:cubicBezTo>
                      <a:pt x="96721" y="127842"/>
                      <a:pt x="96721" y="127842"/>
                      <a:pt x="96721" y="127842"/>
                    </a:cubicBezTo>
                    <a:cubicBezTo>
                      <a:pt x="97169" y="127842"/>
                      <a:pt x="98064" y="127394"/>
                      <a:pt x="98512" y="127394"/>
                    </a:cubicBezTo>
                    <a:lnTo>
                      <a:pt x="100751" y="125155"/>
                    </a:lnTo>
                    <a:cubicBezTo>
                      <a:pt x="101647" y="126051"/>
                      <a:pt x="102094" y="126946"/>
                      <a:pt x="102990" y="128290"/>
                    </a:cubicBezTo>
                    <a:cubicBezTo>
                      <a:pt x="103885" y="129633"/>
                      <a:pt x="105229" y="130528"/>
                      <a:pt x="106572" y="130528"/>
                    </a:cubicBezTo>
                    <a:cubicBezTo>
                      <a:pt x="107468" y="130528"/>
                      <a:pt x="108363" y="130528"/>
                      <a:pt x="108811" y="130081"/>
                    </a:cubicBezTo>
                    <a:cubicBezTo>
                      <a:pt x="113289" y="135006"/>
                      <a:pt x="117767" y="141723"/>
                      <a:pt x="118662" y="143514"/>
                    </a:cubicBezTo>
                    <a:cubicBezTo>
                      <a:pt x="119558" y="144857"/>
                      <a:pt x="120901" y="145753"/>
                      <a:pt x="122245" y="146201"/>
                    </a:cubicBezTo>
                    <a:cubicBezTo>
                      <a:pt x="124036" y="146649"/>
                      <a:pt x="125827" y="147096"/>
                      <a:pt x="128513" y="147096"/>
                    </a:cubicBezTo>
                    <a:cubicBezTo>
                      <a:pt x="140604" y="148440"/>
                      <a:pt x="145977" y="151126"/>
                      <a:pt x="148216" y="153365"/>
                    </a:cubicBezTo>
                    <a:cubicBezTo>
                      <a:pt x="148216" y="153365"/>
                      <a:pt x="148664" y="153813"/>
                      <a:pt x="148664" y="153813"/>
                    </a:cubicBezTo>
                    <a:cubicBezTo>
                      <a:pt x="148664" y="153813"/>
                      <a:pt x="148664" y="153813"/>
                      <a:pt x="148664" y="153813"/>
                    </a:cubicBezTo>
                    <a:cubicBezTo>
                      <a:pt x="148664" y="153813"/>
                      <a:pt x="149112" y="153813"/>
                      <a:pt x="149112" y="153813"/>
                    </a:cubicBezTo>
                    <a:cubicBezTo>
                      <a:pt x="149112" y="153813"/>
                      <a:pt x="149112" y="153813"/>
                      <a:pt x="149559" y="153813"/>
                    </a:cubicBezTo>
                    <a:cubicBezTo>
                      <a:pt x="149559" y="153813"/>
                      <a:pt x="149559" y="153813"/>
                      <a:pt x="149559" y="153813"/>
                    </a:cubicBezTo>
                    <a:lnTo>
                      <a:pt x="149559" y="153813"/>
                    </a:lnTo>
                    <a:cubicBezTo>
                      <a:pt x="149559" y="153813"/>
                      <a:pt x="149559" y="153813"/>
                      <a:pt x="149559" y="153813"/>
                    </a:cubicBezTo>
                    <a:cubicBezTo>
                      <a:pt x="149559" y="153813"/>
                      <a:pt x="149559" y="153813"/>
                      <a:pt x="149559" y="153813"/>
                    </a:cubicBezTo>
                    <a:cubicBezTo>
                      <a:pt x="150007" y="153813"/>
                      <a:pt x="150007" y="153813"/>
                      <a:pt x="150455" y="153813"/>
                    </a:cubicBezTo>
                    <a:cubicBezTo>
                      <a:pt x="150455" y="153813"/>
                      <a:pt x="150455" y="153813"/>
                      <a:pt x="150455" y="153813"/>
                    </a:cubicBezTo>
                    <a:lnTo>
                      <a:pt x="150455" y="153813"/>
                    </a:lnTo>
                    <a:cubicBezTo>
                      <a:pt x="150455" y="153813"/>
                      <a:pt x="150455" y="153813"/>
                      <a:pt x="150455" y="153813"/>
                    </a:cubicBezTo>
                    <a:cubicBezTo>
                      <a:pt x="150455" y="153813"/>
                      <a:pt x="150903" y="153365"/>
                      <a:pt x="150903" y="153365"/>
                    </a:cubicBezTo>
                    <a:cubicBezTo>
                      <a:pt x="150903" y="153365"/>
                      <a:pt x="150903" y="153365"/>
                      <a:pt x="150903" y="153365"/>
                    </a:cubicBezTo>
                    <a:lnTo>
                      <a:pt x="150903" y="153365"/>
                    </a:lnTo>
                    <a:cubicBezTo>
                      <a:pt x="150903" y="153365"/>
                      <a:pt x="150903" y="153365"/>
                      <a:pt x="150903" y="153365"/>
                    </a:cubicBezTo>
                    <a:cubicBezTo>
                      <a:pt x="150903" y="153365"/>
                      <a:pt x="151350" y="152918"/>
                      <a:pt x="151350" y="152918"/>
                    </a:cubicBezTo>
                    <a:cubicBezTo>
                      <a:pt x="151350" y="152918"/>
                      <a:pt x="151350" y="152918"/>
                      <a:pt x="151350" y="152918"/>
                    </a:cubicBezTo>
                    <a:cubicBezTo>
                      <a:pt x="151350" y="152918"/>
                      <a:pt x="151350" y="152918"/>
                      <a:pt x="151350" y="152918"/>
                    </a:cubicBezTo>
                    <a:cubicBezTo>
                      <a:pt x="151350" y="152470"/>
                      <a:pt x="151350" y="152470"/>
                      <a:pt x="151350" y="152022"/>
                    </a:cubicBezTo>
                    <a:cubicBezTo>
                      <a:pt x="151350" y="152022"/>
                      <a:pt x="151350" y="152022"/>
                      <a:pt x="151350" y="152022"/>
                    </a:cubicBezTo>
                    <a:lnTo>
                      <a:pt x="151350" y="152022"/>
                    </a:lnTo>
                    <a:cubicBezTo>
                      <a:pt x="151350" y="152022"/>
                      <a:pt x="151350" y="152022"/>
                      <a:pt x="151350" y="152022"/>
                    </a:cubicBezTo>
                    <a:lnTo>
                      <a:pt x="151350" y="152022"/>
                    </a:lnTo>
                    <a:cubicBezTo>
                      <a:pt x="150455" y="152022"/>
                      <a:pt x="150455" y="151574"/>
                      <a:pt x="150455" y="151126"/>
                    </a:cubicBezTo>
                    <a:close/>
                    <a:moveTo>
                      <a:pt x="3582" y="26195"/>
                    </a:moveTo>
                    <a:cubicBezTo>
                      <a:pt x="3582" y="23956"/>
                      <a:pt x="4478" y="21717"/>
                      <a:pt x="5821" y="20374"/>
                    </a:cubicBezTo>
                    <a:lnTo>
                      <a:pt x="16120" y="10075"/>
                    </a:lnTo>
                    <a:cubicBezTo>
                      <a:pt x="17911" y="8284"/>
                      <a:pt x="19703" y="7836"/>
                      <a:pt x="21941" y="7836"/>
                    </a:cubicBezTo>
                    <a:cubicBezTo>
                      <a:pt x="24628" y="7836"/>
                      <a:pt x="27763" y="9179"/>
                      <a:pt x="30001" y="11418"/>
                    </a:cubicBezTo>
                    <a:lnTo>
                      <a:pt x="58212" y="39181"/>
                    </a:lnTo>
                    <a:lnTo>
                      <a:pt x="34927" y="62465"/>
                    </a:lnTo>
                    <a:lnTo>
                      <a:pt x="7165" y="34255"/>
                    </a:lnTo>
                    <a:cubicBezTo>
                      <a:pt x="4926" y="32017"/>
                      <a:pt x="3582" y="28882"/>
                      <a:pt x="3582" y="26195"/>
                    </a:cubicBezTo>
                    <a:close/>
                    <a:moveTo>
                      <a:pt x="95378" y="122916"/>
                    </a:moveTo>
                    <a:lnTo>
                      <a:pt x="38061" y="65600"/>
                    </a:lnTo>
                    <a:lnTo>
                      <a:pt x="61794" y="42315"/>
                    </a:lnTo>
                    <a:lnTo>
                      <a:pt x="119110" y="99631"/>
                    </a:lnTo>
                    <a:lnTo>
                      <a:pt x="95378" y="122916"/>
                    </a:lnTo>
                    <a:close/>
                    <a:moveTo>
                      <a:pt x="122245" y="142171"/>
                    </a:moveTo>
                    <a:cubicBezTo>
                      <a:pt x="121797" y="142171"/>
                      <a:pt x="121349" y="141723"/>
                      <a:pt x="120901" y="141275"/>
                    </a:cubicBezTo>
                    <a:cubicBezTo>
                      <a:pt x="120006" y="139484"/>
                      <a:pt x="114184" y="130976"/>
                      <a:pt x="109259" y="125603"/>
                    </a:cubicBezTo>
                    <a:cubicBezTo>
                      <a:pt x="108811" y="125155"/>
                      <a:pt x="108363" y="124707"/>
                      <a:pt x="107468" y="124707"/>
                    </a:cubicBezTo>
                    <a:cubicBezTo>
                      <a:pt x="107020" y="124707"/>
                      <a:pt x="106124" y="125155"/>
                      <a:pt x="105677" y="125155"/>
                    </a:cubicBezTo>
                    <a:lnTo>
                      <a:pt x="105229" y="125603"/>
                    </a:lnTo>
                    <a:cubicBezTo>
                      <a:pt x="105229" y="125603"/>
                      <a:pt x="104781" y="125603"/>
                      <a:pt x="104781" y="125603"/>
                    </a:cubicBezTo>
                    <a:cubicBezTo>
                      <a:pt x="103885" y="124259"/>
                      <a:pt x="102990" y="122916"/>
                      <a:pt x="102094" y="122021"/>
                    </a:cubicBezTo>
                    <a:lnTo>
                      <a:pt x="118215" y="105900"/>
                    </a:lnTo>
                    <a:cubicBezTo>
                      <a:pt x="119558" y="106796"/>
                      <a:pt x="120453" y="108139"/>
                      <a:pt x="121797" y="108587"/>
                    </a:cubicBezTo>
                    <a:lnTo>
                      <a:pt x="121797" y="109035"/>
                    </a:lnTo>
                    <a:lnTo>
                      <a:pt x="121349" y="109482"/>
                    </a:lnTo>
                    <a:cubicBezTo>
                      <a:pt x="120901" y="109931"/>
                      <a:pt x="120901" y="110378"/>
                      <a:pt x="120901" y="111274"/>
                    </a:cubicBezTo>
                    <a:cubicBezTo>
                      <a:pt x="120901" y="112170"/>
                      <a:pt x="121349" y="112617"/>
                      <a:pt x="121797" y="113065"/>
                    </a:cubicBezTo>
                    <a:cubicBezTo>
                      <a:pt x="126722" y="117990"/>
                      <a:pt x="135678" y="123812"/>
                      <a:pt x="137469" y="125155"/>
                    </a:cubicBezTo>
                    <a:cubicBezTo>
                      <a:pt x="137917" y="125603"/>
                      <a:pt x="138365" y="125603"/>
                      <a:pt x="138365" y="126498"/>
                    </a:cubicBezTo>
                    <a:cubicBezTo>
                      <a:pt x="138812" y="127842"/>
                      <a:pt x="138812" y="129633"/>
                      <a:pt x="139260" y="131424"/>
                    </a:cubicBezTo>
                    <a:cubicBezTo>
                      <a:pt x="139708" y="134559"/>
                      <a:pt x="140156" y="138141"/>
                      <a:pt x="141051" y="141723"/>
                    </a:cubicBezTo>
                    <a:lnTo>
                      <a:pt x="127170" y="127842"/>
                    </a:lnTo>
                    <a:cubicBezTo>
                      <a:pt x="127170" y="127394"/>
                      <a:pt x="127618" y="126946"/>
                      <a:pt x="127618" y="126051"/>
                    </a:cubicBezTo>
                    <a:cubicBezTo>
                      <a:pt x="127618" y="123364"/>
                      <a:pt x="125379" y="120677"/>
                      <a:pt x="122245" y="120677"/>
                    </a:cubicBezTo>
                    <a:cubicBezTo>
                      <a:pt x="119110" y="120677"/>
                      <a:pt x="116871" y="122916"/>
                      <a:pt x="116871" y="126051"/>
                    </a:cubicBezTo>
                    <a:cubicBezTo>
                      <a:pt x="116871" y="128737"/>
                      <a:pt x="119110" y="131424"/>
                      <a:pt x="122245" y="131424"/>
                    </a:cubicBezTo>
                    <a:cubicBezTo>
                      <a:pt x="122692" y="131424"/>
                      <a:pt x="123588" y="131424"/>
                      <a:pt x="124036" y="130976"/>
                    </a:cubicBezTo>
                    <a:lnTo>
                      <a:pt x="137917" y="144857"/>
                    </a:lnTo>
                    <a:cubicBezTo>
                      <a:pt x="134782" y="143962"/>
                      <a:pt x="131200" y="143514"/>
                      <a:pt x="127170" y="143066"/>
                    </a:cubicBezTo>
                    <a:cubicBezTo>
                      <a:pt x="125379" y="142618"/>
                      <a:pt x="123588" y="142618"/>
                      <a:pt x="122245" y="14217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89" name="Freeform: Shape 4785">
                <a:extLst>
                  <a:ext uri="{FF2B5EF4-FFF2-40B4-BE49-F238E27FC236}">
                    <a16:creationId xmlns:a16="http://schemas.microsoft.com/office/drawing/2014/main" id="{97FDD33C-6E61-EAE6-CB4A-3B953E94AFF0}"/>
                  </a:ext>
                  <a:ext uri="{C183D7F6-B498-43B3-948B-1728B52AA6E4}">
                    <adec:decorative xmlns:adec="http://schemas.microsoft.com/office/drawing/2017/decorative" val="1"/>
                  </a:ext>
                </a:extLst>
              </p:cNvPr>
              <p:cNvSpPr>
                <a:spLocks noChangeAspect="1"/>
              </p:cNvSpPr>
              <p:nvPr/>
            </p:nvSpPr>
            <p:spPr>
              <a:xfrm>
                <a:off x="9273875" y="2078889"/>
                <a:ext cx="107468" cy="147768"/>
              </a:xfrm>
              <a:custGeom>
                <a:avLst/>
                <a:gdLst>
                  <a:gd name="connsiteX0" fmla="*/ 42427 w 107467"/>
                  <a:gd name="connsiteY0" fmla="*/ 151973 h 147767"/>
                  <a:gd name="connsiteX1" fmla="*/ 41532 w 107467"/>
                  <a:gd name="connsiteY1" fmla="*/ 151973 h 147767"/>
                  <a:gd name="connsiteX2" fmla="*/ 40188 w 107467"/>
                  <a:gd name="connsiteY2" fmla="*/ 149735 h 147767"/>
                  <a:gd name="connsiteX3" fmla="*/ 49144 w 107467"/>
                  <a:gd name="connsiteY3" fmla="*/ 98688 h 147767"/>
                  <a:gd name="connsiteX4" fmla="*/ 2127 w 107467"/>
                  <a:gd name="connsiteY4" fmla="*/ 98688 h 147767"/>
                  <a:gd name="connsiteX5" fmla="*/ 336 w 107467"/>
                  <a:gd name="connsiteY5" fmla="*/ 97344 h 147767"/>
                  <a:gd name="connsiteX6" fmla="*/ 336 w 107467"/>
                  <a:gd name="connsiteY6" fmla="*/ 95105 h 147767"/>
                  <a:gd name="connsiteX7" fmla="*/ 67503 w 107467"/>
                  <a:gd name="connsiteY7" fmla="*/ 1071 h 147767"/>
                  <a:gd name="connsiteX8" fmla="*/ 70190 w 107467"/>
                  <a:gd name="connsiteY8" fmla="*/ 176 h 147767"/>
                  <a:gd name="connsiteX9" fmla="*/ 71533 w 107467"/>
                  <a:gd name="connsiteY9" fmla="*/ 2415 h 147767"/>
                  <a:gd name="connsiteX10" fmla="*/ 62578 w 107467"/>
                  <a:gd name="connsiteY10" fmla="*/ 53461 h 147767"/>
                  <a:gd name="connsiteX11" fmla="*/ 109595 w 107467"/>
                  <a:gd name="connsiteY11" fmla="*/ 53461 h 147767"/>
                  <a:gd name="connsiteX12" fmla="*/ 111386 w 107467"/>
                  <a:gd name="connsiteY12" fmla="*/ 54805 h 147767"/>
                  <a:gd name="connsiteX13" fmla="*/ 111386 w 107467"/>
                  <a:gd name="connsiteY13" fmla="*/ 57044 h 147767"/>
                  <a:gd name="connsiteX14" fmla="*/ 44218 w 107467"/>
                  <a:gd name="connsiteY14" fmla="*/ 151078 h 147767"/>
                  <a:gd name="connsiteX15" fmla="*/ 42427 w 107467"/>
                  <a:gd name="connsiteY15" fmla="*/ 151973 h 147767"/>
                  <a:gd name="connsiteX16" fmla="*/ 6605 w 107467"/>
                  <a:gd name="connsiteY16" fmla="*/ 93762 h 147767"/>
                  <a:gd name="connsiteX17" fmla="*/ 51831 w 107467"/>
                  <a:gd name="connsiteY17" fmla="*/ 93762 h 147767"/>
                  <a:gd name="connsiteX18" fmla="*/ 53622 w 107467"/>
                  <a:gd name="connsiteY18" fmla="*/ 94658 h 147767"/>
                  <a:gd name="connsiteX19" fmla="*/ 54070 w 107467"/>
                  <a:gd name="connsiteY19" fmla="*/ 96449 h 147767"/>
                  <a:gd name="connsiteX20" fmla="*/ 46457 w 107467"/>
                  <a:gd name="connsiteY20" fmla="*/ 140331 h 147767"/>
                  <a:gd name="connsiteX21" fmla="*/ 105564 w 107467"/>
                  <a:gd name="connsiteY21" fmla="*/ 57939 h 147767"/>
                  <a:gd name="connsiteX22" fmla="*/ 60339 w 107467"/>
                  <a:gd name="connsiteY22" fmla="*/ 57939 h 147767"/>
                  <a:gd name="connsiteX23" fmla="*/ 58547 w 107467"/>
                  <a:gd name="connsiteY23" fmla="*/ 57044 h 147767"/>
                  <a:gd name="connsiteX24" fmla="*/ 58100 w 107467"/>
                  <a:gd name="connsiteY24" fmla="*/ 55253 h 147767"/>
                  <a:gd name="connsiteX25" fmla="*/ 65712 w 107467"/>
                  <a:gd name="connsiteY25" fmla="*/ 11370 h 147767"/>
                  <a:gd name="connsiteX26" fmla="*/ 6605 w 107467"/>
                  <a:gd name="connsiteY26" fmla="*/ 93762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7467" h="147767">
                    <a:moveTo>
                      <a:pt x="42427" y="151973"/>
                    </a:moveTo>
                    <a:cubicBezTo>
                      <a:pt x="41979" y="151973"/>
                      <a:pt x="41979" y="151973"/>
                      <a:pt x="41532" y="151973"/>
                    </a:cubicBezTo>
                    <a:cubicBezTo>
                      <a:pt x="40636" y="151526"/>
                      <a:pt x="40188" y="150630"/>
                      <a:pt x="40188" y="149735"/>
                    </a:cubicBezTo>
                    <a:lnTo>
                      <a:pt x="49144" y="98688"/>
                    </a:lnTo>
                    <a:lnTo>
                      <a:pt x="2127" y="98688"/>
                    </a:lnTo>
                    <a:cubicBezTo>
                      <a:pt x="1231" y="98688"/>
                      <a:pt x="336" y="98240"/>
                      <a:pt x="336" y="97344"/>
                    </a:cubicBezTo>
                    <a:cubicBezTo>
                      <a:pt x="-112" y="96449"/>
                      <a:pt x="-112" y="95553"/>
                      <a:pt x="336" y="95105"/>
                    </a:cubicBezTo>
                    <a:lnTo>
                      <a:pt x="67503" y="1071"/>
                    </a:lnTo>
                    <a:cubicBezTo>
                      <a:pt x="67951" y="176"/>
                      <a:pt x="69294" y="-272"/>
                      <a:pt x="70190" y="176"/>
                    </a:cubicBezTo>
                    <a:cubicBezTo>
                      <a:pt x="71085" y="624"/>
                      <a:pt x="71533" y="1519"/>
                      <a:pt x="71533" y="2415"/>
                    </a:cubicBezTo>
                    <a:lnTo>
                      <a:pt x="62578" y="53461"/>
                    </a:lnTo>
                    <a:lnTo>
                      <a:pt x="109595" y="53461"/>
                    </a:lnTo>
                    <a:cubicBezTo>
                      <a:pt x="110490" y="53461"/>
                      <a:pt x="111386" y="53910"/>
                      <a:pt x="111386" y="54805"/>
                    </a:cubicBezTo>
                    <a:cubicBezTo>
                      <a:pt x="111834" y="55700"/>
                      <a:pt x="111834" y="56596"/>
                      <a:pt x="111386" y="57044"/>
                    </a:cubicBezTo>
                    <a:lnTo>
                      <a:pt x="44218" y="151078"/>
                    </a:lnTo>
                    <a:cubicBezTo>
                      <a:pt x="43771" y="151526"/>
                      <a:pt x="43323" y="151973"/>
                      <a:pt x="42427" y="151973"/>
                    </a:cubicBezTo>
                    <a:close/>
                    <a:moveTo>
                      <a:pt x="6605" y="93762"/>
                    </a:moveTo>
                    <a:lnTo>
                      <a:pt x="51831" y="93762"/>
                    </a:lnTo>
                    <a:cubicBezTo>
                      <a:pt x="52279" y="93762"/>
                      <a:pt x="53174" y="94210"/>
                      <a:pt x="53622" y="94658"/>
                    </a:cubicBezTo>
                    <a:cubicBezTo>
                      <a:pt x="54070" y="95105"/>
                      <a:pt x="54070" y="96001"/>
                      <a:pt x="54070" y="96449"/>
                    </a:cubicBezTo>
                    <a:lnTo>
                      <a:pt x="46457" y="140331"/>
                    </a:lnTo>
                    <a:lnTo>
                      <a:pt x="105564" y="57939"/>
                    </a:lnTo>
                    <a:lnTo>
                      <a:pt x="60339" y="57939"/>
                    </a:lnTo>
                    <a:cubicBezTo>
                      <a:pt x="59891" y="57939"/>
                      <a:pt x="58995" y="57492"/>
                      <a:pt x="58547" y="57044"/>
                    </a:cubicBezTo>
                    <a:cubicBezTo>
                      <a:pt x="58100" y="56596"/>
                      <a:pt x="58100" y="55700"/>
                      <a:pt x="58100" y="55253"/>
                    </a:cubicBezTo>
                    <a:lnTo>
                      <a:pt x="65712" y="11370"/>
                    </a:lnTo>
                    <a:lnTo>
                      <a:pt x="6605" y="93762"/>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90" name="Freeform: Shape 4786">
                <a:extLst>
                  <a:ext uri="{FF2B5EF4-FFF2-40B4-BE49-F238E27FC236}">
                    <a16:creationId xmlns:a16="http://schemas.microsoft.com/office/drawing/2014/main" id="{86F74F96-E091-732D-DA29-A90A44A9AE5B}"/>
                  </a:ext>
                  <a:ext uri="{C183D7F6-B498-43B3-948B-1728B52AA6E4}">
                    <adec:decorative xmlns:adec="http://schemas.microsoft.com/office/drawing/2017/decorative" val="1"/>
                  </a:ext>
                </a:extLst>
              </p:cNvPr>
              <p:cNvSpPr>
                <a:spLocks noChangeAspect="1"/>
              </p:cNvSpPr>
              <p:nvPr/>
            </p:nvSpPr>
            <p:spPr>
              <a:xfrm>
                <a:off x="10840552" y="2078616"/>
                <a:ext cx="152246" cy="147768"/>
              </a:xfrm>
              <a:custGeom>
                <a:avLst/>
                <a:gdLst>
                  <a:gd name="connsiteX0" fmla="*/ 76123 w 152245"/>
                  <a:gd name="connsiteY0" fmla="*/ 0 h 147767"/>
                  <a:gd name="connsiteX1" fmla="*/ 0 w 152245"/>
                  <a:gd name="connsiteY1" fmla="*/ 76123 h 147767"/>
                  <a:gd name="connsiteX2" fmla="*/ 76123 w 152245"/>
                  <a:gd name="connsiteY2" fmla="*/ 152246 h 147767"/>
                  <a:gd name="connsiteX3" fmla="*/ 152246 w 152245"/>
                  <a:gd name="connsiteY3" fmla="*/ 76123 h 147767"/>
                  <a:gd name="connsiteX4" fmla="*/ 76123 w 152245"/>
                  <a:gd name="connsiteY4" fmla="*/ 0 h 147767"/>
                  <a:gd name="connsiteX5" fmla="*/ 138812 w 152245"/>
                  <a:gd name="connsiteY5" fmla="*/ 110602 h 147767"/>
                  <a:gd name="connsiteX6" fmla="*/ 107915 w 152245"/>
                  <a:gd name="connsiteY6" fmla="*/ 118214 h 147767"/>
                  <a:gd name="connsiteX7" fmla="*/ 95378 w 152245"/>
                  <a:gd name="connsiteY7" fmla="*/ 100751 h 147767"/>
                  <a:gd name="connsiteX8" fmla="*/ 105676 w 152245"/>
                  <a:gd name="connsiteY8" fmla="*/ 69406 h 147767"/>
                  <a:gd name="connsiteX9" fmla="*/ 126722 w 152245"/>
                  <a:gd name="connsiteY9" fmla="*/ 62689 h 147767"/>
                  <a:gd name="connsiteX10" fmla="*/ 147320 w 152245"/>
                  <a:gd name="connsiteY10" fmla="*/ 80600 h 147767"/>
                  <a:gd name="connsiteX11" fmla="*/ 138812 w 152245"/>
                  <a:gd name="connsiteY11" fmla="*/ 110602 h 147767"/>
                  <a:gd name="connsiteX12" fmla="*/ 42539 w 152245"/>
                  <a:gd name="connsiteY12" fmla="*/ 118214 h 147767"/>
                  <a:gd name="connsiteX13" fmla="*/ 13881 w 152245"/>
                  <a:gd name="connsiteY13" fmla="*/ 112393 h 147767"/>
                  <a:gd name="connsiteX14" fmla="*/ 4478 w 152245"/>
                  <a:gd name="connsiteY14" fmla="*/ 80600 h 147767"/>
                  <a:gd name="connsiteX15" fmla="*/ 25076 w 152245"/>
                  <a:gd name="connsiteY15" fmla="*/ 62689 h 147767"/>
                  <a:gd name="connsiteX16" fmla="*/ 43883 w 152245"/>
                  <a:gd name="connsiteY16" fmla="*/ 69406 h 147767"/>
                  <a:gd name="connsiteX17" fmla="*/ 54182 w 152245"/>
                  <a:gd name="connsiteY17" fmla="*/ 101199 h 147767"/>
                  <a:gd name="connsiteX18" fmla="*/ 42539 w 152245"/>
                  <a:gd name="connsiteY18" fmla="*/ 118214 h 147767"/>
                  <a:gd name="connsiteX19" fmla="*/ 4478 w 152245"/>
                  <a:gd name="connsiteY19" fmla="*/ 74332 h 147767"/>
                  <a:gd name="connsiteX20" fmla="*/ 17016 w 152245"/>
                  <a:gd name="connsiteY20" fmla="*/ 35375 h 147767"/>
                  <a:gd name="connsiteX21" fmla="*/ 21941 w 152245"/>
                  <a:gd name="connsiteY21" fmla="*/ 59107 h 147767"/>
                  <a:gd name="connsiteX22" fmla="*/ 4478 w 152245"/>
                  <a:gd name="connsiteY22" fmla="*/ 74332 h 147767"/>
                  <a:gd name="connsiteX23" fmla="*/ 58660 w 152245"/>
                  <a:gd name="connsiteY23" fmla="*/ 98960 h 147767"/>
                  <a:gd name="connsiteX24" fmla="*/ 48361 w 152245"/>
                  <a:gd name="connsiteY24" fmla="*/ 68063 h 147767"/>
                  <a:gd name="connsiteX25" fmla="*/ 75228 w 152245"/>
                  <a:gd name="connsiteY25" fmla="*/ 48808 h 147767"/>
                  <a:gd name="connsiteX26" fmla="*/ 102094 w 152245"/>
                  <a:gd name="connsiteY26" fmla="*/ 68063 h 147767"/>
                  <a:gd name="connsiteX27" fmla="*/ 91795 w 152245"/>
                  <a:gd name="connsiteY27" fmla="*/ 98960 h 147767"/>
                  <a:gd name="connsiteX28" fmla="*/ 58660 w 152245"/>
                  <a:gd name="connsiteY28" fmla="*/ 98960 h 147767"/>
                  <a:gd name="connsiteX29" fmla="*/ 129857 w 152245"/>
                  <a:gd name="connsiteY29" fmla="*/ 59555 h 147767"/>
                  <a:gd name="connsiteX30" fmla="*/ 134782 w 152245"/>
                  <a:gd name="connsiteY30" fmla="*/ 35375 h 147767"/>
                  <a:gd name="connsiteX31" fmla="*/ 147768 w 152245"/>
                  <a:gd name="connsiteY31" fmla="*/ 74780 h 147767"/>
                  <a:gd name="connsiteX32" fmla="*/ 129857 w 152245"/>
                  <a:gd name="connsiteY32" fmla="*/ 59555 h 147767"/>
                  <a:gd name="connsiteX33" fmla="*/ 131200 w 152245"/>
                  <a:gd name="connsiteY33" fmla="*/ 30449 h 147767"/>
                  <a:gd name="connsiteX34" fmla="*/ 125379 w 152245"/>
                  <a:gd name="connsiteY34" fmla="*/ 58211 h 147767"/>
                  <a:gd name="connsiteX35" fmla="*/ 105229 w 152245"/>
                  <a:gd name="connsiteY35" fmla="*/ 64480 h 147767"/>
                  <a:gd name="connsiteX36" fmla="*/ 77466 w 152245"/>
                  <a:gd name="connsiteY36" fmla="*/ 44330 h 147767"/>
                  <a:gd name="connsiteX37" fmla="*/ 78810 w 152245"/>
                  <a:gd name="connsiteY37" fmla="*/ 22837 h 147767"/>
                  <a:gd name="connsiteX38" fmla="*/ 102990 w 152245"/>
                  <a:gd name="connsiteY38" fmla="*/ 9403 h 147767"/>
                  <a:gd name="connsiteX39" fmla="*/ 131200 w 152245"/>
                  <a:gd name="connsiteY39" fmla="*/ 30449 h 147767"/>
                  <a:gd name="connsiteX40" fmla="*/ 97169 w 152245"/>
                  <a:gd name="connsiteY40" fmla="*/ 7612 h 147767"/>
                  <a:gd name="connsiteX41" fmla="*/ 76571 w 152245"/>
                  <a:gd name="connsiteY41" fmla="*/ 19255 h 147767"/>
                  <a:gd name="connsiteX42" fmla="*/ 55973 w 152245"/>
                  <a:gd name="connsiteY42" fmla="*/ 7164 h 147767"/>
                  <a:gd name="connsiteX43" fmla="*/ 76123 w 152245"/>
                  <a:gd name="connsiteY43" fmla="*/ 4030 h 147767"/>
                  <a:gd name="connsiteX44" fmla="*/ 97169 w 152245"/>
                  <a:gd name="connsiteY44" fmla="*/ 7612 h 147767"/>
                  <a:gd name="connsiteX45" fmla="*/ 50152 w 152245"/>
                  <a:gd name="connsiteY45" fmla="*/ 9403 h 147767"/>
                  <a:gd name="connsiteX46" fmla="*/ 73884 w 152245"/>
                  <a:gd name="connsiteY46" fmla="*/ 23285 h 147767"/>
                  <a:gd name="connsiteX47" fmla="*/ 72541 w 152245"/>
                  <a:gd name="connsiteY47" fmla="*/ 44778 h 147767"/>
                  <a:gd name="connsiteX48" fmla="*/ 44778 w 152245"/>
                  <a:gd name="connsiteY48" fmla="*/ 64480 h 147767"/>
                  <a:gd name="connsiteX49" fmla="*/ 25972 w 152245"/>
                  <a:gd name="connsiteY49" fmla="*/ 58211 h 147767"/>
                  <a:gd name="connsiteX50" fmla="*/ 20150 w 152245"/>
                  <a:gd name="connsiteY50" fmla="*/ 30897 h 147767"/>
                  <a:gd name="connsiteX51" fmla="*/ 50152 w 152245"/>
                  <a:gd name="connsiteY51" fmla="*/ 9403 h 147767"/>
                  <a:gd name="connsiteX52" fmla="*/ 17464 w 152245"/>
                  <a:gd name="connsiteY52" fmla="*/ 117319 h 147767"/>
                  <a:gd name="connsiteX53" fmla="*/ 42092 w 152245"/>
                  <a:gd name="connsiteY53" fmla="*/ 122244 h 147767"/>
                  <a:gd name="connsiteX54" fmla="*/ 52391 w 152245"/>
                  <a:gd name="connsiteY54" fmla="*/ 143738 h 147767"/>
                  <a:gd name="connsiteX55" fmla="*/ 17464 w 152245"/>
                  <a:gd name="connsiteY55" fmla="*/ 117319 h 147767"/>
                  <a:gd name="connsiteX56" fmla="*/ 58212 w 152245"/>
                  <a:gd name="connsiteY56" fmla="*/ 145529 h 147767"/>
                  <a:gd name="connsiteX57" fmla="*/ 46122 w 152245"/>
                  <a:gd name="connsiteY57" fmla="*/ 120901 h 147767"/>
                  <a:gd name="connsiteX58" fmla="*/ 58212 w 152245"/>
                  <a:gd name="connsiteY58" fmla="*/ 103438 h 147767"/>
                  <a:gd name="connsiteX59" fmla="*/ 92243 w 152245"/>
                  <a:gd name="connsiteY59" fmla="*/ 103438 h 147767"/>
                  <a:gd name="connsiteX60" fmla="*/ 104781 w 152245"/>
                  <a:gd name="connsiteY60" fmla="*/ 120901 h 147767"/>
                  <a:gd name="connsiteX61" fmla="*/ 91795 w 152245"/>
                  <a:gd name="connsiteY61" fmla="*/ 145977 h 147767"/>
                  <a:gd name="connsiteX62" fmla="*/ 76123 w 152245"/>
                  <a:gd name="connsiteY62" fmla="*/ 147768 h 147767"/>
                  <a:gd name="connsiteX63" fmla="*/ 58212 w 152245"/>
                  <a:gd name="connsiteY63" fmla="*/ 145529 h 147767"/>
                  <a:gd name="connsiteX64" fmla="*/ 97617 w 152245"/>
                  <a:gd name="connsiteY64" fmla="*/ 144633 h 147767"/>
                  <a:gd name="connsiteX65" fmla="*/ 108811 w 152245"/>
                  <a:gd name="connsiteY65" fmla="*/ 122692 h 147767"/>
                  <a:gd name="connsiteX66" fmla="*/ 135678 w 152245"/>
                  <a:gd name="connsiteY66" fmla="*/ 115975 h 147767"/>
                  <a:gd name="connsiteX67" fmla="*/ 97617 w 152245"/>
                  <a:gd name="connsiteY67" fmla="*/ 144633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52245" h="147767">
                    <a:moveTo>
                      <a:pt x="76123" y="0"/>
                    </a:moveTo>
                    <a:cubicBezTo>
                      <a:pt x="34032" y="0"/>
                      <a:pt x="0" y="34032"/>
                      <a:pt x="0" y="76123"/>
                    </a:cubicBezTo>
                    <a:cubicBezTo>
                      <a:pt x="0" y="118214"/>
                      <a:pt x="34032" y="152246"/>
                      <a:pt x="76123" y="152246"/>
                    </a:cubicBezTo>
                    <a:cubicBezTo>
                      <a:pt x="118215" y="152246"/>
                      <a:pt x="152246" y="118214"/>
                      <a:pt x="152246" y="76123"/>
                    </a:cubicBezTo>
                    <a:cubicBezTo>
                      <a:pt x="152246" y="34032"/>
                      <a:pt x="118215" y="0"/>
                      <a:pt x="76123" y="0"/>
                    </a:cubicBezTo>
                    <a:close/>
                    <a:moveTo>
                      <a:pt x="138812" y="110602"/>
                    </a:moveTo>
                    <a:lnTo>
                      <a:pt x="107915" y="118214"/>
                    </a:lnTo>
                    <a:lnTo>
                      <a:pt x="95378" y="100751"/>
                    </a:lnTo>
                    <a:lnTo>
                      <a:pt x="105676" y="69406"/>
                    </a:lnTo>
                    <a:lnTo>
                      <a:pt x="126722" y="62689"/>
                    </a:lnTo>
                    <a:lnTo>
                      <a:pt x="147320" y="80600"/>
                    </a:lnTo>
                    <a:cubicBezTo>
                      <a:pt x="146873" y="91347"/>
                      <a:pt x="143738" y="101647"/>
                      <a:pt x="138812" y="110602"/>
                    </a:cubicBezTo>
                    <a:close/>
                    <a:moveTo>
                      <a:pt x="42539" y="118214"/>
                    </a:moveTo>
                    <a:lnTo>
                      <a:pt x="13881" y="112393"/>
                    </a:lnTo>
                    <a:cubicBezTo>
                      <a:pt x="8508" y="102990"/>
                      <a:pt x="4926" y="92243"/>
                      <a:pt x="4478" y="80600"/>
                    </a:cubicBezTo>
                    <a:lnTo>
                      <a:pt x="25076" y="62689"/>
                    </a:lnTo>
                    <a:lnTo>
                      <a:pt x="43883" y="69406"/>
                    </a:lnTo>
                    <a:lnTo>
                      <a:pt x="54182" y="101199"/>
                    </a:lnTo>
                    <a:lnTo>
                      <a:pt x="42539" y="118214"/>
                    </a:lnTo>
                    <a:close/>
                    <a:moveTo>
                      <a:pt x="4478" y="74332"/>
                    </a:moveTo>
                    <a:cubicBezTo>
                      <a:pt x="4926" y="60003"/>
                      <a:pt x="9404" y="46569"/>
                      <a:pt x="17016" y="35375"/>
                    </a:cubicBezTo>
                    <a:lnTo>
                      <a:pt x="21941" y="59107"/>
                    </a:lnTo>
                    <a:lnTo>
                      <a:pt x="4478" y="74332"/>
                    </a:lnTo>
                    <a:close/>
                    <a:moveTo>
                      <a:pt x="58660" y="98960"/>
                    </a:moveTo>
                    <a:lnTo>
                      <a:pt x="48361" y="68063"/>
                    </a:lnTo>
                    <a:lnTo>
                      <a:pt x="75228" y="48808"/>
                    </a:lnTo>
                    <a:lnTo>
                      <a:pt x="102094" y="68063"/>
                    </a:lnTo>
                    <a:lnTo>
                      <a:pt x="91795" y="98960"/>
                    </a:lnTo>
                    <a:lnTo>
                      <a:pt x="58660" y="98960"/>
                    </a:lnTo>
                    <a:close/>
                    <a:moveTo>
                      <a:pt x="129857" y="59555"/>
                    </a:moveTo>
                    <a:lnTo>
                      <a:pt x="134782" y="35375"/>
                    </a:lnTo>
                    <a:cubicBezTo>
                      <a:pt x="142843" y="46569"/>
                      <a:pt x="147320" y="60003"/>
                      <a:pt x="147768" y="74780"/>
                    </a:cubicBezTo>
                    <a:lnTo>
                      <a:pt x="129857" y="59555"/>
                    </a:lnTo>
                    <a:close/>
                    <a:moveTo>
                      <a:pt x="131200" y="30449"/>
                    </a:moveTo>
                    <a:lnTo>
                      <a:pt x="125379" y="58211"/>
                    </a:lnTo>
                    <a:lnTo>
                      <a:pt x="105229" y="64480"/>
                    </a:lnTo>
                    <a:lnTo>
                      <a:pt x="77466" y="44330"/>
                    </a:lnTo>
                    <a:lnTo>
                      <a:pt x="78810" y="22837"/>
                    </a:lnTo>
                    <a:lnTo>
                      <a:pt x="102990" y="9403"/>
                    </a:lnTo>
                    <a:cubicBezTo>
                      <a:pt x="113737" y="14329"/>
                      <a:pt x="123588" y="21493"/>
                      <a:pt x="131200" y="30449"/>
                    </a:cubicBezTo>
                    <a:close/>
                    <a:moveTo>
                      <a:pt x="97169" y="7612"/>
                    </a:moveTo>
                    <a:lnTo>
                      <a:pt x="76571" y="19255"/>
                    </a:lnTo>
                    <a:lnTo>
                      <a:pt x="55973" y="7164"/>
                    </a:lnTo>
                    <a:cubicBezTo>
                      <a:pt x="62242" y="5373"/>
                      <a:pt x="68959" y="4030"/>
                      <a:pt x="76123" y="4030"/>
                    </a:cubicBezTo>
                    <a:cubicBezTo>
                      <a:pt x="83288" y="4478"/>
                      <a:pt x="90452" y="5821"/>
                      <a:pt x="97169" y="7612"/>
                    </a:cubicBezTo>
                    <a:close/>
                    <a:moveTo>
                      <a:pt x="50152" y="9403"/>
                    </a:moveTo>
                    <a:lnTo>
                      <a:pt x="73884" y="23285"/>
                    </a:lnTo>
                    <a:lnTo>
                      <a:pt x="72541" y="44778"/>
                    </a:lnTo>
                    <a:lnTo>
                      <a:pt x="44778" y="64480"/>
                    </a:lnTo>
                    <a:lnTo>
                      <a:pt x="25972" y="58211"/>
                    </a:lnTo>
                    <a:lnTo>
                      <a:pt x="20150" y="30897"/>
                    </a:lnTo>
                    <a:cubicBezTo>
                      <a:pt x="28210" y="21046"/>
                      <a:pt x="38509" y="13881"/>
                      <a:pt x="50152" y="9403"/>
                    </a:cubicBezTo>
                    <a:close/>
                    <a:moveTo>
                      <a:pt x="17464" y="117319"/>
                    </a:moveTo>
                    <a:lnTo>
                      <a:pt x="42092" y="122244"/>
                    </a:lnTo>
                    <a:lnTo>
                      <a:pt x="52391" y="143738"/>
                    </a:lnTo>
                    <a:cubicBezTo>
                      <a:pt x="38061" y="138812"/>
                      <a:pt x="25972" y="129409"/>
                      <a:pt x="17464" y="117319"/>
                    </a:cubicBezTo>
                    <a:close/>
                    <a:moveTo>
                      <a:pt x="58212" y="145529"/>
                    </a:moveTo>
                    <a:lnTo>
                      <a:pt x="46122" y="120901"/>
                    </a:lnTo>
                    <a:lnTo>
                      <a:pt x="58212" y="103438"/>
                    </a:lnTo>
                    <a:lnTo>
                      <a:pt x="92243" y="103438"/>
                    </a:lnTo>
                    <a:lnTo>
                      <a:pt x="104781" y="120901"/>
                    </a:lnTo>
                    <a:lnTo>
                      <a:pt x="91795" y="145977"/>
                    </a:lnTo>
                    <a:cubicBezTo>
                      <a:pt x="86870" y="147320"/>
                      <a:pt x="81496" y="147768"/>
                      <a:pt x="76123" y="147768"/>
                    </a:cubicBezTo>
                    <a:cubicBezTo>
                      <a:pt x="69854" y="147768"/>
                      <a:pt x="64033" y="146872"/>
                      <a:pt x="58212" y="145529"/>
                    </a:cubicBezTo>
                    <a:close/>
                    <a:moveTo>
                      <a:pt x="97617" y="144633"/>
                    </a:moveTo>
                    <a:lnTo>
                      <a:pt x="108811" y="122692"/>
                    </a:lnTo>
                    <a:lnTo>
                      <a:pt x="135678" y="115975"/>
                    </a:lnTo>
                    <a:cubicBezTo>
                      <a:pt x="126722" y="129409"/>
                      <a:pt x="113289" y="139708"/>
                      <a:pt x="97617" y="14463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891" name="Group 4787">
                <a:extLst>
                  <a:ext uri="{FF2B5EF4-FFF2-40B4-BE49-F238E27FC236}">
                    <a16:creationId xmlns:a16="http://schemas.microsoft.com/office/drawing/2014/main" id="{4CC4DC41-F9B0-96AE-D90F-0024A674731C}"/>
                  </a:ext>
                  <a:ext uri="{C183D7F6-B498-43B3-948B-1728B52AA6E4}">
                    <adec:decorative xmlns:adec="http://schemas.microsoft.com/office/drawing/2017/decorative" val="1"/>
                  </a:ext>
                </a:extLst>
              </p:cNvPr>
              <p:cNvGrpSpPr>
                <a:grpSpLocks noChangeAspect="1"/>
              </p:cNvGrpSpPr>
              <p:nvPr/>
            </p:nvGrpSpPr>
            <p:grpSpPr>
              <a:xfrm>
                <a:off x="11375203" y="2078616"/>
                <a:ext cx="111945" cy="147768"/>
                <a:chOff x="5594550" y="5537802"/>
                <a:chExt cx="111945" cy="147768"/>
              </a:xfrm>
            </p:grpSpPr>
            <p:sp>
              <p:nvSpPr>
                <p:cNvPr id="892" name="Freeform: Shape 4788">
                  <a:extLst>
                    <a:ext uri="{FF2B5EF4-FFF2-40B4-BE49-F238E27FC236}">
                      <a16:creationId xmlns:a16="http://schemas.microsoft.com/office/drawing/2014/main" id="{D32B8129-266B-462D-B3F1-2CA345AAA705}"/>
                    </a:ext>
                  </a:extLst>
                </p:cNvPr>
                <p:cNvSpPr/>
                <p:nvPr/>
              </p:nvSpPr>
              <p:spPr>
                <a:xfrm>
                  <a:off x="5607984" y="5537802"/>
                  <a:ext cx="85079" cy="107468"/>
                </a:xfrm>
                <a:custGeom>
                  <a:avLst/>
                  <a:gdLst>
                    <a:gd name="connsiteX0" fmla="*/ 42539 w 85078"/>
                    <a:gd name="connsiteY0" fmla="*/ 111945 h 107467"/>
                    <a:gd name="connsiteX1" fmla="*/ 85079 w 85078"/>
                    <a:gd name="connsiteY1" fmla="*/ 73884 h 107467"/>
                    <a:gd name="connsiteX2" fmla="*/ 85079 w 85078"/>
                    <a:gd name="connsiteY2" fmla="*/ 38061 h 107467"/>
                    <a:gd name="connsiteX3" fmla="*/ 42539 w 85078"/>
                    <a:gd name="connsiteY3" fmla="*/ 0 h 107467"/>
                    <a:gd name="connsiteX4" fmla="*/ 0 w 85078"/>
                    <a:gd name="connsiteY4" fmla="*/ 38061 h 107467"/>
                    <a:gd name="connsiteX5" fmla="*/ 0 w 85078"/>
                    <a:gd name="connsiteY5" fmla="*/ 73884 h 107467"/>
                    <a:gd name="connsiteX6" fmla="*/ 42539 w 85078"/>
                    <a:gd name="connsiteY6" fmla="*/ 111945 h 107467"/>
                    <a:gd name="connsiteX7" fmla="*/ 4478 w 85078"/>
                    <a:gd name="connsiteY7" fmla="*/ 38061 h 107467"/>
                    <a:gd name="connsiteX8" fmla="*/ 42539 w 85078"/>
                    <a:gd name="connsiteY8" fmla="*/ 4478 h 107467"/>
                    <a:gd name="connsiteX9" fmla="*/ 80601 w 85078"/>
                    <a:gd name="connsiteY9" fmla="*/ 38061 h 107467"/>
                    <a:gd name="connsiteX10" fmla="*/ 80601 w 85078"/>
                    <a:gd name="connsiteY10" fmla="*/ 73884 h 107467"/>
                    <a:gd name="connsiteX11" fmla="*/ 42539 w 85078"/>
                    <a:gd name="connsiteY11" fmla="*/ 107467 h 107467"/>
                    <a:gd name="connsiteX12" fmla="*/ 4478 w 85078"/>
                    <a:gd name="connsiteY12" fmla="*/ 73884 h 107467"/>
                    <a:gd name="connsiteX13" fmla="*/ 4478 w 85078"/>
                    <a:gd name="connsiteY13" fmla="*/ 38061 h 1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078" h="107467">
                      <a:moveTo>
                        <a:pt x="42539" y="111945"/>
                      </a:moveTo>
                      <a:cubicBezTo>
                        <a:pt x="65824" y="111945"/>
                        <a:pt x="85079" y="94930"/>
                        <a:pt x="85079" y="73884"/>
                      </a:cubicBezTo>
                      <a:lnTo>
                        <a:pt x="85079" y="38061"/>
                      </a:lnTo>
                      <a:cubicBezTo>
                        <a:pt x="85079" y="17016"/>
                        <a:pt x="65824" y="0"/>
                        <a:pt x="42539" y="0"/>
                      </a:cubicBezTo>
                      <a:cubicBezTo>
                        <a:pt x="19255" y="0"/>
                        <a:pt x="0" y="17016"/>
                        <a:pt x="0" y="38061"/>
                      </a:cubicBezTo>
                      <a:lnTo>
                        <a:pt x="0" y="73884"/>
                      </a:lnTo>
                      <a:cubicBezTo>
                        <a:pt x="0" y="94930"/>
                        <a:pt x="18807" y="111945"/>
                        <a:pt x="42539" y="111945"/>
                      </a:cubicBezTo>
                      <a:close/>
                      <a:moveTo>
                        <a:pt x="4478" y="38061"/>
                      </a:moveTo>
                      <a:cubicBezTo>
                        <a:pt x="4478" y="19702"/>
                        <a:pt x="21494" y="4478"/>
                        <a:pt x="42539" y="4478"/>
                      </a:cubicBezTo>
                      <a:cubicBezTo>
                        <a:pt x="63585" y="4478"/>
                        <a:pt x="80601" y="19702"/>
                        <a:pt x="80601" y="38061"/>
                      </a:cubicBezTo>
                      <a:lnTo>
                        <a:pt x="80601" y="73884"/>
                      </a:lnTo>
                      <a:cubicBezTo>
                        <a:pt x="80601" y="92243"/>
                        <a:pt x="63585" y="107467"/>
                        <a:pt x="42539" y="107467"/>
                      </a:cubicBezTo>
                      <a:cubicBezTo>
                        <a:pt x="21494" y="107467"/>
                        <a:pt x="4478" y="92243"/>
                        <a:pt x="4478" y="73884"/>
                      </a:cubicBezTo>
                      <a:lnTo>
                        <a:pt x="4478" y="3806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93" name="Freeform: Shape 4789">
                  <a:extLst>
                    <a:ext uri="{FF2B5EF4-FFF2-40B4-BE49-F238E27FC236}">
                      <a16:creationId xmlns:a16="http://schemas.microsoft.com/office/drawing/2014/main" id="{0A6741AB-8A19-EFBE-E613-B1F8CBA50ED8}"/>
                    </a:ext>
                  </a:extLst>
                </p:cNvPr>
                <p:cNvSpPr/>
                <p:nvPr/>
              </p:nvSpPr>
              <p:spPr>
                <a:xfrm>
                  <a:off x="5594550" y="5604969"/>
                  <a:ext cx="111945" cy="80601"/>
                </a:xfrm>
                <a:custGeom>
                  <a:avLst/>
                  <a:gdLst>
                    <a:gd name="connsiteX0" fmla="*/ 109707 w 111945"/>
                    <a:gd name="connsiteY0" fmla="*/ 0 h 80600"/>
                    <a:gd name="connsiteX1" fmla="*/ 107468 w 111945"/>
                    <a:gd name="connsiteY1" fmla="*/ 2239 h 80600"/>
                    <a:gd name="connsiteX2" fmla="*/ 107468 w 111945"/>
                    <a:gd name="connsiteY2" fmla="*/ 8060 h 80600"/>
                    <a:gd name="connsiteX3" fmla="*/ 55973 w 111945"/>
                    <a:gd name="connsiteY3" fmla="*/ 53734 h 80600"/>
                    <a:gd name="connsiteX4" fmla="*/ 4478 w 111945"/>
                    <a:gd name="connsiteY4" fmla="*/ 8060 h 80600"/>
                    <a:gd name="connsiteX5" fmla="*/ 4478 w 111945"/>
                    <a:gd name="connsiteY5" fmla="*/ 2239 h 80600"/>
                    <a:gd name="connsiteX6" fmla="*/ 2239 w 111945"/>
                    <a:gd name="connsiteY6" fmla="*/ 0 h 80600"/>
                    <a:gd name="connsiteX7" fmla="*/ 0 w 111945"/>
                    <a:gd name="connsiteY7" fmla="*/ 2239 h 80600"/>
                    <a:gd name="connsiteX8" fmla="*/ 0 w 111945"/>
                    <a:gd name="connsiteY8" fmla="*/ 8060 h 80600"/>
                    <a:gd name="connsiteX9" fmla="*/ 53734 w 111945"/>
                    <a:gd name="connsiteY9" fmla="*/ 57764 h 80600"/>
                    <a:gd name="connsiteX10" fmla="*/ 53734 w 111945"/>
                    <a:gd name="connsiteY10" fmla="*/ 82392 h 80600"/>
                    <a:gd name="connsiteX11" fmla="*/ 55973 w 111945"/>
                    <a:gd name="connsiteY11" fmla="*/ 84631 h 80600"/>
                    <a:gd name="connsiteX12" fmla="*/ 58212 w 111945"/>
                    <a:gd name="connsiteY12" fmla="*/ 82392 h 80600"/>
                    <a:gd name="connsiteX13" fmla="*/ 58212 w 111945"/>
                    <a:gd name="connsiteY13" fmla="*/ 57764 h 80600"/>
                    <a:gd name="connsiteX14" fmla="*/ 111945 w 111945"/>
                    <a:gd name="connsiteY14" fmla="*/ 8060 h 80600"/>
                    <a:gd name="connsiteX15" fmla="*/ 111945 w 111945"/>
                    <a:gd name="connsiteY15" fmla="*/ 2239 h 80600"/>
                    <a:gd name="connsiteX16" fmla="*/ 109707 w 111945"/>
                    <a:gd name="connsiteY16" fmla="*/ 0 h 8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945" h="80600">
                      <a:moveTo>
                        <a:pt x="109707" y="0"/>
                      </a:moveTo>
                      <a:cubicBezTo>
                        <a:pt x="108363" y="0"/>
                        <a:pt x="107468" y="896"/>
                        <a:pt x="107468" y="2239"/>
                      </a:cubicBezTo>
                      <a:lnTo>
                        <a:pt x="107468" y="8060"/>
                      </a:lnTo>
                      <a:cubicBezTo>
                        <a:pt x="107468" y="33136"/>
                        <a:pt x="84183" y="53734"/>
                        <a:pt x="55973" y="53734"/>
                      </a:cubicBezTo>
                      <a:cubicBezTo>
                        <a:pt x="27762" y="53734"/>
                        <a:pt x="4478" y="33136"/>
                        <a:pt x="4478" y="8060"/>
                      </a:cubicBezTo>
                      <a:lnTo>
                        <a:pt x="4478" y="2239"/>
                      </a:lnTo>
                      <a:cubicBezTo>
                        <a:pt x="4478" y="896"/>
                        <a:pt x="3582" y="0"/>
                        <a:pt x="2239" y="0"/>
                      </a:cubicBezTo>
                      <a:cubicBezTo>
                        <a:pt x="895" y="0"/>
                        <a:pt x="0" y="896"/>
                        <a:pt x="0" y="2239"/>
                      </a:cubicBezTo>
                      <a:lnTo>
                        <a:pt x="0" y="8060"/>
                      </a:lnTo>
                      <a:cubicBezTo>
                        <a:pt x="0" y="34927"/>
                        <a:pt x="23733" y="56869"/>
                        <a:pt x="53734" y="57764"/>
                      </a:cubicBezTo>
                      <a:lnTo>
                        <a:pt x="53734" y="82392"/>
                      </a:lnTo>
                      <a:cubicBezTo>
                        <a:pt x="53734" y="83736"/>
                        <a:pt x="54629" y="84631"/>
                        <a:pt x="55973" y="84631"/>
                      </a:cubicBezTo>
                      <a:cubicBezTo>
                        <a:pt x="57316" y="84631"/>
                        <a:pt x="58212" y="83736"/>
                        <a:pt x="58212" y="82392"/>
                      </a:cubicBezTo>
                      <a:lnTo>
                        <a:pt x="58212" y="57764"/>
                      </a:lnTo>
                      <a:cubicBezTo>
                        <a:pt x="88213" y="56869"/>
                        <a:pt x="111945" y="34927"/>
                        <a:pt x="111945" y="8060"/>
                      </a:cubicBezTo>
                      <a:lnTo>
                        <a:pt x="111945" y="2239"/>
                      </a:lnTo>
                      <a:cubicBezTo>
                        <a:pt x="111945" y="896"/>
                        <a:pt x="110602" y="0"/>
                        <a:pt x="109707"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894" name="Group 4790">
                <a:extLst>
                  <a:ext uri="{FF2B5EF4-FFF2-40B4-BE49-F238E27FC236}">
                    <a16:creationId xmlns:a16="http://schemas.microsoft.com/office/drawing/2014/main" id="{09E4CE47-58A6-1A72-2CA7-3788506157C4}"/>
                  </a:ext>
                  <a:ext uri="{C183D7F6-B498-43B3-948B-1728B52AA6E4}">
                    <adec:decorative xmlns:adec="http://schemas.microsoft.com/office/drawing/2017/decorative" val="1"/>
                  </a:ext>
                </a:extLst>
              </p:cNvPr>
              <p:cNvGrpSpPr>
                <a:grpSpLocks noChangeAspect="1"/>
              </p:cNvGrpSpPr>
              <p:nvPr/>
            </p:nvGrpSpPr>
            <p:grpSpPr>
              <a:xfrm>
                <a:off x="6379302" y="2440872"/>
                <a:ext cx="120901" cy="125379"/>
                <a:chOff x="598649" y="5900058"/>
                <a:chExt cx="120901" cy="125379"/>
              </a:xfrm>
            </p:grpSpPr>
            <p:sp>
              <p:nvSpPr>
                <p:cNvPr id="895" name="Freeform: Shape 4791">
                  <a:extLst>
                    <a:ext uri="{FF2B5EF4-FFF2-40B4-BE49-F238E27FC236}">
                      <a16:creationId xmlns:a16="http://schemas.microsoft.com/office/drawing/2014/main" id="{0FF110AD-29EA-E1C2-DBC0-1791C9D5E5D3}"/>
                    </a:ext>
                  </a:extLst>
                </p:cNvPr>
                <p:cNvSpPr/>
                <p:nvPr/>
              </p:nvSpPr>
              <p:spPr>
                <a:xfrm>
                  <a:off x="598649" y="5900058"/>
                  <a:ext cx="120901" cy="125379"/>
                </a:xfrm>
                <a:custGeom>
                  <a:avLst/>
                  <a:gdLst>
                    <a:gd name="connsiteX0" fmla="*/ 109707 w 120901"/>
                    <a:gd name="connsiteY0" fmla="*/ 125379 h 125378"/>
                    <a:gd name="connsiteX1" fmla="*/ 15672 w 120901"/>
                    <a:gd name="connsiteY1" fmla="*/ 125379 h 125378"/>
                    <a:gd name="connsiteX2" fmla="*/ 0 w 120901"/>
                    <a:gd name="connsiteY2" fmla="*/ 109707 h 125378"/>
                    <a:gd name="connsiteX3" fmla="*/ 0 w 120901"/>
                    <a:gd name="connsiteY3" fmla="*/ 15672 h 125378"/>
                    <a:gd name="connsiteX4" fmla="*/ 15672 w 120901"/>
                    <a:gd name="connsiteY4" fmla="*/ 0 h 125378"/>
                    <a:gd name="connsiteX5" fmla="*/ 109707 w 120901"/>
                    <a:gd name="connsiteY5" fmla="*/ 0 h 125378"/>
                    <a:gd name="connsiteX6" fmla="*/ 125379 w 120901"/>
                    <a:gd name="connsiteY6" fmla="*/ 15672 h 125378"/>
                    <a:gd name="connsiteX7" fmla="*/ 125379 w 120901"/>
                    <a:gd name="connsiteY7" fmla="*/ 109707 h 125378"/>
                    <a:gd name="connsiteX8" fmla="*/ 109707 w 120901"/>
                    <a:gd name="connsiteY8" fmla="*/ 125379 h 125378"/>
                    <a:gd name="connsiteX9" fmla="*/ 15672 w 120901"/>
                    <a:gd name="connsiteY9" fmla="*/ 4478 h 125378"/>
                    <a:gd name="connsiteX10" fmla="*/ 4478 w 120901"/>
                    <a:gd name="connsiteY10" fmla="*/ 15672 h 125378"/>
                    <a:gd name="connsiteX11" fmla="*/ 4478 w 120901"/>
                    <a:gd name="connsiteY11" fmla="*/ 109707 h 125378"/>
                    <a:gd name="connsiteX12" fmla="*/ 15672 w 120901"/>
                    <a:gd name="connsiteY12" fmla="*/ 120901 h 125378"/>
                    <a:gd name="connsiteX13" fmla="*/ 109707 w 120901"/>
                    <a:gd name="connsiteY13" fmla="*/ 120901 h 125378"/>
                    <a:gd name="connsiteX14" fmla="*/ 120901 w 120901"/>
                    <a:gd name="connsiteY14" fmla="*/ 109707 h 125378"/>
                    <a:gd name="connsiteX15" fmla="*/ 120901 w 120901"/>
                    <a:gd name="connsiteY15" fmla="*/ 15672 h 125378"/>
                    <a:gd name="connsiteX16" fmla="*/ 109707 w 120901"/>
                    <a:gd name="connsiteY16" fmla="*/ 4478 h 125378"/>
                    <a:gd name="connsiteX17" fmla="*/ 15672 w 120901"/>
                    <a:gd name="connsiteY17"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0901" h="125378">
                      <a:moveTo>
                        <a:pt x="109707" y="125379"/>
                      </a:moveTo>
                      <a:lnTo>
                        <a:pt x="15672" y="125379"/>
                      </a:lnTo>
                      <a:cubicBezTo>
                        <a:pt x="7165" y="125379"/>
                        <a:pt x="0" y="118214"/>
                        <a:pt x="0" y="109707"/>
                      </a:cubicBezTo>
                      <a:lnTo>
                        <a:pt x="0" y="15672"/>
                      </a:lnTo>
                      <a:cubicBezTo>
                        <a:pt x="0" y="7164"/>
                        <a:pt x="7165" y="0"/>
                        <a:pt x="15672" y="0"/>
                      </a:cubicBezTo>
                      <a:lnTo>
                        <a:pt x="109707" y="0"/>
                      </a:lnTo>
                      <a:cubicBezTo>
                        <a:pt x="118214" y="0"/>
                        <a:pt x="125379" y="7164"/>
                        <a:pt x="125379" y="15672"/>
                      </a:cubicBezTo>
                      <a:lnTo>
                        <a:pt x="125379" y="109707"/>
                      </a:lnTo>
                      <a:cubicBezTo>
                        <a:pt x="125379" y="118214"/>
                        <a:pt x="118214" y="125379"/>
                        <a:pt x="109707" y="125379"/>
                      </a:cubicBezTo>
                      <a:close/>
                      <a:moveTo>
                        <a:pt x="15672" y="4478"/>
                      </a:moveTo>
                      <a:cubicBezTo>
                        <a:pt x="9403" y="4478"/>
                        <a:pt x="4478" y="9403"/>
                        <a:pt x="4478" y="15672"/>
                      </a:cubicBezTo>
                      <a:lnTo>
                        <a:pt x="4478" y="109707"/>
                      </a:lnTo>
                      <a:cubicBezTo>
                        <a:pt x="4478" y="115976"/>
                        <a:pt x="9403" y="120901"/>
                        <a:pt x="15672" y="120901"/>
                      </a:cubicBezTo>
                      <a:lnTo>
                        <a:pt x="109707" y="120901"/>
                      </a:lnTo>
                      <a:cubicBezTo>
                        <a:pt x="115975" y="120901"/>
                        <a:pt x="120901" y="115976"/>
                        <a:pt x="120901" y="109707"/>
                      </a:cubicBezTo>
                      <a:lnTo>
                        <a:pt x="120901" y="15672"/>
                      </a:lnTo>
                      <a:cubicBezTo>
                        <a:pt x="120901" y="9403"/>
                        <a:pt x="115975" y="4478"/>
                        <a:pt x="109707" y="4478"/>
                      </a:cubicBezTo>
                      <a:lnTo>
                        <a:pt x="15672" y="447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96" name="Freeform: Shape 4792">
                  <a:extLst>
                    <a:ext uri="{FF2B5EF4-FFF2-40B4-BE49-F238E27FC236}">
                      <a16:creationId xmlns:a16="http://schemas.microsoft.com/office/drawing/2014/main" id="{525AA213-36E4-524E-DEE5-2907464C11E4}"/>
                    </a:ext>
                  </a:extLst>
                </p:cNvPr>
                <p:cNvSpPr/>
                <p:nvPr/>
              </p:nvSpPr>
              <p:spPr>
                <a:xfrm>
                  <a:off x="625516" y="5926925"/>
                  <a:ext cx="67167" cy="71645"/>
                </a:xfrm>
                <a:custGeom>
                  <a:avLst/>
                  <a:gdLst>
                    <a:gd name="connsiteX0" fmla="*/ 35823 w 67167"/>
                    <a:gd name="connsiteY0" fmla="*/ 71645 h 71645"/>
                    <a:gd name="connsiteX1" fmla="*/ 0 w 67167"/>
                    <a:gd name="connsiteY1" fmla="*/ 35823 h 71645"/>
                    <a:gd name="connsiteX2" fmla="*/ 35823 w 67167"/>
                    <a:gd name="connsiteY2" fmla="*/ 0 h 71645"/>
                    <a:gd name="connsiteX3" fmla="*/ 71645 w 67167"/>
                    <a:gd name="connsiteY3" fmla="*/ 35823 h 71645"/>
                    <a:gd name="connsiteX4" fmla="*/ 35823 w 67167"/>
                    <a:gd name="connsiteY4" fmla="*/ 71645 h 71645"/>
                    <a:gd name="connsiteX5" fmla="*/ 35823 w 67167"/>
                    <a:gd name="connsiteY5" fmla="*/ 4478 h 71645"/>
                    <a:gd name="connsiteX6" fmla="*/ 4478 w 67167"/>
                    <a:gd name="connsiteY6" fmla="*/ 35823 h 71645"/>
                    <a:gd name="connsiteX7" fmla="*/ 35823 w 67167"/>
                    <a:gd name="connsiteY7" fmla="*/ 67167 h 71645"/>
                    <a:gd name="connsiteX8" fmla="*/ 67167 w 67167"/>
                    <a:gd name="connsiteY8" fmla="*/ 35823 h 71645"/>
                    <a:gd name="connsiteX9" fmla="*/ 35823 w 67167"/>
                    <a:gd name="connsiteY9" fmla="*/ 4478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167" h="71645">
                      <a:moveTo>
                        <a:pt x="35823" y="71645"/>
                      </a:moveTo>
                      <a:cubicBezTo>
                        <a:pt x="16120" y="71645"/>
                        <a:pt x="0" y="55525"/>
                        <a:pt x="0" y="35823"/>
                      </a:cubicBezTo>
                      <a:cubicBezTo>
                        <a:pt x="0" y="16120"/>
                        <a:pt x="16120" y="0"/>
                        <a:pt x="35823" y="0"/>
                      </a:cubicBezTo>
                      <a:cubicBezTo>
                        <a:pt x="55525" y="0"/>
                        <a:pt x="71645" y="16120"/>
                        <a:pt x="71645" y="35823"/>
                      </a:cubicBezTo>
                      <a:cubicBezTo>
                        <a:pt x="71645" y="55525"/>
                        <a:pt x="55525" y="71645"/>
                        <a:pt x="35823" y="71645"/>
                      </a:cubicBezTo>
                      <a:close/>
                      <a:moveTo>
                        <a:pt x="35823" y="4478"/>
                      </a:moveTo>
                      <a:cubicBezTo>
                        <a:pt x="18359" y="4478"/>
                        <a:pt x="4478" y="18359"/>
                        <a:pt x="4478" y="35823"/>
                      </a:cubicBezTo>
                      <a:cubicBezTo>
                        <a:pt x="4478" y="53286"/>
                        <a:pt x="18359" y="67167"/>
                        <a:pt x="35823" y="67167"/>
                      </a:cubicBezTo>
                      <a:cubicBezTo>
                        <a:pt x="53286" y="67167"/>
                        <a:pt x="67167" y="53286"/>
                        <a:pt x="67167" y="35823"/>
                      </a:cubicBezTo>
                      <a:cubicBezTo>
                        <a:pt x="67167" y="18359"/>
                        <a:pt x="52838" y="4478"/>
                        <a:pt x="3582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97" name="Freeform: Shape 4793">
                  <a:extLst>
                    <a:ext uri="{FF2B5EF4-FFF2-40B4-BE49-F238E27FC236}">
                      <a16:creationId xmlns:a16="http://schemas.microsoft.com/office/drawing/2014/main" id="{CE53EA10-7A56-8622-C508-0FEEE458AA9A}"/>
                    </a:ext>
                  </a:extLst>
                </p:cNvPr>
                <p:cNvSpPr/>
                <p:nvPr/>
              </p:nvSpPr>
              <p:spPr>
                <a:xfrm>
                  <a:off x="692683" y="5913491"/>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6"/>
                        <a:pt x="896" y="0"/>
                        <a:pt x="2239" y="0"/>
                      </a:cubicBezTo>
                      <a:lnTo>
                        <a:pt x="15672" y="0"/>
                      </a:lnTo>
                      <a:cubicBezTo>
                        <a:pt x="17016" y="0"/>
                        <a:pt x="17911" y="896"/>
                        <a:pt x="17911" y="2239"/>
                      </a:cubicBezTo>
                      <a:cubicBezTo>
                        <a:pt x="17911" y="3582"/>
                        <a:pt x="16568" y="4478"/>
                        <a:pt x="15672"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898" name="Freeform: Shape 4794">
                <a:extLst>
                  <a:ext uri="{FF2B5EF4-FFF2-40B4-BE49-F238E27FC236}">
                    <a16:creationId xmlns:a16="http://schemas.microsoft.com/office/drawing/2014/main" id="{E98D14FF-D803-03D2-EA8B-DB614FDF0D02}"/>
                  </a:ext>
                  <a:ext uri="{C183D7F6-B498-43B3-948B-1728B52AA6E4}">
                    <adec:decorative xmlns:adec="http://schemas.microsoft.com/office/drawing/2017/decorative" val="1"/>
                  </a:ext>
                </a:extLst>
              </p:cNvPr>
              <p:cNvSpPr>
                <a:spLocks noChangeAspect="1"/>
              </p:cNvSpPr>
              <p:nvPr/>
            </p:nvSpPr>
            <p:spPr>
              <a:xfrm>
                <a:off x="6639015" y="2440872"/>
                <a:ext cx="125379" cy="125379"/>
              </a:xfrm>
              <a:custGeom>
                <a:avLst/>
                <a:gdLst>
                  <a:gd name="connsiteX0" fmla="*/ 109707 w 125378"/>
                  <a:gd name="connsiteY0" fmla="*/ 13433 h 125378"/>
                  <a:gd name="connsiteX1" fmla="*/ 98512 w 125378"/>
                  <a:gd name="connsiteY1" fmla="*/ 13433 h 125378"/>
                  <a:gd name="connsiteX2" fmla="*/ 98512 w 125378"/>
                  <a:gd name="connsiteY2" fmla="*/ 2239 h 125378"/>
                  <a:gd name="connsiteX3" fmla="*/ 96273 w 125378"/>
                  <a:gd name="connsiteY3" fmla="*/ 0 h 125378"/>
                  <a:gd name="connsiteX4" fmla="*/ 94034 w 125378"/>
                  <a:gd name="connsiteY4" fmla="*/ 2239 h 125378"/>
                  <a:gd name="connsiteX5" fmla="*/ 94034 w 125378"/>
                  <a:gd name="connsiteY5" fmla="*/ 13433 h 125378"/>
                  <a:gd name="connsiteX6" fmla="*/ 31345 w 125378"/>
                  <a:gd name="connsiteY6" fmla="*/ 13433 h 125378"/>
                  <a:gd name="connsiteX7" fmla="*/ 31345 w 125378"/>
                  <a:gd name="connsiteY7" fmla="*/ 2239 h 125378"/>
                  <a:gd name="connsiteX8" fmla="*/ 29106 w 125378"/>
                  <a:gd name="connsiteY8" fmla="*/ 0 h 125378"/>
                  <a:gd name="connsiteX9" fmla="*/ 26867 w 125378"/>
                  <a:gd name="connsiteY9" fmla="*/ 2239 h 125378"/>
                  <a:gd name="connsiteX10" fmla="*/ 26867 w 125378"/>
                  <a:gd name="connsiteY10" fmla="*/ 13433 h 125378"/>
                  <a:gd name="connsiteX11" fmla="*/ 15672 w 125378"/>
                  <a:gd name="connsiteY11" fmla="*/ 13433 h 125378"/>
                  <a:gd name="connsiteX12" fmla="*/ 0 w 125378"/>
                  <a:gd name="connsiteY12" fmla="*/ 29106 h 125378"/>
                  <a:gd name="connsiteX13" fmla="*/ 0 w 125378"/>
                  <a:gd name="connsiteY13" fmla="*/ 109707 h 125378"/>
                  <a:gd name="connsiteX14" fmla="*/ 15672 w 125378"/>
                  <a:gd name="connsiteY14" fmla="*/ 125379 h 125378"/>
                  <a:gd name="connsiteX15" fmla="*/ 109707 w 125378"/>
                  <a:gd name="connsiteY15" fmla="*/ 125379 h 125378"/>
                  <a:gd name="connsiteX16" fmla="*/ 125379 w 125378"/>
                  <a:gd name="connsiteY16" fmla="*/ 109707 h 125378"/>
                  <a:gd name="connsiteX17" fmla="*/ 125379 w 125378"/>
                  <a:gd name="connsiteY17" fmla="*/ 29106 h 125378"/>
                  <a:gd name="connsiteX18" fmla="*/ 109707 w 125378"/>
                  <a:gd name="connsiteY18" fmla="*/ 13433 h 125378"/>
                  <a:gd name="connsiteX19" fmla="*/ 15672 w 125378"/>
                  <a:gd name="connsiteY19" fmla="*/ 17911 h 125378"/>
                  <a:gd name="connsiteX20" fmla="*/ 26867 w 125378"/>
                  <a:gd name="connsiteY20" fmla="*/ 17911 h 125378"/>
                  <a:gd name="connsiteX21" fmla="*/ 26867 w 125378"/>
                  <a:gd name="connsiteY21" fmla="*/ 29106 h 125378"/>
                  <a:gd name="connsiteX22" fmla="*/ 29106 w 125378"/>
                  <a:gd name="connsiteY22" fmla="*/ 31345 h 125378"/>
                  <a:gd name="connsiteX23" fmla="*/ 31345 w 125378"/>
                  <a:gd name="connsiteY23" fmla="*/ 29106 h 125378"/>
                  <a:gd name="connsiteX24" fmla="*/ 31345 w 125378"/>
                  <a:gd name="connsiteY24" fmla="*/ 17911 h 125378"/>
                  <a:gd name="connsiteX25" fmla="*/ 94034 w 125378"/>
                  <a:gd name="connsiteY25" fmla="*/ 17911 h 125378"/>
                  <a:gd name="connsiteX26" fmla="*/ 94034 w 125378"/>
                  <a:gd name="connsiteY26" fmla="*/ 29106 h 125378"/>
                  <a:gd name="connsiteX27" fmla="*/ 96273 w 125378"/>
                  <a:gd name="connsiteY27" fmla="*/ 31345 h 125378"/>
                  <a:gd name="connsiteX28" fmla="*/ 98512 w 125378"/>
                  <a:gd name="connsiteY28" fmla="*/ 29106 h 125378"/>
                  <a:gd name="connsiteX29" fmla="*/ 98512 w 125378"/>
                  <a:gd name="connsiteY29" fmla="*/ 17911 h 125378"/>
                  <a:gd name="connsiteX30" fmla="*/ 109707 w 125378"/>
                  <a:gd name="connsiteY30" fmla="*/ 17911 h 125378"/>
                  <a:gd name="connsiteX31" fmla="*/ 120901 w 125378"/>
                  <a:gd name="connsiteY31" fmla="*/ 29106 h 125378"/>
                  <a:gd name="connsiteX32" fmla="*/ 120901 w 125378"/>
                  <a:gd name="connsiteY32" fmla="*/ 40300 h 125378"/>
                  <a:gd name="connsiteX33" fmla="*/ 4478 w 125378"/>
                  <a:gd name="connsiteY33" fmla="*/ 40300 h 125378"/>
                  <a:gd name="connsiteX34" fmla="*/ 4478 w 125378"/>
                  <a:gd name="connsiteY34" fmla="*/ 29106 h 125378"/>
                  <a:gd name="connsiteX35" fmla="*/ 15672 w 125378"/>
                  <a:gd name="connsiteY35" fmla="*/ 17911 h 125378"/>
                  <a:gd name="connsiteX36" fmla="*/ 109707 w 125378"/>
                  <a:gd name="connsiteY36" fmla="*/ 120901 h 125378"/>
                  <a:gd name="connsiteX37" fmla="*/ 15672 w 125378"/>
                  <a:gd name="connsiteY37" fmla="*/ 120901 h 125378"/>
                  <a:gd name="connsiteX38" fmla="*/ 4478 w 125378"/>
                  <a:gd name="connsiteY38" fmla="*/ 109707 h 125378"/>
                  <a:gd name="connsiteX39" fmla="*/ 4478 w 125378"/>
                  <a:gd name="connsiteY39" fmla="*/ 44778 h 125378"/>
                  <a:gd name="connsiteX40" fmla="*/ 120901 w 125378"/>
                  <a:gd name="connsiteY40" fmla="*/ 44778 h 125378"/>
                  <a:gd name="connsiteX41" fmla="*/ 120901 w 125378"/>
                  <a:gd name="connsiteY41" fmla="*/ 109707 h 125378"/>
                  <a:gd name="connsiteX42" fmla="*/ 109707 w 125378"/>
                  <a:gd name="connsiteY42" fmla="*/ 120901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5378" h="125378">
                    <a:moveTo>
                      <a:pt x="109707" y="13433"/>
                    </a:moveTo>
                    <a:lnTo>
                      <a:pt x="98512" y="13433"/>
                    </a:lnTo>
                    <a:lnTo>
                      <a:pt x="98512" y="2239"/>
                    </a:lnTo>
                    <a:cubicBezTo>
                      <a:pt x="98512" y="896"/>
                      <a:pt x="97616" y="0"/>
                      <a:pt x="96273" y="0"/>
                    </a:cubicBezTo>
                    <a:cubicBezTo>
                      <a:pt x="94930" y="0"/>
                      <a:pt x="94034" y="896"/>
                      <a:pt x="94034" y="2239"/>
                    </a:cubicBezTo>
                    <a:lnTo>
                      <a:pt x="94034" y="13433"/>
                    </a:lnTo>
                    <a:lnTo>
                      <a:pt x="31345" y="13433"/>
                    </a:lnTo>
                    <a:lnTo>
                      <a:pt x="31345" y="2239"/>
                    </a:lnTo>
                    <a:cubicBezTo>
                      <a:pt x="31345" y="896"/>
                      <a:pt x="30449" y="0"/>
                      <a:pt x="29106" y="0"/>
                    </a:cubicBezTo>
                    <a:cubicBezTo>
                      <a:pt x="27762" y="0"/>
                      <a:pt x="26867" y="896"/>
                      <a:pt x="26867" y="2239"/>
                    </a:cubicBezTo>
                    <a:lnTo>
                      <a:pt x="26867" y="13433"/>
                    </a:lnTo>
                    <a:lnTo>
                      <a:pt x="15672" y="13433"/>
                    </a:lnTo>
                    <a:cubicBezTo>
                      <a:pt x="7165" y="13433"/>
                      <a:pt x="0" y="20598"/>
                      <a:pt x="0" y="29106"/>
                    </a:cubicBezTo>
                    <a:lnTo>
                      <a:pt x="0" y="109707"/>
                    </a:lnTo>
                    <a:cubicBezTo>
                      <a:pt x="0" y="118214"/>
                      <a:pt x="7165" y="125379"/>
                      <a:pt x="15672" y="125379"/>
                    </a:cubicBezTo>
                    <a:lnTo>
                      <a:pt x="109707" y="125379"/>
                    </a:lnTo>
                    <a:cubicBezTo>
                      <a:pt x="118214" y="125379"/>
                      <a:pt x="125379" y="118214"/>
                      <a:pt x="125379" y="109707"/>
                    </a:cubicBezTo>
                    <a:lnTo>
                      <a:pt x="125379" y="29106"/>
                    </a:lnTo>
                    <a:cubicBezTo>
                      <a:pt x="125379" y="20598"/>
                      <a:pt x="118214" y="13433"/>
                      <a:pt x="109707" y="13433"/>
                    </a:cubicBezTo>
                    <a:close/>
                    <a:moveTo>
                      <a:pt x="15672" y="17911"/>
                    </a:moveTo>
                    <a:lnTo>
                      <a:pt x="26867" y="17911"/>
                    </a:lnTo>
                    <a:lnTo>
                      <a:pt x="26867" y="29106"/>
                    </a:lnTo>
                    <a:cubicBezTo>
                      <a:pt x="26867" y="30449"/>
                      <a:pt x="27762" y="31345"/>
                      <a:pt x="29106" y="31345"/>
                    </a:cubicBezTo>
                    <a:cubicBezTo>
                      <a:pt x="30449" y="31345"/>
                      <a:pt x="31345" y="30449"/>
                      <a:pt x="31345" y="29106"/>
                    </a:cubicBezTo>
                    <a:lnTo>
                      <a:pt x="31345" y="17911"/>
                    </a:lnTo>
                    <a:lnTo>
                      <a:pt x="94034" y="17911"/>
                    </a:lnTo>
                    <a:lnTo>
                      <a:pt x="94034" y="29106"/>
                    </a:lnTo>
                    <a:cubicBezTo>
                      <a:pt x="94034" y="30449"/>
                      <a:pt x="94930" y="31345"/>
                      <a:pt x="96273" y="31345"/>
                    </a:cubicBezTo>
                    <a:cubicBezTo>
                      <a:pt x="97616" y="31345"/>
                      <a:pt x="98512" y="30449"/>
                      <a:pt x="98512" y="29106"/>
                    </a:cubicBezTo>
                    <a:lnTo>
                      <a:pt x="98512" y="17911"/>
                    </a:lnTo>
                    <a:lnTo>
                      <a:pt x="109707" y="17911"/>
                    </a:lnTo>
                    <a:cubicBezTo>
                      <a:pt x="115975" y="17911"/>
                      <a:pt x="120901" y="22837"/>
                      <a:pt x="120901" y="29106"/>
                    </a:cubicBezTo>
                    <a:lnTo>
                      <a:pt x="120901" y="40300"/>
                    </a:lnTo>
                    <a:lnTo>
                      <a:pt x="4478" y="40300"/>
                    </a:lnTo>
                    <a:lnTo>
                      <a:pt x="4478" y="29106"/>
                    </a:lnTo>
                    <a:cubicBezTo>
                      <a:pt x="4478" y="22837"/>
                      <a:pt x="9403" y="17911"/>
                      <a:pt x="15672" y="17911"/>
                    </a:cubicBezTo>
                    <a:close/>
                    <a:moveTo>
                      <a:pt x="109707" y="120901"/>
                    </a:moveTo>
                    <a:lnTo>
                      <a:pt x="15672" y="120901"/>
                    </a:lnTo>
                    <a:cubicBezTo>
                      <a:pt x="9403" y="120901"/>
                      <a:pt x="4478" y="115976"/>
                      <a:pt x="4478" y="109707"/>
                    </a:cubicBezTo>
                    <a:lnTo>
                      <a:pt x="4478" y="44778"/>
                    </a:lnTo>
                    <a:lnTo>
                      <a:pt x="120901" y="44778"/>
                    </a:lnTo>
                    <a:lnTo>
                      <a:pt x="120901" y="109707"/>
                    </a:lnTo>
                    <a:cubicBezTo>
                      <a:pt x="120901" y="115976"/>
                      <a:pt x="115528" y="120901"/>
                      <a:pt x="109707" y="12090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899" name="Freeform: Shape 4795">
                <a:extLst>
                  <a:ext uri="{FF2B5EF4-FFF2-40B4-BE49-F238E27FC236}">
                    <a16:creationId xmlns:a16="http://schemas.microsoft.com/office/drawing/2014/main" id="{3EA95E64-8513-707D-B589-D8DAB5CBAC0C}"/>
                  </a:ext>
                  <a:ext uri="{C183D7F6-B498-43B3-948B-1728B52AA6E4}">
                    <adec:decorative xmlns:adec="http://schemas.microsoft.com/office/drawing/2017/decorative" val="1"/>
                  </a:ext>
                </a:extLst>
              </p:cNvPr>
              <p:cNvSpPr>
                <a:spLocks noChangeAspect="1"/>
              </p:cNvSpPr>
              <p:nvPr/>
            </p:nvSpPr>
            <p:spPr>
              <a:xfrm>
                <a:off x="7155308" y="2776260"/>
                <a:ext cx="152246" cy="152246"/>
              </a:xfrm>
              <a:custGeom>
                <a:avLst/>
                <a:gdLst>
                  <a:gd name="connsiteX0" fmla="*/ 76123 w 152245"/>
                  <a:gd name="connsiteY0" fmla="*/ 152246 h 152245"/>
                  <a:gd name="connsiteX1" fmla="*/ 0 w 152245"/>
                  <a:gd name="connsiteY1" fmla="*/ 76123 h 152245"/>
                  <a:gd name="connsiteX2" fmla="*/ 76123 w 152245"/>
                  <a:gd name="connsiteY2" fmla="*/ 0 h 152245"/>
                  <a:gd name="connsiteX3" fmla="*/ 152246 w 152245"/>
                  <a:gd name="connsiteY3" fmla="*/ 76123 h 152245"/>
                  <a:gd name="connsiteX4" fmla="*/ 76123 w 152245"/>
                  <a:gd name="connsiteY4" fmla="*/ 152246 h 152245"/>
                  <a:gd name="connsiteX5" fmla="*/ 76123 w 152245"/>
                  <a:gd name="connsiteY5" fmla="*/ 4478 h 152245"/>
                  <a:gd name="connsiteX6" fmla="*/ 4478 w 152245"/>
                  <a:gd name="connsiteY6" fmla="*/ 76123 h 152245"/>
                  <a:gd name="connsiteX7" fmla="*/ 76123 w 152245"/>
                  <a:gd name="connsiteY7" fmla="*/ 147768 h 152245"/>
                  <a:gd name="connsiteX8" fmla="*/ 147768 w 152245"/>
                  <a:gd name="connsiteY8" fmla="*/ 76123 h 152245"/>
                  <a:gd name="connsiteX9" fmla="*/ 76123 w 152245"/>
                  <a:gd name="connsiteY9" fmla="*/ 447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245" h="152245">
                    <a:moveTo>
                      <a:pt x="76123" y="152246"/>
                    </a:moveTo>
                    <a:cubicBezTo>
                      <a:pt x="34031" y="152246"/>
                      <a:pt x="0" y="118214"/>
                      <a:pt x="0" y="76123"/>
                    </a:cubicBezTo>
                    <a:cubicBezTo>
                      <a:pt x="0" y="34031"/>
                      <a:pt x="34031" y="0"/>
                      <a:pt x="76123" y="0"/>
                    </a:cubicBezTo>
                    <a:cubicBezTo>
                      <a:pt x="118214" y="0"/>
                      <a:pt x="152246" y="34031"/>
                      <a:pt x="152246" y="76123"/>
                    </a:cubicBezTo>
                    <a:cubicBezTo>
                      <a:pt x="152246" y="118214"/>
                      <a:pt x="117767" y="152246"/>
                      <a:pt x="76123" y="152246"/>
                    </a:cubicBezTo>
                    <a:close/>
                    <a:moveTo>
                      <a:pt x="76123" y="4478"/>
                    </a:moveTo>
                    <a:cubicBezTo>
                      <a:pt x="36718" y="4478"/>
                      <a:pt x="4478" y="36718"/>
                      <a:pt x="4478" y="76123"/>
                    </a:cubicBezTo>
                    <a:cubicBezTo>
                      <a:pt x="4478" y="115528"/>
                      <a:pt x="36718" y="147768"/>
                      <a:pt x="76123" y="147768"/>
                    </a:cubicBezTo>
                    <a:cubicBezTo>
                      <a:pt x="115528" y="147768"/>
                      <a:pt x="147768" y="115528"/>
                      <a:pt x="147768" y="76123"/>
                    </a:cubicBezTo>
                    <a:cubicBezTo>
                      <a:pt x="147768" y="36718"/>
                      <a:pt x="115528" y="4478"/>
                      <a:pt x="76123"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900" name="Group 4796">
                <a:extLst>
                  <a:ext uri="{FF2B5EF4-FFF2-40B4-BE49-F238E27FC236}">
                    <a16:creationId xmlns:a16="http://schemas.microsoft.com/office/drawing/2014/main" id="{407C8EE4-05DA-BDBC-CB51-E26D9EAF2CED}"/>
                  </a:ext>
                  <a:ext uri="{C183D7F6-B498-43B3-948B-1728B52AA6E4}">
                    <adec:decorative xmlns:adec="http://schemas.microsoft.com/office/drawing/2017/decorative" val="1"/>
                  </a:ext>
                </a:extLst>
              </p:cNvPr>
              <p:cNvGrpSpPr>
                <a:grpSpLocks noChangeAspect="1"/>
              </p:cNvGrpSpPr>
              <p:nvPr/>
            </p:nvGrpSpPr>
            <p:grpSpPr>
              <a:xfrm>
                <a:off x="6895594" y="2427438"/>
                <a:ext cx="152246" cy="152246"/>
                <a:chOff x="1114941" y="5886624"/>
                <a:chExt cx="152246" cy="152246"/>
              </a:xfrm>
            </p:grpSpPr>
            <p:sp>
              <p:nvSpPr>
                <p:cNvPr id="901" name="Freeform: Shape 4797">
                  <a:extLst>
                    <a:ext uri="{FF2B5EF4-FFF2-40B4-BE49-F238E27FC236}">
                      <a16:creationId xmlns:a16="http://schemas.microsoft.com/office/drawing/2014/main" id="{3257D9F7-6FBD-45A1-7A87-F3BEC02506BB}"/>
                    </a:ext>
                  </a:extLst>
                </p:cNvPr>
                <p:cNvSpPr/>
                <p:nvPr/>
              </p:nvSpPr>
              <p:spPr>
                <a:xfrm>
                  <a:off x="1114941" y="5886624"/>
                  <a:ext cx="152246" cy="152246"/>
                </a:xfrm>
                <a:custGeom>
                  <a:avLst/>
                  <a:gdLst>
                    <a:gd name="connsiteX0" fmla="*/ 76123 w 152245"/>
                    <a:gd name="connsiteY0" fmla="*/ 0 h 152245"/>
                    <a:gd name="connsiteX1" fmla="*/ 0 w 152245"/>
                    <a:gd name="connsiteY1" fmla="*/ 76123 h 152245"/>
                    <a:gd name="connsiteX2" fmla="*/ 76123 w 152245"/>
                    <a:gd name="connsiteY2" fmla="*/ 152246 h 152245"/>
                    <a:gd name="connsiteX3" fmla="*/ 152246 w 152245"/>
                    <a:gd name="connsiteY3" fmla="*/ 76123 h 152245"/>
                    <a:gd name="connsiteX4" fmla="*/ 76123 w 152245"/>
                    <a:gd name="connsiteY4" fmla="*/ 0 h 152245"/>
                    <a:gd name="connsiteX5" fmla="*/ 76123 w 152245"/>
                    <a:gd name="connsiteY5" fmla="*/ 147768 h 152245"/>
                    <a:gd name="connsiteX6" fmla="*/ 4478 w 152245"/>
                    <a:gd name="connsiteY6" fmla="*/ 76123 h 152245"/>
                    <a:gd name="connsiteX7" fmla="*/ 76123 w 152245"/>
                    <a:gd name="connsiteY7" fmla="*/ 4478 h 152245"/>
                    <a:gd name="connsiteX8" fmla="*/ 147768 w 152245"/>
                    <a:gd name="connsiteY8" fmla="*/ 76123 h 152245"/>
                    <a:gd name="connsiteX9" fmla="*/ 76123 w 152245"/>
                    <a:gd name="connsiteY9" fmla="*/ 14776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245" h="152245">
                      <a:moveTo>
                        <a:pt x="76123" y="0"/>
                      </a:moveTo>
                      <a:cubicBezTo>
                        <a:pt x="34031" y="0"/>
                        <a:pt x="0" y="34031"/>
                        <a:pt x="0" y="76123"/>
                      </a:cubicBezTo>
                      <a:cubicBezTo>
                        <a:pt x="0" y="118214"/>
                        <a:pt x="34031" y="152246"/>
                        <a:pt x="76123" y="152246"/>
                      </a:cubicBezTo>
                      <a:cubicBezTo>
                        <a:pt x="118214" y="152246"/>
                        <a:pt x="152246" y="118214"/>
                        <a:pt x="152246" y="76123"/>
                      </a:cubicBezTo>
                      <a:cubicBezTo>
                        <a:pt x="152246" y="34031"/>
                        <a:pt x="118214" y="0"/>
                        <a:pt x="76123" y="0"/>
                      </a:cubicBezTo>
                      <a:close/>
                      <a:moveTo>
                        <a:pt x="76123" y="147768"/>
                      </a:moveTo>
                      <a:cubicBezTo>
                        <a:pt x="36718" y="147768"/>
                        <a:pt x="4478" y="115528"/>
                        <a:pt x="4478" y="76123"/>
                      </a:cubicBezTo>
                      <a:cubicBezTo>
                        <a:pt x="4478" y="36718"/>
                        <a:pt x="36718" y="4478"/>
                        <a:pt x="76123" y="4478"/>
                      </a:cubicBezTo>
                      <a:cubicBezTo>
                        <a:pt x="115528" y="4478"/>
                        <a:pt x="147768" y="36718"/>
                        <a:pt x="147768" y="76123"/>
                      </a:cubicBezTo>
                      <a:cubicBezTo>
                        <a:pt x="147768" y="115528"/>
                        <a:pt x="115528" y="147768"/>
                        <a:pt x="76123" y="14776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02" name="Freeform: Shape 4798">
                  <a:extLst>
                    <a:ext uri="{FF2B5EF4-FFF2-40B4-BE49-F238E27FC236}">
                      <a16:creationId xmlns:a16="http://schemas.microsoft.com/office/drawing/2014/main" id="{30005973-3BA8-83E0-7D41-ED508C8E701B}"/>
                    </a:ext>
                  </a:extLst>
                </p:cNvPr>
                <p:cNvSpPr/>
                <p:nvPr/>
              </p:nvSpPr>
              <p:spPr>
                <a:xfrm>
                  <a:off x="1155465" y="5900058"/>
                  <a:ext cx="35823" cy="62689"/>
                </a:xfrm>
                <a:custGeom>
                  <a:avLst/>
                  <a:gdLst>
                    <a:gd name="connsiteX0" fmla="*/ 35599 w 35822"/>
                    <a:gd name="connsiteY0" fmla="*/ 0 h 62689"/>
                    <a:gd name="connsiteX1" fmla="*/ 33360 w 35822"/>
                    <a:gd name="connsiteY1" fmla="*/ 2239 h 62689"/>
                    <a:gd name="connsiteX2" fmla="*/ 33360 w 35822"/>
                    <a:gd name="connsiteY2" fmla="*/ 57316 h 62689"/>
                    <a:gd name="connsiteX3" fmla="*/ 3806 w 35822"/>
                    <a:gd name="connsiteY3" fmla="*/ 27763 h 62689"/>
                    <a:gd name="connsiteX4" fmla="*/ 672 w 35822"/>
                    <a:gd name="connsiteY4" fmla="*/ 27763 h 62689"/>
                    <a:gd name="connsiteX5" fmla="*/ 672 w 35822"/>
                    <a:gd name="connsiteY5" fmla="*/ 30897 h 62689"/>
                    <a:gd name="connsiteX6" fmla="*/ 34255 w 35822"/>
                    <a:gd name="connsiteY6" fmla="*/ 64481 h 62689"/>
                    <a:gd name="connsiteX7" fmla="*/ 35151 w 35822"/>
                    <a:gd name="connsiteY7" fmla="*/ 64928 h 62689"/>
                    <a:gd name="connsiteX8" fmla="*/ 36046 w 35822"/>
                    <a:gd name="connsiteY8" fmla="*/ 64928 h 62689"/>
                    <a:gd name="connsiteX9" fmla="*/ 36942 w 35822"/>
                    <a:gd name="connsiteY9" fmla="*/ 64928 h 62689"/>
                    <a:gd name="connsiteX10" fmla="*/ 38285 w 35822"/>
                    <a:gd name="connsiteY10" fmla="*/ 63585 h 62689"/>
                    <a:gd name="connsiteX11" fmla="*/ 38285 w 35822"/>
                    <a:gd name="connsiteY11" fmla="*/ 62689 h 62689"/>
                    <a:gd name="connsiteX12" fmla="*/ 38285 w 35822"/>
                    <a:gd name="connsiteY12" fmla="*/ 2239 h 62689"/>
                    <a:gd name="connsiteX13" fmla="*/ 35599 w 35822"/>
                    <a:gd name="connsiteY13" fmla="*/ 0 h 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822" h="62689">
                      <a:moveTo>
                        <a:pt x="35599" y="0"/>
                      </a:moveTo>
                      <a:cubicBezTo>
                        <a:pt x="34255" y="0"/>
                        <a:pt x="33360" y="896"/>
                        <a:pt x="33360" y="2239"/>
                      </a:cubicBezTo>
                      <a:lnTo>
                        <a:pt x="33360" y="57316"/>
                      </a:lnTo>
                      <a:lnTo>
                        <a:pt x="3806" y="27763"/>
                      </a:lnTo>
                      <a:cubicBezTo>
                        <a:pt x="2911" y="26867"/>
                        <a:pt x="1567" y="26867"/>
                        <a:pt x="672" y="27763"/>
                      </a:cubicBezTo>
                      <a:cubicBezTo>
                        <a:pt x="-224" y="28658"/>
                        <a:pt x="-224" y="30002"/>
                        <a:pt x="672" y="30897"/>
                      </a:cubicBezTo>
                      <a:lnTo>
                        <a:pt x="34255" y="64481"/>
                      </a:lnTo>
                      <a:cubicBezTo>
                        <a:pt x="34255" y="64481"/>
                        <a:pt x="34703" y="64928"/>
                        <a:pt x="35151" y="64928"/>
                      </a:cubicBezTo>
                      <a:cubicBezTo>
                        <a:pt x="35599" y="64928"/>
                        <a:pt x="35599" y="64928"/>
                        <a:pt x="36046" y="64928"/>
                      </a:cubicBezTo>
                      <a:cubicBezTo>
                        <a:pt x="36494" y="64928"/>
                        <a:pt x="36494" y="64928"/>
                        <a:pt x="36942" y="64928"/>
                      </a:cubicBezTo>
                      <a:cubicBezTo>
                        <a:pt x="37390" y="64481"/>
                        <a:pt x="37838" y="64481"/>
                        <a:pt x="38285" y="63585"/>
                      </a:cubicBezTo>
                      <a:cubicBezTo>
                        <a:pt x="38285" y="63137"/>
                        <a:pt x="38285" y="63137"/>
                        <a:pt x="38285" y="62689"/>
                      </a:cubicBezTo>
                      <a:lnTo>
                        <a:pt x="38285" y="2239"/>
                      </a:lnTo>
                      <a:cubicBezTo>
                        <a:pt x="37838" y="896"/>
                        <a:pt x="36942" y="0"/>
                        <a:pt x="35599"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03" name="Group 4799">
                <a:extLst>
                  <a:ext uri="{FF2B5EF4-FFF2-40B4-BE49-F238E27FC236}">
                    <a16:creationId xmlns:a16="http://schemas.microsoft.com/office/drawing/2014/main" id="{53ED8613-282D-1B36-87FD-42B8F01706B2}"/>
                  </a:ext>
                  <a:ext uri="{C183D7F6-B498-43B3-948B-1728B52AA6E4}">
                    <adec:decorative xmlns:adec="http://schemas.microsoft.com/office/drawing/2017/decorative" val="1"/>
                  </a:ext>
                </a:extLst>
              </p:cNvPr>
              <p:cNvGrpSpPr>
                <a:grpSpLocks noChangeAspect="1"/>
              </p:cNvGrpSpPr>
              <p:nvPr/>
            </p:nvGrpSpPr>
            <p:grpSpPr>
              <a:xfrm>
                <a:off x="7155308" y="2427438"/>
                <a:ext cx="152246" cy="152246"/>
                <a:chOff x="1374655" y="5886624"/>
                <a:chExt cx="152246" cy="152246"/>
              </a:xfrm>
            </p:grpSpPr>
            <p:sp>
              <p:nvSpPr>
                <p:cNvPr id="904" name="Freeform: Shape 4800">
                  <a:extLst>
                    <a:ext uri="{FF2B5EF4-FFF2-40B4-BE49-F238E27FC236}">
                      <a16:creationId xmlns:a16="http://schemas.microsoft.com/office/drawing/2014/main" id="{E351B863-E0E2-29FC-39A6-A10351197F05}"/>
                    </a:ext>
                  </a:extLst>
                </p:cNvPr>
                <p:cNvSpPr/>
                <p:nvPr/>
              </p:nvSpPr>
              <p:spPr>
                <a:xfrm>
                  <a:off x="1374655" y="5886624"/>
                  <a:ext cx="152246" cy="152246"/>
                </a:xfrm>
                <a:custGeom>
                  <a:avLst/>
                  <a:gdLst>
                    <a:gd name="connsiteX0" fmla="*/ 76123 w 152245"/>
                    <a:gd name="connsiteY0" fmla="*/ 0 h 152245"/>
                    <a:gd name="connsiteX1" fmla="*/ 0 w 152245"/>
                    <a:gd name="connsiteY1" fmla="*/ 76123 h 152245"/>
                    <a:gd name="connsiteX2" fmla="*/ 76123 w 152245"/>
                    <a:gd name="connsiteY2" fmla="*/ 152246 h 152245"/>
                    <a:gd name="connsiteX3" fmla="*/ 152246 w 152245"/>
                    <a:gd name="connsiteY3" fmla="*/ 76123 h 152245"/>
                    <a:gd name="connsiteX4" fmla="*/ 76123 w 152245"/>
                    <a:gd name="connsiteY4" fmla="*/ 0 h 152245"/>
                    <a:gd name="connsiteX5" fmla="*/ 76123 w 152245"/>
                    <a:gd name="connsiteY5" fmla="*/ 147768 h 152245"/>
                    <a:gd name="connsiteX6" fmla="*/ 4478 w 152245"/>
                    <a:gd name="connsiteY6" fmla="*/ 76123 h 152245"/>
                    <a:gd name="connsiteX7" fmla="*/ 76123 w 152245"/>
                    <a:gd name="connsiteY7" fmla="*/ 4478 h 152245"/>
                    <a:gd name="connsiteX8" fmla="*/ 147768 w 152245"/>
                    <a:gd name="connsiteY8" fmla="*/ 76123 h 152245"/>
                    <a:gd name="connsiteX9" fmla="*/ 76123 w 152245"/>
                    <a:gd name="connsiteY9" fmla="*/ 14776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245" h="152245">
                      <a:moveTo>
                        <a:pt x="76123" y="0"/>
                      </a:moveTo>
                      <a:cubicBezTo>
                        <a:pt x="34031" y="0"/>
                        <a:pt x="0" y="34031"/>
                        <a:pt x="0" y="76123"/>
                      </a:cubicBezTo>
                      <a:cubicBezTo>
                        <a:pt x="0" y="118214"/>
                        <a:pt x="34031" y="152246"/>
                        <a:pt x="76123" y="152246"/>
                      </a:cubicBezTo>
                      <a:cubicBezTo>
                        <a:pt x="118214" y="152246"/>
                        <a:pt x="152246" y="118214"/>
                        <a:pt x="152246" y="76123"/>
                      </a:cubicBezTo>
                      <a:cubicBezTo>
                        <a:pt x="152246" y="34031"/>
                        <a:pt x="117767" y="0"/>
                        <a:pt x="76123" y="0"/>
                      </a:cubicBezTo>
                      <a:close/>
                      <a:moveTo>
                        <a:pt x="76123" y="147768"/>
                      </a:moveTo>
                      <a:cubicBezTo>
                        <a:pt x="36718" y="147768"/>
                        <a:pt x="4478" y="115528"/>
                        <a:pt x="4478" y="76123"/>
                      </a:cubicBezTo>
                      <a:cubicBezTo>
                        <a:pt x="4478" y="36718"/>
                        <a:pt x="36718" y="4478"/>
                        <a:pt x="76123" y="4478"/>
                      </a:cubicBezTo>
                      <a:cubicBezTo>
                        <a:pt x="115528" y="4478"/>
                        <a:pt x="147768" y="36718"/>
                        <a:pt x="147768" y="76123"/>
                      </a:cubicBezTo>
                      <a:cubicBezTo>
                        <a:pt x="147768" y="115528"/>
                        <a:pt x="115528" y="147768"/>
                        <a:pt x="76123" y="14776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05" name="Freeform: Shape 4801">
                  <a:extLst>
                    <a:ext uri="{FF2B5EF4-FFF2-40B4-BE49-F238E27FC236}">
                      <a16:creationId xmlns:a16="http://schemas.microsoft.com/office/drawing/2014/main" id="{F9A04F3C-ED8C-0D06-A76D-42B141BADB95}"/>
                    </a:ext>
                  </a:extLst>
                </p:cNvPr>
                <p:cNvSpPr/>
                <p:nvPr/>
              </p:nvSpPr>
              <p:spPr>
                <a:xfrm>
                  <a:off x="1414731" y="5900058"/>
                  <a:ext cx="35823" cy="98512"/>
                </a:xfrm>
                <a:custGeom>
                  <a:avLst/>
                  <a:gdLst>
                    <a:gd name="connsiteX0" fmla="*/ 36046 w 35822"/>
                    <a:gd name="connsiteY0" fmla="*/ 0 h 98511"/>
                    <a:gd name="connsiteX1" fmla="*/ 33808 w 35822"/>
                    <a:gd name="connsiteY1" fmla="*/ 2239 h 98511"/>
                    <a:gd name="connsiteX2" fmla="*/ 33808 w 35822"/>
                    <a:gd name="connsiteY2" fmla="*/ 61794 h 98511"/>
                    <a:gd name="connsiteX3" fmla="*/ 672 w 35822"/>
                    <a:gd name="connsiteY3" fmla="*/ 94930 h 98511"/>
                    <a:gd name="connsiteX4" fmla="*/ 672 w 35822"/>
                    <a:gd name="connsiteY4" fmla="*/ 98064 h 98511"/>
                    <a:gd name="connsiteX5" fmla="*/ 2463 w 35822"/>
                    <a:gd name="connsiteY5" fmla="*/ 98512 h 98511"/>
                    <a:gd name="connsiteX6" fmla="*/ 4254 w 35822"/>
                    <a:gd name="connsiteY6" fmla="*/ 98064 h 98511"/>
                    <a:gd name="connsiteX7" fmla="*/ 37838 w 35822"/>
                    <a:gd name="connsiteY7" fmla="*/ 64481 h 98511"/>
                    <a:gd name="connsiteX8" fmla="*/ 38285 w 35822"/>
                    <a:gd name="connsiteY8" fmla="*/ 63585 h 98511"/>
                    <a:gd name="connsiteX9" fmla="*/ 38285 w 35822"/>
                    <a:gd name="connsiteY9" fmla="*/ 62689 h 98511"/>
                    <a:gd name="connsiteX10" fmla="*/ 38285 w 35822"/>
                    <a:gd name="connsiteY10" fmla="*/ 2239 h 98511"/>
                    <a:gd name="connsiteX11" fmla="*/ 36046 w 35822"/>
                    <a:gd name="connsiteY11" fmla="*/ 0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822" h="98511">
                      <a:moveTo>
                        <a:pt x="36046" y="0"/>
                      </a:moveTo>
                      <a:cubicBezTo>
                        <a:pt x="34703" y="0"/>
                        <a:pt x="33808" y="896"/>
                        <a:pt x="33808" y="2239"/>
                      </a:cubicBezTo>
                      <a:lnTo>
                        <a:pt x="33808" y="61794"/>
                      </a:lnTo>
                      <a:lnTo>
                        <a:pt x="672" y="94930"/>
                      </a:lnTo>
                      <a:cubicBezTo>
                        <a:pt x="-224" y="95825"/>
                        <a:pt x="-224" y="97169"/>
                        <a:pt x="672" y="98064"/>
                      </a:cubicBezTo>
                      <a:cubicBezTo>
                        <a:pt x="1119" y="98512"/>
                        <a:pt x="1567" y="98512"/>
                        <a:pt x="2463" y="98512"/>
                      </a:cubicBezTo>
                      <a:cubicBezTo>
                        <a:pt x="3358" y="98512"/>
                        <a:pt x="3806" y="98512"/>
                        <a:pt x="4254" y="98064"/>
                      </a:cubicBezTo>
                      <a:lnTo>
                        <a:pt x="37838" y="64481"/>
                      </a:lnTo>
                      <a:cubicBezTo>
                        <a:pt x="37838" y="64481"/>
                        <a:pt x="38285" y="64033"/>
                        <a:pt x="38285" y="63585"/>
                      </a:cubicBezTo>
                      <a:cubicBezTo>
                        <a:pt x="38285" y="63137"/>
                        <a:pt x="38285" y="63137"/>
                        <a:pt x="38285" y="62689"/>
                      </a:cubicBezTo>
                      <a:lnTo>
                        <a:pt x="38285" y="2239"/>
                      </a:lnTo>
                      <a:cubicBezTo>
                        <a:pt x="38285" y="896"/>
                        <a:pt x="36942" y="0"/>
                        <a:pt x="36046"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06" name="Group 4802">
                <a:extLst>
                  <a:ext uri="{FF2B5EF4-FFF2-40B4-BE49-F238E27FC236}">
                    <a16:creationId xmlns:a16="http://schemas.microsoft.com/office/drawing/2014/main" id="{F5F0242B-97C1-4A50-58BC-879F02DBFF18}"/>
                  </a:ext>
                  <a:ext uri="{C183D7F6-B498-43B3-948B-1728B52AA6E4}">
                    <adec:decorative xmlns:adec="http://schemas.microsoft.com/office/drawing/2017/decorative" val="1"/>
                  </a:ext>
                </a:extLst>
              </p:cNvPr>
              <p:cNvGrpSpPr>
                <a:grpSpLocks noChangeAspect="1"/>
              </p:cNvGrpSpPr>
              <p:nvPr/>
            </p:nvGrpSpPr>
            <p:grpSpPr>
              <a:xfrm>
                <a:off x="7425320" y="2427438"/>
                <a:ext cx="152246" cy="152246"/>
                <a:chOff x="1644667" y="5886624"/>
                <a:chExt cx="152246" cy="152246"/>
              </a:xfrm>
            </p:grpSpPr>
            <p:sp>
              <p:nvSpPr>
                <p:cNvPr id="907" name="Freeform: Shape 4803">
                  <a:extLst>
                    <a:ext uri="{FF2B5EF4-FFF2-40B4-BE49-F238E27FC236}">
                      <a16:creationId xmlns:a16="http://schemas.microsoft.com/office/drawing/2014/main" id="{C5350C8A-1DC7-25F3-9B98-A25B6148862F}"/>
                    </a:ext>
                  </a:extLst>
                </p:cNvPr>
                <p:cNvSpPr/>
                <p:nvPr/>
              </p:nvSpPr>
              <p:spPr>
                <a:xfrm>
                  <a:off x="1644667" y="5886624"/>
                  <a:ext cx="152246" cy="152246"/>
                </a:xfrm>
                <a:custGeom>
                  <a:avLst/>
                  <a:gdLst>
                    <a:gd name="connsiteX0" fmla="*/ 76123 w 152245"/>
                    <a:gd name="connsiteY0" fmla="*/ 0 h 152245"/>
                    <a:gd name="connsiteX1" fmla="*/ 0 w 152245"/>
                    <a:gd name="connsiteY1" fmla="*/ 76123 h 152245"/>
                    <a:gd name="connsiteX2" fmla="*/ 76123 w 152245"/>
                    <a:gd name="connsiteY2" fmla="*/ 152246 h 152245"/>
                    <a:gd name="connsiteX3" fmla="*/ 152246 w 152245"/>
                    <a:gd name="connsiteY3" fmla="*/ 76123 h 152245"/>
                    <a:gd name="connsiteX4" fmla="*/ 76123 w 152245"/>
                    <a:gd name="connsiteY4" fmla="*/ 0 h 152245"/>
                    <a:gd name="connsiteX5" fmla="*/ 76123 w 152245"/>
                    <a:gd name="connsiteY5" fmla="*/ 147768 h 152245"/>
                    <a:gd name="connsiteX6" fmla="*/ 4478 w 152245"/>
                    <a:gd name="connsiteY6" fmla="*/ 76123 h 152245"/>
                    <a:gd name="connsiteX7" fmla="*/ 76123 w 152245"/>
                    <a:gd name="connsiteY7" fmla="*/ 4478 h 152245"/>
                    <a:gd name="connsiteX8" fmla="*/ 147768 w 152245"/>
                    <a:gd name="connsiteY8" fmla="*/ 76123 h 152245"/>
                    <a:gd name="connsiteX9" fmla="*/ 76123 w 152245"/>
                    <a:gd name="connsiteY9" fmla="*/ 147768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245" h="152245">
                      <a:moveTo>
                        <a:pt x="76123" y="0"/>
                      </a:moveTo>
                      <a:cubicBezTo>
                        <a:pt x="34031" y="0"/>
                        <a:pt x="0" y="34031"/>
                        <a:pt x="0" y="76123"/>
                      </a:cubicBezTo>
                      <a:cubicBezTo>
                        <a:pt x="0" y="118214"/>
                        <a:pt x="34031" y="152246"/>
                        <a:pt x="76123" y="152246"/>
                      </a:cubicBezTo>
                      <a:cubicBezTo>
                        <a:pt x="118214" y="152246"/>
                        <a:pt x="152246" y="118214"/>
                        <a:pt x="152246" y="76123"/>
                      </a:cubicBezTo>
                      <a:cubicBezTo>
                        <a:pt x="152246" y="34031"/>
                        <a:pt x="118214" y="0"/>
                        <a:pt x="76123" y="0"/>
                      </a:cubicBezTo>
                      <a:close/>
                      <a:moveTo>
                        <a:pt x="76123" y="147768"/>
                      </a:moveTo>
                      <a:cubicBezTo>
                        <a:pt x="36718" y="147768"/>
                        <a:pt x="4478" y="115528"/>
                        <a:pt x="4478" y="76123"/>
                      </a:cubicBezTo>
                      <a:cubicBezTo>
                        <a:pt x="4478" y="36718"/>
                        <a:pt x="36718" y="4478"/>
                        <a:pt x="76123" y="4478"/>
                      </a:cubicBezTo>
                      <a:cubicBezTo>
                        <a:pt x="115528" y="4478"/>
                        <a:pt x="147768" y="36718"/>
                        <a:pt x="147768" y="76123"/>
                      </a:cubicBezTo>
                      <a:cubicBezTo>
                        <a:pt x="147768" y="115528"/>
                        <a:pt x="115528" y="147768"/>
                        <a:pt x="76123" y="14776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08" name="Freeform: Shape 4804">
                  <a:extLst>
                    <a:ext uri="{FF2B5EF4-FFF2-40B4-BE49-F238E27FC236}">
                      <a16:creationId xmlns:a16="http://schemas.microsoft.com/office/drawing/2014/main" id="{26DAEC1C-C342-DFE0-680B-D1F9489FBB1D}"/>
                    </a:ext>
                  </a:extLst>
                </p:cNvPr>
                <p:cNvSpPr/>
                <p:nvPr/>
              </p:nvSpPr>
              <p:spPr>
                <a:xfrm>
                  <a:off x="1718551" y="5900058"/>
                  <a:ext cx="35823" cy="98512"/>
                </a:xfrm>
                <a:custGeom>
                  <a:avLst/>
                  <a:gdLst>
                    <a:gd name="connsiteX0" fmla="*/ 4478 w 35822"/>
                    <a:gd name="connsiteY0" fmla="*/ 61794 h 98511"/>
                    <a:gd name="connsiteX1" fmla="*/ 4478 w 35822"/>
                    <a:gd name="connsiteY1" fmla="*/ 2239 h 98511"/>
                    <a:gd name="connsiteX2" fmla="*/ 2239 w 35822"/>
                    <a:gd name="connsiteY2" fmla="*/ 0 h 98511"/>
                    <a:gd name="connsiteX3" fmla="*/ 0 w 35822"/>
                    <a:gd name="connsiteY3" fmla="*/ 2239 h 98511"/>
                    <a:gd name="connsiteX4" fmla="*/ 0 w 35822"/>
                    <a:gd name="connsiteY4" fmla="*/ 62689 h 98511"/>
                    <a:gd name="connsiteX5" fmla="*/ 0 w 35822"/>
                    <a:gd name="connsiteY5" fmla="*/ 63585 h 98511"/>
                    <a:gd name="connsiteX6" fmla="*/ 448 w 35822"/>
                    <a:gd name="connsiteY6" fmla="*/ 64481 h 98511"/>
                    <a:gd name="connsiteX7" fmla="*/ 34031 w 35822"/>
                    <a:gd name="connsiteY7" fmla="*/ 98064 h 98511"/>
                    <a:gd name="connsiteX8" fmla="*/ 35823 w 35822"/>
                    <a:gd name="connsiteY8" fmla="*/ 98512 h 98511"/>
                    <a:gd name="connsiteX9" fmla="*/ 37614 w 35822"/>
                    <a:gd name="connsiteY9" fmla="*/ 98064 h 98511"/>
                    <a:gd name="connsiteX10" fmla="*/ 37614 w 35822"/>
                    <a:gd name="connsiteY10" fmla="*/ 94930 h 98511"/>
                    <a:gd name="connsiteX11" fmla="*/ 4478 w 35822"/>
                    <a:gd name="connsiteY11" fmla="*/ 61794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822" h="98511">
                      <a:moveTo>
                        <a:pt x="4478" y="61794"/>
                      </a:moveTo>
                      <a:lnTo>
                        <a:pt x="4478" y="2239"/>
                      </a:lnTo>
                      <a:cubicBezTo>
                        <a:pt x="4478" y="896"/>
                        <a:pt x="3582" y="0"/>
                        <a:pt x="2239" y="0"/>
                      </a:cubicBezTo>
                      <a:cubicBezTo>
                        <a:pt x="896" y="0"/>
                        <a:pt x="0" y="896"/>
                        <a:pt x="0" y="2239"/>
                      </a:cubicBezTo>
                      <a:lnTo>
                        <a:pt x="0" y="62689"/>
                      </a:lnTo>
                      <a:cubicBezTo>
                        <a:pt x="0" y="63137"/>
                        <a:pt x="0" y="63137"/>
                        <a:pt x="0" y="63585"/>
                      </a:cubicBezTo>
                      <a:cubicBezTo>
                        <a:pt x="0" y="64033"/>
                        <a:pt x="448" y="64033"/>
                        <a:pt x="448" y="64481"/>
                      </a:cubicBezTo>
                      <a:lnTo>
                        <a:pt x="34031" y="98064"/>
                      </a:lnTo>
                      <a:cubicBezTo>
                        <a:pt x="34479" y="98512"/>
                        <a:pt x="34927" y="98512"/>
                        <a:pt x="35823" y="98512"/>
                      </a:cubicBezTo>
                      <a:cubicBezTo>
                        <a:pt x="36718" y="98512"/>
                        <a:pt x="37166" y="98512"/>
                        <a:pt x="37614" y="98064"/>
                      </a:cubicBezTo>
                      <a:cubicBezTo>
                        <a:pt x="38509" y="97169"/>
                        <a:pt x="38509" y="95825"/>
                        <a:pt x="37614" y="94930"/>
                      </a:cubicBezTo>
                      <a:lnTo>
                        <a:pt x="4478" y="6179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09" name="Group 4805">
                <a:extLst>
                  <a:ext uri="{FF2B5EF4-FFF2-40B4-BE49-F238E27FC236}">
                    <a16:creationId xmlns:a16="http://schemas.microsoft.com/office/drawing/2014/main" id="{7543038D-76AB-29F4-E040-54F0B331C9AE}"/>
                  </a:ext>
                  <a:ext uri="{C183D7F6-B498-43B3-948B-1728B52AA6E4}">
                    <adec:decorative xmlns:adec="http://schemas.microsoft.com/office/drawing/2017/decorative" val="1"/>
                  </a:ext>
                </a:extLst>
              </p:cNvPr>
              <p:cNvGrpSpPr>
                <a:grpSpLocks noChangeAspect="1"/>
              </p:cNvGrpSpPr>
              <p:nvPr/>
            </p:nvGrpSpPr>
            <p:grpSpPr>
              <a:xfrm>
                <a:off x="7955270" y="2427677"/>
                <a:ext cx="147768" cy="147768"/>
                <a:chOff x="2174617" y="5886863"/>
                <a:chExt cx="147768" cy="147768"/>
              </a:xfrm>
            </p:grpSpPr>
            <p:sp>
              <p:nvSpPr>
                <p:cNvPr id="910" name="Freeform: Shape 4806">
                  <a:extLst>
                    <a:ext uri="{FF2B5EF4-FFF2-40B4-BE49-F238E27FC236}">
                      <a16:creationId xmlns:a16="http://schemas.microsoft.com/office/drawing/2014/main" id="{BF4823E9-9E0A-8142-5980-6BD37269188A}"/>
                    </a:ext>
                  </a:extLst>
                </p:cNvPr>
                <p:cNvSpPr/>
                <p:nvPr/>
              </p:nvSpPr>
              <p:spPr>
                <a:xfrm>
                  <a:off x="2174617" y="5886863"/>
                  <a:ext cx="147768" cy="147768"/>
                </a:xfrm>
                <a:custGeom>
                  <a:avLst/>
                  <a:gdLst>
                    <a:gd name="connsiteX0" fmla="*/ 75899 w 147767"/>
                    <a:gd name="connsiteY0" fmla="*/ 152007 h 147767"/>
                    <a:gd name="connsiteX1" fmla="*/ 22165 w 147767"/>
                    <a:gd name="connsiteY1" fmla="*/ 129618 h 147767"/>
                    <a:gd name="connsiteX2" fmla="*/ 22165 w 147767"/>
                    <a:gd name="connsiteY2" fmla="*/ 22150 h 147767"/>
                    <a:gd name="connsiteX3" fmla="*/ 25300 w 147767"/>
                    <a:gd name="connsiteY3" fmla="*/ 22150 h 147767"/>
                    <a:gd name="connsiteX4" fmla="*/ 25300 w 147767"/>
                    <a:gd name="connsiteY4" fmla="*/ 25285 h 147767"/>
                    <a:gd name="connsiteX5" fmla="*/ 25300 w 147767"/>
                    <a:gd name="connsiteY5" fmla="*/ 126484 h 147767"/>
                    <a:gd name="connsiteX6" fmla="*/ 126498 w 147767"/>
                    <a:gd name="connsiteY6" fmla="*/ 126484 h 147767"/>
                    <a:gd name="connsiteX7" fmla="*/ 126498 w 147767"/>
                    <a:gd name="connsiteY7" fmla="*/ 25285 h 147767"/>
                    <a:gd name="connsiteX8" fmla="*/ 53510 w 147767"/>
                    <a:gd name="connsiteY8" fmla="*/ 7821 h 147767"/>
                    <a:gd name="connsiteX9" fmla="*/ 50823 w 147767"/>
                    <a:gd name="connsiteY9" fmla="*/ 6478 h 147767"/>
                    <a:gd name="connsiteX10" fmla="*/ 52167 w 147767"/>
                    <a:gd name="connsiteY10" fmla="*/ 3791 h 147767"/>
                    <a:gd name="connsiteX11" fmla="*/ 129633 w 147767"/>
                    <a:gd name="connsiteY11" fmla="*/ 22598 h 147767"/>
                    <a:gd name="connsiteX12" fmla="*/ 129633 w 147767"/>
                    <a:gd name="connsiteY12" fmla="*/ 130065 h 147767"/>
                    <a:gd name="connsiteX13" fmla="*/ 75899 w 147767"/>
                    <a:gd name="connsiteY13" fmla="*/ 152007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67" h="147767">
                      <a:moveTo>
                        <a:pt x="75899" y="152007"/>
                      </a:moveTo>
                      <a:cubicBezTo>
                        <a:pt x="56197" y="152007"/>
                        <a:pt x="36942" y="144395"/>
                        <a:pt x="22165" y="129618"/>
                      </a:cubicBezTo>
                      <a:cubicBezTo>
                        <a:pt x="-7388" y="100064"/>
                        <a:pt x="-7388" y="51704"/>
                        <a:pt x="22165" y="22150"/>
                      </a:cubicBezTo>
                      <a:cubicBezTo>
                        <a:pt x="23061" y="21255"/>
                        <a:pt x="24404" y="21255"/>
                        <a:pt x="25300" y="22150"/>
                      </a:cubicBezTo>
                      <a:cubicBezTo>
                        <a:pt x="26195" y="23046"/>
                        <a:pt x="26195" y="24389"/>
                        <a:pt x="25300" y="25285"/>
                      </a:cubicBezTo>
                      <a:cubicBezTo>
                        <a:pt x="-2463" y="53047"/>
                        <a:pt x="-2463" y="98721"/>
                        <a:pt x="25300" y="126484"/>
                      </a:cubicBezTo>
                      <a:cubicBezTo>
                        <a:pt x="53062" y="154246"/>
                        <a:pt x="98736" y="154246"/>
                        <a:pt x="126498" y="126484"/>
                      </a:cubicBezTo>
                      <a:cubicBezTo>
                        <a:pt x="154261" y="98721"/>
                        <a:pt x="154261" y="53047"/>
                        <a:pt x="126498" y="25285"/>
                      </a:cubicBezTo>
                      <a:cubicBezTo>
                        <a:pt x="107244" y="6030"/>
                        <a:pt x="79481" y="-687"/>
                        <a:pt x="53510" y="7821"/>
                      </a:cubicBezTo>
                      <a:cubicBezTo>
                        <a:pt x="52167" y="8269"/>
                        <a:pt x="51271" y="7374"/>
                        <a:pt x="50823" y="6478"/>
                      </a:cubicBezTo>
                      <a:cubicBezTo>
                        <a:pt x="50375" y="5135"/>
                        <a:pt x="51271" y="4239"/>
                        <a:pt x="52167" y="3791"/>
                      </a:cubicBezTo>
                      <a:cubicBezTo>
                        <a:pt x="79481" y="-5164"/>
                        <a:pt x="109035" y="2000"/>
                        <a:pt x="129633" y="22598"/>
                      </a:cubicBezTo>
                      <a:cubicBezTo>
                        <a:pt x="159186" y="52152"/>
                        <a:pt x="159186" y="100512"/>
                        <a:pt x="129633" y="130065"/>
                      </a:cubicBezTo>
                      <a:cubicBezTo>
                        <a:pt x="114856" y="144395"/>
                        <a:pt x="95154" y="152007"/>
                        <a:pt x="75899" y="15200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11" name="Freeform: Shape 4807">
                  <a:extLst>
                    <a:ext uri="{FF2B5EF4-FFF2-40B4-BE49-F238E27FC236}">
                      <a16:creationId xmlns:a16="http://schemas.microsoft.com/office/drawing/2014/main" id="{7D1CAC9A-D097-94AD-0B4B-E43201676CF4}"/>
                    </a:ext>
                  </a:extLst>
                </p:cNvPr>
                <p:cNvSpPr/>
                <p:nvPr/>
              </p:nvSpPr>
              <p:spPr>
                <a:xfrm>
                  <a:off x="2198980" y="5925541"/>
                  <a:ext cx="53734" cy="35823"/>
                </a:xfrm>
                <a:custGeom>
                  <a:avLst/>
                  <a:gdLst>
                    <a:gd name="connsiteX0" fmla="*/ 51535 w 53733"/>
                    <a:gd name="connsiteY0" fmla="*/ 39445 h 35822"/>
                    <a:gd name="connsiteX1" fmla="*/ 50192 w 53733"/>
                    <a:gd name="connsiteY1" fmla="*/ 38997 h 35822"/>
                    <a:gd name="connsiteX2" fmla="*/ 936 w 53733"/>
                    <a:gd name="connsiteY2" fmla="*/ 4070 h 35822"/>
                    <a:gd name="connsiteX3" fmla="*/ 488 w 53733"/>
                    <a:gd name="connsiteY3" fmla="*/ 936 h 35822"/>
                    <a:gd name="connsiteX4" fmla="*/ 3623 w 53733"/>
                    <a:gd name="connsiteY4" fmla="*/ 488 h 35822"/>
                    <a:gd name="connsiteX5" fmla="*/ 52879 w 53733"/>
                    <a:gd name="connsiteY5" fmla="*/ 35415 h 35822"/>
                    <a:gd name="connsiteX6" fmla="*/ 53326 w 53733"/>
                    <a:gd name="connsiteY6" fmla="*/ 38550 h 35822"/>
                    <a:gd name="connsiteX7" fmla="*/ 51535 w 53733"/>
                    <a:gd name="connsiteY7" fmla="*/ 39445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33" h="35822">
                      <a:moveTo>
                        <a:pt x="51535" y="39445"/>
                      </a:moveTo>
                      <a:cubicBezTo>
                        <a:pt x="51088" y="39445"/>
                        <a:pt x="50640" y="39445"/>
                        <a:pt x="50192" y="38997"/>
                      </a:cubicBezTo>
                      <a:lnTo>
                        <a:pt x="936" y="4070"/>
                      </a:lnTo>
                      <a:cubicBezTo>
                        <a:pt x="40" y="3175"/>
                        <a:pt x="-407" y="1831"/>
                        <a:pt x="488" y="936"/>
                      </a:cubicBezTo>
                      <a:cubicBezTo>
                        <a:pt x="1384" y="41"/>
                        <a:pt x="2727" y="-408"/>
                        <a:pt x="3623" y="488"/>
                      </a:cubicBezTo>
                      <a:lnTo>
                        <a:pt x="52879" y="35415"/>
                      </a:lnTo>
                      <a:cubicBezTo>
                        <a:pt x="53774" y="36311"/>
                        <a:pt x="54222" y="37654"/>
                        <a:pt x="53326" y="38550"/>
                      </a:cubicBezTo>
                      <a:cubicBezTo>
                        <a:pt x="52879" y="38997"/>
                        <a:pt x="51983" y="39445"/>
                        <a:pt x="51535" y="394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12" name="Group 4808">
                <a:extLst>
                  <a:ext uri="{FF2B5EF4-FFF2-40B4-BE49-F238E27FC236}">
                    <a16:creationId xmlns:a16="http://schemas.microsoft.com/office/drawing/2014/main" id="{7E100CF6-E192-90F1-18AB-5A65AF0EA896}"/>
                  </a:ext>
                  <a:ext uri="{C183D7F6-B498-43B3-948B-1728B52AA6E4}">
                    <adec:decorative xmlns:adec="http://schemas.microsoft.com/office/drawing/2017/decorative" val="1"/>
                  </a:ext>
                </a:extLst>
              </p:cNvPr>
              <p:cNvGrpSpPr>
                <a:grpSpLocks noChangeAspect="1"/>
              </p:cNvGrpSpPr>
              <p:nvPr/>
            </p:nvGrpSpPr>
            <p:grpSpPr>
              <a:xfrm>
                <a:off x="7685033" y="2427438"/>
                <a:ext cx="152246" cy="152246"/>
                <a:chOff x="1904380" y="5886624"/>
                <a:chExt cx="152246" cy="152246"/>
              </a:xfrm>
            </p:grpSpPr>
            <p:sp>
              <p:nvSpPr>
                <p:cNvPr id="913" name="Freeform: Shape 4809">
                  <a:extLst>
                    <a:ext uri="{FF2B5EF4-FFF2-40B4-BE49-F238E27FC236}">
                      <a16:creationId xmlns:a16="http://schemas.microsoft.com/office/drawing/2014/main" id="{2CE4DEEB-8412-AA39-57BD-EDD9F4E7AAB1}"/>
                    </a:ext>
                  </a:extLst>
                </p:cNvPr>
                <p:cNvSpPr/>
                <p:nvPr/>
              </p:nvSpPr>
              <p:spPr>
                <a:xfrm>
                  <a:off x="1904380" y="5886624"/>
                  <a:ext cx="152246" cy="152246"/>
                </a:xfrm>
                <a:custGeom>
                  <a:avLst/>
                  <a:gdLst>
                    <a:gd name="connsiteX0" fmla="*/ 76123 w 152245"/>
                    <a:gd name="connsiteY0" fmla="*/ 0 h 152245"/>
                    <a:gd name="connsiteX1" fmla="*/ 11195 w 152245"/>
                    <a:gd name="connsiteY1" fmla="*/ 36270 h 152245"/>
                    <a:gd name="connsiteX2" fmla="*/ 11195 w 152245"/>
                    <a:gd name="connsiteY2" fmla="*/ 15672 h 152245"/>
                    <a:gd name="connsiteX3" fmla="*/ 8956 w 152245"/>
                    <a:gd name="connsiteY3" fmla="*/ 13433 h 152245"/>
                    <a:gd name="connsiteX4" fmla="*/ 6717 w 152245"/>
                    <a:gd name="connsiteY4" fmla="*/ 15672 h 152245"/>
                    <a:gd name="connsiteX5" fmla="*/ 6717 w 152245"/>
                    <a:gd name="connsiteY5" fmla="*/ 42539 h 152245"/>
                    <a:gd name="connsiteX6" fmla="*/ 8956 w 152245"/>
                    <a:gd name="connsiteY6" fmla="*/ 44778 h 152245"/>
                    <a:gd name="connsiteX7" fmla="*/ 35823 w 152245"/>
                    <a:gd name="connsiteY7" fmla="*/ 44778 h 152245"/>
                    <a:gd name="connsiteX8" fmla="*/ 38061 w 152245"/>
                    <a:gd name="connsiteY8" fmla="*/ 42539 h 152245"/>
                    <a:gd name="connsiteX9" fmla="*/ 35823 w 152245"/>
                    <a:gd name="connsiteY9" fmla="*/ 40300 h 152245"/>
                    <a:gd name="connsiteX10" fmla="*/ 13881 w 152245"/>
                    <a:gd name="connsiteY10" fmla="*/ 40300 h 152245"/>
                    <a:gd name="connsiteX11" fmla="*/ 76123 w 152245"/>
                    <a:gd name="connsiteY11" fmla="*/ 4478 h 152245"/>
                    <a:gd name="connsiteX12" fmla="*/ 147768 w 152245"/>
                    <a:gd name="connsiteY12" fmla="*/ 76123 h 152245"/>
                    <a:gd name="connsiteX13" fmla="*/ 76123 w 152245"/>
                    <a:gd name="connsiteY13" fmla="*/ 147768 h 152245"/>
                    <a:gd name="connsiteX14" fmla="*/ 4478 w 152245"/>
                    <a:gd name="connsiteY14" fmla="*/ 76123 h 152245"/>
                    <a:gd name="connsiteX15" fmla="*/ 2239 w 152245"/>
                    <a:gd name="connsiteY15" fmla="*/ 73884 h 152245"/>
                    <a:gd name="connsiteX16" fmla="*/ 0 w 152245"/>
                    <a:gd name="connsiteY16" fmla="*/ 76123 h 152245"/>
                    <a:gd name="connsiteX17" fmla="*/ 76123 w 152245"/>
                    <a:gd name="connsiteY17" fmla="*/ 152246 h 152245"/>
                    <a:gd name="connsiteX18" fmla="*/ 152246 w 152245"/>
                    <a:gd name="connsiteY18" fmla="*/ 76123 h 152245"/>
                    <a:gd name="connsiteX19" fmla="*/ 76123 w 152245"/>
                    <a:gd name="connsiteY19" fmla="*/ 0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2245" h="152245">
                      <a:moveTo>
                        <a:pt x="76123" y="0"/>
                      </a:moveTo>
                      <a:cubicBezTo>
                        <a:pt x="49256" y="0"/>
                        <a:pt x="25076" y="13881"/>
                        <a:pt x="11195" y="36270"/>
                      </a:cubicBezTo>
                      <a:lnTo>
                        <a:pt x="11195" y="15672"/>
                      </a:lnTo>
                      <a:cubicBezTo>
                        <a:pt x="11195" y="14329"/>
                        <a:pt x="10299" y="13433"/>
                        <a:pt x="8956" y="13433"/>
                      </a:cubicBezTo>
                      <a:cubicBezTo>
                        <a:pt x="7612" y="13433"/>
                        <a:pt x="6717" y="14329"/>
                        <a:pt x="6717" y="15672"/>
                      </a:cubicBezTo>
                      <a:lnTo>
                        <a:pt x="6717" y="42539"/>
                      </a:lnTo>
                      <a:cubicBezTo>
                        <a:pt x="6717" y="43883"/>
                        <a:pt x="7612" y="44778"/>
                        <a:pt x="8956" y="44778"/>
                      </a:cubicBezTo>
                      <a:lnTo>
                        <a:pt x="35823" y="44778"/>
                      </a:lnTo>
                      <a:cubicBezTo>
                        <a:pt x="37166" y="44778"/>
                        <a:pt x="38061" y="43883"/>
                        <a:pt x="38061" y="42539"/>
                      </a:cubicBezTo>
                      <a:cubicBezTo>
                        <a:pt x="38061" y="41196"/>
                        <a:pt x="37166" y="40300"/>
                        <a:pt x="35823" y="40300"/>
                      </a:cubicBezTo>
                      <a:lnTo>
                        <a:pt x="13881" y="40300"/>
                      </a:lnTo>
                      <a:cubicBezTo>
                        <a:pt x="26867" y="17911"/>
                        <a:pt x="50152" y="4478"/>
                        <a:pt x="76123" y="4478"/>
                      </a:cubicBezTo>
                      <a:cubicBezTo>
                        <a:pt x="115528" y="4478"/>
                        <a:pt x="147768" y="36718"/>
                        <a:pt x="147768" y="76123"/>
                      </a:cubicBezTo>
                      <a:cubicBezTo>
                        <a:pt x="147768" y="115528"/>
                        <a:pt x="115528" y="147768"/>
                        <a:pt x="76123" y="147768"/>
                      </a:cubicBezTo>
                      <a:cubicBezTo>
                        <a:pt x="36718" y="147768"/>
                        <a:pt x="4478" y="115528"/>
                        <a:pt x="4478" y="76123"/>
                      </a:cubicBezTo>
                      <a:cubicBezTo>
                        <a:pt x="4478" y="74780"/>
                        <a:pt x="3582" y="73884"/>
                        <a:pt x="2239" y="73884"/>
                      </a:cubicBezTo>
                      <a:cubicBezTo>
                        <a:pt x="896" y="73884"/>
                        <a:pt x="0" y="74780"/>
                        <a:pt x="0" y="76123"/>
                      </a:cubicBezTo>
                      <a:cubicBezTo>
                        <a:pt x="0" y="118214"/>
                        <a:pt x="34031" y="152246"/>
                        <a:pt x="76123" y="152246"/>
                      </a:cubicBezTo>
                      <a:cubicBezTo>
                        <a:pt x="118214" y="152246"/>
                        <a:pt x="152246" y="118214"/>
                        <a:pt x="152246" y="76123"/>
                      </a:cubicBezTo>
                      <a:cubicBezTo>
                        <a:pt x="152246" y="34031"/>
                        <a:pt x="117767" y="0"/>
                        <a:pt x="76123"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14" name="Freeform: Shape 4810">
                  <a:extLst>
                    <a:ext uri="{FF2B5EF4-FFF2-40B4-BE49-F238E27FC236}">
                      <a16:creationId xmlns:a16="http://schemas.microsoft.com/office/drawing/2014/main" id="{D39574A7-7A6C-C17D-807F-99BD1A7FE03E}"/>
                    </a:ext>
                  </a:extLst>
                </p:cNvPr>
                <p:cNvSpPr/>
                <p:nvPr/>
              </p:nvSpPr>
              <p:spPr>
                <a:xfrm>
                  <a:off x="1978264" y="5900058"/>
                  <a:ext cx="49256" cy="62689"/>
                </a:xfrm>
                <a:custGeom>
                  <a:avLst/>
                  <a:gdLst>
                    <a:gd name="connsiteX0" fmla="*/ 2239 w 49255"/>
                    <a:gd name="connsiteY0" fmla="*/ 0 h 62689"/>
                    <a:gd name="connsiteX1" fmla="*/ 0 w 49255"/>
                    <a:gd name="connsiteY1" fmla="*/ 2239 h 62689"/>
                    <a:gd name="connsiteX2" fmla="*/ 0 w 49255"/>
                    <a:gd name="connsiteY2" fmla="*/ 62689 h 62689"/>
                    <a:gd name="connsiteX3" fmla="*/ 2239 w 49255"/>
                    <a:gd name="connsiteY3" fmla="*/ 64928 h 62689"/>
                    <a:gd name="connsiteX4" fmla="*/ 49256 w 49255"/>
                    <a:gd name="connsiteY4" fmla="*/ 64928 h 62689"/>
                    <a:gd name="connsiteX5" fmla="*/ 51495 w 49255"/>
                    <a:gd name="connsiteY5" fmla="*/ 62689 h 62689"/>
                    <a:gd name="connsiteX6" fmla="*/ 49256 w 49255"/>
                    <a:gd name="connsiteY6" fmla="*/ 60451 h 62689"/>
                    <a:gd name="connsiteX7" fmla="*/ 4478 w 49255"/>
                    <a:gd name="connsiteY7" fmla="*/ 60451 h 62689"/>
                    <a:gd name="connsiteX8" fmla="*/ 4478 w 49255"/>
                    <a:gd name="connsiteY8" fmla="*/ 2239 h 62689"/>
                    <a:gd name="connsiteX9" fmla="*/ 2239 w 49255"/>
                    <a:gd name="connsiteY9" fmla="*/ 0 h 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55" h="62689">
                      <a:moveTo>
                        <a:pt x="2239" y="0"/>
                      </a:moveTo>
                      <a:cubicBezTo>
                        <a:pt x="896" y="0"/>
                        <a:pt x="0" y="896"/>
                        <a:pt x="0" y="2239"/>
                      </a:cubicBezTo>
                      <a:lnTo>
                        <a:pt x="0" y="62689"/>
                      </a:lnTo>
                      <a:cubicBezTo>
                        <a:pt x="0" y="64033"/>
                        <a:pt x="896" y="64928"/>
                        <a:pt x="2239" y="64928"/>
                      </a:cubicBezTo>
                      <a:lnTo>
                        <a:pt x="49256" y="64928"/>
                      </a:lnTo>
                      <a:cubicBezTo>
                        <a:pt x="50599" y="64928"/>
                        <a:pt x="51495" y="64033"/>
                        <a:pt x="51495" y="62689"/>
                      </a:cubicBezTo>
                      <a:cubicBezTo>
                        <a:pt x="51495" y="61346"/>
                        <a:pt x="50599" y="60451"/>
                        <a:pt x="49256" y="60451"/>
                      </a:cubicBezTo>
                      <a:lnTo>
                        <a:pt x="4478" y="60451"/>
                      </a:lnTo>
                      <a:lnTo>
                        <a:pt x="4478" y="2239"/>
                      </a:lnTo>
                      <a:cubicBezTo>
                        <a:pt x="4478" y="896"/>
                        <a:pt x="3135" y="0"/>
                        <a:pt x="2239"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15" name="Group 4811">
                <a:extLst>
                  <a:ext uri="{FF2B5EF4-FFF2-40B4-BE49-F238E27FC236}">
                    <a16:creationId xmlns:a16="http://schemas.microsoft.com/office/drawing/2014/main" id="{EEA3ED08-0B16-9B96-8BFC-1C54CB43C82C}"/>
                  </a:ext>
                  <a:ext uri="{C183D7F6-B498-43B3-948B-1728B52AA6E4}">
                    <adec:decorative xmlns:adec="http://schemas.microsoft.com/office/drawing/2017/decorative" val="1"/>
                  </a:ext>
                </a:extLst>
              </p:cNvPr>
              <p:cNvGrpSpPr>
                <a:grpSpLocks noChangeAspect="1"/>
              </p:cNvGrpSpPr>
              <p:nvPr/>
            </p:nvGrpSpPr>
            <p:grpSpPr>
              <a:xfrm>
                <a:off x="8228193" y="2427438"/>
                <a:ext cx="125379" cy="138812"/>
                <a:chOff x="2447540" y="5886624"/>
                <a:chExt cx="125379" cy="138812"/>
              </a:xfrm>
            </p:grpSpPr>
            <p:sp>
              <p:nvSpPr>
                <p:cNvPr id="916" name="Freeform: Shape 4812">
                  <a:extLst>
                    <a:ext uri="{FF2B5EF4-FFF2-40B4-BE49-F238E27FC236}">
                      <a16:creationId xmlns:a16="http://schemas.microsoft.com/office/drawing/2014/main" id="{992F64C5-9221-B231-E77B-C986749918A9}"/>
                    </a:ext>
                  </a:extLst>
                </p:cNvPr>
                <p:cNvSpPr/>
                <p:nvPr/>
              </p:nvSpPr>
              <p:spPr>
                <a:xfrm>
                  <a:off x="2447540" y="5886624"/>
                  <a:ext cx="125379" cy="138812"/>
                </a:xfrm>
                <a:custGeom>
                  <a:avLst/>
                  <a:gdLst>
                    <a:gd name="connsiteX0" fmla="*/ 101646 w 125378"/>
                    <a:gd name="connsiteY0" fmla="*/ 26867 h 138812"/>
                    <a:gd name="connsiteX1" fmla="*/ 111498 w 125378"/>
                    <a:gd name="connsiteY1" fmla="*/ 17016 h 138812"/>
                    <a:gd name="connsiteX2" fmla="*/ 111498 w 125378"/>
                    <a:gd name="connsiteY2" fmla="*/ 13881 h 138812"/>
                    <a:gd name="connsiteX3" fmla="*/ 108363 w 125378"/>
                    <a:gd name="connsiteY3" fmla="*/ 13881 h 138812"/>
                    <a:gd name="connsiteX4" fmla="*/ 98064 w 125378"/>
                    <a:gd name="connsiteY4" fmla="*/ 24180 h 138812"/>
                    <a:gd name="connsiteX5" fmla="*/ 64928 w 125378"/>
                    <a:gd name="connsiteY5" fmla="*/ 13433 h 138812"/>
                    <a:gd name="connsiteX6" fmla="*/ 64928 w 125378"/>
                    <a:gd name="connsiteY6" fmla="*/ 4478 h 138812"/>
                    <a:gd name="connsiteX7" fmla="*/ 82840 w 125378"/>
                    <a:gd name="connsiteY7" fmla="*/ 4478 h 138812"/>
                    <a:gd name="connsiteX8" fmla="*/ 85079 w 125378"/>
                    <a:gd name="connsiteY8" fmla="*/ 2239 h 138812"/>
                    <a:gd name="connsiteX9" fmla="*/ 82840 w 125378"/>
                    <a:gd name="connsiteY9" fmla="*/ 0 h 138812"/>
                    <a:gd name="connsiteX10" fmla="*/ 42539 w 125378"/>
                    <a:gd name="connsiteY10" fmla="*/ 0 h 138812"/>
                    <a:gd name="connsiteX11" fmla="*/ 40300 w 125378"/>
                    <a:gd name="connsiteY11" fmla="*/ 2239 h 138812"/>
                    <a:gd name="connsiteX12" fmla="*/ 42539 w 125378"/>
                    <a:gd name="connsiteY12" fmla="*/ 4478 h 138812"/>
                    <a:gd name="connsiteX13" fmla="*/ 60451 w 125378"/>
                    <a:gd name="connsiteY13" fmla="*/ 4478 h 138812"/>
                    <a:gd name="connsiteX14" fmla="*/ 60451 w 125378"/>
                    <a:gd name="connsiteY14" fmla="*/ 13433 h 138812"/>
                    <a:gd name="connsiteX15" fmla="*/ 0 w 125378"/>
                    <a:gd name="connsiteY15" fmla="*/ 76123 h 138812"/>
                    <a:gd name="connsiteX16" fmla="*/ 62689 w 125378"/>
                    <a:gd name="connsiteY16" fmla="*/ 138812 h 138812"/>
                    <a:gd name="connsiteX17" fmla="*/ 125379 w 125378"/>
                    <a:gd name="connsiteY17" fmla="*/ 76123 h 138812"/>
                    <a:gd name="connsiteX18" fmla="*/ 101646 w 125378"/>
                    <a:gd name="connsiteY18" fmla="*/ 26867 h 138812"/>
                    <a:gd name="connsiteX19" fmla="*/ 62689 w 125378"/>
                    <a:gd name="connsiteY19" fmla="*/ 134335 h 138812"/>
                    <a:gd name="connsiteX20" fmla="*/ 4478 w 125378"/>
                    <a:gd name="connsiteY20" fmla="*/ 76123 h 138812"/>
                    <a:gd name="connsiteX21" fmla="*/ 62689 w 125378"/>
                    <a:gd name="connsiteY21" fmla="*/ 17911 h 138812"/>
                    <a:gd name="connsiteX22" fmla="*/ 120901 w 125378"/>
                    <a:gd name="connsiteY22" fmla="*/ 76123 h 138812"/>
                    <a:gd name="connsiteX23" fmla="*/ 62689 w 125378"/>
                    <a:gd name="connsiteY23" fmla="*/ 134335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5378" h="138812">
                      <a:moveTo>
                        <a:pt x="101646" y="26867"/>
                      </a:moveTo>
                      <a:lnTo>
                        <a:pt x="111498" y="17016"/>
                      </a:lnTo>
                      <a:cubicBezTo>
                        <a:pt x="112393" y="16120"/>
                        <a:pt x="112393" y="14777"/>
                        <a:pt x="111498" y="13881"/>
                      </a:cubicBezTo>
                      <a:cubicBezTo>
                        <a:pt x="110602" y="12986"/>
                        <a:pt x="109259" y="12986"/>
                        <a:pt x="108363" y="13881"/>
                      </a:cubicBezTo>
                      <a:lnTo>
                        <a:pt x="98064" y="24180"/>
                      </a:lnTo>
                      <a:cubicBezTo>
                        <a:pt x="88661" y="17911"/>
                        <a:pt x="77466" y="13881"/>
                        <a:pt x="64928" y="13433"/>
                      </a:cubicBezTo>
                      <a:lnTo>
                        <a:pt x="64928" y="4478"/>
                      </a:lnTo>
                      <a:lnTo>
                        <a:pt x="82840" y="4478"/>
                      </a:lnTo>
                      <a:cubicBezTo>
                        <a:pt x="84183" y="4478"/>
                        <a:pt x="85079" y="3582"/>
                        <a:pt x="85079" y="2239"/>
                      </a:cubicBezTo>
                      <a:cubicBezTo>
                        <a:pt x="85079" y="896"/>
                        <a:pt x="84183" y="0"/>
                        <a:pt x="82840" y="0"/>
                      </a:cubicBezTo>
                      <a:lnTo>
                        <a:pt x="42539" y="0"/>
                      </a:lnTo>
                      <a:cubicBezTo>
                        <a:pt x="41196" y="0"/>
                        <a:pt x="40300" y="896"/>
                        <a:pt x="40300" y="2239"/>
                      </a:cubicBezTo>
                      <a:cubicBezTo>
                        <a:pt x="40300" y="3582"/>
                        <a:pt x="41196" y="4478"/>
                        <a:pt x="42539" y="4478"/>
                      </a:cubicBezTo>
                      <a:lnTo>
                        <a:pt x="60451" y="4478"/>
                      </a:lnTo>
                      <a:lnTo>
                        <a:pt x="60451" y="13433"/>
                      </a:lnTo>
                      <a:cubicBezTo>
                        <a:pt x="26867" y="14777"/>
                        <a:pt x="0" y="42092"/>
                        <a:pt x="0" y="76123"/>
                      </a:cubicBezTo>
                      <a:cubicBezTo>
                        <a:pt x="0" y="110602"/>
                        <a:pt x="28210" y="138812"/>
                        <a:pt x="62689" y="138812"/>
                      </a:cubicBezTo>
                      <a:cubicBezTo>
                        <a:pt x="97169" y="138812"/>
                        <a:pt x="125379" y="110602"/>
                        <a:pt x="125379" y="76123"/>
                      </a:cubicBezTo>
                      <a:cubicBezTo>
                        <a:pt x="125379" y="56420"/>
                        <a:pt x="115975" y="38509"/>
                        <a:pt x="101646" y="26867"/>
                      </a:cubicBezTo>
                      <a:close/>
                      <a:moveTo>
                        <a:pt x="62689" y="134335"/>
                      </a:moveTo>
                      <a:cubicBezTo>
                        <a:pt x="30449" y="134335"/>
                        <a:pt x="4478" y="108364"/>
                        <a:pt x="4478" y="76123"/>
                      </a:cubicBezTo>
                      <a:cubicBezTo>
                        <a:pt x="4478" y="43883"/>
                        <a:pt x="30449" y="17911"/>
                        <a:pt x="62689" y="17911"/>
                      </a:cubicBezTo>
                      <a:cubicBezTo>
                        <a:pt x="94930" y="17911"/>
                        <a:pt x="120901" y="43883"/>
                        <a:pt x="120901" y="76123"/>
                      </a:cubicBezTo>
                      <a:cubicBezTo>
                        <a:pt x="120901" y="108364"/>
                        <a:pt x="94930" y="134335"/>
                        <a:pt x="62689" y="13433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17" name="Freeform: Shape 4813">
                  <a:extLst>
                    <a:ext uri="{FF2B5EF4-FFF2-40B4-BE49-F238E27FC236}">
                      <a16:creationId xmlns:a16="http://schemas.microsoft.com/office/drawing/2014/main" id="{5881C080-BE0C-51E4-A9FD-BFD4BB068620}"/>
                    </a:ext>
                  </a:extLst>
                </p:cNvPr>
                <p:cNvSpPr/>
                <p:nvPr/>
              </p:nvSpPr>
              <p:spPr>
                <a:xfrm>
                  <a:off x="2474183" y="5927149"/>
                  <a:ext cx="35823" cy="35823"/>
                </a:xfrm>
                <a:custGeom>
                  <a:avLst/>
                  <a:gdLst>
                    <a:gd name="connsiteX0" fmla="*/ 3806 w 35822"/>
                    <a:gd name="connsiteY0" fmla="*/ 672 h 35822"/>
                    <a:gd name="connsiteX1" fmla="*/ 672 w 35822"/>
                    <a:gd name="connsiteY1" fmla="*/ 672 h 35822"/>
                    <a:gd name="connsiteX2" fmla="*/ 672 w 35822"/>
                    <a:gd name="connsiteY2" fmla="*/ 3806 h 35822"/>
                    <a:gd name="connsiteX3" fmla="*/ 34255 w 35822"/>
                    <a:gd name="connsiteY3" fmla="*/ 37390 h 35822"/>
                    <a:gd name="connsiteX4" fmla="*/ 36046 w 35822"/>
                    <a:gd name="connsiteY4" fmla="*/ 37837 h 35822"/>
                    <a:gd name="connsiteX5" fmla="*/ 37838 w 35822"/>
                    <a:gd name="connsiteY5" fmla="*/ 37390 h 35822"/>
                    <a:gd name="connsiteX6" fmla="*/ 37838 w 35822"/>
                    <a:gd name="connsiteY6" fmla="*/ 34256 h 35822"/>
                    <a:gd name="connsiteX7" fmla="*/ 3806 w 35822"/>
                    <a:gd name="connsiteY7" fmla="*/ 672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822" h="35822">
                      <a:moveTo>
                        <a:pt x="3806" y="672"/>
                      </a:moveTo>
                      <a:cubicBezTo>
                        <a:pt x="2911" y="-224"/>
                        <a:pt x="1567" y="-224"/>
                        <a:pt x="672" y="672"/>
                      </a:cubicBezTo>
                      <a:cubicBezTo>
                        <a:pt x="-224" y="1567"/>
                        <a:pt x="-224" y="2911"/>
                        <a:pt x="672" y="3806"/>
                      </a:cubicBezTo>
                      <a:lnTo>
                        <a:pt x="34255" y="37390"/>
                      </a:lnTo>
                      <a:cubicBezTo>
                        <a:pt x="34703" y="37837"/>
                        <a:pt x="35151" y="37837"/>
                        <a:pt x="36046" y="37837"/>
                      </a:cubicBezTo>
                      <a:cubicBezTo>
                        <a:pt x="36942" y="37837"/>
                        <a:pt x="37390" y="37837"/>
                        <a:pt x="37838" y="37390"/>
                      </a:cubicBezTo>
                      <a:cubicBezTo>
                        <a:pt x="38733" y="36494"/>
                        <a:pt x="38733" y="35151"/>
                        <a:pt x="37838" y="34256"/>
                      </a:cubicBezTo>
                      <a:lnTo>
                        <a:pt x="3806" y="672"/>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18" name="Group 4814">
                <a:extLst>
                  <a:ext uri="{FF2B5EF4-FFF2-40B4-BE49-F238E27FC236}">
                    <a16:creationId xmlns:a16="http://schemas.microsoft.com/office/drawing/2014/main" id="{8C5E1672-540B-F38D-C331-9875910A8866}"/>
                  </a:ext>
                  <a:ext uri="{C183D7F6-B498-43B3-948B-1728B52AA6E4}">
                    <adec:decorative xmlns:adec="http://schemas.microsoft.com/office/drawing/2017/decorative" val="1"/>
                  </a:ext>
                </a:extLst>
              </p:cNvPr>
              <p:cNvGrpSpPr>
                <a:grpSpLocks noChangeAspect="1"/>
              </p:cNvGrpSpPr>
              <p:nvPr/>
            </p:nvGrpSpPr>
            <p:grpSpPr>
              <a:xfrm>
                <a:off x="8488354" y="2427438"/>
                <a:ext cx="125379" cy="138812"/>
                <a:chOff x="2707701" y="5886624"/>
                <a:chExt cx="125379" cy="138812"/>
              </a:xfrm>
            </p:grpSpPr>
            <p:sp>
              <p:nvSpPr>
                <p:cNvPr id="919" name="Freeform: Shape 4815">
                  <a:extLst>
                    <a:ext uri="{FF2B5EF4-FFF2-40B4-BE49-F238E27FC236}">
                      <a16:creationId xmlns:a16="http://schemas.microsoft.com/office/drawing/2014/main" id="{D93A080B-3866-38EA-4E18-C22B287614AA}"/>
                    </a:ext>
                  </a:extLst>
                </p:cNvPr>
                <p:cNvSpPr/>
                <p:nvPr/>
              </p:nvSpPr>
              <p:spPr>
                <a:xfrm>
                  <a:off x="2707701" y="5886624"/>
                  <a:ext cx="125379" cy="138812"/>
                </a:xfrm>
                <a:custGeom>
                  <a:avLst/>
                  <a:gdLst>
                    <a:gd name="connsiteX0" fmla="*/ 101647 w 125378"/>
                    <a:gd name="connsiteY0" fmla="*/ 26867 h 138812"/>
                    <a:gd name="connsiteX1" fmla="*/ 111498 w 125378"/>
                    <a:gd name="connsiteY1" fmla="*/ 17016 h 138812"/>
                    <a:gd name="connsiteX2" fmla="*/ 111498 w 125378"/>
                    <a:gd name="connsiteY2" fmla="*/ 13881 h 138812"/>
                    <a:gd name="connsiteX3" fmla="*/ 108363 w 125378"/>
                    <a:gd name="connsiteY3" fmla="*/ 13881 h 138812"/>
                    <a:gd name="connsiteX4" fmla="*/ 98064 w 125378"/>
                    <a:gd name="connsiteY4" fmla="*/ 24180 h 138812"/>
                    <a:gd name="connsiteX5" fmla="*/ 64928 w 125378"/>
                    <a:gd name="connsiteY5" fmla="*/ 13433 h 138812"/>
                    <a:gd name="connsiteX6" fmla="*/ 64928 w 125378"/>
                    <a:gd name="connsiteY6" fmla="*/ 4478 h 138812"/>
                    <a:gd name="connsiteX7" fmla="*/ 82840 w 125378"/>
                    <a:gd name="connsiteY7" fmla="*/ 4478 h 138812"/>
                    <a:gd name="connsiteX8" fmla="*/ 85079 w 125378"/>
                    <a:gd name="connsiteY8" fmla="*/ 2239 h 138812"/>
                    <a:gd name="connsiteX9" fmla="*/ 82840 w 125378"/>
                    <a:gd name="connsiteY9" fmla="*/ 0 h 138812"/>
                    <a:gd name="connsiteX10" fmla="*/ 42539 w 125378"/>
                    <a:gd name="connsiteY10" fmla="*/ 0 h 138812"/>
                    <a:gd name="connsiteX11" fmla="*/ 40300 w 125378"/>
                    <a:gd name="connsiteY11" fmla="*/ 2239 h 138812"/>
                    <a:gd name="connsiteX12" fmla="*/ 42539 w 125378"/>
                    <a:gd name="connsiteY12" fmla="*/ 4478 h 138812"/>
                    <a:gd name="connsiteX13" fmla="*/ 60451 w 125378"/>
                    <a:gd name="connsiteY13" fmla="*/ 4478 h 138812"/>
                    <a:gd name="connsiteX14" fmla="*/ 60451 w 125378"/>
                    <a:gd name="connsiteY14" fmla="*/ 13433 h 138812"/>
                    <a:gd name="connsiteX15" fmla="*/ 0 w 125378"/>
                    <a:gd name="connsiteY15" fmla="*/ 76123 h 138812"/>
                    <a:gd name="connsiteX16" fmla="*/ 62689 w 125378"/>
                    <a:gd name="connsiteY16" fmla="*/ 138812 h 138812"/>
                    <a:gd name="connsiteX17" fmla="*/ 125379 w 125378"/>
                    <a:gd name="connsiteY17" fmla="*/ 76123 h 138812"/>
                    <a:gd name="connsiteX18" fmla="*/ 101647 w 125378"/>
                    <a:gd name="connsiteY18" fmla="*/ 26867 h 138812"/>
                    <a:gd name="connsiteX19" fmla="*/ 62689 w 125378"/>
                    <a:gd name="connsiteY19" fmla="*/ 134335 h 138812"/>
                    <a:gd name="connsiteX20" fmla="*/ 4478 w 125378"/>
                    <a:gd name="connsiteY20" fmla="*/ 76123 h 138812"/>
                    <a:gd name="connsiteX21" fmla="*/ 62689 w 125378"/>
                    <a:gd name="connsiteY21" fmla="*/ 17911 h 138812"/>
                    <a:gd name="connsiteX22" fmla="*/ 120901 w 125378"/>
                    <a:gd name="connsiteY22" fmla="*/ 76123 h 138812"/>
                    <a:gd name="connsiteX23" fmla="*/ 62689 w 125378"/>
                    <a:gd name="connsiteY23" fmla="*/ 134335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5378" h="138812">
                      <a:moveTo>
                        <a:pt x="101647" y="26867"/>
                      </a:moveTo>
                      <a:lnTo>
                        <a:pt x="111498" y="17016"/>
                      </a:lnTo>
                      <a:cubicBezTo>
                        <a:pt x="112393" y="16120"/>
                        <a:pt x="112393" y="14777"/>
                        <a:pt x="111498" y="13881"/>
                      </a:cubicBezTo>
                      <a:cubicBezTo>
                        <a:pt x="110602" y="12986"/>
                        <a:pt x="109259" y="12986"/>
                        <a:pt x="108363" y="13881"/>
                      </a:cubicBezTo>
                      <a:lnTo>
                        <a:pt x="98064" y="24180"/>
                      </a:lnTo>
                      <a:cubicBezTo>
                        <a:pt x="88661" y="17911"/>
                        <a:pt x="77466" y="13881"/>
                        <a:pt x="64928" y="13433"/>
                      </a:cubicBezTo>
                      <a:lnTo>
                        <a:pt x="64928" y="4478"/>
                      </a:lnTo>
                      <a:lnTo>
                        <a:pt x="82840" y="4478"/>
                      </a:lnTo>
                      <a:cubicBezTo>
                        <a:pt x="84183" y="4478"/>
                        <a:pt x="85079" y="3582"/>
                        <a:pt x="85079" y="2239"/>
                      </a:cubicBezTo>
                      <a:cubicBezTo>
                        <a:pt x="85079" y="896"/>
                        <a:pt x="84183" y="0"/>
                        <a:pt x="82840" y="0"/>
                      </a:cubicBezTo>
                      <a:lnTo>
                        <a:pt x="42539" y="0"/>
                      </a:lnTo>
                      <a:cubicBezTo>
                        <a:pt x="41196" y="0"/>
                        <a:pt x="40300" y="896"/>
                        <a:pt x="40300" y="2239"/>
                      </a:cubicBezTo>
                      <a:cubicBezTo>
                        <a:pt x="40300" y="3582"/>
                        <a:pt x="41196" y="4478"/>
                        <a:pt x="42539" y="4478"/>
                      </a:cubicBezTo>
                      <a:lnTo>
                        <a:pt x="60451" y="4478"/>
                      </a:lnTo>
                      <a:lnTo>
                        <a:pt x="60451" y="13433"/>
                      </a:lnTo>
                      <a:cubicBezTo>
                        <a:pt x="26867" y="14777"/>
                        <a:pt x="0" y="42092"/>
                        <a:pt x="0" y="76123"/>
                      </a:cubicBezTo>
                      <a:cubicBezTo>
                        <a:pt x="0" y="110602"/>
                        <a:pt x="28210" y="138812"/>
                        <a:pt x="62689" y="138812"/>
                      </a:cubicBezTo>
                      <a:cubicBezTo>
                        <a:pt x="97169" y="138812"/>
                        <a:pt x="125379" y="110602"/>
                        <a:pt x="125379" y="76123"/>
                      </a:cubicBezTo>
                      <a:cubicBezTo>
                        <a:pt x="125379" y="56420"/>
                        <a:pt x="115976" y="38509"/>
                        <a:pt x="101647" y="26867"/>
                      </a:cubicBezTo>
                      <a:close/>
                      <a:moveTo>
                        <a:pt x="62689" y="134335"/>
                      </a:moveTo>
                      <a:cubicBezTo>
                        <a:pt x="30449" y="134335"/>
                        <a:pt x="4478" y="108364"/>
                        <a:pt x="4478" y="76123"/>
                      </a:cubicBezTo>
                      <a:cubicBezTo>
                        <a:pt x="4478" y="43883"/>
                        <a:pt x="30449" y="17911"/>
                        <a:pt x="62689" y="17911"/>
                      </a:cubicBezTo>
                      <a:cubicBezTo>
                        <a:pt x="94930" y="17911"/>
                        <a:pt x="120901" y="43883"/>
                        <a:pt x="120901" y="76123"/>
                      </a:cubicBezTo>
                      <a:cubicBezTo>
                        <a:pt x="120901" y="108364"/>
                        <a:pt x="94930" y="134335"/>
                        <a:pt x="62689" y="13433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20" name="Freeform: Shape 4816">
                  <a:extLst>
                    <a:ext uri="{FF2B5EF4-FFF2-40B4-BE49-F238E27FC236}">
                      <a16:creationId xmlns:a16="http://schemas.microsoft.com/office/drawing/2014/main" id="{303F933A-1770-94AA-80DC-1A224DA0BD05}"/>
                    </a:ext>
                  </a:extLst>
                </p:cNvPr>
                <p:cNvSpPr/>
                <p:nvPr/>
              </p:nvSpPr>
              <p:spPr>
                <a:xfrm>
                  <a:off x="2768151" y="5913043"/>
                  <a:ext cx="4478" cy="49256"/>
                </a:xfrm>
                <a:custGeom>
                  <a:avLst/>
                  <a:gdLst>
                    <a:gd name="connsiteX0" fmla="*/ 2239 w 4477"/>
                    <a:gd name="connsiteY0" fmla="*/ 0 h 49255"/>
                    <a:gd name="connsiteX1" fmla="*/ 0 w 4477"/>
                    <a:gd name="connsiteY1" fmla="*/ 2239 h 49255"/>
                    <a:gd name="connsiteX2" fmla="*/ 0 w 4477"/>
                    <a:gd name="connsiteY2" fmla="*/ 49704 h 49255"/>
                    <a:gd name="connsiteX3" fmla="*/ 2239 w 4477"/>
                    <a:gd name="connsiteY3" fmla="*/ 51943 h 49255"/>
                    <a:gd name="connsiteX4" fmla="*/ 4478 w 4477"/>
                    <a:gd name="connsiteY4" fmla="*/ 49704 h 49255"/>
                    <a:gd name="connsiteX5" fmla="*/ 4478 w 4477"/>
                    <a:gd name="connsiteY5" fmla="*/ 2239 h 49255"/>
                    <a:gd name="connsiteX6" fmla="*/ 2239 w 4477"/>
                    <a:gd name="connsiteY6" fmla="*/ 0 h 4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 h="49255">
                      <a:moveTo>
                        <a:pt x="2239" y="0"/>
                      </a:moveTo>
                      <a:cubicBezTo>
                        <a:pt x="896" y="0"/>
                        <a:pt x="0" y="895"/>
                        <a:pt x="0" y="2239"/>
                      </a:cubicBezTo>
                      <a:lnTo>
                        <a:pt x="0" y="49704"/>
                      </a:lnTo>
                      <a:cubicBezTo>
                        <a:pt x="0" y="51047"/>
                        <a:pt x="896" y="51943"/>
                        <a:pt x="2239" y="51943"/>
                      </a:cubicBezTo>
                      <a:cubicBezTo>
                        <a:pt x="3582" y="51943"/>
                        <a:pt x="4478" y="51047"/>
                        <a:pt x="4478" y="49704"/>
                      </a:cubicBezTo>
                      <a:lnTo>
                        <a:pt x="4478" y="2239"/>
                      </a:lnTo>
                      <a:cubicBezTo>
                        <a:pt x="4478" y="895"/>
                        <a:pt x="3582" y="0"/>
                        <a:pt x="2239"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921" name="Freeform: Shape 4817">
                <a:extLst>
                  <a:ext uri="{FF2B5EF4-FFF2-40B4-BE49-F238E27FC236}">
                    <a16:creationId xmlns:a16="http://schemas.microsoft.com/office/drawing/2014/main" id="{A67B0155-DE27-722F-83DA-A69C3B07B654}"/>
                  </a:ext>
                  <a:ext uri="{C183D7F6-B498-43B3-948B-1728B52AA6E4}">
                    <adec:decorative xmlns:adec="http://schemas.microsoft.com/office/drawing/2017/decorative" val="1"/>
                  </a:ext>
                </a:extLst>
              </p:cNvPr>
              <p:cNvSpPr>
                <a:spLocks noChangeAspect="1"/>
              </p:cNvSpPr>
              <p:nvPr/>
            </p:nvSpPr>
            <p:spPr>
              <a:xfrm>
                <a:off x="8757471" y="2427438"/>
                <a:ext cx="98512" cy="152246"/>
              </a:xfrm>
              <a:custGeom>
                <a:avLst/>
                <a:gdLst>
                  <a:gd name="connsiteX0" fmla="*/ 96273 w 98511"/>
                  <a:gd name="connsiteY0" fmla="*/ 147768 h 152245"/>
                  <a:gd name="connsiteX1" fmla="*/ 85079 w 98511"/>
                  <a:gd name="connsiteY1" fmla="*/ 147768 h 152245"/>
                  <a:gd name="connsiteX2" fmla="*/ 85079 w 98511"/>
                  <a:gd name="connsiteY2" fmla="*/ 121797 h 152245"/>
                  <a:gd name="connsiteX3" fmla="*/ 62242 w 98511"/>
                  <a:gd name="connsiteY3" fmla="*/ 81497 h 152245"/>
                  <a:gd name="connsiteX4" fmla="*/ 53734 w 98511"/>
                  <a:gd name="connsiteY4" fmla="*/ 76123 h 152245"/>
                  <a:gd name="connsiteX5" fmla="*/ 62242 w 98511"/>
                  <a:gd name="connsiteY5" fmla="*/ 70750 h 152245"/>
                  <a:gd name="connsiteX6" fmla="*/ 85079 w 98511"/>
                  <a:gd name="connsiteY6" fmla="*/ 30449 h 152245"/>
                  <a:gd name="connsiteX7" fmla="*/ 85079 w 98511"/>
                  <a:gd name="connsiteY7" fmla="*/ 4478 h 152245"/>
                  <a:gd name="connsiteX8" fmla="*/ 96273 w 98511"/>
                  <a:gd name="connsiteY8" fmla="*/ 4478 h 152245"/>
                  <a:gd name="connsiteX9" fmla="*/ 98512 w 98511"/>
                  <a:gd name="connsiteY9" fmla="*/ 2239 h 152245"/>
                  <a:gd name="connsiteX10" fmla="*/ 96273 w 98511"/>
                  <a:gd name="connsiteY10" fmla="*/ 0 h 152245"/>
                  <a:gd name="connsiteX11" fmla="*/ 2239 w 98511"/>
                  <a:gd name="connsiteY11" fmla="*/ 0 h 152245"/>
                  <a:gd name="connsiteX12" fmla="*/ 0 w 98511"/>
                  <a:gd name="connsiteY12" fmla="*/ 2239 h 152245"/>
                  <a:gd name="connsiteX13" fmla="*/ 2239 w 98511"/>
                  <a:gd name="connsiteY13" fmla="*/ 4478 h 152245"/>
                  <a:gd name="connsiteX14" fmla="*/ 13433 w 98511"/>
                  <a:gd name="connsiteY14" fmla="*/ 4478 h 152245"/>
                  <a:gd name="connsiteX15" fmla="*/ 13433 w 98511"/>
                  <a:gd name="connsiteY15" fmla="*/ 30449 h 152245"/>
                  <a:gd name="connsiteX16" fmla="*/ 36270 w 98511"/>
                  <a:gd name="connsiteY16" fmla="*/ 70750 h 152245"/>
                  <a:gd name="connsiteX17" fmla="*/ 44778 w 98511"/>
                  <a:gd name="connsiteY17" fmla="*/ 76123 h 152245"/>
                  <a:gd name="connsiteX18" fmla="*/ 36270 w 98511"/>
                  <a:gd name="connsiteY18" fmla="*/ 81497 h 152245"/>
                  <a:gd name="connsiteX19" fmla="*/ 13433 w 98511"/>
                  <a:gd name="connsiteY19" fmla="*/ 121797 h 152245"/>
                  <a:gd name="connsiteX20" fmla="*/ 13433 w 98511"/>
                  <a:gd name="connsiteY20" fmla="*/ 147768 h 152245"/>
                  <a:gd name="connsiteX21" fmla="*/ 2239 w 98511"/>
                  <a:gd name="connsiteY21" fmla="*/ 147768 h 152245"/>
                  <a:gd name="connsiteX22" fmla="*/ 0 w 98511"/>
                  <a:gd name="connsiteY22" fmla="*/ 150007 h 152245"/>
                  <a:gd name="connsiteX23" fmla="*/ 2239 w 98511"/>
                  <a:gd name="connsiteY23" fmla="*/ 152246 h 152245"/>
                  <a:gd name="connsiteX24" fmla="*/ 96273 w 98511"/>
                  <a:gd name="connsiteY24" fmla="*/ 152246 h 152245"/>
                  <a:gd name="connsiteX25" fmla="*/ 98512 w 98511"/>
                  <a:gd name="connsiteY25" fmla="*/ 150007 h 152245"/>
                  <a:gd name="connsiteX26" fmla="*/ 96273 w 98511"/>
                  <a:gd name="connsiteY26" fmla="*/ 147768 h 152245"/>
                  <a:gd name="connsiteX27" fmla="*/ 38957 w 98511"/>
                  <a:gd name="connsiteY27" fmla="*/ 67167 h 152245"/>
                  <a:gd name="connsiteX28" fmla="*/ 18359 w 98511"/>
                  <a:gd name="connsiteY28" fmla="*/ 30897 h 152245"/>
                  <a:gd name="connsiteX29" fmla="*/ 18359 w 98511"/>
                  <a:gd name="connsiteY29" fmla="*/ 4925 h 152245"/>
                  <a:gd name="connsiteX30" fmla="*/ 81048 w 98511"/>
                  <a:gd name="connsiteY30" fmla="*/ 4925 h 152245"/>
                  <a:gd name="connsiteX31" fmla="*/ 81048 w 98511"/>
                  <a:gd name="connsiteY31" fmla="*/ 30897 h 152245"/>
                  <a:gd name="connsiteX32" fmla="*/ 60451 w 98511"/>
                  <a:gd name="connsiteY32" fmla="*/ 67167 h 152245"/>
                  <a:gd name="connsiteX33" fmla="*/ 49704 w 98511"/>
                  <a:gd name="connsiteY33" fmla="*/ 73436 h 152245"/>
                  <a:gd name="connsiteX34" fmla="*/ 38957 w 98511"/>
                  <a:gd name="connsiteY34" fmla="*/ 67167 h 152245"/>
                  <a:gd name="connsiteX35" fmla="*/ 17911 w 98511"/>
                  <a:gd name="connsiteY35" fmla="*/ 121797 h 152245"/>
                  <a:gd name="connsiteX36" fmla="*/ 38509 w 98511"/>
                  <a:gd name="connsiteY36" fmla="*/ 85526 h 152245"/>
                  <a:gd name="connsiteX37" fmla="*/ 49256 w 98511"/>
                  <a:gd name="connsiteY37" fmla="*/ 79258 h 152245"/>
                  <a:gd name="connsiteX38" fmla="*/ 60003 w 98511"/>
                  <a:gd name="connsiteY38" fmla="*/ 85526 h 152245"/>
                  <a:gd name="connsiteX39" fmla="*/ 80601 w 98511"/>
                  <a:gd name="connsiteY39" fmla="*/ 121797 h 152245"/>
                  <a:gd name="connsiteX40" fmla="*/ 80601 w 98511"/>
                  <a:gd name="connsiteY40" fmla="*/ 147768 h 152245"/>
                  <a:gd name="connsiteX41" fmla="*/ 17911 w 98511"/>
                  <a:gd name="connsiteY41" fmla="*/ 147768 h 152245"/>
                  <a:gd name="connsiteX42" fmla="*/ 17911 w 98511"/>
                  <a:gd name="connsiteY42" fmla="*/ 121797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8511" h="152245">
                    <a:moveTo>
                      <a:pt x="96273" y="147768"/>
                    </a:moveTo>
                    <a:lnTo>
                      <a:pt x="85079" y="147768"/>
                    </a:lnTo>
                    <a:lnTo>
                      <a:pt x="85079" y="121797"/>
                    </a:lnTo>
                    <a:cubicBezTo>
                      <a:pt x="85079" y="105229"/>
                      <a:pt x="76123" y="90004"/>
                      <a:pt x="62242" y="81497"/>
                    </a:cubicBezTo>
                    <a:lnTo>
                      <a:pt x="53734" y="76123"/>
                    </a:lnTo>
                    <a:lnTo>
                      <a:pt x="62242" y="70750"/>
                    </a:lnTo>
                    <a:cubicBezTo>
                      <a:pt x="76123" y="62242"/>
                      <a:pt x="85079" y="47017"/>
                      <a:pt x="85079" y="30449"/>
                    </a:cubicBezTo>
                    <a:lnTo>
                      <a:pt x="85079" y="4478"/>
                    </a:lnTo>
                    <a:lnTo>
                      <a:pt x="96273" y="4478"/>
                    </a:lnTo>
                    <a:cubicBezTo>
                      <a:pt x="97616" y="4478"/>
                      <a:pt x="98512" y="3582"/>
                      <a:pt x="98512" y="2239"/>
                    </a:cubicBezTo>
                    <a:cubicBezTo>
                      <a:pt x="98512" y="896"/>
                      <a:pt x="97616" y="0"/>
                      <a:pt x="96273" y="0"/>
                    </a:cubicBezTo>
                    <a:lnTo>
                      <a:pt x="2239" y="0"/>
                    </a:lnTo>
                    <a:cubicBezTo>
                      <a:pt x="895" y="0"/>
                      <a:pt x="0" y="896"/>
                      <a:pt x="0" y="2239"/>
                    </a:cubicBezTo>
                    <a:cubicBezTo>
                      <a:pt x="0" y="3582"/>
                      <a:pt x="895" y="4478"/>
                      <a:pt x="2239" y="4478"/>
                    </a:cubicBezTo>
                    <a:lnTo>
                      <a:pt x="13433" y="4478"/>
                    </a:lnTo>
                    <a:lnTo>
                      <a:pt x="13433" y="30449"/>
                    </a:lnTo>
                    <a:cubicBezTo>
                      <a:pt x="13433" y="47017"/>
                      <a:pt x="22389" y="62242"/>
                      <a:pt x="36270" y="70750"/>
                    </a:cubicBezTo>
                    <a:lnTo>
                      <a:pt x="44778" y="76123"/>
                    </a:lnTo>
                    <a:lnTo>
                      <a:pt x="36270" y="81497"/>
                    </a:lnTo>
                    <a:cubicBezTo>
                      <a:pt x="22389" y="90004"/>
                      <a:pt x="13433" y="105229"/>
                      <a:pt x="13433" y="121797"/>
                    </a:cubicBezTo>
                    <a:lnTo>
                      <a:pt x="13433" y="147768"/>
                    </a:lnTo>
                    <a:lnTo>
                      <a:pt x="2239" y="147768"/>
                    </a:lnTo>
                    <a:cubicBezTo>
                      <a:pt x="895" y="147768"/>
                      <a:pt x="0" y="148664"/>
                      <a:pt x="0" y="150007"/>
                    </a:cubicBezTo>
                    <a:cubicBezTo>
                      <a:pt x="0" y="151350"/>
                      <a:pt x="895" y="152246"/>
                      <a:pt x="2239" y="152246"/>
                    </a:cubicBezTo>
                    <a:lnTo>
                      <a:pt x="96273" y="152246"/>
                    </a:lnTo>
                    <a:cubicBezTo>
                      <a:pt x="97616" y="152246"/>
                      <a:pt x="98512" y="151350"/>
                      <a:pt x="98512" y="150007"/>
                    </a:cubicBezTo>
                    <a:cubicBezTo>
                      <a:pt x="98512" y="148664"/>
                      <a:pt x="97616" y="147768"/>
                      <a:pt x="96273" y="147768"/>
                    </a:cubicBezTo>
                    <a:close/>
                    <a:moveTo>
                      <a:pt x="38957" y="67167"/>
                    </a:moveTo>
                    <a:cubicBezTo>
                      <a:pt x="26419" y="59555"/>
                      <a:pt x="18359" y="45674"/>
                      <a:pt x="18359" y="30897"/>
                    </a:cubicBezTo>
                    <a:lnTo>
                      <a:pt x="18359" y="4925"/>
                    </a:lnTo>
                    <a:lnTo>
                      <a:pt x="81048" y="4925"/>
                    </a:lnTo>
                    <a:lnTo>
                      <a:pt x="81048" y="30897"/>
                    </a:lnTo>
                    <a:cubicBezTo>
                      <a:pt x="81048" y="45674"/>
                      <a:pt x="72988" y="59555"/>
                      <a:pt x="60451" y="67167"/>
                    </a:cubicBezTo>
                    <a:lnTo>
                      <a:pt x="49704" y="73436"/>
                    </a:lnTo>
                    <a:lnTo>
                      <a:pt x="38957" y="67167"/>
                    </a:lnTo>
                    <a:close/>
                    <a:moveTo>
                      <a:pt x="17911" y="121797"/>
                    </a:moveTo>
                    <a:cubicBezTo>
                      <a:pt x="17911" y="107020"/>
                      <a:pt x="25971" y="93139"/>
                      <a:pt x="38509" y="85526"/>
                    </a:cubicBezTo>
                    <a:lnTo>
                      <a:pt x="49256" y="79258"/>
                    </a:lnTo>
                    <a:lnTo>
                      <a:pt x="60003" y="85526"/>
                    </a:lnTo>
                    <a:cubicBezTo>
                      <a:pt x="72540" y="93139"/>
                      <a:pt x="80601" y="107020"/>
                      <a:pt x="80601" y="121797"/>
                    </a:cubicBezTo>
                    <a:lnTo>
                      <a:pt x="80601" y="147768"/>
                    </a:lnTo>
                    <a:lnTo>
                      <a:pt x="17911" y="147768"/>
                    </a:lnTo>
                    <a:lnTo>
                      <a:pt x="17911" y="12179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22" name="Freeform: Shape 4818">
                <a:extLst>
                  <a:ext uri="{FF2B5EF4-FFF2-40B4-BE49-F238E27FC236}">
                    <a16:creationId xmlns:a16="http://schemas.microsoft.com/office/drawing/2014/main" id="{3342DF00-734B-AEA0-B397-F13F9B946A07}"/>
                  </a:ext>
                  <a:ext uri="{C183D7F6-B498-43B3-948B-1728B52AA6E4}">
                    <adec:decorative xmlns:adec="http://schemas.microsoft.com/office/drawing/2017/decorative" val="1"/>
                  </a:ext>
                </a:extLst>
              </p:cNvPr>
              <p:cNvSpPr>
                <a:spLocks noChangeAspect="1"/>
              </p:cNvSpPr>
              <p:nvPr/>
            </p:nvSpPr>
            <p:spPr>
              <a:xfrm>
                <a:off x="9018080" y="2427438"/>
                <a:ext cx="94034" cy="152246"/>
              </a:xfrm>
              <a:custGeom>
                <a:avLst/>
                <a:gdLst>
                  <a:gd name="connsiteX0" fmla="*/ 83735 w 94034"/>
                  <a:gd name="connsiteY0" fmla="*/ 26867 h 152245"/>
                  <a:gd name="connsiteX1" fmla="*/ 74780 w 94034"/>
                  <a:gd name="connsiteY1" fmla="*/ 8508 h 152245"/>
                  <a:gd name="connsiteX2" fmla="*/ 60898 w 94034"/>
                  <a:gd name="connsiteY2" fmla="*/ 0 h 152245"/>
                  <a:gd name="connsiteX3" fmla="*/ 37166 w 94034"/>
                  <a:gd name="connsiteY3" fmla="*/ 0 h 152245"/>
                  <a:gd name="connsiteX4" fmla="*/ 23285 w 94034"/>
                  <a:gd name="connsiteY4" fmla="*/ 8508 h 152245"/>
                  <a:gd name="connsiteX5" fmla="*/ 14329 w 94034"/>
                  <a:gd name="connsiteY5" fmla="*/ 26867 h 152245"/>
                  <a:gd name="connsiteX6" fmla="*/ 0 w 94034"/>
                  <a:gd name="connsiteY6" fmla="*/ 42539 h 152245"/>
                  <a:gd name="connsiteX7" fmla="*/ 0 w 94034"/>
                  <a:gd name="connsiteY7" fmla="*/ 109707 h 152245"/>
                  <a:gd name="connsiteX8" fmla="*/ 14329 w 94034"/>
                  <a:gd name="connsiteY8" fmla="*/ 125379 h 152245"/>
                  <a:gd name="connsiteX9" fmla="*/ 23285 w 94034"/>
                  <a:gd name="connsiteY9" fmla="*/ 143738 h 152245"/>
                  <a:gd name="connsiteX10" fmla="*/ 37166 w 94034"/>
                  <a:gd name="connsiteY10" fmla="*/ 152246 h 152245"/>
                  <a:gd name="connsiteX11" fmla="*/ 60898 w 94034"/>
                  <a:gd name="connsiteY11" fmla="*/ 152246 h 152245"/>
                  <a:gd name="connsiteX12" fmla="*/ 74780 w 94034"/>
                  <a:gd name="connsiteY12" fmla="*/ 143738 h 152245"/>
                  <a:gd name="connsiteX13" fmla="*/ 83735 w 94034"/>
                  <a:gd name="connsiteY13" fmla="*/ 125379 h 152245"/>
                  <a:gd name="connsiteX14" fmla="*/ 98064 w 94034"/>
                  <a:gd name="connsiteY14" fmla="*/ 109707 h 152245"/>
                  <a:gd name="connsiteX15" fmla="*/ 98064 w 94034"/>
                  <a:gd name="connsiteY15" fmla="*/ 42539 h 152245"/>
                  <a:gd name="connsiteX16" fmla="*/ 83735 w 94034"/>
                  <a:gd name="connsiteY16" fmla="*/ 26867 h 152245"/>
                  <a:gd name="connsiteX17" fmla="*/ 26867 w 94034"/>
                  <a:gd name="connsiteY17" fmla="*/ 10747 h 152245"/>
                  <a:gd name="connsiteX18" fmla="*/ 36718 w 94034"/>
                  <a:gd name="connsiteY18" fmla="*/ 4478 h 152245"/>
                  <a:gd name="connsiteX19" fmla="*/ 60451 w 94034"/>
                  <a:gd name="connsiteY19" fmla="*/ 4478 h 152245"/>
                  <a:gd name="connsiteX20" fmla="*/ 70302 w 94034"/>
                  <a:gd name="connsiteY20" fmla="*/ 10747 h 152245"/>
                  <a:gd name="connsiteX21" fmla="*/ 78362 w 94034"/>
                  <a:gd name="connsiteY21" fmla="*/ 26867 h 152245"/>
                  <a:gd name="connsiteX22" fmla="*/ 18359 w 94034"/>
                  <a:gd name="connsiteY22" fmla="*/ 26867 h 152245"/>
                  <a:gd name="connsiteX23" fmla="*/ 26867 w 94034"/>
                  <a:gd name="connsiteY23" fmla="*/ 10747 h 152245"/>
                  <a:gd name="connsiteX24" fmla="*/ 70302 w 94034"/>
                  <a:gd name="connsiteY24" fmla="*/ 141499 h 152245"/>
                  <a:gd name="connsiteX25" fmla="*/ 60451 w 94034"/>
                  <a:gd name="connsiteY25" fmla="*/ 147768 h 152245"/>
                  <a:gd name="connsiteX26" fmla="*/ 36718 w 94034"/>
                  <a:gd name="connsiteY26" fmla="*/ 147768 h 152245"/>
                  <a:gd name="connsiteX27" fmla="*/ 26867 w 94034"/>
                  <a:gd name="connsiteY27" fmla="*/ 141499 h 152245"/>
                  <a:gd name="connsiteX28" fmla="*/ 18807 w 94034"/>
                  <a:gd name="connsiteY28" fmla="*/ 125379 h 152245"/>
                  <a:gd name="connsiteX29" fmla="*/ 78810 w 94034"/>
                  <a:gd name="connsiteY29" fmla="*/ 125379 h 152245"/>
                  <a:gd name="connsiteX30" fmla="*/ 70302 w 94034"/>
                  <a:gd name="connsiteY30" fmla="*/ 141499 h 152245"/>
                  <a:gd name="connsiteX31" fmla="*/ 93139 w 94034"/>
                  <a:gd name="connsiteY31" fmla="*/ 109707 h 152245"/>
                  <a:gd name="connsiteX32" fmla="*/ 81944 w 94034"/>
                  <a:gd name="connsiteY32" fmla="*/ 120901 h 152245"/>
                  <a:gd name="connsiteX33" fmla="*/ 14777 w 94034"/>
                  <a:gd name="connsiteY33" fmla="*/ 120901 h 152245"/>
                  <a:gd name="connsiteX34" fmla="*/ 3582 w 94034"/>
                  <a:gd name="connsiteY34" fmla="*/ 109707 h 152245"/>
                  <a:gd name="connsiteX35" fmla="*/ 3582 w 94034"/>
                  <a:gd name="connsiteY35" fmla="*/ 42539 h 152245"/>
                  <a:gd name="connsiteX36" fmla="*/ 14777 w 94034"/>
                  <a:gd name="connsiteY36" fmla="*/ 31345 h 152245"/>
                  <a:gd name="connsiteX37" fmla="*/ 81944 w 94034"/>
                  <a:gd name="connsiteY37" fmla="*/ 31345 h 152245"/>
                  <a:gd name="connsiteX38" fmla="*/ 93139 w 94034"/>
                  <a:gd name="connsiteY38" fmla="*/ 42539 h 152245"/>
                  <a:gd name="connsiteX39" fmla="*/ 93139 w 94034"/>
                  <a:gd name="connsiteY39" fmla="*/ 109707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4034" h="152245">
                    <a:moveTo>
                      <a:pt x="83735" y="26867"/>
                    </a:moveTo>
                    <a:lnTo>
                      <a:pt x="74780" y="8508"/>
                    </a:lnTo>
                    <a:cubicBezTo>
                      <a:pt x="72093" y="3135"/>
                      <a:pt x="66720" y="0"/>
                      <a:pt x="60898" y="0"/>
                    </a:cubicBezTo>
                    <a:lnTo>
                      <a:pt x="37166" y="0"/>
                    </a:lnTo>
                    <a:cubicBezTo>
                      <a:pt x="31345" y="0"/>
                      <a:pt x="25972" y="3135"/>
                      <a:pt x="23285" y="8508"/>
                    </a:cubicBezTo>
                    <a:lnTo>
                      <a:pt x="14329" y="26867"/>
                    </a:lnTo>
                    <a:cubicBezTo>
                      <a:pt x="6269" y="27763"/>
                      <a:pt x="0" y="34031"/>
                      <a:pt x="0" y="42539"/>
                    </a:cubicBezTo>
                    <a:lnTo>
                      <a:pt x="0" y="109707"/>
                    </a:lnTo>
                    <a:cubicBezTo>
                      <a:pt x="0" y="117767"/>
                      <a:pt x="6269" y="124484"/>
                      <a:pt x="14329" y="125379"/>
                    </a:cubicBezTo>
                    <a:lnTo>
                      <a:pt x="23285" y="143738"/>
                    </a:lnTo>
                    <a:cubicBezTo>
                      <a:pt x="25972" y="149112"/>
                      <a:pt x="31345" y="152246"/>
                      <a:pt x="37166" y="152246"/>
                    </a:cubicBezTo>
                    <a:lnTo>
                      <a:pt x="60898" y="152246"/>
                    </a:lnTo>
                    <a:cubicBezTo>
                      <a:pt x="66720" y="152246"/>
                      <a:pt x="72093" y="149112"/>
                      <a:pt x="74780" y="143738"/>
                    </a:cubicBezTo>
                    <a:lnTo>
                      <a:pt x="83735" y="125379"/>
                    </a:lnTo>
                    <a:cubicBezTo>
                      <a:pt x="91795" y="124484"/>
                      <a:pt x="98064" y="118214"/>
                      <a:pt x="98064" y="109707"/>
                    </a:cubicBezTo>
                    <a:lnTo>
                      <a:pt x="98064" y="42539"/>
                    </a:lnTo>
                    <a:cubicBezTo>
                      <a:pt x="97617" y="34480"/>
                      <a:pt x="91348" y="27763"/>
                      <a:pt x="83735" y="26867"/>
                    </a:cubicBezTo>
                    <a:close/>
                    <a:moveTo>
                      <a:pt x="26867" y="10747"/>
                    </a:moveTo>
                    <a:cubicBezTo>
                      <a:pt x="28658" y="6717"/>
                      <a:pt x="32688" y="4478"/>
                      <a:pt x="36718" y="4478"/>
                    </a:cubicBezTo>
                    <a:lnTo>
                      <a:pt x="60451" y="4478"/>
                    </a:lnTo>
                    <a:cubicBezTo>
                      <a:pt x="64928" y="4478"/>
                      <a:pt x="68511" y="6717"/>
                      <a:pt x="70302" y="10747"/>
                    </a:cubicBezTo>
                    <a:lnTo>
                      <a:pt x="78362" y="26867"/>
                    </a:lnTo>
                    <a:lnTo>
                      <a:pt x="18359" y="26867"/>
                    </a:lnTo>
                    <a:lnTo>
                      <a:pt x="26867" y="10747"/>
                    </a:lnTo>
                    <a:close/>
                    <a:moveTo>
                      <a:pt x="70302" y="141499"/>
                    </a:moveTo>
                    <a:cubicBezTo>
                      <a:pt x="68511" y="145529"/>
                      <a:pt x="64481" y="147768"/>
                      <a:pt x="60451" y="147768"/>
                    </a:cubicBezTo>
                    <a:lnTo>
                      <a:pt x="36718" y="147768"/>
                    </a:lnTo>
                    <a:cubicBezTo>
                      <a:pt x="32240" y="147768"/>
                      <a:pt x="28658" y="145529"/>
                      <a:pt x="26867" y="141499"/>
                    </a:cubicBezTo>
                    <a:lnTo>
                      <a:pt x="18807" y="125379"/>
                    </a:lnTo>
                    <a:lnTo>
                      <a:pt x="78810" y="125379"/>
                    </a:lnTo>
                    <a:lnTo>
                      <a:pt x="70302" y="141499"/>
                    </a:lnTo>
                    <a:close/>
                    <a:moveTo>
                      <a:pt x="93139" y="109707"/>
                    </a:moveTo>
                    <a:cubicBezTo>
                      <a:pt x="93139" y="115976"/>
                      <a:pt x="88213" y="120901"/>
                      <a:pt x="81944" y="120901"/>
                    </a:cubicBezTo>
                    <a:lnTo>
                      <a:pt x="14777" y="120901"/>
                    </a:lnTo>
                    <a:cubicBezTo>
                      <a:pt x="8508" y="120901"/>
                      <a:pt x="3582" y="115976"/>
                      <a:pt x="3582" y="109707"/>
                    </a:cubicBezTo>
                    <a:lnTo>
                      <a:pt x="3582" y="42539"/>
                    </a:lnTo>
                    <a:cubicBezTo>
                      <a:pt x="3582" y="36270"/>
                      <a:pt x="8508" y="31345"/>
                      <a:pt x="14777" y="31345"/>
                    </a:cubicBezTo>
                    <a:lnTo>
                      <a:pt x="81944" y="31345"/>
                    </a:lnTo>
                    <a:cubicBezTo>
                      <a:pt x="88213" y="31345"/>
                      <a:pt x="93139" y="36270"/>
                      <a:pt x="93139" y="42539"/>
                    </a:cubicBezTo>
                    <a:lnTo>
                      <a:pt x="93139" y="10970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923" name="Group 4819">
                <a:extLst>
                  <a:ext uri="{FF2B5EF4-FFF2-40B4-BE49-F238E27FC236}">
                    <a16:creationId xmlns:a16="http://schemas.microsoft.com/office/drawing/2014/main" id="{FD1E0522-3B95-2A7A-E560-5064D2B3D4A2}"/>
                  </a:ext>
                  <a:ext uri="{C183D7F6-B498-43B3-948B-1728B52AA6E4}">
                    <adec:decorative xmlns:adec="http://schemas.microsoft.com/office/drawing/2017/decorative" val="1"/>
                  </a:ext>
                </a:extLst>
              </p:cNvPr>
              <p:cNvGrpSpPr>
                <a:grpSpLocks noChangeAspect="1"/>
              </p:cNvGrpSpPr>
              <p:nvPr/>
            </p:nvGrpSpPr>
            <p:grpSpPr>
              <a:xfrm>
                <a:off x="10077532" y="2427438"/>
                <a:ext cx="94034" cy="152246"/>
                <a:chOff x="4296879" y="5886624"/>
                <a:chExt cx="94034" cy="152246"/>
              </a:xfrm>
            </p:grpSpPr>
            <p:sp>
              <p:nvSpPr>
                <p:cNvPr id="924" name="Freeform: Shape 4820">
                  <a:extLst>
                    <a:ext uri="{FF2B5EF4-FFF2-40B4-BE49-F238E27FC236}">
                      <a16:creationId xmlns:a16="http://schemas.microsoft.com/office/drawing/2014/main" id="{A52D01A5-C891-5CAE-F783-A58BFEC103E4}"/>
                    </a:ext>
                  </a:extLst>
                </p:cNvPr>
                <p:cNvSpPr/>
                <p:nvPr/>
              </p:nvSpPr>
              <p:spPr>
                <a:xfrm>
                  <a:off x="4343448" y="5926925"/>
                  <a:ext cx="22389" cy="58212"/>
                </a:xfrm>
                <a:custGeom>
                  <a:avLst/>
                  <a:gdLst>
                    <a:gd name="connsiteX0" fmla="*/ 4478 w 22389"/>
                    <a:gd name="connsiteY0" fmla="*/ 34927 h 58211"/>
                    <a:gd name="connsiteX1" fmla="*/ 4478 w 22389"/>
                    <a:gd name="connsiteY1" fmla="*/ 2239 h 58211"/>
                    <a:gd name="connsiteX2" fmla="*/ 2239 w 22389"/>
                    <a:gd name="connsiteY2" fmla="*/ 0 h 58211"/>
                    <a:gd name="connsiteX3" fmla="*/ 0 w 22389"/>
                    <a:gd name="connsiteY3" fmla="*/ 2239 h 58211"/>
                    <a:gd name="connsiteX4" fmla="*/ 0 w 22389"/>
                    <a:gd name="connsiteY4" fmla="*/ 35823 h 58211"/>
                    <a:gd name="connsiteX5" fmla="*/ 0 w 22389"/>
                    <a:gd name="connsiteY5" fmla="*/ 36718 h 58211"/>
                    <a:gd name="connsiteX6" fmla="*/ 448 w 22389"/>
                    <a:gd name="connsiteY6" fmla="*/ 37614 h 58211"/>
                    <a:gd name="connsiteX7" fmla="*/ 20598 w 22389"/>
                    <a:gd name="connsiteY7" fmla="*/ 57764 h 58211"/>
                    <a:gd name="connsiteX8" fmla="*/ 22389 w 22389"/>
                    <a:gd name="connsiteY8" fmla="*/ 58212 h 58211"/>
                    <a:gd name="connsiteX9" fmla="*/ 24180 w 22389"/>
                    <a:gd name="connsiteY9" fmla="*/ 57764 h 58211"/>
                    <a:gd name="connsiteX10" fmla="*/ 24180 w 22389"/>
                    <a:gd name="connsiteY10" fmla="*/ 54630 h 58211"/>
                    <a:gd name="connsiteX11" fmla="*/ 4478 w 22389"/>
                    <a:gd name="connsiteY11" fmla="*/ 34927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389" h="58211">
                      <a:moveTo>
                        <a:pt x="4478" y="34927"/>
                      </a:moveTo>
                      <a:lnTo>
                        <a:pt x="4478" y="2239"/>
                      </a:lnTo>
                      <a:cubicBezTo>
                        <a:pt x="4478" y="896"/>
                        <a:pt x="3582" y="0"/>
                        <a:pt x="2239" y="0"/>
                      </a:cubicBezTo>
                      <a:cubicBezTo>
                        <a:pt x="896" y="0"/>
                        <a:pt x="0" y="896"/>
                        <a:pt x="0" y="2239"/>
                      </a:cubicBezTo>
                      <a:lnTo>
                        <a:pt x="0" y="35823"/>
                      </a:lnTo>
                      <a:cubicBezTo>
                        <a:pt x="0" y="36270"/>
                        <a:pt x="0" y="36270"/>
                        <a:pt x="0" y="36718"/>
                      </a:cubicBezTo>
                      <a:cubicBezTo>
                        <a:pt x="0" y="37166"/>
                        <a:pt x="448" y="37166"/>
                        <a:pt x="448" y="37614"/>
                      </a:cubicBezTo>
                      <a:lnTo>
                        <a:pt x="20598" y="57764"/>
                      </a:lnTo>
                      <a:cubicBezTo>
                        <a:pt x="21046" y="58212"/>
                        <a:pt x="21494" y="58212"/>
                        <a:pt x="22389" y="58212"/>
                      </a:cubicBezTo>
                      <a:cubicBezTo>
                        <a:pt x="23285" y="58212"/>
                        <a:pt x="23733" y="58212"/>
                        <a:pt x="24180" y="57764"/>
                      </a:cubicBezTo>
                      <a:cubicBezTo>
                        <a:pt x="25076" y="56869"/>
                        <a:pt x="25076" y="55525"/>
                        <a:pt x="24180" y="54630"/>
                      </a:cubicBezTo>
                      <a:lnTo>
                        <a:pt x="4478" y="3492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25" name="Freeform: Shape 4821">
                  <a:extLst>
                    <a:ext uri="{FF2B5EF4-FFF2-40B4-BE49-F238E27FC236}">
                      <a16:creationId xmlns:a16="http://schemas.microsoft.com/office/drawing/2014/main" id="{0C5C2B02-2B90-1CD0-CC3B-C7E90EFC15FE}"/>
                    </a:ext>
                  </a:extLst>
                </p:cNvPr>
                <p:cNvSpPr/>
                <p:nvPr/>
              </p:nvSpPr>
              <p:spPr>
                <a:xfrm>
                  <a:off x="4296879" y="5886624"/>
                  <a:ext cx="94034" cy="152246"/>
                </a:xfrm>
                <a:custGeom>
                  <a:avLst/>
                  <a:gdLst>
                    <a:gd name="connsiteX0" fmla="*/ 83735 w 94034"/>
                    <a:gd name="connsiteY0" fmla="*/ 26867 h 152245"/>
                    <a:gd name="connsiteX1" fmla="*/ 74780 w 94034"/>
                    <a:gd name="connsiteY1" fmla="*/ 8508 h 152245"/>
                    <a:gd name="connsiteX2" fmla="*/ 60898 w 94034"/>
                    <a:gd name="connsiteY2" fmla="*/ 0 h 152245"/>
                    <a:gd name="connsiteX3" fmla="*/ 37166 w 94034"/>
                    <a:gd name="connsiteY3" fmla="*/ 0 h 152245"/>
                    <a:gd name="connsiteX4" fmla="*/ 23285 w 94034"/>
                    <a:gd name="connsiteY4" fmla="*/ 8508 h 152245"/>
                    <a:gd name="connsiteX5" fmla="*/ 14329 w 94034"/>
                    <a:gd name="connsiteY5" fmla="*/ 26867 h 152245"/>
                    <a:gd name="connsiteX6" fmla="*/ 0 w 94034"/>
                    <a:gd name="connsiteY6" fmla="*/ 42539 h 152245"/>
                    <a:gd name="connsiteX7" fmla="*/ 0 w 94034"/>
                    <a:gd name="connsiteY7" fmla="*/ 109707 h 152245"/>
                    <a:gd name="connsiteX8" fmla="*/ 14329 w 94034"/>
                    <a:gd name="connsiteY8" fmla="*/ 125379 h 152245"/>
                    <a:gd name="connsiteX9" fmla="*/ 23285 w 94034"/>
                    <a:gd name="connsiteY9" fmla="*/ 143738 h 152245"/>
                    <a:gd name="connsiteX10" fmla="*/ 37166 w 94034"/>
                    <a:gd name="connsiteY10" fmla="*/ 152246 h 152245"/>
                    <a:gd name="connsiteX11" fmla="*/ 60898 w 94034"/>
                    <a:gd name="connsiteY11" fmla="*/ 152246 h 152245"/>
                    <a:gd name="connsiteX12" fmla="*/ 74780 w 94034"/>
                    <a:gd name="connsiteY12" fmla="*/ 143738 h 152245"/>
                    <a:gd name="connsiteX13" fmla="*/ 83735 w 94034"/>
                    <a:gd name="connsiteY13" fmla="*/ 125379 h 152245"/>
                    <a:gd name="connsiteX14" fmla="*/ 98064 w 94034"/>
                    <a:gd name="connsiteY14" fmla="*/ 109707 h 152245"/>
                    <a:gd name="connsiteX15" fmla="*/ 98064 w 94034"/>
                    <a:gd name="connsiteY15" fmla="*/ 42539 h 152245"/>
                    <a:gd name="connsiteX16" fmla="*/ 83735 w 94034"/>
                    <a:gd name="connsiteY16" fmla="*/ 26867 h 152245"/>
                    <a:gd name="connsiteX17" fmla="*/ 26867 w 94034"/>
                    <a:gd name="connsiteY17" fmla="*/ 10747 h 152245"/>
                    <a:gd name="connsiteX18" fmla="*/ 36718 w 94034"/>
                    <a:gd name="connsiteY18" fmla="*/ 4478 h 152245"/>
                    <a:gd name="connsiteX19" fmla="*/ 60451 w 94034"/>
                    <a:gd name="connsiteY19" fmla="*/ 4478 h 152245"/>
                    <a:gd name="connsiteX20" fmla="*/ 70302 w 94034"/>
                    <a:gd name="connsiteY20" fmla="*/ 10747 h 152245"/>
                    <a:gd name="connsiteX21" fmla="*/ 78362 w 94034"/>
                    <a:gd name="connsiteY21" fmla="*/ 26867 h 152245"/>
                    <a:gd name="connsiteX22" fmla="*/ 18359 w 94034"/>
                    <a:gd name="connsiteY22" fmla="*/ 26867 h 152245"/>
                    <a:gd name="connsiteX23" fmla="*/ 26867 w 94034"/>
                    <a:gd name="connsiteY23" fmla="*/ 10747 h 152245"/>
                    <a:gd name="connsiteX24" fmla="*/ 70302 w 94034"/>
                    <a:gd name="connsiteY24" fmla="*/ 141499 h 152245"/>
                    <a:gd name="connsiteX25" fmla="*/ 60451 w 94034"/>
                    <a:gd name="connsiteY25" fmla="*/ 147768 h 152245"/>
                    <a:gd name="connsiteX26" fmla="*/ 36718 w 94034"/>
                    <a:gd name="connsiteY26" fmla="*/ 147768 h 152245"/>
                    <a:gd name="connsiteX27" fmla="*/ 26867 w 94034"/>
                    <a:gd name="connsiteY27" fmla="*/ 141499 h 152245"/>
                    <a:gd name="connsiteX28" fmla="*/ 18807 w 94034"/>
                    <a:gd name="connsiteY28" fmla="*/ 125379 h 152245"/>
                    <a:gd name="connsiteX29" fmla="*/ 78809 w 94034"/>
                    <a:gd name="connsiteY29" fmla="*/ 125379 h 152245"/>
                    <a:gd name="connsiteX30" fmla="*/ 70302 w 94034"/>
                    <a:gd name="connsiteY30" fmla="*/ 141499 h 152245"/>
                    <a:gd name="connsiteX31" fmla="*/ 93586 w 94034"/>
                    <a:gd name="connsiteY31" fmla="*/ 109707 h 152245"/>
                    <a:gd name="connsiteX32" fmla="*/ 82392 w 94034"/>
                    <a:gd name="connsiteY32" fmla="*/ 120901 h 152245"/>
                    <a:gd name="connsiteX33" fmla="*/ 15224 w 94034"/>
                    <a:gd name="connsiteY33" fmla="*/ 120901 h 152245"/>
                    <a:gd name="connsiteX34" fmla="*/ 4030 w 94034"/>
                    <a:gd name="connsiteY34" fmla="*/ 109707 h 152245"/>
                    <a:gd name="connsiteX35" fmla="*/ 4030 w 94034"/>
                    <a:gd name="connsiteY35" fmla="*/ 42539 h 152245"/>
                    <a:gd name="connsiteX36" fmla="*/ 15224 w 94034"/>
                    <a:gd name="connsiteY36" fmla="*/ 31345 h 152245"/>
                    <a:gd name="connsiteX37" fmla="*/ 82392 w 94034"/>
                    <a:gd name="connsiteY37" fmla="*/ 31345 h 152245"/>
                    <a:gd name="connsiteX38" fmla="*/ 93586 w 94034"/>
                    <a:gd name="connsiteY38" fmla="*/ 42539 h 152245"/>
                    <a:gd name="connsiteX39" fmla="*/ 93586 w 94034"/>
                    <a:gd name="connsiteY39" fmla="*/ 109707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4034" h="152245">
                      <a:moveTo>
                        <a:pt x="83735" y="26867"/>
                      </a:moveTo>
                      <a:lnTo>
                        <a:pt x="74780" y="8508"/>
                      </a:lnTo>
                      <a:cubicBezTo>
                        <a:pt x="72093" y="3135"/>
                        <a:pt x="66719" y="0"/>
                        <a:pt x="60898" y="0"/>
                      </a:cubicBezTo>
                      <a:lnTo>
                        <a:pt x="37166" y="0"/>
                      </a:lnTo>
                      <a:cubicBezTo>
                        <a:pt x="31345" y="0"/>
                        <a:pt x="25971" y="3135"/>
                        <a:pt x="23285" y="8508"/>
                      </a:cubicBezTo>
                      <a:lnTo>
                        <a:pt x="14329" y="26867"/>
                      </a:lnTo>
                      <a:cubicBezTo>
                        <a:pt x="6269" y="27763"/>
                        <a:pt x="0" y="34031"/>
                        <a:pt x="0" y="42539"/>
                      </a:cubicBezTo>
                      <a:lnTo>
                        <a:pt x="0" y="109707"/>
                      </a:lnTo>
                      <a:cubicBezTo>
                        <a:pt x="0" y="117767"/>
                        <a:pt x="6269" y="124484"/>
                        <a:pt x="14329" y="125379"/>
                      </a:cubicBezTo>
                      <a:lnTo>
                        <a:pt x="23285" y="143738"/>
                      </a:lnTo>
                      <a:cubicBezTo>
                        <a:pt x="25971" y="149112"/>
                        <a:pt x="31345" y="152246"/>
                        <a:pt x="37166" y="152246"/>
                      </a:cubicBezTo>
                      <a:lnTo>
                        <a:pt x="60898" y="152246"/>
                      </a:lnTo>
                      <a:cubicBezTo>
                        <a:pt x="66719" y="152246"/>
                        <a:pt x="72093" y="149112"/>
                        <a:pt x="74780" y="143738"/>
                      </a:cubicBezTo>
                      <a:lnTo>
                        <a:pt x="83735" y="125379"/>
                      </a:lnTo>
                      <a:cubicBezTo>
                        <a:pt x="91795" y="124484"/>
                        <a:pt x="98064" y="118214"/>
                        <a:pt x="98064" y="109707"/>
                      </a:cubicBezTo>
                      <a:lnTo>
                        <a:pt x="98064" y="42539"/>
                      </a:lnTo>
                      <a:cubicBezTo>
                        <a:pt x="98064" y="34480"/>
                        <a:pt x="91795" y="27763"/>
                        <a:pt x="83735" y="26867"/>
                      </a:cubicBezTo>
                      <a:close/>
                      <a:moveTo>
                        <a:pt x="26867" y="10747"/>
                      </a:moveTo>
                      <a:cubicBezTo>
                        <a:pt x="28658" y="6717"/>
                        <a:pt x="32688" y="4478"/>
                        <a:pt x="36718" y="4478"/>
                      </a:cubicBezTo>
                      <a:lnTo>
                        <a:pt x="60451" y="4478"/>
                      </a:lnTo>
                      <a:cubicBezTo>
                        <a:pt x="64928" y="4478"/>
                        <a:pt x="68511" y="6717"/>
                        <a:pt x="70302" y="10747"/>
                      </a:cubicBezTo>
                      <a:lnTo>
                        <a:pt x="78362" y="26867"/>
                      </a:lnTo>
                      <a:lnTo>
                        <a:pt x="18359" y="26867"/>
                      </a:lnTo>
                      <a:lnTo>
                        <a:pt x="26867" y="10747"/>
                      </a:lnTo>
                      <a:close/>
                      <a:moveTo>
                        <a:pt x="70302" y="141499"/>
                      </a:moveTo>
                      <a:cubicBezTo>
                        <a:pt x="68511" y="145529"/>
                        <a:pt x="64480" y="147768"/>
                        <a:pt x="60451" y="147768"/>
                      </a:cubicBezTo>
                      <a:lnTo>
                        <a:pt x="36718" y="147768"/>
                      </a:lnTo>
                      <a:cubicBezTo>
                        <a:pt x="32240" y="147768"/>
                        <a:pt x="28658" y="145529"/>
                        <a:pt x="26867" y="141499"/>
                      </a:cubicBezTo>
                      <a:lnTo>
                        <a:pt x="18807" y="125379"/>
                      </a:lnTo>
                      <a:lnTo>
                        <a:pt x="78809" y="125379"/>
                      </a:lnTo>
                      <a:lnTo>
                        <a:pt x="70302" y="141499"/>
                      </a:lnTo>
                      <a:close/>
                      <a:moveTo>
                        <a:pt x="93586" y="109707"/>
                      </a:moveTo>
                      <a:cubicBezTo>
                        <a:pt x="93586" y="115976"/>
                        <a:pt x="88661" y="120901"/>
                        <a:pt x="82392" y="120901"/>
                      </a:cubicBezTo>
                      <a:lnTo>
                        <a:pt x="15224" y="120901"/>
                      </a:lnTo>
                      <a:cubicBezTo>
                        <a:pt x="8956" y="120901"/>
                        <a:pt x="4030" y="115976"/>
                        <a:pt x="4030" y="109707"/>
                      </a:cubicBezTo>
                      <a:lnTo>
                        <a:pt x="4030" y="42539"/>
                      </a:lnTo>
                      <a:cubicBezTo>
                        <a:pt x="4030" y="36270"/>
                        <a:pt x="8956" y="31345"/>
                        <a:pt x="15224" y="31345"/>
                      </a:cubicBezTo>
                      <a:lnTo>
                        <a:pt x="82392" y="31345"/>
                      </a:lnTo>
                      <a:cubicBezTo>
                        <a:pt x="88661" y="31345"/>
                        <a:pt x="93586" y="36270"/>
                        <a:pt x="93586" y="42539"/>
                      </a:cubicBezTo>
                      <a:lnTo>
                        <a:pt x="93586" y="10970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26" name="Group 4822">
                <a:extLst>
                  <a:ext uri="{FF2B5EF4-FFF2-40B4-BE49-F238E27FC236}">
                    <a16:creationId xmlns:a16="http://schemas.microsoft.com/office/drawing/2014/main" id="{F93D398C-F900-1891-638A-45EB7B9F686B}"/>
                  </a:ext>
                  <a:ext uri="{C183D7F6-B498-43B3-948B-1728B52AA6E4}">
                    <adec:decorative xmlns:adec="http://schemas.microsoft.com/office/drawing/2017/decorative" val="1"/>
                  </a:ext>
                </a:extLst>
              </p:cNvPr>
              <p:cNvGrpSpPr>
                <a:grpSpLocks noChangeAspect="1"/>
              </p:cNvGrpSpPr>
              <p:nvPr/>
            </p:nvGrpSpPr>
            <p:grpSpPr>
              <a:xfrm>
                <a:off x="9547806" y="2427438"/>
                <a:ext cx="94034" cy="152246"/>
                <a:chOff x="3767153" y="5886624"/>
                <a:chExt cx="94034" cy="152246"/>
              </a:xfrm>
            </p:grpSpPr>
            <p:sp>
              <p:nvSpPr>
                <p:cNvPr id="927" name="Freeform: Shape 4823">
                  <a:extLst>
                    <a:ext uri="{FF2B5EF4-FFF2-40B4-BE49-F238E27FC236}">
                      <a16:creationId xmlns:a16="http://schemas.microsoft.com/office/drawing/2014/main" id="{3F1F7F82-96F1-7D26-B346-BF31DBDC49CF}"/>
                    </a:ext>
                  </a:extLst>
                </p:cNvPr>
                <p:cNvSpPr/>
                <p:nvPr/>
              </p:nvSpPr>
              <p:spPr>
                <a:xfrm>
                  <a:off x="3767153" y="5886624"/>
                  <a:ext cx="94034" cy="152246"/>
                </a:xfrm>
                <a:custGeom>
                  <a:avLst/>
                  <a:gdLst>
                    <a:gd name="connsiteX0" fmla="*/ 83735 w 94034"/>
                    <a:gd name="connsiteY0" fmla="*/ 26867 h 152245"/>
                    <a:gd name="connsiteX1" fmla="*/ 74779 w 94034"/>
                    <a:gd name="connsiteY1" fmla="*/ 8508 h 152245"/>
                    <a:gd name="connsiteX2" fmla="*/ 60898 w 94034"/>
                    <a:gd name="connsiteY2" fmla="*/ 0 h 152245"/>
                    <a:gd name="connsiteX3" fmla="*/ 37166 w 94034"/>
                    <a:gd name="connsiteY3" fmla="*/ 0 h 152245"/>
                    <a:gd name="connsiteX4" fmla="*/ 23284 w 94034"/>
                    <a:gd name="connsiteY4" fmla="*/ 8508 h 152245"/>
                    <a:gd name="connsiteX5" fmla="*/ 14329 w 94034"/>
                    <a:gd name="connsiteY5" fmla="*/ 26867 h 152245"/>
                    <a:gd name="connsiteX6" fmla="*/ 0 w 94034"/>
                    <a:gd name="connsiteY6" fmla="*/ 42539 h 152245"/>
                    <a:gd name="connsiteX7" fmla="*/ 0 w 94034"/>
                    <a:gd name="connsiteY7" fmla="*/ 109707 h 152245"/>
                    <a:gd name="connsiteX8" fmla="*/ 14329 w 94034"/>
                    <a:gd name="connsiteY8" fmla="*/ 125379 h 152245"/>
                    <a:gd name="connsiteX9" fmla="*/ 23284 w 94034"/>
                    <a:gd name="connsiteY9" fmla="*/ 143738 h 152245"/>
                    <a:gd name="connsiteX10" fmla="*/ 37166 w 94034"/>
                    <a:gd name="connsiteY10" fmla="*/ 152246 h 152245"/>
                    <a:gd name="connsiteX11" fmla="*/ 60898 w 94034"/>
                    <a:gd name="connsiteY11" fmla="*/ 152246 h 152245"/>
                    <a:gd name="connsiteX12" fmla="*/ 74779 w 94034"/>
                    <a:gd name="connsiteY12" fmla="*/ 143738 h 152245"/>
                    <a:gd name="connsiteX13" fmla="*/ 83735 w 94034"/>
                    <a:gd name="connsiteY13" fmla="*/ 125379 h 152245"/>
                    <a:gd name="connsiteX14" fmla="*/ 98064 w 94034"/>
                    <a:gd name="connsiteY14" fmla="*/ 109707 h 152245"/>
                    <a:gd name="connsiteX15" fmla="*/ 98064 w 94034"/>
                    <a:gd name="connsiteY15" fmla="*/ 42539 h 152245"/>
                    <a:gd name="connsiteX16" fmla="*/ 83735 w 94034"/>
                    <a:gd name="connsiteY16" fmla="*/ 26867 h 152245"/>
                    <a:gd name="connsiteX17" fmla="*/ 26867 w 94034"/>
                    <a:gd name="connsiteY17" fmla="*/ 10747 h 152245"/>
                    <a:gd name="connsiteX18" fmla="*/ 36718 w 94034"/>
                    <a:gd name="connsiteY18" fmla="*/ 4478 h 152245"/>
                    <a:gd name="connsiteX19" fmla="*/ 60451 w 94034"/>
                    <a:gd name="connsiteY19" fmla="*/ 4478 h 152245"/>
                    <a:gd name="connsiteX20" fmla="*/ 70302 w 94034"/>
                    <a:gd name="connsiteY20" fmla="*/ 10747 h 152245"/>
                    <a:gd name="connsiteX21" fmla="*/ 78362 w 94034"/>
                    <a:gd name="connsiteY21" fmla="*/ 26867 h 152245"/>
                    <a:gd name="connsiteX22" fmla="*/ 18359 w 94034"/>
                    <a:gd name="connsiteY22" fmla="*/ 26867 h 152245"/>
                    <a:gd name="connsiteX23" fmla="*/ 26867 w 94034"/>
                    <a:gd name="connsiteY23" fmla="*/ 10747 h 152245"/>
                    <a:gd name="connsiteX24" fmla="*/ 70302 w 94034"/>
                    <a:gd name="connsiteY24" fmla="*/ 141499 h 152245"/>
                    <a:gd name="connsiteX25" fmla="*/ 60451 w 94034"/>
                    <a:gd name="connsiteY25" fmla="*/ 147768 h 152245"/>
                    <a:gd name="connsiteX26" fmla="*/ 36718 w 94034"/>
                    <a:gd name="connsiteY26" fmla="*/ 147768 h 152245"/>
                    <a:gd name="connsiteX27" fmla="*/ 26867 w 94034"/>
                    <a:gd name="connsiteY27" fmla="*/ 141499 h 152245"/>
                    <a:gd name="connsiteX28" fmla="*/ 18807 w 94034"/>
                    <a:gd name="connsiteY28" fmla="*/ 125379 h 152245"/>
                    <a:gd name="connsiteX29" fmla="*/ 78809 w 94034"/>
                    <a:gd name="connsiteY29" fmla="*/ 125379 h 152245"/>
                    <a:gd name="connsiteX30" fmla="*/ 70302 w 94034"/>
                    <a:gd name="connsiteY30" fmla="*/ 141499 h 152245"/>
                    <a:gd name="connsiteX31" fmla="*/ 93139 w 94034"/>
                    <a:gd name="connsiteY31" fmla="*/ 109707 h 152245"/>
                    <a:gd name="connsiteX32" fmla="*/ 81944 w 94034"/>
                    <a:gd name="connsiteY32" fmla="*/ 120901 h 152245"/>
                    <a:gd name="connsiteX33" fmla="*/ 14777 w 94034"/>
                    <a:gd name="connsiteY33" fmla="*/ 120901 h 152245"/>
                    <a:gd name="connsiteX34" fmla="*/ 3582 w 94034"/>
                    <a:gd name="connsiteY34" fmla="*/ 109707 h 152245"/>
                    <a:gd name="connsiteX35" fmla="*/ 3582 w 94034"/>
                    <a:gd name="connsiteY35" fmla="*/ 42539 h 152245"/>
                    <a:gd name="connsiteX36" fmla="*/ 14777 w 94034"/>
                    <a:gd name="connsiteY36" fmla="*/ 31345 h 152245"/>
                    <a:gd name="connsiteX37" fmla="*/ 81944 w 94034"/>
                    <a:gd name="connsiteY37" fmla="*/ 31345 h 152245"/>
                    <a:gd name="connsiteX38" fmla="*/ 93139 w 94034"/>
                    <a:gd name="connsiteY38" fmla="*/ 42539 h 152245"/>
                    <a:gd name="connsiteX39" fmla="*/ 93139 w 94034"/>
                    <a:gd name="connsiteY39" fmla="*/ 109707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4034" h="152245">
                      <a:moveTo>
                        <a:pt x="83735" y="26867"/>
                      </a:moveTo>
                      <a:lnTo>
                        <a:pt x="74779" y="8508"/>
                      </a:lnTo>
                      <a:cubicBezTo>
                        <a:pt x="72093" y="3135"/>
                        <a:pt x="66719" y="0"/>
                        <a:pt x="60898" y="0"/>
                      </a:cubicBezTo>
                      <a:lnTo>
                        <a:pt x="37166" y="0"/>
                      </a:lnTo>
                      <a:cubicBezTo>
                        <a:pt x="31345" y="0"/>
                        <a:pt x="25971" y="3135"/>
                        <a:pt x="23284" y="8508"/>
                      </a:cubicBezTo>
                      <a:lnTo>
                        <a:pt x="14329" y="26867"/>
                      </a:lnTo>
                      <a:cubicBezTo>
                        <a:pt x="6269" y="27763"/>
                        <a:pt x="0" y="34031"/>
                        <a:pt x="0" y="42539"/>
                      </a:cubicBezTo>
                      <a:lnTo>
                        <a:pt x="0" y="109707"/>
                      </a:lnTo>
                      <a:cubicBezTo>
                        <a:pt x="0" y="117767"/>
                        <a:pt x="6269" y="124484"/>
                        <a:pt x="14329" y="125379"/>
                      </a:cubicBezTo>
                      <a:lnTo>
                        <a:pt x="23284" y="143738"/>
                      </a:lnTo>
                      <a:cubicBezTo>
                        <a:pt x="25971" y="149112"/>
                        <a:pt x="31345" y="152246"/>
                        <a:pt x="37166" y="152246"/>
                      </a:cubicBezTo>
                      <a:lnTo>
                        <a:pt x="60898" y="152246"/>
                      </a:lnTo>
                      <a:cubicBezTo>
                        <a:pt x="66719" y="152246"/>
                        <a:pt x="72093" y="149112"/>
                        <a:pt x="74779" y="143738"/>
                      </a:cubicBezTo>
                      <a:lnTo>
                        <a:pt x="83735" y="125379"/>
                      </a:lnTo>
                      <a:cubicBezTo>
                        <a:pt x="91795" y="124484"/>
                        <a:pt x="98064" y="118214"/>
                        <a:pt x="98064" y="109707"/>
                      </a:cubicBezTo>
                      <a:lnTo>
                        <a:pt x="98064" y="42539"/>
                      </a:lnTo>
                      <a:cubicBezTo>
                        <a:pt x="97616" y="34480"/>
                        <a:pt x="91347" y="27763"/>
                        <a:pt x="83735" y="26867"/>
                      </a:cubicBezTo>
                      <a:close/>
                      <a:moveTo>
                        <a:pt x="26867" y="10747"/>
                      </a:moveTo>
                      <a:cubicBezTo>
                        <a:pt x="28658" y="6717"/>
                        <a:pt x="32688" y="4478"/>
                        <a:pt x="36718" y="4478"/>
                      </a:cubicBezTo>
                      <a:lnTo>
                        <a:pt x="60451" y="4478"/>
                      </a:lnTo>
                      <a:cubicBezTo>
                        <a:pt x="64928" y="4478"/>
                        <a:pt x="68511" y="6717"/>
                        <a:pt x="70302" y="10747"/>
                      </a:cubicBezTo>
                      <a:lnTo>
                        <a:pt x="78362" y="26867"/>
                      </a:lnTo>
                      <a:lnTo>
                        <a:pt x="18359" y="26867"/>
                      </a:lnTo>
                      <a:lnTo>
                        <a:pt x="26867" y="10747"/>
                      </a:lnTo>
                      <a:close/>
                      <a:moveTo>
                        <a:pt x="70302" y="141499"/>
                      </a:moveTo>
                      <a:cubicBezTo>
                        <a:pt x="68511" y="145529"/>
                        <a:pt x="64480" y="147768"/>
                        <a:pt x="60451" y="147768"/>
                      </a:cubicBezTo>
                      <a:lnTo>
                        <a:pt x="36718" y="147768"/>
                      </a:lnTo>
                      <a:cubicBezTo>
                        <a:pt x="32240" y="147768"/>
                        <a:pt x="28658" y="145529"/>
                        <a:pt x="26867" y="141499"/>
                      </a:cubicBezTo>
                      <a:lnTo>
                        <a:pt x="18807" y="125379"/>
                      </a:lnTo>
                      <a:lnTo>
                        <a:pt x="78809" y="125379"/>
                      </a:lnTo>
                      <a:lnTo>
                        <a:pt x="70302" y="141499"/>
                      </a:lnTo>
                      <a:close/>
                      <a:moveTo>
                        <a:pt x="93139" y="109707"/>
                      </a:moveTo>
                      <a:cubicBezTo>
                        <a:pt x="93139" y="115976"/>
                        <a:pt x="88213" y="120901"/>
                        <a:pt x="81944" y="120901"/>
                      </a:cubicBezTo>
                      <a:lnTo>
                        <a:pt x="14777" y="120901"/>
                      </a:lnTo>
                      <a:cubicBezTo>
                        <a:pt x="8508" y="120901"/>
                        <a:pt x="3582" y="115976"/>
                        <a:pt x="3582" y="109707"/>
                      </a:cubicBezTo>
                      <a:lnTo>
                        <a:pt x="3582" y="42539"/>
                      </a:lnTo>
                      <a:cubicBezTo>
                        <a:pt x="3582" y="36270"/>
                        <a:pt x="8508" y="31345"/>
                        <a:pt x="14777" y="31345"/>
                      </a:cubicBezTo>
                      <a:lnTo>
                        <a:pt x="81944" y="31345"/>
                      </a:lnTo>
                      <a:cubicBezTo>
                        <a:pt x="88213" y="31345"/>
                        <a:pt x="93139" y="36270"/>
                        <a:pt x="93139" y="42539"/>
                      </a:cubicBezTo>
                      <a:lnTo>
                        <a:pt x="93139" y="10970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28" name="Freeform: Shape 4824">
                  <a:extLst>
                    <a:ext uri="{FF2B5EF4-FFF2-40B4-BE49-F238E27FC236}">
                      <a16:creationId xmlns:a16="http://schemas.microsoft.com/office/drawing/2014/main" id="{13C34568-E202-00D7-87A0-4DA1DD93E0A4}"/>
                    </a:ext>
                  </a:extLst>
                </p:cNvPr>
                <p:cNvSpPr/>
                <p:nvPr/>
              </p:nvSpPr>
              <p:spPr>
                <a:xfrm>
                  <a:off x="3779243" y="5939910"/>
                  <a:ext cx="71645" cy="44778"/>
                </a:xfrm>
                <a:custGeom>
                  <a:avLst/>
                  <a:gdLst>
                    <a:gd name="connsiteX0" fmla="*/ 69854 w 71645"/>
                    <a:gd name="connsiteY0" fmla="*/ 27315 h 44778"/>
                    <a:gd name="connsiteX1" fmla="*/ 50152 w 71645"/>
                    <a:gd name="connsiteY1" fmla="*/ 27315 h 44778"/>
                    <a:gd name="connsiteX2" fmla="*/ 48361 w 71645"/>
                    <a:gd name="connsiteY2" fmla="*/ 28210 h 44778"/>
                    <a:gd name="connsiteX3" fmla="*/ 41196 w 71645"/>
                    <a:gd name="connsiteY3" fmla="*/ 37614 h 44778"/>
                    <a:gd name="connsiteX4" fmla="*/ 32688 w 71645"/>
                    <a:gd name="connsiteY4" fmla="*/ 1791 h 44778"/>
                    <a:gd name="connsiteX5" fmla="*/ 30449 w 71645"/>
                    <a:gd name="connsiteY5" fmla="*/ 0 h 44778"/>
                    <a:gd name="connsiteX6" fmla="*/ 28210 w 71645"/>
                    <a:gd name="connsiteY6" fmla="*/ 1344 h 44778"/>
                    <a:gd name="connsiteX7" fmla="*/ 18807 w 71645"/>
                    <a:gd name="connsiteY7" fmla="*/ 26867 h 44778"/>
                    <a:gd name="connsiteX8" fmla="*/ 2239 w 71645"/>
                    <a:gd name="connsiteY8" fmla="*/ 26867 h 44778"/>
                    <a:gd name="connsiteX9" fmla="*/ 0 w 71645"/>
                    <a:gd name="connsiteY9" fmla="*/ 29106 h 44778"/>
                    <a:gd name="connsiteX10" fmla="*/ 2239 w 71645"/>
                    <a:gd name="connsiteY10" fmla="*/ 31345 h 44778"/>
                    <a:gd name="connsiteX11" fmla="*/ 20598 w 71645"/>
                    <a:gd name="connsiteY11" fmla="*/ 31345 h 44778"/>
                    <a:gd name="connsiteX12" fmla="*/ 22837 w 71645"/>
                    <a:gd name="connsiteY12" fmla="*/ 30001 h 44778"/>
                    <a:gd name="connsiteX13" fmla="*/ 30001 w 71645"/>
                    <a:gd name="connsiteY13" fmla="*/ 10299 h 44778"/>
                    <a:gd name="connsiteX14" fmla="*/ 38061 w 71645"/>
                    <a:gd name="connsiteY14" fmla="*/ 43435 h 44778"/>
                    <a:gd name="connsiteX15" fmla="*/ 39853 w 71645"/>
                    <a:gd name="connsiteY15" fmla="*/ 45226 h 44778"/>
                    <a:gd name="connsiteX16" fmla="*/ 40300 w 71645"/>
                    <a:gd name="connsiteY16" fmla="*/ 45226 h 44778"/>
                    <a:gd name="connsiteX17" fmla="*/ 42092 w 71645"/>
                    <a:gd name="connsiteY17" fmla="*/ 44331 h 44778"/>
                    <a:gd name="connsiteX18" fmla="*/ 51047 w 71645"/>
                    <a:gd name="connsiteY18" fmla="*/ 31792 h 44778"/>
                    <a:gd name="connsiteX19" fmla="*/ 69406 w 71645"/>
                    <a:gd name="connsiteY19" fmla="*/ 31792 h 44778"/>
                    <a:gd name="connsiteX20" fmla="*/ 71645 w 71645"/>
                    <a:gd name="connsiteY20" fmla="*/ 29553 h 44778"/>
                    <a:gd name="connsiteX21" fmla="*/ 69854 w 71645"/>
                    <a:gd name="connsiteY21" fmla="*/ 27315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645" h="44778">
                      <a:moveTo>
                        <a:pt x="69854" y="27315"/>
                      </a:moveTo>
                      <a:lnTo>
                        <a:pt x="50152" y="27315"/>
                      </a:lnTo>
                      <a:cubicBezTo>
                        <a:pt x="49256" y="27315"/>
                        <a:pt x="48808" y="27762"/>
                        <a:pt x="48361" y="28210"/>
                      </a:cubicBezTo>
                      <a:lnTo>
                        <a:pt x="41196" y="37614"/>
                      </a:lnTo>
                      <a:lnTo>
                        <a:pt x="32688" y="1791"/>
                      </a:lnTo>
                      <a:cubicBezTo>
                        <a:pt x="32240" y="895"/>
                        <a:pt x="31793" y="0"/>
                        <a:pt x="30449" y="0"/>
                      </a:cubicBezTo>
                      <a:cubicBezTo>
                        <a:pt x="29554" y="0"/>
                        <a:pt x="28658" y="448"/>
                        <a:pt x="28210" y="1344"/>
                      </a:cubicBezTo>
                      <a:lnTo>
                        <a:pt x="18807" y="26867"/>
                      </a:lnTo>
                      <a:lnTo>
                        <a:pt x="2239" y="26867"/>
                      </a:lnTo>
                      <a:cubicBezTo>
                        <a:pt x="896" y="26867"/>
                        <a:pt x="0" y="27762"/>
                        <a:pt x="0" y="29106"/>
                      </a:cubicBezTo>
                      <a:cubicBezTo>
                        <a:pt x="0" y="30449"/>
                        <a:pt x="896" y="31345"/>
                        <a:pt x="2239" y="31345"/>
                      </a:cubicBezTo>
                      <a:lnTo>
                        <a:pt x="20598" y="31345"/>
                      </a:lnTo>
                      <a:cubicBezTo>
                        <a:pt x="21494" y="31345"/>
                        <a:pt x="22389" y="30897"/>
                        <a:pt x="22837" y="30001"/>
                      </a:cubicBezTo>
                      <a:lnTo>
                        <a:pt x="30001" y="10299"/>
                      </a:lnTo>
                      <a:lnTo>
                        <a:pt x="38061" y="43435"/>
                      </a:lnTo>
                      <a:cubicBezTo>
                        <a:pt x="38061" y="44331"/>
                        <a:pt x="38957" y="44778"/>
                        <a:pt x="39853" y="45226"/>
                      </a:cubicBezTo>
                      <a:cubicBezTo>
                        <a:pt x="39853" y="45226"/>
                        <a:pt x="40300" y="45226"/>
                        <a:pt x="40300" y="45226"/>
                      </a:cubicBezTo>
                      <a:cubicBezTo>
                        <a:pt x="41196" y="45226"/>
                        <a:pt x="41644" y="44778"/>
                        <a:pt x="42092" y="44331"/>
                      </a:cubicBezTo>
                      <a:lnTo>
                        <a:pt x="51047" y="31792"/>
                      </a:lnTo>
                      <a:lnTo>
                        <a:pt x="69406" y="31792"/>
                      </a:lnTo>
                      <a:cubicBezTo>
                        <a:pt x="70750" y="31792"/>
                        <a:pt x="71645" y="30897"/>
                        <a:pt x="71645" y="29553"/>
                      </a:cubicBezTo>
                      <a:cubicBezTo>
                        <a:pt x="71645" y="28210"/>
                        <a:pt x="71197" y="27315"/>
                        <a:pt x="69854" y="2731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29" name="Group 4825">
                <a:extLst>
                  <a:ext uri="{FF2B5EF4-FFF2-40B4-BE49-F238E27FC236}">
                    <a16:creationId xmlns:a16="http://schemas.microsoft.com/office/drawing/2014/main" id="{33384E50-B4E8-FDB3-3CEE-093DF837620E}"/>
                  </a:ext>
                  <a:ext uri="{C183D7F6-B498-43B3-948B-1728B52AA6E4}">
                    <adec:decorative xmlns:adec="http://schemas.microsoft.com/office/drawing/2017/decorative" val="1"/>
                  </a:ext>
                </a:extLst>
              </p:cNvPr>
              <p:cNvGrpSpPr>
                <a:grpSpLocks noChangeAspect="1"/>
              </p:cNvGrpSpPr>
              <p:nvPr/>
            </p:nvGrpSpPr>
            <p:grpSpPr>
              <a:xfrm>
                <a:off x="9288092" y="2427438"/>
                <a:ext cx="94034" cy="152246"/>
                <a:chOff x="3507439" y="5886624"/>
                <a:chExt cx="94034" cy="152246"/>
              </a:xfrm>
            </p:grpSpPr>
            <p:sp>
              <p:nvSpPr>
                <p:cNvPr id="930" name="Freeform: Shape 4826">
                  <a:extLst>
                    <a:ext uri="{FF2B5EF4-FFF2-40B4-BE49-F238E27FC236}">
                      <a16:creationId xmlns:a16="http://schemas.microsoft.com/office/drawing/2014/main" id="{083EED66-E084-153F-7A24-14B05970A9E8}"/>
                    </a:ext>
                  </a:extLst>
                </p:cNvPr>
                <p:cNvSpPr/>
                <p:nvPr/>
              </p:nvSpPr>
              <p:spPr>
                <a:xfrm>
                  <a:off x="3507439" y="5886624"/>
                  <a:ext cx="94034" cy="152246"/>
                </a:xfrm>
                <a:custGeom>
                  <a:avLst/>
                  <a:gdLst>
                    <a:gd name="connsiteX0" fmla="*/ 83735 w 94034"/>
                    <a:gd name="connsiteY0" fmla="*/ 26867 h 152245"/>
                    <a:gd name="connsiteX1" fmla="*/ 74779 w 94034"/>
                    <a:gd name="connsiteY1" fmla="*/ 8508 h 152245"/>
                    <a:gd name="connsiteX2" fmla="*/ 60898 w 94034"/>
                    <a:gd name="connsiteY2" fmla="*/ 0 h 152245"/>
                    <a:gd name="connsiteX3" fmla="*/ 37166 w 94034"/>
                    <a:gd name="connsiteY3" fmla="*/ 0 h 152245"/>
                    <a:gd name="connsiteX4" fmla="*/ 23284 w 94034"/>
                    <a:gd name="connsiteY4" fmla="*/ 8508 h 152245"/>
                    <a:gd name="connsiteX5" fmla="*/ 14329 w 94034"/>
                    <a:gd name="connsiteY5" fmla="*/ 26867 h 152245"/>
                    <a:gd name="connsiteX6" fmla="*/ 0 w 94034"/>
                    <a:gd name="connsiteY6" fmla="*/ 42539 h 152245"/>
                    <a:gd name="connsiteX7" fmla="*/ 0 w 94034"/>
                    <a:gd name="connsiteY7" fmla="*/ 109707 h 152245"/>
                    <a:gd name="connsiteX8" fmla="*/ 14329 w 94034"/>
                    <a:gd name="connsiteY8" fmla="*/ 125379 h 152245"/>
                    <a:gd name="connsiteX9" fmla="*/ 23284 w 94034"/>
                    <a:gd name="connsiteY9" fmla="*/ 143738 h 152245"/>
                    <a:gd name="connsiteX10" fmla="*/ 37166 w 94034"/>
                    <a:gd name="connsiteY10" fmla="*/ 152246 h 152245"/>
                    <a:gd name="connsiteX11" fmla="*/ 60898 w 94034"/>
                    <a:gd name="connsiteY11" fmla="*/ 152246 h 152245"/>
                    <a:gd name="connsiteX12" fmla="*/ 74779 w 94034"/>
                    <a:gd name="connsiteY12" fmla="*/ 143738 h 152245"/>
                    <a:gd name="connsiteX13" fmla="*/ 83735 w 94034"/>
                    <a:gd name="connsiteY13" fmla="*/ 125379 h 152245"/>
                    <a:gd name="connsiteX14" fmla="*/ 98064 w 94034"/>
                    <a:gd name="connsiteY14" fmla="*/ 109707 h 152245"/>
                    <a:gd name="connsiteX15" fmla="*/ 98064 w 94034"/>
                    <a:gd name="connsiteY15" fmla="*/ 42539 h 152245"/>
                    <a:gd name="connsiteX16" fmla="*/ 83735 w 94034"/>
                    <a:gd name="connsiteY16" fmla="*/ 26867 h 152245"/>
                    <a:gd name="connsiteX17" fmla="*/ 26867 w 94034"/>
                    <a:gd name="connsiteY17" fmla="*/ 10747 h 152245"/>
                    <a:gd name="connsiteX18" fmla="*/ 36718 w 94034"/>
                    <a:gd name="connsiteY18" fmla="*/ 4478 h 152245"/>
                    <a:gd name="connsiteX19" fmla="*/ 60451 w 94034"/>
                    <a:gd name="connsiteY19" fmla="*/ 4478 h 152245"/>
                    <a:gd name="connsiteX20" fmla="*/ 70302 w 94034"/>
                    <a:gd name="connsiteY20" fmla="*/ 10747 h 152245"/>
                    <a:gd name="connsiteX21" fmla="*/ 78362 w 94034"/>
                    <a:gd name="connsiteY21" fmla="*/ 26867 h 152245"/>
                    <a:gd name="connsiteX22" fmla="*/ 18359 w 94034"/>
                    <a:gd name="connsiteY22" fmla="*/ 26867 h 152245"/>
                    <a:gd name="connsiteX23" fmla="*/ 26867 w 94034"/>
                    <a:gd name="connsiteY23" fmla="*/ 10747 h 152245"/>
                    <a:gd name="connsiteX24" fmla="*/ 70302 w 94034"/>
                    <a:gd name="connsiteY24" fmla="*/ 141499 h 152245"/>
                    <a:gd name="connsiteX25" fmla="*/ 60451 w 94034"/>
                    <a:gd name="connsiteY25" fmla="*/ 147768 h 152245"/>
                    <a:gd name="connsiteX26" fmla="*/ 36718 w 94034"/>
                    <a:gd name="connsiteY26" fmla="*/ 147768 h 152245"/>
                    <a:gd name="connsiteX27" fmla="*/ 26867 w 94034"/>
                    <a:gd name="connsiteY27" fmla="*/ 141499 h 152245"/>
                    <a:gd name="connsiteX28" fmla="*/ 18807 w 94034"/>
                    <a:gd name="connsiteY28" fmla="*/ 125379 h 152245"/>
                    <a:gd name="connsiteX29" fmla="*/ 78809 w 94034"/>
                    <a:gd name="connsiteY29" fmla="*/ 125379 h 152245"/>
                    <a:gd name="connsiteX30" fmla="*/ 70302 w 94034"/>
                    <a:gd name="connsiteY30" fmla="*/ 141499 h 152245"/>
                    <a:gd name="connsiteX31" fmla="*/ 93586 w 94034"/>
                    <a:gd name="connsiteY31" fmla="*/ 109707 h 152245"/>
                    <a:gd name="connsiteX32" fmla="*/ 82392 w 94034"/>
                    <a:gd name="connsiteY32" fmla="*/ 120901 h 152245"/>
                    <a:gd name="connsiteX33" fmla="*/ 15224 w 94034"/>
                    <a:gd name="connsiteY33" fmla="*/ 120901 h 152245"/>
                    <a:gd name="connsiteX34" fmla="*/ 4030 w 94034"/>
                    <a:gd name="connsiteY34" fmla="*/ 109707 h 152245"/>
                    <a:gd name="connsiteX35" fmla="*/ 4030 w 94034"/>
                    <a:gd name="connsiteY35" fmla="*/ 42539 h 152245"/>
                    <a:gd name="connsiteX36" fmla="*/ 15224 w 94034"/>
                    <a:gd name="connsiteY36" fmla="*/ 31345 h 152245"/>
                    <a:gd name="connsiteX37" fmla="*/ 82392 w 94034"/>
                    <a:gd name="connsiteY37" fmla="*/ 31345 h 152245"/>
                    <a:gd name="connsiteX38" fmla="*/ 93586 w 94034"/>
                    <a:gd name="connsiteY38" fmla="*/ 42539 h 152245"/>
                    <a:gd name="connsiteX39" fmla="*/ 93586 w 94034"/>
                    <a:gd name="connsiteY39" fmla="*/ 109707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4034" h="152245">
                      <a:moveTo>
                        <a:pt x="83735" y="26867"/>
                      </a:moveTo>
                      <a:lnTo>
                        <a:pt x="74779" y="8508"/>
                      </a:lnTo>
                      <a:cubicBezTo>
                        <a:pt x="72093" y="3135"/>
                        <a:pt x="66719" y="0"/>
                        <a:pt x="60898" y="0"/>
                      </a:cubicBezTo>
                      <a:lnTo>
                        <a:pt x="37166" y="0"/>
                      </a:lnTo>
                      <a:cubicBezTo>
                        <a:pt x="31345" y="0"/>
                        <a:pt x="25971" y="3135"/>
                        <a:pt x="23284" y="8508"/>
                      </a:cubicBezTo>
                      <a:lnTo>
                        <a:pt x="14329" y="26867"/>
                      </a:lnTo>
                      <a:cubicBezTo>
                        <a:pt x="6269" y="27763"/>
                        <a:pt x="0" y="34031"/>
                        <a:pt x="0" y="42539"/>
                      </a:cubicBezTo>
                      <a:lnTo>
                        <a:pt x="0" y="109707"/>
                      </a:lnTo>
                      <a:cubicBezTo>
                        <a:pt x="0" y="117767"/>
                        <a:pt x="6269" y="124484"/>
                        <a:pt x="14329" y="125379"/>
                      </a:cubicBezTo>
                      <a:lnTo>
                        <a:pt x="23284" y="143738"/>
                      </a:lnTo>
                      <a:cubicBezTo>
                        <a:pt x="25971" y="149112"/>
                        <a:pt x="31345" y="152246"/>
                        <a:pt x="37166" y="152246"/>
                      </a:cubicBezTo>
                      <a:lnTo>
                        <a:pt x="60898" y="152246"/>
                      </a:lnTo>
                      <a:cubicBezTo>
                        <a:pt x="66719" y="152246"/>
                        <a:pt x="72093" y="149112"/>
                        <a:pt x="74779" y="143738"/>
                      </a:cubicBezTo>
                      <a:lnTo>
                        <a:pt x="83735" y="125379"/>
                      </a:lnTo>
                      <a:cubicBezTo>
                        <a:pt x="91795" y="124484"/>
                        <a:pt x="98064" y="118214"/>
                        <a:pt x="98064" y="109707"/>
                      </a:cubicBezTo>
                      <a:lnTo>
                        <a:pt x="98064" y="42539"/>
                      </a:lnTo>
                      <a:cubicBezTo>
                        <a:pt x="98064" y="34480"/>
                        <a:pt x="91795" y="27763"/>
                        <a:pt x="83735" y="26867"/>
                      </a:cubicBezTo>
                      <a:close/>
                      <a:moveTo>
                        <a:pt x="26867" y="10747"/>
                      </a:moveTo>
                      <a:cubicBezTo>
                        <a:pt x="28658" y="6717"/>
                        <a:pt x="32688" y="4478"/>
                        <a:pt x="36718" y="4478"/>
                      </a:cubicBezTo>
                      <a:lnTo>
                        <a:pt x="60451" y="4478"/>
                      </a:lnTo>
                      <a:cubicBezTo>
                        <a:pt x="64928" y="4478"/>
                        <a:pt x="68511" y="6717"/>
                        <a:pt x="70302" y="10747"/>
                      </a:cubicBezTo>
                      <a:lnTo>
                        <a:pt x="78362" y="26867"/>
                      </a:lnTo>
                      <a:lnTo>
                        <a:pt x="18359" y="26867"/>
                      </a:lnTo>
                      <a:lnTo>
                        <a:pt x="26867" y="10747"/>
                      </a:lnTo>
                      <a:close/>
                      <a:moveTo>
                        <a:pt x="70302" y="141499"/>
                      </a:moveTo>
                      <a:cubicBezTo>
                        <a:pt x="68511" y="145529"/>
                        <a:pt x="64480" y="147768"/>
                        <a:pt x="60451" y="147768"/>
                      </a:cubicBezTo>
                      <a:lnTo>
                        <a:pt x="36718" y="147768"/>
                      </a:lnTo>
                      <a:cubicBezTo>
                        <a:pt x="32240" y="147768"/>
                        <a:pt x="28658" y="145529"/>
                        <a:pt x="26867" y="141499"/>
                      </a:cubicBezTo>
                      <a:lnTo>
                        <a:pt x="18807" y="125379"/>
                      </a:lnTo>
                      <a:lnTo>
                        <a:pt x="78809" y="125379"/>
                      </a:lnTo>
                      <a:lnTo>
                        <a:pt x="70302" y="141499"/>
                      </a:lnTo>
                      <a:close/>
                      <a:moveTo>
                        <a:pt x="93586" y="109707"/>
                      </a:moveTo>
                      <a:cubicBezTo>
                        <a:pt x="93586" y="115976"/>
                        <a:pt x="88661" y="120901"/>
                        <a:pt x="82392" y="120901"/>
                      </a:cubicBezTo>
                      <a:lnTo>
                        <a:pt x="15224" y="120901"/>
                      </a:lnTo>
                      <a:cubicBezTo>
                        <a:pt x="8956" y="120901"/>
                        <a:pt x="4030" y="115976"/>
                        <a:pt x="4030" y="109707"/>
                      </a:cubicBezTo>
                      <a:lnTo>
                        <a:pt x="4030" y="42539"/>
                      </a:lnTo>
                      <a:cubicBezTo>
                        <a:pt x="4030" y="36270"/>
                        <a:pt x="8956" y="31345"/>
                        <a:pt x="15224" y="31345"/>
                      </a:cubicBezTo>
                      <a:lnTo>
                        <a:pt x="82392" y="31345"/>
                      </a:lnTo>
                      <a:cubicBezTo>
                        <a:pt x="88661" y="31345"/>
                        <a:pt x="93586" y="36270"/>
                        <a:pt x="93586" y="42539"/>
                      </a:cubicBezTo>
                      <a:lnTo>
                        <a:pt x="93586" y="10970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31" name="Freeform: Shape 4827">
                  <a:extLst>
                    <a:ext uri="{FF2B5EF4-FFF2-40B4-BE49-F238E27FC236}">
                      <a16:creationId xmlns:a16="http://schemas.microsoft.com/office/drawing/2014/main" id="{4876A8A4-212C-61F2-9AF5-A9EEAA2B3007}"/>
                    </a:ext>
                  </a:extLst>
                </p:cNvPr>
                <p:cNvSpPr/>
                <p:nvPr/>
              </p:nvSpPr>
              <p:spPr>
                <a:xfrm>
                  <a:off x="3519529" y="5932746"/>
                  <a:ext cx="71645" cy="62689"/>
                </a:xfrm>
                <a:custGeom>
                  <a:avLst/>
                  <a:gdLst>
                    <a:gd name="connsiteX0" fmla="*/ 51495 w 71645"/>
                    <a:gd name="connsiteY0" fmla="*/ 448 h 62689"/>
                    <a:gd name="connsiteX1" fmla="*/ 51495 w 71645"/>
                    <a:gd name="connsiteY1" fmla="*/ 448 h 62689"/>
                    <a:gd name="connsiteX2" fmla="*/ 36270 w 71645"/>
                    <a:gd name="connsiteY2" fmla="*/ 7164 h 62689"/>
                    <a:gd name="connsiteX3" fmla="*/ 21046 w 71645"/>
                    <a:gd name="connsiteY3" fmla="*/ 0 h 62689"/>
                    <a:gd name="connsiteX4" fmla="*/ 6269 w 71645"/>
                    <a:gd name="connsiteY4" fmla="*/ 5821 h 62689"/>
                    <a:gd name="connsiteX5" fmla="*/ 0 w 71645"/>
                    <a:gd name="connsiteY5" fmla="*/ 20598 h 62689"/>
                    <a:gd name="connsiteX6" fmla="*/ 5821 w 71645"/>
                    <a:gd name="connsiteY6" fmla="*/ 34927 h 62689"/>
                    <a:gd name="connsiteX7" fmla="*/ 34032 w 71645"/>
                    <a:gd name="connsiteY7" fmla="*/ 63137 h 62689"/>
                    <a:gd name="connsiteX8" fmla="*/ 35823 w 71645"/>
                    <a:gd name="connsiteY8" fmla="*/ 63585 h 62689"/>
                    <a:gd name="connsiteX9" fmla="*/ 35823 w 71645"/>
                    <a:gd name="connsiteY9" fmla="*/ 63585 h 62689"/>
                    <a:gd name="connsiteX10" fmla="*/ 37614 w 71645"/>
                    <a:gd name="connsiteY10" fmla="*/ 63137 h 62689"/>
                    <a:gd name="connsiteX11" fmla="*/ 65824 w 71645"/>
                    <a:gd name="connsiteY11" fmla="*/ 34927 h 62689"/>
                    <a:gd name="connsiteX12" fmla="*/ 71645 w 71645"/>
                    <a:gd name="connsiteY12" fmla="*/ 20598 h 62689"/>
                    <a:gd name="connsiteX13" fmla="*/ 65824 w 71645"/>
                    <a:gd name="connsiteY13" fmla="*/ 5821 h 62689"/>
                    <a:gd name="connsiteX14" fmla="*/ 51495 w 71645"/>
                    <a:gd name="connsiteY14" fmla="*/ 448 h 62689"/>
                    <a:gd name="connsiteX15" fmla="*/ 63137 w 71645"/>
                    <a:gd name="connsiteY15" fmla="*/ 32688 h 62689"/>
                    <a:gd name="connsiteX16" fmla="*/ 36270 w 71645"/>
                    <a:gd name="connsiteY16" fmla="*/ 59107 h 62689"/>
                    <a:gd name="connsiteX17" fmla="*/ 9851 w 71645"/>
                    <a:gd name="connsiteY17" fmla="*/ 32240 h 62689"/>
                    <a:gd name="connsiteX18" fmla="*/ 5373 w 71645"/>
                    <a:gd name="connsiteY18" fmla="*/ 21046 h 62689"/>
                    <a:gd name="connsiteX19" fmla="*/ 10299 w 71645"/>
                    <a:gd name="connsiteY19" fmla="*/ 9403 h 62689"/>
                    <a:gd name="connsiteX20" fmla="*/ 21941 w 71645"/>
                    <a:gd name="connsiteY20" fmla="*/ 4478 h 62689"/>
                    <a:gd name="connsiteX21" fmla="*/ 21941 w 71645"/>
                    <a:gd name="connsiteY21" fmla="*/ 4478 h 62689"/>
                    <a:gd name="connsiteX22" fmla="*/ 34032 w 71645"/>
                    <a:gd name="connsiteY22" fmla="*/ 10299 h 62689"/>
                    <a:gd name="connsiteX23" fmla="*/ 35375 w 71645"/>
                    <a:gd name="connsiteY23" fmla="*/ 11642 h 62689"/>
                    <a:gd name="connsiteX24" fmla="*/ 37166 w 71645"/>
                    <a:gd name="connsiteY24" fmla="*/ 12538 h 62689"/>
                    <a:gd name="connsiteX25" fmla="*/ 38957 w 71645"/>
                    <a:gd name="connsiteY25" fmla="*/ 11642 h 62689"/>
                    <a:gd name="connsiteX26" fmla="*/ 40300 w 71645"/>
                    <a:gd name="connsiteY26" fmla="*/ 10299 h 62689"/>
                    <a:gd name="connsiteX27" fmla="*/ 52391 w 71645"/>
                    <a:gd name="connsiteY27" fmla="*/ 4478 h 62689"/>
                    <a:gd name="connsiteX28" fmla="*/ 52391 w 71645"/>
                    <a:gd name="connsiteY28" fmla="*/ 4478 h 62689"/>
                    <a:gd name="connsiteX29" fmla="*/ 64033 w 71645"/>
                    <a:gd name="connsiteY29" fmla="*/ 9403 h 62689"/>
                    <a:gd name="connsiteX30" fmla="*/ 68959 w 71645"/>
                    <a:gd name="connsiteY30" fmla="*/ 21046 h 62689"/>
                    <a:gd name="connsiteX31" fmla="*/ 63137 w 71645"/>
                    <a:gd name="connsiteY31" fmla="*/ 32688 h 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1645" h="62689">
                      <a:moveTo>
                        <a:pt x="51495" y="448"/>
                      </a:moveTo>
                      <a:cubicBezTo>
                        <a:pt x="51495" y="448"/>
                        <a:pt x="51495" y="448"/>
                        <a:pt x="51495" y="448"/>
                      </a:cubicBezTo>
                      <a:cubicBezTo>
                        <a:pt x="46122" y="448"/>
                        <a:pt x="40748" y="3134"/>
                        <a:pt x="36270" y="7164"/>
                      </a:cubicBezTo>
                      <a:cubicBezTo>
                        <a:pt x="32240" y="2687"/>
                        <a:pt x="26867" y="0"/>
                        <a:pt x="21046" y="0"/>
                      </a:cubicBezTo>
                      <a:cubicBezTo>
                        <a:pt x="15672" y="0"/>
                        <a:pt x="10299" y="2239"/>
                        <a:pt x="6269" y="5821"/>
                      </a:cubicBezTo>
                      <a:cubicBezTo>
                        <a:pt x="2239" y="9851"/>
                        <a:pt x="0" y="14776"/>
                        <a:pt x="0" y="20598"/>
                      </a:cubicBezTo>
                      <a:cubicBezTo>
                        <a:pt x="0" y="25971"/>
                        <a:pt x="2239" y="31345"/>
                        <a:pt x="5821" y="34927"/>
                      </a:cubicBezTo>
                      <a:lnTo>
                        <a:pt x="34032" y="63137"/>
                      </a:lnTo>
                      <a:cubicBezTo>
                        <a:pt x="34479" y="63585"/>
                        <a:pt x="34927" y="63585"/>
                        <a:pt x="35823" y="63585"/>
                      </a:cubicBezTo>
                      <a:cubicBezTo>
                        <a:pt x="35823" y="63585"/>
                        <a:pt x="35823" y="63585"/>
                        <a:pt x="35823" y="63585"/>
                      </a:cubicBezTo>
                      <a:cubicBezTo>
                        <a:pt x="36270" y="63585"/>
                        <a:pt x="37166" y="63137"/>
                        <a:pt x="37614" y="63137"/>
                      </a:cubicBezTo>
                      <a:lnTo>
                        <a:pt x="65824" y="34927"/>
                      </a:lnTo>
                      <a:cubicBezTo>
                        <a:pt x="69854" y="30897"/>
                        <a:pt x="71645" y="25971"/>
                        <a:pt x="71645" y="20598"/>
                      </a:cubicBezTo>
                      <a:cubicBezTo>
                        <a:pt x="71645" y="15225"/>
                        <a:pt x="69406" y="9851"/>
                        <a:pt x="65824" y="5821"/>
                      </a:cubicBezTo>
                      <a:cubicBezTo>
                        <a:pt x="62242" y="2687"/>
                        <a:pt x="57316" y="448"/>
                        <a:pt x="51495" y="448"/>
                      </a:cubicBezTo>
                      <a:close/>
                      <a:moveTo>
                        <a:pt x="63137" y="32688"/>
                      </a:moveTo>
                      <a:lnTo>
                        <a:pt x="36270" y="59107"/>
                      </a:lnTo>
                      <a:lnTo>
                        <a:pt x="9851" y="32240"/>
                      </a:lnTo>
                      <a:cubicBezTo>
                        <a:pt x="6717" y="29106"/>
                        <a:pt x="5373" y="25076"/>
                        <a:pt x="5373" y="21046"/>
                      </a:cubicBezTo>
                      <a:cubicBezTo>
                        <a:pt x="5373" y="16568"/>
                        <a:pt x="7165" y="12538"/>
                        <a:pt x="10299" y="9403"/>
                      </a:cubicBezTo>
                      <a:cubicBezTo>
                        <a:pt x="13433" y="6269"/>
                        <a:pt x="17464" y="4478"/>
                        <a:pt x="21941" y="4478"/>
                      </a:cubicBezTo>
                      <a:cubicBezTo>
                        <a:pt x="21941" y="4478"/>
                        <a:pt x="21941" y="4478"/>
                        <a:pt x="21941" y="4478"/>
                      </a:cubicBezTo>
                      <a:cubicBezTo>
                        <a:pt x="26419" y="4478"/>
                        <a:pt x="30897" y="6717"/>
                        <a:pt x="34032" y="10299"/>
                      </a:cubicBezTo>
                      <a:lnTo>
                        <a:pt x="35375" y="11642"/>
                      </a:lnTo>
                      <a:cubicBezTo>
                        <a:pt x="35823" y="12090"/>
                        <a:pt x="36270" y="12538"/>
                        <a:pt x="37166" y="12538"/>
                      </a:cubicBezTo>
                      <a:cubicBezTo>
                        <a:pt x="37614" y="12538"/>
                        <a:pt x="38509" y="12090"/>
                        <a:pt x="38957" y="11642"/>
                      </a:cubicBezTo>
                      <a:lnTo>
                        <a:pt x="40300" y="10299"/>
                      </a:lnTo>
                      <a:cubicBezTo>
                        <a:pt x="43435" y="6717"/>
                        <a:pt x="47913" y="4478"/>
                        <a:pt x="52391" y="4478"/>
                      </a:cubicBezTo>
                      <a:cubicBezTo>
                        <a:pt x="52391" y="4478"/>
                        <a:pt x="52391" y="4478"/>
                        <a:pt x="52391" y="4478"/>
                      </a:cubicBezTo>
                      <a:cubicBezTo>
                        <a:pt x="56868" y="4478"/>
                        <a:pt x="60898" y="6269"/>
                        <a:pt x="64033" y="9403"/>
                      </a:cubicBezTo>
                      <a:cubicBezTo>
                        <a:pt x="67167" y="12538"/>
                        <a:pt x="68959" y="16568"/>
                        <a:pt x="68959" y="21046"/>
                      </a:cubicBezTo>
                      <a:cubicBezTo>
                        <a:pt x="67615" y="25523"/>
                        <a:pt x="66272" y="29553"/>
                        <a:pt x="63137" y="3268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32" name="Group 4828">
                <a:extLst>
                  <a:ext uri="{FF2B5EF4-FFF2-40B4-BE49-F238E27FC236}">
                    <a16:creationId xmlns:a16="http://schemas.microsoft.com/office/drawing/2014/main" id="{E0F58C6C-3CC9-0949-477E-855557B157F1}"/>
                  </a:ext>
                  <a:ext uri="{C183D7F6-B498-43B3-948B-1728B52AA6E4}">
                    <adec:decorative xmlns:adec="http://schemas.microsoft.com/office/drawing/2017/decorative" val="1"/>
                  </a:ext>
                </a:extLst>
              </p:cNvPr>
              <p:cNvGrpSpPr>
                <a:grpSpLocks noChangeAspect="1"/>
              </p:cNvGrpSpPr>
              <p:nvPr/>
            </p:nvGrpSpPr>
            <p:grpSpPr>
              <a:xfrm>
                <a:off x="9817818" y="2427438"/>
                <a:ext cx="94034" cy="152246"/>
                <a:chOff x="4037165" y="5886624"/>
                <a:chExt cx="94034" cy="152246"/>
              </a:xfrm>
            </p:grpSpPr>
            <p:sp>
              <p:nvSpPr>
                <p:cNvPr id="933" name="Freeform: Shape 4829">
                  <a:extLst>
                    <a:ext uri="{FF2B5EF4-FFF2-40B4-BE49-F238E27FC236}">
                      <a16:creationId xmlns:a16="http://schemas.microsoft.com/office/drawing/2014/main" id="{B2FCEED3-78EA-95A8-153F-BA95FAF8853A}"/>
                    </a:ext>
                  </a:extLst>
                </p:cNvPr>
                <p:cNvSpPr/>
                <p:nvPr/>
              </p:nvSpPr>
              <p:spPr>
                <a:xfrm>
                  <a:off x="4037165" y="5886624"/>
                  <a:ext cx="94034" cy="152246"/>
                </a:xfrm>
                <a:custGeom>
                  <a:avLst/>
                  <a:gdLst>
                    <a:gd name="connsiteX0" fmla="*/ 83735 w 94034"/>
                    <a:gd name="connsiteY0" fmla="*/ 26867 h 152245"/>
                    <a:gd name="connsiteX1" fmla="*/ 74780 w 94034"/>
                    <a:gd name="connsiteY1" fmla="*/ 8508 h 152245"/>
                    <a:gd name="connsiteX2" fmla="*/ 60898 w 94034"/>
                    <a:gd name="connsiteY2" fmla="*/ 0 h 152245"/>
                    <a:gd name="connsiteX3" fmla="*/ 37166 w 94034"/>
                    <a:gd name="connsiteY3" fmla="*/ 0 h 152245"/>
                    <a:gd name="connsiteX4" fmla="*/ 23285 w 94034"/>
                    <a:gd name="connsiteY4" fmla="*/ 8508 h 152245"/>
                    <a:gd name="connsiteX5" fmla="*/ 14329 w 94034"/>
                    <a:gd name="connsiteY5" fmla="*/ 26867 h 152245"/>
                    <a:gd name="connsiteX6" fmla="*/ 0 w 94034"/>
                    <a:gd name="connsiteY6" fmla="*/ 42539 h 152245"/>
                    <a:gd name="connsiteX7" fmla="*/ 0 w 94034"/>
                    <a:gd name="connsiteY7" fmla="*/ 109707 h 152245"/>
                    <a:gd name="connsiteX8" fmla="*/ 14329 w 94034"/>
                    <a:gd name="connsiteY8" fmla="*/ 125379 h 152245"/>
                    <a:gd name="connsiteX9" fmla="*/ 23285 w 94034"/>
                    <a:gd name="connsiteY9" fmla="*/ 143738 h 152245"/>
                    <a:gd name="connsiteX10" fmla="*/ 37166 w 94034"/>
                    <a:gd name="connsiteY10" fmla="*/ 152246 h 152245"/>
                    <a:gd name="connsiteX11" fmla="*/ 60898 w 94034"/>
                    <a:gd name="connsiteY11" fmla="*/ 152246 h 152245"/>
                    <a:gd name="connsiteX12" fmla="*/ 74780 w 94034"/>
                    <a:gd name="connsiteY12" fmla="*/ 143738 h 152245"/>
                    <a:gd name="connsiteX13" fmla="*/ 83735 w 94034"/>
                    <a:gd name="connsiteY13" fmla="*/ 125379 h 152245"/>
                    <a:gd name="connsiteX14" fmla="*/ 98064 w 94034"/>
                    <a:gd name="connsiteY14" fmla="*/ 109707 h 152245"/>
                    <a:gd name="connsiteX15" fmla="*/ 98064 w 94034"/>
                    <a:gd name="connsiteY15" fmla="*/ 42539 h 152245"/>
                    <a:gd name="connsiteX16" fmla="*/ 83735 w 94034"/>
                    <a:gd name="connsiteY16" fmla="*/ 26867 h 152245"/>
                    <a:gd name="connsiteX17" fmla="*/ 26867 w 94034"/>
                    <a:gd name="connsiteY17" fmla="*/ 10747 h 152245"/>
                    <a:gd name="connsiteX18" fmla="*/ 36718 w 94034"/>
                    <a:gd name="connsiteY18" fmla="*/ 4478 h 152245"/>
                    <a:gd name="connsiteX19" fmla="*/ 60451 w 94034"/>
                    <a:gd name="connsiteY19" fmla="*/ 4478 h 152245"/>
                    <a:gd name="connsiteX20" fmla="*/ 70302 w 94034"/>
                    <a:gd name="connsiteY20" fmla="*/ 10747 h 152245"/>
                    <a:gd name="connsiteX21" fmla="*/ 78362 w 94034"/>
                    <a:gd name="connsiteY21" fmla="*/ 26867 h 152245"/>
                    <a:gd name="connsiteX22" fmla="*/ 18359 w 94034"/>
                    <a:gd name="connsiteY22" fmla="*/ 26867 h 152245"/>
                    <a:gd name="connsiteX23" fmla="*/ 26867 w 94034"/>
                    <a:gd name="connsiteY23" fmla="*/ 10747 h 152245"/>
                    <a:gd name="connsiteX24" fmla="*/ 70302 w 94034"/>
                    <a:gd name="connsiteY24" fmla="*/ 141499 h 152245"/>
                    <a:gd name="connsiteX25" fmla="*/ 60451 w 94034"/>
                    <a:gd name="connsiteY25" fmla="*/ 147768 h 152245"/>
                    <a:gd name="connsiteX26" fmla="*/ 36718 w 94034"/>
                    <a:gd name="connsiteY26" fmla="*/ 147768 h 152245"/>
                    <a:gd name="connsiteX27" fmla="*/ 26867 w 94034"/>
                    <a:gd name="connsiteY27" fmla="*/ 141499 h 152245"/>
                    <a:gd name="connsiteX28" fmla="*/ 18807 w 94034"/>
                    <a:gd name="connsiteY28" fmla="*/ 125379 h 152245"/>
                    <a:gd name="connsiteX29" fmla="*/ 78809 w 94034"/>
                    <a:gd name="connsiteY29" fmla="*/ 125379 h 152245"/>
                    <a:gd name="connsiteX30" fmla="*/ 70302 w 94034"/>
                    <a:gd name="connsiteY30" fmla="*/ 141499 h 152245"/>
                    <a:gd name="connsiteX31" fmla="*/ 93586 w 94034"/>
                    <a:gd name="connsiteY31" fmla="*/ 109707 h 152245"/>
                    <a:gd name="connsiteX32" fmla="*/ 82392 w 94034"/>
                    <a:gd name="connsiteY32" fmla="*/ 120901 h 152245"/>
                    <a:gd name="connsiteX33" fmla="*/ 15224 w 94034"/>
                    <a:gd name="connsiteY33" fmla="*/ 120901 h 152245"/>
                    <a:gd name="connsiteX34" fmla="*/ 4030 w 94034"/>
                    <a:gd name="connsiteY34" fmla="*/ 109707 h 152245"/>
                    <a:gd name="connsiteX35" fmla="*/ 4030 w 94034"/>
                    <a:gd name="connsiteY35" fmla="*/ 42539 h 152245"/>
                    <a:gd name="connsiteX36" fmla="*/ 15224 w 94034"/>
                    <a:gd name="connsiteY36" fmla="*/ 31345 h 152245"/>
                    <a:gd name="connsiteX37" fmla="*/ 82392 w 94034"/>
                    <a:gd name="connsiteY37" fmla="*/ 31345 h 152245"/>
                    <a:gd name="connsiteX38" fmla="*/ 93586 w 94034"/>
                    <a:gd name="connsiteY38" fmla="*/ 42539 h 152245"/>
                    <a:gd name="connsiteX39" fmla="*/ 93586 w 94034"/>
                    <a:gd name="connsiteY39" fmla="*/ 109707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4034" h="152245">
                      <a:moveTo>
                        <a:pt x="83735" y="26867"/>
                      </a:moveTo>
                      <a:lnTo>
                        <a:pt x="74780" y="8508"/>
                      </a:lnTo>
                      <a:cubicBezTo>
                        <a:pt x="72093" y="3135"/>
                        <a:pt x="66719" y="0"/>
                        <a:pt x="60898" y="0"/>
                      </a:cubicBezTo>
                      <a:lnTo>
                        <a:pt x="37166" y="0"/>
                      </a:lnTo>
                      <a:cubicBezTo>
                        <a:pt x="31345" y="0"/>
                        <a:pt x="25971" y="3135"/>
                        <a:pt x="23285" y="8508"/>
                      </a:cubicBezTo>
                      <a:lnTo>
                        <a:pt x="14329" y="26867"/>
                      </a:lnTo>
                      <a:cubicBezTo>
                        <a:pt x="6269" y="27763"/>
                        <a:pt x="0" y="34031"/>
                        <a:pt x="0" y="42539"/>
                      </a:cubicBezTo>
                      <a:lnTo>
                        <a:pt x="0" y="109707"/>
                      </a:lnTo>
                      <a:cubicBezTo>
                        <a:pt x="0" y="117767"/>
                        <a:pt x="6269" y="124484"/>
                        <a:pt x="14329" y="125379"/>
                      </a:cubicBezTo>
                      <a:lnTo>
                        <a:pt x="23285" y="143738"/>
                      </a:lnTo>
                      <a:cubicBezTo>
                        <a:pt x="25971" y="149112"/>
                        <a:pt x="31345" y="152246"/>
                        <a:pt x="37166" y="152246"/>
                      </a:cubicBezTo>
                      <a:lnTo>
                        <a:pt x="60898" y="152246"/>
                      </a:lnTo>
                      <a:cubicBezTo>
                        <a:pt x="66719" y="152246"/>
                        <a:pt x="72093" y="149112"/>
                        <a:pt x="74780" y="143738"/>
                      </a:cubicBezTo>
                      <a:lnTo>
                        <a:pt x="83735" y="125379"/>
                      </a:lnTo>
                      <a:cubicBezTo>
                        <a:pt x="91795" y="124484"/>
                        <a:pt x="98064" y="118214"/>
                        <a:pt x="98064" y="109707"/>
                      </a:cubicBezTo>
                      <a:lnTo>
                        <a:pt x="98064" y="42539"/>
                      </a:lnTo>
                      <a:cubicBezTo>
                        <a:pt x="98064" y="34480"/>
                        <a:pt x="91795" y="27763"/>
                        <a:pt x="83735" y="26867"/>
                      </a:cubicBezTo>
                      <a:close/>
                      <a:moveTo>
                        <a:pt x="26867" y="10747"/>
                      </a:moveTo>
                      <a:cubicBezTo>
                        <a:pt x="28658" y="6717"/>
                        <a:pt x="32688" y="4478"/>
                        <a:pt x="36718" y="4478"/>
                      </a:cubicBezTo>
                      <a:lnTo>
                        <a:pt x="60451" y="4478"/>
                      </a:lnTo>
                      <a:cubicBezTo>
                        <a:pt x="64928" y="4478"/>
                        <a:pt x="68511" y="6717"/>
                        <a:pt x="70302" y="10747"/>
                      </a:cubicBezTo>
                      <a:lnTo>
                        <a:pt x="78362" y="26867"/>
                      </a:lnTo>
                      <a:lnTo>
                        <a:pt x="18359" y="26867"/>
                      </a:lnTo>
                      <a:lnTo>
                        <a:pt x="26867" y="10747"/>
                      </a:lnTo>
                      <a:close/>
                      <a:moveTo>
                        <a:pt x="70302" y="141499"/>
                      </a:moveTo>
                      <a:cubicBezTo>
                        <a:pt x="68511" y="145529"/>
                        <a:pt x="64480" y="147768"/>
                        <a:pt x="60451" y="147768"/>
                      </a:cubicBezTo>
                      <a:lnTo>
                        <a:pt x="36718" y="147768"/>
                      </a:lnTo>
                      <a:cubicBezTo>
                        <a:pt x="32240" y="147768"/>
                        <a:pt x="28658" y="145529"/>
                        <a:pt x="26867" y="141499"/>
                      </a:cubicBezTo>
                      <a:lnTo>
                        <a:pt x="18807" y="125379"/>
                      </a:lnTo>
                      <a:lnTo>
                        <a:pt x="78809" y="125379"/>
                      </a:lnTo>
                      <a:lnTo>
                        <a:pt x="70302" y="141499"/>
                      </a:lnTo>
                      <a:close/>
                      <a:moveTo>
                        <a:pt x="93586" y="109707"/>
                      </a:moveTo>
                      <a:cubicBezTo>
                        <a:pt x="93586" y="115976"/>
                        <a:pt x="88661" y="120901"/>
                        <a:pt x="82392" y="120901"/>
                      </a:cubicBezTo>
                      <a:lnTo>
                        <a:pt x="15224" y="120901"/>
                      </a:lnTo>
                      <a:cubicBezTo>
                        <a:pt x="8956" y="120901"/>
                        <a:pt x="4030" y="115976"/>
                        <a:pt x="4030" y="109707"/>
                      </a:cubicBezTo>
                      <a:lnTo>
                        <a:pt x="4030" y="42539"/>
                      </a:lnTo>
                      <a:cubicBezTo>
                        <a:pt x="4030" y="36270"/>
                        <a:pt x="8956" y="31345"/>
                        <a:pt x="15224" y="31345"/>
                      </a:cubicBezTo>
                      <a:lnTo>
                        <a:pt x="82392" y="31345"/>
                      </a:lnTo>
                      <a:cubicBezTo>
                        <a:pt x="88661" y="31345"/>
                        <a:pt x="93586" y="36270"/>
                        <a:pt x="93586" y="42539"/>
                      </a:cubicBezTo>
                      <a:lnTo>
                        <a:pt x="93586" y="10970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34" name="Freeform: Shape 4830">
                  <a:extLst>
                    <a:ext uri="{FF2B5EF4-FFF2-40B4-BE49-F238E27FC236}">
                      <a16:creationId xmlns:a16="http://schemas.microsoft.com/office/drawing/2014/main" id="{DE09C0E7-7936-0AF5-90CC-75BF8AB30873}"/>
                    </a:ext>
                  </a:extLst>
                </p:cNvPr>
                <p:cNvSpPr/>
                <p:nvPr/>
              </p:nvSpPr>
              <p:spPr>
                <a:xfrm>
                  <a:off x="4050151" y="5940358"/>
                  <a:ext cx="71645" cy="58212"/>
                </a:xfrm>
                <a:custGeom>
                  <a:avLst/>
                  <a:gdLst>
                    <a:gd name="connsiteX0" fmla="*/ 63585 w 71645"/>
                    <a:gd name="connsiteY0" fmla="*/ 0 h 58211"/>
                    <a:gd name="connsiteX1" fmla="*/ 8060 w 71645"/>
                    <a:gd name="connsiteY1" fmla="*/ 0 h 58211"/>
                    <a:gd name="connsiteX2" fmla="*/ 0 w 71645"/>
                    <a:gd name="connsiteY2" fmla="*/ 7613 h 58211"/>
                    <a:gd name="connsiteX3" fmla="*/ 0 w 71645"/>
                    <a:gd name="connsiteY3" fmla="*/ 37166 h 58211"/>
                    <a:gd name="connsiteX4" fmla="*/ 8060 w 71645"/>
                    <a:gd name="connsiteY4" fmla="*/ 44778 h 58211"/>
                    <a:gd name="connsiteX5" fmla="*/ 13433 w 71645"/>
                    <a:gd name="connsiteY5" fmla="*/ 44778 h 58211"/>
                    <a:gd name="connsiteX6" fmla="*/ 13433 w 71645"/>
                    <a:gd name="connsiteY6" fmla="*/ 55973 h 58211"/>
                    <a:gd name="connsiteX7" fmla="*/ 14777 w 71645"/>
                    <a:gd name="connsiteY7" fmla="*/ 57764 h 58211"/>
                    <a:gd name="connsiteX8" fmla="*/ 15672 w 71645"/>
                    <a:gd name="connsiteY8" fmla="*/ 58212 h 58211"/>
                    <a:gd name="connsiteX9" fmla="*/ 17016 w 71645"/>
                    <a:gd name="connsiteY9" fmla="*/ 57764 h 58211"/>
                    <a:gd name="connsiteX10" fmla="*/ 34927 w 71645"/>
                    <a:gd name="connsiteY10" fmla="*/ 44778 h 58211"/>
                    <a:gd name="connsiteX11" fmla="*/ 63585 w 71645"/>
                    <a:gd name="connsiteY11" fmla="*/ 44778 h 58211"/>
                    <a:gd name="connsiteX12" fmla="*/ 71645 w 71645"/>
                    <a:gd name="connsiteY12" fmla="*/ 37166 h 58211"/>
                    <a:gd name="connsiteX13" fmla="*/ 71645 w 71645"/>
                    <a:gd name="connsiteY13" fmla="*/ 7613 h 58211"/>
                    <a:gd name="connsiteX14" fmla="*/ 63585 w 71645"/>
                    <a:gd name="connsiteY14" fmla="*/ 0 h 58211"/>
                    <a:gd name="connsiteX15" fmla="*/ 67167 w 71645"/>
                    <a:gd name="connsiteY15" fmla="*/ 37166 h 58211"/>
                    <a:gd name="connsiteX16" fmla="*/ 63585 w 71645"/>
                    <a:gd name="connsiteY16" fmla="*/ 40300 h 58211"/>
                    <a:gd name="connsiteX17" fmla="*/ 34479 w 71645"/>
                    <a:gd name="connsiteY17" fmla="*/ 40300 h 58211"/>
                    <a:gd name="connsiteX18" fmla="*/ 33136 w 71645"/>
                    <a:gd name="connsiteY18" fmla="*/ 40748 h 58211"/>
                    <a:gd name="connsiteX19" fmla="*/ 17911 w 71645"/>
                    <a:gd name="connsiteY19" fmla="*/ 51495 h 58211"/>
                    <a:gd name="connsiteX20" fmla="*/ 17911 w 71645"/>
                    <a:gd name="connsiteY20" fmla="*/ 42539 h 58211"/>
                    <a:gd name="connsiteX21" fmla="*/ 15672 w 71645"/>
                    <a:gd name="connsiteY21" fmla="*/ 40300 h 58211"/>
                    <a:gd name="connsiteX22" fmla="*/ 8060 w 71645"/>
                    <a:gd name="connsiteY22" fmla="*/ 40300 h 58211"/>
                    <a:gd name="connsiteX23" fmla="*/ 4478 w 71645"/>
                    <a:gd name="connsiteY23" fmla="*/ 37166 h 58211"/>
                    <a:gd name="connsiteX24" fmla="*/ 4478 w 71645"/>
                    <a:gd name="connsiteY24" fmla="*/ 7613 h 58211"/>
                    <a:gd name="connsiteX25" fmla="*/ 8060 w 71645"/>
                    <a:gd name="connsiteY25" fmla="*/ 4478 h 58211"/>
                    <a:gd name="connsiteX26" fmla="*/ 63585 w 71645"/>
                    <a:gd name="connsiteY26" fmla="*/ 4478 h 58211"/>
                    <a:gd name="connsiteX27" fmla="*/ 67167 w 71645"/>
                    <a:gd name="connsiteY27" fmla="*/ 7613 h 58211"/>
                    <a:gd name="connsiteX28" fmla="*/ 67167 w 71645"/>
                    <a:gd name="connsiteY28" fmla="*/ 37166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1645" h="58211">
                      <a:moveTo>
                        <a:pt x="63585" y="0"/>
                      </a:moveTo>
                      <a:lnTo>
                        <a:pt x="8060" y="0"/>
                      </a:lnTo>
                      <a:cubicBezTo>
                        <a:pt x="3582" y="0"/>
                        <a:pt x="0" y="3582"/>
                        <a:pt x="0" y="7613"/>
                      </a:cubicBezTo>
                      <a:lnTo>
                        <a:pt x="0" y="37166"/>
                      </a:lnTo>
                      <a:cubicBezTo>
                        <a:pt x="0" y="41196"/>
                        <a:pt x="3582" y="44778"/>
                        <a:pt x="8060" y="44778"/>
                      </a:cubicBezTo>
                      <a:lnTo>
                        <a:pt x="13433" y="44778"/>
                      </a:lnTo>
                      <a:lnTo>
                        <a:pt x="13433" y="55973"/>
                      </a:lnTo>
                      <a:cubicBezTo>
                        <a:pt x="13433" y="56869"/>
                        <a:pt x="13881" y="57764"/>
                        <a:pt x="14777" y="57764"/>
                      </a:cubicBezTo>
                      <a:cubicBezTo>
                        <a:pt x="15225" y="57764"/>
                        <a:pt x="15225" y="58212"/>
                        <a:pt x="15672" y="58212"/>
                      </a:cubicBezTo>
                      <a:cubicBezTo>
                        <a:pt x="16120" y="58212"/>
                        <a:pt x="16568" y="58212"/>
                        <a:pt x="17016" y="57764"/>
                      </a:cubicBezTo>
                      <a:lnTo>
                        <a:pt x="34927" y="44778"/>
                      </a:lnTo>
                      <a:lnTo>
                        <a:pt x="63585" y="44778"/>
                      </a:lnTo>
                      <a:cubicBezTo>
                        <a:pt x="68063" y="44778"/>
                        <a:pt x="71645" y="41196"/>
                        <a:pt x="71645" y="37166"/>
                      </a:cubicBezTo>
                      <a:lnTo>
                        <a:pt x="71645" y="7613"/>
                      </a:lnTo>
                      <a:cubicBezTo>
                        <a:pt x="71645" y="3582"/>
                        <a:pt x="68063" y="0"/>
                        <a:pt x="63585" y="0"/>
                      </a:cubicBezTo>
                      <a:close/>
                      <a:moveTo>
                        <a:pt x="67167" y="37166"/>
                      </a:moveTo>
                      <a:cubicBezTo>
                        <a:pt x="67167" y="38957"/>
                        <a:pt x="65376" y="40300"/>
                        <a:pt x="63585" y="40300"/>
                      </a:cubicBezTo>
                      <a:lnTo>
                        <a:pt x="34479" y="40300"/>
                      </a:lnTo>
                      <a:cubicBezTo>
                        <a:pt x="34032" y="40300"/>
                        <a:pt x="33584" y="40300"/>
                        <a:pt x="33136" y="40748"/>
                      </a:cubicBezTo>
                      <a:lnTo>
                        <a:pt x="17911" y="51495"/>
                      </a:lnTo>
                      <a:lnTo>
                        <a:pt x="17911" y="42539"/>
                      </a:lnTo>
                      <a:cubicBezTo>
                        <a:pt x="17911" y="41196"/>
                        <a:pt x="17016" y="40300"/>
                        <a:pt x="15672" y="40300"/>
                      </a:cubicBezTo>
                      <a:lnTo>
                        <a:pt x="8060" y="40300"/>
                      </a:lnTo>
                      <a:cubicBezTo>
                        <a:pt x="6269" y="40300"/>
                        <a:pt x="4478" y="38957"/>
                        <a:pt x="4478" y="37166"/>
                      </a:cubicBezTo>
                      <a:lnTo>
                        <a:pt x="4478" y="7613"/>
                      </a:lnTo>
                      <a:cubicBezTo>
                        <a:pt x="4478" y="5821"/>
                        <a:pt x="6269" y="4478"/>
                        <a:pt x="8060" y="4478"/>
                      </a:cubicBezTo>
                      <a:lnTo>
                        <a:pt x="63585" y="4478"/>
                      </a:lnTo>
                      <a:cubicBezTo>
                        <a:pt x="65376" y="4478"/>
                        <a:pt x="67167" y="5821"/>
                        <a:pt x="67167" y="7613"/>
                      </a:cubicBezTo>
                      <a:lnTo>
                        <a:pt x="67167" y="3716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35" name="Freeform: Shape 4831">
                  <a:extLst>
                    <a:ext uri="{FF2B5EF4-FFF2-40B4-BE49-F238E27FC236}">
                      <a16:creationId xmlns:a16="http://schemas.microsoft.com/office/drawing/2014/main" id="{40787236-787B-AAF1-D4BA-BD02531A1462}"/>
                    </a:ext>
                  </a:extLst>
                </p:cNvPr>
                <p:cNvSpPr/>
                <p:nvPr/>
              </p:nvSpPr>
              <p:spPr>
                <a:xfrm>
                  <a:off x="4063584" y="5953792"/>
                  <a:ext cx="44778" cy="4478"/>
                </a:xfrm>
                <a:custGeom>
                  <a:avLst/>
                  <a:gdLst>
                    <a:gd name="connsiteX0" fmla="*/ 42539 w 44778"/>
                    <a:gd name="connsiteY0" fmla="*/ 0 h 4477"/>
                    <a:gd name="connsiteX1" fmla="*/ 2239 w 44778"/>
                    <a:gd name="connsiteY1" fmla="*/ 0 h 4477"/>
                    <a:gd name="connsiteX2" fmla="*/ 0 w 44778"/>
                    <a:gd name="connsiteY2" fmla="*/ 2239 h 4477"/>
                    <a:gd name="connsiteX3" fmla="*/ 2239 w 44778"/>
                    <a:gd name="connsiteY3" fmla="*/ 4478 h 4477"/>
                    <a:gd name="connsiteX4" fmla="*/ 42539 w 44778"/>
                    <a:gd name="connsiteY4" fmla="*/ 4478 h 4477"/>
                    <a:gd name="connsiteX5" fmla="*/ 44778 w 44778"/>
                    <a:gd name="connsiteY5" fmla="*/ 2239 h 4477"/>
                    <a:gd name="connsiteX6" fmla="*/ 42539 w 44778"/>
                    <a:gd name="connsiteY6" fmla="*/ 0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78" h="4477">
                      <a:moveTo>
                        <a:pt x="42539" y="0"/>
                      </a:moveTo>
                      <a:lnTo>
                        <a:pt x="2239" y="0"/>
                      </a:lnTo>
                      <a:cubicBezTo>
                        <a:pt x="896" y="0"/>
                        <a:pt x="0" y="896"/>
                        <a:pt x="0" y="2239"/>
                      </a:cubicBezTo>
                      <a:cubicBezTo>
                        <a:pt x="0" y="3582"/>
                        <a:pt x="896" y="4478"/>
                        <a:pt x="2239" y="4478"/>
                      </a:cubicBezTo>
                      <a:lnTo>
                        <a:pt x="42539" y="4478"/>
                      </a:lnTo>
                      <a:cubicBezTo>
                        <a:pt x="43883" y="4478"/>
                        <a:pt x="44778" y="3582"/>
                        <a:pt x="44778" y="2239"/>
                      </a:cubicBezTo>
                      <a:cubicBezTo>
                        <a:pt x="44778" y="896"/>
                        <a:pt x="43435" y="0"/>
                        <a:pt x="42539"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36" name="Freeform: Shape 4832">
                  <a:extLst>
                    <a:ext uri="{FF2B5EF4-FFF2-40B4-BE49-F238E27FC236}">
                      <a16:creationId xmlns:a16="http://schemas.microsoft.com/office/drawing/2014/main" id="{2E2107B4-B5CB-E42E-CF81-9EB43D50EF83}"/>
                    </a:ext>
                  </a:extLst>
                </p:cNvPr>
                <p:cNvSpPr/>
                <p:nvPr/>
              </p:nvSpPr>
              <p:spPr>
                <a:xfrm>
                  <a:off x="4063584" y="5967225"/>
                  <a:ext cx="31345" cy="4478"/>
                </a:xfrm>
                <a:custGeom>
                  <a:avLst/>
                  <a:gdLst>
                    <a:gd name="connsiteX0" fmla="*/ 29106 w 31344"/>
                    <a:gd name="connsiteY0" fmla="*/ 0 h 4477"/>
                    <a:gd name="connsiteX1" fmla="*/ 2239 w 31344"/>
                    <a:gd name="connsiteY1" fmla="*/ 0 h 4477"/>
                    <a:gd name="connsiteX2" fmla="*/ 0 w 31344"/>
                    <a:gd name="connsiteY2" fmla="*/ 2239 h 4477"/>
                    <a:gd name="connsiteX3" fmla="*/ 2239 w 31344"/>
                    <a:gd name="connsiteY3" fmla="*/ 4478 h 4477"/>
                    <a:gd name="connsiteX4" fmla="*/ 29106 w 31344"/>
                    <a:gd name="connsiteY4" fmla="*/ 4478 h 4477"/>
                    <a:gd name="connsiteX5" fmla="*/ 31345 w 31344"/>
                    <a:gd name="connsiteY5" fmla="*/ 2239 h 4477"/>
                    <a:gd name="connsiteX6" fmla="*/ 29106 w 31344"/>
                    <a:gd name="connsiteY6" fmla="*/ 0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44" h="4477">
                      <a:moveTo>
                        <a:pt x="29106" y="0"/>
                      </a:moveTo>
                      <a:lnTo>
                        <a:pt x="2239" y="0"/>
                      </a:lnTo>
                      <a:cubicBezTo>
                        <a:pt x="896" y="0"/>
                        <a:pt x="0" y="896"/>
                        <a:pt x="0" y="2239"/>
                      </a:cubicBezTo>
                      <a:cubicBezTo>
                        <a:pt x="0" y="3582"/>
                        <a:pt x="896" y="4478"/>
                        <a:pt x="2239" y="4478"/>
                      </a:cubicBezTo>
                      <a:lnTo>
                        <a:pt x="29106" y="4478"/>
                      </a:lnTo>
                      <a:cubicBezTo>
                        <a:pt x="30449" y="4478"/>
                        <a:pt x="31345" y="3582"/>
                        <a:pt x="31345" y="2239"/>
                      </a:cubicBezTo>
                      <a:cubicBezTo>
                        <a:pt x="31345" y="896"/>
                        <a:pt x="30001" y="0"/>
                        <a:pt x="29106" y="0"/>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37" name="Group 4833">
                <a:extLst>
                  <a:ext uri="{FF2B5EF4-FFF2-40B4-BE49-F238E27FC236}">
                    <a16:creationId xmlns:a16="http://schemas.microsoft.com/office/drawing/2014/main" id="{A55DD7A9-0492-D7E9-04B8-1CC78C736E38}"/>
                  </a:ext>
                  <a:ext uri="{C183D7F6-B498-43B3-948B-1728B52AA6E4}">
                    <adec:decorative xmlns:adec="http://schemas.microsoft.com/office/drawing/2017/decorative" val="1"/>
                  </a:ext>
                </a:extLst>
              </p:cNvPr>
              <p:cNvGrpSpPr>
                <a:grpSpLocks noChangeAspect="1"/>
              </p:cNvGrpSpPr>
              <p:nvPr/>
            </p:nvGrpSpPr>
            <p:grpSpPr>
              <a:xfrm>
                <a:off x="10347096" y="2427438"/>
                <a:ext cx="98512" cy="152246"/>
                <a:chOff x="4566443" y="5886624"/>
                <a:chExt cx="98512" cy="152246"/>
              </a:xfrm>
            </p:grpSpPr>
            <p:sp>
              <p:nvSpPr>
                <p:cNvPr id="938" name="Freeform: Shape 4834">
                  <a:extLst>
                    <a:ext uri="{FF2B5EF4-FFF2-40B4-BE49-F238E27FC236}">
                      <a16:creationId xmlns:a16="http://schemas.microsoft.com/office/drawing/2014/main" id="{3579DBFB-C95B-E9AF-A7AD-1D933C79D18D}"/>
                    </a:ext>
                  </a:extLst>
                </p:cNvPr>
                <p:cNvSpPr/>
                <p:nvPr/>
              </p:nvSpPr>
              <p:spPr>
                <a:xfrm>
                  <a:off x="4613460" y="5926925"/>
                  <a:ext cx="22389" cy="58212"/>
                </a:xfrm>
                <a:custGeom>
                  <a:avLst/>
                  <a:gdLst>
                    <a:gd name="connsiteX0" fmla="*/ 4478 w 22389"/>
                    <a:gd name="connsiteY0" fmla="*/ 34927 h 58211"/>
                    <a:gd name="connsiteX1" fmla="*/ 4478 w 22389"/>
                    <a:gd name="connsiteY1" fmla="*/ 2239 h 58211"/>
                    <a:gd name="connsiteX2" fmla="*/ 2239 w 22389"/>
                    <a:gd name="connsiteY2" fmla="*/ 0 h 58211"/>
                    <a:gd name="connsiteX3" fmla="*/ 0 w 22389"/>
                    <a:gd name="connsiteY3" fmla="*/ 2239 h 58211"/>
                    <a:gd name="connsiteX4" fmla="*/ 0 w 22389"/>
                    <a:gd name="connsiteY4" fmla="*/ 35823 h 58211"/>
                    <a:gd name="connsiteX5" fmla="*/ 0 w 22389"/>
                    <a:gd name="connsiteY5" fmla="*/ 36718 h 58211"/>
                    <a:gd name="connsiteX6" fmla="*/ 448 w 22389"/>
                    <a:gd name="connsiteY6" fmla="*/ 37614 h 58211"/>
                    <a:gd name="connsiteX7" fmla="*/ 20598 w 22389"/>
                    <a:gd name="connsiteY7" fmla="*/ 57764 h 58211"/>
                    <a:gd name="connsiteX8" fmla="*/ 22389 w 22389"/>
                    <a:gd name="connsiteY8" fmla="*/ 58212 h 58211"/>
                    <a:gd name="connsiteX9" fmla="*/ 24180 w 22389"/>
                    <a:gd name="connsiteY9" fmla="*/ 57764 h 58211"/>
                    <a:gd name="connsiteX10" fmla="*/ 24180 w 22389"/>
                    <a:gd name="connsiteY10" fmla="*/ 54630 h 58211"/>
                    <a:gd name="connsiteX11" fmla="*/ 4478 w 22389"/>
                    <a:gd name="connsiteY11" fmla="*/ 34927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389" h="58211">
                      <a:moveTo>
                        <a:pt x="4478" y="34927"/>
                      </a:moveTo>
                      <a:lnTo>
                        <a:pt x="4478" y="2239"/>
                      </a:lnTo>
                      <a:cubicBezTo>
                        <a:pt x="4478" y="896"/>
                        <a:pt x="3582" y="0"/>
                        <a:pt x="2239" y="0"/>
                      </a:cubicBezTo>
                      <a:cubicBezTo>
                        <a:pt x="895" y="0"/>
                        <a:pt x="0" y="896"/>
                        <a:pt x="0" y="2239"/>
                      </a:cubicBezTo>
                      <a:lnTo>
                        <a:pt x="0" y="35823"/>
                      </a:lnTo>
                      <a:cubicBezTo>
                        <a:pt x="0" y="36270"/>
                        <a:pt x="0" y="36270"/>
                        <a:pt x="0" y="36718"/>
                      </a:cubicBezTo>
                      <a:cubicBezTo>
                        <a:pt x="0" y="37166"/>
                        <a:pt x="448" y="37166"/>
                        <a:pt x="448" y="37614"/>
                      </a:cubicBezTo>
                      <a:lnTo>
                        <a:pt x="20598" y="57764"/>
                      </a:lnTo>
                      <a:cubicBezTo>
                        <a:pt x="21046" y="58212"/>
                        <a:pt x="21493" y="58212"/>
                        <a:pt x="22389" y="58212"/>
                      </a:cubicBezTo>
                      <a:cubicBezTo>
                        <a:pt x="23284" y="58212"/>
                        <a:pt x="23732" y="58212"/>
                        <a:pt x="24180" y="57764"/>
                      </a:cubicBezTo>
                      <a:cubicBezTo>
                        <a:pt x="25076" y="56869"/>
                        <a:pt x="25076" y="55525"/>
                        <a:pt x="24180" y="54630"/>
                      </a:cubicBezTo>
                      <a:lnTo>
                        <a:pt x="4478" y="3492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39" name="Freeform: Shape 4835">
                  <a:extLst>
                    <a:ext uri="{FF2B5EF4-FFF2-40B4-BE49-F238E27FC236}">
                      <a16:creationId xmlns:a16="http://schemas.microsoft.com/office/drawing/2014/main" id="{C4E52377-2913-A227-54D4-A81105C7324F}"/>
                    </a:ext>
                  </a:extLst>
                </p:cNvPr>
                <p:cNvSpPr/>
                <p:nvPr/>
              </p:nvSpPr>
              <p:spPr>
                <a:xfrm>
                  <a:off x="4566443" y="5886624"/>
                  <a:ext cx="98512" cy="152246"/>
                </a:xfrm>
                <a:custGeom>
                  <a:avLst/>
                  <a:gdLst>
                    <a:gd name="connsiteX0" fmla="*/ 98512 w 98511"/>
                    <a:gd name="connsiteY0" fmla="*/ 76123 h 152245"/>
                    <a:gd name="connsiteX1" fmla="*/ 71645 w 98511"/>
                    <a:gd name="connsiteY1" fmla="*/ 32241 h 152245"/>
                    <a:gd name="connsiteX2" fmla="*/ 71645 w 98511"/>
                    <a:gd name="connsiteY2" fmla="*/ 15672 h 152245"/>
                    <a:gd name="connsiteX3" fmla="*/ 55973 w 98511"/>
                    <a:gd name="connsiteY3" fmla="*/ 0 h 152245"/>
                    <a:gd name="connsiteX4" fmla="*/ 42539 w 98511"/>
                    <a:gd name="connsiteY4" fmla="*/ 0 h 152245"/>
                    <a:gd name="connsiteX5" fmla="*/ 26867 w 98511"/>
                    <a:gd name="connsiteY5" fmla="*/ 15672 h 152245"/>
                    <a:gd name="connsiteX6" fmla="*/ 26867 w 98511"/>
                    <a:gd name="connsiteY6" fmla="*/ 32241 h 152245"/>
                    <a:gd name="connsiteX7" fmla="*/ 0 w 98511"/>
                    <a:gd name="connsiteY7" fmla="*/ 76123 h 152245"/>
                    <a:gd name="connsiteX8" fmla="*/ 26867 w 98511"/>
                    <a:gd name="connsiteY8" fmla="*/ 120006 h 152245"/>
                    <a:gd name="connsiteX9" fmla="*/ 26867 w 98511"/>
                    <a:gd name="connsiteY9" fmla="*/ 136573 h 152245"/>
                    <a:gd name="connsiteX10" fmla="*/ 42539 w 98511"/>
                    <a:gd name="connsiteY10" fmla="*/ 152246 h 152245"/>
                    <a:gd name="connsiteX11" fmla="*/ 55973 w 98511"/>
                    <a:gd name="connsiteY11" fmla="*/ 152246 h 152245"/>
                    <a:gd name="connsiteX12" fmla="*/ 71645 w 98511"/>
                    <a:gd name="connsiteY12" fmla="*/ 136573 h 152245"/>
                    <a:gd name="connsiteX13" fmla="*/ 71645 w 98511"/>
                    <a:gd name="connsiteY13" fmla="*/ 120006 h 152245"/>
                    <a:gd name="connsiteX14" fmla="*/ 98512 w 98511"/>
                    <a:gd name="connsiteY14" fmla="*/ 76123 h 152245"/>
                    <a:gd name="connsiteX15" fmla="*/ 31345 w 98511"/>
                    <a:gd name="connsiteY15" fmla="*/ 15672 h 152245"/>
                    <a:gd name="connsiteX16" fmla="*/ 42539 w 98511"/>
                    <a:gd name="connsiteY16" fmla="*/ 4478 h 152245"/>
                    <a:gd name="connsiteX17" fmla="*/ 55973 w 98511"/>
                    <a:gd name="connsiteY17" fmla="*/ 4478 h 152245"/>
                    <a:gd name="connsiteX18" fmla="*/ 67167 w 98511"/>
                    <a:gd name="connsiteY18" fmla="*/ 15672 h 152245"/>
                    <a:gd name="connsiteX19" fmla="*/ 67167 w 98511"/>
                    <a:gd name="connsiteY19" fmla="*/ 30449 h 152245"/>
                    <a:gd name="connsiteX20" fmla="*/ 49256 w 98511"/>
                    <a:gd name="connsiteY20" fmla="*/ 26867 h 152245"/>
                    <a:gd name="connsiteX21" fmla="*/ 31345 w 98511"/>
                    <a:gd name="connsiteY21" fmla="*/ 30449 h 152245"/>
                    <a:gd name="connsiteX22" fmla="*/ 31345 w 98511"/>
                    <a:gd name="connsiteY22" fmla="*/ 15672 h 152245"/>
                    <a:gd name="connsiteX23" fmla="*/ 67167 w 98511"/>
                    <a:gd name="connsiteY23" fmla="*/ 136573 h 152245"/>
                    <a:gd name="connsiteX24" fmla="*/ 55973 w 98511"/>
                    <a:gd name="connsiteY24" fmla="*/ 147768 h 152245"/>
                    <a:gd name="connsiteX25" fmla="*/ 42539 w 98511"/>
                    <a:gd name="connsiteY25" fmla="*/ 147768 h 152245"/>
                    <a:gd name="connsiteX26" fmla="*/ 31345 w 98511"/>
                    <a:gd name="connsiteY26" fmla="*/ 136573 h 152245"/>
                    <a:gd name="connsiteX27" fmla="*/ 31345 w 98511"/>
                    <a:gd name="connsiteY27" fmla="*/ 121797 h 152245"/>
                    <a:gd name="connsiteX28" fmla="*/ 49256 w 98511"/>
                    <a:gd name="connsiteY28" fmla="*/ 125379 h 152245"/>
                    <a:gd name="connsiteX29" fmla="*/ 67167 w 98511"/>
                    <a:gd name="connsiteY29" fmla="*/ 121797 h 152245"/>
                    <a:gd name="connsiteX30" fmla="*/ 67167 w 98511"/>
                    <a:gd name="connsiteY30" fmla="*/ 136573 h 152245"/>
                    <a:gd name="connsiteX31" fmla="*/ 49256 w 98511"/>
                    <a:gd name="connsiteY31" fmla="*/ 120901 h 152245"/>
                    <a:gd name="connsiteX32" fmla="*/ 4478 w 98511"/>
                    <a:gd name="connsiteY32" fmla="*/ 76123 h 152245"/>
                    <a:gd name="connsiteX33" fmla="*/ 49256 w 98511"/>
                    <a:gd name="connsiteY33" fmla="*/ 31345 h 152245"/>
                    <a:gd name="connsiteX34" fmla="*/ 94034 w 98511"/>
                    <a:gd name="connsiteY34" fmla="*/ 76123 h 152245"/>
                    <a:gd name="connsiteX35" fmla="*/ 49256 w 98511"/>
                    <a:gd name="connsiteY35" fmla="*/ 120901 h 15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8511" h="152245">
                      <a:moveTo>
                        <a:pt x="98512" y="76123"/>
                      </a:moveTo>
                      <a:cubicBezTo>
                        <a:pt x="98512" y="56869"/>
                        <a:pt x="87765" y="40300"/>
                        <a:pt x="71645" y="32241"/>
                      </a:cubicBezTo>
                      <a:lnTo>
                        <a:pt x="71645" y="15672"/>
                      </a:lnTo>
                      <a:cubicBezTo>
                        <a:pt x="71645" y="7164"/>
                        <a:pt x="64480" y="0"/>
                        <a:pt x="55973" y="0"/>
                      </a:cubicBezTo>
                      <a:lnTo>
                        <a:pt x="42539" y="0"/>
                      </a:lnTo>
                      <a:cubicBezTo>
                        <a:pt x="34031" y="0"/>
                        <a:pt x="26867" y="7164"/>
                        <a:pt x="26867" y="15672"/>
                      </a:cubicBezTo>
                      <a:lnTo>
                        <a:pt x="26867" y="32241"/>
                      </a:lnTo>
                      <a:cubicBezTo>
                        <a:pt x="10747" y="40300"/>
                        <a:pt x="0" y="56869"/>
                        <a:pt x="0" y="76123"/>
                      </a:cubicBezTo>
                      <a:cubicBezTo>
                        <a:pt x="0" y="95378"/>
                        <a:pt x="10747" y="111945"/>
                        <a:pt x="26867" y="120006"/>
                      </a:cubicBezTo>
                      <a:lnTo>
                        <a:pt x="26867" y="136573"/>
                      </a:lnTo>
                      <a:cubicBezTo>
                        <a:pt x="26867" y="145081"/>
                        <a:pt x="34031" y="152246"/>
                        <a:pt x="42539" y="152246"/>
                      </a:cubicBezTo>
                      <a:lnTo>
                        <a:pt x="55973" y="152246"/>
                      </a:lnTo>
                      <a:cubicBezTo>
                        <a:pt x="64480" y="152246"/>
                        <a:pt x="71645" y="145081"/>
                        <a:pt x="71645" y="136573"/>
                      </a:cubicBezTo>
                      <a:lnTo>
                        <a:pt x="71645" y="120006"/>
                      </a:lnTo>
                      <a:cubicBezTo>
                        <a:pt x="87317" y="111945"/>
                        <a:pt x="98512" y="95378"/>
                        <a:pt x="98512" y="76123"/>
                      </a:cubicBezTo>
                      <a:close/>
                      <a:moveTo>
                        <a:pt x="31345" y="15672"/>
                      </a:moveTo>
                      <a:cubicBezTo>
                        <a:pt x="31345" y="9403"/>
                        <a:pt x="36270" y="4478"/>
                        <a:pt x="42539" y="4478"/>
                      </a:cubicBezTo>
                      <a:lnTo>
                        <a:pt x="55973" y="4478"/>
                      </a:lnTo>
                      <a:cubicBezTo>
                        <a:pt x="62242" y="4478"/>
                        <a:pt x="67167" y="9403"/>
                        <a:pt x="67167" y="15672"/>
                      </a:cubicBezTo>
                      <a:lnTo>
                        <a:pt x="67167" y="30449"/>
                      </a:lnTo>
                      <a:cubicBezTo>
                        <a:pt x="61794" y="28210"/>
                        <a:pt x="55525" y="26867"/>
                        <a:pt x="49256" y="26867"/>
                      </a:cubicBezTo>
                      <a:cubicBezTo>
                        <a:pt x="42987" y="26867"/>
                        <a:pt x="36718" y="28210"/>
                        <a:pt x="31345" y="30449"/>
                      </a:cubicBezTo>
                      <a:lnTo>
                        <a:pt x="31345" y="15672"/>
                      </a:lnTo>
                      <a:close/>
                      <a:moveTo>
                        <a:pt x="67167" y="136573"/>
                      </a:moveTo>
                      <a:cubicBezTo>
                        <a:pt x="67167" y="142842"/>
                        <a:pt x="62242" y="147768"/>
                        <a:pt x="55973" y="147768"/>
                      </a:cubicBezTo>
                      <a:lnTo>
                        <a:pt x="42539" y="147768"/>
                      </a:lnTo>
                      <a:cubicBezTo>
                        <a:pt x="36270" y="147768"/>
                        <a:pt x="31345" y="142842"/>
                        <a:pt x="31345" y="136573"/>
                      </a:cubicBezTo>
                      <a:lnTo>
                        <a:pt x="31345" y="121797"/>
                      </a:lnTo>
                      <a:cubicBezTo>
                        <a:pt x="36718" y="124036"/>
                        <a:pt x="42987" y="125379"/>
                        <a:pt x="49256" y="125379"/>
                      </a:cubicBezTo>
                      <a:cubicBezTo>
                        <a:pt x="55525" y="125379"/>
                        <a:pt x="61794" y="124036"/>
                        <a:pt x="67167" y="121797"/>
                      </a:cubicBezTo>
                      <a:lnTo>
                        <a:pt x="67167" y="136573"/>
                      </a:lnTo>
                      <a:close/>
                      <a:moveTo>
                        <a:pt x="49256" y="120901"/>
                      </a:moveTo>
                      <a:cubicBezTo>
                        <a:pt x="24628" y="120901"/>
                        <a:pt x="4478" y="100751"/>
                        <a:pt x="4478" y="76123"/>
                      </a:cubicBezTo>
                      <a:cubicBezTo>
                        <a:pt x="4478" y="51495"/>
                        <a:pt x="24628" y="31345"/>
                        <a:pt x="49256" y="31345"/>
                      </a:cubicBezTo>
                      <a:cubicBezTo>
                        <a:pt x="73884" y="31345"/>
                        <a:pt x="94034" y="51495"/>
                        <a:pt x="94034" y="76123"/>
                      </a:cubicBezTo>
                      <a:cubicBezTo>
                        <a:pt x="94034" y="100751"/>
                        <a:pt x="73884" y="120901"/>
                        <a:pt x="49256" y="120901"/>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940" name="Freeform: Shape 4836">
                <a:extLst>
                  <a:ext uri="{FF2B5EF4-FFF2-40B4-BE49-F238E27FC236}">
                    <a16:creationId xmlns:a16="http://schemas.microsoft.com/office/drawing/2014/main" id="{C73F17DF-1ACF-C0EC-EB7B-768D3AAA9289}"/>
                  </a:ext>
                  <a:ext uri="{C183D7F6-B498-43B3-948B-1728B52AA6E4}">
                    <adec:decorative xmlns:adec="http://schemas.microsoft.com/office/drawing/2017/decorative" val="1"/>
                  </a:ext>
                </a:extLst>
              </p:cNvPr>
              <p:cNvSpPr>
                <a:spLocks noChangeAspect="1"/>
              </p:cNvSpPr>
              <p:nvPr/>
            </p:nvSpPr>
            <p:spPr>
              <a:xfrm>
                <a:off x="10592928" y="2454305"/>
                <a:ext cx="138812" cy="111945"/>
              </a:xfrm>
              <a:custGeom>
                <a:avLst/>
                <a:gdLst>
                  <a:gd name="connsiteX0" fmla="*/ 137917 w 138812"/>
                  <a:gd name="connsiteY0" fmla="*/ 13881 h 111945"/>
                  <a:gd name="connsiteX1" fmla="*/ 135678 w 138812"/>
                  <a:gd name="connsiteY1" fmla="*/ 13881 h 111945"/>
                  <a:gd name="connsiteX2" fmla="*/ 111945 w 138812"/>
                  <a:gd name="connsiteY2" fmla="*/ 25524 h 111945"/>
                  <a:gd name="connsiteX3" fmla="*/ 111945 w 138812"/>
                  <a:gd name="connsiteY3" fmla="*/ 15672 h 111945"/>
                  <a:gd name="connsiteX4" fmla="*/ 96273 w 138812"/>
                  <a:gd name="connsiteY4" fmla="*/ 0 h 111945"/>
                  <a:gd name="connsiteX5" fmla="*/ 15672 w 138812"/>
                  <a:gd name="connsiteY5" fmla="*/ 0 h 111945"/>
                  <a:gd name="connsiteX6" fmla="*/ 0 w 138812"/>
                  <a:gd name="connsiteY6" fmla="*/ 15672 h 111945"/>
                  <a:gd name="connsiteX7" fmla="*/ 0 w 138812"/>
                  <a:gd name="connsiteY7" fmla="*/ 96273 h 111945"/>
                  <a:gd name="connsiteX8" fmla="*/ 15672 w 138812"/>
                  <a:gd name="connsiteY8" fmla="*/ 111945 h 111945"/>
                  <a:gd name="connsiteX9" fmla="*/ 96273 w 138812"/>
                  <a:gd name="connsiteY9" fmla="*/ 111945 h 111945"/>
                  <a:gd name="connsiteX10" fmla="*/ 111945 w 138812"/>
                  <a:gd name="connsiteY10" fmla="*/ 96273 h 111945"/>
                  <a:gd name="connsiteX11" fmla="*/ 111945 w 138812"/>
                  <a:gd name="connsiteY11" fmla="*/ 86422 h 111945"/>
                  <a:gd name="connsiteX12" fmla="*/ 135678 w 138812"/>
                  <a:gd name="connsiteY12" fmla="*/ 98064 h 111945"/>
                  <a:gd name="connsiteX13" fmla="*/ 136573 w 138812"/>
                  <a:gd name="connsiteY13" fmla="*/ 98512 h 111945"/>
                  <a:gd name="connsiteX14" fmla="*/ 137917 w 138812"/>
                  <a:gd name="connsiteY14" fmla="*/ 98064 h 111945"/>
                  <a:gd name="connsiteX15" fmla="*/ 138812 w 138812"/>
                  <a:gd name="connsiteY15" fmla="*/ 96273 h 111945"/>
                  <a:gd name="connsiteX16" fmla="*/ 138812 w 138812"/>
                  <a:gd name="connsiteY16" fmla="*/ 15672 h 111945"/>
                  <a:gd name="connsiteX17" fmla="*/ 137917 w 138812"/>
                  <a:gd name="connsiteY17" fmla="*/ 13881 h 111945"/>
                  <a:gd name="connsiteX18" fmla="*/ 107916 w 138812"/>
                  <a:gd name="connsiteY18" fmla="*/ 96273 h 111945"/>
                  <a:gd name="connsiteX19" fmla="*/ 96721 w 138812"/>
                  <a:gd name="connsiteY19" fmla="*/ 107468 h 111945"/>
                  <a:gd name="connsiteX20" fmla="*/ 16120 w 138812"/>
                  <a:gd name="connsiteY20" fmla="*/ 107468 h 111945"/>
                  <a:gd name="connsiteX21" fmla="*/ 4926 w 138812"/>
                  <a:gd name="connsiteY21" fmla="*/ 96273 h 111945"/>
                  <a:gd name="connsiteX22" fmla="*/ 4926 w 138812"/>
                  <a:gd name="connsiteY22" fmla="*/ 15672 h 111945"/>
                  <a:gd name="connsiteX23" fmla="*/ 16120 w 138812"/>
                  <a:gd name="connsiteY23" fmla="*/ 4478 h 111945"/>
                  <a:gd name="connsiteX24" fmla="*/ 96721 w 138812"/>
                  <a:gd name="connsiteY24" fmla="*/ 4478 h 111945"/>
                  <a:gd name="connsiteX25" fmla="*/ 107916 w 138812"/>
                  <a:gd name="connsiteY25" fmla="*/ 15672 h 111945"/>
                  <a:gd name="connsiteX26" fmla="*/ 107916 w 138812"/>
                  <a:gd name="connsiteY26" fmla="*/ 96273 h 111945"/>
                  <a:gd name="connsiteX27" fmla="*/ 134782 w 138812"/>
                  <a:gd name="connsiteY27" fmla="*/ 92691 h 111945"/>
                  <a:gd name="connsiteX28" fmla="*/ 112393 w 138812"/>
                  <a:gd name="connsiteY28" fmla="*/ 81497 h 111945"/>
                  <a:gd name="connsiteX29" fmla="*/ 112393 w 138812"/>
                  <a:gd name="connsiteY29" fmla="*/ 30449 h 111945"/>
                  <a:gd name="connsiteX30" fmla="*/ 134782 w 138812"/>
                  <a:gd name="connsiteY30" fmla="*/ 19255 h 111945"/>
                  <a:gd name="connsiteX31" fmla="*/ 134782 w 138812"/>
                  <a:gd name="connsiteY31" fmla="*/ 92691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8812" h="111945">
                    <a:moveTo>
                      <a:pt x="137917" y="13881"/>
                    </a:moveTo>
                    <a:cubicBezTo>
                      <a:pt x="137469" y="13433"/>
                      <a:pt x="136573" y="13433"/>
                      <a:pt x="135678" y="13881"/>
                    </a:cubicBezTo>
                    <a:lnTo>
                      <a:pt x="111945" y="25524"/>
                    </a:lnTo>
                    <a:lnTo>
                      <a:pt x="111945" y="15672"/>
                    </a:lnTo>
                    <a:cubicBezTo>
                      <a:pt x="111945" y="7164"/>
                      <a:pt x="104781" y="0"/>
                      <a:pt x="96273" y="0"/>
                    </a:cubicBezTo>
                    <a:lnTo>
                      <a:pt x="15672" y="0"/>
                    </a:lnTo>
                    <a:cubicBezTo>
                      <a:pt x="7165" y="0"/>
                      <a:pt x="0" y="7164"/>
                      <a:pt x="0" y="15672"/>
                    </a:cubicBezTo>
                    <a:lnTo>
                      <a:pt x="0" y="96273"/>
                    </a:lnTo>
                    <a:cubicBezTo>
                      <a:pt x="0" y="104781"/>
                      <a:pt x="7165" y="111945"/>
                      <a:pt x="15672" y="111945"/>
                    </a:cubicBezTo>
                    <a:lnTo>
                      <a:pt x="96273" y="111945"/>
                    </a:lnTo>
                    <a:cubicBezTo>
                      <a:pt x="104781" y="111945"/>
                      <a:pt x="111945" y="104781"/>
                      <a:pt x="111945" y="96273"/>
                    </a:cubicBezTo>
                    <a:lnTo>
                      <a:pt x="111945" y="86422"/>
                    </a:lnTo>
                    <a:lnTo>
                      <a:pt x="135678" y="98064"/>
                    </a:lnTo>
                    <a:cubicBezTo>
                      <a:pt x="136126" y="98064"/>
                      <a:pt x="136126" y="98512"/>
                      <a:pt x="136573" y="98512"/>
                    </a:cubicBezTo>
                    <a:cubicBezTo>
                      <a:pt x="137021" y="98512"/>
                      <a:pt x="137469" y="98512"/>
                      <a:pt x="137917" y="98064"/>
                    </a:cubicBezTo>
                    <a:cubicBezTo>
                      <a:pt x="138365" y="97617"/>
                      <a:pt x="138812" y="96721"/>
                      <a:pt x="138812" y="96273"/>
                    </a:cubicBezTo>
                    <a:lnTo>
                      <a:pt x="138812" y="15672"/>
                    </a:lnTo>
                    <a:cubicBezTo>
                      <a:pt x="139260" y="14777"/>
                      <a:pt x="138812" y="14329"/>
                      <a:pt x="137917" y="13881"/>
                    </a:cubicBezTo>
                    <a:close/>
                    <a:moveTo>
                      <a:pt x="107916" y="96273"/>
                    </a:moveTo>
                    <a:cubicBezTo>
                      <a:pt x="107916" y="102542"/>
                      <a:pt x="102990" y="107468"/>
                      <a:pt x="96721" y="107468"/>
                    </a:cubicBezTo>
                    <a:lnTo>
                      <a:pt x="16120" y="107468"/>
                    </a:lnTo>
                    <a:cubicBezTo>
                      <a:pt x="9851" y="107468"/>
                      <a:pt x="4926" y="102542"/>
                      <a:pt x="4926" y="96273"/>
                    </a:cubicBezTo>
                    <a:lnTo>
                      <a:pt x="4926" y="15672"/>
                    </a:lnTo>
                    <a:cubicBezTo>
                      <a:pt x="4926" y="9403"/>
                      <a:pt x="9851" y="4478"/>
                      <a:pt x="16120" y="4478"/>
                    </a:cubicBezTo>
                    <a:lnTo>
                      <a:pt x="96721" y="4478"/>
                    </a:lnTo>
                    <a:cubicBezTo>
                      <a:pt x="102990" y="4478"/>
                      <a:pt x="107916" y="9403"/>
                      <a:pt x="107916" y="15672"/>
                    </a:cubicBezTo>
                    <a:lnTo>
                      <a:pt x="107916" y="96273"/>
                    </a:lnTo>
                    <a:close/>
                    <a:moveTo>
                      <a:pt x="134782" y="92691"/>
                    </a:moveTo>
                    <a:lnTo>
                      <a:pt x="112393" y="81497"/>
                    </a:lnTo>
                    <a:lnTo>
                      <a:pt x="112393" y="30449"/>
                    </a:lnTo>
                    <a:lnTo>
                      <a:pt x="134782" y="19255"/>
                    </a:lnTo>
                    <a:lnTo>
                      <a:pt x="134782" y="9269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941" name="Group 4837">
                <a:extLst>
                  <a:ext uri="{FF2B5EF4-FFF2-40B4-BE49-F238E27FC236}">
                    <a16:creationId xmlns:a16="http://schemas.microsoft.com/office/drawing/2014/main" id="{BF3593DB-DFB2-0928-A85D-C1BCE2FC7DA1}"/>
                  </a:ext>
                  <a:ext uri="{C183D7F6-B498-43B3-948B-1728B52AA6E4}">
                    <adec:decorative xmlns:adec="http://schemas.microsoft.com/office/drawing/2017/decorative" val="1"/>
                  </a:ext>
                </a:extLst>
              </p:cNvPr>
              <p:cNvGrpSpPr>
                <a:grpSpLocks noChangeAspect="1"/>
              </p:cNvGrpSpPr>
              <p:nvPr/>
            </p:nvGrpSpPr>
            <p:grpSpPr>
              <a:xfrm>
                <a:off x="10853985" y="2440872"/>
                <a:ext cx="125379" cy="125379"/>
                <a:chOff x="5073332" y="5900058"/>
                <a:chExt cx="125379" cy="125379"/>
              </a:xfrm>
            </p:grpSpPr>
            <p:sp>
              <p:nvSpPr>
                <p:cNvPr id="942" name="Freeform: Shape 4838">
                  <a:extLst>
                    <a:ext uri="{FF2B5EF4-FFF2-40B4-BE49-F238E27FC236}">
                      <a16:creationId xmlns:a16="http://schemas.microsoft.com/office/drawing/2014/main" id="{B9F9B480-B2E5-11E0-6EF8-F7CA8B69E635}"/>
                    </a:ext>
                  </a:extLst>
                </p:cNvPr>
                <p:cNvSpPr/>
                <p:nvPr/>
              </p:nvSpPr>
              <p:spPr>
                <a:xfrm>
                  <a:off x="5073332" y="5900058"/>
                  <a:ext cx="125379" cy="125379"/>
                </a:xfrm>
                <a:custGeom>
                  <a:avLst/>
                  <a:gdLst>
                    <a:gd name="connsiteX0" fmla="*/ 62689 w 125378"/>
                    <a:gd name="connsiteY0" fmla="*/ 125379 h 125378"/>
                    <a:gd name="connsiteX1" fmla="*/ 0 w 125378"/>
                    <a:gd name="connsiteY1" fmla="*/ 62689 h 125378"/>
                    <a:gd name="connsiteX2" fmla="*/ 62689 w 125378"/>
                    <a:gd name="connsiteY2" fmla="*/ 0 h 125378"/>
                    <a:gd name="connsiteX3" fmla="*/ 125379 w 125378"/>
                    <a:gd name="connsiteY3" fmla="*/ 62689 h 125378"/>
                    <a:gd name="connsiteX4" fmla="*/ 62689 w 125378"/>
                    <a:gd name="connsiteY4" fmla="*/ 125379 h 125378"/>
                    <a:gd name="connsiteX5" fmla="*/ 62689 w 125378"/>
                    <a:gd name="connsiteY5" fmla="*/ 4478 h 125378"/>
                    <a:gd name="connsiteX6" fmla="*/ 4478 w 125378"/>
                    <a:gd name="connsiteY6" fmla="*/ 62689 h 125378"/>
                    <a:gd name="connsiteX7" fmla="*/ 62689 w 125378"/>
                    <a:gd name="connsiteY7" fmla="*/ 120901 h 125378"/>
                    <a:gd name="connsiteX8" fmla="*/ 120901 w 125378"/>
                    <a:gd name="connsiteY8" fmla="*/ 62689 h 125378"/>
                    <a:gd name="connsiteX9" fmla="*/ 62689 w 125378"/>
                    <a:gd name="connsiteY9"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378" h="125378">
                      <a:moveTo>
                        <a:pt x="62689" y="125379"/>
                      </a:moveTo>
                      <a:cubicBezTo>
                        <a:pt x="28210" y="125379"/>
                        <a:pt x="0" y="97169"/>
                        <a:pt x="0" y="62689"/>
                      </a:cubicBezTo>
                      <a:cubicBezTo>
                        <a:pt x="0" y="28210"/>
                        <a:pt x="28210" y="0"/>
                        <a:pt x="62689" y="0"/>
                      </a:cubicBezTo>
                      <a:cubicBezTo>
                        <a:pt x="97169" y="0"/>
                        <a:pt x="125379" y="28210"/>
                        <a:pt x="125379" y="62689"/>
                      </a:cubicBezTo>
                      <a:cubicBezTo>
                        <a:pt x="125379" y="97169"/>
                        <a:pt x="97169" y="125379"/>
                        <a:pt x="62689" y="125379"/>
                      </a:cubicBezTo>
                      <a:close/>
                      <a:moveTo>
                        <a:pt x="62689" y="4478"/>
                      </a:moveTo>
                      <a:cubicBezTo>
                        <a:pt x="30449" y="4478"/>
                        <a:pt x="4478" y="30449"/>
                        <a:pt x="4478" y="62689"/>
                      </a:cubicBezTo>
                      <a:cubicBezTo>
                        <a:pt x="4478" y="94930"/>
                        <a:pt x="30449" y="120901"/>
                        <a:pt x="62689" y="120901"/>
                      </a:cubicBezTo>
                      <a:cubicBezTo>
                        <a:pt x="94930" y="120901"/>
                        <a:pt x="120901" y="94930"/>
                        <a:pt x="120901" y="62689"/>
                      </a:cubicBezTo>
                      <a:cubicBezTo>
                        <a:pt x="120901" y="30449"/>
                        <a:pt x="94482" y="4478"/>
                        <a:pt x="62689" y="4478"/>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43" name="Freeform: Shape 4839">
                  <a:extLst>
                    <a:ext uri="{FF2B5EF4-FFF2-40B4-BE49-F238E27FC236}">
                      <a16:creationId xmlns:a16="http://schemas.microsoft.com/office/drawing/2014/main" id="{2EC9E763-0DEC-CFC0-DA42-AC8623EB0B41}"/>
                    </a:ext>
                  </a:extLst>
                </p:cNvPr>
                <p:cNvSpPr/>
                <p:nvPr/>
              </p:nvSpPr>
              <p:spPr>
                <a:xfrm>
                  <a:off x="5113632" y="5927037"/>
                  <a:ext cx="62689" cy="67167"/>
                </a:xfrm>
                <a:custGeom>
                  <a:avLst/>
                  <a:gdLst>
                    <a:gd name="connsiteX0" fmla="*/ 2239 w 62689"/>
                    <a:gd name="connsiteY0" fmla="*/ 71533 h 67167"/>
                    <a:gd name="connsiteX1" fmla="*/ 896 w 62689"/>
                    <a:gd name="connsiteY1" fmla="*/ 71085 h 67167"/>
                    <a:gd name="connsiteX2" fmla="*/ 0 w 62689"/>
                    <a:gd name="connsiteY2" fmla="*/ 69294 h 67167"/>
                    <a:gd name="connsiteX3" fmla="*/ 0 w 62689"/>
                    <a:gd name="connsiteY3" fmla="*/ 2127 h 67167"/>
                    <a:gd name="connsiteX4" fmla="*/ 896 w 62689"/>
                    <a:gd name="connsiteY4" fmla="*/ 336 h 67167"/>
                    <a:gd name="connsiteX5" fmla="*/ 3135 w 62689"/>
                    <a:gd name="connsiteY5" fmla="*/ 336 h 67167"/>
                    <a:gd name="connsiteX6" fmla="*/ 61346 w 62689"/>
                    <a:gd name="connsiteY6" fmla="*/ 33919 h 67167"/>
                    <a:gd name="connsiteX7" fmla="*/ 62689 w 62689"/>
                    <a:gd name="connsiteY7" fmla="*/ 35711 h 67167"/>
                    <a:gd name="connsiteX8" fmla="*/ 61346 w 62689"/>
                    <a:gd name="connsiteY8" fmla="*/ 37502 h 67167"/>
                    <a:gd name="connsiteX9" fmla="*/ 3135 w 62689"/>
                    <a:gd name="connsiteY9" fmla="*/ 71085 h 67167"/>
                    <a:gd name="connsiteX10" fmla="*/ 2239 w 62689"/>
                    <a:gd name="connsiteY10" fmla="*/ 71533 h 67167"/>
                    <a:gd name="connsiteX11" fmla="*/ 4478 w 62689"/>
                    <a:gd name="connsiteY11" fmla="*/ 6157 h 67167"/>
                    <a:gd name="connsiteX12" fmla="*/ 4478 w 62689"/>
                    <a:gd name="connsiteY12" fmla="*/ 65712 h 67167"/>
                    <a:gd name="connsiteX13" fmla="*/ 55973 w 62689"/>
                    <a:gd name="connsiteY13" fmla="*/ 36158 h 67167"/>
                    <a:gd name="connsiteX14" fmla="*/ 4478 w 62689"/>
                    <a:gd name="connsiteY14" fmla="*/ 6157 h 6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689" h="67167">
                      <a:moveTo>
                        <a:pt x="2239" y="71533"/>
                      </a:moveTo>
                      <a:cubicBezTo>
                        <a:pt x="1791" y="71533"/>
                        <a:pt x="1344" y="71533"/>
                        <a:pt x="896" y="71085"/>
                      </a:cubicBezTo>
                      <a:cubicBezTo>
                        <a:pt x="0" y="70638"/>
                        <a:pt x="0" y="69742"/>
                        <a:pt x="0" y="69294"/>
                      </a:cubicBezTo>
                      <a:lnTo>
                        <a:pt x="0" y="2127"/>
                      </a:lnTo>
                      <a:cubicBezTo>
                        <a:pt x="0" y="1232"/>
                        <a:pt x="448" y="784"/>
                        <a:pt x="896" y="336"/>
                      </a:cubicBezTo>
                      <a:cubicBezTo>
                        <a:pt x="1791" y="-112"/>
                        <a:pt x="2239" y="-112"/>
                        <a:pt x="3135" y="336"/>
                      </a:cubicBezTo>
                      <a:lnTo>
                        <a:pt x="61346" y="33919"/>
                      </a:lnTo>
                      <a:cubicBezTo>
                        <a:pt x="62242" y="34368"/>
                        <a:pt x="62689" y="35263"/>
                        <a:pt x="62689" y="35711"/>
                      </a:cubicBezTo>
                      <a:cubicBezTo>
                        <a:pt x="62689" y="36158"/>
                        <a:pt x="62242" y="37054"/>
                        <a:pt x="61346" y="37502"/>
                      </a:cubicBezTo>
                      <a:lnTo>
                        <a:pt x="3135" y="71085"/>
                      </a:lnTo>
                      <a:cubicBezTo>
                        <a:pt x="2687" y="71533"/>
                        <a:pt x="2687" y="71533"/>
                        <a:pt x="2239" y="71533"/>
                      </a:cubicBezTo>
                      <a:close/>
                      <a:moveTo>
                        <a:pt x="4478" y="6157"/>
                      </a:moveTo>
                      <a:lnTo>
                        <a:pt x="4478" y="65712"/>
                      </a:lnTo>
                      <a:lnTo>
                        <a:pt x="55973" y="36158"/>
                      </a:lnTo>
                      <a:lnTo>
                        <a:pt x="4478" y="615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944" name="Freeform: Shape 4840">
                <a:extLst>
                  <a:ext uri="{FF2B5EF4-FFF2-40B4-BE49-F238E27FC236}">
                    <a16:creationId xmlns:a16="http://schemas.microsoft.com/office/drawing/2014/main" id="{48D73184-AB18-8EBD-F354-9311B153A929}"/>
                  </a:ext>
                  <a:ext uri="{C183D7F6-B498-43B3-948B-1728B52AA6E4}">
                    <adec:decorative xmlns:adec="http://schemas.microsoft.com/office/drawing/2017/decorative" val="1"/>
                  </a:ext>
                </a:extLst>
              </p:cNvPr>
              <p:cNvSpPr>
                <a:spLocks noChangeAspect="1"/>
              </p:cNvSpPr>
              <p:nvPr/>
            </p:nvSpPr>
            <p:spPr>
              <a:xfrm>
                <a:off x="6392735" y="2789806"/>
                <a:ext cx="107468" cy="120901"/>
              </a:xfrm>
              <a:custGeom>
                <a:avLst/>
                <a:gdLst>
                  <a:gd name="connsiteX0" fmla="*/ 2239 w 107467"/>
                  <a:gd name="connsiteY0" fmla="*/ 125267 h 120901"/>
                  <a:gd name="connsiteX1" fmla="*/ 896 w 107467"/>
                  <a:gd name="connsiteY1" fmla="*/ 124819 h 120901"/>
                  <a:gd name="connsiteX2" fmla="*/ 0 w 107467"/>
                  <a:gd name="connsiteY2" fmla="*/ 123028 h 120901"/>
                  <a:gd name="connsiteX3" fmla="*/ 0 w 107467"/>
                  <a:gd name="connsiteY3" fmla="*/ 2127 h 120901"/>
                  <a:gd name="connsiteX4" fmla="*/ 896 w 107467"/>
                  <a:gd name="connsiteY4" fmla="*/ 336 h 120901"/>
                  <a:gd name="connsiteX5" fmla="*/ 3134 w 107467"/>
                  <a:gd name="connsiteY5" fmla="*/ 336 h 120901"/>
                  <a:gd name="connsiteX6" fmla="*/ 108363 w 107467"/>
                  <a:gd name="connsiteY6" fmla="*/ 60786 h 120901"/>
                  <a:gd name="connsiteX7" fmla="*/ 109707 w 107467"/>
                  <a:gd name="connsiteY7" fmla="*/ 62578 h 120901"/>
                  <a:gd name="connsiteX8" fmla="*/ 108363 w 107467"/>
                  <a:gd name="connsiteY8" fmla="*/ 64369 h 120901"/>
                  <a:gd name="connsiteX9" fmla="*/ 3134 w 107467"/>
                  <a:gd name="connsiteY9" fmla="*/ 124819 h 120901"/>
                  <a:gd name="connsiteX10" fmla="*/ 2239 w 107467"/>
                  <a:gd name="connsiteY10" fmla="*/ 125267 h 120901"/>
                  <a:gd name="connsiteX11" fmla="*/ 4478 w 107467"/>
                  <a:gd name="connsiteY11" fmla="*/ 6157 h 120901"/>
                  <a:gd name="connsiteX12" fmla="*/ 4478 w 107467"/>
                  <a:gd name="connsiteY12" fmla="*/ 119446 h 120901"/>
                  <a:gd name="connsiteX13" fmla="*/ 102990 w 107467"/>
                  <a:gd name="connsiteY13" fmla="*/ 63025 h 120901"/>
                  <a:gd name="connsiteX14" fmla="*/ 4478 w 107467"/>
                  <a:gd name="connsiteY14" fmla="*/ 6157 h 12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7467" h="120901">
                    <a:moveTo>
                      <a:pt x="2239" y="125267"/>
                    </a:moveTo>
                    <a:cubicBezTo>
                      <a:pt x="1791" y="125267"/>
                      <a:pt x="1343" y="125267"/>
                      <a:pt x="896" y="124819"/>
                    </a:cubicBezTo>
                    <a:cubicBezTo>
                      <a:pt x="0" y="124372"/>
                      <a:pt x="0" y="123476"/>
                      <a:pt x="0" y="123028"/>
                    </a:cubicBezTo>
                    <a:lnTo>
                      <a:pt x="0" y="2127"/>
                    </a:lnTo>
                    <a:cubicBezTo>
                      <a:pt x="0" y="1232"/>
                      <a:pt x="448" y="783"/>
                      <a:pt x="896" y="336"/>
                    </a:cubicBezTo>
                    <a:cubicBezTo>
                      <a:pt x="1343" y="-112"/>
                      <a:pt x="2239" y="-112"/>
                      <a:pt x="3134" y="336"/>
                    </a:cubicBezTo>
                    <a:lnTo>
                      <a:pt x="108363" y="60786"/>
                    </a:lnTo>
                    <a:cubicBezTo>
                      <a:pt x="109259" y="61234"/>
                      <a:pt x="109707" y="62130"/>
                      <a:pt x="109707" y="62578"/>
                    </a:cubicBezTo>
                    <a:cubicBezTo>
                      <a:pt x="109707" y="63025"/>
                      <a:pt x="109259" y="63921"/>
                      <a:pt x="108363" y="64369"/>
                    </a:cubicBezTo>
                    <a:lnTo>
                      <a:pt x="3134" y="124819"/>
                    </a:lnTo>
                    <a:cubicBezTo>
                      <a:pt x="2687" y="125267"/>
                      <a:pt x="2687" y="125267"/>
                      <a:pt x="2239" y="125267"/>
                    </a:cubicBezTo>
                    <a:close/>
                    <a:moveTo>
                      <a:pt x="4478" y="6157"/>
                    </a:moveTo>
                    <a:lnTo>
                      <a:pt x="4478" y="119446"/>
                    </a:lnTo>
                    <a:lnTo>
                      <a:pt x="102990" y="63025"/>
                    </a:lnTo>
                    <a:lnTo>
                      <a:pt x="4478" y="6157"/>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45" name="Freeform: Shape 4841">
                <a:extLst>
                  <a:ext uri="{FF2B5EF4-FFF2-40B4-BE49-F238E27FC236}">
                    <a16:creationId xmlns:a16="http://schemas.microsoft.com/office/drawing/2014/main" id="{53267B83-F942-E123-3936-56114C768275}"/>
                  </a:ext>
                  <a:ext uri="{C183D7F6-B498-43B3-948B-1728B52AA6E4}">
                    <adec:decorative xmlns:adec="http://schemas.microsoft.com/office/drawing/2017/decorative" val="1"/>
                  </a:ext>
                </a:extLst>
              </p:cNvPr>
              <p:cNvSpPr>
                <a:spLocks noChangeAspect="1"/>
              </p:cNvSpPr>
              <p:nvPr/>
            </p:nvSpPr>
            <p:spPr>
              <a:xfrm>
                <a:off x="6909027" y="2789694"/>
                <a:ext cx="125379" cy="125379"/>
              </a:xfrm>
              <a:custGeom>
                <a:avLst/>
                <a:gdLst>
                  <a:gd name="connsiteX0" fmla="*/ 123140 w 125378"/>
                  <a:gd name="connsiteY0" fmla="*/ 125379 h 125378"/>
                  <a:gd name="connsiteX1" fmla="*/ 2239 w 125378"/>
                  <a:gd name="connsiteY1" fmla="*/ 125379 h 125378"/>
                  <a:gd name="connsiteX2" fmla="*/ 0 w 125378"/>
                  <a:gd name="connsiteY2" fmla="*/ 123140 h 125378"/>
                  <a:gd name="connsiteX3" fmla="*/ 0 w 125378"/>
                  <a:gd name="connsiteY3" fmla="*/ 2239 h 125378"/>
                  <a:gd name="connsiteX4" fmla="*/ 2239 w 125378"/>
                  <a:gd name="connsiteY4" fmla="*/ 0 h 125378"/>
                  <a:gd name="connsiteX5" fmla="*/ 123140 w 125378"/>
                  <a:gd name="connsiteY5" fmla="*/ 0 h 125378"/>
                  <a:gd name="connsiteX6" fmla="*/ 125379 w 125378"/>
                  <a:gd name="connsiteY6" fmla="*/ 2239 h 125378"/>
                  <a:gd name="connsiteX7" fmla="*/ 125379 w 125378"/>
                  <a:gd name="connsiteY7" fmla="*/ 123140 h 125378"/>
                  <a:gd name="connsiteX8" fmla="*/ 123140 w 125378"/>
                  <a:gd name="connsiteY8" fmla="*/ 125379 h 125378"/>
                  <a:gd name="connsiteX9" fmla="*/ 4478 w 125378"/>
                  <a:gd name="connsiteY9" fmla="*/ 120901 h 125378"/>
                  <a:gd name="connsiteX10" fmla="*/ 120901 w 125378"/>
                  <a:gd name="connsiteY10" fmla="*/ 120901 h 125378"/>
                  <a:gd name="connsiteX11" fmla="*/ 120901 w 125378"/>
                  <a:gd name="connsiteY11" fmla="*/ 4478 h 125378"/>
                  <a:gd name="connsiteX12" fmla="*/ 4478 w 125378"/>
                  <a:gd name="connsiteY12" fmla="*/ 4478 h 125378"/>
                  <a:gd name="connsiteX13" fmla="*/ 4478 w 125378"/>
                  <a:gd name="connsiteY13" fmla="*/ 120901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5378" h="125378">
                    <a:moveTo>
                      <a:pt x="123140" y="125379"/>
                    </a:moveTo>
                    <a:lnTo>
                      <a:pt x="2239" y="125379"/>
                    </a:lnTo>
                    <a:cubicBezTo>
                      <a:pt x="896" y="125379"/>
                      <a:pt x="0" y="124484"/>
                      <a:pt x="0" y="123140"/>
                    </a:cubicBezTo>
                    <a:lnTo>
                      <a:pt x="0" y="2239"/>
                    </a:lnTo>
                    <a:cubicBezTo>
                      <a:pt x="0" y="895"/>
                      <a:pt x="896" y="0"/>
                      <a:pt x="2239" y="0"/>
                    </a:cubicBezTo>
                    <a:lnTo>
                      <a:pt x="123140" y="0"/>
                    </a:lnTo>
                    <a:cubicBezTo>
                      <a:pt x="124483" y="0"/>
                      <a:pt x="125379" y="895"/>
                      <a:pt x="125379" y="2239"/>
                    </a:cubicBezTo>
                    <a:lnTo>
                      <a:pt x="125379" y="123140"/>
                    </a:lnTo>
                    <a:cubicBezTo>
                      <a:pt x="125379" y="124484"/>
                      <a:pt x="124483" y="125379"/>
                      <a:pt x="123140" y="125379"/>
                    </a:cubicBezTo>
                    <a:close/>
                    <a:moveTo>
                      <a:pt x="4478" y="120901"/>
                    </a:moveTo>
                    <a:lnTo>
                      <a:pt x="120901" y="120901"/>
                    </a:lnTo>
                    <a:lnTo>
                      <a:pt x="120901" y="4478"/>
                    </a:lnTo>
                    <a:lnTo>
                      <a:pt x="4478" y="4478"/>
                    </a:lnTo>
                    <a:lnTo>
                      <a:pt x="4478" y="12090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946" name="Group 4842">
                <a:extLst>
                  <a:ext uri="{FF2B5EF4-FFF2-40B4-BE49-F238E27FC236}">
                    <a16:creationId xmlns:a16="http://schemas.microsoft.com/office/drawing/2014/main" id="{27F69C8E-B41C-A421-AD7D-BC1DC3A63B75}"/>
                  </a:ext>
                  <a:ext uri="{C183D7F6-B498-43B3-948B-1728B52AA6E4}">
                    <adec:decorative xmlns:adec="http://schemas.microsoft.com/office/drawing/2017/decorative" val="1"/>
                  </a:ext>
                </a:extLst>
              </p:cNvPr>
              <p:cNvGrpSpPr>
                <a:grpSpLocks noChangeAspect="1"/>
              </p:cNvGrpSpPr>
              <p:nvPr/>
            </p:nvGrpSpPr>
            <p:grpSpPr>
              <a:xfrm>
                <a:off x="6652449" y="2789694"/>
                <a:ext cx="98511" cy="125379"/>
                <a:chOff x="871796" y="6248880"/>
                <a:chExt cx="98511" cy="125379"/>
              </a:xfrm>
            </p:grpSpPr>
            <p:sp>
              <p:nvSpPr>
                <p:cNvPr id="947" name="Freeform: Shape 4843">
                  <a:extLst>
                    <a:ext uri="{FF2B5EF4-FFF2-40B4-BE49-F238E27FC236}">
                      <a16:creationId xmlns:a16="http://schemas.microsoft.com/office/drawing/2014/main" id="{E8D4A49C-E0D8-C588-1221-4155FEC109CA}"/>
                    </a:ext>
                  </a:extLst>
                </p:cNvPr>
                <p:cNvSpPr/>
                <p:nvPr/>
              </p:nvSpPr>
              <p:spPr>
                <a:xfrm>
                  <a:off x="871796" y="6248880"/>
                  <a:ext cx="44778" cy="125379"/>
                </a:xfrm>
                <a:custGeom>
                  <a:avLst/>
                  <a:gdLst>
                    <a:gd name="connsiteX0" fmla="*/ 42539 w 44778"/>
                    <a:gd name="connsiteY0" fmla="*/ 125379 h 125378"/>
                    <a:gd name="connsiteX1" fmla="*/ 2239 w 44778"/>
                    <a:gd name="connsiteY1" fmla="*/ 125379 h 125378"/>
                    <a:gd name="connsiteX2" fmla="*/ 0 w 44778"/>
                    <a:gd name="connsiteY2" fmla="*/ 123140 h 125378"/>
                    <a:gd name="connsiteX3" fmla="*/ 0 w 44778"/>
                    <a:gd name="connsiteY3" fmla="*/ 2239 h 125378"/>
                    <a:gd name="connsiteX4" fmla="*/ 2239 w 44778"/>
                    <a:gd name="connsiteY4" fmla="*/ 0 h 125378"/>
                    <a:gd name="connsiteX5" fmla="*/ 42539 w 44778"/>
                    <a:gd name="connsiteY5" fmla="*/ 0 h 125378"/>
                    <a:gd name="connsiteX6" fmla="*/ 44778 w 44778"/>
                    <a:gd name="connsiteY6" fmla="*/ 2239 h 125378"/>
                    <a:gd name="connsiteX7" fmla="*/ 44778 w 44778"/>
                    <a:gd name="connsiteY7" fmla="*/ 123140 h 125378"/>
                    <a:gd name="connsiteX8" fmla="*/ 42539 w 44778"/>
                    <a:gd name="connsiteY8" fmla="*/ 125379 h 125378"/>
                    <a:gd name="connsiteX9" fmla="*/ 4478 w 44778"/>
                    <a:gd name="connsiteY9" fmla="*/ 120901 h 125378"/>
                    <a:gd name="connsiteX10" fmla="*/ 40300 w 44778"/>
                    <a:gd name="connsiteY10" fmla="*/ 120901 h 125378"/>
                    <a:gd name="connsiteX11" fmla="*/ 40300 w 44778"/>
                    <a:gd name="connsiteY11" fmla="*/ 4478 h 125378"/>
                    <a:gd name="connsiteX12" fmla="*/ 4478 w 44778"/>
                    <a:gd name="connsiteY12" fmla="*/ 4478 h 125378"/>
                    <a:gd name="connsiteX13" fmla="*/ 4478 w 44778"/>
                    <a:gd name="connsiteY13" fmla="*/ 120901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778" h="125378">
                      <a:moveTo>
                        <a:pt x="42539" y="125379"/>
                      </a:moveTo>
                      <a:lnTo>
                        <a:pt x="2239" y="125379"/>
                      </a:lnTo>
                      <a:cubicBezTo>
                        <a:pt x="896" y="125379"/>
                        <a:pt x="0" y="124484"/>
                        <a:pt x="0" y="123140"/>
                      </a:cubicBezTo>
                      <a:lnTo>
                        <a:pt x="0" y="2239"/>
                      </a:lnTo>
                      <a:cubicBezTo>
                        <a:pt x="0" y="895"/>
                        <a:pt x="896" y="0"/>
                        <a:pt x="2239" y="0"/>
                      </a:cubicBezTo>
                      <a:lnTo>
                        <a:pt x="42539" y="0"/>
                      </a:lnTo>
                      <a:cubicBezTo>
                        <a:pt x="43883" y="0"/>
                        <a:pt x="44778" y="895"/>
                        <a:pt x="44778" y="2239"/>
                      </a:cubicBezTo>
                      <a:lnTo>
                        <a:pt x="44778" y="123140"/>
                      </a:lnTo>
                      <a:cubicBezTo>
                        <a:pt x="44778" y="124484"/>
                        <a:pt x="43435" y="125379"/>
                        <a:pt x="42539" y="125379"/>
                      </a:cubicBezTo>
                      <a:close/>
                      <a:moveTo>
                        <a:pt x="4478" y="120901"/>
                      </a:moveTo>
                      <a:lnTo>
                        <a:pt x="40300" y="120901"/>
                      </a:lnTo>
                      <a:lnTo>
                        <a:pt x="40300" y="4478"/>
                      </a:lnTo>
                      <a:lnTo>
                        <a:pt x="4478" y="4478"/>
                      </a:lnTo>
                      <a:lnTo>
                        <a:pt x="4478" y="12090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48" name="Freeform: Shape 4844">
                  <a:extLst>
                    <a:ext uri="{FF2B5EF4-FFF2-40B4-BE49-F238E27FC236}">
                      <a16:creationId xmlns:a16="http://schemas.microsoft.com/office/drawing/2014/main" id="{B8C1351E-E89E-70E6-BF22-835AA2719816}"/>
                    </a:ext>
                  </a:extLst>
                </p:cNvPr>
                <p:cNvSpPr/>
                <p:nvPr/>
              </p:nvSpPr>
              <p:spPr>
                <a:xfrm>
                  <a:off x="925529" y="6248880"/>
                  <a:ext cx="44778" cy="125379"/>
                </a:xfrm>
                <a:custGeom>
                  <a:avLst/>
                  <a:gdLst>
                    <a:gd name="connsiteX0" fmla="*/ 42539 w 44778"/>
                    <a:gd name="connsiteY0" fmla="*/ 125379 h 125378"/>
                    <a:gd name="connsiteX1" fmla="*/ 2239 w 44778"/>
                    <a:gd name="connsiteY1" fmla="*/ 125379 h 125378"/>
                    <a:gd name="connsiteX2" fmla="*/ 0 w 44778"/>
                    <a:gd name="connsiteY2" fmla="*/ 123140 h 125378"/>
                    <a:gd name="connsiteX3" fmla="*/ 0 w 44778"/>
                    <a:gd name="connsiteY3" fmla="*/ 2239 h 125378"/>
                    <a:gd name="connsiteX4" fmla="*/ 2239 w 44778"/>
                    <a:gd name="connsiteY4" fmla="*/ 0 h 125378"/>
                    <a:gd name="connsiteX5" fmla="*/ 42539 w 44778"/>
                    <a:gd name="connsiteY5" fmla="*/ 0 h 125378"/>
                    <a:gd name="connsiteX6" fmla="*/ 44778 w 44778"/>
                    <a:gd name="connsiteY6" fmla="*/ 2239 h 125378"/>
                    <a:gd name="connsiteX7" fmla="*/ 44778 w 44778"/>
                    <a:gd name="connsiteY7" fmla="*/ 123140 h 125378"/>
                    <a:gd name="connsiteX8" fmla="*/ 42539 w 44778"/>
                    <a:gd name="connsiteY8" fmla="*/ 125379 h 125378"/>
                    <a:gd name="connsiteX9" fmla="*/ 4478 w 44778"/>
                    <a:gd name="connsiteY9" fmla="*/ 120901 h 125378"/>
                    <a:gd name="connsiteX10" fmla="*/ 40300 w 44778"/>
                    <a:gd name="connsiteY10" fmla="*/ 120901 h 125378"/>
                    <a:gd name="connsiteX11" fmla="*/ 40300 w 44778"/>
                    <a:gd name="connsiteY11" fmla="*/ 4478 h 125378"/>
                    <a:gd name="connsiteX12" fmla="*/ 4478 w 44778"/>
                    <a:gd name="connsiteY12" fmla="*/ 4478 h 125378"/>
                    <a:gd name="connsiteX13" fmla="*/ 4478 w 44778"/>
                    <a:gd name="connsiteY13" fmla="*/ 120901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778" h="125378">
                      <a:moveTo>
                        <a:pt x="42539" y="125379"/>
                      </a:moveTo>
                      <a:lnTo>
                        <a:pt x="2239" y="125379"/>
                      </a:lnTo>
                      <a:cubicBezTo>
                        <a:pt x="896" y="125379"/>
                        <a:pt x="0" y="124484"/>
                        <a:pt x="0" y="123140"/>
                      </a:cubicBezTo>
                      <a:lnTo>
                        <a:pt x="0" y="2239"/>
                      </a:lnTo>
                      <a:cubicBezTo>
                        <a:pt x="0" y="895"/>
                        <a:pt x="896" y="0"/>
                        <a:pt x="2239" y="0"/>
                      </a:cubicBezTo>
                      <a:lnTo>
                        <a:pt x="42539" y="0"/>
                      </a:lnTo>
                      <a:cubicBezTo>
                        <a:pt x="43883" y="0"/>
                        <a:pt x="44778" y="895"/>
                        <a:pt x="44778" y="2239"/>
                      </a:cubicBezTo>
                      <a:lnTo>
                        <a:pt x="44778" y="123140"/>
                      </a:lnTo>
                      <a:cubicBezTo>
                        <a:pt x="44778" y="124484"/>
                        <a:pt x="43435" y="125379"/>
                        <a:pt x="42539" y="125379"/>
                      </a:cubicBezTo>
                      <a:close/>
                      <a:moveTo>
                        <a:pt x="4478" y="120901"/>
                      </a:moveTo>
                      <a:lnTo>
                        <a:pt x="40300" y="120901"/>
                      </a:lnTo>
                      <a:lnTo>
                        <a:pt x="40300" y="4478"/>
                      </a:lnTo>
                      <a:lnTo>
                        <a:pt x="4478" y="4478"/>
                      </a:lnTo>
                      <a:lnTo>
                        <a:pt x="4478" y="12090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949" name="Freeform: Shape 4845">
                <a:extLst>
                  <a:ext uri="{FF2B5EF4-FFF2-40B4-BE49-F238E27FC236}">
                    <a16:creationId xmlns:a16="http://schemas.microsoft.com/office/drawing/2014/main" id="{5779D69F-ECB2-5112-A4B9-210CAE2A9577}"/>
                  </a:ext>
                  <a:ext uri="{C183D7F6-B498-43B3-948B-1728B52AA6E4}">
                    <adec:decorative xmlns:adec="http://schemas.microsoft.com/office/drawing/2017/decorative" val="1"/>
                  </a:ext>
                </a:extLst>
              </p:cNvPr>
              <p:cNvSpPr>
                <a:spLocks noChangeAspect="1"/>
              </p:cNvSpPr>
              <p:nvPr/>
            </p:nvSpPr>
            <p:spPr>
              <a:xfrm>
                <a:off x="7452187" y="2802494"/>
                <a:ext cx="111945" cy="98512"/>
              </a:xfrm>
              <a:custGeom>
                <a:avLst/>
                <a:gdLst>
                  <a:gd name="connsiteX0" fmla="*/ 110602 w 111945"/>
                  <a:gd name="connsiteY0" fmla="*/ 633 h 98511"/>
                  <a:gd name="connsiteX1" fmla="*/ 108363 w 111945"/>
                  <a:gd name="connsiteY1" fmla="*/ 633 h 98511"/>
                  <a:gd name="connsiteX2" fmla="*/ 58212 w 111945"/>
                  <a:gd name="connsiteY2" fmla="*/ 38247 h 98511"/>
                  <a:gd name="connsiteX3" fmla="*/ 58212 w 111945"/>
                  <a:gd name="connsiteY3" fmla="*/ 2424 h 98511"/>
                  <a:gd name="connsiteX4" fmla="*/ 56868 w 111945"/>
                  <a:gd name="connsiteY4" fmla="*/ 185 h 98511"/>
                  <a:gd name="connsiteX5" fmla="*/ 54629 w 111945"/>
                  <a:gd name="connsiteY5" fmla="*/ 633 h 98511"/>
                  <a:gd name="connsiteX6" fmla="*/ 896 w 111945"/>
                  <a:gd name="connsiteY6" fmla="*/ 49889 h 98511"/>
                  <a:gd name="connsiteX7" fmla="*/ 0 w 111945"/>
                  <a:gd name="connsiteY7" fmla="*/ 51680 h 98511"/>
                  <a:gd name="connsiteX8" fmla="*/ 896 w 111945"/>
                  <a:gd name="connsiteY8" fmla="*/ 53472 h 98511"/>
                  <a:gd name="connsiteX9" fmla="*/ 54629 w 111945"/>
                  <a:gd name="connsiteY9" fmla="*/ 98250 h 98511"/>
                  <a:gd name="connsiteX10" fmla="*/ 55973 w 111945"/>
                  <a:gd name="connsiteY10" fmla="*/ 98697 h 98511"/>
                  <a:gd name="connsiteX11" fmla="*/ 56868 w 111945"/>
                  <a:gd name="connsiteY11" fmla="*/ 98697 h 98511"/>
                  <a:gd name="connsiteX12" fmla="*/ 58212 w 111945"/>
                  <a:gd name="connsiteY12" fmla="*/ 96459 h 98511"/>
                  <a:gd name="connsiteX13" fmla="*/ 58212 w 111945"/>
                  <a:gd name="connsiteY13" fmla="*/ 60636 h 98511"/>
                  <a:gd name="connsiteX14" fmla="*/ 108363 w 111945"/>
                  <a:gd name="connsiteY14" fmla="*/ 98250 h 98511"/>
                  <a:gd name="connsiteX15" fmla="*/ 109707 w 111945"/>
                  <a:gd name="connsiteY15" fmla="*/ 98697 h 98511"/>
                  <a:gd name="connsiteX16" fmla="*/ 110602 w 111945"/>
                  <a:gd name="connsiteY16" fmla="*/ 98250 h 98511"/>
                  <a:gd name="connsiteX17" fmla="*/ 111945 w 111945"/>
                  <a:gd name="connsiteY17" fmla="*/ 96459 h 98511"/>
                  <a:gd name="connsiteX18" fmla="*/ 111945 w 111945"/>
                  <a:gd name="connsiteY18" fmla="*/ 2424 h 98511"/>
                  <a:gd name="connsiteX19" fmla="*/ 110602 w 111945"/>
                  <a:gd name="connsiteY19" fmla="*/ 633 h 98511"/>
                  <a:gd name="connsiteX20" fmla="*/ 53734 w 111945"/>
                  <a:gd name="connsiteY20" fmla="*/ 91981 h 98511"/>
                  <a:gd name="connsiteX21" fmla="*/ 5821 w 111945"/>
                  <a:gd name="connsiteY21" fmla="*/ 51680 h 98511"/>
                  <a:gd name="connsiteX22" fmla="*/ 53734 w 111945"/>
                  <a:gd name="connsiteY22" fmla="*/ 7798 h 98511"/>
                  <a:gd name="connsiteX23" fmla="*/ 53734 w 111945"/>
                  <a:gd name="connsiteY23" fmla="*/ 43172 h 98511"/>
                  <a:gd name="connsiteX24" fmla="*/ 53734 w 111945"/>
                  <a:gd name="connsiteY24" fmla="*/ 56606 h 98511"/>
                  <a:gd name="connsiteX25" fmla="*/ 53734 w 111945"/>
                  <a:gd name="connsiteY25" fmla="*/ 91981 h 98511"/>
                  <a:gd name="connsiteX26" fmla="*/ 107468 w 111945"/>
                  <a:gd name="connsiteY26" fmla="*/ 92428 h 98511"/>
                  <a:gd name="connsiteX27" fmla="*/ 58212 w 111945"/>
                  <a:gd name="connsiteY27" fmla="*/ 55262 h 98511"/>
                  <a:gd name="connsiteX28" fmla="*/ 58212 w 111945"/>
                  <a:gd name="connsiteY28" fmla="*/ 44068 h 98511"/>
                  <a:gd name="connsiteX29" fmla="*/ 107468 w 111945"/>
                  <a:gd name="connsiteY29" fmla="*/ 6902 h 98511"/>
                  <a:gd name="connsiteX30" fmla="*/ 107468 w 111945"/>
                  <a:gd name="connsiteY30" fmla="*/ 92428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45" h="98511">
                    <a:moveTo>
                      <a:pt x="110602" y="633"/>
                    </a:moveTo>
                    <a:cubicBezTo>
                      <a:pt x="109707" y="185"/>
                      <a:pt x="108811" y="185"/>
                      <a:pt x="108363" y="633"/>
                    </a:cubicBezTo>
                    <a:lnTo>
                      <a:pt x="58212" y="38247"/>
                    </a:lnTo>
                    <a:lnTo>
                      <a:pt x="58212" y="2424"/>
                    </a:lnTo>
                    <a:cubicBezTo>
                      <a:pt x="58212" y="1528"/>
                      <a:pt x="57764" y="633"/>
                      <a:pt x="56868" y="185"/>
                    </a:cubicBezTo>
                    <a:cubicBezTo>
                      <a:pt x="55973" y="-262"/>
                      <a:pt x="55077" y="185"/>
                      <a:pt x="54629" y="633"/>
                    </a:cubicBezTo>
                    <a:lnTo>
                      <a:pt x="896" y="49889"/>
                    </a:lnTo>
                    <a:cubicBezTo>
                      <a:pt x="448" y="50337"/>
                      <a:pt x="0" y="50784"/>
                      <a:pt x="0" y="51680"/>
                    </a:cubicBezTo>
                    <a:cubicBezTo>
                      <a:pt x="0" y="52128"/>
                      <a:pt x="448" y="53023"/>
                      <a:pt x="896" y="53472"/>
                    </a:cubicBezTo>
                    <a:lnTo>
                      <a:pt x="54629" y="98250"/>
                    </a:lnTo>
                    <a:cubicBezTo>
                      <a:pt x="55077" y="98697"/>
                      <a:pt x="55525" y="98697"/>
                      <a:pt x="55973" y="98697"/>
                    </a:cubicBezTo>
                    <a:cubicBezTo>
                      <a:pt x="56421" y="98697"/>
                      <a:pt x="56421" y="98697"/>
                      <a:pt x="56868" y="98697"/>
                    </a:cubicBezTo>
                    <a:cubicBezTo>
                      <a:pt x="57764" y="98250"/>
                      <a:pt x="58212" y="97354"/>
                      <a:pt x="58212" y="96459"/>
                    </a:cubicBezTo>
                    <a:lnTo>
                      <a:pt x="58212" y="60636"/>
                    </a:lnTo>
                    <a:lnTo>
                      <a:pt x="108363" y="98250"/>
                    </a:lnTo>
                    <a:cubicBezTo>
                      <a:pt x="108811" y="98697"/>
                      <a:pt x="109259" y="98697"/>
                      <a:pt x="109707" y="98697"/>
                    </a:cubicBezTo>
                    <a:cubicBezTo>
                      <a:pt x="110154" y="98697"/>
                      <a:pt x="110602" y="98697"/>
                      <a:pt x="110602" y="98250"/>
                    </a:cubicBezTo>
                    <a:cubicBezTo>
                      <a:pt x="111498" y="97802"/>
                      <a:pt x="111945" y="96906"/>
                      <a:pt x="111945" y="96459"/>
                    </a:cubicBezTo>
                    <a:lnTo>
                      <a:pt x="111945" y="2424"/>
                    </a:lnTo>
                    <a:cubicBezTo>
                      <a:pt x="111945" y="1977"/>
                      <a:pt x="111498" y="1081"/>
                      <a:pt x="110602" y="633"/>
                    </a:cubicBezTo>
                    <a:close/>
                    <a:moveTo>
                      <a:pt x="53734" y="91981"/>
                    </a:moveTo>
                    <a:lnTo>
                      <a:pt x="5821" y="51680"/>
                    </a:lnTo>
                    <a:lnTo>
                      <a:pt x="53734" y="7798"/>
                    </a:lnTo>
                    <a:lnTo>
                      <a:pt x="53734" y="43172"/>
                    </a:lnTo>
                    <a:lnTo>
                      <a:pt x="53734" y="56606"/>
                    </a:lnTo>
                    <a:lnTo>
                      <a:pt x="53734" y="91981"/>
                    </a:lnTo>
                    <a:close/>
                    <a:moveTo>
                      <a:pt x="107468" y="92428"/>
                    </a:moveTo>
                    <a:lnTo>
                      <a:pt x="58212" y="55262"/>
                    </a:lnTo>
                    <a:lnTo>
                      <a:pt x="58212" y="44068"/>
                    </a:lnTo>
                    <a:lnTo>
                      <a:pt x="107468" y="6902"/>
                    </a:lnTo>
                    <a:lnTo>
                      <a:pt x="107468" y="92428"/>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50" name="Freeform: Shape 4846">
                <a:extLst>
                  <a:ext uri="{FF2B5EF4-FFF2-40B4-BE49-F238E27FC236}">
                    <a16:creationId xmlns:a16="http://schemas.microsoft.com/office/drawing/2014/main" id="{5BBF2A43-7EDC-7227-3B7A-097F0E65D667}"/>
                  </a:ext>
                  <a:ext uri="{C183D7F6-B498-43B3-948B-1728B52AA6E4}">
                    <adec:decorative xmlns:adec="http://schemas.microsoft.com/office/drawing/2017/decorative" val="1"/>
                  </a:ext>
                </a:extLst>
              </p:cNvPr>
              <p:cNvSpPr>
                <a:spLocks noChangeAspect="1"/>
              </p:cNvSpPr>
              <p:nvPr/>
            </p:nvSpPr>
            <p:spPr>
              <a:xfrm>
                <a:off x="7711900" y="2802942"/>
                <a:ext cx="111945" cy="98512"/>
              </a:xfrm>
              <a:custGeom>
                <a:avLst/>
                <a:gdLst>
                  <a:gd name="connsiteX0" fmla="*/ 111050 w 111945"/>
                  <a:gd name="connsiteY0" fmla="*/ 47650 h 98511"/>
                  <a:gd name="connsiteX1" fmla="*/ 57316 w 111945"/>
                  <a:gd name="connsiteY1" fmla="*/ 633 h 98511"/>
                  <a:gd name="connsiteX2" fmla="*/ 55077 w 111945"/>
                  <a:gd name="connsiteY2" fmla="*/ 185 h 98511"/>
                  <a:gd name="connsiteX3" fmla="*/ 53734 w 111945"/>
                  <a:gd name="connsiteY3" fmla="*/ 2424 h 98511"/>
                  <a:gd name="connsiteX4" fmla="*/ 53734 w 111945"/>
                  <a:gd name="connsiteY4" fmla="*/ 38247 h 98511"/>
                  <a:gd name="connsiteX5" fmla="*/ 3582 w 111945"/>
                  <a:gd name="connsiteY5" fmla="*/ 633 h 98511"/>
                  <a:gd name="connsiteX6" fmla="*/ 1343 w 111945"/>
                  <a:gd name="connsiteY6" fmla="*/ 633 h 98511"/>
                  <a:gd name="connsiteX7" fmla="*/ 0 w 111945"/>
                  <a:gd name="connsiteY7" fmla="*/ 2424 h 98511"/>
                  <a:gd name="connsiteX8" fmla="*/ 0 w 111945"/>
                  <a:gd name="connsiteY8" fmla="*/ 96459 h 98511"/>
                  <a:gd name="connsiteX9" fmla="*/ 1343 w 111945"/>
                  <a:gd name="connsiteY9" fmla="*/ 98250 h 98511"/>
                  <a:gd name="connsiteX10" fmla="*/ 2239 w 111945"/>
                  <a:gd name="connsiteY10" fmla="*/ 98697 h 98511"/>
                  <a:gd name="connsiteX11" fmla="*/ 3582 w 111945"/>
                  <a:gd name="connsiteY11" fmla="*/ 98250 h 98511"/>
                  <a:gd name="connsiteX12" fmla="*/ 53734 w 111945"/>
                  <a:gd name="connsiteY12" fmla="*/ 60636 h 98511"/>
                  <a:gd name="connsiteX13" fmla="*/ 53734 w 111945"/>
                  <a:gd name="connsiteY13" fmla="*/ 96459 h 98511"/>
                  <a:gd name="connsiteX14" fmla="*/ 55077 w 111945"/>
                  <a:gd name="connsiteY14" fmla="*/ 98697 h 98511"/>
                  <a:gd name="connsiteX15" fmla="*/ 55973 w 111945"/>
                  <a:gd name="connsiteY15" fmla="*/ 98697 h 98511"/>
                  <a:gd name="connsiteX16" fmla="*/ 57316 w 111945"/>
                  <a:gd name="connsiteY16" fmla="*/ 98250 h 98511"/>
                  <a:gd name="connsiteX17" fmla="*/ 111050 w 111945"/>
                  <a:gd name="connsiteY17" fmla="*/ 51233 h 98511"/>
                  <a:gd name="connsiteX18" fmla="*/ 111945 w 111945"/>
                  <a:gd name="connsiteY18" fmla="*/ 49441 h 98511"/>
                  <a:gd name="connsiteX19" fmla="*/ 111050 w 111945"/>
                  <a:gd name="connsiteY19" fmla="*/ 47650 h 98511"/>
                  <a:gd name="connsiteX20" fmla="*/ 4478 w 111945"/>
                  <a:gd name="connsiteY20" fmla="*/ 91981 h 98511"/>
                  <a:gd name="connsiteX21" fmla="*/ 4478 w 111945"/>
                  <a:gd name="connsiteY21" fmla="*/ 6902 h 98511"/>
                  <a:gd name="connsiteX22" fmla="*/ 53734 w 111945"/>
                  <a:gd name="connsiteY22" fmla="*/ 44068 h 98511"/>
                  <a:gd name="connsiteX23" fmla="*/ 53734 w 111945"/>
                  <a:gd name="connsiteY23" fmla="*/ 55263 h 98511"/>
                  <a:gd name="connsiteX24" fmla="*/ 4478 w 111945"/>
                  <a:gd name="connsiteY24" fmla="*/ 91981 h 98511"/>
                  <a:gd name="connsiteX25" fmla="*/ 58212 w 111945"/>
                  <a:gd name="connsiteY25" fmla="*/ 91533 h 98511"/>
                  <a:gd name="connsiteX26" fmla="*/ 58212 w 111945"/>
                  <a:gd name="connsiteY26" fmla="*/ 56158 h 98511"/>
                  <a:gd name="connsiteX27" fmla="*/ 58212 w 111945"/>
                  <a:gd name="connsiteY27" fmla="*/ 42725 h 98511"/>
                  <a:gd name="connsiteX28" fmla="*/ 58212 w 111945"/>
                  <a:gd name="connsiteY28" fmla="*/ 7350 h 98511"/>
                  <a:gd name="connsiteX29" fmla="*/ 106124 w 111945"/>
                  <a:gd name="connsiteY29" fmla="*/ 49441 h 98511"/>
                  <a:gd name="connsiteX30" fmla="*/ 58212 w 111945"/>
                  <a:gd name="connsiteY30" fmla="*/ 91533 h 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45" h="98511">
                    <a:moveTo>
                      <a:pt x="111050" y="47650"/>
                    </a:moveTo>
                    <a:lnTo>
                      <a:pt x="57316" y="633"/>
                    </a:lnTo>
                    <a:cubicBezTo>
                      <a:pt x="56868" y="185"/>
                      <a:pt x="55525" y="-262"/>
                      <a:pt x="55077" y="185"/>
                    </a:cubicBezTo>
                    <a:cubicBezTo>
                      <a:pt x="54182" y="633"/>
                      <a:pt x="53734" y="1529"/>
                      <a:pt x="53734" y="2424"/>
                    </a:cubicBezTo>
                    <a:lnTo>
                      <a:pt x="53734" y="38247"/>
                    </a:lnTo>
                    <a:lnTo>
                      <a:pt x="3582" y="633"/>
                    </a:lnTo>
                    <a:cubicBezTo>
                      <a:pt x="2687" y="185"/>
                      <a:pt x="1791" y="185"/>
                      <a:pt x="1343" y="633"/>
                    </a:cubicBezTo>
                    <a:cubicBezTo>
                      <a:pt x="448" y="1081"/>
                      <a:pt x="0" y="1977"/>
                      <a:pt x="0" y="2424"/>
                    </a:cubicBezTo>
                    <a:lnTo>
                      <a:pt x="0" y="96459"/>
                    </a:lnTo>
                    <a:cubicBezTo>
                      <a:pt x="0" y="97354"/>
                      <a:pt x="448" y="98250"/>
                      <a:pt x="1343" y="98250"/>
                    </a:cubicBezTo>
                    <a:cubicBezTo>
                      <a:pt x="1791" y="98250"/>
                      <a:pt x="1791" y="98697"/>
                      <a:pt x="2239" y="98697"/>
                    </a:cubicBezTo>
                    <a:cubicBezTo>
                      <a:pt x="2687" y="98697"/>
                      <a:pt x="3135" y="98697"/>
                      <a:pt x="3582" y="98250"/>
                    </a:cubicBezTo>
                    <a:lnTo>
                      <a:pt x="53734" y="60636"/>
                    </a:lnTo>
                    <a:lnTo>
                      <a:pt x="53734" y="96459"/>
                    </a:lnTo>
                    <a:cubicBezTo>
                      <a:pt x="53734" y="97354"/>
                      <a:pt x="54182" y="98250"/>
                      <a:pt x="55077" y="98697"/>
                    </a:cubicBezTo>
                    <a:cubicBezTo>
                      <a:pt x="55525" y="98697"/>
                      <a:pt x="55525" y="98697"/>
                      <a:pt x="55973" y="98697"/>
                    </a:cubicBezTo>
                    <a:cubicBezTo>
                      <a:pt x="56421" y="98697"/>
                      <a:pt x="56868" y="98697"/>
                      <a:pt x="57316" y="98250"/>
                    </a:cubicBezTo>
                    <a:lnTo>
                      <a:pt x="111050" y="51233"/>
                    </a:lnTo>
                    <a:cubicBezTo>
                      <a:pt x="111498" y="50785"/>
                      <a:pt x="111945" y="50337"/>
                      <a:pt x="111945" y="49441"/>
                    </a:cubicBezTo>
                    <a:cubicBezTo>
                      <a:pt x="111945" y="48546"/>
                      <a:pt x="111498" y="48098"/>
                      <a:pt x="111050" y="47650"/>
                    </a:cubicBezTo>
                    <a:close/>
                    <a:moveTo>
                      <a:pt x="4478" y="91981"/>
                    </a:moveTo>
                    <a:lnTo>
                      <a:pt x="4478" y="6902"/>
                    </a:lnTo>
                    <a:lnTo>
                      <a:pt x="53734" y="44068"/>
                    </a:lnTo>
                    <a:lnTo>
                      <a:pt x="53734" y="55263"/>
                    </a:lnTo>
                    <a:lnTo>
                      <a:pt x="4478" y="91981"/>
                    </a:lnTo>
                    <a:close/>
                    <a:moveTo>
                      <a:pt x="58212" y="91533"/>
                    </a:moveTo>
                    <a:lnTo>
                      <a:pt x="58212" y="56158"/>
                    </a:lnTo>
                    <a:lnTo>
                      <a:pt x="58212" y="42725"/>
                    </a:lnTo>
                    <a:lnTo>
                      <a:pt x="58212" y="7350"/>
                    </a:lnTo>
                    <a:lnTo>
                      <a:pt x="106124" y="49441"/>
                    </a:lnTo>
                    <a:lnTo>
                      <a:pt x="58212" y="9153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951" name="Group 4847">
                <a:extLst>
                  <a:ext uri="{FF2B5EF4-FFF2-40B4-BE49-F238E27FC236}">
                    <a16:creationId xmlns:a16="http://schemas.microsoft.com/office/drawing/2014/main" id="{1221ADCF-B662-0FCC-3EF4-3C6720148F51}"/>
                  </a:ext>
                  <a:ext uri="{C183D7F6-B498-43B3-948B-1728B52AA6E4}">
                    <adec:decorative xmlns:adec="http://schemas.microsoft.com/office/drawing/2017/decorative" val="1"/>
                  </a:ext>
                </a:extLst>
              </p:cNvPr>
              <p:cNvGrpSpPr>
                <a:grpSpLocks noChangeAspect="1"/>
              </p:cNvGrpSpPr>
              <p:nvPr/>
            </p:nvGrpSpPr>
            <p:grpSpPr>
              <a:xfrm>
                <a:off x="8483428" y="2789400"/>
                <a:ext cx="141275" cy="138812"/>
                <a:chOff x="2702775" y="6248586"/>
                <a:chExt cx="141275" cy="138812"/>
              </a:xfrm>
            </p:grpSpPr>
            <p:sp>
              <p:nvSpPr>
                <p:cNvPr id="952" name="Freeform: Shape 4848">
                  <a:extLst>
                    <a:ext uri="{FF2B5EF4-FFF2-40B4-BE49-F238E27FC236}">
                      <a16:creationId xmlns:a16="http://schemas.microsoft.com/office/drawing/2014/main" id="{63577382-361C-EBA9-F1A4-D8692B3EEC66}"/>
                    </a:ext>
                  </a:extLst>
                </p:cNvPr>
                <p:cNvSpPr/>
                <p:nvPr/>
              </p:nvSpPr>
              <p:spPr>
                <a:xfrm>
                  <a:off x="2799272" y="6295673"/>
                  <a:ext cx="44778" cy="44778"/>
                </a:xfrm>
                <a:custGeom>
                  <a:avLst/>
                  <a:gdLst>
                    <a:gd name="connsiteX0" fmla="*/ 25747 w 44778"/>
                    <a:gd name="connsiteY0" fmla="*/ 22613 h 44778"/>
                    <a:gd name="connsiteX1" fmla="*/ 44554 w 44778"/>
                    <a:gd name="connsiteY1" fmla="*/ 3806 h 44778"/>
                    <a:gd name="connsiteX2" fmla="*/ 44554 w 44778"/>
                    <a:gd name="connsiteY2" fmla="*/ 672 h 44778"/>
                    <a:gd name="connsiteX3" fmla="*/ 41420 w 44778"/>
                    <a:gd name="connsiteY3" fmla="*/ 672 h 44778"/>
                    <a:gd name="connsiteX4" fmla="*/ 22613 w 44778"/>
                    <a:gd name="connsiteY4" fmla="*/ 19479 h 44778"/>
                    <a:gd name="connsiteX5" fmla="*/ 3806 w 44778"/>
                    <a:gd name="connsiteY5" fmla="*/ 672 h 44778"/>
                    <a:gd name="connsiteX6" fmla="*/ 672 w 44778"/>
                    <a:gd name="connsiteY6" fmla="*/ 672 h 44778"/>
                    <a:gd name="connsiteX7" fmla="*/ 672 w 44778"/>
                    <a:gd name="connsiteY7" fmla="*/ 3806 h 44778"/>
                    <a:gd name="connsiteX8" fmla="*/ 19479 w 44778"/>
                    <a:gd name="connsiteY8" fmla="*/ 22613 h 44778"/>
                    <a:gd name="connsiteX9" fmla="*/ 672 w 44778"/>
                    <a:gd name="connsiteY9" fmla="*/ 41420 h 44778"/>
                    <a:gd name="connsiteX10" fmla="*/ 672 w 44778"/>
                    <a:gd name="connsiteY10" fmla="*/ 44554 h 44778"/>
                    <a:gd name="connsiteX11" fmla="*/ 2463 w 44778"/>
                    <a:gd name="connsiteY11" fmla="*/ 45002 h 44778"/>
                    <a:gd name="connsiteX12" fmla="*/ 4254 w 44778"/>
                    <a:gd name="connsiteY12" fmla="*/ 44554 h 44778"/>
                    <a:gd name="connsiteX13" fmla="*/ 23061 w 44778"/>
                    <a:gd name="connsiteY13" fmla="*/ 25747 h 44778"/>
                    <a:gd name="connsiteX14" fmla="*/ 41868 w 44778"/>
                    <a:gd name="connsiteY14" fmla="*/ 44554 h 44778"/>
                    <a:gd name="connsiteX15" fmla="*/ 43659 w 44778"/>
                    <a:gd name="connsiteY15" fmla="*/ 45002 h 44778"/>
                    <a:gd name="connsiteX16" fmla="*/ 45450 w 44778"/>
                    <a:gd name="connsiteY16" fmla="*/ 44554 h 44778"/>
                    <a:gd name="connsiteX17" fmla="*/ 45450 w 44778"/>
                    <a:gd name="connsiteY17" fmla="*/ 41420 h 44778"/>
                    <a:gd name="connsiteX18" fmla="*/ 25747 w 44778"/>
                    <a:gd name="connsiteY18" fmla="*/ 22613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78" h="44778">
                      <a:moveTo>
                        <a:pt x="25747" y="22613"/>
                      </a:moveTo>
                      <a:lnTo>
                        <a:pt x="44554" y="3806"/>
                      </a:lnTo>
                      <a:cubicBezTo>
                        <a:pt x="45450" y="2910"/>
                        <a:pt x="45450" y="1567"/>
                        <a:pt x="44554" y="672"/>
                      </a:cubicBezTo>
                      <a:cubicBezTo>
                        <a:pt x="43659" y="-224"/>
                        <a:pt x="42315" y="-224"/>
                        <a:pt x="41420" y="672"/>
                      </a:cubicBezTo>
                      <a:lnTo>
                        <a:pt x="22613" y="19479"/>
                      </a:lnTo>
                      <a:lnTo>
                        <a:pt x="3806" y="672"/>
                      </a:lnTo>
                      <a:cubicBezTo>
                        <a:pt x="2911" y="-224"/>
                        <a:pt x="1567" y="-224"/>
                        <a:pt x="672" y="672"/>
                      </a:cubicBezTo>
                      <a:cubicBezTo>
                        <a:pt x="-224" y="1567"/>
                        <a:pt x="-224" y="2910"/>
                        <a:pt x="672" y="3806"/>
                      </a:cubicBezTo>
                      <a:lnTo>
                        <a:pt x="19479" y="22613"/>
                      </a:lnTo>
                      <a:lnTo>
                        <a:pt x="672" y="41420"/>
                      </a:lnTo>
                      <a:cubicBezTo>
                        <a:pt x="-224" y="42315"/>
                        <a:pt x="-224" y="43658"/>
                        <a:pt x="672" y="44554"/>
                      </a:cubicBezTo>
                      <a:cubicBezTo>
                        <a:pt x="1119" y="45002"/>
                        <a:pt x="1567" y="45002"/>
                        <a:pt x="2463" y="45002"/>
                      </a:cubicBezTo>
                      <a:cubicBezTo>
                        <a:pt x="3358" y="45002"/>
                        <a:pt x="3806" y="45002"/>
                        <a:pt x="4254" y="44554"/>
                      </a:cubicBezTo>
                      <a:lnTo>
                        <a:pt x="23061" y="25747"/>
                      </a:lnTo>
                      <a:lnTo>
                        <a:pt x="41868" y="44554"/>
                      </a:lnTo>
                      <a:cubicBezTo>
                        <a:pt x="42315" y="45002"/>
                        <a:pt x="42763" y="45002"/>
                        <a:pt x="43659" y="45002"/>
                      </a:cubicBezTo>
                      <a:cubicBezTo>
                        <a:pt x="44554" y="45002"/>
                        <a:pt x="45002" y="45002"/>
                        <a:pt x="45450" y="44554"/>
                      </a:cubicBezTo>
                      <a:cubicBezTo>
                        <a:pt x="46345" y="43658"/>
                        <a:pt x="46345" y="42315"/>
                        <a:pt x="45450" y="41420"/>
                      </a:cubicBezTo>
                      <a:lnTo>
                        <a:pt x="25747" y="22613"/>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53" name="Freeform: Shape 4849">
                  <a:extLst>
                    <a:ext uri="{FF2B5EF4-FFF2-40B4-BE49-F238E27FC236}">
                      <a16:creationId xmlns:a16="http://schemas.microsoft.com/office/drawing/2014/main" id="{B5E854E4-417D-EA2E-4F35-C9C1B8364344}"/>
                    </a:ext>
                  </a:extLst>
                </p:cNvPr>
                <p:cNvSpPr/>
                <p:nvPr/>
              </p:nvSpPr>
              <p:spPr>
                <a:xfrm>
                  <a:off x="2702775" y="6248586"/>
                  <a:ext cx="89556" cy="138812"/>
                </a:xfrm>
                <a:custGeom>
                  <a:avLst/>
                  <a:gdLst>
                    <a:gd name="connsiteX0" fmla="*/ 89109 w 89556"/>
                    <a:gd name="connsiteY0" fmla="*/ 294 h 138812"/>
                    <a:gd name="connsiteX1" fmla="*/ 86870 w 89556"/>
                    <a:gd name="connsiteY1" fmla="*/ 742 h 138812"/>
                    <a:gd name="connsiteX2" fmla="*/ 30001 w 89556"/>
                    <a:gd name="connsiteY2" fmla="*/ 45968 h 138812"/>
                    <a:gd name="connsiteX3" fmla="*/ 2239 w 89556"/>
                    <a:gd name="connsiteY3" fmla="*/ 45968 h 138812"/>
                    <a:gd name="connsiteX4" fmla="*/ 0 w 89556"/>
                    <a:gd name="connsiteY4" fmla="*/ 48206 h 138812"/>
                    <a:gd name="connsiteX5" fmla="*/ 0 w 89556"/>
                    <a:gd name="connsiteY5" fmla="*/ 91194 h 138812"/>
                    <a:gd name="connsiteX6" fmla="*/ 2239 w 89556"/>
                    <a:gd name="connsiteY6" fmla="*/ 93433 h 138812"/>
                    <a:gd name="connsiteX7" fmla="*/ 30001 w 89556"/>
                    <a:gd name="connsiteY7" fmla="*/ 93433 h 138812"/>
                    <a:gd name="connsiteX8" fmla="*/ 86870 w 89556"/>
                    <a:gd name="connsiteY8" fmla="*/ 138659 h 138812"/>
                    <a:gd name="connsiteX9" fmla="*/ 88213 w 89556"/>
                    <a:gd name="connsiteY9" fmla="*/ 139106 h 138812"/>
                    <a:gd name="connsiteX10" fmla="*/ 89109 w 89556"/>
                    <a:gd name="connsiteY10" fmla="*/ 139106 h 138812"/>
                    <a:gd name="connsiteX11" fmla="*/ 90452 w 89556"/>
                    <a:gd name="connsiteY11" fmla="*/ 136867 h 138812"/>
                    <a:gd name="connsiteX12" fmla="*/ 90452 w 89556"/>
                    <a:gd name="connsiteY12" fmla="*/ 2533 h 138812"/>
                    <a:gd name="connsiteX13" fmla="*/ 89109 w 89556"/>
                    <a:gd name="connsiteY13" fmla="*/ 294 h 138812"/>
                    <a:gd name="connsiteX14" fmla="*/ 85974 w 89556"/>
                    <a:gd name="connsiteY14" fmla="*/ 132390 h 138812"/>
                    <a:gd name="connsiteX15" fmla="*/ 32240 w 89556"/>
                    <a:gd name="connsiteY15" fmla="*/ 89403 h 138812"/>
                    <a:gd name="connsiteX16" fmla="*/ 30897 w 89556"/>
                    <a:gd name="connsiteY16" fmla="*/ 88955 h 138812"/>
                    <a:gd name="connsiteX17" fmla="*/ 4478 w 89556"/>
                    <a:gd name="connsiteY17" fmla="*/ 88955 h 138812"/>
                    <a:gd name="connsiteX18" fmla="*/ 4478 w 89556"/>
                    <a:gd name="connsiteY18" fmla="*/ 50445 h 138812"/>
                    <a:gd name="connsiteX19" fmla="*/ 30897 w 89556"/>
                    <a:gd name="connsiteY19" fmla="*/ 50445 h 138812"/>
                    <a:gd name="connsiteX20" fmla="*/ 32240 w 89556"/>
                    <a:gd name="connsiteY20" fmla="*/ 49998 h 138812"/>
                    <a:gd name="connsiteX21" fmla="*/ 85974 w 89556"/>
                    <a:gd name="connsiteY21" fmla="*/ 7011 h 138812"/>
                    <a:gd name="connsiteX22" fmla="*/ 85974 w 89556"/>
                    <a:gd name="connsiteY22" fmla="*/ 132390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556" h="138812">
                      <a:moveTo>
                        <a:pt x="89109" y="294"/>
                      </a:moveTo>
                      <a:cubicBezTo>
                        <a:pt x="88213" y="-154"/>
                        <a:pt x="87317" y="-154"/>
                        <a:pt x="86870" y="742"/>
                      </a:cubicBezTo>
                      <a:lnTo>
                        <a:pt x="30001" y="45968"/>
                      </a:lnTo>
                      <a:lnTo>
                        <a:pt x="2239" y="45968"/>
                      </a:lnTo>
                      <a:cubicBezTo>
                        <a:pt x="895" y="45968"/>
                        <a:pt x="0" y="46863"/>
                        <a:pt x="0" y="48206"/>
                      </a:cubicBezTo>
                      <a:lnTo>
                        <a:pt x="0" y="91194"/>
                      </a:lnTo>
                      <a:cubicBezTo>
                        <a:pt x="0" y="92537"/>
                        <a:pt x="895" y="93433"/>
                        <a:pt x="2239" y="93433"/>
                      </a:cubicBezTo>
                      <a:lnTo>
                        <a:pt x="30001" y="93433"/>
                      </a:lnTo>
                      <a:lnTo>
                        <a:pt x="86870" y="138659"/>
                      </a:lnTo>
                      <a:cubicBezTo>
                        <a:pt x="87317" y="139106"/>
                        <a:pt x="87765" y="139106"/>
                        <a:pt x="88213" y="139106"/>
                      </a:cubicBezTo>
                      <a:cubicBezTo>
                        <a:pt x="88661" y="139106"/>
                        <a:pt x="88661" y="139106"/>
                        <a:pt x="89109" y="139106"/>
                      </a:cubicBezTo>
                      <a:cubicBezTo>
                        <a:pt x="90004" y="138659"/>
                        <a:pt x="90452" y="137763"/>
                        <a:pt x="90452" y="136867"/>
                      </a:cubicBezTo>
                      <a:lnTo>
                        <a:pt x="90452" y="2533"/>
                      </a:lnTo>
                      <a:cubicBezTo>
                        <a:pt x="90452" y="1638"/>
                        <a:pt x="90004" y="742"/>
                        <a:pt x="89109" y="294"/>
                      </a:cubicBezTo>
                      <a:close/>
                      <a:moveTo>
                        <a:pt x="85974" y="132390"/>
                      </a:moveTo>
                      <a:lnTo>
                        <a:pt x="32240" y="89403"/>
                      </a:lnTo>
                      <a:cubicBezTo>
                        <a:pt x="31792" y="88955"/>
                        <a:pt x="31345" y="88955"/>
                        <a:pt x="30897" y="88955"/>
                      </a:cubicBezTo>
                      <a:lnTo>
                        <a:pt x="4478" y="88955"/>
                      </a:lnTo>
                      <a:lnTo>
                        <a:pt x="4478" y="50445"/>
                      </a:lnTo>
                      <a:lnTo>
                        <a:pt x="30897" y="50445"/>
                      </a:lnTo>
                      <a:cubicBezTo>
                        <a:pt x="31345" y="50445"/>
                        <a:pt x="31792" y="50445"/>
                        <a:pt x="32240" y="49998"/>
                      </a:cubicBezTo>
                      <a:lnTo>
                        <a:pt x="85974" y="7011"/>
                      </a:lnTo>
                      <a:lnTo>
                        <a:pt x="85974" y="132390"/>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54" name="Group 4850">
                <a:extLst>
                  <a:ext uri="{FF2B5EF4-FFF2-40B4-BE49-F238E27FC236}">
                    <a16:creationId xmlns:a16="http://schemas.microsoft.com/office/drawing/2014/main" id="{0BDE86F2-E4CA-8F0A-F66F-2AABBB5AB7EF}"/>
                  </a:ext>
                  <a:ext uri="{C183D7F6-B498-43B3-948B-1728B52AA6E4}">
                    <adec:decorative xmlns:adec="http://schemas.microsoft.com/office/drawing/2017/decorative" val="1"/>
                  </a:ext>
                </a:extLst>
              </p:cNvPr>
              <p:cNvGrpSpPr>
                <a:grpSpLocks noChangeAspect="1"/>
              </p:cNvGrpSpPr>
              <p:nvPr/>
            </p:nvGrpSpPr>
            <p:grpSpPr>
              <a:xfrm>
                <a:off x="8222371" y="2789694"/>
                <a:ext cx="139484" cy="138812"/>
                <a:chOff x="2441718" y="6248880"/>
                <a:chExt cx="139484" cy="138812"/>
              </a:xfrm>
            </p:grpSpPr>
            <p:sp>
              <p:nvSpPr>
                <p:cNvPr id="955" name="Freeform: Shape 4851">
                  <a:extLst>
                    <a:ext uri="{FF2B5EF4-FFF2-40B4-BE49-F238E27FC236}">
                      <a16:creationId xmlns:a16="http://schemas.microsoft.com/office/drawing/2014/main" id="{EC8D3F1B-BC90-2F32-0EF7-4BE308A013B7}"/>
                    </a:ext>
                  </a:extLst>
                </p:cNvPr>
                <p:cNvSpPr/>
                <p:nvPr/>
              </p:nvSpPr>
              <p:spPr>
                <a:xfrm>
                  <a:off x="2543589" y="6289852"/>
                  <a:ext cx="13433" cy="53734"/>
                </a:xfrm>
                <a:custGeom>
                  <a:avLst/>
                  <a:gdLst>
                    <a:gd name="connsiteX0" fmla="*/ 2463 w 13433"/>
                    <a:gd name="connsiteY0" fmla="*/ 56645 h 53733"/>
                    <a:gd name="connsiteX1" fmla="*/ 672 w 13433"/>
                    <a:gd name="connsiteY1" fmla="*/ 56196 h 53733"/>
                    <a:gd name="connsiteX2" fmla="*/ 672 w 13433"/>
                    <a:gd name="connsiteY2" fmla="*/ 53062 h 53733"/>
                    <a:gd name="connsiteX3" fmla="*/ 2911 w 13433"/>
                    <a:gd name="connsiteY3" fmla="*/ 50823 h 53733"/>
                    <a:gd name="connsiteX4" fmla="*/ 2911 w 13433"/>
                    <a:gd name="connsiteY4" fmla="*/ 6045 h 53733"/>
                    <a:gd name="connsiteX5" fmla="*/ 672 w 13433"/>
                    <a:gd name="connsiteY5" fmla="*/ 3806 h 53733"/>
                    <a:gd name="connsiteX6" fmla="*/ 672 w 13433"/>
                    <a:gd name="connsiteY6" fmla="*/ 672 h 53733"/>
                    <a:gd name="connsiteX7" fmla="*/ 3806 w 13433"/>
                    <a:gd name="connsiteY7" fmla="*/ 672 h 53733"/>
                    <a:gd name="connsiteX8" fmla="*/ 6045 w 13433"/>
                    <a:gd name="connsiteY8" fmla="*/ 2911 h 53733"/>
                    <a:gd name="connsiteX9" fmla="*/ 6045 w 13433"/>
                    <a:gd name="connsiteY9" fmla="*/ 53958 h 53733"/>
                    <a:gd name="connsiteX10" fmla="*/ 3806 w 13433"/>
                    <a:gd name="connsiteY10" fmla="*/ 56196 h 53733"/>
                    <a:gd name="connsiteX11" fmla="*/ 2463 w 13433"/>
                    <a:gd name="connsiteY11" fmla="*/ 56645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33" h="53733">
                      <a:moveTo>
                        <a:pt x="2463" y="56645"/>
                      </a:moveTo>
                      <a:cubicBezTo>
                        <a:pt x="2015" y="56645"/>
                        <a:pt x="1119" y="56645"/>
                        <a:pt x="672" y="56196"/>
                      </a:cubicBezTo>
                      <a:cubicBezTo>
                        <a:pt x="-224" y="55301"/>
                        <a:pt x="-224" y="53958"/>
                        <a:pt x="672" y="53062"/>
                      </a:cubicBezTo>
                      <a:lnTo>
                        <a:pt x="2911" y="50823"/>
                      </a:lnTo>
                      <a:cubicBezTo>
                        <a:pt x="15448" y="38285"/>
                        <a:pt x="15448" y="18583"/>
                        <a:pt x="2911" y="6045"/>
                      </a:cubicBezTo>
                      <a:lnTo>
                        <a:pt x="672" y="3806"/>
                      </a:lnTo>
                      <a:cubicBezTo>
                        <a:pt x="-224" y="2911"/>
                        <a:pt x="-224" y="1567"/>
                        <a:pt x="672" y="672"/>
                      </a:cubicBezTo>
                      <a:cubicBezTo>
                        <a:pt x="1567" y="-224"/>
                        <a:pt x="2911" y="-224"/>
                        <a:pt x="3806" y="672"/>
                      </a:cubicBezTo>
                      <a:lnTo>
                        <a:pt x="6045" y="2911"/>
                      </a:lnTo>
                      <a:cubicBezTo>
                        <a:pt x="19926" y="16792"/>
                        <a:pt x="19926" y="40076"/>
                        <a:pt x="6045" y="53958"/>
                      </a:cubicBezTo>
                      <a:lnTo>
                        <a:pt x="3806" y="56196"/>
                      </a:lnTo>
                      <a:cubicBezTo>
                        <a:pt x="3358" y="56645"/>
                        <a:pt x="2911" y="56645"/>
                        <a:pt x="2463" y="5664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56" name="Freeform: Shape 4852">
                  <a:extLst>
                    <a:ext uri="{FF2B5EF4-FFF2-40B4-BE49-F238E27FC236}">
                      <a16:creationId xmlns:a16="http://schemas.microsoft.com/office/drawing/2014/main" id="{CE187529-40AA-333B-273B-81B34821999B}"/>
                    </a:ext>
                  </a:extLst>
                </p:cNvPr>
                <p:cNvSpPr/>
                <p:nvPr/>
              </p:nvSpPr>
              <p:spPr>
                <a:xfrm>
                  <a:off x="2558813" y="6274627"/>
                  <a:ext cx="22389" cy="85079"/>
                </a:xfrm>
                <a:custGeom>
                  <a:avLst/>
                  <a:gdLst>
                    <a:gd name="connsiteX0" fmla="*/ 2463 w 22389"/>
                    <a:gd name="connsiteY0" fmla="*/ 87093 h 85078"/>
                    <a:gd name="connsiteX1" fmla="*/ 672 w 22389"/>
                    <a:gd name="connsiteY1" fmla="*/ 86646 h 85078"/>
                    <a:gd name="connsiteX2" fmla="*/ 672 w 22389"/>
                    <a:gd name="connsiteY2" fmla="*/ 83512 h 85078"/>
                    <a:gd name="connsiteX3" fmla="*/ 2911 w 22389"/>
                    <a:gd name="connsiteY3" fmla="*/ 81273 h 85078"/>
                    <a:gd name="connsiteX4" fmla="*/ 18583 w 22389"/>
                    <a:gd name="connsiteY4" fmla="*/ 43659 h 85078"/>
                    <a:gd name="connsiteX5" fmla="*/ 2911 w 22389"/>
                    <a:gd name="connsiteY5" fmla="*/ 6045 h 85078"/>
                    <a:gd name="connsiteX6" fmla="*/ 672 w 22389"/>
                    <a:gd name="connsiteY6" fmla="*/ 3806 h 85078"/>
                    <a:gd name="connsiteX7" fmla="*/ 672 w 22389"/>
                    <a:gd name="connsiteY7" fmla="*/ 672 h 85078"/>
                    <a:gd name="connsiteX8" fmla="*/ 3806 w 22389"/>
                    <a:gd name="connsiteY8" fmla="*/ 672 h 85078"/>
                    <a:gd name="connsiteX9" fmla="*/ 6045 w 22389"/>
                    <a:gd name="connsiteY9" fmla="*/ 2911 h 85078"/>
                    <a:gd name="connsiteX10" fmla="*/ 23061 w 22389"/>
                    <a:gd name="connsiteY10" fmla="*/ 43659 h 85078"/>
                    <a:gd name="connsiteX11" fmla="*/ 6045 w 22389"/>
                    <a:gd name="connsiteY11" fmla="*/ 84407 h 85078"/>
                    <a:gd name="connsiteX12" fmla="*/ 3806 w 22389"/>
                    <a:gd name="connsiteY12" fmla="*/ 86646 h 85078"/>
                    <a:gd name="connsiteX13" fmla="*/ 2463 w 22389"/>
                    <a:gd name="connsiteY13" fmla="*/ 87093 h 8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89" h="85078">
                      <a:moveTo>
                        <a:pt x="2463" y="87093"/>
                      </a:moveTo>
                      <a:cubicBezTo>
                        <a:pt x="2015" y="87093"/>
                        <a:pt x="1119" y="87093"/>
                        <a:pt x="672" y="86646"/>
                      </a:cubicBezTo>
                      <a:cubicBezTo>
                        <a:pt x="-224" y="85750"/>
                        <a:pt x="-224" y="84407"/>
                        <a:pt x="672" y="83512"/>
                      </a:cubicBezTo>
                      <a:lnTo>
                        <a:pt x="2911" y="81273"/>
                      </a:lnTo>
                      <a:cubicBezTo>
                        <a:pt x="12762" y="71421"/>
                        <a:pt x="18583" y="57988"/>
                        <a:pt x="18583" y="43659"/>
                      </a:cubicBezTo>
                      <a:cubicBezTo>
                        <a:pt x="18583" y="29330"/>
                        <a:pt x="13210" y="15897"/>
                        <a:pt x="2911" y="6045"/>
                      </a:cubicBezTo>
                      <a:lnTo>
                        <a:pt x="672" y="3806"/>
                      </a:lnTo>
                      <a:cubicBezTo>
                        <a:pt x="-224" y="2911"/>
                        <a:pt x="-224" y="1567"/>
                        <a:pt x="672" y="672"/>
                      </a:cubicBezTo>
                      <a:cubicBezTo>
                        <a:pt x="1567" y="-224"/>
                        <a:pt x="2911" y="-224"/>
                        <a:pt x="3806" y="672"/>
                      </a:cubicBezTo>
                      <a:lnTo>
                        <a:pt x="6045" y="2911"/>
                      </a:lnTo>
                      <a:cubicBezTo>
                        <a:pt x="16792" y="13658"/>
                        <a:pt x="23061" y="28434"/>
                        <a:pt x="23061" y="43659"/>
                      </a:cubicBezTo>
                      <a:cubicBezTo>
                        <a:pt x="23061" y="58884"/>
                        <a:pt x="17240" y="73660"/>
                        <a:pt x="6045" y="84407"/>
                      </a:cubicBezTo>
                      <a:lnTo>
                        <a:pt x="3806" y="86646"/>
                      </a:lnTo>
                      <a:cubicBezTo>
                        <a:pt x="3358" y="87093"/>
                        <a:pt x="2911" y="87093"/>
                        <a:pt x="2463" y="8709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57" name="Freeform: Shape 4853">
                  <a:extLst>
                    <a:ext uri="{FF2B5EF4-FFF2-40B4-BE49-F238E27FC236}">
                      <a16:creationId xmlns:a16="http://schemas.microsoft.com/office/drawing/2014/main" id="{F39C26C6-5DE6-216B-52CC-751C226AEC5B}"/>
                    </a:ext>
                  </a:extLst>
                </p:cNvPr>
                <p:cNvSpPr/>
                <p:nvPr/>
              </p:nvSpPr>
              <p:spPr>
                <a:xfrm>
                  <a:off x="2441718" y="6248880"/>
                  <a:ext cx="89556" cy="138812"/>
                </a:xfrm>
                <a:custGeom>
                  <a:avLst/>
                  <a:gdLst>
                    <a:gd name="connsiteX0" fmla="*/ 88661 w 89556"/>
                    <a:gd name="connsiteY0" fmla="*/ 138812 h 138812"/>
                    <a:gd name="connsiteX1" fmla="*/ 87317 w 89556"/>
                    <a:gd name="connsiteY1" fmla="*/ 138365 h 138812"/>
                    <a:gd name="connsiteX2" fmla="*/ 30449 w 89556"/>
                    <a:gd name="connsiteY2" fmla="*/ 93139 h 138812"/>
                    <a:gd name="connsiteX3" fmla="*/ 2239 w 89556"/>
                    <a:gd name="connsiteY3" fmla="*/ 93139 h 138812"/>
                    <a:gd name="connsiteX4" fmla="*/ 0 w 89556"/>
                    <a:gd name="connsiteY4" fmla="*/ 90900 h 138812"/>
                    <a:gd name="connsiteX5" fmla="*/ 0 w 89556"/>
                    <a:gd name="connsiteY5" fmla="*/ 47912 h 138812"/>
                    <a:gd name="connsiteX6" fmla="*/ 2239 w 89556"/>
                    <a:gd name="connsiteY6" fmla="*/ 45674 h 138812"/>
                    <a:gd name="connsiteX7" fmla="*/ 30449 w 89556"/>
                    <a:gd name="connsiteY7" fmla="*/ 45674 h 138812"/>
                    <a:gd name="connsiteX8" fmla="*/ 87317 w 89556"/>
                    <a:gd name="connsiteY8" fmla="*/ 448 h 138812"/>
                    <a:gd name="connsiteX9" fmla="*/ 89556 w 89556"/>
                    <a:gd name="connsiteY9" fmla="*/ 0 h 138812"/>
                    <a:gd name="connsiteX10" fmla="*/ 90900 w 89556"/>
                    <a:gd name="connsiteY10" fmla="*/ 2239 h 138812"/>
                    <a:gd name="connsiteX11" fmla="*/ 90900 w 89556"/>
                    <a:gd name="connsiteY11" fmla="*/ 136573 h 138812"/>
                    <a:gd name="connsiteX12" fmla="*/ 89556 w 89556"/>
                    <a:gd name="connsiteY12" fmla="*/ 138812 h 138812"/>
                    <a:gd name="connsiteX13" fmla="*/ 88661 w 89556"/>
                    <a:gd name="connsiteY13" fmla="*/ 138812 h 138812"/>
                    <a:gd name="connsiteX14" fmla="*/ 4478 w 89556"/>
                    <a:gd name="connsiteY14" fmla="*/ 88661 h 138812"/>
                    <a:gd name="connsiteX15" fmla="*/ 30897 w 89556"/>
                    <a:gd name="connsiteY15" fmla="*/ 88661 h 138812"/>
                    <a:gd name="connsiteX16" fmla="*/ 32240 w 89556"/>
                    <a:gd name="connsiteY16" fmla="*/ 89109 h 138812"/>
                    <a:gd name="connsiteX17" fmla="*/ 85974 w 89556"/>
                    <a:gd name="connsiteY17" fmla="*/ 132096 h 138812"/>
                    <a:gd name="connsiteX18" fmla="*/ 85974 w 89556"/>
                    <a:gd name="connsiteY18" fmla="*/ 6717 h 138812"/>
                    <a:gd name="connsiteX19" fmla="*/ 32240 w 89556"/>
                    <a:gd name="connsiteY19" fmla="*/ 49704 h 138812"/>
                    <a:gd name="connsiteX20" fmla="*/ 30897 w 89556"/>
                    <a:gd name="connsiteY20" fmla="*/ 50151 h 138812"/>
                    <a:gd name="connsiteX21" fmla="*/ 4478 w 89556"/>
                    <a:gd name="connsiteY21" fmla="*/ 50151 h 138812"/>
                    <a:gd name="connsiteX22" fmla="*/ 4478 w 89556"/>
                    <a:gd name="connsiteY22" fmla="*/ 88661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556" h="138812">
                      <a:moveTo>
                        <a:pt x="88661" y="138812"/>
                      </a:moveTo>
                      <a:cubicBezTo>
                        <a:pt x="88213" y="138812"/>
                        <a:pt x="87765" y="138812"/>
                        <a:pt x="87317" y="138365"/>
                      </a:cubicBezTo>
                      <a:lnTo>
                        <a:pt x="30449" y="93139"/>
                      </a:lnTo>
                      <a:lnTo>
                        <a:pt x="2239" y="93139"/>
                      </a:lnTo>
                      <a:cubicBezTo>
                        <a:pt x="896" y="93139"/>
                        <a:pt x="0" y="92243"/>
                        <a:pt x="0" y="90900"/>
                      </a:cubicBezTo>
                      <a:lnTo>
                        <a:pt x="0" y="47912"/>
                      </a:lnTo>
                      <a:cubicBezTo>
                        <a:pt x="0" y="46569"/>
                        <a:pt x="896" y="45674"/>
                        <a:pt x="2239" y="45674"/>
                      </a:cubicBezTo>
                      <a:lnTo>
                        <a:pt x="30449" y="45674"/>
                      </a:lnTo>
                      <a:lnTo>
                        <a:pt x="87317" y="448"/>
                      </a:lnTo>
                      <a:cubicBezTo>
                        <a:pt x="88213" y="0"/>
                        <a:pt x="89109" y="0"/>
                        <a:pt x="89556" y="0"/>
                      </a:cubicBezTo>
                      <a:cubicBezTo>
                        <a:pt x="90452" y="448"/>
                        <a:pt x="90900" y="1344"/>
                        <a:pt x="90900" y="2239"/>
                      </a:cubicBezTo>
                      <a:lnTo>
                        <a:pt x="90900" y="136573"/>
                      </a:lnTo>
                      <a:cubicBezTo>
                        <a:pt x="90900" y="137469"/>
                        <a:pt x="90452" y="138365"/>
                        <a:pt x="89556" y="138812"/>
                      </a:cubicBezTo>
                      <a:cubicBezTo>
                        <a:pt x="89109" y="138812"/>
                        <a:pt x="88661" y="138812"/>
                        <a:pt x="88661" y="138812"/>
                      </a:cubicBezTo>
                      <a:close/>
                      <a:moveTo>
                        <a:pt x="4478" y="88661"/>
                      </a:moveTo>
                      <a:lnTo>
                        <a:pt x="30897" y="88661"/>
                      </a:lnTo>
                      <a:cubicBezTo>
                        <a:pt x="31345" y="88661"/>
                        <a:pt x="31793" y="88661"/>
                        <a:pt x="32240" y="89109"/>
                      </a:cubicBezTo>
                      <a:lnTo>
                        <a:pt x="85974" y="132096"/>
                      </a:lnTo>
                      <a:lnTo>
                        <a:pt x="85974" y="6717"/>
                      </a:lnTo>
                      <a:lnTo>
                        <a:pt x="32240" y="49704"/>
                      </a:lnTo>
                      <a:cubicBezTo>
                        <a:pt x="31793" y="50151"/>
                        <a:pt x="31345" y="50151"/>
                        <a:pt x="30897" y="50151"/>
                      </a:cubicBezTo>
                      <a:lnTo>
                        <a:pt x="4478" y="50151"/>
                      </a:lnTo>
                      <a:lnTo>
                        <a:pt x="4478" y="8866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58" name="Group 4854">
                <a:extLst>
                  <a:ext uri="{FF2B5EF4-FFF2-40B4-BE49-F238E27FC236}">
                    <a16:creationId xmlns:a16="http://schemas.microsoft.com/office/drawing/2014/main" id="{99CA2A94-8412-AB93-17CB-B2460C2A48B1}"/>
                  </a:ext>
                  <a:ext uri="{C183D7F6-B498-43B3-948B-1728B52AA6E4}">
                    <adec:decorative xmlns:adec="http://schemas.microsoft.com/office/drawing/2017/decorative" val="1"/>
                  </a:ext>
                </a:extLst>
              </p:cNvPr>
              <p:cNvGrpSpPr>
                <a:grpSpLocks noChangeAspect="1"/>
              </p:cNvGrpSpPr>
              <p:nvPr/>
            </p:nvGrpSpPr>
            <p:grpSpPr>
              <a:xfrm>
                <a:off x="9531238" y="2787903"/>
                <a:ext cx="135901" cy="129857"/>
                <a:chOff x="3750585" y="6247089"/>
                <a:chExt cx="135901" cy="129857"/>
              </a:xfrm>
            </p:grpSpPr>
            <p:sp>
              <p:nvSpPr>
                <p:cNvPr id="959" name="Freeform: Shape 4855">
                  <a:extLst>
                    <a:ext uri="{FF2B5EF4-FFF2-40B4-BE49-F238E27FC236}">
                      <a16:creationId xmlns:a16="http://schemas.microsoft.com/office/drawing/2014/main" id="{14275182-27F7-EAD9-B206-C56D70FB38AC}"/>
                    </a:ext>
                  </a:extLst>
                </p:cNvPr>
                <p:cNvSpPr/>
                <p:nvPr/>
              </p:nvSpPr>
              <p:spPr>
                <a:xfrm>
                  <a:off x="3868575" y="6269254"/>
                  <a:ext cx="17911" cy="80601"/>
                </a:xfrm>
                <a:custGeom>
                  <a:avLst/>
                  <a:gdLst>
                    <a:gd name="connsiteX0" fmla="*/ 2463 w 17911"/>
                    <a:gd name="connsiteY0" fmla="*/ 84855 h 80600"/>
                    <a:gd name="connsiteX1" fmla="*/ 672 w 17911"/>
                    <a:gd name="connsiteY1" fmla="*/ 83959 h 80600"/>
                    <a:gd name="connsiteX2" fmla="*/ 672 w 17911"/>
                    <a:gd name="connsiteY2" fmla="*/ 80825 h 80600"/>
                    <a:gd name="connsiteX3" fmla="*/ 17240 w 17911"/>
                    <a:gd name="connsiteY3" fmla="*/ 42315 h 80600"/>
                    <a:gd name="connsiteX4" fmla="*/ 672 w 17911"/>
                    <a:gd name="connsiteY4" fmla="*/ 3806 h 80600"/>
                    <a:gd name="connsiteX5" fmla="*/ 672 w 17911"/>
                    <a:gd name="connsiteY5" fmla="*/ 672 h 80600"/>
                    <a:gd name="connsiteX6" fmla="*/ 3806 w 17911"/>
                    <a:gd name="connsiteY6" fmla="*/ 672 h 80600"/>
                    <a:gd name="connsiteX7" fmla="*/ 21718 w 17911"/>
                    <a:gd name="connsiteY7" fmla="*/ 42763 h 80600"/>
                    <a:gd name="connsiteX8" fmla="*/ 3806 w 17911"/>
                    <a:gd name="connsiteY8" fmla="*/ 84855 h 80600"/>
                    <a:gd name="connsiteX9" fmla="*/ 2463 w 17911"/>
                    <a:gd name="connsiteY9" fmla="*/ 84855 h 8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11" h="80600">
                      <a:moveTo>
                        <a:pt x="2463" y="84855"/>
                      </a:moveTo>
                      <a:cubicBezTo>
                        <a:pt x="2015" y="84855"/>
                        <a:pt x="1119" y="84407"/>
                        <a:pt x="672" y="83959"/>
                      </a:cubicBezTo>
                      <a:cubicBezTo>
                        <a:pt x="-224" y="83063"/>
                        <a:pt x="-224" y="81720"/>
                        <a:pt x="672" y="80825"/>
                      </a:cubicBezTo>
                      <a:cubicBezTo>
                        <a:pt x="11418" y="70526"/>
                        <a:pt x="17240" y="57092"/>
                        <a:pt x="17240" y="42315"/>
                      </a:cubicBezTo>
                      <a:cubicBezTo>
                        <a:pt x="17240" y="27538"/>
                        <a:pt x="11418" y="13657"/>
                        <a:pt x="672" y="3806"/>
                      </a:cubicBezTo>
                      <a:cubicBezTo>
                        <a:pt x="-224" y="2910"/>
                        <a:pt x="-224" y="1567"/>
                        <a:pt x="672" y="672"/>
                      </a:cubicBezTo>
                      <a:cubicBezTo>
                        <a:pt x="1567" y="-224"/>
                        <a:pt x="2911" y="-224"/>
                        <a:pt x="3806" y="672"/>
                      </a:cubicBezTo>
                      <a:cubicBezTo>
                        <a:pt x="15448" y="11866"/>
                        <a:pt x="21718" y="26643"/>
                        <a:pt x="21718" y="42763"/>
                      </a:cubicBezTo>
                      <a:cubicBezTo>
                        <a:pt x="21718" y="58883"/>
                        <a:pt x="15448" y="73660"/>
                        <a:pt x="3806" y="84855"/>
                      </a:cubicBezTo>
                      <a:cubicBezTo>
                        <a:pt x="3358" y="84407"/>
                        <a:pt x="2911" y="84855"/>
                        <a:pt x="2463" y="8485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60" name="Freeform: Shape 4856">
                  <a:extLst>
                    <a:ext uri="{FF2B5EF4-FFF2-40B4-BE49-F238E27FC236}">
                      <a16:creationId xmlns:a16="http://schemas.microsoft.com/office/drawing/2014/main" id="{27B15B14-9330-162D-CE52-9F6DE07931ED}"/>
                    </a:ext>
                  </a:extLst>
                </p:cNvPr>
                <p:cNvSpPr/>
                <p:nvPr/>
              </p:nvSpPr>
              <p:spPr>
                <a:xfrm>
                  <a:off x="3847082" y="6291643"/>
                  <a:ext cx="8956" cy="35823"/>
                </a:xfrm>
                <a:custGeom>
                  <a:avLst/>
                  <a:gdLst>
                    <a:gd name="connsiteX0" fmla="*/ 2463 w 8955"/>
                    <a:gd name="connsiteY0" fmla="*/ 40077 h 35822"/>
                    <a:gd name="connsiteX1" fmla="*/ 672 w 8955"/>
                    <a:gd name="connsiteY1" fmla="*/ 39181 h 35822"/>
                    <a:gd name="connsiteX2" fmla="*/ 672 w 8955"/>
                    <a:gd name="connsiteY2" fmla="*/ 36046 h 35822"/>
                    <a:gd name="connsiteX3" fmla="*/ 7836 w 8955"/>
                    <a:gd name="connsiteY3" fmla="*/ 19926 h 35822"/>
                    <a:gd name="connsiteX4" fmla="*/ 672 w 8955"/>
                    <a:gd name="connsiteY4" fmla="*/ 3806 h 35822"/>
                    <a:gd name="connsiteX5" fmla="*/ 672 w 8955"/>
                    <a:gd name="connsiteY5" fmla="*/ 672 h 35822"/>
                    <a:gd name="connsiteX6" fmla="*/ 3806 w 8955"/>
                    <a:gd name="connsiteY6" fmla="*/ 672 h 35822"/>
                    <a:gd name="connsiteX7" fmla="*/ 12314 w 8955"/>
                    <a:gd name="connsiteY7" fmla="*/ 20374 h 35822"/>
                    <a:gd name="connsiteX8" fmla="*/ 3806 w 8955"/>
                    <a:gd name="connsiteY8" fmla="*/ 40077 h 35822"/>
                    <a:gd name="connsiteX9" fmla="*/ 2463 w 8955"/>
                    <a:gd name="connsiteY9" fmla="*/ 40077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55" h="35822">
                      <a:moveTo>
                        <a:pt x="2463" y="40077"/>
                      </a:moveTo>
                      <a:cubicBezTo>
                        <a:pt x="2015" y="40077"/>
                        <a:pt x="1119" y="39629"/>
                        <a:pt x="672" y="39181"/>
                      </a:cubicBezTo>
                      <a:cubicBezTo>
                        <a:pt x="-224" y="38285"/>
                        <a:pt x="-224" y="36942"/>
                        <a:pt x="672" y="36046"/>
                      </a:cubicBezTo>
                      <a:cubicBezTo>
                        <a:pt x="5150" y="31569"/>
                        <a:pt x="7836" y="26195"/>
                        <a:pt x="7836" y="19926"/>
                      </a:cubicBezTo>
                      <a:cubicBezTo>
                        <a:pt x="7836" y="13657"/>
                        <a:pt x="5150" y="7836"/>
                        <a:pt x="672" y="3806"/>
                      </a:cubicBezTo>
                      <a:cubicBezTo>
                        <a:pt x="-224" y="2910"/>
                        <a:pt x="-224" y="1567"/>
                        <a:pt x="672" y="672"/>
                      </a:cubicBezTo>
                      <a:cubicBezTo>
                        <a:pt x="1567" y="-224"/>
                        <a:pt x="2911" y="-224"/>
                        <a:pt x="3806" y="672"/>
                      </a:cubicBezTo>
                      <a:cubicBezTo>
                        <a:pt x="9179" y="5598"/>
                        <a:pt x="12314" y="12762"/>
                        <a:pt x="12314" y="20374"/>
                      </a:cubicBezTo>
                      <a:cubicBezTo>
                        <a:pt x="12314" y="27987"/>
                        <a:pt x="9179" y="34703"/>
                        <a:pt x="3806" y="40077"/>
                      </a:cubicBezTo>
                      <a:cubicBezTo>
                        <a:pt x="3806" y="39629"/>
                        <a:pt x="3358" y="40077"/>
                        <a:pt x="2463" y="4007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61" name="Freeform: Shape 4857">
                  <a:extLst>
                    <a:ext uri="{FF2B5EF4-FFF2-40B4-BE49-F238E27FC236}">
                      <a16:creationId xmlns:a16="http://schemas.microsoft.com/office/drawing/2014/main" id="{06A3648B-2CE0-EF3B-3CB2-177C115F4A76}"/>
                    </a:ext>
                  </a:extLst>
                </p:cNvPr>
                <p:cNvSpPr/>
                <p:nvPr/>
              </p:nvSpPr>
              <p:spPr>
                <a:xfrm>
                  <a:off x="3857828" y="6280448"/>
                  <a:ext cx="13433" cy="58212"/>
                </a:xfrm>
                <a:custGeom>
                  <a:avLst/>
                  <a:gdLst>
                    <a:gd name="connsiteX0" fmla="*/ 2463 w 13433"/>
                    <a:gd name="connsiteY0" fmla="*/ 62466 h 58211"/>
                    <a:gd name="connsiteX1" fmla="*/ 672 w 13433"/>
                    <a:gd name="connsiteY1" fmla="*/ 61570 h 58211"/>
                    <a:gd name="connsiteX2" fmla="*/ 672 w 13433"/>
                    <a:gd name="connsiteY2" fmla="*/ 58435 h 58211"/>
                    <a:gd name="connsiteX3" fmla="*/ 12762 w 13433"/>
                    <a:gd name="connsiteY3" fmla="*/ 31121 h 58211"/>
                    <a:gd name="connsiteX4" fmla="*/ 672 w 13433"/>
                    <a:gd name="connsiteY4" fmla="*/ 3806 h 58211"/>
                    <a:gd name="connsiteX5" fmla="*/ 672 w 13433"/>
                    <a:gd name="connsiteY5" fmla="*/ 672 h 58211"/>
                    <a:gd name="connsiteX6" fmla="*/ 3806 w 13433"/>
                    <a:gd name="connsiteY6" fmla="*/ 672 h 58211"/>
                    <a:gd name="connsiteX7" fmla="*/ 17240 w 13433"/>
                    <a:gd name="connsiteY7" fmla="*/ 31569 h 58211"/>
                    <a:gd name="connsiteX8" fmla="*/ 3806 w 13433"/>
                    <a:gd name="connsiteY8" fmla="*/ 62466 h 58211"/>
                    <a:gd name="connsiteX9" fmla="*/ 2463 w 13433"/>
                    <a:gd name="connsiteY9" fmla="*/ 62466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3" h="58211">
                      <a:moveTo>
                        <a:pt x="2463" y="62466"/>
                      </a:moveTo>
                      <a:cubicBezTo>
                        <a:pt x="2015" y="62466"/>
                        <a:pt x="1120" y="62018"/>
                        <a:pt x="672" y="61570"/>
                      </a:cubicBezTo>
                      <a:cubicBezTo>
                        <a:pt x="-224" y="60674"/>
                        <a:pt x="-224" y="59331"/>
                        <a:pt x="672" y="58435"/>
                      </a:cubicBezTo>
                      <a:cubicBezTo>
                        <a:pt x="8284" y="51271"/>
                        <a:pt x="12762" y="41420"/>
                        <a:pt x="12762" y="31121"/>
                      </a:cubicBezTo>
                      <a:cubicBezTo>
                        <a:pt x="12762" y="20822"/>
                        <a:pt x="8732" y="10971"/>
                        <a:pt x="672" y="3806"/>
                      </a:cubicBezTo>
                      <a:cubicBezTo>
                        <a:pt x="-224" y="2910"/>
                        <a:pt x="-224" y="1567"/>
                        <a:pt x="672" y="672"/>
                      </a:cubicBezTo>
                      <a:cubicBezTo>
                        <a:pt x="1567" y="-224"/>
                        <a:pt x="2911" y="-224"/>
                        <a:pt x="3806" y="672"/>
                      </a:cubicBezTo>
                      <a:cubicBezTo>
                        <a:pt x="12314" y="8732"/>
                        <a:pt x="17240" y="19479"/>
                        <a:pt x="17240" y="31569"/>
                      </a:cubicBezTo>
                      <a:cubicBezTo>
                        <a:pt x="17240" y="43211"/>
                        <a:pt x="12314" y="54405"/>
                        <a:pt x="3806" y="62466"/>
                      </a:cubicBezTo>
                      <a:cubicBezTo>
                        <a:pt x="3359" y="62018"/>
                        <a:pt x="2911" y="62466"/>
                        <a:pt x="2463" y="6246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62" name="Freeform: Shape 4858">
                  <a:extLst>
                    <a:ext uri="{FF2B5EF4-FFF2-40B4-BE49-F238E27FC236}">
                      <a16:creationId xmlns:a16="http://schemas.microsoft.com/office/drawing/2014/main" id="{77B00ACF-CB7B-17B1-78DD-33FA5BA8D858}"/>
                    </a:ext>
                  </a:extLst>
                </p:cNvPr>
                <p:cNvSpPr/>
                <p:nvPr/>
              </p:nvSpPr>
              <p:spPr>
                <a:xfrm>
                  <a:off x="3750585" y="6247089"/>
                  <a:ext cx="85079" cy="129857"/>
                </a:xfrm>
                <a:custGeom>
                  <a:avLst/>
                  <a:gdLst>
                    <a:gd name="connsiteX0" fmla="*/ 85526 w 85078"/>
                    <a:gd name="connsiteY0" fmla="*/ 129857 h 129856"/>
                    <a:gd name="connsiteX1" fmla="*/ 84183 w 85078"/>
                    <a:gd name="connsiteY1" fmla="*/ 129409 h 129856"/>
                    <a:gd name="connsiteX2" fmla="*/ 32240 w 85078"/>
                    <a:gd name="connsiteY2" fmla="*/ 88661 h 129856"/>
                    <a:gd name="connsiteX3" fmla="*/ 2239 w 85078"/>
                    <a:gd name="connsiteY3" fmla="*/ 88661 h 129856"/>
                    <a:gd name="connsiteX4" fmla="*/ 0 w 85078"/>
                    <a:gd name="connsiteY4" fmla="*/ 86422 h 129856"/>
                    <a:gd name="connsiteX5" fmla="*/ 0 w 85078"/>
                    <a:gd name="connsiteY5" fmla="*/ 43435 h 129856"/>
                    <a:gd name="connsiteX6" fmla="*/ 2239 w 85078"/>
                    <a:gd name="connsiteY6" fmla="*/ 41196 h 129856"/>
                    <a:gd name="connsiteX7" fmla="*/ 32240 w 85078"/>
                    <a:gd name="connsiteY7" fmla="*/ 41196 h 129856"/>
                    <a:gd name="connsiteX8" fmla="*/ 84183 w 85078"/>
                    <a:gd name="connsiteY8" fmla="*/ 448 h 129856"/>
                    <a:gd name="connsiteX9" fmla="*/ 86422 w 85078"/>
                    <a:gd name="connsiteY9" fmla="*/ 0 h 129856"/>
                    <a:gd name="connsiteX10" fmla="*/ 87765 w 85078"/>
                    <a:gd name="connsiteY10" fmla="*/ 2239 h 129856"/>
                    <a:gd name="connsiteX11" fmla="*/ 87765 w 85078"/>
                    <a:gd name="connsiteY11" fmla="*/ 128065 h 129856"/>
                    <a:gd name="connsiteX12" fmla="*/ 86422 w 85078"/>
                    <a:gd name="connsiteY12" fmla="*/ 130304 h 129856"/>
                    <a:gd name="connsiteX13" fmla="*/ 85526 w 85078"/>
                    <a:gd name="connsiteY13" fmla="*/ 129857 h 129856"/>
                    <a:gd name="connsiteX14" fmla="*/ 4478 w 85078"/>
                    <a:gd name="connsiteY14" fmla="*/ 83736 h 129856"/>
                    <a:gd name="connsiteX15" fmla="*/ 33136 w 85078"/>
                    <a:gd name="connsiteY15" fmla="*/ 83736 h 129856"/>
                    <a:gd name="connsiteX16" fmla="*/ 34479 w 85078"/>
                    <a:gd name="connsiteY16" fmla="*/ 84183 h 129856"/>
                    <a:gd name="connsiteX17" fmla="*/ 83287 w 85078"/>
                    <a:gd name="connsiteY17" fmla="*/ 122692 h 129856"/>
                    <a:gd name="connsiteX18" fmla="*/ 83287 w 85078"/>
                    <a:gd name="connsiteY18" fmla="*/ 5821 h 129856"/>
                    <a:gd name="connsiteX19" fmla="*/ 34479 w 85078"/>
                    <a:gd name="connsiteY19" fmla="*/ 44331 h 129856"/>
                    <a:gd name="connsiteX20" fmla="*/ 33136 w 85078"/>
                    <a:gd name="connsiteY20" fmla="*/ 44778 h 129856"/>
                    <a:gd name="connsiteX21" fmla="*/ 4478 w 85078"/>
                    <a:gd name="connsiteY21" fmla="*/ 44778 h 129856"/>
                    <a:gd name="connsiteX22" fmla="*/ 4478 w 85078"/>
                    <a:gd name="connsiteY22" fmla="*/ 83736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078" h="129856">
                      <a:moveTo>
                        <a:pt x="85526" y="129857"/>
                      </a:moveTo>
                      <a:cubicBezTo>
                        <a:pt x="85079" y="129857"/>
                        <a:pt x="84631" y="129857"/>
                        <a:pt x="84183" y="129409"/>
                      </a:cubicBezTo>
                      <a:lnTo>
                        <a:pt x="32240" y="88661"/>
                      </a:lnTo>
                      <a:lnTo>
                        <a:pt x="2239" y="88661"/>
                      </a:lnTo>
                      <a:cubicBezTo>
                        <a:pt x="896" y="88661"/>
                        <a:pt x="0" y="87765"/>
                        <a:pt x="0" y="86422"/>
                      </a:cubicBezTo>
                      <a:lnTo>
                        <a:pt x="0" y="43435"/>
                      </a:lnTo>
                      <a:cubicBezTo>
                        <a:pt x="0" y="42092"/>
                        <a:pt x="896" y="41196"/>
                        <a:pt x="2239" y="41196"/>
                      </a:cubicBezTo>
                      <a:lnTo>
                        <a:pt x="32240" y="41196"/>
                      </a:lnTo>
                      <a:lnTo>
                        <a:pt x="84183" y="448"/>
                      </a:lnTo>
                      <a:cubicBezTo>
                        <a:pt x="85079" y="0"/>
                        <a:pt x="85974" y="0"/>
                        <a:pt x="86422" y="0"/>
                      </a:cubicBezTo>
                      <a:cubicBezTo>
                        <a:pt x="87317" y="448"/>
                        <a:pt x="87765" y="1344"/>
                        <a:pt x="87765" y="2239"/>
                      </a:cubicBezTo>
                      <a:lnTo>
                        <a:pt x="87765" y="128065"/>
                      </a:lnTo>
                      <a:cubicBezTo>
                        <a:pt x="87765" y="128961"/>
                        <a:pt x="87317" y="129857"/>
                        <a:pt x="86422" y="130304"/>
                      </a:cubicBezTo>
                      <a:cubicBezTo>
                        <a:pt x="85974" y="129409"/>
                        <a:pt x="85526" y="129857"/>
                        <a:pt x="85526" y="129857"/>
                      </a:cubicBezTo>
                      <a:close/>
                      <a:moveTo>
                        <a:pt x="4478" y="83736"/>
                      </a:moveTo>
                      <a:lnTo>
                        <a:pt x="33136" y="83736"/>
                      </a:lnTo>
                      <a:cubicBezTo>
                        <a:pt x="33584" y="83736"/>
                        <a:pt x="34031" y="83736"/>
                        <a:pt x="34479" y="84183"/>
                      </a:cubicBezTo>
                      <a:lnTo>
                        <a:pt x="83287" y="122692"/>
                      </a:lnTo>
                      <a:lnTo>
                        <a:pt x="83287" y="5821"/>
                      </a:lnTo>
                      <a:lnTo>
                        <a:pt x="34479" y="44331"/>
                      </a:lnTo>
                      <a:cubicBezTo>
                        <a:pt x="34031" y="44778"/>
                        <a:pt x="33584" y="44778"/>
                        <a:pt x="33136" y="44778"/>
                      </a:cubicBezTo>
                      <a:lnTo>
                        <a:pt x="4478" y="44778"/>
                      </a:lnTo>
                      <a:lnTo>
                        <a:pt x="4478" y="8373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63" name="Group 4859">
                <a:extLst>
                  <a:ext uri="{FF2B5EF4-FFF2-40B4-BE49-F238E27FC236}">
                    <a16:creationId xmlns:a16="http://schemas.microsoft.com/office/drawing/2014/main" id="{762DE0F0-4513-F234-598E-93DE80BF85B1}"/>
                  </a:ext>
                  <a:ext uri="{C183D7F6-B498-43B3-948B-1728B52AA6E4}">
                    <adec:decorative xmlns:adec="http://schemas.microsoft.com/office/drawing/2017/decorative" val="1"/>
                  </a:ext>
                </a:extLst>
              </p:cNvPr>
              <p:cNvGrpSpPr>
                <a:grpSpLocks noChangeAspect="1"/>
              </p:cNvGrpSpPr>
              <p:nvPr/>
            </p:nvGrpSpPr>
            <p:grpSpPr>
              <a:xfrm>
                <a:off x="9271524" y="2787903"/>
                <a:ext cx="120677" cy="129857"/>
                <a:chOff x="3490871" y="6247089"/>
                <a:chExt cx="120677" cy="129857"/>
              </a:xfrm>
            </p:grpSpPr>
            <p:sp>
              <p:nvSpPr>
                <p:cNvPr id="964" name="Freeform: Shape 4860">
                  <a:extLst>
                    <a:ext uri="{FF2B5EF4-FFF2-40B4-BE49-F238E27FC236}">
                      <a16:creationId xmlns:a16="http://schemas.microsoft.com/office/drawing/2014/main" id="{F10A4FFA-0A89-2554-C876-EC8046136AB3}"/>
                    </a:ext>
                  </a:extLst>
                </p:cNvPr>
                <p:cNvSpPr/>
                <p:nvPr/>
              </p:nvSpPr>
              <p:spPr>
                <a:xfrm>
                  <a:off x="3587816" y="6291643"/>
                  <a:ext cx="8956" cy="35823"/>
                </a:xfrm>
                <a:custGeom>
                  <a:avLst/>
                  <a:gdLst>
                    <a:gd name="connsiteX0" fmla="*/ 2463 w 8955"/>
                    <a:gd name="connsiteY0" fmla="*/ 40077 h 35822"/>
                    <a:gd name="connsiteX1" fmla="*/ 672 w 8955"/>
                    <a:gd name="connsiteY1" fmla="*/ 39181 h 35822"/>
                    <a:gd name="connsiteX2" fmla="*/ 672 w 8955"/>
                    <a:gd name="connsiteY2" fmla="*/ 36046 h 35822"/>
                    <a:gd name="connsiteX3" fmla="*/ 7836 w 8955"/>
                    <a:gd name="connsiteY3" fmla="*/ 19926 h 35822"/>
                    <a:gd name="connsiteX4" fmla="*/ 672 w 8955"/>
                    <a:gd name="connsiteY4" fmla="*/ 3806 h 35822"/>
                    <a:gd name="connsiteX5" fmla="*/ 672 w 8955"/>
                    <a:gd name="connsiteY5" fmla="*/ 672 h 35822"/>
                    <a:gd name="connsiteX6" fmla="*/ 3806 w 8955"/>
                    <a:gd name="connsiteY6" fmla="*/ 672 h 35822"/>
                    <a:gd name="connsiteX7" fmla="*/ 12314 w 8955"/>
                    <a:gd name="connsiteY7" fmla="*/ 20374 h 35822"/>
                    <a:gd name="connsiteX8" fmla="*/ 3806 w 8955"/>
                    <a:gd name="connsiteY8" fmla="*/ 40077 h 35822"/>
                    <a:gd name="connsiteX9" fmla="*/ 2463 w 8955"/>
                    <a:gd name="connsiteY9" fmla="*/ 40077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55" h="35822">
                      <a:moveTo>
                        <a:pt x="2463" y="40077"/>
                      </a:moveTo>
                      <a:cubicBezTo>
                        <a:pt x="2015" y="40077"/>
                        <a:pt x="1119" y="39629"/>
                        <a:pt x="672" y="39181"/>
                      </a:cubicBezTo>
                      <a:cubicBezTo>
                        <a:pt x="-224" y="38285"/>
                        <a:pt x="-224" y="36942"/>
                        <a:pt x="672" y="36046"/>
                      </a:cubicBezTo>
                      <a:cubicBezTo>
                        <a:pt x="5150" y="31569"/>
                        <a:pt x="7836" y="26195"/>
                        <a:pt x="7836" y="19926"/>
                      </a:cubicBezTo>
                      <a:cubicBezTo>
                        <a:pt x="7836" y="13657"/>
                        <a:pt x="5150" y="7836"/>
                        <a:pt x="672" y="3806"/>
                      </a:cubicBezTo>
                      <a:cubicBezTo>
                        <a:pt x="-224" y="2910"/>
                        <a:pt x="-224" y="1567"/>
                        <a:pt x="672" y="672"/>
                      </a:cubicBezTo>
                      <a:cubicBezTo>
                        <a:pt x="1567" y="-224"/>
                        <a:pt x="2911" y="-224"/>
                        <a:pt x="3806" y="672"/>
                      </a:cubicBezTo>
                      <a:cubicBezTo>
                        <a:pt x="9180" y="5598"/>
                        <a:pt x="12314" y="12762"/>
                        <a:pt x="12314" y="20374"/>
                      </a:cubicBezTo>
                      <a:cubicBezTo>
                        <a:pt x="12314" y="27987"/>
                        <a:pt x="9180" y="34703"/>
                        <a:pt x="3806" y="40077"/>
                      </a:cubicBezTo>
                      <a:cubicBezTo>
                        <a:pt x="3358" y="39629"/>
                        <a:pt x="2911" y="40077"/>
                        <a:pt x="2463" y="4007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65" name="Freeform: Shape 4861">
                  <a:extLst>
                    <a:ext uri="{FF2B5EF4-FFF2-40B4-BE49-F238E27FC236}">
                      <a16:creationId xmlns:a16="http://schemas.microsoft.com/office/drawing/2014/main" id="{839E62C6-2E1C-ACAF-CF82-3E9D22F3C956}"/>
                    </a:ext>
                  </a:extLst>
                </p:cNvPr>
                <p:cNvSpPr/>
                <p:nvPr/>
              </p:nvSpPr>
              <p:spPr>
                <a:xfrm>
                  <a:off x="3598115" y="6280448"/>
                  <a:ext cx="13433" cy="58212"/>
                </a:xfrm>
                <a:custGeom>
                  <a:avLst/>
                  <a:gdLst>
                    <a:gd name="connsiteX0" fmla="*/ 2463 w 13433"/>
                    <a:gd name="connsiteY0" fmla="*/ 62466 h 58211"/>
                    <a:gd name="connsiteX1" fmla="*/ 672 w 13433"/>
                    <a:gd name="connsiteY1" fmla="*/ 61570 h 58211"/>
                    <a:gd name="connsiteX2" fmla="*/ 672 w 13433"/>
                    <a:gd name="connsiteY2" fmla="*/ 58435 h 58211"/>
                    <a:gd name="connsiteX3" fmla="*/ 12762 w 13433"/>
                    <a:gd name="connsiteY3" fmla="*/ 31121 h 58211"/>
                    <a:gd name="connsiteX4" fmla="*/ 672 w 13433"/>
                    <a:gd name="connsiteY4" fmla="*/ 3806 h 58211"/>
                    <a:gd name="connsiteX5" fmla="*/ 672 w 13433"/>
                    <a:gd name="connsiteY5" fmla="*/ 672 h 58211"/>
                    <a:gd name="connsiteX6" fmla="*/ 3806 w 13433"/>
                    <a:gd name="connsiteY6" fmla="*/ 672 h 58211"/>
                    <a:gd name="connsiteX7" fmla="*/ 17240 w 13433"/>
                    <a:gd name="connsiteY7" fmla="*/ 31569 h 58211"/>
                    <a:gd name="connsiteX8" fmla="*/ 3806 w 13433"/>
                    <a:gd name="connsiteY8" fmla="*/ 62466 h 58211"/>
                    <a:gd name="connsiteX9" fmla="*/ 2463 w 13433"/>
                    <a:gd name="connsiteY9" fmla="*/ 62466 h 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3" h="58211">
                      <a:moveTo>
                        <a:pt x="2463" y="62466"/>
                      </a:moveTo>
                      <a:cubicBezTo>
                        <a:pt x="2015" y="62466"/>
                        <a:pt x="1120" y="62018"/>
                        <a:pt x="672" y="61570"/>
                      </a:cubicBezTo>
                      <a:cubicBezTo>
                        <a:pt x="-224" y="60674"/>
                        <a:pt x="-224" y="59331"/>
                        <a:pt x="672" y="58435"/>
                      </a:cubicBezTo>
                      <a:cubicBezTo>
                        <a:pt x="8284" y="51271"/>
                        <a:pt x="12762" y="41420"/>
                        <a:pt x="12762" y="31121"/>
                      </a:cubicBezTo>
                      <a:cubicBezTo>
                        <a:pt x="12762" y="20822"/>
                        <a:pt x="8732" y="10971"/>
                        <a:pt x="672" y="3806"/>
                      </a:cubicBezTo>
                      <a:cubicBezTo>
                        <a:pt x="-224" y="2910"/>
                        <a:pt x="-224" y="1567"/>
                        <a:pt x="672" y="672"/>
                      </a:cubicBezTo>
                      <a:cubicBezTo>
                        <a:pt x="1567" y="-224"/>
                        <a:pt x="2911" y="-224"/>
                        <a:pt x="3806" y="672"/>
                      </a:cubicBezTo>
                      <a:cubicBezTo>
                        <a:pt x="12314" y="8732"/>
                        <a:pt x="17240" y="19479"/>
                        <a:pt x="17240" y="31569"/>
                      </a:cubicBezTo>
                      <a:cubicBezTo>
                        <a:pt x="17240" y="43211"/>
                        <a:pt x="12314" y="54405"/>
                        <a:pt x="3806" y="62466"/>
                      </a:cubicBezTo>
                      <a:cubicBezTo>
                        <a:pt x="3806" y="62018"/>
                        <a:pt x="2911" y="62466"/>
                        <a:pt x="2463" y="62466"/>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66" name="Freeform: Shape 4862">
                  <a:extLst>
                    <a:ext uri="{FF2B5EF4-FFF2-40B4-BE49-F238E27FC236}">
                      <a16:creationId xmlns:a16="http://schemas.microsoft.com/office/drawing/2014/main" id="{4E43A75D-63FC-2534-F879-21F299ED4231}"/>
                    </a:ext>
                  </a:extLst>
                </p:cNvPr>
                <p:cNvSpPr/>
                <p:nvPr/>
              </p:nvSpPr>
              <p:spPr>
                <a:xfrm>
                  <a:off x="3490871" y="6247089"/>
                  <a:ext cx="85079" cy="129857"/>
                </a:xfrm>
                <a:custGeom>
                  <a:avLst/>
                  <a:gdLst>
                    <a:gd name="connsiteX0" fmla="*/ 85526 w 85078"/>
                    <a:gd name="connsiteY0" fmla="*/ 129857 h 129856"/>
                    <a:gd name="connsiteX1" fmla="*/ 84183 w 85078"/>
                    <a:gd name="connsiteY1" fmla="*/ 129409 h 129856"/>
                    <a:gd name="connsiteX2" fmla="*/ 32240 w 85078"/>
                    <a:gd name="connsiteY2" fmla="*/ 88661 h 129856"/>
                    <a:gd name="connsiteX3" fmla="*/ 2239 w 85078"/>
                    <a:gd name="connsiteY3" fmla="*/ 88661 h 129856"/>
                    <a:gd name="connsiteX4" fmla="*/ 0 w 85078"/>
                    <a:gd name="connsiteY4" fmla="*/ 86422 h 129856"/>
                    <a:gd name="connsiteX5" fmla="*/ 0 w 85078"/>
                    <a:gd name="connsiteY5" fmla="*/ 43435 h 129856"/>
                    <a:gd name="connsiteX6" fmla="*/ 2239 w 85078"/>
                    <a:gd name="connsiteY6" fmla="*/ 41196 h 129856"/>
                    <a:gd name="connsiteX7" fmla="*/ 32240 w 85078"/>
                    <a:gd name="connsiteY7" fmla="*/ 41196 h 129856"/>
                    <a:gd name="connsiteX8" fmla="*/ 84183 w 85078"/>
                    <a:gd name="connsiteY8" fmla="*/ 448 h 129856"/>
                    <a:gd name="connsiteX9" fmla="*/ 86422 w 85078"/>
                    <a:gd name="connsiteY9" fmla="*/ 0 h 129856"/>
                    <a:gd name="connsiteX10" fmla="*/ 87765 w 85078"/>
                    <a:gd name="connsiteY10" fmla="*/ 2239 h 129856"/>
                    <a:gd name="connsiteX11" fmla="*/ 87765 w 85078"/>
                    <a:gd name="connsiteY11" fmla="*/ 128065 h 129856"/>
                    <a:gd name="connsiteX12" fmla="*/ 86422 w 85078"/>
                    <a:gd name="connsiteY12" fmla="*/ 130304 h 129856"/>
                    <a:gd name="connsiteX13" fmla="*/ 85526 w 85078"/>
                    <a:gd name="connsiteY13" fmla="*/ 129857 h 129856"/>
                    <a:gd name="connsiteX14" fmla="*/ 4478 w 85078"/>
                    <a:gd name="connsiteY14" fmla="*/ 83736 h 129856"/>
                    <a:gd name="connsiteX15" fmla="*/ 33136 w 85078"/>
                    <a:gd name="connsiteY15" fmla="*/ 83736 h 129856"/>
                    <a:gd name="connsiteX16" fmla="*/ 34479 w 85078"/>
                    <a:gd name="connsiteY16" fmla="*/ 84183 h 129856"/>
                    <a:gd name="connsiteX17" fmla="*/ 83287 w 85078"/>
                    <a:gd name="connsiteY17" fmla="*/ 122692 h 129856"/>
                    <a:gd name="connsiteX18" fmla="*/ 83287 w 85078"/>
                    <a:gd name="connsiteY18" fmla="*/ 5821 h 129856"/>
                    <a:gd name="connsiteX19" fmla="*/ 34479 w 85078"/>
                    <a:gd name="connsiteY19" fmla="*/ 44331 h 129856"/>
                    <a:gd name="connsiteX20" fmla="*/ 33136 w 85078"/>
                    <a:gd name="connsiteY20" fmla="*/ 44778 h 129856"/>
                    <a:gd name="connsiteX21" fmla="*/ 4478 w 85078"/>
                    <a:gd name="connsiteY21" fmla="*/ 44778 h 129856"/>
                    <a:gd name="connsiteX22" fmla="*/ 4478 w 85078"/>
                    <a:gd name="connsiteY22" fmla="*/ 83736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078" h="129856">
                      <a:moveTo>
                        <a:pt x="85526" y="129857"/>
                      </a:moveTo>
                      <a:cubicBezTo>
                        <a:pt x="85079" y="129857"/>
                        <a:pt x="84631" y="129857"/>
                        <a:pt x="84183" y="129409"/>
                      </a:cubicBezTo>
                      <a:lnTo>
                        <a:pt x="32240" y="88661"/>
                      </a:lnTo>
                      <a:lnTo>
                        <a:pt x="2239" y="88661"/>
                      </a:lnTo>
                      <a:cubicBezTo>
                        <a:pt x="896" y="88661"/>
                        <a:pt x="0" y="87765"/>
                        <a:pt x="0" y="86422"/>
                      </a:cubicBezTo>
                      <a:lnTo>
                        <a:pt x="0" y="43435"/>
                      </a:lnTo>
                      <a:cubicBezTo>
                        <a:pt x="0" y="42092"/>
                        <a:pt x="896" y="41196"/>
                        <a:pt x="2239" y="41196"/>
                      </a:cubicBezTo>
                      <a:lnTo>
                        <a:pt x="32240" y="41196"/>
                      </a:lnTo>
                      <a:lnTo>
                        <a:pt x="84183" y="448"/>
                      </a:lnTo>
                      <a:cubicBezTo>
                        <a:pt x="85079" y="0"/>
                        <a:pt x="85974" y="0"/>
                        <a:pt x="86422" y="0"/>
                      </a:cubicBezTo>
                      <a:cubicBezTo>
                        <a:pt x="87317" y="448"/>
                        <a:pt x="87765" y="1344"/>
                        <a:pt x="87765" y="2239"/>
                      </a:cubicBezTo>
                      <a:lnTo>
                        <a:pt x="87765" y="128065"/>
                      </a:lnTo>
                      <a:cubicBezTo>
                        <a:pt x="87765" y="128961"/>
                        <a:pt x="87317" y="129857"/>
                        <a:pt x="86422" y="130304"/>
                      </a:cubicBezTo>
                      <a:cubicBezTo>
                        <a:pt x="85974" y="129409"/>
                        <a:pt x="85526" y="129857"/>
                        <a:pt x="85526" y="129857"/>
                      </a:cubicBezTo>
                      <a:close/>
                      <a:moveTo>
                        <a:pt x="4478" y="83736"/>
                      </a:moveTo>
                      <a:lnTo>
                        <a:pt x="33136" y="83736"/>
                      </a:lnTo>
                      <a:cubicBezTo>
                        <a:pt x="33584" y="83736"/>
                        <a:pt x="34031" y="83736"/>
                        <a:pt x="34479" y="84183"/>
                      </a:cubicBezTo>
                      <a:lnTo>
                        <a:pt x="83287" y="122692"/>
                      </a:lnTo>
                      <a:lnTo>
                        <a:pt x="83287" y="5821"/>
                      </a:lnTo>
                      <a:lnTo>
                        <a:pt x="34479" y="44331"/>
                      </a:lnTo>
                      <a:cubicBezTo>
                        <a:pt x="34031" y="44778"/>
                        <a:pt x="33584" y="44778"/>
                        <a:pt x="33136" y="44778"/>
                      </a:cubicBezTo>
                      <a:lnTo>
                        <a:pt x="4478" y="44778"/>
                      </a:lnTo>
                      <a:lnTo>
                        <a:pt x="4478" y="8373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967" name="Group 4863">
                <a:extLst>
                  <a:ext uri="{FF2B5EF4-FFF2-40B4-BE49-F238E27FC236}">
                    <a16:creationId xmlns:a16="http://schemas.microsoft.com/office/drawing/2014/main" id="{043C33C6-F228-8C69-DF35-83D9347F0E99}"/>
                  </a:ext>
                  <a:ext uri="{C183D7F6-B498-43B3-948B-1728B52AA6E4}">
                    <adec:decorative xmlns:adec="http://schemas.microsoft.com/office/drawing/2017/decorative" val="1"/>
                  </a:ext>
                </a:extLst>
              </p:cNvPr>
              <p:cNvGrpSpPr>
                <a:grpSpLocks noChangeAspect="1"/>
              </p:cNvGrpSpPr>
              <p:nvPr/>
            </p:nvGrpSpPr>
            <p:grpSpPr>
              <a:xfrm>
                <a:off x="9014497" y="2787903"/>
                <a:ext cx="105901" cy="129857"/>
                <a:chOff x="3233844" y="6247089"/>
                <a:chExt cx="105901" cy="129857"/>
              </a:xfrm>
            </p:grpSpPr>
            <p:sp>
              <p:nvSpPr>
                <p:cNvPr id="968" name="Freeform: Shape 4864">
                  <a:extLst>
                    <a:ext uri="{FF2B5EF4-FFF2-40B4-BE49-F238E27FC236}">
                      <a16:creationId xmlns:a16="http://schemas.microsoft.com/office/drawing/2014/main" id="{D1F14472-FB3D-8423-1521-5B59E71A5ED6}"/>
                    </a:ext>
                  </a:extLst>
                </p:cNvPr>
                <p:cNvSpPr/>
                <p:nvPr/>
              </p:nvSpPr>
              <p:spPr>
                <a:xfrm>
                  <a:off x="3330789" y="6291643"/>
                  <a:ext cx="8956" cy="35823"/>
                </a:xfrm>
                <a:custGeom>
                  <a:avLst/>
                  <a:gdLst>
                    <a:gd name="connsiteX0" fmla="*/ 2463 w 8955"/>
                    <a:gd name="connsiteY0" fmla="*/ 40077 h 35822"/>
                    <a:gd name="connsiteX1" fmla="*/ 672 w 8955"/>
                    <a:gd name="connsiteY1" fmla="*/ 39181 h 35822"/>
                    <a:gd name="connsiteX2" fmla="*/ 672 w 8955"/>
                    <a:gd name="connsiteY2" fmla="*/ 36046 h 35822"/>
                    <a:gd name="connsiteX3" fmla="*/ 7836 w 8955"/>
                    <a:gd name="connsiteY3" fmla="*/ 19926 h 35822"/>
                    <a:gd name="connsiteX4" fmla="*/ 672 w 8955"/>
                    <a:gd name="connsiteY4" fmla="*/ 3806 h 35822"/>
                    <a:gd name="connsiteX5" fmla="*/ 672 w 8955"/>
                    <a:gd name="connsiteY5" fmla="*/ 672 h 35822"/>
                    <a:gd name="connsiteX6" fmla="*/ 3806 w 8955"/>
                    <a:gd name="connsiteY6" fmla="*/ 672 h 35822"/>
                    <a:gd name="connsiteX7" fmla="*/ 12314 w 8955"/>
                    <a:gd name="connsiteY7" fmla="*/ 20374 h 35822"/>
                    <a:gd name="connsiteX8" fmla="*/ 3806 w 8955"/>
                    <a:gd name="connsiteY8" fmla="*/ 40077 h 35822"/>
                    <a:gd name="connsiteX9" fmla="*/ 2463 w 8955"/>
                    <a:gd name="connsiteY9" fmla="*/ 40077 h 3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55" h="35822">
                      <a:moveTo>
                        <a:pt x="2463" y="40077"/>
                      </a:moveTo>
                      <a:cubicBezTo>
                        <a:pt x="2015" y="40077"/>
                        <a:pt x="1119" y="39629"/>
                        <a:pt x="672" y="39181"/>
                      </a:cubicBezTo>
                      <a:cubicBezTo>
                        <a:pt x="-224" y="38285"/>
                        <a:pt x="-224" y="36942"/>
                        <a:pt x="672" y="36046"/>
                      </a:cubicBezTo>
                      <a:cubicBezTo>
                        <a:pt x="5149" y="31569"/>
                        <a:pt x="7836" y="26195"/>
                        <a:pt x="7836" y="19926"/>
                      </a:cubicBezTo>
                      <a:cubicBezTo>
                        <a:pt x="7836" y="13657"/>
                        <a:pt x="5149" y="7836"/>
                        <a:pt x="672" y="3806"/>
                      </a:cubicBezTo>
                      <a:cubicBezTo>
                        <a:pt x="-224" y="2910"/>
                        <a:pt x="-224" y="1567"/>
                        <a:pt x="672" y="672"/>
                      </a:cubicBezTo>
                      <a:cubicBezTo>
                        <a:pt x="1567" y="-224"/>
                        <a:pt x="2910" y="-224"/>
                        <a:pt x="3806" y="672"/>
                      </a:cubicBezTo>
                      <a:cubicBezTo>
                        <a:pt x="9179" y="5598"/>
                        <a:pt x="12314" y="12762"/>
                        <a:pt x="12314" y="20374"/>
                      </a:cubicBezTo>
                      <a:cubicBezTo>
                        <a:pt x="12314" y="27987"/>
                        <a:pt x="9179" y="34703"/>
                        <a:pt x="3806" y="40077"/>
                      </a:cubicBezTo>
                      <a:cubicBezTo>
                        <a:pt x="3806" y="39629"/>
                        <a:pt x="2910" y="40077"/>
                        <a:pt x="2463" y="40077"/>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69" name="Freeform: Shape 4865">
                  <a:extLst>
                    <a:ext uri="{FF2B5EF4-FFF2-40B4-BE49-F238E27FC236}">
                      <a16:creationId xmlns:a16="http://schemas.microsoft.com/office/drawing/2014/main" id="{B7E6A39D-E08E-7AA3-115E-1AE395B770D1}"/>
                    </a:ext>
                  </a:extLst>
                </p:cNvPr>
                <p:cNvSpPr/>
                <p:nvPr/>
              </p:nvSpPr>
              <p:spPr>
                <a:xfrm>
                  <a:off x="3233844" y="6247089"/>
                  <a:ext cx="85079" cy="129857"/>
                </a:xfrm>
                <a:custGeom>
                  <a:avLst/>
                  <a:gdLst>
                    <a:gd name="connsiteX0" fmla="*/ 85526 w 85078"/>
                    <a:gd name="connsiteY0" fmla="*/ 129857 h 129856"/>
                    <a:gd name="connsiteX1" fmla="*/ 84183 w 85078"/>
                    <a:gd name="connsiteY1" fmla="*/ 129409 h 129856"/>
                    <a:gd name="connsiteX2" fmla="*/ 32240 w 85078"/>
                    <a:gd name="connsiteY2" fmla="*/ 88661 h 129856"/>
                    <a:gd name="connsiteX3" fmla="*/ 2239 w 85078"/>
                    <a:gd name="connsiteY3" fmla="*/ 88661 h 129856"/>
                    <a:gd name="connsiteX4" fmla="*/ 0 w 85078"/>
                    <a:gd name="connsiteY4" fmla="*/ 86422 h 129856"/>
                    <a:gd name="connsiteX5" fmla="*/ 0 w 85078"/>
                    <a:gd name="connsiteY5" fmla="*/ 43435 h 129856"/>
                    <a:gd name="connsiteX6" fmla="*/ 2239 w 85078"/>
                    <a:gd name="connsiteY6" fmla="*/ 41196 h 129856"/>
                    <a:gd name="connsiteX7" fmla="*/ 32240 w 85078"/>
                    <a:gd name="connsiteY7" fmla="*/ 41196 h 129856"/>
                    <a:gd name="connsiteX8" fmla="*/ 84183 w 85078"/>
                    <a:gd name="connsiteY8" fmla="*/ 448 h 129856"/>
                    <a:gd name="connsiteX9" fmla="*/ 86422 w 85078"/>
                    <a:gd name="connsiteY9" fmla="*/ 0 h 129856"/>
                    <a:gd name="connsiteX10" fmla="*/ 87765 w 85078"/>
                    <a:gd name="connsiteY10" fmla="*/ 2239 h 129856"/>
                    <a:gd name="connsiteX11" fmla="*/ 87765 w 85078"/>
                    <a:gd name="connsiteY11" fmla="*/ 128065 h 129856"/>
                    <a:gd name="connsiteX12" fmla="*/ 86422 w 85078"/>
                    <a:gd name="connsiteY12" fmla="*/ 130304 h 129856"/>
                    <a:gd name="connsiteX13" fmla="*/ 85526 w 85078"/>
                    <a:gd name="connsiteY13" fmla="*/ 129857 h 129856"/>
                    <a:gd name="connsiteX14" fmla="*/ 4926 w 85078"/>
                    <a:gd name="connsiteY14" fmla="*/ 83736 h 129856"/>
                    <a:gd name="connsiteX15" fmla="*/ 33584 w 85078"/>
                    <a:gd name="connsiteY15" fmla="*/ 83736 h 129856"/>
                    <a:gd name="connsiteX16" fmla="*/ 34927 w 85078"/>
                    <a:gd name="connsiteY16" fmla="*/ 84183 h 129856"/>
                    <a:gd name="connsiteX17" fmla="*/ 83735 w 85078"/>
                    <a:gd name="connsiteY17" fmla="*/ 122692 h 129856"/>
                    <a:gd name="connsiteX18" fmla="*/ 83735 w 85078"/>
                    <a:gd name="connsiteY18" fmla="*/ 5821 h 129856"/>
                    <a:gd name="connsiteX19" fmla="*/ 34927 w 85078"/>
                    <a:gd name="connsiteY19" fmla="*/ 44331 h 129856"/>
                    <a:gd name="connsiteX20" fmla="*/ 33584 w 85078"/>
                    <a:gd name="connsiteY20" fmla="*/ 44778 h 129856"/>
                    <a:gd name="connsiteX21" fmla="*/ 4926 w 85078"/>
                    <a:gd name="connsiteY21" fmla="*/ 44778 h 129856"/>
                    <a:gd name="connsiteX22" fmla="*/ 4926 w 85078"/>
                    <a:gd name="connsiteY22" fmla="*/ 83736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078" h="129856">
                      <a:moveTo>
                        <a:pt x="85526" y="129857"/>
                      </a:moveTo>
                      <a:cubicBezTo>
                        <a:pt x="85079" y="129857"/>
                        <a:pt x="84631" y="129857"/>
                        <a:pt x="84183" y="129409"/>
                      </a:cubicBezTo>
                      <a:lnTo>
                        <a:pt x="32240" y="88661"/>
                      </a:lnTo>
                      <a:lnTo>
                        <a:pt x="2239" y="88661"/>
                      </a:lnTo>
                      <a:cubicBezTo>
                        <a:pt x="896" y="88661"/>
                        <a:pt x="0" y="87765"/>
                        <a:pt x="0" y="86422"/>
                      </a:cubicBezTo>
                      <a:lnTo>
                        <a:pt x="0" y="43435"/>
                      </a:lnTo>
                      <a:cubicBezTo>
                        <a:pt x="0" y="42092"/>
                        <a:pt x="896" y="41196"/>
                        <a:pt x="2239" y="41196"/>
                      </a:cubicBezTo>
                      <a:lnTo>
                        <a:pt x="32240" y="41196"/>
                      </a:lnTo>
                      <a:lnTo>
                        <a:pt x="84183" y="448"/>
                      </a:lnTo>
                      <a:cubicBezTo>
                        <a:pt x="85079" y="0"/>
                        <a:pt x="85974" y="0"/>
                        <a:pt x="86422" y="0"/>
                      </a:cubicBezTo>
                      <a:cubicBezTo>
                        <a:pt x="87317" y="448"/>
                        <a:pt x="87765" y="1344"/>
                        <a:pt x="87765" y="2239"/>
                      </a:cubicBezTo>
                      <a:lnTo>
                        <a:pt x="87765" y="128065"/>
                      </a:lnTo>
                      <a:cubicBezTo>
                        <a:pt x="87765" y="128961"/>
                        <a:pt x="87317" y="129857"/>
                        <a:pt x="86422" y="130304"/>
                      </a:cubicBezTo>
                      <a:cubicBezTo>
                        <a:pt x="86422" y="129409"/>
                        <a:pt x="85974" y="129857"/>
                        <a:pt x="85526" y="129857"/>
                      </a:cubicBezTo>
                      <a:close/>
                      <a:moveTo>
                        <a:pt x="4926" y="83736"/>
                      </a:moveTo>
                      <a:lnTo>
                        <a:pt x="33584" y="83736"/>
                      </a:lnTo>
                      <a:cubicBezTo>
                        <a:pt x="34032" y="83736"/>
                        <a:pt x="34479" y="83736"/>
                        <a:pt x="34927" y="84183"/>
                      </a:cubicBezTo>
                      <a:lnTo>
                        <a:pt x="83735" y="122692"/>
                      </a:lnTo>
                      <a:lnTo>
                        <a:pt x="83735" y="5821"/>
                      </a:lnTo>
                      <a:lnTo>
                        <a:pt x="34927" y="44331"/>
                      </a:lnTo>
                      <a:cubicBezTo>
                        <a:pt x="34479" y="44778"/>
                        <a:pt x="34032" y="44778"/>
                        <a:pt x="33584" y="44778"/>
                      </a:cubicBezTo>
                      <a:lnTo>
                        <a:pt x="4926" y="44778"/>
                      </a:lnTo>
                      <a:lnTo>
                        <a:pt x="4926" y="8373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970" name="Freeform: Shape 4866">
                <a:extLst>
                  <a:ext uri="{FF2B5EF4-FFF2-40B4-BE49-F238E27FC236}">
                    <a16:creationId xmlns:a16="http://schemas.microsoft.com/office/drawing/2014/main" id="{FAD9BF1A-7AF4-28AF-1D39-3381AA667573}"/>
                  </a:ext>
                  <a:ext uri="{C183D7F6-B498-43B3-948B-1728B52AA6E4}">
                    <adec:decorative xmlns:adec="http://schemas.microsoft.com/office/drawing/2017/decorative" val="1"/>
                  </a:ext>
                </a:extLst>
              </p:cNvPr>
              <p:cNvSpPr>
                <a:spLocks noChangeAspect="1"/>
              </p:cNvSpPr>
              <p:nvPr/>
            </p:nvSpPr>
            <p:spPr>
              <a:xfrm>
                <a:off x="8755232" y="2791191"/>
                <a:ext cx="107468" cy="129857"/>
              </a:xfrm>
              <a:custGeom>
                <a:avLst/>
                <a:gdLst>
                  <a:gd name="connsiteX0" fmla="*/ 110154 w 107467"/>
                  <a:gd name="connsiteY0" fmla="*/ 118060 h 129856"/>
                  <a:gd name="connsiteX1" fmla="*/ 87317 w 107467"/>
                  <a:gd name="connsiteY1" fmla="*/ 95224 h 129856"/>
                  <a:gd name="connsiteX2" fmla="*/ 87317 w 107467"/>
                  <a:gd name="connsiteY2" fmla="*/ 2533 h 129856"/>
                  <a:gd name="connsiteX3" fmla="*/ 85974 w 107467"/>
                  <a:gd name="connsiteY3" fmla="*/ 294 h 129856"/>
                  <a:gd name="connsiteX4" fmla="*/ 83735 w 107467"/>
                  <a:gd name="connsiteY4" fmla="*/ 742 h 129856"/>
                  <a:gd name="connsiteX5" fmla="*/ 33136 w 107467"/>
                  <a:gd name="connsiteY5" fmla="*/ 41042 h 129856"/>
                  <a:gd name="connsiteX6" fmla="*/ 8060 w 107467"/>
                  <a:gd name="connsiteY6" fmla="*/ 15966 h 129856"/>
                  <a:gd name="connsiteX7" fmla="*/ 4925 w 107467"/>
                  <a:gd name="connsiteY7" fmla="*/ 15966 h 129856"/>
                  <a:gd name="connsiteX8" fmla="*/ 4925 w 107467"/>
                  <a:gd name="connsiteY8" fmla="*/ 19101 h 129856"/>
                  <a:gd name="connsiteX9" fmla="*/ 27762 w 107467"/>
                  <a:gd name="connsiteY9" fmla="*/ 41937 h 129856"/>
                  <a:gd name="connsiteX10" fmla="*/ 2239 w 107467"/>
                  <a:gd name="connsiteY10" fmla="*/ 41937 h 129856"/>
                  <a:gd name="connsiteX11" fmla="*/ 0 w 107467"/>
                  <a:gd name="connsiteY11" fmla="*/ 44176 h 129856"/>
                  <a:gd name="connsiteX12" fmla="*/ 0 w 107467"/>
                  <a:gd name="connsiteY12" fmla="*/ 87164 h 129856"/>
                  <a:gd name="connsiteX13" fmla="*/ 2239 w 107467"/>
                  <a:gd name="connsiteY13" fmla="*/ 89403 h 129856"/>
                  <a:gd name="connsiteX14" fmla="*/ 32240 w 107467"/>
                  <a:gd name="connsiteY14" fmla="*/ 89403 h 129856"/>
                  <a:gd name="connsiteX15" fmla="*/ 84183 w 107467"/>
                  <a:gd name="connsiteY15" fmla="*/ 130151 h 129856"/>
                  <a:gd name="connsiteX16" fmla="*/ 85526 w 107467"/>
                  <a:gd name="connsiteY16" fmla="*/ 130598 h 129856"/>
                  <a:gd name="connsiteX17" fmla="*/ 86422 w 107467"/>
                  <a:gd name="connsiteY17" fmla="*/ 130598 h 129856"/>
                  <a:gd name="connsiteX18" fmla="*/ 87765 w 107467"/>
                  <a:gd name="connsiteY18" fmla="*/ 128360 h 129856"/>
                  <a:gd name="connsiteX19" fmla="*/ 87765 w 107467"/>
                  <a:gd name="connsiteY19" fmla="*/ 101493 h 129856"/>
                  <a:gd name="connsiteX20" fmla="*/ 107468 w 107467"/>
                  <a:gd name="connsiteY20" fmla="*/ 121195 h 129856"/>
                  <a:gd name="connsiteX21" fmla="*/ 109259 w 107467"/>
                  <a:gd name="connsiteY21" fmla="*/ 121643 h 129856"/>
                  <a:gd name="connsiteX22" fmla="*/ 111050 w 107467"/>
                  <a:gd name="connsiteY22" fmla="*/ 121195 h 129856"/>
                  <a:gd name="connsiteX23" fmla="*/ 110154 w 107467"/>
                  <a:gd name="connsiteY23" fmla="*/ 118060 h 129856"/>
                  <a:gd name="connsiteX24" fmla="*/ 82840 w 107467"/>
                  <a:gd name="connsiteY24" fmla="*/ 7011 h 129856"/>
                  <a:gd name="connsiteX25" fmla="*/ 82840 w 107467"/>
                  <a:gd name="connsiteY25" fmla="*/ 90746 h 129856"/>
                  <a:gd name="connsiteX26" fmla="*/ 36270 w 107467"/>
                  <a:gd name="connsiteY26" fmla="*/ 44176 h 129856"/>
                  <a:gd name="connsiteX27" fmla="*/ 82840 w 107467"/>
                  <a:gd name="connsiteY27" fmla="*/ 7011 h 129856"/>
                  <a:gd name="connsiteX28" fmla="*/ 82840 w 107467"/>
                  <a:gd name="connsiteY28" fmla="*/ 123882 h 129856"/>
                  <a:gd name="connsiteX29" fmla="*/ 34031 w 107467"/>
                  <a:gd name="connsiteY29" fmla="*/ 85373 h 129856"/>
                  <a:gd name="connsiteX30" fmla="*/ 32688 w 107467"/>
                  <a:gd name="connsiteY30" fmla="*/ 84925 h 129856"/>
                  <a:gd name="connsiteX31" fmla="*/ 4030 w 107467"/>
                  <a:gd name="connsiteY31" fmla="*/ 84925 h 129856"/>
                  <a:gd name="connsiteX32" fmla="*/ 4030 w 107467"/>
                  <a:gd name="connsiteY32" fmla="*/ 46415 h 129856"/>
                  <a:gd name="connsiteX33" fmla="*/ 31792 w 107467"/>
                  <a:gd name="connsiteY33" fmla="*/ 46415 h 129856"/>
                  <a:gd name="connsiteX34" fmla="*/ 82840 w 107467"/>
                  <a:gd name="connsiteY34" fmla="*/ 97462 h 129856"/>
                  <a:gd name="connsiteX35" fmla="*/ 82840 w 107467"/>
                  <a:gd name="connsiteY35" fmla="*/ 123882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7467" h="129856">
                    <a:moveTo>
                      <a:pt x="110154" y="118060"/>
                    </a:moveTo>
                    <a:lnTo>
                      <a:pt x="87317" y="95224"/>
                    </a:lnTo>
                    <a:lnTo>
                      <a:pt x="87317" y="2533"/>
                    </a:lnTo>
                    <a:cubicBezTo>
                      <a:pt x="87317" y="1637"/>
                      <a:pt x="86870" y="742"/>
                      <a:pt x="85974" y="294"/>
                    </a:cubicBezTo>
                    <a:cubicBezTo>
                      <a:pt x="85079" y="-154"/>
                      <a:pt x="84183" y="-154"/>
                      <a:pt x="83735" y="742"/>
                    </a:cubicBezTo>
                    <a:lnTo>
                      <a:pt x="33136" y="41042"/>
                    </a:lnTo>
                    <a:lnTo>
                      <a:pt x="8060" y="15966"/>
                    </a:lnTo>
                    <a:cubicBezTo>
                      <a:pt x="7164" y="15071"/>
                      <a:pt x="5821" y="15071"/>
                      <a:pt x="4925" y="15966"/>
                    </a:cubicBezTo>
                    <a:cubicBezTo>
                      <a:pt x="4030" y="16862"/>
                      <a:pt x="4030" y="18205"/>
                      <a:pt x="4925" y="19101"/>
                    </a:cubicBezTo>
                    <a:lnTo>
                      <a:pt x="27762" y="41937"/>
                    </a:lnTo>
                    <a:lnTo>
                      <a:pt x="2239" y="41937"/>
                    </a:lnTo>
                    <a:cubicBezTo>
                      <a:pt x="895" y="41937"/>
                      <a:pt x="0" y="42833"/>
                      <a:pt x="0" y="44176"/>
                    </a:cubicBezTo>
                    <a:lnTo>
                      <a:pt x="0" y="87164"/>
                    </a:lnTo>
                    <a:cubicBezTo>
                      <a:pt x="0" y="88507"/>
                      <a:pt x="895" y="89403"/>
                      <a:pt x="2239" y="89403"/>
                    </a:cubicBezTo>
                    <a:lnTo>
                      <a:pt x="32240" y="89403"/>
                    </a:lnTo>
                    <a:lnTo>
                      <a:pt x="84183" y="130151"/>
                    </a:lnTo>
                    <a:cubicBezTo>
                      <a:pt x="84631" y="130598"/>
                      <a:pt x="85079" y="130598"/>
                      <a:pt x="85526" y="130598"/>
                    </a:cubicBezTo>
                    <a:cubicBezTo>
                      <a:pt x="85974" y="130598"/>
                      <a:pt x="85974" y="130598"/>
                      <a:pt x="86422" y="130598"/>
                    </a:cubicBezTo>
                    <a:cubicBezTo>
                      <a:pt x="87317" y="130151"/>
                      <a:pt x="87765" y="129255"/>
                      <a:pt x="87765" y="128360"/>
                    </a:cubicBezTo>
                    <a:lnTo>
                      <a:pt x="87765" y="101493"/>
                    </a:lnTo>
                    <a:lnTo>
                      <a:pt x="107468" y="121195"/>
                    </a:lnTo>
                    <a:cubicBezTo>
                      <a:pt x="107915" y="121643"/>
                      <a:pt x="108363" y="121643"/>
                      <a:pt x="109259" y="121643"/>
                    </a:cubicBezTo>
                    <a:cubicBezTo>
                      <a:pt x="110154" y="121643"/>
                      <a:pt x="110602" y="121643"/>
                      <a:pt x="111050" y="121195"/>
                    </a:cubicBezTo>
                    <a:cubicBezTo>
                      <a:pt x="111050" y="120299"/>
                      <a:pt x="111050" y="118956"/>
                      <a:pt x="110154" y="118060"/>
                    </a:cubicBezTo>
                    <a:close/>
                    <a:moveTo>
                      <a:pt x="82840" y="7011"/>
                    </a:moveTo>
                    <a:lnTo>
                      <a:pt x="82840" y="90746"/>
                    </a:lnTo>
                    <a:lnTo>
                      <a:pt x="36270" y="44176"/>
                    </a:lnTo>
                    <a:lnTo>
                      <a:pt x="82840" y="7011"/>
                    </a:lnTo>
                    <a:close/>
                    <a:moveTo>
                      <a:pt x="82840" y="123882"/>
                    </a:moveTo>
                    <a:lnTo>
                      <a:pt x="34031" y="85373"/>
                    </a:lnTo>
                    <a:cubicBezTo>
                      <a:pt x="33584" y="84925"/>
                      <a:pt x="33136" y="84925"/>
                      <a:pt x="32688" y="84925"/>
                    </a:cubicBezTo>
                    <a:lnTo>
                      <a:pt x="4030" y="84925"/>
                    </a:lnTo>
                    <a:lnTo>
                      <a:pt x="4030" y="46415"/>
                    </a:lnTo>
                    <a:lnTo>
                      <a:pt x="31792" y="46415"/>
                    </a:lnTo>
                    <a:lnTo>
                      <a:pt x="82840" y="97462"/>
                    </a:lnTo>
                    <a:lnTo>
                      <a:pt x="82840" y="123882"/>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971" name="Group 4867">
                <a:extLst>
                  <a:ext uri="{FF2B5EF4-FFF2-40B4-BE49-F238E27FC236}">
                    <a16:creationId xmlns:a16="http://schemas.microsoft.com/office/drawing/2014/main" id="{1491FC60-127C-9417-1A74-8A864E30E0B1}"/>
                  </a:ext>
                  <a:ext uri="{C183D7F6-B498-43B3-948B-1728B52AA6E4}">
                    <adec:decorative xmlns:adec="http://schemas.microsoft.com/office/drawing/2017/decorative" val="1"/>
                  </a:ext>
                </a:extLst>
              </p:cNvPr>
              <p:cNvGrpSpPr>
                <a:grpSpLocks noChangeAspect="1"/>
              </p:cNvGrpSpPr>
              <p:nvPr/>
            </p:nvGrpSpPr>
            <p:grpSpPr>
              <a:xfrm>
                <a:off x="10049944" y="2776532"/>
                <a:ext cx="147768" cy="147768"/>
                <a:chOff x="4269291" y="6235718"/>
                <a:chExt cx="147768" cy="147768"/>
              </a:xfrm>
            </p:grpSpPr>
            <p:sp>
              <p:nvSpPr>
                <p:cNvPr id="972" name="Freeform: Shape 4868">
                  <a:extLst>
                    <a:ext uri="{FF2B5EF4-FFF2-40B4-BE49-F238E27FC236}">
                      <a16:creationId xmlns:a16="http://schemas.microsoft.com/office/drawing/2014/main" id="{FDB4621A-D3AB-0E2E-8D8F-30D9519D299A}"/>
                    </a:ext>
                  </a:extLst>
                </p:cNvPr>
                <p:cNvSpPr/>
                <p:nvPr/>
              </p:nvSpPr>
              <p:spPr>
                <a:xfrm>
                  <a:off x="4269291" y="6235718"/>
                  <a:ext cx="147768" cy="147768"/>
                </a:xfrm>
                <a:custGeom>
                  <a:avLst/>
                  <a:gdLst>
                    <a:gd name="connsiteX0" fmla="*/ 151175 w 147767"/>
                    <a:gd name="connsiteY0" fmla="*/ 35103 h 147767"/>
                    <a:gd name="connsiteX1" fmla="*/ 146697 w 147767"/>
                    <a:gd name="connsiteY1" fmla="*/ 34207 h 147767"/>
                    <a:gd name="connsiteX2" fmla="*/ 103262 w 147767"/>
                    <a:gd name="connsiteY2" fmla="*/ 48984 h 147767"/>
                    <a:gd name="connsiteX3" fmla="*/ 118039 w 147767"/>
                    <a:gd name="connsiteY3" fmla="*/ 5549 h 147767"/>
                    <a:gd name="connsiteX4" fmla="*/ 117144 w 147767"/>
                    <a:gd name="connsiteY4" fmla="*/ 1072 h 147767"/>
                    <a:gd name="connsiteX5" fmla="*/ 112666 w 147767"/>
                    <a:gd name="connsiteY5" fmla="*/ 176 h 147767"/>
                    <a:gd name="connsiteX6" fmla="*/ 101023 w 147767"/>
                    <a:gd name="connsiteY6" fmla="*/ 5101 h 147767"/>
                    <a:gd name="connsiteX7" fmla="*/ 93859 w 147767"/>
                    <a:gd name="connsiteY7" fmla="*/ 11370 h 147767"/>
                    <a:gd name="connsiteX8" fmla="*/ 68335 w 147767"/>
                    <a:gd name="connsiteY8" fmla="*/ 60178 h 147767"/>
                    <a:gd name="connsiteX9" fmla="*/ 68335 w 147767"/>
                    <a:gd name="connsiteY9" fmla="*/ 60626 h 147767"/>
                    <a:gd name="connsiteX10" fmla="*/ 41468 w 147767"/>
                    <a:gd name="connsiteY10" fmla="*/ 69582 h 147767"/>
                    <a:gd name="connsiteX11" fmla="*/ 16393 w 147767"/>
                    <a:gd name="connsiteY11" fmla="*/ 67343 h 147767"/>
                    <a:gd name="connsiteX12" fmla="*/ 1168 w 147767"/>
                    <a:gd name="connsiteY12" fmla="*/ 96001 h 147767"/>
                    <a:gd name="connsiteX13" fmla="*/ 21318 w 147767"/>
                    <a:gd name="connsiteY13" fmla="*/ 108091 h 147767"/>
                    <a:gd name="connsiteX14" fmla="*/ 32065 w 147767"/>
                    <a:gd name="connsiteY14" fmla="*/ 105852 h 147767"/>
                    <a:gd name="connsiteX15" fmla="*/ 48185 w 147767"/>
                    <a:gd name="connsiteY15" fmla="*/ 87941 h 147767"/>
                    <a:gd name="connsiteX16" fmla="*/ 67440 w 147767"/>
                    <a:gd name="connsiteY16" fmla="*/ 81672 h 147767"/>
                    <a:gd name="connsiteX17" fmla="*/ 70127 w 147767"/>
                    <a:gd name="connsiteY17" fmla="*/ 84806 h 147767"/>
                    <a:gd name="connsiteX18" fmla="*/ 63858 w 147767"/>
                    <a:gd name="connsiteY18" fmla="*/ 103613 h 147767"/>
                    <a:gd name="connsiteX19" fmla="*/ 45946 w 147767"/>
                    <a:gd name="connsiteY19" fmla="*/ 119734 h 147767"/>
                    <a:gd name="connsiteX20" fmla="*/ 55798 w 147767"/>
                    <a:gd name="connsiteY20" fmla="*/ 150630 h 147767"/>
                    <a:gd name="connsiteX21" fmla="*/ 62514 w 147767"/>
                    <a:gd name="connsiteY21" fmla="*/ 151974 h 147767"/>
                    <a:gd name="connsiteX22" fmla="*/ 62514 w 147767"/>
                    <a:gd name="connsiteY22" fmla="*/ 151974 h 147767"/>
                    <a:gd name="connsiteX23" fmla="*/ 84456 w 147767"/>
                    <a:gd name="connsiteY23" fmla="*/ 135406 h 147767"/>
                    <a:gd name="connsiteX24" fmla="*/ 82217 w 147767"/>
                    <a:gd name="connsiteY24" fmla="*/ 110330 h 147767"/>
                    <a:gd name="connsiteX25" fmla="*/ 91172 w 147767"/>
                    <a:gd name="connsiteY25" fmla="*/ 84359 h 147767"/>
                    <a:gd name="connsiteX26" fmla="*/ 140428 w 147767"/>
                    <a:gd name="connsiteY26" fmla="*/ 58387 h 147767"/>
                    <a:gd name="connsiteX27" fmla="*/ 146697 w 147767"/>
                    <a:gd name="connsiteY27" fmla="*/ 51223 h 147767"/>
                    <a:gd name="connsiteX28" fmla="*/ 151623 w 147767"/>
                    <a:gd name="connsiteY28" fmla="*/ 39581 h 147767"/>
                    <a:gd name="connsiteX29" fmla="*/ 151175 w 147767"/>
                    <a:gd name="connsiteY29" fmla="*/ 35103 h 147767"/>
                    <a:gd name="connsiteX30" fmla="*/ 97889 w 147767"/>
                    <a:gd name="connsiteY30" fmla="*/ 13609 h 147767"/>
                    <a:gd name="connsiteX31" fmla="*/ 102815 w 147767"/>
                    <a:gd name="connsiteY31" fmla="*/ 9131 h 147767"/>
                    <a:gd name="connsiteX32" fmla="*/ 113562 w 147767"/>
                    <a:gd name="connsiteY32" fmla="*/ 4653 h 147767"/>
                    <a:gd name="connsiteX33" fmla="*/ 97889 w 147767"/>
                    <a:gd name="connsiteY33" fmla="*/ 50775 h 147767"/>
                    <a:gd name="connsiteX34" fmla="*/ 74604 w 147767"/>
                    <a:gd name="connsiteY34" fmla="*/ 58835 h 147767"/>
                    <a:gd name="connsiteX35" fmla="*/ 97889 w 147767"/>
                    <a:gd name="connsiteY35" fmla="*/ 13609 h 147767"/>
                    <a:gd name="connsiteX36" fmla="*/ 78187 w 147767"/>
                    <a:gd name="connsiteY36" fmla="*/ 112121 h 147767"/>
                    <a:gd name="connsiteX37" fmla="*/ 80873 w 147767"/>
                    <a:gd name="connsiteY37" fmla="*/ 133615 h 147767"/>
                    <a:gd name="connsiteX38" fmla="*/ 62962 w 147767"/>
                    <a:gd name="connsiteY38" fmla="*/ 147048 h 147767"/>
                    <a:gd name="connsiteX39" fmla="*/ 62962 w 147767"/>
                    <a:gd name="connsiteY39" fmla="*/ 147048 h 147767"/>
                    <a:gd name="connsiteX40" fmla="*/ 58036 w 147767"/>
                    <a:gd name="connsiteY40" fmla="*/ 146152 h 147767"/>
                    <a:gd name="connsiteX41" fmla="*/ 50424 w 147767"/>
                    <a:gd name="connsiteY41" fmla="*/ 121077 h 147767"/>
                    <a:gd name="connsiteX42" fmla="*/ 66096 w 147767"/>
                    <a:gd name="connsiteY42" fmla="*/ 107643 h 147767"/>
                    <a:gd name="connsiteX43" fmla="*/ 67440 w 147767"/>
                    <a:gd name="connsiteY43" fmla="*/ 107643 h 147767"/>
                    <a:gd name="connsiteX44" fmla="*/ 74157 w 147767"/>
                    <a:gd name="connsiteY44" fmla="*/ 87493 h 147767"/>
                    <a:gd name="connsiteX45" fmla="*/ 79530 w 147767"/>
                    <a:gd name="connsiteY45" fmla="*/ 88837 h 147767"/>
                    <a:gd name="connsiteX46" fmla="*/ 85351 w 147767"/>
                    <a:gd name="connsiteY46" fmla="*/ 87493 h 147767"/>
                    <a:gd name="connsiteX47" fmla="*/ 77291 w 147767"/>
                    <a:gd name="connsiteY47" fmla="*/ 111673 h 147767"/>
                    <a:gd name="connsiteX48" fmla="*/ 78187 w 147767"/>
                    <a:gd name="connsiteY48" fmla="*/ 112121 h 147767"/>
                    <a:gd name="connsiteX49" fmla="*/ 143115 w 147767"/>
                    <a:gd name="connsiteY49" fmla="*/ 49432 h 147767"/>
                    <a:gd name="connsiteX50" fmla="*/ 138637 w 147767"/>
                    <a:gd name="connsiteY50" fmla="*/ 54357 h 147767"/>
                    <a:gd name="connsiteX51" fmla="*/ 84008 w 147767"/>
                    <a:gd name="connsiteY51" fmla="*/ 83015 h 147767"/>
                    <a:gd name="connsiteX52" fmla="*/ 79530 w 147767"/>
                    <a:gd name="connsiteY52" fmla="*/ 83911 h 147767"/>
                    <a:gd name="connsiteX53" fmla="*/ 70574 w 147767"/>
                    <a:gd name="connsiteY53" fmla="*/ 78090 h 147767"/>
                    <a:gd name="connsiteX54" fmla="*/ 69679 w 147767"/>
                    <a:gd name="connsiteY54" fmla="*/ 76299 h 147767"/>
                    <a:gd name="connsiteX55" fmla="*/ 44155 w 147767"/>
                    <a:gd name="connsiteY55" fmla="*/ 84806 h 147767"/>
                    <a:gd name="connsiteX56" fmla="*/ 44155 w 147767"/>
                    <a:gd name="connsiteY56" fmla="*/ 86150 h 147767"/>
                    <a:gd name="connsiteX57" fmla="*/ 30722 w 147767"/>
                    <a:gd name="connsiteY57" fmla="*/ 101822 h 147767"/>
                    <a:gd name="connsiteX58" fmla="*/ 21766 w 147767"/>
                    <a:gd name="connsiteY58" fmla="*/ 103613 h 147767"/>
                    <a:gd name="connsiteX59" fmla="*/ 6094 w 147767"/>
                    <a:gd name="connsiteY59" fmla="*/ 94210 h 147767"/>
                    <a:gd name="connsiteX60" fmla="*/ 18632 w 147767"/>
                    <a:gd name="connsiteY60" fmla="*/ 71373 h 147767"/>
                    <a:gd name="connsiteX61" fmla="*/ 27587 w 147767"/>
                    <a:gd name="connsiteY61" fmla="*/ 69582 h 147767"/>
                    <a:gd name="connsiteX62" fmla="*/ 40125 w 147767"/>
                    <a:gd name="connsiteY62" fmla="*/ 74060 h 147767"/>
                    <a:gd name="connsiteX63" fmla="*/ 41021 w 147767"/>
                    <a:gd name="connsiteY63" fmla="*/ 74955 h 147767"/>
                    <a:gd name="connsiteX64" fmla="*/ 147593 w 147767"/>
                    <a:gd name="connsiteY64" fmla="*/ 38685 h 147767"/>
                    <a:gd name="connsiteX65" fmla="*/ 143115 w 147767"/>
                    <a:gd name="connsiteY65" fmla="*/ 49432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47767" h="147767">
                      <a:moveTo>
                        <a:pt x="151175" y="35103"/>
                      </a:moveTo>
                      <a:cubicBezTo>
                        <a:pt x="150279" y="33759"/>
                        <a:pt x="148488" y="33312"/>
                        <a:pt x="146697" y="34207"/>
                      </a:cubicBezTo>
                      <a:lnTo>
                        <a:pt x="103262" y="48984"/>
                      </a:lnTo>
                      <a:lnTo>
                        <a:pt x="118039" y="5549"/>
                      </a:lnTo>
                      <a:cubicBezTo>
                        <a:pt x="118487" y="4206"/>
                        <a:pt x="118039" y="2415"/>
                        <a:pt x="117144" y="1072"/>
                      </a:cubicBezTo>
                      <a:cubicBezTo>
                        <a:pt x="115800" y="176"/>
                        <a:pt x="114457" y="-272"/>
                        <a:pt x="112666" y="176"/>
                      </a:cubicBezTo>
                      <a:lnTo>
                        <a:pt x="101023" y="5101"/>
                      </a:lnTo>
                      <a:cubicBezTo>
                        <a:pt x="97889" y="6445"/>
                        <a:pt x="95650" y="8684"/>
                        <a:pt x="93859" y="11370"/>
                      </a:cubicBezTo>
                      <a:lnTo>
                        <a:pt x="68335" y="60178"/>
                      </a:lnTo>
                      <a:cubicBezTo>
                        <a:pt x="68335" y="60178"/>
                        <a:pt x="68335" y="60626"/>
                        <a:pt x="68335" y="60626"/>
                      </a:cubicBezTo>
                      <a:lnTo>
                        <a:pt x="41468" y="69582"/>
                      </a:lnTo>
                      <a:cubicBezTo>
                        <a:pt x="35200" y="64656"/>
                        <a:pt x="24901" y="63761"/>
                        <a:pt x="16393" y="67343"/>
                      </a:cubicBezTo>
                      <a:cubicBezTo>
                        <a:pt x="3855" y="72717"/>
                        <a:pt x="-2862" y="85254"/>
                        <a:pt x="1168" y="96001"/>
                      </a:cubicBezTo>
                      <a:cubicBezTo>
                        <a:pt x="4303" y="103613"/>
                        <a:pt x="11915" y="108091"/>
                        <a:pt x="21318" y="108091"/>
                      </a:cubicBezTo>
                      <a:cubicBezTo>
                        <a:pt x="24901" y="108091"/>
                        <a:pt x="28483" y="107196"/>
                        <a:pt x="32065" y="105852"/>
                      </a:cubicBezTo>
                      <a:cubicBezTo>
                        <a:pt x="40573" y="102270"/>
                        <a:pt x="46394" y="95553"/>
                        <a:pt x="48185" y="87941"/>
                      </a:cubicBezTo>
                      <a:lnTo>
                        <a:pt x="67440" y="81672"/>
                      </a:lnTo>
                      <a:cubicBezTo>
                        <a:pt x="68335" y="83015"/>
                        <a:pt x="69231" y="83911"/>
                        <a:pt x="70127" y="84806"/>
                      </a:cubicBezTo>
                      <a:lnTo>
                        <a:pt x="63858" y="103613"/>
                      </a:lnTo>
                      <a:cubicBezTo>
                        <a:pt x="56245" y="105404"/>
                        <a:pt x="49529" y="111226"/>
                        <a:pt x="45946" y="119734"/>
                      </a:cubicBezTo>
                      <a:cubicBezTo>
                        <a:pt x="40573" y="132271"/>
                        <a:pt x="45051" y="146152"/>
                        <a:pt x="55798" y="150630"/>
                      </a:cubicBezTo>
                      <a:cubicBezTo>
                        <a:pt x="58036" y="151526"/>
                        <a:pt x="60275" y="151974"/>
                        <a:pt x="62514" y="151974"/>
                      </a:cubicBezTo>
                      <a:cubicBezTo>
                        <a:pt x="62514" y="151974"/>
                        <a:pt x="62514" y="151974"/>
                        <a:pt x="62514" y="151974"/>
                      </a:cubicBezTo>
                      <a:cubicBezTo>
                        <a:pt x="71470" y="151974"/>
                        <a:pt x="80426" y="145257"/>
                        <a:pt x="84456" y="135406"/>
                      </a:cubicBezTo>
                      <a:cubicBezTo>
                        <a:pt x="88038" y="126450"/>
                        <a:pt x="87142" y="116599"/>
                        <a:pt x="82217" y="110330"/>
                      </a:cubicBezTo>
                      <a:lnTo>
                        <a:pt x="91172" y="84359"/>
                      </a:lnTo>
                      <a:lnTo>
                        <a:pt x="140428" y="58387"/>
                      </a:lnTo>
                      <a:cubicBezTo>
                        <a:pt x="143115" y="57044"/>
                        <a:pt x="145802" y="54357"/>
                        <a:pt x="146697" y="51223"/>
                      </a:cubicBezTo>
                      <a:lnTo>
                        <a:pt x="151623" y="39581"/>
                      </a:lnTo>
                      <a:cubicBezTo>
                        <a:pt x="152518" y="37789"/>
                        <a:pt x="152071" y="36446"/>
                        <a:pt x="151175" y="35103"/>
                      </a:cubicBezTo>
                      <a:close/>
                      <a:moveTo>
                        <a:pt x="97889" y="13609"/>
                      </a:moveTo>
                      <a:cubicBezTo>
                        <a:pt x="98785" y="11818"/>
                        <a:pt x="100576" y="10027"/>
                        <a:pt x="102815" y="9131"/>
                      </a:cubicBezTo>
                      <a:lnTo>
                        <a:pt x="113562" y="4653"/>
                      </a:lnTo>
                      <a:lnTo>
                        <a:pt x="97889" y="50775"/>
                      </a:lnTo>
                      <a:lnTo>
                        <a:pt x="74604" y="58835"/>
                      </a:lnTo>
                      <a:lnTo>
                        <a:pt x="97889" y="13609"/>
                      </a:lnTo>
                      <a:close/>
                      <a:moveTo>
                        <a:pt x="78187" y="112121"/>
                      </a:moveTo>
                      <a:cubicBezTo>
                        <a:pt x="82664" y="117495"/>
                        <a:pt x="84008" y="126002"/>
                        <a:pt x="80873" y="133615"/>
                      </a:cubicBezTo>
                      <a:cubicBezTo>
                        <a:pt x="77739" y="141675"/>
                        <a:pt x="70574" y="147048"/>
                        <a:pt x="62962" y="147048"/>
                      </a:cubicBezTo>
                      <a:cubicBezTo>
                        <a:pt x="62962" y="147048"/>
                        <a:pt x="62962" y="147048"/>
                        <a:pt x="62962" y="147048"/>
                      </a:cubicBezTo>
                      <a:cubicBezTo>
                        <a:pt x="61171" y="147048"/>
                        <a:pt x="59380" y="146601"/>
                        <a:pt x="58036" y="146152"/>
                      </a:cubicBezTo>
                      <a:cubicBezTo>
                        <a:pt x="49529" y="142570"/>
                        <a:pt x="46394" y="131376"/>
                        <a:pt x="50424" y="121077"/>
                      </a:cubicBezTo>
                      <a:cubicBezTo>
                        <a:pt x="53559" y="113912"/>
                        <a:pt x="59380" y="108539"/>
                        <a:pt x="66096" y="107643"/>
                      </a:cubicBezTo>
                      <a:lnTo>
                        <a:pt x="67440" y="107643"/>
                      </a:lnTo>
                      <a:lnTo>
                        <a:pt x="74157" y="87493"/>
                      </a:lnTo>
                      <a:cubicBezTo>
                        <a:pt x="75948" y="88389"/>
                        <a:pt x="77739" y="88837"/>
                        <a:pt x="79530" y="88837"/>
                      </a:cubicBezTo>
                      <a:cubicBezTo>
                        <a:pt x="81769" y="88837"/>
                        <a:pt x="83560" y="88389"/>
                        <a:pt x="85351" y="87493"/>
                      </a:cubicBezTo>
                      <a:lnTo>
                        <a:pt x="77291" y="111673"/>
                      </a:lnTo>
                      <a:lnTo>
                        <a:pt x="78187" y="112121"/>
                      </a:lnTo>
                      <a:close/>
                      <a:moveTo>
                        <a:pt x="143115" y="49432"/>
                      </a:moveTo>
                      <a:cubicBezTo>
                        <a:pt x="142219" y="51671"/>
                        <a:pt x="140876" y="53014"/>
                        <a:pt x="138637" y="54357"/>
                      </a:cubicBezTo>
                      <a:lnTo>
                        <a:pt x="84008" y="83015"/>
                      </a:lnTo>
                      <a:cubicBezTo>
                        <a:pt x="82664" y="83911"/>
                        <a:pt x="80873" y="83911"/>
                        <a:pt x="79530" y="83911"/>
                      </a:cubicBezTo>
                      <a:cubicBezTo>
                        <a:pt x="75500" y="83911"/>
                        <a:pt x="71918" y="81672"/>
                        <a:pt x="70574" y="78090"/>
                      </a:cubicBezTo>
                      <a:lnTo>
                        <a:pt x="69679" y="76299"/>
                      </a:lnTo>
                      <a:lnTo>
                        <a:pt x="44155" y="84806"/>
                      </a:lnTo>
                      <a:lnTo>
                        <a:pt x="44155" y="86150"/>
                      </a:lnTo>
                      <a:cubicBezTo>
                        <a:pt x="43260" y="92867"/>
                        <a:pt x="37886" y="98688"/>
                        <a:pt x="30722" y="101822"/>
                      </a:cubicBezTo>
                      <a:cubicBezTo>
                        <a:pt x="27587" y="103165"/>
                        <a:pt x="24453" y="103613"/>
                        <a:pt x="21766" y="103613"/>
                      </a:cubicBezTo>
                      <a:cubicBezTo>
                        <a:pt x="14154" y="103613"/>
                        <a:pt x="8333" y="100031"/>
                        <a:pt x="6094" y="94210"/>
                      </a:cubicBezTo>
                      <a:cubicBezTo>
                        <a:pt x="2511" y="85702"/>
                        <a:pt x="8333" y="75403"/>
                        <a:pt x="18632" y="71373"/>
                      </a:cubicBezTo>
                      <a:cubicBezTo>
                        <a:pt x="21766" y="70029"/>
                        <a:pt x="24901" y="69582"/>
                        <a:pt x="27587" y="69582"/>
                      </a:cubicBezTo>
                      <a:cubicBezTo>
                        <a:pt x="32513" y="69582"/>
                        <a:pt x="36991" y="71373"/>
                        <a:pt x="40125" y="74060"/>
                      </a:cubicBezTo>
                      <a:lnTo>
                        <a:pt x="41021" y="74955"/>
                      </a:lnTo>
                      <a:lnTo>
                        <a:pt x="147593" y="38685"/>
                      </a:lnTo>
                      <a:lnTo>
                        <a:pt x="143115" y="49432"/>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73" name="Freeform: Shape 4869">
                  <a:extLst>
                    <a:ext uri="{FF2B5EF4-FFF2-40B4-BE49-F238E27FC236}">
                      <a16:creationId xmlns:a16="http://schemas.microsoft.com/office/drawing/2014/main" id="{B6CC9A7D-62EA-8402-526C-441E14E778F2}"/>
                    </a:ext>
                  </a:extLst>
                </p:cNvPr>
                <p:cNvSpPr/>
                <p:nvPr/>
              </p:nvSpPr>
              <p:spPr>
                <a:xfrm>
                  <a:off x="4325496" y="6353152"/>
                  <a:ext cx="13433" cy="17911"/>
                </a:xfrm>
                <a:custGeom>
                  <a:avLst/>
                  <a:gdLst>
                    <a:gd name="connsiteX0" fmla="*/ 13026 w 13433"/>
                    <a:gd name="connsiteY0" fmla="*/ 509 h 17911"/>
                    <a:gd name="connsiteX1" fmla="*/ 936 w 13433"/>
                    <a:gd name="connsiteY1" fmla="*/ 6778 h 17911"/>
                    <a:gd name="connsiteX2" fmla="*/ 488 w 13433"/>
                    <a:gd name="connsiteY2" fmla="*/ 14390 h 17911"/>
                    <a:gd name="connsiteX3" fmla="*/ 4966 w 13433"/>
                    <a:gd name="connsiteY3" fmla="*/ 19764 h 17911"/>
                    <a:gd name="connsiteX4" fmla="*/ 7653 w 13433"/>
                    <a:gd name="connsiteY4" fmla="*/ 20212 h 17911"/>
                    <a:gd name="connsiteX5" fmla="*/ 16608 w 13433"/>
                    <a:gd name="connsiteY5" fmla="*/ 13047 h 17911"/>
                    <a:gd name="connsiteX6" fmla="*/ 13026 w 13433"/>
                    <a:gd name="connsiteY6" fmla="*/ 509 h 17911"/>
                    <a:gd name="connsiteX7" fmla="*/ 13026 w 13433"/>
                    <a:gd name="connsiteY7" fmla="*/ 11704 h 17911"/>
                    <a:gd name="connsiteX8" fmla="*/ 7205 w 13433"/>
                    <a:gd name="connsiteY8" fmla="*/ 15734 h 17911"/>
                    <a:gd name="connsiteX9" fmla="*/ 5414 w 13433"/>
                    <a:gd name="connsiteY9" fmla="*/ 13495 h 17911"/>
                    <a:gd name="connsiteX10" fmla="*/ 5862 w 13433"/>
                    <a:gd name="connsiteY10" fmla="*/ 8569 h 17911"/>
                    <a:gd name="connsiteX11" fmla="*/ 10787 w 13433"/>
                    <a:gd name="connsiteY11" fmla="*/ 4539 h 17911"/>
                    <a:gd name="connsiteX12" fmla="*/ 11683 w 13433"/>
                    <a:gd name="connsiteY12" fmla="*/ 4539 h 17911"/>
                    <a:gd name="connsiteX13" fmla="*/ 13026 w 13433"/>
                    <a:gd name="connsiteY13" fmla="*/ 11704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33" h="17911">
                      <a:moveTo>
                        <a:pt x="13026" y="509"/>
                      </a:moveTo>
                      <a:cubicBezTo>
                        <a:pt x="8548" y="-1282"/>
                        <a:pt x="3175" y="1852"/>
                        <a:pt x="936" y="6778"/>
                      </a:cubicBezTo>
                      <a:cubicBezTo>
                        <a:pt x="40" y="9465"/>
                        <a:pt x="-407" y="12151"/>
                        <a:pt x="488" y="14390"/>
                      </a:cubicBezTo>
                      <a:cubicBezTo>
                        <a:pt x="1384" y="16629"/>
                        <a:pt x="2727" y="18868"/>
                        <a:pt x="4966" y="19764"/>
                      </a:cubicBezTo>
                      <a:cubicBezTo>
                        <a:pt x="5862" y="20212"/>
                        <a:pt x="6757" y="20212"/>
                        <a:pt x="7653" y="20212"/>
                      </a:cubicBezTo>
                      <a:cubicBezTo>
                        <a:pt x="11235" y="20212"/>
                        <a:pt x="15265" y="17525"/>
                        <a:pt x="16608" y="13047"/>
                      </a:cubicBezTo>
                      <a:cubicBezTo>
                        <a:pt x="19295" y="8121"/>
                        <a:pt x="17504" y="2300"/>
                        <a:pt x="13026" y="509"/>
                      </a:cubicBezTo>
                      <a:close/>
                      <a:moveTo>
                        <a:pt x="13026" y="11704"/>
                      </a:moveTo>
                      <a:cubicBezTo>
                        <a:pt x="11683" y="14390"/>
                        <a:pt x="8996" y="16629"/>
                        <a:pt x="7205" y="15734"/>
                      </a:cubicBezTo>
                      <a:cubicBezTo>
                        <a:pt x="6309" y="15286"/>
                        <a:pt x="5862" y="14390"/>
                        <a:pt x="5414" y="13495"/>
                      </a:cubicBezTo>
                      <a:cubicBezTo>
                        <a:pt x="4966" y="12151"/>
                        <a:pt x="4966" y="10360"/>
                        <a:pt x="5862" y="8569"/>
                      </a:cubicBezTo>
                      <a:cubicBezTo>
                        <a:pt x="6757" y="6330"/>
                        <a:pt x="8996" y="4539"/>
                        <a:pt x="10787" y="4539"/>
                      </a:cubicBezTo>
                      <a:cubicBezTo>
                        <a:pt x="11235" y="4539"/>
                        <a:pt x="11683" y="4539"/>
                        <a:pt x="11683" y="4539"/>
                      </a:cubicBezTo>
                      <a:cubicBezTo>
                        <a:pt x="13474" y="5435"/>
                        <a:pt x="14369" y="8569"/>
                        <a:pt x="13026" y="1170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74" name="Freeform: Shape 4870">
                  <a:extLst>
                    <a:ext uri="{FF2B5EF4-FFF2-40B4-BE49-F238E27FC236}">
                      <a16:creationId xmlns:a16="http://schemas.microsoft.com/office/drawing/2014/main" id="{798D5E13-F5E7-912C-E790-AC88C61F90B1}"/>
                    </a:ext>
                  </a:extLst>
                </p:cNvPr>
                <p:cNvSpPr/>
                <p:nvPr/>
              </p:nvSpPr>
              <p:spPr>
                <a:xfrm>
                  <a:off x="4344264" y="6302320"/>
                  <a:ext cx="8956" cy="8956"/>
                </a:xfrm>
                <a:custGeom>
                  <a:avLst/>
                  <a:gdLst>
                    <a:gd name="connsiteX0" fmla="*/ 5453 w 8955"/>
                    <a:gd name="connsiteY0" fmla="*/ 11489 h 8955"/>
                    <a:gd name="connsiteX1" fmla="*/ 8139 w 8955"/>
                    <a:gd name="connsiteY1" fmla="*/ 11041 h 8955"/>
                    <a:gd name="connsiteX2" fmla="*/ 11274 w 8955"/>
                    <a:gd name="connsiteY2" fmla="*/ 7906 h 8955"/>
                    <a:gd name="connsiteX3" fmla="*/ 10826 w 8955"/>
                    <a:gd name="connsiteY3" fmla="*/ 3428 h 8955"/>
                    <a:gd name="connsiteX4" fmla="*/ 7691 w 8955"/>
                    <a:gd name="connsiteY4" fmla="*/ 294 h 8955"/>
                    <a:gd name="connsiteX5" fmla="*/ 3214 w 8955"/>
                    <a:gd name="connsiteY5" fmla="*/ 742 h 8955"/>
                    <a:gd name="connsiteX6" fmla="*/ 527 w 8955"/>
                    <a:gd name="connsiteY6" fmla="*/ 8354 h 8955"/>
                    <a:gd name="connsiteX7" fmla="*/ 5453 w 8955"/>
                    <a:gd name="connsiteY7" fmla="*/ 11489 h 8955"/>
                    <a:gd name="connsiteX8" fmla="*/ 4557 w 8955"/>
                    <a:gd name="connsiteY8" fmla="*/ 4324 h 8955"/>
                    <a:gd name="connsiteX9" fmla="*/ 4557 w 8955"/>
                    <a:gd name="connsiteY9" fmla="*/ 4324 h 8955"/>
                    <a:gd name="connsiteX10" fmla="*/ 5005 w 8955"/>
                    <a:gd name="connsiteY10" fmla="*/ 4324 h 8955"/>
                    <a:gd name="connsiteX11" fmla="*/ 5453 w 8955"/>
                    <a:gd name="connsiteY11" fmla="*/ 4324 h 8955"/>
                    <a:gd name="connsiteX12" fmla="*/ 6348 w 8955"/>
                    <a:gd name="connsiteY12" fmla="*/ 4772 h 8955"/>
                    <a:gd name="connsiteX13" fmla="*/ 6348 w 8955"/>
                    <a:gd name="connsiteY13" fmla="*/ 5667 h 8955"/>
                    <a:gd name="connsiteX14" fmla="*/ 5900 w 8955"/>
                    <a:gd name="connsiteY14" fmla="*/ 6563 h 8955"/>
                    <a:gd name="connsiteX15" fmla="*/ 4109 w 8955"/>
                    <a:gd name="connsiteY15" fmla="*/ 6115 h 8955"/>
                    <a:gd name="connsiteX16" fmla="*/ 4557 w 8955"/>
                    <a:gd name="connsiteY16" fmla="*/ 4324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955" h="8955">
                      <a:moveTo>
                        <a:pt x="5453" y="11489"/>
                      </a:moveTo>
                      <a:cubicBezTo>
                        <a:pt x="6348" y="11489"/>
                        <a:pt x="7244" y="11489"/>
                        <a:pt x="8139" y="11041"/>
                      </a:cubicBezTo>
                      <a:cubicBezTo>
                        <a:pt x="9483" y="10145"/>
                        <a:pt x="10378" y="9250"/>
                        <a:pt x="11274" y="7906"/>
                      </a:cubicBezTo>
                      <a:cubicBezTo>
                        <a:pt x="11722" y="6563"/>
                        <a:pt x="11722" y="4772"/>
                        <a:pt x="10826" y="3428"/>
                      </a:cubicBezTo>
                      <a:cubicBezTo>
                        <a:pt x="9930" y="2085"/>
                        <a:pt x="9035" y="1189"/>
                        <a:pt x="7691" y="294"/>
                      </a:cubicBezTo>
                      <a:cubicBezTo>
                        <a:pt x="6348" y="-154"/>
                        <a:pt x="4557" y="-154"/>
                        <a:pt x="3214" y="742"/>
                      </a:cubicBezTo>
                      <a:cubicBezTo>
                        <a:pt x="527" y="2085"/>
                        <a:pt x="-816" y="5667"/>
                        <a:pt x="527" y="8354"/>
                      </a:cubicBezTo>
                      <a:cubicBezTo>
                        <a:pt x="975" y="10145"/>
                        <a:pt x="3214" y="11489"/>
                        <a:pt x="5453" y="11489"/>
                      </a:cubicBezTo>
                      <a:close/>
                      <a:moveTo>
                        <a:pt x="4557" y="4324"/>
                      </a:moveTo>
                      <a:lnTo>
                        <a:pt x="4557" y="4324"/>
                      </a:lnTo>
                      <a:cubicBezTo>
                        <a:pt x="4557" y="4324"/>
                        <a:pt x="5005" y="4324"/>
                        <a:pt x="5005" y="4324"/>
                      </a:cubicBezTo>
                      <a:cubicBezTo>
                        <a:pt x="5005" y="4324"/>
                        <a:pt x="5453" y="4324"/>
                        <a:pt x="5453" y="4324"/>
                      </a:cubicBezTo>
                      <a:cubicBezTo>
                        <a:pt x="5900" y="4324"/>
                        <a:pt x="5900" y="4772"/>
                        <a:pt x="6348" y="4772"/>
                      </a:cubicBezTo>
                      <a:cubicBezTo>
                        <a:pt x="6348" y="5220"/>
                        <a:pt x="6348" y="5220"/>
                        <a:pt x="6348" y="5667"/>
                      </a:cubicBezTo>
                      <a:cubicBezTo>
                        <a:pt x="6348" y="6115"/>
                        <a:pt x="5900" y="6115"/>
                        <a:pt x="5900" y="6563"/>
                      </a:cubicBezTo>
                      <a:cubicBezTo>
                        <a:pt x="5453" y="7011"/>
                        <a:pt x="4557" y="6563"/>
                        <a:pt x="4109" y="6115"/>
                      </a:cubicBezTo>
                      <a:cubicBezTo>
                        <a:pt x="3661" y="5667"/>
                        <a:pt x="4109" y="4772"/>
                        <a:pt x="4557" y="432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75" name="Freeform: Shape 4871">
                  <a:extLst>
                    <a:ext uri="{FF2B5EF4-FFF2-40B4-BE49-F238E27FC236}">
                      <a16:creationId xmlns:a16="http://schemas.microsoft.com/office/drawing/2014/main" id="{08603F2C-CF18-014D-AC2A-ADDC9EA130A6}"/>
                    </a:ext>
                  </a:extLst>
                </p:cNvPr>
                <p:cNvSpPr/>
                <p:nvPr/>
              </p:nvSpPr>
              <p:spPr>
                <a:xfrm>
                  <a:off x="4283788" y="6313360"/>
                  <a:ext cx="17911" cy="17911"/>
                </a:xfrm>
                <a:custGeom>
                  <a:avLst/>
                  <a:gdLst>
                    <a:gd name="connsiteX0" fmla="*/ 11299 w 17911"/>
                    <a:gd name="connsiteY0" fmla="*/ 0 h 17911"/>
                    <a:gd name="connsiteX1" fmla="*/ 6821 w 17911"/>
                    <a:gd name="connsiteY1" fmla="*/ 895 h 17911"/>
                    <a:gd name="connsiteX2" fmla="*/ 553 w 17911"/>
                    <a:gd name="connsiteY2" fmla="*/ 12986 h 17911"/>
                    <a:gd name="connsiteX3" fmla="*/ 8613 w 17911"/>
                    <a:gd name="connsiteY3" fmla="*/ 17911 h 17911"/>
                    <a:gd name="connsiteX4" fmla="*/ 13091 w 17911"/>
                    <a:gd name="connsiteY4" fmla="*/ 17015 h 17911"/>
                    <a:gd name="connsiteX5" fmla="*/ 18912 w 17911"/>
                    <a:gd name="connsiteY5" fmla="*/ 12090 h 17911"/>
                    <a:gd name="connsiteX6" fmla="*/ 19359 w 17911"/>
                    <a:gd name="connsiteY6" fmla="*/ 5373 h 17911"/>
                    <a:gd name="connsiteX7" fmla="*/ 11299 w 17911"/>
                    <a:gd name="connsiteY7" fmla="*/ 0 h 17911"/>
                    <a:gd name="connsiteX8" fmla="*/ 15329 w 17911"/>
                    <a:gd name="connsiteY8" fmla="*/ 9403 h 17911"/>
                    <a:gd name="connsiteX9" fmla="*/ 11747 w 17911"/>
                    <a:gd name="connsiteY9" fmla="*/ 12538 h 17911"/>
                    <a:gd name="connsiteX10" fmla="*/ 4583 w 17911"/>
                    <a:gd name="connsiteY10" fmla="*/ 11195 h 17911"/>
                    <a:gd name="connsiteX11" fmla="*/ 8613 w 17911"/>
                    <a:gd name="connsiteY11" fmla="*/ 5373 h 17911"/>
                    <a:gd name="connsiteX12" fmla="*/ 11747 w 17911"/>
                    <a:gd name="connsiteY12" fmla="*/ 4925 h 17911"/>
                    <a:gd name="connsiteX13" fmla="*/ 15777 w 17911"/>
                    <a:gd name="connsiteY13" fmla="*/ 7164 h 17911"/>
                    <a:gd name="connsiteX14" fmla="*/ 15329 w 17911"/>
                    <a:gd name="connsiteY14" fmla="*/ 9403 h 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11" h="17911">
                      <a:moveTo>
                        <a:pt x="11299" y="0"/>
                      </a:moveTo>
                      <a:cubicBezTo>
                        <a:pt x="9956" y="0"/>
                        <a:pt x="8165" y="448"/>
                        <a:pt x="6821" y="895"/>
                      </a:cubicBezTo>
                      <a:cubicBezTo>
                        <a:pt x="1448" y="3134"/>
                        <a:pt x="-1239" y="8508"/>
                        <a:pt x="553" y="12986"/>
                      </a:cubicBezTo>
                      <a:cubicBezTo>
                        <a:pt x="1896" y="16120"/>
                        <a:pt x="5030" y="17911"/>
                        <a:pt x="8613" y="17911"/>
                      </a:cubicBezTo>
                      <a:cubicBezTo>
                        <a:pt x="9956" y="17911"/>
                        <a:pt x="11747" y="17464"/>
                        <a:pt x="13091" y="17015"/>
                      </a:cubicBezTo>
                      <a:cubicBezTo>
                        <a:pt x="15777" y="16120"/>
                        <a:pt x="17568" y="14329"/>
                        <a:pt x="18912" y="12090"/>
                      </a:cubicBezTo>
                      <a:cubicBezTo>
                        <a:pt x="20255" y="9851"/>
                        <a:pt x="20255" y="7612"/>
                        <a:pt x="19359" y="5373"/>
                      </a:cubicBezTo>
                      <a:cubicBezTo>
                        <a:pt x="18464" y="1791"/>
                        <a:pt x="15329" y="0"/>
                        <a:pt x="11299" y="0"/>
                      </a:cubicBezTo>
                      <a:close/>
                      <a:moveTo>
                        <a:pt x="15329" y="9403"/>
                      </a:moveTo>
                      <a:cubicBezTo>
                        <a:pt x="14434" y="10747"/>
                        <a:pt x="13091" y="11642"/>
                        <a:pt x="11747" y="12538"/>
                      </a:cubicBezTo>
                      <a:cubicBezTo>
                        <a:pt x="8613" y="13881"/>
                        <a:pt x="5478" y="12986"/>
                        <a:pt x="4583" y="11195"/>
                      </a:cubicBezTo>
                      <a:cubicBezTo>
                        <a:pt x="3687" y="8956"/>
                        <a:pt x="5478" y="6269"/>
                        <a:pt x="8613" y="5373"/>
                      </a:cubicBezTo>
                      <a:cubicBezTo>
                        <a:pt x="9508" y="4925"/>
                        <a:pt x="10404" y="4925"/>
                        <a:pt x="11747" y="4925"/>
                      </a:cubicBezTo>
                      <a:cubicBezTo>
                        <a:pt x="13538" y="4925"/>
                        <a:pt x="15329" y="5821"/>
                        <a:pt x="15777" y="7164"/>
                      </a:cubicBezTo>
                      <a:cubicBezTo>
                        <a:pt x="15777" y="7612"/>
                        <a:pt x="15777" y="8508"/>
                        <a:pt x="15329" y="9403"/>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976" name="Freeform: Shape 4872">
                <a:extLst>
                  <a:ext uri="{FF2B5EF4-FFF2-40B4-BE49-F238E27FC236}">
                    <a16:creationId xmlns:a16="http://schemas.microsoft.com/office/drawing/2014/main" id="{7B7D6DB2-B568-4F1B-B80B-AB1F57932BB2}"/>
                  </a:ext>
                  <a:ext uri="{C183D7F6-B498-43B3-948B-1728B52AA6E4}">
                    <adec:decorative xmlns:adec="http://schemas.microsoft.com/office/drawing/2017/decorative" val="1"/>
                  </a:ext>
                </a:extLst>
              </p:cNvPr>
              <p:cNvSpPr>
                <a:spLocks noChangeAspect="1"/>
              </p:cNvSpPr>
              <p:nvPr/>
            </p:nvSpPr>
            <p:spPr>
              <a:xfrm>
                <a:off x="10840606" y="2790141"/>
                <a:ext cx="147768" cy="138812"/>
              </a:xfrm>
              <a:custGeom>
                <a:avLst/>
                <a:gdLst>
                  <a:gd name="connsiteX0" fmla="*/ 149953 w 147767"/>
                  <a:gd name="connsiteY0" fmla="*/ 53734 h 138812"/>
                  <a:gd name="connsiteX1" fmla="*/ 143236 w 147767"/>
                  <a:gd name="connsiteY1" fmla="*/ 47017 h 138812"/>
                  <a:gd name="connsiteX2" fmla="*/ 141445 w 147767"/>
                  <a:gd name="connsiteY2" fmla="*/ 46569 h 138812"/>
                  <a:gd name="connsiteX3" fmla="*/ 136071 w 147767"/>
                  <a:gd name="connsiteY3" fmla="*/ 47017 h 138812"/>
                  <a:gd name="connsiteX4" fmla="*/ 131146 w 147767"/>
                  <a:gd name="connsiteY4" fmla="*/ 45226 h 138812"/>
                  <a:gd name="connsiteX5" fmla="*/ 129802 w 147767"/>
                  <a:gd name="connsiteY5" fmla="*/ 40748 h 138812"/>
                  <a:gd name="connsiteX6" fmla="*/ 130250 w 147767"/>
                  <a:gd name="connsiteY6" fmla="*/ 35375 h 138812"/>
                  <a:gd name="connsiteX7" fmla="*/ 129802 w 147767"/>
                  <a:gd name="connsiteY7" fmla="*/ 33584 h 138812"/>
                  <a:gd name="connsiteX8" fmla="*/ 107861 w 147767"/>
                  <a:gd name="connsiteY8" fmla="*/ 11642 h 138812"/>
                  <a:gd name="connsiteX9" fmla="*/ 96219 w 147767"/>
                  <a:gd name="connsiteY9" fmla="*/ 3582 h 138812"/>
                  <a:gd name="connsiteX10" fmla="*/ 80099 w 147767"/>
                  <a:gd name="connsiteY10" fmla="*/ 0 h 138812"/>
                  <a:gd name="connsiteX11" fmla="*/ 62187 w 147767"/>
                  <a:gd name="connsiteY11" fmla="*/ 4030 h 138812"/>
                  <a:gd name="connsiteX12" fmla="*/ 60844 w 147767"/>
                  <a:gd name="connsiteY12" fmla="*/ 6269 h 138812"/>
                  <a:gd name="connsiteX13" fmla="*/ 63083 w 147767"/>
                  <a:gd name="connsiteY13" fmla="*/ 8060 h 138812"/>
                  <a:gd name="connsiteX14" fmla="*/ 89054 w 147767"/>
                  <a:gd name="connsiteY14" fmla="*/ 22837 h 138812"/>
                  <a:gd name="connsiteX15" fmla="*/ 77412 w 147767"/>
                  <a:gd name="connsiteY15" fmla="*/ 34480 h 138812"/>
                  <a:gd name="connsiteX16" fmla="*/ 76964 w 147767"/>
                  <a:gd name="connsiteY16" fmla="*/ 36270 h 138812"/>
                  <a:gd name="connsiteX17" fmla="*/ 77412 w 147767"/>
                  <a:gd name="connsiteY17" fmla="*/ 38061 h 138812"/>
                  <a:gd name="connsiteX18" fmla="*/ 79651 w 147767"/>
                  <a:gd name="connsiteY18" fmla="*/ 40300 h 138812"/>
                  <a:gd name="connsiteX19" fmla="*/ 3976 w 147767"/>
                  <a:gd name="connsiteY19" fmla="*/ 115080 h 138812"/>
                  <a:gd name="connsiteX20" fmla="*/ 4423 w 147767"/>
                  <a:gd name="connsiteY20" fmla="*/ 134782 h 138812"/>
                  <a:gd name="connsiteX21" fmla="*/ 14275 w 147767"/>
                  <a:gd name="connsiteY21" fmla="*/ 138812 h 138812"/>
                  <a:gd name="connsiteX22" fmla="*/ 14275 w 147767"/>
                  <a:gd name="connsiteY22" fmla="*/ 138812 h 138812"/>
                  <a:gd name="connsiteX23" fmla="*/ 24126 w 147767"/>
                  <a:gd name="connsiteY23" fmla="*/ 134782 h 138812"/>
                  <a:gd name="connsiteX24" fmla="*/ 98906 w 147767"/>
                  <a:gd name="connsiteY24" fmla="*/ 59555 h 138812"/>
                  <a:gd name="connsiteX25" fmla="*/ 101592 w 147767"/>
                  <a:gd name="connsiteY25" fmla="*/ 62242 h 138812"/>
                  <a:gd name="connsiteX26" fmla="*/ 103831 w 147767"/>
                  <a:gd name="connsiteY26" fmla="*/ 62689 h 138812"/>
                  <a:gd name="connsiteX27" fmla="*/ 110996 w 147767"/>
                  <a:gd name="connsiteY27" fmla="*/ 60898 h 138812"/>
                  <a:gd name="connsiteX28" fmla="*/ 116817 w 147767"/>
                  <a:gd name="connsiteY28" fmla="*/ 62689 h 138812"/>
                  <a:gd name="connsiteX29" fmla="*/ 118160 w 147767"/>
                  <a:gd name="connsiteY29" fmla="*/ 67167 h 138812"/>
                  <a:gd name="connsiteX30" fmla="*/ 117712 w 147767"/>
                  <a:gd name="connsiteY30" fmla="*/ 71197 h 138812"/>
                  <a:gd name="connsiteX31" fmla="*/ 118160 w 147767"/>
                  <a:gd name="connsiteY31" fmla="*/ 72989 h 138812"/>
                  <a:gd name="connsiteX32" fmla="*/ 124877 w 147767"/>
                  <a:gd name="connsiteY32" fmla="*/ 79705 h 138812"/>
                  <a:gd name="connsiteX33" fmla="*/ 133833 w 147767"/>
                  <a:gd name="connsiteY33" fmla="*/ 79705 h 138812"/>
                  <a:gd name="connsiteX34" fmla="*/ 150400 w 147767"/>
                  <a:gd name="connsiteY34" fmla="*/ 63137 h 138812"/>
                  <a:gd name="connsiteX35" fmla="*/ 152191 w 147767"/>
                  <a:gd name="connsiteY35" fmla="*/ 58659 h 138812"/>
                  <a:gd name="connsiteX36" fmla="*/ 149953 w 147767"/>
                  <a:gd name="connsiteY36" fmla="*/ 53734 h 138812"/>
                  <a:gd name="connsiteX37" fmla="*/ 20544 w 147767"/>
                  <a:gd name="connsiteY37" fmla="*/ 131200 h 138812"/>
                  <a:gd name="connsiteX38" fmla="*/ 13827 w 147767"/>
                  <a:gd name="connsiteY38" fmla="*/ 133887 h 138812"/>
                  <a:gd name="connsiteX39" fmla="*/ 7110 w 147767"/>
                  <a:gd name="connsiteY39" fmla="*/ 130753 h 138812"/>
                  <a:gd name="connsiteX40" fmla="*/ 7110 w 147767"/>
                  <a:gd name="connsiteY40" fmla="*/ 117767 h 138812"/>
                  <a:gd name="connsiteX41" fmla="*/ 82785 w 147767"/>
                  <a:gd name="connsiteY41" fmla="*/ 42987 h 138812"/>
                  <a:gd name="connsiteX42" fmla="*/ 95323 w 147767"/>
                  <a:gd name="connsiteY42" fmla="*/ 55525 h 138812"/>
                  <a:gd name="connsiteX43" fmla="*/ 20544 w 147767"/>
                  <a:gd name="connsiteY43" fmla="*/ 131200 h 138812"/>
                  <a:gd name="connsiteX44" fmla="*/ 146818 w 147767"/>
                  <a:gd name="connsiteY44" fmla="*/ 59555 h 138812"/>
                  <a:gd name="connsiteX45" fmla="*/ 146818 w 147767"/>
                  <a:gd name="connsiteY45" fmla="*/ 59555 h 138812"/>
                  <a:gd name="connsiteX46" fmla="*/ 130250 w 147767"/>
                  <a:gd name="connsiteY46" fmla="*/ 76123 h 138812"/>
                  <a:gd name="connsiteX47" fmla="*/ 127563 w 147767"/>
                  <a:gd name="connsiteY47" fmla="*/ 76123 h 138812"/>
                  <a:gd name="connsiteX48" fmla="*/ 121743 w 147767"/>
                  <a:gd name="connsiteY48" fmla="*/ 70302 h 138812"/>
                  <a:gd name="connsiteX49" fmla="*/ 122190 w 147767"/>
                  <a:gd name="connsiteY49" fmla="*/ 67167 h 138812"/>
                  <a:gd name="connsiteX50" fmla="*/ 119504 w 147767"/>
                  <a:gd name="connsiteY50" fmla="*/ 59108 h 138812"/>
                  <a:gd name="connsiteX51" fmla="*/ 109205 w 147767"/>
                  <a:gd name="connsiteY51" fmla="*/ 55973 h 138812"/>
                  <a:gd name="connsiteX52" fmla="*/ 103383 w 147767"/>
                  <a:gd name="connsiteY52" fmla="*/ 57316 h 138812"/>
                  <a:gd name="connsiteX53" fmla="*/ 81890 w 147767"/>
                  <a:gd name="connsiteY53" fmla="*/ 36270 h 138812"/>
                  <a:gd name="connsiteX54" fmla="*/ 91741 w 147767"/>
                  <a:gd name="connsiteY54" fmla="*/ 26419 h 138812"/>
                  <a:gd name="connsiteX55" fmla="*/ 92637 w 147767"/>
                  <a:gd name="connsiteY55" fmla="*/ 21494 h 138812"/>
                  <a:gd name="connsiteX56" fmla="*/ 72039 w 147767"/>
                  <a:gd name="connsiteY56" fmla="*/ 5374 h 138812"/>
                  <a:gd name="connsiteX57" fmla="*/ 79651 w 147767"/>
                  <a:gd name="connsiteY57" fmla="*/ 4478 h 138812"/>
                  <a:gd name="connsiteX58" fmla="*/ 93980 w 147767"/>
                  <a:gd name="connsiteY58" fmla="*/ 7613 h 138812"/>
                  <a:gd name="connsiteX59" fmla="*/ 104279 w 147767"/>
                  <a:gd name="connsiteY59" fmla="*/ 14777 h 138812"/>
                  <a:gd name="connsiteX60" fmla="*/ 125325 w 147767"/>
                  <a:gd name="connsiteY60" fmla="*/ 35823 h 138812"/>
                  <a:gd name="connsiteX61" fmla="*/ 124877 w 147767"/>
                  <a:gd name="connsiteY61" fmla="*/ 40300 h 138812"/>
                  <a:gd name="connsiteX62" fmla="*/ 127563 w 147767"/>
                  <a:gd name="connsiteY62" fmla="*/ 48361 h 138812"/>
                  <a:gd name="connsiteX63" fmla="*/ 136519 w 147767"/>
                  <a:gd name="connsiteY63" fmla="*/ 51943 h 138812"/>
                  <a:gd name="connsiteX64" fmla="*/ 140997 w 147767"/>
                  <a:gd name="connsiteY64" fmla="*/ 51495 h 138812"/>
                  <a:gd name="connsiteX65" fmla="*/ 146818 w 147767"/>
                  <a:gd name="connsiteY65" fmla="*/ 57316 h 138812"/>
                  <a:gd name="connsiteX66" fmla="*/ 147266 w 147767"/>
                  <a:gd name="connsiteY66" fmla="*/ 58659 h 138812"/>
                  <a:gd name="connsiteX67" fmla="*/ 146818 w 147767"/>
                  <a:gd name="connsiteY67" fmla="*/ 59555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47767" h="138812">
                    <a:moveTo>
                      <a:pt x="149953" y="53734"/>
                    </a:moveTo>
                    <a:lnTo>
                      <a:pt x="143236" y="47017"/>
                    </a:lnTo>
                    <a:cubicBezTo>
                      <a:pt x="142788" y="46569"/>
                      <a:pt x="141893" y="46122"/>
                      <a:pt x="141445" y="46569"/>
                    </a:cubicBezTo>
                    <a:lnTo>
                      <a:pt x="136071" y="47017"/>
                    </a:lnTo>
                    <a:cubicBezTo>
                      <a:pt x="134280" y="47017"/>
                      <a:pt x="132041" y="46569"/>
                      <a:pt x="131146" y="45226"/>
                    </a:cubicBezTo>
                    <a:cubicBezTo>
                      <a:pt x="129802" y="43883"/>
                      <a:pt x="129355" y="42092"/>
                      <a:pt x="129802" y="40748"/>
                    </a:cubicBezTo>
                    <a:lnTo>
                      <a:pt x="130250" y="35375"/>
                    </a:lnTo>
                    <a:cubicBezTo>
                      <a:pt x="130250" y="34480"/>
                      <a:pt x="130250" y="34031"/>
                      <a:pt x="129802" y="33584"/>
                    </a:cubicBezTo>
                    <a:lnTo>
                      <a:pt x="107861" y="11642"/>
                    </a:lnTo>
                    <a:cubicBezTo>
                      <a:pt x="104279" y="8060"/>
                      <a:pt x="100249" y="5374"/>
                      <a:pt x="96219" y="3582"/>
                    </a:cubicBezTo>
                    <a:cubicBezTo>
                      <a:pt x="90846" y="1344"/>
                      <a:pt x="85472" y="0"/>
                      <a:pt x="80099" y="0"/>
                    </a:cubicBezTo>
                    <a:cubicBezTo>
                      <a:pt x="72039" y="0"/>
                      <a:pt x="66218" y="2239"/>
                      <a:pt x="62187" y="4030"/>
                    </a:cubicBezTo>
                    <a:cubicBezTo>
                      <a:pt x="61292" y="4478"/>
                      <a:pt x="60844" y="5374"/>
                      <a:pt x="60844" y="6269"/>
                    </a:cubicBezTo>
                    <a:cubicBezTo>
                      <a:pt x="60844" y="7164"/>
                      <a:pt x="61740" y="8060"/>
                      <a:pt x="63083" y="8060"/>
                    </a:cubicBezTo>
                    <a:cubicBezTo>
                      <a:pt x="79651" y="8956"/>
                      <a:pt x="86368" y="17911"/>
                      <a:pt x="89054" y="22837"/>
                    </a:cubicBezTo>
                    <a:lnTo>
                      <a:pt x="77412" y="34480"/>
                    </a:lnTo>
                    <a:cubicBezTo>
                      <a:pt x="76964" y="34927"/>
                      <a:pt x="76964" y="35375"/>
                      <a:pt x="76964" y="36270"/>
                    </a:cubicBezTo>
                    <a:cubicBezTo>
                      <a:pt x="76964" y="37166"/>
                      <a:pt x="77412" y="37614"/>
                      <a:pt x="77412" y="38061"/>
                    </a:cubicBezTo>
                    <a:lnTo>
                      <a:pt x="79651" y="40300"/>
                    </a:lnTo>
                    <a:lnTo>
                      <a:pt x="3976" y="115080"/>
                    </a:lnTo>
                    <a:cubicBezTo>
                      <a:pt x="-1398" y="120453"/>
                      <a:pt x="-1398" y="128961"/>
                      <a:pt x="4423" y="134782"/>
                    </a:cubicBezTo>
                    <a:cubicBezTo>
                      <a:pt x="7110" y="137469"/>
                      <a:pt x="10245" y="138812"/>
                      <a:pt x="14275" y="138812"/>
                    </a:cubicBezTo>
                    <a:cubicBezTo>
                      <a:pt x="14275" y="138812"/>
                      <a:pt x="14275" y="138812"/>
                      <a:pt x="14275" y="138812"/>
                    </a:cubicBezTo>
                    <a:cubicBezTo>
                      <a:pt x="17857" y="138812"/>
                      <a:pt x="21439" y="137469"/>
                      <a:pt x="24126" y="134782"/>
                    </a:cubicBezTo>
                    <a:lnTo>
                      <a:pt x="98906" y="59555"/>
                    </a:lnTo>
                    <a:lnTo>
                      <a:pt x="101592" y="62242"/>
                    </a:lnTo>
                    <a:cubicBezTo>
                      <a:pt x="102040" y="62689"/>
                      <a:pt x="102935" y="63137"/>
                      <a:pt x="103831" y="62689"/>
                    </a:cubicBezTo>
                    <a:lnTo>
                      <a:pt x="110996" y="60898"/>
                    </a:lnTo>
                    <a:cubicBezTo>
                      <a:pt x="113235" y="60451"/>
                      <a:pt x="115474" y="60898"/>
                      <a:pt x="116817" y="62689"/>
                    </a:cubicBezTo>
                    <a:cubicBezTo>
                      <a:pt x="118160" y="64033"/>
                      <a:pt x="118608" y="65824"/>
                      <a:pt x="118160" y="67167"/>
                    </a:cubicBezTo>
                    <a:lnTo>
                      <a:pt x="117712" y="71197"/>
                    </a:lnTo>
                    <a:cubicBezTo>
                      <a:pt x="117712" y="72093"/>
                      <a:pt x="117712" y="72541"/>
                      <a:pt x="118160" y="72989"/>
                    </a:cubicBezTo>
                    <a:lnTo>
                      <a:pt x="124877" y="79705"/>
                    </a:lnTo>
                    <a:cubicBezTo>
                      <a:pt x="127116" y="81944"/>
                      <a:pt x="131146" y="81944"/>
                      <a:pt x="133833" y="79705"/>
                    </a:cubicBezTo>
                    <a:lnTo>
                      <a:pt x="150400" y="63137"/>
                    </a:lnTo>
                    <a:cubicBezTo>
                      <a:pt x="151744" y="61794"/>
                      <a:pt x="152191" y="60451"/>
                      <a:pt x="152191" y="58659"/>
                    </a:cubicBezTo>
                    <a:cubicBezTo>
                      <a:pt x="151744" y="56869"/>
                      <a:pt x="151296" y="55077"/>
                      <a:pt x="149953" y="53734"/>
                    </a:cubicBezTo>
                    <a:close/>
                    <a:moveTo>
                      <a:pt x="20544" y="131200"/>
                    </a:moveTo>
                    <a:cubicBezTo>
                      <a:pt x="18753" y="132992"/>
                      <a:pt x="16514" y="133887"/>
                      <a:pt x="13827" y="133887"/>
                    </a:cubicBezTo>
                    <a:cubicBezTo>
                      <a:pt x="11588" y="133887"/>
                      <a:pt x="8901" y="132992"/>
                      <a:pt x="7110" y="130753"/>
                    </a:cubicBezTo>
                    <a:cubicBezTo>
                      <a:pt x="3528" y="127170"/>
                      <a:pt x="3528" y="121349"/>
                      <a:pt x="7110" y="117767"/>
                    </a:cubicBezTo>
                    <a:lnTo>
                      <a:pt x="82785" y="42987"/>
                    </a:lnTo>
                    <a:lnTo>
                      <a:pt x="95323" y="55525"/>
                    </a:lnTo>
                    <a:lnTo>
                      <a:pt x="20544" y="131200"/>
                    </a:lnTo>
                    <a:close/>
                    <a:moveTo>
                      <a:pt x="146818" y="59555"/>
                    </a:moveTo>
                    <a:lnTo>
                      <a:pt x="146818" y="59555"/>
                    </a:lnTo>
                    <a:lnTo>
                      <a:pt x="130250" y="76123"/>
                    </a:lnTo>
                    <a:cubicBezTo>
                      <a:pt x="129802" y="76571"/>
                      <a:pt x="128459" y="76571"/>
                      <a:pt x="127563" y="76123"/>
                    </a:cubicBezTo>
                    <a:lnTo>
                      <a:pt x="121743" y="70302"/>
                    </a:lnTo>
                    <a:lnTo>
                      <a:pt x="122190" y="67167"/>
                    </a:lnTo>
                    <a:cubicBezTo>
                      <a:pt x="122638" y="64033"/>
                      <a:pt x="121743" y="61346"/>
                      <a:pt x="119504" y="59108"/>
                    </a:cubicBezTo>
                    <a:cubicBezTo>
                      <a:pt x="116817" y="56420"/>
                      <a:pt x="112787" y="55077"/>
                      <a:pt x="109205" y="55973"/>
                    </a:cubicBezTo>
                    <a:lnTo>
                      <a:pt x="103383" y="57316"/>
                    </a:lnTo>
                    <a:lnTo>
                      <a:pt x="81890" y="36270"/>
                    </a:lnTo>
                    <a:lnTo>
                      <a:pt x="91741" y="26419"/>
                    </a:lnTo>
                    <a:cubicBezTo>
                      <a:pt x="93084" y="25076"/>
                      <a:pt x="93532" y="23285"/>
                      <a:pt x="92637" y="21494"/>
                    </a:cubicBezTo>
                    <a:cubicBezTo>
                      <a:pt x="89950" y="16568"/>
                      <a:pt x="84577" y="8508"/>
                      <a:pt x="72039" y="5374"/>
                    </a:cubicBezTo>
                    <a:cubicBezTo>
                      <a:pt x="74278" y="4925"/>
                      <a:pt x="76964" y="4478"/>
                      <a:pt x="79651" y="4478"/>
                    </a:cubicBezTo>
                    <a:cubicBezTo>
                      <a:pt x="84577" y="4478"/>
                      <a:pt x="89502" y="5374"/>
                      <a:pt x="93980" y="7613"/>
                    </a:cubicBezTo>
                    <a:cubicBezTo>
                      <a:pt x="97562" y="9403"/>
                      <a:pt x="101145" y="11642"/>
                      <a:pt x="104279" y="14777"/>
                    </a:cubicBezTo>
                    <a:lnTo>
                      <a:pt x="125325" y="35823"/>
                    </a:lnTo>
                    <a:lnTo>
                      <a:pt x="124877" y="40300"/>
                    </a:lnTo>
                    <a:cubicBezTo>
                      <a:pt x="124429" y="43435"/>
                      <a:pt x="125325" y="46122"/>
                      <a:pt x="127563" y="48361"/>
                    </a:cubicBezTo>
                    <a:cubicBezTo>
                      <a:pt x="129802" y="51047"/>
                      <a:pt x="132937" y="51943"/>
                      <a:pt x="136519" y="51943"/>
                    </a:cubicBezTo>
                    <a:lnTo>
                      <a:pt x="140997" y="51495"/>
                    </a:lnTo>
                    <a:lnTo>
                      <a:pt x="146818" y="57316"/>
                    </a:lnTo>
                    <a:cubicBezTo>
                      <a:pt x="147266" y="57764"/>
                      <a:pt x="147266" y="58212"/>
                      <a:pt x="147266" y="58659"/>
                    </a:cubicBezTo>
                    <a:cubicBezTo>
                      <a:pt x="147266" y="58659"/>
                      <a:pt x="147266" y="59108"/>
                      <a:pt x="146818" y="59555"/>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77" name="Freeform: Shape 4873">
                <a:extLst>
                  <a:ext uri="{FF2B5EF4-FFF2-40B4-BE49-F238E27FC236}">
                    <a16:creationId xmlns:a16="http://schemas.microsoft.com/office/drawing/2014/main" id="{97720871-F0B7-53AF-3886-93C2A526FC20}"/>
                  </a:ext>
                  <a:ext uri="{C183D7F6-B498-43B3-948B-1728B52AA6E4}">
                    <adec:decorative xmlns:adec="http://schemas.microsoft.com/office/drawing/2017/decorative" val="1"/>
                  </a:ext>
                </a:extLst>
              </p:cNvPr>
              <p:cNvSpPr>
                <a:spLocks noChangeAspect="1"/>
              </p:cNvSpPr>
              <p:nvPr/>
            </p:nvSpPr>
            <p:spPr>
              <a:xfrm>
                <a:off x="10579453" y="2774917"/>
                <a:ext cx="147768" cy="147768"/>
              </a:xfrm>
              <a:custGeom>
                <a:avLst/>
                <a:gdLst>
                  <a:gd name="connsiteX0" fmla="*/ 29596 w 147767"/>
                  <a:gd name="connsiteY0" fmla="*/ 151350 h 147767"/>
                  <a:gd name="connsiteX1" fmla="*/ 21088 w 147767"/>
                  <a:gd name="connsiteY1" fmla="*/ 150007 h 147767"/>
                  <a:gd name="connsiteX2" fmla="*/ 19745 w 147767"/>
                  <a:gd name="connsiteY2" fmla="*/ 148216 h 147767"/>
                  <a:gd name="connsiteX3" fmla="*/ 20192 w 147767"/>
                  <a:gd name="connsiteY3" fmla="*/ 145977 h 147767"/>
                  <a:gd name="connsiteX4" fmla="*/ 33626 w 147767"/>
                  <a:gd name="connsiteY4" fmla="*/ 132544 h 147767"/>
                  <a:gd name="connsiteX5" fmla="*/ 30491 w 147767"/>
                  <a:gd name="connsiteY5" fmla="*/ 120453 h 147767"/>
                  <a:gd name="connsiteX6" fmla="*/ 18401 w 147767"/>
                  <a:gd name="connsiteY6" fmla="*/ 117767 h 147767"/>
                  <a:gd name="connsiteX7" fmla="*/ 5416 w 147767"/>
                  <a:gd name="connsiteY7" fmla="*/ 130753 h 147767"/>
                  <a:gd name="connsiteX8" fmla="*/ 3177 w 147767"/>
                  <a:gd name="connsiteY8" fmla="*/ 131200 h 147767"/>
                  <a:gd name="connsiteX9" fmla="*/ 1385 w 147767"/>
                  <a:gd name="connsiteY9" fmla="*/ 129409 h 147767"/>
                  <a:gd name="connsiteX10" fmla="*/ 42 w 147767"/>
                  <a:gd name="connsiteY10" fmla="*/ 122245 h 147767"/>
                  <a:gd name="connsiteX11" fmla="*/ 8550 w 147767"/>
                  <a:gd name="connsiteY11" fmla="*/ 101199 h 147767"/>
                  <a:gd name="connsiteX12" fmla="*/ 29148 w 147767"/>
                  <a:gd name="connsiteY12" fmla="*/ 92691 h 147767"/>
                  <a:gd name="connsiteX13" fmla="*/ 36760 w 147767"/>
                  <a:gd name="connsiteY13" fmla="*/ 93586 h 147767"/>
                  <a:gd name="connsiteX14" fmla="*/ 93629 w 147767"/>
                  <a:gd name="connsiteY14" fmla="*/ 38061 h 147767"/>
                  <a:gd name="connsiteX15" fmla="*/ 92285 w 147767"/>
                  <a:gd name="connsiteY15" fmla="*/ 29554 h 147767"/>
                  <a:gd name="connsiteX16" fmla="*/ 100793 w 147767"/>
                  <a:gd name="connsiteY16" fmla="*/ 8956 h 147767"/>
                  <a:gd name="connsiteX17" fmla="*/ 120496 w 147767"/>
                  <a:gd name="connsiteY17" fmla="*/ 0 h 147767"/>
                  <a:gd name="connsiteX18" fmla="*/ 129003 w 147767"/>
                  <a:gd name="connsiteY18" fmla="*/ 1344 h 147767"/>
                  <a:gd name="connsiteX19" fmla="*/ 130347 w 147767"/>
                  <a:gd name="connsiteY19" fmla="*/ 3135 h 147767"/>
                  <a:gd name="connsiteX20" fmla="*/ 129899 w 147767"/>
                  <a:gd name="connsiteY20" fmla="*/ 5374 h 147767"/>
                  <a:gd name="connsiteX21" fmla="*/ 116465 w 147767"/>
                  <a:gd name="connsiteY21" fmla="*/ 18807 h 147767"/>
                  <a:gd name="connsiteX22" fmla="*/ 119600 w 147767"/>
                  <a:gd name="connsiteY22" fmla="*/ 30897 h 147767"/>
                  <a:gd name="connsiteX23" fmla="*/ 131690 w 147767"/>
                  <a:gd name="connsiteY23" fmla="*/ 33584 h 147767"/>
                  <a:gd name="connsiteX24" fmla="*/ 144676 w 147767"/>
                  <a:gd name="connsiteY24" fmla="*/ 20598 h 147767"/>
                  <a:gd name="connsiteX25" fmla="*/ 146915 w 147767"/>
                  <a:gd name="connsiteY25" fmla="*/ 20150 h 147767"/>
                  <a:gd name="connsiteX26" fmla="*/ 148706 w 147767"/>
                  <a:gd name="connsiteY26" fmla="*/ 21941 h 147767"/>
                  <a:gd name="connsiteX27" fmla="*/ 150049 w 147767"/>
                  <a:gd name="connsiteY27" fmla="*/ 29106 h 147767"/>
                  <a:gd name="connsiteX28" fmla="*/ 141541 w 147767"/>
                  <a:gd name="connsiteY28" fmla="*/ 50152 h 147767"/>
                  <a:gd name="connsiteX29" fmla="*/ 141541 w 147767"/>
                  <a:gd name="connsiteY29" fmla="*/ 50152 h 147767"/>
                  <a:gd name="connsiteX30" fmla="*/ 120943 w 147767"/>
                  <a:gd name="connsiteY30" fmla="*/ 58660 h 147767"/>
                  <a:gd name="connsiteX31" fmla="*/ 111988 w 147767"/>
                  <a:gd name="connsiteY31" fmla="*/ 57316 h 147767"/>
                  <a:gd name="connsiteX32" fmla="*/ 56463 w 147767"/>
                  <a:gd name="connsiteY32" fmla="*/ 112394 h 147767"/>
                  <a:gd name="connsiteX33" fmla="*/ 58254 w 147767"/>
                  <a:gd name="connsiteY33" fmla="*/ 121797 h 147767"/>
                  <a:gd name="connsiteX34" fmla="*/ 49746 w 147767"/>
                  <a:gd name="connsiteY34" fmla="*/ 142395 h 147767"/>
                  <a:gd name="connsiteX35" fmla="*/ 49746 w 147767"/>
                  <a:gd name="connsiteY35" fmla="*/ 142395 h 147767"/>
                  <a:gd name="connsiteX36" fmla="*/ 49746 w 147767"/>
                  <a:gd name="connsiteY36" fmla="*/ 142395 h 147767"/>
                  <a:gd name="connsiteX37" fmla="*/ 29596 w 147767"/>
                  <a:gd name="connsiteY37" fmla="*/ 151350 h 147767"/>
                  <a:gd name="connsiteX38" fmla="*/ 26013 w 147767"/>
                  <a:gd name="connsiteY38" fmla="*/ 146873 h 147767"/>
                  <a:gd name="connsiteX39" fmla="*/ 29596 w 147767"/>
                  <a:gd name="connsiteY39" fmla="*/ 147320 h 147767"/>
                  <a:gd name="connsiteX40" fmla="*/ 46164 w 147767"/>
                  <a:gd name="connsiteY40" fmla="*/ 139708 h 147767"/>
                  <a:gd name="connsiteX41" fmla="*/ 46164 w 147767"/>
                  <a:gd name="connsiteY41" fmla="*/ 139708 h 147767"/>
                  <a:gd name="connsiteX42" fmla="*/ 53328 w 147767"/>
                  <a:gd name="connsiteY42" fmla="*/ 122245 h 147767"/>
                  <a:gd name="connsiteX43" fmla="*/ 51537 w 147767"/>
                  <a:gd name="connsiteY43" fmla="*/ 113289 h 147767"/>
                  <a:gd name="connsiteX44" fmla="*/ 51537 w 147767"/>
                  <a:gd name="connsiteY44" fmla="*/ 112841 h 147767"/>
                  <a:gd name="connsiteX45" fmla="*/ 46164 w 147767"/>
                  <a:gd name="connsiteY45" fmla="*/ 104781 h 147767"/>
                  <a:gd name="connsiteX46" fmla="*/ 36760 w 147767"/>
                  <a:gd name="connsiteY46" fmla="*/ 98960 h 147767"/>
                  <a:gd name="connsiteX47" fmla="*/ 36313 w 147767"/>
                  <a:gd name="connsiteY47" fmla="*/ 98960 h 147767"/>
                  <a:gd name="connsiteX48" fmla="*/ 28700 w 147767"/>
                  <a:gd name="connsiteY48" fmla="*/ 97617 h 147767"/>
                  <a:gd name="connsiteX49" fmla="*/ 11237 w 147767"/>
                  <a:gd name="connsiteY49" fmla="*/ 104781 h 147767"/>
                  <a:gd name="connsiteX50" fmla="*/ 4072 w 147767"/>
                  <a:gd name="connsiteY50" fmla="*/ 122245 h 147767"/>
                  <a:gd name="connsiteX51" fmla="*/ 4072 w 147767"/>
                  <a:gd name="connsiteY51" fmla="*/ 124484 h 147767"/>
                  <a:gd name="connsiteX52" fmla="*/ 14371 w 147767"/>
                  <a:gd name="connsiteY52" fmla="*/ 114184 h 147767"/>
                  <a:gd name="connsiteX53" fmla="*/ 18401 w 147767"/>
                  <a:gd name="connsiteY53" fmla="*/ 112841 h 147767"/>
                  <a:gd name="connsiteX54" fmla="*/ 30491 w 147767"/>
                  <a:gd name="connsiteY54" fmla="*/ 115976 h 147767"/>
                  <a:gd name="connsiteX55" fmla="*/ 33626 w 147767"/>
                  <a:gd name="connsiteY55" fmla="*/ 119110 h 147767"/>
                  <a:gd name="connsiteX56" fmla="*/ 36760 w 147767"/>
                  <a:gd name="connsiteY56" fmla="*/ 131200 h 147767"/>
                  <a:gd name="connsiteX57" fmla="*/ 35417 w 147767"/>
                  <a:gd name="connsiteY57" fmla="*/ 135230 h 147767"/>
                  <a:gd name="connsiteX58" fmla="*/ 26013 w 147767"/>
                  <a:gd name="connsiteY58" fmla="*/ 146873 h 147767"/>
                  <a:gd name="connsiteX59" fmla="*/ 41686 w 147767"/>
                  <a:gd name="connsiteY59" fmla="*/ 96273 h 147767"/>
                  <a:gd name="connsiteX60" fmla="*/ 49746 w 147767"/>
                  <a:gd name="connsiteY60" fmla="*/ 102094 h 147767"/>
                  <a:gd name="connsiteX61" fmla="*/ 54672 w 147767"/>
                  <a:gd name="connsiteY61" fmla="*/ 108811 h 147767"/>
                  <a:gd name="connsiteX62" fmla="*/ 107958 w 147767"/>
                  <a:gd name="connsiteY62" fmla="*/ 55973 h 147767"/>
                  <a:gd name="connsiteX63" fmla="*/ 101241 w 147767"/>
                  <a:gd name="connsiteY63" fmla="*/ 51047 h 147767"/>
                  <a:gd name="connsiteX64" fmla="*/ 95868 w 147767"/>
                  <a:gd name="connsiteY64" fmla="*/ 43883 h 147767"/>
                  <a:gd name="connsiteX65" fmla="*/ 41686 w 147767"/>
                  <a:gd name="connsiteY65" fmla="*/ 96273 h 147767"/>
                  <a:gd name="connsiteX66" fmla="*/ 112436 w 147767"/>
                  <a:gd name="connsiteY66" fmla="*/ 53286 h 147767"/>
                  <a:gd name="connsiteX67" fmla="*/ 120943 w 147767"/>
                  <a:gd name="connsiteY67" fmla="*/ 55077 h 147767"/>
                  <a:gd name="connsiteX68" fmla="*/ 138407 w 147767"/>
                  <a:gd name="connsiteY68" fmla="*/ 47913 h 147767"/>
                  <a:gd name="connsiteX69" fmla="*/ 145571 w 147767"/>
                  <a:gd name="connsiteY69" fmla="*/ 30449 h 147767"/>
                  <a:gd name="connsiteX70" fmla="*/ 145571 w 147767"/>
                  <a:gd name="connsiteY70" fmla="*/ 28210 h 147767"/>
                  <a:gd name="connsiteX71" fmla="*/ 135272 w 147767"/>
                  <a:gd name="connsiteY71" fmla="*/ 38510 h 147767"/>
                  <a:gd name="connsiteX72" fmla="*/ 131242 w 147767"/>
                  <a:gd name="connsiteY72" fmla="*/ 39853 h 147767"/>
                  <a:gd name="connsiteX73" fmla="*/ 119152 w 147767"/>
                  <a:gd name="connsiteY73" fmla="*/ 36718 h 147767"/>
                  <a:gd name="connsiteX74" fmla="*/ 116018 w 147767"/>
                  <a:gd name="connsiteY74" fmla="*/ 33584 h 147767"/>
                  <a:gd name="connsiteX75" fmla="*/ 112883 w 147767"/>
                  <a:gd name="connsiteY75" fmla="*/ 21494 h 147767"/>
                  <a:gd name="connsiteX76" fmla="*/ 114227 w 147767"/>
                  <a:gd name="connsiteY76" fmla="*/ 17464 h 147767"/>
                  <a:gd name="connsiteX77" fmla="*/ 124973 w 147767"/>
                  <a:gd name="connsiteY77" fmla="*/ 6717 h 147767"/>
                  <a:gd name="connsiteX78" fmla="*/ 121391 w 147767"/>
                  <a:gd name="connsiteY78" fmla="*/ 6269 h 147767"/>
                  <a:gd name="connsiteX79" fmla="*/ 104823 w 147767"/>
                  <a:gd name="connsiteY79" fmla="*/ 13882 h 147767"/>
                  <a:gd name="connsiteX80" fmla="*/ 97659 w 147767"/>
                  <a:gd name="connsiteY80" fmla="*/ 31345 h 147767"/>
                  <a:gd name="connsiteX81" fmla="*/ 99002 w 147767"/>
                  <a:gd name="connsiteY81" fmla="*/ 39405 h 147767"/>
                  <a:gd name="connsiteX82" fmla="*/ 99002 w 147767"/>
                  <a:gd name="connsiteY82" fmla="*/ 39853 h 147767"/>
                  <a:gd name="connsiteX83" fmla="*/ 104375 w 147767"/>
                  <a:gd name="connsiteY83" fmla="*/ 48361 h 147767"/>
                  <a:gd name="connsiteX84" fmla="*/ 112436 w 147767"/>
                  <a:gd name="connsiteY84" fmla="*/ 53286 h 147767"/>
                  <a:gd name="connsiteX85" fmla="*/ 112436 w 147767"/>
                  <a:gd name="connsiteY85" fmla="*/ 53286 h 147767"/>
                  <a:gd name="connsiteX86" fmla="*/ 139750 w 147767"/>
                  <a:gd name="connsiteY86" fmla="*/ 49256 h 147767"/>
                  <a:gd name="connsiteX87" fmla="*/ 139750 w 147767"/>
                  <a:gd name="connsiteY87" fmla="*/ 49256 h 147767"/>
                  <a:gd name="connsiteX88" fmla="*/ 139750 w 147767"/>
                  <a:gd name="connsiteY88" fmla="*/ 49256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47767" h="147767">
                    <a:moveTo>
                      <a:pt x="29596" y="151350"/>
                    </a:moveTo>
                    <a:cubicBezTo>
                      <a:pt x="26013" y="151350"/>
                      <a:pt x="22879" y="150455"/>
                      <a:pt x="21088" y="150007"/>
                    </a:cubicBezTo>
                    <a:cubicBezTo>
                      <a:pt x="20192" y="149559"/>
                      <a:pt x="19745" y="149112"/>
                      <a:pt x="19745" y="148216"/>
                    </a:cubicBezTo>
                    <a:cubicBezTo>
                      <a:pt x="19745" y="147320"/>
                      <a:pt x="19745" y="146873"/>
                      <a:pt x="20192" y="145977"/>
                    </a:cubicBezTo>
                    <a:lnTo>
                      <a:pt x="33626" y="132544"/>
                    </a:lnTo>
                    <a:lnTo>
                      <a:pt x="30491" y="120453"/>
                    </a:lnTo>
                    <a:lnTo>
                      <a:pt x="18401" y="117767"/>
                    </a:lnTo>
                    <a:lnTo>
                      <a:pt x="5416" y="130753"/>
                    </a:lnTo>
                    <a:cubicBezTo>
                      <a:pt x="4968" y="131200"/>
                      <a:pt x="4072" y="131648"/>
                      <a:pt x="3177" y="131200"/>
                    </a:cubicBezTo>
                    <a:cubicBezTo>
                      <a:pt x="2281" y="131200"/>
                      <a:pt x="1833" y="130305"/>
                      <a:pt x="1385" y="129409"/>
                    </a:cubicBezTo>
                    <a:cubicBezTo>
                      <a:pt x="938" y="127170"/>
                      <a:pt x="490" y="124484"/>
                      <a:pt x="42" y="122245"/>
                    </a:cubicBezTo>
                    <a:cubicBezTo>
                      <a:pt x="-405" y="114184"/>
                      <a:pt x="2729" y="107020"/>
                      <a:pt x="8550" y="101199"/>
                    </a:cubicBezTo>
                    <a:cubicBezTo>
                      <a:pt x="13924" y="95825"/>
                      <a:pt x="21088" y="92691"/>
                      <a:pt x="29148" y="92691"/>
                    </a:cubicBezTo>
                    <a:cubicBezTo>
                      <a:pt x="31835" y="92691"/>
                      <a:pt x="34521" y="93139"/>
                      <a:pt x="36760" y="93586"/>
                    </a:cubicBezTo>
                    <a:lnTo>
                      <a:pt x="93629" y="38061"/>
                    </a:lnTo>
                    <a:cubicBezTo>
                      <a:pt x="92733" y="35375"/>
                      <a:pt x="92285" y="32241"/>
                      <a:pt x="92285" y="29554"/>
                    </a:cubicBezTo>
                    <a:cubicBezTo>
                      <a:pt x="92285" y="21941"/>
                      <a:pt x="95420" y="14777"/>
                      <a:pt x="100793" y="8956"/>
                    </a:cubicBezTo>
                    <a:cubicBezTo>
                      <a:pt x="106614" y="3135"/>
                      <a:pt x="113331" y="0"/>
                      <a:pt x="120496" y="0"/>
                    </a:cubicBezTo>
                    <a:cubicBezTo>
                      <a:pt x="124078" y="0"/>
                      <a:pt x="127212" y="896"/>
                      <a:pt x="129003" y="1344"/>
                    </a:cubicBezTo>
                    <a:cubicBezTo>
                      <a:pt x="129899" y="1791"/>
                      <a:pt x="130347" y="2239"/>
                      <a:pt x="130347" y="3135"/>
                    </a:cubicBezTo>
                    <a:cubicBezTo>
                      <a:pt x="130347" y="4030"/>
                      <a:pt x="130347" y="4478"/>
                      <a:pt x="129899" y="5374"/>
                    </a:cubicBezTo>
                    <a:lnTo>
                      <a:pt x="116465" y="18807"/>
                    </a:lnTo>
                    <a:lnTo>
                      <a:pt x="119600" y="30897"/>
                    </a:lnTo>
                    <a:lnTo>
                      <a:pt x="131690" y="33584"/>
                    </a:lnTo>
                    <a:lnTo>
                      <a:pt x="144676" y="20598"/>
                    </a:lnTo>
                    <a:cubicBezTo>
                      <a:pt x="145124" y="20150"/>
                      <a:pt x="146019" y="19703"/>
                      <a:pt x="146915" y="20150"/>
                    </a:cubicBezTo>
                    <a:cubicBezTo>
                      <a:pt x="147810" y="20150"/>
                      <a:pt x="148258" y="21046"/>
                      <a:pt x="148706" y="21941"/>
                    </a:cubicBezTo>
                    <a:cubicBezTo>
                      <a:pt x="149153" y="24180"/>
                      <a:pt x="149601" y="26867"/>
                      <a:pt x="150049" y="29106"/>
                    </a:cubicBezTo>
                    <a:cubicBezTo>
                      <a:pt x="150497" y="37166"/>
                      <a:pt x="147363" y="44331"/>
                      <a:pt x="141541" y="50152"/>
                    </a:cubicBezTo>
                    <a:lnTo>
                      <a:pt x="141541" y="50152"/>
                    </a:lnTo>
                    <a:cubicBezTo>
                      <a:pt x="136168" y="55525"/>
                      <a:pt x="129003" y="58660"/>
                      <a:pt x="120943" y="58660"/>
                    </a:cubicBezTo>
                    <a:cubicBezTo>
                      <a:pt x="117809" y="58660"/>
                      <a:pt x="114674" y="58212"/>
                      <a:pt x="111988" y="57316"/>
                    </a:cubicBezTo>
                    <a:lnTo>
                      <a:pt x="56463" y="112394"/>
                    </a:lnTo>
                    <a:cubicBezTo>
                      <a:pt x="57358" y="115528"/>
                      <a:pt x="58254" y="118662"/>
                      <a:pt x="58254" y="121797"/>
                    </a:cubicBezTo>
                    <a:cubicBezTo>
                      <a:pt x="58254" y="129409"/>
                      <a:pt x="55119" y="136573"/>
                      <a:pt x="49746" y="142395"/>
                    </a:cubicBezTo>
                    <a:lnTo>
                      <a:pt x="49746" y="142395"/>
                    </a:lnTo>
                    <a:lnTo>
                      <a:pt x="49746" y="142395"/>
                    </a:lnTo>
                    <a:cubicBezTo>
                      <a:pt x="43477" y="148664"/>
                      <a:pt x="37208" y="151350"/>
                      <a:pt x="29596" y="151350"/>
                    </a:cubicBezTo>
                    <a:close/>
                    <a:moveTo>
                      <a:pt x="26013" y="146873"/>
                    </a:moveTo>
                    <a:cubicBezTo>
                      <a:pt x="26909" y="146873"/>
                      <a:pt x="28252" y="147320"/>
                      <a:pt x="29596" y="147320"/>
                    </a:cubicBezTo>
                    <a:cubicBezTo>
                      <a:pt x="35865" y="147320"/>
                      <a:pt x="41238" y="144634"/>
                      <a:pt x="46164" y="139708"/>
                    </a:cubicBezTo>
                    <a:lnTo>
                      <a:pt x="46164" y="139708"/>
                    </a:lnTo>
                    <a:cubicBezTo>
                      <a:pt x="50641" y="135230"/>
                      <a:pt x="53328" y="128961"/>
                      <a:pt x="53328" y="122245"/>
                    </a:cubicBezTo>
                    <a:cubicBezTo>
                      <a:pt x="53328" y="119110"/>
                      <a:pt x="52880" y="115976"/>
                      <a:pt x="51537" y="113289"/>
                    </a:cubicBezTo>
                    <a:cubicBezTo>
                      <a:pt x="51537" y="113289"/>
                      <a:pt x="51537" y="113289"/>
                      <a:pt x="51537" y="112841"/>
                    </a:cubicBezTo>
                    <a:cubicBezTo>
                      <a:pt x="50194" y="110155"/>
                      <a:pt x="48403" y="107468"/>
                      <a:pt x="46164" y="104781"/>
                    </a:cubicBezTo>
                    <a:cubicBezTo>
                      <a:pt x="43477" y="102094"/>
                      <a:pt x="40343" y="100303"/>
                      <a:pt x="36760" y="98960"/>
                    </a:cubicBezTo>
                    <a:cubicBezTo>
                      <a:pt x="36760" y="98960"/>
                      <a:pt x="36313" y="98960"/>
                      <a:pt x="36313" y="98960"/>
                    </a:cubicBezTo>
                    <a:cubicBezTo>
                      <a:pt x="34074" y="98064"/>
                      <a:pt x="31387" y="97617"/>
                      <a:pt x="28700" y="97617"/>
                    </a:cubicBezTo>
                    <a:cubicBezTo>
                      <a:pt x="21984" y="97617"/>
                      <a:pt x="16162" y="100303"/>
                      <a:pt x="11237" y="104781"/>
                    </a:cubicBezTo>
                    <a:cubicBezTo>
                      <a:pt x="6311" y="109707"/>
                      <a:pt x="4072" y="115528"/>
                      <a:pt x="4072" y="122245"/>
                    </a:cubicBezTo>
                    <a:cubicBezTo>
                      <a:pt x="4072" y="123140"/>
                      <a:pt x="4072" y="123588"/>
                      <a:pt x="4072" y="124484"/>
                    </a:cubicBezTo>
                    <a:lnTo>
                      <a:pt x="14371" y="114184"/>
                    </a:lnTo>
                    <a:cubicBezTo>
                      <a:pt x="15267" y="113289"/>
                      <a:pt x="17058" y="112841"/>
                      <a:pt x="18401" y="112841"/>
                    </a:cubicBezTo>
                    <a:lnTo>
                      <a:pt x="30491" y="115976"/>
                    </a:lnTo>
                    <a:cubicBezTo>
                      <a:pt x="32283" y="116423"/>
                      <a:pt x="33178" y="117767"/>
                      <a:pt x="33626" y="119110"/>
                    </a:cubicBezTo>
                    <a:lnTo>
                      <a:pt x="36760" y="131200"/>
                    </a:lnTo>
                    <a:cubicBezTo>
                      <a:pt x="37208" y="132544"/>
                      <a:pt x="36760" y="134335"/>
                      <a:pt x="35417" y="135230"/>
                    </a:cubicBezTo>
                    <a:lnTo>
                      <a:pt x="26013" y="146873"/>
                    </a:lnTo>
                    <a:close/>
                    <a:moveTo>
                      <a:pt x="41686" y="96273"/>
                    </a:moveTo>
                    <a:cubicBezTo>
                      <a:pt x="44820" y="97617"/>
                      <a:pt x="47507" y="99408"/>
                      <a:pt x="49746" y="102094"/>
                    </a:cubicBezTo>
                    <a:cubicBezTo>
                      <a:pt x="51537" y="103886"/>
                      <a:pt x="53328" y="106125"/>
                      <a:pt x="54672" y="108811"/>
                    </a:cubicBezTo>
                    <a:lnTo>
                      <a:pt x="107958" y="55973"/>
                    </a:lnTo>
                    <a:cubicBezTo>
                      <a:pt x="105719" y="54630"/>
                      <a:pt x="103032" y="52838"/>
                      <a:pt x="101241" y="51047"/>
                    </a:cubicBezTo>
                    <a:cubicBezTo>
                      <a:pt x="99002" y="48808"/>
                      <a:pt x="97211" y="46569"/>
                      <a:pt x="95868" y="43883"/>
                    </a:cubicBezTo>
                    <a:lnTo>
                      <a:pt x="41686" y="96273"/>
                    </a:lnTo>
                    <a:close/>
                    <a:moveTo>
                      <a:pt x="112436" y="53286"/>
                    </a:moveTo>
                    <a:cubicBezTo>
                      <a:pt x="115122" y="54182"/>
                      <a:pt x="118257" y="55077"/>
                      <a:pt x="120943" y="55077"/>
                    </a:cubicBezTo>
                    <a:cubicBezTo>
                      <a:pt x="127660" y="55077"/>
                      <a:pt x="133481" y="52391"/>
                      <a:pt x="138407" y="47913"/>
                    </a:cubicBezTo>
                    <a:cubicBezTo>
                      <a:pt x="143332" y="42987"/>
                      <a:pt x="145571" y="37166"/>
                      <a:pt x="145571" y="30449"/>
                    </a:cubicBezTo>
                    <a:cubicBezTo>
                      <a:pt x="145571" y="29554"/>
                      <a:pt x="145571" y="28658"/>
                      <a:pt x="145571" y="28210"/>
                    </a:cubicBezTo>
                    <a:lnTo>
                      <a:pt x="135272" y="38510"/>
                    </a:lnTo>
                    <a:cubicBezTo>
                      <a:pt x="134377" y="39405"/>
                      <a:pt x="132586" y="39853"/>
                      <a:pt x="131242" y="39853"/>
                    </a:cubicBezTo>
                    <a:lnTo>
                      <a:pt x="119152" y="36718"/>
                    </a:lnTo>
                    <a:cubicBezTo>
                      <a:pt x="117361" y="36271"/>
                      <a:pt x="116465" y="34927"/>
                      <a:pt x="116018" y="33584"/>
                    </a:cubicBezTo>
                    <a:lnTo>
                      <a:pt x="112883" y="21494"/>
                    </a:lnTo>
                    <a:cubicBezTo>
                      <a:pt x="112436" y="20150"/>
                      <a:pt x="112883" y="18359"/>
                      <a:pt x="114227" y="17464"/>
                    </a:cubicBezTo>
                    <a:lnTo>
                      <a:pt x="124973" y="6717"/>
                    </a:lnTo>
                    <a:cubicBezTo>
                      <a:pt x="124078" y="6717"/>
                      <a:pt x="122735" y="6269"/>
                      <a:pt x="121391" y="6269"/>
                    </a:cubicBezTo>
                    <a:cubicBezTo>
                      <a:pt x="115122" y="6269"/>
                      <a:pt x="109749" y="8956"/>
                      <a:pt x="104823" y="13882"/>
                    </a:cubicBezTo>
                    <a:cubicBezTo>
                      <a:pt x="100345" y="18359"/>
                      <a:pt x="97659" y="24628"/>
                      <a:pt x="97659" y="31345"/>
                    </a:cubicBezTo>
                    <a:cubicBezTo>
                      <a:pt x="97659" y="34032"/>
                      <a:pt x="98107" y="37166"/>
                      <a:pt x="99002" y="39405"/>
                    </a:cubicBezTo>
                    <a:cubicBezTo>
                      <a:pt x="99002" y="39405"/>
                      <a:pt x="99002" y="39853"/>
                      <a:pt x="99002" y="39853"/>
                    </a:cubicBezTo>
                    <a:cubicBezTo>
                      <a:pt x="100345" y="42987"/>
                      <a:pt x="102136" y="45674"/>
                      <a:pt x="104375" y="48361"/>
                    </a:cubicBezTo>
                    <a:cubicBezTo>
                      <a:pt x="106167" y="50152"/>
                      <a:pt x="108853" y="51943"/>
                      <a:pt x="112436" y="53286"/>
                    </a:cubicBezTo>
                    <a:cubicBezTo>
                      <a:pt x="111988" y="53286"/>
                      <a:pt x="112436" y="53286"/>
                      <a:pt x="112436" y="53286"/>
                    </a:cubicBezTo>
                    <a:close/>
                    <a:moveTo>
                      <a:pt x="139750" y="49256"/>
                    </a:moveTo>
                    <a:lnTo>
                      <a:pt x="139750" y="49256"/>
                    </a:lnTo>
                    <a:lnTo>
                      <a:pt x="139750" y="4925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78" name="Freeform: Shape 4874">
                <a:extLst>
                  <a:ext uri="{FF2B5EF4-FFF2-40B4-BE49-F238E27FC236}">
                    <a16:creationId xmlns:a16="http://schemas.microsoft.com/office/drawing/2014/main" id="{9A667837-9D87-EF35-B29B-F2BC6E92097C}"/>
                  </a:ext>
                  <a:ext uri="{C183D7F6-B498-43B3-948B-1728B52AA6E4}">
                    <adec:decorative xmlns:adec="http://schemas.microsoft.com/office/drawing/2017/decorative" val="1"/>
                  </a:ext>
                </a:extLst>
              </p:cNvPr>
              <p:cNvSpPr>
                <a:spLocks noChangeAspect="1"/>
              </p:cNvSpPr>
              <p:nvPr/>
            </p:nvSpPr>
            <p:spPr>
              <a:xfrm>
                <a:off x="9790503" y="2778947"/>
                <a:ext cx="152246" cy="143290"/>
              </a:xfrm>
              <a:custGeom>
                <a:avLst/>
                <a:gdLst>
                  <a:gd name="connsiteX0" fmla="*/ 149559 w 152245"/>
                  <a:gd name="connsiteY0" fmla="*/ 25972 h 143290"/>
                  <a:gd name="connsiteX1" fmla="*/ 134335 w 152245"/>
                  <a:gd name="connsiteY1" fmla="*/ 25972 h 143290"/>
                  <a:gd name="connsiteX2" fmla="*/ 134335 w 152245"/>
                  <a:gd name="connsiteY2" fmla="*/ 15225 h 143290"/>
                  <a:gd name="connsiteX3" fmla="*/ 119110 w 152245"/>
                  <a:gd name="connsiteY3" fmla="*/ 0 h 143290"/>
                  <a:gd name="connsiteX4" fmla="*/ 103885 w 152245"/>
                  <a:gd name="connsiteY4" fmla="*/ 15225 h 143290"/>
                  <a:gd name="connsiteX5" fmla="*/ 103885 w 152245"/>
                  <a:gd name="connsiteY5" fmla="*/ 25972 h 143290"/>
                  <a:gd name="connsiteX6" fmla="*/ 43435 w 152245"/>
                  <a:gd name="connsiteY6" fmla="*/ 25972 h 143290"/>
                  <a:gd name="connsiteX7" fmla="*/ 43435 w 152245"/>
                  <a:gd name="connsiteY7" fmla="*/ 15225 h 143290"/>
                  <a:gd name="connsiteX8" fmla="*/ 28210 w 152245"/>
                  <a:gd name="connsiteY8" fmla="*/ 0 h 143290"/>
                  <a:gd name="connsiteX9" fmla="*/ 12986 w 152245"/>
                  <a:gd name="connsiteY9" fmla="*/ 15225 h 143290"/>
                  <a:gd name="connsiteX10" fmla="*/ 12986 w 152245"/>
                  <a:gd name="connsiteY10" fmla="*/ 25972 h 143290"/>
                  <a:gd name="connsiteX11" fmla="*/ 2239 w 152245"/>
                  <a:gd name="connsiteY11" fmla="*/ 25972 h 143290"/>
                  <a:gd name="connsiteX12" fmla="*/ 0 w 152245"/>
                  <a:gd name="connsiteY12" fmla="*/ 28210 h 143290"/>
                  <a:gd name="connsiteX13" fmla="*/ 0 w 152245"/>
                  <a:gd name="connsiteY13" fmla="*/ 80153 h 143290"/>
                  <a:gd name="connsiteX14" fmla="*/ 2239 w 152245"/>
                  <a:gd name="connsiteY14" fmla="*/ 82392 h 143290"/>
                  <a:gd name="connsiteX15" fmla="*/ 21494 w 152245"/>
                  <a:gd name="connsiteY15" fmla="*/ 82392 h 143290"/>
                  <a:gd name="connsiteX16" fmla="*/ 21494 w 152245"/>
                  <a:gd name="connsiteY16" fmla="*/ 138812 h 143290"/>
                  <a:gd name="connsiteX17" fmla="*/ 15225 w 152245"/>
                  <a:gd name="connsiteY17" fmla="*/ 138812 h 143290"/>
                  <a:gd name="connsiteX18" fmla="*/ 12986 w 152245"/>
                  <a:gd name="connsiteY18" fmla="*/ 141051 h 143290"/>
                  <a:gd name="connsiteX19" fmla="*/ 15225 w 152245"/>
                  <a:gd name="connsiteY19" fmla="*/ 143290 h 143290"/>
                  <a:gd name="connsiteX20" fmla="*/ 50152 w 152245"/>
                  <a:gd name="connsiteY20" fmla="*/ 143290 h 143290"/>
                  <a:gd name="connsiteX21" fmla="*/ 52391 w 152245"/>
                  <a:gd name="connsiteY21" fmla="*/ 141051 h 143290"/>
                  <a:gd name="connsiteX22" fmla="*/ 50152 w 152245"/>
                  <a:gd name="connsiteY22" fmla="*/ 138812 h 143290"/>
                  <a:gd name="connsiteX23" fmla="*/ 43883 w 152245"/>
                  <a:gd name="connsiteY23" fmla="*/ 138812 h 143290"/>
                  <a:gd name="connsiteX24" fmla="*/ 43883 w 152245"/>
                  <a:gd name="connsiteY24" fmla="*/ 82392 h 143290"/>
                  <a:gd name="connsiteX25" fmla="*/ 108811 w 152245"/>
                  <a:gd name="connsiteY25" fmla="*/ 82392 h 143290"/>
                  <a:gd name="connsiteX26" fmla="*/ 108811 w 152245"/>
                  <a:gd name="connsiteY26" fmla="*/ 138812 h 143290"/>
                  <a:gd name="connsiteX27" fmla="*/ 102542 w 152245"/>
                  <a:gd name="connsiteY27" fmla="*/ 138812 h 143290"/>
                  <a:gd name="connsiteX28" fmla="*/ 100303 w 152245"/>
                  <a:gd name="connsiteY28" fmla="*/ 141051 h 143290"/>
                  <a:gd name="connsiteX29" fmla="*/ 102542 w 152245"/>
                  <a:gd name="connsiteY29" fmla="*/ 143290 h 143290"/>
                  <a:gd name="connsiteX30" fmla="*/ 137469 w 152245"/>
                  <a:gd name="connsiteY30" fmla="*/ 143290 h 143290"/>
                  <a:gd name="connsiteX31" fmla="*/ 139708 w 152245"/>
                  <a:gd name="connsiteY31" fmla="*/ 141051 h 143290"/>
                  <a:gd name="connsiteX32" fmla="*/ 137469 w 152245"/>
                  <a:gd name="connsiteY32" fmla="*/ 138812 h 143290"/>
                  <a:gd name="connsiteX33" fmla="*/ 131200 w 152245"/>
                  <a:gd name="connsiteY33" fmla="*/ 138812 h 143290"/>
                  <a:gd name="connsiteX34" fmla="*/ 131200 w 152245"/>
                  <a:gd name="connsiteY34" fmla="*/ 82392 h 143290"/>
                  <a:gd name="connsiteX35" fmla="*/ 150455 w 152245"/>
                  <a:gd name="connsiteY35" fmla="*/ 82392 h 143290"/>
                  <a:gd name="connsiteX36" fmla="*/ 152694 w 152245"/>
                  <a:gd name="connsiteY36" fmla="*/ 80153 h 143290"/>
                  <a:gd name="connsiteX37" fmla="*/ 152694 w 152245"/>
                  <a:gd name="connsiteY37" fmla="*/ 28210 h 143290"/>
                  <a:gd name="connsiteX38" fmla="*/ 149559 w 152245"/>
                  <a:gd name="connsiteY38" fmla="*/ 25972 h 143290"/>
                  <a:gd name="connsiteX39" fmla="*/ 147320 w 152245"/>
                  <a:gd name="connsiteY39" fmla="*/ 31792 h 143290"/>
                  <a:gd name="connsiteX40" fmla="*/ 109259 w 152245"/>
                  <a:gd name="connsiteY40" fmla="*/ 77914 h 143290"/>
                  <a:gd name="connsiteX41" fmla="*/ 84631 w 152245"/>
                  <a:gd name="connsiteY41" fmla="*/ 77914 h 143290"/>
                  <a:gd name="connsiteX42" fmla="*/ 124484 w 152245"/>
                  <a:gd name="connsiteY42" fmla="*/ 30449 h 143290"/>
                  <a:gd name="connsiteX43" fmla="*/ 147320 w 152245"/>
                  <a:gd name="connsiteY43" fmla="*/ 30449 h 143290"/>
                  <a:gd name="connsiteX44" fmla="*/ 147320 w 152245"/>
                  <a:gd name="connsiteY44" fmla="*/ 31792 h 143290"/>
                  <a:gd name="connsiteX45" fmla="*/ 54629 w 152245"/>
                  <a:gd name="connsiteY45" fmla="*/ 77914 h 143290"/>
                  <a:gd name="connsiteX46" fmla="*/ 94482 w 152245"/>
                  <a:gd name="connsiteY46" fmla="*/ 30449 h 143290"/>
                  <a:gd name="connsiteX47" fmla="*/ 119110 w 152245"/>
                  <a:gd name="connsiteY47" fmla="*/ 30449 h 143290"/>
                  <a:gd name="connsiteX48" fmla="*/ 79257 w 152245"/>
                  <a:gd name="connsiteY48" fmla="*/ 77914 h 143290"/>
                  <a:gd name="connsiteX49" fmla="*/ 54629 w 152245"/>
                  <a:gd name="connsiteY49" fmla="*/ 77914 h 143290"/>
                  <a:gd name="connsiteX50" fmla="*/ 24180 w 152245"/>
                  <a:gd name="connsiteY50" fmla="*/ 77914 h 143290"/>
                  <a:gd name="connsiteX51" fmla="*/ 64033 w 152245"/>
                  <a:gd name="connsiteY51" fmla="*/ 30449 h 143290"/>
                  <a:gd name="connsiteX52" fmla="*/ 88661 w 152245"/>
                  <a:gd name="connsiteY52" fmla="*/ 30449 h 143290"/>
                  <a:gd name="connsiteX53" fmla="*/ 48808 w 152245"/>
                  <a:gd name="connsiteY53" fmla="*/ 77914 h 143290"/>
                  <a:gd name="connsiteX54" fmla="*/ 24180 w 152245"/>
                  <a:gd name="connsiteY54" fmla="*/ 77914 h 143290"/>
                  <a:gd name="connsiteX55" fmla="*/ 108363 w 152245"/>
                  <a:gd name="connsiteY55" fmla="*/ 15225 h 143290"/>
                  <a:gd name="connsiteX56" fmla="*/ 119110 w 152245"/>
                  <a:gd name="connsiteY56" fmla="*/ 4478 h 143290"/>
                  <a:gd name="connsiteX57" fmla="*/ 129857 w 152245"/>
                  <a:gd name="connsiteY57" fmla="*/ 15225 h 143290"/>
                  <a:gd name="connsiteX58" fmla="*/ 129857 w 152245"/>
                  <a:gd name="connsiteY58" fmla="*/ 25972 h 143290"/>
                  <a:gd name="connsiteX59" fmla="*/ 108363 w 152245"/>
                  <a:gd name="connsiteY59" fmla="*/ 25972 h 143290"/>
                  <a:gd name="connsiteX60" fmla="*/ 108363 w 152245"/>
                  <a:gd name="connsiteY60" fmla="*/ 15225 h 143290"/>
                  <a:gd name="connsiteX61" fmla="*/ 17464 w 152245"/>
                  <a:gd name="connsiteY61" fmla="*/ 15225 h 143290"/>
                  <a:gd name="connsiteX62" fmla="*/ 28210 w 152245"/>
                  <a:gd name="connsiteY62" fmla="*/ 4478 h 143290"/>
                  <a:gd name="connsiteX63" fmla="*/ 38957 w 152245"/>
                  <a:gd name="connsiteY63" fmla="*/ 15225 h 143290"/>
                  <a:gd name="connsiteX64" fmla="*/ 38957 w 152245"/>
                  <a:gd name="connsiteY64" fmla="*/ 25972 h 143290"/>
                  <a:gd name="connsiteX65" fmla="*/ 17464 w 152245"/>
                  <a:gd name="connsiteY65" fmla="*/ 25972 h 143290"/>
                  <a:gd name="connsiteX66" fmla="*/ 17464 w 152245"/>
                  <a:gd name="connsiteY66" fmla="*/ 15225 h 143290"/>
                  <a:gd name="connsiteX67" fmla="*/ 27315 w 152245"/>
                  <a:gd name="connsiteY67" fmla="*/ 30449 h 143290"/>
                  <a:gd name="connsiteX68" fmla="*/ 4030 w 152245"/>
                  <a:gd name="connsiteY68" fmla="*/ 56869 h 143290"/>
                  <a:gd name="connsiteX69" fmla="*/ 4030 w 152245"/>
                  <a:gd name="connsiteY69" fmla="*/ 30449 h 143290"/>
                  <a:gd name="connsiteX70" fmla="*/ 27315 w 152245"/>
                  <a:gd name="connsiteY70" fmla="*/ 30449 h 143290"/>
                  <a:gd name="connsiteX71" fmla="*/ 4478 w 152245"/>
                  <a:gd name="connsiteY71" fmla="*/ 63585 h 143290"/>
                  <a:gd name="connsiteX72" fmla="*/ 33584 w 152245"/>
                  <a:gd name="connsiteY72" fmla="*/ 30449 h 143290"/>
                  <a:gd name="connsiteX73" fmla="*/ 58212 w 152245"/>
                  <a:gd name="connsiteY73" fmla="*/ 30449 h 143290"/>
                  <a:gd name="connsiteX74" fmla="*/ 18359 w 152245"/>
                  <a:gd name="connsiteY74" fmla="*/ 77914 h 143290"/>
                  <a:gd name="connsiteX75" fmla="*/ 4478 w 152245"/>
                  <a:gd name="connsiteY75" fmla="*/ 77914 h 143290"/>
                  <a:gd name="connsiteX76" fmla="*/ 4478 w 152245"/>
                  <a:gd name="connsiteY76" fmla="*/ 63585 h 143290"/>
                  <a:gd name="connsiteX77" fmla="*/ 38957 w 152245"/>
                  <a:gd name="connsiteY77" fmla="*/ 138812 h 143290"/>
                  <a:gd name="connsiteX78" fmla="*/ 25972 w 152245"/>
                  <a:gd name="connsiteY78" fmla="*/ 138812 h 143290"/>
                  <a:gd name="connsiteX79" fmla="*/ 25972 w 152245"/>
                  <a:gd name="connsiteY79" fmla="*/ 82392 h 143290"/>
                  <a:gd name="connsiteX80" fmla="*/ 38957 w 152245"/>
                  <a:gd name="connsiteY80" fmla="*/ 82392 h 143290"/>
                  <a:gd name="connsiteX81" fmla="*/ 38957 w 152245"/>
                  <a:gd name="connsiteY81" fmla="*/ 138812 h 143290"/>
                  <a:gd name="connsiteX82" fmla="*/ 125827 w 152245"/>
                  <a:gd name="connsiteY82" fmla="*/ 138812 h 143290"/>
                  <a:gd name="connsiteX83" fmla="*/ 112841 w 152245"/>
                  <a:gd name="connsiteY83" fmla="*/ 138812 h 143290"/>
                  <a:gd name="connsiteX84" fmla="*/ 112841 w 152245"/>
                  <a:gd name="connsiteY84" fmla="*/ 82392 h 143290"/>
                  <a:gd name="connsiteX85" fmla="*/ 125827 w 152245"/>
                  <a:gd name="connsiteY85" fmla="*/ 82392 h 143290"/>
                  <a:gd name="connsiteX86" fmla="*/ 125827 w 152245"/>
                  <a:gd name="connsiteY86" fmla="*/ 138812 h 143290"/>
                  <a:gd name="connsiteX87" fmla="*/ 115080 w 152245"/>
                  <a:gd name="connsiteY87" fmla="*/ 77914 h 143290"/>
                  <a:gd name="connsiteX88" fmla="*/ 147320 w 152245"/>
                  <a:gd name="connsiteY88" fmla="*/ 38509 h 143290"/>
                  <a:gd name="connsiteX89" fmla="*/ 147320 w 152245"/>
                  <a:gd name="connsiteY89" fmla="*/ 77914 h 143290"/>
                  <a:gd name="connsiteX90" fmla="*/ 115080 w 152245"/>
                  <a:gd name="connsiteY90" fmla="*/ 77914 h 14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52245" h="143290">
                    <a:moveTo>
                      <a:pt x="149559" y="25972"/>
                    </a:moveTo>
                    <a:lnTo>
                      <a:pt x="134335" y="25972"/>
                    </a:lnTo>
                    <a:lnTo>
                      <a:pt x="134335" y="15225"/>
                    </a:lnTo>
                    <a:cubicBezTo>
                      <a:pt x="134335" y="6717"/>
                      <a:pt x="127618" y="0"/>
                      <a:pt x="119110" y="0"/>
                    </a:cubicBezTo>
                    <a:cubicBezTo>
                      <a:pt x="110602" y="0"/>
                      <a:pt x="103885" y="6717"/>
                      <a:pt x="103885" y="15225"/>
                    </a:cubicBezTo>
                    <a:lnTo>
                      <a:pt x="103885" y="25972"/>
                    </a:lnTo>
                    <a:lnTo>
                      <a:pt x="43435" y="25972"/>
                    </a:lnTo>
                    <a:lnTo>
                      <a:pt x="43435" y="15225"/>
                    </a:lnTo>
                    <a:cubicBezTo>
                      <a:pt x="43435" y="6717"/>
                      <a:pt x="36718" y="0"/>
                      <a:pt x="28210" y="0"/>
                    </a:cubicBezTo>
                    <a:cubicBezTo>
                      <a:pt x="19703" y="0"/>
                      <a:pt x="12986" y="6717"/>
                      <a:pt x="12986" y="15225"/>
                    </a:cubicBezTo>
                    <a:lnTo>
                      <a:pt x="12986" y="25972"/>
                    </a:lnTo>
                    <a:lnTo>
                      <a:pt x="2239" y="25972"/>
                    </a:lnTo>
                    <a:cubicBezTo>
                      <a:pt x="896" y="25972"/>
                      <a:pt x="0" y="26867"/>
                      <a:pt x="0" y="28210"/>
                    </a:cubicBezTo>
                    <a:lnTo>
                      <a:pt x="0" y="80153"/>
                    </a:lnTo>
                    <a:cubicBezTo>
                      <a:pt x="0" y="81497"/>
                      <a:pt x="896" y="82392"/>
                      <a:pt x="2239" y="82392"/>
                    </a:cubicBezTo>
                    <a:lnTo>
                      <a:pt x="21494" y="82392"/>
                    </a:lnTo>
                    <a:lnTo>
                      <a:pt x="21494" y="138812"/>
                    </a:lnTo>
                    <a:lnTo>
                      <a:pt x="15225" y="138812"/>
                    </a:lnTo>
                    <a:cubicBezTo>
                      <a:pt x="13881" y="138812"/>
                      <a:pt x="12986" y="139708"/>
                      <a:pt x="12986" y="141051"/>
                    </a:cubicBezTo>
                    <a:cubicBezTo>
                      <a:pt x="12986" y="142395"/>
                      <a:pt x="13881" y="143290"/>
                      <a:pt x="15225" y="143290"/>
                    </a:cubicBezTo>
                    <a:lnTo>
                      <a:pt x="50152" y="143290"/>
                    </a:lnTo>
                    <a:cubicBezTo>
                      <a:pt x="51495" y="143290"/>
                      <a:pt x="52391" y="142395"/>
                      <a:pt x="52391" y="141051"/>
                    </a:cubicBezTo>
                    <a:cubicBezTo>
                      <a:pt x="52391" y="139708"/>
                      <a:pt x="51495" y="138812"/>
                      <a:pt x="50152" y="138812"/>
                    </a:cubicBezTo>
                    <a:lnTo>
                      <a:pt x="43883" y="138812"/>
                    </a:lnTo>
                    <a:lnTo>
                      <a:pt x="43883" y="82392"/>
                    </a:lnTo>
                    <a:lnTo>
                      <a:pt x="108811" y="82392"/>
                    </a:lnTo>
                    <a:lnTo>
                      <a:pt x="108811" y="138812"/>
                    </a:lnTo>
                    <a:lnTo>
                      <a:pt x="102542" y="138812"/>
                    </a:lnTo>
                    <a:cubicBezTo>
                      <a:pt x="101199" y="138812"/>
                      <a:pt x="100303" y="139708"/>
                      <a:pt x="100303" y="141051"/>
                    </a:cubicBezTo>
                    <a:cubicBezTo>
                      <a:pt x="100303" y="142395"/>
                      <a:pt x="101199" y="143290"/>
                      <a:pt x="102542" y="143290"/>
                    </a:cubicBezTo>
                    <a:lnTo>
                      <a:pt x="137469" y="143290"/>
                    </a:lnTo>
                    <a:cubicBezTo>
                      <a:pt x="138812" y="143290"/>
                      <a:pt x="139708" y="142395"/>
                      <a:pt x="139708" y="141051"/>
                    </a:cubicBezTo>
                    <a:cubicBezTo>
                      <a:pt x="139708" y="139708"/>
                      <a:pt x="138812" y="138812"/>
                      <a:pt x="137469" y="138812"/>
                    </a:cubicBezTo>
                    <a:lnTo>
                      <a:pt x="131200" y="138812"/>
                    </a:lnTo>
                    <a:lnTo>
                      <a:pt x="131200" y="82392"/>
                    </a:lnTo>
                    <a:lnTo>
                      <a:pt x="150455" y="82392"/>
                    </a:lnTo>
                    <a:cubicBezTo>
                      <a:pt x="151798" y="82392"/>
                      <a:pt x="152694" y="81497"/>
                      <a:pt x="152694" y="80153"/>
                    </a:cubicBezTo>
                    <a:lnTo>
                      <a:pt x="152694" y="28210"/>
                    </a:lnTo>
                    <a:cubicBezTo>
                      <a:pt x="151798" y="26867"/>
                      <a:pt x="150903" y="25972"/>
                      <a:pt x="149559" y="25972"/>
                    </a:cubicBezTo>
                    <a:close/>
                    <a:moveTo>
                      <a:pt x="147320" y="31792"/>
                    </a:moveTo>
                    <a:lnTo>
                      <a:pt x="109259" y="77914"/>
                    </a:lnTo>
                    <a:lnTo>
                      <a:pt x="84631" y="77914"/>
                    </a:lnTo>
                    <a:lnTo>
                      <a:pt x="124484" y="30449"/>
                    </a:lnTo>
                    <a:lnTo>
                      <a:pt x="147320" y="30449"/>
                    </a:lnTo>
                    <a:lnTo>
                      <a:pt x="147320" y="31792"/>
                    </a:lnTo>
                    <a:close/>
                    <a:moveTo>
                      <a:pt x="54629" y="77914"/>
                    </a:moveTo>
                    <a:lnTo>
                      <a:pt x="94482" y="30449"/>
                    </a:lnTo>
                    <a:lnTo>
                      <a:pt x="119110" y="30449"/>
                    </a:lnTo>
                    <a:lnTo>
                      <a:pt x="79257" y="77914"/>
                    </a:lnTo>
                    <a:lnTo>
                      <a:pt x="54629" y="77914"/>
                    </a:lnTo>
                    <a:close/>
                    <a:moveTo>
                      <a:pt x="24180" y="77914"/>
                    </a:moveTo>
                    <a:lnTo>
                      <a:pt x="64033" y="30449"/>
                    </a:lnTo>
                    <a:lnTo>
                      <a:pt x="88661" y="30449"/>
                    </a:lnTo>
                    <a:lnTo>
                      <a:pt x="48808" y="77914"/>
                    </a:lnTo>
                    <a:lnTo>
                      <a:pt x="24180" y="77914"/>
                    </a:lnTo>
                    <a:close/>
                    <a:moveTo>
                      <a:pt x="108363" y="15225"/>
                    </a:moveTo>
                    <a:cubicBezTo>
                      <a:pt x="108363" y="9403"/>
                      <a:pt x="113289" y="4478"/>
                      <a:pt x="119110" y="4478"/>
                    </a:cubicBezTo>
                    <a:cubicBezTo>
                      <a:pt x="124931" y="4478"/>
                      <a:pt x="129857" y="9403"/>
                      <a:pt x="129857" y="15225"/>
                    </a:cubicBezTo>
                    <a:lnTo>
                      <a:pt x="129857" y="25972"/>
                    </a:lnTo>
                    <a:lnTo>
                      <a:pt x="108363" y="25972"/>
                    </a:lnTo>
                    <a:lnTo>
                      <a:pt x="108363" y="15225"/>
                    </a:lnTo>
                    <a:close/>
                    <a:moveTo>
                      <a:pt x="17464" y="15225"/>
                    </a:moveTo>
                    <a:cubicBezTo>
                      <a:pt x="17464" y="9403"/>
                      <a:pt x="22389" y="4478"/>
                      <a:pt x="28210" y="4478"/>
                    </a:cubicBezTo>
                    <a:cubicBezTo>
                      <a:pt x="34032" y="4478"/>
                      <a:pt x="38957" y="9403"/>
                      <a:pt x="38957" y="15225"/>
                    </a:cubicBezTo>
                    <a:lnTo>
                      <a:pt x="38957" y="25972"/>
                    </a:lnTo>
                    <a:lnTo>
                      <a:pt x="17464" y="25972"/>
                    </a:lnTo>
                    <a:lnTo>
                      <a:pt x="17464" y="15225"/>
                    </a:lnTo>
                    <a:close/>
                    <a:moveTo>
                      <a:pt x="27315" y="30449"/>
                    </a:moveTo>
                    <a:lnTo>
                      <a:pt x="4030" y="56869"/>
                    </a:lnTo>
                    <a:lnTo>
                      <a:pt x="4030" y="30449"/>
                    </a:lnTo>
                    <a:lnTo>
                      <a:pt x="27315" y="30449"/>
                    </a:lnTo>
                    <a:close/>
                    <a:moveTo>
                      <a:pt x="4478" y="63585"/>
                    </a:moveTo>
                    <a:lnTo>
                      <a:pt x="33584" y="30449"/>
                    </a:lnTo>
                    <a:lnTo>
                      <a:pt x="58212" y="30449"/>
                    </a:lnTo>
                    <a:lnTo>
                      <a:pt x="18359" y="77914"/>
                    </a:lnTo>
                    <a:lnTo>
                      <a:pt x="4478" y="77914"/>
                    </a:lnTo>
                    <a:lnTo>
                      <a:pt x="4478" y="63585"/>
                    </a:lnTo>
                    <a:close/>
                    <a:moveTo>
                      <a:pt x="38957" y="138812"/>
                    </a:moveTo>
                    <a:lnTo>
                      <a:pt x="25972" y="138812"/>
                    </a:lnTo>
                    <a:lnTo>
                      <a:pt x="25972" y="82392"/>
                    </a:lnTo>
                    <a:lnTo>
                      <a:pt x="38957" y="82392"/>
                    </a:lnTo>
                    <a:lnTo>
                      <a:pt x="38957" y="138812"/>
                    </a:lnTo>
                    <a:close/>
                    <a:moveTo>
                      <a:pt x="125827" y="138812"/>
                    </a:moveTo>
                    <a:lnTo>
                      <a:pt x="112841" y="138812"/>
                    </a:lnTo>
                    <a:lnTo>
                      <a:pt x="112841" y="82392"/>
                    </a:lnTo>
                    <a:lnTo>
                      <a:pt x="125827" y="82392"/>
                    </a:lnTo>
                    <a:lnTo>
                      <a:pt x="125827" y="138812"/>
                    </a:lnTo>
                    <a:close/>
                    <a:moveTo>
                      <a:pt x="115080" y="77914"/>
                    </a:moveTo>
                    <a:lnTo>
                      <a:pt x="147320" y="38509"/>
                    </a:lnTo>
                    <a:lnTo>
                      <a:pt x="147320" y="77914"/>
                    </a:lnTo>
                    <a:lnTo>
                      <a:pt x="115080" y="77914"/>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79" name="Freeform: Shape 4875">
                <a:extLst>
                  <a:ext uri="{FF2B5EF4-FFF2-40B4-BE49-F238E27FC236}">
                    <a16:creationId xmlns:a16="http://schemas.microsoft.com/office/drawing/2014/main" id="{C4F21164-AE3A-B77A-8680-6754CA691165}"/>
                  </a:ext>
                  <a:ext uri="{C183D7F6-B498-43B3-948B-1728B52AA6E4}">
                    <adec:decorative xmlns:adec="http://schemas.microsoft.com/office/drawing/2017/decorative" val="1"/>
                  </a:ext>
                </a:extLst>
              </p:cNvPr>
              <p:cNvSpPr>
                <a:spLocks noChangeAspect="1"/>
              </p:cNvSpPr>
              <p:nvPr/>
            </p:nvSpPr>
            <p:spPr>
              <a:xfrm>
                <a:off x="7976091" y="2789694"/>
                <a:ext cx="89556" cy="138812"/>
              </a:xfrm>
              <a:custGeom>
                <a:avLst/>
                <a:gdLst>
                  <a:gd name="connsiteX0" fmla="*/ 88661 w 89556"/>
                  <a:gd name="connsiteY0" fmla="*/ 138812 h 138812"/>
                  <a:gd name="connsiteX1" fmla="*/ 87317 w 89556"/>
                  <a:gd name="connsiteY1" fmla="*/ 138365 h 138812"/>
                  <a:gd name="connsiteX2" fmla="*/ 30449 w 89556"/>
                  <a:gd name="connsiteY2" fmla="*/ 93139 h 138812"/>
                  <a:gd name="connsiteX3" fmla="*/ 2239 w 89556"/>
                  <a:gd name="connsiteY3" fmla="*/ 93139 h 138812"/>
                  <a:gd name="connsiteX4" fmla="*/ 0 w 89556"/>
                  <a:gd name="connsiteY4" fmla="*/ 90900 h 138812"/>
                  <a:gd name="connsiteX5" fmla="*/ 0 w 89556"/>
                  <a:gd name="connsiteY5" fmla="*/ 47912 h 138812"/>
                  <a:gd name="connsiteX6" fmla="*/ 2239 w 89556"/>
                  <a:gd name="connsiteY6" fmla="*/ 45674 h 138812"/>
                  <a:gd name="connsiteX7" fmla="*/ 30449 w 89556"/>
                  <a:gd name="connsiteY7" fmla="*/ 45674 h 138812"/>
                  <a:gd name="connsiteX8" fmla="*/ 87317 w 89556"/>
                  <a:gd name="connsiteY8" fmla="*/ 448 h 138812"/>
                  <a:gd name="connsiteX9" fmla="*/ 89556 w 89556"/>
                  <a:gd name="connsiteY9" fmla="*/ 0 h 138812"/>
                  <a:gd name="connsiteX10" fmla="*/ 90900 w 89556"/>
                  <a:gd name="connsiteY10" fmla="*/ 2239 h 138812"/>
                  <a:gd name="connsiteX11" fmla="*/ 90900 w 89556"/>
                  <a:gd name="connsiteY11" fmla="*/ 136573 h 138812"/>
                  <a:gd name="connsiteX12" fmla="*/ 89556 w 89556"/>
                  <a:gd name="connsiteY12" fmla="*/ 138812 h 138812"/>
                  <a:gd name="connsiteX13" fmla="*/ 88661 w 89556"/>
                  <a:gd name="connsiteY13" fmla="*/ 138812 h 138812"/>
                  <a:gd name="connsiteX14" fmla="*/ 4478 w 89556"/>
                  <a:gd name="connsiteY14" fmla="*/ 88661 h 138812"/>
                  <a:gd name="connsiteX15" fmla="*/ 30897 w 89556"/>
                  <a:gd name="connsiteY15" fmla="*/ 88661 h 138812"/>
                  <a:gd name="connsiteX16" fmla="*/ 32240 w 89556"/>
                  <a:gd name="connsiteY16" fmla="*/ 89109 h 138812"/>
                  <a:gd name="connsiteX17" fmla="*/ 85974 w 89556"/>
                  <a:gd name="connsiteY17" fmla="*/ 132096 h 138812"/>
                  <a:gd name="connsiteX18" fmla="*/ 85974 w 89556"/>
                  <a:gd name="connsiteY18" fmla="*/ 6717 h 138812"/>
                  <a:gd name="connsiteX19" fmla="*/ 32240 w 89556"/>
                  <a:gd name="connsiteY19" fmla="*/ 49704 h 138812"/>
                  <a:gd name="connsiteX20" fmla="*/ 30897 w 89556"/>
                  <a:gd name="connsiteY20" fmla="*/ 50151 h 138812"/>
                  <a:gd name="connsiteX21" fmla="*/ 4478 w 89556"/>
                  <a:gd name="connsiteY21" fmla="*/ 50151 h 138812"/>
                  <a:gd name="connsiteX22" fmla="*/ 4478 w 89556"/>
                  <a:gd name="connsiteY22" fmla="*/ 88661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556" h="138812">
                    <a:moveTo>
                      <a:pt x="88661" y="138812"/>
                    </a:moveTo>
                    <a:cubicBezTo>
                      <a:pt x="88213" y="138812"/>
                      <a:pt x="87765" y="138812"/>
                      <a:pt x="87317" y="138365"/>
                    </a:cubicBezTo>
                    <a:lnTo>
                      <a:pt x="30449" y="93139"/>
                    </a:lnTo>
                    <a:lnTo>
                      <a:pt x="2239" y="93139"/>
                    </a:lnTo>
                    <a:cubicBezTo>
                      <a:pt x="896" y="93139"/>
                      <a:pt x="0" y="92243"/>
                      <a:pt x="0" y="90900"/>
                    </a:cubicBezTo>
                    <a:lnTo>
                      <a:pt x="0" y="47912"/>
                    </a:lnTo>
                    <a:cubicBezTo>
                      <a:pt x="0" y="46569"/>
                      <a:pt x="896" y="45674"/>
                      <a:pt x="2239" y="45674"/>
                    </a:cubicBezTo>
                    <a:lnTo>
                      <a:pt x="30449" y="45674"/>
                    </a:lnTo>
                    <a:lnTo>
                      <a:pt x="87317" y="448"/>
                    </a:lnTo>
                    <a:cubicBezTo>
                      <a:pt x="88213" y="0"/>
                      <a:pt x="89109" y="0"/>
                      <a:pt x="89556" y="0"/>
                    </a:cubicBezTo>
                    <a:cubicBezTo>
                      <a:pt x="90452" y="448"/>
                      <a:pt x="90900" y="1344"/>
                      <a:pt x="90900" y="2239"/>
                    </a:cubicBezTo>
                    <a:lnTo>
                      <a:pt x="90900" y="136573"/>
                    </a:lnTo>
                    <a:cubicBezTo>
                      <a:pt x="90900" y="137469"/>
                      <a:pt x="90452" y="138365"/>
                      <a:pt x="89556" y="138812"/>
                    </a:cubicBezTo>
                    <a:cubicBezTo>
                      <a:pt x="89109" y="138812"/>
                      <a:pt x="89109" y="138812"/>
                      <a:pt x="88661" y="138812"/>
                    </a:cubicBezTo>
                    <a:close/>
                    <a:moveTo>
                      <a:pt x="4478" y="88661"/>
                    </a:moveTo>
                    <a:lnTo>
                      <a:pt x="30897" y="88661"/>
                    </a:lnTo>
                    <a:cubicBezTo>
                      <a:pt x="31345" y="88661"/>
                      <a:pt x="31793" y="88661"/>
                      <a:pt x="32240" y="89109"/>
                    </a:cubicBezTo>
                    <a:lnTo>
                      <a:pt x="85974" y="132096"/>
                    </a:lnTo>
                    <a:lnTo>
                      <a:pt x="85974" y="6717"/>
                    </a:lnTo>
                    <a:lnTo>
                      <a:pt x="32240" y="49704"/>
                    </a:lnTo>
                    <a:cubicBezTo>
                      <a:pt x="31793" y="50151"/>
                      <a:pt x="31345" y="50151"/>
                      <a:pt x="30897" y="50151"/>
                    </a:cubicBezTo>
                    <a:lnTo>
                      <a:pt x="4478" y="50151"/>
                    </a:lnTo>
                    <a:lnTo>
                      <a:pt x="4478" y="88661"/>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980" name="Group 4876">
                <a:extLst>
                  <a:ext uri="{FF2B5EF4-FFF2-40B4-BE49-F238E27FC236}">
                    <a16:creationId xmlns:a16="http://schemas.microsoft.com/office/drawing/2014/main" id="{BFDD9C9D-4CAD-32A7-6EC1-DB28CAFC9C83}"/>
                  </a:ext>
                  <a:ext uri="{C183D7F6-B498-43B3-948B-1728B52AA6E4}">
                    <adec:decorative xmlns:adec="http://schemas.microsoft.com/office/drawing/2017/decorative" val="1"/>
                  </a:ext>
                </a:extLst>
              </p:cNvPr>
              <p:cNvGrpSpPr>
                <a:grpSpLocks noChangeAspect="1"/>
              </p:cNvGrpSpPr>
              <p:nvPr/>
            </p:nvGrpSpPr>
            <p:grpSpPr>
              <a:xfrm>
                <a:off x="10320229" y="2777138"/>
                <a:ext cx="147768" cy="147768"/>
                <a:chOff x="4539576" y="6236324"/>
                <a:chExt cx="147768" cy="147768"/>
              </a:xfrm>
            </p:grpSpPr>
            <p:sp>
              <p:nvSpPr>
                <p:cNvPr id="981" name="Freeform: Shape 4877">
                  <a:extLst>
                    <a:ext uri="{FF2B5EF4-FFF2-40B4-BE49-F238E27FC236}">
                      <a16:creationId xmlns:a16="http://schemas.microsoft.com/office/drawing/2014/main" id="{A40B69AC-F5BF-6D06-396D-9FBA1418ACA9}"/>
                    </a:ext>
                  </a:extLst>
                </p:cNvPr>
                <p:cNvSpPr/>
                <p:nvPr/>
              </p:nvSpPr>
              <p:spPr>
                <a:xfrm>
                  <a:off x="4539576" y="6236324"/>
                  <a:ext cx="147768" cy="147768"/>
                </a:xfrm>
                <a:custGeom>
                  <a:avLst/>
                  <a:gdLst>
                    <a:gd name="connsiteX0" fmla="*/ 150007 w 147767"/>
                    <a:gd name="connsiteY0" fmla="*/ 8974 h 147767"/>
                    <a:gd name="connsiteX1" fmla="*/ 142395 w 147767"/>
                    <a:gd name="connsiteY1" fmla="*/ 1362 h 147767"/>
                    <a:gd name="connsiteX2" fmla="*/ 137021 w 147767"/>
                    <a:gd name="connsiteY2" fmla="*/ 466 h 147767"/>
                    <a:gd name="connsiteX3" fmla="*/ 120005 w 147767"/>
                    <a:gd name="connsiteY3" fmla="*/ 10317 h 147767"/>
                    <a:gd name="connsiteX4" fmla="*/ 118214 w 147767"/>
                    <a:gd name="connsiteY4" fmla="*/ 12556 h 147767"/>
                    <a:gd name="connsiteX5" fmla="*/ 114632 w 147767"/>
                    <a:gd name="connsiteY5" fmla="*/ 22407 h 147767"/>
                    <a:gd name="connsiteX6" fmla="*/ 72093 w 147767"/>
                    <a:gd name="connsiteY6" fmla="*/ 64946 h 147767"/>
                    <a:gd name="connsiteX7" fmla="*/ 60898 w 147767"/>
                    <a:gd name="connsiteY7" fmla="*/ 65395 h 147767"/>
                    <a:gd name="connsiteX8" fmla="*/ 48360 w 147767"/>
                    <a:gd name="connsiteY8" fmla="*/ 70768 h 147767"/>
                    <a:gd name="connsiteX9" fmla="*/ 5373 w 147767"/>
                    <a:gd name="connsiteY9" fmla="*/ 113755 h 147767"/>
                    <a:gd name="connsiteX10" fmla="*/ 0 w 147767"/>
                    <a:gd name="connsiteY10" fmla="*/ 127188 h 147767"/>
                    <a:gd name="connsiteX11" fmla="*/ 5373 w 147767"/>
                    <a:gd name="connsiteY11" fmla="*/ 140622 h 147767"/>
                    <a:gd name="connsiteX12" fmla="*/ 10299 w 147767"/>
                    <a:gd name="connsiteY12" fmla="*/ 145547 h 147767"/>
                    <a:gd name="connsiteX13" fmla="*/ 23732 w 147767"/>
                    <a:gd name="connsiteY13" fmla="*/ 150921 h 147767"/>
                    <a:gd name="connsiteX14" fmla="*/ 37166 w 147767"/>
                    <a:gd name="connsiteY14" fmla="*/ 145547 h 147767"/>
                    <a:gd name="connsiteX15" fmla="*/ 80153 w 147767"/>
                    <a:gd name="connsiteY15" fmla="*/ 102560 h 147767"/>
                    <a:gd name="connsiteX16" fmla="*/ 85526 w 147767"/>
                    <a:gd name="connsiteY16" fmla="*/ 90023 h 147767"/>
                    <a:gd name="connsiteX17" fmla="*/ 85974 w 147767"/>
                    <a:gd name="connsiteY17" fmla="*/ 78828 h 147767"/>
                    <a:gd name="connsiteX18" fmla="*/ 128513 w 147767"/>
                    <a:gd name="connsiteY18" fmla="*/ 36289 h 147767"/>
                    <a:gd name="connsiteX19" fmla="*/ 138364 w 147767"/>
                    <a:gd name="connsiteY19" fmla="*/ 32706 h 147767"/>
                    <a:gd name="connsiteX20" fmla="*/ 140603 w 147767"/>
                    <a:gd name="connsiteY20" fmla="*/ 30915 h 147767"/>
                    <a:gd name="connsiteX21" fmla="*/ 150455 w 147767"/>
                    <a:gd name="connsiteY21" fmla="*/ 13900 h 147767"/>
                    <a:gd name="connsiteX22" fmla="*/ 150007 w 147767"/>
                    <a:gd name="connsiteY22" fmla="*/ 8974 h 147767"/>
                    <a:gd name="connsiteX23" fmla="*/ 77018 w 147767"/>
                    <a:gd name="connsiteY23" fmla="*/ 99426 h 147767"/>
                    <a:gd name="connsiteX24" fmla="*/ 34031 w 147767"/>
                    <a:gd name="connsiteY24" fmla="*/ 142413 h 147767"/>
                    <a:gd name="connsiteX25" fmla="*/ 13881 w 147767"/>
                    <a:gd name="connsiteY25" fmla="*/ 142413 h 147767"/>
                    <a:gd name="connsiteX26" fmla="*/ 8956 w 147767"/>
                    <a:gd name="connsiteY26" fmla="*/ 137487 h 147767"/>
                    <a:gd name="connsiteX27" fmla="*/ 4925 w 147767"/>
                    <a:gd name="connsiteY27" fmla="*/ 127188 h 147767"/>
                    <a:gd name="connsiteX28" fmla="*/ 8956 w 147767"/>
                    <a:gd name="connsiteY28" fmla="*/ 116889 h 147767"/>
                    <a:gd name="connsiteX29" fmla="*/ 51943 w 147767"/>
                    <a:gd name="connsiteY29" fmla="*/ 73902 h 147767"/>
                    <a:gd name="connsiteX30" fmla="*/ 61794 w 147767"/>
                    <a:gd name="connsiteY30" fmla="*/ 69872 h 147767"/>
                    <a:gd name="connsiteX31" fmla="*/ 72988 w 147767"/>
                    <a:gd name="connsiteY31" fmla="*/ 69424 h 147767"/>
                    <a:gd name="connsiteX32" fmla="*/ 82392 w 147767"/>
                    <a:gd name="connsiteY32" fmla="*/ 78828 h 147767"/>
                    <a:gd name="connsiteX33" fmla="*/ 81944 w 147767"/>
                    <a:gd name="connsiteY33" fmla="*/ 90023 h 147767"/>
                    <a:gd name="connsiteX34" fmla="*/ 77018 w 147767"/>
                    <a:gd name="connsiteY34" fmla="*/ 99426 h 147767"/>
                    <a:gd name="connsiteX35" fmla="*/ 137021 w 147767"/>
                    <a:gd name="connsiteY35" fmla="*/ 28676 h 147767"/>
                    <a:gd name="connsiteX36" fmla="*/ 126722 w 147767"/>
                    <a:gd name="connsiteY36" fmla="*/ 32259 h 147767"/>
                    <a:gd name="connsiteX37" fmla="*/ 125827 w 147767"/>
                    <a:gd name="connsiteY37" fmla="*/ 32706 h 147767"/>
                    <a:gd name="connsiteX38" fmla="*/ 83735 w 147767"/>
                    <a:gd name="connsiteY38" fmla="*/ 74798 h 147767"/>
                    <a:gd name="connsiteX39" fmla="*/ 76123 w 147767"/>
                    <a:gd name="connsiteY39" fmla="*/ 67185 h 147767"/>
                    <a:gd name="connsiteX40" fmla="*/ 118214 w 147767"/>
                    <a:gd name="connsiteY40" fmla="*/ 25094 h 147767"/>
                    <a:gd name="connsiteX41" fmla="*/ 118662 w 147767"/>
                    <a:gd name="connsiteY41" fmla="*/ 24198 h 147767"/>
                    <a:gd name="connsiteX42" fmla="*/ 122244 w 147767"/>
                    <a:gd name="connsiteY42" fmla="*/ 13900 h 147767"/>
                    <a:gd name="connsiteX43" fmla="*/ 139260 w 147767"/>
                    <a:gd name="connsiteY43" fmla="*/ 4048 h 147767"/>
                    <a:gd name="connsiteX44" fmla="*/ 146872 w 147767"/>
                    <a:gd name="connsiteY44" fmla="*/ 11661 h 147767"/>
                    <a:gd name="connsiteX45" fmla="*/ 137021 w 147767"/>
                    <a:gd name="connsiteY45" fmla="*/ 28676 h 14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7767" h="147767">
                      <a:moveTo>
                        <a:pt x="150007" y="8974"/>
                      </a:moveTo>
                      <a:lnTo>
                        <a:pt x="142395" y="1362"/>
                      </a:lnTo>
                      <a:cubicBezTo>
                        <a:pt x="141051" y="18"/>
                        <a:pt x="138812" y="-430"/>
                        <a:pt x="137021" y="466"/>
                      </a:cubicBezTo>
                      <a:lnTo>
                        <a:pt x="120005" y="10317"/>
                      </a:lnTo>
                      <a:cubicBezTo>
                        <a:pt x="119110" y="10765"/>
                        <a:pt x="118214" y="11661"/>
                        <a:pt x="118214" y="12556"/>
                      </a:cubicBezTo>
                      <a:lnTo>
                        <a:pt x="114632" y="22407"/>
                      </a:lnTo>
                      <a:lnTo>
                        <a:pt x="72093" y="64946"/>
                      </a:lnTo>
                      <a:lnTo>
                        <a:pt x="60898" y="65395"/>
                      </a:lnTo>
                      <a:cubicBezTo>
                        <a:pt x="55973" y="65395"/>
                        <a:pt x="51495" y="67633"/>
                        <a:pt x="48360" y="70768"/>
                      </a:cubicBezTo>
                      <a:lnTo>
                        <a:pt x="5373" y="113755"/>
                      </a:lnTo>
                      <a:cubicBezTo>
                        <a:pt x="1791" y="117337"/>
                        <a:pt x="0" y="121815"/>
                        <a:pt x="0" y="127188"/>
                      </a:cubicBezTo>
                      <a:cubicBezTo>
                        <a:pt x="0" y="132114"/>
                        <a:pt x="1791" y="137040"/>
                        <a:pt x="5373" y="140622"/>
                      </a:cubicBezTo>
                      <a:lnTo>
                        <a:pt x="10299" y="145547"/>
                      </a:lnTo>
                      <a:cubicBezTo>
                        <a:pt x="13881" y="149130"/>
                        <a:pt x="18359" y="150921"/>
                        <a:pt x="23732" y="150921"/>
                      </a:cubicBezTo>
                      <a:cubicBezTo>
                        <a:pt x="28658" y="150921"/>
                        <a:pt x="33584" y="149130"/>
                        <a:pt x="37166" y="145547"/>
                      </a:cubicBezTo>
                      <a:lnTo>
                        <a:pt x="80153" y="102560"/>
                      </a:lnTo>
                      <a:cubicBezTo>
                        <a:pt x="83735" y="98978"/>
                        <a:pt x="85526" y="94500"/>
                        <a:pt x="85526" y="90023"/>
                      </a:cubicBezTo>
                      <a:lnTo>
                        <a:pt x="85974" y="78828"/>
                      </a:lnTo>
                      <a:lnTo>
                        <a:pt x="128513" y="36289"/>
                      </a:lnTo>
                      <a:lnTo>
                        <a:pt x="138364" y="32706"/>
                      </a:lnTo>
                      <a:cubicBezTo>
                        <a:pt x="139260" y="32259"/>
                        <a:pt x="140156" y="31811"/>
                        <a:pt x="140603" y="30915"/>
                      </a:cubicBezTo>
                      <a:lnTo>
                        <a:pt x="150455" y="13900"/>
                      </a:lnTo>
                      <a:cubicBezTo>
                        <a:pt x="151350" y="12108"/>
                        <a:pt x="151350" y="10317"/>
                        <a:pt x="150007" y="8974"/>
                      </a:cubicBezTo>
                      <a:close/>
                      <a:moveTo>
                        <a:pt x="77018" y="99426"/>
                      </a:moveTo>
                      <a:lnTo>
                        <a:pt x="34031" y="142413"/>
                      </a:lnTo>
                      <a:cubicBezTo>
                        <a:pt x="28658" y="147786"/>
                        <a:pt x="19255" y="147786"/>
                        <a:pt x="13881" y="142413"/>
                      </a:cubicBezTo>
                      <a:lnTo>
                        <a:pt x="8956" y="137487"/>
                      </a:lnTo>
                      <a:cubicBezTo>
                        <a:pt x="6269" y="134801"/>
                        <a:pt x="4925" y="131218"/>
                        <a:pt x="4925" y="127188"/>
                      </a:cubicBezTo>
                      <a:cubicBezTo>
                        <a:pt x="4925" y="123158"/>
                        <a:pt x="6269" y="119576"/>
                        <a:pt x="8956" y="116889"/>
                      </a:cubicBezTo>
                      <a:lnTo>
                        <a:pt x="51943" y="73902"/>
                      </a:lnTo>
                      <a:cubicBezTo>
                        <a:pt x="54629" y="71215"/>
                        <a:pt x="57764" y="69872"/>
                        <a:pt x="61794" y="69872"/>
                      </a:cubicBezTo>
                      <a:lnTo>
                        <a:pt x="72988" y="69424"/>
                      </a:lnTo>
                      <a:lnTo>
                        <a:pt x="82392" y="78828"/>
                      </a:lnTo>
                      <a:lnTo>
                        <a:pt x="81944" y="90023"/>
                      </a:lnTo>
                      <a:cubicBezTo>
                        <a:pt x="81048" y="93604"/>
                        <a:pt x="79705" y="96739"/>
                        <a:pt x="77018" y="99426"/>
                      </a:cubicBezTo>
                      <a:close/>
                      <a:moveTo>
                        <a:pt x="137021" y="28676"/>
                      </a:moveTo>
                      <a:lnTo>
                        <a:pt x="126722" y="32259"/>
                      </a:lnTo>
                      <a:cubicBezTo>
                        <a:pt x="126274" y="32259"/>
                        <a:pt x="126274" y="32706"/>
                        <a:pt x="125827" y="32706"/>
                      </a:cubicBezTo>
                      <a:lnTo>
                        <a:pt x="83735" y="74798"/>
                      </a:lnTo>
                      <a:lnTo>
                        <a:pt x="76123" y="67185"/>
                      </a:lnTo>
                      <a:lnTo>
                        <a:pt x="118214" y="25094"/>
                      </a:lnTo>
                      <a:cubicBezTo>
                        <a:pt x="118662" y="24646"/>
                        <a:pt x="118662" y="24646"/>
                        <a:pt x="118662" y="24198"/>
                      </a:cubicBezTo>
                      <a:lnTo>
                        <a:pt x="122244" y="13900"/>
                      </a:lnTo>
                      <a:lnTo>
                        <a:pt x="139260" y="4048"/>
                      </a:lnTo>
                      <a:lnTo>
                        <a:pt x="146872" y="11661"/>
                      </a:lnTo>
                      <a:lnTo>
                        <a:pt x="137021" y="28676"/>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82" name="Freeform: Shape 4878">
                  <a:extLst>
                    <a:ext uri="{FF2B5EF4-FFF2-40B4-BE49-F238E27FC236}">
                      <a16:creationId xmlns:a16="http://schemas.microsoft.com/office/drawing/2014/main" id="{474A1719-2E24-B514-ECE2-B00F7C965EF1}"/>
                    </a:ext>
                  </a:extLst>
                </p:cNvPr>
                <p:cNvSpPr/>
                <p:nvPr/>
              </p:nvSpPr>
              <p:spPr>
                <a:xfrm>
                  <a:off x="4553681" y="6318958"/>
                  <a:ext cx="44778" cy="44778"/>
                </a:xfrm>
                <a:custGeom>
                  <a:avLst/>
                  <a:gdLst>
                    <a:gd name="connsiteX0" fmla="*/ 46346 w 44778"/>
                    <a:gd name="connsiteY0" fmla="*/ 672 h 44778"/>
                    <a:gd name="connsiteX1" fmla="*/ 43211 w 44778"/>
                    <a:gd name="connsiteY1" fmla="*/ 672 h 44778"/>
                    <a:gd name="connsiteX2" fmla="*/ 672 w 44778"/>
                    <a:gd name="connsiteY2" fmla="*/ 42315 h 44778"/>
                    <a:gd name="connsiteX3" fmla="*/ 672 w 44778"/>
                    <a:gd name="connsiteY3" fmla="*/ 45450 h 44778"/>
                    <a:gd name="connsiteX4" fmla="*/ 2463 w 44778"/>
                    <a:gd name="connsiteY4" fmla="*/ 46345 h 44778"/>
                    <a:gd name="connsiteX5" fmla="*/ 3806 w 44778"/>
                    <a:gd name="connsiteY5" fmla="*/ 45898 h 44778"/>
                    <a:gd name="connsiteX6" fmla="*/ 46346 w 44778"/>
                    <a:gd name="connsiteY6" fmla="*/ 4254 h 44778"/>
                    <a:gd name="connsiteX7" fmla="*/ 46346 w 44778"/>
                    <a:gd name="connsiteY7" fmla="*/ 672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8" h="44778">
                      <a:moveTo>
                        <a:pt x="46346" y="672"/>
                      </a:moveTo>
                      <a:cubicBezTo>
                        <a:pt x="45450" y="-224"/>
                        <a:pt x="44107" y="-224"/>
                        <a:pt x="43211" y="672"/>
                      </a:cubicBezTo>
                      <a:lnTo>
                        <a:pt x="672" y="42315"/>
                      </a:lnTo>
                      <a:cubicBezTo>
                        <a:pt x="-224" y="43211"/>
                        <a:pt x="-224" y="44554"/>
                        <a:pt x="672" y="45450"/>
                      </a:cubicBezTo>
                      <a:cubicBezTo>
                        <a:pt x="1119" y="45898"/>
                        <a:pt x="1567" y="46345"/>
                        <a:pt x="2463" y="46345"/>
                      </a:cubicBezTo>
                      <a:cubicBezTo>
                        <a:pt x="2911" y="46345"/>
                        <a:pt x="3806" y="46345"/>
                        <a:pt x="3806" y="45898"/>
                      </a:cubicBezTo>
                      <a:lnTo>
                        <a:pt x="46346" y="4254"/>
                      </a:lnTo>
                      <a:cubicBezTo>
                        <a:pt x="47241" y="2911"/>
                        <a:pt x="47241" y="1567"/>
                        <a:pt x="46346" y="67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83" name="Freeform: Shape 4879">
                  <a:extLst>
                    <a:ext uri="{FF2B5EF4-FFF2-40B4-BE49-F238E27FC236}">
                      <a16:creationId xmlns:a16="http://schemas.microsoft.com/office/drawing/2014/main" id="{B107E099-8FCB-E31D-0984-69005728F479}"/>
                    </a:ext>
                  </a:extLst>
                </p:cNvPr>
                <p:cNvSpPr/>
                <p:nvPr/>
              </p:nvSpPr>
              <p:spPr>
                <a:xfrm>
                  <a:off x="4562637" y="6327961"/>
                  <a:ext cx="44778" cy="44778"/>
                </a:xfrm>
                <a:custGeom>
                  <a:avLst/>
                  <a:gdLst>
                    <a:gd name="connsiteX0" fmla="*/ 43211 w 44778"/>
                    <a:gd name="connsiteY0" fmla="*/ 624 h 44778"/>
                    <a:gd name="connsiteX1" fmla="*/ 672 w 44778"/>
                    <a:gd name="connsiteY1" fmla="*/ 42268 h 44778"/>
                    <a:gd name="connsiteX2" fmla="*/ 672 w 44778"/>
                    <a:gd name="connsiteY2" fmla="*/ 45403 h 44778"/>
                    <a:gd name="connsiteX3" fmla="*/ 2463 w 44778"/>
                    <a:gd name="connsiteY3" fmla="*/ 46298 h 44778"/>
                    <a:gd name="connsiteX4" fmla="*/ 3806 w 44778"/>
                    <a:gd name="connsiteY4" fmla="*/ 45850 h 44778"/>
                    <a:gd name="connsiteX5" fmla="*/ 46346 w 44778"/>
                    <a:gd name="connsiteY5" fmla="*/ 4206 h 44778"/>
                    <a:gd name="connsiteX6" fmla="*/ 46346 w 44778"/>
                    <a:gd name="connsiteY6" fmla="*/ 1072 h 44778"/>
                    <a:gd name="connsiteX7" fmla="*/ 43211 w 44778"/>
                    <a:gd name="connsiteY7" fmla="*/ 624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78" h="44778">
                      <a:moveTo>
                        <a:pt x="43211" y="624"/>
                      </a:moveTo>
                      <a:lnTo>
                        <a:pt x="672" y="42268"/>
                      </a:lnTo>
                      <a:cubicBezTo>
                        <a:pt x="-224" y="43164"/>
                        <a:pt x="-224" y="44507"/>
                        <a:pt x="672" y="45403"/>
                      </a:cubicBezTo>
                      <a:cubicBezTo>
                        <a:pt x="1119" y="45850"/>
                        <a:pt x="1567" y="46298"/>
                        <a:pt x="2463" y="46298"/>
                      </a:cubicBezTo>
                      <a:cubicBezTo>
                        <a:pt x="2911" y="46298"/>
                        <a:pt x="3806" y="46298"/>
                        <a:pt x="3806" y="45850"/>
                      </a:cubicBezTo>
                      <a:lnTo>
                        <a:pt x="46346" y="4206"/>
                      </a:lnTo>
                      <a:cubicBezTo>
                        <a:pt x="47241" y="3311"/>
                        <a:pt x="47241" y="1967"/>
                        <a:pt x="46346" y="1072"/>
                      </a:cubicBezTo>
                      <a:cubicBezTo>
                        <a:pt x="45450" y="-271"/>
                        <a:pt x="44107" y="-271"/>
                        <a:pt x="43211" y="624"/>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984" name="Freeform: Shape 4880">
                <a:extLst>
                  <a:ext uri="{FF2B5EF4-FFF2-40B4-BE49-F238E27FC236}">
                    <a16:creationId xmlns:a16="http://schemas.microsoft.com/office/drawing/2014/main" id="{E79B4392-2550-4DBB-8748-AF02BC945806}"/>
                  </a:ext>
                  <a:ext uri="{C183D7F6-B498-43B3-948B-1728B52AA6E4}">
                    <adec:decorative xmlns:adec="http://schemas.microsoft.com/office/drawing/2017/decorative" val="1"/>
                  </a:ext>
                </a:extLst>
              </p:cNvPr>
              <p:cNvSpPr>
                <a:spLocks noChangeAspect="1"/>
              </p:cNvSpPr>
              <p:nvPr/>
            </p:nvSpPr>
            <p:spPr>
              <a:xfrm>
                <a:off x="11094486" y="2784992"/>
                <a:ext cx="138812" cy="138812"/>
              </a:xfrm>
              <a:custGeom>
                <a:avLst/>
                <a:gdLst>
                  <a:gd name="connsiteX0" fmla="*/ 141905 w 138812"/>
                  <a:gd name="connsiteY0" fmla="*/ 52614 h 138812"/>
                  <a:gd name="connsiteX1" fmla="*/ 133845 w 138812"/>
                  <a:gd name="connsiteY1" fmla="*/ 44554 h 138812"/>
                  <a:gd name="connsiteX2" fmla="*/ 89962 w 138812"/>
                  <a:gd name="connsiteY2" fmla="*/ 672 h 138812"/>
                  <a:gd name="connsiteX3" fmla="*/ 86828 w 138812"/>
                  <a:gd name="connsiteY3" fmla="*/ 672 h 138812"/>
                  <a:gd name="connsiteX4" fmla="*/ 53692 w 138812"/>
                  <a:gd name="connsiteY4" fmla="*/ 33807 h 138812"/>
                  <a:gd name="connsiteX5" fmla="*/ 37572 w 138812"/>
                  <a:gd name="connsiteY5" fmla="*/ 49927 h 138812"/>
                  <a:gd name="connsiteX6" fmla="*/ 37572 w 138812"/>
                  <a:gd name="connsiteY6" fmla="*/ 49927 h 138812"/>
                  <a:gd name="connsiteX7" fmla="*/ 34885 w 138812"/>
                  <a:gd name="connsiteY7" fmla="*/ 52614 h 138812"/>
                  <a:gd name="connsiteX8" fmla="*/ 31751 w 138812"/>
                  <a:gd name="connsiteY8" fmla="*/ 63361 h 138812"/>
                  <a:gd name="connsiteX9" fmla="*/ 36676 w 138812"/>
                  <a:gd name="connsiteY9" fmla="*/ 87541 h 138812"/>
                  <a:gd name="connsiteX10" fmla="*/ 7571 w 138812"/>
                  <a:gd name="connsiteY10" fmla="*/ 111722 h 138812"/>
                  <a:gd name="connsiteX11" fmla="*/ 3540 w 138812"/>
                  <a:gd name="connsiteY11" fmla="*/ 139932 h 138812"/>
                  <a:gd name="connsiteX12" fmla="*/ 12496 w 138812"/>
                  <a:gd name="connsiteY12" fmla="*/ 143066 h 138812"/>
                  <a:gd name="connsiteX13" fmla="*/ 31303 w 138812"/>
                  <a:gd name="connsiteY13" fmla="*/ 135006 h 138812"/>
                  <a:gd name="connsiteX14" fmla="*/ 55483 w 138812"/>
                  <a:gd name="connsiteY14" fmla="*/ 105900 h 138812"/>
                  <a:gd name="connsiteX15" fmla="*/ 79663 w 138812"/>
                  <a:gd name="connsiteY15" fmla="*/ 110826 h 138812"/>
                  <a:gd name="connsiteX16" fmla="*/ 90410 w 138812"/>
                  <a:gd name="connsiteY16" fmla="*/ 107691 h 138812"/>
                  <a:gd name="connsiteX17" fmla="*/ 93097 w 138812"/>
                  <a:gd name="connsiteY17" fmla="*/ 105005 h 138812"/>
                  <a:gd name="connsiteX18" fmla="*/ 109217 w 138812"/>
                  <a:gd name="connsiteY18" fmla="*/ 88885 h 138812"/>
                  <a:gd name="connsiteX19" fmla="*/ 142353 w 138812"/>
                  <a:gd name="connsiteY19" fmla="*/ 55749 h 138812"/>
                  <a:gd name="connsiteX20" fmla="*/ 141905 w 138812"/>
                  <a:gd name="connsiteY20" fmla="*/ 52614 h 138812"/>
                  <a:gd name="connsiteX21" fmla="*/ 91305 w 138812"/>
                  <a:gd name="connsiteY21" fmla="*/ 100079 h 138812"/>
                  <a:gd name="connsiteX22" fmla="*/ 42945 w 138812"/>
                  <a:gd name="connsiteY22" fmla="*/ 51719 h 138812"/>
                  <a:gd name="connsiteX23" fmla="*/ 55931 w 138812"/>
                  <a:gd name="connsiteY23" fmla="*/ 38733 h 138812"/>
                  <a:gd name="connsiteX24" fmla="*/ 104291 w 138812"/>
                  <a:gd name="connsiteY24" fmla="*/ 87094 h 138812"/>
                  <a:gd name="connsiteX25" fmla="*/ 91305 w 138812"/>
                  <a:gd name="connsiteY25" fmla="*/ 100079 h 138812"/>
                  <a:gd name="connsiteX26" fmla="*/ 86828 w 138812"/>
                  <a:gd name="connsiteY26" fmla="*/ 104557 h 138812"/>
                  <a:gd name="connsiteX27" fmla="*/ 80111 w 138812"/>
                  <a:gd name="connsiteY27" fmla="*/ 106796 h 138812"/>
                  <a:gd name="connsiteX28" fmla="*/ 55931 w 138812"/>
                  <a:gd name="connsiteY28" fmla="*/ 101870 h 138812"/>
                  <a:gd name="connsiteX29" fmla="*/ 51453 w 138812"/>
                  <a:gd name="connsiteY29" fmla="*/ 103661 h 138812"/>
                  <a:gd name="connsiteX30" fmla="*/ 27721 w 138812"/>
                  <a:gd name="connsiteY30" fmla="*/ 132319 h 138812"/>
                  <a:gd name="connsiteX31" fmla="*/ 12048 w 138812"/>
                  <a:gd name="connsiteY31" fmla="*/ 139036 h 138812"/>
                  <a:gd name="connsiteX32" fmla="*/ 6227 w 138812"/>
                  <a:gd name="connsiteY32" fmla="*/ 137245 h 138812"/>
                  <a:gd name="connsiteX33" fmla="*/ 10705 w 138812"/>
                  <a:gd name="connsiteY33" fmla="*/ 115304 h 138812"/>
                  <a:gd name="connsiteX34" fmla="*/ 39363 w 138812"/>
                  <a:gd name="connsiteY34" fmla="*/ 91571 h 138812"/>
                  <a:gd name="connsiteX35" fmla="*/ 41154 w 138812"/>
                  <a:gd name="connsiteY35" fmla="*/ 87094 h 138812"/>
                  <a:gd name="connsiteX36" fmla="*/ 36229 w 138812"/>
                  <a:gd name="connsiteY36" fmla="*/ 62913 h 138812"/>
                  <a:gd name="connsiteX37" fmla="*/ 38468 w 138812"/>
                  <a:gd name="connsiteY37" fmla="*/ 56197 h 138812"/>
                  <a:gd name="connsiteX38" fmla="*/ 39811 w 138812"/>
                  <a:gd name="connsiteY38" fmla="*/ 54853 h 138812"/>
                  <a:gd name="connsiteX39" fmla="*/ 88171 w 138812"/>
                  <a:gd name="connsiteY39" fmla="*/ 103214 h 138812"/>
                  <a:gd name="connsiteX40" fmla="*/ 86828 w 138812"/>
                  <a:gd name="connsiteY40" fmla="*/ 104557 h 138812"/>
                  <a:gd name="connsiteX41" fmla="*/ 107426 w 138812"/>
                  <a:gd name="connsiteY41" fmla="*/ 83959 h 138812"/>
                  <a:gd name="connsiteX42" fmla="*/ 59065 w 138812"/>
                  <a:gd name="connsiteY42" fmla="*/ 35599 h 138812"/>
                  <a:gd name="connsiteX43" fmla="*/ 88619 w 138812"/>
                  <a:gd name="connsiteY43" fmla="*/ 6045 h 138812"/>
                  <a:gd name="connsiteX44" fmla="*/ 95336 w 138812"/>
                  <a:gd name="connsiteY44" fmla="*/ 12762 h 138812"/>
                  <a:gd name="connsiteX45" fmla="*/ 77424 w 138812"/>
                  <a:gd name="connsiteY45" fmla="*/ 29777 h 138812"/>
                  <a:gd name="connsiteX46" fmla="*/ 77424 w 138812"/>
                  <a:gd name="connsiteY46" fmla="*/ 32912 h 138812"/>
                  <a:gd name="connsiteX47" fmla="*/ 79216 w 138812"/>
                  <a:gd name="connsiteY47" fmla="*/ 33807 h 138812"/>
                  <a:gd name="connsiteX48" fmla="*/ 80559 w 138812"/>
                  <a:gd name="connsiteY48" fmla="*/ 33360 h 138812"/>
                  <a:gd name="connsiteX49" fmla="*/ 98470 w 138812"/>
                  <a:gd name="connsiteY49" fmla="*/ 16344 h 138812"/>
                  <a:gd name="connsiteX50" fmla="*/ 105187 w 138812"/>
                  <a:gd name="connsiteY50" fmla="*/ 23061 h 138812"/>
                  <a:gd name="connsiteX51" fmla="*/ 94440 w 138812"/>
                  <a:gd name="connsiteY51" fmla="*/ 33360 h 138812"/>
                  <a:gd name="connsiteX52" fmla="*/ 94440 w 138812"/>
                  <a:gd name="connsiteY52" fmla="*/ 36494 h 138812"/>
                  <a:gd name="connsiteX53" fmla="*/ 96232 w 138812"/>
                  <a:gd name="connsiteY53" fmla="*/ 37390 h 138812"/>
                  <a:gd name="connsiteX54" fmla="*/ 97575 w 138812"/>
                  <a:gd name="connsiteY54" fmla="*/ 36942 h 138812"/>
                  <a:gd name="connsiteX55" fmla="*/ 108769 w 138812"/>
                  <a:gd name="connsiteY55" fmla="*/ 26643 h 138812"/>
                  <a:gd name="connsiteX56" fmla="*/ 116382 w 138812"/>
                  <a:gd name="connsiteY56" fmla="*/ 34255 h 138812"/>
                  <a:gd name="connsiteX57" fmla="*/ 93544 w 138812"/>
                  <a:gd name="connsiteY57" fmla="*/ 55749 h 138812"/>
                  <a:gd name="connsiteX58" fmla="*/ 93544 w 138812"/>
                  <a:gd name="connsiteY58" fmla="*/ 58883 h 138812"/>
                  <a:gd name="connsiteX59" fmla="*/ 95336 w 138812"/>
                  <a:gd name="connsiteY59" fmla="*/ 59779 h 138812"/>
                  <a:gd name="connsiteX60" fmla="*/ 96679 w 138812"/>
                  <a:gd name="connsiteY60" fmla="*/ 59331 h 138812"/>
                  <a:gd name="connsiteX61" fmla="*/ 119516 w 138812"/>
                  <a:gd name="connsiteY61" fmla="*/ 37838 h 138812"/>
                  <a:gd name="connsiteX62" fmla="*/ 126233 w 138812"/>
                  <a:gd name="connsiteY62" fmla="*/ 44554 h 138812"/>
                  <a:gd name="connsiteX63" fmla="*/ 114590 w 138812"/>
                  <a:gd name="connsiteY63" fmla="*/ 55301 h 138812"/>
                  <a:gd name="connsiteX64" fmla="*/ 114590 w 138812"/>
                  <a:gd name="connsiteY64" fmla="*/ 58435 h 138812"/>
                  <a:gd name="connsiteX65" fmla="*/ 116382 w 138812"/>
                  <a:gd name="connsiteY65" fmla="*/ 59331 h 138812"/>
                  <a:gd name="connsiteX66" fmla="*/ 117725 w 138812"/>
                  <a:gd name="connsiteY66" fmla="*/ 58883 h 138812"/>
                  <a:gd name="connsiteX67" fmla="*/ 129367 w 138812"/>
                  <a:gd name="connsiteY67" fmla="*/ 47689 h 138812"/>
                  <a:gd name="connsiteX68" fmla="*/ 137427 w 138812"/>
                  <a:gd name="connsiteY68" fmla="*/ 55749 h 138812"/>
                  <a:gd name="connsiteX69" fmla="*/ 107426 w 138812"/>
                  <a:gd name="connsiteY69" fmla="*/ 83959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38812" h="138812">
                    <a:moveTo>
                      <a:pt x="141905" y="52614"/>
                    </a:moveTo>
                    <a:lnTo>
                      <a:pt x="133845" y="44554"/>
                    </a:lnTo>
                    <a:lnTo>
                      <a:pt x="89962" y="672"/>
                    </a:lnTo>
                    <a:cubicBezTo>
                      <a:pt x="89067" y="-224"/>
                      <a:pt x="87724" y="-224"/>
                      <a:pt x="86828" y="672"/>
                    </a:cubicBezTo>
                    <a:lnTo>
                      <a:pt x="53692" y="33807"/>
                    </a:lnTo>
                    <a:lnTo>
                      <a:pt x="37572" y="49927"/>
                    </a:lnTo>
                    <a:cubicBezTo>
                      <a:pt x="37572" y="49927"/>
                      <a:pt x="37572" y="49927"/>
                      <a:pt x="37572" y="49927"/>
                    </a:cubicBezTo>
                    <a:lnTo>
                      <a:pt x="34885" y="52614"/>
                    </a:lnTo>
                    <a:cubicBezTo>
                      <a:pt x="32199" y="55301"/>
                      <a:pt x="30855" y="59331"/>
                      <a:pt x="31751" y="63361"/>
                    </a:cubicBezTo>
                    <a:lnTo>
                      <a:pt x="36676" y="87541"/>
                    </a:lnTo>
                    <a:cubicBezTo>
                      <a:pt x="36229" y="87541"/>
                      <a:pt x="11601" y="106796"/>
                      <a:pt x="7571" y="111722"/>
                    </a:cubicBezTo>
                    <a:cubicBezTo>
                      <a:pt x="1301" y="118438"/>
                      <a:pt x="-3624" y="133215"/>
                      <a:pt x="3540" y="139932"/>
                    </a:cubicBezTo>
                    <a:cubicBezTo>
                      <a:pt x="5779" y="142170"/>
                      <a:pt x="8466" y="143066"/>
                      <a:pt x="12496" y="143066"/>
                    </a:cubicBezTo>
                    <a:cubicBezTo>
                      <a:pt x="18765" y="143066"/>
                      <a:pt x="26377" y="139932"/>
                      <a:pt x="31303" y="135006"/>
                    </a:cubicBezTo>
                    <a:cubicBezTo>
                      <a:pt x="35781" y="130976"/>
                      <a:pt x="53244" y="108139"/>
                      <a:pt x="55483" y="105900"/>
                    </a:cubicBezTo>
                    <a:lnTo>
                      <a:pt x="79663" y="110826"/>
                    </a:lnTo>
                    <a:cubicBezTo>
                      <a:pt x="83693" y="111722"/>
                      <a:pt x="87724" y="110378"/>
                      <a:pt x="90410" y="107691"/>
                    </a:cubicBezTo>
                    <a:lnTo>
                      <a:pt x="93097" y="105005"/>
                    </a:lnTo>
                    <a:lnTo>
                      <a:pt x="109217" y="88885"/>
                    </a:lnTo>
                    <a:lnTo>
                      <a:pt x="142353" y="55749"/>
                    </a:lnTo>
                    <a:cubicBezTo>
                      <a:pt x="142800" y="54853"/>
                      <a:pt x="142800" y="53510"/>
                      <a:pt x="141905" y="52614"/>
                    </a:cubicBezTo>
                    <a:close/>
                    <a:moveTo>
                      <a:pt x="91305" y="100079"/>
                    </a:moveTo>
                    <a:lnTo>
                      <a:pt x="42945" y="51719"/>
                    </a:lnTo>
                    <a:lnTo>
                      <a:pt x="55931" y="38733"/>
                    </a:lnTo>
                    <a:lnTo>
                      <a:pt x="104291" y="87094"/>
                    </a:lnTo>
                    <a:lnTo>
                      <a:pt x="91305" y="100079"/>
                    </a:lnTo>
                    <a:close/>
                    <a:moveTo>
                      <a:pt x="86828" y="104557"/>
                    </a:moveTo>
                    <a:cubicBezTo>
                      <a:pt x="85037" y="106348"/>
                      <a:pt x="82350" y="107244"/>
                      <a:pt x="80111" y="106796"/>
                    </a:cubicBezTo>
                    <a:lnTo>
                      <a:pt x="55931" y="101870"/>
                    </a:lnTo>
                    <a:cubicBezTo>
                      <a:pt x="54140" y="101422"/>
                      <a:pt x="52349" y="102318"/>
                      <a:pt x="51453" y="103661"/>
                    </a:cubicBezTo>
                    <a:cubicBezTo>
                      <a:pt x="44288" y="112617"/>
                      <a:pt x="31303" y="129185"/>
                      <a:pt x="27721" y="132319"/>
                    </a:cubicBezTo>
                    <a:cubicBezTo>
                      <a:pt x="23691" y="136350"/>
                      <a:pt x="16974" y="139036"/>
                      <a:pt x="12048" y="139036"/>
                    </a:cubicBezTo>
                    <a:cubicBezTo>
                      <a:pt x="9809" y="139036"/>
                      <a:pt x="7571" y="138589"/>
                      <a:pt x="6227" y="137245"/>
                    </a:cubicBezTo>
                    <a:cubicBezTo>
                      <a:pt x="1301" y="132319"/>
                      <a:pt x="5332" y="120677"/>
                      <a:pt x="10705" y="115304"/>
                    </a:cubicBezTo>
                    <a:cubicBezTo>
                      <a:pt x="14735" y="110826"/>
                      <a:pt x="39363" y="92019"/>
                      <a:pt x="39363" y="91571"/>
                    </a:cubicBezTo>
                    <a:cubicBezTo>
                      <a:pt x="40706" y="90676"/>
                      <a:pt x="41154" y="88885"/>
                      <a:pt x="41154" y="87094"/>
                    </a:cubicBezTo>
                    <a:lnTo>
                      <a:pt x="36229" y="62913"/>
                    </a:lnTo>
                    <a:cubicBezTo>
                      <a:pt x="35781" y="60674"/>
                      <a:pt x="36676" y="57988"/>
                      <a:pt x="38468" y="56197"/>
                    </a:cubicBezTo>
                    <a:lnTo>
                      <a:pt x="39811" y="54853"/>
                    </a:lnTo>
                    <a:lnTo>
                      <a:pt x="88171" y="103214"/>
                    </a:lnTo>
                    <a:lnTo>
                      <a:pt x="86828" y="104557"/>
                    </a:lnTo>
                    <a:close/>
                    <a:moveTo>
                      <a:pt x="107426" y="83959"/>
                    </a:moveTo>
                    <a:lnTo>
                      <a:pt x="59065" y="35599"/>
                    </a:lnTo>
                    <a:lnTo>
                      <a:pt x="88619" y="6045"/>
                    </a:lnTo>
                    <a:lnTo>
                      <a:pt x="95336" y="12762"/>
                    </a:lnTo>
                    <a:lnTo>
                      <a:pt x="77424" y="29777"/>
                    </a:lnTo>
                    <a:cubicBezTo>
                      <a:pt x="76529" y="30673"/>
                      <a:pt x="76529" y="32016"/>
                      <a:pt x="77424" y="32912"/>
                    </a:cubicBezTo>
                    <a:cubicBezTo>
                      <a:pt x="77872" y="33360"/>
                      <a:pt x="78320" y="33807"/>
                      <a:pt x="79216" y="33807"/>
                    </a:cubicBezTo>
                    <a:cubicBezTo>
                      <a:pt x="79663" y="33807"/>
                      <a:pt x="80111" y="33807"/>
                      <a:pt x="80559" y="33360"/>
                    </a:cubicBezTo>
                    <a:lnTo>
                      <a:pt x="98470" y="16344"/>
                    </a:lnTo>
                    <a:lnTo>
                      <a:pt x="105187" y="23061"/>
                    </a:lnTo>
                    <a:lnTo>
                      <a:pt x="94440" y="33360"/>
                    </a:lnTo>
                    <a:cubicBezTo>
                      <a:pt x="93544" y="34255"/>
                      <a:pt x="93544" y="35599"/>
                      <a:pt x="94440" y="36494"/>
                    </a:cubicBezTo>
                    <a:cubicBezTo>
                      <a:pt x="94888" y="36942"/>
                      <a:pt x="95336" y="37390"/>
                      <a:pt x="96232" y="37390"/>
                    </a:cubicBezTo>
                    <a:cubicBezTo>
                      <a:pt x="96679" y="37390"/>
                      <a:pt x="97127" y="37390"/>
                      <a:pt x="97575" y="36942"/>
                    </a:cubicBezTo>
                    <a:lnTo>
                      <a:pt x="108769" y="26643"/>
                    </a:lnTo>
                    <a:lnTo>
                      <a:pt x="116382" y="34255"/>
                    </a:lnTo>
                    <a:lnTo>
                      <a:pt x="93544" y="55749"/>
                    </a:lnTo>
                    <a:cubicBezTo>
                      <a:pt x="92649" y="56644"/>
                      <a:pt x="92649" y="57988"/>
                      <a:pt x="93544" y="58883"/>
                    </a:cubicBezTo>
                    <a:cubicBezTo>
                      <a:pt x="93993" y="59331"/>
                      <a:pt x="94440" y="59779"/>
                      <a:pt x="95336" y="59779"/>
                    </a:cubicBezTo>
                    <a:cubicBezTo>
                      <a:pt x="95783" y="59779"/>
                      <a:pt x="96232" y="59779"/>
                      <a:pt x="96679" y="59331"/>
                    </a:cubicBezTo>
                    <a:lnTo>
                      <a:pt x="119516" y="37838"/>
                    </a:lnTo>
                    <a:lnTo>
                      <a:pt x="126233" y="44554"/>
                    </a:lnTo>
                    <a:lnTo>
                      <a:pt x="114590" y="55301"/>
                    </a:lnTo>
                    <a:cubicBezTo>
                      <a:pt x="113695" y="56197"/>
                      <a:pt x="113695" y="57540"/>
                      <a:pt x="114590" y="58435"/>
                    </a:cubicBezTo>
                    <a:cubicBezTo>
                      <a:pt x="115038" y="58883"/>
                      <a:pt x="115486" y="59331"/>
                      <a:pt x="116382" y="59331"/>
                    </a:cubicBezTo>
                    <a:cubicBezTo>
                      <a:pt x="116829" y="59331"/>
                      <a:pt x="117277" y="59331"/>
                      <a:pt x="117725" y="58883"/>
                    </a:cubicBezTo>
                    <a:lnTo>
                      <a:pt x="129367" y="47689"/>
                    </a:lnTo>
                    <a:lnTo>
                      <a:pt x="137427" y="55749"/>
                    </a:lnTo>
                    <a:lnTo>
                      <a:pt x="107426" y="83959"/>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985" name="Freeform: Shape 4881">
                <a:extLst>
                  <a:ext uri="{FF2B5EF4-FFF2-40B4-BE49-F238E27FC236}">
                    <a16:creationId xmlns:a16="http://schemas.microsoft.com/office/drawing/2014/main" id="{6F598373-0CED-0C5F-A5C8-E093670E4432}"/>
                  </a:ext>
                  <a:ext uri="{C183D7F6-B498-43B3-948B-1728B52AA6E4}">
                    <adec:decorative xmlns:adec="http://schemas.microsoft.com/office/drawing/2017/decorative" val="1"/>
                  </a:ext>
                </a:extLst>
              </p:cNvPr>
              <p:cNvSpPr>
                <a:spLocks noChangeAspect="1"/>
              </p:cNvSpPr>
              <p:nvPr/>
            </p:nvSpPr>
            <p:spPr>
              <a:xfrm>
                <a:off x="11355053" y="2763051"/>
                <a:ext cx="165679" cy="161201"/>
              </a:xfrm>
              <a:custGeom>
                <a:avLst/>
                <a:gdLst>
                  <a:gd name="connsiteX0" fmla="*/ 164784 w 165679"/>
                  <a:gd name="connsiteY0" fmla="*/ 137245 h 161201"/>
                  <a:gd name="connsiteX1" fmla="*/ 109259 w 165679"/>
                  <a:gd name="connsiteY1" fmla="*/ 82616 h 161201"/>
                  <a:gd name="connsiteX2" fmla="*/ 147768 w 165679"/>
                  <a:gd name="connsiteY2" fmla="*/ 44107 h 161201"/>
                  <a:gd name="connsiteX3" fmla="*/ 157171 w 165679"/>
                  <a:gd name="connsiteY3" fmla="*/ 34703 h 161201"/>
                  <a:gd name="connsiteX4" fmla="*/ 157171 w 165679"/>
                  <a:gd name="connsiteY4" fmla="*/ 28434 h 161201"/>
                  <a:gd name="connsiteX5" fmla="*/ 143290 w 165679"/>
                  <a:gd name="connsiteY5" fmla="*/ 14553 h 161201"/>
                  <a:gd name="connsiteX6" fmla="*/ 137021 w 165679"/>
                  <a:gd name="connsiteY6" fmla="*/ 14553 h 161201"/>
                  <a:gd name="connsiteX7" fmla="*/ 127618 w 165679"/>
                  <a:gd name="connsiteY7" fmla="*/ 23956 h 161201"/>
                  <a:gd name="connsiteX8" fmla="*/ 88661 w 165679"/>
                  <a:gd name="connsiteY8" fmla="*/ 62913 h 161201"/>
                  <a:gd name="connsiteX9" fmla="*/ 25523 w 165679"/>
                  <a:gd name="connsiteY9" fmla="*/ 672 h 161201"/>
                  <a:gd name="connsiteX10" fmla="*/ 22389 w 165679"/>
                  <a:gd name="connsiteY10" fmla="*/ 672 h 161201"/>
                  <a:gd name="connsiteX11" fmla="*/ 448 w 165679"/>
                  <a:gd name="connsiteY11" fmla="*/ 23061 h 161201"/>
                  <a:gd name="connsiteX12" fmla="*/ 0 w 165679"/>
                  <a:gd name="connsiteY12" fmla="*/ 23956 h 161201"/>
                  <a:gd name="connsiteX13" fmla="*/ 0 w 165679"/>
                  <a:gd name="connsiteY13" fmla="*/ 24404 h 161201"/>
                  <a:gd name="connsiteX14" fmla="*/ 0 w 165679"/>
                  <a:gd name="connsiteY14" fmla="*/ 24852 h 161201"/>
                  <a:gd name="connsiteX15" fmla="*/ 0 w 165679"/>
                  <a:gd name="connsiteY15" fmla="*/ 25300 h 161201"/>
                  <a:gd name="connsiteX16" fmla="*/ 0 w 165679"/>
                  <a:gd name="connsiteY16" fmla="*/ 25748 h 161201"/>
                  <a:gd name="connsiteX17" fmla="*/ 448 w 165679"/>
                  <a:gd name="connsiteY17" fmla="*/ 26643 h 161201"/>
                  <a:gd name="connsiteX18" fmla="*/ 448 w 165679"/>
                  <a:gd name="connsiteY18" fmla="*/ 26643 h 161201"/>
                  <a:gd name="connsiteX19" fmla="*/ 448 w 165679"/>
                  <a:gd name="connsiteY19" fmla="*/ 26643 h 161201"/>
                  <a:gd name="connsiteX20" fmla="*/ 448 w 165679"/>
                  <a:gd name="connsiteY20" fmla="*/ 26643 h 161201"/>
                  <a:gd name="connsiteX21" fmla="*/ 9851 w 165679"/>
                  <a:gd name="connsiteY21" fmla="*/ 35599 h 161201"/>
                  <a:gd name="connsiteX22" fmla="*/ 9851 w 165679"/>
                  <a:gd name="connsiteY22" fmla="*/ 35599 h 161201"/>
                  <a:gd name="connsiteX23" fmla="*/ 9851 w 165679"/>
                  <a:gd name="connsiteY23" fmla="*/ 35599 h 161201"/>
                  <a:gd name="connsiteX24" fmla="*/ 17911 w 165679"/>
                  <a:gd name="connsiteY24" fmla="*/ 43659 h 161201"/>
                  <a:gd name="connsiteX25" fmla="*/ 17911 w 165679"/>
                  <a:gd name="connsiteY25" fmla="*/ 43659 h 161201"/>
                  <a:gd name="connsiteX26" fmla="*/ 17911 w 165679"/>
                  <a:gd name="connsiteY26" fmla="*/ 43659 h 161201"/>
                  <a:gd name="connsiteX27" fmla="*/ 27315 w 165679"/>
                  <a:gd name="connsiteY27" fmla="*/ 52615 h 161201"/>
                  <a:gd name="connsiteX28" fmla="*/ 27315 w 165679"/>
                  <a:gd name="connsiteY28" fmla="*/ 52615 h 161201"/>
                  <a:gd name="connsiteX29" fmla="*/ 27315 w 165679"/>
                  <a:gd name="connsiteY29" fmla="*/ 52615 h 161201"/>
                  <a:gd name="connsiteX30" fmla="*/ 44778 w 165679"/>
                  <a:gd name="connsiteY30" fmla="*/ 69630 h 161201"/>
                  <a:gd name="connsiteX31" fmla="*/ 44778 w 165679"/>
                  <a:gd name="connsiteY31" fmla="*/ 69630 h 161201"/>
                  <a:gd name="connsiteX32" fmla="*/ 44778 w 165679"/>
                  <a:gd name="connsiteY32" fmla="*/ 69630 h 161201"/>
                  <a:gd name="connsiteX33" fmla="*/ 62242 w 165679"/>
                  <a:gd name="connsiteY33" fmla="*/ 86646 h 161201"/>
                  <a:gd name="connsiteX34" fmla="*/ 62242 w 165679"/>
                  <a:gd name="connsiteY34" fmla="*/ 86646 h 161201"/>
                  <a:gd name="connsiteX35" fmla="*/ 62242 w 165679"/>
                  <a:gd name="connsiteY35" fmla="*/ 86646 h 161201"/>
                  <a:gd name="connsiteX36" fmla="*/ 64033 w 165679"/>
                  <a:gd name="connsiteY36" fmla="*/ 88437 h 161201"/>
                  <a:gd name="connsiteX37" fmla="*/ 18807 w 165679"/>
                  <a:gd name="connsiteY37" fmla="*/ 133663 h 161201"/>
                  <a:gd name="connsiteX38" fmla="*/ 18359 w 165679"/>
                  <a:gd name="connsiteY38" fmla="*/ 134558 h 161201"/>
                  <a:gd name="connsiteX39" fmla="*/ 18359 w 165679"/>
                  <a:gd name="connsiteY39" fmla="*/ 134558 h 161201"/>
                  <a:gd name="connsiteX40" fmla="*/ 7164 w 165679"/>
                  <a:gd name="connsiteY40" fmla="*/ 162769 h 161201"/>
                  <a:gd name="connsiteX41" fmla="*/ 7612 w 165679"/>
                  <a:gd name="connsiteY41" fmla="*/ 165008 h 161201"/>
                  <a:gd name="connsiteX42" fmla="*/ 9403 w 165679"/>
                  <a:gd name="connsiteY42" fmla="*/ 165455 h 161201"/>
                  <a:gd name="connsiteX43" fmla="*/ 10299 w 165679"/>
                  <a:gd name="connsiteY43" fmla="*/ 165455 h 161201"/>
                  <a:gd name="connsiteX44" fmla="*/ 38509 w 165679"/>
                  <a:gd name="connsiteY44" fmla="*/ 154261 h 161201"/>
                  <a:gd name="connsiteX45" fmla="*/ 38509 w 165679"/>
                  <a:gd name="connsiteY45" fmla="*/ 154261 h 161201"/>
                  <a:gd name="connsiteX46" fmla="*/ 39405 w 165679"/>
                  <a:gd name="connsiteY46" fmla="*/ 153813 h 161201"/>
                  <a:gd name="connsiteX47" fmla="*/ 85079 w 165679"/>
                  <a:gd name="connsiteY47" fmla="*/ 108139 h 161201"/>
                  <a:gd name="connsiteX48" fmla="*/ 97617 w 165679"/>
                  <a:gd name="connsiteY48" fmla="*/ 120677 h 161201"/>
                  <a:gd name="connsiteX49" fmla="*/ 97617 w 165679"/>
                  <a:gd name="connsiteY49" fmla="*/ 120677 h 161201"/>
                  <a:gd name="connsiteX50" fmla="*/ 97617 w 165679"/>
                  <a:gd name="connsiteY50" fmla="*/ 120677 h 161201"/>
                  <a:gd name="connsiteX51" fmla="*/ 115080 w 165679"/>
                  <a:gd name="connsiteY51" fmla="*/ 137693 h 161201"/>
                  <a:gd name="connsiteX52" fmla="*/ 115080 w 165679"/>
                  <a:gd name="connsiteY52" fmla="*/ 137693 h 161201"/>
                  <a:gd name="connsiteX53" fmla="*/ 115080 w 165679"/>
                  <a:gd name="connsiteY53" fmla="*/ 137693 h 161201"/>
                  <a:gd name="connsiteX54" fmla="*/ 123140 w 165679"/>
                  <a:gd name="connsiteY54" fmla="*/ 145753 h 161201"/>
                  <a:gd name="connsiteX55" fmla="*/ 123140 w 165679"/>
                  <a:gd name="connsiteY55" fmla="*/ 145753 h 161201"/>
                  <a:gd name="connsiteX56" fmla="*/ 123140 w 165679"/>
                  <a:gd name="connsiteY56" fmla="*/ 145753 h 161201"/>
                  <a:gd name="connsiteX57" fmla="*/ 132543 w 165679"/>
                  <a:gd name="connsiteY57" fmla="*/ 154709 h 161201"/>
                  <a:gd name="connsiteX58" fmla="*/ 132543 w 165679"/>
                  <a:gd name="connsiteY58" fmla="*/ 154709 h 161201"/>
                  <a:gd name="connsiteX59" fmla="*/ 132543 w 165679"/>
                  <a:gd name="connsiteY59" fmla="*/ 154709 h 161201"/>
                  <a:gd name="connsiteX60" fmla="*/ 140604 w 165679"/>
                  <a:gd name="connsiteY60" fmla="*/ 162769 h 161201"/>
                  <a:gd name="connsiteX61" fmla="*/ 141499 w 165679"/>
                  <a:gd name="connsiteY61" fmla="*/ 163216 h 161201"/>
                  <a:gd name="connsiteX62" fmla="*/ 142395 w 165679"/>
                  <a:gd name="connsiteY62" fmla="*/ 163216 h 161201"/>
                  <a:gd name="connsiteX63" fmla="*/ 144186 w 165679"/>
                  <a:gd name="connsiteY63" fmla="*/ 162769 h 161201"/>
                  <a:gd name="connsiteX64" fmla="*/ 155380 w 165679"/>
                  <a:gd name="connsiteY64" fmla="*/ 151574 h 161201"/>
                  <a:gd name="connsiteX65" fmla="*/ 155380 w 165679"/>
                  <a:gd name="connsiteY65" fmla="*/ 151574 h 161201"/>
                  <a:gd name="connsiteX66" fmla="*/ 166575 w 165679"/>
                  <a:gd name="connsiteY66" fmla="*/ 140380 h 161201"/>
                  <a:gd name="connsiteX67" fmla="*/ 164784 w 165679"/>
                  <a:gd name="connsiteY67" fmla="*/ 137245 h 161201"/>
                  <a:gd name="connsiteX68" fmla="*/ 100751 w 165679"/>
                  <a:gd name="connsiteY68" fmla="*/ 74555 h 161201"/>
                  <a:gd name="connsiteX69" fmla="*/ 137917 w 165679"/>
                  <a:gd name="connsiteY69" fmla="*/ 37390 h 161201"/>
                  <a:gd name="connsiteX70" fmla="*/ 143290 w 165679"/>
                  <a:gd name="connsiteY70" fmla="*/ 42763 h 161201"/>
                  <a:gd name="connsiteX71" fmla="*/ 106124 w 165679"/>
                  <a:gd name="connsiteY71" fmla="*/ 79929 h 161201"/>
                  <a:gd name="connsiteX72" fmla="*/ 100751 w 165679"/>
                  <a:gd name="connsiteY72" fmla="*/ 74555 h 161201"/>
                  <a:gd name="connsiteX73" fmla="*/ 140604 w 165679"/>
                  <a:gd name="connsiteY73" fmla="*/ 17687 h 161201"/>
                  <a:gd name="connsiteX74" fmla="*/ 154485 w 165679"/>
                  <a:gd name="connsiteY74" fmla="*/ 31569 h 161201"/>
                  <a:gd name="connsiteX75" fmla="*/ 146424 w 165679"/>
                  <a:gd name="connsiteY75" fmla="*/ 39629 h 161201"/>
                  <a:gd name="connsiteX76" fmla="*/ 139708 w 165679"/>
                  <a:gd name="connsiteY76" fmla="*/ 32912 h 161201"/>
                  <a:gd name="connsiteX77" fmla="*/ 132991 w 165679"/>
                  <a:gd name="connsiteY77" fmla="*/ 26195 h 161201"/>
                  <a:gd name="connsiteX78" fmla="*/ 140604 w 165679"/>
                  <a:gd name="connsiteY78" fmla="*/ 17687 h 161201"/>
                  <a:gd name="connsiteX79" fmla="*/ 129409 w 165679"/>
                  <a:gd name="connsiteY79" fmla="*/ 28882 h 161201"/>
                  <a:gd name="connsiteX80" fmla="*/ 134782 w 165679"/>
                  <a:gd name="connsiteY80" fmla="*/ 34255 h 161201"/>
                  <a:gd name="connsiteX81" fmla="*/ 97617 w 165679"/>
                  <a:gd name="connsiteY81" fmla="*/ 71421 h 161201"/>
                  <a:gd name="connsiteX82" fmla="*/ 92243 w 165679"/>
                  <a:gd name="connsiteY82" fmla="*/ 66048 h 161201"/>
                  <a:gd name="connsiteX83" fmla="*/ 129409 w 165679"/>
                  <a:gd name="connsiteY83" fmla="*/ 28882 h 161201"/>
                  <a:gd name="connsiteX84" fmla="*/ 72540 w 165679"/>
                  <a:gd name="connsiteY84" fmla="*/ 96497 h 161201"/>
                  <a:gd name="connsiteX85" fmla="*/ 28658 w 165679"/>
                  <a:gd name="connsiteY85" fmla="*/ 140380 h 161201"/>
                  <a:gd name="connsiteX86" fmla="*/ 23284 w 165679"/>
                  <a:gd name="connsiteY86" fmla="*/ 135006 h 161201"/>
                  <a:gd name="connsiteX87" fmla="*/ 67167 w 165679"/>
                  <a:gd name="connsiteY87" fmla="*/ 91124 h 161201"/>
                  <a:gd name="connsiteX88" fmla="*/ 72540 w 165679"/>
                  <a:gd name="connsiteY88" fmla="*/ 96497 h 161201"/>
                  <a:gd name="connsiteX89" fmla="*/ 20150 w 165679"/>
                  <a:gd name="connsiteY89" fmla="*/ 156500 h 161201"/>
                  <a:gd name="connsiteX90" fmla="*/ 15672 w 165679"/>
                  <a:gd name="connsiteY90" fmla="*/ 152022 h 161201"/>
                  <a:gd name="connsiteX91" fmla="*/ 20598 w 165679"/>
                  <a:gd name="connsiteY91" fmla="*/ 139036 h 161201"/>
                  <a:gd name="connsiteX92" fmla="*/ 32688 w 165679"/>
                  <a:gd name="connsiteY92" fmla="*/ 151127 h 161201"/>
                  <a:gd name="connsiteX93" fmla="*/ 20150 w 165679"/>
                  <a:gd name="connsiteY93" fmla="*/ 156500 h 161201"/>
                  <a:gd name="connsiteX94" fmla="*/ 13881 w 165679"/>
                  <a:gd name="connsiteY94" fmla="*/ 156500 h 161201"/>
                  <a:gd name="connsiteX95" fmla="*/ 15225 w 165679"/>
                  <a:gd name="connsiteY95" fmla="*/ 157843 h 161201"/>
                  <a:gd name="connsiteX96" fmla="*/ 12538 w 165679"/>
                  <a:gd name="connsiteY96" fmla="*/ 158739 h 161201"/>
                  <a:gd name="connsiteX97" fmla="*/ 13881 w 165679"/>
                  <a:gd name="connsiteY97" fmla="*/ 156500 h 161201"/>
                  <a:gd name="connsiteX98" fmla="*/ 37166 w 165679"/>
                  <a:gd name="connsiteY98" fmla="*/ 148888 h 161201"/>
                  <a:gd name="connsiteX99" fmla="*/ 31792 w 165679"/>
                  <a:gd name="connsiteY99" fmla="*/ 143514 h 161201"/>
                  <a:gd name="connsiteX100" fmla="*/ 75675 w 165679"/>
                  <a:gd name="connsiteY100" fmla="*/ 99632 h 161201"/>
                  <a:gd name="connsiteX101" fmla="*/ 79705 w 165679"/>
                  <a:gd name="connsiteY101" fmla="*/ 103661 h 161201"/>
                  <a:gd name="connsiteX102" fmla="*/ 79705 w 165679"/>
                  <a:gd name="connsiteY102" fmla="*/ 103661 h 161201"/>
                  <a:gd name="connsiteX103" fmla="*/ 79705 w 165679"/>
                  <a:gd name="connsiteY103" fmla="*/ 103661 h 161201"/>
                  <a:gd name="connsiteX104" fmla="*/ 81048 w 165679"/>
                  <a:gd name="connsiteY104" fmla="*/ 105005 h 161201"/>
                  <a:gd name="connsiteX105" fmla="*/ 37166 w 165679"/>
                  <a:gd name="connsiteY105" fmla="*/ 148888 h 161201"/>
                  <a:gd name="connsiteX106" fmla="*/ 150007 w 165679"/>
                  <a:gd name="connsiteY106" fmla="*/ 149335 h 161201"/>
                  <a:gd name="connsiteX107" fmla="*/ 141051 w 165679"/>
                  <a:gd name="connsiteY107" fmla="*/ 158291 h 161201"/>
                  <a:gd name="connsiteX108" fmla="*/ 136126 w 165679"/>
                  <a:gd name="connsiteY108" fmla="*/ 153366 h 161201"/>
                  <a:gd name="connsiteX109" fmla="*/ 140156 w 165679"/>
                  <a:gd name="connsiteY109" fmla="*/ 149335 h 161201"/>
                  <a:gd name="connsiteX110" fmla="*/ 140156 w 165679"/>
                  <a:gd name="connsiteY110" fmla="*/ 146201 h 161201"/>
                  <a:gd name="connsiteX111" fmla="*/ 137021 w 165679"/>
                  <a:gd name="connsiteY111" fmla="*/ 146201 h 161201"/>
                  <a:gd name="connsiteX112" fmla="*/ 132991 w 165679"/>
                  <a:gd name="connsiteY112" fmla="*/ 150231 h 161201"/>
                  <a:gd name="connsiteX113" fmla="*/ 126722 w 165679"/>
                  <a:gd name="connsiteY113" fmla="*/ 144410 h 161201"/>
                  <a:gd name="connsiteX114" fmla="*/ 136126 w 165679"/>
                  <a:gd name="connsiteY114" fmla="*/ 135006 h 161201"/>
                  <a:gd name="connsiteX115" fmla="*/ 136126 w 165679"/>
                  <a:gd name="connsiteY115" fmla="*/ 131872 h 161201"/>
                  <a:gd name="connsiteX116" fmla="*/ 132991 w 165679"/>
                  <a:gd name="connsiteY116" fmla="*/ 131872 h 161201"/>
                  <a:gd name="connsiteX117" fmla="*/ 123588 w 165679"/>
                  <a:gd name="connsiteY117" fmla="*/ 141275 h 161201"/>
                  <a:gd name="connsiteX118" fmla="*/ 118662 w 165679"/>
                  <a:gd name="connsiteY118" fmla="*/ 136350 h 161201"/>
                  <a:gd name="connsiteX119" fmla="*/ 122692 w 165679"/>
                  <a:gd name="connsiteY119" fmla="*/ 132319 h 161201"/>
                  <a:gd name="connsiteX120" fmla="*/ 122692 w 165679"/>
                  <a:gd name="connsiteY120" fmla="*/ 129185 h 161201"/>
                  <a:gd name="connsiteX121" fmla="*/ 119558 w 165679"/>
                  <a:gd name="connsiteY121" fmla="*/ 129185 h 161201"/>
                  <a:gd name="connsiteX122" fmla="*/ 115528 w 165679"/>
                  <a:gd name="connsiteY122" fmla="*/ 133215 h 161201"/>
                  <a:gd name="connsiteX123" fmla="*/ 109259 w 165679"/>
                  <a:gd name="connsiteY123" fmla="*/ 127394 h 161201"/>
                  <a:gd name="connsiteX124" fmla="*/ 118662 w 165679"/>
                  <a:gd name="connsiteY124" fmla="*/ 117991 h 161201"/>
                  <a:gd name="connsiteX125" fmla="*/ 118662 w 165679"/>
                  <a:gd name="connsiteY125" fmla="*/ 114856 h 161201"/>
                  <a:gd name="connsiteX126" fmla="*/ 115528 w 165679"/>
                  <a:gd name="connsiteY126" fmla="*/ 114856 h 161201"/>
                  <a:gd name="connsiteX127" fmla="*/ 106124 w 165679"/>
                  <a:gd name="connsiteY127" fmla="*/ 124260 h 161201"/>
                  <a:gd name="connsiteX128" fmla="*/ 101199 w 165679"/>
                  <a:gd name="connsiteY128" fmla="*/ 119334 h 161201"/>
                  <a:gd name="connsiteX129" fmla="*/ 105229 w 165679"/>
                  <a:gd name="connsiteY129" fmla="*/ 115304 h 161201"/>
                  <a:gd name="connsiteX130" fmla="*/ 105229 w 165679"/>
                  <a:gd name="connsiteY130" fmla="*/ 112169 h 161201"/>
                  <a:gd name="connsiteX131" fmla="*/ 102094 w 165679"/>
                  <a:gd name="connsiteY131" fmla="*/ 112169 h 161201"/>
                  <a:gd name="connsiteX132" fmla="*/ 98064 w 165679"/>
                  <a:gd name="connsiteY132" fmla="*/ 116199 h 161201"/>
                  <a:gd name="connsiteX133" fmla="*/ 91795 w 165679"/>
                  <a:gd name="connsiteY133" fmla="*/ 110378 h 161201"/>
                  <a:gd name="connsiteX134" fmla="*/ 101199 w 165679"/>
                  <a:gd name="connsiteY134" fmla="*/ 100975 h 161201"/>
                  <a:gd name="connsiteX135" fmla="*/ 101199 w 165679"/>
                  <a:gd name="connsiteY135" fmla="*/ 97840 h 161201"/>
                  <a:gd name="connsiteX136" fmla="*/ 98064 w 165679"/>
                  <a:gd name="connsiteY136" fmla="*/ 97840 h 161201"/>
                  <a:gd name="connsiteX137" fmla="*/ 88661 w 165679"/>
                  <a:gd name="connsiteY137" fmla="*/ 107244 h 161201"/>
                  <a:gd name="connsiteX138" fmla="*/ 83735 w 165679"/>
                  <a:gd name="connsiteY138" fmla="*/ 102318 h 161201"/>
                  <a:gd name="connsiteX139" fmla="*/ 87765 w 165679"/>
                  <a:gd name="connsiteY139" fmla="*/ 98288 h 161201"/>
                  <a:gd name="connsiteX140" fmla="*/ 87765 w 165679"/>
                  <a:gd name="connsiteY140" fmla="*/ 95154 h 161201"/>
                  <a:gd name="connsiteX141" fmla="*/ 84631 w 165679"/>
                  <a:gd name="connsiteY141" fmla="*/ 95154 h 161201"/>
                  <a:gd name="connsiteX142" fmla="*/ 80601 w 165679"/>
                  <a:gd name="connsiteY142" fmla="*/ 99183 h 161201"/>
                  <a:gd name="connsiteX143" fmla="*/ 76571 w 165679"/>
                  <a:gd name="connsiteY143" fmla="*/ 95154 h 161201"/>
                  <a:gd name="connsiteX144" fmla="*/ 76571 w 165679"/>
                  <a:gd name="connsiteY144" fmla="*/ 95154 h 161201"/>
                  <a:gd name="connsiteX145" fmla="*/ 76571 w 165679"/>
                  <a:gd name="connsiteY145" fmla="*/ 95154 h 161201"/>
                  <a:gd name="connsiteX146" fmla="*/ 74332 w 165679"/>
                  <a:gd name="connsiteY146" fmla="*/ 92915 h 161201"/>
                  <a:gd name="connsiteX147" fmla="*/ 83735 w 165679"/>
                  <a:gd name="connsiteY147" fmla="*/ 83511 h 161201"/>
                  <a:gd name="connsiteX148" fmla="*/ 83735 w 165679"/>
                  <a:gd name="connsiteY148" fmla="*/ 80377 h 161201"/>
                  <a:gd name="connsiteX149" fmla="*/ 80601 w 165679"/>
                  <a:gd name="connsiteY149" fmla="*/ 80377 h 161201"/>
                  <a:gd name="connsiteX150" fmla="*/ 71197 w 165679"/>
                  <a:gd name="connsiteY150" fmla="*/ 89780 h 161201"/>
                  <a:gd name="connsiteX151" fmla="*/ 66272 w 165679"/>
                  <a:gd name="connsiteY151" fmla="*/ 84855 h 161201"/>
                  <a:gd name="connsiteX152" fmla="*/ 70302 w 165679"/>
                  <a:gd name="connsiteY152" fmla="*/ 80825 h 161201"/>
                  <a:gd name="connsiteX153" fmla="*/ 70302 w 165679"/>
                  <a:gd name="connsiteY153" fmla="*/ 77690 h 161201"/>
                  <a:gd name="connsiteX154" fmla="*/ 67167 w 165679"/>
                  <a:gd name="connsiteY154" fmla="*/ 77690 h 161201"/>
                  <a:gd name="connsiteX155" fmla="*/ 63137 w 165679"/>
                  <a:gd name="connsiteY155" fmla="*/ 81720 h 161201"/>
                  <a:gd name="connsiteX156" fmla="*/ 56868 w 165679"/>
                  <a:gd name="connsiteY156" fmla="*/ 75899 h 161201"/>
                  <a:gd name="connsiteX157" fmla="*/ 66272 w 165679"/>
                  <a:gd name="connsiteY157" fmla="*/ 66496 h 161201"/>
                  <a:gd name="connsiteX158" fmla="*/ 66272 w 165679"/>
                  <a:gd name="connsiteY158" fmla="*/ 63361 h 161201"/>
                  <a:gd name="connsiteX159" fmla="*/ 63137 w 165679"/>
                  <a:gd name="connsiteY159" fmla="*/ 63361 h 161201"/>
                  <a:gd name="connsiteX160" fmla="*/ 53734 w 165679"/>
                  <a:gd name="connsiteY160" fmla="*/ 72765 h 161201"/>
                  <a:gd name="connsiteX161" fmla="*/ 48808 w 165679"/>
                  <a:gd name="connsiteY161" fmla="*/ 67839 h 161201"/>
                  <a:gd name="connsiteX162" fmla="*/ 52838 w 165679"/>
                  <a:gd name="connsiteY162" fmla="*/ 63809 h 161201"/>
                  <a:gd name="connsiteX163" fmla="*/ 52838 w 165679"/>
                  <a:gd name="connsiteY163" fmla="*/ 60674 h 161201"/>
                  <a:gd name="connsiteX164" fmla="*/ 49704 w 165679"/>
                  <a:gd name="connsiteY164" fmla="*/ 60674 h 161201"/>
                  <a:gd name="connsiteX165" fmla="*/ 45674 w 165679"/>
                  <a:gd name="connsiteY165" fmla="*/ 64705 h 161201"/>
                  <a:gd name="connsiteX166" fmla="*/ 39405 w 165679"/>
                  <a:gd name="connsiteY166" fmla="*/ 58883 h 161201"/>
                  <a:gd name="connsiteX167" fmla="*/ 48808 w 165679"/>
                  <a:gd name="connsiteY167" fmla="*/ 49480 h 161201"/>
                  <a:gd name="connsiteX168" fmla="*/ 48808 w 165679"/>
                  <a:gd name="connsiteY168" fmla="*/ 46346 h 161201"/>
                  <a:gd name="connsiteX169" fmla="*/ 45674 w 165679"/>
                  <a:gd name="connsiteY169" fmla="*/ 46346 h 161201"/>
                  <a:gd name="connsiteX170" fmla="*/ 36270 w 165679"/>
                  <a:gd name="connsiteY170" fmla="*/ 55749 h 161201"/>
                  <a:gd name="connsiteX171" fmla="*/ 31345 w 165679"/>
                  <a:gd name="connsiteY171" fmla="*/ 50823 h 161201"/>
                  <a:gd name="connsiteX172" fmla="*/ 35375 w 165679"/>
                  <a:gd name="connsiteY172" fmla="*/ 46793 h 161201"/>
                  <a:gd name="connsiteX173" fmla="*/ 35375 w 165679"/>
                  <a:gd name="connsiteY173" fmla="*/ 43659 h 161201"/>
                  <a:gd name="connsiteX174" fmla="*/ 32240 w 165679"/>
                  <a:gd name="connsiteY174" fmla="*/ 43659 h 161201"/>
                  <a:gd name="connsiteX175" fmla="*/ 28210 w 165679"/>
                  <a:gd name="connsiteY175" fmla="*/ 47689 h 161201"/>
                  <a:gd name="connsiteX176" fmla="*/ 21941 w 165679"/>
                  <a:gd name="connsiteY176" fmla="*/ 41868 h 161201"/>
                  <a:gd name="connsiteX177" fmla="*/ 31345 w 165679"/>
                  <a:gd name="connsiteY177" fmla="*/ 32464 h 161201"/>
                  <a:gd name="connsiteX178" fmla="*/ 31345 w 165679"/>
                  <a:gd name="connsiteY178" fmla="*/ 29330 h 161201"/>
                  <a:gd name="connsiteX179" fmla="*/ 28210 w 165679"/>
                  <a:gd name="connsiteY179" fmla="*/ 29330 h 161201"/>
                  <a:gd name="connsiteX180" fmla="*/ 18807 w 165679"/>
                  <a:gd name="connsiteY180" fmla="*/ 38733 h 161201"/>
                  <a:gd name="connsiteX181" fmla="*/ 13881 w 165679"/>
                  <a:gd name="connsiteY181" fmla="*/ 33807 h 161201"/>
                  <a:gd name="connsiteX182" fmla="*/ 17911 w 165679"/>
                  <a:gd name="connsiteY182" fmla="*/ 29777 h 161201"/>
                  <a:gd name="connsiteX183" fmla="*/ 17911 w 165679"/>
                  <a:gd name="connsiteY183" fmla="*/ 26643 h 161201"/>
                  <a:gd name="connsiteX184" fmla="*/ 14777 w 165679"/>
                  <a:gd name="connsiteY184" fmla="*/ 26643 h 161201"/>
                  <a:gd name="connsiteX185" fmla="*/ 10747 w 165679"/>
                  <a:gd name="connsiteY185" fmla="*/ 30673 h 161201"/>
                  <a:gd name="connsiteX186" fmla="*/ 4478 w 165679"/>
                  <a:gd name="connsiteY186" fmla="*/ 24852 h 161201"/>
                  <a:gd name="connsiteX187" fmla="*/ 13881 w 165679"/>
                  <a:gd name="connsiteY187" fmla="*/ 15449 h 161201"/>
                  <a:gd name="connsiteX188" fmla="*/ 13881 w 165679"/>
                  <a:gd name="connsiteY188" fmla="*/ 15449 h 161201"/>
                  <a:gd name="connsiteX189" fmla="*/ 23284 w 165679"/>
                  <a:gd name="connsiteY189" fmla="*/ 6045 h 161201"/>
                  <a:gd name="connsiteX190" fmla="*/ 158963 w 165679"/>
                  <a:gd name="connsiteY190" fmla="*/ 139932 h 161201"/>
                  <a:gd name="connsiteX191" fmla="*/ 150007 w 165679"/>
                  <a:gd name="connsiteY191" fmla="*/ 149335 h 161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65679" h="161201">
                    <a:moveTo>
                      <a:pt x="164784" y="137245"/>
                    </a:moveTo>
                    <a:lnTo>
                      <a:pt x="109259" y="82616"/>
                    </a:lnTo>
                    <a:lnTo>
                      <a:pt x="147768" y="44107"/>
                    </a:lnTo>
                    <a:lnTo>
                      <a:pt x="157171" y="34703"/>
                    </a:lnTo>
                    <a:cubicBezTo>
                      <a:pt x="158963" y="32912"/>
                      <a:pt x="158963" y="30226"/>
                      <a:pt x="157171" y="28434"/>
                    </a:cubicBezTo>
                    <a:lnTo>
                      <a:pt x="143290" y="14553"/>
                    </a:lnTo>
                    <a:cubicBezTo>
                      <a:pt x="141499" y="12762"/>
                      <a:pt x="138812" y="12762"/>
                      <a:pt x="137021" y="14553"/>
                    </a:cubicBezTo>
                    <a:lnTo>
                      <a:pt x="127618" y="23956"/>
                    </a:lnTo>
                    <a:lnTo>
                      <a:pt x="88661" y="62913"/>
                    </a:lnTo>
                    <a:lnTo>
                      <a:pt x="25523" y="672"/>
                    </a:lnTo>
                    <a:cubicBezTo>
                      <a:pt x="24628" y="-224"/>
                      <a:pt x="23284" y="-224"/>
                      <a:pt x="22389" y="672"/>
                    </a:cubicBezTo>
                    <a:lnTo>
                      <a:pt x="448" y="23061"/>
                    </a:lnTo>
                    <a:cubicBezTo>
                      <a:pt x="448" y="23061"/>
                      <a:pt x="0" y="23509"/>
                      <a:pt x="0" y="23956"/>
                    </a:cubicBezTo>
                    <a:cubicBezTo>
                      <a:pt x="0" y="23956"/>
                      <a:pt x="0" y="24404"/>
                      <a:pt x="0" y="24404"/>
                    </a:cubicBezTo>
                    <a:cubicBezTo>
                      <a:pt x="0" y="24404"/>
                      <a:pt x="0" y="24404"/>
                      <a:pt x="0" y="24852"/>
                    </a:cubicBezTo>
                    <a:cubicBezTo>
                      <a:pt x="0" y="24852"/>
                      <a:pt x="0" y="24852"/>
                      <a:pt x="0" y="25300"/>
                    </a:cubicBezTo>
                    <a:cubicBezTo>
                      <a:pt x="0" y="25300"/>
                      <a:pt x="0" y="25748"/>
                      <a:pt x="0" y="25748"/>
                    </a:cubicBezTo>
                    <a:cubicBezTo>
                      <a:pt x="0" y="26195"/>
                      <a:pt x="448" y="26195"/>
                      <a:pt x="448" y="26643"/>
                    </a:cubicBezTo>
                    <a:lnTo>
                      <a:pt x="448" y="26643"/>
                    </a:lnTo>
                    <a:lnTo>
                      <a:pt x="448" y="26643"/>
                    </a:lnTo>
                    <a:lnTo>
                      <a:pt x="448" y="26643"/>
                    </a:lnTo>
                    <a:lnTo>
                      <a:pt x="9851" y="35599"/>
                    </a:lnTo>
                    <a:cubicBezTo>
                      <a:pt x="9851" y="35599"/>
                      <a:pt x="9851" y="35599"/>
                      <a:pt x="9851" y="35599"/>
                    </a:cubicBezTo>
                    <a:cubicBezTo>
                      <a:pt x="9851" y="35599"/>
                      <a:pt x="9851" y="35599"/>
                      <a:pt x="9851" y="35599"/>
                    </a:cubicBezTo>
                    <a:lnTo>
                      <a:pt x="17911" y="43659"/>
                    </a:lnTo>
                    <a:cubicBezTo>
                      <a:pt x="17911" y="43659"/>
                      <a:pt x="17911" y="43659"/>
                      <a:pt x="17911" y="43659"/>
                    </a:cubicBezTo>
                    <a:cubicBezTo>
                      <a:pt x="17911" y="43659"/>
                      <a:pt x="17911" y="43659"/>
                      <a:pt x="17911" y="43659"/>
                    </a:cubicBezTo>
                    <a:lnTo>
                      <a:pt x="27315" y="52615"/>
                    </a:lnTo>
                    <a:cubicBezTo>
                      <a:pt x="27315" y="52615"/>
                      <a:pt x="27315" y="52615"/>
                      <a:pt x="27315" y="52615"/>
                    </a:cubicBezTo>
                    <a:cubicBezTo>
                      <a:pt x="27315" y="52615"/>
                      <a:pt x="27315" y="52615"/>
                      <a:pt x="27315" y="52615"/>
                    </a:cubicBezTo>
                    <a:lnTo>
                      <a:pt x="44778" y="69630"/>
                    </a:lnTo>
                    <a:cubicBezTo>
                      <a:pt x="44778" y="69630"/>
                      <a:pt x="44778" y="69630"/>
                      <a:pt x="44778" y="69630"/>
                    </a:cubicBezTo>
                    <a:cubicBezTo>
                      <a:pt x="44778" y="69630"/>
                      <a:pt x="44778" y="69630"/>
                      <a:pt x="44778" y="69630"/>
                    </a:cubicBezTo>
                    <a:lnTo>
                      <a:pt x="62242" y="86646"/>
                    </a:lnTo>
                    <a:cubicBezTo>
                      <a:pt x="62242" y="86646"/>
                      <a:pt x="62242" y="86646"/>
                      <a:pt x="62242" y="86646"/>
                    </a:cubicBezTo>
                    <a:cubicBezTo>
                      <a:pt x="62242" y="86646"/>
                      <a:pt x="62242" y="86646"/>
                      <a:pt x="62242" y="86646"/>
                    </a:cubicBezTo>
                    <a:lnTo>
                      <a:pt x="64033" y="88437"/>
                    </a:lnTo>
                    <a:lnTo>
                      <a:pt x="18807" y="133663"/>
                    </a:lnTo>
                    <a:cubicBezTo>
                      <a:pt x="18807" y="133663"/>
                      <a:pt x="18359" y="134111"/>
                      <a:pt x="18359" y="134558"/>
                    </a:cubicBezTo>
                    <a:cubicBezTo>
                      <a:pt x="18359" y="134558"/>
                      <a:pt x="18359" y="134558"/>
                      <a:pt x="18359" y="134558"/>
                    </a:cubicBezTo>
                    <a:lnTo>
                      <a:pt x="7164" y="162769"/>
                    </a:lnTo>
                    <a:cubicBezTo>
                      <a:pt x="6717" y="163664"/>
                      <a:pt x="7164" y="164560"/>
                      <a:pt x="7612" y="165008"/>
                    </a:cubicBezTo>
                    <a:cubicBezTo>
                      <a:pt x="8060" y="165455"/>
                      <a:pt x="8508" y="165455"/>
                      <a:pt x="9403" y="165455"/>
                    </a:cubicBezTo>
                    <a:cubicBezTo>
                      <a:pt x="9851" y="165455"/>
                      <a:pt x="9851" y="165455"/>
                      <a:pt x="10299" y="165455"/>
                    </a:cubicBezTo>
                    <a:lnTo>
                      <a:pt x="38509" y="154261"/>
                    </a:lnTo>
                    <a:cubicBezTo>
                      <a:pt x="38509" y="154261"/>
                      <a:pt x="38509" y="154261"/>
                      <a:pt x="38509" y="154261"/>
                    </a:cubicBezTo>
                    <a:cubicBezTo>
                      <a:pt x="38957" y="154261"/>
                      <a:pt x="38957" y="153813"/>
                      <a:pt x="39405" y="153813"/>
                    </a:cubicBezTo>
                    <a:lnTo>
                      <a:pt x="85079" y="108139"/>
                    </a:lnTo>
                    <a:lnTo>
                      <a:pt x="97617" y="120677"/>
                    </a:lnTo>
                    <a:cubicBezTo>
                      <a:pt x="97617" y="120677"/>
                      <a:pt x="97617" y="120677"/>
                      <a:pt x="97617" y="120677"/>
                    </a:cubicBezTo>
                    <a:cubicBezTo>
                      <a:pt x="97617" y="120677"/>
                      <a:pt x="97617" y="120677"/>
                      <a:pt x="97617" y="120677"/>
                    </a:cubicBezTo>
                    <a:lnTo>
                      <a:pt x="115080" y="137693"/>
                    </a:lnTo>
                    <a:cubicBezTo>
                      <a:pt x="115080" y="137693"/>
                      <a:pt x="115080" y="137693"/>
                      <a:pt x="115080" y="137693"/>
                    </a:cubicBezTo>
                    <a:cubicBezTo>
                      <a:pt x="115080" y="137693"/>
                      <a:pt x="115080" y="137693"/>
                      <a:pt x="115080" y="137693"/>
                    </a:cubicBezTo>
                    <a:lnTo>
                      <a:pt x="123140" y="145753"/>
                    </a:lnTo>
                    <a:cubicBezTo>
                      <a:pt x="123140" y="145753"/>
                      <a:pt x="123140" y="145753"/>
                      <a:pt x="123140" y="145753"/>
                    </a:cubicBezTo>
                    <a:cubicBezTo>
                      <a:pt x="123140" y="145753"/>
                      <a:pt x="123140" y="145753"/>
                      <a:pt x="123140" y="145753"/>
                    </a:cubicBezTo>
                    <a:lnTo>
                      <a:pt x="132543" y="154709"/>
                    </a:lnTo>
                    <a:cubicBezTo>
                      <a:pt x="132543" y="154709"/>
                      <a:pt x="132543" y="154709"/>
                      <a:pt x="132543" y="154709"/>
                    </a:cubicBezTo>
                    <a:cubicBezTo>
                      <a:pt x="132543" y="154709"/>
                      <a:pt x="132543" y="154709"/>
                      <a:pt x="132543" y="154709"/>
                    </a:cubicBezTo>
                    <a:lnTo>
                      <a:pt x="140604" y="162769"/>
                    </a:lnTo>
                    <a:cubicBezTo>
                      <a:pt x="140604" y="162769"/>
                      <a:pt x="141051" y="163216"/>
                      <a:pt x="141499" y="163216"/>
                    </a:cubicBezTo>
                    <a:cubicBezTo>
                      <a:pt x="141947" y="163216"/>
                      <a:pt x="141947" y="163216"/>
                      <a:pt x="142395" y="163216"/>
                    </a:cubicBezTo>
                    <a:cubicBezTo>
                      <a:pt x="142843" y="163216"/>
                      <a:pt x="143738" y="162769"/>
                      <a:pt x="144186" y="162769"/>
                    </a:cubicBezTo>
                    <a:lnTo>
                      <a:pt x="155380" y="151574"/>
                    </a:lnTo>
                    <a:lnTo>
                      <a:pt x="155380" y="151574"/>
                    </a:lnTo>
                    <a:lnTo>
                      <a:pt x="166575" y="140380"/>
                    </a:lnTo>
                    <a:cubicBezTo>
                      <a:pt x="165679" y="139484"/>
                      <a:pt x="165679" y="138141"/>
                      <a:pt x="164784" y="137245"/>
                    </a:cubicBezTo>
                    <a:close/>
                    <a:moveTo>
                      <a:pt x="100751" y="74555"/>
                    </a:moveTo>
                    <a:lnTo>
                      <a:pt x="137917" y="37390"/>
                    </a:lnTo>
                    <a:lnTo>
                      <a:pt x="143290" y="42763"/>
                    </a:lnTo>
                    <a:lnTo>
                      <a:pt x="106124" y="79929"/>
                    </a:lnTo>
                    <a:lnTo>
                      <a:pt x="100751" y="74555"/>
                    </a:lnTo>
                    <a:close/>
                    <a:moveTo>
                      <a:pt x="140604" y="17687"/>
                    </a:moveTo>
                    <a:lnTo>
                      <a:pt x="154485" y="31569"/>
                    </a:lnTo>
                    <a:lnTo>
                      <a:pt x="146424" y="39629"/>
                    </a:lnTo>
                    <a:lnTo>
                      <a:pt x="139708" y="32912"/>
                    </a:lnTo>
                    <a:lnTo>
                      <a:pt x="132991" y="26195"/>
                    </a:lnTo>
                    <a:lnTo>
                      <a:pt x="140604" y="17687"/>
                    </a:lnTo>
                    <a:close/>
                    <a:moveTo>
                      <a:pt x="129409" y="28882"/>
                    </a:moveTo>
                    <a:lnTo>
                      <a:pt x="134782" y="34255"/>
                    </a:lnTo>
                    <a:lnTo>
                      <a:pt x="97617" y="71421"/>
                    </a:lnTo>
                    <a:lnTo>
                      <a:pt x="92243" y="66048"/>
                    </a:lnTo>
                    <a:lnTo>
                      <a:pt x="129409" y="28882"/>
                    </a:lnTo>
                    <a:close/>
                    <a:moveTo>
                      <a:pt x="72540" y="96497"/>
                    </a:moveTo>
                    <a:lnTo>
                      <a:pt x="28658" y="140380"/>
                    </a:lnTo>
                    <a:lnTo>
                      <a:pt x="23284" y="135006"/>
                    </a:lnTo>
                    <a:lnTo>
                      <a:pt x="67167" y="91124"/>
                    </a:lnTo>
                    <a:lnTo>
                      <a:pt x="72540" y="96497"/>
                    </a:lnTo>
                    <a:close/>
                    <a:moveTo>
                      <a:pt x="20150" y="156500"/>
                    </a:moveTo>
                    <a:lnTo>
                      <a:pt x="15672" y="152022"/>
                    </a:lnTo>
                    <a:lnTo>
                      <a:pt x="20598" y="139036"/>
                    </a:lnTo>
                    <a:lnTo>
                      <a:pt x="32688" y="151127"/>
                    </a:lnTo>
                    <a:lnTo>
                      <a:pt x="20150" y="156500"/>
                    </a:lnTo>
                    <a:close/>
                    <a:moveTo>
                      <a:pt x="13881" y="156500"/>
                    </a:moveTo>
                    <a:lnTo>
                      <a:pt x="15225" y="157843"/>
                    </a:lnTo>
                    <a:lnTo>
                      <a:pt x="12538" y="158739"/>
                    </a:lnTo>
                    <a:lnTo>
                      <a:pt x="13881" y="156500"/>
                    </a:lnTo>
                    <a:close/>
                    <a:moveTo>
                      <a:pt x="37166" y="148888"/>
                    </a:moveTo>
                    <a:lnTo>
                      <a:pt x="31792" y="143514"/>
                    </a:lnTo>
                    <a:lnTo>
                      <a:pt x="75675" y="99632"/>
                    </a:lnTo>
                    <a:lnTo>
                      <a:pt x="79705" y="103661"/>
                    </a:lnTo>
                    <a:cubicBezTo>
                      <a:pt x="79705" y="103661"/>
                      <a:pt x="79705" y="103661"/>
                      <a:pt x="79705" y="103661"/>
                    </a:cubicBezTo>
                    <a:cubicBezTo>
                      <a:pt x="79705" y="103661"/>
                      <a:pt x="79705" y="103661"/>
                      <a:pt x="79705" y="103661"/>
                    </a:cubicBezTo>
                    <a:lnTo>
                      <a:pt x="81048" y="105005"/>
                    </a:lnTo>
                    <a:lnTo>
                      <a:pt x="37166" y="148888"/>
                    </a:lnTo>
                    <a:close/>
                    <a:moveTo>
                      <a:pt x="150007" y="149335"/>
                    </a:moveTo>
                    <a:lnTo>
                      <a:pt x="141051" y="158291"/>
                    </a:lnTo>
                    <a:lnTo>
                      <a:pt x="136126" y="153366"/>
                    </a:lnTo>
                    <a:lnTo>
                      <a:pt x="140156" y="149335"/>
                    </a:lnTo>
                    <a:cubicBezTo>
                      <a:pt x="141051" y="148439"/>
                      <a:pt x="141051" y="147096"/>
                      <a:pt x="140156" y="146201"/>
                    </a:cubicBezTo>
                    <a:cubicBezTo>
                      <a:pt x="139260" y="145305"/>
                      <a:pt x="137917" y="145305"/>
                      <a:pt x="137021" y="146201"/>
                    </a:cubicBezTo>
                    <a:lnTo>
                      <a:pt x="132991" y="150231"/>
                    </a:lnTo>
                    <a:lnTo>
                      <a:pt x="126722" y="144410"/>
                    </a:lnTo>
                    <a:lnTo>
                      <a:pt x="136126" y="135006"/>
                    </a:lnTo>
                    <a:cubicBezTo>
                      <a:pt x="137021" y="134111"/>
                      <a:pt x="137021" y="132767"/>
                      <a:pt x="136126" y="131872"/>
                    </a:cubicBezTo>
                    <a:cubicBezTo>
                      <a:pt x="135230" y="130976"/>
                      <a:pt x="133887" y="130976"/>
                      <a:pt x="132991" y="131872"/>
                    </a:cubicBezTo>
                    <a:lnTo>
                      <a:pt x="123588" y="141275"/>
                    </a:lnTo>
                    <a:lnTo>
                      <a:pt x="118662" y="136350"/>
                    </a:lnTo>
                    <a:lnTo>
                      <a:pt x="122692" y="132319"/>
                    </a:lnTo>
                    <a:cubicBezTo>
                      <a:pt x="123588" y="131424"/>
                      <a:pt x="123588" y="130081"/>
                      <a:pt x="122692" y="129185"/>
                    </a:cubicBezTo>
                    <a:cubicBezTo>
                      <a:pt x="121796" y="128289"/>
                      <a:pt x="120453" y="128289"/>
                      <a:pt x="119558" y="129185"/>
                    </a:cubicBezTo>
                    <a:lnTo>
                      <a:pt x="115528" y="133215"/>
                    </a:lnTo>
                    <a:lnTo>
                      <a:pt x="109259" y="127394"/>
                    </a:lnTo>
                    <a:lnTo>
                      <a:pt x="118662" y="117991"/>
                    </a:lnTo>
                    <a:cubicBezTo>
                      <a:pt x="119558" y="117095"/>
                      <a:pt x="119558" y="115752"/>
                      <a:pt x="118662" y="114856"/>
                    </a:cubicBezTo>
                    <a:cubicBezTo>
                      <a:pt x="117767" y="113961"/>
                      <a:pt x="116423" y="113961"/>
                      <a:pt x="115528" y="114856"/>
                    </a:cubicBezTo>
                    <a:lnTo>
                      <a:pt x="106124" y="124260"/>
                    </a:lnTo>
                    <a:lnTo>
                      <a:pt x="101199" y="119334"/>
                    </a:lnTo>
                    <a:lnTo>
                      <a:pt x="105229" y="115304"/>
                    </a:lnTo>
                    <a:cubicBezTo>
                      <a:pt x="106124" y="114408"/>
                      <a:pt x="106124" y="113065"/>
                      <a:pt x="105229" y="112169"/>
                    </a:cubicBezTo>
                    <a:cubicBezTo>
                      <a:pt x="104333" y="111274"/>
                      <a:pt x="102990" y="111274"/>
                      <a:pt x="102094" y="112169"/>
                    </a:cubicBezTo>
                    <a:lnTo>
                      <a:pt x="98064" y="116199"/>
                    </a:lnTo>
                    <a:lnTo>
                      <a:pt x="91795" y="110378"/>
                    </a:lnTo>
                    <a:lnTo>
                      <a:pt x="101199" y="100975"/>
                    </a:lnTo>
                    <a:cubicBezTo>
                      <a:pt x="102094" y="100079"/>
                      <a:pt x="102094" y="98736"/>
                      <a:pt x="101199" y="97840"/>
                    </a:cubicBezTo>
                    <a:cubicBezTo>
                      <a:pt x="100303" y="96945"/>
                      <a:pt x="98960" y="96945"/>
                      <a:pt x="98064" y="97840"/>
                    </a:cubicBezTo>
                    <a:lnTo>
                      <a:pt x="88661" y="107244"/>
                    </a:lnTo>
                    <a:lnTo>
                      <a:pt x="83735" y="102318"/>
                    </a:lnTo>
                    <a:lnTo>
                      <a:pt x="87765" y="98288"/>
                    </a:lnTo>
                    <a:cubicBezTo>
                      <a:pt x="88661" y="97393"/>
                      <a:pt x="88661" y="96049"/>
                      <a:pt x="87765" y="95154"/>
                    </a:cubicBezTo>
                    <a:cubicBezTo>
                      <a:pt x="86870" y="94258"/>
                      <a:pt x="85526" y="94258"/>
                      <a:pt x="84631" y="95154"/>
                    </a:cubicBezTo>
                    <a:lnTo>
                      <a:pt x="80601" y="99183"/>
                    </a:lnTo>
                    <a:lnTo>
                      <a:pt x="76571" y="95154"/>
                    </a:lnTo>
                    <a:lnTo>
                      <a:pt x="76571" y="95154"/>
                    </a:lnTo>
                    <a:lnTo>
                      <a:pt x="76571" y="95154"/>
                    </a:lnTo>
                    <a:lnTo>
                      <a:pt x="74332" y="92915"/>
                    </a:lnTo>
                    <a:lnTo>
                      <a:pt x="83735" y="83511"/>
                    </a:lnTo>
                    <a:cubicBezTo>
                      <a:pt x="84631" y="82616"/>
                      <a:pt x="84631" y="81272"/>
                      <a:pt x="83735" y="80377"/>
                    </a:cubicBezTo>
                    <a:cubicBezTo>
                      <a:pt x="82840" y="79482"/>
                      <a:pt x="81496" y="79482"/>
                      <a:pt x="80601" y="80377"/>
                    </a:cubicBezTo>
                    <a:lnTo>
                      <a:pt x="71197" y="89780"/>
                    </a:lnTo>
                    <a:lnTo>
                      <a:pt x="66272" y="84855"/>
                    </a:lnTo>
                    <a:lnTo>
                      <a:pt x="70302" y="80825"/>
                    </a:lnTo>
                    <a:cubicBezTo>
                      <a:pt x="71197" y="79929"/>
                      <a:pt x="71197" y="78586"/>
                      <a:pt x="70302" y="77690"/>
                    </a:cubicBezTo>
                    <a:cubicBezTo>
                      <a:pt x="69406" y="76794"/>
                      <a:pt x="68063" y="76794"/>
                      <a:pt x="67167" y="77690"/>
                    </a:cubicBezTo>
                    <a:lnTo>
                      <a:pt x="63137" y="81720"/>
                    </a:lnTo>
                    <a:lnTo>
                      <a:pt x="56868" y="75899"/>
                    </a:lnTo>
                    <a:lnTo>
                      <a:pt x="66272" y="66496"/>
                    </a:lnTo>
                    <a:cubicBezTo>
                      <a:pt x="67167" y="65600"/>
                      <a:pt x="67167" y="64257"/>
                      <a:pt x="66272" y="63361"/>
                    </a:cubicBezTo>
                    <a:cubicBezTo>
                      <a:pt x="65376" y="62466"/>
                      <a:pt x="64033" y="62466"/>
                      <a:pt x="63137" y="63361"/>
                    </a:cubicBezTo>
                    <a:lnTo>
                      <a:pt x="53734" y="72765"/>
                    </a:lnTo>
                    <a:lnTo>
                      <a:pt x="48808" y="67839"/>
                    </a:lnTo>
                    <a:lnTo>
                      <a:pt x="52838" y="63809"/>
                    </a:lnTo>
                    <a:cubicBezTo>
                      <a:pt x="53734" y="62913"/>
                      <a:pt x="53734" y="61570"/>
                      <a:pt x="52838" y="60674"/>
                    </a:cubicBezTo>
                    <a:cubicBezTo>
                      <a:pt x="51943" y="59779"/>
                      <a:pt x="50600" y="59779"/>
                      <a:pt x="49704" y="60674"/>
                    </a:cubicBezTo>
                    <a:lnTo>
                      <a:pt x="45674" y="64705"/>
                    </a:lnTo>
                    <a:lnTo>
                      <a:pt x="39405" y="58883"/>
                    </a:lnTo>
                    <a:lnTo>
                      <a:pt x="48808" y="49480"/>
                    </a:lnTo>
                    <a:cubicBezTo>
                      <a:pt x="49704" y="48584"/>
                      <a:pt x="49704" y="47241"/>
                      <a:pt x="48808" y="46346"/>
                    </a:cubicBezTo>
                    <a:cubicBezTo>
                      <a:pt x="47912" y="45450"/>
                      <a:pt x="46569" y="45450"/>
                      <a:pt x="45674" y="46346"/>
                    </a:cubicBezTo>
                    <a:lnTo>
                      <a:pt x="36270" y="55749"/>
                    </a:lnTo>
                    <a:lnTo>
                      <a:pt x="31345" y="50823"/>
                    </a:lnTo>
                    <a:lnTo>
                      <a:pt x="35375" y="46793"/>
                    </a:lnTo>
                    <a:cubicBezTo>
                      <a:pt x="36270" y="45898"/>
                      <a:pt x="36270" y="44554"/>
                      <a:pt x="35375" y="43659"/>
                    </a:cubicBezTo>
                    <a:cubicBezTo>
                      <a:pt x="34479" y="42763"/>
                      <a:pt x="33136" y="42763"/>
                      <a:pt x="32240" y="43659"/>
                    </a:cubicBezTo>
                    <a:lnTo>
                      <a:pt x="28210" y="47689"/>
                    </a:lnTo>
                    <a:lnTo>
                      <a:pt x="21941" y="41868"/>
                    </a:lnTo>
                    <a:lnTo>
                      <a:pt x="31345" y="32464"/>
                    </a:lnTo>
                    <a:cubicBezTo>
                      <a:pt x="32240" y="31569"/>
                      <a:pt x="32240" y="30226"/>
                      <a:pt x="31345" y="29330"/>
                    </a:cubicBezTo>
                    <a:cubicBezTo>
                      <a:pt x="30449" y="28434"/>
                      <a:pt x="29106" y="28434"/>
                      <a:pt x="28210" y="29330"/>
                    </a:cubicBezTo>
                    <a:lnTo>
                      <a:pt x="18807" y="38733"/>
                    </a:lnTo>
                    <a:lnTo>
                      <a:pt x="13881" y="33807"/>
                    </a:lnTo>
                    <a:lnTo>
                      <a:pt x="17911" y="29777"/>
                    </a:lnTo>
                    <a:cubicBezTo>
                      <a:pt x="18807" y="28882"/>
                      <a:pt x="18807" y="27538"/>
                      <a:pt x="17911" y="26643"/>
                    </a:cubicBezTo>
                    <a:cubicBezTo>
                      <a:pt x="17016" y="25748"/>
                      <a:pt x="15672" y="25748"/>
                      <a:pt x="14777" y="26643"/>
                    </a:cubicBezTo>
                    <a:lnTo>
                      <a:pt x="10747" y="30673"/>
                    </a:lnTo>
                    <a:lnTo>
                      <a:pt x="4478" y="24852"/>
                    </a:lnTo>
                    <a:lnTo>
                      <a:pt x="13881" y="15449"/>
                    </a:lnTo>
                    <a:cubicBezTo>
                      <a:pt x="13881" y="15449"/>
                      <a:pt x="13881" y="15449"/>
                      <a:pt x="13881" y="15449"/>
                    </a:cubicBezTo>
                    <a:lnTo>
                      <a:pt x="23284" y="6045"/>
                    </a:lnTo>
                    <a:lnTo>
                      <a:pt x="158963" y="139932"/>
                    </a:lnTo>
                    <a:lnTo>
                      <a:pt x="150007" y="149335"/>
                    </a:ln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039" name="Freeform: Shape 4935">
                <a:extLst>
                  <a:ext uri="{FF2B5EF4-FFF2-40B4-BE49-F238E27FC236}">
                    <a16:creationId xmlns:a16="http://schemas.microsoft.com/office/drawing/2014/main" id="{7C0CAEA1-1347-33B9-6FDC-FFEF4F47051F}"/>
                  </a:ext>
                  <a:ext uri="{C183D7F6-B498-43B3-948B-1728B52AA6E4}">
                    <adec:decorative xmlns:adec="http://schemas.microsoft.com/office/drawing/2017/decorative" val="1"/>
                  </a:ext>
                </a:extLst>
              </p:cNvPr>
              <p:cNvSpPr>
                <a:spLocks noChangeAspect="1"/>
              </p:cNvSpPr>
              <p:nvPr/>
            </p:nvSpPr>
            <p:spPr>
              <a:xfrm>
                <a:off x="11093996" y="2446245"/>
                <a:ext cx="143290" cy="129857"/>
              </a:xfrm>
              <a:custGeom>
                <a:avLst/>
                <a:gdLst>
                  <a:gd name="connsiteX0" fmla="*/ 146425 w 143290"/>
                  <a:gd name="connsiteY0" fmla="*/ 51943 h 129856"/>
                  <a:gd name="connsiteX1" fmla="*/ 125379 w 143290"/>
                  <a:gd name="connsiteY1" fmla="*/ 25076 h 129856"/>
                  <a:gd name="connsiteX2" fmla="*/ 125379 w 143290"/>
                  <a:gd name="connsiteY2" fmla="*/ 2239 h 129856"/>
                  <a:gd name="connsiteX3" fmla="*/ 124484 w 143290"/>
                  <a:gd name="connsiteY3" fmla="*/ 448 h 129856"/>
                  <a:gd name="connsiteX4" fmla="*/ 122245 w 143290"/>
                  <a:gd name="connsiteY4" fmla="*/ 0 h 129856"/>
                  <a:gd name="connsiteX5" fmla="*/ 75228 w 143290"/>
                  <a:gd name="connsiteY5" fmla="*/ 28210 h 129856"/>
                  <a:gd name="connsiteX6" fmla="*/ 15672 w 143290"/>
                  <a:gd name="connsiteY6" fmla="*/ 28210 h 129856"/>
                  <a:gd name="connsiteX7" fmla="*/ 0 w 143290"/>
                  <a:gd name="connsiteY7" fmla="*/ 43882 h 129856"/>
                  <a:gd name="connsiteX8" fmla="*/ 0 w 143290"/>
                  <a:gd name="connsiteY8" fmla="*/ 64032 h 129856"/>
                  <a:gd name="connsiteX9" fmla="*/ 15672 w 143290"/>
                  <a:gd name="connsiteY9" fmla="*/ 79705 h 129856"/>
                  <a:gd name="connsiteX10" fmla="*/ 24180 w 143290"/>
                  <a:gd name="connsiteY10" fmla="*/ 79705 h 129856"/>
                  <a:gd name="connsiteX11" fmla="*/ 36271 w 143290"/>
                  <a:gd name="connsiteY11" fmla="*/ 126274 h 129856"/>
                  <a:gd name="connsiteX12" fmla="*/ 45226 w 143290"/>
                  <a:gd name="connsiteY12" fmla="*/ 133439 h 129856"/>
                  <a:gd name="connsiteX13" fmla="*/ 55973 w 143290"/>
                  <a:gd name="connsiteY13" fmla="*/ 133439 h 129856"/>
                  <a:gd name="connsiteX14" fmla="*/ 65377 w 143290"/>
                  <a:gd name="connsiteY14" fmla="*/ 124035 h 129856"/>
                  <a:gd name="connsiteX15" fmla="*/ 64928 w 143290"/>
                  <a:gd name="connsiteY15" fmla="*/ 121796 h 129856"/>
                  <a:gd name="connsiteX16" fmla="*/ 53734 w 143290"/>
                  <a:gd name="connsiteY16" fmla="*/ 79705 h 129856"/>
                  <a:gd name="connsiteX17" fmla="*/ 75228 w 143290"/>
                  <a:gd name="connsiteY17" fmla="*/ 79705 h 129856"/>
                  <a:gd name="connsiteX18" fmla="*/ 122245 w 143290"/>
                  <a:gd name="connsiteY18" fmla="*/ 107915 h 129856"/>
                  <a:gd name="connsiteX19" fmla="*/ 123140 w 143290"/>
                  <a:gd name="connsiteY19" fmla="*/ 107915 h 129856"/>
                  <a:gd name="connsiteX20" fmla="*/ 124484 w 143290"/>
                  <a:gd name="connsiteY20" fmla="*/ 107468 h 129856"/>
                  <a:gd name="connsiteX21" fmla="*/ 125379 w 143290"/>
                  <a:gd name="connsiteY21" fmla="*/ 105676 h 129856"/>
                  <a:gd name="connsiteX22" fmla="*/ 125379 w 143290"/>
                  <a:gd name="connsiteY22" fmla="*/ 78809 h 129856"/>
                  <a:gd name="connsiteX23" fmla="*/ 146425 w 143290"/>
                  <a:gd name="connsiteY23" fmla="*/ 51943 h 129856"/>
                  <a:gd name="connsiteX24" fmla="*/ 60899 w 143290"/>
                  <a:gd name="connsiteY24" fmla="*/ 122692 h 129856"/>
                  <a:gd name="connsiteX25" fmla="*/ 60899 w 143290"/>
                  <a:gd name="connsiteY25" fmla="*/ 124035 h 129856"/>
                  <a:gd name="connsiteX26" fmla="*/ 55973 w 143290"/>
                  <a:gd name="connsiteY26" fmla="*/ 128961 h 129856"/>
                  <a:gd name="connsiteX27" fmla="*/ 45226 w 143290"/>
                  <a:gd name="connsiteY27" fmla="*/ 128961 h 129856"/>
                  <a:gd name="connsiteX28" fmla="*/ 40300 w 143290"/>
                  <a:gd name="connsiteY28" fmla="*/ 125379 h 129856"/>
                  <a:gd name="connsiteX29" fmla="*/ 28658 w 143290"/>
                  <a:gd name="connsiteY29" fmla="*/ 79705 h 129856"/>
                  <a:gd name="connsiteX30" fmla="*/ 49256 w 143290"/>
                  <a:gd name="connsiteY30" fmla="*/ 79705 h 129856"/>
                  <a:gd name="connsiteX31" fmla="*/ 60899 w 143290"/>
                  <a:gd name="connsiteY31" fmla="*/ 122692 h 129856"/>
                  <a:gd name="connsiteX32" fmla="*/ 120901 w 143290"/>
                  <a:gd name="connsiteY32" fmla="*/ 102542 h 129856"/>
                  <a:gd name="connsiteX33" fmla="*/ 77914 w 143290"/>
                  <a:gd name="connsiteY33" fmla="*/ 75675 h 129856"/>
                  <a:gd name="connsiteX34" fmla="*/ 77019 w 143290"/>
                  <a:gd name="connsiteY34" fmla="*/ 75227 h 129856"/>
                  <a:gd name="connsiteX35" fmla="*/ 76571 w 143290"/>
                  <a:gd name="connsiteY35" fmla="*/ 75227 h 129856"/>
                  <a:gd name="connsiteX36" fmla="*/ 76123 w 143290"/>
                  <a:gd name="connsiteY36" fmla="*/ 75227 h 129856"/>
                  <a:gd name="connsiteX37" fmla="*/ 15672 w 143290"/>
                  <a:gd name="connsiteY37" fmla="*/ 75227 h 129856"/>
                  <a:gd name="connsiteX38" fmla="*/ 4478 w 143290"/>
                  <a:gd name="connsiteY38" fmla="*/ 64032 h 129856"/>
                  <a:gd name="connsiteX39" fmla="*/ 4478 w 143290"/>
                  <a:gd name="connsiteY39" fmla="*/ 43882 h 129856"/>
                  <a:gd name="connsiteX40" fmla="*/ 15672 w 143290"/>
                  <a:gd name="connsiteY40" fmla="*/ 32688 h 129856"/>
                  <a:gd name="connsiteX41" fmla="*/ 76123 w 143290"/>
                  <a:gd name="connsiteY41" fmla="*/ 32688 h 129856"/>
                  <a:gd name="connsiteX42" fmla="*/ 77914 w 143290"/>
                  <a:gd name="connsiteY42" fmla="*/ 31792 h 129856"/>
                  <a:gd name="connsiteX43" fmla="*/ 120901 w 143290"/>
                  <a:gd name="connsiteY43" fmla="*/ 4925 h 129856"/>
                  <a:gd name="connsiteX44" fmla="*/ 120901 w 143290"/>
                  <a:gd name="connsiteY44" fmla="*/ 102542 h 129856"/>
                  <a:gd name="connsiteX45" fmla="*/ 125379 w 143290"/>
                  <a:gd name="connsiteY45" fmla="*/ 74332 h 129856"/>
                  <a:gd name="connsiteX46" fmla="*/ 125379 w 143290"/>
                  <a:gd name="connsiteY46" fmla="*/ 29553 h 129856"/>
                  <a:gd name="connsiteX47" fmla="*/ 141947 w 143290"/>
                  <a:gd name="connsiteY47" fmla="*/ 51943 h 129856"/>
                  <a:gd name="connsiteX48" fmla="*/ 125379 w 143290"/>
                  <a:gd name="connsiteY48" fmla="*/ 74332 h 12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43290" h="129856">
                    <a:moveTo>
                      <a:pt x="146425" y="51943"/>
                    </a:moveTo>
                    <a:cubicBezTo>
                      <a:pt x="146425" y="39852"/>
                      <a:pt x="137917" y="29106"/>
                      <a:pt x="125379" y="25076"/>
                    </a:cubicBezTo>
                    <a:lnTo>
                      <a:pt x="125379" y="2239"/>
                    </a:lnTo>
                    <a:cubicBezTo>
                      <a:pt x="125379" y="1343"/>
                      <a:pt x="124931" y="895"/>
                      <a:pt x="124484" y="448"/>
                    </a:cubicBezTo>
                    <a:cubicBezTo>
                      <a:pt x="124036" y="0"/>
                      <a:pt x="123140" y="0"/>
                      <a:pt x="122245" y="0"/>
                    </a:cubicBezTo>
                    <a:cubicBezTo>
                      <a:pt x="104333" y="5821"/>
                      <a:pt x="88661" y="15224"/>
                      <a:pt x="75228" y="28210"/>
                    </a:cubicBezTo>
                    <a:lnTo>
                      <a:pt x="15672" y="28210"/>
                    </a:lnTo>
                    <a:cubicBezTo>
                      <a:pt x="7165" y="28210"/>
                      <a:pt x="0" y="35374"/>
                      <a:pt x="0" y="43882"/>
                    </a:cubicBezTo>
                    <a:lnTo>
                      <a:pt x="0" y="64032"/>
                    </a:lnTo>
                    <a:cubicBezTo>
                      <a:pt x="0" y="72540"/>
                      <a:pt x="7165" y="79705"/>
                      <a:pt x="15672" y="79705"/>
                    </a:cubicBezTo>
                    <a:lnTo>
                      <a:pt x="24180" y="79705"/>
                    </a:lnTo>
                    <a:lnTo>
                      <a:pt x="36271" y="126274"/>
                    </a:lnTo>
                    <a:cubicBezTo>
                      <a:pt x="37166" y="130304"/>
                      <a:pt x="41196" y="133439"/>
                      <a:pt x="45226" y="133439"/>
                    </a:cubicBezTo>
                    <a:lnTo>
                      <a:pt x="55973" y="133439"/>
                    </a:lnTo>
                    <a:cubicBezTo>
                      <a:pt x="61346" y="133439"/>
                      <a:pt x="65377" y="129408"/>
                      <a:pt x="65377" y="124035"/>
                    </a:cubicBezTo>
                    <a:cubicBezTo>
                      <a:pt x="65377" y="123140"/>
                      <a:pt x="65377" y="122692"/>
                      <a:pt x="64928" y="121796"/>
                    </a:cubicBezTo>
                    <a:lnTo>
                      <a:pt x="53734" y="79705"/>
                    </a:lnTo>
                    <a:lnTo>
                      <a:pt x="75228" y="79705"/>
                    </a:lnTo>
                    <a:cubicBezTo>
                      <a:pt x="88661" y="92243"/>
                      <a:pt x="104781" y="102094"/>
                      <a:pt x="122245" y="107915"/>
                    </a:cubicBezTo>
                    <a:cubicBezTo>
                      <a:pt x="122692" y="107915"/>
                      <a:pt x="122692" y="107915"/>
                      <a:pt x="123140" y="107915"/>
                    </a:cubicBezTo>
                    <a:cubicBezTo>
                      <a:pt x="123588" y="107915"/>
                      <a:pt x="124036" y="107915"/>
                      <a:pt x="124484" y="107468"/>
                    </a:cubicBezTo>
                    <a:cubicBezTo>
                      <a:pt x="124931" y="107019"/>
                      <a:pt x="125379" y="106572"/>
                      <a:pt x="125379" y="105676"/>
                    </a:cubicBezTo>
                    <a:lnTo>
                      <a:pt x="125379" y="78809"/>
                    </a:lnTo>
                    <a:cubicBezTo>
                      <a:pt x="137917" y="75227"/>
                      <a:pt x="146425" y="64032"/>
                      <a:pt x="146425" y="51943"/>
                    </a:cubicBezTo>
                    <a:close/>
                    <a:moveTo>
                      <a:pt x="60899" y="122692"/>
                    </a:moveTo>
                    <a:cubicBezTo>
                      <a:pt x="60899" y="123140"/>
                      <a:pt x="60899" y="123588"/>
                      <a:pt x="60899" y="124035"/>
                    </a:cubicBezTo>
                    <a:cubicBezTo>
                      <a:pt x="60899" y="126722"/>
                      <a:pt x="58660" y="128961"/>
                      <a:pt x="55973" y="128961"/>
                    </a:cubicBezTo>
                    <a:lnTo>
                      <a:pt x="45226" y="128961"/>
                    </a:lnTo>
                    <a:cubicBezTo>
                      <a:pt x="42987" y="128961"/>
                      <a:pt x="41196" y="127618"/>
                      <a:pt x="40300" y="125379"/>
                    </a:cubicBezTo>
                    <a:lnTo>
                      <a:pt x="28658" y="79705"/>
                    </a:lnTo>
                    <a:lnTo>
                      <a:pt x="49256" y="79705"/>
                    </a:lnTo>
                    <a:lnTo>
                      <a:pt x="60899" y="122692"/>
                    </a:lnTo>
                    <a:close/>
                    <a:moveTo>
                      <a:pt x="120901" y="102542"/>
                    </a:moveTo>
                    <a:cubicBezTo>
                      <a:pt x="104781" y="96721"/>
                      <a:pt x="90452" y="87765"/>
                      <a:pt x="77914" y="75675"/>
                    </a:cubicBezTo>
                    <a:cubicBezTo>
                      <a:pt x="77466" y="75227"/>
                      <a:pt x="77466" y="75227"/>
                      <a:pt x="77019" y="75227"/>
                    </a:cubicBezTo>
                    <a:cubicBezTo>
                      <a:pt x="77019" y="75227"/>
                      <a:pt x="76571" y="75227"/>
                      <a:pt x="76571" y="75227"/>
                    </a:cubicBezTo>
                    <a:cubicBezTo>
                      <a:pt x="76571" y="75227"/>
                      <a:pt x="76123" y="75227"/>
                      <a:pt x="76123" y="75227"/>
                    </a:cubicBezTo>
                    <a:lnTo>
                      <a:pt x="15672" y="75227"/>
                    </a:lnTo>
                    <a:cubicBezTo>
                      <a:pt x="9404" y="75227"/>
                      <a:pt x="4478" y="70302"/>
                      <a:pt x="4478" y="64032"/>
                    </a:cubicBezTo>
                    <a:lnTo>
                      <a:pt x="4478" y="43882"/>
                    </a:lnTo>
                    <a:cubicBezTo>
                      <a:pt x="4478" y="37613"/>
                      <a:pt x="9404" y="32688"/>
                      <a:pt x="15672" y="32688"/>
                    </a:cubicBezTo>
                    <a:lnTo>
                      <a:pt x="76123" y="32688"/>
                    </a:lnTo>
                    <a:cubicBezTo>
                      <a:pt x="76571" y="32688"/>
                      <a:pt x="77466" y="32240"/>
                      <a:pt x="77914" y="31792"/>
                    </a:cubicBezTo>
                    <a:cubicBezTo>
                      <a:pt x="90452" y="20150"/>
                      <a:pt x="104781" y="10746"/>
                      <a:pt x="120901" y="4925"/>
                    </a:cubicBezTo>
                    <a:lnTo>
                      <a:pt x="120901" y="102542"/>
                    </a:lnTo>
                    <a:close/>
                    <a:moveTo>
                      <a:pt x="125379" y="74332"/>
                    </a:moveTo>
                    <a:lnTo>
                      <a:pt x="125379" y="29553"/>
                    </a:lnTo>
                    <a:cubicBezTo>
                      <a:pt x="135230" y="33135"/>
                      <a:pt x="141947" y="42091"/>
                      <a:pt x="141947" y="51943"/>
                    </a:cubicBezTo>
                    <a:cubicBezTo>
                      <a:pt x="141947" y="61794"/>
                      <a:pt x="135230" y="70749"/>
                      <a:pt x="125379" y="74332"/>
                    </a:cubicBezTo>
                    <a:close/>
                  </a:path>
                </a:pathLst>
              </a:custGeom>
              <a:solidFill>
                <a:srgbClr val="231F20"/>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50" name="Freeform: Shape 2432">
                <a:extLst>
                  <a:ext uri="{FF2B5EF4-FFF2-40B4-BE49-F238E27FC236}">
                    <a16:creationId xmlns:a16="http://schemas.microsoft.com/office/drawing/2014/main" id="{18873DF3-9EA0-50C3-5685-940505D9E0B5}"/>
                  </a:ext>
                  <a:ext uri="{C183D7F6-B498-43B3-948B-1728B52AA6E4}">
                    <adec:decorative xmlns:adec="http://schemas.microsoft.com/office/drawing/2017/decorative" val="1"/>
                  </a:ext>
                </a:extLst>
              </p:cNvPr>
              <p:cNvSpPr>
                <a:spLocks noChangeAspect="1"/>
              </p:cNvSpPr>
              <p:nvPr/>
            </p:nvSpPr>
            <p:spPr>
              <a:xfrm>
                <a:off x="6385928" y="3445990"/>
                <a:ext cx="147896" cy="152378"/>
              </a:xfrm>
              <a:custGeom>
                <a:avLst/>
                <a:gdLst>
                  <a:gd name="connsiteX0" fmla="*/ 150323 w 147896"/>
                  <a:gd name="connsiteY0" fmla="*/ 152378 h 152377"/>
                  <a:gd name="connsiteX1" fmla="*/ 149426 w 147896"/>
                  <a:gd name="connsiteY1" fmla="*/ 152378 h 152377"/>
                  <a:gd name="connsiteX2" fmla="*/ 76375 w 147896"/>
                  <a:gd name="connsiteY2" fmla="*/ 121006 h 152377"/>
                  <a:gd name="connsiteX3" fmla="*/ 3323 w 147896"/>
                  <a:gd name="connsiteY3" fmla="*/ 152378 h 152377"/>
                  <a:gd name="connsiteX4" fmla="*/ 634 w 147896"/>
                  <a:gd name="connsiteY4" fmla="*/ 151930 h 152377"/>
                  <a:gd name="connsiteX5" fmla="*/ 186 w 147896"/>
                  <a:gd name="connsiteY5" fmla="*/ 149241 h 152377"/>
                  <a:gd name="connsiteX6" fmla="*/ 74134 w 147896"/>
                  <a:gd name="connsiteY6" fmla="*/ 1344 h 152377"/>
                  <a:gd name="connsiteX7" fmla="*/ 75926 w 147896"/>
                  <a:gd name="connsiteY7" fmla="*/ 0 h 152377"/>
                  <a:gd name="connsiteX8" fmla="*/ 75926 w 147896"/>
                  <a:gd name="connsiteY8" fmla="*/ 0 h 152377"/>
                  <a:gd name="connsiteX9" fmla="*/ 77719 w 147896"/>
                  <a:gd name="connsiteY9" fmla="*/ 1344 h 152377"/>
                  <a:gd name="connsiteX10" fmla="*/ 151667 w 147896"/>
                  <a:gd name="connsiteY10" fmla="*/ 149241 h 152377"/>
                  <a:gd name="connsiteX11" fmla="*/ 151219 w 147896"/>
                  <a:gd name="connsiteY11" fmla="*/ 151930 h 152377"/>
                  <a:gd name="connsiteX12" fmla="*/ 150323 w 147896"/>
                  <a:gd name="connsiteY12" fmla="*/ 152378 h 152377"/>
                  <a:gd name="connsiteX13" fmla="*/ 76375 w 147896"/>
                  <a:gd name="connsiteY13" fmla="*/ 115628 h 152377"/>
                  <a:gd name="connsiteX14" fmla="*/ 77271 w 147896"/>
                  <a:gd name="connsiteY14" fmla="*/ 115628 h 152377"/>
                  <a:gd name="connsiteX15" fmla="*/ 145393 w 147896"/>
                  <a:gd name="connsiteY15" fmla="*/ 145207 h 152377"/>
                  <a:gd name="connsiteX16" fmla="*/ 76375 w 147896"/>
                  <a:gd name="connsiteY16" fmla="*/ 7171 h 152377"/>
                  <a:gd name="connsiteX17" fmla="*/ 7356 w 147896"/>
                  <a:gd name="connsiteY17" fmla="*/ 145655 h 152377"/>
                  <a:gd name="connsiteX18" fmla="*/ 75478 w 147896"/>
                  <a:gd name="connsiteY18" fmla="*/ 116076 h 152377"/>
                  <a:gd name="connsiteX19" fmla="*/ 76375 w 147896"/>
                  <a:gd name="connsiteY19" fmla="*/ 115628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896" h="152377">
                    <a:moveTo>
                      <a:pt x="150323" y="152378"/>
                    </a:moveTo>
                    <a:cubicBezTo>
                      <a:pt x="149874" y="152378"/>
                      <a:pt x="149874" y="152378"/>
                      <a:pt x="149426" y="152378"/>
                    </a:cubicBezTo>
                    <a:lnTo>
                      <a:pt x="76375" y="121006"/>
                    </a:lnTo>
                    <a:lnTo>
                      <a:pt x="3323" y="152378"/>
                    </a:lnTo>
                    <a:cubicBezTo>
                      <a:pt x="2426" y="152826"/>
                      <a:pt x="1530" y="152378"/>
                      <a:pt x="634" y="151930"/>
                    </a:cubicBezTo>
                    <a:cubicBezTo>
                      <a:pt x="186" y="151033"/>
                      <a:pt x="-263" y="150137"/>
                      <a:pt x="186" y="149241"/>
                    </a:cubicBezTo>
                    <a:lnTo>
                      <a:pt x="74134" y="1344"/>
                    </a:lnTo>
                    <a:cubicBezTo>
                      <a:pt x="74582" y="448"/>
                      <a:pt x="75478" y="0"/>
                      <a:pt x="75926" y="0"/>
                    </a:cubicBezTo>
                    <a:lnTo>
                      <a:pt x="75926" y="0"/>
                    </a:lnTo>
                    <a:cubicBezTo>
                      <a:pt x="76823" y="0"/>
                      <a:pt x="77719" y="448"/>
                      <a:pt x="77719" y="1344"/>
                    </a:cubicBezTo>
                    <a:lnTo>
                      <a:pt x="151667" y="149241"/>
                    </a:lnTo>
                    <a:cubicBezTo>
                      <a:pt x="152115" y="150137"/>
                      <a:pt x="152115" y="151033"/>
                      <a:pt x="151219" y="151930"/>
                    </a:cubicBezTo>
                    <a:cubicBezTo>
                      <a:pt x="151667" y="151930"/>
                      <a:pt x="150771" y="152378"/>
                      <a:pt x="150323" y="152378"/>
                    </a:cubicBezTo>
                    <a:close/>
                    <a:moveTo>
                      <a:pt x="76375" y="115628"/>
                    </a:moveTo>
                    <a:cubicBezTo>
                      <a:pt x="76823" y="115628"/>
                      <a:pt x="76823" y="115628"/>
                      <a:pt x="77271" y="115628"/>
                    </a:cubicBezTo>
                    <a:lnTo>
                      <a:pt x="145393" y="145207"/>
                    </a:lnTo>
                    <a:lnTo>
                      <a:pt x="76375" y="7171"/>
                    </a:lnTo>
                    <a:lnTo>
                      <a:pt x="7356" y="145655"/>
                    </a:lnTo>
                    <a:lnTo>
                      <a:pt x="75478" y="116076"/>
                    </a:lnTo>
                    <a:cubicBezTo>
                      <a:pt x="75926" y="116076"/>
                      <a:pt x="75926" y="115628"/>
                      <a:pt x="76375" y="11562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151" name="Group 2433">
                <a:extLst>
                  <a:ext uri="{FF2B5EF4-FFF2-40B4-BE49-F238E27FC236}">
                    <a16:creationId xmlns:a16="http://schemas.microsoft.com/office/drawing/2014/main" id="{D3D467E6-2C9E-FDF0-9683-D3E49E908A45}"/>
                  </a:ext>
                  <a:ext uri="{C183D7F6-B498-43B3-948B-1728B52AA6E4}">
                    <adec:decorative xmlns:adec="http://schemas.microsoft.com/office/drawing/2017/decorative" val="1"/>
                  </a:ext>
                </a:extLst>
              </p:cNvPr>
              <p:cNvGrpSpPr>
                <a:grpSpLocks noChangeAspect="1"/>
              </p:cNvGrpSpPr>
              <p:nvPr/>
            </p:nvGrpSpPr>
            <p:grpSpPr>
              <a:xfrm>
                <a:off x="6646052" y="3447335"/>
                <a:ext cx="152378" cy="152378"/>
                <a:chOff x="6740042" y="1412169"/>
                <a:chExt cx="152378" cy="152378"/>
              </a:xfrm>
            </p:grpSpPr>
            <p:sp>
              <p:nvSpPr>
                <p:cNvPr id="1152" name="Freeform: Shape 5505">
                  <a:extLst>
                    <a:ext uri="{FF2B5EF4-FFF2-40B4-BE49-F238E27FC236}">
                      <a16:creationId xmlns:a16="http://schemas.microsoft.com/office/drawing/2014/main" id="{D620E50D-D939-F8A6-9E6A-8D276FF82E1D}"/>
                    </a:ext>
                  </a:extLst>
                </p:cNvPr>
                <p:cNvSpPr/>
                <p:nvPr/>
              </p:nvSpPr>
              <p:spPr>
                <a:xfrm>
                  <a:off x="6740042" y="1412169"/>
                  <a:ext cx="152378" cy="152378"/>
                </a:xfrm>
                <a:custGeom>
                  <a:avLst/>
                  <a:gdLst>
                    <a:gd name="connsiteX0" fmla="*/ 150585 w 152377"/>
                    <a:gd name="connsiteY0" fmla="*/ 138036 h 152377"/>
                    <a:gd name="connsiteX1" fmla="*/ 129521 w 152377"/>
                    <a:gd name="connsiteY1" fmla="*/ 110250 h 152377"/>
                    <a:gd name="connsiteX2" fmla="*/ 122350 w 152377"/>
                    <a:gd name="connsiteY2" fmla="*/ 107561 h 152377"/>
                    <a:gd name="connsiteX3" fmla="*/ 107561 w 152377"/>
                    <a:gd name="connsiteY3" fmla="*/ 107561 h 152377"/>
                    <a:gd name="connsiteX4" fmla="*/ 116972 w 152377"/>
                    <a:gd name="connsiteY4" fmla="*/ 99046 h 152377"/>
                    <a:gd name="connsiteX5" fmla="*/ 135347 w 152377"/>
                    <a:gd name="connsiteY5" fmla="*/ 57366 h 152377"/>
                    <a:gd name="connsiteX6" fmla="*/ 76637 w 152377"/>
                    <a:gd name="connsiteY6" fmla="*/ 0 h 152377"/>
                    <a:gd name="connsiteX7" fmla="*/ 17927 w 152377"/>
                    <a:gd name="connsiteY7" fmla="*/ 57366 h 152377"/>
                    <a:gd name="connsiteX8" fmla="*/ 36302 w 152377"/>
                    <a:gd name="connsiteY8" fmla="*/ 99046 h 152377"/>
                    <a:gd name="connsiteX9" fmla="*/ 45713 w 152377"/>
                    <a:gd name="connsiteY9" fmla="*/ 107561 h 152377"/>
                    <a:gd name="connsiteX10" fmla="*/ 30924 w 152377"/>
                    <a:gd name="connsiteY10" fmla="*/ 107561 h 152377"/>
                    <a:gd name="connsiteX11" fmla="*/ 23753 w 152377"/>
                    <a:gd name="connsiteY11" fmla="*/ 110250 h 152377"/>
                    <a:gd name="connsiteX12" fmla="*/ 1793 w 152377"/>
                    <a:gd name="connsiteY12" fmla="*/ 138036 h 152377"/>
                    <a:gd name="connsiteX13" fmla="*/ 0 w 152377"/>
                    <a:gd name="connsiteY13" fmla="*/ 143415 h 152377"/>
                    <a:gd name="connsiteX14" fmla="*/ 9412 w 152377"/>
                    <a:gd name="connsiteY14" fmla="*/ 152378 h 152377"/>
                    <a:gd name="connsiteX15" fmla="*/ 143414 w 152377"/>
                    <a:gd name="connsiteY15" fmla="*/ 152378 h 152377"/>
                    <a:gd name="connsiteX16" fmla="*/ 152826 w 152377"/>
                    <a:gd name="connsiteY16" fmla="*/ 143415 h 152377"/>
                    <a:gd name="connsiteX17" fmla="*/ 150585 w 152377"/>
                    <a:gd name="connsiteY17" fmla="*/ 138036 h 152377"/>
                    <a:gd name="connsiteX18" fmla="*/ 21960 w 152377"/>
                    <a:gd name="connsiteY18" fmla="*/ 57366 h 152377"/>
                    <a:gd name="connsiteX19" fmla="*/ 76189 w 152377"/>
                    <a:gd name="connsiteY19" fmla="*/ 4482 h 152377"/>
                    <a:gd name="connsiteX20" fmla="*/ 130418 w 152377"/>
                    <a:gd name="connsiteY20" fmla="*/ 57366 h 152377"/>
                    <a:gd name="connsiteX21" fmla="*/ 113387 w 152377"/>
                    <a:gd name="connsiteY21" fmla="*/ 95908 h 152377"/>
                    <a:gd name="connsiteX22" fmla="*/ 76189 w 152377"/>
                    <a:gd name="connsiteY22" fmla="*/ 129521 h 152377"/>
                    <a:gd name="connsiteX23" fmla="*/ 38991 w 152377"/>
                    <a:gd name="connsiteY23" fmla="*/ 95908 h 152377"/>
                    <a:gd name="connsiteX24" fmla="*/ 21960 w 152377"/>
                    <a:gd name="connsiteY24" fmla="*/ 57366 h 152377"/>
                    <a:gd name="connsiteX25" fmla="*/ 142966 w 152377"/>
                    <a:gd name="connsiteY25" fmla="*/ 148344 h 152377"/>
                    <a:gd name="connsiteX26" fmla="*/ 9412 w 152377"/>
                    <a:gd name="connsiteY26" fmla="*/ 148344 h 152377"/>
                    <a:gd name="connsiteX27" fmla="*/ 4482 w 152377"/>
                    <a:gd name="connsiteY27" fmla="*/ 143863 h 152377"/>
                    <a:gd name="connsiteX28" fmla="*/ 5378 w 152377"/>
                    <a:gd name="connsiteY28" fmla="*/ 141174 h 152377"/>
                    <a:gd name="connsiteX29" fmla="*/ 26442 w 152377"/>
                    <a:gd name="connsiteY29" fmla="*/ 113835 h 152377"/>
                    <a:gd name="connsiteX30" fmla="*/ 30476 w 152377"/>
                    <a:gd name="connsiteY30" fmla="*/ 112939 h 152377"/>
                    <a:gd name="connsiteX31" fmla="*/ 50195 w 152377"/>
                    <a:gd name="connsiteY31" fmla="*/ 112939 h 152377"/>
                    <a:gd name="connsiteX32" fmla="*/ 74396 w 152377"/>
                    <a:gd name="connsiteY32" fmla="*/ 135347 h 152377"/>
                    <a:gd name="connsiteX33" fmla="*/ 75741 w 152377"/>
                    <a:gd name="connsiteY33" fmla="*/ 135796 h 152377"/>
                    <a:gd name="connsiteX34" fmla="*/ 77085 w 152377"/>
                    <a:gd name="connsiteY34" fmla="*/ 135347 h 152377"/>
                    <a:gd name="connsiteX35" fmla="*/ 101286 w 152377"/>
                    <a:gd name="connsiteY35" fmla="*/ 112939 h 152377"/>
                    <a:gd name="connsiteX36" fmla="*/ 121006 w 152377"/>
                    <a:gd name="connsiteY36" fmla="*/ 112939 h 152377"/>
                    <a:gd name="connsiteX37" fmla="*/ 124591 w 152377"/>
                    <a:gd name="connsiteY37" fmla="*/ 113835 h 152377"/>
                    <a:gd name="connsiteX38" fmla="*/ 145655 w 152377"/>
                    <a:gd name="connsiteY38" fmla="*/ 141174 h 152377"/>
                    <a:gd name="connsiteX39" fmla="*/ 146552 w 152377"/>
                    <a:gd name="connsiteY39" fmla="*/ 143863 h 152377"/>
                    <a:gd name="connsiteX40" fmla="*/ 142966 w 152377"/>
                    <a:gd name="connsiteY40" fmla="*/ 148344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2377" h="152377">
                      <a:moveTo>
                        <a:pt x="150585" y="138036"/>
                      </a:moveTo>
                      <a:lnTo>
                        <a:pt x="129521" y="110250"/>
                      </a:lnTo>
                      <a:cubicBezTo>
                        <a:pt x="127280" y="107561"/>
                        <a:pt x="124143" y="107561"/>
                        <a:pt x="122350" y="107561"/>
                      </a:cubicBezTo>
                      <a:lnTo>
                        <a:pt x="107561" y="107561"/>
                      </a:lnTo>
                      <a:lnTo>
                        <a:pt x="116972" y="99046"/>
                      </a:lnTo>
                      <a:cubicBezTo>
                        <a:pt x="128625" y="88290"/>
                        <a:pt x="135347" y="73052"/>
                        <a:pt x="135347" y="57366"/>
                      </a:cubicBezTo>
                      <a:cubicBezTo>
                        <a:pt x="135347" y="25994"/>
                        <a:pt x="108905" y="0"/>
                        <a:pt x="76637" y="0"/>
                      </a:cubicBezTo>
                      <a:cubicBezTo>
                        <a:pt x="44369" y="0"/>
                        <a:pt x="17927" y="25546"/>
                        <a:pt x="17927" y="57366"/>
                      </a:cubicBezTo>
                      <a:cubicBezTo>
                        <a:pt x="17927" y="73052"/>
                        <a:pt x="24649" y="88290"/>
                        <a:pt x="36302" y="99046"/>
                      </a:cubicBezTo>
                      <a:lnTo>
                        <a:pt x="45713" y="107561"/>
                      </a:lnTo>
                      <a:lnTo>
                        <a:pt x="30924" y="107561"/>
                      </a:lnTo>
                      <a:cubicBezTo>
                        <a:pt x="28683" y="107561"/>
                        <a:pt x="25546" y="107561"/>
                        <a:pt x="23753" y="110250"/>
                      </a:cubicBezTo>
                      <a:lnTo>
                        <a:pt x="1793" y="138036"/>
                      </a:lnTo>
                      <a:cubicBezTo>
                        <a:pt x="448" y="139829"/>
                        <a:pt x="0" y="141622"/>
                        <a:pt x="0" y="143415"/>
                      </a:cubicBezTo>
                      <a:cubicBezTo>
                        <a:pt x="0" y="148344"/>
                        <a:pt x="4034" y="152378"/>
                        <a:pt x="9412" y="152378"/>
                      </a:cubicBezTo>
                      <a:lnTo>
                        <a:pt x="143414" y="152378"/>
                      </a:lnTo>
                      <a:cubicBezTo>
                        <a:pt x="148344" y="152378"/>
                        <a:pt x="152826" y="148344"/>
                        <a:pt x="152826" y="143415"/>
                      </a:cubicBezTo>
                      <a:cubicBezTo>
                        <a:pt x="152378" y="141622"/>
                        <a:pt x="151482" y="139829"/>
                        <a:pt x="150585" y="138036"/>
                      </a:cubicBezTo>
                      <a:close/>
                      <a:moveTo>
                        <a:pt x="21960" y="57366"/>
                      </a:moveTo>
                      <a:cubicBezTo>
                        <a:pt x="21960" y="28235"/>
                        <a:pt x="46162" y="4482"/>
                        <a:pt x="76189" y="4482"/>
                      </a:cubicBezTo>
                      <a:cubicBezTo>
                        <a:pt x="106216" y="4482"/>
                        <a:pt x="130418" y="28683"/>
                        <a:pt x="130418" y="57366"/>
                      </a:cubicBezTo>
                      <a:cubicBezTo>
                        <a:pt x="130418" y="71707"/>
                        <a:pt x="124143" y="86049"/>
                        <a:pt x="113387" y="95908"/>
                      </a:cubicBezTo>
                      <a:lnTo>
                        <a:pt x="76189" y="129521"/>
                      </a:lnTo>
                      <a:lnTo>
                        <a:pt x="38991" y="95908"/>
                      </a:lnTo>
                      <a:cubicBezTo>
                        <a:pt x="28235" y="86049"/>
                        <a:pt x="21960" y="72155"/>
                        <a:pt x="21960" y="57366"/>
                      </a:cubicBezTo>
                      <a:close/>
                      <a:moveTo>
                        <a:pt x="142966" y="148344"/>
                      </a:moveTo>
                      <a:lnTo>
                        <a:pt x="9412" y="148344"/>
                      </a:lnTo>
                      <a:cubicBezTo>
                        <a:pt x="6723" y="148344"/>
                        <a:pt x="4482" y="146104"/>
                        <a:pt x="4482" y="143863"/>
                      </a:cubicBezTo>
                      <a:cubicBezTo>
                        <a:pt x="4482" y="142966"/>
                        <a:pt x="4930" y="142070"/>
                        <a:pt x="5378" y="141174"/>
                      </a:cubicBezTo>
                      <a:lnTo>
                        <a:pt x="26442" y="113835"/>
                      </a:lnTo>
                      <a:cubicBezTo>
                        <a:pt x="26890" y="112939"/>
                        <a:pt x="28235" y="112939"/>
                        <a:pt x="30476" y="112939"/>
                      </a:cubicBezTo>
                      <a:lnTo>
                        <a:pt x="50195" y="112939"/>
                      </a:lnTo>
                      <a:lnTo>
                        <a:pt x="74396" y="135347"/>
                      </a:lnTo>
                      <a:cubicBezTo>
                        <a:pt x="74844" y="135796"/>
                        <a:pt x="75293" y="135796"/>
                        <a:pt x="75741" y="135796"/>
                      </a:cubicBezTo>
                      <a:cubicBezTo>
                        <a:pt x="76189" y="135796"/>
                        <a:pt x="76637" y="135796"/>
                        <a:pt x="77085" y="135347"/>
                      </a:cubicBezTo>
                      <a:lnTo>
                        <a:pt x="101286" y="112939"/>
                      </a:lnTo>
                      <a:lnTo>
                        <a:pt x="121006" y="112939"/>
                      </a:lnTo>
                      <a:cubicBezTo>
                        <a:pt x="123247" y="112939"/>
                        <a:pt x="124143" y="112939"/>
                        <a:pt x="124591" y="113835"/>
                      </a:cubicBezTo>
                      <a:lnTo>
                        <a:pt x="145655" y="141174"/>
                      </a:lnTo>
                      <a:cubicBezTo>
                        <a:pt x="146103" y="142070"/>
                        <a:pt x="146552" y="142966"/>
                        <a:pt x="146552" y="143863"/>
                      </a:cubicBezTo>
                      <a:cubicBezTo>
                        <a:pt x="147896" y="146104"/>
                        <a:pt x="145655" y="148344"/>
                        <a:pt x="142966" y="14834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53" name="Freeform: Shape 5506">
                  <a:extLst>
                    <a:ext uri="{FF2B5EF4-FFF2-40B4-BE49-F238E27FC236}">
                      <a16:creationId xmlns:a16="http://schemas.microsoft.com/office/drawing/2014/main" id="{3978F471-5B0E-4217-58C4-513007E1E647}"/>
                    </a:ext>
                  </a:extLst>
                </p:cNvPr>
                <p:cNvSpPr/>
                <p:nvPr/>
              </p:nvSpPr>
              <p:spPr>
                <a:xfrm>
                  <a:off x="6782170" y="1436370"/>
                  <a:ext cx="67226" cy="62744"/>
                </a:xfrm>
                <a:custGeom>
                  <a:avLst/>
                  <a:gdLst>
                    <a:gd name="connsiteX0" fmla="*/ 68122 w 67225"/>
                    <a:gd name="connsiteY0" fmla="*/ 33165 h 62743"/>
                    <a:gd name="connsiteX1" fmla="*/ 34061 w 67225"/>
                    <a:gd name="connsiteY1" fmla="*/ 0 h 62743"/>
                    <a:gd name="connsiteX2" fmla="*/ 0 w 67225"/>
                    <a:gd name="connsiteY2" fmla="*/ 33165 h 62743"/>
                    <a:gd name="connsiteX3" fmla="*/ 34061 w 67225"/>
                    <a:gd name="connsiteY3" fmla="*/ 66329 h 62743"/>
                    <a:gd name="connsiteX4" fmla="*/ 68122 w 67225"/>
                    <a:gd name="connsiteY4" fmla="*/ 33165 h 62743"/>
                    <a:gd name="connsiteX5" fmla="*/ 4482 w 67225"/>
                    <a:gd name="connsiteY5" fmla="*/ 33165 h 62743"/>
                    <a:gd name="connsiteX6" fmla="*/ 34061 w 67225"/>
                    <a:gd name="connsiteY6" fmla="*/ 4482 h 62743"/>
                    <a:gd name="connsiteX7" fmla="*/ 63640 w 67225"/>
                    <a:gd name="connsiteY7" fmla="*/ 33165 h 62743"/>
                    <a:gd name="connsiteX8" fmla="*/ 34061 w 67225"/>
                    <a:gd name="connsiteY8" fmla="*/ 61848 h 62743"/>
                    <a:gd name="connsiteX9" fmla="*/ 4482 w 67225"/>
                    <a:gd name="connsiteY9" fmla="*/ 33165 h 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5" h="62743">
                      <a:moveTo>
                        <a:pt x="68122" y="33165"/>
                      </a:moveTo>
                      <a:cubicBezTo>
                        <a:pt x="68122" y="14790"/>
                        <a:pt x="52884" y="0"/>
                        <a:pt x="34061" y="0"/>
                      </a:cubicBezTo>
                      <a:cubicBezTo>
                        <a:pt x="15238" y="0"/>
                        <a:pt x="0" y="15238"/>
                        <a:pt x="0" y="33165"/>
                      </a:cubicBezTo>
                      <a:cubicBezTo>
                        <a:pt x="0" y="51540"/>
                        <a:pt x="15238" y="66329"/>
                        <a:pt x="34061" y="66329"/>
                      </a:cubicBezTo>
                      <a:cubicBezTo>
                        <a:pt x="52884" y="66777"/>
                        <a:pt x="68122" y="51540"/>
                        <a:pt x="68122" y="33165"/>
                      </a:cubicBezTo>
                      <a:close/>
                      <a:moveTo>
                        <a:pt x="4482" y="33165"/>
                      </a:moveTo>
                      <a:cubicBezTo>
                        <a:pt x="4482" y="17479"/>
                        <a:pt x="17479" y="4482"/>
                        <a:pt x="34061" y="4482"/>
                      </a:cubicBezTo>
                      <a:cubicBezTo>
                        <a:pt x="50195" y="4482"/>
                        <a:pt x="63640" y="17479"/>
                        <a:pt x="63640" y="33165"/>
                      </a:cubicBezTo>
                      <a:cubicBezTo>
                        <a:pt x="63640" y="48851"/>
                        <a:pt x="50643" y="61848"/>
                        <a:pt x="34061" y="61848"/>
                      </a:cubicBezTo>
                      <a:cubicBezTo>
                        <a:pt x="17927" y="62296"/>
                        <a:pt x="4482" y="49299"/>
                        <a:pt x="4482" y="3316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54" name="Group 2434">
                <a:extLst>
                  <a:ext uri="{FF2B5EF4-FFF2-40B4-BE49-F238E27FC236}">
                    <a16:creationId xmlns:a16="http://schemas.microsoft.com/office/drawing/2014/main" id="{9937495C-5820-CC80-BD23-06D9F7BF1ECA}"/>
                  </a:ext>
                  <a:ext uri="{C183D7F6-B498-43B3-948B-1728B52AA6E4}">
                    <adec:decorative xmlns:adec="http://schemas.microsoft.com/office/drawing/2017/decorative" val="1"/>
                  </a:ext>
                </a:extLst>
              </p:cNvPr>
              <p:cNvGrpSpPr>
                <a:grpSpLocks noChangeAspect="1"/>
              </p:cNvGrpSpPr>
              <p:nvPr/>
            </p:nvGrpSpPr>
            <p:grpSpPr>
              <a:xfrm>
                <a:off x="6929744" y="3447783"/>
                <a:ext cx="121006" cy="152378"/>
                <a:chOff x="7023734" y="1412617"/>
                <a:chExt cx="121006" cy="152378"/>
              </a:xfrm>
            </p:grpSpPr>
            <p:sp>
              <p:nvSpPr>
                <p:cNvPr id="1155" name="Freeform: Shape 5503">
                  <a:extLst>
                    <a:ext uri="{FF2B5EF4-FFF2-40B4-BE49-F238E27FC236}">
                      <a16:creationId xmlns:a16="http://schemas.microsoft.com/office/drawing/2014/main" id="{D3109C2E-6E52-0C64-71FC-75638834040C}"/>
                    </a:ext>
                  </a:extLst>
                </p:cNvPr>
                <p:cNvSpPr/>
                <p:nvPr/>
              </p:nvSpPr>
              <p:spPr>
                <a:xfrm>
                  <a:off x="7055554" y="1445333"/>
                  <a:ext cx="58262" cy="62744"/>
                </a:xfrm>
                <a:custGeom>
                  <a:avLst/>
                  <a:gdLst>
                    <a:gd name="connsiteX0" fmla="*/ 30924 w 58262"/>
                    <a:gd name="connsiteY0" fmla="*/ 62744 h 62743"/>
                    <a:gd name="connsiteX1" fmla="*/ 0 w 58262"/>
                    <a:gd name="connsiteY1" fmla="*/ 31372 h 62743"/>
                    <a:gd name="connsiteX2" fmla="*/ 30924 w 58262"/>
                    <a:gd name="connsiteY2" fmla="*/ 0 h 62743"/>
                    <a:gd name="connsiteX3" fmla="*/ 61847 w 58262"/>
                    <a:gd name="connsiteY3" fmla="*/ 31372 h 62743"/>
                    <a:gd name="connsiteX4" fmla="*/ 30924 w 58262"/>
                    <a:gd name="connsiteY4" fmla="*/ 62744 h 62743"/>
                    <a:gd name="connsiteX5" fmla="*/ 30924 w 58262"/>
                    <a:gd name="connsiteY5" fmla="*/ 4034 h 62743"/>
                    <a:gd name="connsiteX6" fmla="*/ 4482 w 58262"/>
                    <a:gd name="connsiteY6" fmla="*/ 30924 h 62743"/>
                    <a:gd name="connsiteX7" fmla="*/ 30924 w 58262"/>
                    <a:gd name="connsiteY7" fmla="*/ 57814 h 62743"/>
                    <a:gd name="connsiteX8" fmla="*/ 57366 w 58262"/>
                    <a:gd name="connsiteY8" fmla="*/ 30924 h 62743"/>
                    <a:gd name="connsiteX9" fmla="*/ 30924 w 58262"/>
                    <a:gd name="connsiteY9" fmla="*/ 4034 h 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62" h="62743">
                      <a:moveTo>
                        <a:pt x="30924" y="62744"/>
                      </a:moveTo>
                      <a:cubicBezTo>
                        <a:pt x="13893" y="62744"/>
                        <a:pt x="0" y="48402"/>
                        <a:pt x="0" y="31372"/>
                      </a:cubicBezTo>
                      <a:cubicBezTo>
                        <a:pt x="0" y="14341"/>
                        <a:pt x="13893" y="0"/>
                        <a:pt x="30924" y="0"/>
                      </a:cubicBezTo>
                      <a:cubicBezTo>
                        <a:pt x="47954" y="0"/>
                        <a:pt x="61847" y="14341"/>
                        <a:pt x="61847" y="31372"/>
                      </a:cubicBezTo>
                      <a:cubicBezTo>
                        <a:pt x="61847" y="48402"/>
                        <a:pt x="47954" y="62744"/>
                        <a:pt x="30924" y="62744"/>
                      </a:cubicBezTo>
                      <a:close/>
                      <a:moveTo>
                        <a:pt x="30924" y="4034"/>
                      </a:moveTo>
                      <a:cubicBezTo>
                        <a:pt x="16134" y="4034"/>
                        <a:pt x="4482" y="16134"/>
                        <a:pt x="4482" y="30924"/>
                      </a:cubicBezTo>
                      <a:cubicBezTo>
                        <a:pt x="4482" y="45713"/>
                        <a:pt x="16134" y="57814"/>
                        <a:pt x="30924" y="57814"/>
                      </a:cubicBezTo>
                      <a:cubicBezTo>
                        <a:pt x="45713" y="57814"/>
                        <a:pt x="57366" y="45713"/>
                        <a:pt x="57366" y="30924"/>
                      </a:cubicBezTo>
                      <a:cubicBezTo>
                        <a:pt x="57366" y="16134"/>
                        <a:pt x="45713" y="4034"/>
                        <a:pt x="30924" y="403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56" name="Freeform: Shape 5504">
                  <a:extLst>
                    <a:ext uri="{FF2B5EF4-FFF2-40B4-BE49-F238E27FC236}">
                      <a16:creationId xmlns:a16="http://schemas.microsoft.com/office/drawing/2014/main" id="{4E5C091F-0783-17CC-F852-08C8EA1F0697}"/>
                    </a:ext>
                  </a:extLst>
                </p:cNvPr>
                <p:cNvSpPr/>
                <p:nvPr/>
              </p:nvSpPr>
              <p:spPr>
                <a:xfrm>
                  <a:off x="7023734" y="1412617"/>
                  <a:ext cx="121006" cy="152378"/>
                </a:xfrm>
                <a:custGeom>
                  <a:avLst/>
                  <a:gdLst>
                    <a:gd name="connsiteX0" fmla="*/ 62744 w 121005"/>
                    <a:gd name="connsiteY0" fmla="*/ 152378 h 152377"/>
                    <a:gd name="connsiteX1" fmla="*/ 60951 w 121005"/>
                    <a:gd name="connsiteY1" fmla="*/ 151930 h 152377"/>
                    <a:gd name="connsiteX2" fmla="*/ 19719 w 121005"/>
                    <a:gd name="connsiteY2" fmla="*/ 110698 h 152377"/>
                    <a:gd name="connsiteX3" fmla="*/ 0 w 121005"/>
                    <a:gd name="connsiteY3" fmla="*/ 64088 h 152377"/>
                    <a:gd name="connsiteX4" fmla="*/ 62744 w 121005"/>
                    <a:gd name="connsiteY4" fmla="*/ 0 h 152377"/>
                    <a:gd name="connsiteX5" fmla="*/ 125488 w 121005"/>
                    <a:gd name="connsiteY5" fmla="*/ 64088 h 152377"/>
                    <a:gd name="connsiteX6" fmla="*/ 105768 w 121005"/>
                    <a:gd name="connsiteY6" fmla="*/ 110698 h 152377"/>
                    <a:gd name="connsiteX7" fmla="*/ 64537 w 121005"/>
                    <a:gd name="connsiteY7" fmla="*/ 151930 h 152377"/>
                    <a:gd name="connsiteX8" fmla="*/ 62744 w 121005"/>
                    <a:gd name="connsiteY8" fmla="*/ 152378 h 152377"/>
                    <a:gd name="connsiteX9" fmla="*/ 62744 w 121005"/>
                    <a:gd name="connsiteY9" fmla="*/ 4482 h 152377"/>
                    <a:gd name="connsiteX10" fmla="*/ 4482 w 121005"/>
                    <a:gd name="connsiteY10" fmla="*/ 64088 h 152377"/>
                    <a:gd name="connsiteX11" fmla="*/ 22857 w 121005"/>
                    <a:gd name="connsiteY11" fmla="*/ 107561 h 152377"/>
                    <a:gd name="connsiteX12" fmla="*/ 62744 w 121005"/>
                    <a:gd name="connsiteY12" fmla="*/ 147000 h 152377"/>
                    <a:gd name="connsiteX13" fmla="*/ 102631 w 121005"/>
                    <a:gd name="connsiteY13" fmla="*/ 107561 h 152377"/>
                    <a:gd name="connsiteX14" fmla="*/ 121006 w 121005"/>
                    <a:gd name="connsiteY14" fmla="*/ 64088 h 152377"/>
                    <a:gd name="connsiteX15" fmla="*/ 62744 w 121005"/>
                    <a:gd name="connsiteY15" fmla="*/ 4482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005" h="152377">
                      <a:moveTo>
                        <a:pt x="62744" y="152378"/>
                      </a:moveTo>
                      <a:cubicBezTo>
                        <a:pt x="62296" y="152378"/>
                        <a:pt x="61399" y="152378"/>
                        <a:pt x="60951" y="151930"/>
                      </a:cubicBezTo>
                      <a:lnTo>
                        <a:pt x="19719" y="110698"/>
                      </a:lnTo>
                      <a:cubicBezTo>
                        <a:pt x="7171" y="98597"/>
                        <a:pt x="0" y="81567"/>
                        <a:pt x="0" y="64088"/>
                      </a:cubicBezTo>
                      <a:cubicBezTo>
                        <a:pt x="0" y="28683"/>
                        <a:pt x="28235" y="0"/>
                        <a:pt x="62744" y="0"/>
                      </a:cubicBezTo>
                      <a:cubicBezTo>
                        <a:pt x="97253" y="0"/>
                        <a:pt x="125488" y="28683"/>
                        <a:pt x="125488" y="64088"/>
                      </a:cubicBezTo>
                      <a:cubicBezTo>
                        <a:pt x="125488" y="81567"/>
                        <a:pt x="118317" y="98597"/>
                        <a:pt x="105768" y="110698"/>
                      </a:cubicBezTo>
                      <a:lnTo>
                        <a:pt x="64537" y="151930"/>
                      </a:lnTo>
                      <a:cubicBezTo>
                        <a:pt x="64088" y="151930"/>
                        <a:pt x="63192" y="152378"/>
                        <a:pt x="62744" y="152378"/>
                      </a:cubicBezTo>
                      <a:close/>
                      <a:moveTo>
                        <a:pt x="62744" y="4482"/>
                      </a:moveTo>
                      <a:cubicBezTo>
                        <a:pt x="30476" y="4482"/>
                        <a:pt x="4482" y="31372"/>
                        <a:pt x="4482" y="64088"/>
                      </a:cubicBezTo>
                      <a:cubicBezTo>
                        <a:pt x="4482" y="80671"/>
                        <a:pt x="11204" y="96357"/>
                        <a:pt x="22857" y="107561"/>
                      </a:cubicBezTo>
                      <a:lnTo>
                        <a:pt x="62744" y="147000"/>
                      </a:lnTo>
                      <a:lnTo>
                        <a:pt x="102631" y="107561"/>
                      </a:lnTo>
                      <a:cubicBezTo>
                        <a:pt x="114732" y="96357"/>
                        <a:pt x="121006" y="80671"/>
                        <a:pt x="121006" y="64088"/>
                      </a:cubicBezTo>
                      <a:cubicBezTo>
                        <a:pt x="121006" y="30924"/>
                        <a:pt x="95012" y="4482"/>
                        <a:pt x="62744"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157" name="Freeform: Shape 2435">
                <a:extLst>
                  <a:ext uri="{FF2B5EF4-FFF2-40B4-BE49-F238E27FC236}">
                    <a16:creationId xmlns:a16="http://schemas.microsoft.com/office/drawing/2014/main" id="{05146822-58B8-06BC-FECE-C77B279CC9E8}"/>
                  </a:ext>
                  <a:ext uri="{C183D7F6-B498-43B3-948B-1728B52AA6E4}">
                    <adec:decorative xmlns:adec="http://schemas.microsoft.com/office/drawing/2017/decorative" val="1"/>
                  </a:ext>
                </a:extLst>
              </p:cNvPr>
              <p:cNvSpPr>
                <a:spLocks noChangeAspect="1"/>
              </p:cNvSpPr>
              <p:nvPr/>
            </p:nvSpPr>
            <p:spPr>
              <a:xfrm>
                <a:off x="7189683" y="3447783"/>
                <a:ext cx="125488" cy="152378"/>
              </a:xfrm>
              <a:custGeom>
                <a:avLst/>
                <a:gdLst>
                  <a:gd name="connsiteX0" fmla="*/ 62744 w 125487"/>
                  <a:gd name="connsiteY0" fmla="*/ 152378 h 152377"/>
                  <a:gd name="connsiteX1" fmla="*/ 60951 w 125487"/>
                  <a:gd name="connsiteY1" fmla="*/ 151930 h 152377"/>
                  <a:gd name="connsiteX2" fmla="*/ 19720 w 125487"/>
                  <a:gd name="connsiteY2" fmla="*/ 110698 h 152377"/>
                  <a:gd name="connsiteX3" fmla="*/ 0 w 125487"/>
                  <a:gd name="connsiteY3" fmla="*/ 64088 h 152377"/>
                  <a:gd name="connsiteX4" fmla="*/ 62744 w 125487"/>
                  <a:gd name="connsiteY4" fmla="*/ 0 h 152377"/>
                  <a:gd name="connsiteX5" fmla="*/ 125488 w 125487"/>
                  <a:gd name="connsiteY5" fmla="*/ 64088 h 152377"/>
                  <a:gd name="connsiteX6" fmla="*/ 105768 w 125487"/>
                  <a:gd name="connsiteY6" fmla="*/ 110698 h 152377"/>
                  <a:gd name="connsiteX7" fmla="*/ 64537 w 125487"/>
                  <a:gd name="connsiteY7" fmla="*/ 151930 h 152377"/>
                  <a:gd name="connsiteX8" fmla="*/ 62744 w 125487"/>
                  <a:gd name="connsiteY8" fmla="*/ 152378 h 152377"/>
                  <a:gd name="connsiteX9" fmla="*/ 62744 w 125487"/>
                  <a:gd name="connsiteY9" fmla="*/ 4482 h 152377"/>
                  <a:gd name="connsiteX10" fmla="*/ 4482 w 125487"/>
                  <a:gd name="connsiteY10" fmla="*/ 64088 h 152377"/>
                  <a:gd name="connsiteX11" fmla="*/ 22857 w 125487"/>
                  <a:gd name="connsiteY11" fmla="*/ 107561 h 152377"/>
                  <a:gd name="connsiteX12" fmla="*/ 62744 w 125487"/>
                  <a:gd name="connsiteY12" fmla="*/ 147000 h 152377"/>
                  <a:gd name="connsiteX13" fmla="*/ 102631 w 125487"/>
                  <a:gd name="connsiteY13" fmla="*/ 107561 h 152377"/>
                  <a:gd name="connsiteX14" fmla="*/ 121006 w 125487"/>
                  <a:gd name="connsiteY14" fmla="*/ 64088 h 152377"/>
                  <a:gd name="connsiteX15" fmla="*/ 62744 w 125487"/>
                  <a:gd name="connsiteY15" fmla="*/ 4482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5487" h="152377">
                    <a:moveTo>
                      <a:pt x="62744" y="152378"/>
                    </a:moveTo>
                    <a:cubicBezTo>
                      <a:pt x="62296" y="152378"/>
                      <a:pt x="61399" y="152378"/>
                      <a:pt x="60951" y="151930"/>
                    </a:cubicBezTo>
                    <a:lnTo>
                      <a:pt x="19720" y="110698"/>
                    </a:lnTo>
                    <a:cubicBezTo>
                      <a:pt x="7171" y="98597"/>
                      <a:pt x="0" y="81567"/>
                      <a:pt x="0" y="64088"/>
                    </a:cubicBezTo>
                    <a:cubicBezTo>
                      <a:pt x="0" y="28683"/>
                      <a:pt x="28235" y="0"/>
                      <a:pt x="62744" y="0"/>
                    </a:cubicBezTo>
                    <a:cubicBezTo>
                      <a:pt x="97253" y="0"/>
                      <a:pt x="125488" y="28683"/>
                      <a:pt x="125488" y="64088"/>
                    </a:cubicBezTo>
                    <a:cubicBezTo>
                      <a:pt x="125488" y="81567"/>
                      <a:pt x="118317" y="98597"/>
                      <a:pt x="105768" y="110698"/>
                    </a:cubicBezTo>
                    <a:lnTo>
                      <a:pt x="64537" y="151930"/>
                    </a:lnTo>
                    <a:cubicBezTo>
                      <a:pt x="64088" y="151930"/>
                      <a:pt x="63192" y="152378"/>
                      <a:pt x="62744" y="152378"/>
                    </a:cubicBezTo>
                    <a:close/>
                    <a:moveTo>
                      <a:pt x="62744" y="4482"/>
                    </a:moveTo>
                    <a:cubicBezTo>
                      <a:pt x="30476" y="4482"/>
                      <a:pt x="4482" y="31372"/>
                      <a:pt x="4482" y="64088"/>
                    </a:cubicBezTo>
                    <a:cubicBezTo>
                      <a:pt x="4482" y="80671"/>
                      <a:pt x="11204" y="96357"/>
                      <a:pt x="22857" y="107561"/>
                    </a:cubicBezTo>
                    <a:lnTo>
                      <a:pt x="62744" y="147000"/>
                    </a:lnTo>
                    <a:lnTo>
                      <a:pt x="102631" y="107561"/>
                    </a:lnTo>
                    <a:cubicBezTo>
                      <a:pt x="114732" y="96357"/>
                      <a:pt x="121006" y="80671"/>
                      <a:pt x="121006" y="64088"/>
                    </a:cubicBezTo>
                    <a:cubicBezTo>
                      <a:pt x="121006" y="30924"/>
                      <a:pt x="95012" y="4482"/>
                      <a:pt x="62744"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158" name="Group 2436">
                <a:extLst>
                  <a:ext uri="{FF2B5EF4-FFF2-40B4-BE49-F238E27FC236}">
                    <a16:creationId xmlns:a16="http://schemas.microsoft.com/office/drawing/2014/main" id="{3AD5B881-2841-DE2B-BBDB-634BE3B62B21}"/>
                  </a:ext>
                  <a:ext uri="{C183D7F6-B498-43B3-948B-1728B52AA6E4}">
                    <adec:decorative xmlns:adec="http://schemas.microsoft.com/office/drawing/2017/decorative" val="1"/>
                  </a:ext>
                </a:extLst>
              </p:cNvPr>
              <p:cNvGrpSpPr>
                <a:grpSpLocks noChangeAspect="1"/>
              </p:cNvGrpSpPr>
              <p:nvPr/>
            </p:nvGrpSpPr>
            <p:grpSpPr>
              <a:xfrm>
                <a:off x="7446484" y="3447335"/>
                <a:ext cx="138485" cy="150137"/>
                <a:chOff x="7540474" y="1412169"/>
                <a:chExt cx="138485" cy="150137"/>
              </a:xfrm>
            </p:grpSpPr>
            <p:sp>
              <p:nvSpPr>
                <p:cNvPr id="1159" name="Freeform: Shape 5500">
                  <a:extLst>
                    <a:ext uri="{FF2B5EF4-FFF2-40B4-BE49-F238E27FC236}">
                      <a16:creationId xmlns:a16="http://schemas.microsoft.com/office/drawing/2014/main" id="{0738B030-A4AC-0FDD-B8E9-D8B4751A9290}"/>
                    </a:ext>
                  </a:extLst>
                </p:cNvPr>
                <p:cNvSpPr/>
                <p:nvPr/>
              </p:nvSpPr>
              <p:spPr>
                <a:xfrm>
                  <a:off x="7629212" y="1499562"/>
                  <a:ext cx="49299" cy="62744"/>
                </a:xfrm>
                <a:custGeom>
                  <a:avLst/>
                  <a:gdLst>
                    <a:gd name="connsiteX0" fmla="*/ 25098 w 49298"/>
                    <a:gd name="connsiteY0" fmla="*/ 66329 h 62743"/>
                    <a:gd name="connsiteX1" fmla="*/ 4930 w 49298"/>
                    <a:gd name="connsiteY1" fmla="*/ 40335 h 62743"/>
                    <a:gd name="connsiteX2" fmla="*/ 0 w 49298"/>
                    <a:gd name="connsiteY2" fmla="*/ 25098 h 62743"/>
                    <a:gd name="connsiteX3" fmla="*/ 25098 w 49298"/>
                    <a:gd name="connsiteY3" fmla="*/ 0 h 62743"/>
                    <a:gd name="connsiteX4" fmla="*/ 50195 w 49298"/>
                    <a:gd name="connsiteY4" fmla="*/ 25098 h 62743"/>
                    <a:gd name="connsiteX5" fmla="*/ 45265 w 49298"/>
                    <a:gd name="connsiteY5" fmla="*/ 39887 h 62743"/>
                    <a:gd name="connsiteX6" fmla="*/ 25098 w 49298"/>
                    <a:gd name="connsiteY6" fmla="*/ 66329 h 62743"/>
                    <a:gd name="connsiteX7" fmla="*/ 25098 w 49298"/>
                    <a:gd name="connsiteY7" fmla="*/ 4930 h 62743"/>
                    <a:gd name="connsiteX8" fmla="*/ 4482 w 49298"/>
                    <a:gd name="connsiteY8" fmla="*/ 25546 h 62743"/>
                    <a:gd name="connsiteX9" fmla="*/ 8515 w 49298"/>
                    <a:gd name="connsiteY9" fmla="*/ 37646 h 62743"/>
                    <a:gd name="connsiteX10" fmla="*/ 25098 w 49298"/>
                    <a:gd name="connsiteY10" fmla="*/ 59159 h 62743"/>
                    <a:gd name="connsiteX11" fmla="*/ 41680 w 49298"/>
                    <a:gd name="connsiteY11" fmla="*/ 37646 h 62743"/>
                    <a:gd name="connsiteX12" fmla="*/ 45713 w 49298"/>
                    <a:gd name="connsiteY12" fmla="*/ 25546 h 62743"/>
                    <a:gd name="connsiteX13" fmla="*/ 25098 w 49298"/>
                    <a:gd name="connsiteY13" fmla="*/ 4930 h 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98" h="62743">
                      <a:moveTo>
                        <a:pt x="25098" y="66329"/>
                      </a:moveTo>
                      <a:lnTo>
                        <a:pt x="4930" y="40335"/>
                      </a:lnTo>
                      <a:cubicBezTo>
                        <a:pt x="1793" y="35854"/>
                        <a:pt x="0" y="30924"/>
                        <a:pt x="0" y="25098"/>
                      </a:cubicBezTo>
                      <a:cubicBezTo>
                        <a:pt x="0" y="11204"/>
                        <a:pt x="11204" y="0"/>
                        <a:pt x="25098" y="0"/>
                      </a:cubicBezTo>
                      <a:cubicBezTo>
                        <a:pt x="38991" y="0"/>
                        <a:pt x="50195" y="11204"/>
                        <a:pt x="50195" y="25098"/>
                      </a:cubicBezTo>
                      <a:cubicBezTo>
                        <a:pt x="50195" y="30476"/>
                        <a:pt x="48402" y="35854"/>
                        <a:pt x="45265" y="39887"/>
                      </a:cubicBezTo>
                      <a:lnTo>
                        <a:pt x="25098" y="66329"/>
                      </a:lnTo>
                      <a:close/>
                      <a:moveTo>
                        <a:pt x="25098" y="4930"/>
                      </a:moveTo>
                      <a:cubicBezTo>
                        <a:pt x="13893" y="4930"/>
                        <a:pt x="4482" y="14341"/>
                        <a:pt x="4482" y="25546"/>
                      </a:cubicBezTo>
                      <a:cubicBezTo>
                        <a:pt x="4482" y="30027"/>
                        <a:pt x="5826" y="34061"/>
                        <a:pt x="8515" y="37646"/>
                      </a:cubicBezTo>
                      <a:lnTo>
                        <a:pt x="25098" y="59159"/>
                      </a:lnTo>
                      <a:lnTo>
                        <a:pt x="41680" y="37646"/>
                      </a:lnTo>
                      <a:cubicBezTo>
                        <a:pt x="44369" y="34061"/>
                        <a:pt x="45713" y="30027"/>
                        <a:pt x="45713" y="25546"/>
                      </a:cubicBezTo>
                      <a:cubicBezTo>
                        <a:pt x="45713" y="13893"/>
                        <a:pt x="36302" y="4930"/>
                        <a:pt x="25098" y="49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60" name="Freeform: Shape 5501">
                  <a:extLst>
                    <a:ext uri="{FF2B5EF4-FFF2-40B4-BE49-F238E27FC236}">
                      <a16:creationId xmlns:a16="http://schemas.microsoft.com/office/drawing/2014/main" id="{F79CD6FA-6056-84FB-4727-629C71B6560D}"/>
                    </a:ext>
                  </a:extLst>
                </p:cNvPr>
                <p:cNvSpPr/>
                <p:nvPr/>
              </p:nvSpPr>
              <p:spPr>
                <a:xfrm>
                  <a:off x="7540474" y="1412169"/>
                  <a:ext cx="49299" cy="62744"/>
                </a:xfrm>
                <a:custGeom>
                  <a:avLst/>
                  <a:gdLst>
                    <a:gd name="connsiteX0" fmla="*/ 25098 w 49298"/>
                    <a:gd name="connsiteY0" fmla="*/ 66329 h 62743"/>
                    <a:gd name="connsiteX1" fmla="*/ 4930 w 49298"/>
                    <a:gd name="connsiteY1" fmla="*/ 40335 h 62743"/>
                    <a:gd name="connsiteX2" fmla="*/ 0 w 49298"/>
                    <a:gd name="connsiteY2" fmla="*/ 25098 h 62743"/>
                    <a:gd name="connsiteX3" fmla="*/ 25098 w 49298"/>
                    <a:gd name="connsiteY3" fmla="*/ 0 h 62743"/>
                    <a:gd name="connsiteX4" fmla="*/ 50195 w 49298"/>
                    <a:gd name="connsiteY4" fmla="*/ 25098 h 62743"/>
                    <a:gd name="connsiteX5" fmla="*/ 45265 w 49298"/>
                    <a:gd name="connsiteY5" fmla="*/ 39887 h 62743"/>
                    <a:gd name="connsiteX6" fmla="*/ 25098 w 49298"/>
                    <a:gd name="connsiteY6" fmla="*/ 66329 h 62743"/>
                    <a:gd name="connsiteX7" fmla="*/ 25098 w 49298"/>
                    <a:gd name="connsiteY7" fmla="*/ 4930 h 62743"/>
                    <a:gd name="connsiteX8" fmla="*/ 4482 w 49298"/>
                    <a:gd name="connsiteY8" fmla="*/ 25546 h 62743"/>
                    <a:gd name="connsiteX9" fmla="*/ 8515 w 49298"/>
                    <a:gd name="connsiteY9" fmla="*/ 37646 h 62743"/>
                    <a:gd name="connsiteX10" fmla="*/ 25098 w 49298"/>
                    <a:gd name="connsiteY10" fmla="*/ 59159 h 62743"/>
                    <a:gd name="connsiteX11" fmla="*/ 41680 w 49298"/>
                    <a:gd name="connsiteY11" fmla="*/ 37646 h 62743"/>
                    <a:gd name="connsiteX12" fmla="*/ 45713 w 49298"/>
                    <a:gd name="connsiteY12" fmla="*/ 25546 h 62743"/>
                    <a:gd name="connsiteX13" fmla="*/ 25098 w 49298"/>
                    <a:gd name="connsiteY13" fmla="*/ 4930 h 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98" h="62743">
                      <a:moveTo>
                        <a:pt x="25098" y="66329"/>
                      </a:moveTo>
                      <a:lnTo>
                        <a:pt x="4930" y="40335"/>
                      </a:lnTo>
                      <a:cubicBezTo>
                        <a:pt x="1793" y="35854"/>
                        <a:pt x="0" y="30924"/>
                        <a:pt x="0" y="25098"/>
                      </a:cubicBezTo>
                      <a:cubicBezTo>
                        <a:pt x="0" y="11204"/>
                        <a:pt x="11204" y="0"/>
                        <a:pt x="25098" y="0"/>
                      </a:cubicBezTo>
                      <a:cubicBezTo>
                        <a:pt x="38991" y="0"/>
                        <a:pt x="50195" y="11204"/>
                        <a:pt x="50195" y="25098"/>
                      </a:cubicBezTo>
                      <a:cubicBezTo>
                        <a:pt x="50195" y="30476"/>
                        <a:pt x="48402" y="35854"/>
                        <a:pt x="45265" y="39887"/>
                      </a:cubicBezTo>
                      <a:lnTo>
                        <a:pt x="25098" y="66329"/>
                      </a:lnTo>
                      <a:close/>
                      <a:moveTo>
                        <a:pt x="25098" y="4930"/>
                      </a:moveTo>
                      <a:cubicBezTo>
                        <a:pt x="13893" y="4930"/>
                        <a:pt x="4482" y="14341"/>
                        <a:pt x="4482" y="25546"/>
                      </a:cubicBezTo>
                      <a:cubicBezTo>
                        <a:pt x="4482" y="30027"/>
                        <a:pt x="5826" y="34061"/>
                        <a:pt x="8515" y="37646"/>
                      </a:cubicBezTo>
                      <a:lnTo>
                        <a:pt x="25098" y="59159"/>
                      </a:lnTo>
                      <a:lnTo>
                        <a:pt x="41680" y="37646"/>
                      </a:lnTo>
                      <a:cubicBezTo>
                        <a:pt x="44369" y="34061"/>
                        <a:pt x="45713" y="30027"/>
                        <a:pt x="45713" y="25546"/>
                      </a:cubicBezTo>
                      <a:cubicBezTo>
                        <a:pt x="45713" y="13893"/>
                        <a:pt x="36750" y="4930"/>
                        <a:pt x="25098" y="49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61" name="Freeform: Shape 5502">
                  <a:extLst>
                    <a:ext uri="{FF2B5EF4-FFF2-40B4-BE49-F238E27FC236}">
                      <a16:creationId xmlns:a16="http://schemas.microsoft.com/office/drawing/2014/main" id="{665E1D57-34AC-7DE3-91C4-B6F8DDCCB926}"/>
                    </a:ext>
                  </a:extLst>
                </p:cNvPr>
                <p:cNvSpPr/>
                <p:nvPr/>
              </p:nvSpPr>
              <p:spPr>
                <a:xfrm>
                  <a:off x="7553471" y="1439059"/>
                  <a:ext cx="125488" cy="98597"/>
                </a:xfrm>
                <a:custGeom>
                  <a:avLst/>
                  <a:gdLst>
                    <a:gd name="connsiteX0" fmla="*/ 29131 w 125487"/>
                    <a:gd name="connsiteY0" fmla="*/ 99046 h 98597"/>
                    <a:gd name="connsiteX1" fmla="*/ 7171 w 125487"/>
                    <a:gd name="connsiteY1" fmla="*/ 91875 h 98597"/>
                    <a:gd name="connsiteX2" fmla="*/ 0 w 125487"/>
                    <a:gd name="connsiteY2" fmla="*/ 74396 h 98597"/>
                    <a:gd name="connsiteX3" fmla="*/ 27338 w 125487"/>
                    <a:gd name="connsiteY3" fmla="*/ 47506 h 98597"/>
                    <a:gd name="connsiteX4" fmla="*/ 98597 w 125487"/>
                    <a:gd name="connsiteY4" fmla="*/ 47506 h 98597"/>
                    <a:gd name="connsiteX5" fmla="*/ 115628 w 125487"/>
                    <a:gd name="connsiteY5" fmla="*/ 40784 h 98597"/>
                    <a:gd name="connsiteX6" fmla="*/ 121006 w 125487"/>
                    <a:gd name="connsiteY6" fmla="*/ 26442 h 98597"/>
                    <a:gd name="connsiteX7" fmla="*/ 97701 w 125487"/>
                    <a:gd name="connsiteY7" fmla="*/ 4482 h 98597"/>
                    <a:gd name="connsiteX8" fmla="*/ 42576 w 125487"/>
                    <a:gd name="connsiteY8" fmla="*/ 4482 h 98597"/>
                    <a:gd name="connsiteX9" fmla="*/ 40335 w 125487"/>
                    <a:gd name="connsiteY9" fmla="*/ 2241 h 98597"/>
                    <a:gd name="connsiteX10" fmla="*/ 42576 w 125487"/>
                    <a:gd name="connsiteY10" fmla="*/ 0 h 98597"/>
                    <a:gd name="connsiteX11" fmla="*/ 98149 w 125487"/>
                    <a:gd name="connsiteY11" fmla="*/ 0 h 98597"/>
                    <a:gd name="connsiteX12" fmla="*/ 125936 w 125487"/>
                    <a:gd name="connsiteY12" fmla="*/ 26442 h 98597"/>
                    <a:gd name="connsiteX13" fmla="*/ 119213 w 125487"/>
                    <a:gd name="connsiteY13" fmla="*/ 43921 h 98597"/>
                    <a:gd name="connsiteX14" fmla="*/ 98597 w 125487"/>
                    <a:gd name="connsiteY14" fmla="*/ 51540 h 98597"/>
                    <a:gd name="connsiteX15" fmla="*/ 27338 w 125487"/>
                    <a:gd name="connsiteY15" fmla="*/ 51540 h 98597"/>
                    <a:gd name="connsiteX16" fmla="*/ 4482 w 125487"/>
                    <a:gd name="connsiteY16" fmla="*/ 73948 h 98597"/>
                    <a:gd name="connsiteX17" fmla="*/ 9860 w 125487"/>
                    <a:gd name="connsiteY17" fmla="*/ 88290 h 98597"/>
                    <a:gd name="connsiteX18" fmla="*/ 30476 w 125487"/>
                    <a:gd name="connsiteY18" fmla="*/ 94116 h 98597"/>
                    <a:gd name="connsiteX19" fmla="*/ 68570 w 125487"/>
                    <a:gd name="connsiteY19" fmla="*/ 94116 h 98597"/>
                    <a:gd name="connsiteX20" fmla="*/ 70811 w 125487"/>
                    <a:gd name="connsiteY20" fmla="*/ 96357 h 98597"/>
                    <a:gd name="connsiteX21" fmla="*/ 68570 w 125487"/>
                    <a:gd name="connsiteY21" fmla="*/ 98597 h 98597"/>
                    <a:gd name="connsiteX22" fmla="*/ 30476 w 125487"/>
                    <a:gd name="connsiteY22" fmla="*/ 98597 h 98597"/>
                    <a:gd name="connsiteX23" fmla="*/ 29131 w 125487"/>
                    <a:gd name="connsiteY23" fmla="*/ 99046 h 9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5487" h="98597">
                      <a:moveTo>
                        <a:pt x="29131" y="99046"/>
                      </a:moveTo>
                      <a:cubicBezTo>
                        <a:pt x="24649" y="99046"/>
                        <a:pt x="14341" y="98149"/>
                        <a:pt x="7171" y="91875"/>
                      </a:cubicBezTo>
                      <a:cubicBezTo>
                        <a:pt x="2689" y="87393"/>
                        <a:pt x="0" y="81567"/>
                        <a:pt x="0" y="74396"/>
                      </a:cubicBezTo>
                      <a:cubicBezTo>
                        <a:pt x="0" y="56918"/>
                        <a:pt x="15686" y="47506"/>
                        <a:pt x="27338" y="47506"/>
                      </a:cubicBezTo>
                      <a:lnTo>
                        <a:pt x="98597" y="47506"/>
                      </a:lnTo>
                      <a:cubicBezTo>
                        <a:pt x="105320" y="47506"/>
                        <a:pt x="111594" y="45265"/>
                        <a:pt x="115628" y="40784"/>
                      </a:cubicBezTo>
                      <a:cubicBezTo>
                        <a:pt x="119213" y="37198"/>
                        <a:pt x="121006" y="32268"/>
                        <a:pt x="121006" y="26442"/>
                      </a:cubicBezTo>
                      <a:cubicBezTo>
                        <a:pt x="121006" y="12101"/>
                        <a:pt x="112939" y="4482"/>
                        <a:pt x="97701" y="4482"/>
                      </a:cubicBezTo>
                      <a:lnTo>
                        <a:pt x="42576" y="4482"/>
                      </a:lnTo>
                      <a:cubicBezTo>
                        <a:pt x="41232" y="4482"/>
                        <a:pt x="40335" y="3585"/>
                        <a:pt x="40335" y="2241"/>
                      </a:cubicBezTo>
                      <a:cubicBezTo>
                        <a:pt x="40335" y="896"/>
                        <a:pt x="41232" y="0"/>
                        <a:pt x="42576" y="0"/>
                      </a:cubicBezTo>
                      <a:lnTo>
                        <a:pt x="98149" y="0"/>
                      </a:lnTo>
                      <a:cubicBezTo>
                        <a:pt x="116076" y="0"/>
                        <a:pt x="125936" y="9412"/>
                        <a:pt x="125936" y="26442"/>
                      </a:cubicBezTo>
                      <a:cubicBezTo>
                        <a:pt x="125936" y="33165"/>
                        <a:pt x="123695" y="39439"/>
                        <a:pt x="119213" y="43921"/>
                      </a:cubicBezTo>
                      <a:cubicBezTo>
                        <a:pt x="114283" y="48851"/>
                        <a:pt x="106664" y="51988"/>
                        <a:pt x="98597" y="51540"/>
                      </a:cubicBezTo>
                      <a:lnTo>
                        <a:pt x="27338" y="51540"/>
                      </a:lnTo>
                      <a:cubicBezTo>
                        <a:pt x="17927" y="51540"/>
                        <a:pt x="4482" y="59607"/>
                        <a:pt x="4482" y="73948"/>
                      </a:cubicBezTo>
                      <a:cubicBezTo>
                        <a:pt x="4482" y="80222"/>
                        <a:pt x="6274" y="84704"/>
                        <a:pt x="9860" y="88290"/>
                      </a:cubicBezTo>
                      <a:cubicBezTo>
                        <a:pt x="17479" y="95460"/>
                        <a:pt x="30476" y="94116"/>
                        <a:pt x="30476" y="94116"/>
                      </a:cubicBezTo>
                      <a:lnTo>
                        <a:pt x="68570" y="94116"/>
                      </a:lnTo>
                      <a:cubicBezTo>
                        <a:pt x="69915" y="94116"/>
                        <a:pt x="70811" y="95012"/>
                        <a:pt x="70811" y="96357"/>
                      </a:cubicBezTo>
                      <a:cubicBezTo>
                        <a:pt x="70811" y="97701"/>
                        <a:pt x="69915" y="98597"/>
                        <a:pt x="68570" y="98597"/>
                      </a:cubicBezTo>
                      <a:lnTo>
                        <a:pt x="30476" y="98597"/>
                      </a:lnTo>
                      <a:cubicBezTo>
                        <a:pt x="31372" y="99046"/>
                        <a:pt x="30476" y="99046"/>
                        <a:pt x="29131" y="9904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162" name="Freeform: Shape 2437">
                <a:extLst>
                  <a:ext uri="{FF2B5EF4-FFF2-40B4-BE49-F238E27FC236}">
                    <a16:creationId xmlns:a16="http://schemas.microsoft.com/office/drawing/2014/main" id="{B87B3477-BC61-F933-CEB3-0BAFF486F2FD}"/>
                  </a:ext>
                  <a:ext uri="{C183D7F6-B498-43B3-948B-1728B52AA6E4}">
                    <adec:decorative xmlns:adec="http://schemas.microsoft.com/office/drawing/2017/decorative" val="1"/>
                  </a:ext>
                </a:extLst>
              </p:cNvPr>
              <p:cNvSpPr>
                <a:spLocks noChangeAspect="1"/>
              </p:cNvSpPr>
              <p:nvPr/>
            </p:nvSpPr>
            <p:spPr>
              <a:xfrm>
                <a:off x="7706871" y="3461228"/>
                <a:ext cx="152378" cy="125488"/>
              </a:xfrm>
              <a:custGeom>
                <a:avLst/>
                <a:gdLst>
                  <a:gd name="connsiteX0" fmla="*/ 151033 w 152377"/>
                  <a:gd name="connsiteY0" fmla="*/ 448 h 125487"/>
                  <a:gd name="connsiteX1" fmla="*/ 149241 w 152377"/>
                  <a:gd name="connsiteY1" fmla="*/ 0 h 125487"/>
                  <a:gd name="connsiteX2" fmla="*/ 96357 w 152377"/>
                  <a:gd name="connsiteY2" fmla="*/ 12997 h 125487"/>
                  <a:gd name="connsiteX3" fmla="*/ 76189 w 152377"/>
                  <a:gd name="connsiteY3" fmla="*/ 6274 h 125487"/>
                  <a:gd name="connsiteX4" fmla="*/ 56469 w 152377"/>
                  <a:gd name="connsiteY4" fmla="*/ 0 h 125487"/>
                  <a:gd name="connsiteX5" fmla="*/ 56469 w 152377"/>
                  <a:gd name="connsiteY5" fmla="*/ 0 h 125487"/>
                  <a:gd name="connsiteX6" fmla="*/ 56021 w 152377"/>
                  <a:gd name="connsiteY6" fmla="*/ 0 h 125487"/>
                  <a:gd name="connsiteX7" fmla="*/ 55573 w 152377"/>
                  <a:gd name="connsiteY7" fmla="*/ 0 h 125487"/>
                  <a:gd name="connsiteX8" fmla="*/ 55573 w 152377"/>
                  <a:gd name="connsiteY8" fmla="*/ 0 h 125487"/>
                  <a:gd name="connsiteX9" fmla="*/ 1793 w 152377"/>
                  <a:gd name="connsiteY9" fmla="*/ 14341 h 125487"/>
                  <a:gd name="connsiteX10" fmla="*/ 0 w 152377"/>
                  <a:gd name="connsiteY10" fmla="*/ 16582 h 125487"/>
                  <a:gd name="connsiteX11" fmla="*/ 0 w 152377"/>
                  <a:gd name="connsiteY11" fmla="*/ 123247 h 125487"/>
                  <a:gd name="connsiteX12" fmla="*/ 896 w 152377"/>
                  <a:gd name="connsiteY12" fmla="*/ 125039 h 125487"/>
                  <a:gd name="connsiteX13" fmla="*/ 2241 w 152377"/>
                  <a:gd name="connsiteY13" fmla="*/ 125488 h 125487"/>
                  <a:gd name="connsiteX14" fmla="*/ 2689 w 152377"/>
                  <a:gd name="connsiteY14" fmla="*/ 125488 h 125487"/>
                  <a:gd name="connsiteX15" fmla="*/ 56021 w 152377"/>
                  <a:gd name="connsiteY15" fmla="*/ 112043 h 125487"/>
                  <a:gd name="connsiteX16" fmla="*/ 95909 w 152377"/>
                  <a:gd name="connsiteY16" fmla="*/ 123247 h 125487"/>
                  <a:gd name="connsiteX17" fmla="*/ 96357 w 152377"/>
                  <a:gd name="connsiteY17" fmla="*/ 123247 h 125487"/>
                  <a:gd name="connsiteX18" fmla="*/ 96805 w 152377"/>
                  <a:gd name="connsiteY18" fmla="*/ 123247 h 125487"/>
                  <a:gd name="connsiteX19" fmla="*/ 97253 w 152377"/>
                  <a:gd name="connsiteY19" fmla="*/ 123247 h 125487"/>
                  <a:gd name="connsiteX20" fmla="*/ 97253 w 152377"/>
                  <a:gd name="connsiteY20" fmla="*/ 123247 h 125487"/>
                  <a:gd name="connsiteX21" fmla="*/ 151033 w 152377"/>
                  <a:gd name="connsiteY21" fmla="*/ 112043 h 125487"/>
                  <a:gd name="connsiteX22" fmla="*/ 152826 w 152377"/>
                  <a:gd name="connsiteY22" fmla="*/ 109802 h 125487"/>
                  <a:gd name="connsiteX23" fmla="*/ 152826 w 152377"/>
                  <a:gd name="connsiteY23" fmla="*/ 2241 h 125487"/>
                  <a:gd name="connsiteX24" fmla="*/ 151033 w 152377"/>
                  <a:gd name="connsiteY24" fmla="*/ 448 h 125487"/>
                  <a:gd name="connsiteX25" fmla="*/ 93668 w 152377"/>
                  <a:gd name="connsiteY25" fmla="*/ 17030 h 125487"/>
                  <a:gd name="connsiteX26" fmla="*/ 93668 w 152377"/>
                  <a:gd name="connsiteY26" fmla="*/ 118317 h 125487"/>
                  <a:gd name="connsiteX27" fmla="*/ 57814 w 152377"/>
                  <a:gd name="connsiteY27" fmla="*/ 108009 h 125487"/>
                  <a:gd name="connsiteX28" fmla="*/ 57814 w 152377"/>
                  <a:gd name="connsiteY28" fmla="*/ 5378 h 125487"/>
                  <a:gd name="connsiteX29" fmla="*/ 74396 w 152377"/>
                  <a:gd name="connsiteY29" fmla="*/ 10756 h 125487"/>
                  <a:gd name="connsiteX30" fmla="*/ 93668 w 152377"/>
                  <a:gd name="connsiteY30" fmla="*/ 17030 h 125487"/>
                  <a:gd name="connsiteX31" fmla="*/ 4034 w 152377"/>
                  <a:gd name="connsiteY31" fmla="*/ 18375 h 125487"/>
                  <a:gd name="connsiteX32" fmla="*/ 53332 w 152377"/>
                  <a:gd name="connsiteY32" fmla="*/ 4930 h 125487"/>
                  <a:gd name="connsiteX33" fmla="*/ 53332 w 152377"/>
                  <a:gd name="connsiteY33" fmla="*/ 108009 h 125487"/>
                  <a:gd name="connsiteX34" fmla="*/ 4034 w 152377"/>
                  <a:gd name="connsiteY34" fmla="*/ 120558 h 125487"/>
                  <a:gd name="connsiteX35" fmla="*/ 4034 w 152377"/>
                  <a:gd name="connsiteY35" fmla="*/ 18375 h 125487"/>
                  <a:gd name="connsiteX36" fmla="*/ 147448 w 152377"/>
                  <a:gd name="connsiteY36" fmla="*/ 108009 h 125487"/>
                  <a:gd name="connsiteX37" fmla="*/ 98149 w 152377"/>
                  <a:gd name="connsiteY37" fmla="*/ 118317 h 125487"/>
                  <a:gd name="connsiteX38" fmla="*/ 98149 w 152377"/>
                  <a:gd name="connsiteY38" fmla="*/ 17030 h 125487"/>
                  <a:gd name="connsiteX39" fmla="*/ 147448 w 152377"/>
                  <a:gd name="connsiteY39" fmla="*/ 4930 h 125487"/>
                  <a:gd name="connsiteX40" fmla="*/ 147448 w 152377"/>
                  <a:gd name="connsiteY40" fmla="*/ 108009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2377" h="125487">
                    <a:moveTo>
                      <a:pt x="151033" y="448"/>
                    </a:moveTo>
                    <a:cubicBezTo>
                      <a:pt x="150585" y="0"/>
                      <a:pt x="149689" y="0"/>
                      <a:pt x="149241" y="0"/>
                    </a:cubicBezTo>
                    <a:cubicBezTo>
                      <a:pt x="148793" y="0"/>
                      <a:pt x="105768" y="11204"/>
                      <a:pt x="96357" y="12997"/>
                    </a:cubicBezTo>
                    <a:cubicBezTo>
                      <a:pt x="86945" y="9860"/>
                      <a:pt x="81567" y="8067"/>
                      <a:pt x="76189" y="6274"/>
                    </a:cubicBezTo>
                    <a:cubicBezTo>
                      <a:pt x="70811" y="4482"/>
                      <a:pt x="65881" y="2689"/>
                      <a:pt x="56469" y="0"/>
                    </a:cubicBezTo>
                    <a:cubicBezTo>
                      <a:pt x="56469" y="0"/>
                      <a:pt x="56469" y="0"/>
                      <a:pt x="56469" y="0"/>
                    </a:cubicBezTo>
                    <a:cubicBezTo>
                      <a:pt x="56469" y="0"/>
                      <a:pt x="56021" y="0"/>
                      <a:pt x="56021" y="0"/>
                    </a:cubicBezTo>
                    <a:cubicBezTo>
                      <a:pt x="56021" y="0"/>
                      <a:pt x="55573" y="0"/>
                      <a:pt x="55573" y="0"/>
                    </a:cubicBezTo>
                    <a:cubicBezTo>
                      <a:pt x="55573" y="0"/>
                      <a:pt x="55573" y="0"/>
                      <a:pt x="55573" y="0"/>
                    </a:cubicBezTo>
                    <a:lnTo>
                      <a:pt x="1793" y="14341"/>
                    </a:lnTo>
                    <a:cubicBezTo>
                      <a:pt x="896" y="14790"/>
                      <a:pt x="0" y="15686"/>
                      <a:pt x="0" y="16582"/>
                    </a:cubicBezTo>
                    <a:lnTo>
                      <a:pt x="0" y="123247"/>
                    </a:lnTo>
                    <a:cubicBezTo>
                      <a:pt x="0" y="124143"/>
                      <a:pt x="448" y="124591"/>
                      <a:pt x="896" y="125039"/>
                    </a:cubicBezTo>
                    <a:cubicBezTo>
                      <a:pt x="1345" y="125488"/>
                      <a:pt x="1793" y="125488"/>
                      <a:pt x="2241" y="125488"/>
                    </a:cubicBezTo>
                    <a:cubicBezTo>
                      <a:pt x="2241" y="125488"/>
                      <a:pt x="2689" y="125488"/>
                      <a:pt x="2689" y="125488"/>
                    </a:cubicBezTo>
                    <a:lnTo>
                      <a:pt x="56021" y="112043"/>
                    </a:lnTo>
                    <a:lnTo>
                      <a:pt x="95909" y="123247"/>
                    </a:lnTo>
                    <a:cubicBezTo>
                      <a:pt x="95909" y="123247"/>
                      <a:pt x="95909" y="123247"/>
                      <a:pt x="96357" y="123247"/>
                    </a:cubicBezTo>
                    <a:cubicBezTo>
                      <a:pt x="96357" y="123247"/>
                      <a:pt x="96805" y="123247"/>
                      <a:pt x="96805" y="123247"/>
                    </a:cubicBezTo>
                    <a:cubicBezTo>
                      <a:pt x="96805" y="123247"/>
                      <a:pt x="96805" y="123247"/>
                      <a:pt x="97253" y="123247"/>
                    </a:cubicBezTo>
                    <a:cubicBezTo>
                      <a:pt x="97253" y="123247"/>
                      <a:pt x="97253" y="123247"/>
                      <a:pt x="97253" y="123247"/>
                    </a:cubicBezTo>
                    <a:lnTo>
                      <a:pt x="151033" y="112043"/>
                    </a:lnTo>
                    <a:cubicBezTo>
                      <a:pt x="151930" y="112043"/>
                      <a:pt x="152826" y="110698"/>
                      <a:pt x="152826" y="109802"/>
                    </a:cubicBezTo>
                    <a:lnTo>
                      <a:pt x="152826" y="2241"/>
                    </a:lnTo>
                    <a:cubicBezTo>
                      <a:pt x="151930" y="1344"/>
                      <a:pt x="151482" y="896"/>
                      <a:pt x="151033" y="448"/>
                    </a:cubicBezTo>
                    <a:close/>
                    <a:moveTo>
                      <a:pt x="93668" y="17030"/>
                    </a:moveTo>
                    <a:lnTo>
                      <a:pt x="93668" y="118317"/>
                    </a:lnTo>
                    <a:lnTo>
                      <a:pt x="57814" y="108009"/>
                    </a:lnTo>
                    <a:lnTo>
                      <a:pt x="57814" y="5378"/>
                    </a:lnTo>
                    <a:cubicBezTo>
                      <a:pt x="64985" y="7619"/>
                      <a:pt x="69915" y="9412"/>
                      <a:pt x="74396" y="10756"/>
                    </a:cubicBezTo>
                    <a:cubicBezTo>
                      <a:pt x="79774" y="12549"/>
                      <a:pt x="84704" y="13893"/>
                      <a:pt x="93668" y="17030"/>
                    </a:cubicBezTo>
                    <a:close/>
                    <a:moveTo>
                      <a:pt x="4034" y="18375"/>
                    </a:moveTo>
                    <a:lnTo>
                      <a:pt x="53332" y="4930"/>
                    </a:lnTo>
                    <a:lnTo>
                      <a:pt x="53332" y="108009"/>
                    </a:lnTo>
                    <a:lnTo>
                      <a:pt x="4034" y="120558"/>
                    </a:lnTo>
                    <a:lnTo>
                      <a:pt x="4034" y="18375"/>
                    </a:lnTo>
                    <a:close/>
                    <a:moveTo>
                      <a:pt x="147448" y="108009"/>
                    </a:moveTo>
                    <a:lnTo>
                      <a:pt x="98149" y="118317"/>
                    </a:lnTo>
                    <a:lnTo>
                      <a:pt x="98149" y="17030"/>
                    </a:lnTo>
                    <a:cubicBezTo>
                      <a:pt x="108009" y="15238"/>
                      <a:pt x="138037" y="7171"/>
                      <a:pt x="147448" y="4930"/>
                    </a:cubicBezTo>
                    <a:lnTo>
                      <a:pt x="147448" y="108009"/>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63" name="Freeform: Shape 2438">
                <a:extLst>
                  <a:ext uri="{FF2B5EF4-FFF2-40B4-BE49-F238E27FC236}">
                    <a16:creationId xmlns:a16="http://schemas.microsoft.com/office/drawing/2014/main" id="{41453672-1E4B-373F-B724-970CB97BDEEA}"/>
                  </a:ext>
                  <a:ext uri="{C183D7F6-B498-43B3-948B-1728B52AA6E4}">
                    <adec:decorative xmlns:adec="http://schemas.microsoft.com/office/drawing/2017/decorative" val="1"/>
                  </a:ext>
                </a:extLst>
              </p:cNvPr>
              <p:cNvSpPr>
                <a:spLocks noChangeAspect="1"/>
              </p:cNvSpPr>
              <p:nvPr/>
            </p:nvSpPr>
            <p:spPr>
              <a:xfrm>
                <a:off x="8237480" y="3447783"/>
                <a:ext cx="147896" cy="152378"/>
              </a:xfrm>
              <a:custGeom>
                <a:avLst/>
                <a:gdLst>
                  <a:gd name="connsiteX0" fmla="*/ 74420 w 147896"/>
                  <a:gd name="connsiteY0" fmla="*/ 0 h 152377"/>
                  <a:gd name="connsiteX1" fmla="*/ 21088 w 147896"/>
                  <a:gd name="connsiteY1" fmla="*/ 21512 h 152377"/>
                  <a:gd name="connsiteX2" fmla="*/ 16606 w 147896"/>
                  <a:gd name="connsiteY2" fmla="*/ 26442 h 152377"/>
                  <a:gd name="connsiteX3" fmla="*/ 16606 w 147896"/>
                  <a:gd name="connsiteY3" fmla="*/ 26442 h 152377"/>
                  <a:gd name="connsiteX4" fmla="*/ 16606 w 147896"/>
                  <a:gd name="connsiteY4" fmla="*/ 26890 h 152377"/>
                  <a:gd name="connsiteX5" fmla="*/ 24 w 147896"/>
                  <a:gd name="connsiteY5" fmla="*/ 75293 h 152377"/>
                  <a:gd name="connsiteX6" fmla="*/ 77109 w 147896"/>
                  <a:gd name="connsiteY6" fmla="*/ 152378 h 152377"/>
                  <a:gd name="connsiteX7" fmla="*/ 78006 w 147896"/>
                  <a:gd name="connsiteY7" fmla="*/ 152378 h 152377"/>
                  <a:gd name="connsiteX8" fmla="*/ 130441 w 147896"/>
                  <a:gd name="connsiteY8" fmla="*/ 130866 h 152377"/>
                  <a:gd name="connsiteX9" fmla="*/ 151954 w 147896"/>
                  <a:gd name="connsiteY9" fmla="*/ 77533 h 152377"/>
                  <a:gd name="connsiteX10" fmla="*/ 74420 w 147896"/>
                  <a:gd name="connsiteY10" fmla="*/ 0 h 152377"/>
                  <a:gd name="connsiteX11" fmla="*/ 115652 w 147896"/>
                  <a:gd name="connsiteY11" fmla="*/ 73052 h 152377"/>
                  <a:gd name="connsiteX12" fmla="*/ 109378 w 147896"/>
                  <a:gd name="connsiteY12" fmla="*/ 37198 h 152377"/>
                  <a:gd name="connsiteX13" fmla="*/ 129545 w 147896"/>
                  <a:gd name="connsiteY13" fmla="*/ 30924 h 152377"/>
                  <a:gd name="connsiteX14" fmla="*/ 146576 w 147896"/>
                  <a:gd name="connsiteY14" fmla="*/ 73052 h 152377"/>
                  <a:gd name="connsiteX15" fmla="*/ 115652 w 147896"/>
                  <a:gd name="connsiteY15" fmla="*/ 73052 h 152377"/>
                  <a:gd name="connsiteX16" fmla="*/ 76661 w 147896"/>
                  <a:gd name="connsiteY16" fmla="*/ 5378 h 152377"/>
                  <a:gd name="connsiteX17" fmla="*/ 103551 w 147896"/>
                  <a:gd name="connsiteY17" fmla="*/ 33613 h 152377"/>
                  <a:gd name="connsiteX18" fmla="*/ 77109 w 147896"/>
                  <a:gd name="connsiteY18" fmla="*/ 36302 h 152377"/>
                  <a:gd name="connsiteX19" fmla="*/ 76661 w 147896"/>
                  <a:gd name="connsiteY19" fmla="*/ 5378 h 152377"/>
                  <a:gd name="connsiteX20" fmla="*/ 72628 w 147896"/>
                  <a:gd name="connsiteY20" fmla="*/ 36302 h 152377"/>
                  <a:gd name="connsiteX21" fmla="*/ 71731 w 147896"/>
                  <a:gd name="connsiteY21" fmla="*/ 36302 h 152377"/>
                  <a:gd name="connsiteX22" fmla="*/ 45737 w 147896"/>
                  <a:gd name="connsiteY22" fmla="*/ 34061 h 152377"/>
                  <a:gd name="connsiteX23" fmla="*/ 58734 w 147896"/>
                  <a:gd name="connsiteY23" fmla="*/ 12549 h 152377"/>
                  <a:gd name="connsiteX24" fmla="*/ 72628 w 147896"/>
                  <a:gd name="connsiteY24" fmla="*/ 5378 h 152377"/>
                  <a:gd name="connsiteX25" fmla="*/ 72628 w 147896"/>
                  <a:gd name="connsiteY25" fmla="*/ 36302 h 152377"/>
                  <a:gd name="connsiteX26" fmla="*/ 71731 w 147896"/>
                  <a:gd name="connsiteY26" fmla="*/ 40783 h 152377"/>
                  <a:gd name="connsiteX27" fmla="*/ 73076 w 147896"/>
                  <a:gd name="connsiteY27" fmla="*/ 40783 h 152377"/>
                  <a:gd name="connsiteX28" fmla="*/ 73524 w 147896"/>
                  <a:gd name="connsiteY28" fmla="*/ 72604 h 152377"/>
                  <a:gd name="connsiteX29" fmla="*/ 39463 w 147896"/>
                  <a:gd name="connsiteY29" fmla="*/ 72604 h 152377"/>
                  <a:gd name="connsiteX30" fmla="*/ 44841 w 147896"/>
                  <a:gd name="connsiteY30" fmla="*/ 38094 h 152377"/>
                  <a:gd name="connsiteX31" fmla="*/ 71731 w 147896"/>
                  <a:gd name="connsiteY31" fmla="*/ 40783 h 152377"/>
                  <a:gd name="connsiteX32" fmla="*/ 34533 w 147896"/>
                  <a:gd name="connsiteY32" fmla="*/ 73052 h 152377"/>
                  <a:gd name="connsiteX33" fmla="*/ 4058 w 147896"/>
                  <a:gd name="connsiteY33" fmla="*/ 73052 h 152377"/>
                  <a:gd name="connsiteX34" fmla="*/ 18399 w 147896"/>
                  <a:gd name="connsiteY34" fmla="*/ 31820 h 152377"/>
                  <a:gd name="connsiteX35" fmla="*/ 39911 w 147896"/>
                  <a:gd name="connsiteY35" fmla="*/ 37646 h 152377"/>
                  <a:gd name="connsiteX36" fmla="*/ 34533 w 147896"/>
                  <a:gd name="connsiteY36" fmla="*/ 73052 h 152377"/>
                  <a:gd name="connsiteX37" fmla="*/ 34533 w 147896"/>
                  <a:gd name="connsiteY37" fmla="*/ 77533 h 152377"/>
                  <a:gd name="connsiteX38" fmla="*/ 40807 w 147896"/>
                  <a:gd name="connsiteY38" fmla="*/ 116076 h 152377"/>
                  <a:gd name="connsiteX39" fmla="*/ 20640 w 147896"/>
                  <a:gd name="connsiteY39" fmla="*/ 121006 h 152377"/>
                  <a:gd name="connsiteX40" fmla="*/ 4058 w 147896"/>
                  <a:gd name="connsiteY40" fmla="*/ 77533 h 152377"/>
                  <a:gd name="connsiteX41" fmla="*/ 34533 w 147896"/>
                  <a:gd name="connsiteY41" fmla="*/ 77533 h 152377"/>
                  <a:gd name="connsiteX42" fmla="*/ 39015 w 147896"/>
                  <a:gd name="connsiteY42" fmla="*/ 77533 h 152377"/>
                  <a:gd name="connsiteX43" fmla="*/ 73076 w 147896"/>
                  <a:gd name="connsiteY43" fmla="*/ 77533 h 152377"/>
                  <a:gd name="connsiteX44" fmla="*/ 73524 w 147896"/>
                  <a:gd name="connsiteY44" fmla="*/ 113835 h 152377"/>
                  <a:gd name="connsiteX45" fmla="*/ 71731 w 147896"/>
                  <a:gd name="connsiteY45" fmla="*/ 113835 h 152377"/>
                  <a:gd name="connsiteX46" fmla="*/ 44841 w 147896"/>
                  <a:gd name="connsiteY46" fmla="*/ 115628 h 152377"/>
                  <a:gd name="connsiteX47" fmla="*/ 39015 w 147896"/>
                  <a:gd name="connsiteY47" fmla="*/ 77533 h 152377"/>
                  <a:gd name="connsiteX48" fmla="*/ 71731 w 147896"/>
                  <a:gd name="connsiteY48" fmla="*/ 118317 h 152377"/>
                  <a:gd name="connsiteX49" fmla="*/ 73524 w 147896"/>
                  <a:gd name="connsiteY49" fmla="*/ 118317 h 152377"/>
                  <a:gd name="connsiteX50" fmla="*/ 73972 w 147896"/>
                  <a:gd name="connsiteY50" fmla="*/ 147448 h 152377"/>
                  <a:gd name="connsiteX51" fmla="*/ 46634 w 147896"/>
                  <a:gd name="connsiteY51" fmla="*/ 119661 h 152377"/>
                  <a:gd name="connsiteX52" fmla="*/ 71731 w 147896"/>
                  <a:gd name="connsiteY52" fmla="*/ 118317 h 152377"/>
                  <a:gd name="connsiteX53" fmla="*/ 91451 w 147896"/>
                  <a:gd name="connsiteY53" fmla="*/ 139829 h 152377"/>
                  <a:gd name="connsiteX54" fmla="*/ 78454 w 147896"/>
                  <a:gd name="connsiteY54" fmla="*/ 147000 h 152377"/>
                  <a:gd name="connsiteX55" fmla="*/ 78006 w 147896"/>
                  <a:gd name="connsiteY55" fmla="*/ 118317 h 152377"/>
                  <a:gd name="connsiteX56" fmla="*/ 103103 w 147896"/>
                  <a:gd name="connsiteY56" fmla="*/ 121454 h 152377"/>
                  <a:gd name="connsiteX57" fmla="*/ 91451 w 147896"/>
                  <a:gd name="connsiteY57" fmla="*/ 139829 h 152377"/>
                  <a:gd name="connsiteX58" fmla="*/ 107585 w 147896"/>
                  <a:gd name="connsiteY58" fmla="*/ 122799 h 152377"/>
                  <a:gd name="connsiteX59" fmla="*/ 125512 w 147896"/>
                  <a:gd name="connsiteY59" fmla="*/ 128177 h 152377"/>
                  <a:gd name="connsiteX60" fmla="*/ 91003 w 147896"/>
                  <a:gd name="connsiteY60" fmla="*/ 146104 h 152377"/>
                  <a:gd name="connsiteX61" fmla="*/ 94588 w 147896"/>
                  <a:gd name="connsiteY61" fmla="*/ 142966 h 152377"/>
                  <a:gd name="connsiteX62" fmla="*/ 107585 w 147896"/>
                  <a:gd name="connsiteY62" fmla="*/ 122799 h 152377"/>
                  <a:gd name="connsiteX63" fmla="*/ 78006 w 147896"/>
                  <a:gd name="connsiteY63" fmla="*/ 113835 h 152377"/>
                  <a:gd name="connsiteX64" fmla="*/ 77557 w 147896"/>
                  <a:gd name="connsiteY64" fmla="*/ 77533 h 152377"/>
                  <a:gd name="connsiteX65" fmla="*/ 111170 w 147896"/>
                  <a:gd name="connsiteY65" fmla="*/ 77533 h 152377"/>
                  <a:gd name="connsiteX66" fmla="*/ 104896 w 147896"/>
                  <a:gd name="connsiteY66" fmla="*/ 117421 h 152377"/>
                  <a:gd name="connsiteX67" fmla="*/ 78006 w 147896"/>
                  <a:gd name="connsiteY67" fmla="*/ 113835 h 152377"/>
                  <a:gd name="connsiteX68" fmla="*/ 77557 w 147896"/>
                  <a:gd name="connsiteY68" fmla="*/ 73052 h 152377"/>
                  <a:gd name="connsiteX69" fmla="*/ 77109 w 147896"/>
                  <a:gd name="connsiteY69" fmla="*/ 41232 h 152377"/>
                  <a:gd name="connsiteX70" fmla="*/ 104896 w 147896"/>
                  <a:gd name="connsiteY70" fmla="*/ 38094 h 152377"/>
                  <a:gd name="connsiteX71" fmla="*/ 110722 w 147896"/>
                  <a:gd name="connsiteY71" fmla="*/ 73052 h 152377"/>
                  <a:gd name="connsiteX72" fmla="*/ 77557 w 147896"/>
                  <a:gd name="connsiteY72" fmla="*/ 73052 h 152377"/>
                  <a:gd name="connsiteX73" fmla="*/ 126408 w 147896"/>
                  <a:gd name="connsiteY73" fmla="*/ 27338 h 152377"/>
                  <a:gd name="connsiteX74" fmla="*/ 108033 w 147896"/>
                  <a:gd name="connsiteY74" fmla="*/ 32716 h 152377"/>
                  <a:gd name="connsiteX75" fmla="*/ 90106 w 147896"/>
                  <a:gd name="connsiteY75" fmla="*/ 6274 h 152377"/>
                  <a:gd name="connsiteX76" fmla="*/ 126408 w 147896"/>
                  <a:gd name="connsiteY76" fmla="*/ 27338 h 152377"/>
                  <a:gd name="connsiteX77" fmla="*/ 24225 w 147896"/>
                  <a:gd name="connsiteY77" fmla="*/ 24649 h 152377"/>
                  <a:gd name="connsiteX78" fmla="*/ 59631 w 147896"/>
                  <a:gd name="connsiteY78" fmla="*/ 5826 h 152377"/>
                  <a:gd name="connsiteX79" fmla="*/ 55149 w 147896"/>
                  <a:gd name="connsiteY79" fmla="*/ 9412 h 152377"/>
                  <a:gd name="connsiteX80" fmla="*/ 40807 w 147896"/>
                  <a:gd name="connsiteY80" fmla="*/ 33165 h 152377"/>
                  <a:gd name="connsiteX81" fmla="*/ 20640 w 147896"/>
                  <a:gd name="connsiteY81" fmla="*/ 27787 h 152377"/>
                  <a:gd name="connsiteX82" fmla="*/ 24225 w 147896"/>
                  <a:gd name="connsiteY82" fmla="*/ 24649 h 152377"/>
                  <a:gd name="connsiteX83" fmla="*/ 23777 w 147896"/>
                  <a:gd name="connsiteY83" fmla="*/ 124591 h 152377"/>
                  <a:gd name="connsiteX84" fmla="*/ 42152 w 147896"/>
                  <a:gd name="connsiteY84" fmla="*/ 120558 h 152377"/>
                  <a:gd name="connsiteX85" fmla="*/ 58734 w 147896"/>
                  <a:gd name="connsiteY85" fmla="*/ 145207 h 152377"/>
                  <a:gd name="connsiteX86" fmla="*/ 23777 w 147896"/>
                  <a:gd name="connsiteY86" fmla="*/ 124591 h 152377"/>
                  <a:gd name="connsiteX87" fmla="*/ 128649 w 147896"/>
                  <a:gd name="connsiteY87" fmla="*/ 125039 h 152377"/>
                  <a:gd name="connsiteX88" fmla="*/ 128649 w 147896"/>
                  <a:gd name="connsiteY88" fmla="*/ 125039 h 152377"/>
                  <a:gd name="connsiteX89" fmla="*/ 108929 w 147896"/>
                  <a:gd name="connsiteY89" fmla="*/ 118765 h 152377"/>
                  <a:gd name="connsiteX90" fmla="*/ 115204 w 147896"/>
                  <a:gd name="connsiteY90" fmla="*/ 77533 h 152377"/>
                  <a:gd name="connsiteX91" fmla="*/ 146576 w 147896"/>
                  <a:gd name="connsiteY91" fmla="*/ 77533 h 152377"/>
                  <a:gd name="connsiteX92" fmla="*/ 128649 w 147896"/>
                  <a:gd name="connsiteY92" fmla="*/ 125039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47896" h="152377">
                    <a:moveTo>
                      <a:pt x="74420" y="0"/>
                    </a:moveTo>
                    <a:cubicBezTo>
                      <a:pt x="54253" y="0"/>
                      <a:pt x="34981" y="7619"/>
                      <a:pt x="21088" y="21512"/>
                    </a:cubicBezTo>
                    <a:cubicBezTo>
                      <a:pt x="19744" y="23305"/>
                      <a:pt x="17951" y="24649"/>
                      <a:pt x="16606" y="26442"/>
                    </a:cubicBezTo>
                    <a:cubicBezTo>
                      <a:pt x="16606" y="26442"/>
                      <a:pt x="16606" y="26442"/>
                      <a:pt x="16606" y="26442"/>
                    </a:cubicBezTo>
                    <a:lnTo>
                      <a:pt x="16606" y="26890"/>
                    </a:lnTo>
                    <a:cubicBezTo>
                      <a:pt x="5402" y="40335"/>
                      <a:pt x="-424" y="57366"/>
                      <a:pt x="24" y="75293"/>
                    </a:cubicBezTo>
                    <a:cubicBezTo>
                      <a:pt x="472" y="117421"/>
                      <a:pt x="34981" y="151482"/>
                      <a:pt x="77109" y="152378"/>
                    </a:cubicBezTo>
                    <a:cubicBezTo>
                      <a:pt x="77557" y="152378"/>
                      <a:pt x="77557" y="152378"/>
                      <a:pt x="78006" y="152378"/>
                    </a:cubicBezTo>
                    <a:cubicBezTo>
                      <a:pt x="98173" y="152378"/>
                      <a:pt x="116548" y="144759"/>
                      <a:pt x="130441" y="130866"/>
                    </a:cubicBezTo>
                    <a:cubicBezTo>
                      <a:pt x="144783" y="116524"/>
                      <a:pt x="152402" y="97701"/>
                      <a:pt x="151954" y="77533"/>
                    </a:cubicBezTo>
                    <a:cubicBezTo>
                      <a:pt x="151057" y="34957"/>
                      <a:pt x="116548" y="448"/>
                      <a:pt x="74420" y="0"/>
                    </a:cubicBezTo>
                    <a:close/>
                    <a:moveTo>
                      <a:pt x="115652" y="73052"/>
                    </a:moveTo>
                    <a:cubicBezTo>
                      <a:pt x="115204" y="60055"/>
                      <a:pt x="112963" y="47506"/>
                      <a:pt x="109378" y="37198"/>
                    </a:cubicBezTo>
                    <a:cubicBezTo>
                      <a:pt x="116548" y="35405"/>
                      <a:pt x="123271" y="33613"/>
                      <a:pt x="129545" y="30924"/>
                    </a:cubicBezTo>
                    <a:cubicBezTo>
                      <a:pt x="139405" y="42576"/>
                      <a:pt x="145679" y="57366"/>
                      <a:pt x="146576" y="73052"/>
                    </a:cubicBezTo>
                    <a:lnTo>
                      <a:pt x="115652" y="73052"/>
                    </a:lnTo>
                    <a:close/>
                    <a:moveTo>
                      <a:pt x="76661" y="5378"/>
                    </a:moveTo>
                    <a:cubicBezTo>
                      <a:pt x="87417" y="6723"/>
                      <a:pt x="97277" y="17479"/>
                      <a:pt x="103551" y="33613"/>
                    </a:cubicBezTo>
                    <a:cubicBezTo>
                      <a:pt x="95036" y="35405"/>
                      <a:pt x="86073" y="36302"/>
                      <a:pt x="77109" y="36302"/>
                    </a:cubicBezTo>
                    <a:lnTo>
                      <a:pt x="76661" y="5378"/>
                    </a:lnTo>
                    <a:close/>
                    <a:moveTo>
                      <a:pt x="72628" y="36302"/>
                    </a:moveTo>
                    <a:cubicBezTo>
                      <a:pt x="72179" y="36302"/>
                      <a:pt x="71731" y="36302"/>
                      <a:pt x="71731" y="36302"/>
                    </a:cubicBezTo>
                    <a:cubicBezTo>
                      <a:pt x="62768" y="36302"/>
                      <a:pt x="54253" y="35405"/>
                      <a:pt x="45737" y="34061"/>
                    </a:cubicBezTo>
                    <a:cubicBezTo>
                      <a:pt x="48875" y="25098"/>
                      <a:pt x="53356" y="17927"/>
                      <a:pt x="58734" y="12549"/>
                    </a:cubicBezTo>
                    <a:cubicBezTo>
                      <a:pt x="63216" y="8067"/>
                      <a:pt x="67698" y="5826"/>
                      <a:pt x="72628" y="5378"/>
                    </a:cubicBezTo>
                    <a:lnTo>
                      <a:pt x="72628" y="36302"/>
                    </a:lnTo>
                    <a:close/>
                    <a:moveTo>
                      <a:pt x="71731" y="40783"/>
                    </a:moveTo>
                    <a:cubicBezTo>
                      <a:pt x="72179" y="40783"/>
                      <a:pt x="72628" y="40783"/>
                      <a:pt x="73076" y="40783"/>
                    </a:cubicBezTo>
                    <a:lnTo>
                      <a:pt x="73524" y="72604"/>
                    </a:lnTo>
                    <a:lnTo>
                      <a:pt x="39463" y="72604"/>
                    </a:lnTo>
                    <a:cubicBezTo>
                      <a:pt x="39463" y="60055"/>
                      <a:pt x="41704" y="48402"/>
                      <a:pt x="44841" y="38094"/>
                    </a:cubicBezTo>
                    <a:cubicBezTo>
                      <a:pt x="52908" y="39887"/>
                      <a:pt x="62320" y="40783"/>
                      <a:pt x="71731" y="40783"/>
                    </a:cubicBezTo>
                    <a:close/>
                    <a:moveTo>
                      <a:pt x="34533" y="73052"/>
                    </a:moveTo>
                    <a:lnTo>
                      <a:pt x="4058" y="73052"/>
                    </a:lnTo>
                    <a:cubicBezTo>
                      <a:pt x="4506" y="57814"/>
                      <a:pt x="9436" y="43921"/>
                      <a:pt x="18399" y="31820"/>
                    </a:cubicBezTo>
                    <a:cubicBezTo>
                      <a:pt x="25121" y="34061"/>
                      <a:pt x="32292" y="36302"/>
                      <a:pt x="39911" y="37646"/>
                    </a:cubicBezTo>
                    <a:cubicBezTo>
                      <a:pt x="36326" y="48402"/>
                      <a:pt x="34533" y="60055"/>
                      <a:pt x="34533" y="73052"/>
                    </a:cubicBezTo>
                    <a:close/>
                    <a:moveTo>
                      <a:pt x="34533" y="77533"/>
                    </a:moveTo>
                    <a:cubicBezTo>
                      <a:pt x="34533" y="91875"/>
                      <a:pt x="37222" y="104872"/>
                      <a:pt x="40807" y="116076"/>
                    </a:cubicBezTo>
                    <a:cubicBezTo>
                      <a:pt x="33637" y="117421"/>
                      <a:pt x="26914" y="118765"/>
                      <a:pt x="20640" y="121006"/>
                    </a:cubicBezTo>
                    <a:cubicBezTo>
                      <a:pt x="10780" y="108905"/>
                      <a:pt x="4506" y="94116"/>
                      <a:pt x="4058" y="77533"/>
                    </a:cubicBezTo>
                    <a:lnTo>
                      <a:pt x="34533" y="77533"/>
                    </a:lnTo>
                    <a:close/>
                    <a:moveTo>
                      <a:pt x="39015" y="77533"/>
                    </a:moveTo>
                    <a:lnTo>
                      <a:pt x="73076" y="77533"/>
                    </a:lnTo>
                    <a:lnTo>
                      <a:pt x="73524" y="113835"/>
                    </a:lnTo>
                    <a:cubicBezTo>
                      <a:pt x="73076" y="113835"/>
                      <a:pt x="72628" y="113835"/>
                      <a:pt x="71731" y="113835"/>
                    </a:cubicBezTo>
                    <a:cubicBezTo>
                      <a:pt x="62768" y="113835"/>
                      <a:pt x="53356" y="114283"/>
                      <a:pt x="44841" y="115628"/>
                    </a:cubicBezTo>
                    <a:cubicBezTo>
                      <a:pt x="41256" y="104424"/>
                      <a:pt x="39015" y="91427"/>
                      <a:pt x="39015" y="77533"/>
                    </a:cubicBezTo>
                    <a:close/>
                    <a:moveTo>
                      <a:pt x="71731" y="118317"/>
                    </a:moveTo>
                    <a:cubicBezTo>
                      <a:pt x="72179" y="118317"/>
                      <a:pt x="73076" y="118317"/>
                      <a:pt x="73524" y="118317"/>
                    </a:cubicBezTo>
                    <a:lnTo>
                      <a:pt x="73972" y="147448"/>
                    </a:lnTo>
                    <a:cubicBezTo>
                      <a:pt x="62768" y="146552"/>
                      <a:pt x="53356" y="135796"/>
                      <a:pt x="46634" y="119661"/>
                    </a:cubicBezTo>
                    <a:cubicBezTo>
                      <a:pt x="54701" y="118765"/>
                      <a:pt x="63216" y="117869"/>
                      <a:pt x="71731" y="118317"/>
                    </a:cubicBezTo>
                    <a:close/>
                    <a:moveTo>
                      <a:pt x="91451" y="139829"/>
                    </a:moveTo>
                    <a:cubicBezTo>
                      <a:pt x="87417" y="143863"/>
                      <a:pt x="82936" y="146104"/>
                      <a:pt x="78454" y="147000"/>
                    </a:cubicBezTo>
                    <a:lnTo>
                      <a:pt x="78006" y="118317"/>
                    </a:lnTo>
                    <a:cubicBezTo>
                      <a:pt x="86073" y="118765"/>
                      <a:pt x="94588" y="120110"/>
                      <a:pt x="103103" y="121454"/>
                    </a:cubicBezTo>
                    <a:cubicBezTo>
                      <a:pt x="99966" y="129073"/>
                      <a:pt x="95932" y="135347"/>
                      <a:pt x="91451" y="139829"/>
                    </a:cubicBezTo>
                    <a:close/>
                    <a:moveTo>
                      <a:pt x="107585" y="122799"/>
                    </a:moveTo>
                    <a:cubicBezTo>
                      <a:pt x="113859" y="124143"/>
                      <a:pt x="119685" y="125936"/>
                      <a:pt x="125512" y="128177"/>
                    </a:cubicBezTo>
                    <a:cubicBezTo>
                      <a:pt x="116100" y="137588"/>
                      <a:pt x="103999" y="143415"/>
                      <a:pt x="91003" y="146104"/>
                    </a:cubicBezTo>
                    <a:cubicBezTo>
                      <a:pt x="92347" y="145207"/>
                      <a:pt x="93243" y="144311"/>
                      <a:pt x="94588" y="142966"/>
                    </a:cubicBezTo>
                    <a:cubicBezTo>
                      <a:pt x="99966" y="138036"/>
                      <a:pt x="103999" y="130866"/>
                      <a:pt x="107585" y="122799"/>
                    </a:cubicBezTo>
                    <a:close/>
                    <a:moveTo>
                      <a:pt x="78006" y="113835"/>
                    </a:moveTo>
                    <a:lnTo>
                      <a:pt x="77557" y="77533"/>
                    </a:lnTo>
                    <a:lnTo>
                      <a:pt x="111170" y="77533"/>
                    </a:lnTo>
                    <a:cubicBezTo>
                      <a:pt x="111170" y="92323"/>
                      <a:pt x="108929" y="106216"/>
                      <a:pt x="104896" y="117421"/>
                    </a:cubicBezTo>
                    <a:cubicBezTo>
                      <a:pt x="95932" y="115628"/>
                      <a:pt x="86969" y="114283"/>
                      <a:pt x="78006" y="113835"/>
                    </a:cubicBezTo>
                    <a:close/>
                    <a:moveTo>
                      <a:pt x="77557" y="73052"/>
                    </a:moveTo>
                    <a:lnTo>
                      <a:pt x="77109" y="41232"/>
                    </a:lnTo>
                    <a:cubicBezTo>
                      <a:pt x="86521" y="40783"/>
                      <a:pt x="95932" y="39887"/>
                      <a:pt x="104896" y="38094"/>
                    </a:cubicBezTo>
                    <a:cubicBezTo>
                      <a:pt x="108481" y="48402"/>
                      <a:pt x="110274" y="60503"/>
                      <a:pt x="110722" y="73052"/>
                    </a:cubicBezTo>
                    <a:lnTo>
                      <a:pt x="77557" y="73052"/>
                    </a:lnTo>
                    <a:close/>
                    <a:moveTo>
                      <a:pt x="126408" y="27338"/>
                    </a:moveTo>
                    <a:cubicBezTo>
                      <a:pt x="120582" y="29579"/>
                      <a:pt x="114307" y="31372"/>
                      <a:pt x="108033" y="32716"/>
                    </a:cubicBezTo>
                    <a:cubicBezTo>
                      <a:pt x="103551" y="21064"/>
                      <a:pt x="97277" y="12101"/>
                      <a:pt x="90106" y="6274"/>
                    </a:cubicBezTo>
                    <a:cubicBezTo>
                      <a:pt x="103999" y="9412"/>
                      <a:pt x="116548" y="17030"/>
                      <a:pt x="126408" y="27338"/>
                    </a:cubicBezTo>
                    <a:close/>
                    <a:moveTo>
                      <a:pt x="24225" y="24649"/>
                    </a:moveTo>
                    <a:cubicBezTo>
                      <a:pt x="34085" y="14790"/>
                      <a:pt x="46186" y="8515"/>
                      <a:pt x="59631" y="5826"/>
                    </a:cubicBezTo>
                    <a:cubicBezTo>
                      <a:pt x="58286" y="6723"/>
                      <a:pt x="56493" y="8067"/>
                      <a:pt x="55149" y="9412"/>
                    </a:cubicBezTo>
                    <a:cubicBezTo>
                      <a:pt x="49323" y="15238"/>
                      <a:pt x="44393" y="23305"/>
                      <a:pt x="40807" y="33165"/>
                    </a:cubicBezTo>
                    <a:cubicBezTo>
                      <a:pt x="33637" y="31820"/>
                      <a:pt x="26914" y="30027"/>
                      <a:pt x="20640" y="27787"/>
                    </a:cubicBezTo>
                    <a:cubicBezTo>
                      <a:pt x="21984" y="26890"/>
                      <a:pt x="22881" y="25994"/>
                      <a:pt x="24225" y="24649"/>
                    </a:cubicBezTo>
                    <a:close/>
                    <a:moveTo>
                      <a:pt x="23777" y="124591"/>
                    </a:moveTo>
                    <a:cubicBezTo>
                      <a:pt x="29603" y="122799"/>
                      <a:pt x="35878" y="121454"/>
                      <a:pt x="42152" y="120558"/>
                    </a:cubicBezTo>
                    <a:cubicBezTo>
                      <a:pt x="46186" y="131314"/>
                      <a:pt x="52012" y="139829"/>
                      <a:pt x="58734" y="145207"/>
                    </a:cubicBezTo>
                    <a:cubicBezTo>
                      <a:pt x="45289" y="141622"/>
                      <a:pt x="33189" y="134451"/>
                      <a:pt x="23777" y="124591"/>
                    </a:cubicBezTo>
                    <a:close/>
                    <a:moveTo>
                      <a:pt x="128649" y="125039"/>
                    </a:moveTo>
                    <a:lnTo>
                      <a:pt x="128649" y="125039"/>
                    </a:lnTo>
                    <a:cubicBezTo>
                      <a:pt x="122374" y="122350"/>
                      <a:pt x="115652" y="120110"/>
                      <a:pt x="108929" y="118765"/>
                    </a:cubicBezTo>
                    <a:cubicBezTo>
                      <a:pt x="112963" y="106665"/>
                      <a:pt x="115652" y="92771"/>
                      <a:pt x="115204" y="77533"/>
                    </a:cubicBezTo>
                    <a:lnTo>
                      <a:pt x="146576" y="77533"/>
                    </a:lnTo>
                    <a:cubicBezTo>
                      <a:pt x="147024" y="95012"/>
                      <a:pt x="140749" y="112043"/>
                      <a:pt x="128649" y="12503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64" name="Freeform: Shape 2439">
                <a:extLst>
                  <a:ext uri="{FF2B5EF4-FFF2-40B4-BE49-F238E27FC236}">
                    <a16:creationId xmlns:a16="http://schemas.microsoft.com/office/drawing/2014/main" id="{0B6C047C-7BB3-865B-E24C-C3E330D0B81D}"/>
                  </a:ext>
                  <a:ext uri="{C183D7F6-B498-43B3-948B-1728B52AA6E4}">
                    <adec:decorative xmlns:adec="http://schemas.microsoft.com/office/drawing/2017/decorative" val="1"/>
                  </a:ext>
                </a:extLst>
              </p:cNvPr>
              <p:cNvSpPr>
                <a:spLocks noChangeAspect="1"/>
              </p:cNvSpPr>
              <p:nvPr/>
            </p:nvSpPr>
            <p:spPr>
              <a:xfrm>
                <a:off x="8497443" y="3447783"/>
                <a:ext cx="152378" cy="152378"/>
              </a:xfrm>
              <a:custGeom>
                <a:avLst/>
                <a:gdLst>
                  <a:gd name="connsiteX0" fmla="*/ 76189 w 152377"/>
                  <a:gd name="connsiteY0" fmla="*/ 0 h 152377"/>
                  <a:gd name="connsiteX1" fmla="*/ 0 w 152377"/>
                  <a:gd name="connsiteY1" fmla="*/ 76189 h 152377"/>
                  <a:gd name="connsiteX2" fmla="*/ 76189 w 152377"/>
                  <a:gd name="connsiteY2" fmla="*/ 152378 h 152377"/>
                  <a:gd name="connsiteX3" fmla="*/ 152378 w 152377"/>
                  <a:gd name="connsiteY3" fmla="*/ 76189 h 152377"/>
                  <a:gd name="connsiteX4" fmla="*/ 76189 w 152377"/>
                  <a:gd name="connsiteY4" fmla="*/ 0 h 152377"/>
                  <a:gd name="connsiteX5" fmla="*/ 130417 w 152377"/>
                  <a:gd name="connsiteY5" fmla="*/ 29131 h 152377"/>
                  <a:gd name="connsiteX6" fmla="*/ 119661 w 152377"/>
                  <a:gd name="connsiteY6" fmla="*/ 26890 h 152377"/>
                  <a:gd name="connsiteX7" fmla="*/ 108457 w 152377"/>
                  <a:gd name="connsiteY7" fmla="*/ 27787 h 152377"/>
                  <a:gd name="connsiteX8" fmla="*/ 105320 w 152377"/>
                  <a:gd name="connsiteY8" fmla="*/ 30027 h 152377"/>
                  <a:gd name="connsiteX9" fmla="*/ 98149 w 152377"/>
                  <a:gd name="connsiteY9" fmla="*/ 32716 h 152377"/>
                  <a:gd name="connsiteX10" fmla="*/ 95012 w 152377"/>
                  <a:gd name="connsiteY10" fmla="*/ 29131 h 152377"/>
                  <a:gd name="connsiteX11" fmla="*/ 106664 w 152377"/>
                  <a:gd name="connsiteY11" fmla="*/ 10756 h 152377"/>
                  <a:gd name="connsiteX12" fmla="*/ 130417 w 152377"/>
                  <a:gd name="connsiteY12" fmla="*/ 29131 h 152377"/>
                  <a:gd name="connsiteX13" fmla="*/ 56469 w 152377"/>
                  <a:gd name="connsiteY13" fmla="*/ 7171 h 152377"/>
                  <a:gd name="connsiteX14" fmla="*/ 63640 w 152377"/>
                  <a:gd name="connsiteY14" fmla="*/ 30476 h 152377"/>
                  <a:gd name="connsiteX15" fmla="*/ 53780 w 152377"/>
                  <a:gd name="connsiteY15" fmla="*/ 37198 h 152377"/>
                  <a:gd name="connsiteX16" fmla="*/ 49747 w 152377"/>
                  <a:gd name="connsiteY16" fmla="*/ 38543 h 152377"/>
                  <a:gd name="connsiteX17" fmla="*/ 45265 w 152377"/>
                  <a:gd name="connsiteY17" fmla="*/ 39887 h 152377"/>
                  <a:gd name="connsiteX18" fmla="*/ 32716 w 152377"/>
                  <a:gd name="connsiteY18" fmla="*/ 46162 h 152377"/>
                  <a:gd name="connsiteX19" fmla="*/ 34061 w 152377"/>
                  <a:gd name="connsiteY19" fmla="*/ 50643 h 152377"/>
                  <a:gd name="connsiteX20" fmla="*/ 44817 w 152377"/>
                  <a:gd name="connsiteY20" fmla="*/ 56918 h 152377"/>
                  <a:gd name="connsiteX21" fmla="*/ 55125 w 152377"/>
                  <a:gd name="connsiteY21" fmla="*/ 62744 h 152377"/>
                  <a:gd name="connsiteX22" fmla="*/ 59158 w 152377"/>
                  <a:gd name="connsiteY22" fmla="*/ 70811 h 152377"/>
                  <a:gd name="connsiteX23" fmla="*/ 66329 w 152377"/>
                  <a:gd name="connsiteY23" fmla="*/ 78430 h 152377"/>
                  <a:gd name="connsiteX24" fmla="*/ 74844 w 152377"/>
                  <a:gd name="connsiteY24" fmla="*/ 73948 h 152377"/>
                  <a:gd name="connsiteX25" fmla="*/ 81119 w 152377"/>
                  <a:gd name="connsiteY25" fmla="*/ 71707 h 152377"/>
                  <a:gd name="connsiteX26" fmla="*/ 80222 w 152377"/>
                  <a:gd name="connsiteY26" fmla="*/ 82912 h 152377"/>
                  <a:gd name="connsiteX27" fmla="*/ 70363 w 152377"/>
                  <a:gd name="connsiteY27" fmla="*/ 96805 h 152377"/>
                  <a:gd name="connsiteX28" fmla="*/ 66329 w 152377"/>
                  <a:gd name="connsiteY28" fmla="*/ 109354 h 152377"/>
                  <a:gd name="connsiteX29" fmla="*/ 66329 w 152377"/>
                  <a:gd name="connsiteY29" fmla="*/ 112043 h 152377"/>
                  <a:gd name="connsiteX30" fmla="*/ 64536 w 152377"/>
                  <a:gd name="connsiteY30" fmla="*/ 113835 h 152377"/>
                  <a:gd name="connsiteX31" fmla="*/ 57366 w 152377"/>
                  <a:gd name="connsiteY31" fmla="*/ 126832 h 152377"/>
                  <a:gd name="connsiteX32" fmla="*/ 49747 w 152377"/>
                  <a:gd name="connsiteY32" fmla="*/ 132210 h 152377"/>
                  <a:gd name="connsiteX33" fmla="*/ 44817 w 152377"/>
                  <a:gd name="connsiteY33" fmla="*/ 128177 h 152377"/>
                  <a:gd name="connsiteX34" fmla="*/ 44817 w 152377"/>
                  <a:gd name="connsiteY34" fmla="*/ 112939 h 152377"/>
                  <a:gd name="connsiteX35" fmla="*/ 42576 w 152377"/>
                  <a:gd name="connsiteY35" fmla="*/ 95012 h 152377"/>
                  <a:gd name="connsiteX36" fmla="*/ 33165 w 152377"/>
                  <a:gd name="connsiteY36" fmla="*/ 69915 h 152377"/>
                  <a:gd name="connsiteX37" fmla="*/ 13445 w 152377"/>
                  <a:gd name="connsiteY37" fmla="*/ 40335 h 152377"/>
                  <a:gd name="connsiteX38" fmla="*/ 56469 w 152377"/>
                  <a:gd name="connsiteY38" fmla="*/ 7171 h 152377"/>
                  <a:gd name="connsiteX39" fmla="*/ 76189 w 152377"/>
                  <a:gd name="connsiteY39" fmla="*/ 147896 h 152377"/>
                  <a:gd name="connsiteX40" fmla="*/ 4482 w 152377"/>
                  <a:gd name="connsiteY40" fmla="*/ 76189 h 152377"/>
                  <a:gd name="connsiteX41" fmla="*/ 11652 w 152377"/>
                  <a:gd name="connsiteY41" fmla="*/ 44817 h 152377"/>
                  <a:gd name="connsiteX42" fmla="*/ 29131 w 152377"/>
                  <a:gd name="connsiteY42" fmla="*/ 69018 h 152377"/>
                  <a:gd name="connsiteX43" fmla="*/ 39439 w 152377"/>
                  <a:gd name="connsiteY43" fmla="*/ 98597 h 152377"/>
                  <a:gd name="connsiteX44" fmla="*/ 40335 w 152377"/>
                  <a:gd name="connsiteY44" fmla="*/ 112939 h 152377"/>
                  <a:gd name="connsiteX45" fmla="*/ 40335 w 152377"/>
                  <a:gd name="connsiteY45" fmla="*/ 129073 h 152377"/>
                  <a:gd name="connsiteX46" fmla="*/ 49299 w 152377"/>
                  <a:gd name="connsiteY46" fmla="*/ 136692 h 152377"/>
                  <a:gd name="connsiteX47" fmla="*/ 50195 w 152377"/>
                  <a:gd name="connsiteY47" fmla="*/ 136692 h 152377"/>
                  <a:gd name="connsiteX48" fmla="*/ 61847 w 152377"/>
                  <a:gd name="connsiteY48" fmla="*/ 126832 h 152377"/>
                  <a:gd name="connsiteX49" fmla="*/ 67674 w 152377"/>
                  <a:gd name="connsiteY49" fmla="*/ 117421 h 152377"/>
                  <a:gd name="connsiteX50" fmla="*/ 69466 w 152377"/>
                  <a:gd name="connsiteY50" fmla="*/ 115628 h 152377"/>
                  <a:gd name="connsiteX51" fmla="*/ 70811 w 152377"/>
                  <a:gd name="connsiteY51" fmla="*/ 108905 h 152377"/>
                  <a:gd name="connsiteX52" fmla="*/ 73500 w 152377"/>
                  <a:gd name="connsiteY52" fmla="*/ 100390 h 152377"/>
                  <a:gd name="connsiteX53" fmla="*/ 84256 w 152377"/>
                  <a:gd name="connsiteY53" fmla="*/ 85152 h 152377"/>
                  <a:gd name="connsiteX54" fmla="*/ 84256 w 152377"/>
                  <a:gd name="connsiteY54" fmla="*/ 69018 h 152377"/>
                  <a:gd name="connsiteX55" fmla="*/ 71707 w 152377"/>
                  <a:gd name="connsiteY55" fmla="*/ 70811 h 152377"/>
                  <a:gd name="connsiteX56" fmla="*/ 66329 w 152377"/>
                  <a:gd name="connsiteY56" fmla="*/ 74396 h 152377"/>
                  <a:gd name="connsiteX57" fmla="*/ 63192 w 152377"/>
                  <a:gd name="connsiteY57" fmla="*/ 69915 h 152377"/>
                  <a:gd name="connsiteX58" fmla="*/ 57814 w 152377"/>
                  <a:gd name="connsiteY58" fmla="*/ 60055 h 152377"/>
                  <a:gd name="connsiteX59" fmla="*/ 45713 w 152377"/>
                  <a:gd name="connsiteY59" fmla="*/ 52884 h 152377"/>
                  <a:gd name="connsiteX60" fmla="*/ 36750 w 152377"/>
                  <a:gd name="connsiteY60" fmla="*/ 47954 h 152377"/>
                  <a:gd name="connsiteX61" fmla="*/ 36302 w 152377"/>
                  <a:gd name="connsiteY61" fmla="*/ 47506 h 152377"/>
                  <a:gd name="connsiteX62" fmla="*/ 45713 w 152377"/>
                  <a:gd name="connsiteY62" fmla="*/ 44369 h 152377"/>
                  <a:gd name="connsiteX63" fmla="*/ 51091 w 152377"/>
                  <a:gd name="connsiteY63" fmla="*/ 42576 h 152377"/>
                  <a:gd name="connsiteX64" fmla="*/ 53780 w 152377"/>
                  <a:gd name="connsiteY64" fmla="*/ 42128 h 152377"/>
                  <a:gd name="connsiteX65" fmla="*/ 67226 w 152377"/>
                  <a:gd name="connsiteY65" fmla="*/ 32716 h 152377"/>
                  <a:gd name="connsiteX66" fmla="*/ 60503 w 152377"/>
                  <a:gd name="connsiteY66" fmla="*/ 6274 h 152377"/>
                  <a:gd name="connsiteX67" fmla="*/ 75741 w 152377"/>
                  <a:gd name="connsiteY67" fmla="*/ 4482 h 152377"/>
                  <a:gd name="connsiteX68" fmla="*/ 101735 w 152377"/>
                  <a:gd name="connsiteY68" fmla="*/ 9412 h 152377"/>
                  <a:gd name="connsiteX69" fmla="*/ 90530 w 152377"/>
                  <a:gd name="connsiteY69" fmla="*/ 31372 h 152377"/>
                  <a:gd name="connsiteX70" fmla="*/ 96357 w 152377"/>
                  <a:gd name="connsiteY70" fmla="*/ 37198 h 152377"/>
                  <a:gd name="connsiteX71" fmla="*/ 98597 w 152377"/>
                  <a:gd name="connsiteY71" fmla="*/ 37646 h 152377"/>
                  <a:gd name="connsiteX72" fmla="*/ 107113 w 152377"/>
                  <a:gd name="connsiteY72" fmla="*/ 34509 h 152377"/>
                  <a:gd name="connsiteX73" fmla="*/ 110698 w 152377"/>
                  <a:gd name="connsiteY73" fmla="*/ 31820 h 152377"/>
                  <a:gd name="connsiteX74" fmla="*/ 116972 w 152377"/>
                  <a:gd name="connsiteY74" fmla="*/ 31372 h 152377"/>
                  <a:gd name="connsiteX75" fmla="*/ 133555 w 152377"/>
                  <a:gd name="connsiteY75" fmla="*/ 34061 h 152377"/>
                  <a:gd name="connsiteX76" fmla="*/ 144759 w 152377"/>
                  <a:gd name="connsiteY76" fmla="*/ 56021 h 152377"/>
                  <a:gd name="connsiteX77" fmla="*/ 122799 w 152377"/>
                  <a:gd name="connsiteY77" fmla="*/ 53332 h 152377"/>
                  <a:gd name="connsiteX78" fmla="*/ 109353 w 152377"/>
                  <a:gd name="connsiteY78" fmla="*/ 55125 h 152377"/>
                  <a:gd name="connsiteX79" fmla="*/ 102183 w 152377"/>
                  <a:gd name="connsiteY79" fmla="*/ 73500 h 152377"/>
                  <a:gd name="connsiteX80" fmla="*/ 114731 w 152377"/>
                  <a:gd name="connsiteY80" fmla="*/ 85152 h 152377"/>
                  <a:gd name="connsiteX81" fmla="*/ 124591 w 152377"/>
                  <a:gd name="connsiteY81" fmla="*/ 89186 h 152377"/>
                  <a:gd name="connsiteX82" fmla="*/ 125039 w 152377"/>
                  <a:gd name="connsiteY82" fmla="*/ 100838 h 152377"/>
                  <a:gd name="connsiteX83" fmla="*/ 124591 w 152377"/>
                  <a:gd name="connsiteY83" fmla="*/ 111146 h 152377"/>
                  <a:gd name="connsiteX84" fmla="*/ 127280 w 152377"/>
                  <a:gd name="connsiteY84" fmla="*/ 127280 h 152377"/>
                  <a:gd name="connsiteX85" fmla="*/ 76189 w 152377"/>
                  <a:gd name="connsiteY85" fmla="*/ 147896 h 152377"/>
                  <a:gd name="connsiteX86" fmla="*/ 133555 w 152377"/>
                  <a:gd name="connsiteY86" fmla="*/ 119213 h 152377"/>
                  <a:gd name="connsiteX87" fmla="*/ 127729 w 152377"/>
                  <a:gd name="connsiteY87" fmla="*/ 107113 h 152377"/>
                  <a:gd name="connsiteX88" fmla="*/ 129073 w 152377"/>
                  <a:gd name="connsiteY88" fmla="*/ 102183 h 152377"/>
                  <a:gd name="connsiteX89" fmla="*/ 127729 w 152377"/>
                  <a:gd name="connsiteY89" fmla="*/ 85601 h 152377"/>
                  <a:gd name="connsiteX90" fmla="*/ 115628 w 152377"/>
                  <a:gd name="connsiteY90" fmla="*/ 80222 h 152377"/>
                  <a:gd name="connsiteX91" fmla="*/ 106664 w 152377"/>
                  <a:gd name="connsiteY91" fmla="*/ 72604 h 152377"/>
                  <a:gd name="connsiteX92" fmla="*/ 112043 w 152377"/>
                  <a:gd name="connsiteY92" fmla="*/ 58710 h 152377"/>
                  <a:gd name="connsiteX93" fmla="*/ 120558 w 152377"/>
                  <a:gd name="connsiteY93" fmla="*/ 57366 h 152377"/>
                  <a:gd name="connsiteX94" fmla="*/ 145655 w 152377"/>
                  <a:gd name="connsiteY94" fmla="*/ 60951 h 152377"/>
                  <a:gd name="connsiteX95" fmla="*/ 147448 w 152377"/>
                  <a:gd name="connsiteY95" fmla="*/ 77085 h 152377"/>
                  <a:gd name="connsiteX96" fmla="*/ 133555 w 152377"/>
                  <a:gd name="connsiteY96" fmla="*/ 119213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52377" h="152377">
                    <a:moveTo>
                      <a:pt x="76189" y="0"/>
                    </a:moveTo>
                    <a:cubicBezTo>
                      <a:pt x="34061" y="0"/>
                      <a:pt x="0" y="34061"/>
                      <a:pt x="0" y="76189"/>
                    </a:cubicBezTo>
                    <a:cubicBezTo>
                      <a:pt x="0" y="118317"/>
                      <a:pt x="34061" y="152378"/>
                      <a:pt x="76189" y="152378"/>
                    </a:cubicBezTo>
                    <a:cubicBezTo>
                      <a:pt x="118317" y="152378"/>
                      <a:pt x="152378" y="118317"/>
                      <a:pt x="152378" y="76189"/>
                    </a:cubicBezTo>
                    <a:cubicBezTo>
                      <a:pt x="152378" y="34061"/>
                      <a:pt x="118317" y="0"/>
                      <a:pt x="76189" y="0"/>
                    </a:cubicBezTo>
                    <a:close/>
                    <a:moveTo>
                      <a:pt x="130417" y="29131"/>
                    </a:moveTo>
                    <a:cubicBezTo>
                      <a:pt x="127280" y="29131"/>
                      <a:pt x="122350" y="28683"/>
                      <a:pt x="119661" y="26890"/>
                    </a:cubicBezTo>
                    <a:cubicBezTo>
                      <a:pt x="113835" y="23753"/>
                      <a:pt x="111146" y="25546"/>
                      <a:pt x="108457" y="27787"/>
                    </a:cubicBezTo>
                    <a:cubicBezTo>
                      <a:pt x="107561" y="28683"/>
                      <a:pt x="106664" y="29131"/>
                      <a:pt x="105320" y="30027"/>
                    </a:cubicBezTo>
                    <a:cubicBezTo>
                      <a:pt x="102631" y="31820"/>
                      <a:pt x="99942" y="33165"/>
                      <a:pt x="98149" y="32716"/>
                    </a:cubicBezTo>
                    <a:cubicBezTo>
                      <a:pt x="97253" y="32268"/>
                      <a:pt x="96357" y="31372"/>
                      <a:pt x="95012" y="29131"/>
                    </a:cubicBezTo>
                    <a:cubicBezTo>
                      <a:pt x="93219" y="25098"/>
                      <a:pt x="100390" y="16582"/>
                      <a:pt x="106664" y="10756"/>
                    </a:cubicBezTo>
                    <a:cubicBezTo>
                      <a:pt x="116076" y="15686"/>
                      <a:pt x="124143" y="21960"/>
                      <a:pt x="130417" y="29131"/>
                    </a:cubicBezTo>
                    <a:close/>
                    <a:moveTo>
                      <a:pt x="56469" y="7171"/>
                    </a:moveTo>
                    <a:cubicBezTo>
                      <a:pt x="60055" y="12549"/>
                      <a:pt x="66329" y="24649"/>
                      <a:pt x="63640" y="30476"/>
                    </a:cubicBezTo>
                    <a:cubicBezTo>
                      <a:pt x="61399" y="35854"/>
                      <a:pt x="57366" y="36750"/>
                      <a:pt x="53780" y="37198"/>
                    </a:cubicBezTo>
                    <a:cubicBezTo>
                      <a:pt x="52436" y="37646"/>
                      <a:pt x="50643" y="37646"/>
                      <a:pt x="49747" y="38543"/>
                    </a:cubicBezTo>
                    <a:cubicBezTo>
                      <a:pt x="49299" y="38991"/>
                      <a:pt x="47058" y="39439"/>
                      <a:pt x="45265" y="39887"/>
                    </a:cubicBezTo>
                    <a:cubicBezTo>
                      <a:pt x="38543" y="41680"/>
                      <a:pt x="33613" y="43024"/>
                      <a:pt x="32716" y="46162"/>
                    </a:cubicBezTo>
                    <a:cubicBezTo>
                      <a:pt x="32268" y="47058"/>
                      <a:pt x="32268" y="48851"/>
                      <a:pt x="34061" y="50643"/>
                    </a:cubicBezTo>
                    <a:cubicBezTo>
                      <a:pt x="37198" y="53780"/>
                      <a:pt x="40783" y="55125"/>
                      <a:pt x="44817" y="56918"/>
                    </a:cubicBezTo>
                    <a:cubicBezTo>
                      <a:pt x="48402" y="58262"/>
                      <a:pt x="52436" y="60055"/>
                      <a:pt x="55125" y="62744"/>
                    </a:cubicBezTo>
                    <a:cubicBezTo>
                      <a:pt x="57366" y="64985"/>
                      <a:pt x="58262" y="68122"/>
                      <a:pt x="59158" y="70811"/>
                    </a:cubicBezTo>
                    <a:cubicBezTo>
                      <a:pt x="60055" y="73948"/>
                      <a:pt x="61399" y="78430"/>
                      <a:pt x="66329" y="78430"/>
                    </a:cubicBezTo>
                    <a:cubicBezTo>
                      <a:pt x="69914" y="78430"/>
                      <a:pt x="72603" y="76189"/>
                      <a:pt x="74844" y="73948"/>
                    </a:cubicBezTo>
                    <a:cubicBezTo>
                      <a:pt x="78430" y="70363"/>
                      <a:pt x="79774" y="70363"/>
                      <a:pt x="81119" y="71707"/>
                    </a:cubicBezTo>
                    <a:cubicBezTo>
                      <a:pt x="83808" y="74396"/>
                      <a:pt x="81567" y="79774"/>
                      <a:pt x="80222" y="82912"/>
                    </a:cubicBezTo>
                    <a:cubicBezTo>
                      <a:pt x="77982" y="87841"/>
                      <a:pt x="74396" y="93219"/>
                      <a:pt x="70363" y="96805"/>
                    </a:cubicBezTo>
                    <a:cubicBezTo>
                      <a:pt x="64985" y="102183"/>
                      <a:pt x="65881" y="106665"/>
                      <a:pt x="66329" y="109354"/>
                    </a:cubicBezTo>
                    <a:cubicBezTo>
                      <a:pt x="66777" y="111146"/>
                      <a:pt x="66777" y="111594"/>
                      <a:pt x="66329" y="112043"/>
                    </a:cubicBezTo>
                    <a:cubicBezTo>
                      <a:pt x="65881" y="112491"/>
                      <a:pt x="64985" y="112939"/>
                      <a:pt x="64536" y="113835"/>
                    </a:cubicBezTo>
                    <a:cubicBezTo>
                      <a:pt x="61399" y="116524"/>
                      <a:pt x="57366" y="120110"/>
                      <a:pt x="57366" y="126832"/>
                    </a:cubicBezTo>
                    <a:cubicBezTo>
                      <a:pt x="57366" y="129073"/>
                      <a:pt x="53780" y="132210"/>
                      <a:pt x="49747" y="132210"/>
                    </a:cubicBezTo>
                    <a:cubicBezTo>
                      <a:pt x="47058" y="132658"/>
                      <a:pt x="45265" y="131314"/>
                      <a:pt x="44817" y="128177"/>
                    </a:cubicBezTo>
                    <a:cubicBezTo>
                      <a:pt x="43921" y="123695"/>
                      <a:pt x="44369" y="118317"/>
                      <a:pt x="44817" y="112939"/>
                    </a:cubicBezTo>
                    <a:cubicBezTo>
                      <a:pt x="45265" y="105320"/>
                      <a:pt x="46161" y="98597"/>
                      <a:pt x="42576" y="95012"/>
                    </a:cubicBezTo>
                    <a:cubicBezTo>
                      <a:pt x="37646" y="90082"/>
                      <a:pt x="30027" y="79326"/>
                      <a:pt x="33165" y="69915"/>
                    </a:cubicBezTo>
                    <a:cubicBezTo>
                      <a:pt x="36750" y="59158"/>
                      <a:pt x="19271" y="44817"/>
                      <a:pt x="13445" y="40335"/>
                    </a:cubicBezTo>
                    <a:cubicBezTo>
                      <a:pt x="23305" y="24649"/>
                      <a:pt x="38543" y="12549"/>
                      <a:pt x="56469" y="7171"/>
                    </a:cubicBezTo>
                    <a:close/>
                    <a:moveTo>
                      <a:pt x="76189" y="147896"/>
                    </a:moveTo>
                    <a:cubicBezTo>
                      <a:pt x="36750" y="147896"/>
                      <a:pt x="4482" y="115628"/>
                      <a:pt x="4482" y="76189"/>
                    </a:cubicBezTo>
                    <a:cubicBezTo>
                      <a:pt x="4482" y="64985"/>
                      <a:pt x="7171" y="54229"/>
                      <a:pt x="11652" y="44817"/>
                    </a:cubicBezTo>
                    <a:cubicBezTo>
                      <a:pt x="20168" y="51540"/>
                      <a:pt x="31372" y="62744"/>
                      <a:pt x="29131" y="69018"/>
                    </a:cubicBezTo>
                    <a:cubicBezTo>
                      <a:pt x="24649" y="82912"/>
                      <a:pt x="38094" y="97253"/>
                      <a:pt x="39439" y="98597"/>
                    </a:cubicBezTo>
                    <a:cubicBezTo>
                      <a:pt x="41232" y="100390"/>
                      <a:pt x="40783" y="106665"/>
                      <a:pt x="40335" y="112939"/>
                    </a:cubicBezTo>
                    <a:cubicBezTo>
                      <a:pt x="39887" y="118317"/>
                      <a:pt x="39439" y="124143"/>
                      <a:pt x="40335" y="129073"/>
                    </a:cubicBezTo>
                    <a:cubicBezTo>
                      <a:pt x="41232" y="134003"/>
                      <a:pt x="44369" y="136692"/>
                      <a:pt x="49299" y="136692"/>
                    </a:cubicBezTo>
                    <a:cubicBezTo>
                      <a:pt x="49747" y="136692"/>
                      <a:pt x="50195" y="136692"/>
                      <a:pt x="50195" y="136692"/>
                    </a:cubicBezTo>
                    <a:cubicBezTo>
                      <a:pt x="55573" y="136244"/>
                      <a:pt x="61847" y="131762"/>
                      <a:pt x="61847" y="126832"/>
                    </a:cubicBezTo>
                    <a:cubicBezTo>
                      <a:pt x="61847" y="122350"/>
                      <a:pt x="64536" y="120110"/>
                      <a:pt x="67674" y="117421"/>
                    </a:cubicBezTo>
                    <a:cubicBezTo>
                      <a:pt x="68122" y="116972"/>
                      <a:pt x="69018" y="116076"/>
                      <a:pt x="69466" y="115628"/>
                    </a:cubicBezTo>
                    <a:cubicBezTo>
                      <a:pt x="71707" y="113387"/>
                      <a:pt x="71259" y="111146"/>
                      <a:pt x="70811" y="108905"/>
                    </a:cubicBezTo>
                    <a:cubicBezTo>
                      <a:pt x="70363" y="106216"/>
                      <a:pt x="69914" y="103975"/>
                      <a:pt x="73500" y="100390"/>
                    </a:cubicBezTo>
                    <a:cubicBezTo>
                      <a:pt x="77982" y="95908"/>
                      <a:pt x="82015" y="90082"/>
                      <a:pt x="84256" y="85152"/>
                    </a:cubicBezTo>
                    <a:cubicBezTo>
                      <a:pt x="88289" y="76189"/>
                      <a:pt x="86497" y="71259"/>
                      <a:pt x="84256" y="69018"/>
                    </a:cubicBezTo>
                    <a:cubicBezTo>
                      <a:pt x="79326" y="64088"/>
                      <a:pt x="74844" y="68122"/>
                      <a:pt x="71707" y="70811"/>
                    </a:cubicBezTo>
                    <a:cubicBezTo>
                      <a:pt x="69914" y="72604"/>
                      <a:pt x="68122" y="74396"/>
                      <a:pt x="66329" y="74396"/>
                    </a:cubicBezTo>
                    <a:cubicBezTo>
                      <a:pt x="64985" y="74396"/>
                      <a:pt x="64536" y="73948"/>
                      <a:pt x="63192" y="69915"/>
                    </a:cubicBezTo>
                    <a:cubicBezTo>
                      <a:pt x="62296" y="66777"/>
                      <a:pt x="61399" y="63192"/>
                      <a:pt x="57814" y="60055"/>
                    </a:cubicBezTo>
                    <a:cubicBezTo>
                      <a:pt x="54228" y="56469"/>
                      <a:pt x="50195" y="54677"/>
                      <a:pt x="45713" y="52884"/>
                    </a:cubicBezTo>
                    <a:cubicBezTo>
                      <a:pt x="42128" y="51540"/>
                      <a:pt x="38991" y="50195"/>
                      <a:pt x="36750" y="47954"/>
                    </a:cubicBezTo>
                    <a:cubicBezTo>
                      <a:pt x="36750" y="47954"/>
                      <a:pt x="36302" y="47506"/>
                      <a:pt x="36302" y="47506"/>
                    </a:cubicBezTo>
                    <a:cubicBezTo>
                      <a:pt x="37646" y="46162"/>
                      <a:pt x="43024" y="44817"/>
                      <a:pt x="45713" y="44369"/>
                    </a:cubicBezTo>
                    <a:cubicBezTo>
                      <a:pt x="48402" y="43473"/>
                      <a:pt x="50195" y="43473"/>
                      <a:pt x="51091" y="42576"/>
                    </a:cubicBezTo>
                    <a:cubicBezTo>
                      <a:pt x="51540" y="42128"/>
                      <a:pt x="52436" y="42128"/>
                      <a:pt x="53780" y="42128"/>
                    </a:cubicBezTo>
                    <a:cubicBezTo>
                      <a:pt x="57366" y="41680"/>
                      <a:pt x="63640" y="40335"/>
                      <a:pt x="67226" y="32716"/>
                    </a:cubicBezTo>
                    <a:cubicBezTo>
                      <a:pt x="70811" y="24649"/>
                      <a:pt x="64088" y="12101"/>
                      <a:pt x="60503" y="6274"/>
                    </a:cubicBezTo>
                    <a:cubicBezTo>
                      <a:pt x="65433" y="5378"/>
                      <a:pt x="70363" y="4482"/>
                      <a:pt x="75741" y="4482"/>
                    </a:cubicBezTo>
                    <a:cubicBezTo>
                      <a:pt x="84704" y="4482"/>
                      <a:pt x="93668" y="6274"/>
                      <a:pt x="101735" y="9412"/>
                    </a:cubicBezTo>
                    <a:cubicBezTo>
                      <a:pt x="96805" y="14341"/>
                      <a:pt x="87393" y="24649"/>
                      <a:pt x="90530" y="31372"/>
                    </a:cubicBezTo>
                    <a:cubicBezTo>
                      <a:pt x="91875" y="34509"/>
                      <a:pt x="93668" y="36302"/>
                      <a:pt x="96357" y="37198"/>
                    </a:cubicBezTo>
                    <a:cubicBezTo>
                      <a:pt x="97253" y="37198"/>
                      <a:pt x="97701" y="37646"/>
                      <a:pt x="98597" y="37646"/>
                    </a:cubicBezTo>
                    <a:cubicBezTo>
                      <a:pt x="101286" y="37646"/>
                      <a:pt x="104424" y="35854"/>
                      <a:pt x="107113" y="34509"/>
                    </a:cubicBezTo>
                    <a:cubicBezTo>
                      <a:pt x="108457" y="33613"/>
                      <a:pt x="109802" y="32716"/>
                      <a:pt x="110698" y="31820"/>
                    </a:cubicBezTo>
                    <a:cubicBezTo>
                      <a:pt x="113387" y="30027"/>
                      <a:pt x="113835" y="29579"/>
                      <a:pt x="116972" y="31372"/>
                    </a:cubicBezTo>
                    <a:cubicBezTo>
                      <a:pt x="122350" y="34509"/>
                      <a:pt x="130417" y="34061"/>
                      <a:pt x="133555" y="34061"/>
                    </a:cubicBezTo>
                    <a:cubicBezTo>
                      <a:pt x="138485" y="40783"/>
                      <a:pt x="142070" y="47954"/>
                      <a:pt x="144759" y="56021"/>
                    </a:cubicBezTo>
                    <a:cubicBezTo>
                      <a:pt x="138036" y="56021"/>
                      <a:pt x="126832" y="55573"/>
                      <a:pt x="122799" y="53332"/>
                    </a:cubicBezTo>
                    <a:cubicBezTo>
                      <a:pt x="119213" y="51091"/>
                      <a:pt x="113835" y="51988"/>
                      <a:pt x="109353" y="55125"/>
                    </a:cubicBezTo>
                    <a:cubicBezTo>
                      <a:pt x="103527" y="59158"/>
                      <a:pt x="100838" y="66329"/>
                      <a:pt x="102183" y="73500"/>
                    </a:cubicBezTo>
                    <a:cubicBezTo>
                      <a:pt x="103975" y="83360"/>
                      <a:pt x="109802" y="84256"/>
                      <a:pt x="114731" y="85152"/>
                    </a:cubicBezTo>
                    <a:cubicBezTo>
                      <a:pt x="118317" y="85601"/>
                      <a:pt x="121454" y="86497"/>
                      <a:pt x="124591" y="89186"/>
                    </a:cubicBezTo>
                    <a:cubicBezTo>
                      <a:pt x="128177" y="92771"/>
                      <a:pt x="126832" y="95908"/>
                      <a:pt x="125039" y="100838"/>
                    </a:cubicBezTo>
                    <a:cubicBezTo>
                      <a:pt x="123695" y="104424"/>
                      <a:pt x="121902" y="108009"/>
                      <a:pt x="124591" y="111146"/>
                    </a:cubicBezTo>
                    <a:cubicBezTo>
                      <a:pt x="128177" y="114732"/>
                      <a:pt x="130866" y="118317"/>
                      <a:pt x="127280" y="127280"/>
                    </a:cubicBezTo>
                    <a:cubicBezTo>
                      <a:pt x="114283" y="139829"/>
                      <a:pt x="96357" y="147896"/>
                      <a:pt x="76189" y="147896"/>
                    </a:cubicBezTo>
                    <a:close/>
                    <a:moveTo>
                      <a:pt x="133555" y="119213"/>
                    </a:moveTo>
                    <a:cubicBezTo>
                      <a:pt x="133555" y="114283"/>
                      <a:pt x="131314" y="110698"/>
                      <a:pt x="127729" y="107113"/>
                    </a:cubicBezTo>
                    <a:cubicBezTo>
                      <a:pt x="126832" y="106216"/>
                      <a:pt x="127729" y="104424"/>
                      <a:pt x="129073" y="102183"/>
                    </a:cubicBezTo>
                    <a:cubicBezTo>
                      <a:pt x="130866" y="97701"/>
                      <a:pt x="134003" y="91427"/>
                      <a:pt x="127729" y="85601"/>
                    </a:cubicBezTo>
                    <a:cubicBezTo>
                      <a:pt x="123695" y="81567"/>
                      <a:pt x="119213" y="80671"/>
                      <a:pt x="115628" y="80222"/>
                    </a:cubicBezTo>
                    <a:cubicBezTo>
                      <a:pt x="110698" y="79326"/>
                      <a:pt x="108009" y="78878"/>
                      <a:pt x="106664" y="72604"/>
                    </a:cubicBezTo>
                    <a:cubicBezTo>
                      <a:pt x="105768" y="66777"/>
                      <a:pt x="107561" y="61847"/>
                      <a:pt x="112043" y="58710"/>
                    </a:cubicBezTo>
                    <a:cubicBezTo>
                      <a:pt x="115180" y="56469"/>
                      <a:pt x="118765" y="56021"/>
                      <a:pt x="120558" y="57366"/>
                    </a:cubicBezTo>
                    <a:cubicBezTo>
                      <a:pt x="126384" y="60503"/>
                      <a:pt x="140725" y="60951"/>
                      <a:pt x="145655" y="60951"/>
                    </a:cubicBezTo>
                    <a:cubicBezTo>
                      <a:pt x="147000" y="66329"/>
                      <a:pt x="147448" y="71259"/>
                      <a:pt x="147448" y="77085"/>
                    </a:cubicBezTo>
                    <a:cubicBezTo>
                      <a:pt x="147896" y="92323"/>
                      <a:pt x="142518" y="107561"/>
                      <a:pt x="133555" y="11921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165" name="Group 2440">
                <a:extLst>
                  <a:ext uri="{FF2B5EF4-FFF2-40B4-BE49-F238E27FC236}">
                    <a16:creationId xmlns:a16="http://schemas.microsoft.com/office/drawing/2014/main" id="{834B80B8-F8A7-1AA1-A7AC-804FDF657BAB}"/>
                  </a:ext>
                  <a:ext uri="{C183D7F6-B498-43B3-948B-1728B52AA6E4}">
                    <adec:decorative xmlns:adec="http://schemas.microsoft.com/office/drawing/2017/decorative" val="1"/>
                  </a:ext>
                </a:extLst>
              </p:cNvPr>
              <p:cNvGrpSpPr>
                <a:grpSpLocks noChangeAspect="1"/>
              </p:cNvGrpSpPr>
              <p:nvPr/>
            </p:nvGrpSpPr>
            <p:grpSpPr>
              <a:xfrm>
                <a:off x="8749587" y="3444157"/>
                <a:ext cx="149597" cy="149281"/>
                <a:chOff x="8843577" y="1408991"/>
                <a:chExt cx="149597" cy="149281"/>
              </a:xfrm>
            </p:grpSpPr>
            <p:sp>
              <p:nvSpPr>
                <p:cNvPr id="1166" name="Freeform: Shape 5496">
                  <a:extLst>
                    <a:ext uri="{FF2B5EF4-FFF2-40B4-BE49-F238E27FC236}">
                      <a16:creationId xmlns:a16="http://schemas.microsoft.com/office/drawing/2014/main" id="{240310CD-0EF4-AD53-D0B4-7B7DFCEFEC2D}"/>
                    </a:ext>
                  </a:extLst>
                </p:cNvPr>
                <p:cNvSpPr/>
                <p:nvPr/>
              </p:nvSpPr>
              <p:spPr>
                <a:xfrm>
                  <a:off x="8867954" y="1435473"/>
                  <a:ext cx="107561" cy="103079"/>
                </a:xfrm>
                <a:custGeom>
                  <a:avLst/>
                  <a:gdLst>
                    <a:gd name="connsiteX0" fmla="*/ 0 w 107560"/>
                    <a:gd name="connsiteY0" fmla="*/ 53332 h 103079"/>
                    <a:gd name="connsiteX1" fmla="*/ 55125 w 107560"/>
                    <a:gd name="connsiteY1" fmla="*/ 106665 h 103079"/>
                    <a:gd name="connsiteX2" fmla="*/ 110250 w 107560"/>
                    <a:gd name="connsiteY2" fmla="*/ 53332 h 103079"/>
                    <a:gd name="connsiteX3" fmla="*/ 55125 w 107560"/>
                    <a:gd name="connsiteY3" fmla="*/ 0 h 103079"/>
                    <a:gd name="connsiteX4" fmla="*/ 0 w 107560"/>
                    <a:gd name="connsiteY4" fmla="*/ 53332 h 103079"/>
                    <a:gd name="connsiteX5" fmla="*/ 52884 w 107560"/>
                    <a:gd name="connsiteY5" fmla="*/ 4930 h 103079"/>
                    <a:gd name="connsiteX6" fmla="*/ 52884 w 107560"/>
                    <a:gd name="connsiteY6" fmla="*/ 29579 h 103079"/>
                    <a:gd name="connsiteX7" fmla="*/ 33164 w 107560"/>
                    <a:gd name="connsiteY7" fmla="*/ 25994 h 103079"/>
                    <a:gd name="connsiteX8" fmla="*/ 52884 w 107560"/>
                    <a:gd name="connsiteY8" fmla="*/ 4930 h 103079"/>
                    <a:gd name="connsiteX9" fmla="*/ 52884 w 107560"/>
                    <a:gd name="connsiteY9" fmla="*/ 34061 h 103079"/>
                    <a:gd name="connsiteX10" fmla="*/ 52884 w 107560"/>
                    <a:gd name="connsiteY10" fmla="*/ 51091 h 103079"/>
                    <a:gd name="connsiteX11" fmla="*/ 28683 w 107560"/>
                    <a:gd name="connsiteY11" fmla="*/ 51091 h 103079"/>
                    <a:gd name="connsiteX12" fmla="*/ 31820 w 107560"/>
                    <a:gd name="connsiteY12" fmla="*/ 30476 h 103079"/>
                    <a:gd name="connsiteX13" fmla="*/ 52884 w 107560"/>
                    <a:gd name="connsiteY13" fmla="*/ 34061 h 103079"/>
                    <a:gd name="connsiteX14" fmla="*/ 24201 w 107560"/>
                    <a:gd name="connsiteY14" fmla="*/ 51091 h 103079"/>
                    <a:gd name="connsiteX15" fmla="*/ 4482 w 107560"/>
                    <a:gd name="connsiteY15" fmla="*/ 51091 h 103079"/>
                    <a:gd name="connsiteX16" fmla="*/ 16134 w 107560"/>
                    <a:gd name="connsiteY16" fmla="*/ 22409 h 103079"/>
                    <a:gd name="connsiteX17" fmla="*/ 27786 w 107560"/>
                    <a:gd name="connsiteY17" fmla="*/ 29131 h 103079"/>
                    <a:gd name="connsiteX18" fmla="*/ 24201 w 107560"/>
                    <a:gd name="connsiteY18" fmla="*/ 51091 h 103079"/>
                    <a:gd name="connsiteX19" fmla="*/ 24201 w 107560"/>
                    <a:gd name="connsiteY19" fmla="*/ 55573 h 103079"/>
                    <a:gd name="connsiteX20" fmla="*/ 27338 w 107560"/>
                    <a:gd name="connsiteY20" fmla="*/ 77982 h 103079"/>
                    <a:gd name="connsiteX21" fmla="*/ 15686 w 107560"/>
                    <a:gd name="connsiteY21" fmla="*/ 84704 h 103079"/>
                    <a:gd name="connsiteX22" fmla="*/ 4033 w 107560"/>
                    <a:gd name="connsiteY22" fmla="*/ 56021 h 103079"/>
                    <a:gd name="connsiteX23" fmla="*/ 24201 w 107560"/>
                    <a:gd name="connsiteY23" fmla="*/ 56021 h 103079"/>
                    <a:gd name="connsiteX24" fmla="*/ 28683 w 107560"/>
                    <a:gd name="connsiteY24" fmla="*/ 55573 h 103079"/>
                    <a:gd name="connsiteX25" fmla="*/ 52884 w 107560"/>
                    <a:gd name="connsiteY25" fmla="*/ 55573 h 103079"/>
                    <a:gd name="connsiteX26" fmla="*/ 52884 w 107560"/>
                    <a:gd name="connsiteY26" fmla="*/ 72604 h 103079"/>
                    <a:gd name="connsiteX27" fmla="*/ 31820 w 107560"/>
                    <a:gd name="connsiteY27" fmla="*/ 76189 h 103079"/>
                    <a:gd name="connsiteX28" fmla="*/ 28683 w 107560"/>
                    <a:gd name="connsiteY28" fmla="*/ 55573 h 103079"/>
                    <a:gd name="connsiteX29" fmla="*/ 52884 w 107560"/>
                    <a:gd name="connsiteY29" fmla="*/ 77085 h 103079"/>
                    <a:gd name="connsiteX30" fmla="*/ 52884 w 107560"/>
                    <a:gd name="connsiteY30" fmla="*/ 101735 h 103079"/>
                    <a:gd name="connsiteX31" fmla="*/ 33164 w 107560"/>
                    <a:gd name="connsiteY31" fmla="*/ 80222 h 103079"/>
                    <a:gd name="connsiteX32" fmla="*/ 52884 w 107560"/>
                    <a:gd name="connsiteY32" fmla="*/ 77085 h 103079"/>
                    <a:gd name="connsiteX33" fmla="*/ 57366 w 107560"/>
                    <a:gd name="connsiteY33" fmla="*/ 101735 h 103079"/>
                    <a:gd name="connsiteX34" fmla="*/ 57366 w 107560"/>
                    <a:gd name="connsiteY34" fmla="*/ 77085 h 103079"/>
                    <a:gd name="connsiteX35" fmla="*/ 77085 w 107560"/>
                    <a:gd name="connsiteY35" fmla="*/ 80671 h 103079"/>
                    <a:gd name="connsiteX36" fmla="*/ 57366 w 107560"/>
                    <a:gd name="connsiteY36" fmla="*/ 101735 h 103079"/>
                    <a:gd name="connsiteX37" fmla="*/ 57366 w 107560"/>
                    <a:gd name="connsiteY37" fmla="*/ 72604 h 103079"/>
                    <a:gd name="connsiteX38" fmla="*/ 57366 w 107560"/>
                    <a:gd name="connsiteY38" fmla="*/ 55573 h 103079"/>
                    <a:gd name="connsiteX39" fmla="*/ 81567 w 107560"/>
                    <a:gd name="connsiteY39" fmla="*/ 55573 h 103079"/>
                    <a:gd name="connsiteX40" fmla="*/ 78430 w 107560"/>
                    <a:gd name="connsiteY40" fmla="*/ 76189 h 103079"/>
                    <a:gd name="connsiteX41" fmla="*/ 57366 w 107560"/>
                    <a:gd name="connsiteY41" fmla="*/ 72604 h 103079"/>
                    <a:gd name="connsiteX42" fmla="*/ 85600 w 107560"/>
                    <a:gd name="connsiteY42" fmla="*/ 55573 h 103079"/>
                    <a:gd name="connsiteX43" fmla="*/ 105320 w 107560"/>
                    <a:gd name="connsiteY43" fmla="*/ 55573 h 103079"/>
                    <a:gd name="connsiteX44" fmla="*/ 93667 w 107560"/>
                    <a:gd name="connsiteY44" fmla="*/ 84256 h 103079"/>
                    <a:gd name="connsiteX45" fmla="*/ 82015 w 107560"/>
                    <a:gd name="connsiteY45" fmla="*/ 77533 h 103079"/>
                    <a:gd name="connsiteX46" fmla="*/ 85600 w 107560"/>
                    <a:gd name="connsiteY46" fmla="*/ 55573 h 103079"/>
                    <a:gd name="connsiteX47" fmla="*/ 85600 w 107560"/>
                    <a:gd name="connsiteY47" fmla="*/ 51091 h 103079"/>
                    <a:gd name="connsiteX48" fmla="*/ 82463 w 107560"/>
                    <a:gd name="connsiteY48" fmla="*/ 28683 h 103079"/>
                    <a:gd name="connsiteX49" fmla="*/ 94116 w 107560"/>
                    <a:gd name="connsiteY49" fmla="*/ 21960 h 103079"/>
                    <a:gd name="connsiteX50" fmla="*/ 105768 w 107560"/>
                    <a:gd name="connsiteY50" fmla="*/ 50643 h 103079"/>
                    <a:gd name="connsiteX51" fmla="*/ 85600 w 107560"/>
                    <a:gd name="connsiteY51" fmla="*/ 50643 h 103079"/>
                    <a:gd name="connsiteX52" fmla="*/ 81119 w 107560"/>
                    <a:gd name="connsiteY52" fmla="*/ 51091 h 103079"/>
                    <a:gd name="connsiteX53" fmla="*/ 56917 w 107560"/>
                    <a:gd name="connsiteY53" fmla="*/ 51091 h 103079"/>
                    <a:gd name="connsiteX54" fmla="*/ 56917 w 107560"/>
                    <a:gd name="connsiteY54" fmla="*/ 34061 h 103079"/>
                    <a:gd name="connsiteX55" fmla="*/ 77981 w 107560"/>
                    <a:gd name="connsiteY55" fmla="*/ 30476 h 103079"/>
                    <a:gd name="connsiteX56" fmla="*/ 81119 w 107560"/>
                    <a:gd name="connsiteY56" fmla="*/ 51091 h 103079"/>
                    <a:gd name="connsiteX57" fmla="*/ 57366 w 107560"/>
                    <a:gd name="connsiteY57" fmla="*/ 29579 h 103079"/>
                    <a:gd name="connsiteX58" fmla="*/ 57366 w 107560"/>
                    <a:gd name="connsiteY58" fmla="*/ 4930 h 103079"/>
                    <a:gd name="connsiteX59" fmla="*/ 77085 w 107560"/>
                    <a:gd name="connsiteY59" fmla="*/ 26442 h 103079"/>
                    <a:gd name="connsiteX60" fmla="*/ 57366 w 107560"/>
                    <a:gd name="connsiteY60" fmla="*/ 29579 h 103079"/>
                    <a:gd name="connsiteX61" fmla="*/ 39887 w 107560"/>
                    <a:gd name="connsiteY61" fmla="*/ 6723 h 103079"/>
                    <a:gd name="connsiteX62" fmla="*/ 29131 w 107560"/>
                    <a:gd name="connsiteY62" fmla="*/ 24649 h 103079"/>
                    <a:gd name="connsiteX63" fmla="*/ 19271 w 107560"/>
                    <a:gd name="connsiteY63" fmla="*/ 18823 h 103079"/>
                    <a:gd name="connsiteX64" fmla="*/ 39887 w 107560"/>
                    <a:gd name="connsiteY64" fmla="*/ 6723 h 103079"/>
                    <a:gd name="connsiteX65" fmla="*/ 19271 w 107560"/>
                    <a:gd name="connsiteY65" fmla="*/ 87841 h 103079"/>
                    <a:gd name="connsiteX66" fmla="*/ 29131 w 107560"/>
                    <a:gd name="connsiteY66" fmla="*/ 82015 h 103079"/>
                    <a:gd name="connsiteX67" fmla="*/ 39887 w 107560"/>
                    <a:gd name="connsiteY67" fmla="*/ 99942 h 103079"/>
                    <a:gd name="connsiteX68" fmla="*/ 19271 w 107560"/>
                    <a:gd name="connsiteY68" fmla="*/ 87841 h 103079"/>
                    <a:gd name="connsiteX69" fmla="*/ 70363 w 107560"/>
                    <a:gd name="connsiteY69" fmla="*/ 99942 h 103079"/>
                    <a:gd name="connsiteX70" fmla="*/ 81119 w 107560"/>
                    <a:gd name="connsiteY70" fmla="*/ 82015 h 103079"/>
                    <a:gd name="connsiteX71" fmla="*/ 90978 w 107560"/>
                    <a:gd name="connsiteY71" fmla="*/ 87841 h 103079"/>
                    <a:gd name="connsiteX72" fmla="*/ 70363 w 107560"/>
                    <a:gd name="connsiteY72" fmla="*/ 99942 h 103079"/>
                    <a:gd name="connsiteX73" fmla="*/ 90978 w 107560"/>
                    <a:gd name="connsiteY73" fmla="*/ 18823 h 103079"/>
                    <a:gd name="connsiteX74" fmla="*/ 81119 w 107560"/>
                    <a:gd name="connsiteY74" fmla="*/ 24649 h 103079"/>
                    <a:gd name="connsiteX75" fmla="*/ 70363 w 107560"/>
                    <a:gd name="connsiteY75" fmla="*/ 6723 h 103079"/>
                    <a:gd name="connsiteX76" fmla="*/ 90978 w 107560"/>
                    <a:gd name="connsiteY76" fmla="*/ 18823 h 10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07560" h="103079">
                      <a:moveTo>
                        <a:pt x="0" y="53332"/>
                      </a:moveTo>
                      <a:cubicBezTo>
                        <a:pt x="0" y="82463"/>
                        <a:pt x="24649" y="106665"/>
                        <a:pt x="55125" y="106665"/>
                      </a:cubicBezTo>
                      <a:cubicBezTo>
                        <a:pt x="85600" y="106665"/>
                        <a:pt x="110250" y="82912"/>
                        <a:pt x="110250" y="53332"/>
                      </a:cubicBezTo>
                      <a:cubicBezTo>
                        <a:pt x="110250" y="23753"/>
                        <a:pt x="85600" y="0"/>
                        <a:pt x="55125" y="0"/>
                      </a:cubicBezTo>
                      <a:cubicBezTo>
                        <a:pt x="24649" y="0"/>
                        <a:pt x="0" y="23753"/>
                        <a:pt x="0" y="53332"/>
                      </a:cubicBezTo>
                      <a:close/>
                      <a:moveTo>
                        <a:pt x="52884" y="4930"/>
                      </a:moveTo>
                      <a:lnTo>
                        <a:pt x="52884" y="29579"/>
                      </a:lnTo>
                      <a:cubicBezTo>
                        <a:pt x="46161" y="29579"/>
                        <a:pt x="39439" y="28235"/>
                        <a:pt x="33164" y="25994"/>
                      </a:cubicBezTo>
                      <a:cubicBezTo>
                        <a:pt x="37198" y="14341"/>
                        <a:pt x="44369" y="5826"/>
                        <a:pt x="52884" y="4930"/>
                      </a:cubicBezTo>
                      <a:close/>
                      <a:moveTo>
                        <a:pt x="52884" y="34061"/>
                      </a:moveTo>
                      <a:lnTo>
                        <a:pt x="52884" y="51091"/>
                      </a:lnTo>
                      <a:lnTo>
                        <a:pt x="28683" y="51091"/>
                      </a:lnTo>
                      <a:cubicBezTo>
                        <a:pt x="28683" y="43473"/>
                        <a:pt x="30027" y="36750"/>
                        <a:pt x="31820" y="30476"/>
                      </a:cubicBezTo>
                      <a:cubicBezTo>
                        <a:pt x="38094" y="32268"/>
                        <a:pt x="45265" y="33613"/>
                        <a:pt x="52884" y="34061"/>
                      </a:cubicBezTo>
                      <a:close/>
                      <a:moveTo>
                        <a:pt x="24201" y="51091"/>
                      </a:moveTo>
                      <a:lnTo>
                        <a:pt x="4482" y="51091"/>
                      </a:lnTo>
                      <a:cubicBezTo>
                        <a:pt x="4930" y="40335"/>
                        <a:pt x="9411" y="30027"/>
                        <a:pt x="16134" y="22409"/>
                      </a:cubicBezTo>
                      <a:cubicBezTo>
                        <a:pt x="19271" y="25098"/>
                        <a:pt x="23305" y="27338"/>
                        <a:pt x="27786" y="29131"/>
                      </a:cubicBezTo>
                      <a:cubicBezTo>
                        <a:pt x="25545" y="35405"/>
                        <a:pt x="24201" y="43024"/>
                        <a:pt x="24201" y="51091"/>
                      </a:cubicBezTo>
                      <a:close/>
                      <a:moveTo>
                        <a:pt x="24201" y="55573"/>
                      </a:moveTo>
                      <a:cubicBezTo>
                        <a:pt x="24201" y="63640"/>
                        <a:pt x="25545" y="71259"/>
                        <a:pt x="27338" y="77982"/>
                      </a:cubicBezTo>
                      <a:cubicBezTo>
                        <a:pt x="22857" y="79774"/>
                        <a:pt x="19271" y="82015"/>
                        <a:pt x="15686" y="84704"/>
                      </a:cubicBezTo>
                      <a:cubicBezTo>
                        <a:pt x="8963" y="76637"/>
                        <a:pt x="4482" y="66777"/>
                        <a:pt x="4033" y="56021"/>
                      </a:cubicBezTo>
                      <a:lnTo>
                        <a:pt x="24201" y="56021"/>
                      </a:lnTo>
                      <a:close/>
                      <a:moveTo>
                        <a:pt x="28683" y="55573"/>
                      </a:moveTo>
                      <a:lnTo>
                        <a:pt x="52884" y="55573"/>
                      </a:lnTo>
                      <a:lnTo>
                        <a:pt x="52884" y="72604"/>
                      </a:lnTo>
                      <a:cubicBezTo>
                        <a:pt x="45265" y="72604"/>
                        <a:pt x="38094" y="73948"/>
                        <a:pt x="31820" y="76189"/>
                      </a:cubicBezTo>
                      <a:cubicBezTo>
                        <a:pt x="30027" y="69915"/>
                        <a:pt x="28683" y="62744"/>
                        <a:pt x="28683" y="55573"/>
                      </a:cubicBezTo>
                      <a:close/>
                      <a:moveTo>
                        <a:pt x="52884" y="77085"/>
                      </a:moveTo>
                      <a:lnTo>
                        <a:pt x="52884" y="101735"/>
                      </a:lnTo>
                      <a:cubicBezTo>
                        <a:pt x="44817" y="100390"/>
                        <a:pt x="37646" y="92323"/>
                        <a:pt x="33164" y="80222"/>
                      </a:cubicBezTo>
                      <a:cubicBezTo>
                        <a:pt x="38991" y="78430"/>
                        <a:pt x="45713" y="77085"/>
                        <a:pt x="52884" y="77085"/>
                      </a:cubicBezTo>
                      <a:close/>
                      <a:moveTo>
                        <a:pt x="57366" y="101735"/>
                      </a:moveTo>
                      <a:lnTo>
                        <a:pt x="57366" y="77085"/>
                      </a:lnTo>
                      <a:cubicBezTo>
                        <a:pt x="64536" y="77085"/>
                        <a:pt x="70811" y="78430"/>
                        <a:pt x="77085" y="80671"/>
                      </a:cubicBezTo>
                      <a:cubicBezTo>
                        <a:pt x="72603" y="92323"/>
                        <a:pt x="65433" y="100390"/>
                        <a:pt x="57366" y="101735"/>
                      </a:cubicBezTo>
                      <a:close/>
                      <a:moveTo>
                        <a:pt x="57366" y="72604"/>
                      </a:moveTo>
                      <a:lnTo>
                        <a:pt x="57366" y="55573"/>
                      </a:lnTo>
                      <a:lnTo>
                        <a:pt x="81567" y="55573"/>
                      </a:lnTo>
                      <a:cubicBezTo>
                        <a:pt x="81567" y="63192"/>
                        <a:pt x="80222" y="69915"/>
                        <a:pt x="78430" y="76189"/>
                      </a:cubicBezTo>
                      <a:cubicBezTo>
                        <a:pt x="71707" y="73948"/>
                        <a:pt x="64536" y="72604"/>
                        <a:pt x="57366" y="72604"/>
                      </a:cubicBezTo>
                      <a:close/>
                      <a:moveTo>
                        <a:pt x="85600" y="55573"/>
                      </a:moveTo>
                      <a:lnTo>
                        <a:pt x="105320" y="55573"/>
                      </a:lnTo>
                      <a:cubicBezTo>
                        <a:pt x="104872" y="66329"/>
                        <a:pt x="100390" y="76637"/>
                        <a:pt x="93667" y="84256"/>
                      </a:cubicBezTo>
                      <a:cubicBezTo>
                        <a:pt x="90530" y="81567"/>
                        <a:pt x="86497" y="79326"/>
                        <a:pt x="82015" y="77533"/>
                      </a:cubicBezTo>
                      <a:cubicBezTo>
                        <a:pt x="84256" y="71259"/>
                        <a:pt x="85600" y="63640"/>
                        <a:pt x="85600" y="55573"/>
                      </a:cubicBezTo>
                      <a:close/>
                      <a:moveTo>
                        <a:pt x="85600" y="51091"/>
                      </a:moveTo>
                      <a:cubicBezTo>
                        <a:pt x="85600" y="43024"/>
                        <a:pt x="84256" y="35405"/>
                        <a:pt x="82463" y="28683"/>
                      </a:cubicBezTo>
                      <a:cubicBezTo>
                        <a:pt x="86945" y="26890"/>
                        <a:pt x="90530" y="24649"/>
                        <a:pt x="94116" y="21960"/>
                      </a:cubicBezTo>
                      <a:cubicBezTo>
                        <a:pt x="100838" y="30027"/>
                        <a:pt x="105320" y="39887"/>
                        <a:pt x="105768" y="50643"/>
                      </a:cubicBezTo>
                      <a:lnTo>
                        <a:pt x="85600" y="50643"/>
                      </a:lnTo>
                      <a:close/>
                      <a:moveTo>
                        <a:pt x="81119" y="51091"/>
                      </a:moveTo>
                      <a:lnTo>
                        <a:pt x="56917" y="51091"/>
                      </a:lnTo>
                      <a:lnTo>
                        <a:pt x="56917" y="34061"/>
                      </a:lnTo>
                      <a:cubicBezTo>
                        <a:pt x="64536" y="34061"/>
                        <a:pt x="71707" y="32716"/>
                        <a:pt x="77981" y="30476"/>
                      </a:cubicBezTo>
                      <a:cubicBezTo>
                        <a:pt x="80222" y="36750"/>
                        <a:pt x="81119" y="43473"/>
                        <a:pt x="81119" y="51091"/>
                      </a:cubicBezTo>
                      <a:close/>
                      <a:moveTo>
                        <a:pt x="57366" y="29579"/>
                      </a:moveTo>
                      <a:lnTo>
                        <a:pt x="57366" y="4930"/>
                      </a:lnTo>
                      <a:cubicBezTo>
                        <a:pt x="65433" y="6274"/>
                        <a:pt x="72603" y="14341"/>
                        <a:pt x="77085" y="26442"/>
                      </a:cubicBezTo>
                      <a:cubicBezTo>
                        <a:pt x="70811" y="28235"/>
                        <a:pt x="64088" y="29131"/>
                        <a:pt x="57366" y="29579"/>
                      </a:cubicBezTo>
                      <a:close/>
                      <a:moveTo>
                        <a:pt x="39887" y="6723"/>
                      </a:moveTo>
                      <a:cubicBezTo>
                        <a:pt x="35405" y="10756"/>
                        <a:pt x="31820" y="17030"/>
                        <a:pt x="29131" y="24649"/>
                      </a:cubicBezTo>
                      <a:cubicBezTo>
                        <a:pt x="25545" y="23305"/>
                        <a:pt x="22409" y="21064"/>
                        <a:pt x="19271" y="18823"/>
                      </a:cubicBezTo>
                      <a:cubicBezTo>
                        <a:pt x="24649" y="13445"/>
                        <a:pt x="31820" y="8963"/>
                        <a:pt x="39887" y="6723"/>
                      </a:cubicBezTo>
                      <a:close/>
                      <a:moveTo>
                        <a:pt x="19271" y="87841"/>
                      </a:moveTo>
                      <a:cubicBezTo>
                        <a:pt x="21960" y="85601"/>
                        <a:pt x="25545" y="83808"/>
                        <a:pt x="29131" y="82015"/>
                      </a:cubicBezTo>
                      <a:cubicBezTo>
                        <a:pt x="31820" y="89186"/>
                        <a:pt x="35405" y="95460"/>
                        <a:pt x="39887" y="99942"/>
                      </a:cubicBezTo>
                      <a:cubicBezTo>
                        <a:pt x="31820" y="97253"/>
                        <a:pt x="24649" y="93219"/>
                        <a:pt x="19271" y="87841"/>
                      </a:cubicBezTo>
                      <a:close/>
                      <a:moveTo>
                        <a:pt x="70363" y="99942"/>
                      </a:moveTo>
                      <a:cubicBezTo>
                        <a:pt x="74844" y="95908"/>
                        <a:pt x="78430" y="89634"/>
                        <a:pt x="81119" y="82015"/>
                      </a:cubicBezTo>
                      <a:cubicBezTo>
                        <a:pt x="84704" y="83360"/>
                        <a:pt x="87841" y="85601"/>
                        <a:pt x="90978" y="87841"/>
                      </a:cubicBezTo>
                      <a:cubicBezTo>
                        <a:pt x="85152" y="93219"/>
                        <a:pt x="77981" y="97253"/>
                        <a:pt x="70363" y="99942"/>
                      </a:cubicBezTo>
                      <a:close/>
                      <a:moveTo>
                        <a:pt x="90978" y="18823"/>
                      </a:moveTo>
                      <a:cubicBezTo>
                        <a:pt x="88289" y="21064"/>
                        <a:pt x="84704" y="22857"/>
                        <a:pt x="81119" y="24649"/>
                      </a:cubicBezTo>
                      <a:cubicBezTo>
                        <a:pt x="78430" y="17479"/>
                        <a:pt x="74844" y="11204"/>
                        <a:pt x="70363" y="6723"/>
                      </a:cubicBezTo>
                      <a:cubicBezTo>
                        <a:pt x="77981" y="8963"/>
                        <a:pt x="85152" y="13445"/>
                        <a:pt x="90978" y="1882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67" name="Freeform: Shape 5497">
                  <a:extLst>
                    <a:ext uri="{FF2B5EF4-FFF2-40B4-BE49-F238E27FC236}">
                      <a16:creationId xmlns:a16="http://schemas.microsoft.com/office/drawing/2014/main" id="{254B76EF-179F-D75D-D206-81A1EF8A8FB7}"/>
                    </a:ext>
                  </a:extLst>
                </p:cNvPr>
                <p:cNvSpPr/>
                <p:nvPr/>
              </p:nvSpPr>
              <p:spPr>
                <a:xfrm>
                  <a:off x="8846442" y="1408991"/>
                  <a:ext cx="94116" cy="76189"/>
                </a:xfrm>
                <a:custGeom>
                  <a:avLst/>
                  <a:gdLst>
                    <a:gd name="connsiteX0" fmla="*/ 3137 w 94115"/>
                    <a:gd name="connsiteY0" fmla="*/ 78918 h 76188"/>
                    <a:gd name="connsiteX1" fmla="*/ 3137 w 94115"/>
                    <a:gd name="connsiteY1" fmla="*/ 78918 h 76188"/>
                    <a:gd name="connsiteX2" fmla="*/ 5378 w 94115"/>
                    <a:gd name="connsiteY2" fmla="*/ 76678 h 76188"/>
                    <a:gd name="connsiteX3" fmla="*/ 33165 w 94115"/>
                    <a:gd name="connsiteY3" fmla="*/ 26034 h 76188"/>
                    <a:gd name="connsiteX4" fmla="*/ 87393 w 94115"/>
                    <a:gd name="connsiteY4" fmla="*/ 13486 h 76188"/>
                    <a:gd name="connsiteX5" fmla="*/ 80671 w 94115"/>
                    <a:gd name="connsiteY5" fmla="*/ 17071 h 76188"/>
                    <a:gd name="connsiteX6" fmla="*/ 79775 w 94115"/>
                    <a:gd name="connsiteY6" fmla="*/ 20208 h 76188"/>
                    <a:gd name="connsiteX7" fmla="*/ 81567 w 94115"/>
                    <a:gd name="connsiteY7" fmla="*/ 21553 h 76188"/>
                    <a:gd name="connsiteX8" fmla="*/ 82463 w 94115"/>
                    <a:gd name="connsiteY8" fmla="*/ 21104 h 76188"/>
                    <a:gd name="connsiteX9" fmla="*/ 94564 w 94115"/>
                    <a:gd name="connsiteY9" fmla="*/ 14382 h 76188"/>
                    <a:gd name="connsiteX10" fmla="*/ 94564 w 94115"/>
                    <a:gd name="connsiteY10" fmla="*/ 14382 h 76188"/>
                    <a:gd name="connsiteX11" fmla="*/ 95012 w 94115"/>
                    <a:gd name="connsiteY11" fmla="*/ 13934 h 76188"/>
                    <a:gd name="connsiteX12" fmla="*/ 95012 w 94115"/>
                    <a:gd name="connsiteY12" fmla="*/ 13934 h 76188"/>
                    <a:gd name="connsiteX13" fmla="*/ 95460 w 94115"/>
                    <a:gd name="connsiteY13" fmla="*/ 13037 h 76188"/>
                    <a:gd name="connsiteX14" fmla="*/ 95460 w 94115"/>
                    <a:gd name="connsiteY14" fmla="*/ 13037 h 76188"/>
                    <a:gd name="connsiteX15" fmla="*/ 95460 w 94115"/>
                    <a:gd name="connsiteY15" fmla="*/ 13037 h 76188"/>
                    <a:gd name="connsiteX16" fmla="*/ 95460 w 94115"/>
                    <a:gd name="connsiteY16" fmla="*/ 13037 h 76188"/>
                    <a:gd name="connsiteX17" fmla="*/ 95460 w 94115"/>
                    <a:gd name="connsiteY17" fmla="*/ 12589 h 76188"/>
                    <a:gd name="connsiteX18" fmla="*/ 95460 w 94115"/>
                    <a:gd name="connsiteY18" fmla="*/ 12141 h 76188"/>
                    <a:gd name="connsiteX19" fmla="*/ 95012 w 94115"/>
                    <a:gd name="connsiteY19" fmla="*/ 11693 h 76188"/>
                    <a:gd name="connsiteX20" fmla="*/ 95012 w 94115"/>
                    <a:gd name="connsiteY20" fmla="*/ 11693 h 76188"/>
                    <a:gd name="connsiteX21" fmla="*/ 87842 w 94115"/>
                    <a:gd name="connsiteY21" fmla="*/ 937 h 76188"/>
                    <a:gd name="connsiteX22" fmla="*/ 84704 w 94115"/>
                    <a:gd name="connsiteY22" fmla="*/ 489 h 76188"/>
                    <a:gd name="connsiteX23" fmla="*/ 84256 w 94115"/>
                    <a:gd name="connsiteY23" fmla="*/ 3626 h 76188"/>
                    <a:gd name="connsiteX24" fmla="*/ 88290 w 94115"/>
                    <a:gd name="connsiteY24" fmla="*/ 9900 h 76188"/>
                    <a:gd name="connsiteX25" fmla="*/ 29579 w 94115"/>
                    <a:gd name="connsiteY25" fmla="*/ 23345 h 76188"/>
                    <a:gd name="connsiteX26" fmla="*/ 0 w 94115"/>
                    <a:gd name="connsiteY26" fmla="*/ 77574 h 76188"/>
                    <a:gd name="connsiteX27" fmla="*/ 3137 w 94115"/>
                    <a:gd name="connsiteY27" fmla="*/ 78918 h 7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4115" h="76188">
                      <a:moveTo>
                        <a:pt x="3137" y="78918"/>
                      </a:moveTo>
                      <a:cubicBezTo>
                        <a:pt x="3137" y="78918"/>
                        <a:pt x="3137" y="78918"/>
                        <a:pt x="3137" y="78918"/>
                      </a:cubicBezTo>
                      <a:cubicBezTo>
                        <a:pt x="4482" y="78918"/>
                        <a:pt x="5378" y="78022"/>
                        <a:pt x="5378" y="76678"/>
                      </a:cubicBezTo>
                      <a:cubicBezTo>
                        <a:pt x="6274" y="56958"/>
                        <a:pt x="16134" y="38583"/>
                        <a:pt x="33165" y="26034"/>
                      </a:cubicBezTo>
                      <a:cubicBezTo>
                        <a:pt x="48851" y="14382"/>
                        <a:pt x="68122" y="9900"/>
                        <a:pt x="87393" y="13486"/>
                      </a:cubicBezTo>
                      <a:lnTo>
                        <a:pt x="80671" y="17071"/>
                      </a:lnTo>
                      <a:cubicBezTo>
                        <a:pt x="79775" y="17519"/>
                        <a:pt x="79326" y="18864"/>
                        <a:pt x="79775" y="20208"/>
                      </a:cubicBezTo>
                      <a:cubicBezTo>
                        <a:pt x="80223" y="21104"/>
                        <a:pt x="81119" y="21553"/>
                        <a:pt x="81567" y="21553"/>
                      </a:cubicBezTo>
                      <a:cubicBezTo>
                        <a:pt x="82015" y="21553"/>
                        <a:pt x="82463" y="21553"/>
                        <a:pt x="82463" y="21104"/>
                      </a:cubicBezTo>
                      <a:lnTo>
                        <a:pt x="94564" y="14382"/>
                      </a:lnTo>
                      <a:cubicBezTo>
                        <a:pt x="94564" y="14382"/>
                        <a:pt x="94564" y="14382"/>
                        <a:pt x="94564" y="14382"/>
                      </a:cubicBezTo>
                      <a:cubicBezTo>
                        <a:pt x="95012" y="14382"/>
                        <a:pt x="95012" y="13934"/>
                        <a:pt x="95012" y="13934"/>
                      </a:cubicBezTo>
                      <a:cubicBezTo>
                        <a:pt x="95012" y="13934"/>
                        <a:pt x="95012" y="13934"/>
                        <a:pt x="95012" y="13934"/>
                      </a:cubicBezTo>
                      <a:cubicBezTo>
                        <a:pt x="95012" y="13486"/>
                        <a:pt x="95460" y="13486"/>
                        <a:pt x="95460" y="13037"/>
                      </a:cubicBezTo>
                      <a:cubicBezTo>
                        <a:pt x="95460" y="13037"/>
                        <a:pt x="95460" y="13037"/>
                        <a:pt x="95460" y="13037"/>
                      </a:cubicBezTo>
                      <a:cubicBezTo>
                        <a:pt x="95460" y="13037"/>
                        <a:pt x="95460" y="13037"/>
                        <a:pt x="95460" y="13037"/>
                      </a:cubicBezTo>
                      <a:cubicBezTo>
                        <a:pt x="95460" y="13037"/>
                        <a:pt x="95460" y="13037"/>
                        <a:pt x="95460" y="13037"/>
                      </a:cubicBezTo>
                      <a:cubicBezTo>
                        <a:pt x="95460" y="12589"/>
                        <a:pt x="95460" y="12589"/>
                        <a:pt x="95460" y="12589"/>
                      </a:cubicBezTo>
                      <a:cubicBezTo>
                        <a:pt x="95460" y="12589"/>
                        <a:pt x="95460" y="12589"/>
                        <a:pt x="95460" y="12141"/>
                      </a:cubicBezTo>
                      <a:cubicBezTo>
                        <a:pt x="95460" y="12141"/>
                        <a:pt x="95460" y="11693"/>
                        <a:pt x="95012" y="11693"/>
                      </a:cubicBezTo>
                      <a:cubicBezTo>
                        <a:pt x="95012" y="11693"/>
                        <a:pt x="95012" y="11693"/>
                        <a:pt x="95012" y="11693"/>
                      </a:cubicBezTo>
                      <a:lnTo>
                        <a:pt x="87842" y="937"/>
                      </a:lnTo>
                      <a:cubicBezTo>
                        <a:pt x="86945" y="40"/>
                        <a:pt x="85601" y="-408"/>
                        <a:pt x="84704" y="489"/>
                      </a:cubicBezTo>
                      <a:cubicBezTo>
                        <a:pt x="83808" y="1385"/>
                        <a:pt x="83360" y="2729"/>
                        <a:pt x="84256" y="3626"/>
                      </a:cubicBezTo>
                      <a:lnTo>
                        <a:pt x="88290" y="9900"/>
                      </a:lnTo>
                      <a:cubicBezTo>
                        <a:pt x="67674" y="5867"/>
                        <a:pt x="46610" y="10797"/>
                        <a:pt x="29579" y="23345"/>
                      </a:cubicBezTo>
                      <a:cubicBezTo>
                        <a:pt x="11653" y="36342"/>
                        <a:pt x="896" y="56062"/>
                        <a:pt x="0" y="77574"/>
                      </a:cubicBezTo>
                      <a:cubicBezTo>
                        <a:pt x="896" y="77574"/>
                        <a:pt x="1793" y="78918"/>
                        <a:pt x="3137" y="7891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68" name="Freeform: Shape 5498">
                  <a:extLst>
                    <a:ext uri="{FF2B5EF4-FFF2-40B4-BE49-F238E27FC236}">
                      <a16:creationId xmlns:a16="http://schemas.microsoft.com/office/drawing/2014/main" id="{C629B137-11B7-4EA0-39C7-DF3134BBBA1B}"/>
                    </a:ext>
                  </a:extLst>
                </p:cNvPr>
                <p:cNvSpPr/>
                <p:nvPr/>
              </p:nvSpPr>
              <p:spPr>
                <a:xfrm>
                  <a:off x="8843577" y="1504492"/>
                  <a:ext cx="116524" cy="53780"/>
                </a:xfrm>
                <a:custGeom>
                  <a:avLst/>
                  <a:gdLst>
                    <a:gd name="connsiteX0" fmla="*/ 114907 w 116524"/>
                    <a:gd name="connsiteY0" fmla="*/ 41680 h 53780"/>
                    <a:gd name="connsiteX1" fmla="*/ 51267 w 116524"/>
                    <a:gd name="connsiteY1" fmla="*/ 46610 h 53780"/>
                    <a:gd name="connsiteX2" fmla="*/ 12276 w 116524"/>
                    <a:gd name="connsiteY2" fmla="*/ 7171 h 53780"/>
                    <a:gd name="connsiteX3" fmla="*/ 18999 w 116524"/>
                    <a:gd name="connsiteY3" fmla="*/ 11204 h 53780"/>
                    <a:gd name="connsiteX4" fmla="*/ 22136 w 116524"/>
                    <a:gd name="connsiteY4" fmla="*/ 10308 h 53780"/>
                    <a:gd name="connsiteX5" fmla="*/ 21240 w 116524"/>
                    <a:gd name="connsiteY5" fmla="*/ 7171 h 53780"/>
                    <a:gd name="connsiteX6" fmla="*/ 9587 w 116524"/>
                    <a:gd name="connsiteY6" fmla="*/ 0 h 53780"/>
                    <a:gd name="connsiteX7" fmla="*/ 9587 w 116524"/>
                    <a:gd name="connsiteY7" fmla="*/ 0 h 53780"/>
                    <a:gd name="connsiteX8" fmla="*/ 9139 w 116524"/>
                    <a:gd name="connsiteY8" fmla="*/ 0 h 53780"/>
                    <a:gd name="connsiteX9" fmla="*/ 8691 w 116524"/>
                    <a:gd name="connsiteY9" fmla="*/ 0 h 53780"/>
                    <a:gd name="connsiteX10" fmla="*/ 8243 w 116524"/>
                    <a:gd name="connsiteY10" fmla="*/ 0 h 53780"/>
                    <a:gd name="connsiteX11" fmla="*/ 7795 w 116524"/>
                    <a:gd name="connsiteY11" fmla="*/ 0 h 53780"/>
                    <a:gd name="connsiteX12" fmla="*/ 7795 w 116524"/>
                    <a:gd name="connsiteY12" fmla="*/ 0 h 53780"/>
                    <a:gd name="connsiteX13" fmla="*/ 7795 w 116524"/>
                    <a:gd name="connsiteY13" fmla="*/ 0 h 53780"/>
                    <a:gd name="connsiteX14" fmla="*/ 7346 w 116524"/>
                    <a:gd name="connsiteY14" fmla="*/ 0 h 53780"/>
                    <a:gd name="connsiteX15" fmla="*/ 6898 w 116524"/>
                    <a:gd name="connsiteY15" fmla="*/ 0 h 53780"/>
                    <a:gd name="connsiteX16" fmla="*/ 6450 w 116524"/>
                    <a:gd name="connsiteY16" fmla="*/ 448 h 53780"/>
                    <a:gd name="connsiteX17" fmla="*/ 6450 w 116524"/>
                    <a:gd name="connsiteY17" fmla="*/ 448 h 53780"/>
                    <a:gd name="connsiteX18" fmla="*/ 176 w 116524"/>
                    <a:gd name="connsiteY18" fmla="*/ 11652 h 53780"/>
                    <a:gd name="connsiteX19" fmla="*/ 1072 w 116524"/>
                    <a:gd name="connsiteY19" fmla="*/ 14790 h 53780"/>
                    <a:gd name="connsiteX20" fmla="*/ 1969 w 116524"/>
                    <a:gd name="connsiteY20" fmla="*/ 15238 h 53780"/>
                    <a:gd name="connsiteX21" fmla="*/ 3761 w 116524"/>
                    <a:gd name="connsiteY21" fmla="*/ 13893 h 53780"/>
                    <a:gd name="connsiteX22" fmla="*/ 7346 w 116524"/>
                    <a:gd name="connsiteY22" fmla="*/ 7171 h 53780"/>
                    <a:gd name="connsiteX23" fmla="*/ 49026 w 116524"/>
                    <a:gd name="connsiteY23" fmla="*/ 50195 h 53780"/>
                    <a:gd name="connsiteX24" fmla="*/ 77261 w 116524"/>
                    <a:gd name="connsiteY24" fmla="*/ 55573 h 53780"/>
                    <a:gd name="connsiteX25" fmla="*/ 116252 w 116524"/>
                    <a:gd name="connsiteY25" fmla="*/ 44817 h 53780"/>
                    <a:gd name="connsiteX26" fmla="*/ 117148 w 116524"/>
                    <a:gd name="connsiteY26" fmla="*/ 41680 h 53780"/>
                    <a:gd name="connsiteX27" fmla="*/ 114907 w 116524"/>
                    <a:gd name="connsiteY27" fmla="*/ 41680 h 5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6524" h="53780">
                      <a:moveTo>
                        <a:pt x="114907" y="41680"/>
                      </a:moveTo>
                      <a:cubicBezTo>
                        <a:pt x="96084" y="53332"/>
                        <a:pt x="72331" y="55125"/>
                        <a:pt x="51267" y="46610"/>
                      </a:cubicBezTo>
                      <a:cubicBezTo>
                        <a:pt x="32892" y="39439"/>
                        <a:pt x="18999" y="25098"/>
                        <a:pt x="12276" y="7171"/>
                      </a:cubicBezTo>
                      <a:lnTo>
                        <a:pt x="18999" y="11204"/>
                      </a:lnTo>
                      <a:cubicBezTo>
                        <a:pt x="19895" y="11652"/>
                        <a:pt x="21240" y="11652"/>
                        <a:pt x="22136" y="10308"/>
                      </a:cubicBezTo>
                      <a:cubicBezTo>
                        <a:pt x="23032" y="8963"/>
                        <a:pt x="22584" y="8067"/>
                        <a:pt x="21240" y="7171"/>
                      </a:cubicBezTo>
                      <a:lnTo>
                        <a:pt x="9587" y="0"/>
                      </a:lnTo>
                      <a:cubicBezTo>
                        <a:pt x="9587" y="0"/>
                        <a:pt x="9587" y="0"/>
                        <a:pt x="9587" y="0"/>
                      </a:cubicBezTo>
                      <a:cubicBezTo>
                        <a:pt x="9587" y="0"/>
                        <a:pt x="9139" y="0"/>
                        <a:pt x="9139" y="0"/>
                      </a:cubicBezTo>
                      <a:cubicBezTo>
                        <a:pt x="9139" y="0"/>
                        <a:pt x="9139" y="0"/>
                        <a:pt x="8691" y="0"/>
                      </a:cubicBezTo>
                      <a:cubicBezTo>
                        <a:pt x="8691" y="0"/>
                        <a:pt x="8243" y="0"/>
                        <a:pt x="8243" y="0"/>
                      </a:cubicBezTo>
                      <a:cubicBezTo>
                        <a:pt x="8243" y="0"/>
                        <a:pt x="7795" y="0"/>
                        <a:pt x="7795" y="0"/>
                      </a:cubicBezTo>
                      <a:cubicBezTo>
                        <a:pt x="7795" y="0"/>
                        <a:pt x="7795" y="0"/>
                        <a:pt x="7795" y="0"/>
                      </a:cubicBezTo>
                      <a:cubicBezTo>
                        <a:pt x="7795" y="0"/>
                        <a:pt x="7795" y="0"/>
                        <a:pt x="7795" y="0"/>
                      </a:cubicBezTo>
                      <a:cubicBezTo>
                        <a:pt x="7795" y="0"/>
                        <a:pt x="7346" y="0"/>
                        <a:pt x="7346" y="0"/>
                      </a:cubicBezTo>
                      <a:cubicBezTo>
                        <a:pt x="7346" y="0"/>
                        <a:pt x="6898" y="0"/>
                        <a:pt x="6898" y="0"/>
                      </a:cubicBezTo>
                      <a:cubicBezTo>
                        <a:pt x="6450" y="0"/>
                        <a:pt x="6450" y="448"/>
                        <a:pt x="6450" y="448"/>
                      </a:cubicBezTo>
                      <a:cubicBezTo>
                        <a:pt x="6450" y="448"/>
                        <a:pt x="6450" y="448"/>
                        <a:pt x="6450" y="448"/>
                      </a:cubicBezTo>
                      <a:lnTo>
                        <a:pt x="176" y="11652"/>
                      </a:lnTo>
                      <a:cubicBezTo>
                        <a:pt x="-272" y="12549"/>
                        <a:pt x="176" y="13893"/>
                        <a:pt x="1072" y="14790"/>
                      </a:cubicBezTo>
                      <a:cubicBezTo>
                        <a:pt x="1520" y="14790"/>
                        <a:pt x="1969" y="15238"/>
                        <a:pt x="1969" y="15238"/>
                      </a:cubicBezTo>
                      <a:cubicBezTo>
                        <a:pt x="2865" y="15238"/>
                        <a:pt x="3313" y="14790"/>
                        <a:pt x="3761" y="13893"/>
                      </a:cubicBezTo>
                      <a:lnTo>
                        <a:pt x="7346" y="7171"/>
                      </a:lnTo>
                      <a:cubicBezTo>
                        <a:pt x="14517" y="26890"/>
                        <a:pt x="29307" y="42576"/>
                        <a:pt x="49026" y="50195"/>
                      </a:cubicBezTo>
                      <a:cubicBezTo>
                        <a:pt x="57990" y="53780"/>
                        <a:pt x="67849" y="55573"/>
                        <a:pt x="77261" y="55573"/>
                      </a:cubicBezTo>
                      <a:cubicBezTo>
                        <a:pt x="91154" y="55573"/>
                        <a:pt x="104599" y="51988"/>
                        <a:pt x="116252" y="44817"/>
                      </a:cubicBezTo>
                      <a:cubicBezTo>
                        <a:pt x="117148" y="44369"/>
                        <a:pt x="117596" y="42576"/>
                        <a:pt x="117148" y="41680"/>
                      </a:cubicBezTo>
                      <a:cubicBezTo>
                        <a:pt x="117596" y="41680"/>
                        <a:pt x="116252" y="41232"/>
                        <a:pt x="114907" y="4168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69" name="Freeform: Shape 5499">
                  <a:extLst>
                    <a:ext uri="{FF2B5EF4-FFF2-40B4-BE49-F238E27FC236}">
                      <a16:creationId xmlns:a16="http://schemas.microsoft.com/office/drawing/2014/main" id="{78F2AF21-A3C1-DE7A-0DAD-FC478A8294DD}"/>
                    </a:ext>
                  </a:extLst>
                </p:cNvPr>
                <p:cNvSpPr/>
                <p:nvPr/>
              </p:nvSpPr>
              <p:spPr>
                <a:xfrm>
                  <a:off x="8957320" y="1427586"/>
                  <a:ext cx="35854" cy="112043"/>
                </a:xfrm>
                <a:custGeom>
                  <a:avLst/>
                  <a:gdLst>
                    <a:gd name="connsiteX0" fmla="*/ 28054 w 35853"/>
                    <a:gd name="connsiteY0" fmla="*/ 108277 h 112042"/>
                    <a:gd name="connsiteX1" fmla="*/ 20436 w 35853"/>
                    <a:gd name="connsiteY1" fmla="*/ 108277 h 112042"/>
                    <a:gd name="connsiteX2" fmla="*/ 37914 w 35853"/>
                    <a:gd name="connsiteY2" fmla="*/ 53600 h 112042"/>
                    <a:gd name="connsiteX3" fmla="*/ 3405 w 35853"/>
                    <a:gd name="connsiteY3" fmla="*/ 268 h 112042"/>
                    <a:gd name="connsiteX4" fmla="*/ 268 w 35853"/>
                    <a:gd name="connsiteY4" fmla="*/ 1164 h 112042"/>
                    <a:gd name="connsiteX5" fmla="*/ 1164 w 35853"/>
                    <a:gd name="connsiteY5" fmla="*/ 4302 h 112042"/>
                    <a:gd name="connsiteX6" fmla="*/ 33433 w 35853"/>
                    <a:gd name="connsiteY6" fmla="*/ 54497 h 112042"/>
                    <a:gd name="connsiteX7" fmla="*/ 17299 w 35853"/>
                    <a:gd name="connsiteY7" fmla="*/ 105140 h 112042"/>
                    <a:gd name="connsiteX8" fmla="*/ 17299 w 35853"/>
                    <a:gd name="connsiteY8" fmla="*/ 97521 h 112042"/>
                    <a:gd name="connsiteX9" fmla="*/ 15058 w 35853"/>
                    <a:gd name="connsiteY9" fmla="*/ 95280 h 112042"/>
                    <a:gd name="connsiteX10" fmla="*/ 12817 w 35853"/>
                    <a:gd name="connsiteY10" fmla="*/ 97521 h 112042"/>
                    <a:gd name="connsiteX11" fmla="*/ 12369 w 35853"/>
                    <a:gd name="connsiteY11" fmla="*/ 110966 h 112042"/>
                    <a:gd name="connsiteX12" fmla="*/ 12369 w 35853"/>
                    <a:gd name="connsiteY12" fmla="*/ 110966 h 112042"/>
                    <a:gd name="connsiteX13" fmla="*/ 12369 w 35853"/>
                    <a:gd name="connsiteY13" fmla="*/ 111862 h 112042"/>
                    <a:gd name="connsiteX14" fmla="*/ 12369 w 35853"/>
                    <a:gd name="connsiteY14" fmla="*/ 112311 h 112042"/>
                    <a:gd name="connsiteX15" fmla="*/ 12817 w 35853"/>
                    <a:gd name="connsiteY15" fmla="*/ 112759 h 112042"/>
                    <a:gd name="connsiteX16" fmla="*/ 12817 w 35853"/>
                    <a:gd name="connsiteY16" fmla="*/ 112759 h 112042"/>
                    <a:gd name="connsiteX17" fmla="*/ 12817 w 35853"/>
                    <a:gd name="connsiteY17" fmla="*/ 112759 h 112042"/>
                    <a:gd name="connsiteX18" fmla="*/ 13265 w 35853"/>
                    <a:gd name="connsiteY18" fmla="*/ 113207 h 112042"/>
                    <a:gd name="connsiteX19" fmla="*/ 14161 w 35853"/>
                    <a:gd name="connsiteY19" fmla="*/ 113655 h 112042"/>
                    <a:gd name="connsiteX20" fmla="*/ 14161 w 35853"/>
                    <a:gd name="connsiteY20" fmla="*/ 113655 h 112042"/>
                    <a:gd name="connsiteX21" fmla="*/ 27158 w 35853"/>
                    <a:gd name="connsiteY21" fmla="*/ 113207 h 112042"/>
                    <a:gd name="connsiteX22" fmla="*/ 29399 w 35853"/>
                    <a:gd name="connsiteY22" fmla="*/ 110966 h 112042"/>
                    <a:gd name="connsiteX23" fmla="*/ 28054 w 35853"/>
                    <a:gd name="connsiteY23" fmla="*/ 108277 h 1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5853" h="112042">
                      <a:moveTo>
                        <a:pt x="28054" y="108277"/>
                      </a:moveTo>
                      <a:lnTo>
                        <a:pt x="20436" y="108277"/>
                      </a:lnTo>
                      <a:cubicBezTo>
                        <a:pt x="33881" y="93039"/>
                        <a:pt x="40603" y="73320"/>
                        <a:pt x="37914" y="53600"/>
                      </a:cubicBezTo>
                      <a:cubicBezTo>
                        <a:pt x="35225" y="31640"/>
                        <a:pt x="22228" y="11472"/>
                        <a:pt x="3405" y="268"/>
                      </a:cubicBezTo>
                      <a:cubicBezTo>
                        <a:pt x="2509" y="-180"/>
                        <a:pt x="1164" y="-180"/>
                        <a:pt x="268" y="1164"/>
                      </a:cubicBezTo>
                      <a:cubicBezTo>
                        <a:pt x="-180" y="2061"/>
                        <a:pt x="-180" y="3405"/>
                        <a:pt x="1164" y="4302"/>
                      </a:cubicBezTo>
                      <a:cubicBezTo>
                        <a:pt x="19091" y="15058"/>
                        <a:pt x="31192" y="33881"/>
                        <a:pt x="33433" y="54497"/>
                      </a:cubicBezTo>
                      <a:cubicBezTo>
                        <a:pt x="35673" y="72872"/>
                        <a:pt x="29847" y="91247"/>
                        <a:pt x="17299" y="105140"/>
                      </a:cubicBezTo>
                      <a:lnTo>
                        <a:pt x="17299" y="97521"/>
                      </a:lnTo>
                      <a:cubicBezTo>
                        <a:pt x="17299" y="96176"/>
                        <a:pt x="16402" y="95280"/>
                        <a:pt x="15058" y="95280"/>
                      </a:cubicBezTo>
                      <a:cubicBezTo>
                        <a:pt x="13713" y="95280"/>
                        <a:pt x="12817" y="96176"/>
                        <a:pt x="12817" y="97521"/>
                      </a:cubicBezTo>
                      <a:lnTo>
                        <a:pt x="12369" y="110966"/>
                      </a:lnTo>
                      <a:cubicBezTo>
                        <a:pt x="12369" y="110966"/>
                        <a:pt x="12369" y="110966"/>
                        <a:pt x="12369" y="110966"/>
                      </a:cubicBezTo>
                      <a:cubicBezTo>
                        <a:pt x="12369" y="111414"/>
                        <a:pt x="12369" y="111414"/>
                        <a:pt x="12369" y="111862"/>
                      </a:cubicBezTo>
                      <a:cubicBezTo>
                        <a:pt x="12369" y="111862"/>
                        <a:pt x="12369" y="111862"/>
                        <a:pt x="12369" y="112311"/>
                      </a:cubicBezTo>
                      <a:cubicBezTo>
                        <a:pt x="12369" y="112311"/>
                        <a:pt x="12369" y="112759"/>
                        <a:pt x="12817" y="112759"/>
                      </a:cubicBezTo>
                      <a:cubicBezTo>
                        <a:pt x="12817" y="112759"/>
                        <a:pt x="12817" y="112759"/>
                        <a:pt x="12817" y="112759"/>
                      </a:cubicBezTo>
                      <a:cubicBezTo>
                        <a:pt x="12817" y="112759"/>
                        <a:pt x="12817" y="112759"/>
                        <a:pt x="12817" y="112759"/>
                      </a:cubicBezTo>
                      <a:cubicBezTo>
                        <a:pt x="12817" y="112759"/>
                        <a:pt x="13265" y="113207"/>
                        <a:pt x="13265" y="113207"/>
                      </a:cubicBezTo>
                      <a:cubicBezTo>
                        <a:pt x="13713" y="113207"/>
                        <a:pt x="13713" y="113655"/>
                        <a:pt x="14161" y="113655"/>
                      </a:cubicBezTo>
                      <a:cubicBezTo>
                        <a:pt x="14161" y="113655"/>
                        <a:pt x="14161" y="113655"/>
                        <a:pt x="14161" y="113655"/>
                      </a:cubicBezTo>
                      <a:lnTo>
                        <a:pt x="27158" y="113207"/>
                      </a:lnTo>
                      <a:cubicBezTo>
                        <a:pt x="28503" y="113207"/>
                        <a:pt x="29399" y="112311"/>
                        <a:pt x="29399" y="110966"/>
                      </a:cubicBezTo>
                      <a:cubicBezTo>
                        <a:pt x="30295" y="109173"/>
                        <a:pt x="29399" y="107829"/>
                        <a:pt x="28054" y="10827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70" name="Group 2441">
                <a:extLst>
                  <a:ext uri="{FF2B5EF4-FFF2-40B4-BE49-F238E27FC236}">
                    <a16:creationId xmlns:a16="http://schemas.microsoft.com/office/drawing/2014/main" id="{1BD217A8-34D8-2952-3AF1-78FF78DFCFCD}"/>
                  </a:ext>
                  <a:ext uri="{C183D7F6-B498-43B3-948B-1728B52AA6E4}">
                    <adec:decorative xmlns:adec="http://schemas.microsoft.com/office/drawing/2017/decorative" val="1"/>
                  </a:ext>
                </a:extLst>
              </p:cNvPr>
              <p:cNvGrpSpPr>
                <a:grpSpLocks noChangeAspect="1"/>
              </p:cNvGrpSpPr>
              <p:nvPr/>
            </p:nvGrpSpPr>
            <p:grpSpPr>
              <a:xfrm>
                <a:off x="9032334" y="3453385"/>
                <a:ext cx="121006" cy="147896"/>
                <a:chOff x="9126324" y="1418219"/>
                <a:chExt cx="121006" cy="147896"/>
              </a:xfrm>
            </p:grpSpPr>
            <p:sp>
              <p:nvSpPr>
                <p:cNvPr id="1171" name="Freeform: Shape 5494">
                  <a:extLst>
                    <a:ext uri="{FF2B5EF4-FFF2-40B4-BE49-F238E27FC236}">
                      <a16:creationId xmlns:a16="http://schemas.microsoft.com/office/drawing/2014/main" id="{DCE58DC1-E9CD-102A-6B4A-A67DF8B0B91B}"/>
                    </a:ext>
                  </a:extLst>
                </p:cNvPr>
                <p:cNvSpPr/>
                <p:nvPr/>
              </p:nvSpPr>
              <p:spPr>
                <a:xfrm>
                  <a:off x="9133607" y="1425614"/>
                  <a:ext cx="98597" cy="103079"/>
                </a:xfrm>
                <a:custGeom>
                  <a:avLst/>
                  <a:gdLst>
                    <a:gd name="connsiteX0" fmla="*/ 49411 w 98597"/>
                    <a:gd name="connsiteY0" fmla="*/ 103079 h 103079"/>
                    <a:gd name="connsiteX1" fmla="*/ 84368 w 98597"/>
                    <a:gd name="connsiteY1" fmla="*/ 87841 h 103079"/>
                    <a:gd name="connsiteX2" fmla="*/ 84368 w 98597"/>
                    <a:gd name="connsiteY2" fmla="*/ 15238 h 103079"/>
                    <a:gd name="connsiteX3" fmla="*/ 49411 w 98597"/>
                    <a:gd name="connsiteY3" fmla="*/ 0 h 103079"/>
                    <a:gd name="connsiteX4" fmla="*/ 14454 w 98597"/>
                    <a:gd name="connsiteY4" fmla="*/ 15238 h 103079"/>
                    <a:gd name="connsiteX5" fmla="*/ 14454 w 98597"/>
                    <a:gd name="connsiteY5" fmla="*/ 87841 h 103079"/>
                    <a:gd name="connsiteX6" fmla="*/ 49411 w 98597"/>
                    <a:gd name="connsiteY6" fmla="*/ 103079 h 103079"/>
                    <a:gd name="connsiteX7" fmla="*/ 35517 w 98597"/>
                    <a:gd name="connsiteY7" fmla="*/ 69466 h 103079"/>
                    <a:gd name="connsiteX8" fmla="*/ 45377 w 98597"/>
                    <a:gd name="connsiteY8" fmla="*/ 84256 h 103079"/>
                    <a:gd name="connsiteX9" fmla="*/ 28795 w 98597"/>
                    <a:gd name="connsiteY9" fmla="*/ 88738 h 103079"/>
                    <a:gd name="connsiteX10" fmla="*/ 19383 w 98597"/>
                    <a:gd name="connsiteY10" fmla="*/ 86049 h 103079"/>
                    <a:gd name="connsiteX11" fmla="*/ 35517 w 98597"/>
                    <a:gd name="connsiteY11" fmla="*/ 69466 h 103079"/>
                    <a:gd name="connsiteX12" fmla="*/ 38207 w 98597"/>
                    <a:gd name="connsiteY12" fmla="*/ 66329 h 103079"/>
                    <a:gd name="connsiteX13" fmla="*/ 49411 w 98597"/>
                    <a:gd name="connsiteY13" fmla="*/ 54677 h 103079"/>
                    <a:gd name="connsiteX14" fmla="*/ 64200 w 98597"/>
                    <a:gd name="connsiteY14" fmla="*/ 70363 h 103079"/>
                    <a:gd name="connsiteX15" fmla="*/ 48963 w 98597"/>
                    <a:gd name="connsiteY15" fmla="*/ 82015 h 103079"/>
                    <a:gd name="connsiteX16" fmla="*/ 38207 w 98597"/>
                    <a:gd name="connsiteY16" fmla="*/ 66329 h 103079"/>
                    <a:gd name="connsiteX17" fmla="*/ 46722 w 98597"/>
                    <a:gd name="connsiteY17" fmla="*/ 88290 h 103079"/>
                    <a:gd name="connsiteX18" fmla="*/ 48963 w 98597"/>
                    <a:gd name="connsiteY18" fmla="*/ 98149 h 103079"/>
                    <a:gd name="connsiteX19" fmla="*/ 28347 w 98597"/>
                    <a:gd name="connsiteY19" fmla="*/ 93219 h 103079"/>
                    <a:gd name="connsiteX20" fmla="*/ 46722 w 98597"/>
                    <a:gd name="connsiteY20" fmla="*/ 88290 h 103079"/>
                    <a:gd name="connsiteX21" fmla="*/ 50755 w 98597"/>
                    <a:gd name="connsiteY21" fmla="*/ 86497 h 103079"/>
                    <a:gd name="connsiteX22" fmla="*/ 67338 w 98597"/>
                    <a:gd name="connsiteY22" fmla="*/ 73948 h 103079"/>
                    <a:gd name="connsiteX23" fmla="*/ 79438 w 98597"/>
                    <a:gd name="connsiteY23" fmla="*/ 86497 h 103079"/>
                    <a:gd name="connsiteX24" fmla="*/ 53444 w 98597"/>
                    <a:gd name="connsiteY24" fmla="*/ 98597 h 103079"/>
                    <a:gd name="connsiteX25" fmla="*/ 50755 w 98597"/>
                    <a:gd name="connsiteY25" fmla="*/ 86497 h 103079"/>
                    <a:gd name="connsiteX26" fmla="*/ 70475 w 98597"/>
                    <a:gd name="connsiteY26" fmla="*/ 70363 h 103079"/>
                    <a:gd name="connsiteX27" fmla="*/ 83024 w 98597"/>
                    <a:gd name="connsiteY27" fmla="*/ 53332 h 103079"/>
                    <a:gd name="connsiteX28" fmla="*/ 94228 w 98597"/>
                    <a:gd name="connsiteY28" fmla="*/ 56469 h 103079"/>
                    <a:gd name="connsiteX29" fmla="*/ 82575 w 98597"/>
                    <a:gd name="connsiteY29" fmla="*/ 83360 h 103079"/>
                    <a:gd name="connsiteX30" fmla="*/ 70475 w 98597"/>
                    <a:gd name="connsiteY30" fmla="*/ 70363 h 103079"/>
                    <a:gd name="connsiteX31" fmla="*/ 67338 w 98597"/>
                    <a:gd name="connsiteY31" fmla="*/ 67226 h 103079"/>
                    <a:gd name="connsiteX32" fmla="*/ 52548 w 98597"/>
                    <a:gd name="connsiteY32" fmla="*/ 51540 h 103079"/>
                    <a:gd name="connsiteX33" fmla="*/ 63752 w 98597"/>
                    <a:gd name="connsiteY33" fmla="*/ 39887 h 103079"/>
                    <a:gd name="connsiteX34" fmla="*/ 78990 w 98597"/>
                    <a:gd name="connsiteY34" fmla="*/ 51091 h 103079"/>
                    <a:gd name="connsiteX35" fmla="*/ 67338 w 98597"/>
                    <a:gd name="connsiteY35" fmla="*/ 67226 h 103079"/>
                    <a:gd name="connsiteX36" fmla="*/ 63752 w 98597"/>
                    <a:gd name="connsiteY36" fmla="*/ 33613 h 103079"/>
                    <a:gd name="connsiteX37" fmla="*/ 53893 w 98597"/>
                    <a:gd name="connsiteY37" fmla="*/ 18823 h 103079"/>
                    <a:gd name="connsiteX38" fmla="*/ 70475 w 98597"/>
                    <a:gd name="connsiteY38" fmla="*/ 14341 h 103079"/>
                    <a:gd name="connsiteX39" fmla="*/ 79886 w 98597"/>
                    <a:gd name="connsiteY39" fmla="*/ 17030 h 103079"/>
                    <a:gd name="connsiteX40" fmla="*/ 63752 w 98597"/>
                    <a:gd name="connsiteY40" fmla="*/ 33613 h 103079"/>
                    <a:gd name="connsiteX41" fmla="*/ 60615 w 98597"/>
                    <a:gd name="connsiteY41" fmla="*/ 36750 h 103079"/>
                    <a:gd name="connsiteX42" fmla="*/ 49411 w 98597"/>
                    <a:gd name="connsiteY42" fmla="*/ 48402 h 103079"/>
                    <a:gd name="connsiteX43" fmla="*/ 34621 w 98597"/>
                    <a:gd name="connsiteY43" fmla="*/ 32716 h 103079"/>
                    <a:gd name="connsiteX44" fmla="*/ 49859 w 98597"/>
                    <a:gd name="connsiteY44" fmla="*/ 21064 h 103079"/>
                    <a:gd name="connsiteX45" fmla="*/ 60615 w 98597"/>
                    <a:gd name="connsiteY45" fmla="*/ 36750 h 103079"/>
                    <a:gd name="connsiteX46" fmla="*/ 66889 w 98597"/>
                    <a:gd name="connsiteY46" fmla="*/ 36750 h 103079"/>
                    <a:gd name="connsiteX47" fmla="*/ 83024 w 98597"/>
                    <a:gd name="connsiteY47" fmla="*/ 20168 h 103079"/>
                    <a:gd name="connsiteX48" fmla="*/ 81231 w 98597"/>
                    <a:gd name="connsiteY48" fmla="*/ 47058 h 103079"/>
                    <a:gd name="connsiteX49" fmla="*/ 66889 w 98597"/>
                    <a:gd name="connsiteY49" fmla="*/ 36750 h 103079"/>
                    <a:gd name="connsiteX50" fmla="*/ 52100 w 98597"/>
                    <a:gd name="connsiteY50" fmla="*/ 14790 h 103079"/>
                    <a:gd name="connsiteX51" fmla="*/ 49859 w 98597"/>
                    <a:gd name="connsiteY51" fmla="*/ 4930 h 103079"/>
                    <a:gd name="connsiteX52" fmla="*/ 70027 w 98597"/>
                    <a:gd name="connsiteY52" fmla="*/ 9860 h 103079"/>
                    <a:gd name="connsiteX53" fmla="*/ 52100 w 98597"/>
                    <a:gd name="connsiteY53" fmla="*/ 14790 h 103079"/>
                    <a:gd name="connsiteX54" fmla="*/ 48066 w 98597"/>
                    <a:gd name="connsiteY54" fmla="*/ 17030 h 103079"/>
                    <a:gd name="connsiteX55" fmla="*/ 31484 w 98597"/>
                    <a:gd name="connsiteY55" fmla="*/ 29579 h 103079"/>
                    <a:gd name="connsiteX56" fmla="*/ 19383 w 98597"/>
                    <a:gd name="connsiteY56" fmla="*/ 17030 h 103079"/>
                    <a:gd name="connsiteX57" fmla="*/ 45377 w 98597"/>
                    <a:gd name="connsiteY57" fmla="*/ 4930 h 103079"/>
                    <a:gd name="connsiteX58" fmla="*/ 48066 w 98597"/>
                    <a:gd name="connsiteY58" fmla="*/ 17030 h 103079"/>
                    <a:gd name="connsiteX59" fmla="*/ 28347 w 98597"/>
                    <a:gd name="connsiteY59" fmla="*/ 32716 h 103079"/>
                    <a:gd name="connsiteX60" fmla="*/ 15798 w 98597"/>
                    <a:gd name="connsiteY60" fmla="*/ 49747 h 103079"/>
                    <a:gd name="connsiteX61" fmla="*/ 4594 w 98597"/>
                    <a:gd name="connsiteY61" fmla="*/ 46610 h 103079"/>
                    <a:gd name="connsiteX62" fmla="*/ 16246 w 98597"/>
                    <a:gd name="connsiteY62" fmla="*/ 19720 h 103079"/>
                    <a:gd name="connsiteX63" fmla="*/ 28347 w 98597"/>
                    <a:gd name="connsiteY63" fmla="*/ 32716 h 103079"/>
                    <a:gd name="connsiteX64" fmla="*/ 31484 w 98597"/>
                    <a:gd name="connsiteY64" fmla="*/ 36302 h 103079"/>
                    <a:gd name="connsiteX65" fmla="*/ 46274 w 98597"/>
                    <a:gd name="connsiteY65" fmla="*/ 51988 h 103079"/>
                    <a:gd name="connsiteX66" fmla="*/ 35069 w 98597"/>
                    <a:gd name="connsiteY66" fmla="*/ 63640 h 103079"/>
                    <a:gd name="connsiteX67" fmla="*/ 19831 w 98597"/>
                    <a:gd name="connsiteY67" fmla="*/ 52436 h 103079"/>
                    <a:gd name="connsiteX68" fmla="*/ 31484 w 98597"/>
                    <a:gd name="connsiteY68" fmla="*/ 36302 h 103079"/>
                    <a:gd name="connsiteX69" fmla="*/ 32380 w 98597"/>
                    <a:gd name="connsiteY69" fmla="*/ 66329 h 103079"/>
                    <a:gd name="connsiteX70" fmla="*/ 16246 w 98597"/>
                    <a:gd name="connsiteY70" fmla="*/ 82912 h 103079"/>
                    <a:gd name="connsiteX71" fmla="*/ 18039 w 98597"/>
                    <a:gd name="connsiteY71" fmla="*/ 56021 h 103079"/>
                    <a:gd name="connsiteX72" fmla="*/ 32380 w 98597"/>
                    <a:gd name="connsiteY72" fmla="*/ 66329 h 103079"/>
                    <a:gd name="connsiteX73" fmla="*/ 94228 w 98597"/>
                    <a:gd name="connsiteY73" fmla="*/ 51540 h 103079"/>
                    <a:gd name="connsiteX74" fmla="*/ 84816 w 98597"/>
                    <a:gd name="connsiteY74" fmla="*/ 48851 h 103079"/>
                    <a:gd name="connsiteX75" fmla="*/ 89298 w 98597"/>
                    <a:gd name="connsiteY75" fmla="*/ 30476 h 103079"/>
                    <a:gd name="connsiteX76" fmla="*/ 94228 w 98597"/>
                    <a:gd name="connsiteY76" fmla="*/ 51540 h 103079"/>
                    <a:gd name="connsiteX77" fmla="*/ 4594 w 98597"/>
                    <a:gd name="connsiteY77" fmla="*/ 51540 h 103079"/>
                    <a:gd name="connsiteX78" fmla="*/ 14005 w 98597"/>
                    <a:gd name="connsiteY78" fmla="*/ 54229 h 103079"/>
                    <a:gd name="connsiteX79" fmla="*/ 9524 w 98597"/>
                    <a:gd name="connsiteY79" fmla="*/ 72604 h 103079"/>
                    <a:gd name="connsiteX80" fmla="*/ 4594 w 98597"/>
                    <a:gd name="connsiteY80" fmla="*/ 51540 h 10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8597" h="103079">
                      <a:moveTo>
                        <a:pt x="49411" y="103079"/>
                      </a:moveTo>
                      <a:cubicBezTo>
                        <a:pt x="62856" y="103079"/>
                        <a:pt x="74957" y="97701"/>
                        <a:pt x="84368" y="87841"/>
                      </a:cubicBezTo>
                      <a:cubicBezTo>
                        <a:pt x="103639" y="67674"/>
                        <a:pt x="103639" y="35405"/>
                        <a:pt x="84368" y="15238"/>
                      </a:cubicBezTo>
                      <a:cubicBezTo>
                        <a:pt x="74957" y="5378"/>
                        <a:pt x="62408" y="0"/>
                        <a:pt x="49411" y="0"/>
                      </a:cubicBezTo>
                      <a:cubicBezTo>
                        <a:pt x="36414" y="0"/>
                        <a:pt x="23865" y="5378"/>
                        <a:pt x="14454" y="15238"/>
                      </a:cubicBezTo>
                      <a:cubicBezTo>
                        <a:pt x="-4818" y="35405"/>
                        <a:pt x="-4818" y="67674"/>
                        <a:pt x="14454" y="87841"/>
                      </a:cubicBezTo>
                      <a:cubicBezTo>
                        <a:pt x="23865" y="97701"/>
                        <a:pt x="36414" y="103079"/>
                        <a:pt x="49411" y="103079"/>
                      </a:cubicBezTo>
                      <a:close/>
                      <a:moveTo>
                        <a:pt x="35517" y="69466"/>
                      </a:moveTo>
                      <a:cubicBezTo>
                        <a:pt x="39551" y="73948"/>
                        <a:pt x="43136" y="79326"/>
                        <a:pt x="45377" y="84256"/>
                      </a:cubicBezTo>
                      <a:cubicBezTo>
                        <a:pt x="39551" y="86945"/>
                        <a:pt x="33725" y="88738"/>
                        <a:pt x="28795" y="88738"/>
                      </a:cubicBezTo>
                      <a:cubicBezTo>
                        <a:pt x="25210" y="88738"/>
                        <a:pt x="22072" y="87841"/>
                        <a:pt x="19383" y="86049"/>
                      </a:cubicBezTo>
                      <a:lnTo>
                        <a:pt x="35517" y="69466"/>
                      </a:lnTo>
                      <a:close/>
                      <a:moveTo>
                        <a:pt x="38207" y="66329"/>
                      </a:moveTo>
                      <a:lnTo>
                        <a:pt x="49411" y="54677"/>
                      </a:lnTo>
                      <a:lnTo>
                        <a:pt x="64200" y="70363"/>
                      </a:lnTo>
                      <a:cubicBezTo>
                        <a:pt x="59271" y="75293"/>
                        <a:pt x="54341" y="79326"/>
                        <a:pt x="48963" y="82015"/>
                      </a:cubicBezTo>
                      <a:cubicBezTo>
                        <a:pt x="46722" y="76637"/>
                        <a:pt x="42688" y="71259"/>
                        <a:pt x="38207" y="66329"/>
                      </a:cubicBezTo>
                      <a:close/>
                      <a:moveTo>
                        <a:pt x="46722" y="88290"/>
                      </a:moveTo>
                      <a:cubicBezTo>
                        <a:pt x="48066" y="91875"/>
                        <a:pt x="48963" y="95012"/>
                        <a:pt x="48963" y="98149"/>
                      </a:cubicBezTo>
                      <a:cubicBezTo>
                        <a:pt x="41792" y="98149"/>
                        <a:pt x="34621" y="96357"/>
                        <a:pt x="28347" y="93219"/>
                      </a:cubicBezTo>
                      <a:cubicBezTo>
                        <a:pt x="34621" y="93219"/>
                        <a:pt x="40896" y="91427"/>
                        <a:pt x="46722" y="88290"/>
                      </a:cubicBezTo>
                      <a:close/>
                      <a:moveTo>
                        <a:pt x="50755" y="86497"/>
                      </a:moveTo>
                      <a:cubicBezTo>
                        <a:pt x="56581" y="83360"/>
                        <a:pt x="61960" y="78878"/>
                        <a:pt x="67338" y="73948"/>
                      </a:cubicBezTo>
                      <a:lnTo>
                        <a:pt x="79438" y="86497"/>
                      </a:lnTo>
                      <a:cubicBezTo>
                        <a:pt x="72267" y="93219"/>
                        <a:pt x="63304" y="97701"/>
                        <a:pt x="53444" y="98597"/>
                      </a:cubicBezTo>
                      <a:cubicBezTo>
                        <a:pt x="53444" y="94564"/>
                        <a:pt x="52548" y="90530"/>
                        <a:pt x="50755" y="86497"/>
                      </a:cubicBezTo>
                      <a:close/>
                      <a:moveTo>
                        <a:pt x="70475" y="70363"/>
                      </a:moveTo>
                      <a:cubicBezTo>
                        <a:pt x="75405" y="64985"/>
                        <a:pt x="79886" y="59159"/>
                        <a:pt x="83024" y="53332"/>
                      </a:cubicBezTo>
                      <a:cubicBezTo>
                        <a:pt x="86609" y="54677"/>
                        <a:pt x="90643" y="56021"/>
                        <a:pt x="94228" y="56469"/>
                      </a:cubicBezTo>
                      <a:cubicBezTo>
                        <a:pt x="93331" y="66329"/>
                        <a:pt x="89298" y="75741"/>
                        <a:pt x="82575" y="83360"/>
                      </a:cubicBezTo>
                      <a:lnTo>
                        <a:pt x="70475" y="70363"/>
                      </a:lnTo>
                      <a:close/>
                      <a:moveTo>
                        <a:pt x="67338" y="67226"/>
                      </a:moveTo>
                      <a:lnTo>
                        <a:pt x="52548" y="51540"/>
                      </a:lnTo>
                      <a:lnTo>
                        <a:pt x="63752" y="39887"/>
                      </a:lnTo>
                      <a:cubicBezTo>
                        <a:pt x="68234" y="44369"/>
                        <a:pt x="73612" y="48402"/>
                        <a:pt x="78990" y="51091"/>
                      </a:cubicBezTo>
                      <a:cubicBezTo>
                        <a:pt x="75853" y="56469"/>
                        <a:pt x="72267" y="62296"/>
                        <a:pt x="67338" y="67226"/>
                      </a:cubicBezTo>
                      <a:close/>
                      <a:moveTo>
                        <a:pt x="63752" y="33613"/>
                      </a:moveTo>
                      <a:cubicBezTo>
                        <a:pt x="59719" y="29131"/>
                        <a:pt x="56133" y="23753"/>
                        <a:pt x="53893" y="18823"/>
                      </a:cubicBezTo>
                      <a:cubicBezTo>
                        <a:pt x="59719" y="16134"/>
                        <a:pt x="65545" y="14341"/>
                        <a:pt x="70475" y="14341"/>
                      </a:cubicBezTo>
                      <a:cubicBezTo>
                        <a:pt x="74060" y="14341"/>
                        <a:pt x="77197" y="15238"/>
                        <a:pt x="79886" y="17030"/>
                      </a:cubicBezTo>
                      <a:lnTo>
                        <a:pt x="63752" y="33613"/>
                      </a:lnTo>
                      <a:close/>
                      <a:moveTo>
                        <a:pt x="60615" y="36750"/>
                      </a:moveTo>
                      <a:lnTo>
                        <a:pt x="49411" y="48402"/>
                      </a:lnTo>
                      <a:lnTo>
                        <a:pt x="34621" y="32716"/>
                      </a:lnTo>
                      <a:cubicBezTo>
                        <a:pt x="39551" y="27787"/>
                        <a:pt x="44481" y="23753"/>
                        <a:pt x="49859" y="21064"/>
                      </a:cubicBezTo>
                      <a:cubicBezTo>
                        <a:pt x="52548" y="26442"/>
                        <a:pt x="56133" y="31820"/>
                        <a:pt x="60615" y="36750"/>
                      </a:cubicBezTo>
                      <a:close/>
                      <a:moveTo>
                        <a:pt x="66889" y="36750"/>
                      </a:moveTo>
                      <a:lnTo>
                        <a:pt x="83024" y="20168"/>
                      </a:lnTo>
                      <a:cubicBezTo>
                        <a:pt x="87057" y="26442"/>
                        <a:pt x="86161" y="36302"/>
                        <a:pt x="81231" y="47058"/>
                      </a:cubicBezTo>
                      <a:cubicBezTo>
                        <a:pt x="75853" y="44817"/>
                        <a:pt x="70923" y="41232"/>
                        <a:pt x="66889" y="36750"/>
                      </a:cubicBezTo>
                      <a:close/>
                      <a:moveTo>
                        <a:pt x="52100" y="14790"/>
                      </a:moveTo>
                      <a:cubicBezTo>
                        <a:pt x="50755" y="11204"/>
                        <a:pt x="49859" y="8067"/>
                        <a:pt x="49859" y="4930"/>
                      </a:cubicBezTo>
                      <a:cubicBezTo>
                        <a:pt x="57030" y="4930"/>
                        <a:pt x="64200" y="6723"/>
                        <a:pt x="70027" y="9860"/>
                      </a:cubicBezTo>
                      <a:cubicBezTo>
                        <a:pt x="64200" y="9860"/>
                        <a:pt x="58374" y="11652"/>
                        <a:pt x="52100" y="14790"/>
                      </a:cubicBezTo>
                      <a:close/>
                      <a:moveTo>
                        <a:pt x="48066" y="17030"/>
                      </a:moveTo>
                      <a:cubicBezTo>
                        <a:pt x="42240" y="20168"/>
                        <a:pt x="36862" y="24649"/>
                        <a:pt x="31484" y="29579"/>
                      </a:cubicBezTo>
                      <a:lnTo>
                        <a:pt x="19383" y="17030"/>
                      </a:lnTo>
                      <a:cubicBezTo>
                        <a:pt x="26554" y="10308"/>
                        <a:pt x="35517" y="5826"/>
                        <a:pt x="45377" y="4930"/>
                      </a:cubicBezTo>
                      <a:cubicBezTo>
                        <a:pt x="45377" y="8963"/>
                        <a:pt x="46274" y="12997"/>
                        <a:pt x="48066" y="17030"/>
                      </a:cubicBezTo>
                      <a:close/>
                      <a:moveTo>
                        <a:pt x="28347" y="32716"/>
                      </a:moveTo>
                      <a:cubicBezTo>
                        <a:pt x="23417" y="38094"/>
                        <a:pt x="18935" y="43921"/>
                        <a:pt x="15798" y="49747"/>
                      </a:cubicBezTo>
                      <a:cubicBezTo>
                        <a:pt x="12213" y="48402"/>
                        <a:pt x="8179" y="47058"/>
                        <a:pt x="4594" y="46610"/>
                      </a:cubicBezTo>
                      <a:cubicBezTo>
                        <a:pt x="5490" y="36750"/>
                        <a:pt x="9524" y="27338"/>
                        <a:pt x="16246" y="19720"/>
                      </a:cubicBezTo>
                      <a:lnTo>
                        <a:pt x="28347" y="32716"/>
                      </a:lnTo>
                      <a:close/>
                      <a:moveTo>
                        <a:pt x="31484" y="36302"/>
                      </a:moveTo>
                      <a:lnTo>
                        <a:pt x="46274" y="51988"/>
                      </a:lnTo>
                      <a:lnTo>
                        <a:pt x="35069" y="63640"/>
                      </a:lnTo>
                      <a:cubicBezTo>
                        <a:pt x="30140" y="59159"/>
                        <a:pt x="25210" y="55125"/>
                        <a:pt x="19831" y="52436"/>
                      </a:cubicBezTo>
                      <a:cubicBezTo>
                        <a:pt x="22969" y="46610"/>
                        <a:pt x="26554" y="41232"/>
                        <a:pt x="31484" y="36302"/>
                      </a:cubicBezTo>
                      <a:close/>
                      <a:moveTo>
                        <a:pt x="32380" y="66329"/>
                      </a:moveTo>
                      <a:lnTo>
                        <a:pt x="16246" y="82912"/>
                      </a:lnTo>
                      <a:cubicBezTo>
                        <a:pt x="12213" y="76637"/>
                        <a:pt x="13109" y="66777"/>
                        <a:pt x="18039" y="56021"/>
                      </a:cubicBezTo>
                      <a:cubicBezTo>
                        <a:pt x="22969" y="58710"/>
                        <a:pt x="27899" y="62296"/>
                        <a:pt x="32380" y="66329"/>
                      </a:cubicBezTo>
                      <a:close/>
                      <a:moveTo>
                        <a:pt x="94228" y="51540"/>
                      </a:moveTo>
                      <a:cubicBezTo>
                        <a:pt x="91091" y="51091"/>
                        <a:pt x="87953" y="50195"/>
                        <a:pt x="84816" y="48851"/>
                      </a:cubicBezTo>
                      <a:cubicBezTo>
                        <a:pt x="87953" y="42128"/>
                        <a:pt x="89298" y="35854"/>
                        <a:pt x="89298" y="30476"/>
                      </a:cubicBezTo>
                      <a:cubicBezTo>
                        <a:pt x="92883" y="37198"/>
                        <a:pt x="94228" y="44369"/>
                        <a:pt x="94228" y="51540"/>
                      </a:cubicBezTo>
                      <a:close/>
                      <a:moveTo>
                        <a:pt x="4594" y="51540"/>
                      </a:moveTo>
                      <a:cubicBezTo>
                        <a:pt x="7731" y="51988"/>
                        <a:pt x="10868" y="52884"/>
                        <a:pt x="14005" y="54229"/>
                      </a:cubicBezTo>
                      <a:cubicBezTo>
                        <a:pt x="10868" y="60951"/>
                        <a:pt x="9524" y="67226"/>
                        <a:pt x="9524" y="72604"/>
                      </a:cubicBezTo>
                      <a:cubicBezTo>
                        <a:pt x="5938" y="65881"/>
                        <a:pt x="4594" y="58710"/>
                        <a:pt x="4594" y="5154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72" name="Freeform: Shape 5495">
                  <a:extLst>
                    <a:ext uri="{FF2B5EF4-FFF2-40B4-BE49-F238E27FC236}">
                      <a16:creationId xmlns:a16="http://schemas.microsoft.com/office/drawing/2014/main" id="{3A1E07DF-4BCC-2486-3E5F-76BE5ED56F06}"/>
                    </a:ext>
                  </a:extLst>
                </p:cNvPr>
                <p:cNvSpPr/>
                <p:nvPr/>
              </p:nvSpPr>
              <p:spPr>
                <a:xfrm>
                  <a:off x="9126324" y="1418219"/>
                  <a:ext cx="121006" cy="147896"/>
                </a:xfrm>
                <a:custGeom>
                  <a:avLst/>
                  <a:gdLst>
                    <a:gd name="connsiteX0" fmla="*/ 125264 w 121005"/>
                    <a:gd name="connsiteY0" fmla="*/ 58934 h 147896"/>
                    <a:gd name="connsiteX1" fmla="*/ 106889 w 121005"/>
                    <a:gd name="connsiteY1" fmla="*/ 10532 h 147896"/>
                    <a:gd name="connsiteX2" fmla="*/ 113611 w 121005"/>
                    <a:gd name="connsiteY2" fmla="*/ 3809 h 147896"/>
                    <a:gd name="connsiteX3" fmla="*/ 113611 w 121005"/>
                    <a:gd name="connsiteY3" fmla="*/ 672 h 147896"/>
                    <a:gd name="connsiteX4" fmla="*/ 110474 w 121005"/>
                    <a:gd name="connsiteY4" fmla="*/ 672 h 147896"/>
                    <a:gd name="connsiteX5" fmla="*/ 95236 w 121005"/>
                    <a:gd name="connsiteY5" fmla="*/ 16358 h 147896"/>
                    <a:gd name="connsiteX6" fmla="*/ 95236 w 121005"/>
                    <a:gd name="connsiteY6" fmla="*/ 19495 h 147896"/>
                    <a:gd name="connsiteX7" fmla="*/ 96581 w 121005"/>
                    <a:gd name="connsiteY7" fmla="*/ 19944 h 147896"/>
                    <a:gd name="connsiteX8" fmla="*/ 98373 w 121005"/>
                    <a:gd name="connsiteY8" fmla="*/ 19047 h 147896"/>
                    <a:gd name="connsiteX9" fmla="*/ 103751 w 121005"/>
                    <a:gd name="connsiteY9" fmla="*/ 13669 h 147896"/>
                    <a:gd name="connsiteX10" fmla="*/ 120782 w 121005"/>
                    <a:gd name="connsiteY10" fmla="*/ 58934 h 147896"/>
                    <a:gd name="connsiteX11" fmla="*/ 56694 w 121005"/>
                    <a:gd name="connsiteY11" fmla="*/ 125712 h 147896"/>
                    <a:gd name="connsiteX12" fmla="*/ 13221 w 121005"/>
                    <a:gd name="connsiteY12" fmla="*/ 107785 h 147896"/>
                    <a:gd name="connsiteX13" fmla="*/ 19047 w 121005"/>
                    <a:gd name="connsiteY13" fmla="*/ 101959 h 147896"/>
                    <a:gd name="connsiteX14" fmla="*/ 19047 w 121005"/>
                    <a:gd name="connsiteY14" fmla="*/ 98822 h 147896"/>
                    <a:gd name="connsiteX15" fmla="*/ 15910 w 121005"/>
                    <a:gd name="connsiteY15" fmla="*/ 98822 h 147896"/>
                    <a:gd name="connsiteX16" fmla="*/ 8739 w 121005"/>
                    <a:gd name="connsiteY16" fmla="*/ 106440 h 147896"/>
                    <a:gd name="connsiteX17" fmla="*/ 8739 w 121005"/>
                    <a:gd name="connsiteY17" fmla="*/ 106440 h 147896"/>
                    <a:gd name="connsiteX18" fmla="*/ 8739 w 121005"/>
                    <a:gd name="connsiteY18" fmla="*/ 106440 h 147896"/>
                    <a:gd name="connsiteX19" fmla="*/ 672 w 121005"/>
                    <a:gd name="connsiteY19" fmla="*/ 114956 h 147896"/>
                    <a:gd name="connsiteX20" fmla="*/ 672 w 121005"/>
                    <a:gd name="connsiteY20" fmla="*/ 118093 h 147896"/>
                    <a:gd name="connsiteX21" fmla="*/ 2017 w 121005"/>
                    <a:gd name="connsiteY21" fmla="*/ 118541 h 147896"/>
                    <a:gd name="connsiteX22" fmla="*/ 3810 w 121005"/>
                    <a:gd name="connsiteY22" fmla="*/ 117645 h 147896"/>
                    <a:gd name="connsiteX23" fmla="*/ 10532 w 121005"/>
                    <a:gd name="connsiteY23" fmla="*/ 110922 h 147896"/>
                    <a:gd name="connsiteX24" fmla="*/ 54901 w 121005"/>
                    <a:gd name="connsiteY24" fmla="*/ 130193 h 147896"/>
                    <a:gd name="connsiteX25" fmla="*/ 54901 w 121005"/>
                    <a:gd name="connsiteY25" fmla="*/ 147672 h 147896"/>
                    <a:gd name="connsiteX26" fmla="*/ 34285 w 121005"/>
                    <a:gd name="connsiteY26" fmla="*/ 147672 h 147896"/>
                    <a:gd name="connsiteX27" fmla="*/ 32044 w 121005"/>
                    <a:gd name="connsiteY27" fmla="*/ 149913 h 147896"/>
                    <a:gd name="connsiteX28" fmla="*/ 34285 w 121005"/>
                    <a:gd name="connsiteY28" fmla="*/ 152154 h 147896"/>
                    <a:gd name="connsiteX29" fmla="*/ 80447 w 121005"/>
                    <a:gd name="connsiteY29" fmla="*/ 152154 h 147896"/>
                    <a:gd name="connsiteX30" fmla="*/ 82687 w 121005"/>
                    <a:gd name="connsiteY30" fmla="*/ 149913 h 147896"/>
                    <a:gd name="connsiteX31" fmla="*/ 80447 w 121005"/>
                    <a:gd name="connsiteY31" fmla="*/ 147672 h 147896"/>
                    <a:gd name="connsiteX32" fmla="*/ 59831 w 121005"/>
                    <a:gd name="connsiteY32" fmla="*/ 147672 h 147896"/>
                    <a:gd name="connsiteX33" fmla="*/ 59831 w 121005"/>
                    <a:gd name="connsiteY33" fmla="*/ 130193 h 147896"/>
                    <a:gd name="connsiteX34" fmla="*/ 125264 w 121005"/>
                    <a:gd name="connsiteY34" fmla="*/ 58934 h 1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1005" h="147896">
                      <a:moveTo>
                        <a:pt x="125264" y="58934"/>
                      </a:moveTo>
                      <a:cubicBezTo>
                        <a:pt x="125264" y="40559"/>
                        <a:pt x="118541" y="23529"/>
                        <a:pt x="106889" y="10532"/>
                      </a:cubicBezTo>
                      <a:lnTo>
                        <a:pt x="113611" y="3809"/>
                      </a:lnTo>
                      <a:cubicBezTo>
                        <a:pt x="114507" y="2913"/>
                        <a:pt x="114507" y="1569"/>
                        <a:pt x="113611" y="672"/>
                      </a:cubicBezTo>
                      <a:cubicBezTo>
                        <a:pt x="112715" y="-224"/>
                        <a:pt x="111370" y="-224"/>
                        <a:pt x="110474" y="672"/>
                      </a:cubicBezTo>
                      <a:lnTo>
                        <a:pt x="95236" y="16358"/>
                      </a:lnTo>
                      <a:cubicBezTo>
                        <a:pt x="94340" y="17255"/>
                        <a:pt x="94340" y="18599"/>
                        <a:pt x="95236" y="19495"/>
                      </a:cubicBezTo>
                      <a:cubicBezTo>
                        <a:pt x="95684" y="19944"/>
                        <a:pt x="96132" y="19944"/>
                        <a:pt x="96581" y="19944"/>
                      </a:cubicBezTo>
                      <a:cubicBezTo>
                        <a:pt x="97029" y="19944"/>
                        <a:pt x="97925" y="19495"/>
                        <a:pt x="98373" y="19047"/>
                      </a:cubicBezTo>
                      <a:lnTo>
                        <a:pt x="103751" y="13669"/>
                      </a:lnTo>
                      <a:cubicBezTo>
                        <a:pt x="114956" y="26218"/>
                        <a:pt x="120782" y="41904"/>
                        <a:pt x="120782" y="58934"/>
                      </a:cubicBezTo>
                      <a:cubicBezTo>
                        <a:pt x="120782" y="95684"/>
                        <a:pt x="92099" y="125712"/>
                        <a:pt x="56694" y="125712"/>
                      </a:cubicBezTo>
                      <a:cubicBezTo>
                        <a:pt x="40559" y="125712"/>
                        <a:pt x="24873" y="119437"/>
                        <a:pt x="13221" y="107785"/>
                      </a:cubicBezTo>
                      <a:lnTo>
                        <a:pt x="19047" y="101959"/>
                      </a:lnTo>
                      <a:cubicBezTo>
                        <a:pt x="19944" y="101062"/>
                        <a:pt x="19944" y="99718"/>
                        <a:pt x="19047" y="98822"/>
                      </a:cubicBezTo>
                      <a:cubicBezTo>
                        <a:pt x="18151" y="97925"/>
                        <a:pt x="16806" y="97925"/>
                        <a:pt x="15910" y="98822"/>
                      </a:cubicBezTo>
                      <a:lnTo>
                        <a:pt x="8739" y="106440"/>
                      </a:lnTo>
                      <a:cubicBezTo>
                        <a:pt x="8739" y="106440"/>
                        <a:pt x="8739" y="106440"/>
                        <a:pt x="8739" y="106440"/>
                      </a:cubicBezTo>
                      <a:cubicBezTo>
                        <a:pt x="8739" y="106440"/>
                        <a:pt x="8739" y="106440"/>
                        <a:pt x="8739" y="106440"/>
                      </a:cubicBezTo>
                      <a:lnTo>
                        <a:pt x="672" y="114956"/>
                      </a:lnTo>
                      <a:cubicBezTo>
                        <a:pt x="-224" y="115852"/>
                        <a:pt x="-224" y="117197"/>
                        <a:pt x="672" y="118093"/>
                      </a:cubicBezTo>
                      <a:cubicBezTo>
                        <a:pt x="1120" y="118541"/>
                        <a:pt x="1569" y="118541"/>
                        <a:pt x="2017" y="118541"/>
                      </a:cubicBezTo>
                      <a:cubicBezTo>
                        <a:pt x="2465" y="118541"/>
                        <a:pt x="3361" y="118093"/>
                        <a:pt x="3810" y="117645"/>
                      </a:cubicBezTo>
                      <a:lnTo>
                        <a:pt x="10532" y="110922"/>
                      </a:lnTo>
                      <a:cubicBezTo>
                        <a:pt x="22632" y="122575"/>
                        <a:pt x="38318" y="129297"/>
                        <a:pt x="54901" y="130193"/>
                      </a:cubicBezTo>
                      <a:lnTo>
                        <a:pt x="54901" y="147672"/>
                      </a:lnTo>
                      <a:lnTo>
                        <a:pt x="34285" y="147672"/>
                      </a:lnTo>
                      <a:cubicBezTo>
                        <a:pt x="32941" y="147672"/>
                        <a:pt x="32044" y="148568"/>
                        <a:pt x="32044" y="149913"/>
                      </a:cubicBezTo>
                      <a:cubicBezTo>
                        <a:pt x="32044" y="151257"/>
                        <a:pt x="32941" y="152154"/>
                        <a:pt x="34285" y="152154"/>
                      </a:cubicBezTo>
                      <a:lnTo>
                        <a:pt x="80447" y="152154"/>
                      </a:lnTo>
                      <a:cubicBezTo>
                        <a:pt x="81791" y="152154"/>
                        <a:pt x="82687" y="151257"/>
                        <a:pt x="82687" y="149913"/>
                      </a:cubicBezTo>
                      <a:cubicBezTo>
                        <a:pt x="82687" y="148568"/>
                        <a:pt x="81791" y="147672"/>
                        <a:pt x="80447" y="147672"/>
                      </a:cubicBezTo>
                      <a:lnTo>
                        <a:pt x="59831" y="147672"/>
                      </a:lnTo>
                      <a:lnTo>
                        <a:pt x="59831" y="130193"/>
                      </a:lnTo>
                      <a:cubicBezTo>
                        <a:pt x="95684" y="128849"/>
                        <a:pt x="125264" y="97477"/>
                        <a:pt x="125264" y="5893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73" name="Group 2442">
                <a:extLst>
                  <a:ext uri="{FF2B5EF4-FFF2-40B4-BE49-F238E27FC236}">
                    <a16:creationId xmlns:a16="http://schemas.microsoft.com/office/drawing/2014/main" id="{DF23D5D3-0768-4BF0-82E7-E5ED754EB2D7}"/>
                  </a:ext>
                  <a:ext uri="{C183D7F6-B498-43B3-948B-1728B52AA6E4}">
                    <adec:decorative xmlns:adec="http://schemas.microsoft.com/office/drawing/2017/decorative" val="1"/>
                  </a:ext>
                </a:extLst>
              </p:cNvPr>
              <p:cNvGrpSpPr>
                <a:grpSpLocks noChangeAspect="1"/>
              </p:cNvGrpSpPr>
              <p:nvPr/>
            </p:nvGrpSpPr>
            <p:grpSpPr>
              <a:xfrm>
                <a:off x="9296755" y="3452489"/>
                <a:ext cx="125488" cy="147896"/>
                <a:chOff x="9390745" y="1417323"/>
                <a:chExt cx="125488" cy="147896"/>
              </a:xfrm>
            </p:grpSpPr>
            <p:sp>
              <p:nvSpPr>
                <p:cNvPr id="1174" name="Freeform: Shape 5492">
                  <a:extLst>
                    <a:ext uri="{FF2B5EF4-FFF2-40B4-BE49-F238E27FC236}">
                      <a16:creationId xmlns:a16="http://schemas.microsoft.com/office/drawing/2014/main" id="{7C64F66B-1AC7-DF0F-9E2C-BCDE648DE5E4}"/>
                    </a:ext>
                  </a:extLst>
                </p:cNvPr>
                <p:cNvSpPr/>
                <p:nvPr/>
              </p:nvSpPr>
              <p:spPr>
                <a:xfrm>
                  <a:off x="9390745" y="1417323"/>
                  <a:ext cx="125488" cy="147896"/>
                </a:xfrm>
                <a:custGeom>
                  <a:avLst/>
                  <a:gdLst>
                    <a:gd name="connsiteX0" fmla="*/ 125712 w 125487"/>
                    <a:gd name="connsiteY0" fmla="*/ 58934 h 147896"/>
                    <a:gd name="connsiteX1" fmla="*/ 107337 w 125487"/>
                    <a:gd name="connsiteY1" fmla="*/ 10532 h 147896"/>
                    <a:gd name="connsiteX2" fmla="*/ 114059 w 125487"/>
                    <a:gd name="connsiteY2" fmla="*/ 3809 h 147896"/>
                    <a:gd name="connsiteX3" fmla="*/ 114059 w 125487"/>
                    <a:gd name="connsiteY3" fmla="*/ 672 h 147896"/>
                    <a:gd name="connsiteX4" fmla="*/ 110922 w 125487"/>
                    <a:gd name="connsiteY4" fmla="*/ 672 h 147896"/>
                    <a:gd name="connsiteX5" fmla="*/ 95684 w 125487"/>
                    <a:gd name="connsiteY5" fmla="*/ 16358 h 147896"/>
                    <a:gd name="connsiteX6" fmla="*/ 95684 w 125487"/>
                    <a:gd name="connsiteY6" fmla="*/ 19495 h 147896"/>
                    <a:gd name="connsiteX7" fmla="*/ 97029 w 125487"/>
                    <a:gd name="connsiteY7" fmla="*/ 19944 h 147896"/>
                    <a:gd name="connsiteX8" fmla="*/ 98821 w 125487"/>
                    <a:gd name="connsiteY8" fmla="*/ 19047 h 147896"/>
                    <a:gd name="connsiteX9" fmla="*/ 104199 w 125487"/>
                    <a:gd name="connsiteY9" fmla="*/ 13669 h 147896"/>
                    <a:gd name="connsiteX10" fmla="*/ 121230 w 125487"/>
                    <a:gd name="connsiteY10" fmla="*/ 58934 h 147896"/>
                    <a:gd name="connsiteX11" fmla="*/ 57142 w 125487"/>
                    <a:gd name="connsiteY11" fmla="*/ 125712 h 147896"/>
                    <a:gd name="connsiteX12" fmla="*/ 13669 w 125487"/>
                    <a:gd name="connsiteY12" fmla="*/ 107785 h 147896"/>
                    <a:gd name="connsiteX13" fmla="*/ 19495 w 125487"/>
                    <a:gd name="connsiteY13" fmla="*/ 101959 h 147896"/>
                    <a:gd name="connsiteX14" fmla="*/ 19495 w 125487"/>
                    <a:gd name="connsiteY14" fmla="*/ 98822 h 147896"/>
                    <a:gd name="connsiteX15" fmla="*/ 16358 w 125487"/>
                    <a:gd name="connsiteY15" fmla="*/ 98822 h 147896"/>
                    <a:gd name="connsiteX16" fmla="*/ 8739 w 125487"/>
                    <a:gd name="connsiteY16" fmla="*/ 105992 h 147896"/>
                    <a:gd name="connsiteX17" fmla="*/ 8739 w 125487"/>
                    <a:gd name="connsiteY17" fmla="*/ 105992 h 147896"/>
                    <a:gd name="connsiteX18" fmla="*/ 8739 w 125487"/>
                    <a:gd name="connsiteY18" fmla="*/ 105992 h 147896"/>
                    <a:gd name="connsiteX19" fmla="*/ 672 w 125487"/>
                    <a:gd name="connsiteY19" fmla="*/ 114508 h 147896"/>
                    <a:gd name="connsiteX20" fmla="*/ 672 w 125487"/>
                    <a:gd name="connsiteY20" fmla="*/ 117645 h 147896"/>
                    <a:gd name="connsiteX21" fmla="*/ 2017 w 125487"/>
                    <a:gd name="connsiteY21" fmla="*/ 118093 h 147896"/>
                    <a:gd name="connsiteX22" fmla="*/ 3810 w 125487"/>
                    <a:gd name="connsiteY22" fmla="*/ 117197 h 147896"/>
                    <a:gd name="connsiteX23" fmla="*/ 10532 w 125487"/>
                    <a:gd name="connsiteY23" fmla="*/ 110474 h 147896"/>
                    <a:gd name="connsiteX24" fmla="*/ 54004 w 125487"/>
                    <a:gd name="connsiteY24" fmla="*/ 129745 h 147896"/>
                    <a:gd name="connsiteX25" fmla="*/ 54004 w 125487"/>
                    <a:gd name="connsiteY25" fmla="*/ 147224 h 147896"/>
                    <a:gd name="connsiteX26" fmla="*/ 33837 w 125487"/>
                    <a:gd name="connsiteY26" fmla="*/ 147224 h 147896"/>
                    <a:gd name="connsiteX27" fmla="*/ 31596 w 125487"/>
                    <a:gd name="connsiteY27" fmla="*/ 149465 h 147896"/>
                    <a:gd name="connsiteX28" fmla="*/ 33837 w 125487"/>
                    <a:gd name="connsiteY28" fmla="*/ 151706 h 147896"/>
                    <a:gd name="connsiteX29" fmla="*/ 79998 w 125487"/>
                    <a:gd name="connsiteY29" fmla="*/ 151706 h 147896"/>
                    <a:gd name="connsiteX30" fmla="*/ 82239 w 125487"/>
                    <a:gd name="connsiteY30" fmla="*/ 149465 h 147896"/>
                    <a:gd name="connsiteX31" fmla="*/ 79998 w 125487"/>
                    <a:gd name="connsiteY31" fmla="*/ 147224 h 147896"/>
                    <a:gd name="connsiteX32" fmla="*/ 58486 w 125487"/>
                    <a:gd name="connsiteY32" fmla="*/ 147224 h 147896"/>
                    <a:gd name="connsiteX33" fmla="*/ 58486 w 125487"/>
                    <a:gd name="connsiteY33" fmla="*/ 129745 h 147896"/>
                    <a:gd name="connsiteX34" fmla="*/ 125712 w 125487"/>
                    <a:gd name="connsiteY34" fmla="*/ 58934 h 1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5487" h="147896">
                      <a:moveTo>
                        <a:pt x="125712" y="58934"/>
                      </a:moveTo>
                      <a:cubicBezTo>
                        <a:pt x="125712" y="40559"/>
                        <a:pt x="118989" y="23529"/>
                        <a:pt x="107337" y="10532"/>
                      </a:cubicBezTo>
                      <a:lnTo>
                        <a:pt x="114059" y="3809"/>
                      </a:lnTo>
                      <a:cubicBezTo>
                        <a:pt x="114956" y="2913"/>
                        <a:pt x="114956" y="1569"/>
                        <a:pt x="114059" y="672"/>
                      </a:cubicBezTo>
                      <a:cubicBezTo>
                        <a:pt x="113163" y="-224"/>
                        <a:pt x="111818" y="-224"/>
                        <a:pt x="110922" y="672"/>
                      </a:cubicBezTo>
                      <a:lnTo>
                        <a:pt x="95684" y="16358"/>
                      </a:lnTo>
                      <a:cubicBezTo>
                        <a:pt x="94788" y="17255"/>
                        <a:pt x="94788" y="18599"/>
                        <a:pt x="95684" y="19495"/>
                      </a:cubicBezTo>
                      <a:cubicBezTo>
                        <a:pt x="96132" y="19944"/>
                        <a:pt x="96581" y="19944"/>
                        <a:pt x="97029" y="19944"/>
                      </a:cubicBezTo>
                      <a:cubicBezTo>
                        <a:pt x="97477" y="19944"/>
                        <a:pt x="98373" y="19495"/>
                        <a:pt x="98821" y="19047"/>
                      </a:cubicBezTo>
                      <a:lnTo>
                        <a:pt x="104199" y="13669"/>
                      </a:lnTo>
                      <a:cubicBezTo>
                        <a:pt x="115404" y="26218"/>
                        <a:pt x="121230" y="41904"/>
                        <a:pt x="121230" y="58934"/>
                      </a:cubicBezTo>
                      <a:cubicBezTo>
                        <a:pt x="121230" y="95684"/>
                        <a:pt x="92547" y="125712"/>
                        <a:pt x="57142" y="125712"/>
                      </a:cubicBezTo>
                      <a:cubicBezTo>
                        <a:pt x="41008" y="125712"/>
                        <a:pt x="25322" y="119437"/>
                        <a:pt x="13669" y="107785"/>
                      </a:cubicBezTo>
                      <a:lnTo>
                        <a:pt x="19495" y="101959"/>
                      </a:lnTo>
                      <a:cubicBezTo>
                        <a:pt x="20392" y="101062"/>
                        <a:pt x="20392" y="99718"/>
                        <a:pt x="19495" y="98822"/>
                      </a:cubicBezTo>
                      <a:cubicBezTo>
                        <a:pt x="18599" y="97925"/>
                        <a:pt x="17255" y="97925"/>
                        <a:pt x="16358" y="98822"/>
                      </a:cubicBezTo>
                      <a:lnTo>
                        <a:pt x="8739" y="105992"/>
                      </a:lnTo>
                      <a:cubicBezTo>
                        <a:pt x="8739" y="105992"/>
                        <a:pt x="8739" y="105992"/>
                        <a:pt x="8739" y="105992"/>
                      </a:cubicBezTo>
                      <a:cubicBezTo>
                        <a:pt x="8739" y="105992"/>
                        <a:pt x="8739" y="105992"/>
                        <a:pt x="8739" y="105992"/>
                      </a:cubicBezTo>
                      <a:lnTo>
                        <a:pt x="672" y="114508"/>
                      </a:lnTo>
                      <a:cubicBezTo>
                        <a:pt x="-224" y="115404"/>
                        <a:pt x="-224" y="116748"/>
                        <a:pt x="672" y="117645"/>
                      </a:cubicBezTo>
                      <a:cubicBezTo>
                        <a:pt x="1120" y="118093"/>
                        <a:pt x="1569" y="118093"/>
                        <a:pt x="2017" y="118093"/>
                      </a:cubicBezTo>
                      <a:cubicBezTo>
                        <a:pt x="2465" y="118093"/>
                        <a:pt x="3361" y="117645"/>
                        <a:pt x="3810" y="117197"/>
                      </a:cubicBezTo>
                      <a:lnTo>
                        <a:pt x="10532" y="110474"/>
                      </a:lnTo>
                      <a:cubicBezTo>
                        <a:pt x="22632" y="122126"/>
                        <a:pt x="37422" y="128849"/>
                        <a:pt x="54004" y="129745"/>
                      </a:cubicBezTo>
                      <a:lnTo>
                        <a:pt x="54004" y="147224"/>
                      </a:lnTo>
                      <a:lnTo>
                        <a:pt x="33837" y="147224"/>
                      </a:lnTo>
                      <a:cubicBezTo>
                        <a:pt x="32492" y="147224"/>
                        <a:pt x="31596" y="148120"/>
                        <a:pt x="31596" y="149465"/>
                      </a:cubicBezTo>
                      <a:cubicBezTo>
                        <a:pt x="31596" y="150809"/>
                        <a:pt x="32492" y="151706"/>
                        <a:pt x="33837" y="151706"/>
                      </a:cubicBezTo>
                      <a:lnTo>
                        <a:pt x="79998" y="151706"/>
                      </a:lnTo>
                      <a:cubicBezTo>
                        <a:pt x="81343" y="151706"/>
                        <a:pt x="82239" y="150809"/>
                        <a:pt x="82239" y="149465"/>
                      </a:cubicBezTo>
                      <a:cubicBezTo>
                        <a:pt x="82239" y="148120"/>
                        <a:pt x="81343" y="147224"/>
                        <a:pt x="79998" y="147224"/>
                      </a:cubicBezTo>
                      <a:lnTo>
                        <a:pt x="58486" y="147224"/>
                      </a:lnTo>
                      <a:lnTo>
                        <a:pt x="58486" y="129745"/>
                      </a:lnTo>
                      <a:cubicBezTo>
                        <a:pt x="95684" y="129297"/>
                        <a:pt x="125712" y="97925"/>
                        <a:pt x="125712" y="5893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75" name="Freeform: Shape 5493">
                  <a:extLst>
                    <a:ext uri="{FF2B5EF4-FFF2-40B4-BE49-F238E27FC236}">
                      <a16:creationId xmlns:a16="http://schemas.microsoft.com/office/drawing/2014/main" id="{C335C658-DEAB-2D3D-820C-169B93620B3D}"/>
                    </a:ext>
                  </a:extLst>
                </p:cNvPr>
                <p:cNvSpPr/>
                <p:nvPr/>
              </p:nvSpPr>
              <p:spPr>
                <a:xfrm>
                  <a:off x="9396795" y="1422925"/>
                  <a:ext cx="98597" cy="103079"/>
                </a:xfrm>
                <a:custGeom>
                  <a:avLst/>
                  <a:gdLst>
                    <a:gd name="connsiteX0" fmla="*/ 51540 w 98597"/>
                    <a:gd name="connsiteY0" fmla="*/ 106216 h 103079"/>
                    <a:gd name="connsiteX1" fmla="*/ 102631 w 98597"/>
                    <a:gd name="connsiteY1" fmla="*/ 53332 h 103079"/>
                    <a:gd name="connsiteX2" fmla="*/ 51540 w 98597"/>
                    <a:gd name="connsiteY2" fmla="*/ 0 h 103079"/>
                    <a:gd name="connsiteX3" fmla="*/ 0 w 98597"/>
                    <a:gd name="connsiteY3" fmla="*/ 53332 h 103079"/>
                    <a:gd name="connsiteX4" fmla="*/ 51540 w 98597"/>
                    <a:gd name="connsiteY4" fmla="*/ 106216 h 103079"/>
                    <a:gd name="connsiteX5" fmla="*/ 51540 w 98597"/>
                    <a:gd name="connsiteY5" fmla="*/ 4930 h 103079"/>
                    <a:gd name="connsiteX6" fmla="*/ 98149 w 98597"/>
                    <a:gd name="connsiteY6" fmla="*/ 53780 h 103079"/>
                    <a:gd name="connsiteX7" fmla="*/ 51540 w 98597"/>
                    <a:gd name="connsiteY7" fmla="*/ 102183 h 103079"/>
                    <a:gd name="connsiteX8" fmla="*/ 4482 w 98597"/>
                    <a:gd name="connsiteY8" fmla="*/ 53780 h 103079"/>
                    <a:gd name="connsiteX9" fmla="*/ 51540 w 98597"/>
                    <a:gd name="connsiteY9" fmla="*/ 4930 h 10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597" h="103079">
                      <a:moveTo>
                        <a:pt x="51540" y="106216"/>
                      </a:moveTo>
                      <a:cubicBezTo>
                        <a:pt x="79774" y="106216"/>
                        <a:pt x="102631" y="82463"/>
                        <a:pt x="102631" y="53332"/>
                      </a:cubicBezTo>
                      <a:cubicBezTo>
                        <a:pt x="102631" y="23753"/>
                        <a:pt x="79774" y="0"/>
                        <a:pt x="51540" y="0"/>
                      </a:cubicBezTo>
                      <a:cubicBezTo>
                        <a:pt x="23305" y="0"/>
                        <a:pt x="0" y="23753"/>
                        <a:pt x="0" y="53332"/>
                      </a:cubicBezTo>
                      <a:cubicBezTo>
                        <a:pt x="0" y="82912"/>
                        <a:pt x="23305" y="106216"/>
                        <a:pt x="51540" y="106216"/>
                      </a:cubicBezTo>
                      <a:close/>
                      <a:moveTo>
                        <a:pt x="51540" y="4930"/>
                      </a:moveTo>
                      <a:cubicBezTo>
                        <a:pt x="77085" y="4930"/>
                        <a:pt x="98149" y="26890"/>
                        <a:pt x="98149" y="53780"/>
                      </a:cubicBezTo>
                      <a:cubicBezTo>
                        <a:pt x="98149" y="79774"/>
                        <a:pt x="77085" y="102183"/>
                        <a:pt x="51540" y="102183"/>
                      </a:cubicBezTo>
                      <a:cubicBezTo>
                        <a:pt x="25545" y="102183"/>
                        <a:pt x="4482" y="80671"/>
                        <a:pt x="4482" y="53780"/>
                      </a:cubicBezTo>
                      <a:cubicBezTo>
                        <a:pt x="4482" y="26890"/>
                        <a:pt x="25545" y="4930"/>
                        <a:pt x="51540" y="49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176" name="Freeform: Shape 2443">
                <a:extLst>
                  <a:ext uri="{FF2B5EF4-FFF2-40B4-BE49-F238E27FC236}">
                    <a16:creationId xmlns:a16="http://schemas.microsoft.com/office/drawing/2014/main" id="{91730732-5B08-60A9-ED6C-A66D58F90038}"/>
                  </a:ext>
                  <a:ext uri="{C183D7F6-B498-43B3-948B-1728B52AA6E4}">
                    <adec:decorative xmlns:adec="http://schemas.microsoft.com/office/drawing/2017/decorative" val="1"/>
                  </a:ext>
                </a:extLst>
              </p:cNvPr>
              <p:cNvSpPr>
                <a:spLocks noChangeAspect="1"/>
              </p:cNvSpPr>
              <p:nvPr/>
            </p:nvSpPr>
            <p:spPr>
              <a:xfrm>
                <a:off x="9530251" y="3447895"/>
                <a:ext cx="170305" cy="134451"/>
              </a:xfrm>
              <a:custGeom>
                <a:avLst/>
                <a:gdLst>
                  <a:gd name="connsiteX0" fmla="*/ 170977 w 170304"/>
                  <a:gd name="connsiteY0" fmla="*/ 132098 h 134451"/>
                  <a:gd name="connsiteX1" fmla="*/ 144087 w 170304"/>
                  <a:gd name="connsiteY1" fmla="*/ 107449 h 134451"/>
                  <a:gd name="connsiteX2" fmla="*/ 122575 w 170304"/>
                  <a:gd name="connsiteY2" fmla="*/ 107449 h 134451"/>
                  <a:gd name="connsiteX3" fmla="*/ 110474 w 170304"/>
                  <a:gd name="connsiteY3" fmla="*/ 119101 h 134451"/>
                  <a:gd name="connsiteX4" fmla="*/ 79998 w 170304"/>
                  <a:gd name="connsiteY4" fmla="*/ 88626 h 134451"/>
                  <a:gd name="connsiteX5" fmla="*/ 62968 w 170304"/>
                  <a:gd name="connsiteY5" fmla="*/ 81455 h 134451"/>
                  <a:gd name="connsiteX6" fmla="*/ 57142 w 170304"/>
                  <a:gd name="connsiteY6" fmla="*/ 82351 h 134451"/>
                  <a:gd name="connsiteX7" fmla="*/ 57142 w 170304"/>
                  <a:gd name="connsiteY7" fmla="*/ 55461 h 134451"/>
                  <a:gd name="connsiteX8" fmla="*/ 79998 w 170304"/>
                  <a:gd name="connsiteY8" fmla="*/ 50531 h 134451"/>
                  <a:gd name="connsiteX9" fmla="*/ 88962 w 170304"/>
                  <a:gd name="connsiteY9" fmla="*/ 53220 h 134451"/>
                  <a:gd name="connsiteX10" fmla="*/ 96132 w 170304"/>
                  <a:gd name="connsiteY10" fmla="*/ 55461 h 134451"/>
                  <a:gd name="connsiteX11" fmla="*/ 114956 w 170304"/>
                  <a:gd name="connsiteY11" fmla="*/ 54117 h 134451"/>
                  <a:gd name="connsiteX12" fmla="*/ 124367 w 170304"/>
                  <a:gd name="connsiteY12" fmla="*/ 47394 h 134451"/>
                  <a:gd name="connsiteX13" fmla="*/ 124367 w 170304"/>
                  <a:gd name="connsiteY13" fmla="*/ 2129 h 134451"/>
                  <a:gd name="connsiteX14" fmla="*/ 123471 w 170304"/>
                  <a:gd name="connsiteY14" fmla="*/ 336 h 134451"/>
                  <a:gd name="connsiteX15" fmla="*/ 121230 w 170304"/>
                  <a:gd name="connsiteY15" fmla="*/ 336 h 134451"/>
                  <a:gd name="connsiteX16" fmla="*/ 108681 w 170304"/>
                  <a:gd name="connsiteY16" fmla="*/ 6611 h 134451"/>
                  <a:gd name="connsiteX17" fmla="*/ 92996 w 170304"/>
                  <a:gd name="connsiteY17" fmla="*/ 3921 h 134451"/>
                  <a:gd name="connsiteX18" fmla="*/ 86273 w 170304"/>
                  <a:gd name="connsiteY18" fmla="*/ 1232 h 134451"/>
                  <a:gd name="connsiteX19" fmla="*/ 65209 w 170304"/>
                  <a:gd name="connsiteY19" fmla="*/ 2577 h 134451"/>
                  <a:gd name="connsiteX20" fmla="*/ 53108 w 170304"/>
                  <a:gd name="connsiteY20" fmla="*/ 9748 h 134451"/>
                  <a:gd name="connsiteX21" fmla="*/ 53108 w 170304"/>
                  <a:gd name="connsiteY21" fmla="*/ 49187 h 134451"/>
                  <a:gd name="connsiteX22" fmla="*/ 53108 w 170304"/>
                  <a:gd name="connsiteY22" fmla="*/ 55013 h 134451"/>
                  <a:gd name="connsiteX23" fmla="*/ 53108 w 170304"/>
                  <a:gd name="connsiteY23" fmla="*/ 83696 h 134451"/>
                  <a:gd name="connsiteX24" fmla="*/ 45938 w 170304"/>
                  <a:gd name="connsiteY24" fmla="*/ 88626 h 134451"/>
                  <a:gd name="connsiteX25" fmla="*/ 672 w 170304"/>
                  <a:gd name="connsiteY25" fmla="*/ 132546 h 134451"/>
                  <a:gd name="connsiteX26" fmla="*/ 672 w 170304"/>
                  <a:gd name="connsiteY26" fmla="*/ 135684 h 134451"/>
                  <a:gd name="connsiteX27" fmla="*/ 2465 w 170304"/>
                  <a:gd name="connsiteY27" fmla="*/ 136580 h 134451"/>
                  <a:gd name="connsiteX28" fmla="*/ 3810 w 170304"/>
                  <a:gd name="connsiteY28" fmla="*/ 136132 h 134451"/>
                  <a:gd name="connsiteX29" fmla="*/ 49075 w 170304"/>
                  <a:gd name="connsiteY29" fmla="*/ 92211 h 134451"/>
                  <a:gd name="connsiteX30" fmla="*/ 62968 w 170304"/>
                  <a:gd name="connsiteY30" fmla="*/ 86385 h 134451"/>
                  <a:gd name="connsiteX31" fmla="*/ 76861 w 170304"/>
                  <a:gd name="connsiteY31" fmla="*/ 92211 h 134451"/>
                  <a:gd name="connsiteX32" fmla="*/ 120782 w 170304"/>
                  <a:gd name="connsiteY32" fmla="*/ 136132 h 134451"/>
                  <a:gd name="connsiteX33" fmla="*/ 123919 w 170304"/>
                  <a:gd name="connsiteY33" fmla="*/ 136132 h 134451"/>
                  <a:gd name="connsiteX34" fmla="*/ 123919 w 170304"/>
                  <a:gd name="connsiteY34" fmla="*/ 132995 h 134451"/>
                  <a:gd name="connsiteX35" fmla="*/ 113611 w 170304"/>
                  <a:gd name="connsiteY35" fmla="*/ 122687 h 134451"/>
                  <a:gd name="connsiteX36" fmla="*/ 125264 w 170304"/>
                  <a:gd name="connsiteY36" fmla="*/ 111034 h 134451"/>
                  <a:gd name="connsiteX37" fmla="*/ 140501 w 170304"/>
                  <a:gd name="connsiteY37" fmla="*/ 111034 h 134451"/>
                  <a:gd name="connsiteX38" fmla="*/ 167392 w 170304"/>
                  <a:gd name="connsiteY38" fmla="*/ 135684 h 134451"/>
                  <a:gd name="connsiteX39" fmla="*/ 168736 w 170304"/>
                  <a:gd name="connsiteY39" fmla="*/ 136132 h 134451"/>
                  <a:gd name="connsiteX40" fmla="*/ 170529 w 170304"/>
                  <a:gd name="connsiteY40" fmla="*/ 135235 h 134451"/>
                  <a:gd name="connsiteX41" fmla="*/ 170977 w 170304"/>
                  <a:gd name="connsiteY41" fmla="*/ 132098 h 134451"/>
                  <a:gd name="connsiteX42" fmla="*/ 57590 w 170304"/>
                  <a:gd name="connsiteY42" fmla="*/ 10644 h 134451"/>
                  <a:gd name="connsiteX43" fmla="*/ 67001 w 170304"/>
                  <a:gd name="connsiteY43" fmla="*/ 6611 h 134451"/>
                  <a:gd name="connsiteX44" fmla="*/ 85377 w 170304"/>
                  <a:gd name="connsiteY44" fmla="*/ 5266 h 134451"/>
                  <a:gd name="connsiteX45" fmla="*/ 91651 w 170304"/>
                  <a:gd name="connsiteY45" fmla="*/ 7955 h 134451"/>
                  <a:gd name="connsiteX46" fmla="*/ 110922 w 170304"/>
                  <a:gd name="connsiteY46" fmla="*/ 10644 h 134451"/>
                  <a:gd name="connsiteX47" fmla="*/ 120334 w 170304"/>
                  <a:gd name="connsiteY47" fmla="*/ 5714 h 134451"/>
                  <a:gd name="connsiteX48" fmla="*/ 120334 w 170304"/>
                  <a:gd name="connsiteY48" fmla="*/ 46049 h 134451"/>
                  <a:gd name="connsiteX49" fmla="*/ 113163 w 170304"/>
                  <a:gd name="connsiteY49" fmla="*/ 50083 h 134451"/>
                  <a:gd name="connsiteX50" fmla="*/ 97477 w 170304"/>
                  <a:gd name="connsiteY50" fmla="*/ 50979 h 134451"/>
                  <a:gd name="connsiteX51" fmla="*/ 90755 w 170304"/>
                  <a:gd name="connsiteY51" fmla="*/ 48738 h 134451"/>
                  <a:gd name="connsiteX52" fmla="*/ 80895 w 170304"/>
                  <a:gd name="connsiteY52" fmla="*/ 46049 h 134451"/>
                  <a:gd name="connsiteX53" fmla="*/ 79550 w 170304"/>
                  <a:gd name="connsiteY53" fmla="*/ 46049 h 134451"/>
                  <a:gd name="connsiteX54" fmla="*/ 57590 w 170304"/>
                  <a:gd name="connsiteY54" fmla="*/ 50531 h 134451"/>
                  <a:gd name="connsiteX55" fmla="*/ 57590 w 170304"/>
                  <a:gd name="connsiteY55" fmla="*/ 49187 h 134451"/>
                  <a:gd name="connsiteX56" fmla="*/ 57590 w 170304"/>
                  <a:gd name="connsiteY56" fmla="*/ 10644 h 13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70304" h="134451">
                    <a:moveTo>
                      <a:pt x="170977" y="132098"/>
                    </a:moveTo>
                    <a:lnTo>
                      <a:pt x="144087" y="107449"/>
                    </a:lnTo>
                    <a:cubicBezTo>
                      <a:pt x="138261" y="102071"/>
                      <a:pt x="128401" y="102071"/>
                      <a:pt x="122575" y="107449"/>
                    </a:cubicBezTo>
                    <a:lnTo>
                      <a:pt x="110474" y="119101"/>
                    </a:lnTo>
                    <a:lnTo>
                      <a:pt x="79998" y="88626"/>
                    </a:lnTo>
                    <a:cubicBezTo>
                      <a:pt x="75517" y="84144"/>
                      <a:pt x="69242" y="81455"/>
                      <a:pt x="62968" y="81455"/>
                    </a:cubicBezTo>
                    <a:cubicBezTo>
                      <a:pt x="61175" y="81455"/>
                      <a:pt x="59383" y="81903"/>
                      <a:pt x="57142" y="82351"/>
                    </a:cubicBezTo>
                    <a:lnTo>
                      <a:pt x="57142" y="55461"/>
                    </a:lnTo>
                    <a:cubicBezTo>
                      <a:pt x="59831" y="53220"/>
                      <a:pt x="75517" y="49635"/>
                      <a:pt x="79998" y="50531"/>
                    </a:cubicBezTo>
                    <a:cubicBezTo>
                      <a:pt x="83136" y="50979"/>
                      <a:pt x="85825" y="51876"/>
                      <a:pt x="88962" y="53220"/>
                    </a:cubicBezTo>
                    <a:cubicBezTo>
                      <a:pt x="91203" y="54117"/>
                      <a:pt x="93444" y="55013"/>
                      <a:pt x="96132" y="55461"/>
                    </a:cubicBezTo>
                    <a:cubicBezTo>
                      <a:pt x="103751" y="57254"/>
                      <a:pt x="109578" y="56806"/>
                      <a:pt x="114956" y="54117"/>
                    </a:cubicBezTo>
                    <a:cubicBezTo>
                      <a:pt x="124367" y="49187"/>
                      <a:pt x="124367" y="48738"/>
                      <a:pt x="124367" y="47394"/>
                    </a:cubicBezTo>
                    <a:lnTo>
                      <a:pt x="124367" y="2129"/>
                    </a:lnTo>
                    <a:cubicBezTo>
                      <a:pt x="124367" y="1232"/>
                      <a:pt x="123919" y="784"/>
                      <a:pt x="123471" y="336"/>
                    </a:cubicBezTo>
                    <a:cubicBezTo>
                      <a:pt x="123023" y="-112"/>
                      <a:pt x="122127" y="-112"/>
                      <a:pt x="121230" y="336"/>
                    </a:cubicBezTo>
                    <a:lnTo>
                      <a:pt x="108681" y="6611"/>
                    </a:lnTo>
                    <a:cubicBezTo>
                      <a:pt x="102855" y="8403"/>
                      <a:pt x="98373" y="6611"/>
                      <a:pt x="92996" y="3921"/>
                    </a:cubicBezTo>
                    <a:cubicBezTo>
                      <a:pt x="90755" y="3025"/>
                      <a:pt x="88514" y="2129"/>
                      <a:pt x="86273" y="1232"/>
                    </a:cubicBezTo>
                    <a:cubicBezTo>
                      <a:pt x="79998" y="-560"/>
                      <a:pt x="72380" y="-112"/>
                      <a:pt x="65209" y="2577"/>
                    </a:cubicBezTo>
                    <a:cubicBezTo>
                      <a:pt x="53108" y="7507"/>
                      <a:pt x="53108" y="7955"/>
                      <a:pt x="53108" y="9748"/>
                    </a:cubicBezTo>
                    <a:lnTo>
                      <a:pt x="53108" y="49187"/>
                    </a:lnTo>
                    <a:lnTo>
                      <a:pt x="53108" y="55013"/>
                    </a:lnTo>
                    <a:lnTo>
                      <a:pt x="53108" y="83696"/>
                    </a:lnTo>
                    <a:cubicBezTo>
                      <a:pt x="50419" y="85040"/>
                      <a:pt x="48178" y="86385"/>
                      <a:pt x="45938" y="88626"/>
                    </a:cubicBezTo>
                    <a:lnTo>
                      <a:pt x="672" y="132546"/>
                    </a:lnTo>
                    <a:cubicBezTo>
                      <a:pt x="-224" y="133443"/>
                      <a:pt x="-224" y="134787"/>
                      <a:pt x="672" y="135684"/>
                    </a:cubicBezTo>
                    <a:cubicBezTo>
                      <a:pt x="1121" y="136132"/>
                      <a:pt x="1569" y="136580"/>
                      <a:pt x="2465" y="136580"/>
                    </a:cubicBezTo>
                    <a:cubicBezTo>
                      <a:pt x="2913" y="136580"/>
                      <a:pt x="3810" y="136580"/>
                      <a:pt x="3810" y="136132"/>
                    </a:cubicBezTo>
                    <a:lnTo>
                      <a:pt x="49075" y="92211"/>
                    </a:lnTo>
                    <a:cubicBezTo>
                      <a:pt x="52660" y="88626"/>
                      <a:pt x="57590" y="86385"/>
                      <a:pt x="62968" y="86385"/>
                    </a:cubicBezTo>
                    <a:cubicBezTo>
                      <a:pt x="68346" y="86385"/>
                      <a:pt x="73276" y="88626"/>
                      <a:pt x="76861" y="92211"/>
                    </a:cubicBezTo>
                    <a:lnTo>
                      <a:pt x="120782" y="136132"/>
                    </a:lnTo>
                    <a:cubicBezTo>
                      <a:pt x="121678" y="137028"/>
                      <a:pt x="123023" y="137028"/>
                      <a:pt x="123919" y="136132"/>
                    </a:cubicBezTo>
                    <a:cubicBezTo>
                      <a:pt x="124815" y="135235"/>
                      <a:pt x="124815" y="133891"/>
                      <a:pt x="123919" y="132995"/>
                    </a:cubicBezTo>
                    <a:lnTo>
                      <a:pt x="113611" y="122687"/>
                    </a:lnTo>
                    <a:lnTo>
                      <a:pt x="125264" y="111034"/>
                    </a:lnTo>
                    <a:cubicBezTo>
                      <a:pt x="129297" y="107001"/>
                      <a:pt x="136468" y="107001"/>
                      <a:pt x="140501" y="111034"/>
                    </a:cubicBezTo>
                    <a:lnTo>
                      <a:pt x="167392" y="135684"/>
                    </a:lnTo>
                    <a:cubicBezTo>
                      <a:pt x="167840" y="136132"/>
                      <a:pt x="168288" y="136132"/>
                      <a:pt x="168736" y="136132"/>
                    </a:cubicBezTo>
                    <a:cubicBezTo>
                      <a:pt x="169184" y="136132"/>
                      <a:pt x="170081" y="135684"/>
                      <a:pt x="170529" y="135235"/>
                    </a:cubicBezTo>
                    <a:cubicBezTo>
                      <a:pt x="171873" y="134339"/>
                      <a:pt x="171873" y="132995"/>
                      <a:pt x="170977" y="132098"/>
                    </a:cubicBezTo>
                    <a:close/>
                    <a:moveTo>
                      <a:pt x="57590" y="10644"/>
                    </a:moveTo>
                    <a:cubicBezTo>
                      <a:pt x="59831" y="9748"/>
                      <a:pt x="65209" y="7507"/>
                      <a:pt x="67001" y="6611"/>
                    </a:cubicBezTo>
                    <a:cubicBezTo>
                      <a:pt x="73276" y="3921"/>
                      <a:pt x="79998" y="3473"/>
                      <a:pt x="85377" y="5266"/>
                    </a:cubicBezTo>
                    <a:cubicBezTo>
                      <a:pt x="87617" y="6162"/>
                      <a:pt x="89858" y="7059"/>
                      <a:pt x="91651" y="7955"/>
                    </a:cubicBezTo>
                    <a:cubicBezTo>
                      <a:pt x="97477" y="10644"/>
                      <a:pt x="103303" y="12885"/>
                      <a:pt x="110922" y="10644"/>
                    </a:cubicBezTo>
                    <a:lnTo>
                      <a:pt x="120334" y="5714"/>
                    </a:lnTo>
                    <a:lnTo>
                      <a:pt x="120334" y="46049"/>
                    </a:lnTo>
                    <a:cubicBezTo>
                      <a:pt x="118541" y="46946"/>
                      <a:pt x="114956" y="49187"/>
                      <a:pt x="113163" y="50083"/>
                    </a:cubicBezTo>
                    <a:cubicBezTo>
                      <a:pt x="109130" y="52324"/>
                      <a:pt x="104200" y="52324"/>
                      <a:pt x="97477" y="50979"/>
                    </a:cubicBezTo>
                    <a:cubicBezTo>
                      <a:pt x="95236" y="50531"/>
                      <a:pt x="92996" y="49635"/>
                      <a:pt x="90755" y="48738"/>
                    </a:cubicBezTo>
                    <a:cubicBezTo>
                      <a:pt x="87617" y="47394"/>
                      <a:pt x="84480" y="46498"/>
                      <a:pt x="80895" y="46049"/>
                    </a:cubicBezTo>
                    <a:cubicBezTo>
                      <a:pt x="80447" y="46049"/>
                      <a:pt x="79998" y="46049"/>
                      <a:pt x="79550" y="46049"/>
                    </a:cubicBezTo>
                    <a:cubicBezTo>
                      <a:pt x="74620" y="46049"/>
                      <a:pt x="63416" y="48290"/>
                      <a:pt x="57590" y="50531"/>
                    </a:cubicBezTo>
                    <a:lnTo>
                      <a:pt x="57590" y="49187"/>
                    </a:lnTo>
                    <a:lnTo>
                      <a:pt x="57590" y="10644"/>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177" name="Group 2444">
                <a:extLst>
                  <a:ext uri="{FF2B5EF4-FFF2-40B4-BE49-F238E27FC236}">
                    <a16:creationId xmlns:a16="http://schemas.microsoft.com/office/drawing/2014/main" id="{363B19C8-CA26-45C8-DB1C-50E995E4038C}"/>
                  </a:ext>
                  <a:ext uri="{C183D7F6-B498-43B3-948B-1728B52AA6E4}">
                    <adec:decorative xmlns:adec="http://schemas.microsoft.com/office/drawing/2017/decorative" val="1"/>
                  </a:ext>
                </a:extLst>
              </p:cNvPr>
              <p:cNvGrpSpPr>
                <a:grpSpLocks noChangeAspect="1"/>
              </p:cNvGrpSpPr>
              <p:nvPr/>
            </p:nvGrpSpPr>
            <p:grpSpPr>
              <a:xfrm>
                <a:off x="9826716" y="3447783"/>
                <a:ext cx="112043" cy="152378"/>
                <a:chOff x="9920706" y="1412617"/>
                <a:chExt cx="112043" cy="152378"/>
              </a:xfrm>
            </p:grpSpPr>
            <p:sp>
              <p:nvSpPr>
                <p:cNvPr id="1178" name="Freeform: Shape 5488">
                  <a:extLst>
                    <a:ext uri="{FF2B5EF4-FFF2-40B4-BE49-F238E27FC236}">
                      <a16:creationId xmlns:a16="http://schemas.microsoft.com/office/drawing/2014/main" id="{81128BF5-B484-D87F-5D27-5B4710593068}"/>
                    </a:ext>
                  </a:extLst>
                </p:cNvPr>
                <p:cNvSpPr/>
                <p:nvPr/>
              </p:nvSpPr>
              <p:spPr>
                <a:xfrm>
                  <a:off x="9920706" y="1412617"/>
                  <a:ext cx="112043" cy="152378"/>
                </a:xfrm>
                <a:custGeom>
                  <a:avLst/>
                  <a:gdLst>
                    <a:gd name="connsiteX0" fmla="*/ 110250 w 112042"/>
                    <a:gd name="connsiteY0" fmla="*/ 12997 h 152377"/>
                    <a:gd name="connsiteX1" fmla="*/ 99046 w 112042"/>
                    <a:gd name="connsiteY1" fmla="*/ 12997 h 152377"/>
                    <a:gd name="connsiteX2" fmla="*/ 99046 w 112042"/>
                    <a:gd name="connsiteY2" fmla="*/ 2241 h 152377"/>
                    <a:gd name="connsiteX3" fmla="*/ 98149 w 112042"/>
                    <a:gd name="connsiteY3" fmla="*/ 448 h 152377"/>
                    <a:gd name="connsiteX4" fmla="*/ 96357 w 112042"/>
                    <a:gd name="connsiteY4" fmla="*/ 0 h 152377"/>
                    <a:gd name="connsiteX5" fmla="*/ 2241 w 112042"/>
                    <a:gd name="connsiteY5" fmla="*/ 12997 h 152377"/>
                    <a:gd name="connsiteX6" fmla="*/ 1793 w 112042"/>
                    <a:gd name="connsiteY6" fmla="*/ 12997 h 152377"/>
                    <a:gd name="connsiteX7" fmla="*/ 1344 w 112042"/>
                    <a:gd name="connsiteY7" fmla="*/ 12997 h 152377"/>
                    <a:gd name="connsiteX8" fmla="*/ 896 w 112042"/>
                    <a:gd name="connsiteY8" fmla="*/ 13445 h 152377"/>
                    <a:gd name="connsiteX9" fmla="*/ 448 w 112042"/>
                    <a:gd name="connsiteY9" fmla="*/ 13893 h 152377"/>
                    <a:gd name="connsiteX10" fmla="*/ 0 w 112042"/>
                    <a:gd name="connsiteY10" fmla="*/ 14341 h 152377"/>
                    <a:gd name="connsiteX11" fmla="*/ 0 w 112042"/>
                    <a:gd name="connsiteY11" fmla="*/ 14790 h 152377"/>
                    <a:gd name="connsiteX12" fmla="*/ 0 w 112042"/>
                    <a:gd name="connsiteY12" fmla="*/ 15238 h 152377"/>
                    <a:gd name="connsiteX13" fmla="*/ 0 w 112042"/>
                    <a:gd name="connsiteY13" fmla="*/ 15686 h 152377"/>
                    <a:gd name="connsiteX14" fmla="*/ 0 w 112042"/>
                    <a:gd name="connsiteY14" fmla="*/ 150137 h 152377"/>
                    <a:gd name="connsiteX15" fmla="*/ 2241 w 112042"/>
                    <a:gd name="connsiteY15" fmla="*/ 152378 h 152377"/>
                    <a:gd name="connsiteX16" fmla="*/ 109802 w 112042"/>
                    <a:gd name="connsiteY16" fmla="*/ 152378 h 152377"/>
                    <a:gd name="connsiteX17" fmla="*/ 112043 w 112042"/>
                    <a:gd name="connsiteY17" fmla="*/ 150137 h 152377"/>
                    <a:gd name="connsiteX18" fmla="*/ 112043 w 112042"/>
                    <a:gd name="connsiteY18" fmla="*/ 15686 h 152377"/>
                    <a:gd name="connsiteX19" fmla="*/ 110250 w 112042"/>
                    <a:gd name="connsiteY19" fmla="*/ 12997 h 152377"/>
                    <a:gd name="connsiteX20" fmla="*/ 94564 w 112042"/>
                    <a:gd name="connsiteY20" fmla="*/ 12997 h 152377"/>
                    <a:gd name="connsiteX21" fmla="*/ 34957 w 112042"/>
                    <a:gd name="connsiteY21" fmla="*/ 12997 h 152377"/>
                    <a:gd name="connsiteX22" fmla="*/ 94564 w 112042"/>
                    <a:gd name="connsiteY22" fmla="*/ 4482 h 152377"/>
                    <a:gd name="connsiteX23" fmla="*/ 94564 w 112042"/>
                    <a:gd name="connsiteY23" fmla="*/ 12997 h 152377"/>
                    <a:gd name="connsiteX24" fmla="*/ 108009 w 112042"/>
                    <a:gd name="connsiteY24" fmla="*/ 147448 h 152377"/>
                    <a:gd name="connsiteX25" fmla="*/ 4930 w 112042"/>
                    <a:gd name="connsiteY25" fmla="*/ 147448 h 152377"/>
                    <a:gd name="connsiteX26" fmla="*/ 4930 w 112042"/>
                    <a:gd name="connsiteY26" fmla="*/ 17479 h 152377"/>
                    <a:gd name="connsiteX27" fmla="*/ 108009 w 112042"/>
                    <a:gd name="connsiteY27" fmla="*/ 17479 h 152377"/>
                    <a:gd name="connsiteX28" fmla="*/ 108009 w 112042"/>
                    <a:gd name="connsiteY28" fmla="*/ 147448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2042" h="152377">
                      <a:moveTo>
                        <a:pt x="110250" y="12997"/>
                      </a:moveTo>
                      <a:lnTo>
                        <a:pt x="99046" y="12997"/>
                      </a:lnTo>
                      <a:lnTo>
                        <a:pt x="99046" y="2241"/>
                      </a:lnTo>
                      <a:cubicBezTo>
                        <a:pt x="99046" y="1793"/>
                        <a:pt x="98597" y="896"/>
                        <a:pt x="98149" y="448"/>
                      </a:cubicBezTo>
                      <a:cubicBezTo>
                        <a:pt x="97701" y="0"/>
                        <a:pt x="96805" y="0"/>
                        <a:pt x="96357" y="0"/>
                      </a:cubicBezTo>
                      <a:lnTo>
                        <a:pt x="2241" y="12997"/>
                      </a:lnTo>
                      <a:cubicBezTo>
                        <a:pt x="2241" y="12997"/>
                        <a:pt x="2241" y="12997"/>
                        <a:pt x="1793" y="12997"/>
                      </a:cubicBezTo>
                      <a:cubicBezTo>
                        <a:pt x="1793" y="12997"/>
                        <a:pt x="1344" y="12997"/>
                        <a:pt x="1344" y="12997"/>
                      </a:cubicBezTo>
                      <a:cubicBezTo>
                        <a:pt x="1344" y="12997"/>
                        <a:pt x="896" y="12997"/>
                        <a:pt x="896" y="13445"/>
                      </a:cubicBezTo>
                      <a:cubicBezTo>
                        <a:pt x="896" y="13445"/>
                        <a:pt x="896" y="13445"/>
                        <a:pt x="448" y="13893"/>
                      </a:cubicBezTo>
                      <a:cubicBezTo>
                        <a:pt x="448" y="13893"/>
                        <a:pt x="448" y="14341"/>
                        <a:pt x="0" y="14341"/>
                      </a:cubicBezTo>
                      <a:cubicBezTo>
                        <a:pt x="0" y="14341"/>
                        <a:pt x="0" y="14790"/>
                        <a:pt x="0" y="14790"/>
                      </a:cubicBezTo>
                      <a:cubicBezTo>
                        <a:pt x="0" y="14790"/>
                        <a:pt x="0" y="15238"/>
                        <a:pt x="0" y="15238"/>
                      </a:cubicBezTo>
                      <a:cubicBezTo>
                        <a:pt x="0" y="15238"/>
                        <a:pt x="0" y="15238"/>
                        <a:pt x="0" y="15686"/>
                      </a:cubicBezTo>
                      <a:lnTo>
                        <a:pt x="0" y="150137"/>
                      </a:lnTo>
                      <a:cubicBezTo>
                        <a:pt x="0" y="151482"/>
                        <a:pt x="896" y="152378"/>
                        <a:pt x="2241" y="152378"/>
                      </a:cubicBezTo>
                      <a:lnTo>
                        <a:pt x="109802" y="152378"/>
                      </a:lnTo>
                      <a:cubicBezTo>
                        <a:pt x="111146" y="152378"/>
                        <a:pt x="112043" y="151482"/>
                        <a:pt x="112043" y="150137"/>
                      </a:cubicBezTo>
                      <a:lnTo>
                        <a:pt x="112043" y="15686"/>
                      </a:lnTo>
                      <a:cubicBezTo>
                        <a:pt x="112491" y="14341"/>
                        <a:pt x="111594" y="12997"/>
                        <a:pt x="110250" y="12997"/>
                      </a:cubicBezTo>
                      <a:close/>
                      <a:moveTo>
                        <a:pt x="94564" y="12997"/>
                      </a:moveTo>
                      <a:lnTo>
                        <a:pt x="34957" y="12997"/>
                      </a:lnTo>
                      <a:lnTo>
                        <a:pt x="94564" y="4482"/>
                      </a:lnTo>
                      <a:lnTo>
                        <a:pt x="94564" y="12997"/>
                      </a:lnTo>
                      <a:close/>
                      <a:moveTo>
                        <a:pt x="108009" y="147448"/>
                      </a:moveTo>
                      <a:lnTo>
                        <a:pt x="4930" y="147448"/>
                      </a:lnTo>
                      <a:lnTo>
                        <a:pt x="4930" y="17479"/>
                      </a:lnTo>
                      <a:lnTo>
                        <a:pt x="108009" y="17479"/>
                      </a:lnTo>
                      <a:lnTo>
                        <a:pt x="108009" y="147448"/>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79" name="Freeform: Shape 5489">
                  <a:extLst>
                    <a:ext uri="{FF2B5EF4-FFF2-40B4-BE49-F238E27FC236}">
                      <a16:creationId xmlns:a16="http://schemas.microsoft.com/office/drawing/2014/main" id="{ED992F05-80EA-4E3D-7487-9EFB858EE617}"/>
                    </a:ext>
                  </a:extLst>
                </p:cNvPr>
                <p:cNvSpPr/>
                <p:nvPr/>
              </p:nvSpPr>
              <p:spPr>
                <a:xfrm>
                  <a:off x="9944011" y="1449815"/>
                  <a:ext cx="62744" cy="62744"/>
                </a:xfrm>
                <a:custGeom>
                  <a:avLst/>
                  <a:gdLst>
                    <a:gd name="connsiteX0" fmla="*/ 33165 w 62743"/>
                    <a:gd name="connsiteY0" fmla="*/ 64537 h 62743"/>
                    <a:gd name="connsiteX1" fmla="*/ 66329 w 62743"/>
                    <a:gd name="connsiteY1" fmla="*/ 32268 h 62743"/>
                    <a:gd name="connsiteX2" fmla="*/ 33165 w 62743"/>
                    <a:gd name="connsiteY2" fmla="*/ 0 h 62743"/>
                    <a:gd name="connsiteX3" fmla="*/ 0 w 62743"/>
                    <a:gd name="connsiteY3" fmla="*/ 32268 h 62743"/>
                    <a:gd name="connsiteX4" fmla="*/ 33165 w 62743"/>
                    <a:gd name="connsiteY4" fmla="*/ 64537 h 62743"/>
                    <a:gd name="connsiteX5" fmla="*/ 4482 w 62743"/>
                    <a:gd name="connsiteY5" fmla="*/ 34509 h 62743"/>
                    <a:gd name="connsiteX6" fmla="*/ 13893 w 62743"/>
                    <a:gd name="connsiteY6" fmla="*/ 34509 h 62743"/>
                    <a:gd name="connsiteX7" fmla="*/ 21064 w 62743"/>
                    <a:gd name="connsiteY7" fmla="*/ 57366 h 62743"/>
                    <a:gd name="connsiteX8" fmla="*/ 4482 w 62743"/>
                    <a:gd name="connsiteY8" fmla="*/ 34509 h 62743"/>
                    <a:gd name="connsiteX9" fmla="*/ 35406 w 62743"/>
                    <a:gd name="connsiteY9" fmla="*/ 59607 h 62743"/>
                    <a:gd name="connsiteX10" fmla="*/ 35406 w 62743"/>
                    <a:gd name="connsiteY10" fmla="*/ 34509 h 62743"/>
                    <a:gd name="connsiteX11" fmla="*/ 47954 w 62743"/>
                    <a:gd name="connsiteY11" fmla="*/ 34509 h 62743"/>
                    <a:gd name="connsiteX12" fmla="*/ 35406 w 62743"/>
                    <a:gd name="connsiteY12" fmla="*/ 59607 h 62743"/>
                    <a:gd name="connsiteX13" fmla="*/ 35406 w 62743"/>
                    <a:gd name="connsiteY13" fmla="*/ 30027 h 62743"/>
                    <a:gd name="connsiteX14" fmla="*/ 35406 w 62743"/>
                    <a:gd name="connsiteY14" fmla="*/ 4930 h 62743"/>
                    <a:gd name="connsiteX15" fmla="*/ 47954 w 62743"/>
                    <a:gd name="connsiteY15" fmla="*/ 30027 h 62743"/>
                    <a:gd name="connsiteX16" fmla="*/ 35406 w 62743"/>
                    <a:gd name="connsiteY16" fmla="*/ 30027 h 62743"/>
                    <a:gd name="connsiteX17" fmla="*/ 30924 w 62743"/>
                    <a:gd name="connsiteY17" fmla="*/ 4482 h 62743"/>
                    <a:gd name="connsiteX18" fmla="*/ 30924 w 62743"/>
                    <a:gd name="connsiteY18" fmla="*/ 29579 h 62743"/>
                    <a:gd name="connsiteX19" fmla="*/ 18375 w 62743"/>
                    <a:gd name="connsiteY19" fmla="*/ 29579 h 62743"/>
                    <a:gd name="connsiteX20" fmla="*/ 30924 w 62743"/>
                    <a:gd name="connsiteY20" fmla="*/ 4482 h 62743"/>
                    <a:gd name="connsiteX21" fmla="*/ 30924 w 62743"/>
                    <a:gd name="connsiteY21" fmla="*/ 34509 h 62743"/>
                    <a:gd name="connsiteX22" fmla="*/ 30924 w 62743"/>
                    <a:gd name="connsiteY22" fmla="*/ 59607 h 62743"/>
                    <a:gd name="connsiteX23" fmla="*/ 18375 w 62743"/>
                    <a:gd name="connsiteY23" fmla="*/ 34509 h 62743"/>
                    <a:gd name="connsiteX24" fmla="*/ 30924 w 62743"/>
                    <a:gd name="connsiteY24" fmla="*/ 34509 h 62743"/>
                    <a:gd name="connsiteX25" fmla="*/ 45265 w 62743"/>
                    <a:gd name="connsiteY25" fmla="*/ 57366 h 62743"/>
                    <a:gd name="connsiteX26" fmla="*/ 52436 w 62743"/>
                    <a:gd name="connsiteY26" fmla="*/ 34509 h 62743"/>
                    <a:gd name="connsiteX27" fmla="*/ 61847 w 62743"/>
                    <a:gd name="connsiteY27" fmla="*/ 34509 h 62743"/>
                    <a:gd name="connsiteX28" fmla="*/ 45265 w 62743"/>
                    <a:gd name="connsiteY28" fmla="*/ 57366 h 62743"/>
                    <a:gd name="connsiteX29" fmla="*/ 61847 w 62743"/>
                    <a:gd name="connsiteY29" fmla="*/ 30027 h 62743"/>
                    <a:gd name="connsiteX30" fmla="*/ 52436 w 62743"/>
                    <a:gd name="connsiteY30" fmla="*/ 30027 h 62743"/>
                    <a:gd name="connsiteX31" fmla="*/ 45265 w 62743"/>
                    <a:gd name="connsiteY31" fmla="*/ 7171 h 62743"/>
                    <a:gd name="connsiteX32" fmla="*/ 61847 w 62743"/>
                    <a:gd name="connsiteY32" fmla="*/ 30027 h 62743"/>
                    <a:gd name="connsiteX33" fmla="*/ 21064 w 62743"/>
                    <a:gd name="connsiteY33" fmla="*/ 6723 h 62743"/>
                    <a:gd name="connsiteX34" fmla="*/ 13893 w 62743"/>
                    <a:gd name="connsiteY34" fmla="*/ 29579 h 62743"/>
                    <a:gd name="connsiteX35" fmla="*/ 4482 w 62743"/>
                    <a:gd name="connsiteY35" fmla="*/ 29579 h 62743"/>
                    <a:gd name="connsiteX36" fmla="*/ 21064 w 62743"/>
                    <a:gd name="connsiteY36" fmla="*/ 6723 h 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2743" h="62743">
                      <a:moveTo>
                        <a:pt x="33165" y="64537"/>
                      </a:moveTo>
                      <a:cubicBezTo>
                        <a:pt x="51540" y="64537"/>
                        <a:pt x="66329" y="50195"/>
                        <a:pt x="66329" y="32268"/>
                      </a:cubicBezTo>
                      <a:cubicBezTo>
                        <a:pt x="66329" y="14341"/>
                        <a:pt x="51540" y="0"/>
                        <a:pt x="33165" y="0"/>
                      </a:cubicBezTo>
                      <a:cubicBezTo>
                        <a:pt x="14790" y="0"/>
                        <a:pt x="0" y="14341"/>
                        <a:pt x="0" y="32268"/>
                      </a:cubicBezTo>
                      <a:cubicBezTo>
                        <a:pt x="0" y="50195"/>
                        <a:pt x="14790" y="64537"/>
                        <a:pt x="33165" y="64537"/>
                      </a:cubicBezTo>
                      <a:close/>
                      <a:moveTo>
                        <a:pt x="4482" y="34509"/>
                      </a:moveTo>
                      <a:lnTo>
                        <a:pt x="13893" y="34509"/>
                      </a:lnTo>
                      <a:cubicBezTo>
                        <a:pt x="14342" y="43921"/>
                        <a:pt x="17030" y="51988"/>
                        <a:pt x="21064" y="57366"/>
                      </a:cubicBezTo>
                      <a:cubicBezTo>
                        <a:pt x="11652" y="53332"/>
                        <a:pt x="5378" y="44369"/>
                        <a:pt x="4482" y="34509"/>
                      </a:cubicBezTo>
                      <a:close/>
                      <a:moveTo>
                        <a:pt x="35406" y="59607"/>
                      </a:moveTo>
                      <a:lnTo>
                        <a:pt x="35406" y="34509"/>
                      </a:lnTo>
                      <a:lnTo>
                        <a:pt x="47954" y="34509"/>
                      </a:lnTo>
                      <a:cubicBezTo>
                        <a:pt x="47058" y="47058"/>
                        <a:pt x="42128" y="57814"/>
                        <a:pt x="35406" y="59607"/>
                      </a:cubicBezTo>
                      <a:close/>
                      <a:moveTo>
                        <a:pt x="35406" y="30027"/>
                      </a:moveTo>
                      <a:lnTo>
                        <a:pt x="35406" y="4930"/>
                      </a:lnTo>
                      <a:cubicBezTo>
                        <a:pt x="42128" y="6723"/>
                        <a:pt x="47058" y="17479"/>
                        <a:pt x="47954" y="30027"/>
                      </a:cubicBezTo>
                      <a:lnTo>
                        <a:pt x="35406" y="30027"/>
                      </a:lnTo>
                      <a:close/>
                      <a:moveTo>
                        <a:pt x="30924" y="4482"/>
                      </a:moveTo>
                      <a:lnTo>
                        <a:pt x="30924" y="29579"/>
                      </a:lnTo>
                      <a:lnTo>
                        <a:pt x="18375" y="29579"/>
                      </a:lnTo>
                      <a:cubicBezTo>
                        <a:pt x="18823" y="17030"/>
                        <a:pt x="24201" y="6723"/>
                        <a:pt x="30924" y="4482"/>
                      </a:cubicBezTo>
                      <a:close/>
                      <a:moveTo>
                        <a:pt x="30924" y="34509"/>
                      </a:moveTo>
                      <a:lnTo>
                        <a:pt x="30924" y="59607"/>
                      </a:lnTo>
                      <a:cubicBezTo>
                        <a:pt x="24201" y="57814"/>
                        <a:pt x="19271" y="47058"/>
                        <a:pt x="18375" y="34509"/>
                      </a:cubicBezTo>
                      <a:lnTo>
                        <a:pt x="30924" y="34509"/>
                      </a:lnTo>
                      <a:close/>
                      <a:moveTo>
                        <a:pt x="45265" y="57366"/>
                      </a:moveTo>
                      <a:cubicBezTo>
                        <a:pt x="49299" y="51988"/>
                        <a:pt x="51988" y="43921"/>
                        <a:pt x="52436" y="34509"/>
                      </a:cubicBezTo>
                      <a:lnTo>
                        <a:pt x="61847" y="34509"/>
                      </a:lnTo>
                      <a:cubicBezTo>
                        <a:pt x="60951" y="44369"/>
                        <a:pt x="54677" y="53332"/>
                        <a:pt x="45265" y="57366"/>
                      </a:cubicBezTo>
                      <a:close/>
                      <a:moveTo>
                        <a:pt x="61847" y="30027"/>
                      </a:moveTo>
                      <a:lnTo>
                        <a:pt x="52436" y="30027"/>
                      </a:lnTo>
                      <a:cubicBezTo>
                        <a:pt x="51988" y="20616"/>
                        <a:pt x="49299" y="12549"/>
                        <a:pt x="45265" y="7171"/>
                      </a:cubicBezTo>
                      <a:cubicBezTo>
                        <a:pt x="54677" y="10756"/>
                        <a:pt x="60951" y="19720"/>
                        <a:pt x="61847" y="30027"/>
                      </a:cubicBezTo>
                      <a:close/>
                      <a:moveTo>
                        <a:pt x="21064" y="6723"/>
                      </a:moveTo>
                      <a:cubicBezTo>
                        <a:pt x="17030" y="12101"/>
                        <a:pt x="14342" y="20168"/>
                        <a:pt x="13893" y="29579"/>
                      </a:cubicBezTo>
                      <a:lnTo>
                        <a:pt x="4482" y="29579"/>
                      </a:lnTo>
                      <a:cubicBezTo>
                        <a:pt x="5378" y="19720"/>
                        <a:pt x="11652" y="10756"/>
                        <a:pt x="21064" y="672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80" name="Freeform: Shape 5490">
                  <a:extLst>
                    <a:ext uri="{FF2B5EF4-FFF2-40B4-BE49-F238E27FC236}">
                      <a16:creationId xmlns:a16="http://schemas.microsoft.com/office/drawing/2014/main" id="{B90E8727-B1C0-464B-FBE1-BAB184B1783F}"/>
                    </a:ext>
                  </a:extLst>
                </p:cNvPr>
                <p:cNvSpPr/>
                <p:nvPr/>
              </p:nvSpPr>
              <p:spPr>
                <a:xfrm>
                  <a:off x="9938184" y="1533175"/>
                  <a:ext cx="76189" cy="4482"/>
                </a:xfrm>
                <a:custGeom>
                  <a:avLst/>
                  <a:gdLst>
                    <a:gd name="connsiteX0" fmla="*/ 75741 w 76188"/>
                    <a:gd name="connsiteY0" fmla="*/ 0 h 4481"/>
                    <a:gd name="connsiteX1" fmla="*/ 2241 w 76188"/>
                    <a:gd name="connsiteY1" fmla="*/ 0 h 4481"/>
                    <a:gd name="connsiteX2" fmla="*/ 0 w 76188"/>
                    <a:gd name="connsiteY2" fmla="*/ 2241 h 4481"/>
                    <a:gd name="connsiteX3" fmla="*/ 2241 w 76188"/>
                    <a:gd name="connsiteY3" fmla="*/ 4482 h 4481"/>
                    <a:gd name="connsiteX4" fmla="*/ 75741 w 76188"/>
                    <a:gd name="connsiteY4" fmla="*/ 4482 h 4481"/>
                    <a:gd name="connsiteX5" fmla="*/ 77981 w 76188"/>
                    <a:gd name="connsiteY5" fmla="*/ 2241 h 4481"/>
                    <a:gd name="connsiteX6" fmla="*/ 75741 w 76188"/>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188" h="4481">
                      <a:moveTo>
                        <a:pt x="75741" y="0"/>
                      </a:moveTo>
                      <a:lnTo>
                        <a:pt x="2241" y="0"/>
                      </a:lnTo>
                      <a:cubicBezTo>
                        <a:pt x="896" y="0"/>
                        <a:pt x="0" y="896"/>
                        <a:pt x="0" y="2241"/>
                      </a:cubicBezTo>
                      <a:cubicBezTo>
                        <a:pt x="0" y="3585"/>
                        <a:pt x="896" y="4482"/>
                        <a:pt x="2241" y="4482"/>
                      </a:cubicBezTo>
                      <a:lnTo>
                        <a:pt x="75741" y="4482"/>
                      </a:lnTo>
                      <a:cubicBezTo>
                        <a:pt x="77085" y="4482"/>
                        <a:pt x="77981" y="3585"/>
                        <a:pt x="77981" y="2241"/>
                      </a:cubicBezTo>
                      <a:cubicBezTo>
                        <a:pt x="77981" y="1345"/>
                        <a:pt x="77085" y="0"/>
                        <a:pt x="7574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81" name="Freeform: Shape 5491">
                  <a:extLst>
                    <a:ext uri="{FF2B5EF4-FFF2-40B4-BE49-F238E27FC236}">
                      <a16:creationId xmlns:a16="http://schemas.microsoft.com/office/drawing/2014/main" id="{4D5CE669-DAF0-1C3A-320E-C87F45741681}"/>
                    </a:ext>
                  </a:extLst>
                </p:cNvPr>
                <p:cNvSpPr/>
                <p:nvPr/>
              </p:nvSpPr>
              <p:spPr>
                <a:xfrm>
                  <a:off x="9949389" y="1546620"/>
                  <a:ext cx="53780" cy="4482"/>
                </a:xfrm>
                <a:custGeom>
                  <a:avLst/>
                  <a:gdLst>
                    <a:gd name="connsiteX0" fmla="*/ 53332 w 53780"/>
                    <a:gd name="connsiteY0" fmla="*/ 0 h 4481"/>
                    <a:gd name="connsiteX1" fmla="*/ 2241 w 53780"/>
                    <a:gd name="connsiteY1" fmla="*/ 0 h 4481"/>
                    <a:gd name="connsiteX2" fmla="*/ 0 w 53780"/>
                    <a:gd name="connsiteY2" fmla="*/ 2241 h 4481"/>
                    <a:gd name="connsiteX3" fmla="*/ 2241 w 53780"/>
                    <a:gd name="connsiteY3" fmla="*/ 4482 h 4481"/>
                    <a:gd name="connsiteX4" fmla="*/ 53332 w 53780"/>
                    <a:gd name="connsiteY4" fmla="*/ 4482 h 4481"/>
                    <a:gd name="connsiteX5" fmla="*/ 55573 w 53780"/>
                    <a:gd name="connsiteY5" fmla="*/ 2241 h 4481"/>
                    <a:gd name="connsiteX6" fmla="*/ 53332 w 53780"/>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80" h="4481">
                      <a:moveTo>
                        <a:pt x="53332" y="0"/>
                      </a:moveTo>
                      <a:lnTo>
                        <a:pt x="2241" y="0"/>
                      </a:lnTo>
                      <a:cubicBezTo>
                        <a:pt x="896" y="0"/>
                        <a:pt x="0" y="896"/>
                        <a:pt x="0" y="2241"/>
                      </a:cubicBezTo>
                      <a:cubicBezTo>
                        <a:pt x="0" y="3585"/>
                        <a:pt x="896" y="4482"/>
                        <a:pt x="2241" y="4482"/>
                      </a:cubicBezTo>
                      <a:lnTo>
                        <a:pt x="53332" y="4482"/>
                      </a:lnTo>
                      <a:cubicBezTo>
                        <a:pt x="54677" y="4482"/>
                        <a:pt x="55573" y="3585"/>
                        <a:pt x="55573" y="2241"/>
                      </a:cubicBezTo>
                      <a:cubicBezTo>
                        <a:pt x="55573" y="1345"/>
                        <a:pt x="54677" y="0"/>
                        <a:pt x="53332"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182" name="Freeform: Shape 2445">
                <a:extLst>
                  <a:ext uri="{FF2B5EF4-FFF2-40B4-BE49-F238E27FC236}">
                    <a16:creationId xmlns:a16="http://schemas.microsoft.com/office/drawing/2014/main" id="{7E2AFD6D-122F-A9D1-B163-6770D13D8B35}"/>
                  </a:ext>
                  <a:ext uri="{C183D7F6-B498-43B3-948B-1728B52AA6E4}">
                    <adec:decorative xmlns:adec="http://schemas.microsoft.com/office/drawing/2017/decorative" val="1"/>
                  </a:ext>
                </a:extLst>
              </p:cNvPr>
              <p:cNvSpPr>
                <a:spLocks noChangeAspect="1"/>
              </p:cNvSpPr>
              <p:nvPr/>
            </p:nvSpPr>
            <p:spPr>
              <a:xfrm>
                <a:off x="10074106" y="3474225"/>
                <a:ext cx="147896" cy="125488"/>
              </a:xfrm>
              <a:custGeom>
                <a:avLst/>
                <a:gdLst>
                  <a:gd name="connsiteX0" fmla="*/ 151481 w 147896"/>
                  <a:gd name="connsiteY0" fmla="*/ 14341 h 125487"/>
                  <a:gd name="connsiteX1" fmla="*/ 149689 w 147896"/>
                  <a:gd name="connsiteY1" fmla="*/ 13445 h 125487"/>
                  <a:gd name="connsiteX2" fmla="*/ 126832 w 147896"/>
                  <a:gd name="connsiteY2" fmla="*/ 13445 h 125487"/>
                  <a:gd name="connsiteX3" fmla="*/ 123695 w 147896"/>
                  <a:gd name="connsiteY3" fmla="*/ 13445 h 125487"/>
                  <a:gd name="connsiteX4" fmla="*/ 32716 w 147896"/>
                  <a:gd name="connsiteY4" fmla="*/ 13445 h 125487"/>
                  <a:gd name="connsiteX5" fmla="*/ 30476 w 147896"/>
                  <a:gd name="connsiteY5" fmla="*/ 1793 h 125487"/>
                  <a:gd name="connsiteX6" fmla="*/ 28235 w 147896"/>
                  <a:gd name="connsiteY6" fmla="*/ 0 h 125487"/>
                  <a:gd name="connsiteX7" fmla="*/ 2241 w 147896"/>
                  <a:gd name="connsiteY7" fmla="*/ 0 h 125487"/>
                  <a:gd name="connsiteX8" fmla="*/ 0 w 147896"/>
                  <a:gd name="connsiteY8" fmla="*/ 2241 h 125487"/>
                  <a:gd name="connsiteX9" fmla="*/ 2241 w 147896"/>
                  <a:gd name="connsiteY9" fmla="*/ 4482 h 125487"/>
                  <a:gd name="connsiteX10" fmla="*/ 26442 w 147896"/>
                  <a:gd name="connsiteY10" fmla="*/ 4482 h 125487"/>
                  <a:gd name="connsiteX11" fmla="*/ 44817 w 147896"/>
                  <a:gd name="connsiteY11" fmla="*/ 96805 h 125487"/>
                  <a:gd name="connsiteX12" fmla="*/ 47058 w 147896"/>
                  <a:gd name="connsiteY12" fmla="*/ 98597 h 125487"/>
                  <a:gd name="connsiteX13" fmla="*/ 49299 w 147896"/>
                  <a:gd name="connsiteY13" fmla="*/ 98597 h 125487"/>
                  <a:gd name="connsiteX14" fmla="*/ 44817 w 147896"/>
                  <a:gd name="connsiteY14" fmla="*/ 109802 h 125487"/>
                  <a:gd name="connsiteX15" fmla="*/ 59607 w 147896"/>
                  <a:gd name="connsiteY15" fmla="*/ 125488 h 125487"/>
                  <a:gd name="connsiteX16" fmla="*/ 74396 w 147896"/>
                  <a:gd name="connsiteY16" fmla="*/ 109802 h 125487"/>
                  <a:gd name="connsiteX17" fmla="*/ 69914 w 147896"/>
                  <a:gd name="connsiteY17" fmla="*/ 98597 h 125487"/>
                  <a:gd name="connsiteX18" fmla="*/ 100390 w 147896"/>
                  <a:gd name="connsiteY18" fmla="*/ 98597 h 125487"/>
                  <a:gd name="connsiteX19" fmla="*/ 95909 w 147896"/>
                  <a:gd name="connsiteY19" fmla="*/ 109802 h 125487"/>
                  <a:gd name="connsiteX20" fmla="*/ 110698 w 147896"/>
                  <a:gd name="connsiteY20" fmla="*/ 125488 h 125487"/>
                  <a:gd name="connsiteX21" fmla="*/ 125488 w 147896"/>
                  <a:gd name="connsiteY21" fmla="*/ 109802 h 125487"/>
                  <a:gd name="connsiteX22" fmla="*/ 121006 w 147896"/>
                  <a:gd name="connsiteY22" fmla="*/ 98597 h 125487"/>
                  <a:gd name="connsiteX23" fmla="*/ 132210 w 147896"/>
                  <a:gd name="connsiteY23" fmla="*/ 98597 h 125487"/>
                  <a:gd name="connsiteX24" fmla="*/ 134451 w 147896"/>
                  <a:gd name="connsiteY24" fmla="*/ 96357 h 125487"/>
                  <a:gd name="connsiteX25" fmla="*/ 132210 w 147896"/>
                  <a:gd name="connsiteY25" fmla="*/ 94116 h 125487"/>
                  <a:gd name="connsiteX26" fmla="*/ 48851 w 147896"/>
                  <a:gd name="connsiteY26" fmla="*/ 94116 h 125487"/>
                  <a:gd name="connsiteX27" fmla="*/ 47058 w 147896"/>
                  <a:gd name="connsiteY27" fmla="*/ 85152 h 125487"/>
                  <a:gd name="connsiteX28" fmla="*/ 132210 w 147896"/>
                  <a:gd name="connsiteY28" fmla="*/ 85152 h 125487"/>
                  <a:gd name="connsiteX29" fmla="*/ 134451 w 147896"/>
                  <a:gd name="connsiteY29" fmla="*/ 83360 h 125487"/>
                  <a:gd name="connsiteX30" fmla="*/ 151930 w 147896"/>
                  <a:gd name="connsiteY30" fmla="*/ 16134 h 125487"/>
                  <a:gd name="connsiteX31" fmla="*/ 151481 w 147896"/>
                  <a:gd name="connsiteY31" fmla="*/ 14341 h 125487"/>
                  <a:gd name="connsiteX32" fmla="*/ 120558 w 147896"/>
                  <a:gd name="connsiteY32" fmla="*/ 110250 h 125487"/>
                  <a:gd name="connsiteX33" fmla="*/ 110250 w 147896"/>
                  <a:gd name="connsiteY33" fmla="*/ 121454 h 125487"/>
                  <a:gd name="connsiteX34" fmla="*/ 99942 w 147896"/>
                  <a:gd name="connsiteY34" fmla="*/ 110250 h 125487"/>
                  <a:gd name="connsiteX35" fmla="*/ 110250 w 147896"/>
                  <a:gd name="connsiteY35" fmla="*/ 99046 h 125487"/>
                  <a:gd name="connsiteX36" fmla="*/ 120558 w 147896"/>
                  <a:gd name="connsiteY36" fmla="*/ 110250 h 125487"/>
                  <a:gd name="connsiteX37" fmla="*/ 69466 w 147896"/>
                  <a:gd name="connsiteY37" fmla="*/ 110250 h 125487"/>
                  <a:gd name="connsiteX38" fmla="*/ 59159 w 147896"/>
                  <a:gd name="connsiteY38" fmla="*/ 121454 h 125487"/>
                  <a:gd name="connsiteX39" fmla="*/ 48851 w 147896"/>
                  <a:gd name="connsiteY39" fmla="*/ 110250 h 125487"/>
                  <a:gd name="connsiteX40" fmla="*/ 59159 w 147896"/>
                  <a:gd name="connsiteY40" fmla="*/ 99046 h 125487"/>
                  <a:gd name="connsiteX41" fmla="*/ 69466 w 147896"/>
                  <a:gd name="connsiteY41" fmla="*/ 110250 h 125487"/>
                  <a:gd name="connsiteX42" fmla="*/ 130417 w 147896"/>
                  <a:gd name="connsiteY42" fmla="*/ 81119 h 125487"/>
                  <a:gd name="connsiteX43" fmla="*/ 45713 w 147896"/>
                  <a:gd name="connsiteY43" fmla="*/ 81119 h 125487"/>
                  <a:gd name="connsiteX44" fmla="*/ 33165 w 147896"/>
                  <a:gd name="connsiteY44" fmla="*/ 18375 h 125487"/>
                  <a:gd name="connsiteX45" fmla="*/ 123247 w 147896"/>
                  <a:gd name="connsiteY45" fmla="*/ 18375 h 125487"/>
                  <a:gd name="connsiteX46" fmla="*/ 126384 w 147896"/>
                  <a:gd name="connsiteY46" fmla="*/ 18375 h 125487"/>
                  <a:gd name="connsiteX47" fmla="*/ 146552 w 147896"/>
                  <a:gd name="connsiteY47" fmla="*/ 18375 h 125487"/>
                  <a:gd name="connsiteX48" fmla="*/ 130417 w 147896"/>
                  <a:gd name="connsiteY48" fmla="*/ 81119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47896" h="125487">
                    <a:moveTo>
                      <a:pt x="151481" y="14341"/>
                    </a:moveTo>
                    <a:cubicBezTo>
                      <a:pt x="151033" y="13893"/>
                      <a:pt x="150585" y="13445"/>
                      <a:pt x="149689" y="13445"/>
                    </a:cubicBezTo>
                    <a:lnTo>
                      <a:pt x="126832" y="13445"/>
                    </a:lnTo>
                    <a:lnTo>
                      <a:pt x="123695" y="13445"/>
                    </a:lnTo>
                    <a:lnTo>
                      <a:pt x="32716" y="13445"/>
                    </a:lnTo>
                    <a:lnTo>
                      <a:pt x="30476" y="1793"/>
                    </a:lnTo>
                    <a:cubicBezTo>
                      <a:pt x="30476" y="896"/>
                      <a:pt x="29131" y="0"/>
                      <a:pt x="28235" y="0"/>
                    </a:cubicBezTo>
                    <a:lnTo>
                      <a:pt x="2241" y="0"/>
                    </a:lnTo>
                    <a:cubicBezTo>
                      <a:pt x="896" y="0"/>
                      <a:pt x="0" y="896"/>
                      <a:pt x="0" y="2241"/>
                    </a:cubicBezTo>
                    <a:cubicBezTo>
                      <a:pt x="0" y="3585"/>
                      <a:pt x="896" y="4482"/>
                      <a:pt x="2241" y="4482"/>
                    </a:cubicBezTo>
                    <a:lnTo>
                      <a:pt x="26442" y="4482"/>
                    </a:lnTo>
                    <a:lnTo>
                      <a:pt x="44817" y="96805"/>
                    </a:lnTo>
                    <a:cubicBezTo>
                      <a:pt x="44817" y="97701"/>
                      <a:pt x="46161" y="98597"/>
                      <a:pt x="47058" y="98597"/>
                    </a:cubicBezTo>
                    <a:lnTo>
                      <a:pt x="49299" y="98597"/>
                    </a:lnTo>
                    <a:cubicBezTo>
                      <a:pt x="46610" y="101287"/>
                      <a:pt x="44817" y="105320"/>
                      <a:pt x="44817" y="109802"/>
                    </a:cubicBezTo>
                    <a:cubicBezTo>
                      <a:pt x="44817" y="118317"/>
                      <a:pt x="51540" y="125488"/>
                      <a:pt x="59607" y="125488"/>
                    </a:cubicBezTo>
                    <a:cubicBezTo>
                      <a:pt x="67674" y="125488"/>
                      <a:pt x="74396" y="118317"/>
                      <a:pt x="74396" y="109802"/>
                    </a:cubicBezTo>
                    <a:cubicBezTo>
                      <a:pt x="74396" y="105320"/>
                      <a:pt x="72604" y="101287"/>
                      <a:pt x="69914" y="98597"/>
                    </a:cubicBezTo>
                    <a:lnTo>
                      <a:pt x="100390" y="98597"/>
                    </a:lnTo>
                    <a:cubicBezTo>
                      <a:pt x="97701" y="101287"/>
                      <a:pt x="95909" y="105320"/>
                      <a:pt x="95909" y="109802"/>
                    </a:cubicBezTo>
                    <a:cubicBezTo>
                      <a:pt x="95909" y="118317"/>
                      <a:pt x="102631" y="125488"/>
                      <a:pt x="110698" y="125488"/>
                    </a:cubicBezTo>
                    <a:cubicBezTo>
                      <a:pt x="118765" y="125488"/>
                      <a:pt x="125488" y="118317"/>
                      <a:pt x="125488" y="109802"/>
                    </a:cubicBezTo>
                    <a:cubicBezTo>
                      <a:pt x="125488" y="105320"/>
                      <a:pt x="123695" y="101287"/>
                      <a:pt x="121006" y="98597"/>
                    </a:cubicBezTo>
                    <a:lnTo>
                      <a:pt x="132210" y="98597"/>
                    </a:lnTo>
                    <a:cubicBezTo>
                      <a:pt x="133555" y="98597"/>
                      <a:pt x="134451" y="97701"/>
                      <a:pt x="134451" y="96357"/>
                    </a:cubicBezTo>
                    <a:cubicBezTo>
                      <a:pt x="134451" y="95012"/>
                      <a:pt x="133555" y="94116"/>
                      <a:pt x="132210" y="94116"/>
                    </a:cubicBezTo>
                    <a:lnTo>
                      <a:pt x="48851" y="94116"/>
                    </a:lnTo>
                    <a:lnTo>
                      <a:pt x="47058" y="85152"/>
                    </a:lnTo>
                    <a:lnTo>
                      <a:pt x="132210" y="85152"/>
                    </a:lnTo>
                    <a:cubicBezTo>
                      <a:pt x="133107" y="85152"/>
                      <a:pt x="134003" y="84256"/>
                      <a:pt x="134451" y="83360"/>
                    </a:cubicBezTo>
                    <a:lnTo>
                      <a:pt x="151930" y="16134"/>
                    </a:lnTo>
                    <a:cubicBezTo>
                      <a:pt x="151930" y="15686"/>
                      <a:pt x="151930" y="15238"/>
                      <a:pt x="151481" y="14341"/>
                    </a:cubicBezTo>
                    <a:close/>
                    <a:moveTo>
                      <a:pt x="120558" y="110250"/>
                    </a:moveTo>
                    <a:cubicBezTo>
                      <a:pt x="120558" y="116524"/>
                      <a:pt x="116076" y="121454"/>
                      <a:pt x="110250" y="121454"/>
                    </a:cubicBezTo>
                    <a:cubicBezTo>
                      <a:pt x="104424" y="121454"/>
                      <a:pt x="99942" y="116524"/>
                      <a:pt x="99942" y="110250"/>
                    </a:cubicBezTo>
                    <a:cubicBezTo>
                      <a:pt x="99942" y="103976"/>
                      <a:pt x="104424" y="99046"/>
                      <a:pt x="110250" y="99046"/>
                    </a:cubicBezTo>
                    <a:cubicBezTo>
                      <a:pt x="115628" y="99046"/>
                      <a:pt x="120558" y="103976"/>
                      <a:pt x="120558" y="110250"/>
                    </a:cubicBezTo>
                    <a:close/>
                    <a:moveTo>
                      <a:pt x="69466" y="110250"/>
                    </a:moveTo>
                    <a:cubicBezTo>
                      <a:pt x="69466" y="116524"/>
                      <a:pt x="64985" y="121454"/>
                      <a:pt x="59159" y="121454"/>
                    </a:cubicBezTo>
                    <a:cubicBezTo>
                      <a:pt x="53332" y="121454"/>
                      <a:pt x="48851" y="116524"/>
                      <a:pt x="48851" y="110250"/>
                    </a:cubicBezTo>
                    <a:cubicBezTo>
                      <a:pt x="48851" y="103976"/>
                      <a:pt x="53332" y="99046"/>
                      <a:pt x="59159" y="99046"/>
                    </a:cubicBezTo>
                    <a:cubicBezTo>
                      <a:pt x="64985" y="99046"/>
                      <a:pt x="69466" y="103976"/>
                      <a:pt x="69466" y="110250"/>
                    </a:cubicBezTo>
                    <a:close/>
                    <a:moveTo>
                      <a:pt x="130417" y="81119"/>
                    </a:moveTo>
                    <a:lnTo>
                      <a:pt x="45713" y="81119"/>
                    </a:lnTo>
                    <a:lnTo>
                      <a:pt x="33165" y="18375"/>
                    </a:lnTo>
                    <a:lnTo>
                      <a:pt x="123247" y="18375"/>
                    </a:lnTo>
                    <a:lnTo>
                      <a:pt x="126384" y="18375"/>
                    </a:lnTo>
                    <a:lnTo>
                      <a:pt x="146552" y="18375"/>
                    </a:lnTo>
                    <a:lnTo>
                      <a:pt x="130417" y="81119"/>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83" name="Freeform: Shape 2446">
                <a:extLst>
                  <a:ext uri="{FF2B5EF4-FFF2-40B4-BE49-F238E27FC236}">
                    <a16:creationId xmlns:a16="http://schemas.microsoft.com/office/drawing/2014/main" id="{45159CCB-8985-4EE1-E71B-EBB2E3E33A96}"/>
                  </a:ext>
                  <a:ext uri="{C183D7F6-B498-43B3-948B-1728B52AA6E4}">
                    <adec:decorative xmlns:adec="http://schemas.microsoft.com/office/drawing/2017/decorative" val="1"/>
                  </a:ext>
                </a:extLst>
              </p:cNvPr>
              <p:cNvSpPr>
                <a:spLocks noChangeAspect="1"/>
              </p:cNvSpPr>
              <p:nvPr/>
            </p:nvSpPr>
            <p:spPr>
              <a:xfrm>
                <a:off x="10330459" y="3474225"/>
                <a:ext cx="152378" cy="125488"/>
              </a:xfrm>
              <a:custGeom>
                <a:avLst/>
                <a:gdLst>
                  <a:gd name="connsiteX0" fmla="*/ 151930 w 152377"/>
                  <a:gd name="connsiteY0" fmla="*/ 14341 h 125487"/>
                  <a:gd name="connsiteX1" fmla="*/ 150137 w 152377"/>
                  <a:gd name="connsiteY1" fmla="*/ 13445 h 125487"/>
                  <a:gd name="connsiteX2" fmla="*/ 124143 w 152377"/>
                  <a:gd name="connsiteY2" fmla="*/ 13445 h 125487"/>
                  <a:gd name="connsiteX3" fmla="*/ 121902 w 152377"/>
                  <a:gd name="connsiteY3" fmla="*/ 15686 h 125487"/>
                  <a:gd name="connsiteX4" fmla="*/ 124143 w 152377"/>
                  <a:gd name="connsiteY4" fmla="*/ 17927 h 125487"/>
                  <a:gd name="connsiteX5" fmla="*/ 147448 w 152377"/>
                  <a:gd name="connsiteY5" fmla="*/ 17927 h 125487"/>
                  <a:gd name="connsiteX6" fmla="*/ 131314 w 152377"/>
                  <a:gd name="connsiteY6" fmla="*/ 80671 h 125487"/>
                  <a:gd name="connsiteX7" fmla="*/ 46161 w 152377"/>
                  <a:gd name="connsiteY7" fmla="*/ 80671 h 125487"/>
                  <a:gd name="connsiteX8" fmla="*/ 33613 w 152377"/>
                  <a:gd name="connsiteY8" fmla="*/ 17927 h 125487"/>
                  <a:gd name="connsiteX9" fmla="*/ 55125 w 152377"/>
                  <a:gd name="connsiteY9" fmla="*/ 17927 h 125487"/>
                  <a:gd name="connsiteX10" fmla="*/ 57366 w 152377"/>
                  <a:gd name="connsiteY10" fmla="*/ 15686 h 125487"/>
                  <a:gd name="connsiteX11" fmla="*/ 55125 w 152377"/>
                  <a:gd name="connsiteY11" fmla="*/ 13445 h 125487"/>
                  <a:gd name="connsiteX12" fmla="*/ 32716 w 152377"/>
                  <a:gd name="connsiteY12" fmla="*/ 13445 h 125487"/>
                  <a:gd name="connsiteX13" fmla="*/ 30476 w 152377"/>
                  <a:gd name="connsiteY13" fmla="*/ 1793 h 125487"/>
                  <a:gd name="connsiteX14" fmla="*/ 28235 w 152377"/>
                  <a:gd name="connsiteY14" fmla="*/ 0 h 125487"/>
                  <a:gd name="connsiteX15" fmla="*/ 2241 w 152377"/>
                  <a:gd name="connsiteY15" fmla="*/ 0 h 125487"/>
                  <a:gd name="connsiteX16" fmla="*/ 0 w 152377"/>
                  <a:gd name="connsiteY16" fmla="*/ 2241 h 125487"/>
                  <a:gd name="connsiteX17" fmla="*/ 2241 w 152377"/>
                  <a:gd name="connsiteY17" fmla="*/ 4482 h 125487"/>
                  <a:gd name="connsiteX18" fmla="*/ 26442 w 152377"/>
                  <a:gd name="connsiteY18" fmla="*/ 4482 h 125487"/>
                  <a:gd name="connsiteX19" fmla="*/ 44817 w 152377"/>
                  <a:gd name="connsiteY19" fmla="*/ 96805 h 125487"/>
                  <a:gd name="connsiteX20" fmla="*/ 47058 w 152377"/>
                  <a:gd name="connsiteY20" fmla="*/ 98597 h 125487"/>
                  <a:gd name="connsiteX21" fmla="*/ 49299 w 152377"/>
                  <a:gd name="connsiteY21" fmla="*/ 98597 h 125487"/>
                  <a:gd name="connsiteX22" fmla="*/ 44817 w 152377"/>
                  <a:gd name="connsiteY22" fmla="*/ 109802 h 125487"/>
                  <a:gd name="connsiteX23" fmla="*/ 59607 w 152377"/>
                  <a:gd name="connsiteY23" fmla="*/ 125488 h 125487"/>
                  <a:gd name="connsiteX24" fmla="*/ 74396 w 152377"/>
                  <a:gd name="connsiteY24" fmla="*/ 109802 h 125487"/>
                  <a:gd name="connsiteX25" fmla="*/ 69914 w 152377"/>
                  <a:gd name="connsiteY25" fmla="*/ 98597 h 125487"/>
                  <a:gd name="connsiteX26" fmla="*/ 100390 w 152377"/>
                  <a:gd name="connsiteY26" fmla="*/ 98597 h 125487"/>
                  <a:gd name="connsiteX27" fmla="*/ 95908 w 152377"/>
                  <a:gd name="connsiteY27" fmla="*/ 109802 h 125487"/>
                  <a:gd name="connsiteX28" fmla="*/ 110698 w 152377"/>
                  <a:gd name="connsiteY28" fmla="*/ 125488 h 125487"/>
                  <a:gd name="connsiteX29" fmla="*/ 125488 w 152377"/>
                  <a:gd name="connsiteY29" fmla="*/ 109802 h 125487"/>
                  <a:gd name="connsiteX30" fmla="*/ 121006 w 152377"/>
                  <a:gd name="connsiteY30" fmla="*/ 98597 h 125487"/>
                  <a:gd name="connsiteX31" fmla="*/ 132210 w 152377"/>
                  <a:gd name="connsiteY31" fmla="*/ 98597 h 125487"/>
                  <a:gd name="connsiteX32" fmla="*/ 134451 w 152377"/>
                  <a:gd name="connsiteY32" fmla="*/ 96357 h 125487"/>
                  <a:gd name="connsiteX33" fmla="*/ 132210 w 152377"/>
                  <a:gd name="connsiteY33" fmla="*/ 94116 h 125487"/>
                  <a:gd name="connsiteX34" fmla="*/ 48850 w 152377"/>
                  <a:gd name="connsiteY34" fmla="*/ 94116 h 125487"/>
                  <a:gd name="connsiteX35" fmla="*/ 47058 w 152377"/>
                  <a:gd name="connsiteY35" fmla="*/ 85152 h 125487"/>
                  <a:gd name="connsiteX36" fmla="*/ 132658 w 152377"/>
                  <a:gd name="connsiteY36" fmla="*/ 85152 h 125487"/>
                  <a:gd name="connsiteX37" fmla="*/ 134899 w 152377"/>
                  <a:gd name="connsiteY37" fmla="*/ 83360 h 125487"/>
                  <a:gd name="connsiteX38" fmla="*/ 152378 w 152377"/>
                  <a:gd name="connsiteY38" fmla="*/ 16134 h 125487"/>
                  <a:gd name="connsiteX39" fmla="*/ 151930 w 152377"/>
                  <a:gd name="connsiteY39" fmla="*/ 14341 h 125487"/>
                  <a:gd name="connsiteX40" fmla="*/ 121006 w 152377"/>
                  <a:gd name="connsiteY40" fmla="*/ 110250 h 125487"/>
                  <a:gd name="connsiteX41" fmla="*/ 110698 w 152377"/>
                  <a:gd name="connsiteY41" fmla="*/ 121454 h 125487"/>
                  <a:gd name="connsiteX42" fmla="*/ 100390 w 152377"/>
                  <a:gd name="connsiteY42" fmla="*/ 110250 h 125487"/>
                  <a:gd name="connsiteX43" fmla="*/ 110698 w 152377"/>
                  <a:gd name="connsiteY43" fmla="*/ 99046 h 125487"/>
                  <a:gd name="connsiteX44" fmla="*/ 121006 w 152377"/>
                  <a:gd name="connsiteY44" fmla="*/ 110250 h 125487"/>
                  <a:gd name="connsiteX45" fmla="*/ 69914 w 152377"/>
                  <a:gd name="connsiteY45" fmla="*/ 110250 h 125487"/>
                  <a:gd name="connsiteX46" fmla="*/ 59607 w 152377"/>
                  <a:gd name="connsiteY46" fmla="*/ 121454 h 125487"/>
                  <a:gd name="connsiteX47" fmla="*/ 49299 w 152377"/>
                  <a:gd name="connsiteY47" fmla="*/ 110250 h 125487"/>
                  <a:gd name="connsiteX48" fmla="*/ 59607 w 152377"/>
                  <a:gd name="connsiteY48" fmla="*/ 99046 h 125487"/>
                  <a:gd name="connsiteX49" fmla="*/ 69914 w 152377"/>
                  <a:gd name="connsiteY49" fmla="*/ 110250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2377" h="125487">
                    <a:moveTo>
                      <a:pt x="151930" y="14341"/>
                    </a:moveTo>
                    <a:cubicBezTo>
                      <a:pt x="151481" y="13893"/>
                      <a:pt x="151033" y="13445"/>
                      <a:pt x="150137" y="13445"/>
                    </a:cubicBezTo>
                    <a:lnTo>
                      <a:pt x="124143" y="13445"/>
                    </a:lnTo>
                    <a:cubicBezTo>
                      <a:pt x="122798" y="13445"/>
                      <a:pt x="121902" y="14341"/>
                      <a:pt x="121902" y="15686"/>
                    </a:cubicBezTo>
                    <a:cubicBezTo>
                      <a:pt x="121902" y="17030"/>
                      <a:pt x="122798" y="17927"/>
                      <a:pt x="124143" y="17927"/>
                    </a:cubicBezTo>
                    <a:lnTo>
                      <a:pt x="147448" y="17927"/>
                    </a:lnTo>
                    <a:lnTo>
                      <a:pt x="131314" y="80671"/>
                    </a:lnTo>
                    <a:lnTo>
                      <a:pt x="46161" y="80671"/>
                    </a:lnTo>
                    <a:lnTo>
                      <a:pt x="33613" y="17927"/>
                    </a:lnTo>
                    <a:lnTo>
                      <a:pt x="55125" y="17927"/>
                    </a:lnTo>
                    <a:cubicBezTo>
                      <a:pt x="56469" y="17927"/>
                      <a:pt x="57366" y="17030"/>
                      <a:pt x="57366" y="15686"/>
                    </a:cubicBezTo>
                    <a:cubicBezTo>
                      <a:pt x="57366" y="14341"/>
                      <a:pt x="56469" y="13445"/>
                      <a:pt x="55125" y="13445"/>
                    </a:cubicBezTo>
                    <a:lnTo>
                      <a:pt x="32716" y="13445"/>
                    </a:lnTo>
                    <a:lnTo>
                      <a:pt x="30476" y="1793"/>
                    </a:lnTo>
                    <a:cubicBezTo>
                      <a:pt x="30476" y="896"/>
                      <a:pt x="29131" y="0"/>
                      <a:pt x="28235" y="0"/>
                    </a:cubicBezTo>
                    <a:lnTo>
                      <a:pt x="2241" y="0"/>
                    </a:lnTo>
                    <a:cubicBezTo>
                      <a:pt x="896" y="0"/>
                      <a:pt x="0" y="896"/>
                      <a:pt x="0" y="2241"/>
                    </a:cubicBezTo>
                    <a:cubicBezTo>
                      <a:pt x="0" y="3585"/>
                      <a:pt x="896" y="4482"/>
                      <a:pt x="2241" y="4482"/>
                    </a:cubicBezTo>
                    <a:lnTo>
                      <a:pt x="26442" y="4482"/>
                    </a:lnTo>
                    <a:lnTo>
                      <a:pt x="44817" y="96805"/>
                    </a:lnTo>
                    <a:cubicBezTo>
                      <a:pt x="44817" y="97701"/>
                      <a:pt x="46161" y="98597"/>
                      <a:pt x="47058" y="98597"/>
                    </a:cubicBezTo>
                    <a:lnTo>
                      <a:pt x="49299" y="98597"/>
                    </a:lnTo>
                    <a:cubicBezTo>
                      <a:pt x="46610" y="101287"/>
                      <a:pt x="44817" y="105320"/>
                      <a:pt x="44817" y="109802"/>
                    </a:cubicBezTo>
                    <a:cubicBezTo>
                      <a:pt x="44817" y="118317"/>
                      <a:pt x="51540" y="125488"/>
                      <a:pt x="59607" y="125488"/>
                    </a:cubicBezTo>
                    <a:cubicBezTo>
                      <a:pt x="67674" y="125488"/>
                      <a:pt x="74396" y="118317"/>
                      <a:pt x="74396" y="109802"/>
                    </a:cubicBezTo>
                    <a:cubicBezTo>
                      <a:pt x="74396" y="105320"/>
                      <a:pt x="72604" y="101287"/>
                      <a:pt x="69914" y="98597"/>
                    </a:cubicBezTo>
                    <a:lnTo>
                      <a:pt x="100390" y="98597"/>
                    </a:lnTo>
                    <a:cubicBezTo>
                      <a:pt x="97701" y="101287"/>
                      <a:pt x="95908" y="105320"/>
                      <a:pt x="95908" y="109802"/>
                    </a:cubicBezTo>
                    <a:cubicBezTo>
                      <a:pt x="95908" y="118317"/>
                      <a:pt x="102631" y="125488"/>
                      <a:pt x="110698" y="125488"/>
                    </a:cubicBezTo>
                    <a:cubicBezTo>
                      <a:pt x="118765" y="125488"/>
                      <a:pt x="125488" y="118317"/>
                      <a:pt x="125488" y="109802"/>
                    </a:cubicBezTo>
                    <a:cubicBezTo>
                      <a:pt x="125488" y="105320"/>
                      <a:pt x="123695" y="101287"/>
                      <a:pt x="121006" y="98597"/>
                    </a:cubicBezTo>
                    <a:lnTo>
                      <a:pt x="132210" y="98597"/>
                    </a:lnTo>
                    <a:cubicBezTo>
                      <a:pt x="133555" y="98597"/>
                      <a:pt x="134451" y="97701"/>
                      <a:pt x="134451" y="96357"/>
                    </a:cubicBezTo>
                    <a:cubicBezTo>
                      <a:pt x="134451" y="95012"/>
                      <a:pt x="133555" y="94116"/>
                      <a:pt x="132210" y="94116"/>
                    </a:cubicBezTo>
                    <a:lnTo>
                      <a:pt x="48850" y="94116"/>
                    </a:lnTo>
                    <a:lnTo>
                      <a:pt x="47058" y="85152"/>
                    </a:lnTo>
                    <a:lnTo>
                      <a:pt x="132658" y="85152"/>
                    </a:lnTo>
                    <a:cubicBezTo>
                      <a:pt x="133555" y="85152"/>
                      <a:pt x="134451" y="84256"/>
                      <a:pt x="134899" y="83360"/>
                    </a:cubicBezTo>
                    <a:lnTo>
                      <a:pt x="152378" y="16134"/>
                    </a:lnTo>
                    <a:cubicBezTo>
                      <a:pt x="152378" y="15686"/>
                      <a:pt x="152378" y="15238"/>
                      <a:pt x="151930" y="14341"/>
                    </a:cubicBezTo>
                    <a:close/>
                    <a:moveTo>
                      <a:pt x="121006" y="110250"/>
                    </a:moveTo>
                    <a:cubicBezTo>
                      <a:pt x="121006" y="116524"/>
                      <a:pt x="116524" y="121454"/>
                      <a:pt x="110698" y="121454"/>
                    </a:cubicBezTo>
                    <a:cubicBezTo>
                      <a:pt x="104872" y="121454"/>
                      <a:pt x="100390" y="116524"/>
                      <a:pt x="100390" y="110250"/>
                    </a:cubicBezTo>
                    <a:cubicBezTo>
                      <a:pt x="100390" y="103976"/>
                      <a:pt x="104872" y="99046"/>
                      <a:pt x="110698" y="99046"/>
                    </a:cubicBezTo>
                    <a:cubicBezTo>
                      <a:pt x="116524" y="99046"/>
                      <a:pt x="121006" y="103976"/>
                      <a:pt x="121006" y="110250"/>
                    </a:cubicBezTo>
                    <a:close/>
                    <a:moveTo>
                      <a:pt x="69914" y="110250"/>
                    </a:moveTo>
                    <a:cubicBezTo>
                      <a:pt x="69914" y="116524"/>
                      <a:pt x="65433" y="121454"/>
                      <a:pt x="59607" y="121454"/>
                    </a:cubicBezTo>
                    <a:cubicBezTo>
                      <a:pt x="53780" y="121454"/>
                      <a:pt x="49299" y="116524"/>
                      <a:pt x="49299" y="110250"/>
                    </a:cubicBezTo>
                    <a:cubicBezTo>
                      <a:pt x="49299" y="103976"/>
                      <a:pt x="53780" y="99046"/>
                      <a:pt x="59607" y="99046"/>
                    </a:cubicBezTo>
                    <a:cubicBezTo>
                      <a:pt x="65433" y="99046"/>
                      <a:pt x="69914" y="103976"/>
                      <a:pt x="69914" y="11025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184" name="Group 2447">
                <a:extLst>
                  <a:ext uri="{FF2B5EF4-FFF2-40B4-BE49-F238E27FC236}">
                    <a16:creationId xmlns:a16="http://schemas.microsoft.com/office/drawing/2014/main" id="{9F045A74-A808-DAE2-3055-C200CFB55E83}"/>
                  </a:ext>
                  <a:ext uri="{C183D7F6-B498-43B3-948B-1728B52AA6E4}">
                    <adec:decorative xmlns:adec="http://schemas.microsoft.com/office/drawing/2017/decorative" val="1"/>
                  </a:ext>
                </a:extLst>
              </p:cNvPr>
              <p:cNvGrpSpPr>
                <a:grpSpLocks noChangeAspect="1"/>
              </p:cNvGrpSpPr>
              <p:nvPr/>
            </p:nvGrpSpPr>
            <p:grpSpPr>
              <a:xfrm>
                <a:off x="10851681" y="3447335"/>
                <a:ext cx="152378" cy="152378"/>
                <a:chOff x="10945671" y="1412169"/>
                <a:chExt cx="152378" cy="152378"/>
              </a:xfrm>
            </p:grpSpPr>
            <p:sp>
              <p:nvSpPr>
                <p:cNvPr id="1185" name="Freeform: Shape 5484">
                  <a:extLst>
                    <a:ext uri="{FF2B5EF4-FFF2-40B4-BE49-F238E27FC236}">
                      <a16:creationId xmlns:a16="http://schemas.microsoft.com/office/drawing/2014/main" id="{31301F74-CD7E-A3EA-362F-745C742E9B80}"/>
                    </a:ext>
                  </a:extLst>
                </p:cNvPr>
                <p:cNvSpPr/>
                <p:nvPr/>
              </p:nvSpPr>
              <p:spPr>
                <a:xfrm>
                  <a:off x="10945671" y="1439059"/>
                  <a:ext cx="152378" cy="125488"/>
                </a:xfrm>
                <a:custGeom>
                  <a:avLst/>
                  <a:gdLst>
                    <a:gd name="connsiteX0" fmla="*/ 151482 w 152377"/>
                    <a:gd name="connsiteY0" fmla="*/ 14341 h 125487"/>
                    <a:gd name="connsiteX1" fmla="*/ 149689 w 152377"/>
                    <a:gd name="connsiteY1" fmla="*/ 13445 h 125487"/>
                    <a:gd name="connsiteX2" fmla="*/ 123695 w 152377"/>
                    <a:gd name="connsiteY2" fmla="*/ 13445 h 125487"/>
                    <a:gd name="connsiteX3" fmla="*/ 121454 w 152377"/>
                    <a:gd name="connsiteY3" fmla="*/ 15686 h 125487"/>
                    <a:gd name="connsiteX4" fmla="*/ 123695 w 152377"/>
                    <a:gd name="connsiteY4" fmla="*/ 17927 h 125487"/>
                    <a:gd name="connsiteX5" fmla="*/ 147000 w 152377"/>
                    <a:gd name="connsiteY5" fmla="*/ 17927 h 125487"/>
                    <a:gd name="connsiteX6" fmla="*/ 130865 w 152377"/>
                    <a:gd name="connsiteY6" fmla="*/ 80671 h 125487"/>
                    <a:gd name="connsiteX7" fmla="*/ 46161 w 152377"/>
                    <a:gd name="connsiteY7" fmla="*/ 80671 h 125487"/>
                    <a:gd name="connsiteX8" fmla="*/ 33613 w 152377"/>
                    <a:gd name="connsiteY8" fmla="*/ 17927 h 125487"/>
                    <a:gd name="connsiteX9" fmla="*/ 55125 w 152377"/>
                    <a:gd name="connsiteY9" fmla="*/ 17927 h 125487"/>
                    <a:gd name="connsiteX10" fmla="*/ 57366 w 152377"/>
                    <a:gd name="connsiteY10" fmla="*/ 15686 h 125487"/>
                    <a:gd name="connsiteX11" fmla="*/ 55125 w 152377"/>
                    <a:gd name="connsiteY11" fmla="*/ 13445 h 125487"/>
                    <a:gd name="connsiteX12" fmla="*/ 32716 w 152377"/>
                    <a:gd name="connsiteY12" fmla="*/ 13445 h 125487"/>
                    <a:gd name="connsiteX13" fmla="*/ 30476 w 152377"/>
                    <a:gd name="connsiteY13" fmla="*/ 1793 h 125487"/>
                    <a:gd name="connsiteX14" fmla="*/ 28235 w 152377"/>
                    <a:gd name="connsiteY14" fmla="*/ 0 h 125487"/>
                    <a:gd name="connsiteX15" fmla="*/ 2241 w 152377"/>
                    <a:gd name="connsiteY15" fmla="*/ 0 h 125487"/>
                    <a:gd name="connsiteX16" fmla="*/ 0 w 152377"/>
                    <a:gd name="connsiteY16" fmla="*/ 2241 h 125487"/>
                    <a:gd name="connsiteX17" fmla="*/ 2241 w 152377"/>
                    <a:gd name="connsiteY17" fmla="*/ 4482 h 125487"/>
                    <a:gd name="connsiteX18" fmla="*/ 26442 w 152377"/>
                    <a:gd name="connsiteY18" fmla="*/ 4482 h 125487"/>
                    <a:gd name="connsiteX19" fmla="*/ 44817 w 152377"/>
                    <a:gd name="connsiteY19" fmla="*/ 96805 h 125487"/>
                    <a:gd name="connsiteX20" fmla="*/ 47058 w 152377"/>
                    <a:gd name="connsiteY20" fmla="*/ 98597 h 125487"/>
                    <a:gd name="connsiteX21" fmla="*/ 49299 w 152377"/>
                    <a:gd name="connsiteY21" fmla="*/ 98597 h 125487"/>
                    <a:gd name="connsiteX22" fmla="*/ 44817 w 152377"/>
                    <a:gd name="connsiteY22" fmla="*/ 109802 h 125487"/>
                    <a:gd name="connsiteX23" fmla="*/ 59607 w 152377"/>
                    <a:gd name="connsiteY23" fmla="*/ 125488 h 125487"/>
                    <a:gd name="connsiteX24" fmla="*/ 74396 w 152377"/>
                    <a:gd name="connsiteY24" fmla="*/ 109802 h 125487"/>
                    <a:gd name="connsiteX25" fmla="*/ 69914 w 152377"/>
                    <a:gd name="connsiteY25" fmla="*/ 98597 h 125487"/>
                    <a:gd name="connsiteX26" fmla="*/ 100390 w 152377"/>
                    <a:gd name="connsiteY26" fmla="*/ 98597 h 125487"/>
                    <a:gd name="connsiteX27" fmla="*/ 95909 w 152377"/>
                    <a:gd name="connsiteY27" fmla="*/ 109802 h 125487"/>
                    <a:gd name="connsiteX28" fmla="*/ 110698 w 152377"/>
                    <a:gd name="connsiteY28" fmla="*/ 125488 h 125487"/>
                    <a:gd name="connsiteX29" fmla="*/ 125488 w 152377"/>
                    <a:gd name="connsiteY29" fmla="*/ 109802 h 125487"/>
                    <a:gd name="connsiteX30" fmla="*/ 121006 w 152377"/>
                    <a:gd name="connsiteY30" fmla="*/ 98597 h 125487"/>
                    <a:gd name="connsiteX31" fmla="*/ 132210 w 152377"/>
                    <a:gd name="connsiteY31" fmla="*/ 98597 h 125487"/>
                    <a:gd name="connsiteX32" fmla="*/ 134451 w 152377"/>
                    <a:gd name="connsiteY32" fmla="*/ 96357 h 125487"/>
                    <a:gd name="connsiteX33" fmla="*/ 132210 w 152377"/>
                    <a:gd name="connsiteY33" fmla="*/ 94116 h 125487"/>
                    <a:gd name="connsiteX34" fmla="*/ 48851 w 152377"/>
                    <a:gd name="connsiteY34" fmla="*/ 94116 h 125487"/>
                    <a:gd name="connsiteX35" fmla="*/ 47058 w 152377"/>
                    <a:gd name="connsiteY35" fmla="*/ 85152 h 125487"/>
                    <a:gd name="connsiteX36" fmla="*/ 132658 w 152377"/>
                    <a:gd name="connsiteY36" fmla="*/ 85152 h 125487"/>
                    <a:gd name="connsiteX37" fmla="*/ 134899 w 152377"/>
                    <a:gd name="connsiteY37" fmla="*/ 83360 h 125487"/>
                    <a:gd name="connsiteX38" fmla="*/ 152378 w 152377"/>
                    <a:gd name="connsiteY38" fmla="*/ 16134 h 125487"/>
                    <a:gd name="connsiteX39" fmla="*/ 151482 w 152377"/>
                    <a:gd name="connsiteY39" fmla="*/ 14341 h 125487"/>
                    <a:gd name="connsiteX40" fmla="*/ 120558 w 152377"/>
                    <a:gd name="connsiteY40" fmla="*/ 110250 h 125487"/>
                    <a:gd name="connsiteX41" fmla="*/ 110250 w 152377"/>
                    <a:gd name="connsiteY41" fmla="*/ 121454 h 125487"/>
                    <a:gd name="connsiteX42" fmla="*/ 99942 w 152377"/>
                    <a:gd name="connsiteY42" fmla="*/ 110250 h 125487"/>
                    <a:gd name="connsiteX43" fmla="*/ 110250 w 152377"/>
                    <a:gd name="connsiteY43" fmla="*/ 99046 h 125487"/>
                    <a:gd name="connsiteX44" fmla="*/ 120558 w 152377"/>
                    <a:gd name="connsiteY44" fmla="*/ 110250 h 125487"/>
                    <a:gd name="connsiteX45" fmla="*/ 69466 w 152377"/>
                    <a:gd name="connsiteY45" fmla="*/ 110250 h 125487"/>
                    <a:gd name="connsiteX46" fmla="*/ 59159 w 152377"/>
                    <a:gd name="connsiteY46" fmla="*/ 121454 h 125487"/>
                    <a:gd name="connsiteX47" fmla="*/ 48851 w 152377"/>
                    <a:gd name="connsiteY47" fmla="*/ 110250 h 125487"/>
                    <a:gd name="connsiteX48" fmla="*/ 59159 w 152377"/>
                    <a:gd name="connsiteY48" fmla="*/ 99046 h 125487"/>
                    <a:gd name="connsiteX49" fmla="*/ 69466 w 152377"/>
                    <a:gd name="connsiteY49" fmla="*/ 110250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2377" h="125487">
                      <a:moveTo>
                        <a:pt x="151482" y="14341"/>
                      </a:moveTo>
                      <a:cubicBezTo>
                        <a:pt x="151033" y="13893"/>
                        <a:pt x="150585" y="13445"/>
                        <a:pt x="149689" y="13445"/>
                      </a:cubicBezTo>
                      <a:lnTo>
                        <a:pt x="123695" y="13445"/>
                      </a:lnTo>
                      <a:cubicBezTo>
                        <a:pt x="122351" y="13445"/>
                        <a:pt x="121454" y="14341"/>
                        <a:pt x="121454" y="15686"/>
                      </a:cubicBezTo>
                      <a:cubicBezTo>
                        <a:pt x="121454" y="17030"/>
                        <a:pt x="122351" y="17927"/>
                        <a:pt x="123695" y="17927"/>
                      </a:cubicBezTo>
                      <a:lnTo>
                        <a:pt x="147000" y="17927"/>
                      </a:lnTo>
                      <a:lnTo>
                        <a:pt x="130865" y="80671"/>
                      </a:lnTo>
                      <a:lnTo>
                        <a:pt x="46161" y="80671"/>
                      </a:lnTo>
                      <a:lnTo>
                        <a:pt x="33613" y="17927"/>
                      </a:lnTo>
                      <a:lnTo>
                        <a:pt x="55125" y="17927"/>
                      </a:lnTo>
                      <a:cubicBezTo>
                        <a:pt x="56469" y="17927"/>
                        <a:pt x="57366" y="17030"/>
                        <a:pt x="57366" y="15686"/>
                      </a:cubicBezTo>
                      <a:cubicBezTo>
                        <a:pt x="57366" y="14341"/>
                        <a:pt x="56469" y="13445"/>
                        <a:pt x="55125" y="13445"/>
                      </a:cubicBezTo>
                      <a:lnTo>
                        <a:pt x="32716" y="13445"/>
                      </a:lnTo>
                      <a:lnTo>
                        <a:pt x="30476" y="1793"/>
                      </a:lnTo>
                      <a:cubicBezTo>
                        <a:pt x="30476" y="896"/>
                        <a:pt x="29131" y="0"/>
                        <a:pt x="28235" y="0"/>
                      </a:cubicBezTo>
                      <a:lnTo>
                        <a:pt x="2241" y="0"/>
                      </a:lnTo>
                      <a:cubicBezTo>
                        <a:pt x="896" y="0"/>
                        <a:pt x="0" y="896"/>
                        <a:pt x="0" y="2241"/>
                      </a:cubicBezTo>
                      <a:cubicBezTo>
                        <a:pt x="0" y="3585"/>
                        <a:pt x="896" y="4482"/>
                        <a:pt x="2241" y="4482"/>
                      </a:cubicBezTo>
                      <a:lnTo>
                        <a:pt x="26442" y="4482"/>
                      </a:lnTo>
                      <a:lnTo>
                        <a:pt x="44817" y="96805"/>
                      </a:lnTo>
                      <a:cubicBezTo>
                        <a:pt x="44817" y="97701"/>
                        <a:pt x="46161" y="98597"/>
                        <a:pt x="47058" y="98597"/>
                      </a:cubicBezTo>
                      <a:lnTo>
                        <a:pt x="49299" y="98597"/>
                      </a:lnTo>
                      <a:cubicBezTo>
                        <a:pt x="46610" y="101287"/>
                        <a:pt x="44817" y="105320"/>
                        <a:pt x="44817" y="109802"/>
                      </a:cubicBezTo>
                      <a:cubicBezTo>
                        <a:pt x="44817" y="118317"/>
                        <a:pt x="51540" y="125488"/>
                        <a:pt x="59607" y="125488"/>
                      </a:cubicBezTo>
                      <a:cubicBezTo>
                        <a:pt x="67674" y="125488"/>
                        <a:pt x="74396" y="118317"/>
                        <a:pt x="74396" y="109802"/>
                      </a:cubicBezTo>
                      <a:cubicBezTo>
                        <a:pt x="74396" y="105320"/>
                        <a:pt x="72604" y="101287"/>
                        <a:pt x="69914" y="98597"/>
                      </a:cubicBezTo>
                      <a:lnTo>
                        <a:pt x="100390" y="98597"/>
                      </a:lnTo>
                      <a:cubicBezTo>
                        <a:pt x="97701" y="101287"/>
                        <a:pt x="95909" y="105320"/>
                        <a:pt x="95909" y="109802"/>
                      </a:cubicBezTo>
                      <a:cubicBezTo>
                        <a:pt x="95909" y="118317"/>
                        <a:pt x="102631" y="125488"/>
                        <a:pt x="110698" y="125488"/>
                      </a:cubicBezTo>
                      <a:cubicBezTo>
                        <a:pt x="118765" y="125488"/>
                        <a:pt x="125488" y="118317"/>
                        <a:pt x="125488" y="109802"/>
                      </a:cubicBezTo>
                      <a:cubicBezTo>
                        <a:pt x="125488" y="105320"/>
                        <a:pt x="123695" y="101287"/>
                        <a:pt x="121006" y="98597"/>
                      </a:cubicBezTo>
                      <a:lnTo>
                        <a:pt x="132210" y="98597"/>
                      </a:lnTo>
                      <a:cubicBezTo>
                        <a:pt x="133555" y="98597"/>
                        <a:pt x="134451" y="97701"/>
                        <a:pt x="134451" y="96357"/>
                      </a:cubicBezTo>
                      <a:cubicBezTo>
                        <a:pt x="134451" y="95012"/>
                        <a:pt x="133555" y="94116"/>
                        <a:pt x="132210" y="94116"/>
                      </a:cubicBezTo>
                      <a:lnTo>
                        <a:pt x="48851" y="94116"/>
                      </a:lnTo>
                      <a:lnTo>
                        <a:pt x="47058" y="85152"/>
                      </a:lnTo>
                      <a:lnTo>
                        <a:pt x="132658" y="85152"/>
                      </a:lnTo>
                      <a:cubicBezTo>
                        <a:pt x="133555" y="85152"/>
                        <a:pt x="134451" y="84256"/>
                        <a:pt x="134899" y="83360"/>
                      </a:cubicBezTo>
                      <a:lnTo>
                        <a:pt x="152378" y="16134"/>
                      </a:lnTo>
                      <a:cubicBezTo>
                        <a:pt x="151930" y="15686"/>
                        <a:pt x="151930" y="15238"/>
                        <a:pt x="151482" y="14341"/>
                      </a:cubicBezTo>
                      <a:close/>
                      <a:moveTo>
                        <a:pt x="120558" y="110250"/>
                      </a:moveTo>
                      <a:cubicBezTo>
                        <a:pt x="120558" y="116524"/>
                        <a:pt x="116076" y="121454"/>
                        <a:pt x="110250" y="121454"/>
                      </a:cubicBezTo>
                      <a:cubicBezTo>
                        <a:pt x="104424" y="121454"/>
                        <a:pt x="99942" y="116524"/>
                        <a:pt x="99942" y="110250"/>
                      </a:cubicBezTo>
                      <a:cubicBezTo>
                        <a:pt x="99942" y="103976"/>
                        <a:pt x="104424" y="99046"/>
                        <a:pt x="110250" y="99046"/>
                      </a:cubicBezTo>
                      <a:cubicBezTo>
                        <a:pt x="116076" y="99046"/>
                        <a:pt x="120558" y="103976"/>
                        <a:pt x="120558" y="110250"/>
                      </a:cubicBezTo>
                      <a:close/>
                      <a:moveTo>
                        <a:pt x="69466" y="110250"/>
                      </a:moveTo>
                      <a:cubicBezTo>
                        <a:pt x="69466" y="116524"/>
                        <a:pt x="64985" y="121454"/>
                        <a:pt x="59159" y="121454"/>
                      </a:cubicBezTo>
                      <a:cubicBezTo>
                        <a:pt x="53332" y="121454"/>
                        <a:pt x="48851" y="116524"/>
                        <a:pt x="48851" y="110250"/>
                      </a:cubicBezTo>
                      <a:cubicBezTo>
                        <a:pt x="48851" y="103976"/>
                        <a:pt x="53332" y="99046"/>
                        <a:pt x="59159" y="99046"/>
                      </a:cubicBezTo>
                      <a:cubicBezTo>
                        <a:pt x="64985" y="99046"/>
                        <a:pt x="69466" y="103976"/>
                        <a:pt x="69466" y="11025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86" name="Freeform: Shape 5485">
                  <a:extLst>
                    <a:ext uri="{FF2B5EF4-FFF2-40B4-BE49-F238E27FC236}">
                      <a16:creationId xmlns:a16="http://schemas.microsoft.com/office/drawing/2014/main" id="{F5A0CF60-4593-05EC-4BFA-35B1F5649CEA}"/>
                    </a:ext>
                  </a:extLst>
                </p:cNvPr>
                <p:cNvSpPr/>
                <p:nvPr/>
              </p:nvSpPr>
              <p:spPr>
                <a:xfrm>
                  <a:off x="11021188" y="1449645"/>
                  <a:ext cx="22409" cy="4482"/>
                </a:xfrm>
                <a:custGeom>
                  <a:avLst/>
                  <a:gdLst>
                    <a:gd name="connsiteX0" fmla="*/ 672 w 22408"/>
                    <a:gd name="connsiteY0" fmla="*/ 5099 h 4481"/>
                    <a:gd name="connsiteX1" fmla="*/ 672 w 22408"/>
                    <a:gd name="connsiteY1" fmla="*/ 8237 h 4481"/>
                    <a:gd name="connsiteX2" fmla="*/ 3810 w 22408"/>
                    <a:gd name="connsiteY2" fmla="*/ 8237 h 4481"/>
                    <a:gd name="connsiteX3" fmla="*/ 22633 w 22408"/>
                    <a:gd name="connsiteY3" fmla="*/ 8237 h 4481"/>
                    <a:gd name="connsiteX4" fmla="*/ 23977 w 22408"/>
                    <a:gd name="connsiteY4" fmla="*/ 8685 h 4481"/>
                    <a:gd name="connsiteX5" fmla="*/ 25770 w 22408"/>
                    <a:gd name="connsiteY5" fmla="*/ 7788 h 4481"/>
                    <a:gd name="connsiteX6" fmla="*/ 25770 w 22408"/>
                    <a:gd name="connsiteY6" fmla="*/ 4651 h 4481"/>
                    <a:gd name="connsiteX7" fmla="*/ 672 w 22408"/>
                    <a:gd name="connsiteY7" fmla="*/ 5099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08" h="4481">
                      <a:moveTo>
                        <a:pt x="672" y="5099"/>
                      </a:moveTo>
                      <a:cubicBezTo>
                        <a:pt x="-224" y="5996"/>
                        <a:pt x="-224" y="7340"/>
                        <a:pt x="672" y="8237"/>
                      </a:cubicBezTo>
                      <a:cubicBezTo>
                        <a:pt x="1569" y="9133"/>
                        <a:pt x="2913" y="9133"/>
                        <a:pt x="3810" y="8237"/>
                      </a:cubicBezTo>
                      <a:cubicBezTo>
                        <a:pt x="9188" y="2859"/>
                        <a:pt x="17255" y="2859"/>
                        <a:pt x="22633" y="8237"/>
                      </a:cubicBezTo>
                      <a:cubicBezTo>
                        <a:pt x="23081" y="8685"/>
                        <a:pt x="23529" y="8685"/>
                        <a:pt x="23977" y="8685"/>
                      </a:cubicBezTo>
                      <a:cubicBezTo>
                        <a:pt x="24425" y="8685"/>
                        <a:pt x="25322" y="8237"/>
                        <a:pt x="25770" y="7788"/>
                      </a:cubicBezTo>
                      <a:cubicBezTo>
                        <a:pt x="26666" y="6892"/>
                        <a:pt x="26666" y="5548"/>
                        <a:pt x="25770" y="4651"/>
                      </a:cubicBezTo>
                      <a:cubicBezTo>
                        <a:pt x="19047" y="-1623"/>
                        <a:pt x="7843" y="-1623"/>
                        <a:pt x="672" y="509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87" name="Freeform: Shape 5486">
                  <a:extLst>
                    <a:ext uri="{FF2B5EF4-FFF2-40B4-BE49-F238E27FC236}">
                      <a16:creationId xmlns:a16="http://schemas.microsoft.com/office/drawing/2014/main" id="{A783762A-9D46-494A-7462-FAAEB7804755}"/>
                    </a:ext>
                  </a:extLst>
                </p:cNvPr>
                <p:cNvSpPr/>
                <p:nvPr/>
              </p:nvSpPr>
              <p:spPr>
                <a:xfrm>
                  <a:off x="11008639" y="1430992"/>
                  <a:ext cx="49299" cy="13445"/>
                </a:xfrm>
                <a:custGeom>
                  <a:avLst/>
                  <a:gdLst>
                    <a:gd name="connsiteX0" fmla="*/ 48627 w 49298"/>
                    <a:gd name="connsiteY0" fmla="*/ 14341 h 13445"/>
                    <a:gd name="connsiteX1" fmla="*/ 49971 w 49298"/>
                    <a:gd name="connsiteY1" fmla="*/ 13893 h 13445"/>
                    <a:gd name="connsiteX2" fmla="*/ 49971 w 49298"/>
                    <a:gd name="connsiteY2" fmla="*/ 10756 h 13445"/>
                    <a:gd name="connsiteX3" fmla="*/ 25322 w 49298"/>
                    <a:gd name="connsiteY3" fmla="*/ 0 h 13445"/>
                    <a:gd name="connsiteX4" fmla="*/ 672 w 49298"/>
                    <a:gd name="connsiteY4" fmla="*/ 10756 h 13445"/>
                    <a:gd name="connsiteX5" fmla="*/ 672 w 49298"/>
                    <a:gd name="connsiteY5" fmla="*/ 13893 h 13445"/>
                    <a:gd name="connsiteX6" fmla="*/ 3810 w 49298"/>
                    <a:gd name="connsiteY6" fmla="*/ 13893 h 13445"/>
                    <a:gd name="connsiteX7" fmla="*/ 25322 w 49298"/>
                    <a:gd name="connsiteY7" fmla="*/ 4482 h 13445"/>
                    <a:gd name="connsiteX8" fmla="*/ 46834 w 49298"/>
                    <a:gd name="connsiteY8" fmla="*/ 13893 h 13445"/>
                    <a:gd name="connsiteX9" fmla="*/ 48627 w 49298"/>
                    <a:gd name="connsiteY9" fmla="*/ 14341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98" h="13445">
                      <a:moveTo>
                        <a:pt x="48627" y="14341"/>
                      </a:moveTo>
                      <a:cubicBezTo>
                        <a:pt x="49075" y="14341"/>
                        <a:pt x="49971" y="14341"/>
                        <a:pt x="49971" y="13893"/>
                      </a:cubicBezTo>
                      <a:cubicBezTo>
                        <a:pt x="50867" y="12997"/>
                        <a:pt x="50867" y="11652"/>
                        <a:pt x="49971" y="10756"/>
                      </a:cubicBezTo>
                      <a:cubicBezTo>
                        <a:pt x="43248" y="4034"/>
                        <a:pt x="34733" y="0"/>
                        <a:pt x="25322" y="0"/>
                      </a:cubicBezTo>
                      <a:cubicBezTo>
                        <a:pt x="16358" y="0"/>
                        <a:pt x="7395" y="3585"/>
                        <a:pt x="672" y="10756"/>
                      </a:cubicBezTo>
                      <a:cubicBezTo>
                        <a:pt x="-224" y="11652"/>
                        <a:pt x="-224" y="12997"/>
                        <a:pt x="672" y="13893"/>
                      </a:cubicBezTo>
                      <a:cubicBezTo>
                        <a:pt x="1569" y="14790"/>
                        <a:pt x="2913" y="14790"/>
                        <a:pt x="3810" y="13893"/>
                      </a:cubicBezTo>
                      <a:cubicBezTo>
                        <a:pt x="9636" y="8067"/>
                        <a:pt x="17255" y="4482"/>
                        <a:pt x="25322" y="4482"/>
                      </a:cubicBezTo>
                      <a:cubicBezTo>
                        <a:pt x="33389" y="4482"/>
                        <a:pt x="41008" y="7619"/>
                        <a:pt x="46834" y="13893"/>
                      </a:cubicBezTo>
                      <a:cubicBezTo>
                        <a:pt x="47730" y="14341"/>
                        <a:pt x="48178" y="14341"/>
                        <a:pt x="48627" y="1434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88" name="Freeform: Shape 5487">
                  <a:extLst>
                    <a:ext uri="{FF2B5EF4-FFF2-40B4-BE49-F238E27FC236}">
                      <a16:creationId xmlns:a16="http://schemas.microsoft.com/office/drawing/2014/main" id="{06F1CF67-134D-B297-A8B2-7CCC616172F5}"/>
                    </a:ext>
                  </a:extLst>
                </p:cNvPr>
                <p:cNvSpPr/>
                <p:nvPr/>
              </p:nvSpPr>
              <p:spPr>
                <a:xfrm>
                  <a:off x="10997883" y="1412169"/>
                  <a:ext cx="71707" cy="17927"/>
                </a:xfrm>
                <a:custGeom>
                  <a:avLst/>
                  <a:gdLst>
                    <a:gd name="connsiteX0" fmla="*/ 2017 w 71707"/>
                    <a:gd name="connsiteY0" fmla="*/ 20168 h 17926"/>
                    <a:gd name="connsiteX1" fmla="*/ 3810 w 71707"/>
                    <a:gd name="connsiteY1" fmla="*/ 19271 h 17926"/>
                    <a:gd name="connsiteX2" fmla="*/ 36974 w 71707"/>
                    <a:gd name="connsiteY2" fmla="*/ 4482 h 17926"/>
                    <a:gd name="connsiteX3" fmla="*/ 70139 w 71707"/>
                    <a:gd name="connsiteY3" fmla="*/ 19271 h 17926"/>
                    <a:gd name="connsiteX4" fmla="*/ 73276 w 71707"/>
                    <a:gd name="connsiteY4" fmla="*/ 19271 h 17926"/>
                    <a:gd name="connsiteX5" fmla="*/ 73276 w 71707"/>
                    <a:gd name="connsiteY5" fmla="*/ 16134 h 17926"/>
                    <a:gd name="connsiteX6" fmla="*/ 36974 w 71707"/>
                    <a:gd name="connsiteY6" fmla="*/ 0 h 17926"/>
                    <a:gd name="connsiteX7" fmla="*/ 672 w 71707"/>
                    <a:gd name="connsiteY7" fmla="*/ 16134 h 17926"/>
                    <a:gd name="connsiteX8" fmla="*/ 672 w 71707"/>
                    <a:gd name="connsiteY8" fmla="*/ 19271 h 17926"/>
                    <a:gd name="connsiteX9" fmla="*/ 2017 w 71707"/>
                    <a:gd name="connsiteY9" fmla="*/ 20168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707" h="17926">
                      <a:moveTo>
                        <a:pt x="2017" y="20168"/>
                      </a:moveTo>
                      <a:cubicBezTo>
                        <a:pt x="2465" y="20168"/>
                        <a:pt x="3361" y="19720"/>
                        <a:pt x="3810" y="19271"/>
                      </a:cubicBezTo>
                      <a:cubicBezTo>
                        <a:pt x="12773" y="9860"/>
                        <a:pt x="24425" y="4482"/>
                        <a:pt x="36974" y="4482"/>
                      </a:cubicBezTo>
                      <a:cubicBezTo>
                        <a:pt x="49523" y="4482"/>
                        <a:pt x="61176" y="9860"/>
                        <a:pt x="70139" y="19271"/>
                      </a:cubicBezTo>
                      <a:cubicBezTo>
                        <a:pt x="71035" y="20168"/>
                        <a:pt x="72380" y="20168"/>
                        <a:pt x="73276" y="19271"/>
                      </a:cubicBezTo>
                      <a:cubicBezTo>
                        <a:pt x="74172" y="18375"/>
                        <a:pt x="74172" y="17030"/>
                        <a:pt x="73276" y="16134"/>
                      </a:cubicBezTo>
                      <a:cubicBezTo>
                        <a:pt x="63416" y="5826"/>
                        <a:pt x="50419" y="0"/>
                        <a:pt x="36974" y="0"/>
                      </a:cubicBezTo>
                      <a:cubicBezTo>
                        <a:pt x="23529" y="0"/>
                        <a:pt x="10532" y="5826"/>
                        <a:pt x="672" y="16134"/>
                      </a:cubicBezTo>
                      <a:cubicBezTo>
                        <a:pt x="-224" y="17030"/>
                        <a:pt x="-224" y="18375"/>
                        <a:pt x="672" y="19271"/>
                      </a:cubicBezTo>
                      <a:cubicBezTo>
                        <a:pt x="672" y="20168"/>
                        <a:pt x="1121" y="20168"/>
                        <a:pt x="2017" y="2016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89" name="Group 2448">
                <a:extLst>
                  <a:ext uri="{FF2B5EF4-FFF2-40B4-BE49-F238E27FC236}">
                    <a16:creationId xmlns:a16="http://schemas.microsoft.com/office/drawing/2014/main" id="{E8AD2619-32B4-2410-B05A-4516B2A20B83}"/>
                  </a:ext>
                  <a:ext uri="{C183D7F6-B498-43B3-948B-1728B52AA6E4}">
                    <adec:decorative xmlns:adec="http://schemas.microsoft.com/office/drawing/2017/decorative" val="1"/>
                  </a:ext>
                </a:extLst>
              </p:cNvPr>
              <p:cNvGrpSpPr>
                <a:grpSpLocks noChangeAspect="1"/>
              </p:cNvGrpSpPr>
              <p:nvPr/>
            </p:nvGrpSpPr>
            <p:grpSpPr>
              <a:xfrm>
                <a:off x="11105793" y="3447783"/>
                <a:ext cx="152378" cy="151930"/>
                <a:chOff x="11199783" y="1412617"/>
                <a:chExt cx="152378" cy="151930"/>
              </a:xfrm>
            </p:grpSpPr>
            <p:sp>
              <p:nvSpPr>
                <p:cNvPr id="1190" name="Freeform: Shape 5481">
                  <a:extLst>
                    <a:ext uri="{FF2B5EF4-FFF2-40B4-BE49-F238E27FC236}">
                      <a16:creationId xmlns:a16="http://schemas.microsoft.com/office/drawing/2014/main" id="{C81D0846-39AC-0797-83CC-BAAEBA40C53F}"/>
                    </a:ext>
                  </a:extLst>
                </p:cNvPr>
                <p:cNvSpPr/>
                <p:nvPr/>
              </p:nvSpPr>
              <p:spPr>
                <a:xfrm>
                  <a:off x="11199783" y="1439059"/>
                  <a:ext cx="152378" cy="125488"/>
                </a:xfrm>
                <a:custGeom>
                  <a:avLst/>
                  <a:gdLst>
                    <a:gd name="connsiteX0" fmla="*/ 151482 w 152377"/>
                    <a:gd name="connsiteY0" fmla="*/ 14341 h 125487"/>
                    <a:gd name="connsiteX1" fmla="*/ 149689 w 152377"/>
                    <a:gd name="connsiteY1" fmla="*/ 13445 h 125487"/>
                    <a:gd name="connsiteX2" fmla="*/ 123695 w 152377"/>
                    <a:gd name="connsiteY2" fmla="*/ 13445 h 125487"/>
                    <a:gd name="connsiteX3" fmla="*/ 121455 w 152377"/>
                    <a:gd name="connsiteY3" fmla="*/ 15686 h 125487"/>
                    <a:gd name="connsiteX4" fmla="*/ 123695 w 152377"/>
                    <a:gd name="connsiteY4" fmla="*/ 17927 h 125487"/>
                    <a:gd name="connsiteX5" fmla="*/ 147000 w 152377"/>
                    <a:gd name="connsiteY5" fmla="*/ 17927 h 125487"/>
                    <a:gd name="connsiteX6" fmla="*/ 130866 w 152377"/>
                    <a:gd name="connsiteY6" fmla="*/ 80671 h 125487"/>
                    <a:gd name="connsiteX7" fmla="*/ 46162 w 152377"/>
                    <a:gd name="connsiteY7" fmla="*/ 80671 h 125487"/>
                    <a:gd name="connsiteX8" fmla="*/ 33613 w 152377"/>
                    <a:gd name="connsiteY8" fmla="*/ 17927 h 125487"/>
                    <a:gd name="connsiteX9" fmla="*/ 55125 w 152377"/>
                    <a:gd name="connsiteY9" fmla="*/ 17927 h 125487"/>
                    <a:gd name="connsiteX10" fmla="*/ 57366 w 152377"/>
                    <a:gd name="connsiteY10" fmla="*/ 15686 h 125487"/>
                    <a:gd name="connsiteX11" fmla="*/ 55125 w 152377"/>
                    <a:gd name="connsiteY11" fmla="*/ 13445 h 125487"/>
                    <a:gd name="connsiteX12" fmla="*/ 32717 w 152377"/>
                    <a:gd name="connsiteY12" fmla="*/ 13445 h 125487"/>
                    <a:gd name="connsiteX13" fmla="*/ 30476 w 152377"/>
                    <a:gd name="connsiteY13" fmla="*/ 1793 h 125487"/>
                    <a:gd name="connsiteX14" fmla="*/ 28235 w 152377"/>
                    <a:gd name="connsiteY14" fmla="*/ 0 h 125487"/>
                    <a:gd name="connsiteX15" fmla="*/ 2241 w 152377"/>
                    <a:gd name="connsiteY15" fmla="*/ 0 h 125487"/>
                    <a:gd name="connsiteX16" fmla="*/ 0 w 152377"/>
                    <a:gd name="connsiteY16" fmla="*/ 2241 h 125487"/>
                    <a:gd name="connsiteX17" fmla="*/ 2241 w 152377"/>
                    <a:gd name="connsiteY17" fmla="*/ 4482 h 125487"/>
                    <a:gd name="connsiteX18" fmla="*/ 26442 w 152377"/>
                    <a:gd name="connsiteY18" fmla="*/ 4482 h 125487"/>
                    <a:gd name="connsiteX19" fmla="*/ 44817 w 152377"/>
                    <a:gd name="connsiteY19" fmla="*/ 96805 h 125487"/>
                    <a:gd name="connsiteX20" fmla="*/ 47058 w 152377"/>
                    <a:gd name="connsiteY20" fmla="*/ 98597 h 125487"/>
                    <a:gd name="connsiteX21" fmla="*/ 49299 w 152377"/>
                    <a:gd name="connsiteY21" fmla="*/ 98597 h 125487"/>
                    <a:gd name="connsiteX22" fmla="*/ 44817 w 152377"/>
                    <a:gd name="connsiteY22" fmla="*/ 109802 h 125487"/>
                    <a:gd name="connsiteX23" fmla="*/ 59607 w 152377"/>
                    <a:gd name="connsiteY23" fmla="*/ 125488 h 125487"/>
                    <a:gd name="connsiteX24" fmla="*/ 74397 w 152377"/>
                    <a:gd name="connsiteY24" fmla="*/ 109802 h 125487"/>
                    <a:gd name="connsiteX25" fmla="*/ 69915 w 152377"/>
                    <a:gd name="connsiteY25" fmla="*/ 98597 h 125487"/>
                    <a:gd name="connsiteX26" fmla="*/ 100390 w 152377"/>
                    <a:gd name="connsiteY26" fmla="*/ 98597 h 125487"/>
                    <a:gd name="connsiteX27" fmla="*/ 95909 w 152377"/>
                    <a:gd name="connsiteY27" fmla="*/ 109802 h 125487"/>
                    <a:gd name="connsiteX28" fmla="*/ 110698 w 152377"/>
                    <a:gd name="connsiteY28" fmla="*/ 125488 h 125487"/>
                    <a:gd name="connsiteX29" fmla="*/ 125488 w 152377"/>
                    <a:gd name="connsiteY29" fmla="*/ 109802 h 125487"/>
                    <a:gd name="connsiteX30" fmla="*/ 121006 w 152377"/>
                    <a:gd name="connsiteY30" fmla="*/ 98597 h 125487"/>
                    <a:gd name="connsiteX31" fmla="*/ 132210 w 152377"/>
                    <a:gd name="connsiteY31" fmla="*/ 98597 h 125487"/>
                    <a:gd name="connsiteX32" fmla="*/ 134451 w 152377"/>
                    <a:gd name="connsiteY32" fmla="*/ 96357 h 125487"/>
                    <a:gd name="connsiteX33" fmla="*/ 132210 w 152377"/>
                    <a:gd name="connsiteY33" fmla="*/ 94116 h 125487"/>
                    <a:gd name="connsiteX34" fmla="*/ 48851 w 152377"/>
                    <a:gd name="connsiteY34" fmla="*/ 94116 h 125487"/>
                    <a:gd name="connsiteX35" fmla="*/ 47058 w 152377"/>
                    <a:gd name="connsiteY35" fmla="*/ 85152 h 125487"/>
                    <a:gd name="connsiteX36" fmla="*/ 132659 w 152377"/>
                    <a:gd name="connsiteY36" fmla="*/ 85152 h 125487"/>
                    <a:gd name="connsiteX37" fmla="*/ 134900 w 152377"/>
                    <a:gd name="connsiteY37" fmla="*/ 83360 h 125487"/>
                    <a:gd name="connsiteX38" fmla="*/ 152378 w 152377"/>
                    <a:gd name="connsiteY38" fmla="*/ 16134 h 125487"/>
                    <a:gd name="connsiteX39" fmla="*/ 151482 w 152377"/>
                    <a:gd name="connsiteY39" fmla="*/ 14341 h 125487"/>
                    <a:gd name="connsiteX40" fmla="*/ 120558 w 152377"/>
                    <a:gd name="connsiteY40" fmla="*/ 110250 h 125487"/>
                    <a:gd name="connsiteX41" fmla="*/ 110250 w 152377"/>
                    <a:gd name="connsiteY41" fmla="*/ 121454 h 125487"/>
                    <a:gd name="connsiteX42" fmla="*/ 99942 w 152377"/>
                    <a:gd name="connsiteY42" fmla="*/ 110250 h 125487"/>
                    <a:gd name="connsiteX43" fmla="*/ 110250 w 152377"/>
                    <a:gd name="connsiteY43" fmla="*/ 99046 h 125487"/>
                    <a:gd name="connsiteX44" fmla="*/ 120558 w 152377"/>
                    <a:gd name="connsiteY44" fmla="*/ 110250 h 125487"/>
                    <a:gd name="connsiteX45" fmla="*/ 69466 w 152377"/>
                    <a:gd name="connsiteY45" fmla="*/ 110250 h 125487"/>
                    <a:gd name="connsiteX46" fmla="*/ 59159 w 152377"/>
                    <a:gd name="connsiteY46" fmla="*/ 121454 h 125487"/>
                    <a:gd name="connsiteX47" fmla="*/ 48851 w 152377"/>
                    <a:gd name="connsiteY47" fmla="*/ 110250 h 125487"/>
                    <a:gd name="connsiteX48" fmla="*/ 59159 w 152377"/>
                    <a:gd name="connsiteY48" fmla="*/ 99046 h 125487"/>
                    <a:gd name="connsiteX49" fmla="*/ 69466 w 152377"/>
                    <a:gd name="connsiteY49" fmla="*/ 110250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2377" h="125487">
                      <a:moveTo>
                        <a:pt x="151482" y="14341"/>
                      </a:moveTo>
                      <a:cubicBezTo>
                        <a:pt x="151034" y="13893"/>
                        <a:pt x="150586" y="13445"/>
                        <a:pt x="149689" y="13445"/>
                      </a:cubicBezTo>
                      <a:lnTo>
                        <a:pt x="123695" y="13445"/>
                      </a:lnTo>
                      <a:cubicBezTo>
                        <a:pt x="122351" y="13445"/>
                        <a:pt x="121455" y="14341"/>
                        <a:pt x="121455" y="15686"/>
                      </a:cubicBezTo>
                      <a:cubicBezTo>
                        <a:pt x="121455" y="17030"/>
                        <a:pt x="122351" y="17927"/>
                        <a:pt x="123695" y="17927"/>
                      </a:cubicBezTo>
                      <a:lnTo>
                        <a:pt x="147000" y="17927"/>
                      </a:lnTo>
                      <a:lnTo>
                        <a:pt x="130866" y="80671"/>
                      </a:lnTo>
                      <a:lnTo>
                        <a:pt x="46162" y="80671"/>
                      </a:lnTo>
                      <a:lnTo>
                        <a:pt x="33613" y="17927"/>
                      </a:lnTo>
                      <a:lnTo>
                        <a:pt x="55125" y="17927"/>
                      </a:lnTo>
                      <a:cubicBezTo>
                        <a:pt x="56470" y="17927"/>
                        <a:pt x="57366" y="17030"/>
                        <a:pt x="57366" y="15686"/>
                      </a:cubicBezTo>
                      <a:cubicBezTo>
                        <a:pt x="57366" y="14341"/>
                        <a:pt x="56470" y="13445"/>
                        <a:pt x="55125" y="13445"/>
                      </a:cubicBezTo>
                      <a:lnTo>
                        <a:pt x="32717" y="13445"/>
                      </a:lnTo>
                      <a:lnTo>
                        <a:pt x="30476" y="1793"/>
                      </a:lnTo>
                      <a:cubicBezTo>
                        <a:pt x="30476" y="896"/>
                        <a:pt x="29131" y="0"/>
                        <a:pt x="28235" y="0"/>
                      </a:cubicBezTo>
                      <a:lnTo>
                        <a:pt x="2241" y="0"/>
                      </a:lnTo>
                      <a:cubicBezTo>
                        <a:pt x="897" y="0"/>
                        <a:pt x="0" y="896"/>
                        <a:pt x="0" y="2241"/>
                      </a:cubicBezTo>
                      <a:cubicBezTo>
                        <a:pt x="0" y="3585"/>
                        <a:pt x="897" y="4482"/>
                        <a:pt x="2241" y="4482"/>
                      </a:cubicBezTo>
                      <a:lnTo>
                        <a:pt x="26442" y="4482"/>
                      </a:lnTo>
                      <a:lnTo>
                        <a:pt x="44817" y="96805"/>
                      </a:lnTo>
                      <a:cubicBezTo>
                        <a:pt x="44817" y="97701"/>
                        <a:pt x="46162" y="98597"/>
                        <a:pt x="47058" y="98597"/>
                      </a:cubicBezTo>
                      <a:lnTo>
                        <a:pt x="49299" y="98597"/>
                      </a:lnTo>
                      <a:cubicBezTo>
                        <a:pt x="46610" y="101287"/>
                        <a:pt x="44817" y="105320"/>
                        <a:pt x="44817" y="109802"/>
                      </a:cubicBezTo>
                      <a:cubicBezTo>
                        <a:pt x="44817" y="118317"/>
                        <a:pt x="51540" y="125488"/>
                        <a:pt x="59607" y="125488"/>
                      </a:cubicBezTo>
                      <a:cubicBezTo>
                        <a:pt x="67674" y="125488"/>
                        <a:pt x="74397" y="118317"/>
                        <a:pt x="74397" y="109802"/>
                      </a:cubicBezTo>
                      <a:cubicBezTo>
                        <a:pt x="74397" y="105320"/>
                        <a:pt x="72604" y="101287"/>
                        <a:pt x="69915" y="98597"/>
                      </a:cubicBezTo>
                      <a:lnTo>
                        <a:pt x="100390" y="98597"/>
                      </a:lnTo>
                      <a:cubicBezTo>
                        <a:pt x="97701" y="101287"/>
                        <a:pt x="95909" y="105320"/>
                        <a:pt x="95909" y="109802"/>
                      </a:cubicBezTo>
                      <a:cubicBezTo>
                        <a:pt x="95909" y="118317"/>
                        <a:pt x="102631" y="125488"/>
                        <a:pt x="110698" y="125488"/>
                      </a:cubicBezTo>
                      <a:cubicBezTo>
                        <a:pt x="118765" y="125488"/>
                        <a:pt x="125488" y="118317"/>
                        <a:pt x="125488" y="109802"/>
                      </a:cubicBezTo>
                      <a:cubicBezTo>
                        <a:pt x="125488" y="105320"/>
                        <a:pt x="123695" y="101287"/>
                        <a:pt x="121006" y="98597"/>
                      </a:cubicBezTo>
                      <a:lnTo>
                        <a:pt x="132210" y="98597"/>
                      </a:lnTo>
                      <a:cubicBezTo>
                        <a:pt x="133555" y="98597"/>
                        <a:pt x="134451" y="97701"/>
                        <a:pt x="134451" y="96357"/>
                      </a:cubicBezTo>
                      <a:cubicBezTo>
                        <a:pt x="134451" y="95012"/>
                        <a:pt x="133555" y="94116"/>
                        <a:pt x="132210" y="94116"/>
                      </a:cubicBezTo>
                      <a:lnTo>
                        <a:pt x="48851" y="94116"/>
                      </a:lnTo>
                      <a:lnTo>
                        <a:pt x="47058" y="85152"/>
                      </a:lnTo>
                      <a:lnTo>
                        <a:pt x="132659" y="85152"/>
                      </a:lnTo>
                      <a:cubicBezTo>
                        <a:pt x="133555" y="85152"/>
                        <a:pt x="134451" y="84256"/>
                        <a:pt x="134900" y="83360"/>
                      </a:cubicBezTo>
                      <a:lnTo>
                        <a:pt x="152378" y="16134"/>
                      </a:lnTo>
                      <a:cubicBezTo>
                        <a:pt x="151930" y="15686"/>
                        <a:pt x="151930" y="15238"/>
                        <a:pt x="151482" y="14341"/>
                      </a:cubicBezTo>
                      <a:close/>
                      <a:moveTo>
                        <a:pt x="120558" y="110250"/>
                      </a:moveTo>
                      <a:cubicBezTo>
                        <a:pt x="120558" y="116524"/>
                        <a:pt x="116076" y="121454"/>
                        <a:pt x="110250" y="121454"/>
                      </a:cubicBezTo>
                      <a:cubicBezTo>
                        <a:pt x="104424" y="121454"/>
                        <a:pt x="99942" y="116524"/>
                        <a:pt x="99942" y="110250"/>
                      </a:cubicBezTo>
                      <a:cubicBezTo>
                        <a:pt x="99942" y="103976"/>
                        <a:pt x="104424" y="99046"/>
                        <a:pt x="110250" y="99046"/>
                      </a:cubicBezTo>
                      <a:cubicBezTo>
                        <a:pt x="115628" y="99046"/>
                        <a:pt x="120558" y="103976"/>
                        <a:pt x="120558" y="110250"/>
                      </a:cubicBezTo>
                      <a:close/>
                      <a:moveTo>
                        <a:pt x="69466" y="110250"/>
                      </a:moveTo>
                      <a:cubicBezTo>
                        <a:pt x="69466" y="116524"/>
                        <a:pt x="64985" y="121454"/>
                        <a:pt x="59159" y="121454"/>
                      </a:cubicBezTo>
                      <a:cubicBezTo>
                        <a:pt x="53332" y="121454"/>
                        <a:pt x="48851" y="116524"/>
                        <a:pt x="48851" y="110250"/>
                      </a:cubicBezTo>
                      <a:cubicBezTo>
                        <a:pt x="48851" y="103976"/>
                        <a:pt x="53332" y="99046"/>
                        <a:pt x="59159" y="99046"/>
                      </a:cubicBezTo>
                      <a:cubicBezTo>
                        <a:pt x="64985" y="99046"/>
                        <a:pt x="69466" y="103976"/>
                        <a:pt x="69466" y="11025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91" name="Freeform: Shape 5482">
                  <a:extLst>
                    <a:ext uri="{FF2B5EF4-FFF2-40B4-BE49-F238E27FC236}">
                      <a16:creationId xmlns:a16="http://schemas.microsoft.com/office/drawing/2014/main" id="{519A3310-3AB7-798F-38EC-621B5077920A}"/>
                    </a:ext>
                  </a:extLst>
                </p:cNvPr>
                <p:cNvSpPr/>
                <p:nvPr/>
              </p:nvSpPr>
              <p:spPr>
                <a:xfrm>
                  <a:off x="11271490" y="1426062"/>
                  <a:ext cx="31372" cy="31372"/>
                </a:xfrm>
                <a:custGeom>
                  <a:avLst/>
                  <a:gdLst>
                    <a:gd name="connsiteX0" fmla="*/ 2241 w 31371"/>
                    <a:gd name="connsiteY0" fmla="*/ 19271 h 31371"/>
                    <a:gd name="connsiteX1" fmla="*/ 14790 w 31371"/>
                    <a:gd name="connsiteY1" fmla="*/ 19271 h 31371"/>
                    <a:gd name="connsiteX2" fmla="*/ 14790 w 31371"/>
                    <a:gd name="connsiteY2" fmla="*/ 31820 h 31371"/>
                    <a:gd name="connsiteX3" fmla="*/ 17031 w 31371"/>
                    <a:gd name="connsiteY3" fmla="*/ 34061 h 31371"/>
                    <a:gd name="connsiteX4" fmla="*/ 19272 w 31371"/>
                    <a:gd name="connsiteY4" fmla="*/ 31820 h 31371"/>
                    <a:gd name="connsiteX5" fmla="*/ 19272 w 31371"/>
                    <a:gd name="connsiteY5" fmla="*/ 19271 h 31371"/>
                    <a:gd name="connsiteX6" fmla="*/ 31821 w 31371"/>
                    <a:gd name="connsiteY6" fmla="*/ 19271 h 31371"/>
                    <a:gd name="connsiteX7" fmla="*/ 34061 w 31371"/>
                    <a:gd name="connsiteY7" fmla="*/ 17030 h 31371"/>
                    <a:gd name="connsiteX8" fmla="*/ 31821 w 31371"/>
                    <a:gd name="connsiteY8" fmla="*/ 14790 h 31371"/>
                    <a:gd name="connsiteX9" fmla="*/ 19272 w 31371"/>
                    <a:gd name="connsiteY9" fmla="*/ 14790 h 31371"/>
                    <a:gd name="connsiteX10" fmla="*/ 19272 w 31371"/>
                    <a:gd name="connsiteY10" fmla="*/ 2241 h 31371"/>
                    <a:gd name="connsiteX11" fmla="*/ 17031 w 31371"/>
                    <a:gd name="connsiteY11" fmla="*/ 0 h 31371"/>
                    <a:gd name="connsiteX12" fmla="*/ 14790 w 31371"/>
                    <a:gd name="connsiteY12" fmla="*/ 2241 h 31371"/>
                    <a:gd name="connsiteX13" fmla="*/ 14790 w 31371"/>
                    <a:gd name="connsiteY13" fmla="*/ 14790 h 31371"/>
                    <a:gd name="connsiteX14" fmla="*/ 2241 w 31371"/>
                    <a:gd name="connsiteY14" fmla="*/ 14790 h 31371"/>
                    <a:gd name="connsiteX15" fmla="*/ 0 w 31371"/>
                    <a:gd name="connsiteY15" fmla="*/ 17030 h 31371"/>
                    <a:gd name="connsiteX16" fmla="*/ 2241 w 31371"/>
                    <a:gd name="connsiteY16" fmla="*/ 19271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371" h="31371">
                      <a:moveTo>
                        <a:pt x="2241" y="19271"/>
                      </a:moveTo>
                      <a:lnTo>
                        <a:pt x="14790" y="19271"/>
                      </a:lnTo>
                      <a:lnTo>
                        <a:pt x="14790" y="31820"/>
                      </a:lnTo>
                      <a:cubicBezTo>
                        <a:pt x="14790" y="33165"/>
                        <a:pt x="15686" y="34061"/>
                        <a:pt x="17031" y="34061"/>
                      </a:cubicBezTo>
                      <a:cubicBezTo>
                        <a:pt x="18375" y="34061"/>
                        <a:pt x="19272" y="33165"/>
                        <a:pt x="19272" y="31820"/>
                      </a:cubicBezTo>
                      <a:lnTo>
                        <a:pt x="19272" y="19271"/>
                      </a:lnTo>
                      <a:lnTo>
                        <a:pt x="31821" y="19271"/>
                      </a:lnTo>
                      <a:cubicBezTo>
                        <a:pt x="33165" y="19271"/>
                        <a:pt x="34061" y="18375"/>
                        <a:pt x="34061" y="17030"/>
                      </a:cubicBezTo>
                      <a:cubicBezTo>
                        <a:pt x="34061" y="15686"/>
                        <a:pt x="33165" y="14790"/>
                        <a:pt x="31821" y="14790"/>
                      </a:cubicBezTo>
                      <a:lnTo>
                        <a:pt x="19272" y="14790"/>
                      </a:lnTo>
                      <a:lnTo>
                        <a:pt x="19272" y="2241"/>
                      </a:lnTo>
                      <a:cubicBezTo>
                        <a:pt x="19272" y="896"/>
                        <a:pt x="18375" y="0"/>
                        <a:pt x="17031" y="0"/>
                      </a:cubicBezTo>
                      <a:cubicBezTo>
                        <a:pt x="15686" y="0"/>
                        <a:pt x="14790" y="896"/>
                        <a:pt x="14790" y="2241"/>
                      </a:cubicBezTo>
                      <a:lnTo>
                        <a:pt x="14790" y="14790"/>
                      </a:lnTo>
                      <a:lnTo>
                        <a:pt x="2241" y="14790"/>
                      </a:lnTo>
                      <a:cubicBezTo>
                        <a:pt x="897" y="14790"/>
                        <a:pt x="0" y="15686"/>
                        <a:pt x="0" y="17030"/>
                      </a:cubicBezTo>
                      <a:cubicBezTo>
                        <a:pt x="0" y="17927"/>
                        <a:pt x="1345" y="19271"/>
                        <a:pt x="2241" y="1927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92" name="Freeform: Shape 5483">
                  <a:extLst>
                    <a:ext uri="{FF2B5EF4-FFF2-40B4-BE49-F238E27FC236}">
                      <a16:creationId xmlns:a16="http://schemas.microsoft.com/office/drawing/2014/main" id="{2D01D1FD-CEAD-939B-32B3-C69242A43358}"/>
                    </a:ext>
                  </a:extLst>
                </p:cNvPr>
                <p:cNvSpPr/>
                <p:nvPr/>
              </p:nvSpPr>
              <p:spPr>
                <a:xfrm>
                  <a:off x="11258045" y="1412617"/>
                  <a:ext cx="58262" cy="58262"/>
                </a:xfrm>
                <a:custGeom>
                  <a:avLst/>
                  <a:gdLst>
                    <a:gd name="connsiteX0" fmla="*/ 30476 w 58262"/>
                    <a:gd name="connsiteY0" fmla="*/ 60951 h 58262"/>
                    <a:gd name="connsiteX1" fmla="*/ 60952 w 58262"/>
                    <a:gd name="connsiteY1" fmla="*/ 30476 h 58262"/>
                    <a:gd name="connsiteX2" fmla="*/ 30476 w 58262"/>
                    <a:gd name="connsiteY2" fmla="*/ 0 h 58262"/>
                    <a:gd name="connsiteX3" fmla="*/ 0 w 58262"/>
                    <a:gd name="connsiteY3" fmla="*/ 30476 h 58262"/>
                    <a:gd name="connsiteX4" fmla="*/ 30476 w 58262"/>
                    <a:gd name="connsiteY4" fmla="*/ 60951 h 58262"/>
                    <a:gd name="connsiteX5" fmla="*/ 30476 w 58262"/>
                    <a:gd name="connsiteY5" fmla="*/ 4482 h 58262"/>
                    <a:gd name="connsiteX6" fmla="*/ 56470 w 58262"/>
                    <a:gd name="connsiteY6" fmla="*/ 30476 h 58262"/>
                    <a:gd name="connsiteX7" fmla="*/ 30476 w 58262"/>
                    <a:gd name="connsiteY7" fmla="*/ 56469 h 58262"/>
                    <a:gd name="connsiteX8" fmla="*/ 4482 w 58262"/>
                    <a:gd name="connsiteY8" fmla="*/ 30476 h 58262"/>
                    <a:gd name="connsiteX9" fmla="*/ 30476 w 58262"/>
                    <a:gd name="connsiteY9" fmla="*/ 4482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62" h="58262">
                      <a:moveTo>
                        <a:pt x="30476" y="60951"/>
                      </a:moveTo>
                      <a:cubicBezTo>
                        <a:pt x="47506" y="60951"/>
                        <a:pt x="60952" y="47058"/>
                        <a:pt x="60952" y="30476"/>
                      </a:cubicBezTo>
                      <a:cubicBezTo>
                        <a:pt x="60952" y="13445"/>
                        <a:pt x="47058" y="0"/>
                        <a:pt x="30476" y="0"/>
                      </a:cubicBezTo>
                      <a:cubicBezTo>
                        <a:pt x="13445" y="0"/>
                        <a:pt x="0" y="13893"/>
                        <a:pt x="0" y="30476"/>
                      </a:cubicBezTo>
                      <a:cubicBezTo>
                        <a:pt x="0" y="47058"/>
                        <a:pt x="13894" y="60951"/>
                        <a:pt x="30476" y="60951"/>
                      </a:cubicBezTo>
                      <a:close/>
                      <a:moveTo>
                        <a:pt x="30476" y="4482"/>
                      </a:moveTo>
                      <a:cubicBezTo>
                        <a:pt x="44817" y="4482"/>
                        <a:pt x="56470" y="16134"/>
                        <a:pt x="56470" y="30476"/>
                      </a:cubicBezTo>
                      <a:cubicBezTo>
                        <a:pt x="56470" y="44817"/>
                        <a:pt x="44817" y="56469"/>
                        <a:pt x="30476" y="56469"/>
                      </a:cubicBezTo>
                      <a:cubicBezTo>
                        <a:pt x="16135" y="56469"/>
                        <a:pt x="4482" y="44817"/>
                        <a:pt x="4482" y="30476"/>
                      </a:cubicBezTo>
                      <a:cubicBezTo>
                        <a:pt x="4482" y="16134"/>
                        <a:pt x="16135" y="4482"/>
                        <a:pt x="30476"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193" name="Freeform: Shape 2449">
                <a:extLst>
                  <a:ext uri="{FF2B5EF4-FFF2-40B4-BE49-F238E27FC236}">
                    <a16:creationId xmlns:a16="http://schemas.microsoft.com/office/drawing/2014/main" id="{BC28C566-D3C5-33CE-0D6B-3AA2D9B6C797}"/>
                  </a:ext>
                  <a:ext uri="{C183D7F6-B498-43B3-948B-1728B52AA6E4}">
                    <adec:decorative xmlns:adec="http://schemas.microsoft.com/office/drawing/2017/decorative" val="1"/>
                  </a:ext>
                </a:extLst>
              </p:cNvPr>
              <p:cNvSpPr>
                <a:spLocks noChangeAspect="1"/>
              </p:cNvSpPr>
              <p:nvPr/>
            </p:nvSpPr>
            <p:spPr>
              <a:xfrm>
                <a:off x="8003111" y="3447783"/>
                <a:ext cx="98597" cy="152378"/>
              </a:xfrm>
              <a:custGeom>
                <a:avLst/>
                <a:gdLst>
                  <a:gd name="connsiteX0" fmla="*/ 72155 w 98597"/>
                  <a:gd name="connsiteY0" fmla="*/ 47954 h 152377"/>
                  <a:gd name="connsiteX1" fmla="*/ 72155 w 98597"/>
                  <a:gd name="connsiteY1" fmla="*/ 4482 h 152377"/>
                  <a:gd name="connsiteX2" fmla="*/ 74844 w 98597"/>
                  <a:gd name="connsiteY2" fmla="*/ 4482 h 152377"/>
                  <a:gd name="connsiteX3" fmla="*/ 77085 w 98597"/>
                  <a:gd name="connsiteY3" fmla="*/ 2241 h 152377"/>
                  <a:gd name="connsiteX4" fmla="*/ 74844 w 98597"/>
                  <a:gd name="connsiteY4" fmla="*/ 0 h 152377"/>
                  <a:gd name="connsiteX5" fmla="*/ 22857 w 98597"/>
                  <a:gd name="connsiteY5" fmla="*/ 0 h 152377"/>
                  <a:gd name="connsiteX6" fmla="*/ 20616 w 98597"/>
                  <a:gd name="connsiteY6" fmla="*/ 2241 h 152377"/>
                  <a:gd name="connsiteX7" fmla="*/ 22857 w 98597"/>
                  <a:gd name="connsiteY7" fmla="*/ 4482 h 152377"/>
                  <a:gd name="connsiteX8" fmla="*/ 27338 w 98597"/>
                  <a:gd name="connsiteY8" fmla="*/ 4482 h 152377"/>
                  <a:gd name="connsiteX9" fmla="*/ 27338 w 98597"/>
                  <a:gd name="connsiteY9" fmla="*/ 47954 h 152377"/>
                  <a:gd name="connsiteX10" fmla="*/ 0 w 98597"/>
                  <a:gd name="connsiteY10" fmla="*/ 96805 h 152377"/>
                  <a:gd name="connsiteX11" fmla="*/ 2241 w 98597"/>
                  <a:gd name="connsiteY11" fmla="*/ 99046 h 152377"/>
                  <a:gd name="connsiteX12" fmla="*/ 47506 w 98597"/>
                  <a:gd name="connsiteY12" fmla="*/ 99046 h 152377"/>
                  <a:gd name="connsiteX13" fmla="*/ 47506 w 98597"/>
                  <a:gd name="connsiteY13" fmla="*/ 150137 h 152377"/>
                  <a:gd name="connsiteX14" fmla="*/ 49747 w 98597"/>
                  <a:gd name="connsiteY14" fmla="*/ 152378 h 152377"/>
                  <a:gd name="connsiteX15" fmla="*/ 51988 w 98597"/>
                  <a:gd name="connsiteY15" fmla="*/ 150137 h 152377"/>
                  <a:gd name="connsiteX16" fmla="*/ 51988 w 98597"/>
                  <a:gd name="connsiteY16" fmla="*/ 99046 h 152377"/>
                  <a:gd name="connsiteX17" fmla="*/ 97253 w 98597"/>
                  <a:gd name="connsiteY17" fmla="*/ 99046 h 152377"/>
                  <a:gd name="connsiteX18" fmla="*/ 99494 w 98597"/>
                  <a:gd name="connsiteY18" fmla="*/ 96805 h 152377"/>
                  <a:gd name="connsiteX19" fmla="*/ 72155 w 98597"/>
                  <a:gd name="connsiteY19" fmla="*/ 47954 h 152377"/>
                  <a:gd name="connsiteX20" fmla="*/ 4482 w 98597"/>
                  <a:gd name="connsiteY20" fmla="*/ 94564 h 152377"/>
                  <a:gd name="connsiteX21" fmla="*/ 30027 w 98597"/>
                  <a:gd name="connsiteY21" fmla="*/ 51988 h 152377"/>
                  <a:gd name="connsiteX22" fmla="*/ 31820 w 98597"/>
                  <a:gd name="connsiteY22" fmla="*/ 49747 h 152377"/>
                  <a:gd name="connsiteX23" fmla="*/ 31820 w 98597"/>
                  <a:gd name="connsiteY23" fmla="*/ 4482 h 152377"/>
                  <a:gd name="connsiteX24" fmla="*/ 67226 w 98597"/>
                  <a:gd name="connsiteY24" fmla="*/ 4482 h 152377"/>
                  <a:gd name="connsiteX25" fmla="*/ 67226 w 98597"/>
                  <a:gd name="connsiteY25" fmla="*/ 49747 h 152377"/>
                  <a:gd name="connsiteX26" fmla="*/ 69018 w 98597"/>
                  <a:gd name="connsiteY26" fmla="*/ 51988 h 152377"/>
                  <a:gd name="connsiteX27" fmla="*/ 94564 w 98597"/>
                  <a:gd name="connsiteY27" fmla="*/ 94564 h 152377"/>
                  <a:gd name="connsiteX28" fmla="*/ 4482 w 98597"/>
                  <a:gd name="connsiteY28" fmla="*/ 94564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8597" h="152377">
                    <a:moveTo>
                      <a:pt x="72155" y="47954"/>
                    </a:moveTo>
                    <a:lnTo>
                      <a:pt x="72155" y="4482"/>
                    </a:lnTo>
                    <a:lnTo>
                      <a:pt x="74844" y="4482"/>
                    </a:lnTo>
                    <a:cubicBezTo>
                      <a:pt x="76189" y="4482"/>
                      <a:pt x="77085" y="3585"/>
                      <a:pt x="77085" y="2241"/>
                    </a:cubicBezTo>
                    <a:cubicBezTo>
                      <a:pt x="77085" y="896"/>
                      <a:pt x="76189" y="0"/>
                      <a:pt x="74844" y="0"/>
                    </a:cubicBezTo>
                    <a:lnTo>
                      <a:pt x="22857" y="0"/>
                    </a:lnTo>
                    <a:cubicBezTo>
                      <a:pt x="21512" y="0"/>
                      <a:pt x="20616" y="896"/>
                      <a:pt x="20616" y="2241"/>
                    </a:cubicBezTo>
                    <a:cubicBezTo>
                      <a:pt x="20616" y="3585"/>
                      <a:pt x="21512" y="4482"/>
                      <a:pt x="22857" y="4482"/>
                    </a:cubicBezTo>
                    <a:lnTo>
                      <a:pt x="27338" y="4482"/>
                    </a:lnTo>
                    <a:lnTo>
                      <a:pt x="27338" y="47954"/>
                    </a:lnTo>
                    <a:cubicBezTo>
                      <a:pt x="21064" y="50195"/>
                      <a:pt x="0" y="60503"/>
                      <a:pt x="0" y="96805"/>
                    </a:cubicBezTo>
                    <a:cubicBezTo>
                      <a:pt x="0" y="98149"/>
                      <a:pt x="896" y="99046"/>
                      <a:pt x="2241" y="99046"/>
                    </a:cubicBezTo>
                    <a:lnTo>
                      <a:pt x="47506" y="99046"/>
                    </a:lnTo>
                    <a:lnTo>
                      <a:pt x="47506" y="150137"/>
                    </a:lnTo>
                    <a:cubicBezTo>
                      <a:pt x="47506" y="151482"/>
                      <a:pt x="48402" y="152378"/>
                      <a:pt x="49747" y="152378"/>
                    </a:cubicBezTo>
                    <a:cubicBezTo>
                      <a:pt x="51091" y="152378"/>
                      <a:pt x="51988" y="151482"/>
                      <a:pt x="51988" y="150137"/>
                    </a:cubicBezTo>
                    <a:lnTo>
                      <a:pt x="51988" y="99046"/>
                    </a:lnTo>
                    <a:lnTo>
                      <a:pt x="97253" y="99046"/>
                    </a:lnTo>
                    <a:cubicBezTo>
                      <a:pt x="98597" y="99046"/>
                      <a:pt x="99494" y="98149"/>
                      <a:pt x="99494" y="96805"/>
                    </a:cubicBezTo>
                    <a:cubicBezTo>
                      <a:pt x="99494" y="60503"/>
                      <a:pt x="78430" y="50195"/>
                      <a:pt x="72155" y="47954"/>
                    </a:cubicBezTo>
                    <a:close/>
                    <a:moveTo>
                      <a:pt x="4482" y="94564"/>
                    </a:moveTo>
                    <a:cubicBezTo>
                      <a:pt x="5378" y="57814"/>
                      <a:pt x="29131" y="51988"/>
                      <a:pt x="30027" y="51988"/>
                    </a:cubicBezTo>
                    <a:cubicBezTo>
                      <a:pt x="30924" y="51540"/>
                      <a:pt x="31820" y="50643"/>
                      <a:pt x="31820" y="49747"/>
                    </a:cubicBezTo>
                    <a:lnTo>
                      <a:pt x="31820" y="4482"/>
                    </a:lnTo>
                    <a:lnTo>
                      <a:pt x="67226" y="4482"/>
                    </a:lnTo>
                    <a:lnTo>
                      <a:pt x="67226" y="49747"/>
                    </a:lnTo>
                    <a:cubicBezTo>
                      <a:pt x="67226" y="50643"/>
                      <a:pt x="68122" y="51540"/>
                      <a:pt x="69018" y="51988"/>
                    </a:cubicBezTo>
                    <a:cubicBezTo>
                      <a:pt x="69915" y="52436"/>
                      <a:pt x="93668" y="57814"/>
                      <a:pt x="94564" y="94564"/>
                    </a:cubicBezTo>
                    <a:lnTo>
                      <a:pt x="4482" y="94564"/>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194" name="Group 2450">
                <a:extLst>
                  <a:ext uri="{FF2B5EF4-FFF2-40B4-BE49-F238E27FC236}">
                    <a16:creationId xmlns:a16="http://schemas.microsoft.com/office/drawing/2014/main" id="{B7251E85-D302-C017-31B9-BDACDFB2D297}"/>
                  </a:ext>
                  <a:ext uri="{C183D7F6-B498-43B3-948B-1728B52AA6E4}">
                    <adec:decorative xmlns:adec="http://schemas.microsoft.com/office/drawing/2017/decorative" val="1"/>
                  </a:ext>
                </a:extLst>
              </p:cNvPr>
              <p:cNvGrpSpPr>
                <a:grpSpLocks noChangeAspect="1"/>
              </p:cNvGrpSpPr>
              <p:nvPr/>
            </p:nvGrpSpPr>
            <p:grpSpPr>
              <a:xfrm>
                <a:off x="10590398" y="3447783"/>
                <a:ext cx="152378" cy="151930"/>
                <a:chOff x="10684388" y="1412617"/>
                <a:chExt cx="152378" cy="151930"/>
              </a:xfrm>
            </p:grpSpPr>
            <p:sp>
              <p:nvSpPr>
                <p:cNvPr id="1195" name="Freeform: Shape 5479">
                  <a:extLst>
                    <a:ext uri="{FF2B5EF4-FFF2-40B4-BE49-F238E27FC236}">
                      <a16:creationId xmlns:a16="http://schemas.microsoft.com/office/drawing/2014/main" id="{223F80F7-681E-F159-1607-454DA600135D}"/>
                    </a:ext>
                  </a:extLst>
                </p:cNvPr>
                <p:cNvSpPr/>
                <p:nvPr/>
              </p:nvSpPr>
              <p:spPr>
                <a:xfrm>
                  <a:off x="10684388" y="1439059"/>
                  <a:ext cx="152378" cy="125488"/>
                </a:xfrm>
                <a:custGeom>
                  <a:avLst/>
                  <a:gdLst>
                    <a:gd name="connsiteX0" fmla="*/ 151930 w 152377"/>
                    <a:gd name="connsiteY0" fmla="*/ 14341 h 125487"/>
                    <a:gd name="connsiteX1" fmla="*/ 150137 w 152377"/>
                    <a:gd name="connsiteY1" fmla="*/ 13445 h 125487"/>
                    <a:gd name="connsiteX2" fmla="*/ 124143 w 152377"/>
                    <a:gd name="connsiteY2" fmla="*/ 13445 h 125487"/>
                    <a:gd name="connsiteX3" fmla="*/ 121902 w 152377"/>
                    <a:gd name="connsiteY3" fmla="*/ 15686 h 125487"/>
                    <a:gd name="connsiteX4" fmla="*/ 124143 w 152377"/>
                    <a:gd name="connsiteY4" fmla="*/ 17927 h 125487"/>
                    <a:gd name="connsiteX5" fmla="*/ 147448 w 152377"/>
                    <a:gd name="connsiteY5" fmla="*/ 17927 h 125487"/>
                    <a:gd name="connsiteX6" fmla="*/ 131314 w 152377"/>
                    <a:gd name="connsiteY6" fmla="*/ 80671 h 125487"/>
                    <a:gd name="connsiteX7" fmla="*/ 46161 w 152377"/>
                    <a:gd name="connsiteY7" fmla="*/ 80671 h 125487"/>
                    <a:gd name="connsiteX8" fmla="*/ 33613 w 152377"/>
                    <a:gd name="connsiteY8" fmla="*/ 17927 h 125487"/>
                    <a:gd name="connsiteX9" fmla="*/ 55125 w 152377"/>
                    <a:gd name="connsiteY9" fmla="*/ 17927 h 125487"/>
                    <a:gd name="connsiteX10" fmla="*/ 57366 w 152377"/>
                    <a:gd name="connsiteY10" fmla="*/ 15686 h 125487"/>
                    <a:gd name="connsiteX11" fmla="*/ 55125 w 152377"/>
                    <a:gd name="connsiteY11" fmla="*/ 13445 h 125487"/>
                    <a:gd name="connsiteX12" fmla="*/ 32716 w 152377"/>
                    <a:gd name="connsiteY12" fmla="*/ 13445 h 125487"/>
                    <a:gd name="connsiteX13" fmla="*/ 30476 w 152377"/>
                    <a:gd name="connsiteY13" fmla="*/ 1793 h 125487"/>
                    <a:gd name="connsiteX14" fmla="*/ 28235 w 152377"/>
                    <a:gd name="connsiteY14" fmla="*/ 0 h 125487"/>
                    <a:gd name="connsiteX15" fmla="*/ 2241 w 152377"/>
                    <a:gd name="connsiteY15" fmla="*/ 0 h 125487"/>
                    <a:gd name="connsiteX16" fmla="*/ 0 w 152377"/>
                    <a:gd name="connsiteY16" fmla="*/ 2241 h 125487"/>
                    <a:gd name="connsiteX17" fmla="*/ 2241 w 152377"/>
                    <a:gd name="connsiteY17" fmla="*/ 4482 h 125487"/>
                    <a:gd name="connsiteX18" fmla="*/ 26442 w 152377"/>
                    <a:gd name="connsiteY18" fmla="*/ 4482 h 125487"/>
                    <a:gd name="connsiteX19" fmla="*/ 44817 w 152377"/>
                    <a:gd name="connsiteY19" fmla="*/ 96805 h 125487"/>
                    <a:gd name="connsiteX20" fmla="*/ 47058 w 152377"/>
                    <a:gd name="connsiteY20" fmla="*/ 98597 h 125487"/>
                    <a:gd name="connsiteX21" fmla="*/ 49299 w 152377"/>
                    <a:gd name="connsiteY21" fmla="*/ 98597 h 125487"/>
                    <a:gd name="connsiteX22" fmla="*/ 44817 w 152377"/>
                    <a:gd name="connsiteY22" fmla="*/ 109802 h 125487"/>
                    <a:gd name="connsiteX23" fmla="*/ 59607 w 152377"/>
                    <a:gd name="connsiteY23" fmla="*/ 125488 h 125487"/>
                    <a:gd name="connsiteX24" fmla="*/ 74396 w 152377"/>
                    <a:gd name="connsiteY24" fmla="*/ 109802 h 125487"/>
                    <a:gd name="connsiteX25" fmla="*/ 69914 w 152377"/>
                    <a:gd name="connsiteY25" fmla="*/ 98597 h 125487"/>
                    <a:gd name="connsiteX26" fmla="*/ 100390 w 152377"/>
                    <a:gd name="connsiteY26" fmla="*/ 98597 h 125487"/>
                    <a:gd name="connsiteX27" fmla="*/ 95908 w 152377"/>
                    <a:gd name="connsiteY27" fmla="*/ 109802 h 125487"/>
                    <a:gd name="connsiteX28" fmla="*/ 110698 w 152377"/>
                    <a:gd name="connsiteY28" fmla="*/ 125488 h 125487"/>
                    <a:gd name="connsiteX29" fmla="*/ 125488 w 152377"/>
                    <a:gd name="connsiteY29" fmla="*/ 109802 h 125487"/>
                    <a:gd name="connsiteX30" fmla="*/ 121006 w 152377"/>
                    <a:gd name="connsiteY30" fmla="*/ 98597 h 125487"/>
                    <a:gd name="connsiteX31" fmla="*/ 132210 w 152377"/>
                    <a:gd name="connsiteY31" fmla="*/ 98597 h 125487"/>
                    <a:gd name="connsiteX32" fmla="*/ 134451 w 152377"/>
                    <a:gd name="connsiteY32" fmla="*/ 96357 h 125487"/>
                    <a:gd name="connsiteX33" fmla="*/ 132210 w 152377"/>
                    <a:gd name="connsiteY33" fmla="*/ 94116 h 125487"/>
                    <a:gd name="connsiteX34" fmla="*/ 48850 w 152377"/>
                    <a:gd name="connsiteY34" fmla="*/ 94116 h 125487"/>
                    <a:gd name="connsiteX35" fmla="*/ 47058 w 152377"/>
                    <a:gd name="connsiteY35" fmla="*/ 85152 h 125487"/>
                    <a:gd name="connsiteX36" fmla="*/ 132658 w 152377"/>
                    <a:gd name="connsiteY36" fmla="*/ 85152 h 125487"/>
                    <a:gd name="connsiteX37" fmla="*/ 134899 w 152377"/>
                    <a:gd name="connsiteY37" fmla="*/ 83360 h 125487"/>
                    <a:gd name="connsiteX38" fmla="*/ 152378 w 152377"/>
                    <a:gd name="connsiteY38" fmla="*/ 16134 h 125487"/>
                    <a:gd name="connsiteX39" fmla="*/ 151930 w 152377"/>
                    <a:gd name="connsiteY39" fmla="*/ 14341 h 125487"/>
                    <a:gd name="connsiteX40" fmla="*/ 121006 w 152377"/>
                    <a:gd name="connsiteY40" fmla="*/ 110250 h 125487"/>
                    <a:gd name="connsiteX41" fmla="*/ 110698 w 152377"/>
                    <a:gd name="connsiteY41" fmla="*/ 121454 h 125487"/>
                    <a:gd name="connsiteX42" fmla="*/ 100390 w 152377"/>
                    <a:gd name="connsiteY42" fmla="*/ 110250 h 125487"/>
                    <a:gd name="connsiteX43" fmla="*/ 110698 w 152377"/>
                    <a:gd name="connsiteY43" fmla="*/ 99046 h 125487"/>
                    <a:gd name="connsiteX44" fmla="*/ 121006 w 152377"/>
                    <a:gd name="connsiteY44" fmla="*/ 110250 h 125487"/>
                    <a:gd name="connsiteX45" fmla="*/ 69914 w 152377"/>
                    <a:gd name="connsiteY45" fmla="*/ 110250 h 125487"/>
                    <a:gd name="connsiteX46" fmla="*/ 59607 w 152377"/>
                    <a:gd name="connsiteY46" fmla="*/ 121454 h 125487"/>
                    <a:gd name="connsiteX47" fmla="*/ 49299 w 152377"/>
                    <a:gd name="connsiteY47" fmla="*/ 110250 h 125487"/>
                    <a:gd name="connsiteX48" fmla="*/ 59607 w 152377"/>
                    <a:gd name="connsiteY48" fmla="*/ 99046 h 125487"/>
                    <a:gd name="connsiteX49" fmla="*/ 69914 w 152377"/>
                    <a:gd name="connsiteY49" fmla="*/ 110250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2377" h="125487">
                      <a:moveTo>
                        <a:pt x="151930" y="14341"/>
                      </a:moveTo>
                      <a:cubicBezTo>
                        <a:pt x="151481" y="13893"/>
                        <a:pt x="151033" y="13445"/>
                        <a:pt x="150137" y="13445"/>
                      </a:cubicBezTo>
                      <a:lnTo>
                        <a:pt x="124143" y="13445"/>
                      </a:lnTo>
                      <a:cubicBezTo>
                        <a:pt x="122798" y="13445"/>
                        <a:pt x="121902" y="14341"/>
                        <a:pt x="121902" y="15686"/>
                      </a:cubicBezTo>
                      <a:cubicBezTo>
                        <a:pt x="121902" y="17030"/>
                        <a:pt x="122798" y="17927"/>
                        <a:pt x="124143" y="17927"/>
                      </a:cubicBezTo>
                      <a:lnTo>
                        <a:pt x="147448" y="17927"/>
                      </a:lnTo>
                      <a:lnTo>
                        <a:pt x="131314" y="80671"/>
                      </a:lnTo>
                      <a:lnTo>
                        <a:pt x="46161" y="80671"/>
                      </a:lnTo>
                      <a:lnTo>
                        <a:pt x="33613" y="17927"/>
                      </a:lnTo>
                      <a:lnTo>
                        <a:pt x="55125" y="17927"/>
                      </a:lnTo>
                      <a:cubicBezTo>
                        <a:pt x="56469" y="17927"/>
                        <a:pt x="57366" y="17030"/>
                        <a:pt x="57366" y="15686"/>
                      </a:cubicBezTo>
                      <a:cubicBezTo>
                        <a:pt x="57366" y="14341"/>
                        <a:pt x="56469" y="13445"/>
                        <a:pt x="55125" y="13445"/>
                      </a:cubicBezTo>
                      <a:lnTo>
                        <a:pt x="32716" y="13445"/>
                      </a:lnTo>
                      <a:lnTo>
                        <a:pt x="30476" y="1793"/>
                      </a:lnTo>
                      <a:cubicBezTo>
                        <a:pt x="30476" y="896"/>
                        <a:pt x="29131" y="0"/>
                        <a:pt x="28235" y="0"/>
                      </a:cubicBezTo>
                      <a:lnTo>
                        <a:pt x="2241" y="0"/>
                      </a:lnTo>
                      <a:cubicBezTo>
                        <a:pt x="896" y="0"/>
                        <a:pt x="0" y="896"/>
                        <a:pt x="0" y="2241"/>
                      </a:cubicBezTo>
                      <a:cubicBezTo>
                        <a:pt x="0" y="3585"/>
                        <a:pt x="896" y="4482"/>
                        <a:pt x="2241" y="4482"/>
                      </a:cubicBezTo>
                      <a:lnTo>
                        <a:pt x="26442" y="4482"/>
                      </a:lnTo>
                      <a:lnTo>
                        <a:pt x="44817" y="96805"/>
                      </a:lnTo>
                      <a:cubicBezTo>
                        <a:pt x="44817" y="97701"/>
                        <a:pt x="46161" y="98597"/>
                        <a:pt x="47058" y="98597"/>
                      </a:cubicBezTo>
                      <a:lnTo>
                        <a:pt x="49299" y="98597"/>
                      </a:lnTo>
                      <a:cubicBezTo>
                        <a:pt x="46610" y="101287"/>
                        <a:pt x="44817" y="105320"/>
                        <a:pt x="44817" y="109802"/>
                      </a:cubicBezTo>
                      <a:cubicBezTo>
                        <a:pt x="44817" y="118317"/>
                        <a:pt x="51540" y="125488"/>
                        <a:pt x="59607" y="125488"/>
                      </a:cubicBezTo>
                      <a:cubicBezTo>
                        <a:pt x="67674" y="125488"/>
                        <a:pt x="74396" y="118317"/>
                        <a:pt x="74396" y="109802"/>
                      </a:cubicBezTo>
                      <a:cubicBezTo>
                        <a:pt x="74396" y="105320"/>
                        <a:pt x="72604" y="101287"/>
                        <a:pt x="69914" y="98597"/>
                      </a:cubicBezTo>
                      <a:lnTo>
                        <a:pt x="100390" y="98597"/>
                      </a:lnTo>
                      <a:cubicBezTo>
                        <a:pt x="97701" y="101287"/>
                        <a:pt x="95908" y="105320"/>
                        <a:pt x="95908" y="109802"/>
                      </a:cubicBezTo>
                      <a:cubicBezTo>
                        <a:pt x="95908" y="118317"/>
                        <a:pt x="102631" y="125488"/>
                        <a:pt x="110698" y="125488"/>
                      </a:cubicBezTo>
                      <a:cubicBezTo>
                        <a:pt x="118765" y="125488"/>
                        <a:pt x="125488" y="118317"/>
                        <a:pt x="125488" y="109802"/>
                      </a:cubicBezTo>
                      <a:cubicBezTo>
                        <a:pt x="125488" y="105320"/>
                        <a:pt x="123695" y="101287"/>
                        <a:pt x="121006" y="98597"/>
                      </a:cubicBezTo>
                      <a:lnTo>
                        <a:pt x="132210" y="98597"/>
                      </a:lnTo>
                      <a:cubicBezTo>
                        <a:pt x="133555" y="98597"/>
                        <a:pt x="134451" y="97701"/>
                        <a:pt x="134451" y="96357"/>
                      </a:cubicBezTo>
                      <a:cubicBezTo>
                        <a:pt x="134451" y="95012"/>
                        <a:pt x="133555" y="94116"/>
                        <a:pt x="132210" y="94116"/>
                      </a:cubicBezTo>
                      <a:lnTo>
                        <a:pt x="48850" y="94116"/>
                      </a:lnTo>
                      <a:lnTo>
                        <a:pt x="47058" y="85152"/>
                      </a:lnTo>
                      <a:lnTo>
                        <a:pt x="132658" y="85152"/>
                      </a:lnTo>
                      <a:cubicBezTo>
                        <a:pt x="133555" y="85152"/>
                        <a:pt x="134451" y="84256"/>
                        <a:pt x="134899" y="83360"/>
                      </a:cubicBezTo>
                      <a:lnTo>
                        <a:pt x="152378" y="16134"/>
                      </a:lnTo>
                      <a:cubicBezTo>
                        <a:pt x="152378" y="15686"/>
                        <a:pt x="152378" y="15238"/>
                        <a:pt x="151930" y="14341"/>
                      </a:cubicBezTo>
                      <a:close/>
                      <a:moveTo>
                        <a:pt x="121006" y="110250"/>
                      </a:moveTo>
                      <a:cubicBezTo>
                        <a:pt x="121006" y="116524"/>
                        <a:pt x="116524" y="121454"/>
                        <a:pt x="110698" y="121454"/>
                      </a:cubicBezTo>
                      <a:cubicBezTo>
                        <a:pt x="104872" y="121454"/>
                        <a:pt x="100390" y="116524"/>
                        <a:pt x="100390" y="110250"/>
                      </a:cubicBezTo>
                      <a:cubicBezTo>
                        <a:pt x="100390" y="103976"/>
                        <a:pt x="104872" y="99046"/>
                        <a:pt x="110698" y="99046"/>
                      </a:cubicBezTo>
                      <a:cubicBezTo>
                        <a:pt x="116524" y="99046"/>
                        <a:pt x="121006" y="103976"/>
                        <a:pt x="121006" y="110250"/>
                      </a:cubicBezTo>
                      <a:close/>
                      <a:moveTo>
                        <a:pt x="69914" y="110250"/>
                      </a:moveTo>
                      <a:cubicBezTo>
                        <a:pt x="69914" y="116524"/>
                        <a:pt x="65433" y="121454"/>
                        <a:pt x="59607" y="121454"/>
                      </a:cubicBezTo>
                      <a:cubicBezTo>
                        <a:pt x="53780" y="121454"/>
                        <a:pt x="49299" y="116524"/>
                        <a:pt x="49299" y="110250"/>
                      </a:cubicBezTo>
                      <a:cubicBezTo>
                        <a:pt x="49299" y="103976"/>
                        <a:pt x="53780" y="99046"/>
                        <a:pt x="59607" y="99046"/>
                      </a:cubicBezTo>
                      <a:cubicBezTo>
                        <a:pt x="65433" y="99046"/>
                        <a:pt x="69914" y="103976"/>
                        <a:pt x="69914" y="11025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96" name="Freeform: Shape 5480">
                  <a:extLst>
                    <a:ext uri="{FF2B5EF4-FFF2-40B4-BE49-F238E27FC236}">
                      <a16:creationId xmlns:a16="http://schemas.microsoft.com/office/drawing/2014/main" id="{6A838C56-B9E4-8C50-5D7B-DD3F4E9CA163}"/>
                    </a:ext>
                  </a:extLst>
                </p:cNvPr>
                <p:cNvSpPr/>
                <p:nvPr/>
              </p:nvSpPr>
              <p:spPr>
                <a:xfrm>
                  <a:off x="10747356" y="1412617"/>
                  <a:ext cx="53780" cy="76189"/>
                </a:xfrm>
                <a:custGeom>
                  <a:avLst/>
                  <a:gdLst>
                    <a:gd name="connsiteX0" fmla="*/ 24873 w 53780"/>
                    <a:gd name="connsiteY0" fmla="*/ 78878 h 76188"/>
                    <a:gd name="connsiteX1" fmla="*/ 24873 w 53780"/>
                    <a:gd name="connsiteY1" fmla="*/ 78878 h 76188"/>
                    <a:gd name="connsiteX2" fmla="*/ 26666 w 53780"/>
                    <a:gd name="connsiteY2" fmla="*/ 79774 h 76188"/>
                    <a:gd name="connsiteX3" fmla="*/ 28459 w 53780"/>
                    <a:gd name="connsiteY3" fmla="*/ 79326 h 76188"/>
                    <a:gd name="connsiteX4" fmla="*/ 28459 w 53780"/>
                    <a:gd name="connsiteY4" fmla="*/ 79326 h 76188"/>
                    <a:gd name="connsiteX5" fmla="*/ 53556 w 53780"/>
                    <a:gd name="connsiteY5" fmla="*/ 53780 h 76188"/>
                    <a:gd name="connsiteX6" fmla="*/ 53556 w 53780"/>
                    <a:gd name="connsiteY6" fmla="*/ 50643 h 76188"/>
                    <a:gd name="connsiteX7" fmla="*/ 50419 w 53780"/>
                    <a:gd name="connsiteY7" fmla="*/ 50643 h 76188"/>
                    <a:gd name="connsiteX8" fmla="*/ 29355 w 53780"/>
                    <a:gd name="connsiteY8" fmla="*/ 72604 h 76188"/>
                    <a:gd name="connsiteX9" fmla="*/ 29355 w 53780"/>
                    <a:gd name="connsiteY9" fmla="*/ 2241 h 76188"/>
                    <a:gd name="connsiteX10" fmla="*/ 27114 w 53780"/>
                    <a:gd name="connsiteY10" fmla="*/ 0 h 76188"/>
                    <a:gd name="connsiteX11" fmla="*/ 24873 w 53780"/>
                    <a:gd name="connsiteY11" fmla="*/ 2241 h 76188"/>
                    <a:gd name="connsiteX12" fmla="*/ 24873 w 53780"/>
                    <a:gd name="connsiteY12" fmla="*/ 72155 h 76188"/>
                    <a:gd name="connsiteX13" fmla="*/ 3809 w 53780"/>
                    <a:gd name="connsiteY13" fmla="*/ 50195 h 76188"/>
                    <a:gd name="connsiteX14" fmla="*/ 672 w 53780"/>
                    <a:gd name="connsiteY14" fmla="*/ 50195 h 76188"/>
                    <a:gd name="connsiteX15" fmla="*/ 672 w 53780"/>
                    <a:gd name="connsiteY15" fmla="*/ 53332 h 76188"/>
                    <a:gd name="connsiteX16" fmla="*/ 24873 w 53780"/>
                    <a:gd name="connsiteY16" fmla="*/ 78878 h 7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780" h="76188">
                      <a:moveTo>
                        <a:pt x="24873" y="78878"/>
                      </a:moveTo>
                      <a:cubicBezTo>
                        <a:pt x="24873" y="78878"/>
                        <a:pt x="24873" y="78878"/>
                        <a:pt x="24873" y="78878"/>
                      </a:cubicBezTo>
                      <a:cubicBezTo>
                        <a:pt x="25322" y="79326"/>
                        <a:pt x="25770" y="79774"/>
                        <a:pt x="26666" y="79774"/>
                      </a:cubicBezTo>
                      <a:cubicBezTo>
                        <a:pt x="27114" y="79774"/>
                        <a:pt x="28011" y="79326"/>
                        <a:pt x="28459" y="79326"/>
                      </a:cubicBezTo>
                      <a:cubicBezTo>
                        <a:pt x="28459" y="79326"/>
                        <a:pt x="28459" y="79326"/>
                        <a:pt x="28459" y="79326"/>
                      </a:cubicBezTo>
                      <a:lnTo>
                        <a:pt x="53556" y="53780"/>
                      </a:lnTo>
                      <a:cubicBezTo>
                        <a:pt x="54453" y="52884"/>
                        <a:pt x="54453" y="51540"/>
                        <a:pt x="53556" y="50643"/>
                      </a:cubicBezTo>
                      <a:cubicBezTo>
                        <a:pt x="52660" y="49747"/>
                        <a:pt x="51315" y="49747"/>
                        <a:pt x="50419" y="50643"/>
                      </a:cubicBezTo>
                      <a:lnTo>
                        <a:pt x="29355" y="72604"/>
                      </a:lnTo>
                      <a:lnTo>
                        <a:pt x="29355" y="2241"/>
                      </a:lnTo>
                      <a:cubicBezTo>
                        <a:pt x="29355" y="896"/>
                        <a:pt x="28459" y="0"/>
                        <a:pt x="27114" y="0"/>
                      </a:cubicBezTo>
                      <a:cubicBezTo>
                        <a:pt x="25770" y="0"/>
                        <a:pt x="24873" y="896"/>
                        <a:pt x="24873" y="2241"/>
                      </a:cubicBezTo>
                      <a:lnTo>
                        <a:pt x="24873" y="72155"/>
                      </a:lnTo>
                      <a:lnTo>
                        <a:pt x="3809" y="50195"/>
                      </a:lnTo>
                      <a:cubicBezTo>
                        <a:pt x="2913" y="49299"/>
                        <a:pt x="1568" y="49299"/>
                        <a:pt x="672" y="50195"/>
                      </a:cubicBezTo>
                      <a:cubicBezTo>
                        <a:pt x="-224" y="51091"/>
                        <a:pt x="-224" y="52436"/>
                        <a:pt x="672" y="53332"/>
                      </a:cubicBezTo>
                      <a:lnTo>
                        <a:pt x="24873" y="78878"/>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197" name="Group 2451">
                <a:extLst>
                  <a:ext uri="{FF2B5EF4-FFF2-40B4-BE49-F238E27FC236}">
                    <a16:creationId xmlns:a16="http://schemas.microsoft.com/office/drawing/2014/main" id="{E10E7EFD-9E96-CD22-AA1C-53D1A893D631}"/>
                  </a:ext>
                  <a:ext uri="{C183D7F6-B498-43B3-948B-1728B52AA6E4}">
                    <adec:decorative xmlns:adec="http://schemas.microsoft.com/office/drawing/2017/decorative" val="1"/>
                  </a:ext>
                </a:extLst>
              </p:cNvPr>
              <p:cNvGrpSpPr>
                <a:grpSpLocks noChangeAspect="1"/>
              </p:cNvGrpSpPr>
              <p:nvPr/>
            </p:nvGrpSpPr>
            <p:grpSpPr>
              <a:xfrm>
                <a:off x="11380074" y="3460762"/>
                <a:ext cx="152378" cy="138951"/>
                <a:chOff x="11474064" y="1425596"/>
                <a:chExt cx="152378" cy="138951"/>
              </a:xfrm>
            </p:grpSpPr>
            <p:sp>
              <p:nvSpPr>
                <p:cNvPr id="1198" name="Freeform: Shape 5475">
                  <a:extLst>
                    <a:ext uri="{FF2B5EF4-FFF2-40B4-BE49-F238E27FC236}">
                      <a16:creationId xmlns:a16="http://schemas.microsoft.com/office/drawing/2014/main" id="{56BB55E7-A813-C7D4-980A-773EEE407D74}"/>
                    </a:ext>
                  </a:extLst>
                </p:cNvPr>
                <p:cNvSpPr/>
                <p:nvPr/>
              </p:nvSpPr>
              <p:spPr>
                <a:xfrm>
                  <a:off x="11543978" y="1425596"/>
                  <a:ext cx="26890" cy="49299"/>
                </a:xfrm>
                <a:custGeom>
                  <a:avLst/>
                  <a:gdLst>
                    <a:gd name="connsiteX0" fmla="*/ 1345 w 26890"/>
                    <a:gd name="connsiteY0" fmla="*/ 51558 h 49298"/>
                    <a:gd name="connsiteX1" fmla="*/ 2241 w 26890"/>
                    <a:gd name="connsiteY1" fmla="*/ 52006 h 49298"/>
                    <a:gd name="connsiteX2" fmla="*/ 4034 w 26890"/>
                    <a:gd name="connsiteY2" fmla="*/ 50661 h 49298"/>
                    <a:gd name="connsiteX3" fmla="*/ 30924 w 26890"/>
                    <a:gd name="connsiteY3" fmla="*/ 3604 h 49298"/>
                    <a:gd name="connsiteX4" fmla="*/ 30027 w 26890"/>
                    <a:gd name="connsiteY4" fmla="*/ 466 h 49298"/>
                    <a:gd name="connsiteX5" fmla="*/ 26890 w 26890"/>
                    <a:gd name="connsiteY5" fmla="*/ 1363 h 49298"/>
                    <a:gd name="connsiteX6" fmla="*/ 0 w 26890"/>
                    <a:gd name="connsiteY6" fmla="*/ 48421 h 49298"/>
                    <a:gd name="connsiteX7" fmla="*/ 1345 w 26890"/>
                    <a:gd name="connsiteY7" fmla="*/ 51558 h 4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0" h="49298">
                      <a:moveTo>
                        <a:pt x="1345" y="51558"/>
                      </a:moveTo>
                      <a:cubicBezTo>
                        <a:pt x="1793" y="51558"/>
                        <a:pt x="2241" y="52006"/>
                        <a:pt x="2241" y="52006"/>
                      </a:cubicBezTo>
                      <a:cubicBezTo>
                        <a:pt x="3137" y="52006"/>
                        <a:pt x="3586" y="51558"/>
                        <a:pt x="4034" y="50661"/>
                      </a:cubicBezTo>
                      <a:lnTo>
                        <a:pt x="30924" y="3604"/>
                      </a:lnTo>
                      <a:cubicBezTo>
                        <a:pt x="31372" y="2707"/>
                        <a:pt x="31372" y="1363"/>
                        <a:pt x="30027" y="466"/>
                      </a:cubicBezTo>
                      <a:cubicBezTo>
                        <a:pt x="28683" y="-430"/>
                        <a:pt x="27786" y="18"/>
                        <a:pt x="26890" y="1363"/>
                      </a:cubicBezTo>
                      <a:lnTo>
                        <a:pt x="0" y="48421"/>
                      </a:lnTo>
                      <a:cubicBezTo>
                        <a:pt x="0" y="49765"/>
                        <a:pt x="448" y="51110"/>
                        <a:pt x="1345" y="5155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199" name="Freeform: Shape 5476">
                  <a:extLst>
                    <a:ext uri="{FF2B5EF4-FFF2-40B4-BE49-F238E27FC236}">
                      <a16:creationId xmlns:a16="http://schemas.microsoft.com/office/drawing/2014/main" id="{CA3CD68D-3F09-C4F6-F142-D47EC4ABFC87}"/>
                    </a:ext>
                  </a:extLst>
                </p:cNvPr>
                <p:cNvSpPr/>
                <p:nvPr/>
              </p:nvSpPr>
              <p:spPr>
                <a:xfrm>
                  <a:off x="11474064" y="1439059"/>
                  <a:ext cx="152378" cy="125488"/>
                </a:xfrm>
                <a:custGeom>
                  <a:avLst/>
                  <a:gdLst>
                    <a:gd name="connsiteX0" fmla="*/ 151481 w 152377"/>
                    <a:gd name="connsiteY0" fmla="*/ 14341 h 125487"/>
                    <a:gd name="connsiteX1" fmla="*/ 149689 w 152377"/>
                    <a:gd name="connsiteY1" fmla="*/ 13445 h 125487"/>
                    <a:gd name="connsiteX2" fmla="*/ 123695 w 152377"/>
                    <a:gd name="connsiteY2" fmla="*/ 13445 h 125487"/>
                    <a:gd name="connsiteX3" fmla="*/ 121454 w 152377"/>
                    <a:gd name="connsiteY3" fmla="*/ 15686 h 125487"/>
                    <a:gd name="connsiteX4" fmla="*/ 123695 w 152377"/>
                    <a:gd name="connsiteY4" fmla="*/ 17927 h 125487"/>
                    <a:gd name="connsiteX5" fmla="*/ 146999 w 152377"/>
                    <a:gd name="connsiteY5" fmla="*/ 17927 h 125487"/>
                    <a:gd name="connsiteX6" fmla="*/ 130865 w 152377"/>
                    <a:gd name="connsiteY6" fmla="*/ 80671 h 125487"/>
                    <a:gd name="connsiteX7" fmla="*/ 46161 w 152377"/>
                    <a:gd name="connsiteY7" fmla="*/ 80671 h 125487"/>
                    <a:gd name="connsiteX8" fmla="*/ 33613 w 152377"/>
                    <a:gd name="connsiteY8" fmla="*/ 17927 h 125487"/>
                    <a:gd name="connsiteX9" fmla="*/ 55125 w 152377"/>
                    <a:gd name="connsiteY9" fmla="*/ 17927 h 125487"/>
                    <a:gd name="connsiteX10" fmla="*/ 57365 w 152377"/>
                    <a:gd name="connsiteY10" fmla="*/ 15686 h 125487"/>
                    <a:gd name="connsiteX11" fmla="*/ 55125 w 152377"/>
                    <a:gd name="connsiteY11" fmla="*/ 13445 h 125487"/>
                    <a:gd name="connsiteX12" fmla="*/ 32716 w 152377"/>
                    <a:gd name="connsiteY12" fmla="*/ 13445 h 125487"/>
                    <a:gd name="connsiteX13" fmla="*/ 30475 w 152377"/>
                    <a:gd name="connsiteY13" fmla="*/ 1793 h 125487"/>
                    <a:gd name="connsiteX14" fmla="*/ 28234 w 152377"/>
                    <a:gd name="connsiteY14" fmla="*/ 0 h 125487"/>
                    <a:gd name="connsiteX15" fmla="*/ 2241 w 152377"/>
                    <a:gd name="connsiteY15" fmla="*/ 0 h 125487"/>
                    <a:gd name="connsiteX16" fmla="*/ 0 w 152377"/>
                    <a:gd name="connsiteY16" fmla="*/ 2241 h 125487"/>
                    <a:gd name="connsiteX17" fmla="*/ 2241 w 152377"/>
                    <a:gd name="connsiteY17" fmla="*/ 4482 h 125487"/>
                    <a:gd name="connsiteX18" fmla="*/ 26442 w 152377"/>
                    <a:gd name="connsiteY18" fmla="*/ 4482 h 125487"/>
                    <a:gd name="connsiteX19" fmla="*/ 44817 w 152377"/>
                    <a:gd name="connsiteY19" fmla="*/ 96805 h 125487"/>
                    <a:gd name="connsiteX20" fmla="*/ 47058 w 152377"/>
                    <a:gd name="connsiteY20" fmla="*/ 98597 h 125487"/>
                    <a:gd name="connsiteX21" fmla="*/ 49299 w 152377"/>
                    <a:gd name="connsiteY21" fmla="*/ 98597 h 125487"/>
                    <a:gd name="connsiteX22" fmla="*/ 44817 w 152377"/>
                    <a:gd name="connsiteY22" fmla="*/ 109802 h 125487"/>
                    <a:gd name="connsiteX23" fmla="*/ 59606 w 152377"/>
                    <a:gd name="connsiteY23" fmla="*/ 125488 h 125487"/>
                    <a:gd name="connsiteX24" fmla="*/ 74396 w 152377"/>
                    <a:gd name="connsiteY24" fmla="*/ 109802 h 125487"/>
                    <a:gd name="connsiteX25" fmla="*/ 69914 w 152377"/>
                    <a:gd name="connsiteY25" fmla="*/ 98597 h 125487"/>
                    <a:gd name="connsiteX26" fmla="*/ 100390 w 152377"/>
                    <a:gd name="connsiteY26" fmla="*/ 98597 h 125487"/>
                    <a:gd name="connsiteX27" fmla="*/ 95909 w 152377"/>
                    <a:gd name="connsiteY27" fmla="*/ 109802 h 125487"/>
                    <a:gd name="connsiteX28" fmla="*/ 110698 w 152377"/>
                    <a:gd name="connsiteY28" fmla="*/ 125488 h 125487"/>
                    <a:gd name="connsiteX29" fmla="*/ 125488 w 152377"/>
                    <a:gd name="connsiteY29" fmla="*/ 109802 h 125487"/>
                    <a:gd name="connsiteX30" fmla="*/ 121006 w 152377"/>
                    <a:gd name="connsiteY30" fmla="*/ 98597 h 125487"/>
                    <a:gd name="connsiteX31" fmla="*/ 132210 w 152377"/>
                    <a:gd name="connsiteY31" fmla="*/ 98597 h 125487"/>
                    <a:gd name="connsiteX32" fmla="*/ 134451 w 152377"/>
                    <a:gd name="connsiteY32" fmla="*/ 96357 h 125487"/>
                    <a:gd name="connsiteX33" fmla="*/ 132210 w 152377"/>
                    <a:gd name="connsiteY33" fmla="*/ 94116 h 125487"/>
                    <a:gd name="connsiteX34" fmla="*/ 48851 w 152377"/>
                    <a:gd name="connsiteY34" fmla="*/ 94116 h 125487"/>
                    <a:gd name="connsiteX35" fmla="*/ 47058 w 152377"/>
                    <a:gd name="connsiteY35" fmla="*/ 85152 h 125487"/>
                    <a:gd name="connsiteX36" fmla="*/ 132658 w 152377"/>
                    <a:gd name="connsiteY36" fmla="*/ 85152 h 125487"/>
                    <a:gd name="connsiteX37" fmla="*/ 134899 w 152377"/>
                    <a:gd name="connsiteY37" fmla="*/ 83360 h 125487"/>
                    <a:gd name="connsiteX38" fmla="*/ 152378 w 152377"/>
                    <a:gd name="connsiteY38" fmla="*/ 16134 h 125487"/>
                    <a:gd name="connsiteX39" fmla="*/ 151481 w 152377"/>
                    <a:gd name="connsiteY39" fmla="*/ 14341 h 125487"/>
                    <a:gd name="connsiteX40" fmla="*/ 120558 w 152377"/>
                    <a:gd name="connsiteY40" fmla="*/ 110250 h 125487"/>
                    <a:gd name="connsiteX41" fmla="*/ 110250 w 152377"/>
                    <a:gd name="connsiteY41" fmla="*/ 121454 h 125487"/>
                    <a:gd name="connsiteX42" fmla="*/ 99942 w 152377"/>
                    <a:gd name="connsiteY42" fmla="*/ 110250 h 125487"/>
                    <a:gd name="connsiteX43" fmla="*/ 110250 w 152377"/>
                    <a:gd name="connsiteY43" fmla="*/ 99046 h 125487"/>
                    <a:gd name="connsiteX44" fmla="*/ 120558 w 152377"/>
                    <a:gd name="connsiteY44" fmla="*/ 110250 h 125487"/>
                    <a:gd name="connsiteX45" fmla="*/ 69466 w 152377"/>
                    <a:gd name="connsiteY45" fmla="*/ 110250 h 125487"/>
                    <a:gd name="connsiteX46" fmla="*/ 59158 w 152377"/>
                    <a:gd name="connsiteY46" fmla="*/ 121454 h 125487"/>
                    <a:gd name="connsiteX47" fmla="*/ 48851 w 152377"/>
                    <a:gd name="connsiteY47" fmla="*/ 110250 h 125487"/>
                    <a:gd name="connsiteX48" fmla="*/ 59158 w 152377"/>
                    <a:gd name="connsiteY48" fmla="*/ 99046 h 125487"/>
                    <a:gd name="connsiteX49" fmla="*/ 69466 w 152377"/>
                    <a:gd name="connsiteY49" fmla="*/ 110250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2377" h="125487">
                      <a:moveTo>
                        <a:pt x="151481" y="14341"/>
                      </a:moveTo>
                      <a:cubicBezTo>
                        <a:pt x="151033" y="13893"/>
                        <a:pt x="150585" y="13445"/>
                        <a:pt x="149689" y="13445"/>
                      </a:cubicBezTo>
                      <a:lnTo>
                        <a:pt x="123695" y="13445"/>
                      </a:lnTo>
                      <a:cubicBezTo>
                        <a:pt x="122350" y="13445"/>
                        <a:pt x="121454" y="14341"/>
                        <a:pt x="121454" y="15686"/>
                      </a:cubicBezTo>
                      <a:cubicBezTo>
                        <a:pt x="121454" y="17030"/>
                        <a:pt x="122350" y="17927"/>
                        <a:pt x="123695" y="17927"/>
                      </a:cubicBezTo>
                      <a:lnTo>
                        <a:pt x="146999" y="17927"/>
                      </a:lnTo>
                      <a:lnTo>
                        <a:pt x="130865" y="80671"/>
                      </a:lnTo>
                      <a:lnTo>
                        <a:pt x="46161" y="80671"/>
                      </a:lnTo>
                      <a:lnTo>
                        <a:pt x="33613" y="17927"/>
                      </a:lnTo>
                      <a:lnTo>
                        <a:pt x="55125" y="17927"/>
                      </a:lnTo>
                      <a:cubicBezTo>
                        <a:pt x="56469" y="17927"/>
                        <a:pt x="57365" y="17030"/>
                        <a:pt x="57365" y="15686"/>
                      </a:cubicBezTo>
                      <a:cubicBezTo>
                        <a:pt x="57365" y="14341"/>
                        <a:pt x="56469" y="13445"/>
                        <a:pt x="55125" y="13445"/>
                      </a:cubicBezTo>
                      <a:lnTo>
                        <a:pt x="32716" y="13445"/>
                      </a:lnTo>
                      <a:lnTo>
                        <a:pt x="30475" y="1793"/>
                      </a:lnTo>
                      <a:cubicBezTo>
                        <a:pt x="30475" y="896"/>
                        <a:pt x="29131" y="0"/>
                        <a:pt x="28234" y="0"/>
                      </a:cubicBezTo>
                      <a:lnTo>
                        <a:pt x="2241" y="0"/>
                      </a:lnTo>
                      <a:cubicBezTo>
                        <a:pt x="896" y="0"/>
                        <a:pt x="0" y="896"/>
                        <a:pt x="0" y="2241"/>
                      </a:cubicBezTo>
                      <a:cubicBezTo>
                        <a:pt x="0" y="3585"/>
                        <a:pt x="896" y="4482"/>
                        <a:pt x="2241" y="4482"/>
                      </a:cubicBezTo>
                      <a:lnTo>
                        <a:pt x="26442" y="4482"/>
                      </a:lnTo>
                      <a:lnTo>
                        <a:pt x="44817" y="96805"/>
                      </a:lnTo>
                      <a:cubicBezTo>
                        <a:pt x="44817" y="97701"/>
                        <a:pt x="46161" y="98597"/>
                        <a:pt x="47058" y="98597"/>
                      </a:cubicBezTo>
                      <a:lnTo>
                        <a:pt x="49299" y="98597"/>
                      </a:lnTo>
                      <a:cubicBezTo>
                        <a:pt x="46610" y="101287"/>
                        <a:pt x="44817" y="105320"/>
                        <a:pt x="44817" y="109802"/>
                      </a:cubicBezTo>
                      <a:cubicBezTo>
                        <a:pt x="44817" y="118317"/>
                        <a:pt x="51540" y="125488"/>
                        <a:pt x="59606" y="125488"/>
                      </a:cubicBezTo>
                      <a:cubicBezTo>
                        <a:pt x="67674" y="125488"/>
                        <a:pt x="74396" y="118317"/>
                        <a:pt x="74396" y="109802"/>
                      </a:cubicBezTo>
                      <a:cubicBezTo>
                        <a:pt x="74396" y="105320"/>
                        <a:pt x="72603" y="101287"/>
                        <a:pt x="69914" y="98597"/>
                      </a:cubicBezTo>
                      <a:lnTo>
                        <a:pt x="100390" y="98597"/>
                      </a:lnTo>
                      <a:cubicBezTo>
                        <a:pt x="97701" y="101287"/>
                        <a:pt x="95909" y="105320"/>
                        <a:pt x="95909" y="109802"/>
                      </a:cubicBezTo>
                      <a:cubicBezTo>
                        <a:pt x="95909" y="118317"/>
                        <a:pt x="102631" y="125488"/>
                        <a:pt x="110698" y="125488"/>
                      </a:cubicBezTo>
                      <a:cubicBezTo>
                        <a:pt x="118765" y="125488"/>
                        <a:pt x="125488" y="118317"/>
                        <a:pt x="125488" y="109802"/>
                      </a:cubicBezTo>
                      <a:cubicBezTo>
                        <a:pt x="125488" y="105320"/>
                        <a:pt x="123695" y="101287"/>
                        <a:pt x="121006" y="98597"/>
                      </a:cubicBezTo>
                      <a:lnTo>
                        <a:pt x="132210" y="98597"/>
                      </a:lnTo>
                      <a:cubicBezTo>
                        <a:pt x="133554" y="98597"/>
                        <a:pt x="134451" y="97701"/>
                        <a:pt x="134451" y="96357"/>
                      </a:cubicBezTo>
                      <a:cubicBezTo>
                        <a:pt x="134451" y="95012"/>
                        <a:pt x="133554" y="94116"/>
                        <a:pt x="132210" y="94116"/>
                      </a:cubicBezTo>
                      <a:lnTo>
                        <a:pt x="48851" y="94116"/>
                      </a:lnTo>
                      <a:lnTo>
                        <a:pt x="47058" y="85152"/>
                      </a:lnTo>
                      <a:lnTo>
                        <a:pt x="132658" y="85152"/>
                      </a:lnTo>
                      <a:cubicBezTo>
                        <a:pt x="133554" y="85152"/>
                        <a:pt x="134451" y="84256"/>
                        <a:pt x="134899" y="83360"/>
                      </a:cubicBezTo>
                      <a:lnTo>
                        <a:pt x="152378" y="16134"/>
                      </a:lnTo>
                      <a:cubicBezTo>
                        <a:pt x="151930" y="15686"/>
                        <a:pt x="151930" y="15238"/>
                        <a:pt x="151481" y="14341"/>
                      </a:cubicBezTo>
                      <a:close/>
                      <a:moveTo>
                        <a:pt x="120558" y="110250"/>
                      </a:moveTo>
                      <a:cubicBezTo>
                        <a:pt x="120558" y="116524"/>
                        <a:pt x="116076" y="121454"/>
                        <a:pt x="110250" y="121454"/>
                      </a:cubicBezTo>
                      <a:cubicBezTo>
                        <a:pt x="104423" y="121454"/>
                        <a:pt x="99942" y="116524"/>
                        <a:pt x="99942" y="110250"/>
                      </a:cubicBezTo>
                      <a:cubicBezTo>
                        <a:pt x="99942" y="103976"/>
                        <a:pt x="104423" y="99046"/>
                        <a:pt x="110250" y="99046"/>
                      </a:cubicBezTo>
                      <a:cubicBezTo>
                        <a:pt x="115628" y="99046"/>
                        <a:pt x="120558" y="103976"/>
                        <a:pt x="120558" y="110250"/>
                      </a:cubicBezTo>
                      <a:close/>
                      <a:moveTo>
                        <a:pt x="69466" y="110250"/>
                      </a:moveTo>
                      <a:cubicBezTo>
                        <a:pt x="69466" y="116524"/>
                        <a:pt x="64985" y="121454"/>
                        <a:pt x="59158" y="121454"/>
                      </a:cubicBezTo>
                      <a:cubicBezTo>
                        <a:pt x="53332" y="121454"/>
                        <a:pt x="48851" y="116524"/>
                        <a:pt x="48851" y="110250"/>
                      </a:cubicBezTo>
                      <a:cubicBezTo>
                        <a:pt x="48851" y="103976"/>
                        <a:pt x="53332" y="99046"/>
                        <a:pt x="59158" y="99046"/>
                      </a:cubicBezTo>
                      <a:cubicBezTo>
                        <a:pt x="64985" y="99046"/>
                        <a:pt x="69466" y="103976"/>
                        <a:pt x="69466" y="11025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00" name="Freeform: Shape 5477">
                  <a:extLst>
                    <a:ext uri="{FF2B5EF4-FFF2-40B4-BE49-F238E27FC236}">
                      <a16:creationId xmlns:a16="http://schemas.microsoft.com/office/drawing/2014/main" id="{A6E2438F-F1A6-0943-0DDC-1A3E1957D4F8}"/>
                    </a:ext>
                  </a:extLst>
                </p:cNvPr>
                <p:cNvSpPr/>
                <p:nvPr/>
              </p:nvSpPr>
              <p:spPr>
                <a:xfrm>
                  <a:off x="11534119" y="1426062"/>
                  <a:ext cx="17927" cy="17927"/>
                </a:xfrm>
                <a:custGeom>
                  <a:avLst/>
                  <a:gdLst>
                    <a:gd name="connsiteX0" fmla="*/ 8963 w 17926"/>
                    <a:gd name="connsiteY0" fmla="*/ 17927 h 17926"/>
                    <a:gd name="connsiteX1" fmla="*/ 17927 w 17926"/>
                    <a:gd name="connsiteY1" fmla="*/ 8963 h 17926"/>
                    <a:gd name="connsiteX2" fmla="*/ 8963 w 17926"/>
                    <a:gd name="connsiteY2" fmla="*/ 0 h 17926"/>
                    <a:gd name="connsiteX3" fmla="*/ 0 w 17926"/>
                    <a:gd name="connsiteY3" fmla="*/ 8963 h 17926"/>
                    <a:gd name="connsiteX4" fmla="*/ 8963 w 17926"/>
                    <a:gd name="connsiteY4" fmla="*/ 17927 h 17926"/>
                    <a:gd name="connsiteX5" fmla="*/ 8963 w 17926"/>
                    <a:gd name="connsiteY5" fmla="*/ 4482 h 17926"/>
                    <a:gd name="connsiteX6" fmla="*/ 13445 w 17926"/>
                    <a:gd name="connsiteY6" fmla="*/ 8963 h 17926"/>
                    <a:gd name="connsiteX7" fmla="*/ 8963 w 17926"/>
                    <a:gd name="connsiteY7" fmla="*/ 13445 h 17926"/>
                    <a:gd name="connsiteX8" fmla="*/ 4482 w 17926"/>
                    <a:gd name="connsiteY8" fmla="*/ 8963 h 17926"/>
                    <a:gd name="connsiteX9" fmla="*/ 8963 w 17926"/>
                    <a:gd name="connsiteY9" fmla="*/ 4482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26" h="17926">
                      <a:moveTo>
                        <a:pt x="8963" y="17927"/>
                      </a:moveTo>
                      <a:cubicBezTo>
                        <a:pt x="13893" y="17927"/>
                        <a:pt x="17927" y="13893"/>
                        <a:pt x="17927" y="8963"/>
                      </a:cubicBezTo>
                      <a:cubicBezTo>
                        <a:pt x="17927" y="4034"/>
                        <a:pt x="13893" y="0"/>
                        <a:pt x="8963" y="0"/>
                      </a:cubicBezTo>
                      <a:cubicBezTo>
                        <a:pt x="4033" y="0"/>
                        <a:pt x="0" y="4034"/>
                        <a:pt x="0" y="8963"/>
                      </a:cubicBezTo>
                      <a:cubicBezTo>
                        <a:pt x="0" y="13893"/>
                        <a:pt x="4033" y="17927"/>
                        <a:pt x="8963" y="17927"/>
                      </a:cubicBezTo>
                      <a:close/>
                      <a:moveTo>
                        <a:pt x="8963" y="4482"/>
                      </a:moveTo>
                      <a:cubicBezTo>
                        <a:pt x="11652" y="4482"/>
                        <a:pt x="13445" y="6723"/>
                        <a:pt x="13445" y="8963"/>
                      </a:cubicBezTo>
                      <a:cubicBezTo>
                        <a:pt x="13445" y="11652"/>
                        <a:pt x="11652" y="13445"/>
                        <a:pt x="8963" y="13445"/>
                      </a:cubicBezTo>
                      <a:cubicBezTo>
                        <a:pt x="6274" y="13445"/>
                        <a:pt x="4482" y="11652"/>
                        <a:pt x="4482" y="8963"/>
                      </a:cubicBezTo>
                      <a:cubicBezTo>
                        <a:pt x="4482" y="6274"/>
                        <a:pt x="6274" y="4482"/>
                        <a:pt x="896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01" name="Freeform: Shape 5478">
                  <a:extLst>
                    <a:ext uri="{FF2B5EF4-FFF2-40B4-BE49-F238E27FC236}">
                      <a16:creationId xmlns:a16="http://schemas.microsoft.com/office/drawing/2014/main" id="{00632FAC-F970-E6AD-7FB9-195839E49A67}"/>
                    </a:ext>
                  </a:extLst>
                </p:cNvPr>
                <p:cNvSpPr/>
                <p:nvPr/>
              </p:nvSpPr>
              <p:spPr>
                <a:xfrm>
                  <a:off x="11567731" y="1459675"/>
                  <a:ext cx="17927" cy="17927"/>
                </a:xfrm>
                <a:custGeom>
                  <a:avLst/>
                  <a:gdLst>
                    <a:gd name="connsiteX0" fmla="*/ 0 w 17926"/>
                    <a:gd name="connsiteY0" fmla="*/ 8963 h 17926"/>
                    <a:gd name="connsiteX1" fmla="*/ 8963 w 17926"/>
                    <a:gd name="connsiteY1" fmla="*/ 17927 h 17926"/>
                    <a:gd name="connsiteX2" fmla="*/ 17927 w 17926"/>
                    <a:gd name="connsiteY2" fmla="*/ 8963 h 17926"/>
                    <a:gd name="connsiteX3" fmla="*/ 8963 w 17926"/>
                    <a:gd name="connsiteY3" fmla="*/ 0 h 17926"/>
                    <a:gd name="connsiteX4" fmla="*/ 0 w 17926"/>
                    <a:gd name="connsiteY4" fmla="*/ 8963 h 17926"/>
                    <a:gd name="connsiteX5" fmla="*/ 8963 w 17926"/>
                    <a:gd name="connsiteY5" fmla="*/ 4482 h 17926"/>
                    <a:gd name="connsiteX6" fmla="*/ 13445 w 17926"/>
                    <a:gd name="connsiteY6" fmla="*/ 8963 h 17926"/>
                    <a:gd name="connsiteX7" fmla="*/ 8963 w 17926"/>
                    <a:gd name="connsiteY7" fmla="*/ 13445 h 17926"/>
                    <a:gd name="connsiteX8" fmla="*/ 4482 w 17926"/>
                    <a:gd name="connsiteY8" fmla="*/ 8963 h 17926"/>
                    <a:gd name="connsiteX9" fmla="*/ 8963 w 17926"/>
                    <a:gd name="connsiteY9" fmla="*/ 4482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26" h="17926">
                      <a:moveTo>
                        <a:pt x="0" y="8963"/>
                      </a:moveTo>
                      <a:cubicBezTo>
                        <a:pt x="0" y="13893"/>
                        <a:pt x="4033" y="17927"/>
                        <a:pt x="8963" y="17927"/>
                      </a:cubicBezTo>
                      <a:cubicBezTo>
                        <a:pt x="13893" y="17927"/>
                        <a:pt x="17927" y="13893"/>
                        <a:pt x="17927" y="8963"/>
                      </a:cubicBezTo>
                      <a:cubicBezTo>
                        <a:pt x="17927" y="4034"/>
                        <a:pt x="13893" y="0"/>
                        <a:pt x="8963" y="0"/>
                      </a:cubicBezTo>
                      <a:cubicBezTo>
                        <a:pt x="4033" y="0"/>
                        <a:pt x="0" y="4034"/>
                        <a:pt x="0" y="8963"/>
                      </a:cubicBezTo>
                      <a:close/>
                      <a:moveTo>
                        <a:pt x="8963" y="4482"/>
                      </a:moveTo>
                      <a:cubicBezTo>
                        <a:pt x="11652" y="4482"/>
                        <a:pt x="13445" y="6723"/>
                        <a:pt x="13445" y="8963"/>
                      </a:cubicBezTo>
                      <a:cubicBezTo>
                        <a:pt x="13445" y="11652"/>
                        <a:pt x="11652" y="13445"/>
                        <a:pt x="8963" y="13445"/>
                      </a:cubicBezTo>
                      <a:cubicBezTo>
                        <a:pt x="6274" y="13445"/>
                        <a:pt x="4482" y="11652"/>
                        <a:pt x="4482" y="8963"/>
                      </a:cubicBezTo>
                      <a:cubicBezTo>
                        <a:pt x="4482" y="6274"/>
                        <a:pt x="6274" y="4482"/>
                        <a:pt x="896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02" name="Group 2452">
                <a:extLst>
                  <a:ext uri="{FF2B5EF4-FFF2-40B4-BE49-F238E27FC236}">
                    <a16:creationId xmlns:a16="http://schemas.microsoft.com/office/drawing/2014/main" id="{D4957913-FF59-1BA0-89A7-705B32CDAF4B}"/>
                  </a:ext>
                  <a:ext uri="{C183D7F6-B498-43B3-948B-1728B52AA6E4}">
                    <adec:decorative xmlns:adec="http://schemas.microsoft.com/office/drawing/2017/decorative" val="1"/>
                  </a:ext>
                </a:extLst>
              </p:cNvPr>
              <p:cNvGrpSpPr>
                <a:grpSpLocks noChangeAspect="1"/>
              </p:cNvGrpSpPr>
              <p:nvPr/>
            </p:nvGrpSpPr>
            <p:grpSpPr>
              <a:xfrm>
                <a:off x="6675475" y="3825652"/>
                <a:ext cx="147896" cy="132466"/>
                <a:chOff x="6731975" y="1769961"/>
                <a:chExt cx="147896" cy="132466"/>
              </a:xfrm>
            </p:grpSpPr>
            <p:sp>
              <p:nvSpPr>
                <p:cNvPr id="1203" name="Freeform: Shape 5473">
                  <a:extLst>
                    <a:ext uri="{FF2B5EF4-FFF2-40B4-BE49-F238E27FC236}">
                      <a16:creationId xmlns:a16="http://schemas.microsoft.com/office/drawing/2014/main" id="{6ACF22ED-8331-6A1D-364F-6C7937C66A9B}"/>
                    </a:ext>
                  </a:extLst>
                </p:cNvPr>
                <p:cNvSpPr/>
                <p:nvPr/>
              </p:nvSpPr>
              <p:spPr>
                <a:xfrm>
                  <a:off x="6825194" y="1880018"/>
                  <a:ext cx="40335" cy="22409"/>
                </a:xfrm>
                <a:custGeom>
                  <a:avLst/>
                  <a:gdLst>
                    <a:gd name="connsiteX0" fmla="*/ 39887 w 40335"/>
                    <a:gd name="connsiteY0" fmla="*/ 10796 h 22408"/>
                    <a:gd name="connsiteX1" fmla="*/ 38991 w 40335"/>
                    <a:gd name="connsiteY1" fmla="*/ 9900 h 22408"/>
                    <a:gd name="connsiteX2" fmla="*/ 25546 w 40335"/>
                    <a:gd name="connsiteY2" fmla="*/ 489 h 22408"/>
                    <a:gd name="connsiteX3" fmla="*/ 22409 w 40335"/>
                    <a:gd name="connsiteY3" fmla="*/ 937 h 22408"/>
                    <a:gd name="connsiteX4" fmla="*/ 22857 w 40335"/>
                    <a:gd name="connsiteY4" fmla="*/ 4074 h 22408"/>
                    <a:gd name="connsiteX5" fmla="*/ 32268 w 40335"/>
                    <a:gd name="connsiteY5" fmla="*/ 10796 h 22408"/>
                    <a:gd name="connsiteX6" fmla="*/ 2241 w 40335"/>
                    <a:gd name="connsiteY6" fmla="*/ 10796 h 22408"/>
                    <a:gd name="connsiteX7" fmla="*/ 0 w 40335"/>
                    <a:gd name="connsiteY7" fmla="*/ 13037 h 22408"/>
                    <a:gd name="connsiteX8" fmla="*/ 2241 w 40335"/>
                    <a:gd name="connsiteY8" fmla="*/ 15278 h 22408"/>
                    <a:gd name="connsiteX9" fmla="*/ 33613 w 40335"/>
                    <a:gd name="connsiteY9" fmla="*/ 15278 h 22408"/>
                    <a:gd name="connsiteX10" fmla="*/ 23305 w 40335"/>
                    <a:gd name="connsiteY10" fmla="*/ 22001 h 22408"/>
                    <a:gd name="connsiteX11" fmla="*/ 22409 w 40335"/>
                    <a:gd name="connsiteY11" fmla="*/ 25138 h 22408"/>
                    <a:gd name="connsiteX12" fmla="*/ 24201 w 40335"/>
                    <a:gd name="connsiteY12" fmla="*/ 26034 h 22408"/>
                    <a:gd name="connsiteX13" fmla="*/ 25546 w 40335"/>
                    <a:gd name="connsiteY13" fmla="*/ 25586 h 22408"/>
                    <a:gd name="connsiteX14" fmla="*/ 38991 w 40335"/>
                    <a:gd name="connsiteY14" fmla="*/ 17519 h 22408"/>
                    <a:gd name="connsiteX15" fmla="*/ 40783 w 40335"/>
                    <a:gd name="connsiteY15" fmla="*/ 14382 h 22408"/>
                    <a:gd name="connsiteX16" fmla="*/ 41232 w 40335"/>
                    <a:gd name="connsiteY16" fmla="*/ 13037 h 22408"/>
                    <a:gd name="connsiteX17" fmla="*/ 39887 w 40335"/>
                    <a:gd name="connsiteY17" fmla="*/ 10796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335" h="22408">
                      <a:moveTo>
                        <a:pt x="39887" y="10796"/>
                      </a:moveTo>
                      <a:cubicBezTo>
                        <a:pt x="39439" y="10348"/>
                        <a:pt x="39439" y="10348"/>
                        <a:pt x="38991" y="9900"/>
                      </a:cubicBezTo>
                      <a:lnTo>
                        <a:pt x="25546" y="489"/>
                      </a:lnTo>
                      <a:cubicBezTo>
                        <a:pt x="24649" y="-408"/>
                        <a:pt x="23305" y="40"/>
                        <a:pt x="22409" y="937"/>
                      </a:cubicBezTo>
                      <a:cubicBezTo>
                        <a:pt x="21512" y="1833"/>
                        <a:pt x="21960" y="3178"/>
                        <a:pt x="22857" y="4074"/>
                      </a:cubicBezTo>
                      <a:lnTo>
                        <a:pt x="32268" y="10796"/>
                      </a:lnTo>
                      <a:lnTo>
                        <a:pt x="2241" y="10796"/>
                      </a:lnTo>
                      <a:cubicBezTo>
                        <a:pt x="896" y="10796"/>
                        <a:pt x="0" y="11693"/>
                        <a:pt x="0" y="13037"/>
                      </a:cubicBezTo>
                      <a:cubicBezTo>
                        <a:pt x="0" y="14382"/>
                        <a:pt x="896" y="15278"/>
                        <a:pt x="2241" y="15278"/>
                      </a:cubicBezTo>
                      <a:lnTo>
                        <a:pt x="33613" y="15278"/>
                      </a:lnTo>
                      <a:lnTo>
                        <a:pt x="23305" y="22001"/>
                      </a:lnTo>
                      <a:cubicBezTo>
                        <a:pt x="22409" y="22449"/>
                        <a:pt x="21960" y="24242"/>
                        <a:pt x="22409" y="25138"/>
                      </a:cubicBezTo>
                      <a:cubicBezTo>
                        <a:pt x="22857" y="26034"/>
                        <a:pt x="23753" y="26034"/>
                        <a:pt x="24201" y="26034"/>
                      </a:cubicBezTo>
                      <a:cubicBezTo>
                        <a:pt x="24649" y="26034"/>
                        <a:pt x="25098" y="26034"/>
                        <a:pt x="25546" y="25586"/>
                      </a:cubicBezTo>
                      <a:lnTo>
                        <a:pt x="38991" y="17519"/>
                      </a:lnTo>
                      <a:cubicBezTo>
                        <a:pt x="39887" y="17071"/>
                        <a:pt x="40783" y="15726"/>
                        <a:pt x="40783" y="14382"/>
                      </a:cubicBezTo>
                      <a:cubicBezTo>
                        <a:pt x="41232" y="13934"/>
                        <a:pt x="41232" y="13486"/>
                        <a:pt x="41232" y="13037"/>
                      </a:cubicBezTo>
                      <a:cubicBezTo>
                        <a:pt x="41232" y="11693"/>
                        <a:pt x="40783" y="11245"/>
                        <a:pt x="39887" y="1079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04" name="Freeform: Shape 5474">
                  <a:extLst>
                    <a:ext uri="{FF2B5EF4-FFF2-40B4-BE49-F238E27FC236}">
                      <a16:creationId xmlns:a16="http://schemas.microsoft.com/office/drawing/2014/main" id="{1480408D-0F28-E254-0092-AC361D4F78A9}"/>
                    </a:ext>
                  </a:extLst>
                </p:cNvPr>
                <p:cNvSpPr/>
                <p:nvPr/>
              </p:nvSpPr>
              <p:spPr>
                <a:xfrm>
                  <a:off x="6731975" y="1769961"/>
                  <a:ext cx="147896" cy="125488"/>
                </a:xfrm>
                <a:custGeom>
                  <a:avLst/>
                  <a:gdLst>
                    <a:gd name="connsiteX0" fmla="*/ 147896 w 147896"/>
                    <a:gd name="connsiteY0" fmla="*/ 11948 h 125487"/>
                    <a:gd name="connsiteX1" fmla="*/ 111146 w 147896"/>
                    <a:gd name="connsiteY1" fmla="*/ 4329 h 125487"/>
                    <a:gd name="connsiteX2" fmla="*/ 99494 w 147896"/>
                    <a:gd name="connsiteY2" fmla="*/ 31219 h 125487"/>
                    <a:gd name="connsiteX3" fmla="*/ 66329 w 147896"/>
                    <a:gd name="connsiteY3" fmla="*/ 19567 h 125487"/>
                    <a:gd name="connsiteX4" fmla="*/ 13445 w 147896"/>
                    <a:gd name="connsiteY4" fmla="*/ 72451 h 125487"/>
                    <a:gd name="connsiteX5" fmla="*/ 23305 w 147896"/>
                    <a:gd name="connsiteY5" fmla="*/ 102926 h 125487"/>
                    <a:gd name="connsiteX6" fmla="*/ 18375 w 147896"/>
                    <a:gd name="connsiteY6" fmla="*/ 101582 h 125487"/>
                    <a:gd name="connsiteX7" fmla="*/ 15686 w 147896"/>
                    <a:gd name="connsiteY7" fmla="*/ 103375 h 125487"/>
                    <a:gd name="connsiteX8" fmla="*/ 17479 w 147896"/>
                    <a:gd name="connsiteY8" fmla="*/ 106063 h 125487"/>
                    <a:gd name="connsiteX9" fmla="*/ 28683 w 147896"/>
                    <a:gd name="connsiteY9" fmla="*/ 109201 h 125487"/>
                    <a:gd name="connsiteX10" fmla="*/ 29131 w 147896"/>
                    <a:gd name="connsiteY10" fmla="*/ 109201 h 125487"/>
                    <a:gd name="connsiteX11" fmla="*/ 30476 w 147896"/>
                    <a:gd name="connsiteY11" fmla="*/ 108753 h 125487"/>
                    <a:gd name="connsiteX12" fmla="*/ 31372 w 147896"/>
                    <a:gd name="connsiteY12" fmla="*/ 106960 h 125487"/>
                    <a:gd name="connsiteX13" fmla="*/ 29579 w 147896"/>
                    <a:gd name="connsiteY13" fmla="*/ 94859 h 125487"/>
                    <a:gd name="connsiteX14" fmla="*/ 26890 w 147896"/>
                    <a:gd name="connsiteY14" fmla="*/ 93067 h 125487"/>
                    <a:gd name="connsiteX15" fmla="*/ 25098 w 147896"/>
                    <a:gd name="connsiteY15" fmla="*/ 95756 h 125487"/>
                    <a:gd name="connsiteX16" fmla="*/ 25546 w 147896"/>
                    <a:gd name="connsiteY16" fmla="*/ 99341 h 125487"/>
                    <a:gd name="connsiteX17" fmla="*/ 17927 w 147896"/>
                    <a:gd name="connsiteY17" fmla="*/ 73347 h 125487"/>
                    <a:gd name="connsiteX18" fmla="*/ 66329 w 147896"/>
                    <a:gd name="connsiteY18" fmla="*/ 24945 h 125487"/>
                    <a:gd name="connsiteX19" fmla="*/ 103079 w 147896"/>
                    <a:gd name="connsiteY19" fmla="*/ 41975 h 125487"/>
                    <a:gd name="connsiteX20" fmla="*/ 103079 w 147896"/>
                    <a:gd name="connsiteY20" fmla="*/ 42423 h 125487"/>
                    <a:gd name="connsiteX21" fmla="*/ 103527 w 147896"/>
                    <a:gd name="connsiteY21" fmla="*/ 42872 h 125487"/>
                    <a:gd name="connsiteX22" fmla="*/ 114283 w 147896"/>
                    <a:gd name="connsiteY22" fmla="*/ 73347 h 125487"/>
                    <a:gd name="connsiteX23" fmla="*/ 65881 w 147896"/>
                    <a:gd name="connsiteY23" fmla="*/ 121749 h 125487"/>
                    <a:gd name="connsiteX24" fmla="*/ 2241 w 147896"/>
                    <a:gd name="connsiteY24" fmla="*/ 121749 h 125487"/>
                    <a:gd name="connsiteX25" fmla="*/ 0 w 147896"/>
                    <a:gd name="connsiteY25" fmla="*/ 123990 h 125487"/>
                    <a:gd name="connsiteX26" fmla="*/ 2241 w 147896"/>
                    <a:gd name="connsiteY26" fmla="*/ 126231 h 125487"/>
                    <a:gd name="connsiteX27" fmla="*/ 66329 w 147896"/>
                    <a:gd name="connsiteY27" fmla="*/ 126231 h 125487"/>
                    <a:gd name="connsiteX28" fmla="*/ 119213 w 147896"/>
                    <a:gd name="connsiteY28" fmla="*/ 73347 h 125487"/>
                    <a:gd name="connsiteX29" fmla="*/ 106664 w 147896"/>
                    <a:gd name="connsiteY29" fmla="*/ 39286 h 125487"/>
                    <a:gd name="connsiteX30" fmla="*/ 113387 w 147896"/>
                    <a:gd name="connsiteY30" fmla="*/ 9259 h 125487"/>
                    <a:gd name="connsiteX31" fmla="*/ 143863 w 147896"/>
                    <a:gd name="connsiteY31" fmla="*/ 15533 h 125487"/>
                    <a:gd name="connsiteX32" fmla="*/ 137588 w 147896"/>
                    <a:gd name="connsiteY32" fmla="*/ 46009 h 125487"/>
                    <a:gd name="connsiteX33" fmla="*/ 127280 w 147896"/>
                    <a:gd name="connsiteY33" fmla="*/ 49594 h 125487"/>
                    <a:gd name="connsiteX34" fmla="*/ 129073 w 147896"/>
                    <a:gd name="connsiteY34" fmla="*/ 48250 h 125487"/>
                    <a:gd name="connsiteX35" fmla="*/ 129521 w 147896"/>
                    <a:gd name="connsiteY35" fmla="*/ 45112 h 125487"/>
                    <a:gd name="connsiteX36" fmla="*/ 126384 w 147896"/>
                    <a:gd name="connsiteY36" fmla="*/ 44664 h 125487"/>
                    <a:gd name="connsiteX37" fmla="*/ 118765 w 147896"/>
                    <a:gd name="connsiteY37" fmla="*/ 52283 h 125487"/>
                    <a:gd name="connsiteX38" fmla="*/ 125936 w 147896"/>
                    <a:gd name="connsiteY38" fmla="*/ 59454 h 125487"/>
                    <a:gd name="connsiteX39" fmla="*/ 127280 w 147896"/>
                    <a:gd name="connsiteY39" fmla="*/ 59902 h 125487"/>
                    <a:gd name="connsiteX40" fmla="*/ 129073 w 147896"/>
                    <a:gd name="connsiteY40" fmla="*/ 59006 h 125487"/>
                    <a:gd name="connsiteX41" fmla="*/ 128625 w 147896"/>
                    <a:gd name="connsiteY41" fmla="*/ 55868 h 125487"/>
                    <a:gd name="connsiteX42" fmla="*/ 126832 w 147896"/>
                    <a:gd name="connsiteY42" fmla="*/ 54524 h 125487"/>
                    <a:gd name="connsiteX43" fmla="*/ 140277 w 147896"/>
                    <a:gd name="connsiteY43" fmla="*/ 50490 h 125487"/>
                    <a:gd name="connsiteX44" fmla="*/ 147896 w 147896"/>
                    <a:gd name="connsiteY44" fmla="*/ 11948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47896" h="125487">
                      <a:moveTo>
                        <a:pt x="147896" y="11948"/>
                      </a:moveTo>
                      <a:cubicBezTo>
                        <a:pt x="139829" y="-153"/>
                        <a:pt x="123247" y="-3738"/>
                        <a:pt x="111146" y="4329"/>
                      </a:cubicBezTo>
                      <a:cubicBezTo>
                        <a:pt x="102183" y="10155"/>
                        <a:pt x="97701" y="20911"/>
                        <a:pt x="99494" y="31219"/>
                      </a:cubicBezTo>
                      <a:cubicBezTo>
                        <a:pt x="90530" y="24048"/>
                        <a:pt x="78878" y="19567"/>
                        <a:pt x="66329" y="19567"/>
                      </a:cubicBezTo>
                      <a:cubicBezTo>
                        <a:pt x="37198" y="19567"/>
                        <a:pt x="13445" y="43320"/>
                        <a:pt x="13445" y="72451"/>
                      </a:cubicBezTo>
                      <a:cubicBezTo>
                        <a:pt x="13445" y="83207"/>
                        <a:pt x="17030" y="93963"/>
                        <a:pt x="23305" y="102926"/>
                      </a:cubicBezTo>
                      <a:lnTo>
                        <a:pt x="18375" y="101582"/>
                      </a:lnTo>
                      <a:cubicBezTo>
                        <a:pt x="17030" y="101134"/>
                        <a:pt x="16134" y="102030"/>
                        <a:pt x="15686" y="103375"/>
                      </a:cubicBezTo>
                      <a:cubicBezTo>
                        <a:pt x="15238" y="104719"/>
                        <a:pt x="16134" y="105615"/>
                        <a:pt x="17479" y="106063"/>
                      </a:cubicBezTo>
                      <a:lnTo>
                        <a:pt x="28683" y="109201"/>
                      </a:lnTo>
                      <a:cubicBezTo>
                        <a:pt x="28683" y="109201"/>
                        <a:pt x="29131" y="109201"/>
                        <a:pt x="29131" y="109201"/>
                      </a:cubicBezTo>
                      <a:cubicBezTo>
                        <a:pt x="29579" y="109201"/>
                        <a:pt x="30027" y="109201"/>
                        <a:pt x="30476" y="108753"/>
                      </a:cubicBezTo>
                      <a:cubicBezTo>
                        <a:pt x="30924" y="108304"/>
                        <a:pt x="31372" y="107408"/>
                        <a:pt x="31372" y="106960"/>
                      </a:cubicBezTo>
                      <a:lnTo>
                        <a:pt x="29579" y="94859"/>
                      </a:lnTo>
                      <a:cubicBezTo>
                        <a:pt x="29579" y="93515"/>
                        <a:pt x="28235" y="92618"/>
                        <a:pt x="26890" y="93067"/>
                      </a:cubicBezTo>
                      <a:cubicBezTo>
                        <a:pt x="25546" y="93067"/>
                        <a:pt x="24649" y="94411"/>
                        <a:pt x="25098" y="95756"/>
                      </a:cubicBezTo>
                      <a:lnTo>
                        <a:pt x="25546" y="99341"/>
                      </a:lnTo>
                      <a:cubicBezTo>
                        <a:pt x="20616" y="91722"/>
                        <a:pt x="17927" y="82310"/>
                        <a:pt x="17927" y="73347"/>
                      </a:cubicBezTo>
                      <a:cubicBezTo>
                        <a:pt x="17927" y="46457"/>
                        <a:pt x="39887" y="24945"/>
                        <a:pt x="66329" y="24945"/>
                      </a:cubicBezTo>
                      <a:cubicBezTo>
                        <a:pt x="81119" y="24945"/>
                        <a:pt x="94116" y="31667"/>
                        <a:pt x="103079" y="41975"/>
                      </a:cubicBezTo>
                      <a:cubicBezTo>
                        <a:pt x="103079" y="41975"/>
                        <a:pt x="103079" y="41975"/>
                        <a:pt x="103079" y="42423"/>
                      </a:cubicBezTo>
                      <a:cubicBezTo>
                        <a:pt x="103079" y="42872"/>
                        <a:pt x="103527" y="42872"/>
                        <a:pt x="103527" y="42872"/>
                      </a:cubicBezTo>
                      <a:cubicBezTo>
                        <a:pt x="110250" y="51387"/>
                        <a:pt x="114283" y="61695"/>
                        <a:pt x="114283" y="73347"/>
                      </a:cubicBezTo>
                      <a:cubicBezTo>
                        <a:pt x="114283" y="100237"/>
                        <a:pt x="92323" y="121749"/>
                        <a:pt x="65881" y="121749"/>
                      </a:cubicBezTo>
                      <a:lnTo>
                        <a:pt x="2241" y="121749"/>
                      </a:lnTo>
                      <a:cubicBezTo>
                        <a:pt x="896" y="121749"/>
                        <a:pt x="0" y="122646"/>
                        <a:pt x="0" y="123990"/>
                      </a:cubicBezTo>
                      <a:cubicBezTo>
                        <a:pt x="0" y="125335"/>
                        <a:pt x="896" y="126231"/>
                        <a:pt x="2241" y="126231"/>
                      </a:cubicBezTo>
                      <a:lnTo>
                        <a:pt x="66329" y="126231"/>
                      </a:lnTo>
                      <a:cubicBezTo>
                        <a:pt x="95460" y="126231"/>
                        <a:pt x="119213" y="102478"/>
                        <a:pt x="119213" y="73347"/>
                      </a:cubicBezTo>
                      <a:cubicBezTo>
                        <a:pt x="119213" y="60350"/>
                        <a:pt x="114283" y="48698"/>
                        <a:pt x="106664" y="39286"/>
                      </a:cubicBezTo>
                      <a:cubicBezTo>
                        <a:pt x="100390" y="28978"/>
                        <a:pt x="103079" y="15533"/>
                        <a:pt x="113387" y="9259"/>
                      </a:cubicBezTo>
                      <a:cubicBezTo>
                        <a:pt x="123695" y="2536"/>
                        <a:pt x="137588" y="5673"/>
                        <a:pt x="143863" y="15533"/>
                      </a:cubicBezTo>
                      <a:cubicBezTo>
                        <a:pt x="150585" y="25841"/>
                        <a:pt x="147448" y="39734"/>
                        <a:pt x="137588" y="46009"/>
                      </a:cubicBezTo>
                      <a:cubicBezTo>
                        <a:pt x="134451" y="48250"/>
                        <a:pt x="130866" y="49146"/>
                        <a:pt x="127280" y="49594"/>
                      </a:cubicBezTo>
                      <a:cubicBezTo>
                        <a:pt x="127729" y="49146"/>
                        <a:pt x="128625" y="48698"/>
                        <a:pt x="129073" y="48250"/>
                      </a:cubicBezTo>
                      <a:cubicBezTo>
                        <a:pt x="129969" y="47353"/>
                        <a:pt x="130418" y="46009"/>
                        <a:pt x="129521" y="45112"/>
                      </a:cubicBezTo>
                      <a:cubicBezTo>
                        <a:pt x="128625" y="44216"/>
                        <a:pt x="127280" y="43768"/>
                        <a:pt x="126384" y="44664"/>
                      </a:cubicBezTo>
                      <a:cubicBezTo>
                        <a:pt x="118765" y="50490"/>
                        <a:pt x="118765" y="50939"/>
                        <a:pt x="118765" y="52283"/>
                      </a:cubicBezTo>
                      <a:cubicBezTo>
                        <a:pt x="118765" y="53179"/>
                        <a:pt x="118765" y="54076"/>
                        <a:pt x="125936" y="59454"/>
                      </a:cubicBezTo>
                      <a:cubicBezTo>
                        <a:pt x="126384" y="59902"/>
                        <a:pt x="126832" y="59902"/>
                        <a:pt x="127280" y="59902"/>
                      </a:cubicBezTo>
                      <a:cubicBezTo>
                        <a:pt x="128177" y="59902"/>
                        <a:pt x="128625" y="59454"/>
                        <a:pt x="129073" y="59006"/>
                      </a:cubicBezTo>
                      <a:cubicBezTo>
                        <a:pt x="129969" y="58109"/>
                        <a:pt x="129521" y="56765"/>
                        <a:pt x="128625" y="55868"/>
                      </a:cubicBezTo>
                      <a:cubicBezTo>
                        <a:pt x="128177" y="55420"/>
                        <a:pt x="127280" y="54972"/>
                        <a:pt x="126832" y="54524"/>
                      </a:cubicBezTo>
                      <a:cubicBezTo>
                        <a:pt x="131762" y="54524"/>
                        <a:pt x="136244" y="52731"/>
                        <a:pt x="140277" y="50490"/>
                      </a:cubicBezTo>
                      <a:cubicBezTo>
                        <a:pt x="152378" y="40631"/>
                        <a:pt x="155963" y="24048"/>
                        <a:pt x="147896" y="1194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05" name="Group 2453">
                <a:extLst>
                  <a:ext uri="{FF2B5EF4-FFF2-40B4-BE49-F238E27FC236}">
                    <a16:creationId xmlns:a16="http://schemas.microsoft.com/office/drawing/2014/main" id="{7F675874-D07B-A817-07F6-9A6BEC3130AD}"/>
                  </a:ext>
                  <a:ext uri="{C183D7F6-B498-43B3-948B-1728B52AA6E4}">
                    <adec:decorative xmlns:adec="http://schemas.microsoft.com/office/drawing/2017/decorative" val="1"/>
                  </a:ext>
                </a:extLst>
              </p:cNvPr>
              <p:cNvGrpSpPr>
                <a:grpSpLocks noChangeAspect="1"/>
              </p:cNvGrpSpPr>
              <p:nvPr/>
            </p:nvGrpSpPr>
            <p:grpSpPr>
              <a:xfrm>
                <a:off x="6955133" y="3826668"/>
                <a:ext cx="142070" cy="122486"/>
                <a:chOff x="7011633" y="1770977"/>
                <a:chExt cx="142070" cy="122486"/>
              </a:xfrm>
            </p:grpSpPr>
            <p:sp>
              <p:nvSpPr>
                <p:cNvPr id="1206" name="Freeform: Shape 5470">
                  <a:extLst>
                    <a:ext uri="{FF2B5EF4-FFF2-40B4-BE49-F238E27FC236}">
                      <a16:creationId xmlns:a16="http://schemas.microsoft.com/office/drawing/2014/main" id="{3AA42E5F-69B5-136A-C78D-EB9521A3F16F}"/>
                    </a:ext>
                  </a:extLst>
                </p:cNvPr>
                <p:cNvSpPr/>
                <p:nvPr/>
              </p:nvSpPr>
              <p:spPr>
                <a:xfrm>
                  <a:off x="7011633" y="1770977"/>
                  <a:ext cx="121006" cy="112043"/>
                </a:xfrm>
                <a:custGeom>
                  <a:avLst/>
                  <a:gdLst>
                    <a:gd name="connsiteX0" fmla="*/ 124143 w 121005"/>
                    <a:gd name="connsiteY0" fmla="*/ 61127 h 112042"/>
                    <a:gd name="connsiteX1" fmla="*/ 77085 w 121005"/>
                    <a:gd name="connsiteY1" fmla="*/ 6898 h 112042"/>
                    <a:gd name="connsiteX2" fmla="*/ 82015 w 121005"/>
                    <a:gd name="connsiteY2" fmla="*/ 4209 h 112042"/>
                    <a:gd name="connsiteX3" fmla="*/ 82911 w 121005"/>
                    <a:gd name="connsiteY3" fmla="*/ 1072 h 112042"/>
                    <a:gd name="connsiteX4" fmla="*/ 79774 w 121005"/>
                    <a:gd name="connsiteY4" fmla="*/ 176 h 112042"/>
                    <a:gd name="connsiteX5" fmla="*/ 69018 w 121005"/>
                    <a:gd name="connsiteY5" fmla="*/ 6002 h 112042"/>
                    <a:gd name="connsiteX6" fmla="*/ 67674 w 121005"/>
                    <a:gd name="connsiteY6" fmla="*/ 7795 h 112042"/>
                    <a:gd name="connsiteX7" fmla="*/ 68570 w 121005"/>
                    <a:gd name="connsiteY7" fmla="*/ 9587 h 112042"/>
                    <a:gd name="connsiteX8" fmla="*/ 78430 w 121005"/>
                    <a:gd name="connsiteY8" fmla="*/ 18103 h 112042"/>
                    <a:gd name="connsiteX9" fmla="*/ 79774 w 121005"/>
                    <a:gd name="connsiteY9" fmla="*/ 18551 h 112042"/>
                    <a:gd name="connsiteX10" fmla="*/ 81567 w 121005"/>
                    <a:gd name="connsiteY10" fmla="*/ 17654 h 112042"/>
                    <a:gd name="connsiteX11" fmla="*/ 81119 w 121005"/>
                    <a:gd name="connsiteY11" fmla="*/ 14517 h 112042"/>
                    <a:gd name="connsiteX12" fmla="*/ 77533 w 121005"/>
                    <a:gd name="connsiteY12" fmla="*/ 11380 h 112042"/>
                    <a:gd name="connsiteX13" fmla="*/ 119661 w 121005"/>
                    <a:gd name="connsiteY13" fmla="*/ 61127 h 112042"/>
                    <a:gd name="connsiteX14" fmla="*/ 69018 w 121005"/>
                    <a:gd name="connsiteY14" fmla="*/ 111770 h 112042"/>
                    <a:gd name="connsiteX15" fmla="*/ 2241 w 121005"/>
                    <a:gd name="connsiteY15" fmla="*/ 111770 h 112042"/>
                    <a:gd name="connsiteX16" fmla="*/ 0 w 121005"/>
                    <a:gd name="connsiteY16" fmla="*/ 114011 h 112042"/>
                    <a:gd name="connsiteX17" fmla="*/ 2241 w 121005"/>
                    <a:gd name="connsiteY17" fmla="*/ 116252 h 112042"/>
                    <a:gd name="connsiteX18" fmla="*/ 69018 w 121005"/>
                    <a:gd name="connsiteY18" fmla="*/ 116252 h 112042"/>
                    <a:gd name="connsiteX19" fmla="*/ 124143 w 121005"/>
                    <a:gd name="connsiteY19" fmla="*/ 61127 h 1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005" h="112042">
                      <a:moveTo>
                        <a:pt x="124143" y="61127"/>
                      </a:moveTo>
                      <a:cubicBezTo>
                        <a:pt x="124143" y="33789"/>
                        <a:pt x="103975" y="10932"/>
                        <a:pt x="77085" y="6898"/>
                      </a:cubicBezTo>
                      <a:lnTo>
                        <a:pt x="82015" y="4209"/>
                      </a:lnTo>
                      <a:cubicBezTo>
                        <a:pt x="82911" y="3761"/>
                        <a:pt x="83360" y="2417"/>
                        <a:pt x="82911" y="1072"/>
                      </a:cubicBezTo>
                      <a:cubicBezTo>
                        <a:pt x="82463" y="176"/>
                        <a:pt x="81119" y="-272"/>
                        <a:pt x="79774" y="176"/>
                      </a:cubicBezTo>
                      <a:lnTo>
                        <a:pt x="69018" y="6002"/>
                      </a:lnTo>
                      <a:cubicBezTo>
                        <a:pt x="68570" y="6450"/>
                        <a:pt x="68122" y="6898"/>
                        <a:pt x="67674" y="7795"/>
                      </a:cubicBezTo>
                      <a:cubicBezTo>
                        <a:pt x="67674" y="8691"/>
                        <a:pt x="67674" y="9139"/>
                        <a:pt x="68570" y="9587"/>
                      </a:cubicBezTo>
                      <a:lnTo>
                        <a:pt x="78430" y="18103"/>
                      </a:lnTo>
                      <a:cubicBezTo>
                        <a:pt x="78878" y="18551"/>
                        <a:pt x="79326" y="18551"/>
                        <a:pt x="79774" y="18551"/>
                      </a:cubicBezTo>
                      <a:cubicBezTo>
                        <a:pt x="80223" y="18551"/>
                        <a:pt x="81119" y="18103"/>
                        <a:pt x="81567" y="17654"/>
                      </a:cubicBezTo>
                      <a:cubicBezTo>
                        <a:pt x="82463" y="16758"/>
                        <a:pt x="82463" y="15414"/>
                        <a:pt x="81119" y="14517"/>
                      </a:cubicBezTo>
                      <a:lnTo>
                        <a:pt x="77533" y="11380"/>
                      </a:lnTo>
                      <a:cubicBezTo>
                        <a:pt x="101286" y="15414"/>
                        <a:pt x="119661" y="36478"/>
                        <a:pt x="119661" y="61127"/>
                      </a:cubicBezTo>
                      <a:cubicBezTo>
                        <a:pt x="119661" y="88914"/>
                        <a:pt x="96805" y="111770"/>
                        <a:pt x="69018" y="111770"/>
                      </a:cubicBezTo>
                      <a:lnTo>
                        <a:pt x="2241" y="111770"/>
                      </a:lnTo>
                      <a:cubicBezTo>
                        <a:pt x="896" y="111770"/>
                        <a:pt x="0" y="112667"/>
                        <a:pt x="0" y="114011"/>
                      </a:cubicBezTo>
                      <a:cubicBezTo>
                        <a:pt x="0" y="115356"/>
                        <a:pt x="896" y="116252"/>
                        <a:pt x="2241" y="116252"/>
                      </a:cubicBezTo>
                      <a:lnTo>
                        <a:pt x="69018" y="116252"/>
                      </a:lnTo>
                      <a:cubicBezTo>
                        <a:pt x="99046" y="115804"/>
                        <a:pt x="124143" y="91154"/>
                        <a:pt x="124143" y="6112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07" name="Freeform: Shape 5471">
                  <a:extLst>
                    <a:ext uri="{FF2B5EF4-FFF2-40B4-BE49-F238E27FC236}">
                      <a16:creationId xmlns:a16="http://schemas.microsoft.com/office/drawing/2014/main" id="{90D729DA-60E4-98A2-CA80-88239BF604C3}"/>
                    </a:ext>
                  </a:extLst>
                </p:cNvPr>
                <p:cNvSpPr/>
                <p:nvPr/>
              </p:nvSpPr>
              <p:spPr>
                <a:xfrm>
                  <a:off x="7024182" y="1778655"/>
                  <a:ext cx="44817" cy="89634"/>
                </a:xfrm>
                <a:custGeom>
                  <a:avLst/>
                  <a:gdLst>
                    <a:gd name="connsiteX0" fmla="*/ 5826 w 44817"/>
                    <a:gd name="connsiteY0" fmla="*/ 83924 h 89634"/>
                    <a:gd name="connsiteX1" fmla="*/ 3137 w 44817"/>
                    <a:gd name="connsiteY1" fmla="*/ 85717 h 89634"/>
                    <a:gd name="connsiteX2" fmla="*/ 4930 w 44817"/>
                    <a:gd name="connsiteY2" fmla="*/ 88406 h 89634"/>
                    <a:gd name="connsiteX3" fmla="*/ 16582 w 44817"/>
                    <a:gd name="connsiteY3" fmla="*/ 91543 h 89634"/>
                    <a:gd name="connsiteX4" fmla="*/ 17030 w 44817"/>
                    <a:gd name="connsiteY4" fmla="*/ 91543 h 89634"/>
                    <a:gd name="connsiteX5" fmla="*/ 18375 w 44817"/>
                    <a:gd name="connsiteY5" fmla="*/ 91095 h 89634"/>
                    <a:gd name="connsiteX6" fmla="*/ 19271 w 44817"/>
                    <a:gd name="connsiteY6" fmla="*/ 89302 h 89634"/>
                    <a:gd name="connsiteX7" fmla="*/ 17479 w 44817"/>
                    <a:gd name="connsiteY7" fmla="*/ 76754 h 89634"/>
                    <a:gd name="connsiteX8" fmla="*/ 14790 w 44817"/>
                    <a:gd name="connsiteY8" fmla="*/ 74961 h 89634"/>
                    <a:gd name="connsiteX9" fmla="*/ 12997 w 44817"/>
                    <a:gd name="connsiteY9" fmla="*/ 77650 h 89634"/>
                    <a:gd name="connsiteX10" fmla="*/ 13445 w 44817"/>
                    <a:gd name="connsiteY10" fmla="*/ 82132 h 89634"/>
                    <a:gd name="connsiteX11" fmla="*/ 4930 w 44817"/>
                    <a:gd name="connsiteY11" fmla="*/ 54345 h 89634"/>
                    <a:gd name="connsiteX12" fmla="*/ 46162 w 44817"/>
                    <a:gd name="connsiteY12" fmla="*/ 4598 h 89634"/>
                    <a:gd name="connsiteX13" fmla="*/ 47954 w 44817"/>
                    <a:gd name="connsiteY13" fmla="*/ 1909 h 89634"/>
                    <a:gd name="connsiteX14" fmla="*/ 45265 w 44817"/>
                    <a:gd name="connsiteY14" fmla="*/ 117 h 89634"/>
                    <a:gd name="connsiteX15" fmla="*/ 0 w 44817"/>
                    <a:gd name="connsiteY15" fmla="*/ 54345 h 89634"/>
                    <a:gd name="connsiteX16" fmla="*/ 10308 w 44817"/>
                    <a:gd name="connsiteY16" fmla="*/ 86165 h 89634"/>
                    <a:gd name="connsiteX17" fmla="*/ 5826 w 44817"/>
                    <a:gd name="connsiteY17" fmla="*/ 83924 h 8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817" h="89634">
                      <a:moveTo>
                        <a:pt x="5826" y="83924"/>
                      </a:moveTo>
                      <a:cubicBezTo>
                        <a:pt x="4482" y="83476"/>
                        <a:pt x="3585" y="84373"/>
                        <a:pt x="3137" y="85717"/>
                      </a:cubicBezTo>
                      <a:cubicBezTo>
                        <a:pt x="2689" y="87062"/>
                        <a:pt x="3585" y="87958"/>
                        <a:pt x="4930" y="88406"/>
                      </a:cubicBezTo>
                      <a:lnTo>
                        <a:pt x="16582" y="91543"/>
                      </a:lnTo>
                      <a:cubicBezTo>
                        <a:pt x="16582" y="91543"/>
                        <a:pt x="17030" y="91543"/>
                        <a:pt x="17030" y="91543"/>
                      </a:cubicBezTo>
                      <a:cubicBezTo>
                        <a:pt x="17479" y="91543"/>
                        <a:pt x="17927" y="91543"/>
                        <a:pt x="18375" y="91095"/>
                      </a:cubicBezTo>
                      <a:cubicBezTo>
                        <a:pt x="18823" y="90647"/>
                        <a:pt x="19271" y="89751"/>
                        <a:pt x="19271" y="89302"/>
                      </a:cubicBezTo>
                      <a:lnTo>
                        <a:pt x="17479" y="76754"/>
                      </a:lnTo>
                      <a:cubicBezTo>
                        <a:pt x="17479" y="75409"/>
                        <a:pt x="16134" y="74513"/>
                        <a:pt x="14790" y="74961"/>
                      </a:cubicBezTo>
                      <a:cubicBezTo>
                        <a:pt x="13445" y="74961"/>
                        <a:pt x="12549" y="76306"/>
                        <a:pt x="12997" y="77650"/>
                      </a:cubicBezTo>
                      <a:lnTo>
                        <a:pt x="13445" y="82132"/>
                      </a:lnTo>
                      <a:cubicBezTo>
                        <a:pt x="8067" y="74065"/>
                        <a:pt x="4930" y="64205"/>
                        <a:pt x="4930" y="54345"/>
                      </a:cubicBezTo>
                      <a:cubicBezTo>
                        <a:pt x="4930" y="27455"/>
                        <a:pt x="21064" y="8632"/>
                        <a:pt x="46162" y="4598"/>
                      </a:cubicBezTo>
                      <a:cubicBezTo>
                        <a:pt x="47506" y="4598"/>
                        <a:pt x="48402" y="3254"/>
                        <a:pt x="47954" y="1909"/>
                      </a:cubicBezTo>
                      <a:cubicBezTo>
                        <a:pt x="47506" y="565"/>
                        <a:pt x="46610" y="-332"/>
                        <a:pt x="45265" y="117"/>
                      </a:cubicBezTo>
                      <a:cubicBezTo>
                        <a:pt x="17927" y="4598"/>
                        <a:pt x="0" y="25662"/>
                        <a:pt x="0" y="54345"/>
                      </a:cubicBezTo>
                      <a:cubicBezTo>
                        <a:pt x="0" y="65998"/>
                        <a:pt x="3585" y="77202"/>
                        <a:pt x="10308" y="86165"/>
                      </a:cubicBezTo>
                      <a:lnTo>
                        <a:pt x="5826" y="83924"/>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08" name="Freeform: Shape 5472">
                  <a:extLst>
                    <a:ext uri="{FF2B5EF4-FFF2-40B4-BE49-F238E27FC236}">
                      <a16:creationId xmlns:a16="http://schemas.microsoft.com/office/drawing/2014/main" id="{C0C85908-510B-0E06-1CCF-618806DA177D}"/>
                    </a:ext>
                  </a:extLst>
                </p:cNvPr>
                <p:cNvSpPr/>
                <p:nvPr/>
              </p:nvSpPr>
              <p:spPr>
                <a:xfrm>
                  <a:off x="7108886" y="1875536"/>
                  <a:ext cx="44817" cy="17927"/>
                </a:xfrm>
                <a:custGeom>
                  <a:avLst/>
                  <a:gdLst>
                    <a:gd name="connsiteX0" fmla="*/ 46162 w 44817"/>
                    <a:gd name="connsiteY0" fmla="*/ 8107 h 17926"/>
                    <a:gd name="connsiteX1" fmla="*/ 35854 w 44817"/>
                    <a:gd name="connsiteY1" fmla="*/ 489 h 17926"/>
                    <a:gd name="connsiteX2" fmla="*/ 32716 w 44817"/>
                    <a:gd name="connsiteY2" fmla="*/ 937 h 17926"/>
                    <a:gd name="connsiteX3" fmla="*/ 33165 w 44817"/>
                    <a:gd name="connsiteY3" fmla="*/ 4074 h 17926"/>
                    <a:gd name="connsiteX4" fmla="*/ 37198 w 44817"/>
                    <a:gd name="connsiteY4" fmla="*/ 7211 h 17926"/>
                    <a:gd name="connsiteX5" fmla="*/ 2241 w 44817"/>
                    <a:gd name="connsiteY5" fmla="*/ 7211 h 17926"/>
                    <a:gd name="connsiteX6" fmla="*/ 0 w 44817"/>
                    <a:gd name="connsiteY6" fmla="*/ 9452 h 17926"/>
                    <a:gd name="connsiteX7" fmla="*/ 2241 w 44817"/>
                    <a:gd name="connsiteY7" fmla="*/ 11693 h 17926"/>
                    <a:gd name="connsiteX8" fmla="*/ 37646 w 44817"/>
                    <a:gd name="connsiteY8" fmla="*/ 11693 h 17926"/>
                    <a:gd name="connsiteX9" fmla="*/ 33165 w 44817"/>
                    <a:gd name="connsiteY9" fmla="*/ 14382 h 17926"/>
                    <a:gd name="connsiteX10" fmla="*/ 32268 w 44817"/>
                    <a:gd name="connsiteY10" fmla="*/ 17519 h 17926"/>
                    <a:gd name="connsiteX11" fmla="*/ 34061 w 44817"/>
                    <a:gd name="connsiteY11" fmla="*/ 18415 h 17926"/>
                    <a:gd name="connsiteX12" fmla="*/ 35405 w 44817"/>
                    <a:gd name="connsiteY12" fmla="*/ 17967 h 17926"/>
                    <a:gd name="connsiteX13" fmla="*/ 45713 w 44817"/>
                    <a:gd name="connsiteY13" fmla="*/ 11693 h 17926"/>
                    <a:gd name="connsiteX14" fmla="*/ 46610 w 44817"/>
                    <a:gd name="connsiteY14" fmla="*/ 9900 h 17926"/>
                    <a:gd name="connsiteX15" fmla="*/ 46162 w 44817"/>
                    <a:gd name="connsiteY15" fmla="*/ 8107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817" h="17926">
                      <a:moveTo>
                        <a:pt x="46162" y="8107"/>
                      </a:moveTo>
                      <a:lnTo>
                        <a:pt x="35854" y="489"/>
                      </a:lnTo>
                      <a:cubicBezTo>
                        <a:pt x="34957" y="-408"/>
                        <a:pt x="33613" y="40"/>
                        <a:pt x="32716" y="937"/>
                      </a:cubicBezTo>
                      <a:cubicBezTo>
                        <a:pt x="31820" y="1833"/>
                        <a:pt x="32268" y="3178"/>
                        <a:pt x="33165" y="4074"/>
                      </a:cubicBezTo>
                      <a:lnTo>
                        <a:pt x="37198" y="7211"/>
                      </a:lnTo>
                      <a:lnTo>
                        <a:pt x="2241" y="7211"/>
                      </a:lnTo>
                      <a:cubicBezTo>
                        <a:pt x="896" y="7211"/>
                        <a:pt x="0" y="8107"/>
                        <a:pt x="0" y="9452"/>
                      </a:cubicBezTo>
                      <a:cubicBezTo>
                        <a:pt x="0" y="10796"/>
                        <a:pt x="896" y="11693"/>
                        <a:pt x="2241" y="11693"/>
                      </a:cubicBezTo>
                      <a:lnTo>
                        <a:pt x="37646" y="11693"/>
                      </a:lnTo>
                      <a:lnTo>
                        <a:pt x="33165" y="14382"/>
                      </a:lnTo>
                      <a:cubicBezTo>
                        <a:pt x="32268" y="14830"/>
                        <a:pt x="31820" y="16175"/>
                        <a:pt x="32268" y="17519"/>
                      </a:cubicBezTo>
                      <a:cubicBezTo>
                        <a:pt x="32716" y="18415"/>
                        <a:pt x="33613" y="18415"/>
                        <a:pt x="34061" y="18415"/>
                      </a:cubicBezTo>
                      <a:cubicBezTo>
                        <a:pt x="34509" y="18415"/>
                        <a:pt x="34957" y="18415"/>
                        <a:pt x="35405" y="17967"/>
                      </a:cubicBezTo>
                      <a:lnTo>
                        <a:pt x="45713" y="11693"/>
                      </a:lnTo>
                      <a:cubicBezTo>
                        <a:pt x="46162" y="11245"/>
                        <a:pt x="46610" y="10796"/>
                        <a:pt x="46610" y="9900"/>
                      </a:cubicBezTo>
                      <a:cubicBezTo>
                        <a:pt x="46610" y="9004"/>
                        <a:pt x="46610" y="8556"/>
                        <a:pt x="46162" y="810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09" name="Group 2460">
                <a:extLst>
                  <a:ext uri="{FF2B5EF4-FFF2-40B4-BE49-F238E27FC236}">
                    <a16:creationId xmlns:a16="http://schemas.microsoft.com/office/drawing/2014/main" id="{C5FCFC13-6C51-A460-4D8E-E30588CE59A7}"/>
                  </a:ext>
                  <a:ext uri="{C183D7F6-B498-43B3-948B-1728B52AA6E4}">
                    <adec:decorative xmlns:adec="http://schemas.microsoft.com/office/drawing/2017/decorative" val="1"/>
                  </a:ext>
                </a:extLst>
              </p:cNvPr>
              <p:cNvGrpSpPr>
                <a:grpSpLocks noChangeAspect="1"/>
              </p:cNvGrpSpPr>
              <p:nvPr/>
            </p:nvGrpSpPr>
            <p:grpSpPr>
              <a:xfrm>
                <a:off x="7482963" y="3814743"/>
                <a:ext cx="152941" cy="153240"/>
                <a:chOff x="7539463" y="1759052"/>
                <a:chExt cx="152941" cy="153240"/>
              </a:xfrm>
            </p:grpSpPr>
            <p:sp>
              <p:nvSpPr>
                <p:cNvPr id="1210" name="Freeform: Shape 5468">
                  <a:extLst>
                    <a:ext uri="{FF2B5EF4-FFF2-40B4-BE49-F238E27FC236}">
                      <a16:creationId xmlns:a16="http://schemas.microsoft.com/office/drawing/2014/main" id="{47421062-B1C4-91D7-2C9F-07804E52D207}"/>
                    </a:ext>
                  </a:extLst>
                </p:cNvPr>
                <p:cNvSpPr/>
                <p:nvPr/>
              </p:nvSpPr>
              <p:spPr>
                <a:xfrm>
                  <a:off x="7656550" y="1759052"/>
                  <a:ext cx="35854" cy="35854"/>
                </a:xfrm>
                <a:custGeom>
                  <a:avLst/>
                  <a:gdLst>
                    <a:gd name="connsiteX0" fmla="*/ 19719 w 35853"/>
                    <a:gd name="connsiteY0" fmla="*/ 36750 h 35853"/>
                    <a:gd name="connsiteX1" fmla="*/ 0 w 35853"/>
                    <a:gd name="connsiteY1" fmla="*/ 18375 h 35853"/>
                    <a:gd name="connsiteX2" fmla="*/ 19719 w 35853"/>
                    <a:gd name="connsiteY2" fmla="*/ 0 h 35853"/>
                    <a:gd name="connsiteX3" fmla="*/ 39439 w 35853"/>
                    <a:gd name="connsiteY3" fmla="*/ 18375 h 35853"/>
                    <a:gd name="connsiteX4" fmla="*/ 19719 w 35853"/>
                    <a:gd name="connsiteY4" fmla="*/ 36750 h 35853"/>
                    <a:gd name="connsiteX5" fmla="*/ 19719 w 35853"/>
                    <a:gd name="connsiteY5" fmla="*/ 4034 h 35853"/>
                    <a:gd name="connsiteX6" fmla="*/ 4482 w 35853"/>
                    <a:gd name="connsiteY6" fmla="*/ 17927 h 35853"/>
                    <a:gd name="connsiteX7" fmla="*/ 19719 w 35853"/>
                    <a:gd name="connsiteY7" fmla="*/ 31820 h 35853"/>
                    <a:gd name="connsiteX8" fmla="*/ 34957 w 35853"/>
                    <a:gd name="connsiteY8" fmla="*/ 17927 h 35853"/>
                    <a:gd name="connsiteX9" fmla="*/ 19719 w 35853"/>
                    <a:gd name="connsiteY9" fmla="*/ 4034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53" h="35853">
                      <a:moveTo>
                        <a:pt x="19719" y="36750"/>
                      </a:moveTo>
                      <a:cubicBezTo>
                        <a:pt x="8963" y="36750"/>
                        <a:pt x="0" y="28683"/>
                        <a:pt x="0" y="18375"/>
                      </a:cubicBezTo>
                      <a:cubicBezTo>
                        <a:pt x="0" y="8067"/>
                        <a:pt x="8963" y="0"/>
                        <a:pt x="19719" y="0"/>
                      </a:cubicBezTo>
                      <a:cubicBezTo>
                        <a:pt x="30476" y="0"/>
                        <a:pt x="39439" y="8067"/>
                        <a:pt x="39439" y="18375"/>
                      </a:cubicBezTo>
                      <a:cubicBezTo>
                        <a:pt x="39887" y="28235"/>
                        <a:pt x="30924" y="36750"/>
                        <a:pt x="19719" y="36750"/>
                      </a:cubicBezTo>
                      <a:close/>
                      <a:moveTo>
                        <a:pt x="19719" y="4034"/>
                      </a:moveTo>
                      <a:cubicBezTo>
                        <a:pt x="11204" y="4034"/>
                        <a:pt x="4482" y="10308"/>
                        <a:pt x="4482" y="17927"/>
                      </a:cubicBezTo>
                      <a:cubicBezTo>
                        <a:pt x="4482" y="25546"/>
                        <a:pt x="11204" y="31820"/>
                        <a:pt x="19719" y="31820"/>
                      </a:cubicBezTo>
                      <a:cubicBezTo>
                        <a:pt x="28235" y="31820"/>
                        <a:pt x="34957" y="25546"/>
                        <a:pt x="34957" y="17927"/>
                      </a:cubicBezTo>
                      <a:cubicBezTo>
                        <a:pt x="34957" y="10308"/>
                        <a:pt x="28235" y="4034"/>
                        <a:pt x="19719" y="403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11" name="Freeform: Shape 5469">
                  <a:extLst>
                    <a:ext uri="{FF2B5EF4-FFF2-40B4-BE49-F238E27FC236}">
                      <a16:creationId xmlns:a16="http://schemas.microsoft.com/office/drawing/2014/main" id="{06191FCC-5335-9CBD-00DF-858B678BFF7C}"/>
                    </a:ext>
                  </a:extLst>
                </p:cNvPr>
                <p:cNvSpPr/>
                <p:nvPr/>
              </p:nvSpPr>
              <p:spPr>
                <a:xfrm>
                  <a:off x="7539463" y="1786804"/>
                  <a:ext cx="143414" cy="125488"/>
                </a:xfrm>
                <a:custGeom>
                  <a:avLst/>
                  <a:gdLst>
                    <a:gd name="connsiteX0" fmla="*/ 105882 w 143414"/>
                    <a:gd name="connsiteY0" fmla="*/ 126419 h 125487"/>
                    <a:gd name="connsiteX1" fmla="*/ 92437 w 143414"/>
                    <a:gd name="connsiteY1" fmla="*/ 114318 h 125487"/>
                    <a:gd name="connsiteX2" fmla="*/ 90645 w 143414"/>
                    <a:gd name="connsiteY2" fmla="*/ 82498 h 125487"/>
                    <a:gd name="connsiteX3" fmla="*/ 75407 w 143414"/>
                    <a:gd name="connsiteY3" fmla="*/ 70397 h 125487"/>
                    <a:gd name="connsiteX4" fmla="*/ 66892 w 143414"/>
                    <a:gd name="connsiteY4" fmla="*/ 84291 h 125487"/>
                    <a:gd name="connsiteX5" fmla="*/ 52998 w 143414"/>
                    <a:gd name="connsiteY5" fmla="*/ 90565 h 125487"/>
                    <a:gd name="connsiteX6" fmla="*/ 11318 w 143414"/>
                    <a:gd name="connsiteY6" fmla="*/ 84739 h 125487"/>
                    <a:gd name="connsiteX7" fmla="*/ 2355 w 143414"/>
                    <a:gd name="connsiteY7" fmla="*/ 79361 h 125487"/>
                    <a:gd name="connsiteX8" fmla="*/ 114 w 143414"/>
                    <a:gd name="connsiteY8" fmla="*/ 70397 h 125487"/>
                    <a:gd name="connsiteX9" fmla="*/ 15352 w 143414"/>
                    <a:gd name="connsiteY9" fmla="*/ 60089 h 125487"/>
                    <a:gd name="connsiteX10" fmla="*/ 48068 w 143414"/>
                    <a:gd name="connsiteY10" fmla="*/ 64571 h 125487"/>
                    <a:gd name="connsiteX11" fmla="*/ 58825 w 143414"/>
                    <a:gd name="connsiteY11" fmla="*/ 46644 h 125487"/>
                    <a:gd name="connsiteX12" fmla="*/ 59721 w 143414"/>
                    <a:gd name="connsiteY12" fmla="*/ 44852 h 125487"/>
                    <a:gd name="connsiteX13" fmla="*/ 62858 w 143414"/>
                    <a:gd name="connsiteY13" fmla="*/ 39025 h 125487"/>
                    <a:gd name="connsiteX14" fmla="*/ 60169 w 143414"/>
                    <a:gd name="connsiteY14" fmla="*/ 41714 h 125487"/>
                    <a:gd name="connsiteX15" fmla="*/ 43139 w 143414"/>
                    <a:gd name="connsiteY15" fmla="*/ 42162 h 125487"/>
                    <a:gd name="connsiteX16" fmla="*/ 39105 w 143414"/>
                    <a:gd name="connsiteY16" fmla="*/ 34095 h 125487"/>
                    <a:gd name="connsiteX17" fmla="*/ 42690 w 143414"/>
                    <a:gd name="connsiteY17" fmla="*/ 26028 h 125487"/>
                    <a:gd name="connsiteX18" fmla="*/ 61962 w 143414"/>
                    <a:gd name="connsiteY18" fmla="*/ 7205 h 125487"/>
                    <a:gd name="connsiteX19" fmla="*/ 69581 w 143414"/>
                    <a:gd name="connsiteY19" fmla="*/ 3620 h 125487"/>
                    <a:gd name="connsiteX20" fmla="*/ 105434 w 143414"/>
                    <a:gd name="connsiteY20" fmla="*/ 35 h 125487"/>
                    <a:gd name="connsiteX21" fmla="*/ 119776 w 143414"/>
                    <a:gd name="connsiteY21" fmla="*/ 5413 h 125487"/>
                    <a:gd name="connsiteX22" fmla="*/ 127843 w 143414"/>
                    <a:gd name="connsiteY22" fmla="*/ 20650 h 125487"/>
                    <a:gd name="connsiteX23" fmla="*/ 126946 w 143414"/>
                    <a:gd name="connsiteY23" fmla="*/ 34544 h 125487"/>
                    <a:gd name="connsiteX24" fmla="*/ 140391 w 143414"/>
                    <a:gd name="connsiteY24" fmla="*/ 44852 h 125487"/>
                    <a:gd name="connsiteX25" fmla="*/ 144873 w 143414"/>
                    <a:gd name="connsiteY25" fmla="*/ 52919 h 125487"/>
                    <a:gd name="connsiteX26" fmla="*/ 142184 w 143414"/>
                    <a:gd name="connsiteY26" fmla="*/ 61434 h 125487"/>
                    <a:gd name="connsiteX27" fmla="*/ 125154 w 143414"/>
                    <a:gd name="connsiteY27" fmla="*/ 62778 h 125487"/>
                    <a:gd name="connsiteX28" fmla="*/ 108571 w 143414"/>
                    <a:gd name="connsiteY28" fmla="*/ 50230 h 125487"/>
                    <a:gd name="connsiteX29" fmla="*/ 106331 w 143414"/>
                    <a:gd name="connsiteY29" fmla="*/ 48437 h 125487"/>
                    <a:gd name="connsiteX30" fmla="*/ 99160 w 143414"/>
                    <a:gd name="connsiteY30" fmla="*/ 56056 h 125487"/>
                    <a:gd name="connsiteX31" fmla="*/ 113501 w 143414"/>
                    <a:gd name="connsiteY31" fmla="*/ 67260 h 125487"/>
                    <a:gd name="connsiteX32" fmla="*/ 117983 w 143414"/>
                    <a:gd name="connsiteY32" fmla="*/ 76223 h 125487"/>
                    <a:gd name="connsiteX33" fmla="*/ 120224 w 143414"/>
                    <a:gd name="connsiteY33" fmla="*/ 113422 h 125487"/>
                    <a:gd name="connsiteX34" fmla="*/ 116638 w 143414"/>
                    <a:gd name="connsiteY34" fmla="*/ 122385 h 125487"/>
                    <a:gd name="connsiteX35" fmla="*/ 107227 w 143414"/>
                    <a:gd name="connsiteY35" fmla="*/ 126419 h 125487"/>
                    <a:gd name="connsiteX36" fmla="*/ 105882 w 143414"/>
                    <a:gd name="connsiteY36" fmla="*/ 126419 h 125487"/>
                    <a:gd name="connsiteX37" fmla="*/ 74510 w 143414"/>
                    <a:gd name="connsiteY37" fmla="*/ 64123 h 125487"/>
                    <a:gd name="connsiteX38" fmla="*/ 95126 w 143414"/>
                    <a:gd name="connsiteY38" fmla="*/ 80705 h 125487"/>
                    <a:gd name="connsiteX39" fmla="*/ 96919 w 143414"/>
                    <a:gd name="connsiteY39" fmla="*/ 114766 h 125487"/>
                    <a:gd name="connsiteX40" fmla="*/ 105882 w 143414"/>
                    <a:gd name="connsiteY40" fmla="*/ 122385 h 125487"/>
                    <a:gd name="connsiteX41" fmla="*/ 106331 w 143414"/>
                    <a:gd name="connsiteY41" fmla="*/ 122385 h 125487"/>
                    <a:gd name="connsiteX42" fmla="*/ 112605 w 143414"/>
                    <a:gd name="connsiteY42" fmla="*/ 119696 h 125487"/>
                    <a:gd name="connsiteX43" fmla="*/ 114846 w 143414"/>
                    <a:gd name="connsiteY43" fmla="*/ 113870 h 125487"/>
                    <a:gd name="connsiteX44" fmla="*/ 112605 w 143414"/>
                    <a:gd name="connsiteY44" fmla="*/ 76672 h 125487"/>
                    <a:gd name="connsiteX45" fmla="*/ 109468 w 143414"/>
                    <a:gd name="connsiteY45" fmla="*/ 70845 h 125487"/>
                    <a:gd name="connsiteX46" fmla="*/ 91541 w 143414"/>
                    <a:gd name="connsiteY46" fmla="*/ 56504 h 125487"/>
                    <a:gd name="connsiteX47" fmla="*/ 105882 w 143414"/>
                    <a:gd name="connsiteY47" fmla="*/ 41714 h 125487"/>
                    <a:gd name="connsiteX48" fmla="*/ 107675 w 143414"/>
                    <a:gd name="connsiteY48" fmla="*/ 43955 h 125487"/>
                    <a:gd name="connsiteX49" fmla="*/ 110364 w 143414"/>
                    <a:gd name="connsiteY49" fmla="*/ 47092 h 125487"/>
                    <a:gd name="connsiteX50" fmla="*/ 126946 w 143414"/>
                    <a:gd name="connsiteY50" fmla="*/ 59641 h 125487"/>
                    <a:gd name="connsiteX51" fmla="*/ 138151 w 143414"/>
                    <a:gd name="connsiteY51" fmla="*/ 58745 h 125487"/>
                    <a:gd name="connsiteX52" fmla="*/ 139943 w 143414"/>
                    <a:gd name="connsiteY52" fmla="*/ 53815 h 125487"/>
                    <a:gd name="connsiteX53" fmla="*/ 137254 w 143414"/>
                    <a:gd name="connsiteY53" fmla="*/ 48885 h 125487"/>
                    <a:gd name="connsiteX54" fmla="*/ 122017 w 143414"/>
                    <a:gd name="connsiteY54" fmla="*/ 37233 h 125487"/>
                    <a:gd name="connsiteX55" fmla="*/ 123361 w 143414"/>
                    <a:gd name="connsiteY55" fmla="*/ 20650 h 125487"/>
                    <a:gd name="connsiteX56" fmla="*/ 117087 w 143414"/>
                    <a:gd name="connsiteY56" fmla="*/ 9446 h 125487"/>
                    <a:gd name="connsiteX57" fmla="*/ 105882 w 143414"/>
                    <a:gd name="connsiteY57" fmla="*/ 4964 h 125487"/>
                    <a:gd name="connsiteX58" fmla="*/ 70029 w 143414"/>
                    <a:gd name="connsiteY58" fmla="*/ 8550 h 125487"/>
                    <a:gd name="connsiteX59" fmla="*/ 65099 w 143414"/>
                    <a:gd name="connsiteY59" fmla="*/ 10791 h 125487"/>
                    <a:gd name="connsiteX60" fmla="*/ 45828 w 143414"/>
                    <a:gd name="connsiteY60" fmla="*/ 29614 h 125487"/>
                    <a:gd name="connsiteX61" fmla="*/ 43587 w 143414"/>
                    <a:gd name="connsiteY61" fmla="*/ 34544 h 125487"/>
                    <a:gd name="connsiteX62" fmla="*/ 45828 w 143414"/>
                    <a:gd name="connsiteY62" fmla="*/ 39474 h 125487"/>
                    <a:gd name="connsiteX63" fmla="*/ 57032 w 143414"/>
                    <a:gd name="connsiteY63" fmla="*/ 39025 h 125487"/>
                    <a:gd name="connsiteX64" fmla="*/ 74510 w 143414"/>
                    <a:gd name="connsiteY64" fmla="*/ 21995 h 125487"/>
                    <a:gd name="connsiteX65" fmla="*/ 86611 w 143414"/>
                    <a:gd name="connsiteY65" fmla="*/ 20650 h 125487"/>
                    <a:gd name="connsiteX66" fmla="*/ 66892 w 143414"/>
                    <a:gd name="connsiteY66" fmla="*/ 41714 h 125487"/>
                    <a:gd name="connsiteX67" fmla="*/ 64203 w 143414"/>
                    <a:gd name="connsiteY67" fmla="*/ 46644 h 125487"/>
                    <a:gd name="connsiteX68" fmla="*/ 63306 w 143414"/>
                    <a:gd name="connsiteY68" fmla="*/ 48885 h 125487"/>
                    <a:gd name="connsiteX69" fmla="*/ 51654 w 143414"/>
                    <a:gd name="connsiteY69" fmla="*/ 68605 h 125487"/>
                    <a:gd name="connsiteX70" fmla="*/ 50757 w 143414"/>
                    <a:gd name="connsiteY70" fmla="*/ 69949 h 125487"/>
                    <a:gd name="connsiteX71" fmla="*/ 15352 w 143414"/>
                    <a:gd name="connsiteY71" fmla="*/ 65019 h 125487"/>
                    <a:gd name="connsiteX72" fmla="*/ 5044 w 143414"/>
                    <a:gd name="connsiteY72" fmla="*/ 71742 h 125487"/>
                    <a:gd name="connsiteX73" fmla="*/ 6389 w 143414"/>
                    <a:gd name="connsiteY73" fmla="*/ 77568 h 125487"/>
                    <a:gd name="connsiteX74" fmla="*/ 12663 w 143414"/>
                    <a:gd name="connsiteY74" fmla="*/ 81153 h 125487"/>
                    <a:gd name="connsiteX75" fmla="*/ 54343 w 143414"/>
                    <a:gd name="connsiteY75" fmla="*/ 86980 h 125487"/>
                    <a:gd name="connsiteX76" fmla="*/ 63754 w 143414"/>
                    <a:gd name="connsiteY76" fmla="*/ 82946 h 125487"/>
                    <a:gd name="connsiteX77" fmla="*/ 74510 w 143414"/>
                    <a:gd name="connsiteY77" fmla="*/ 64123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43414" h="125487">
                      <a:moveTo>
                        <a:pt x="105882" y="126419"/>
                      </a:moveTo>
                      <a:cubicBezTo>
                        <a:pt x="98712" y="126419"/>
                        <a:pt x="92885" y="121040"/>
                        <a:pt x="92437" y="114318"/>
                      </a:cubicBezTo>
                      <a:lnTo>
                        <a:pt x="90645" y="82498"/>
                      </a:lnTo>
                      <a:lnTo>
                        <a:pt x="75407" y="70397"/>
                      </a:lnTo>
                      <a:lnTo>
                        <a:pt x="66892" y="84291"/>
                      </a:lnTo>
                      <a:cubicBezTo>
                        <a:pt x="64203" y="88772"/>
                        <a:pt x="58825" y="91461"/>
                        <a:pt x="52998" y="90565"/>
                      </a:cubicBezTo>
                      <a:lnTo>
                        <a:pt x="11318" y="84739"/>
                      </a:lnTo>
                      <a:cubicBezTo>
                        <a:pt x="7733" y="84291"/>
                        <a:pt x="4148" y="82498"/>
                        <a:pt x="2355" y="79361"/>
                      </a:cubicBezTo>
                      <a:cubicBezTo>
                        <a:pt x="562" y="76672"/>
                        <a:pt x="-334" y="73534"/>
                        <a:pt x="114" y="70397"/>
                      </a:cubicBezTo>
                      <a:cubicBezTo>
                        <a:pt x="1459" y="63675"/>
                        <a:pt x="8181" y="58745"/>
                        <a:pt x="15352" y="60089"/>
                      </a:cubicBezTo>
                      <a:lnTo>
                        <a:pt x="48068" y="64571"/>
                      </a:lnTo>
                      <a:cubicBezTo>
                        <a:pt x="50757" y="60089"/>
                        <a:pt x="57032" y="50678"/>
                        <a:pt x="58825" y="46644"/>
                      </a:cubicBezTo>
                      <a:cubicBezTo>
                        <a:pt x="59273" y="46196"/>
                        <a:pt x="59273" y="45300"/>
                        <a:pt x="59721" y="44852"/>
                      </a:cubicBezTo>
                      <a:cubicBezTo>
                        <a:pt x="60617" y="43059"/>
                        <a:pt x="61065" y="40818"/>
                        <a:pt x="62858" y="39025"/>
                      </a:cubicBezTo>
                      <a:lnTo>
                        <a:pt x="60169" y="41714"/>
                      </a:lnTo>
                      <a:cubicBezTo>
                        <a:pt x="55687" y="46196"/>
                        <a:pt x="47620" y="46196"/>
                        <a:pt x="43139" y="42162"/>
                      </a:cubicBezTo>
                      <a:cubicBezTo>
                        <a:pt x="40898" y="39922"/>
                        <a:pt x="39105" y="37233"/>
                        <a:pt x="39105" y="34095"/>
                      </a:cubicBezTo>
                      <a:cubicBezTo>
                        <a:pt x="39105" y="30958"/>
                        <a:pt x="40001" y="28269"/>
                        <a:pt x="42690" y="26028"/>
                      </a:cubicBezTo>
                      <a:lnTo>
                        <a:pt x="61962" y="7205"/>
                      </a:lnTo>
                      <a:cubicBezTo>
                        <a:pt x="63754" y="5413"/>
                        <a:pt x="66443" y="4068"/>
                        <a:pt x="69581" y="3620"/>
                      </a:cubicBezTo>
                      <a:lnTo>
                        <a:pt x="105434" y="35"/>
                      </a:lnTo>
                      <a:cubicBezTo>
                        <a:pt x="111709" y="-414"/>
                        <a:pt x="117535" y="3620"/>
                        <a:pt x="119776" y="5413"/>
                      </a:cubicBezTo>
                      <a:cubicBezTo>
                        <a:pt x="124257" y="8998"/>
                        <a:pt x="129187" y="13928"/>
                        <a:pt x="127843" y="20650"/>
                      </a:cubicBezTo>
                      <a:lnTo>
                        <a:pt x="126946" y="34544"/>
                      </a:lnTo>
                      <a:lnTo>
                        <a:pt x="140391" y="44852"/>
                      </a:lnTo>
                      <a:cubicBezTo>
                        <a:pt x="143080" y="46644"/>
                        <a:pt x="144425" y="49781"/>
                        <a:pt x="144873" y="52919"/>
                      </a:cubicBezTo>
                      <a:cubicBezTo>
                        <a:pt x="145321" y="56056"/>
                        <a:pt x="143977" y="58745"/>
                        <a:pt x="142184" y="61434"/>
                      </a:cubicBezTo>
                      <a:cubicBezTo>
                        <a:pt x="138151" y="65916"/>
                        <a:pt x="130084" y="66812"/>
                        <a:pt x="125154" y="62778"/>
                      </a:cubicBezTo>
                      <a:lnTo>
                        <a:pt x="108571" y="50230"/>
                      </a:lnTo>
                      <a:cubicBezTo>
                        <a:pt x="108123" y="49781"/>
                        <a:pt x="107227" y="49333"/>
                        <a:pt x="106331" y="48437"/>
                      </a:cubicBezTo>
                      <a:lnTo>
                        <a:pt x="99160" y="56056"/>
                      </a:lnTo>
                      <a:lnTo>
                        <a:pt x="113501" y="67260"/>
                      </a:lnTo>
                      <a:cubicBezTo>
                        <a:pt x="116190" y="69501"/>
                        <a:pt x="117983" y="72638"/>
                        <a:pt x="117983" y="76223"/>
                      </a:cubicBezTo>
                      <a:lnTo>
                        <a:pt x="120224" y="113422"/>
                      </a:lnTo>
                      <a:cubicBezTo>
                        <a:pt x="120224" y="117007"/>
                        <a:pt x="119328" y="120144"/>
                        <a:pt x="116638" y="122385"/>
                      </a:cubicBezTo>
                      <a:cubicBezTo>
                        <a:pt x="114398" y="124626"/>
                        <a:pt x="110812" y="126419"/>
                        <a:pt x="107227" y="126419"/>
                      </a:cubicBezTo>
                      <a:cubicBezTo>
                        <a:pt x="106331" y="126419"/>
                        <a:pt x="106331" y="126419"/>
                        <a:pt x="105882" y="126419"/>
                      </a:cubicBezTo>
                      <a:close/>
                      <a:moveTo>
                        <a:pt x="74510" y="64123"/>
                      </a:moveTo>
                      <a:lnTo>
                        <a:pt x="95126" y="80705"/>
                      </a:lnTo>
                      <a:lnTo>
                        <a:pt x="96919" y="114766"/>
                      </a:lnTo>
                      <a:cubicBezTo>
                        <a:pt x="97367" y="119248"/>
                        <a:pt x="100953" y="122385"/>
                        <a:pt x="105882" y="122385"/>
                      </a:cubicBezTo>
                      <a:lnTo>
                        <a:pt x="106331" y="122385"/>
                      </a:lnTo>
                      <a:cubicBezTo>
                        <a:pt x="108571" y="122385"/>
                        <a:pt x="110812" y="121489"/>
                        <a:pt x="112605" y="119696"/>
                      </a:cubicBezTo>
                      <a:cubicBezTo>
                        <a:pt x="113949" y="117903"/>
                        <a:pt x="114846" y="116111"/>
                        <a:pt x="114846" y="113870"/>
                      </a:cubicBezTo>
                      <a:lnTo>
                        <a:pt x="112605" y="76672"/>
                      </a:lnTo>
                      <a:cubicBezTo>
                        <a:pt x="112605" y="74431"/>
                        <a:pt x="111260" y="72638"/>
                        <a:pt x="109468" y="70845"/>
                      </a:cubicBezTo>
                      <a:lnTo>
                        <a:pt x="91541" y="56504"/>
                      </a:lnTo>
                      <a:lnTo>
                        <a:pt x="105882" y="41714"/>
                      </a:lnTo>
                      <a:lnTo>
                        <a:pt x="107675" y="43955"/>
                      </a:lnTo>
                      <a:cubicBezTo>
                        <a:pt x="108571" y="45300"/>
                        <a:pt x="109916" y="46644"/>
                        <a:pt x="110364" y="47092"/>
                      </a:cubicBezTo>
                      <a:lnTo>
                        <a:pt x="126946" y="59641"/>
                      </a:lnTo>
                      <a:cubicBezTo>
                        <a:pt x="130084" y="61882"/>
                        <a:pt x="135462" y="61434"/>
                        <a:pt x="138151" y="58745"/>
                      </a:cubicBezTo>
                      <a:cubicBezTo>
                        <a:pt x="139495" y="57400"/>
                        <a:pt x="139943" y="55608"/>
                        <a:pt x="139943" y="53815"/>
                      </a:cubicBezTo>
                      <a:cubicBezTo>
                        <a:pt x="139943" y="52022"/>
                        <a:pt x="139047" y="50230"/>
                        <a:pt x="137254" y="48885"/>
                      </a:cubicBezTo>
                      <a:lnTo>
                        <a:pt x="122017" y="37233"/>
                      </a:lnTo>
                      <a:lnTo>
                        <a:pt x="123361" y="20650"/>
                      </a:lnTo>
                      <a:cubicBezTo>
                        <a:pt x="124257" y="16169"/>
                        <a:pt x="121568" y="13031"/>
                        <a:pt x="117087" y="9446"/>
                      </a:cubicBezTo>
                      <a:cubicBezTo>
                        <a:pt x="115742" y="8550"/>
                        <a:pt x="110812" y="4964"/>
                        <a:pt x="105882" y="4964"/>
                      </a:cubicBezTo>
                      <a:lnTo>
                        <a:pt x="70029" y="8550"/>
                      </a:lnTo>
                      <a:cubicBezTo>
                        <a:pt x="68236" y="8550"/>
                        <a:pt x="66443" y="9446"/>
                        <a:pt x="65099" y="10791"/>
                      </a:cubicBezTo>
                      <a:lnTo>
                        <a:pt x="45828" y="29614"/>
                      </a:lnTo>
                      <a:cubicBezTo>
                        <a:pt x="44483" y="30958"/>
                        <a:pt x="43587" y="32751"/>
                        <a:pt x="43587" y="34544"/>
                      </a:cubicBezTo>
                      <a:cubicBezTo>
                        <a:pt x="43587" y="36336"/>
                        <a:pt x="44483" y="38129"/>
                        <a:pt x="45828" y="39474"/>
                      </a:cubicBezTo>
                      <a:cubicBezTo>
                        <a:pt x="48965" y="42162"/>
                        <a:pt x="53895" y="41714"/>
                        <a:pt x="57032" y="39025"/>
                      </a:cubicBezTo>
                      <a:lnTo>
                        <a:pt x="74510" y="21995"/>
                      </a:lnTo>
                      <a:lnTo>
                        <a:pt x="86611" y="20650"/>
                      </a:lnTo>
                      <a:lnTo>
                        <a:pt x="66892" y="41714"/>
                      </a:lnTo>
                      <a:cubicBezTo>
                        <a:pt x="65547" y="43059"/>
                        <a:pt x="65099" y="44852"/>
                        <a:pt x="64203" y="46644"/>
                      </a:cubicBezTo>
                      <a:cubicBezTo>
                        <a:pt x="63754" y="47541"/>
                        <a:pt x="63754" y="47989"/>
                        <a:pt x="63306" y="48885"/>
                      </a:cubicBezTo>
                      <a:cubicBezTo>
                        <a:pt x="61514" y="53367"/>
                        <a:pt x="54343" y="64123"/>
                        <a:pt x="51654" y="68605"/>
                      </a:cubicBezTo>
                      <a:lnTo>
                        <a:pt x="50757" y="69949"/>
                      </a:lnTo>
                      <a:lnTo>
                        <a:pt x="15352" y="65019"/>
                      </a:lnTo>
                      <a:cubicBezTo>
                        <a:pt x="10422" y="64123"/>
                        <a:pt x="5940" y="67260"/>
                        <a:pt x="5044" y="71742"/>
                      </a:cubicBezTo>
                      <a:cubicBezTo>
                        <a:pt x="4596" y="73534"/>
                        <a:pt x="5044" y="75775"/>
                        <a:pt x="6389" y="77568"/>
                      </a:cubicBezTo>
                      <a:cubicBezTo>
                        <a:pt x="7733" y="79361"/>
                        <a:pt x="9974" y="80705"/>
                        <a:pt x="12663" y="81153"/>
                      </a:cubicBezTo>
                      <a:lnTo>
                        <a:pt x="54343" y="86980"/>
                      </a:lnTo>
                      <a:cubicBezTo>
                        <a:pt x="57928" y="87428"/>
                        <a:pt x="61962" y="86083"/>
                        <a:pt x="63754" y="82946"/>
                      </a:cubicBezTo>
                      <a:lnTo>
                        <a:pt x="74510" y="64123"/>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12" name="Group 2461">
                <a:extLst>
                  <a:ext uri="{FF2B5EF4-FFF2-40B4-BE49-F238E27FC236}">
                    <a16:creationId xmlns:a16="http://schemas.microsoft.com/office/drawing/2014/main" id="{95373203-58C8-F50D-197B-AB67D31B2AC0}"/>
                  </a:ext>
                  <a:ext uri="{C183D7F6-B498-43B3-948B-1728B52AA6E4}">
                    <adec:decorative xmlns:adec="http://schemas.microsoft.com/office/drawing/2017/decorative" val="1"/>
                  </a:ext>
                </a:extLst>
              </p:cNvPr>
              <p:cNvGrpSpPr>
                <a:grpSpLocks noChangeAspect="1"/>
              </p:cNvGrpSpPr>
              <p:nvPr/>
            </p:nvGrpSpPr>
            <p:grpSpPr>
              <a:xfrm>
                <a:off x="8534933" y="3817432"/>
                <a:ext cx="152378" cy="152378"/>
                <a:chOff x="8591433" y="1761741"/>
                <a:chExt cx="152378" cy="152378"/>
              </a:xfrm>
            </p:grpSpPr>
            <p:sp>
              <p:nvSpPr>
                <p:cNvPr id="1213" name="Freeform: Shape 5466">
                  <a:extLst>
                    <a:ext uri="{FF2B5EF4-FFF2-40B4-BE49-F238E27FC236}">
                      <a16:creationId xmlns:a16="http://schemas.microsoft.com/office/drawing/2014/main" id="{44528A55-52EE-D880-EF88-10808328CD22}"/>
                    </a:ext>
                  </a:extLst>
                </p:cNvPr>
                <p:cNvSpPr/>
                <p:nvPr/>
              </p:nvSpPr>
              <p:spPr>
                <a:xfrm>
                  <a:off x="8591433" y="1761741"/>
                  <a:ext cx="152378" cy="152378"/>
                </a:xfrm>
                <a:custGeom>
                  <a:avLst/>
                  <a:gdLst>
                    <a:gd name="connsiteX0" fmla="*/ 82911 w 152377"/>
                    <a:gd name="connsiteY0" fmla="*/ 152378 h 152377"/>
                    <a:gd name="connsiteX1" fmla="*/ 81119 w 152377"/>
                    <a:gd name="connsiteY1" fmla="*/ 151930 h 152377"/>
                    <a:gd name="connsiteX2" fmla="*/ 448 w 152377"/>
                    <a:gd name="connsiteY2" fmla="*/ 71259 h 152377"/>
                    <a:gd name="connsiteX3" fmla="*/ 0 w 152377"/>
                    <a:gd name="connsiteY3" fmla="*/ 69466 h 152377"/>
                    <a:gd name="connsiteX4" fmla="*/ 0 w 152377"/>
                    <a:gd name="connsiteY4" fmla="*/ 8515 h 152377"/>
                    <a:gd name="connsiteX5" fmla="*/ 8515 w 152377"/>
                    <a:gd name="connsiteY5" fmla="*/ 0 h 152377"/>
                    <a:gd name="connsiteX6" fmla="*/ 69466 w 152377"/>
                    <a:gd name="connsiteY6" fmla="*/ 0 h 152377"/>
                    <a:gd name="connsiteX7" fmla="*/ 71259 w 152377"/>
                    <a:gd name="connsiteY7" fmla="*/ 448 h 152377"/>
                    <a:gd name="connsiteX8" fmla="*/ 151930 w 152377"/>
                    <a:gd name="connsiteY8" fmla="*/ 81119 h 152377"/>
                    <a:gd name="connsiteX9" fmla="*/ 151930 w 152377"/>
                    <a:gd name="connsiteY9" fmla="*/ 84256 h 152377"/>
                    <a:gd name="connsiteX10" fmla="*/ 84704 w 152377"/>
                    <a:gd name="connsiteY10" fmla="*/ 151482 h 152377"/>
                    <a:gd name="connsiteX11" fmla="*/ 82911 w 152377"/>
                    <a:gd name="connsiteY11" fmla="*/ 152378 h 152377"/>
                    <a:gd name="connsiteX12" fmla="*/ 4482 w 152377"/>
                    <a:gd name="connsiteY12" fmla="*/ 68122 h 152377"/>
                    <a:gd name="connsiteX13" fmla="*/ 82911 w 152377"/>
                    <a:gd name="connsiteY13" fmla="*/ 146552 h 152377"/>
                    <a:gd name="connsiteX14" fmla="*/ 147000 w 152377"/>
                    <a:gd name="connsiteY14" fmla="*/ 82463 h 152377"/>
                    <a:gd name="connsiteX15" fmla="*/ 68570 w 152377"/>
                    <a:gd name="connsiteY15" fmla="*/ 4482 h 152377"/>
                    <a:gd name="connsiteX16" fmla="*/ 8515 w 152377"/>
                    <a:gd name="connsiteY16" fmla="*/ 4482 h 152377"/>
                    <a:gd name="connsiteX17" fmla="*/ 4482 w 152377"/>
                    <a:gd name="connsiteY17" fmla="*/ 8515 h 152377"/>
                    <a:gd name="connsiteX18" fmla="*/ 4482 w 152377"/>
                    <a:gd name="connsiteY18" fmla="*/ 68122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2377" h="152377">
                      <a:moveTo>
                        <a:pt x="82911" y="152378"/>
                      </a:moveTo>
                      <a:cubicBezTo>
                        <a:pt x="82463" y="152378"/>
                        <a:pt x="81567" y="152378"/>
                        <a:pt x="81119" y="151930"/>
                      </a:cubicBezTo>
                      <a:lnTo>
                        <a:pt x="448" y="71259"/>
                      </a:lnTo>
                      <a:cubicBezTo>
                        <a:pt x="0" y="70811"/>
                        <a:pt x="0" y="70363"/>
                        <a:pt x="0" y="69466"/>
                      </a:cubicBezTo>
                      <a:lnTo>
                        <a:pt x="0" y="8515"/>
                      </a:lnTo>
                      <a:cubicBezTo>
                        <a:pt x="0" y="3585"/>
                        <a:pt x="4034" y="0"/>
                        <a:pt x="8515" y="0"/>
                      </a:cubicBezTo>
                      <a:lnTo>
                        <a:pt x="69466" y="0"/>
                      </a:lnTo>
                      <a:cubicBezTo>
                        <a:pt x="69914" y="0"/>
                        <a:pt x="70811" y="448"/>
                        <a:pt x="71259" y="448"/>
                      </a:cubicBezTo>
                      <a:lnTo>
                        <a:pt x="151930" y="81119"/>
                      </a:lnTo>
                      <a:cubicBezTo>
                        <a:pt x="152826" y="82015"/>
                        <a:pt x="152826" y="83360"/>
                        <a:pt x="151930" y="84256"/>
                      </a:cubicBezTo>
                      <a:lnTo>
                        <a:pt x="84704" y="151482"/>
                      </a:lnTo>
                      <a:cubicBezTo>
                        <a:pt x="84256" y="151930"/>
                        <a:pt x="83360" y="152378"/>
                        <a:pt x="82911" y="152378"/>
                      </a:cubicBezTo>
                      <a:close/>
                      <a:moveTo>
                        <a:pt x="4482" y="68122"/>
                      </a:moveTo>
                      <a:lnTo>
                        <a:pt x="82911" y="146552"/>
                      </a:lnTo>
                      <a:lnTo>
                        <a:pt x="147000" y="82463"/>
                      </a:lnTo>
                      <a:lnTo>
                        <a:pt x="68570" y="4482"/>
                      </a:lnTo>
                      <a:lnTo>
                        <a:pt x="8515" y="4482"/>
                      </a:lnTo>
                      <a:cubicBezTo>
                        <a:pt x="6274" y="4482"/>
                        <a:pt x="4482" y="6274"/>
                        <a:pt x="4482" y="8515"/>
                      </a:cubicBezTo>
                      <a:lnTo>
                        <a:pt x="4482" y="6812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14" name="Freeform: Shape 5467">
                  <a:extLst>
                    <a:ext uri="{FF2B5EF4-FFF2-40B4-BE49-F238E27FC236}">
                      <a16:creationId xmlns:a16="http://schemas.microsoft.com/office/drawing/2014/main" id="{362D91AE-42AD-0115-EE98-A6B787196E4C}"/>
                    </a:ext>
                  </a:extLst>
                </p:cNvPr>
                <p:cNvSpPr/>
                <p:nvPr/>
              </p:nvSpPr>
              <p:spPr>
                <a:xfrm>
                  <a:off x="8615368" y="1785828"/>
                  <a:ext cx="22409" cy="22409"/>
                </a:xfrm>
                <a:custGeom>
                  <a:avLst/>
                  <a:gdLst>
                    <a:gd name="connsiteX0" fmla="*/ 11918 w 22408"/>
                    <a:gd name="connsiteY0" fmla="*/ 23419 h 22408"/>
                    <a:gd name="connsiteX1" fmla="*/ 4748 w 22408"/>
                    <a:gd name="connsiteY1" fmla="*/ 21178 h 22408"/>
                    <a:gd name="connsiteX2" fmla="*/ 2507 w 22408"/>
                    <a:gd name="connsiteY2" fmla="*/ 4596 h 22408"/>
                    <a:gd name="connsiteX3" fmla="*/ 10126 w 22408"/>
                    <a:gd name="connsiteY3" fmla="*/ 114 h 22408"/>
                    <a:gd name="connsiteX4" fmla="*/ 18641 w 22408"/>
                    <a:gd name="connsiteY4" fmla="*/ 2355 h 22408"/>
                    <a:gd name="connsiteX5" fmla="*/ 20882 w 22408"/>
                    <a:gd name="connsiteY5" fmla="*/ 18937 h 22408"/>
                    <a:gd name="connsiteX6" fmla="*/ 20882 w 22408"/>
                    <a:gd name="connsiteY6" fmla="*/ 18937 h 22408"/>
                    <a:gd name="connsiteX7" fmla="*/ 13263 w 22408"/>
                    <a:gd name="connsiteY7" fmla="*/ 23419 h 22408"/>
                    <a:gd name="connsiteX8" fmla="*/ 11918 w 22408"/>
                    <a:gd name="connsiteY8" fmla="*/ 23419 h 22408"/>
                    <a:gd name="connsiteX9" fmla="*/ 11918 w 22408"/>
                    <a:gd name="connsiteY9" fmla="*/ 4148 h 22408"/>
                    <a:gd name="connsiteX10" fmla="*/ 11022 w 22408"/>
                    <a:gd name="connsiteY10" fmla="*/ 4148 h 22408"/>
                    <a:gd name="connsiteX11" fmla="*/ 6092 w 22408"/>
                    <a:gd name="connsiteY11" fmla="*/ 6837 h 22408"/>
                    <a:gd name="connsiteX12" fmla="*/ 4748 w 22408"/>
                    <a:gd name="connsiteY12" fmla="*/ 12215 h 22408"/>
                    <a:gd name="connsiteX13" fmla="*/ 7437 w 22408"/>
                    <a:gd name="connsiteY13" fmla="*/ 17145 h 22408"/>
                    <a:gd name="connsiteX14" fmla="*/ 12815 w 22408"/>
                    <a:gd name="connsiteY14" fmla="*/ 18489 h 22408"/>
                    <a:gd name="connsiteX15" fmla="*/ 17744 w 22408"/>
                    <a:gd name="connsiteY15" fmla="*/ 15800 h 22408"/>
                    <a:gd name="connsiteX16" fmla="*/ 17744 w 22408"/>
                    <a:gd name="connsiteY16" fmla="*/ 15800 h 22408"/>
                    <a:gd name="connsiteX17" fmla="*/ 19089 w 22408"/>
                    <a:gd name="connsiteY17" fmla="*/ 10422 h 22408"/>
                    <a:gd name="connsiteX18" fmla="*/ 16400 w 22408"/>
                    <a:gd name="connsiteY18" fmla="*/ 5492 h 22408"/>
                    <a:gd name="connsiteX19" fmla="*/ 11918 w 22408"/>
                    <a:gd name="connsiteY19" fmla="*/ 4148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408" h="22408">
                      <a:moveTo>
                        <a:pt x="11918" y="23419"/>
                      </a:moveTo>
                      <a:cubicBezTo>
                        <a:pt x="9229" y="23419"/>
                        <a:pt x="6988" y="22523"/>
                        <a:pt x="4748" y="21178"/>
                      </a:cubicBezTo>
                      <a:cubicBezTo>
                        <a:pt x="-631" y="17145"/>
                        <a:pt x="-1527" y="9974"/>
                        <a:pt x="2507" y="4596"/>
                      </a:cubicBezTo>
                      <a:cubicBezTo>
                        <a:pt x="4299" y="1907"/>
                        <a:pt x="6988" y="562"/>
                        <a:pt x="10126" y="114"/>
                      </a:cubicBezTo>
                      <a:cubicBezTo>
                        <a:pt x="13263" y="-334"/>
                        <a:pt x="16400" y="562"/>
                        <a:pt x="18641" y="2355"/>
                      </a:cubicBezTo>
                      <a:cubicBezTo>
                        <a:pt x="24019" y="6389"/>
                        <a:pt x="24915" y="13559"/>
                        <a:pt x="20882" y="18937"/>
                      </a:cubicBezTo>
                      <a:lnTo>
                        <a:pt x="20882" y="18937"/>
                      </a:lnTo>
                      <a:cubicBezTo>
                        <a:pt x="19089" y="21626"/>
                        <a:pt x="16400" y="22971"/>
                        <a:pt x="13263" y="23419"/>
                      </a:cubicBezTo>
                      <a:cubicBezTo>
                        <a:pt x="13263" y="23419"/>
                        <a:pt x="12366" y="23419"/>
                        <a:pt x="11918" y="23419"/>
                      </a:cubicBezTo>
                      <a:close/>
                      <a:moveTo>
                        <a:pt x="11918" y="4148"/>
                      </a:moveTo>
                      <a:cubicBezTo>
                        <a:pt x="11470" y="4148"/>
                        <a:pt x="11022" y="4148"/>
                        <a:pt x="11022" y="4148"/>
                      </a:cubicBezTo>
                      <a:cubicBezTo>
                        <a:pt x="9229" y="4596"/>
                        <a:pt x="7437" y="5492"/>
                        <a:pt x="6092" y="6837"/>
                      </a:cubicBezTo>
                      <a:cubicBezTo>
                        <a:pt x="4748" y="8181"/>
                        <a:pt x="4299" y="10422"/>
                        <a:pt x="4748" y="12215"/>
                      </a:cubicBezTo>
                      <a:cubicBezTo>
                        <a:pt x="5196" y="14007"/>
                        <a:pt x="6092" y="15800"/>
                        <a:pt x="7437" y="17145"/>
                      </a:cubicBezTo>
                      <a:cubicBezTo>
                        <a:pt x="8781" y="18489"/>
                        <a:pt x="11022" y="18937"/>
                        <a:pt x="12815" y="18489"/>
                      </a:cubicBezTo>
                      <a:cubicBezTo>
                        <a:pt x="14607" y="18041"/>
                        <a:pt x="16400" y="17145"/>
                        <a:pt x="17744" y="15800"/>
                      </a:cubicBezTo>
                      <a:lnTo>
                        <a:pt x="17744" y="15800"/>
                      </a:lnTo>
                      <a:cubicBezTo>
                        <a:pt x="19089" y="14456"/>
                        <a:pt x="19537" y="12215"/>
                        <a:pt x="19089" y="10422"/>
                      </a:cubicBezTo>
                      <a:cubicBezTo>
                        <a:pt x="18641" y="8629"/>
                        <a:pt x="17744" y="6837"/>
                        <a:pt x="16400" y="5492"/>
                      </a:cubicBezTo>
                      <a:cubicBezTo>
                        <a:pt x="15055" y="4596"/>
                        <a:pt x="13711" y="4148"/>
                        <a:pt x="11918" y="414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15" name="Group 2462">
                <a:extLst>
                  <a:ext uri="{FF2B5EF4-FFF2-40B4-BE49-F238E27FC236}">
                    <a16:creationId xmlns:a16="http://schemas.microsoft.com/office/drawing/2014/main" id="{81827C81-C56C-F40D-0645-BF46567D59FA}"/>
                  </a:ext>
                  <a:ext uri="{C183D7F6-B498-43B3-948B-1728B52AA6E4}">
                    <adec:decorative xmlns:adec="http://schemas.microsoft.com/office/drawing/2017/decorative" val="1"/>
                  </a:ext>
                </a:extLst>
              </p:cNvPr>
              <p:cNvGrpSpPr>
                <a:grpSpLocks noChangeAspect="1"/>
              </p:cNvGrpSpPr>
              <p:nvPr/>
            </p:nvGrpSpPr>
            <p:grpSpPr>
              <a:xfrm>
                <a:off x="8790838" y="3817432"/>
                <a:ext cx="152378" cy="152378"/>
                <a:chOff x="8847338" y="1761741"/>
                <a:chExt cx="152378" cy="152378"/>
              </a:xfrm>
            </p:grpSpPr>
            <p:sp>
              <p:nvSpPr>
                <p:cNvPr id="1216" name="Freeform: Shape 5461">
                  <a:extLst>
                    <a:ext uri="{FF2B5EF4-FFF2-40B4-BE49-F238E27FC236}">
                      <a16:creationId xmlns:a16="http://schemas.microsoft.com/office/drawing/2014/main" id="{37D1AFC4-B9F7-E2B9-9F0A-AF533C2D81E4}"/>
                    </a:ext>
                  </a:extLst>
                </p:cNvPr>
                <p:cNvSpPr/>
                <p:nvPr/>
              </p:nvSpPr>
              <p:spPr>
                <a:xfrm>
                  <a:off x="8847338" y="1761741"/>
                  <a:ext cx="152378" cy="152378"/>
                </a:xfrm>
                <a:custGeom>
                  <a:avLst/>
                  <a:gdLst>
                    <a:gd name="connsiteX0" fmla="*/ 82911 w 152377"/>
                    <a:gd name="connsiteY0" fmla="*/ 152378 h 152377"/>
                    <a:gd name="connsiteX1" fmla="*/ 81119 w 152377"/>
                    <a:gd name="connsiteY1" fmla="*/ 151930 h 152377"/>
                    <a:gd name="connsiteX2" fmla="*/ 448 w 152377"/>
                    <a:gd name="connsiteY2" fmla="*/ 71259 h 152377"/>
                    <a:gd name="connsiteX3" fmla="*/ 0 w 152377"/>
                    <a:gd name="connsiteY3" fmla="*/ 69466 h 152377"/>
                    <a:gd name="connsiteX4" fmla="*/ 0 w 152377"/>
                    <a:gd name="connsiteY4" fmla="*/ 8515 h 152377"/>
                    <a:gd name="connsiteX5" fmla="*/ 8515 w 152377"/>
                    <a:gd name="connsiteY5" fmla="*/ 0 h 152377"/>
                    <a:gd name="connsiteX6" fmla="*/ 69466 w 152377"/>
                    <a:gd name="connsiteY6" fmla="*/ 0 h 152377"/>
                    <a:gd name="connsiteX7" fmla="*/ 71259 w 152377"/>
                    <a:gd name="connsiteY7" fmla="*/ 448 h 152377"/>
                    <a:gd name="connsiteX8" fmla="*/ 151930 w 152377"/>
                    <a:gd name="connsiteY8" fmla="*/ 81119 h 152377"/>
                    <a:gd name="connsiteX9" fmla="*/ 151930 w 152377"/>
                    <a:gd name="connsiteY9" fmla="*/ 84256 h 152377"/>
                    <a:gd name="connsiteX10" fmla="*/ 84704 w 152377"/>
                    <a:gd name="connsiteY10" fmla="*/ 151482 h 152377"/>
                    <a:gd name="connsiteX11" fmla="*/ 82911 w 152377"/>
                    <a:gd name="connsiteY11" fmla="*/ 152378 h 152377"/>
                    <a:gd name="connsiteX12" fmla="*/ 4482 w 152377"/>
                    <a:gd name="connsiteY12" fmla="*/ 68122 h 152377"/>
                    <a:gd name="connsiteX13" fmla="*/ 82911 w 152377"/>
                    <a:gd name="connsiteY13" fmla="*/ 146552 h 152377"/>
                    <a:gd name="connsiteX14" fmla="*/ 147000 w 152377"/>
                    <a:gd name="connsiteY14" fmla="*/ 82463 h 152377"/>
                    <a:gd name="connsiteX15" fmla="*/ 68570 w 152377"/>
                    <a:gd name="connsiteY15" fmla="*/ 4034 h 152377"/>
                    <a:gd name="connsiteX16" fmla="*/ 8515 w 152377"/>
                    <a:gd name="connsiteY16" fmla="*/ 4034 h 152377"/>
                    <a:gd name="connsiteX17" fmla="*/ 4482 w 152377"/>
                    <a:gd name="connsiteY17" fmla="*/ 8067 h 152377"/>
                    <a:gd name="connsiteX18" fmla="*/ 4482 w 152377"/>
                    <a:gd name="connsiteY18" fmla="*/ 68122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2377" h="152377">
                      <a:moveTo>
                        <a:pt x="82911" y="152378"/>
                      </a:moveTo>
                      <a:cubicBezTo>
                        <a:pt x="82463" y="152378"/>
                        <a:pt x="81567" y="152378"/>
                        <a:pt x="81119" y="151930"/>
                      </a:cubicBezTo>
                      <a:lnTo>
                        <a:pt x="448" y="71259"/>
                      </a:lnTo>
                      <a:cubicBezTo>
                        <a:pt x="0" y="70811"/>
                        <a:pt x="0" y="70363"/>
                        <a:pt x="0" y="69466"/>
                      </a:cubicBezTo>
                      <a:lnTo>
                        <a:pt x="0" y="8515"/>
                      </a:lnTo>
                      <a:cubicBezTo>
                        <a:pt x="0" y="3585"/>
                        <a:pt x="4034" y="0"/>
                        <a:pt x="8515" y="0"/>
                      </a:cubicBezTo>
                      <a:lnTo>
                        <a:pt x="69466" y="0"/>
                      </a:lnTo>
                      <a:cubicBezTo>
                        <a:pt x="69915" y="0"/>
                        <a:pt x="70811" y="448"/>
                        <a:pt x="71259" y="448"/>
                      </a:cubicBezTo>
                      <a:lnTo>
                        <a:pt x="151930" y="81119"/>
                      </a:lnTo>
                      <a:cubicBezTo>
                        <a:pt x="152826" y="82015"/>
                        <a:pt x="152826" y="83360"/>
                        <a:pt x="151930" y="84256"/>
                      </a:cubicBezTo>
                      <a:lnTo>
                        <a:pt x="84704" y="151482"/>
                      </a:lnTo>
                      <a:cubicBezTo>
                        <a:pt x="83808" y="151930"/>
                        <a:pt x="83360" y="152378"/>
                        <a:pt x="82911" y="152378"/>
                      </a:cubicBezTo>
                      <a:close/>
                      <a:moveTo>
                        <a:pt x="4482" y="68122"/>
                      </a:moveTo>
                      <a:lnTo>
                        <a:pt x="82911" y="146552"/>
                      </a:lnTo>
                      <a:lnTo>
                        <a:pt x="147000" y="82463"/>
                      </a:lnTo>
                      <a:lnTo>
                        <a:pt x="68570" y="4034"/>
                      </a:lnTo>
                      <a:lnTo>
                        <a:pt x="8515" y="4034"/>
                      </a:lnTo>
                      <a:cubicBezTo>
                        <a:pt x="6274" y="4034"/>
                        <a:pt x="4482" y="5826"/>
                        <a:pt x="4482" y="8067"/>
                      </a:cubicBezTo>
                      <a:lnTo>
                        <a:pt x="4482" y="6812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17" name="Freeform: Shape 5462">
                  <a:extLst>
                    <a:ext uri="{FF2B5EF4-FFF2-40B4-BE49-F238E27FC236}">
                      <a16:creationId xmlns:a16="http://schemas.microsoft.com/office/drawing/2014/main" id="{CE98C893-23F9-D60A-9450-88A924AAC9EA}"/>
                    </a:ext>
                  </a:extLst>
                </p:cNvPr>
                <p:cNvSpPr/>
                <p:nvPr/>
              </p:nvSpPr>
              <p:spPr>
                <a:xfrm>
                  <a:off x="8928009" y="1809247"/>
                  <a:ext cx="4482" cy="62744"/>
                </a:xfrm>
                <a:custGeom>
                  <a:avLst/>
                  <a:gdLst>
                    <a:gd name="connsiteX0" fmla="*/ 2241 w 4481"/>
                    <a:gd name="connsiteY0" fmla="*/ 64536 h 62743"/>
                    <a:gd name="connsiteX1" fmla="*/ 0 w 4481"/>
                    <a:gd name="connsiteY1" fmla="*/ 62296 h 62743"/>
                    <a:gd name="connsiteX2" fmla="*/ 0 w 4481"/>
                    <a:gd name="connsiteY2" fmla="*/ 2241 h 62743"/>
                    <a:gd name="connsiteX3" fmla="*/ 2241 w 4481"/>
                    <a:gd name="connsiteY3" fmla="*/ 0 h 62743"/>
                    <a:gd name="connsiteX4" fmla="*/ 2241 w 4481"/>
                    <a:gd name="connsiteY4" fmla="*/ 0 h 62743"/>
                    <a:gd name="connsiteX5" fmla="*/ 4482 w 4481"/>
                    <a:gd name="connsiteY5" fmla="*/ 2241 h 62743"/>
                    <a:gd name="connsiteX6" fmla="*/ 4482 w 4481"/>
                    <a:gd name="connsiteY6" fmla="*/ 62296 h 62743"/>
                    <a:gd name="connsiteX7" fmla="*/ 2241 w 4481"/>
                    <a:gd name="connsiteY7" fmla="*/ 64536 h 62743"/>
                    <a:gd name="connsiteX8" fmla="*/ 2241 w 4481"/>
                    <a:gd name="connsiteY8" fmla="*/ 64536 h 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 h="62743">
                      <a:moveTo>
                        <a:pt x="2241" y="64536"/>
                      </a:moveTo>
                      <a:cubicBezTo>
                        <a:pt x="896" y="64536"/>
                        <a:pt x="0" y="63640"/>
                        <a:pt x="0" y="62296"/>
                      </a:cubicBezTo>
                      <a:lnTo>
                        <a:pt x="0" y="2241"/>
                      </a:lnTo>
                      <a:cubicBezTo>
                        <a:pt x="0" y="896"/>
                        <a:pt x="896" y="0"/>
                        <a:pt x="2241" y="0"/>
                      </a:cubicBezTo>
                      <a:cubicBezTo>
                        <a:pt x="2241" y="0"/>
                        <a:pt x="2241" y="0"/>
                        <a:pt x="2241" y="0"/>
                      </a:cubicBezTo>
                      <a:cubicBezTo>
                        <a:pt x="3585" y="0"/>
                        <a:pt x="4482" y="896"/>
                        <a:pt x="4482" y="2241"/>
                      </a:cubicBezTo>
                      <a:lnTo>
                        <a:pt x="4482" y="62296"/>
                      </a:lnTo>
                      <a:cubicBezTo>
                        <a:pt x="4482" y="63640"/>
                        <a:pt x="3585" y="64536"/>
                        <a:pt x="2241" y="64536"/>
                      </a:cubicBezTo>
                      <a:cubicBezTo>
                        <a:pt x="2241" y="64536"/>
                        <a:pt x="2241" y="64536"/>
                        <a:pt x="2241" y="6453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18" name="Freeform: Shape 5463">
                  <a:extLst>
                    <a:ext uri="{FF2B5EF4-FFF2-40B4-BE49-F238E27FC236}">
                      <a16:creationId xmlns:a16="http://schemas.microsoft.com/office/drawing/2014/main" id="{44FA9C56-D53E-E54C-5273-3E3883CBB563}"/>
                    </a:ext>
                  </a:extLst>
                </p:cNvPr>
                <p:cNvSpPr/>
                <p:nvPr/>
              </p:nvSpPr>
              <p:spPr>
                <a:xfrm>
                  <a:off x="8902098" y="1823705"/>
                  <a:ext cx="17927" cy="22409"/>
                </a:xfrm>
                <a:custGeom>
                  <a:avLst/>
                  <a:gdLst>
                    <a:gd name="connsiteX0" fmla="*/ 12018 w 17926"/>
                    <a:gd name="connsiteY0" fmla="*/ 23189 h 22408"/>
                    <a:gd name="connsiteX1" fmla="*/ 7536 w 17926"/>
                    <a:gd name="connsiteY1" fmla="*/ 21844 h 22408"/>
                    <a:gd name="connsiteX2" fmla="*/ 1710 w 17926"/>
                    <a:gd name="connsiteY2" fmla="*/ 15570 h 22408"/>
                    <a:gd name="connsiteX3" fmla="*/ 4399 w 17926"/>
                    <a:gd name="connsiteY3" fmla="*/ 780 h 22408"/>
                    <a:gd name="connsiteX4" fmla="*/ 17844 w 17926"/>
                    <a:gd name="connsiteY4" fmla="*/ 7503 h 22408"/>
                    <a:gd name="connsiteX5" fmla="*/ 17844 w 17926"/>
                    <a:gd name="connsiteY5" fmla="*/ 7503 h 22408"/>
                    <a:gd name="connsiteX6" fmla="*/ 15155 w 17926"/>
                    <a:gd name="connsiteY6" fmla="*/ 22293 h 22408"/>
                    <a:gd name="connsiteX7" fmla="*/ 12018 w 17926"/>
                    <a:gd name="connsiteY7" fmla="*/ 23189 h 22408"/>
                    <a:gd name="connsiteX8" fmla="*/ 7984 w 17926"/>
                    <a:gd name="connsiteY8" fmla="*/ 4814 h 22408"/>
                    <a:gd name="connsiteX9" fmla="*/ 6640 w 17926"/>
                    <a:gd name="connsiteY9" fmla="*/ 5262 h 22408"/>
                    <a:gd name="connsiteX10" fmla="*/ 5743 w 17926"/>
                    <a:gd name="connsiteY10" fmla="*/ 14226 h 22408"/>
                    <a:gd name="connsiteX11" fmla="*/ 9777 w 17926"/>
                    <a:gd name="connsiteY11" fmla="*/ 18707 h 22408"/>
                    <a:gd name="connsiteX12" fmla="*/ 13362 w 17926"/>
                    <a:gd name="connsiteY12" fmla="*/ 19155 h 22408"/>
                    <a:gd name="connsiteX13" fmla="*/ 14259 w 17926"/>
                    <a:gd name="connsiteY13" fmla="*/ 10192 h 22408"/>
                    <a:gd name="connsiteX14" fmla="*/ 14259 w 17926"/>
                    <a:gd name="connsiteY14" fmla="*/ 10192 h 22408"/>
                    <a:gd name="connsiteX15" fmla="*/ 7984 w 17926"/>
                    <a:gd name="connsiteY15" fmla="*/ 4814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926" h="22408">
                      <a:moveTo>
                        <a:pt x="12018" y="23189"/>
                      </a:moveTo>
                      <a:cubicBezTo>
                        <a:pt x="10673" y="23189"/>
                        <a:pt x="8880" y="22741"/>
                        <a:pt x="7536" y="21844"/>
                      </a:cubicBezTo>
                      <a:cubicBezTo>
                        <a:pt x="5295" y="20500"/>
                        <a:pt x="3054" y="18259"/>
                        <a:pt x="1710" y="15570"/>
                      </a:cubicBezTo>
                      <a:cubicBezTo>
                        <a:pt x="-1427" y="9744"/>
                        <a:pt x="-83" y="3021"/>
                        <a:pt x="4399" y="780"/>
                      </a:cubicBezTo>
                      <a:cubicBezTo>
                        <a:pt x="8880" y="-1460"/>
                        <a:pt x="14707" y="1229"/>
                        <a:pt x="17844" y="7503"/>
                      </a:cubicBezTo>
                      <a:lnTo>
                        <a:pt x="17844" y="7503"/>
                      </a:lnTo>
                      <a:cubicBezTo>
                        <a:pt x="20981" y="13329"/>
                        <a:pt x="19637" y="20052"/>
                        <a:pt x="15155" y="22293"/>
                      </a:cubicBezTo>
                      <a:cubicBezTo>
                        <a:pt x="14259" y="23189"/>
                        <a:pt x="13362" y="23189"/>
                        <a:pt x="12018" y="23189"/>
                      </a:cubicBezTo>
                      <a:close/>
                      <a:moveTo>
                        <a:pt x="7984" y="4814"/>
                      </a:moveTo>
                      <a:cubicBezTo>
                        <a:pt x="7536" y="4814"/>
                        <a:pt x="7088" y="4814"/>
                        <a:pt x="6640" y="5262"/>
                      </a:cubicBezTo>
                      <a:cubicBezTo>
                        <a:pt x="4399" y="6159"/>
                        <a:pt x="3951" y="10640"/>
                        <a:pt x="5743" y="14226"/>
                      </a:cubicBezTo>
                      <a:cubicBezTo>
                        <a:pt x="6640" y="16018"/>
                        <a:pt x="7984" y="17811"/>
                        <a:pt x="9777" y="18707"/>
                      </a:cubicBezTo>
                      <a:cubicBezTo>
                        <a:pt x="10673" y="19155"/>
                        <a:pt x="12018" y="19604"/>
                        <a:pt x="13362" y="19155"/>
                      </a:cubicBezTo>
                      <a:cubicBezTo>
                        <a:pt x="15603" y="18259"/>
                        <a:pt x="16051" y="13777"/>
                        <a:pt x="14259" y="10192"/>
                      </a:cubicBezTo>
                      <a:lnTo>
                        <a:pt x="14259" y="10192"/>
                      </a:lnTo>
                      <a:cubicBezTo>
                        <a:pt x="12466" y="6607"/>
                        <a:pt x="9777" y="4814"/>
                        <a:pt x="7984" y="481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19" name="Freeform: Shape 5464">
                  <a:extLst>
                    <a:ext uri="{FF2B5EF4-FFF2-40B4-BE49-F238E27FC236}">
                      <a16:creationId xmlns:a16="http://schemas.microsoft.com/office/drawing/2014/main" id="{436A78C5-68D0-2801-AFC6-A5E4BCFF408A}"/>
                    </a:ext>
                  </a:extLst>
                </p:cNvPr>
                <p:cNvSpPr/>
                <p:nvPr/>
              </p:nvSpPr>
              <p:spPr>
                <a:xfrm>
                  <a:off x="8938597" y="1835774"/>
                  <a:ext cx="17927" cy="22409"/>
                </a:xfrm>
                <a:custGeom>
                  <a:avLst/>
                  <a:gdLst>
                    <a:gd name="connsiteX0" fmla="*/ 11820 w 17926"/>
                    <a:gd name="connsiteY0" fmla="*/ 23220 h 22408"/>
                    <a:gd name="connsiteX1" fmla="*/ 1513 w 17926"/>
                    <a:gd name="connsiteY1" fmla="*/ 15601 h 22408"/>
                    <a:gd name="connsiteX2" fmla="*/ 168 w 17926"/>
                    <a:gd name="connsiteY2" fmla="*/ 7086 h 22408"/>
                    <a:gd name="connsiteX3" fmla="*/ 4202 w 17926"/>
                    <a:gd name="connsiteY3" fmla="*/ 812 h 22408"/>
                    <a:gd name="connsiteX4" fmla="*/ 11820 w 17926"/>
                    <a:gd name="connsiteY4" fmla="*/ 1260 h 22408"/>
                    <a:gd name="connsiteX5" fmla="*/ 17647 w 17926"/>
                    <a:gd name="connsiteY5" fmla="*/ 7534 h 22408"/>
                    <a:gd name="connsiteX6" fmla="*/ 17647 w 17926"/>
                    <a:gd name="connsiteY6" fmla="*/ 7534 h 22408"/>
                    <a:gd name="connsiteX7" fmla="*/ 18991 w 17926"/>
                    <a:gd name="connsiteY7" fmla="*/ 16050 h 22408"/>
                    <a:gd name="connsiteX8" fmla="*/ 14958 w 17926"/>
                    <a:gd name="connsiteY8" fmla="*/ 22324 h 22408"/>
                    <a:gd name="connsiteX9" fmla="*/ 11820 w 17926"/>
                    <a:gd name="connsiteY9" fmla="*/ 23220 h 22408"/>
                    <a:gd name="connsiteX10" fmla="*/ 7339 w 17926"/>
                    <a:gd name="connsiteY10" fmla="*/ 4397 h 22408"/>
                    <a:gd name="connsiteX11" fmla="*/ 5994 w 17926"/>
                    <a:gd name="connsiteY11" fmla="*/ 4845 h 22408"/>
                    <a:gd name="connsiteX12" fmla="*/ 4202 w 17926"/>
                    <a:gd name="connsiteY12" fmla="*/ 7983 h 22408"/>
                    <a:gd name="connsiteX13" fmla="*/ 5098 w 17926"/>
                    <a:gd name="connsiteY13" fmla="*/ 13809 h 22408"/>
                    <a:gd name="connsiteX14" fmla="*/ 12717 w 17926"/>
                    <a:gd name="connsiteY14" fmla="*/ 18290 h 22408"/>
                    <a:gd name="connsiteX15" fmla="*/ 14510 w 17926"/>
                    <a:gd name="connsiteY15" fmla="*/ 15153 h 22408"/>
                    <a:gd name="connsiteX16" fmla="*/ 13613 w 17926"/>
                    <a:gd name="connsiteY16" fmla="*/ 9327 h 22408"/>
                    <a:gd name="connsiteX17" fmla="*/ 13613 w 17926"/>
                    <a:gd name="connsiteY17" fmla="*/ 9327 h 22408"/>
                    <a:gd name="connsiteX18" fmla="*/ 9580 w 17926"/>
                    <a:gd name="connsiteY18" fmla="*/ 4845 h 22408"/>
                    <a:gd name="connsiteX19" fmla="*/ 7339 w 17926"/>
                    <a:gd name="connsiteY19" fmla="*/ 4397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926" h="22408">
                      <a:moveTo>
                        <a:pt x="11820" y="23220"/>
                      </a:moveTo>
                      <a:cubicBezTo>
                        <a:pt x="7787" y="23220"/>
                        <a:pt x="3753" y="20531"/>
                        <a:pt x="1513" y="15601"/>
                      </a:cubicBezTo>
                      <a:cubicBezTo>
                        <a:pt x="168" y="12912"/>
                        <a:pt x="-280" y="9775"/>
                        <a:pt x="168" y="7086"/>
                      </a:cubicBezTo>
                      <a:cubicBezTo>
                        <a:pt x="616" y="3949"/>
                        <a:pt x="1961" y="1708"/>
                        <a:pt x="4202" y="812"/>
                      </a:cubicBezTo>
                      <a:cubicBezTo>
                        <a:pt x="6442" y="-533"/>
                        <a:pt x="9132" y="-85"/>
                        <a:pt x="11820" y="1260"/>
                      </a:cubicBezTo>
                      <a:cubicBezTo>
                        <a:pt x="14061" y="2605"/>
                        <a:pt x="16302" y="4845"/>
                        <a:pt x="17647" y="7534"/>
                      </a:cubicBezTo>
                      <a:lnTo>
                        <a:pt x="17647" y="7534"/>
                      </a:lnTo>
                      <a:cubicBezTo>
                        <a:pt x="18991" y="10223"/>
                        <a:pt x="19439" y="13361"/>
                        <a:pt x="18991" y="16050"/>
                      </a:cubicBezTo>
                      <a:cubicBezTo>
                        <a:pt x="18543" y="19187"/>
                        <a:pt x="17199" y="21428"/>
                        <a:pt x="14958" y="22324"/>
                      </a:cubicBezTo>
                      <a:cubicBezTo>
                        <a:pt x="14061" y="22772"/>
                        <a:pt x="12717" y="23220"/>
                        <a:pt x="11820" y="23220"/>
                      </a:cubicBezTo>
                      <a:close/>
                      <a:moveTo>
                        <a:pt x="7339" y="4397"/>
                      </a:moveTo>
                      <a:cubicBezTo>
                        <a:pt x="6891" y="4397"/>
                        <a:pt x="6442" y="4397"/>
                        <a:pt x="5994" y="4845"/>
                      </a:cubicBezTo>
                      <a:cubicBezTo>
                        <a:pt x="4650" y="5293"/>
                        <a:pt x="4202" y="7086"/>
                        <a:pt x="4202" y="7983"/>
                      </a:cubicBezTo>
                      <a:cubicBezTo>
                        <a:pt x="3753" y="9775"/>
                        <a:pt x="4202" y="12016"/>
                        <a:pt x="5098" y="13809"/>
                      </a:cubicBezTo>
                      <a:cubicBezTo>
                        <a:pt x="6891" y="17394"/>
                        <a:pt x="10476" y="19635"/>
                        <a:pt x="12717" y="18290"/>
                      </a:cubicBezTo>
                      <a:cubicBezTo>
                        <a:pt x="14061" y="17842"/>
                        <a:pt x="14510" y="16050"/>
                        <a:pt x="14510" y="15153"/>
                      </a:cubicBezTo>
                      <a:cubicBezTo>
                        <a:pt x="14958" y="13361"/>
                        <a:pt x="14510" y="11120"/>
                        <a:pt x="13613" y="9327"/>
                      </a:cubicBezTo>
                      <a:lnTo>
                        <a:pt x="13613" y="9327"/>
                      </a:lnTo>
                      <a:cubicBezTo>
                        <a:pt x="12717" y="7534"/>
                        <a:pt x="11372" y="5742"/>
                        <a:pt x="9580" y="4845"/>
                      </a:cubicBezTo>
                      <a:cubicBezTo>
                        <a:pt x="9132" y="4845"/>
                        <a:pt x="8235" y="4397"/>
                        <a:pt x="7339" y="439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20" name="Freeform: Shape 5465">
                  <a:extLst>
                    <a:ext uri="{FF2B5EF4-FFF2-40B4-BE49-F238E27FC236}">
                      <a16:creationId xmlns:a16="http://schemas.microsoft.com/office/drawing/2014/main" id="{D54BC806-74E5-948E-8D94-D155A8E811C8}"/>
                    </a:ext>
                  </a:extLst>
                </p:cNvPr>
                <p:cNvSpPr/>
                <p:nvPr/>
              </p:nvSpPr>
              <p:spPr>
                <a:xfrm>
                  <a:off x="8871274" y="1785677"/>
                  <a:ext cx="22409" cy="22409"/>
                </a:xfrm>
                <a:custGeom>
                  <a:avLst/>
                  <a:gdLst>
                    <a:gd name="connsiteX0" fmla="*/ 11918 w 22408"/>
                    <a:gd name="connsiteY0" fmla="*/ 23571 h 22408"/>
                    <a:gd name="connsiteX1" fmla="*/ 4748 w 22408"/>
                    <a:gd name="connsiteY1" fmla="*/ 21330 h 22408"/>
                    <a:gd name="connsiteX2" fmla="*/ 2507 w 22408"/>
                    <a:gd name="connsiteY2" fmla="*/ 4748 h 22408"/>
                    <a:gd name="connsiteX3" fmla="*/ 19089 w 22408"/>
                    <a:gd name="connsiteY3" fmla="*/ 2507 h 22408"/>
                    <a:gd name="connsiteX4" fmla="*/ 21330 w 22408"/>
                    <a:gd name="connsiteY4" fmla="*/ 19089 h 22408"/>
                    <a:gd name="connsiteX5" fmla="*/ 21330 w 22408"/>
                    <a:gd name="connsiteY5" fmla="*/ 19089 h 22408"/>
                    <a:gd name="connsiteX6" fmla="*/ 13711 w 22408"/>
                    <a:gd name="connsiteY6" fmla="*/ 23571 h 22408"/>
                    <a:gd name="connsiteX7" fmla="*/ 11918 w 22408"/>
                    <a:gd name="connsiteY7" fmla="*/ 23571 h 22408"/>
                    <a:gd name="connsiteX8" fmla="*/ 11918 w 22408"/>
                    <a:gd name="connsiteY8" fmla="*/ 4299 h 22408"/>
                    <a:gd name="connsiteX9" fmla="*/ 6092 w 22408"/>
                    <a:gd name="connsiteY9" fmla="*/ 6988 h 22408"/>
                    <a:gd name="connsiteX10" fmla="*/ 7437 w 22408"/>
                    <a:gd name="connsiteY10" fmla="*/ 17296 h 22408"/>
                    <a:gd name="connsiteX11" fmla="*/ 12815 w 22408"/>
                    <a:gd name="connsiteY11" fmla="*/ 18641 h 22408"/>
                    <a:gd name="connsiteX12" fmla="*/ 17744 w 22408"/>
                    <a:gd name="connsiteY12" fmla="*/ 15952 h 22408"/>
                    <a:gd name="connsiteX13" fmla="*/ 17744 w 22408"/>
                    <a:gd name="connsiteY13" fmla="*/ 15952 h 22408"/>
                    <a:gd name="connsiteX14" fmla="*/ 16400 w 22408"/>
                    <a:gd name="connsiteY14" fmla="*/ 5644 h 22408"/>
                    <a:gd name="connsiteX15" fmla="*/ 11918 w 22408"/>
                    <a:gd name="connsiteY15" fmla="*/ 4299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408" h="22408">
                      <a:moveTo>
                        <a:pt x="11918" y="23571"/>
                      </a:moveTo>
                      <a:cubicBezTo>
                        <a:pt x="9229" y="23571"/>
                        <a:pt x="6988" y="22674"/>
                        <a:pt x="4748" y="21330"/>
                      </a:cubicBezTo>
                      <a:cubicBezTo>
                        <a:pt x="-630" y="17296"/>
                        <a:pt x="-1527" y="10126"/>
                        <a:pt x="2507" y="4748"/>
                      </a:cubicBezTo>
                      <a:cubicBezTo>
                        <a:pt x="6540" y="-631"/>
                        <a:pt x="13711" y="-1527"/>
                        <a:pt x="19089" y="2507"/>
                      </a:cubicBezTo>
                      <a:cubicBezTo>
                        <a:pt x="24467" y="6540"/>
                        <a:pt x="25363" y="13711"/>
                        <a:pt x="21330" y="19089"/>
                      </a:cubicBezTo>
                      <a:lnTo>
                        <a:pt x="21330" y="19089"/>
                      </a:lnTo>
                      <a:cubicBezTo>
                        <a:pt x="19537" y="21778"/>
                        <a:pt x="16848" y="23123"/>
                        <a:pt x="13711" y="23571"/>
                      </a:cubicBezTo>
                      <a:cubicBezTo>
                        <a:pt x="12815" y="23571"/>
                        <a:pt x="12367" y="23571"/>
                        <a:pt x="11918" y="23571"/>
                      </a:cubicBezTo>
                      <a:close/>
                      <a:moveTo>
                        <a:pt x="11918" y="4299"/>
                      </a:moveTo>
                      <a:cubicBezTo>
                        <a:pt x="9677" y="4299"/>
                        <a:pt x="7437" y="5196"/>
                        <a:pt x="6092" y="6988"/>
                      </a:cubicBezTo>
                      <a:cubicBezTo>
                        <a:pt x="3851" y="10126"/>
                        <a:pt x="4299" y="14607"/>
                        <a:pt x="7437" y="17296"/>
                      </a:cubicBezTo>
                      <a:cubicBezTo>
                        <a:pt x="8781" y="18641"/>
                        <a:pt x="11022" y="19089"/>
                        <a:pt x="12815" y="18641"/>
                      </a:cubicBezTo>
                      <a:cubicBezTo>
                        <a:pt x="14607" y="18193"/>
                        <a:pt x="16400" y="17296"/>
                        <a:pt x="17744" y="15952"/>
                      </a:cubicBezTo>
                      <a:cubicBezTo>
                        <a:pt x="17744" y="15952"/>
                        <a:pt x="17744" y="15952"/>
                        <a:pt x="17744" y="15952"/>
                      </a:cubicBezTo>
                      <a:cubicBezTo>
                        <a:pt x="19985" y="12815"/>
                        <a:pt x="19537" y="8333"/>
                        <a:pt x="16400" y="5644"/>
                      </a:cubicBezTo>
                      <a:cubicBezTo>
                        <a:pt x="15055" y="4748"/>
                        <a:pt x="13263" y="4299"/>
                        <a:pt x="11918" y="429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21" name="Group 2463">
                <a:extLst>
                  <a:ext uri="{FF2B5EF4-FFF2-40B4-BE49-F238E27FC236}">
                    <a16:creationId xmlns:a16="http://schemas.microsoft.com/office/drawing/2014/main" id="{AED3D7E0-1246-78DD-2218-400F85FEF892}"/>
                  </a:ext>
                  <a:ext uri="{C183D7F6-B498-43B3-948B-1728B52AA6E4}">
                    <adec:decorative xmlns:adec="http://schemas.microsoft.com/office/drawing/2017/decorative" val="1"/>
                  </a:ext>
                </a:extLst>
              </p:cNvPr>
              <p:cNvGrpSpPr>
                <a:grpSpLocks noChangeAspect="1"/>
              </p:cNvGrpSpPr>
              <p:nvPr/>
            </p:nvGrpSpPr>
            <p:grpSpPr>
              <a:xfrm>
                <a:off x="7743738" y="3835639"/>
                <a:ext cx="152378" cy="129969"/>
                <a:chOff x="7800238" y="1779948"/>
                <a:chExt cx="152378" cy="129969"/>
              </a:xfrm>
            </p:grpSpPr>
            <p:sp>
              <p:nvSpPr>
                <p:cNvPr id="1222" name="Freeform: Shape 5458">
                  <a:extLst>
                    <a:ext uri="{FF2B5EF4-FFF2-40B4-BE49-F238E27FC236}">
                      <a16:creationId xmlns:a16="http://schemas.microsoft.com/office/drawing/2014/main" id="{2329AF57-7773-DCB9-DA5A-FA02311C9D56}"/>
                    </a:ext>
                  </a:extLst>
                </p:cNvPr>
                <p:cNvSpPr/>
                <p:nvPr/>
              </p:nvSpPr>
              <p:spPr>
                <a:xfrm>
                  <a:off x="7800238" y="1779948"/>
                  <a:ext cx="152378" cy="129969"/>
                </a:xfrm>
                <a:custGeom>
                  <a:avLst/>
                  <a:gdLst>
                    <a:gd name="connsiteX0" fmla="*/ 109976 w 152377"/>
                    <a:gd name="connsiteY0" fmla="*/ 134171 h 129969"/>
                    <a:gd name="connsiteX1" fmla="*/ 109976 w 152377"/>
                    <a:gd name="connsiteY1" fmla="*/ 134171 h 129969"/>
                    <a:gd name="connsiteX2" fmla="*/ 92497 w 152377"/>
                    <a:gd name="connsiteY2" fmla="*/ 134171 h 129969"/>
                    <a:gd name="connsiteX3" fmla="*/ 90256 w 152377"/>
                    <a:gd name="connsiteY3" fmla="*/ 131930 h 129969"/>
                    <a:gd name="connsiteX4" fmla="*/ 90256 w 152377"/>
                    <a:gd name="connsiteY4" fmla="*/ 119830 h 129969"/>
                    <a:gd name="connsiteX5" fmla="*/ 89808 w 152377"/>
                    <a:gd name="connsiteY5" fmla="*/ 118485 h 129969"/>
                    <a:gd name="connsiteX6" fmla="*/ 88464 w 152377"/>
                    <a:gd name="connsiteY6" fmla="*/ 118037 h 129969"/>
                    <a:gd name="connsiteX7" fmla="*/ 88464 w 152377"/>
                    <a:gd name="connsiteY7" fmla="*/ 118037 h 129969"/>
                    <a:gd name="connsiteX8" fmla="*/ 51266 w 152377"/>
                    <a:gd name="connsiteY8" fmla="*/ 118037 h 129969"/>
                    <a:gd name="connsiteX9" fmla="*/ 49473 w 152377"/>
                    <a:gd name="connsiteY9" fmla="*/ 119830 h 129969"/>
                    <a:gd name="connsiteX10" fmla="*/ 49473 w 152377"/>
                    <a:gd name="connsiteY10" fmla="*/ 131930 h 129969"/>
                    <a:gd name="connsiteX11" fmla="*/ 47232 w 152377"/>
                    <a:gd name="connsiteY11" fmla="*/ 134171 h 129969"/>
                    <a:gd name="connsiteX12" fmla="*/ 29305 w 152377"/>
                    <a:gd name="connsiteY12" fmla="*/ 134171 h 129969"/>
                    <a:gd name="connsiteX13" fmla="*/ 27065 w 152377"/>
                    <a:gd name="connsiteY13" fmla="*/ 131930 h 129969"/>
                    <a:gd name="connsiteX14" fmla="*/ 27065 w 152377"/>
                    <a:gd name="connsiteY14" fmla="*/ 115348 h 129969"/>
                    <a:gd name="connsiteX15" fmla="*/ 23031 w 152377"/>
                    <a:gd name="connsiteY15" fmla="*/ 109522 h 129969"/>
                    <a:gd name="connsiteX16" fmla="*/ 174 w 152377"/>
                    <a:gd name="connsiteY16" fmla="*/ 62464 h 129969"/>
                    <a:gd name="connsiteX17" fmla="*/ 38717 w 152377"/>
                    <a:gd name="connsiteY17" fmla="*/ 11372 h 129969"/>
                    <a:gd name="connsiteX18" fmla="*/ 101013 w 152377"/>
                    <a:gd name="connsiteY18" fmla="*/ 11372 h 129969"/>
                    <a:gd name="connsiteX19" fmla="*/ 105046 w 152377"/>
                    <a:gd name="connsiteY19" fmla="*/ 11372 h 129969"/>
                    <a:gd name="connsiteX20" fmla="*/ 114010 w 152377"/>
                    <a:gd name="connsiteY20" fmla="*/ 1513 h 129969"/>
                    <a:gd name="connsiteX21" fmla="*/ 118939 w 152377"/>
                    <a:gd name="connsiteY21" fmla="*/ 168 h 129969"/>
                    <a:gd name="connsiteX22" fmla="*/ 122077 w 152377"/>
                    <a:gd name="connsiteY22" fmla="*/ 4650 h 129969"/>
                    <a:gd name="connsiteX23" fmla="*/ 122077 w 152377"/>
                    <a:gd name="connsiteY23" fmla="*/ 25714 h 129969"/>
                    <a:gd name="connsiteX24" fmla="*/ 123869 w 152377"/>
                    <a:gd name="connsiteY24" fmla="*/ 27506 h 129969"/>
                    <a:gd name="connsiteX25" fmla="*/ 134625 w 152377"/>
                    <a:gd name="connsiteY25" fmla="*/ 40952 h 129969"/>
                    <a:gd name="connsiteX26" fmla="*/ 139107 w 152377"/>
                    <a:gd name="connsiteY26" fmla="*/ 44089 h 129969"/>
                    <a:gd name="connsiteX27" fmla="*/ 143589 w 152377"/>
                    <a:gd name="connsiteY27" fmla="*/ 44089 h 129969"/>
                    <a:gd name="connsiteX28" fmla="*/ 152552 w 152377"/>
                    <a:gd name="connsiteY28" fmla="*/ 54397 h 129969"/>
                    <a:gd name="connsiteX29" fmla="*/ 148967 w 152377"/>
                    <a:gd name="connsiteY29" fmla="*/ 77253 h 129969"/>
                    <a:gd name="connsiteX30" fmla="*/ 148070 w 152377"/>
                    <a:gd name="connsiteY30" fmla="*/ 79494 h 129969"/>
                    <a:gd name="connsiteX31" fmla="*/ 141796 w 152377"/>
                    <a:gd name="connsiteY31" fmla="*/ 85320 h 129969"/>
                    <a:gd name="connsiteX32" fmla="*/ 138659 w 152377"/>
                    <a:gd name="connsiteY32" fmla="*/ 85769 h 129969"/>
                    <a:gd name="connsiteX33" fmla="*/ 135970 w 152377"/>
                    <a:gd name="connsiteY33" fmla="*/ 86217 h 129969"/>
                    <a:gd name="connsiteX34" fmla="*/ 135073 w 152377"/>
                    <a:gd name="connsiteY34" fmla="*/ 88458 h 129969"/>
                    <a:gd name="connsiteX35" fmla="*/ 134625 w 152377"/>
                    <a:gd name="connsiteY35" fmla="*/ 88906 h 129969"/>
                    <a:gd name="connsiteX36" fmla="*/ 116250 w 152377"/>
                    <a:gd name="connsiteY36" fmla="*/ 109970 h 129969"/>
                    <a:gd name="connsiteX37" fmla="*/ 114906 w 152377"/>
                    <a:gd name="connsiteY37" fmla="*/ 110866 h 129969"/>
                    <a:gd name="connsiteX38" fmla="*/ 112217 w 152377"/>
                    <a:gd name="connsiteY38" fmla="*/ 114452 h 129969"/>
                    <a:gd name="connsiteX39" fmla="*/ 112217 w 152377"/>
                    <a:gd name="connsiteY39" fmla="*/ 132378 h 129969"/>
                    <a:gd name="connsiteX40" fmla="*/ 111769 w 152377"/>
                    <a:gd name="connsiteY40" fmla="*/ 134171 h 129969"/>
                    <a:gd name="connsiteX41" fmla="*/ 109976 w 152377"/>
                    <a:gd name="connsiteY41" fmla="*/ 134171 h 129969"/>
                    <a:gd name="connsiteX42" fmla="*/ 94738 w 152377"/>
                    <a:gd name="connsiteY42" fmla="*/ 129689 h 129969"/>
                    <a:gd name="connsiteX43" fmla="*/ 107735 w 152377"/>
                    <a:gd name="connsiteY43" fmla="*/ 129689 h 129969"/>
                    <a:gd name="connsiteX44" fmla="*/ 107735 w 152377"/>
                    <a:gd name="connsiteY44" fmla="*/ 113555 h 129969"/>
                    <a:gd name="connsiteX45" fmla="*/ 112665 w 152377"/>
                    <a:gd name="connsiteY45" fmla="*/ 106384 h 129969"/>
                    <a:gd name="connsiteX46" fmla="*/ 114010 w 152377"/>
                    <a:gd name="connsiteY46" fmla="*/ 105488 h 129969"/>
                    <a:gd name="connsiteX47" fmla="*/ 130592 w 152377"/>
                    <a:gd name="connsiteY47" fmla="*/ 86665 h 129969"/>
                    <a:gd name="connsiteX48" fmla="*/ 131040 w 152377"/>
                    <a:gd name="connsiteY48" fmla="*/ 86217 h 129969"/>
                    <a:gd name="connsiteX49" fmla="*/ 133281 w 152377"/>
                    <a:gd name="connsiteY49" fmla="*/ 82183 h 129969"/>
                    <a:gd name="connsiteX50" fmla="*/ 138659 w 152377"/>
                    <a:gd name="connsiteY50" fmla="*/ 80839 h 129969"/>
                    <a:gd name="connsiteX51" fmla="*/ 140900 w 152377"/>
                    <a:gd name="connsiteY51" fmla="*/ 80391 h 129969"/>
                    <a:gd name="connsiteX52" fmla="*/ 144485 w 152377"/>
                    <a:gd name="connsiteY52" fmla="*/ 77253 h 129969"/>
                    <a:gd name="connsiteX53" fmla="*/ 144933 w 152377"/>
                    <a:gd name="connsiteY53" fmla="*/ 75909 h 129969"/>
                    <a:gd name="connsiteX54" fmla="*/ 148519 w 152377"/>
                    <a:gd name="connsiteY54" fmla="*/ 53500 h 129969"/>
                    <a:gd name="connsiteX55" fmla="*/ 144037 w 152377"/>
                    <a:gd name="connsiteY55" fmla="*/ 48122 h 129969"/>
                    <a:gd name="connsiteX56" fmla="*/ 139555 w 152377"/>
                    <a:gd name="connsiteY56" fmla="*/ 48122 h 129969"/>
                    <a:gd name="connsiteX57" fmla="*/ 131040 w 152377"/>
                    <a:gd name="connsiteY57" fmla="*/ 42744 h 129969"/>
                    <a:gd name="connsiteX58" fmla="*/ 121628 w 152377"/>
                    <a:gd name="connsiteY58" fmla="*/ 31092 h 129969"/>
                    <a:gd name="connsiteX59" fmla="*/ 118939 w 152377"/>
                    <a:gd name="connsiteY59" fmla="*/ 28403 h 129969"/>
                    <a:gd name="connsiteX60" fmla="*/ 118043 w 152377"/>
                    <a:gd name="connsiteY60" fmla="*/ 26610 h 129969"/>
                    <a:gd name="connsiteX61" fmla="*/ 118043 w 152377"/>
                    <a:gd name="connsiteY61" fmla="*/ 4650 h 129969"/>
                    <a:gd name="connsiteX62" fmla="*/ 117595 w 152377"/>
                    <a:gd name="connsiteY62" fmla="*/ 4202 h 129969"/>
                    <a:gd name="connsiteX63" fmla="*/ 107735 w 152377"/>
                    <a:gd name="connsiteY63" fmla="*/ 14958 h 129969"/>
                    <a:gd name="connsiteX64" fmla="*/ 105942 w 152377"/>
                    <a:gd name="connsiteY64" fmla="*/ 15854 h 129969"/>
                    <a:gd name="connsiteX65" fmla="*/ 101013 w 152377"/>
                    <a:gd name="connsiteY65" fmla="*/ 15854 h 129969"/>
                    <a:gd name="connsiteX66" fmla="*/ 100564 w 152377"/>
                    <a:gd name="connsiteY66" fmla="*/ 15854 h 129969"/>
                    <a:gd name="connsiteX67" fmla="*/ 39613 w 152377"/>
                    <a:gd name="connsiteY67" fmla="*/ 15854 h 129969"/>
                    <a:gd name="connsiteX68" fmla="*/ 4656 w 152377"/>
                    <a:gd name="connsiteY68" fmla="*/ 62912 h 129969"/>
                    <a:gd name="connsiteX69" fmla="*/ 25720 w 152377"/>
                    <a:gd name="connsiteY69" fmla="*/ 105936 h 129969"/>
                    <a:gd name="connsiteX70" fmla="*/ 31546 w 152377"/>
                    <a:gd name="connsiteY70" fmla="*/ 115796 h 129969"/>
                    <a:gd name="connsiteX71" fmla="*/ 31546 w 152377"/>
                    <a:gd name="connsiteY71" fmla="*/ 130137 h 129969"/>
                    <a:gd name="connsiteX72" fmla="*/ 44991 w 152377"/>
                    <a:gd name="connsiteY72" fmla="*/ 130137 h 129969"/>
                    <a:gd name="connsiteX73" fmla="*/ 44991 w 152377"/>
                    <a:gd name="connsiteY73" fmla="*/ 119830 h 129969"/>
                    <a:gd name="connsiteX74" fmla="*/ 51266 w 152377"/>
                    <a:gd name="connsiteY74" fmla="*/ 113555 h 129969"/>
                    <a:gd name="connsiteX75" fmla="*/ 88464 w 152377"/>
                    <a:gd name="connsiteY75" fmla="*/ 113555 h 129969"/>
                    <a:gd name="connsiteX76" fmla="*/ 92945 w 152377"/>
                    <a:gd name="connsiteY76" fmla="*/ 115348 h 129969"/>
                    <a:gd name="connsiteX77" fmla="*/ 94738 w 152377"/>
                    <a:gd name="connsiteY77" fmla="*/ 119830 h 129969"/>
                    <a:gd name="connsiteX78" fmla="*/ 94738 w 152377"/>
                    <a:gd name="connsiteY78" fmla="*/ 129689 h 129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52377" h="129969">
                      <a:moveTo>
                        <a:pt x="109976" y="134171"/>
                      </a:moveTo>
                      <a:lnTo>
                        <a:pt x="109976" y="134171"/>
                      </a:lnTo>
                      <a:lnTo>
                        <a:pt x="92497" y="134171"/>
                      </a:lnTo>
                      <a:cubicBezTo>
                        <a:pt x="91153" y="134171"/>
                        <a:pt x="90256" y="133275"/>
                        <a:pt x="90256" y="131930"/>
                      </a:cubicBezTo>
                      <a:lnTo>
                        <a:pt x="90256" y="119830"/>
                      </a:lnTo>
                      <a:cubicBezTo>
                        <a:pt x="90256" y="119381"/>
                        <a:pt x="90256" y="118933"/>
                        <a:pt x="89808" y="118485"/>
                      </a:cubicBezTo>
                      <a:cubicBezTo>
                        <a:pt x="89360" y="118037"/>
                        <a:pt x="88912" y="118037"/>
                        <a:pt x="88464" y="118037"/>
                      </a:cubicBezTo>
                      <a:cubicBezTo>
                        <a:pt x="88464" y="118037"/>
                        <a:pt x="88464" y="118037"/>
                        <a:pt x="88464" y="118037"/>
                      </a:cubicBezTo>
                      <a:lnTo>
                        <a:pt x="51266" y="118037"/>
                      </a:lnTo>
                      <a:cubicBezTo>
                        <a:pt x="50369" y="118037"/>
                        <a:pt x="49473" y="118933"/>
                        <a:pt x="49473" y="119830"/>
                      </a:cubicBezTo>
                      <a:lnTo>
                        <a:pt x="49473" y="131930"/>
                      </a:lnTo>
                      <a:cubicBezTo>
                        <a:pt x="49473" y="133275"/>
                        <a:pt x="48577" y="134171"/>
                        <a:pt x="47232" y="134171"/>
                      </a:cubicBezTo>
                      <a:lnTo>
                        <a:pt x="29305" y="134171"/>
                      </a:lnTo>
                      <a:cubicBezTo>
                        <a:pt x="27961" y="134171"/>
                        <a:pt x="27065" y="133275"/>
                        <a:pt x="27065" y="131930"/>
                      </a:cubicBezTo>
                      <a:lnTo>
                        <a:pt x="27065" y="115348"/>
                      </a:lnTo>
                      <a:cubicBezTo>
                        <a:pt x="27065" y="113107"/>
                        <a:pt x="26616" y="111314"/>
                        <a:pt x="23031" y="109522"/>
                      </a:cubicBezTo>
                      <a:cubicBezTo>
                        <a:pt x="-1618" y="93388"/>
                        <a:pt x="-274" y="63808"/>
                        <a:pt x="174" y="62464"/>
                      </a:cubicBezTo>
                      <a:cubicBezTo>
                        <a:pt x="174" y="38263"/>
                        <a:pt x="15860" y="17199"/>
                        <a:pt x="38717" y="11372"/>
                      </a:cubicBezTo>
                      <a:cubicBezTo>
                        <a:pt x="39613" y="10924"/>
                        <a:pt x="62470" y="5994"/>
                        <a:pt x="101013" y="11372"/>
                      </a:cubicBezTo>
                      <a:lnTo>
                        <a:pt x="105046" y="11372"/>
                      </a:lnTo>
                      <a:lnTo>
                        <a:pt x="114010" y="1513"/>
                      </a:lnTo>
                      <a:cubicBezTo>
                        <a:pt x="115354" y="168"/>
                        <a:pt x="117147" y="-280"/>
                        <a:pt x="118939" y="168"/>
                      </a:cubicBezTo>
                      <a:cubicBezTo>
                        <a:pt x="120732" y="1064"/>
                        <a:pt x="122077" y="2857"/>
                        <a:pt x="122077" y="4650"/>
                      </a:cubicBezTo>
                      <a:lnTo>
                        <a:pt x="122077" y="25714"/>
                      </a:lnTo>
                      <a:cubicBezTo>
                        <a:pt x="122525" y="26162"/>
                        <a:pt x="123421" y="27058"/>
                        <a:pt x="123869" y="27506"/>
                      </a:cubicBezTo>
                      <a:cubicBezTo>
                        <a:pt x="128351" y="31540"/>
                        <a:pt x="131936" y="35125"/>
                        <a:pt x="134625" y="40952"/>
                      </a:cubicBezTo>
                      <a:cubicBezTo>
                        <a:pt x="135522" y="42744"/>
                        <a:pt x="137314" y="44089"/>
                        <a:pt x="139107" y="44089"/>
                      </a:cubicBezTo>
                      <a:lnTo>
                        <a:pt x="143589" y="44089"/>
                      </a:lnTo>
                      <a:cubicBezTo>
                        <a:pt x="148967" y="44089"/>
                        <a:pt x="152552" y="48122"/>
                        <a:pt x="152552" y="54397"/>
                      </a:cubicBezTo>
                      <a:lnTo>
                        <a:pt x="148967" y="77253"/>
                      </a:lnTo>
                      <a:cubicBezTo>
                        <a:pt x="148967" y="78150"/>
                        <a:pt x="148519" y="78598"/>
                        <a:pt x="148070" y="79494"/>
                      </a:cubicBezTo>
                      <a:cubicBezTo>
                        <a:pt x="146726" y="82183"/>
                        <a:pt x="144485" y="84424"/>
                        <a:pt x="141796" y="85320"/>
                      </a:cubicBezTo>
                      <a:cubicBezTo>
                        <a:pt x="140900" y="85769"/>
                        <a:pt x="139555" y="85769"/>
                        <a:pt x="138659" y="85769"/>
                      </a:cubicBezTo>
                      <a:cubicBezTo>
                        <a:pt x="137314" y="85769"/>
                        <a:pt x="136418" y="85769"/>
                        <a:pt x="135970" y="86217"/>
                      </a:cubicBezTo>
                      <a:cubicBezTo>
                        <a:pt x="135522" y="86665"/>
                        <a:pt x="135073" y="87561"/>
                        <a:pt x="135073" y="88458"/>
                      </a:cubicBezTo>
                      <a:lnTo>
                        <a:pt x="134625" y="88906"/>
                      </a:lnTo>
                      <a:cubicBezTo>
                        <a:pt x="130144" y="99214"/>
                        <a:pt x="126110" y="104144"/>
                        <a:pt x="116250" y="109970"/>
                      </a:cubicBezTo>
                      <a:cubicBezTo>
                        <a:pt x="115802" y="110418"/>
                        <a:pt x="115354" y="110418"/>
                        <a:pt x="114906" y="110866"/>
                      </a:cubicBezTo>
                      <a:cubicBezTo>
                        <a:pt x="113113" y="111762"/>
                        <a:pt x="112665" y="112211"/>
                        <a:pt x="112217" y="114452"/>
                      </a:cubicBezTo>
                      <a:lnTo>
                        <a:pt x="112217" y="132378"/>
                      </a:lnTo>
                      <a:cubicBezTo>
                        <a:pt x="112217" y="132826"/>
                        <a:pt x="111769" y="133723"/>
                        <a:pt x="111769" y="134171"/>
                      </a:cubicBezTo>
                      <a:cubicBezTo>
                        <a:pt x="111769" y="134619"/>
                        <a:pt x="110424" y="134171"/>
                        <a:pt x="109976" y="134171"/>
                      </a:cubicBezTo>
                      <a:close/>
                      <a:moveTo>
                        <a:pt x="94738" y="129689"/>
                      </a:moveTo>
                      <a:lnTo>
                        <a:pt x="107735" y="129689"/>
                      </a:lnTo>
                      <a:lnTo>
                        <a:pt x="107735" y="113555"/>
                      </a:lnTo>
                      <a:cubicBezTo>
                        <a:pt x="108183" y="108625"/>
                        <a:pt x="110424" y="107281"/>
                        <a:pt x="112665" y="106384"/>
                      </a:cubicBezTo>
                      <a:cubicBezTo>
                        <a:pt x="113113" y="106384"/>
                        <a:pt x="113561" y="105936"/>
                        <a:pt x="114010" y="105488"/>
                      </a:cubicBezTo>
                      <a:cubicBezTo>
                        <a:pt x="122973" y="100110"/>
                        <a:pt x="126558" y="96076"/>
                        <a:pt x="130592" y="86665"/>
                      </a:cubicBezTo>
                      <a:lnTo>
                        <a:pt x="131040" y="86217"/>
                      </a:lnTo>
                      <a:cubicBezTo>
                        <a:pt x="131488" y="84872"/>
                        <a:pt x="131936" y="83528"/>
                        <a:pt x="133281" y="82183"/>
                      </a:cubicBezTo>
                      <a:cubicBezTo>
                        <a:pt x="135073" y="80839"/>
                        <a:pt x="136866" y="80839"/>
                        <a:pt x="138659" y="80839"/>
                      </a:cubicBezTo>
                      <a:cubicBezTo>
                        <a:pt x="139555" y="80839"/>
                        <a:pt x="140452" y="80839"/>
                        <a:pt x="140900" y="80391"/>
                      </a:cubicBezTo>
                      <a:cubicBezTo>
                        <a:pt x="142244" y="79942"/>
                        <a:pt x="143589" y="78598"/>
                        <a:pt x="144485" y="77253"/>
                      </a:cubicBezTo>
                      <a:cubicBezTo>
                        <a:pt x="144485" y="76805"/>
                        <a:pt x="144933" y="76357"/>
                        <a:pt x="144933" y="75909"/>
                      </a:cubicBezTo>
                      <a:lnTo>
                        <a:pt x="148519" y="53500"/>
                      </a:lnTo>
                      <a:cubicBezTo>
                        <a:pt x="148519" y="51259"/>
                        <a:pt x="147622" y="48122"/>
                        <a:pt x="144037" y="48122"/>
                      </a:cubicBezTo>
                      <a:lnTo>
                        <a:pt x="139555" y="48122"/>
                      </a:lnTo>
                      <a:cubicBezTo>
                        <a:pt x="135970" y="48122"/>
                        <a:pt x="132385" y="45881"/>
                        <a:pt x="131040" y="42744"/>
                      </a:cubicBezTo>
                      <a:cubicBezTo>
                        <a:pt x="128799" y="37814"/>
                        <a:pt x="125662" y="34677"/>
                        <a:pt x="121628" y="31092"/>
                      </a:cubicBezTo>
                      <a:cubicBezTo>
                        <a:pt x="120732" y="30195"/>
                        <a:pt x="119836" y="29299"/>
                        <a:pt x="118939" y="28403"/>
                      </a:cubicBezTo>
                      <a:cubicBezTo>
                        <a:pt x="118491" y="27955"/>
                        <a:pt x="118043" y="27506"/>
                        <a:pt x="118043" y="26610"/>
                      </a:cubicBezTo>
                      <a:lnTo>
                        <a:pt x="118043" y="4650"/>
                      </a:lnTo>
                      <a:lnTo>
                        <a:pt x="117595" y="4202"/>
                      </a:lnTo>
                      <a:lnTo>
                        <a:pt x="107735" y="14958"/>
                      </a:lnTo>
                      <a:cubicBezTo>
                        <a:pt x="107287" y="15406"/>
                        <a:pt x="106839" y="15854"/>
                        <a:pt x="105942" y="15854"/>
                      </a:cubicBezTo>
                      <a:lnTo>
                        <a:pt x="101013" y="15854"/>
                      </a:lnTo>
                      <a:cubicBezTo>
                        <a:pt x="101013" y="15854"/>
                        <a:pt x="101013" y="15854"/>
                        <a:pt x="100564" y="15854"/>
                      </a:cubicBezTo>
                      <a:cubicBezTo>
                        <a:pt x="62918" y="10476"/>
                        <a:pt x="40061" y="15854"/>
                        <a:pt x="39613" y="15854"/>
                      </a:cubicBezTo>
                      <a:cubicBezTo>
                        <a:pt x="19446" y="20784"/>
                        <a:pt x="4656" y="40503"/>
                        <a:pt x="4656" y="62912"/>
                      </a:cubicBezTo>
                      <a:cubicBezTo>
                        <a:pt x="4656" y="63360"/>
                        <a:pt x="3311" y="91147"/>
                        <a:pt x="25720" y="105936"/>
                      </a:cubicBezTo>
                      <a:cubicBezTo>
                        <a:pt x="29753" y="108625"/>
                        <a:pt x="31546" y="111762"/>
                        <a:pt x="31546" y="115796"/>
                      </a:cubicBezTo>
                      <a:lnTo>
                        <a:pt x="31546" y="130137"/>
                      </a:lnTo>
                      <a:lnTo>
                        <a:pt x="44991" y="130137"/>
                      </a:lnTo>
                      <a:lnTo>
                        <a:pt x="44991" y="119830"/>
                      </a:lnTo>
                      <a:cubicBezTo>
                        <a:pt x="44991" y="116244"/>
                        <a:pt x="47680" y="113555"/>
                        <a:pt x="51266" y="113555"/>
                      </a:cubicBezTo>
                      <a:lnTo>
                        <a:pt x="88464" y="113555"/>
                      </a:lnTo>
                      <a:cubicBezTo>
                        <a:pt x="90256" y="113555"/>
                        <a:pt x="91601" y="114003"/>
                        <a:pt x="92945" y="115348"/>
                      </a:cubicBezTo>
                      <a:cubicBezTo>
                        <a:pt x="94290" y="116692"/>
                        <a:pt x="94738" y="118037"/>
                        <a:pt x="94738" y="119830"/>
                      </a:cubicBezTo>
                      <a:lnTo>
                        <a:pt x="94738" y="129689"/>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23" name="Freeform: Shape 5459">
                  <a:extLst>
                    <a:ext uri="{FF2B5EF4-FFF2-40B4-BE49-F238E27FC236}">
                      <a16:creationId xmlns:a16="http://schemas.microsoft.com/office/drawing/2014/main" id="{7F0D8ED8-61C1-B165-472A-AB00A9C91C2A}"/>
                    </a:ext>
                  </a:extLst>
                </p:cNvPr>
                <p:cNvSpPr/>
                <p:nvPr/>
              </p:nvSpPr>
              <p:spPr>
                <a:xfrm>
                  <a:off x="7917833" y="1819555"/>
                  <a:ext cx="4482" cy="8963"/>
                </a:xfrm>
                <a:custGeom>
                  <a:avLst/>
                  <a:gdLst>
                    <a:gd name="connsiteX0" fmla="*/ 2241 w 4481"/>
                    <a:gd name="connsiteY0" fmla="*/ 12549 h 8963"/>
                    <a:gd name="connsiteX1" fmla="*/ 0 w 4481"/>
                    <a:gd name="connsiteY1" fmla="*/ 10308 h 8963"/>
                    <a:gd name="connsiteX2" fmla="*/ 0 w 4481"/>
                    <a:gd name="connsiteY2" fmla="*/ 2241 h 8963"/>
                    <a:gd name="connsiteX3" fmla="*/ 2241 w 4481"/>
                    <a:gd name="connsiteY3" fmla="*/ 0 h 8963"/>
                    <a:gd name="connsiteX4" fmla="*/ 4482 w 4481"/>
                    <a:gd name="connsiteY4" fmla="*/ 2241 h 8963"/>
                    <a:gd name="connsiteX5" fmla="*/ 4482 w 4481"/>
                    <a:gd name="connsiteY5" fmla="*/ 10308 h 8963"/>
                    <a:gd name="connsiteX6" fmla="*/ 2241 w 4481"/>
                    <a:gd name="connsiteY6" fmla="*/ 12549 h 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8963">
                      <a:moveTo>
                        <a:pt x="2241" y="12549"/>
                      </a:moveTo>
                      <a:cubicBezTo>
                        <a:pt x="896" y="12549"/>
                        <a:pt x="0" y="11652"/>
                        <a:pt x="0" y="10308"/>
                      </a:cubicBezTo>
                      <a:lnTo>
                        <a:pt x="0" y="2241"/>
                      </a:lnTo>
                      <a:cubicBezTo>
                        <a:pt x="0" y="896"/>
                        <a:pt x="896" y="0"/>
                        <a:pt x="2241" y="0"/>
                      </a:cubicBezTo>
                      <a:cubicBezTo>
                        <a:pt x="3585" y="0"/>
                        <a:pt x="4482" y="896"/>
                        <a:pt x="4482" y="2241"/>
                      </a:cubicBezTo>
                      <a:lnTo>
                        <a:pt x="4482" y="10308"/>
                      </a:lnTo>
                      <a:cubicBezTo>
                        <a:pt x="4482" y="11652"/>
                        <a:pt x="3585" y="12549"/>
                        <a:pt x="2241" y="1254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24" name="Freeform: Shape 5460">
                  <a:extLst>
                    <a:ext uri="{FF2B5EF4-FFF2-40B4-BE49-F238E27FC236}">
                      <a16:creationId xmlns:a16="http://schemas.microsoft.com/office/drawing/2014/main" id="{A41E21A0-CDF0-02EA-2383-73E9519D05E2}"/>
                    </a:ext>
                  </a:extLst>
                </p:cNvPr>
                <p:cNvSpPr/>
                <p:nvPr/>
              </p:nvSpPr>
              <p:spPr>
                <a:xfrm>
                  <a:off x="7854077" y="1800396"/>
                  <a:ext cx="31372" cy="4482"/>
                </a:xfrm>
                <a:custGeom>
                  <a:avLst/>
                  <a:gdLst>
                    <a:gd name="connsiteX0" fmla="*/ 2357 w 31371"/>
                    <a:gd name="connsiteY0" fmla="*/ 6162 h 4481"/>
                    <a:gd name="connsiteX1" fmla="*/ 117 w 31371"/>
                    <a:gd name="connsiteY1" fmla="*/ 4370 h 4481"/>
                    <a:gd name="connsiteX2" fmla="*/ 1909 w 31371"/>
                    <a:gd name="connsiteY2" fmla="*/ 1681 h 4481"/>
                    <a:gd name="connsiteX3" fmla="*/ 29696 w 31371"/>
                    <a:gd name="connsiteY3" fmla="*/ 1681 h 4481"/>
                    <a:gd name="connsiteX4" fmla="*/ 31489 w 31371"/>
                    <a:gd name="connsiteY4" fmla="*/ 4370 h 4481"/>
                    <a:gd name="connsiteX5" fmla="*/ 28799 w 31371"/>
                    <a:gd name="connsiteY5" fmla="*/ 6162 h 4481"/>
                    <a:gd name="connsiteX6" fmla="*/ 2806 w 31371"/>
                    <a:gd name="connsiteY6" fmla="*/ 6162 h 4481"/>
                    <a:gd name="connsiteX7" fmla="*/ 2357 w 31371"/>
                    <a:gd name="connsiteY7" fmla="*/ 616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71" h="4481">
                      <a:moveTo>
                        <a:pt x="2357" y="6162"/>
                      </a:moveTo>
                      <a:cubicBezTo>
                        <a:pt x="1461" y="6162"/>
                        <a:pt x="565" y="5266"/>
                        <a:pt x="117" y="4370"/>
                      </a:cubicBezTo>
                      <a:cubicBezTo>
                        <a:pt x="-332" y="3025"/>
                        <a:pt x="565" y="2129"/>
                        <a:pt x="1909" y="1681"/>
                      </a:cubicBezTo>
                      <a:cubicBezTo>
                        <a:pt x="11321" y="-560"/>
                        <a:pt x="19388" y="-560"/>
                        <a:pt x="29696" y="1681"/>
                      </a:cubicBezTo>
                      <a:cubicBezTo>
                        <a:pt x="31040" y="2129"/>
                        <a:pt x="31489" y="3025"/>
                        <a:pt x="31489" y="4370"/>
                      </a:cubicBezTo>
                      <a:cubicBezTo>
                        <a:pt x="31040" y="5714"/>
                        <a:pt x="30144" y="6162"/>
                        <a:pt x="28799" y="6162"/>
                      </a:cubicBezTo>
                      <a:cubicBezTo>
                        <a:pt x="19388" y="3921"/>
                        <a:pt x="11321" y="3921"/>
                        <a:pt x="2806" y="6162"/>
                      </a:cubicBezTo>
                      <a:cubicBezTo>
                        <a:pt x="2806" y="5714"/>
                        <a:pt x="2357" y="6162"/>
                        <a:pt x="2357" y="616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25" name="Group 2464">
                <a:extLst>
                  <a:ext uri="{FF2B5EF4-FFF2-40B4-BE49-F238E27FC236}">
                    <a16:creationId xmlns:a16="http://schemas.microsoft.com/office/drawing/2014/main" id="{F72651E0-14D8-E9F3-F4DC-A8A88715E5A8}"/>
                  </a:ext>
                  <a:ext uri="{C183D7F6-B498-43B3-948B-1728B52AA6E4}">
                    <adec:decorative xmlns:adec="http://schemas.microsoft.com/office/drawing/2017/decorative" val="1"/>
                  </a:ext>
                </a:extLst>
              </p:cNvPr>
              <p:cNvGrpSpPr>
                <a:grpSpLocks noChangeAspect="1"/>
              </p:cNvGrpSpPr>
              <p:nvPr/>
            </p:nvGrpSpPr>
            <p:grpSpPr>
              <a:xfrm>
                <a:off x="8014159" y="3826668"/>
                <a:ext cx="152378" cy="125488"/>
                <a:chOff x="8070659" y="1770977"/>
                <a:chExt cx="152378" cy="125488"/>
              </a:xfrm>
            </p:grpSpPr>
            <p:sp>
              <p:nvSpPr>
                <p:cNvPr id="1226" name="Freeform: Shape 5456">
                  <a:extLst>
                    <a:ext uri="{FF2B5EF4-FFF2-40B4-BE49-F238E27FC236}">
                      <a16:creationId xmlns:a16="http://schemas.microsoft.com/office/drawing/2014/main" id="{2976E2AF-F129-E4E0-D9BB-C7CBA2561A0F}"/>
                    </a:ext>
                  </a:extLst>
                </p:cNvPr>
                <p:cNvSpPr/>
                <p:nvPr/>
              </p:nvSpPr>
              <p:spPr>
                <a:xfrm>
                  <a:off x="8070659" y="1770977"/>
                  <a:ext cx="152378" cy="125488"/>
                </a:xfrm>
                <a:custGeom>
                  <a:avLst/>
                  <a:gdLst>
                    <a:gd name="connsiteX0" fmla="*/ 146552 w 152377"/>
                    <a:gd name="connsiteY0" fmla="*/ 60679 h 125487"/>
                    <a:gd name="connsiteX1" fmla="*/ 138933 w 152377"/>
                    <a:gd name="connsiteY1" fmla="*/ 60679 h 125487"/>
                    <a:gd name="connsiteX2" fmla="*/ 138933 w 152377"/>
                    <a:gd name="connsiteY2" fmla="*/ 46786 h 125487"/>
                    <a:gd name="connsiteX3" fmla="*/ 124591 w 152377"/>
                    <a:gd name="connsiteY3" fmla="*/ 31100 h 125487"/>
                    <a:gd name="connsiteX4" fmla="*/ 107113 w 152377"/>
                    <a:gd name="connsiteY4" fmla="*/ 1072 h 125487"/>
                    <a:gd name="connsiteX5" fmla="*/ 103976 w 152377"/>
                    <a:gd name="connsiteY5" fmla="*/ 176 h 125487"/>
                    <a:gd name="connsiteX6" fmla="*/ 41680 w 152377"/>
                    <a:gd name="connsiteY6" fmla="*/ 30651 h 125487"/>
                    <a:gd name="connsiteX7" fmla="*/ 15686 w 152377"/>
                    <a:gd name="connsiteY7" fmla="*/ 30651 h 125487"/>
                    <a:gd name="connsiteX8" fmla="*/ 0 w 152377"/>
                    <a:gd name="connsiteY8" fmla="*/ 46337 h 125487"/>
                    <a:gd name="connsiteX9" fmla="*/ 0 w 152377"/>
                    <a:gd name="connsiteY9" fmla="*/ 113563 h 125487"/>
                    <a:gd name="connsiteX10" fmla="*/ 15686 w 152377"/>
                    <a:gd name="connsiteY10" fmla="*/ 129249 h 125487"/>
                    <a:gd name="connsiteX11" fmla="*/ 123247 w 152377"/>
                    <a:gd name="connsiteY11" fmla="*/ 129249 h 125487"/>
                    <a:gd name="connsiteX12" fmla="*/ 138933 w 152377"/>
                    <a:gd name="connsiteY12" fmla="*/ 113563 h 125487"/>
                    <a:gd name="connsiteX13" fmla="*/ 138933 w 152377"/>
                    <a:gd name="connsiteY13" fmla="*/ 99670 h 125487"/>
                    <a:gd name="connsiteX14" fmla="*/ 146552 w 152377"/>
                    <a:gd name="connsiteY14" fmla="*/ 99670 h 125487"/>
                    <a:gd name="connsiteX15" fmla="*/ 152378 w 152377"/>
                    <a:gd name="connsiteY15" fmla="*/ 93843 h 125487"/>
                    <a:gd name="connsiteX16" fmla="*/ 152378 w 152377"/>
                    <a:gd name="connsiteY16" fmla="*/ 66057 h 125487"/>
                    <a:gd name="connsiteX17" fmla="*/ 146552 w 152377"/>
                    <a:gd name="connsiteY17" fmla="*/ 60679 h 125487"/>
                    <a:gd name="connsiteX18" fmla="*/ 104424 w 152377"/>
                    <a:gd name="connsiteY18" fmla="*/ 5106 h 125487"/>
                    <a:gd name="connsiteX19" fmla="*/ 119213 w 152377"/>
                    <a:gd name="connsiteY19" fmla="*/ 30651 h 125487"/>
                    <a:gd name="connsiteX20" fmla="*/ 51988 w 152377"/>
                    <a:gd name="connsiteY20" fmla="*/ 30651 h 125487"/>
                    <a:gd name="connsiteX21" fmla="*/ 104424 w 152377"/>
                    <a:gd name="connsiteY21" fmla="*/ 5106 h 125487"/>
                    <a:gd name="connsiteX22" fmla="*/ 134451 w 152377"/>
                    <a:gd name="connsiteY22" fmla="*/ 113563 h 125487"/>
                    <a:gd name="connsiteX23" fmla="*/ 123247 w 152377"/>
                    <a:gd name="connsiteY23" fmla="*/ 124767 h 125487"/>
                    <a:gd name="connsiteX24" fmla="*/ 15686 w 152377"/>
                    <a:gd name="connsiteY24" fmla="*/ 124767 h 125487"/>
                    <a:gd name="connsiteX25" fmla="*/ 4482 w 152377"/>
                    <a:gd name="connsiteY25" fmla="*/ 113563 h 125487"/>
                    <a:gd name="connsiteX26" fmla="*/ 4482 w 152377"/>
                    <a:gd name="connsiteY26" fmla="*/ 46337 h 125487"/>
                    <a:gd name="connsiteX27" fmla="*/ 15686 w 152377"/>
                    <a:gd name="connsiteY27" fmla="*/ 35133 h 125487"/>
                    <a:gd name="connsiteX28" fmla="*/ 123247 w 152377"/>
                    <a:gd name="connsiteY28" fmla="*/ 35133 h 125487"/>
                    <a:gd name="connsiteX29" fmla="*/ 134451 w 152377"/>
                    <a:gd name="connsiteY29" fmla="*/ 46337 h 125487"/>
                    <a:gd name="connsiteX30" fmla="*/ 134451 w 152377"/>
                    <a:gd name="connsiteY30" fmla="*/ 60231 h 125487"/>
                    <a:gd name="connsiteX31" fmla="*/ 85152 w 152377"/>
                    <a:gd name="connsiteY31" fmla="*/ 60231 h 125487"/>
                    <a:gd name="connsiteX32" fmla="*/ 72604 w 152377"/>
                    <a:gd name="connsiteY32" fmla="*/ 72779 h 125487"/>
                    <a:gd name="connsiteX33" fmla="*/ 72604 w 152377"/>
                    <a:gd name="connsiteY33" fmla="*/ 86225 h 125487"/>
                    <a:gd name="connsiteX34" fmla="*/ 85152 w 152377"/>
                    <a:gd name="connsiteY34" fmla="*/ 98773 h 125487"/>
                    <a:gd name="connsiteX35" fmla="*/ 134451 w 152377"/>
                    <a:gd name="connsiteY35" fmla="*/ 98773 h 125487"/>
                    <a:gd name="connsiteX36" fmla="*/ 134451 w 152377"/>
                    <a:gd name="connsiteY36" fmla="*/ 113563 h 125487"/>
                    <a:gd name="connsiteX37" fmla="*/ 147896 w 152377"/>
                    <a:gd name="connsiteY37" fmla="*/ 93843 h 125487"/>
                    <a:gd name="connsiteX38" fmla="*/ 146552 w 152377"/>
                    <a:gd name="connsiteY38" fmla="*/ 95188 h 125487"/>
                    <a:gd name="connsiteX39" fmla="*/ 85152 w 152377"/>
                    <a:gd name="connsiteY39" fmla="*/ 95188 h 125487"/>
                    <a:gd name="connsiteX40" fmla="*/ 77085 w 152377"/>
                    <a:gd name="connsiteY40" fmla="*/ 87121 h 125487"/>
                    <a:gd name="connsiteX41" fmla="*/ 77085 w 152377"/>
                    <a:gd name="connsiteY41" fmla="*/ 73676 h 125487"/>
                    <a:gd name="connsiteX42" fmla="*/ 85152 w 152377"/>
                    <a:gd name="connsiteY42" fmla="*/ 65609 h 125487"/>
                    <a:gd name="connsiteX43" fmla="*/ 146552 w 152377"/>
                    <a:gd name="connsiteY43" fmla="*/ 65609 h 125487"/>
                    <a:gd name="connsiteX44" fmla="*/ 147896 w 152377"/>
                    <a:gd name="connsiteY44" fmla="*/ 66953 h 125487"/>
                    <a:gd name="connsiteX45" fmla="*/ 147896 w 152377"/>
                    <a:gd name="connsiteY45" fmla="*/ 93843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2377" h="125487">
                      <a:moveTo>
                        <a:pt x="146552" y="60679"/>
                      </a:moveTo>
                      <a:lnTo>
                        <a:pt x="138933" y="60679"/>
                      </a:lnTo>
                      <a:lnTo>
                        <a:pt x="138933" y="46786"/>
                      </a:lnTo>
                      <a:cubicBezTo>
                        <a:pt x="138933" y="38718"/>
                        <a:pt x="132658" y="31996"/>
                        <a:pt x="124591" y="31100"/>
                      </a:cubicBezTo>
                      <a:lnTo>
                        <a:pt x="107113" y="1072"/>
                      </a:lnTo>
                      <a:cubicBezTo>
                        <a:pt x="106664" y="176"/>
                        <a:pt x="105320" y="-272"/>
                        <a:pt x="103976" y="176"/>
                      </a:cubicBezTo>
                      <a:lnTo>
                        <a:pt x="41680" y="30651"/>
                      </a:lnTo>
                      <a:lnTo>
                        <a:pt x="15686" y="30651"/>
                      </a:lnTo>
                      <a:cubicBezTo>
                        <a:pt x="7171" y="30651"/>
                        <a:pt x="0" y="37822"/>
                        <a:pt x="0" y="46337"/>
                      </a:cubicBezTo>
                      <a:lnTo>
                        <a:pt x="0" y="113563"/>
                      </a:lnTo>
                      <a:cubicBezTo>
                        <a:pt x="0" y="122078"/>
                        <a:pt x="7171" y="129249"/>
                        <a:pt x="15686" y="129249"/>
                      </a:cubicBezTo>
                      <a:lnTo>
                        <a:pt x="123247" y="129249"/>
                      </a:lnTo>
                      <a:cubicBezTo>
                        <a:pt x="131762" y="129249"/>
                        <a:pt x="138933" y="122078"/>
                        <a:pt x="138933" y="113563"/>
                      </a:cubicBezTo>
                      <a:lnTo>
                        <a:pt x="138933" y="99670"/>
                      </a:lnTo>
                      <a:lnTo>
                        <a:pt x="146552" y="99670"/>
                      </a:lnTo>
                      <a:cubicBezTo>
                        <a:pt x="149689" y="99670"/>
                        <a:pt x="152378" y="96981"/>
                        <a:pt x="152378" y="93843"/>
                      </a:cubicBezTo>
                      <a:lnTo>
                        <a:pt x="152378" y="66057"/>
                      </a:lnTo>
                      <a:cubicBezTo>
                        <a:pt x="152378" y="63368"/>
                        <a:pt x="150137" y="60679"/>
                        <a:pt x="146552" y="60679"/>
                      </a:cubicBezTo>
                      <a:close/>
                      <a:moveTo>
                        <a:pt x="104424" y="5106"/>
                      </a:moveTo>
                      <a:lnTo>
                        <a:pt x="119213" y="30651"/>
                      </a:lnTo>
                      <a:lnTo>
                        <a:pt x="51988" y="30651"/>
                      </a:lnTo>
                      <a:lnTo>
                        <a:pt x="104424" y="5106"/>
                      </a:lnTo>
                      <a:close/>
                      <a:moveTo>
                        <a:pt x="134451" y="113563"/>
                      </a:moveTo>
                      <a:cubicBezTo>
                        <a:pt x="134451" y="119837"/>
                        <a:pt x="129521" y="124767"/>
                        <a:pt x="123247" y="124767"/>
                      </a:cubicBezTo>
                      <a:lnTo>
                        <a:pt x="15686" y="124767"/>
                      </a:lnTo>
                      <a:cubicBezTo>
                        <a:pt x="9412" y="124767"/>
                        <a:pt x="4482" y="119837"/>
                        <a:pt x="4482" y="113563"/>
                      </a:cubicBezTo>
                      <a:lnTo>
                        <a:pt x="4482" y="46337"/>
                      </a:lnTo>
                      <a:cubicBezTo>
                        <a:pt x="4482" y="40063"/>
                        <a:pt x="9412" y="35133"/>
                        <a:pt x="15686" y="35133"/>
                      </a:cubicBezTo>
                      <a:lnTo>
                        <a:pt x="123247" y="35133"/>
                      </a:lnTo>
                      <a:cubicBezTo>
                        <a:pt x="129521" y="35133"/>
                        <a:pt x="134451" y="40063"/>
                        <a:pt x="134451" y="46337"/>
                      </a:cubicBezTo>
                      <a:lnTo>
                        <a:pt x="134451" y="60231"/>
                      </a:lnTo>
                      <a:lnTo>
                        <a:pt x="85152" y="60231"/>
                      </a:lnTo>
                      <a:cubicBezTo>
                        <a:pt x="77982" y="60231"/>
                        <a:pt x="72604" y="66057"/>
                        <a:pt x="72604" y="72779"/>
                      </a:cubicBezTo>
                      <a:lnTo>
                        <a:pt x="72604" y="86225"/>
                      </a:lnTo>
                      <a:cubicBezTo>
                        <a:pt x="72604" y="93395"/>
                        <a:pt x="78430" y="98773"/>
                        <a:pt x="85152" y="98773"/>
                      </a:cubicBezTo>
                      <a:lnTo>
                        <a:pt x="134451" y="98773"/>
                      </a:lnTo>
                      <a:lnTo>
                        <a:pt x="134451" y="113563"/>
                      </a:lnTo>
                      <a:close/>
                      <a:moveTo>
                        <a:pt x="147896" y="93843"/>
                      </a:moveTo>
                      <a:cubicBezTo>
                        <a:pt x="147896" y="94740"/>
                        <a:pt x="147448" y="95188"/>
                        <a:pt x="146552" y="95188"/>
                      </a:cubicBezTo>
                      <a:lnTo>
                        <a:pt x="85152" y="95188"/>
                      </a:lnTo>
                      <a:cubicBezTo>
                        <a:pt x="80671" y="95188"/>
                        <a:pt x="77085" y="91603"/>
                        <a:pt x="77085" y="87121"/>
                      </a:cubicBezTo>
                      <a:lnTo>
                        <a:pt x="77085" y="73676"/>
                      </a:lnTo>
                      <a:cubicBezTo>
                        <a:pt x="77085" y="69194"/>
                        <a:pt x="80671" y="65609"/>
                        <a:pt x="85152" y="65609"/>
                      </a:cubicBezTo>
                      <a:lnTo>
                        <a:pt x="146552" y="65609"/>
                      </a:lnTo>
                      <a:cubicBezTo>
                        <a:pt x="147448" y="65609"/>
                        <a:pt x="147896" y="66057"/>
                        <a:pt x="147896" y="66953"/>
                      </a:cubicBezTo>
                      <a:lnTo>
                        <a:pt x="147896" y="93843"/>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27" name="Freeform: Shape 5457">
                  <a:extLst>
                    <a:ext uri="{FF2B5EF4-FFF2-40B4-BE49-F238E27FC236}">
                      <a16:creationId xmlns:a16="http://schemas.microsoft.com/office/drawing/2014/main" id="{F025E8B0-AE40-2933-1F48-EC68215F5AB5}"/>
                    </a:ext>
                  </a:extLst>
                </p:cNvPr>
                <p:cNvSpPr/>
                <p:nvPr/>
              </p:nvSpPr>
              <p:spPr>
                <a:xfrm>
                  <a:off x="8151330" y="1841964"/>
                  <a:ext cx="17927" cy="17927"/>
                </a:xfrm>
                <a:custGeom>
                  <a:avLst/>
                  <a:gdLst>
                    <a:gd name="connsiteX0" fmla="*/ 8963 w 17926"/>
                    <a:gd name="connsiteY0" fmla="*/ 0 h 17926"/>
                    <a:gd name="connsiteX1" fmla="*/ 0 w 17926"/>
                    <a:gd name="connsiteY1" fmla="*/ 8963 h 17926"/>
                    <a:gd name="connsiteX2" fmla="*/ 8963 w 17926"/>
                    <a:gd name="connsiteY2" fmla="*/ 17927 h 17926"/>
                    <a:gd name="connsiteX3" fmla="*/ 17927 w 17926"/>
                    <a:gd name="connsiteY3" fmla="*/ 8963 h 17926"/>
                    <a:gd name="connsiteX4" fmla="*/ 8963 w 17926"/>
                    <a:gd name="connsiteY4" fmla="*/ 0 h 17926"/>
                    <a:gd name="connsiteX5" fmla="*/ 8963 w 17926"/>
                    <a:gd name="connsiteY5" fmla="*/ 13445 h 17926"/>
                    <a:gd name="connsiteX6" fmla="*/ 4482 w 17926"/>
                    <a:gd name="connsiteY6" fmla="*/ 8963 h 17926"/>
                    <a:gd name="connsiteX7" fmla="*/ 8963 w 17926"/>
                    <a:gd name="connsiteY7" fmla="*/ 4482 h 17926"/>
                    <a:gd name="connsiteX8" fmla="*/ 13445 w 17926"/>
                    <a:gd name="connsiteY8" fmla="*/ 8963 h 17926"/>
                    <a:gd name="connsiteX9" fmla="*/ 8963 w 17926"/>
                    <a:gd name="connsiteY9" fmla="*/ 13445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26" h="17926">
                      <a:moveTo>
                        <a:pt x="8963" y="0"/>
                      </a:moveTo>
                      <a:cubicBezTo>
                        <a:pt x="4034" y="0"/>
                        <a:pt x="0" y="4034"/>
                        <a:pt x="0" y="8963"/>
                      </a:cubicBezTo>
                      <a:cubicBezTo>
                        <a:pt x="0" y="13893"/>
                        <a:pt x="4034" y="17927"/>
                        <a:pt x="8963" y="17927"/>
                      </a:cubicBezTo>
                      <a:cubicBezTo>
                        <a:pt x="13893" y="17927"/>
                        <a:pt x="17927" y="13893"/>
                        <a:pt x="17927" y="8963"/>
                      </a:cubicBezTo>
                      <a:cubicBezTo>
                        <a:pt x="17927" y="4034"/>
                        <a:pt x="13893" y="0"/>
                        <a:pt x="8963" y="0"/>
                      </a:cubicBezTo>
                      <a:close/>
                      <a:moveTo>
                        <a:pt x="8963" y="13445"/>
                      </a:moveTo>
                      <a:cubicBezTo>
                        <a:pt x="6274" y="13445"/>
                        <a:pt x="4482" y="11652"/>
                        <a:pt x="4482" y="8963"/>
                      </a:cubicBezTo>
                      <a:cubicBezTo>
                        <a:pt x="4482" y="6274"/>
                        <a:pt x="6274" y="4482"/>
                        <a:pt x="8963" y="4482"/>
                      </a:cubicBezTo>
                      <a:cubicBezTo>
                        <a:pt x="11652" y="4482"/>
                        <a:pt x="13445" y="6274"/>
                        <a:pt x="13445" y="8963"/>
                      </a:cubicBezTo>
                      <a:cubicBezTo>
                        <a:pt x="13445" y="11652"/>
                        <a:pt x="11652" y="13445"/>
                        <a:pt x="8963" y="1344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28" name="Group 2465">
                <a:extLst>
                  <a:ext uri="{FF2B5EF4-FFF2-40B4-BE49-F238E27FC236}">
                    <a16:creationId xmlns:a16="http://schemas.microsoft.com/office/drawing/2014/main" id="{99F5C76B-F66E-51EF-8252-59BF33F1A3FF}"/>
                  </a:ext>
                  <a:ext uri="{C183D7F6-B498-43B3-948B-1728B52AA6E4}">
                    <adec:decorative xmlns:adec="http://schemas.microsoft.com/office/drawing/2017/decorative" val="1"/>
                  </a:ext>
                </a:extLst>
              </p:cNvPr>
              <p:cNvGrpSpPr>
                <a:grpSpLocks noChangeAspect="1"/>
              </p:cNvGrpSpPr>
              <p:nvPr/>
            </p:nvGrpSpPr>
            <p:grpSpPr>
              <a:xfrm>
                <a:off x="8273650" y="3844323"/>
                <a:ext cx="152378" cy="98597"/>
                <a:chOff x="8330150" y="1788632"/>
                <a:chExt cx="152378" cy="98597"/>
              </a:xfrm>
            </p:grpSpPr>
            <p:sp>
              <p:nvSpPr>
                <p:cNvPr id="1229" name="Freeform: Shape 5451">
                  <a:extLst>
                    <a:ext uri="{FF2B5EF4-FFF2-40B4-BE49-F238E27FC236}">
                      <a16:creationId xmlns:a16="http://schemas.microsoft.com/office/drawing/2014/main" id="{64C8F486-7CBF-2732-AF84-31DA9D1BF2AF}"/>
                    </a:ext>
                  </a:extLst>
                </p:cNvPr>
                <p:cNvSpPr/>
                <p:nvPr/>
              </p:nvSpPr>
              <p:spPr>
                <a:xfrm>
                  <a:off x="8330150" y="1788632"/>
                  <a:ext cx="152378" cy="98597"/>
                </a:xfrm>
                <a:custGeom>
                  <a:avLst/>
                  <a:gdLst>
                    <a:gd name="connsiteX0" fmla="*/ 142518 w 152377"/>
                    <a:gd name="connsiteY0" fmla="*/ 0 h 98597"/>
                    <a:gd name="connsiteX1" fmla="*/ 10308 w 152377"/>
                    <a:gd name="connsiteY1" fmla="*/ 0 h 98597"/>
                    <a:gd name="connsiteX2" fmla="*/ 0 w 152377"/>
                    <a:gd name="connsiteY2" fmla="*/ 10308 h 98597"/>
                    <a:gd name="connsiteX3" fmla="*/ 0 w 152377"/>
                    <a:gd name="connsiteY3" fmla="*/ 88738 h 98597"/>
                    <a:gd name="connsiteX4" fmla="*/ 10308 w 152377"/>
                    <a:gd name="connsiteY4" fmla="*/ 99046 h 98597"/>
                    <a:gd name="connsiteX5" fmla="*/ 142518 w 152377"/>
                    <a:gd name="connsiteY5" fmla="*/ 99046 h 98597"/>
                    <a:gd name="connsiteX6" fmla="*/ 152826 w 152377"/>
                    <a:gd name="connsiteY6" fmla="*/ 88738 h 98597"/>
                    <a:gd name="connsiteX7" fmla="*/ 152826 w 152377"/>
                    <a:gd name="connsiteY7" fmla="*/ 10308 h 98597"/>
                    <a:gd name="connsiteX8" fmla="*/ 142518 w 152377"/>
                    <a:gd name="connsiteY8" fmla="*/ 0 h 98597"/>
                    <a:gd name="connsiteX9" fmla="*/ 4930 w 152377"/>
                    <a:gd name="connsiteY9" fmla="*/ 17927 h 98597"/>
                    <a:gd name="connsiteX10" fmla="*/ 148344 w 152377"/>
                    <a:gd name="connsiteY10" fmla="*/ 17927 h 98597"/>
                    <a:gd name="connsiteX11" fmla="*/ 148344 w 152377"/>
                    <a:gd name="connsiteY11" fmla="*/ 26890 h 98597"/>
                    <a:gd name="connsiteX12" fmla="*/ 4930 w 152377"/>
                    <a:gd name="connsiteY12" fmla="*/ 26890 h 98597"/>
                    <a:gd name="connsiteX13" fmla="*/ 4930 w 152377"/>
                    <a:gd name="connsiteY13" fmla="*/ 17927 h 98597"/>
                    <a:gd name="connsiteX14" fmla="*/ 10756 w 152377"/>
                    <a:gd name="connsiteY14" fmla="*/ 4482 h 98597"/>
                    <a:gd name="connsiteX15" fmla="*/ 142966 w 152377"/>
                    <a:gd name="connsiteY15" fmla="*/ 4482 h 98597"/>
                    <a:gd name="connsiteX16" fmla="*/ 148793 w 152377"/>
                    <a:gd name="connsiteY16" fmla="*/ 10308 h 98597"/>
                    <a:gd name="connsiteX17" fmla="*/ 148793 w 152377"/>
                    <a:gd name="connsiteY17" fmla="*/ 13445 h 98597"/>
                    <a:gd name="connsiteX18" fmla="*/ 5378 w 152377"/>
                    <a:gd name="connsiteY18" fmla="*/ 13445 h 98597"/>
                    <a:gd name="connsiteX19" fmla="*/ 5378 w 152377"/>
                    <a:gd name="connsiteY19" fmla="*/ 10308 h 98597"/>
                    <a:gd name="connsiteX20" fmla="*/ 10756 w 152377"/>
                    <a:gd name="connsiteY20" fmla="*/ 4482 h 98597"/>
                    <a:gd name="connsiteX21" fmla="*/ 142518 w 152377"/>
                    <a:gd name="connsiteY21" fmla="*/ 94116 h 98597"/>
                    <a:gd name="connsiteX22" fmla="*/ 10308 w 152377"/>
                    <a:gd name="connsiteY22" fmla="*/ 94116 h 98597"/>
                    <a:gd name="connsiteX23" fmla="*/ 4482 w 152377"/>
                    <a:gd name="connsiteY23" fmla="*/ 88290 h 98597"/>
                    <a:gd name="connsiteX24" fmla="*/ 4482 w 152377"/>
                    <a:gd name="connsiteY24" fmla="*/ 31372 h 98597"/>
                    <a:gd name="connsiteX25" fmla="*/ 147896 w 152377"/>
                    <a:gd name="connsiteY25" fmla="*/ 31372 h 98597"/>
                    <a:gd name="connsiteX26" fmla="*/ 147896 w 152377"/>
                    <a:gd name="connsiteY26" fmla="*/ 88290 h 98597"/>
                    <a:gd name="connsiteX27" fmla="*/ 142518 w 152377"/>
                    <a:gd name="connsiteY27" fmla="*/ 94116 h 9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2377" h="98597">
                      <a:moveTo>
                        <a:pt x="142518" y="0"/>
                      </a:moveTo>
                      <a:lnTo>
                        <a:pt x="10308" y="0"/>
                      </a:lnTo>
                      <a:cubicBezTo>
                        <a:pt x="4482" y="0"/>
                        <a:pt x="0" y="4482"/>
                        <a:pt x="0" y="10308"/>
                      </a:cubicBezTo>
                      <a:lnTo>
                        <a:pt x="0" y="88738"/>
                      </a:lnTo>
                      <a:cubicBezTo>
                        <a:pt x="0" y="94564"/>
                        <a:pt x="4482" y="99046"/>
                        <a:pt x="10308" y="99046"/>
                      </a:cubicBezTo>
                      <a:lnTo>
                        <a:pt x="142518" y="99046"/>
                      </a:lnTo>
                      <a:cubicBezTo>
                        <a:pt x="148344" y="99046"/>
                        <a:pt x="152826" y="94564"/>
                        <a:pt x="152826" y="88738"/>
                      </a:cubicBezTo>
                      <a:lnTo>
                        <a:pt x="152826" y="10308"/>
                      </a:lnTo>
                      <a:cubicBezTo>
                        <a:pt x="152826" y="4482"/>
                        <a:pt x="148344" y="0"/>
                        <a:pt x="142518" y="0"/>
                      </a:cubicBezTo>
                      <a:close/>
                      <a:moveTo>
                        <a:pt x="4930" y="17927"/>
                      </a:moveTo>
                      <a:lnTo>
                        <a:pt x="148344" y="17927"/>
                      </a:lnTo>
                      <a:lnTo>
                        <a:pt x="148344" y="26890"/>
                      </a:lnTo>
                      <a:lnTo>
                        <a:pt x="4930" y="26890"/>
                      </a:lnTo>
                      <a:lnTo>
                        <a:pt x="4930" y="17927"/>
                      </a:lnTo>
                      <a:close/>
                      <a:moveTo>
                        <a:pt x="10756" y="4482"/>
                      </a:moveTo>
                      <a:lnTo>
                        <a:pt x="142966" y="4482"/>
                      </a:lnTo>
                      <a:cubicBezTo>
                        <a:pt x="146104" y="4482"/>
                        <a:pt x="148793" y="7171"/>
                        <a:pt x="148793" y="10308"/>
                      </a:cubicBezTo>
                      <a:lnTo>
                        <a:pt x="148793" y="13445"/>
                      </a:lnTo>
                      <a:lnTo>
                        <a:pt x="5378" y="13445"/>
                      </a:lnTo>
                      <a:lnTo>
                        <a:pt x="5378" y="10308"/>
                      </a:lnTo>
                      <a:cubicBezTo>
                        <a:pt x="4930" y="6723"/>
                        <a:pt x="7619" y="4482"/>
                        <a:pt x="10756" y="4482"/>
                      </a:cubicBezTo>
                      <a:close/>
                      <a:moveTo>
                        <a:pt x="142518" y="94116"/>
                      </a:moveTo>
                      <a:lnTo>
                        <a:pt x="10308" y="94116"/>
                      </a:lnTo>
                      <a:cubicBezTo>
                        <a:pt x="7171" y="94116"/>
                        <a:pt x="4482" y="91427"/>
                        <a:pt x="4482" y="88290"/>
                      </a:cubicBezTo>
                      <a:lnTo>
                        <a:pt x="4482" y="31372"/>
                      </a:lnTo>
                      <a:lnTo>
                        <a:pt x="147896" y="31372"/>
                      </a:lnTo>
                      <a:lnTo>
                        <a:pt x="147896" y="88290"/>
                      </a:lnTo>
                      <a:cubicBezTo>
                        <a:pt x="148344" y="91427"/>
                        <a:pt x="145655" y="94116"/>
                        <a:pt x="142518" y="9411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30" name="Freeform: Shape 5452">
                  <a:extLst>
                    <a:ext uri="{FF2B5EF4-FFF2-40B4-BE49-F238E27FC236}">
                      <a16:creationId xmlns:a16="http://schemas.microsoft.com/office/drawing/2014/main" id="{BC9399CA-2CB8-2BC6-AA14-E5CFDAD5D6BF}"/>
                    </a:ext>
                  </a:extLst>
                </p:cNvPr>
                <p:cNvSpPr/>
                <p:nvPr/>
              </p:nvSpPr>
              <p:spPr>
                <a:xfrm>
                  <a:off x="8344043" y="1842412"/>
                  <a:ext cx="71707" cy="4482"/>
                </a:xfrm>
                <a:custGeom>
                  <a:avLst/>
                  <a:gdLst>
                    <a:gd name="connsiteX0" fmla="*/ 69466 w 71707"/>
                    <a:gd name="connsiteY0" fmla="*/ 0 h 4481"/>
                    <a:gd name="connsiteX1" fmla="*/ 2241 w 71707"/>
                    <a:gd name="connsiteY1" fmla="*/ 0 h 4481"/>
                    <a:gd name="connsiteX2" fmla="*/ 0 w 71707"/>
                    <a:gd name="connsiteY2" fmla="*/ 2241 h 4481"/>
                    <a:gd name="connsiteX3" fmla="*/ 2241 w 71707"/>
                    <a:gd name="connsiteY3" fmla="*/ 4482 h 4481"/>
                    <a:gd name="connsiteX4" fmla="*/ 69466 w 71707"/>
                    <a:gd name="connsiteY4" fmla="*/ 4482 h 4481"/>
                    <a:gd name="connsiteX5" fmla="*/ 71707 w 71707"/>
                    <a:gd name="connsiteY5" fmla="*/ 2241 h 4481"/>
                    <a:gd name="connsiteX6" fmla="*/ 69466 w 71707"/>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707" h="4481">
                      <a:moveTo>
                        <a:pt x="69466" y="0"/>
                      </a:moveTo>
                      <a:lnTo>
                        <a:pt x="2241" y="0"/>
                      </a:lnTo>
                      <a:cubicBezTo>
                        <a:pt x="896" y="0"/>
                        <a:pt x="0" y="896"/>
                        <a:pt x="0" y="2241"/>
                      </a:cubicBezTo>
                      <a:cubicBezTo>
                        <a:pt x="0" y="3585"/>
                        <a:pt x="896" y="4482"/>
                        <a:pt x="2241" y="4482"/>
                      </a:cubicBezTo>
                      <a:lnTo>
                        <a:pt x="69466" y="4482"/>
                      </a:lnTo>
                      <a:cubicBezTo>
                        <a:pt x="70811" y="4482"/>
                        <a:pt x="71707" y="3585"/>
                        <a:pt x="71707" y="2241"/>
                      </a:cubicBezTo>
                      <a:cubicBezTo>
                        <a:pt x="71707" y="896"/>
                        <a:pt x="70811" y="0"/>
                        <a:pt x="69466"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31" name="Freeform: Shape 5453">
                  <a:extLst>
                    <a:ext uri="{FF2B5EF4-FFF2-40B4-BE49-F238E27FC236}">
                      <a16:creationId xmlns:a16="http://schemas.microsoft.com/office/drawing/2014/main" id="{91BA3E2E-0898-43A0-DB39-EE32F5793624}"/>
                    </a:ext>
                  </a:extLst>
                </p:cNvPr>
                <p:cNvSpPr/>
                <p:nvPr/>
              </p:nvSpPr>
              <p:spPr>
                <a:xfrm>
                  <a:off x="8383930" y="1855857"/>
                  <a:ext cx="31372" cy="4482"/>
                </a:xfrm>
                <a:custGeom>
                  <a:avLst/>
                  <a:gdLst>
                    <a:gd name="connsiteX0" fmla="*/ 29131 w 31371"/>
                    <a:gd name="connsiteY0" fmla="*/ 0 h 4481"/>
                    <a:gd name="connsiteX1" fmla="*/ 2241 w 31371"/>
                    <a:gd name="connsiteY1" fmla="*/ 0 h 4481"/>
                    <a:gd name="connsiteX2" fmla="*/ 0 w 31371"/>
                    <a:gd name="connsiteY2" fmla="*/ 2241 h 4481"/>
                    <a:gd name="connsiteX3" fmla="*/ 2241 w 31371"/>
                    <a:gd name="connsiteY3" fmla="*/ 4482 h 4481"/>
                    <a:gd name="connsiteX4" fmla="*/ 29131 w 31371"/>
                    <a:gd name="connsiteY4" fmla="*/ 4482 h 4481"/>
                    <a:gd name="connsiteX5" fmla="*/ 31372 w 31371"/>
                    <a:gd name="connsiteY5" fmla="*/ 2241 h 4481"/>
                    <a:gd name="connsiteX6" fmla="*/ 29131 w 31371"/>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71" h="4481">
                      <a:moveTo>
                        <a:pt x="29131" y="0"/>
                      </a:moveTo>
                      <a:lnTo>
                        <a:pt x="2241" y="0"/>
                      </a:lnTo>
                      <a:cubicBezTo>
                        <a:pt x="896" y="0"/>
                        <a:pt x="0" y="896"/>
                        <a:pt x="0" y="2241"/>
                      </a:cubicBezTo>
                      <a:cubicBezTo>
                        <a:pt x="0" y="3585"/>
                        <a:pt x="896" y="4482"/>
                        <a:pt x="2241" y="4482"/>
                      </a:cubicBezTo>
                      <a:lnTo>
                        <a:pt x="29131" y="4482"/>
                      </a:lnTo>
                      <a:cubicBezTo>
                        <a:pt x="30476" y="4482"/>
                        <a:pt x="31372" y="3585"/>
                        <a:pt x="31372" y="2241"/>
                      </a:cubicBezTo>
                      <a:cubicBezTo>
                        <a:pt x="31372" y="896"/>
                        <a:pt x="30027" y="0"/>
                        <a:pt x="2913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32" name="Freeform: Shape 5454">
                  <a:extLst>
                    <a:ext uri="{FF2B5EF4-FFF2-40B4-BE49-F238E27FC236}">
                      <a16:creationId xmlns:a16="http://schemas.microsoft.com/office/drawing/2014/main" id="{BCCD53BF-64C5-1BA1-63E3-65FF5F4E271D}"/>
                    </a:ext>
                  </a:extLst>
                </p:cNvPr>
                <p:cNvSpPr/>
                <p:nvPr/>
              </p:nvSpPr>
              <p:spPr>
                <a:xfrm>
                  <a:off x="8343595" y="1855857"/>
                  <a:ext cx="31372" cy="4482"/>
                </a:xfrm>
                <a:custGeom>
                  <a:avLst/>
                  <a:gdLst>
                    <a:gd name="connsiteX0" fmla="*/ 29131 w 31371"/>
                    <a:gd name="connsiteY0" fmla="*/ 0 h 4481"/>
                    <a:gd name="connsiteX1" fmla="*/ 2241 w 31371"/>
                    <a:gd name="connsiteY1" fmla="*/ 0 h 4481"/>
                    <a:gd name="connsiteX2" fmla="*/ 0 w 31371"/>
                    <a:gd name="connsiteY2" fmla="*/ 2241 h 4481"/>
                    <a:gd name="connsiteX3" fmla="*/ 2241 w 31371"/>
                    <a:gd name="connsiteY3" fmla="*/ 4482 h 4481"/>
                    <a:gd name="connsiteX4" fmla="*/ 29131 w 31371"/>
                    <a:gd name="connsiteY4" fmla="*/ 4482 h 4481"/>
                    <a:gd name="connsiteX5" fmla="*/ 31372 w 31371"/>
                    <a:gd name="connsiteY5" fmla="*/ 2241 h 4481"/>
                    <a:gd name="connsiteX6" fmla="*/ 29131 w 31371"/>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71" h="4481">
                      <a:moveTo>
                        <a:pt x="29131" y="0"/>
                      </a:moveTo>
                      <a:lnTo>
                        <a:pt x="2241" y="0"/>
                      </a:lnTo>
                      <a:cubicBezTo>
                        <a:pt x="896" y="0"/>
                        <a:pt x="0" y="896"/>
                        <a:pt x="0" y="2241"/>
                      </a:cubicBezTo>
                      <a:cubicBezTo>
                        <a:pt x="0" y="3585"/>
                        <a:pt x="896" y="4482"/>
                        <a:pt x="2241" y="4482"/>
                      </a:cubicBezTo>
                      <a:lnTo>
                        <a:pt x="29131" y="4482"/>
                      </a:lnTo>
                      <a:cubicBezTo>
                        <a:pt x="30476" y="4482"/>
                        <a:pt x="31372" y="3585"/>
                        <a:pt x="31372" y="2241"/>
                      </a:cubicBezTo>
                      <a:cubicBezTo>
                        <a:pt x="31372" y="896"/>
                        <a:pt x="30027" y="0"/>
                        <a:pt x="2913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33" name="Freeform: Shape 5455">
                  <a:extLst>
                    <a:ext uri="{FF2B5EF4-FFF2-40B4-BE49-F238E27FC236}">
                      <a16:creationId xmlns:a16="http://schemas.microsoft.com/office/drawing/2014/main" id="{17720D81-0458-54A7-70B1-86597BECF9A5}"/>
                    </a:ext>
                  </a:extLst>
                </p:cNvPr>
                <p:cNvSpPr/>
                <p:nvPr/>
              </p:nvSpPr>
              <p:spPr>
                <a:xfrm>
                  <a:off x="8438159" y="1842412"/>
                  <a:ext cx="31372" cy="17927"/>
                </a:xfrm>
                <a:custGeom>
                  <a:avLst/>
                  <a:gdLst>
                    <a:gd name="connsiteX0" fmla="*/ 22409 w 31371"/>
                    <a:gd name="connsiteY0" fmla="*/ 0 h 17926"/>
                    <a:gd name="connsiteX1" fmla="*/ 8963 w 31371"/>
                    <a:gd name="connsiteY1" fmla="*/ 0 h 17926"/>
                    <a:gd name="connsiteX2" fmla="*/ 0 w 31371"/>
                    <a:gd name="connsiteY2" fmla="*/ 8963 h 17926"/>
                    <a:gd name="connsiteX3" fmla="*/ 8963 w 31371"/>
                    <a:gd name="connsiteY3" fmla="*/ 17927 h 17926"/>
                    <a:gd name="connsiteX4" fmla="*/ 22409 w 31371"/>
                    <a:gd name="connsiteY4" fmla="*/ 17927 h 17926"/>
                    <a:gd name="connsiteX5" fmla="*/ 31372 w 31371"/>
                    <a:gd name="connsiteY5" fmla="*/ 8963 h 17926"/>
                    <a:gd name="connsiteX6" fmla="*/ 22409 w 31371"/>
                    <a:gd name="connsiteY6" fmla="*/ 0 h 17926"/>
                    <a:gd name="connsiteX7" fmla="*/ 22409 w 31371"/>
                    <a:gd name="connsiteY7" fmla="*/ 13445 h 17926"/>
                    <a:gd name="connsiteX8" fmla="*/ 8963 w 31371"/>
                    <a:gd name="connsiteY8" fmla="*/ 13445 h 17926"/>
                    <a:gd name="connsiteX9" fmla="*/ 4482 w 31371"/>
                    <a:gd name="connsiteY9" fmla="*/ 8963 h 17926"/>
                    <a:gd name="connsiteX10" fmla="*/ 8963 w 31371"/>
                    <a:gd name="connsiteY10" fmla="*/ 4482 h 17926"/>
                    <a:gd name="connsiteX11" fmla="*/ 22409 w 31371"/>
                    <a:gd name="connsiteY11" fmla="*/ 4482 h 17926"/>
                    <a:gd name="connsiteX12" fmla="*/ 26890 w 31371"/>
                    <a:gd name="connsiteY12" fmla="*/ 8963 h 17926"/>
                    <a:gd name="connsiteX13" fmla="*/ 22409 w 31371"/>
                    <a:gd name="connsiteY13" fmla="*/ 13445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1" h="17926">
                      <a:moveTo>
                        <a:pt x="22409" y="0"/>
                      </a:moveTo>
                      <a:lnTo>
                        <a:pt x="8963" y="0"/>
                      </a:lnTo>
                      <a:cubicBezTo>
                        <a:pt x="4034" y="0"/>
                        <a:pt x="0" y="4034"/>
                        <a:pt x="0" y="8963"/>
                      </a:cubicBezTo>
                      <a:cubicBezTo>
                        <a:pt x="0" y="13893"/>
                        <a:pt x="4034" y="17927"/>
                        <a:pt x="8963" y="17927"/>
                      </a:cubicBezTo>
                      <a:lnTo>
                        <a:pt x="22409" y="17927"/>
                      </a:lnTo>
                      <a:cubicBezTo>
                        <a:pt x="27338" y="17927"/>
                        <a:pt x="31372" y="13893"/>
                        <a:pt x="31372" y="8963"/>
                      </a:cubicBezTo>
                      <a:cubicBezTo>
                        <a:pt x="31372" y="3585"/>
                        <a:pt x="27338" y="0"/>
                        <a:pt x="22409" y="0"/>
                      </a:cubicBezTo>
                      <a:close/>
                      <a:moveTo>
                        <a:pt x="22409" y="13445"/>
                      </a:moveTo>
                      <a:lnTo>
                        <a:pt x="8963" y="13445"/>
                      </a:lnTo>
                      <a:cubicBezTo>
                        <a:pt x="6274" y="13445"/>
                        <a:pt x="4482" y="11652"/>
                        <a:pt x="4482" y="8963"/>
                      </a:cubicBezTo>
                      <a:cubicBezTo>
                        <a:pt x="4482" y="6274"/>
                        <a:pt x="6274" y="4482"/>
                        <a:pt x="8963" y="4482"/>
                      </a:cubicBezTo>
                      <a:lnTo>
                        <a:pt x="22409" y="4482"/>
                      </a:lnTo>
                      <a:cubicBezTo>
                        <a:pt x="25098" y="4482"/>
                        <a:pt x="26890" y="6274"/>
                        <a:pt x="26890" y="8963"/>
                      </a:cubicBezTo>
                      <a:cubicBezTo>
                        <a:pt x="26890" y="11204"/>
                        <a:pt x="25098" y="13445"/>
                        <a:pt x="22409" y="1344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34" name="Group 2466">
                <a:extLst>
                  <a:ext uri="{FF2B5EF4-FFF2-40B4-BE49-F238E27FC236}">
                    <a16:creationId xmlns:a16="http://schemas.microsoft.com/office/drawing/2014/main" id="{84B45A58-B0DD-4B78-F3C2-C7A3B1E6C92D}"/>
                  </a:ext>
                  <a:ext uri="{C183D7F6-B498-43B3-948B-1728B52AA6E4}">
                    <adec:decorative xmlns:adec="http://schemas.microsoft.com/office/drawing/2017/decorative" val="1"/>
                  </a:ext>
                </a:extLst>
              </p:cNvPr>
              <p:cNvGrpSpPr>
                <a:grpSpLocks noChangeAspect="1"/>
              </p:cNvGrpSpPr>
              <p:nvPr/>
            </p:nvGrpSpPr>
            <p:grpSpPr>
              <a:xfrm>
                <a:off x="9321023" y="3844323"/>
                <a:ext cx="152378" cy="85152"/>
                <a:chOff x="9377523" y="1788632"/>
                <a:chExt cx="152378" cy="85152"/>
              </a:xfrm>
            </p:grpSpPr>
            <p:sp>
              <p:nvSpPr>
                <p:cNvPr id="1235" name="Freeform: Shape 5446">
                  <a:extLst>
                    <a:ext uri="{FF2B5EF4-FFF2-40B4-BE49-F238E27FC236}">
                      <a16:creationId xmlns:a16="http://schemas.microsoft.com/office/drawing/2014/main" id="{F8CC2501-7770-1613-5AB4-FA3C46630B15}"/>
                    </a:ext>
                  </a:extLst>
                </p:cNvPr>
                <p:cNvSpPr/>
                <p:nvPr/>
              </p:nvSpPr>
              <p:spPr>
                <a:xfrm>
                  <a:off x="9377523" y="1788632"/>
                  <a:ext cx="152378" cy="85152"/>
                </a:xfrm>
                <a:custGeom>
                  <a:avLst/>
                  <a:gdLst>
                    <a:gd name="connsiteX0" fmla="*/ 150137 w 152377"/>
                    <a:gd name="connsiteY0" fmla="*/ 85152 h 85152"/>
                    <a:gd name="connsiteX1" fmla="*/ 2241 w 152377"/>
                    <a:gd name="connsiteY1" fmla="*/ 85152 h 85152"/>
                    <a:gd name="connsiteX2" fmla="*/ 0 w 152377"/>
                    <a:gd name="connsiteY2" fmla="*/ 82912 h 85152"/>
                    <a:gd name="connsiteX3" fmla="*/ 0 w 152377"/>
                    <a:gd name="connsiteY3" fmla="*/ 2241 h 85152"/>
                    <a:gd name="connsiteX4" fmla="*/ 2241 w 152377"/>
                    <a:gd name="connsiteY4" fmla="*/ 0 h 85152"/>
                    <a:gd name="connsiteX5" fmla="*/ 150137 w 152377"/>
                    <a:gd name="connsiteY5" fmla="*/ 0 h 85152"/>
                    <a:gd name="connsiteX6" fmla="*/ 152378 w 152377"/>
                    <a:gd name="connsiteY6" fmla="*/ 2241 h 85152"/>
                    <a:gd name="connsiteX7" fmla="*/ 152378 w 152377"/>
                    <a:gd name="connsiteY7" fmla="*/ 82912 h 85152"/>
                    <a:gd name="connsiteX8" fmla="*/ 150137 w 152377"/>
                    <a:gd name="connsiteY8" fmla="*/ 85152 h 85152"/>
                    <a:gd name="connsiteX9" fmla="*/ 4482 w 152377"/>
                    <a:gd name="connsiteY9" fmla="*/ 80671 h 85152"/>
                    <a:gd name="connsiteX10" fmla="*/ 147896 w 152377"/>
                    <a:gd name="connsiteY10" fmla="*/ 80671 h 85152"/>
                    <a:gd name="connsiteX11" fmla="*/ 147896 w 152377"/>
                    <a:gd name="connsiteY11" fmla="*/ 4482 h 85152"/>
                    <a:gd name="connsiteX12" fmla="*/ 4482 w 152377"/>
                    <a:gd name="connsiteY12" fmla="*/ 4482 h 85152"/>
                    <a:gd name="connsiteX13" fmla="*/ 4482 w 152377"/>
                    <a:gd name="connsiteY13" fmla="*/ 80671 h 8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377" h="85152">
                      <a:moveTo>
                        <a:pt x="150137" y="85152"/>
                      </a:moveTo>
                      <a:lnTo>
                        <a:pt x="2241" y="85152"/>
                      </a:lnTo>
                      <a:cubicBezTo>
                        <a:pt x="896" y="85152"/>
                        <a:pt x="0" y="84256"/>
                        <a:pt x="0" y="82912"/>
                      </a:cubicBezTo>
                      <a:lnTo>
                        <a:pt x="0" y="2241"/>
                      </a:lnTo>
                      <a:cubicBezTo>
                        <a:pt x="0" y="896"/>
                        <a:pt x="896" y="0"/>
                        <a:pt x="2241" y="0"/>
                      </a:cubicBezTo>
                      <a:lnTo>
                        <a:pt x="150137" y="0"/>
                      </a:lnTo>
                      <a:cubicBezTo>
                        <a:pt x="151482" y="0"/>
                        <a:pt x="152378" y="896"/>
                        <a:pt x="152378" y="2241"/>
                      </a:cubicBezTo>
                      <a:lnTo>
                        <a:pt x="152378" y="82912"/>
                      </a:lnTo>
                      <a:cubicBezTo>
                        <a:pt x="152378" y="83808"/>
                        <a:pt x="151482" y="85152"/>
                        <a:pt x="150137" y="85152"/>
                      </a:cubicBezTo>
                      <a:close/>
                      <a:moveTo>
                        <a:pt x="4482" y="80671"/>
                      </a:moveTo>
                      <a:lnTo>
                        <a:pt x="147896" y="80671"/>
                      </a:lnTo>
                      <a:lnTo>
                        <a:pt x="147896" y="4482"/>
                      </a:lnTo>
                      <a:lnTo>
                        <a:pt x="4482" y="4482"/>
                      </a:lnTo>
                      <a:lnTo>
                        <a:pt x="4482" y="80671"/>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36" name="Freeform: Shape 5447">
                  <a:extLst>
                    <a:ext uri="{FF2B5EF4-FFF2-40B4-BE49-F238E27FC236}">
                      <a16:creationId xmlns:a16="http://schemas.microsoft.com/office/drawing/2014/main" id="{BD7D252F-6144-77BF-B510-592E1D352C4B}"/>
                    </a:ext>
                  </a:extLst>
                </p:cNvPr>
                <p:cNvSpPr/>
                <p:nvPr/>
              </p:nvSpPr>
              <p:spPr>
                <a:xfrm>
                  <a:off x="9438026" y="1815522"/>
                  <a:ext cx="31372" cy="31372"/>
                </a:xfrm>
                <a:custGeom>
                  <a:avLst/>
                  <a:gdLst>
                    <a:gd name="connsiteX0" fmla="*/ 15686 w 31371"/>
                    <a:gd name="connsiteY0" fmla="*/ 31372 h 31371"/>
                    <a:gd name="connsiteX1" fmla="*/ 0 w 31371"/>
                    <a:gd name="connsiteY1" fmla="*/ 15686 h 31371"/>
                    <a:gd name="connsiteX2" fmla="*/ 15686 w 31371"/>
                    <a:gd name="connsiteY2" fmla="*/ 0 h 31371"/>
                    <a:gd name="connsiteX3" fmla="*/ 31372 w 31371"/>
                    <a:gd name="connsiteY3" fmla="*/ 15686 h 31371"/>
                    <a:gd name="connsiteX4" fmla="*/ 15686 w 31371"/>
                    <a:gd name="connsiteY4" fmla="*/ 31372 h 31371"/>
                    <a:gd name="connsiteX5" fmla="*/ 15686 w 31371"/>
                    <a:gd name="connsiteY5" fmla="*/ 4482 h 31371"/>
                    <a:gd name="connsiteX6" fmla="*/ 4482 w 31371"/>
                    <a:gd name="connsiteY6" fmla="*/ 15686 h 31371"/>
                    <a:gd name="connsiteX7" fmla="*/ 15686 w 31371"/>
                    <a:gd name="connsiteY7" fmla="*/ 26890 h 31371"/>
                    <a:gd name="connsiteX8" fmla="*/ 26890 w 31371"/>
                    <a:gd name="connsiteY8" fmla="*/ 15686 h 31371"/>
                    <a:gd name="connsiteX9" fmla="*/ 15686 w 31371"/>
                    <a:gd name="connsiteY9" fmla="*/ 4482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31371">
                      <a:moveTo>
                        <a:pt x="15686" y="31372"/>
                      </a:moveTo>
                      <a:cubicBezTo>
                        <a:pt x="7171" y="31372"/>
                        <a:pt x="0" y="24201"/>
                        <a:pt x="0" y="15686"/>
                      </a:cubicBezTo>
                      <a:cubicBezTo>
                        <a:pt x="0" y="7171"/>
                        <a:pt x="7171" y="0"/>
                        <a:pt x="15686" y="0"/>
                      </a:cubicBezTo>
                      <a:cubicBezTo>
                        <a:pt x="24201" y="0"/>
                        <a:pt x="31372" y="7171"/>
                        <a:pt x="31372" y="15686"/>
                      </a:cubicBezTo>
                      <a:cubicBezTo>
                        <a:pt x="31372" y="24201"/>
                        <a:pt x="24201" y="31372"/>
                        <a:pt x="15686" y="31372"/>
                      </a:cubicBezTo>
                      <a:close/>
                      <a:moveTo>
                        <a:pt x="15686" y="4482"/>
                      </a:moveTo>
                      <a:cubicBezTo>
                        <a:pt x="9412" y="4482"/>
                        <a:pt x="4482" y="9412"/>
                        <a:pt x="4482" y="15686"/>
                      </a:cubicBezTo>
                      <a:cubicBezTo>
                        <a:pt x="4482" y="21960"/>
                        <a:pt x="9412" y="26890"/>
                        <a:pt x="15686" y="26890"/>
                      </a:cubicBezTo>
                      <a:cubicBezTo>
                        <a:pt x="21960" y="26890"/>
                        <a:pt x="26890" y="21960"/>
                        <a:pt x="26890" y="15686"/>
                      </a:cubicBezTo>
                      <a:cubicBezTo>
                        <a:pt x="26890" y="9412"/>
                        <a:pt x="21960" y="4482"/>
                        <a:pt x="15686"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37" name="Freeform: Shape 5448">
                  <a:extLst>
                    <a:ext uri="{FF2B5EF4-FFF2-40B4-BE49-F238E27FC236}">
                      <a16:creationId xmlns:a16="http://schemas.microsoft.com/office/drawing/2014/main" id="{0B1F06AA-4995-B8D2-455C-0E4262C07A53}"/>
                    </a:ext>
                  </a:extLst>
                </p:cNvPr>
                <p:cNvSpPr/>
                <p:nvPr/>
              </p:nvSpPr>
              <p:spPr>
                <a:xfrm>
                  <a:off x="9390520" y="1802077"/>
                  <a:ext cx="125488" cy="58262"/>
                </a:xfrm>
                <a:custGeom>
                  <a:avLst/>
                  <a:gdLst>
                    <a:gd name="connsiteX0" fmla="*/ 116076 w 125487"/>
                    <a:gd name="connsiteY0" fmla="*/ 58262 h 58262"/>
                    <a:gd name="connsiteX1" fmla="*/ 9860 w 125487"/>
                    <a:gd name="connsiteY1" fmla="*/ 58262 h 58262"/>
                    <a:gd name="connsiteX2" fmla="*/ 7619 w 125487"/>
                    <a:gd name="connsiteY2" fmla="*/ 56469 h 58262"/>
                    <a:gd name="connsiteX3" fmla="*/ 1793 w 125487"/>
                    <a:gd name="connsiteY3" fmla="*/ 50643 h 58262"/>
                    <a:gd name="connsiteX4" fmla="*/ 0 w 125487"/>
                    <a:gd name="connsiteY4" fmla="*/ 48402 h 58262"/>
                    <a:gd name="connsiteX5" fmla="*/ 0 w 125487"/>
                    <a:gd name="connsiteY5" fmla="*/ 9860 h 58262"/>
                    <a:gd name="connsiteX6" fmla="*/ 1793 w 125487"/>
                    <a:gd name="connsiteY6" fmla="*/ 7619 h 58262"/>
                    <a:gd name="connsiteX7" fmla="*/ 7619 w 125487"/>
                    <a:gd name="connsiteY7" fmla="*/ 1793 h 58262"/>
                    <a:gd name="connsiteX8" fmla="*/ 9860 w 125487"/>
                    <a:gd name="connsiteY8" fmla="*/ 0 h 58262"/>
                    <a:gd name="connsiteX9" fmla="*/ 116076 w 125487"/>
                    <a:gd name="connsiteY9" fmla="*/ 0 h 58262"/>
                    <a:gd name="connsiteX10" fmla="*/ 118317 w 125487"/>
                    <a:gd name="connsiteY10" fmla="*/ 1793 h 58262"/>
                    <a:gd name="connsiteX11" fmla="*/ 124143 w 125487"/>
                    <a:gd name="connsiteY11" fmla="*/ 7619 h 58262"/>
                    <a:gd name="connsiteX12" fmla="*/ 125936 w 125487"/>
                    <a:gd name="connsiteY12" fmla="*/ 9860 h 58262"/>
                    <a:gd name="connsiteX13" fmla="*/ 125936 w 125487"/>
                    <a:gd name="connsiteY13" fmla="*/ 48402 h 58262"/>
                    <a:gd name="connsiteX14" fmla="*/ 124143 w 125487"/>
                    <a:gd name="connsiteY14" fmla="*/ 50643 h 58262"/>
                    <a:gd name="connsiteX15" fmla="*/ 118317 w 125487"/>
                    <a:gd name="connsiteY15" fmla="*/ 56469 h 58262"/>
                    <a:gd name="connsiteX16" fmla="*/ 116076 w 125487"/>
                    <a:gd name="connsiteY16" fmla="*/ 58262 h 58262"/>
                    <a:gd name="connsiteX17" fmla="*/ 11652 w 125487"/>
                    <a:gd name="connsiteY17" fmla="*/ 53780 h 58262"/>
                    <a:gd name="connsiteX18" fmla="*/ 114283 w 125487"/>
                    <a:gd name="connsiteY18" fmla="*/ 53780 h 58262"/>
                    <a:gd name="connsiteX19" fmla="*/ 121006 w 125487"/>
                    <a:gd name="connsiteY19" fmla="*/ 46610 h 58262"/>
                    <a:gd name="connsiteX20" fmla="*/ 121006 w 125487"/>
                    <a:gd name="connsiteY20" fmla="*/ 11652 h 58262"/>
                    <a:gd name="connsiteX21" fmla="*/ 114283 w 125487"/>
                    <a:gd name="connsiteY21" fmla="*/ 4482 h 58262"/>
                    <a:gd name="connsiteX22" fmla="*/ 11652 w 125487"/>
                    <a:gd name="connsiteY22" fmla="*/ 4482 h 58262"/>
                    <a:gd name="connsiteX23" fmla="*/ 4930 w 125487"/>
                    <a:gd name="connsiteY23" fmla="*/ 11652 h 58262"/>
                    <a:gd name="connsiteX24" fmla="*/ 4930 w 125487"/>
                    <a:gd name="connsiteY24" fmla="*/ 46610 h 58262"/>
                    <a:gd name="connsiteX25" fmla="*/ 11652 w 125487"/>
                    <a:gd name="connsiteY25" fmla="*/ 53780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5487" h="58262">
                      <a:moveTo>
                        <a:pt x="116076" y="58262"/>
                      </a:moveTo>
                      <a:lnTo>
                        <a:pt x="9860" y="58262"/>
                      </a:lnTo>
                      <a:cubicBezTo>
                        <a:pt x="8963" y="58262"/>
                        <a:pt x="8067" y="57366"/>
                        <a:pt x="7619" y="56469"/>
                      </a:cubicBezTo>
                      <a:cubicBezTo>
                        <a:pt x="7171" y="53332"/>
                        <a:pt x="4930" y="51091"/>
                        <a:pt x="1793" y="50643"/>
                      </a:cubicBezTo>
                      <a:cubicBezTo>
                        <a:pt x="896" y="50643"/>
                        <a:pt x="0" y="49299"/>
                        <a:pt x="0" y="48402"/>
                      </a:cubicBezTo>
                      <a:lnTo>
                        <a:pt x="0" y="9860"/>
                      </a:lnTo>
                      <a:cubicBezTo>
                        <a:pt x="0" y="8963"/>
                        <a:pt x="896" y="8067"/>
                        <a:pt x="1793" y="7619"/>
                      </a:cubicBezTo>
                      <a:cubicBezTo>
                        <a:pt x="4482" y="7171"/>
                        <a:pt x="6723" y="4482"/>
                        <a:pt x="7619" y="1793"/>
                      </a:cubicBezTo>
                      <a:cubicBezTo>
                        <a:pt x="7619" y="896"/>
                        <a:pt x="8963" y="0"/>
                        <a:pt x="9860" y="0"/>
                      </a:cubicBezTo>
                      <a:lnTo>
                        <a:pt x="116076" y="0"/>
                      </a:lnTo>
                      <a:cubicBezTo>
                        <a:pt x="116972" y="0"/>
                        <a:pt x="117869" y="896"/>
                        <a:pt x="118317" y="1793"/>
                      </a:cubicBezTo>
                      <a:cubicBezTo>
                        <a:pt x="118765" y="4930"/>
                        <a:pt x="121006" y="7171"/>
                        <a:pt x="124143" y="7619"/>
                      </a:cubicBezTo>
                      <a:cubicBezTo>
                        <a:pt x="125040" y="7619"/>
                        <a:pt x="125936" y="8963"/>
                        <a:pt x="125936" y="9860"/>
                      </a:cubicBezTo>
                      <a:lnTo>
                        <a:pt x="125936" y="48402"/>
                      </a:lnTo>
                      <a:cubicBezTo>
                        <a:pt x="125936" y="49299"/>
                        <a:pt x="125040" y="50195"/>
                        <a:pt x="124143" y="50643"/>
                      </a:cubicBezTo>
                      <a:cubicBezTo>
                        <a:pt x="121454" y="51091"/>
                        <a:pt x="119213" y="53780"/>
                        <a:pt x="118317" y="56469"/>
                      </a:cubicBezTo>
                      <a:cubicBezTo>
                        <a:pt x="118317" y="57366"/>
                        <a:pt x="117421" y="58262"/>
                        <a:pt x="116076" y="58262"/>
                      </a:cubicBezTo>
                      <a:close/>
                      <a:moveTo>
                        <a:pt x="11652" y="53780"/>
                      </a:moveTo>
                      <a:lnTo>
                        <a:pt x="114283" y="53780"/>
                      </a:lnTo>
                      <a:cubicBezTo>
                        <a:pt x="115628" y="50643"/>
                        <a:pt x="117869" y="47954"/>
                        <a:pt x="121006" y="46610"/>
                      </a:cubicBezTo>
                      <a:lnTo>
                        <a:pt x="121006" y="11652"/>
                      </a:lnTo>
                      <a:cubicBezTo>
                        <a:pt x="117869" y="10308"/>
                        <a:pt x="115180" y="7619"/>
                        <a:pt x="114283" y="4482"/>
                      </a:cubicBezTo>
                      <a:lnTo>
                        <a:pt x="11652" y="4482"/>
                      </a:lnTo>
                      <a:cubicBezTo>
                        <a:pt x="10308" y="7619"/>
                        <a:pt x="8067" y="10308"/>
                        <a:pt x="4930" y="11652"/>
                      </a:cubicBezTo>
                      <a:lnTo>
                        <a:pt x="4930" y="46610"/>
                      </a:lnTo>
                      <a:cubicBezTo>
                        <a:pt x="8067" y="47506"/>
                        <a:pt x="10756" y="50195"/>
                        <a:pt x="11652" y="5378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38" name="Freeform: Shape 5449">
                  <a:extLst>
                    <a:ext uri="{FF2B5EF4-FFF2-40B4-BE49-F238E27FC236}">
                      <a16:creationId xmlns:a16="http://schemas.microsoft.com/office/drawing/2014/main" id="{7C54C00F-F53F-5F65-6958-723F54464D75}"/>
                    </a:ext>
                  </a:extLst>
                </p:cNvPr>
                <p:cNvSpPr/>
                <p:nvPr/>
              </p:nvSpPr>
              <p:spPr>
                <a:xfrm>
                  <a:off x="9485084" y="1822244"/>
                  <a:ext cx="17927" cy="17927"/>
                </a:xfrm>
                <a:custGeom>
                  <a:avLst/>
                  <a:gdLst>
                    <a:gd name="connsiteX0" fmla="*/ 8963 w 17926"/>
                    <a:gd name="connsiteY0" fmla="*/ 17927 h 17926"/>
                    <a:gd name="connsiteX1" fmla="*/ 0 w 17926"/>
                    <a:gd name="connsiteY1" fmla="*/ 8963 h 17926"/>
                    <a:gd name="connsiteX2" fmla="*/ 8963 w 17926"/>
                    <a:gd name="connsiteY2" fmla="*/ 0 h 17926"/>
                    <a:gd name="connsiteX3" fmla="*/ 17927 w 17926"/>
                    <a:gd name="connsiteY3" fmla="*/ 8963 h 17926"/>
                    <a:gd name="connsiteX4" fmla="*/ 8963 w 17926"/>
                    <a:gd name="connsiteY4" fmla="*/ 17927 h 17926"/>
                    <a:gd name="connsiteX5" fmla="*/ 8963 w 17926"/>
                    <a:gd name="connsiteY5" fmla="*/ 4482 h 17926"/>
                    <a:gd name="connsiteX6" fmla="*/ 4482 w 17926"/>
                    <a:gd name="connsiteY6" fmla="*/ 8963 h 17926"/>
                    <a:gd name="connsiteX7" fmla="*/ 8963 w 17926"/>
                    <a:gd name="connsiteY7" fmla="*/ 13445 h 17926"/>
                    <a:gd name="connsiteX8" fmla="*/ 13445 w 17926"/>
                    <a:gd name="connsiteY8" fmla="*/ 8963 h 17926"/>
                    <a:gd name="connsiteX9" fmla="*/ 8963 w 17926"/>
                    <a:gd name="connsiteY9" fmla="*/ 4482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26" h="17926">
                      <a:moveTo>
                        <a:pt x="8963" y="17927"/>
                      </a:moveTo>
                      <a:cubicBezTo>
                        <a:pt x="4034" y="17927"/>
                        <a:pt x="0" y="13893"/>
                        <a:pt x="0" y="8963"/>
                      </a:cubicBezTo>
                      <a:cubicBezTo>
                        <a:pt x="0" y="4034"/>
                        <a:pt x="4034" y="0"/>
                        <a:pt x="8963" y="0"/>
                      </a:cubicBezTo>
                      <a:cubicBezTo>
                        <a:pt x="13893" y="0"/>
                        <a:pt x="17927" y="4034"/>
                        <a:pt x="17927" y="8963"/>
                      </a:cubicBezTo>
                      <a:cubicBezTo>
                        <a:pt x="17927" y="13893"/>
                        <a:pt x="13893" y="17927"/>
                        <a:pt x="8963" y="17927"/>
                      </a:cubicBezTo>
                      <a:close/>
                      <a:moveTo>
                        <a:pt x="8963" y="4482"/>
                      </a:moveTo>
                      <a:cubicBezTo>
                        <a:pt x="6274" y="4482"/>
                        <a:pt x="4482" y="6274"/>
                        <a:pt x="4482" y="8963"/>
                      </a:cubicBezTo>
                      <a:cubicBezTo>
                        <a:pt x="4482" y="11652"/>
                        <a:pt x="6274" y="13445"/>
                        <a:pt x="8963" y="13445"/>
                      </a:cubicBezTo>
                      <a:cubicBezTo>
                        <a:pt x="11653" y="13445"/>
                        <a:pt x="13445" y="11652"/>
                        <a:pt x="13445" y="8963"/>
                      </a:cubicBezTo>
                      <a:cubicBezTo>
                        <a:pt x="13445" y="6274"/>
                        <a:pt x="11204" y="4482"/>
                        <a:pt x="896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39" name="Freeform: Shape 5450">
                  <a:extLst>
                    <a:ext uri="{FF2B5EF4-FFF2-40B4-BE49-F238E27FC236}">
                      <a16:creationId xmlns:a16="http://schemas.microsoft.com/office/drawing/2014/main" id="{6CF3172F-EFAC-60A0-444D-1E89B1E4D629}"/>
                    </a:ext>
                  </a:extLst>
                </p:cNvPr>
                <p:cNvSpPr/>
                <p:nvPr/>
              </p:nvSpPr>
              <p:spPr>
                <a:xfrm>
                  <a:off x="9404414" y="1822244"/>
                  <a:ext cx="17927" cy="17927"/>
                </a:xfrm>
                <a:custGeom>
                  <a:avLst/>
                  <a:gdLst>
                    <a:gd name="connsiteX0" fmla="*/ 8963 w 17926"/>
                    <a:gd name="connsiteY0" fmla="*/ 17927 h 17926"/>
                    <a:gd name="connsiteX1" fmla="*/ 0 w 17926"/>
                    <a:gd name="connsiteY1" fmla="*/ 8963 h 17926"/>
                    <a:gd name="connsiteX2" fmla="*/ 8963 w 17926"/>
                    <a:gd name="connsiteY2" fmla="*/ 0 h 17926"/>
                    <a:gd name="connsiteX3" fmla="*/ 17927 w 17926"/>
                    <a:gd name="connsiteY3" fmla="*/ 8963 h 17926"/>
                    <a:gd name="connsiteX4" fmla="*/ 8963 w 17926"/>
                    <a:gd name="connsiteY4" fmla="*/ 17927 h 17926"/>
                    <a:gd name="connsiteX5" fmla="*/ 8963 w 17926"/>
                    <a:gd name="connsiteY5" fmla="*/ 4482 h 17926"/>
                    <a:gd name="connsiteX6" fmla="*/ 4482 w 17926"/>
                    <a:gd name="connsiteY6" fmla="*/ 8963 h 17926"/>
                    <a:gd name="connsiteX7" fmla="*/ 8963 w 17926"/>
                    <a:gd name="connsiteY7" fmla="*/ 13445 h 17926"/>
                    <a:gd name="connsiteX8" fmla="*/ 13445 w 17926"/>
                    <a:gd name="connsiteY8" fmla="*/ 8963 h 17926"/>
                    <a:gd name="connsiteX9" fmla="*/ 8963 w 17926"/>
                    <a:gd name="connsiteY9" fmla="*/ 4482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26" h="17926">
                      <a:moveTo>
                        <a:pt x="8963" y="17927"/>
                      </a:moveTo>
                      <a:cubicBezTo>
                        <a:pt x="4034" y="17927"/>
                        <a:pt x="0" y="13893"/>
                        <a:pt x="0" y="8963"/>
                      </a:cubicBezTo>
                      <a:cubicBezTo>
                        <a:pt x="0" y="4034"/>
                        <a:pt x="4034" y="0"/>
                        <a:pt x="8963" y="0"/>
                      </a:cubicBezTo>
                      <a:cubicBezTo>
                        <a:pt x="13893" y="0"/>
                        <a:pt x="17927" y="4034"/>
                        <a:pt x="17927" y="8963"/>
                      </a:cubicBezTo>
                      <a:cubicBezTo>
                        <a:pt x="17927" y="13893"/>
                        <a:pt x="13893" y="17927"/>
                        <a:pt x="8963" y="17927"/>
                      </a:cubicBezTo>
                      <a:close/>
                      <a:moveTo>
                        <a:pt x="8963" y="4482"/>
                      </a:moveTo>
                      <a:cubicBezTo>
                        <a:pt x="6274" y="4482"/>
                        <a:pt x="4482" y="6274"/>
                        <a:pt x="4482" y="8963"/>
                      </a:cubicBezTo>
                      <a:cubicBezTo>
                        <a:pt x="4482" y="11652"/>
                        <a:pt x="6274" y="13445"/>
                        <a:pt x="8963" y="13445"/>
                      </a:cubicBezTo>
                      <a:cubicBezTo>
                        <a:pt x="11653" y="13445"/>
                        <a:pt x="13445" y="11652"/>
                        <a:pt x="13445" y="8963"/>
                      </a:cubicBezTo>
                      <a:cubicBezTo>
                        <a:pt x="13445" y="6274"/>
                        <a:pt x="11204" y="4482"/>
                        <a:pt x="896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40" name="Group 2467">
                <a:extLst>
                  <a:ext uri="{FF2B5EF4-FFF2-40B4-BE49-F238E27FC236}">
                    <a16:creationId xmlns:a16="http://schemas.microsoft.com/office/drawing/2014/main" id="{C51FEA57-7707-21A7-CB46-91E01A02C26C}"/>
                  </a:ext>
                  <a:ext uri="{C183D7F6-B498-43B3-948B-1728B52AA6E4}">
                    <adec:decorative xmlns:adec="http://schemas.microsoft.com/office/drawing/2017/decorative" val="1"/>
                  </a:ext>
                </a:extLst>
              </p:cNvPr>
              <p:cNvGrpSpPr>
                <a:grpSpLocks noChangeAspect="1"/>
              </p:cNvGrpSpPr>
              <p:nvPr/>
            </p:nvGrpSpPr>
            <p:grpSpPr>
              <a:xfrm>
                <a:off x="9851657" y="3844323"/>
                <a:ext cx="147896" cy="98597"/>
                <a:chOff x="9908157" y="1788632"/>
                <a:chExt cx="147896" cy="98597"/>
              </a:xfrm>
            </p:grpSpPr>
            <p:sp>
              <p:nvSpPr>
                <p:cNvPr id="1241" name="Freeform: Shape 5443">
                  <a:extLst>
                    <a:ext uri="{FF2B5EF4-FFF2-40B4-BE49-F238E27FC236}">
                      <a16:creationId xmlns:a16="http://schemas.microsoft.com/office/drawing/2014/main" id="{AF50BC02-9DF3-1E05-8DED-57C230ECE855}"/>
                    </a:ext>
                  </a:extLst>
                </p:cNvPr>
                <p:cNvSpPr/>
                <p:nvPr/>
              </p:nvSpPr>
              <p:spPr>
                <a:xfrm>
                  <a:off x="9933254" y="1843757"/>
                  <a:ext cx="13445" cy="13445"/>
                </a:xfrm>
                <a:custGeom>
                  <a:avLst/>
                  <a:gdLst>
                    <a:gd name="connsiteX0" fmla="*/ 6723 w 13445"/>
                    <a:gd name="connsiteY0" fmla="*/ 13445 h 13445"/>
                    <a:gd name="connsiteX1" fmla="*/ 13445 w 13445"/>
                    <a:gd name="connsiteY1" fmla="*/ 6723 h 13445"/>
                    <a:gd name="connsiteX2" fmla="*/ 6723 w 13445"/>
                    <a:gd name="connsiteY2" fmla="*/ 0 h 13445"/>
                    <a:gd name="connsiteX3" fmla="*/ 0 w 13445"/>
                    <a:gd name="connsiteY3" fmla="*/ 6723 h 13445"/>
                    <a:gd name="connsiteX4" fmla="*/ 6723 w 13445"/>
                    <a:gd name="connsiteY4" fmla="*/ 13445 h 13445"/>
                    <a:gd name="connsiteX5" fmla="*/ 6723 w 13445"/>
                    <a:gd name="connsiteY5" fmla="*/ 4482 h 13445"/>
                    <a:gd name="connsiteX6" fmla="*/ 8963 w 13445"/>
                    <a:gd name="connsiteY6" fmla="*/ 6723 h 13445"/>
                    <a:gd name="connsiteX7" fmla="*/ 6723 w 13445"/>
                    <a:gd name="connsiteY7" fmla="*/ 8963 h 13445"/>
                    <a:gd name="connsiteX8" fmla="*/ 4482 w 13445"/>
                    <a:gd name="connsiteY8" fmla="*/ 6723 h 13445"/>
                    <a:gd name="connsiteX9" fmla="*/ 6723 w 13445"/>
                    <a:gd name="connsiteY9" fmla="*/ 4482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45" h="13445">
                      <a:moveTo>
                        <a:pt x="6723" y="13445"/>
                      </a:moveTo>
                      <a:cubicBezTo>
                        <a:pt x="10308" y="13445"/>
                        <a:pt x="13445" y="10308"/>
                        <a:pt x="13445" y="6723"/>
                      </a:cubicBezTo>
                      <a:cubicBezTo>
                        <a:pt x="13445" y="3137"/>
                        <a:pt x="10308" y="0"/>
                        <a:pt x="6723" y="0"/>
                      </a:cubicBezTo>
                      <a:cubicBezTo>
                        <a:pt x="3137" y="0"/>
                        <a:pt x="0" y="3137"/>
                        <a:pt x="0" y="6723"/>
                      </a:cubicBezTo>
                      <a:cubicBezTo>
                        <a:pt x="0" y="10756"/>
                        <a:pt x="2689" y="13445"/>
                        <a:pt x="6723" y="13445"/>
                      </a:cubicBezTo>
                      <a:close/>
                      <a:moveTo>
                        <a:pt x="6723" y="4482"/>
                      </a:moveTo>
                      <a:cubicBezTo>
                        <a:pt x="8067" y="4482"/>
                        <a:pt x="8963" y="5378"/>
                        <a:pt x="8963" y="6723"/>
                      </a:cubicBezTo>
                      <a:cubicBezTo>
                        <a:pt x="8963" y="8067"/>
                        <a:pt x="8067" y="8963"/>
                        <a:pt x="6723" y="8963"/>
                      </a:cubicBezTo>
                      <a:cubicBezTo>
                        <a:pt x="5378" y="8963"/>
                        <a:pt x="4482" y="8067"/>
                        <a:pt x="4482" y="6723"/>
                      </a:cubicBezTo>
                      <a:cubicBezTo>
                        <a:pt x="4482" y="5378"/>
                        <a:pt x="5378" y="4482"/>
                        <a:pt x="672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42" name="Freeform: Shape 5444">
                  <a:extLst>
                    <a:ext uri="{FF2B5EF4-FFF2-40B4-BE49-F238E27FC236}">
                      <a16:creationId xmlns:a16="http://schemas.microsoft.com/office/drawing/2014/main" id="{C378A7FF-C357-C540-FFC1-85BF88270F79}"/>
                    </a:ext>
                  </a:extLst>
                </p:cNvPr>
                <p:cNvSpPr/>
                <p:nvPr/>
              </p:nvSpPr>
              <p:spPr>
                <a:xfrm>
                  <a:off x="9999136" y="1844205"/>
                  <a:ext cx="13445" cy="13445"/>
                </a:xfrm>
                <a:custGeom>
                  <a:avLst/>
                  <a:gdLst>
                    <a:gd name="connsiteX0" fmla="*/ 6723 w 13445"/>
                    <a:gd name="connsiteY0" fmla="*/ 0 h 13445"/>
                    <a:gd name="connsiteX1" fmla="*/ 0 w 13445"/>
                    <a:gd name="connsiteY1" fmla="*/ 6723 h 13445"/>
                    <a:gd name="connsiteX2" fmla="*/ 6723 w 13445"/>
                    <a:gd name="connsiteY2" fmla="*/ 13445 h 13445"/>
                    <a:gd name="connsiteX3" fmla="*/ 13445 w 13445"/>
                    <a:gd name="connsiteY3" fmla="*/ 6723 h 13445"/>
                    <a:gd name="connsiteX4" fmla="*/ 6723 w 13445"/>
                    <a:gd name="connsiteY4" fmla="*/ 0 h 13445"/>
                    <a:gd name="connsiteX5" fmla="*/ 6723 w 13445"/>
                    <a:gd name="connsiteY5" fmla="*/ 9412 h 13445"/>
                    <a:gd name="connsiteX6" fmla="*/ 4482 w 13445"/>
                    <a:gd name="connsiteY6" fmla="*/ 7171 h 13445"/>
                    <a:gd name="connsiteX7" fmla="*/ 6723 w 13445"/>
                    <a:gd name="connsiteY7" fmla="*/ 4930 h 13445"/>
                    <a:gd name="connsiteX8" fmla="*/ 8963 w 13445"/>
                    <a:gd name="connsiteY8" fmla="*/ 7171 h 13445"/>
                    <a:gd name="connsiteX9" fmla="*/ 6723 w 13445"/>
                    <a:gd name="connsiteY9" fmla="*/ 9412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45" h="13445">
                      <a:moveTo>
                        <a:pt x="6723" y="0"/>
                      </a:moveTo>
                      <a:cubicBezTo>
                        <a:pt x="3137" y="0"/>
                        <a:pt x="0" y="3137"/>
                        <a:pt x="0" y="6723"/>
                      </a:cubicBezTo>
                      <a:cubicBezTo>
                        <a:pt x="0" y="10308"/>
                        <a:pt x="3137" y="13445"/>
                        <a:pt x="6723" y="13445"/>
                      </a:cubicBezTo>
                      <a:cubicBezTo>
                        <a:pt x="10308" y="13445"/>
                        <a:pt x="13445" y="10308"/>
                        <a:pt x="13445" y="6723"/>
                      </a:cubicBezTo>
                      <a:cubicBezTo>
                        <a:pt x="13445" y="3137"/>
                        <a:pt x="10756" y="0"/>
                        <a:pt x="6723" y="0"/>
                      </a:cubicBezTo>
                      <a:close/>
                      <a:moveTo>
                        <a:pt x="6723" y="9412"/>
                      </a:moveTo>
                      <a:cubicBezTo>
                        <a:pt x="5378" y="9412"/>
                        <a:pt x="4482" y="8515"/>
                        <a:pt x="4482" y="7171"/>
                      </a:cubicBezTo>
                      <a:cubicBezTo>
                        <a:pt x="4482" y="5826"/>
                        <a:pt x="5378" y="4930"/>
                        <a:pt x="6723" y="4930"/>
                      </a:cubicBezTo>
                      <a:cubicBezTo>
                        <a:pt x="8067" y="4930"/>
                        <a:pt x="8963" y="5826"/>
                        <a:pt x="8963" y="7171"/>
                      </a:cubicBezTo>
                      <a:cubicBezTo>
                        <a:pt x="8963" y="8067"/>
                        <a:pt x="8067" y="9412"/>
                        <a:pt x="6723" y="941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43" name="Freeform: Shape 5445">
                  <a:extLst>
                    <a:ext uri="{FF2B5EF4-FFF2-40B4-BE49-F238E27FC236}">
                      <a16:creationId xmlns:a16="http://schemas.microsoft.com/office/drawing/2014/main" id="{01144DE2-324B-3917-C89B-F015A3188F3B}"/>
                    </a:ext>
                  </a:extLst>
                </p:cNvPr>
                <p:cNvSpPr/>
                <p:nvPr/>
              </p:nvSpPr>
              <p:spPr>
                <a:xfrm>
                  <a:off x="9908157" y="1788632"/>
                  <a:ext cx="147896" cy="98597"/>
                </a:xfrm>
                <a:custGeom>
                  <a:avLst/>
                  <a:gdLst>
                    <a:gd name="connsiteX0" fmla="*/ 149689 w 147896"/>
                    <a:gd name="connsiteY0" fmla="*/ 3585 h 98597"/>
                    <a:gd name="connsiteX1" fmla="*/ 107561 w 147896"/>
                    <a:gd name="connsiteY1" fmla="*/ 3585 h 98597"/>
                    <a:gd name="connsiteX2" fmla="*/ 108009 w 147896"/>
                    <a:gd name="connsiteY2" fmla="*/ 1345 h 98597"/>
                    <a:gd name="connsiteX3" fmla="*/ 105768 w 147896"/>
                    <a:gd name="connsiteY3" fmla="*/ 0 h 98597"/>
                    <a:gd name="connsiteX4" fmla="*/ 75741 w 147896"/>
                    <a:gd name="connsiteY4" fmla="*/ 0 h 98597"/>
                    <a:gd name="connsiteX5" fmla="*/ 73948 w 147896"/>
                    <a:gd name="connsiteY5" fmla="*/ 896 h 98597"/>
                    <a:gd name="connsiteX6" fmla="*/ 71259 w 147896"/>
                    <a:gd name="connsiteY6" fmla="*/ 4034 h 98597"/>
                    <a:gd name="connsiteX7" fmla="*/ 24201 w 147896"/>
                    <a:gd name="connsiteY7" fmla="*/ 4034 h 98597"/>
                    <a:gd name="connsiteX8" fmla="*/ 21960 w 147896"/>
                    <a:gd name="connsiteY8" fmla="*/ 6274 h 98597"/>
                    <a:gd name="connsiteX9" fmla="*/ 24201 w 147896"/>
                    <a:gd name="connsiteY9" fmla="*/ 8515 h 98597"/>
                    <a:gd name="connsiteX10" fmla="*/ 67226 w 147896"/>
                    <a:gd name="connsiteY10" fmla="*/ 8515 h 98597"/>
                    <a:gd name="connsiteX11" fmla="*/ 61847 w 147896"/>
                    <a:gd name="connsiteY11" fmla="*/ 14341 h 98597"/>
                    <a:gd name="connsiteX12" fmla="*/ 12997 w 147896"/>
                    <a:gd name="connsiteY12" fmla="*/ 14341 h 98597"/>
                    <a:gd name="connsiteX13" fmla="*/ 10756 w 147896"/>
                    <a:gd name="connsiteY13" fmla="*/ 16582 h 98597"/>
                    <a:gd name="connsiteX14" fmla="*/ 12997 w 147896"/>
                    <a:gd name="connsiteY14" fmla="*/ 18823 h 98597"/>
                    <a:gd name="connsiteX15" fmla="*/ 57814 w 147896"/>
                    <a:gd name="connsiteY15" fmla="*/ 18823 h 98597"/>
                    <a:gd name="connsiteX16" fmla="*/ 49747 w 147896"/>
                    <a:gd name="connsiteY16" fmla="*/ 27338 h 98597"/>
                    <a:gd name="connsiteX17" fmla="*/ 2241 w 147896"/>
                    <a:gd name="connsiteY17" fmla="*/ 27338 h 98597"/>
                    <a:gd name="connsiteX18" fmla="*/ 0 w 147896"/>
                    <a:gd name="connsiteY18" fmla="*/ 29579 h 98597"/>
                    <a:gd name="connsiteX19" fmla="*/ 0 w 147896"/>
                    <a:gd name="connsiteY19" fmla="*/ 96805 h 98597"/>
                    <a:gd name="connsiteX20" fmla="*/ 2241 w 147896"/>
                    <a:gd name="connsiteY20" fmla="*/ 99046 h 98597"/>
                    <a:gd name="connsiteX21" fmla="*/ 50643 w 147896"/>
                    <a:gd name="connsiteY21" fmla="*/ 99046 h 98597"/>
                    <a:gd name="connsiteX22" fmla="*/ 50643 w 147896"/>
                    <a:gd name="connsiteY22" fmla="*/ 99046 h 98597"/>
                    <a:gd name="connsiteX23" fmla="*/ 79774 w 147896"/>
                    <a:gd name="connsiteY23" fmla="*/ 99046 h 98597"/>
                    <a:gd name="connsiteX24" fmla="*/ 79774 w 147896"/>
                    <a:gd name="connsiteY24" fmla="*/ 99046 h 98597"/>
                    <a:gd name="connsiteX25" fmla="*/ 127280 w 147896"/>
                    <a:gd name="connsiteY25" fmla="*/ 99046 h 98597"/>
                    <a:gd name="connsiteX26" fmla="*/ 129521 w 147896"/>
                    <a:gd name="connsiteY26" fmla="*/ 96805 h 98597"/>
                    <a:gd name="connsiteX27" fmla="*/ 129521 w 147896"/>
                    <a:gd name="connsiteY27" fmla="*/ 29579 h 98597"/>
                    <a:gd name="connsiteX28" fmla="*/ 127280 w 147896"/>
                    <a:gd name="connsiteY28" fmla="*/ 27338 h 98597"/>
                    <a:gd name="connsiteX29" fmla="*/ 85152 w 147896"/>
                    <a:gd name="connsiteY29" fmla="*/ 27338 h 98597"/>
                    <a:gd name="connsiteX30" fmla="*/ 93668 w 147896"/>
                    <a:gd name="connsiteY30" fmla="*/ 18823 h 98597"/>
                    <a:gd name="connsiteX31" fmla="*/ 93668 w 147896"/>
                    <a:gd name="connsiteY31" fmla="*/ 18823 h 98597"/>
                    <a:gd name="connsiteX32" fmla="*/ 135796 w 147896"/>
                    <a:gd name="connsiteY32" fmla="*/ 18823 h 98597"/>
                    <a:gd name="connsiteX33" fmla="*/ 135796 w 147896"/>
                    <a:gd name="connsiteY33" fmla="*/ 84256 h 98597"/>
                    <a:gd name="connsiteX34" fmla="*/ 138036 w 147896"/>
                    <a:gd name="connsiteY34" fmla="*/ 86497 h 98597"/>
                    <a:gd name="connsiteX35" fmla="*/ 140277 w 147896"/>
                    <a:gd name="connsiteY35" fmla="*/ 84256 h 98597"/>
                    <a:gd name="connsiteX36" fmla="*/ 140277 w 147896"/>
                    <a:gd name="connsiteY36" fmla="*/ 16134 h 98597"/>
                    <a:gd name="connsiteX37" fmla="*/ 138036 w 147896"/>
                    <a:gd name="connsiteY37" fmla="*/ 13893 h 98597"/>
                    <a:gd name="connsiteX38" fmla="*/ 97701 w 147896"/>
                    <a:gd name="connsiteY38" fmla="*/ 13893 h 98597"/>
                    <a:gd name="connsiteX39" fmla="*/ 103527 w 147896"/>
                    <a:gd name="connsiteY39" fmla="*/ 8067 h 98597"/>
                    <a:gd name="connsiteX40" fmla="*/ 103976 w 147896"/>
                    <a:gd name="connsiteY40" fmla="*/ 8067 h 98597"/>
                    <a:gd name="connsiteX41" fmla="*/ 147448 w 147896"/>
                    <a:gd name="connsiteY41" fmla="*/ 8067 h 98597"/>
                    <a:gd name="connsiteX42" fmla="*/ 147448 w 147896"/>
                    <a:gd name="connsiteY42" fmla="*/ 70363 h 98597"/>
                    <a:gd name="connsiteX43" fmla="*/ 149689 w 147896"/>
                    <a:gd name="connsiteY43" fmla="*/ 72604 h 98597"/>
                    <a:gd name="connsiteX44" fmla="*/ 151930 w 147896"/>
                    <a:gd name="connsiteY44" fmla="*/ 70363 h 98597"/>
                    <a:gd name="connsiteX45" fmla="*/ 151930 w 147896"/>
                    <a:gd name="connsiteY45" fmla="*/ 5826 h 98597"/>
                    <a:gd name="connsiteX46" fmla="*/ 149689 w 147896"/>
                    <a:gd name="connsiteY46" fmla="*/ 3585 h 98597"/>
                    <a:gd name="connsiteX47" fmla="*/ 47954 w 147896"/>
                    <a:gd name="connsiteY47" fmla="*/ 84256 h 98597"/>
                    <a:gd name="connsiteX48" fmla="*/ 19271 w 147896"/>
                    <a:gd name="connsiteY48" fmla="*/ 84256 h 98597"/>
                    <a:gd name="connsiteX49" fmla="*/ 13445 w 147896"/>
                    <a:gd name="connsiteY49" fmla="*/ 77982 h 98597"/>
                    <a:gd name="connsiteX50" fmla="*/ 13445 w 147896"/>
                    <a:gd name="connsiteY50" fmla="*/ 47506 h 98597"/>
                    <a:gd name="connsiteX51" fmla="*/ 19271 w 147896"/>
                    <a:gd name="connsiteY51" fmla="*/ 41232 h 98597"/>
                    <a:gd name="connsiteX52" fmla="*/ 47954 w 147896"/>
                    <a:gd name="connsiteY52" fmla="*/ 41232 h 98597"/>
                    <a:gd name="connsiteX53" fmla="*/ 47954 w 147896"/>
                    <a:gd name="connsiteY53" fmla="*/ 84256 h 98597"/>
                    <a:gd name="connsiteX54" fmla="*/ 4034 w 147896"/>
                    <a:gd name="connsiteY54" fmla="*/ 31372 h 98597"/>
                    <a:gd name="connsiteX55" fmla="*/ 47954 w 147896"/>
                    <a:gd name="connsiteY55" fmla="*/ 31372 h 98597"/>
                    <a:gd name="connsiteX56" fmla="*/ 47954 w 147896"/>
                    <a:gd name="connsiteY56" fmla="*/ 36750 h 98597"/>
                    <a:gd name="connsiteX57" fmla="*/ 17927 w 147896"/>
                    <a:gd name="connsiteY57" fmla="*/ 36750 h 98597"/>
                    <a:gd name="connsiteX58" fmla="*/ 15686 w 147896"/>
                    <a:gd name="connsiteY58" fmla="*/ 38543 h 98597"/>
                    <a:gd name="connsiteX59" fmla="*/ 10756 w 147896"/>
                    <a:gd name="connsiteY59" fmla="*/ 43473 h 98597"/>
                    <a:gd name="connsiteX60" fmla="*/ 8963 w 147896"/>
                    <a:gd name="connsiteY60" fmla="*/ 45713 h 98597"/>
                    <a:gd name="connsiteX61" fmla="*/ 8963 w 147896"/>
                    <a:gd name="connsiteY61" fmla="*/ 79774 h 98597"/>
                    <a:gd name="connsiteX62" fmla="*/ 10756 w 147896"/>
                    <a:gd name="connsiteY62" fmla="*/ 82015 h 98597"/>
                    <a:gd name="connsiteX63" fmla="*/ 15686 w 147896"/>
                    <a:gd name="connsiteY63" fmla="*/ 86945 h 98597"/>
                    <a:gd name="connsiteX64" fmla="*/ 17927 w 147896"/>
                    <a:gd name="connsiteY64" fmla="*/ 88738 h 98597"/>
                    <a:gd name="connsiteX65" fmla="*/ 47954 w 147896"/>
                    <a:gd name="connsiteY65" fmla="*/ 88738 h 98597"/>
                    <a:gd name="connsiteX66" fmla="*/ 47954 w 147896"/>
                    <a:gd name="connsiteY66" fmla="*/ 94116 h 98597"/>
                    <a:gd name="connsiteX67" fmla="*/ 4034 w 147896"/>
                    <a:gd name="connsiteY67" fmla="*/ 94116 h 98597"/>
                    <a:gd name="connsiteX68" fmla="*/ 4034 w 147896"/>
                    <a:gd name="connsiteY68" fmla="*/ 31372 h 98597"/>
                    <a:gd name="connsiteX69" fmla="*/ 82015 w 147896"/>
                    <a:gd name="connsiteY69" fmla="*/ 41232 h 98597"/>
                    <a:gd name="connsiteX70" fmla="*/ 109802 w 147896"/>
                    <a:gd name="connsiteY70" fmla="*/ 41232 h 98597"/>
                    <a:gd name="connsiteX71" fmla="*/ 115628 w 147896"/>
                    <a:gd name="connsiteY71" fmla="*/ 47506 h 98597"/>
                    <a:gd name="connsiteX72" fmla="*/ 115628 w 147896"/>
                    <a:gd name="connsiteY72" fmla="*/ 77982 h 98597"/>
                    <a:gd name="connsiteX73" fmla="*/ 109802 w 147896"/>
                    <a:gd name="connsiteY73" fmla="*/ 84256 h 98597"/>
                    <a:gd name="connsiteX74" fmla="*/ 82015 w 147896"/>
                    <a:gd name="connsiteY74" fmla="*/ 84256 h 98597"/>
                    <a:gd name="connsiteX75" fmla="*/ 82015 w 147896"/>
                    <a:gd name="connsiteY75" fmla="*/ 41232 h 98597"/>
                    <a:gd name="connsiteX76" fmla="*/ 125040 w 147896"/>
                    <a:gd name="connsiteY76" fmla="*/ 94116 h 98597"/>
                    <a:gd name="connsiteX77" fmla="*/ 82015 w 147896"/>
                    <a:gd name="connsiteY77" fmla="*/ 94116 h 98597"/>
                    <a:gd name="connsiteX78" fmla="*/ 82015 w 147896"/>
                    <a:gd name="connsiteY78" fmla="*/ 88738 h 98597"/>
                    <a:gd name="connsiteX79" fmla="*/ 111146 w 147896"/>
                    <a:gd name="connsiteY79" fmla="*/ 88738 h 98597"/>
                    <a:gd name="connsiteX80" fmla="*/ 113387 w 147896"/>
                    <a:gd name="connsiteY80" fmla="*/ 86945 h 98597"/>
                    <a:gd name="connsiteX81" fmla="*/ 118317 w 147896"/>
                    <a:gd name="connsiteY81" fmla="*/ 82015 h 98597"/>
                    <a:gd name="connsiteX82" fmla="*/ 120110 w 147896"/>
                    <a:gd name="connsiteY82" fmla="*/ 79774 h 98597"/>
                    <a:gd name="connsiteX83" fmla="*/ 120110 w 147896"/>
                    <a:gd name="connsiteY83" fmla="*/ 45713 h 98597"/>
                    <a:gd name="connsiteX84" fmla="*/ 118317 w 147896"/>
                    <a:gd name="connsiteY84" fmla="*/ 43473 h 98597"/>
                    <a:gd name="connsiteX85" fmla="*/ 113387 w 147896"/>
                    <a:gd name="connsiteY85" fmla="*/ 38543 h 98597"/>
                    <a:gd name="connsiteX86" fmla="*/ 111146 w 147896"/>
                    <a:gd name="connsiteY86" fmla="*/ 36750 h 98597"/>
                    <a:gd name="connsiteX87" fmla="*/ 82015 w 147896"/>
                    <a:gd name="connsiteY87" fmla="*/ 36750 h 98597"/>
                    <a:gd name="connsiteX88" fmla="*/ 82015 w 147896"/>
                    <a:gd name="connsiteY88" fmla="*/ 31372 h 98597"/>
                    <a:gd name="connsiteX89" fmla="*/ 125040 w 147896"/>
                    <a:gd name="connsiteY89" fmla="*/ 31372 h 98597"/>
                    <a:gd name="connsiteX90" fmla="*/ 125040 w 147896"/>
                    <a:gd name="connsiteY90" fmla="*/ 94116 h 98597"/>
                    <a:gd name="connsiteX91" fmla="*/ 77982 w 147896"/>
                    <a:gd name="connsiteY91" fmla="*/ 27338 h 98597"/>
                    <a:gd name="connsiteX92" fmla="*/ 77533 w 147896"/>
                    <a:gd name="connsiteY92" fmla="*/ 28683 h 98597"/>
                    <a:gd name="connsiteX93" fmla="*/ 77533 w 147896"/>
                    <a:gd name="connsiteY93" fmla="*/ 93668 h 98597"/>
                    <a:gd name="connsiteX94" fmla="*/ 52884 w 147896"/>
                    <a:gd name="connsiteY94" fmla="*/ 93668 h 98597"/>
                    <a:gd name="connsiteX95" fmla="*/ 52884 w 147896"/>
                    <a:gd name="connsiteY95" fmla="*/ 29579 h 98597"/>
                    <a:gd name="connsiteX96" fmla="*/ 77085 w 147896"/>
                    <a:gd name="connsiteY96" fmla="*/ 4034 h 98597"/>
                    <a:gd name="connsiteX97" fmla="*/ 100838 w 147896"/>
                    <a:gd name="connsiteY97" fmla="*/ 4034 h 98597"/>
                    <a:gd name="connsiteX98" fmla="*/ 77982 w 147896"/>
                    <a:gd name="connsiteY98" fmla="*/ 27338 h 9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47896" h="98597">
                      <a:moveTo>
                        <a:pt x="149689" y="3585"/>
                      </a:moveTo>
                      <a:lnTo>
                        <a:pt x="107561" y="3585"/>
                      </a:lnTo>
                      <a:cubicBezTo>
                        <a:pt x="108009" y="3137"/>
                        <a:pt x="108457" y="2241"/>
                        <a:pt x="108009" y="1345"/>
                      </a:cubicBezTo>
                      <a:cubicBezTo>
                        <a:pt x="107561" y="448"/>
                        <a:pt x="106664" y="0"/>
                        <a:pt x="105768" y="0"/>
                      </a:cubicBezTo>
                      <a:lnTo>
                        <a:pt x="75741" y="0"/>
                      </a:lnTo>
                      <a:cubicBezTo>
                        <a:pt x="75293" y="0"/>
                        <a:pt x="74396" y="448"/>
                        <a:pt x="73948" y="896"/>
                      </a:cubicBezTo>
                      <a:lnTo>
                        <a:pt x="71259" y="4034"/>
                      </a:lnTo>
                      <a:lnTo>
                        <a:pt x="24201" y="4034"/>
                      </a:lnTo>
                      <a:cubicBezTo>
                        <a:pt x="22857" y="4034"/>
                        <a:pt x="21960" y="4930"/>
                        <a:pt x="21960" y="6274"/>
                      </a:cubicBezTo>
                      <a:cubicBezTo>
                        <a:pt x="21960" y="7619"/>
                        <a:pt x="22857" y="8515"/>
                        <a:pt x="24201" y="8515"/>
                      </a:cubicBezTo>
                      <a:lnTo>
                        <a:pt x="67226" y="8515"/>
                      </a:lnTo>
                      <a:lnTo>
                        <a:pt x="61847" y="14341"/>
                      </a:lnTo>
                      <a:lnTo>
                        <a:pt x="12997" y="14341"/>
                      </a:lnTo>
                      <a:cubicBezTo>
                        <a:pt x="11652" y="14341"/>
                        <a:pt x="10756" y="15238"/>
                        <a:pt x="10756" y="16582"/>
                      </a:cubicBezTo>
                      <a:cubicBezTo>
                        <a:pt x="10756" y="17927"/>
                        <a:pt x="11652" y="18823"/>
                        <a:pt x="12997" y="18823"/>
                      </a:cubicBezTo>
                      <a:lnTo>
                        <a:pt x="57814" y="18823"/>
                      </a:lnTo>
                      <a:lnTo>
                        <a:pt x="49747" y="27338"/>
                      </a:lnTo>
                      <a:lnTo>
                        <a:pt x="2241" y="27338"/>
                      </a:lnTo>
                      <a:cubicBezTo>
                        <a:pt x="896" y="27338"/>
                        <a:pt x="0" y="28235"/>
                        <a:pt x="0" y="29579"/>
                      </a:cubicBezTo>
                      <a:lnTo>
                        <a:pt x="0" y="96805"/>
                      </a:lnTo>
                      <a:cubicBezTo>
                        <a:pt x="0" y="98149"/>
                        <a:pt x="896" y="99046"/>
                        <a:pt x="2241" y="99046"/>
                      </a:cubicBezTo>
                      <a:lnTo>
                        <a:pt x="50643" y="99046"/>
                      </a:lnTo>
                      <a:cubicBezTo>
                        <a:pt x="50643" y="99046"/>
                        <a:pt x="50643" y="99046"/>
                        <a:pt x="50643" y="99046"/>
                      </a:cubicBezTo>
                      <a:lnTo>
                        <a:pt x="79774" y="99046"/>
                      </a:lnTo>
                      <a:cubicBezTo>
                        <a:pt x="79774" y="99046"/>
                        <a:pt x="79774" y="99046"/>
                        <a:pt x="79774" y="99046"/>
                      </a:cubicBezTo>
                      <a:lnTo>
                        <a:pt x="127280" y="99046"/>
                      </a:lnTo>
                      <a:cubicBezTo>
                        <a:pt x="128625" y="99046"/>
                        <a:pt x="129521" y="98149"/>
                        <a:pt x="129521" y="96805"/>
                      </a:cubicBezTo>
                      <a:lnTo>
                        <a:pt x="129521" y="29579"/>
                      </a:lnTo>
                      <a:cubicBezTo>
                        <a:pt x="129521" y="28235"/>
                        <a:pt x="128625" y="27338"/>
                        <a:pt x="127280" y="27338"/>
                      </a:cubicBezTo>
                      <a:lnTo>
                        <a:pt x="85152" y="27338"/>
                      </a:lnTo>
                      <a:lnTo>
                        <a:pt x="93668" y="18823"/>
                      </a:lnTo>
                      <a:cubicBezTo>
                        <a:pt x="93668" y="18823"/>
                        <a:pt x="93668" y="18823"/>
                        <a:pt x="93668" y="18823"/>
                      </a:cubicBezTo>
                      <a:lnTo>
                        <a:pt x="135796" y="18823"/>
                      </a:lnTo>
                      <a:lnTo>
                        <a:pt x="135796" y="84256"/>
                      </a:lnTo>
                      <a:cubicBezTo>
                        <a:pt x="135796" y="85601"/>
                        <a:pt x="136692" y="86497"/>
                        <a:pt x="138036" y="86497"/>
                      </a:cubicBezTo>
                      <a:cubicBezTo>
                        <a:pt x="139381" y="86497"/>
                        <a:pt x="140277" y="85601"/>
                        <a:pt x="140277" y="84256"/>
                      </a:cubicBezTo>
                      <a:lnTo>
                        <a:pt x="140277" y="16134"/>
                      </a:lnTo>
                      <a:cubicBezTo>
                        <a:pt x="140277" y="14790"/>
                        <a:pt x="139381" y="13893"/>
                        <a:pt x="138036" y="13893"/>
                      </a:cubicBezTo>
                      <a:lnTo>
                        <a:pt x="97701" y="13893"/>
                      </a:lnTo>
                      <a:lnTo>
                        <a:pt x="103527" y="8067"/>
                      </a:lnTo>
                      <a:cubicBezTo>
                        <a:pt x="103527" y="8067"/>
                        <a:pt x="103976" y="8067"/>
                        <a:pt x="103976" y="8067"/>
                      </a:cubicBezTo>
                      <a:lnTo>
                        <a:pt x="147448" y="8067"/>
                      </a:lnTo>
                      <a:lnTo>
                        <a:pt x="147448" y="70363"/>
                      </a:lnTo>
                      <a:cubicBezTo>
                        <a:pt x="147448" y="71707"/>
                        <a:pt x="148344" y="72604"/>
                        <a:pt x="149689" y="72604"/>
                      </a:cubicBezTo>
                      <a:cubicBezTo>
                        <a:pt x="151033" y="72604"/>
                        <a:pt x="151930" y="71707"/>
                        <a:pt x="151930" y="70363"/>
                      </a:cubicBezTo>
                      <a:lnTo>
                        <a:pt x="151930" y="5826"/>
                      </a:lnTo>
                      <a:cubicBezTo>
                        <a:pt x="151930" y="4482"/>
                        <a:pt x="151033" y="3585"/>
                        <a:pt x="149689" y="3585"/>
                      </a:cubicBezTo>
                      <a:close/>
                      <a:moveTo>
                        <a:pt x="47954" y="84256"/>
                      </a:moveTo>
                      <a:lnTo>
                        <a:pt x="19271" y="84256"/>
                      </a:lnTo>
                      <a:cubicBezTo>
                        <a:pt x="18375" y="81567"/>
                        <a:pt x="16134" y="79326"/>
                        <a:pt x="13445" y="77982"/>
                      </a:cubicBezTo>
                      <a:lnTo>
                        <a:pt x="13445" y="47506"/>
                      </a:lnTo>
                      <a:cubicBezTo>
                        <a:pt x="16134" y="46162"/>
                        <a:pt x="18375" y="44369"/>
                        <a:pt x="19271" y="41232"/>
                      </a:cubicBezTo>
                      <a:lnTo>
                        <a:pt x="47954" y="41232"/>
                      </a:lnTo>
                      <a:lnTo>
                        <a:pt x="47954" y="84256"/>
                      </a:lnTo>
                      <a:close/>
                      <a:moveTo>
                        <a:pt x="4034" y="31372"/>
                      </a:moveTo>
                      <a:lnTo>
                        <a:pt x="47954" y="31372"/>
                      </a:lnTo>
                      <a:lnTo>
                        <a:pt x="47954" y="36750"/>
                      </a:lnTo>
                      <a:lnTo>
                        <a:pt x="17927" y="36750"/>
                      </a:lnTo>
                      <a:cubicBezTo>
                        <a:pt x="17030" y="36750"/>
                        <a:pt x="16134" y="37646"/>
                        <a:pt x="15686" y="38543"/>
                      </a:cubicBezTo>
                      <a:cubicBezTo>
                        <a:pt x="15238" y="41232"/>
                        <a:pt x="13445" y="43024"/>
                        <a:pt x="10756" y="43473"/>
                      </a:cubicBezTo>
                      <a:cubicBezTo>
                        <a:pt x="9860" y="43473"/>
                        <a:pt x="8963" y="44817"/>
                        <a:pt x="8963" y="45713"/>
                      </a:cubicBezTo>
                      <a:lnTo>
                        <a:pt x="8963" y="79774"/>
                      </a:lnTo>
                      <a:cubicBezTo>
                        <a:pt x="8963" y="80671"/>
                        <a:pt x="9860" y="81567"/>
                        <a:pt x="10756" y="82015"/>
                      </a:cubicBezTo>
                      <a:cubicBezTo>
                        <a:pt x="12997" y="82463"/>
                        <a:pt x="15238" y="84704"/>
                        <a:pt x="15686" y="86945"/>
                      </a:cubicBezTo>
                      <a:cubicBezTo>
                        <a:pt x="15686" y="87841"/>
                        <a:pt x="17030" y="88738"/>
                        <a:pt x="17927" y="88738"/>
                      </a:cubicBezTo>
                      <a:lnTo>
                        <a:pt x="47954" y="88738"/>
                      </a:lnTo>
                      <a:lnTo>
                        <a:pt x="47954" y="94116"/>
                      </a:lnTo>
                      <a:lnTo>
                        <a:pt x="4034" y="94116"/>
                      </a:lnTo>
                      <a:lnTo>
                        <a:pt x="4034" y="31372"/>
                      </a:lnTo>
                      <a:close/>
                      <a:moveTo>
                        <a:pt x="82015" y="41232"/>
                      </a:moveTo>
                      <a:lnTo>
                        <a:pt x="109802" y="41232"/>
                      </a:lnTo>
                      <a:cubicBezTo>
                        <a:pt x="110698" y="43921"/>
                        <a:pt x="112939" y="46162"/>
                        <a:pt x="115628" y="47506"/>
                      </a:cubicBezTo>
                      <a:lnTo>
                        <a:pt x="115628" y="77982"/>
                      </a:lnTo>
                      <a:cubicBezTo>
                        <a:pt x="112939" y="78878"/>
                        <a:pt x="110698" y="81119"/>
                        <a:pt x="109802" y="84256"/>
                      </a:cubicBezTo>
                      <a:lnTo>
                        <a:pt x="82015" y="84256"/>
                      </a:lnTo>
                      <a:lnTo>
                        <a:pt x="82015" y="41232"/>
                      </a:lnTo>
                      <a:close/>
                      <a:moveTo>
                        <a:pt x="125040" y="94116"/>
                      </a:moveTo>
                      <a:lnTo>
                        <a:pt x="82015" y="94116"/>
                      </a:lnTo>
                      <a:lnTo>
                        <a:pt x="82015" y="88738"/>
                      </a:lnTo>
                      <a:lnTo>
                        <a:pt x="111146" y="88738"/>
                      </a:lnTo>
                      <a:cubicBezTo>
                        <a:pt x="112043" y="88738"/>
                        <a:pt x="112939" y="87841"/>
                        <a:pt x="113387" y="86945"/>
                      </a:cubicBezTo>
                      <a:cubicBezTo>
                        <a:pt x="113835" y="84256"/>
                        <a:pt x="115628" y="82463"/>
                        <a:pt x="118317" y="82015"/>
                      </a:cubicBezTo>
                      <a:cubicBezTo>
                        <a:pt x="119213" y="82015"/>
                        <a:pt x="120110" y="80671"/>
                        <a:pt x="120110" y="79774"/>
                      </a:cubicBezTo>
                      <a:lnTo>
                        <a:pt x="120110" y="45713"/>
                      </a:lnTo>
                      <a:cubicBezTo>
                        <a:pt x="120110" y="44817"/>
                        <a:pt x="119213" y="43921"/>
                        <a:pt x="118317" y="43473"/>
                      </a:cubicBezTo>
                      <a:cubicBezTo>
                        <a:pt x="116076" y="43024"/>
                        <a:pt x="113835" y="40784"/>
                        <a:pt x="113387" y="38543"/>
                      </a:cubicBezTo>
                      <a:cubicBezTo>
                        <a:pt x="113387" y="37646"/>
                        <a:pt x="112043" y="36750"/>
                        <a:pt x="111146" y="36750"/>
                      </a:cubicBezTo>
                      <a:lnTo>
                        <a:pt x="82015" y="36750"/>
                      </a:lnTo>
                      <a:lnTo>
                        <a:pt x="82015" y="31372"/>
                      </a:lnTo>
                      <a:lnTo>
                        <a:pt x="125040" y="31372"/>
                      </a:lnTo>
                      <a:lnTo>
                        <a:pt x="125040" y="94116"/>
                      </a:lnTo>
                      <a:close/>
                      <a:moveTo>
                        <a:pt x="77982" y="27338"/>
                      </a:moveTo>
                      <a:cubicBezTo>
                        <a:pt x="77533" y="27787"/>
                        <a:pt x="77533" y="28235"/>
                        <a:pt x="77533" y="28683"/>
                      </a:cubicBezTo>
                      <a:lnTo>
                        <a:pt x="77533" y="93668"/>
                      </a:lnTo>
                      <a:lnTo>
                        <a:pt x="52884" y="93668"/>
                      </a:lnTo>
                      <a:lnTo>
                        <a:pt x="52884" y="29579"/>
                      </a:lnTo>
                      <a:lnTo>
                        <a:pt x="77085" y="4034"/>
                      </a:lnTo>
                      <a:lnTo>
                        <a:pt x="100838" y="4034"/>
                      </a:lnTo>
                      <a:lnTo>
                        <a:pt x="77982" y="27338"/>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44" name="Group 2468">
                <a:extLst>
                  <a:ext uri="{FF2B5EF4-FFF2-40B4-BE49-F238E27FC236}">
                    <a16:creationId xmlns:a16="http://schemas.microsoft.com/office/drawing/2014/main" id="{75C90CCC-69B9-1A6B-F4B3-3F68DDE4B454}"/>
                  </a:ext>
                  <a:ext uri="{C183D7F6-B498-43B3-948B-1728B52AA6E4}">
                    <adec:decorative xmlns:adec="http://schemas.microsoft.com/office/drawing/2017/decorative" val="1"/>
                  </a:ext>
                </a:extLst>
              </p:cNvPr>
              <p:cNvGrpSpPr>
                <a:grpSpLocks noChangeAspect="1"/>
              </p:cNvGrpSpPr>
              <p:nvPr/>
            </p:nvGrpSpPr>
            <p:grpSpPr>
              <a:xfrm>
                <a:off x="10111148" y="3830877"/>
                <a:ext cx="152377" cy="138933"/>
                <a:chOff x="10167648" y="1775186"/>
                <a:chExt cx="152377" cy="138933"/>
              </a:xfrm>
            </p:grpSpPr>
            <p:sp>
              <p:nvSpPr>
                <p:cNvPr id="1245" name="Freeform: Shape 5440">
                  <a:extLst>
                    <a:ext uri="{FF2B5EF4-FFF2-40B4-BE49-F238E27FC236}">
                      <a16:creationId xmlns:a16="http://schemas.microsoft.com/office/drawing/2014/main" id="{B414C4EF-D952-FE7F-0313-7BB51770BA7F}"/>
                    </a:ext>
                  </a:extLst>
                </p:cNvPr>
                <p:cNvSpPr/>
                <p:nvPr/>
              </p:nvSpPr>
              <p:spPr>
                <a:xfrm>
                  <a:off x="10167648" y="1775186"/>
                  <a:ext cx="85152" cy="138933"/>
                </a:xfrm>
                <a:custGeom>
                  <a:avLst/>
                  <a:gdLst>
                    <a:gd name="connsiteX0" fmla="*/ 65881 w 85152"/>
                    <a:gd name="connsiteY0" fmla="*/ 129521 h 138932"/>
                    <a:gd name="connsiteX1" fmla="*/ 61847 w 85152"/>
                    <a:gd name="connsiteY1" fmla="*/ 131314 h 138932"/>
                    <a:gd name="connsiteX2" fmla="*/ 42576 w 85152"/>
                    <a:gd name="connsiteY2" fmla="*/ 134451 h 138932"/>
                    <a:gd name="connsiteX3" fmla="*/ 4482 w 85152"/>
                    <a:gd name="connsiteY3" fmla="*/ 113387 h 138932"/>
                    <a:gd name="connsiteX4" fmla="*/ 4482 w 85152"/>
                    <a:gd name="connsiteY4" fmla="*/ 112491 h 138932"/>
                    <a:gd name="connsiteX5" fmla="*/ 4482 w 85152"/>
                    <a:gd name="connsiteY5" fmla="*/ 111594 h 138932"/>
                    <a:gd name="connsiteX6" fmla="*/ 4482 w 85152"/>
                    <a:gd name="connsiteY6" fmla="*/ 95012 h 138932"/>
                    <a:gd name="connsiteX7" fmla="*/ 42576 w 85152"/>
                    <a:gd name="connsiteY7" fmla="*/ 109354 h 138932"/>
                    <a:gd name="connsiteX8" fmla="*/ 53780 w 85152"/>
                    <a:gd name="connsiteY8" fmla="*/ 108457 h 138932"/>
                    <a:gd name="connsiteX9" fmla="*/ 55573 w 85152"/>
                    <a:gd name="connsiteY9" fmla="*/ 105768 h 138932"/>
                    <a:gd name="connsiteX10" fmla="*/ 52884 w 85152"/>
                    <a:gd name="connsiteY10" fmla="*/ 103975 h 138932"/>
                    <a:gd name="connsiteX11" fmla="*/ 42576 w 85152"/>
                    <a:gd name="connsiteY11" fmla="*/ 104872 h 138932"/>
                    <a:gd name="connsiteX12" fmla="*/ 4482 w 85152"/>
                    <a:gd name="connsiteY12" fmla="*/ 83808 h 138932"/>
                    <a:gd name="connsiteX13" fmla="*/ 4482 w 85152"/>
                    <a:gd name="connsiteY13" fmla="*/ 65881 h 138932"/>
                    <a:gd name="connsiteX14" fmla="*/ 42576 w 85152"/>
                    <a:gd name="connsiteY14" fmla="*/ 80223 h 138932"/>
                    <a:gd name="connsiteX15" fmla="*/ 56917 w 85152"/>
                    <a:gd name="connsiteY15" fmla="*/ 78878 h 138932"/>
                    <a:gd name="connsiteX16" fmla="*/ 58710 w 85152"/>
                    <a:gd name="connsiteY16" fmla="*/ 76189 h 138932"/>
                    <a:gd name="connsiteX17" fmla="*/ 56021 w 85152"/>
                    <a:gd name="connsiteY17" fmla="*/ 74396 h 138932"/>
                    <a:gd name="connsiteX18" fmla="*/ 42576 w 85152"/>
                    <a:gd name="connsiteY18" fmla="*/ 75741 h 138932"/>
                    <a:gd name="connsiteX19" fmla="*/ 4482 w 85152"/>
                    <a:gd name="connsiteY19" fmla="*/ 54677 h 138932"/>
                    <a:gd name="connsiteX20" fmla="*/ 4482 w 85152"/>
                    <a:gd name="connsiteY20" fmla="*/ 37198 h 138932"/>
                    <a:gd name="connsiteX21" fmla="*/ 42576 w 85152"/>
                    <a:gd name="connsiteY21" fmla="*/ 51091 h 138932"/>
                    <a:gd name="connsiteX22" fmla="*/ 80671 w 85152"/>
                    <a:gd name="connsiteY22" fmla="*/ 37198 h 138932"/>
                    <a:gd name="connsiteX23" fmla="*/ 80671 w 85152"/>
                    <a:gd name="connsiteY23" fmla="*/ 50195 h 138932"/>
                    <a:gd name="connsiteX24" fmla="*/ 82911 w 85152"/>
                    <a:gd name="connsiteY24" fmla="*/ 52436 h 138932"/>
                    <a:gd name="connsiteX25" fmla="*/ 85152 w 85152"/>
                    <a:gd name="connsiteY25" fmla="*/ 50195 h 138932"/>
                    <a:gd name="connsiteX26" fmla="*/ 85152 w 85152"/>
                    <a:gd name="connsiteY26" fmla="*/ 25994 h 138932"/>
                    <a:gd name="connsiteX27" fmla="*/ 85152 w 85152"/>
                    <a:gd name="connsiteY27" fmla="*/ 25994 h 138932"/>
                    <a:gd name="connsiteX28" fmla="*/ 85152 w 85152"/>
                    <a:gd name="connsiteY28" fmla="*/ 25546 h 138932"/>
                    <a:gd name="connsiteX29" fmla="*/ 42576 w 85152"/>
                    <a:gd name="connsiteY29" fmla="*/ 0 h 138932"/>
                    <a:gd name="connsiteX30" fmla="*/ 0 w 85152"/>
                    <a:gd name="connsiteY30" fmla="*/ 25546 h 138932"/>
                    <a:gd name="connsiteX31" fmla="*/ 0 w 85152"/>
                    <a:gd name="connsiteY31" fmla="*/ 25546 h 138932"/>
                    <a:gd name="connsiteX32" fmla="*/ 0 w 85152"/>
                    <a:gd name="connsiteY32" fmla="*/ 25546 h 138932"/>
                    <a:gd name="connsiteX33" fmla="*/ 0 w 85152"/>
                    <a:gd name="connsiteY33" fmla="*/ 54677 h 138932"/>
                    <a:gd name="connsiteX34" fmla="*/ 0 w 85152"/>
                    <a:gd name="connsiteY34" fmla="*/ 54677 h 138932"/>
                    <a:gd name="connsiteX35" fmla="*/ 0 w 85152"/>
                    <a:gd name="connsiteY35" fmla="*/ 54677 h 138932"/>
                    <a:gd name="connsiteX36" fmla="*/ 0 w 85152"/>
                    <a:gd name="connsiteY36" fmla="*/ 83808 h 138932"/>
                    <a:gd name="connsiteX37" fmla="*/ 0 w 85152"/>
                    <a:gd name="connsiteY37" fmla="*/ 83808 h 138932"/>
                    <a:gd name="connsiteX38" fmla="*/ 0 w 85152"/>
                    <a:gd name="connsiteY38" fmla="*/ 83808 h 138932"/>
                    <a:gd name="connsiteX39" fmla="*/ 0 w 85152"/>
                    <a:gd name="connsiteY39" fmla="*/ 111594 h 138932"/>
                    <a:gd name="connsiteX40" fmla="*/ 0 w 85152"/>
                    <a:gd name="connsiteY40" fmla="*/ 112491 h 138932"/>
                    <a:gd name="connsiteX41" fmla="*/ 0 w 85152"/>
                    <a:gd name="connsiteY41" fmla="*/ 113387 h 138932"/>
                    <a:gd name="connsiteX42" fmla="*/ 42576 w 85152"/>
                    <a:gd name="connsiteY42" fmla="*/ 138933 h 138932"/>
                    <a:gd name="connsiteX43" fmla="*/ 63192 w 85152"/>
                    <a:gd name="connsiteY43" fmla="*/ 135796 h 138932"/>
                    <a:gd name="connsiteX44" fmla="*/ 67674 w 85152"/>
                    <a:gd name="connsiteY44" fmla="*/ 134003 h 138932"/>
                    <a:gd name="connsiteX45" fmla="*/ 68570 w 85152"/>
                    <a:gd name="connsiteY45" fmla="*/ 130866 h 138932"/>
                    <a:gd name="connsiteX46" fmla="*/ 65881 w 85152"/>
                    <a:gd name="connsiteY46" fmla="*/ 129521 h 138932"/>
                    <a:gd name="connsiteX47" fmla="*/ 42576 w 85152"/>
                    <a:gd name="connsiteY47" fmla="*/ 4482 h 138932"/>
                    <a:gd name="connsiteX48" fmla="*/ 80671 w 85152"/>
                    <a:gd name="connsiteY48" fmla="*/ 25546 h 138932"/>
                    <a:gd name="connsiteX49" fmla="*/ 42576 w 85152"/>
                    <a:gd name="connsiteY49" fmla="*/ 46610 h 138932"/>
                    <a:gd name="connsiteX50" fmla="*/ 4482 w 85152"/>
                    <a:gd name="connsiteY50" fmla="*/ 25546 h 138932"/>
                    <a:gd name="connsiteX51" fmla="*/ 42576 w 85152"/>
                    <a:gd name="connsiteY51" fmla="*/ 4482 h 13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5152" h="138932">
                      <a:moveTo>
                        <a:pt x="65881" y="129521"/>
                      </a:moveTo>
                      <a:cubicBezTo>
                        <a:pt x="64536" y="130418"/>
                        <a:pt x="61847" y="131314"/>
                        <a:pt x="61847" y="131314"/>
                      </a:cubicBezTo>
                      <a:cubicBezTo>
                        <a:pt x="56021" y="133107"/>
                        <a:pt x="49299" y="134451"/>
                        <a:pt x="42576" y="134451"/>
                      </a:cubicBezTo>
                      <a:cubicBezTo>
                        <a:pt x="21960" y="134451"/>
                        <a:pt x="4482" y="124591"/>
                        <a:pt x="4482" y="113387"/>
                      </a:cubicBezTo>
                      <a:cubicBezTo>
                        <a:pt x="4482" y="112939"/>
                        <a:pt x="4482" y="112939"/>
                        <a:pt x="4482" y="112491"/>
                      </a:cubicBezTo>
                      <a:cubicBezTo>
                        <a:pt x="4482" y="112043"/>
                        <a:pt x="4482" y="112043"/>
                        <a:pt x="4482" y="111594"/>
                      </a:cubicBezTo>
                      <a:lnTo>
                        <a:pt x="4482" y="95012"/>
                      </a:lnTo>
                      <a:cubicBezTo>
                        <a:pt x="11652" y="103527"/>
                        <a:pt x="25994" y="109354"/>
                        <a:pt x="42576" y="109354"/>
                      </a:cubicBezTo>
                      <a:cubicBezTo>
                        <a:pt x="47058" y="109354"/>
                        <a:pt x="50195" y="108905"/>
                        <a:pt x="53780" y="108457"/>
                      </a:cubicBezTo>
                      <a:cubicBezTo>
                        <a:pt x="55125" y="108457"/>
                        <a:pt x="56021" y="107113"/>
                        <a:pt x="55573" y="105768"/>
                      </a:cubicBezTo>
                      <a:cubicBezTo>
                        <a:pt x="55125" y="104424"/>
                        <a:pt x="54228" y="103527"/>
                        <a:pt x="52884" y="103975"/>
                      </a:cubicBezTo>
                      <a:cubicBezTo>
                        <a:pt x="49747" y="104424"/>
                        <a:pt x="46610" y="104872"/>
                        <a:pt x="42576" y="104872"/>
                      </a:cubicBezTo>
                      <a:cubicBezTo>
                        <a:pt x="21960" y="104872"/>
                        <a:pt x="4482" y="95012"/>
                        <a:pt x="4482" y="83808"/>
                      </a:cubicBezTo>
                      <a:lnTo>
                        <a:pt x="4482" y="65881"/>
                      </a:lnTo>
                      <a:cubicBezTo>
                        <a:pt x="11652" y="74396"/>
                        <a:pt x="25994" y="80223"/>
                        <a:pt x="42576" y="80223"/>
                      </a:cubicBezTo>
                      <a:cubicBezTo>
                        <a:pt x="46161" y="80223"/>
                        <a:pt x="51988" y="79774"/>
                        <a:pt x="56917" y="78878"/>
                      </a:cubicBezTo>
                      <a:cubicBezTo>
                        <a:pt x="58262" y="78430"/>
                        <a:pt x="58710" y="77533"/>
                        <a:pt x="58710" y="76189"/>
                      </a:cubicBezTo>
                      <a:cubicBezTo>
                        <a:pt x="58262" y="74844"/>
                        <a:pt x="57366" y="74396"/>
                        <a:pt x="56021" y="74396"/>
                      </a:cubicBezTo>
                      <a:cubicBezTo>
                        <a:pt x="51540" y="75741"/>
                        <a:pt x="46161" y="75741"/>
                        <a:pt x="42576" y="75741"/>
                      </a:cubicBezTo>
                      <a:cubicBezTo>
                        <a:pt x="21960" y="75741"/>
                        <a:pt x="4482" y="65881"/>
                        <a:pt x="4482" y="54677"/>
                      </a:cubicBezTo>
                      <a:lnTo>
                        <a:pt x="4482" y="37198"/>
                      </a:lnTo>
                      <a:cubicBezTo>
                        <a:pt x="11204" y="45713"/>
                        <a:pt x="25545" y="51091"/>
                        <a:pt x="42576" y="51091"/>
                      </a:cubicBezTo>
                      <a:cubicBezTo>
                        <a:pt x="59607" y="51091"/>
                        <a:pt x="73948" y="45265"/>
                        <a:pt x="80671" y="37198"/>
                      </a:cubicBezTo>
                      <a:lnTo>
                        <a:pt x="80671" y="50195"/>
                      </a:lnTo>
                      <a:cubicBezTo>
                        <a:pt x="80671" y="51540"/>
                        <a:pt x="81567" y="52436"/>
                        <a:pt x="82911" y="52436"/>
                      </a:cubicBezTo>
                      <a:cubicBezTo>
                        <a:pt x="84256" y="52436"/>
                        <a:pt x="85152" y="51540"/>
                        <a:pt x="85152" y="50195"/>
                      </a:cubicBezTo>
                      <a:lnTo>
                        <a:pt x="85152" y="25994"/>
                      </a:lnTo>
                      <a:cubicBezTo>
                        <a:pt x="85152" y="25994"/>
                        <a:pt x="85152" y="25994"/>
                        <a:pt x="85152" y="25994"/>
                      </a:cubicBezTo>
                      <a:cubicBezTo>
                        <a:pt x="85152" y="25994"/>
                        <a:pt x="85152" y="25546"/>
                        <a:pt x="85152" y="25546"/>
                      </a:cubicBezTo>
                      <a:cubicBezTo>
                        <a:pt x="85152" y="11204"/>
                        <a:pt x="66329" y="0"/>
                        <a:pt x="42576" y="0"/>
                      </a:cubicBezTo>
                      <a:cubicBezTo>
                        <a:pt x="18823" y="0"/>
                        <a:pt x="0" y="11204"/>
                        <a:pt x="0" y="25546"/>
                      </a:cubicBezTo>
                      <a:cubicBezTo>
                        <a:pt x="0" y="25546"/>
                        <a:pt x="0" y="25546"/>
                        <a:pt x="0" y="25546"/>
                      </a:cubicBezTo>
                      <a:cubicBezTo>
                        <a:pt x="0" y="25546"/>
                        <a:pt x="0" y="25546"/>
                        <a:pt x="0" y="25546"/>
                      </a:cubicBezTo>
                      <a:lnTo>
                        <a:pt x="0" y="54677"/>
                      </a:lnTo>
                      <a:cubicBezTo>
                        <a:pt x="0" y="54677"/>
                        <a:pt x="0" y="54677"/>
                        <a:pt x="0" y="54677"/>
                      </a:cubicBezTo>
                      <a:cubicBezTo>
                        <a:pt x="0" y="54677"/>
                        <a:pt x="0" y="54677"/>
                        <a:pt x="0" y="54677"/>
                      </a:cubicBezTo>
                      <a:lnTo>
                        <a:pt x="0" y="83808"/>
                      </a:lnTo>
                      <a:cubicBezTo>
                        <a:pt x="0" y="83808"/>
                        <a:pt x="0" y="83808"/>
                        <a:pt x="0" y="83808"/>
                      </a:cubicBezTo>
                      <a:lnTo>
                        <a:pt x="0" y="83808"/>
                      </a:lnTo>
                      <a:lnTo>
                        <a:pt x="0" y="111594"/>
                      </a:lnTo>
                      <a:cubicBezTo>
                        <a:pt x="0" y="112043"/>
                        <a:pt x="0" y="112043"/>
                        <a:pt x="0" y="112491"/>
                      </a:cubicBezTo>
                      <a:cubicBezTo>
                        <a:pt x="0" y="112939"/>
                        <a:pt x="0" y="112939"/>
                        <a:pt x="0" y="113387"/>
                      </a:cubicBezTo>
                      <a:cubicBezTo>
                        <a:pt x="0" y="127729"/>
                        <a:pt x="18823" y="138933"/>
                        <a:pt x="42576" y="138933"/>
                      </a:cubicBezTo>
                      <a:cubicBezTo>
                        <a:pt x="49747" y="138933"/>
                        <a:pt x="56917" y="138036"/>
                        <a:pt x="63192" y="135796"/>
                      </a:cubicBezTo>
                      <a:cubicBezTo>
                        <a:pt x="63192" y="135796"/>
                        <a:pt x="65881" y="134899"/>
                        <a:pt x="67674" y="134003"/>
                      </a:cubicBezTo>
                      <a:cubicBezTo>
                        <a:pt x="68570" y="133555"/>
                        <a:pt x="69466" y="132210"/>
                        <a:pt x="68570" y="130866"/>
                      </a:cubicBezTo>
                      <a:cubicBezTo>
                        <a:pt x="68570" y="129521"/>
                        <a:pt x="67226" y="129073"/>
                        <a:pt x="65881" y="129521"/>
                      </a:cubicBezTo>
                      <a:close/>
                      <a:moveTo>
                        <a:pt x="42576" y="4482"/>
                      </a:moveTo>
                      <a:cubicBezTo>
                        <a:pt x="63192" y="4482"/>
                        <a:pt x="80671" y="14341"/>
                        <a:pt x="80671" y="25546"/>
                      </a:cubicBezTo>
                      <a:cubicBezTo>
                        <a:pt x="80671" y="37198"/>
                        <a:pt x="63192" y="46610"/>
                        <a:pt x="42576" y="46610"/>
                      </a:cubicBezTo>
                      <a:cubicBezTo>
                        <a:pt x="21960" y="46610"/>
                        <a:pt x="4482" y="36750"/>
                        <a:pt x="4482" y="25546"/>
                      </a:cubicBezTo>
                      <a:cubicBezTo>
                        <a:pt x="4482" y="13893"/>
                        <a:pt x="21960" y="4482"/>
                        <a:pt x="42576"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46" name="Freeform: Shape 5441">
                  <a:extLst>
                    <a:ext uri="{FF2B5EF4-FFF2-40B4-BE49-F238E27FC236}">
                      <a16:creationId xmlns:a16="http://schemas.microsoft.com/office/drawing/2014/main" id="{CEDA972A-1E7B-B7AE-6880-AC6D2153B325}"/>
                    </a:ext>
                  </a:extLst>
                </p:cNvPr>
                <p:cNvSpPr/>
                <p:nvPr/>
              </p:nvSpPr>
              <p:spPr>
                <a:xfrm>
                  <a:off x="10234873" y="1828967"/>
                  <a:ext cx="85152" cy="85152"/>
                </a:xfrm>
                <a:custGeom>
                  <a:avLst/>
                  <a:gdLst>
                    <a:gd name="connsiteX0" fmla="*/ 42576 w 85152"/>
                    <a:gd name="connsiteY0" fmla="*/ 0 h 85152"/>
                    <a:gd name="connsiteX1" fmla="*/ 0 w 85152"/>
                    <a:gd name="connsiteY1" fmla="*/ 42576 h 85152"/>
                    <a:gd name="connsiteX2" fmla="*/ 13893 w 85152"/>
                    <a:gd name="connsiteY2" fmla="*/ 74396 h 85152"/>
                    <a:gd name="connsiteX3" fmla="*/ 42576 w 85152"/>
                    <a:gd name="connsiteY3" fmla="*/ 85152 h 85152"/>
                    <a:gd name="connsiteX4" fmla="*/ 85152 w 85152"/>
                    <a:gd name="connsiteY4" fmla="*/ 42576 h 85152"/>
                    <a:gd name="connsiteX5" fmla="*/ 42576 w 85152"/>
                    <a:gd name="connsiteY5" fmla="*/ 0 h 85152"/>
                    <a:gd name="connsiteX6" fmla="*/ 42576 w 85152"/>
                    <a:gd name="connsiteY6" fmla="*/ 80671 h 85152"/>
                    <a:gd name="connsiteX7" fmla="*/ 17030 w 85152"/>
                    <a:gd name="connsiteY7" fmla="*/ 70811 h 85152"/>
                    <a:gd name="connsiteX8" fmla="*/ 4482 w 85152"/>
                    <a:gd name="connsiteY8" fmla="*/ 42576 h 85152"/>
                    <a:gd name="connsiteX9" fmla="*/ 42576 w 85152"/>
                    <a:gd name="connsiteY9" fmla="*/ 4482 h 85152"/>
                    <a:gd name="connsiteX10" fmla="*/ 80671 w 85152"/>
                    <a:gd name="connsiteY10" fmla="*/ 42576 h 85152"/>
                    <a:gd name="connsiteX11" fmla="*/ 42576 w 85152"/>
                    <a:gd name="connsiteY11" fmla="*/ 80671 h 8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152" h="85152">
                      <a:moveTo>
                        <a:pt x="42576" y="0"/>
                      </a:moveTo>
                      <a:cubicBezTo>
                        <a:pt x="19271" y="0"/>
                        <a:pt x="0" y="19271"/>
                        <a:pt x="0" y="42576"/>
                      </a:cubicBezTo>
                      <a:cubicBezTo>
                        <a:pt x="0" y="54677"/>
                        <a:pt x="4930" y="66329"/>
                        <a:pt x="13893" y="74396"/>
                      </a:cubicBezTo>
                      <a:cubicBezTo>
                        <a:pt x="21512" y="81567"/>
                        <a:pt x="31820" y="85152"/>
                        <a:pt x="42576" y="85152"/>
                      </a:cubicBezTo>
                      <a:cubicBezTo>
                        <a:pt x="65881" y="85152"/>
                        <a:pt x="85152" y="65881"/>
                        <a:pt x="85152" y="42576"/>
                      </a:cubicBezTo>
                      <a:cubicBezTo>
                        <a:pt x="85152" y="19271"/>
                        <a:pt x="65881" y="0"/>
                        <a:pt x="42576" y="0"/>
                      </a:cubicBezTo>
                      <a:close/>
                      <a:moveTo>
                        <a:pt x="42576" y="80671"/>
                      </a:moveTo>
                      <a:cubicBezTo>
                        <a:pt x="33164" y="80671"/>
                        <a:pt x="24201" y="77085"/>
                        <a:pt x="17030" y="70811"/>
                      </a:cubicBezTo>
                      <a:cubicBezTo>
                        <a:pt x="8963" y="63640"/>
                        <a:pt x="4482" y="53332"/>
                        <a:pt x="4482" y="42576"/>
                      </a:cubicBezTo>
                      <a:cubicBezTo>
                        <a:pt x="4482" y="21512"/>
                        <a:pt x="21512" y="4482"/>
                        <a:pt x="42576" y="4482"/>
                      </a:cubicBezTo>
                      <a:cubicBezTo>
                        <a:pt x="63640" y="4482"/>
                        <a:pt x="80671" y="21512"/>
                        <a:pt x="80671" y="42576"/>
                      </a:cubicBezTo>
                      <a:cubicBezTo>
                        <a:pt x="80671" y="63640"/>
                        <a:pt x="63640" y="80671"/>
                        <a:pt x="42576" y="8067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47" name="Freeform: Shape 5442">
                  <a:extLst>
                    <a:ext uri="{FF2B5EF4-FFF2-40B4-BE49-F238E27FC236}">
                      <a16:creationId xmlns:a16="http://schemas.microsoft.com/office/drawing/2014/main" id="{AE3E5FC3-80A4-FDE9-851F-C956DD46CB6E}"/>
                    </a:ext>
                  </a:extLst>
                </p:cNvPr>
                <p:cNvSpPr/>
                <p:nvPr/>
              </p:nvSpPr>
              <p:spPr>
                <a:xfrm>
                  <a:off x="10268934" y="1841964"/>
                  <a:ext cx="13445" cy="58262"/>
                </a:xfrm>
                <a:custGeom>
                  <a:avLst/>
                  <a:gdLst>
                    <a:gd name="connsiteX0" fmla="*/ 10756 w 13445"/>
                    <a:gd name="connsiteY0" fmla="*/ 9412 h 58262"/>
                    <a:gd name="connsiteX1" fmla="*/ 10756 w 13445"/>
                    <a:gd name="connsiteY1" fmla="*/ 2241 h 58262"/>
                    <a:gd name="connsiteX2" fmla="*/ 8515 w 13445"/>
                    <a:gd name="connsiteY2" fmla="*/ 0 h 58262"/>
                    <a:gd name="connsiteX3" fmla="*/ 6274 w 13445"/>
                    <a:gd name="connsiteY3" fmla="*/ 2241 h 58262"/>
                    <a:gd name="connsiteX4" fmla="*/ 6274 w 13445"/>
                    <a:gd name="connsiteY4" fmla="*/ 9412 h 58262"/>
                    <a:gd name="connsiteX5" fmla="*/ 0 w 13445"/>
                    <a:gd name="connsiteY5" fmla="*/ 17479 h 58262"/>
                    <a:gd name="connsiteX6" fmla="*/ 0 w 13445"/>
                    <a:gd name="connsiteY6" fmla="*/ 19719 h 58262"/>
                    <a:gd name="connsiteX7" fmla="*/ 3585 w 13445"/>
                    <a:gd name="connsiteY7" fmla="*/ 27787 h 58262"/>
                    <a:gd name="connsiteX8" fmla="*/ 10756 w 13445"/>
                    <a:gd name="connsiteY8" fmla="*/ 34509 h 58262"/>
                    <a:gd name="connsiteX9" fmla="*/ 12997 w 13445"/>
                    <a:gd name="connsiteY9" fmla="*/ 39439 h 58262"/>
                    <a:gd name="connsiteX10" fmla="*/ 12997 w 13445"/>
                    <a:gd name="connsiteY10" fmla="*/ 41680 h 58262"/>
                    <a:gd name="connsiteX11" fmla="*/ 8963 w 13445"/>
                    <a:gd name="connsiteY11" fmla="*/ 45713 h 58262"/>
                    <a:gd name="connsiteX12" fmla="*/ 4930 w 13445"/>
                    <a:gd name="connsiteY12" fmla="*/ 41680 h 58262"/>
                    <a:gd name="connsiteX13" fmla="*/ 4930 w 13445"/>
                    <a:gd name="connsiteY13" fmla="*/ 38543 h 58262"/>
                    <a:gd name="connsiteX14" fmla="*/ 2689 w 13445"/>
                    <a:gd name="connsiteY14" fmla="*/ 36302 h 58262"/>
                    <a:gd name="connsiteX15" fmla="*/ 448 w 13445"/>
                    <a:gd name="connsiteY15" fmla="*/ 38543 h 58262"/>
                    <a:gd name="connsiteX16" fmla="*/ 448 w 13445"/>
                    <a:gd name="connsiteY16" fmla="*/ 41680 h 58262"/>
                    <a:gd name="connsiteX17" fmla="*/ 6723 w 13445"/>
                    <a:gd name="connsiteY17" fmla="*/ 49747 h 58262"/>
                    <a:gd name="connsiteX18" fmla="*/ 6723 w 13445"/>
                    <a:gd name="connsiteY18" fmla="*/ 56918 h 58262"/>
                    <a:gd name="connsiteX19" fmla="*/ 8963 w 13445"/>
                    <a:gd name="connsiteY19" fmla="*/ 59158 h 58262"/>
                    <a:gd name="connsiteX20" fmla="*/ 11204 w 13445"/>
                    <a:gd name="connsiteY20" fmla="*/ 56918 h 58262"/>
                    <a:gd name="connsiteX21" fmla="*/ 11204 w 13445"/>
                    <a:gd name="connsiteY21" fmla="*/ 49747 h 58262"/>
                    <a:gd name="connsiteX22" fmla="*/ 17479 w 13445"/>
                    <a:gd name="connsiteY22" fmla="*/ 41680 h 58262"/>
                    <a:gd name="connsiteX23" fmla="*/ 17479 w 13445"/>
                    <a:gd name="connsiteY23" fmla="*/ 39439 h 58262"/>
                    <a:gd name="connsiteX24" fmla="*/ 13893 w 13445"/>
                    <a:gd name="connsiteY24" fmla="*/ 31372 h 58262"/>
                    <a:gd name="connsiteX25" fmla="*/ 6723 w 13445"/>
                    <a:gd name="connsiteY25" fmla="*/ 24649 h 58262"/>
                    <a:gd name="connsiteX26" fmla="*/ 4482 w 13445"/>
                    <a:gd name="connsiteY26" fmla="*/ 19719 h 58262"/>
                    <a:gd name="connsiteX27" fmla="*/ 4482 w 13445"/>
                    <a:gd name="connsiteY27" fmla="*/ 17479 h 58262"/>
                    <a:gd name="connsiteX28" fmla="*/ 8515 w 13445"/>
                    <a:gd name="connsiteY28" fmla="*/ 13445 h 58262"/>
                    <a:gd name="connsiteX29" fmla="*/ 12549 w 13445"/>
                    <a:gd name="connsiteY29" fmla="*/ 17479 h 58262"/>
                    <a:gd name="connsiteX30" fmla="*/ 12549 w 13445"/>
                    <a:gd name="connsiteY30" fmla="*/ 20616 h 58262"/>
                    <a:gd name="connsiteX31" fmla="*/ 14790 w 13445"/>
                    <a:gd name="connsiteY31" fmla="*/ 22857 h 58262"/>
                    <a:gd name="connsiteX32" fmla="*/ 17030 w 13445"/>
                    <a:gd name="connsiteY32" fmla="*/ 20616 h 58262"/>
                    <a:gd name="connsiteX33" fmla="*/ 17030 w 13445"/>
                    <a:gd name="connsiteY33" fmla="*/ 17479 h 58262"/>
                    <a:gd name="connsiteX34" fmla="*/ 10756 w 13445"/>
                    <a:gd name="connsiteY34" fmla="*/ 9412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445" h="58262">
                      <a:moveTo>
                        <a:pt x="10756" y="9412"/>
                      </a:moveTo>
                      <a:lnTo>
                        <a:pt x="10756" y="2241"/>
                      </a:lnTo>
                      <a:cubicBezTo>
                        <a:pt x="10756" y="896"/>
                        <a:pt x="9860" y="0"/>
                        <a:pt x="8515" y="0"/>
                      </a:cubicBezTo>
                      <a:cubicBezTo>
                        <a:pt x="7171" y="0"/>
                        <a:pt x="6274" y="896"/>
                        <a:pt x="6274" y="2241"/>
                      </a:cubicBezTo>
                      <a:lnTo>
                        <a:pt x="6274" y="9412"/>
                      </a:lnTo>
                      <a:cubicBezTo>
                        <a:pt x="2689" y="10308"/>
                        <a:pt x="0" y="13445"/>
                        <a:pt x="0" y="17479"/>
                      </a:cubicBezTo>
                      <a:lnTo>
                        <a:pt x="0" y="19719"/>
                      </a:lnTo>
                      <a:cubicBezTo>
                        <a:pt x="0" y="22857"/>
                        <a:pt x="1344" y="25546"/>
                        <a:pt x="3585" y="27787"/>
                      </a:cubicBezTo>
                      <a:lnTo>
                        <a:pt x="10756" y="34509"/>
                      </a:lnTo>
                      <a:cubicBezTo>
                        <a:pt x="12101" y="35854"/>
                        <a:pt x="12997" y="37646"/>
                        <a:pt x="12997" y="39439"/>
                      </a:cubicBezTo>
                      <a:lnTo>
                        <a:pt x="12997" y="41680"/>
                      </a:lnTo>
                      <a:cubicBezTo>
                        <a:pt x="12997" y="43921"/>
                        <a:pt x="11204" y="45713"/>
                        <a:pt x="8963" y="45713"/>
                      </a:cubicBezTo>
                      <a:cubicBezTo>
                        <a:pt x="6723" y="45713"/>
                        <a:pt x="4930" y="43921"/>
                        <a:pt x="4930" y="41680"/>
                      </a:cubicBezTo>
                      <a:lnTo>
                        <a:pt x="4930" y="38543"/>
                      </a:lnTo>
                      <a:cubicBezTo>
                        <a:pt x="4930" y="37198"/>
                        <a:pt x="4034" y="36302"/>
                        <a:pt x="2689" y="36302"/>
                      </a:cubicBezTo>
                      <a:cubicBezTo>
                        <a:pt x="1344" y="36302"/>
                        <a:pt x="448" y="37198"/>
                        <a:pt x="448" y="38543"/>
                      </a:cubicBezTo>
                      <a:lnTo>
                        <a:pt x="448" y="41680"/>
                      </a:lnTo>
                      <a:cubicBezTo>
                        <a:pt x="448" y="45713"/>
                        <a:pt x="3137" y="48851"/>
                        <a:pt x="6723" y="49747"/>
                      </a:cubicBezTo>
                      <a:lnTo>
                        <a:pt x="6723" y="56918"/>
                      </a:lnTo>
                      <a:cubicBezTo>
                        <a:pt x="6723" y="58262"/>
                        <a:pt x="7619" y="59158"/>
                        <a:pt x="8963" y="59158"/>
                      </a:cubicBezTo>
                      <a:cubicBezTo>
                        <a:pt x="10308" y="59158"/>
                        <a:pt x="11204" y="58262"/>
                        <a:pt x="11204" y="56918"/>
                      </a:cubicBezTo>
                      <a:lnTo>
                        <a:pt x="11204" y="49747"/>
                      </a:lnTo>
                      <a:cubicBezTo>
                        <a:pt x="14790" y="48851"/>
                        <a:pt x="17479" y="45713"/>
                        <a:pt x="17479" y="41680"/>
                      </a:cubicBezTo>
                      <a:lnTo>
                        <a:pt x="17479" y="39439"/>
                      </a:lnTo>
                      <a:cubicBezTo>
                        <a:pt x="17479" y="36302"/>
                        <a:pt x="16134" y="33613"/>
                        <a:pt x="13893" y="31372"/>
                      </a:cubicBezTo>
                      <a:lnTo>
                        <a:pt x="6723" y="24649"/>
                      </a:lnTo>
                      <a:cubicBezTo>
                        <a:pt x="5378" y="23305"/>
                        <a:pt x="4482" y="21512"/>
                        <a:pt x="4482" y="19719"/>
                      </a:cubicBezTo>
                      <a:lnTo>
                        <a:pt x="4482" y="17479"/>
                      </a:lnTo>
                      <a:cubicBezTo>
                        <a:pt x="4482" y="15238"/>
                        <a:pt x="6274" y="13445"/>
                        <a:pt x="8515" y="13445"/>
                      </a:cubicBezTo>
                      <a:cubicBezTo>
                        <a:pt x="10756" y="13445"/>
                        <a:pt x="12549" y="15238"/>
                        <a:pt x="12549" y="17479"/>
                      </a:cubicBezTo>
                      <a:lnTo>
                        <a:pt x="12549" y="20616"/>
                      </a:lnTo>
                      <a:cubicBezTo>
                        <a:pt x="12549" y="21960"/>
                        <a:pt x="13445" y="22857"/>
                        <a:pt x="14790" y="22857"/>
                      </a:cubicBezTo>
                      <a:cubicBezTo>
                        <a:pt x="16134" y="22857"/>
                        <a:pt x="17030" y="21960"/>
                        <a:pt x="17030" y="20616"/>
                      </a:cubicBezTo>
                      <a:lnTo>
                        <a:pt x="17030" y="17479"/>
                      </a:lnTo>
                      <a:cubicBezTo>
                        <a:pt x="17030" y="13445"/>
                        <a:pt x="14342" y="10308"/>
                        <a:pt x="10756" y="941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48" name="Group 2469">
                <a:extLst>
                  <a:ext uri="{FF2B5EF4-FFF2-40B4-BE49-F238E27FC236}">
                    <a16:creationId xmlns:a16="http://schemas.microsoft.com/office/drawing/2014/main" id="{64FCFD69-59F8-BE40-EE4B-FBC789A53C7C}"/>
                  </a:ext>
                  <a:ext uri="{C183D7F6-B498-43B3-948B-1728B52AA6E4}">
                    <adec:decorative xmlns:adec="http://schemas.microsoft.com/office/drawing/2017/decorative" val="1"/>
                  </a:ext>
                </a:extLst>
              </p:cNvPr>
              <p:cNvGrpSpPr>
                <a:grpSpLocks noChangeAspect="1"/>
              </p:cNvGrpSpPr>
              <p:nvPr/>
            </p:nvGrpSpPr>
            <p:grpSpPr>
              <a:xfrm>
                <a:off x="11183170" y="3817432"/>
                <a:ext cx="98597" cy="152378"/>
                <a:chOff x="11239670" y="1761741"/>
                <a:chExt cx="98597" cy="152378"/>
              </a:xfrm>
            </p:grpSpPr>
            <p:sp>
              <p:nvSpPr>
                <p:cNvPr id="1249" name="Freeform: Shape 5437">
                  <a:extLst>
                    <a:ext uri="{FF2B5EF4-FFF2-40B4-BE49-F238E27FC236}">
                      <a16:creationId xmlns:a16="http://schemas.microsoft.com/office/drawing/2014/main" id="{172914DA-599C-2B82-692B-35D9621D129B}"/>
                    </a:ext>
                  </a:extLst>
                </p:cNvPr>
                <p:cNvSpPr/>
                <p:nvPr/>
              </p:nvSpPr>
              <p:spPr>
                <a:xfrm>
                  <a:off x="11239670" y="1761741"/>
                  <a:ext cx="98597" cy="152378"/>
                </a:xfrm>
                <a:custGeom>
                  <a:avLst/>
                  <a:gdLst>
                    <a:gd name="connsiteX0" fmla="*/ 90082 w 98597"/>
                    <a:gd name="connsiteY0" fmla="*/ 0 h 152377"/>
                    <a:gd name="connsiteX1" fmla="*/ 8515 w 98597"/>
                    <a:gd name="connsiteY1" fmla="*/ 0 h 152377"/>
                    <a:gd name="connsiteX2" fmla="*/ 0 w 98597"/>
                    <a:gd name="connsiteY2" fmla="*/ 8515 h 152377"/>
                    <a:gd name="connsiteX3" fmla="*/ 0 w 98597"/>
                    <a:gd name="connsiteY3" fmla="*/ 143863 h 152377"/>
                    <a:gd name="connsiteX4" fmla="*/ 8515 w 98597"/>
                    <a:gd name="connsiteY4" fmla="*/ 152378 h 152377"/>
                    <a:gd name="connsiteX5" fmla="*/ 90082 w 98597"/>
                    <a:gd name="connsiteY5" fmla="*/ 152378 h 152377"/>
                    <a:gd name="connsiteX6" fmla="*/ 98597 w 98597"/>
                    <a:gd name="connsiteY6" fmla="*/ 143863 h 152377"/>
                    <a:gd name="connsiteX7" fmla="*/ 98597 w 98597"/>
                    <a:gd name="connsiteY7" fmla="*/ 8515 h 152377"/>
                    <a:gd name="connsiteX8" fmla="*/ 90082 w 98597"/>
                    <a:gd name="connsiteY8" fmla="*/ 0 h 152377"/>
                    <a:gd name="connsiteX9" fmla="*/ 8515 w 98597"/>
                    <a:gd name="connsiteY9" fmla="*/ 4482 h 152377"/>
                    <a:gd name="connsiteX10" fmla="*/ 90082 w 98597"/>
                    <a:gd name="connsiteY10" fmla="*/ 4482 h 152377"/>
                    <a:gd name="connsiteX11" fmla="*/ 94116 w 98597"/>
                    <a:gd name="connsiteY11" fmla="*/ 8515 h 152377"/>
                    <a:gd name="connsiteX12" fmla="*/ 94116 w 98597"/>
                    <a:gd name="connsiteY12" fmla="*/ 53780 h 152377"/>
                    <a:gd name="connsiteX13" fmla="*/ 4482 w 98597"/>
                    <a:gd name="connsiteY13" fmla="*/ 53780 h 152377"/>
                    <a:gd name="connsiteX14" fmla="*/ 4482 w 98597"/>
                    <a:gd name="connsiteY14" fmla="*/ 8515 h 152377"/>
                    <a:gd name="connsiteX15" fmla="*/ 8515 w 98597"/>
                    <a:gd name="connsiteY15" fmla="*/ 4482 h 152377"/>
                    <a:gd name="connsiteX16" fmla="*/ 31372 w 98597"/>
                    <a:gd name="connsiteY16" fmla="*/ 111594 h 152377"/>
                    <a:gd name="connsiteX17" fmla="*/ 31372 w 98597"/>
                    <a:gd name="connsiteY17" fmla="*/ 98149 h 152377"/>
                    <a:gd name="connsiteX18" fmla="*/ 67226 w 98597"/>
                    <a:gd name="connsiteY18" fmla="*/ 98149 h 152377"/>
                    <a:gd name="connsiteX19" fmla="*/ 67226 w 98597"/>
                    <a:gd name="connsiteY19" fmla="*/ 111594 h 152377"/>
                    <a:gd name="connsiteX20" fmla="*/ 50643 w 98597"/>
                    <a:gd name="connsiteY20" fmla="*/ 128177 h 152377"/>
                    <a:gd name="connsiteX21" fmla="*/ 48403 w 98597"/>
                    <a:gd name="connsiteY21" fmla="*/ 128177 h 152377"/>
                    <a:gd name="connsiteX22" fmla="*/ 31372 w 98597"/>
                    <a:gd name="connsiteY22" fmla="*/ 111594 h 152377"/>
                    <a:gd name="connsiteX23" fmla="*/ 71707 w 98597"/>
                    <a:gd name="connsiteY23" fmla="*/ 103079 h 152377"/>
                    <a:gd name="connsiteX24" fmla="*/ 80671 w 98597"/>
                    <a:gd name="connsiteY24" fmla="*/ 106216 h 152377"/>
                    <a:gd name="connsiteX25" fmla="*/ 71259 w 98597"/>
                    <a:gd name="connsiteY25" fmla="*/ 116076 h 152377"/>
                    <a:gd name="connsiteX26" fmla="*/ 71707 w 98597"/>
                    <a:gd name="connsiteY26" fmla="*/ 111594 h 152377"/>
                    <a:gd name="connsiteX27" fmla="*/ 71707 w 98597"/>
                    <a:gd name="connsiteY27" fmla="*/ 103079 h 152377"/>
                    <a:gd name="connsiteX28" fmla="*/ 68570 w 98597"/>
                    <a:gd name="connsiteY28" fmla="*/ 122799 h 152377"/>
                    <a:gd name="connsiteX29" fmla="*/ 72155 w 98597"/>
                    <a:gd name="connsiteY29" fmla="*/ 121006 h 152377"/>
                    <a:gd name="connsiteX30" fmla="*/ 84704 w 98597"/>
                    <a:gd name="connsiteY30" fmla="*/ 105320 h 152377"/>
                    <a:gd name="connsiteX31" fmla="*/ 71707 w 98597"/>
                    <a:gd name="connsiteY31" fmla="*/ 99046 h 152377"/>
                    <a:gd name="connsiteX32" fmla="*/ 71707 w 98597"/>
                    <a:gd name="connsiteY32" fmla="*/ 96357 h 152377"/>
                    <a:gd name="connsiteX33" fmla="*/ 69466 w 98597"/>
                    <a:gd name="connsiteY33" fmla="*/ 94116 h 152377"/>
                    <a:gd name="connsiteX34" fmla="*/ 29131 w 98597"/>
                    <a:gd name="connsiteY34" fmla="*/ 94116 h 152377"/>
                    <a:gd name="connsiteX35" fmla="*/ 26890 w 98597"/>
                    <a:gd name="connsiteY35" fmla="*/ 96357 h 152377"/>
                    <a:gd name="connsiteX36" fmla="*/ 26890 w 98597"/>
                    <a:gd name="connsiteY36" fmla="*/ 112043 h 152377"/>
                    <a:gd name="connsiteX37" fmla="*/ 35406 w 98597"/>
                    <a:gd name="connsiteY37" fmla="*/ 128625 h 152377"/>
                    <a:gd name="connsiteX38" fmla="*/ 4482 w 98597"/>
                    <a:gd name="connsiteY38" fmla="*/ 128625 h 152377"/>
                    <a:gd name="connsiteX39" fmla="*/ 4482 w 98597"/>
                    <a:gd name="connsiteY39" fmla="*/ 58262 h 152377"/>
                    <a:gd name="connsiteX40" fmla="*/ 30924 w 98597"/>
                    <a:gd name="connsiteY40" fmla="*/ 58262 h 152377"/>
                    <a:gd name="connsiteX41" fmla="*/ 30924 w 98597"/>
                    <a:gd name="connsiteY41" fmla="*/ 75293 h 152377"/>
                    <a:gd name="connsiteX42" fmla="*/ 33165 w 98597"/>
                    <a:gd name="connsiteY42" fmla="*/ 77533 h 152377"/>
                    <a:gd name="connsiteX43" fmla="*/ 37198 w 98597"/>
                    <a:gd name="connsiteY43" fmla="*/ 77533 h 152377"/>
                    <a:gd name="connsiteX44" fmla="*/ 37198 w 98597"/>
                    <a:gd name="connsiteY44" fmla="*/ 84704 h 152377"/>
                    <a:gd name="connsiteX45" fmla="*/ 39439 w 98597"/>
                    <a:gd name="connsiteY45" fmla="*/ 86945 h 152377"/>
                    <a:gd name="connsiteX46" fmla="*/ 41680 w 98597"/>
                    <a:gd name="connsiteY46" fmla="*/ 84704 h 152377"/>
                    <a:gd name="connsiteX47" fmla="*/ 41680 w 98597"/>
                    <a:gd name="connsiteY47" fmla="*/ 77533 h 152377"/>
                    <a:gd name="connsiteX48" fmla="*/ 56469 w 98597"/>
                    <a:gd name="connsiteY48" fmla="*/ 77533 h 152377"/>
                    <a:gd name="connsiteX49" fmla="*/ 56469 w 98597"/>
                    <a:gd name="connsiteY49" fmla="*/ 84704 h 152377"/>
                    <a:gd name="connsiteX50" fmla="*/ 58710 w 98597"/>
                    <a:gd name="connsiteY50" fmla="*/ 86945 h 152377"/>
                    <a:gd name="connsiteX51" fmla="*/ 60951 w 98597"/>
                    <a:gd name="connsiteY51" fmla="*/ 84704 h 152377"/>
                    <a:gd name="connsiteX52" fmla="*/ 60951 w 98597"/>
                    <a:gd name="connsiteY52" fmla="*/ 77533 h 152377"/>
                    <a:gd name="connsiteX53" fmla="*/ 64985 w 98597"/>
                    <a:gd name="connsiteY53" fmla="*/ 77533 h 152377"/>
                    <a:gd name="connsiteX54" fmla="*/ 67226 w 98597"/>
                    <a:gd name="connsiteY54" fmla="*/ 75293 h 152377"/>
                    <a:gd name="connsiteX55" fmla="*/ 67226 w 98597"/>
                    <a:gd name="connsiteY55" fmla="*/ 58262 h 152377"/>
                    <a:gd name="connsiteX56" fmla="*/ 93668 w 98597"/>
                    <a:gd name="connsiteY56" fmla="*/ 58262 h 152377"/>
                    <a:gd name="connsiteX57" fmla="*/ 93668 w 98597"/>
                    <a:gd name="connsiteY57" fmla="*/ 128625 h 152377"/>
                    <a:gd name="connsiteX58" fmla="*/ 62744 w 98597"/>
                    <a:gd name="connsiteY58" fmla="*/ 128625 h 152377"/>
                    <a:gd name="connsiteX59" fmla="*/ 68570 w 98597"/>
                    <a:gd name="connsiteY59" fmla="*/ 122799 h 152377"/>
                    <a:gd name="connsiteX60" fmla="*/ 63192 w 98597"/>
                    <a:gd name="connsiteY60" fmla="*/ 58262 h 152377"/>
                    <a:gd name="connsiteX61" fmla="*/ 63192 w 98597"/>
                    <a:gd name="connsiteY61" fmla="*/ 73052 h 152377"/>
                    <a:gd name="connsiteX62" fmla="*/ 35406 w 98597"/>
                    <a:gd name="connsiteY62" fmla="*/ 73052 h 152377"/>
                    <a:gd name="connsiteX63" fmla="*/ 35406 w 98597"/>
                    <a:gd name="connsiteY63" fmla="*/ 58262 h 152377"/>
                    <a:gd name="connsiteX64" fmla="*/ 63192 w 98597"/>
                    <a:gd name="connsiteY64" fmla="*/ 58262 h 152377"/>
                    <a:gd name="connsiteX65" fmla="*/ 90082 w 98597"/>
                    <a:gd name="connsiteY65" fmla="*/ 147896 h 152377"/>
                    <a:gd name="connsiteX66" fmla="*/ 8515 w 98597"/>
                    <a:gd name="connsiteY66" fmla="*/ 147896 h 152377"/>
                    <a:gd name="connsiteX67" fmla="*/ 4482 w 98597"/>
                    <a:gd name="connsiteY67" fmla="*/ 143863 h 152377"/>
                    <a:gd name="connsiteX68" fmla="*/ 4482 w 98597"/>
                    <a:gd name="connsiteY68" fmla="*/ 133107 h 152377"/>
                    <a:gd name="connsiteX69" fmla="*/ 47955 w 98597"/>
                    <a:gd name="connsiteY69" fmla="*/ 133107 h 152377"/>
                    <a:gd name="connsiteX70" fmla="*/ 50195 w 98597"/>
                    <a:gd name="connsiteY70" fmla="*/ 133107 h 152377"/>
                    <a:gd name="connsiteX71" fmla="*/ 93668 w 98597"/>
                    <a:gd name="connsiteY71" fmla="*/ 133107 h 152377"/>
                    <a:gd name="connsiteX72" fmla="*/ 93668 w 98597"/>
                    <a:gd name="connsiteY72" fmla="*/ 143863 h 152377"/>
                    <a:gd name="connsiteX73" fmla="*/ 90082 w 98597"/>
                    <a:gd name="connsiteY73" fmla="*/ 147896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98597" h="152377">
                      <a:moveTo>
                        <a:pt x="90082" y="0"/>
                      </a:moveTo>
                      <a:lnTo>
                        <a:pt x="8515" y="0"/>
                      </a:lnTo>
                      <a:cubicBezTo>
                        <a:pt x="3586" y="0"/>
                        <a:pt x="0" y="4034"/>
                        <a:pt x="0" y="8515"/>
                      </a:cubicBezTo>
                      <a:lnTo>
                        <a:pt x="0" y="143863"/>
                      </a:lnTo>
                      <a:cubicBezTo>
                        <a:pt x="0" y="148793"/>
                        <a:pt x="4034" y="152378"/>
                        <a:pt x="8515" y="152378"/>
                      </a:cubicBezTo>
                      <a:lnTo>
                        <a:pt x="90082" y="152378"/>
                      </a:lnTo>
                      <a:cubicBezTo>
                        <a:pt x="95012" y="152378"/>
                        <a:pt x="98597" y="148344"/>
                        <a:pt x="98597" y="143863"/>
                      </a:cubicBezTo>
                      <a:lnTo>
                        <a:pt x="98597" y="8515"/>
                      </a:lnTo>
                      <a:cubicBezTo>
                        <a:pt x="98597" y="3585"/>
                        <a:pt x="94564" y="0"/>
                        <a:pt x="90082" y="0"/>
                      </a:cubicBezTo>
                      <a:close/>
                      <a:moveTo>
                        <a:pt x="8515" y="4482"/>
                      </a:moveTo>
                      <a:lnTo>
                        <a:pt x="90082" y="4482"/>
                      </a:lnTo>
                      <a:cubicBezTo>
                        <a:pt x="92323" y="4482"/>
                        <a:pt x="94116" y="6274"/>
                        <a:pt x="94116" y="8515"/>
                      </a:cubicBezTo>
                      <a:lnTo>
                        <a:pt x="94116" y="53780"/>
                      </a:lnTo>
                      <a:lnTo>
                        <a:pt x="4482" y="53780"/>
                      </a:lnTo>
                      <a:lnTo>
                        <a:pt x="4482" y="8515"/>
                      </a:lnTo>
                      <a:cubicBezTo>
                        <a:pt x="4482" y="6274"/>
                        <a:pt x="6274" y="4482"/>
                        <a:pt x="8515" y="4482"/>
                      </a:cubicBezTo>
                      <a:close/>
                      <a:moveTo>
                        <a:pt x="31372" y="111594"/>
                      </a:moveTo>
                      <a:lnTo>
                        <a:pt x="31372" y="98149"/>
                      </a:lnTo>
                      <a:lnTo>
                        <a:pt x="67226" y="98149"/>
                      </a:lnTo>
                      <a:lnTo>
                        <a:pt x="67226" y="111594"/>
                      </a:lnTo>
                      <a:cubicBezTo>
                        <a:pt x="67226" y="121006"/>
                        <a:pt x="59607" y="128177"/>
                        <a:pt x="50643" y="128177"/>
                      </a:cubicBezTo>
                      <a:lnTo>
                        <a:pt x="48403" y="128177"/>
                      </a:lnTo>
                      <a:cubicBezTo>
                        <a:pt x="38543" y="128625"/>
                        <a:pt x="31372" y="121006"/>
                        <a:pt x="31372" y="111594"/>
                      </a:cubicBezTo>
                      <a:close/>
                      <a:moveTo>
                        <a:pt x="71707" y="103079"/>
                      </a:moveTo>
                      <a:cubicBezTo>
                        <a:pt x="76189" y="103079"/>
                        <a:pt x="79775" y="103079"/>
                        <a:pt x="80671" y="106216"/>
                      </a:cubicBezTo>
                      <a:cubicBezTo>
                        <a:pt x="82015" y="110250"/>
                        <a:pt x="77086" y="113387"/>
                        <a:pt x="71259" y="116076"/>
                      </a:cubicBezTo>
                      <a:cubicBezTo>
                        <a:pt x="71707" y="114732"/>
                        <a:pt x="71707" y="112939"/>
                        <a:pt x="71707" y="111594"/>
                      </a:cubicBezTo>
                      <a:lnTo>
                        <a:pt x="71707" y="103079"/>
                      </a:lnTo>
                      <a:close/>
                      <a:moveTo>
                        <a:pt x="68570" y="122799"/>
                      </a:moveTo>
                      <a:cubicBezTo>
                        <a:pt x="69466" y="122351"/>
                        <a:pt x="70811" y="121454"/>
                        <a:pt x="72155" y="121006"/>
                      </a:cubicBezTo>
                      <a:cubicBezTo>
                        <a:pt x="77982" y="117869"/>
                        <a:pt x="87393" y="113387"/>
                        <a:pt x="84704" y="105320"/>
                      </a:cubicBezTo>
                      <a:cubicBezTo>
                        <a:pt x="82911" y="99046"/>
                        <a:pt x="76189" y="99046"/>
                        <a:pt x="71707" y="99046"/>
                      </a:cubicBezTo>
                      <a:lnTo>
                        <a:pt x="71707" y="96357"/>
                      </a:lnTo>
                      <a:cubicBezTo>
                        <a:pt x="71707" y="95012"/>
                        <a:pt x="70811" y="94116"/>
                        <a:pt x="69466" y="94116"/>
                      </a:cubicBezTo>
                      <a:lnTo>
                        <a:pt x="29131" y="94116"/>
                      </a:lnTo>
                      <a:cubicBezTo>
                        <a:pt x="27787" y="94116"/>
                        <a:pt x="26890" y="95012"/>
                        <a:pt x="26890" y="96357"/>
                      </a:cubicBezTo>
                      <a:lnTo>
                        <a:pt x="26890" y="112043"/>
                      </a:lnTo>
                      <a:cubicBezTo>
                        <a:pt x="26890" y="118765"/>
                        <a:pt x="30028" y="125040"/>
                        <a:pt x="35406" y="128625"/>
                      </a:cubicBezTo>
                      <a:lnTo>
                        <a:pt x="4482" y="128625"/>
                      </a:lnTo>
                      <a:lnTo>
                        <a:pt x="4482" y="58262"/>
                      </a:lnTo>
                      <a:lnTo>
                        <a:pt x="30924" y="58262"/>
                      </a:lnTo>
                      <a:lnTo>
                        <a:pt x="30924" y="75293"/>
                      </a:lnTo>
                      <a:cubicBezTo>
                        <a:pt x="30924" y="76637"/>
                        <a:pt x="31820" y="77533"/>
                        <a:pt x="33165" y="77533"/>
                      </a:cubicBezTo>
                      <a:lnTo>
                        <a:pt x="37198" y="77533"/>
                      </a:lnTo>
                      <a:lnTo>
                        <a:pt x="37198" y="84704"/>
                      </a:lnTo>
                      <a:cubicBezTo>
                        <a:pt x="37198" y="86049"/>
                        <a:pt x="38094" y="86945"/>
                        <a:pt x="39439" y="86945"/>
                      </a:cubicBezTo>
                      <a:cubicBezTo>
                        <a:pt x="40783" y="86945"/>
                        <a:pt x="41680" y="86049"/>
                        <a:pt x="41680" y="84704"/>
                      </a:cubicBezTo>
                      <a:lnTo>
                        <a:pt x="41680" y="77533"/>
                      </a:lnTo>
                      <a:lnTo>
                        <a:pt x="56469" y="77533"/>
                      </a:lnTo>
                      <a:lnTo>
                        <a:pt x="56469" y="84704"/>
                      </a:lnTo>
                      <a:cubicBezTo>
                        <a:pt x="56469" y="86049"/>
                        <a:pt x="57366" y="86945"/>
                        <a:pt x="58710" y="86945"/>
                      </a:cubicBezTo>
                      <a:cubicBezTo>
                        <a:pt x="60055" y="86945"/>
                        <a:pt x="60951" y="86049"/>
                        <a:pt x="60951" y="84704"/>
                      </a:cubicBezTo>
                      <a:lnTo>
                        <a:pt x="60951" y="77533"/>
                      </a:lnTo>
                      <a:lnTo>
                        <a:pt x="64985" y="77533"/>
                      </a:lnTo>
                      <a:cubicBezTo>
                        <a:pt x="66329" y="77533"/>
                        <a:pt x="67226" y="76637"/>
                        <a:pt x="67226" y="75293"/>
                      </a:cubicBezTo>
                      <a:lnTo>
                        <a:pt x="67226" y="58262"/>
                      </a:lnTo>
                      <a:lnTo>
                        <a:pt x="93668" y="58262"/>
                      </a:lnTo>
                      <a:lnTo>
                        <a:pt x="93668" y="128625"/>
                      </a:lnTo>
                      <a:lnTo>
                        <a:pt x="62744" y="128625"/>
                      </a:lnTo>
                      <a:cubicBezTo>
                        <a:pt x="65433" y="126832"/>
                        <a:pt x="67226" y="125040"/>
                        <a:pt x="68570" y="122799"/>
                      </a:cubicBezTo>
                      <a:close/>
                      <a:moveTo>
                        <a:pt x="63192" y="58262"/>
                      </a:moveTo>
                      <a:lnTo>
                        <a:pt x="63192" y="73052"/>
                      </a:lnTo>
                      <a:lnTo>
                        <a:pt x="35406" y="73052"/>
                      </a:lnTo>
                      <a:lnTo>
                        <a:pt x="35406" y="58262"/>
                      </a:lnTo>
                      <a:lnTo>
                        <a:pt x="63192" y="58262"/>
                      </a:lnTo>
                      <a:close/>
                      <a:moveTo>
                        <a:pt x="90082" y="147896"/>
                      </a:moveTo>
                      <a:lnTo>
                        <a:pt x="8515" y="147896"/>
                      </a:lnTo>
                      <a:cubicBezTo>
                        <a:pt x="6274" y="147896"/>
                        <a:pt x="4482" y="146104"/>
                        <a:pt x="4482" y="143863"/>
                      </a:cubicBezTo>
                      <a:lnTo>
                        <a:pt x="4482" y="133107"/>
                      </a:lnTo>
                      <a:lnTo>
                        <a:pt x="47955" y="133107"/>
                      </a:lnTo>
                      <a:lnTo>
                        <a:pt x="50195" y="133107"/>
                      </a:lnTo>
                      <a:lnTo>
                        <a:pt x="93668" y="133107"/>
                      </a:lnTo>
                      <a:lnTo>
                        <a:pt x="93668" y="143863"/>
                      </a:lnTo>
                      <a:cubicBezTo>
                        <a:pt x="94116" y="145655"/>
                        <a:pt x="92323" y="147896"/>
                        <a:pt x="90082" y="14789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50" name="Freeform: Shape 5438">
                  <a:extLst>
                    <a:ext uri="{FF2B5EF4-FFF2-40B4-BE49-F238E27FC236}">
                      <a16:creationId xmlns:a16="http://schemas.microsoft.com/office/drawing/2014/main" id="{4FB2C2C9-FF24-D05A-FDEC-77C21C9D24E3}"/>
                    </a:ext>
                  </a:extLst>
                </p:cNvPr>
                <p:cNvSpPr/>
                <p:nvPr/>
              </p:nvSpPr>
              <p:spPr>
                <a:xfrm>
                  <a:off x="11270594" y="1775186"/>
                  <a:ext cx="35854" cy="17927"/>
                </a:xfrm>
                <a:custGeom>
                  <a:avLst/>
                  <a:gdLst>
                    <a:gd name="connsiteX0" fmla="*/ 2241 w 35853"/>
                    <a:gd name="connsiteY0" fmla="*/ 17927 h 17926"/>
                    <a:gd name="connsiteX1" fmla="*/ 34509 w 35853"/>
                    <a:gd name="connsiteY1" fmla="*/ 17927 h 17926"/>
                    <a:gd name="connsiteX2" fmla="*/ 36750 w 35853"/>
                    <a:gd name="connsiteY2" fmla="*/ 15686 h 17926"/>
                    <a:gd name="connsiteX3" fmla="*/ 36750 w 35853"/>
                    <a:gd name="connsiteY3" fmla="*/ 2241 h 17926"/>
                    <a:gd name="connsiteX4" fmla="*/ 34509 w 35853"/>
                    <a:gd name="connsiteY4" fmla="*/ 0 h 17926"/>
                    <a:gd name="connsiteX5" fmla="*/ 2241 w 35853"/>
                    <a:gd name="connsiteY5" fmla="*/ 0 h 17926"/>
                    <a:gd name="connsiteX6" fmla="*/ 0 w 35853"/>
                    <a:gd name="connsiteY6" fmla="*/ 2241 h 17926"/>
                    <a:gd name="connsiteX7" fmla="*/ 0 w 35853"/>
                    <a:gd name="connsiteY7" fmla="*/ 15686 h 17926"/>
                    <a:gd name="connsiteX8" fmla="*/ 2241 w 35853"/>
                    <a:gd name="connsiteY8" fmla="*/ 17927 h 17926"/>
                    <a:gd name="connsiteX9" fmla="*/ 4482 w 35853"/>
                    <a:gd name="connsiteY9" fmla="*/ 4482 h 17926"/>
                    <a:gd name="connsiteX10" fmla="*/ 32268 w 35853"/>
                    <a:gd name="connsiteY10" fmla="*/ 4482 h 17926"/>
                    <a:gd name="connsiteX11" fmla="*/ 32268 w 35853"/>
                    <a:gd name="connsiteY11" fmla="*/ 13445 h 17926"/>
                    <a:gd name="connsiteX12" fmla="*/ 4482 w 35853"/>
                    <a:gd name="connsiteY12" fmla="*/ 13445 h 17926"/>
                    <a:gd name="connsiteX13" fmla="*/ 4482 w 35853"/>
                    <a:gd name="connsiteY13" fmla="*/ 4482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853" h="17926">
                      <a:moveTo>
                        <a:pt x="2241" y="17927"/>
                      </a:moveTo>
                      <a:lnTo>
                        <a:pt x="34509" y="17927"/>
                      </a:lnTo>
                      <a:cubicBezTo>
                        <a:pt x="35854" y="17927"/>
                        <a:pt x="36750" y="17030"/>
                        <a:pt x="36750" y="15686"/>
                      </a:cubicBezTo>
                      <a:lnTo>
                        <a:pt x="36750" y="2241"/>
                      </a:lnTo>
                      <a:cubicBezTo>
                        <a:pt x="36750" y="896"/>
                        <a:pt x="35854" y="0"/>
                        <a:pt x="34509" y="0"/>
                      </a:cubicBezTo>
                      <a:lnTo>
                        <a:pt x="2241" y="0"/>
                      </a:lnTo>
                      <a:cubicBezTo>
                        <a:pt x="896" y="0"/>
                        <a:pt x="0" y="896"/>
                        <a:pt x="0" y="2241"/>
                      </a:cubicBezTo>
                      <a:lnTo>
                        <a:pt x="0" y="15686"/>
                      </a:lnTo>
                      <a:cubicBezTo>
                        <a:pt x="0" y="16582"/>
                        <a:pt x="896" y="17927"/>
                        <a:pt x="2241" y="17927"/>
                      </a:cubicBezTo>
                      <a:close/>
                      <a:moveTo>
                        <a:pt x="4482" y="4482"/>
                      </a:moveTo>
                      <a:lnTo>
                        <a:pt x="32268" y="4482"/>
                      </a:lnTo>
                      <a:lnTo>
                        <a:pt x="32268" y="13445"/>
                      </a:lnTo>
                      <a:lnTo>
                        <a:pt x="4482" y="13445"/>
                      </a:lnTo>
                      <a:lnTo>
                        <a:pt x="4482" y="448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51" name="Freeform: Shape 5439">
                  <a:extLst>
                    <a:ext uri="{FF2B5EF4-FFF2-40B4-BE49-F238E27FC236}">
                      <a16:creationId xmlns:a16="http://schemas.microsoft.com/office/drawing/2014/main" id="{D66D1F5D-E0ED-C132-1B87-0E26BBFAA6F6}"/>
                    </a:ext>
                  </a:extLst>
                </p:cNvPr>
                <p:cNvSpPr/>
                <p:nvPr/>
              </p:nvSpPr>
              <p:spPr>
                <a:xfrm>
                  <a:off x="11266561" y="1802077"/>
                  <a:ext cx="44817" cy="4482"/>
                </a:xfrm>
                <a:custGeom>
                  <a:avLst/>
                  <a:gdLst>
                    <a:gd name="connsiteX0" fmla="*/ 2241 w 44817"/>
                    <a:gd name="connsiteY0" fmla="*/ 4482 h 4481"/>
                    <a:gd name="connsiteX1" fmla="*/ 42576 w 44817"/>
                    <a:gd name="connsiteY1" fmla="*/ 4482 h 4481"/>
                    <a:gd name="connsiteX2" fmla="*/ 44817 w 44817"/>
                    <a:gd name="connsiteY2" fmla="*/ 2241 h 4481"/>
                    <a:gd name="connsiteX3" fmla="*/ 42576 w 44817"/>
                    <a:gd name="connsiteY3" fmla="*/ 0 h 4481"/>
                    <a:gd name="connsiteX4" fmla="*/ 2241 w 44817"/>
                    <a:gd name="connsiteY4" fmla="*/ 0 h 4481"/>
                    <a:gd name="connsiteX5" fmla="*/ 0 w 44817"/>
                    <a:gd name="connsiteY5" fmla="*/ 2241 h 4481"/>
                    <a:gd name="connsiteX6" fmla="*/ 2241 w 44817"/>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7" h="4481">
                      <a:moveTo>
                        <a:pt x="2241" y="4482"/>
                      </a:moveTo>
                      <a:lnTo>
                        <a:pt x="42576" y="4482"/>
                      </a:lnTo>
                      <a:cubicBezTo>
                        <a:pt x="43921" y="4482"/>
                        <a:pt x="44817" y="3585"/>
                        <a:pt x="44817" y="2241"/>
                      </a:cubicBezTo>
                      <a:cubicBezTo>
                        <a:pt x="44817" y="896"/>
                        <a:pt x="43921" y="0"/>
                        <a:pt x="42576" y="0"/>
                      </a:cubicBezTo>
                      <a:lnTo>
                        <a:pt x="2241" y="0"/>
                      </a:lnTo>
                      <a:cubicBezTo>
                        <a:pt x="897" y="0"/>
                        <a:pt x="0" y="896"/>
                        <a:pt x="0" y="2241"/>
                      </a:cubicBezTo>
                      <a:cubicBezTo>
                        <a:pt x="0" y="3137"/>
                        <a:pt x="897" y="4482"/>
                        <a:pt x="2241"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52" name="Group 2470">
                <a:extLst>
                  <a:ext uri="{FF2B5EF4-FFF2-40B4-BE49-F238E27FC236}">
                    <a16:creationId xmlns:a16="http://schemas.microsoft.com/office/drawing/2014/main" id="{4CDFFF21-6521-E0E3-F1A6-C32FAF5E8BB1}"/>
                  </a:ext>
                  <a:ext uri="{C183D7F6-B498-43B3-948B-1728B52AA6E4}">
                    <adec:decorative xmlns:adec="http://schemas.microsoft.com/office/drawing/2017/decorative" val="1"/>
                  </a:ext>
                </a:extLst>
              </p:cNvPr>
              <p:cNvGrpSpPr>
                <a:grpSpLocks noChangeAspect="1"/>
              </p:cNvGrpSpPr>
              <p:nvPr/>
            </p:nvGrpSpPr>
            <p:grpSpPr>
              <a:xfrm>
                <a:off x="9061085" y="3859112"/>
                <a:ext cx="112043" cy="67226"/>
                <a:chOff x="9117585" y="1803421"/>
                <a:chExt cx="112043" cy="67226"/>
              </a:xfrm>
            </p:grpSpPr>
            <p:sp>
              <p:nvSpPr>
                <p:cNvPr id="1253" name="Freeform: Shape 5427">
                  <a:extLst>
                    <a:ext uri="{FF2B5EF4-FFF2-40B4-BE49-F238E27FC236}">
                      <a16:creationId xmlns:a16="http://schemas.microsoft.com/office/drawing/2014/main" id="{D25FE253-F8B4-4B55-291A-7A5FD74421EE}"/>
                    </a:ext>
                  </a:extLst>
                </p:cNvPr>
                <p:cNvSpPr/>
                <p:nvPr/>
              </p:nvSpPr>
              <p:spPr>
                <a:xfrm>
                  <a:off x="9117585" y="1803421"/>
                  <a:ext cx="4482" cy="67226"/>
                </a:xfrm>
                <a:custGeom>
                  <a:avLst/>
                  <a:gdLst>
                    <a:gd name="connsiteX0" fmla="*/ 0 w 4481"/>
                    <a:gd name="connsiteY0" fmla="*/ 0 h 67225"/>
                    <a:gd name="connsiteX1" fmla="*/ 4482 w 4481"/>
                    <a:gd name="connsiteY1" fmla="*/ 0 h 67225"/>
                    <a:gd name="connsiteX2" fmla="*/ 4482 w 4481"/>
                    <a:gd name="connsiteY2" fmla="*/ 67226 h 67225"/>
                    <a:gd name="connsiteX3" fmla="*/ 0 w 4481"/>
                    <a:gd name="connsiteY3" fmla="*/ 67226 h 67225"/>
                  </a:gdLst>
                  <a:ahLst/>
                  <a:cxnLst>
                    <a:cxn ang="0">
                      <a:pos x="connsiteX0" y="connsiteY0"/>
                    </a:cxn>
                    <a:cxn ang="0">
                      <a:pos x="connsiteX1" y="connsiteY1"/>
                    </a:cxn>
                    <a:cxn ang="0">
                      <a:pos x="connsiteX2" y="connsiteY2"/>
                    </a:cxn>
                    <a:cxn ang="0">
                      <a:pos x="connsiteX3" y="connsiteY3"/>
                    </a:cxn>
                  </a:cxnLst>
                  <a:rect l="l" t="t" r="r" b="b"/>
                  <a:pathLst>
                    <a:path w="4481" h="67225">
                      <a:moveTo>
                        <a:pt x="0" y="0"/>
                      </a:moveTo>
                      <a:lnTo>
                        <a:pt x="4482" y="0"/>
                      </a:lnTo>
                      <a:lnTo>
                        <a:pt x="4482" y="67226"/>
                      </a:lnTo>
                      <a:lnTo>
                        <a:pt x="0" y="6722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54" name="Freeform: Shape 5428">
                  <a:extLst>
                    <a:ext uri="{FF2B5EF4-FFF2-40B4-BE49-F238E27FC236}">
                      <a16:creationId xmlns:a16="http://schemas.microsoft.com/office/drawing/2014/main" id="{05B7C9E3-D2F5-F56B-37FD-0F369322C9E1}"/>
                    </a:ext>
                  </a:extLst>
                </p:cNvPr>
                <p:cNvSpPr/>
                <p:nvPr/>
              </p:nvSpPr>
              <p:spPr>
                <a:xfrm>
                  <a:off x="9131478" y="1803421"/>
                  <a:ext cx="4482" cy="67226"/>
                </a:xfrm>
                <a:custGeom>
                  <a:avLst/>
                  <a:gdLst>
                    <a:gd name="connsiteX0" fmla="*/ 0 w 4481"/>
                    <a:gd name="connsiteY0" fmla="*/ 0 h 67225"/>
                    <a:gd name="connsiteX1" fmla="*/ 4482 w 4481"/>
                    <a:gd name="connsiteY1" fmla="*/ 0 h 67225"/>
                    <a:gd name="connsiteX2" fmla="*/ 4482 w 4481"/>
                    <a:gd name="connsiteY2" fmla="*/ 67226 h 67225"/>
                    <a:gd name="connsiteX3" fmla="*/ 0 w 4481"/>
                    <a:gd name="connsiteY3" fmla="*/ 67226 h 67225"/>
                  </a:gdLst>
                  <a:ahLst/>
                  <a:cxnLst>
                    <a:cxn ang="0">
                      <a:pos x="connsiteX0" y="connsiteY0"/>
                    </a:cxn>
                    <a:cxn ang="0">
                      <a:pos x="connsiteX1" y="connsiteY1"/>
                    </a:cxn>
                    <a:cxn ang="0">
                      <a:pos x="connsiteX2" y="connsiteY2"/>
                    </a:cxn>
                    <a:cxn ang="0">
                      <a:pos x="connsiteX3" y="connsiteY3"/>
                    </a:cxn>
                  </a:cxnLst>
                  <a:rect l="l" t="t" r="r" b="b"/>
                  <a:pathLst>
                    <a:path w="4481" h="67225">
                      <a:moveTo>
                        <a:pt x="0" y="0"/>
                      </a:moveTo>
                      <a:lnTo>
                        <a:pt x="4482" y="0"/>
                      </a:lnTo>
                      <a:lnTo>
                        <a:pt x="4482" y="67226"/>
                      </a:lnTo>
                      <a:lnTo>
                        <a:pt x="0" y="6722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55" name="Freeform: Shape 5429">
                  <a:extLst>
                    <a:ext uri="{FF2B5EF4-FFF2-40B4-BE49-F238E27FC236}">
                      <a16:creationId xmlns:a16="http://schemas.microsoft.com/office/drawing/2014/main" id="{62AC70E2-0A5C-4485-F01F-D2BDCE5C7BCF}"/>
                    </a:ext>
                  </a:extLst>
                </p:cNvPr>
                <p:cNvSpPr/>
                <p:nvPr/>
              </p:nvSpPr>
              <p:spPr>
                <a:xfrm>
                  <a:off x="9166884" y="1803421"/>
                  <a:ext cx="4482" cy="67226"/>
                </a:xfrm>
                <a:custGeom>
                  <a:avLst/>
                  <a:gdLst>
                    <a:gd name="connsiteX0" fmla="*/ 0 w 4481"/>
                    <a:gd name="connsiteY0" fmla="*/ 0 h 67225"/>
                    <a:gd name="connsiteX1" fmla="*/ 4482 w 4481"/>
                    <a:gd name="connsiteY1" fmla="*/ 0 h 67225"/>
                    <a:gd name="connsiteX2" fmla="*/ 4482 w 4481"/>
                    <a:gd name="connsiteY2" fmla="*/ 67226 h 67225"/>
                    <a:gd name="connsiteX3" fmla="*/ 0 w 4481"/>
                    <a:gd name="connsiteY3" fmla="*/ 67226 h 67225"/>
                  </a:gdLst>
                  <a:ahLst/>
                  <a:cxnLst>
                    <a:cxn ang="0">
                      <a:pos x="connsiteX0" y="connsiteY0"/>
                    </a:cxn>
                    <a:cxn ang="0">
                      <a:pos x="connsiteX1" y="connsiteY1"/>
                    </a:cxn>
                    <a:cxn ang="0">
                      <a:pos x="connsiteX2" y="connsiteY2"/>
                    </a:cxn>
                    <a:cxn ang="0">
                      <a:pos x="connsiteX3" y="connsiteY3"/>
                    </a:cxn>
                  </a:cxnLst>
                  <a:rect l="l" t="t" r="r" b="b"/>
                  <a:pathLst>
                    <a:path w="4481" h="67225">
                      <a:moveTo>
                        <a:pt x="0" y="0"/>
                      </a:moveTo>
                      <a:lnTo>
                        <a:pt x="4482" y="0"/>
                      </a:lnTo>
                      <a:lnTo>
                        <a:pt x="4482" y="67226"/>
                      </a:lnTo>
                      <a:lnTo>
                        <a:pt x="0" y="6722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56" name="Freeform: Shape 5430">
                  <a:extLst>
                    <a:ext uri="{FF2B5EF4-FFF2-40B4-BE49-F238E27FC236}">
                      <a16:creationId xmlns:a16="http://schemas.microsoft.com/office/drawing/2014/main" id="{562D8A78-1F21-55AE-E065-11EAE19359A7}"/>
                    </a:ext>
                  </a:extLst>
                </p:cNvPr>
                <p:cNvSpPr/>
                <p:nvPr/>
              </p:nvSpPr>
              <p:spPr>
                <a:xfrm>
                  <a:off x="9126548" y="1803421"/>
                  <a:ext cx="4482" cy="67226"/>
                </a:xfrm>
                <a:custGeom>
                  <a:avLst/>
                  <a:gdLst>
                    <a:gd name="connsiteX0" fmla="*/ 0 w 4481"/>
                    <a:gd name="connsiteY0" fmla="*/ 0 h 67225"/>
                    <a:gd name="connsiteX1" fmla="*/ 4482 w 4481"/>
                    <a:gd name="connsiteY1" fmla="*/ 0 h 67225"/>
                    <a:gd name="connsiteX2" fmla="*/ 4482 w 4481"/>
                    <a:gd name="connsiteY2" fmla="*/ 67226 h 67225"/>
                    <a:gd name="connsiteX3" fmla="*/ 0 w 4481"/>
                    <a:gd name="connsiteY3" fmla="*/ 67226 h 67225"/>
                  </a:gdLst>
                  <a:ahLst/>
                  <a:cxnLst>
                    <a:cxn ang="0">
                      <a:pos x="connsiteX0" y="connsiteY0"/>
                    </a:cxn>
                    <a:cxn ang="0">
                      <a:pos x="connsiteX1" y="connsiteY1"/>
                    </a:cxn>
                    <a:cxn ang="0">
                      <a:pos x="connsiteX2" y="connsiteY2"/>
                    </a:cxn>
                    <a:cxn ang="0">
                      <a:pos x="connsiteX3" y="connsiteY3"/>
                    </a:cxn>
                  </a:cxnLst>
                  <a:rect l="l" t="t" r="r" b="b"/>
                  <a:pathLst>
                    <a:path w="4481" h="67225">
                      <a:moveTo>
                        <a:pt x="0" y="0"/>
                      </a:moveTo>
                      <a:lnTo>
                        <a:pt x="4482" y="0"/>
                      </a:lnTo>
                      <a:lnTo>
                        <a:pt x="4482" y="67226"/>
                      </a:lnTo>
                      <a:lnTo>
                        <a:pt x="0" y="6722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57" name="Freeform: Shape 5431">
                  <a:extLst>
                    <a:ext uri="{FF2B5EF4-FFF2-40B4-BE49-F238E27FC236}">
                      <a16:creationId xmlns:a16="http://schemas.microsoft.com/office/drawing/2014/main" id="{DCD5C55B-02EA-F87B-7B3B-C643B3F7C345}"/>
                    </a:ext>
                  </a:extLst>
                </p:cNvPr>
                <p:cNvSpPr/>
                <p:nvPr/>
              </p:nvSpPr>
              <p:spPr>
                <a:xfrm>
                  <a:off x="9200496" y="1803421"/>
                  <a:ext cx="4482" cy="67226"/>
                </a:xfrm>
                <a:custGeom>
                  <a:avLst/>
                  <a:gdLst>
                    <a:gd name="connsiteX0" fmla="*/ 0 w 4481"/>
                    <a:gd name="connsiteY0" fmla="*/ 0 h 67225"/>
                    <a:gd name="connsiteX1" fmla="*/ 4482 w 4481"/>
                    <a:gd name="connsiteY1" fmla="*/ 0 h 67225"/>
                    <a:gd name="connsiteX2" fmla="*/ 4482 w 4481"/>
                    <a:gd name="connsiteY2" fmla="*/ 67226 h 67225"/>
                    <a:gd name="connsiteX3" fmla="*/ 0 w 4481"/>
                    <a:gd name="connsiteY3" fmla="*/ 67226 h 67225"/>
                  </a:gdLst>
                  <a:ahLst/>
                  <a:cxnLst>
                    <a:cxn ang="0">
                      <a:pos x="connsiteX0" y="connsiteY0"/>
                    </a:cxn>
                    <a:cxn ang="0">
                      <a:pos x="connsiteX1" y="connsiteY1"/>
                    </a:cxn>
                    <a:cxn ang="0">
                      <a:pos x="connsiteX2" y="connsiteY2"/>
                    </a:cxn>
                    <a:cxn ang="0">
                      <a:pos x="connsiteX3" y="connsiteY3"/>
                    </a:cxn>
                  </a:cxnLst>
                  <a:rect l="l" t="t" r="r" b="b"/>
                  <a:pathLst>
                    <a:path w="4481" h="67225">
                      <a:moveTo>
                        <a:pt x="0" y="0"/>
                      </a:moveTo>
                      <a:lnTo>
                        <a:pt x="4482" y="0"/>
                      </a:lnTo>
                      <a:lnTo>
                        <a:pt x="4482" y="67226"/>
                      </a:lnTo>
                      <a:lnTo>
                        <a:pt x="0" y="6722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58" name="Freeform: Shape 5432">
                  <a:extLst>
                    <a:ext uri="{FF2B5EF4-FFF2-40B4-BE49-F238E27FC236}">
                      <a16:creationId xmlns:a16="http://schemas.microsoft.com/office/drawing/2014/main" id="{23170EAD-73BD-361E-2F16-1F3E72602922}"/>
                    </a:ext>
                  </a:extLst>
                </p:cNvPr>
                <p:cNvSpPr/>
                <p:nvPr/>
              </p:nvSpPr>
              <p:spPr>
                <a:xfrm>
                  <a:off x="9218423" y="1803421"/>
                  <a:ext cx="4482" cy="67226"/>
                </a:xfrm>
                <a:custGeom>
                  <a:avLst/>
                  <a:gdLst>
                    <a:gd name="connsiteX0" fmla="*/ 0 w 4481"/>
                    <a:gd name="connsiteY0" fmla="*/ 0 h 67225"/>
                    <a:gd name="connsiteX1" fmla="*/ 4482 w 4481"/>
                    <a:gd name="connsiteY1" fmla="*/ 0 h 67225"/>
                    <a:gd name="connsiteX2" fmla="*/ 4482 w 4481"/>
                    <a:gd name="connsiteY2" fmla="*/ 67226 h 67225"/>
                    <a:gd name="connsiteX3" fmla="*/ 0 w 4481"/>
                    <a:gd name="connsiteY3" fmla="*/ 67226 h 67225"/>
                  </a:gdLst>
                  <a:ahLst/>
                  <a:cxnLst>
                    <a:cxn ang="0">
                      <a:pos x="connsiteX0" y="connsiteY0"/>
                    </a:cxn>
                    <a:cxn ang="0">
                      <a:pos x="connsiteX1" y="connsiteY1"/>
                    </a:cxn>
                    <a:cxn ang="0">
                      <a:pos x="connsiteX2" y="connsiteY2"/>
                    </a:cxn>
                    <a:cxn ang="0">
                      <a:pos x="connsiteX3" y="connsiteY3"/>
                    </a:cxn>
                  </a:cxnLst>
                  <a:rect l="l" t="t" r="r" b="b"/>
                  <a:pathLst>
                    <a:path w="4481" h="67225">
                      <a:moveTo>
                        <a:pt x="0" y="0"/>
                      </a:moveTo>
                      <a:lnTo>
                        <a:pt x="4482" y="0"/>
                      </a:lnTo>
                      <a:lnTo>
                        <a:pt x="4482" y="67226"/>
                      </a:lnTo>
                      <a:lnTo>
                        <a:pt x="0" y="6722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59" name="Freeform: Shape 5433">
                  <a:extLst>
                    <a:ext uri="{FF2B5EF4-FFF2-40B4-BE49-F238E27FC236}">
                      <a16:creationId xmlns:a16="http://schemas.microsoft.com/office/drawing/2014/main" id="{149B0DF2-F0B8-A31B-47D8-578A04275DC0}"/>
                    </a:ext>
                  </a:extLst>
                </p:cNvPr>
                <p:cNvSpPr/>
                <p:nvPr/>
              </p:nvSpPr>
              <p:spPr>
                <a:xfrm>
                  <a:off x="9151198" y="1803421"/>
                  <a:ext cx="4482" cy="67226"/>
                </a:xfrm>
                <a:custGeom>
                  <a:avLst/>
                  <a:gdLst>
                    <a:gd name="connsiteX0" fmla="*/ 0 w 4481"/>
                    <a:gd name="connsiteY0" fmla="*/ 0 h 67225"/>
                    <a:gd name="connsiteX1" fmla="*/ 4482 w 4481"/>
                    <a:gd name="connsiteY1" fmla="*/ 0 h 67225"/>
                    <a:gd name="connsiteX2" fmla="*/ 4482 w 4481"/>
                    <a:gd name="connsiteY2" fmla="*/ 67226 h 67225"/>
                    <a:gd name="connsiteX3" fmla="*/ 0 w 4481"/>
                    <a:gd name="connsiteY3" fmla="*/ 67226 h 67225"/>
                  </a:gdLst>
                  <a:ahLst/>
                  <a:cxnLst>
                    <a:cxn ang="0">
                      <a:pos x="connsiteX0" y="connsiteY0"/>
                    </a:cxn>
                    <a:cxn ang="0">
                      <a:pos x="connsiteX1" y="connsiteY1"/>
                    </a:cxn>
                    <a:cxn ang="0">
                      <a:pos x="connsiteX2" y="connsiteY2"/>
                    </a:cxn>
                    <a:cxn ang="0">
                      <a:pos x="connsiteX3" y="connsiteY3"/>
                    </a:cxn>
                  </a:cxnLst>
                  <a:rect l="l" t="t" r="r" b="b"/>
                  <a:pathLst>
                    <a:path w="4481" h="67225">
                      <a:moveTo>
                        <a:pt x="0" y="0"/>
                      </a:moveTo>
                      <a:lnTo>
                        <a:pt x="4482" y="0"/>
                      </a:lnTo>
                      <a:lnTo>
                        <a:pt x="4482" y="67226"/>
                      </a:lnTo>
                      <a:lnTo>
                        <a:pt x="0" y="6722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60" name="Freeform: Shape 5434">
                  <a:extLst>
                    <a:ext uri="{FF2B5EF4-FFF2-40B4-BE49-F238E27FC236}">
                      <a16:creationId xmlns:a16="http://schemas.microsoft.com/office/drawing/2014/main" id="{E64E7CAB-7977-0C70-88BC-67FD95697ADB}"/>
                    </a:ext>
                  </a:extLst>
                </p:cNvPr>
                <p:cNvSpPr/>
                <p:nvPr/>
              </p:nvSpPr>
              <p:spPr>
                <a:xfrm>
                  <a:off x="9187051" y="1803421"/>
                  <a:ext cx="4482" cy="67226"/>
                </a:xfrm>
                <a:custGeom>
                  <a:avLst/>
                  <a:gdLst>
                    <a:gd name="connsiteX0" fmla="*/ 0 w 4481"/>
                    <a:gd name="connsiteY0" fmla="*/ 0 h 67225"/>
                    <a:gd name="connsiteX1" fmla="*/ 4482 w 4481"/>
                    <a:gd name="connsiteY1" fmla="*/ 0 h 67225"/>
                    <a:gd name="connsiteX2" fmla="*/ 4482 w 4481"/>
                    <a:gd name="connsiteY2" fmla="*/ 67226 h 67225"/>
                    <a:gd name="connsiteX3" fmla="*/ 0 w 4481"/>
                    <a:gd name="connsiteY3" fmla="*/ 67226 h 67225"/>
                  </a:gdLst>
                  <a:ahLst/>
                  <a:cxnLst>
                    <a:cxn ang="0">
                      <a:pos x="connsiteX0" y="connsiteY0"/>
                    </a:cxn>
                    <a:cxn ang="0">
                      <a:pos x="connsiteX1" y="connsiteY1"/>
                    </a:cxn>
                    <a:cxn ang="0">
                      <a:pos x="connsiteX2" y="connsiteY2"/>
                    </a:cxn>
                    <a:cxn ang="0">
                      <a:pos x="connsiteX3" y="connsiteY3"/>
                    </a:cxn>
                  </a:cxnLst>
                  <a:rect l="l" t="t" r="r" b="b"/>
                  <a:pathLst>
                    <a:path w="4481" h="67225">
                      <a:moveTo>
                        <a:pt x="0" y="0"/>
                      </a:moveTo>
                      <a:lnTo>
                        <a:pt x="4482" y="0"/>
                      </a:lnTo>
                      <a:lnTo>
                        <a:pt x="4482" y="67226"/>
                      </a:lnTo>
                      <a:lnTo>
                        <a:pt x="0" y="6722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61" name="Freeform: Shape 5435">
                  <a:extLst>
                    <a:ext uri="{FF2B5EF4-FFF2-40B4-BE49-F238E27FC236}">
                      <a16:creationId xmlns:a16="http://schemas.microsoft.com/office/drawing/2014/main" id="{F4267515-F6E0-5D64-FDB4-FF9BEB8A2127}"/>
                    </a:ext>
                  </a:extLst>
                </p:cNvPr>
                <p:cNvSpPr/>
                <p:nvPr/>
              </p:nvSpPr>
              <p:spPr>
                <a:xfrm>
                  <a:off x="9225146" y="1803421"/>
                  <a:ext cx="4482" cy="67226"/>
                </a:xfrm>
                <a:custGeom>
                  <a:avLst/>
                  <a:gdLst>
                    <a:gd name="connsiteX0" fmla="*/ 0 w 4481"/>
                    <a:gd name="connsiteY0" fmla="*/ 0 h 67225"/>
                    <a:gd name="connsiteX1" fmla="*/ 4482 w 4481"/>
                    <a:gd name="connsiteY1" fmla="*/ 0 h 67225"/>
                    <a:gd name="connsiteX2" fmla="*/ 4482 w 4481"/>
                    <a:gd name="connsiteY2" fmla="*/ 67226 h 67225"/>
                    <a:gd name="connsiteX3" fmla="*/ 0 w 4481"/>
                    <a:gd name="connsiteY3" fmla="*/ 67226 h 67225"/>
                  </a:gdLst>
                  <a:ahLst/>
                  <a:cxnLst>
                    <a:cxn ang="0">
                      <a:pos x="connsiteX0" y="connsiteY0"/>
                    </a:cxn>
                    <a:cxn ang="0">
                      <a:pos x="connsiteX1" y="connsiteY1"/>
                    </a:cxn>
                    <a:cxn ang="0">
                      <a:pos x="connsiteX2" y="connsiteY2"/>
                    </a:cxn>
                    <a:cxn ang="0">
                      <a:pos x="connsiteX3" y="connsiteY3"/>
                    </a:cxn>
                  </a:cxnLst>
                  <a:rect l="l" t="t" r="r" b="b"/>
                  <a:pathLst>
                    <a:path w="4481" h="67225">
                      <a:moveTo>
                        <a:pt x="0" y="0"/>
                      </a:moveTo>
                      <a:lnTo>
                        <a:pt x="4482" y="0"/>
                      </a:lnTo>
                      <a:lnTo>
                        <a:pt x="4482" y="67226"/>
                      </a:lnTo>
                      <a:lnTo>
                        <a:pt x="0" y="6722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62" name="Freeform: Shape 5436">
                  <a:extLst>
                    <a:ext uri="{FF2B5EF4-FFF2-40B4-BE49-F238E27FC236}">
                      <a16:creationId xmlns:a16="http://schemas.microsoft.com/office/drawing/2014/main" id="{AFF5C581-CCCE-9715-4109-9377B81CA710}"/>
                    </a:ext>
                  </a:extLst>
                </p:cNvPr>
                <p:cNvSpPr/>
                <p:nvPr/>
              </p:nvSpPr>
              <p:spPr>
                <a:xfrm>
                  <a:off x="9137753" y="1803421"/>
                  <a:ext cx="4482" cy="67226"/>
                </a:xfrm>
                <a:custGeom>
                  <a:avLst/>
                  <a:gdLst>
                    <a:gd name="connsiteX0" fmla="*/ 0 w 4481"/>
                    <a:gd name="connsiteY0" fmla="*/ 0 h 67225"/>
                    <a:gd name="connsiteX1" fmla="*/ 4482 w 4481"/>
                    <a:gd name="connsiteY1" fmla="*/ 0 h 67225"/>
                    <a:gd name="connsiteX2" fmla="*/ 4482 w 4481"/>
                    <a:gd name="connsiteY2" fmla="*/ 67226 h 67225"/>
                    <a:gd name="connsiteX3" fmla="*/ 0 w 4481"/>
                    <a:gd name="connsiteY3" fmla="*/ 67226 h 67225"/>
                  </a:gdLst>
                  <a:ahLst/>
                  <a:cxnLst>
                    <a:cxn ang="0">
                      <a:pos x="connsiteX0" y="connsiteY0"/>
                    </a:cxn>
                    <a:cxn ang="0">
                      <a:pos x="connsiteX1" y="connsiteY1"/>
                    </a:cxn>
                    <a:cxn ang="0">
                      <a:pos x="connsiteX2" y="connsiteY2"/>
                    </a:cxn>
                    <a:cxn ang="0">
                      <a:pos x="connsiteX3" y="connsiteY3"/>
                    </a:cxn>
                  </a:cxnLst>
                  <a:rect l="l" t="t" r="r" b="b"/>
                  <a:pathLst>
                    <a:path w="4481" h="67225">
                      <a:moveTo>
                        <a:pt x="0" y="0"/>
                      </a:moveTo>
                      <a:lnTo>
                        <a:pt x="4482" y="0"/>
                      </a:lnTo>
                      <a:lnTo>
                        <a:pt x="4482" y="67226"/>
                      </a:lnTo>
                      <a:lnTo>
                        <a:pt x="0" y="6722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63" name="Group 2471">
                <a:extLst>
                  <a:ext uri="{FF2B5EF4-FFF2-40B4-BE49-F238E27FC236}">
                    <a16:creationId xmlns:a16="http://schemas.microsoft.com/office/drawing/2014/main" id="{439F8425-E504-1592-3B20-C08241E9562B}"/>
                  </a:ext>
                  <a:ext uri="{C183D7F6-B498-43B3-948B-1728B52AA6E4}">
                    <adec:decorative xmlns:adec="http://schemas.microsoft.com/office/drawing/2017/decorative" val="1"/>
                  </a:ext>
                </a:extLst>
              </p:cNvPr>
              <p:cNvGrpSpPr>
                <a:grpSpLocks noChangeAspect="1"/>
              </p:cNvGrpSpPr>
              <p:nvPr/>
            </p:nvGrpSpPr>
            <p:grpSpPr>
              <a:xfrm>
                <a:off x="10641333" y="3830877"/>
                <a:ext cx="152377" cy="138933"/>
                <a:chOff x="10697833" y="1775186"/>
                <a:chExt cx="152377" cy="138933"/>
              </a:xfrm>
            </p:grpSpPr>
            <p:sp>
              <p:nvSpPr>
                <p:cNvPr id="1264" name="Freeform: Shape 5424">
                  <a:extLst>
                    <a:ext uri="{FF2B5EF4-FFF2-40B4-BE49-F238E27FC236}">
                      <a16:creationId xmlns:a16="http://schemas.microsoft.com/office/drawing/2014/main" id="{F7560388-7F10-7FA9-19EB-7A3D3AD0F6DE}"/>
                    </a:ext>
                  </a:extLst>
                </p:cNvPr>
                <p:cNvSpPr/>
                <p:nvPr/>
              </p:nvSpPr>
              <p:spPr>
                <a:xfrm>
                  <a:off x="10765058" y="1828967"/>
                  <a:ext cx="85152" cy="85152"/>
                </a:xfrm>
                <a:custGeom>
                  <a:avLst/>
                  <a:gdLst>
                    <a:gd name="connsiteX0" fmla="*/ 42576 w 85152"/>
                    <a:gd name="connsiteY0" fmla="*/ 0 h 85152"/>
                    <a:gd name="connsiteX1" fmla="*/ 0 w 85152"/>
                    <a:gd name="connsiteY1" fmla="*/ 42576 h 85152"/>
                    <a:gd name="connsiteX2" fmla="*/ 13893 w 85152"/>
                    <a:gd name="connsiteY2" fmla="*/ 74396 h 85152"/>
                    <a:gd name="connsiteX3" fmla="*/ 42576 w 85152"/>
                    <a:gd name="connsiteY3" fmla="*/ 85152 h 85152"/>
                    <a:gd name="connsiteX4" fmla="*/ 85152 w 85152"/>
                    <a:gd name="connsiteY4" fmla="*/ 42576 h 85152"/>
                    <a:gd name="connsiteX5" fmla="*/ 42576 w 85152"/>
                    <a:gd name="connsiteY5" fmla="*/ 0 h 85152"/>
                    <a:gd name="connsiteX6" fmla="*/ 42576 w 85152"/>
                    <a:gd name="connsiteY6" fmla="*/ 80671 h 85152"/>
                    <a:gd name="connsiteX7" fmla="*/ 17030 w 85152"/>
                    <a:gd name="connsiteY7" fmla="*/ 70811 h 85152"/>
                    <a:gd name="connsiteX8" fmla="*/ 4482 w 85152"/>
                    <a:gd name="connsiteY8" fmla="*/ 42576 h 85152"/>
                    <a:gd name="connsiteX9" fmla="*/ 42576 w 85152"/>
                    <a:gd name="connsiteY9" fmla="*/ 4482 h 85152"/>
                    <a:gd name="connsiteX10" fmla="*/ 80671 w 85152"/>
                    <a:gd name="connsiteY10" fmla="*/ 42576 h 85152"/>
                    <a:gd name="connsiteX11" fmla="*/ 42576 w 85152"/>
                    <a:gd name="connsiteY11" fmla="*/ 80671 h 8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152" h="85152">
                      <a:moveTo>
                        <a:pt x="42576" y="0"/>
                      </a:moveTo>
                      <a:cubicBezTo>
                        <a:pt x="19271" y="0"/>
                        <a:pt x="0" y="19271"/>
                        <a:pt x="0" y="42576"/>
                      </a:cubicBezTo>
                      <a:cubicBezTo>
                        <a:pt x="0" y="54677"/>
                        <a:pt x="4930" y="66329"/>
                        <a:pt x="13893" y="74396"/>
                      </a:cubicBezTo>
                      <a:cubicBezTo>
                        <a:pt x="21512" y="81567"/>
                        <a:pt x="31820" y="85152"/>
                        <a:pt x="42576" y="85152"/>
                      </a:cubicBezTo>
                      <a:cubicBezTo>
                        <a:pt x="65881" y="85152"/>
                        <a:pt x="85152" y="65881"/>
                        <a:pt x="85152" y="42576"/>
                      </a:cubicBezTo>
                      <a:cubicBezTo>
                        <a:pt x="85152" y="19271"/>
                        <a:pt x="65881" y="0"/>
                        <a:pt x="42576" y="0"/>
                      </a:cubicBezTo>
                      <a:close/>
                      <a:moveTo>
                        <a:pt x="42576" y="80671"/>
                      </a:moveTo>
                      <a:cubicBezTo>
                        <a:pt x="33164" y="80671"/>
                        <a:pt x="24201" y="77085"/>
                        <a:pt x="17030" y="70811"/>
                      </a:cubicBezTo>
                      <a:cubicBezTo>
                        <a:pt x="8963" y="63640"/>
                        <a:pt x="4482" y="53332"/>
                        <a:pt x="4482" y="42576"/>
                      </a:cubicBezTo>
                      <a:cubicBezTo>
                        <a:pt x="4482" y="21512"/>
                        <a:pt x="21512" y="4482"/>
                        <a:pt x="42576" y="4482"/>
                      </a:cubicBezTo>
                      <a:cubicBezTo>
                        <a:pt x="63640" y="4482"/>
                        <a:pt x="80671" y="21512"/>
                        <a:pt x="80671" y="42576"/>
                      </a:cubicBezTo>
                      <a:cubicBezTo>
                        <a:pt x="80671" y="63640"/>
                        <a:pt x="63640" y="80671"/>
                        <a:pt x="42576" y="8067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65" name="Freeform: Shape 5425">
                  <a:extLst>
                    <a:ext uri="{FF2B5EF4-FFF2-40B4-BE49-F238E27FC236}">
                      <a16:creationId xmlns:a16="http://schemas.microsoft.com/office/drawing/2014/main" id="{3660ADDB-A31D-39FE-2C32-0BCB0F0E5107}"/>
                    </a:ext>
                  </a:extLst>
                </p:cNvPr>
                <p:cNvSpPr/>
                <p:nvPr/>
              </p:nvSpPr>
              <p:spPr>
                <a:xfrm>
                  <a:off x="10697833" y="1775186"/>
                  <a:ext cx="85152" cy="138933"/>
                </a:xfrm>
                <a:custGeom>
                  <a:avLst/>
                  <a:gdLst>
                    <a:gd name="connsiteX0" fmla="*/ 65881 w 85152"/>
                    <a:gd name="connsiteY0" fmla="*/ 129521 h 138932"/>
                    <a:gd name="connsiteX1" fmla="*/ 61847 w 85152"/>
                    <a:gd name="connsiteY1" fmla="*/ 131314 h 138932"/>
                    <a:gd name="connsiteX2" fmla="*/ 42576 w 85152"/>
                    <a:gd name="connsiteY2" fmla="*/ 134451 h 138932"/>
                    <a:gd name="connsiteX3" fmla="*/ 4482 w 85152"/>
                    <a:gd name="connsiteY3" fmla="*/ 113387 h 138932"/>
                    <a:gd name="connsiteX4" fmla="*/ 4482 w 85152"/>
                    <a:gd name="connsiteY4" fmla="*/ 95908 h 138932"/>
                    <a:gd name="connsiteX5" fmla="*/ 42576 w 85152"/>
                    <a:gd name="connsiteY5" fmla="*/ 109802 h 138932"/>
                    <a:gd name="connsiteX6" fmla="*/ 53780 w 85152"/>
                    <a:gd name="connsiteY6" fmla="*/ 108905 h 138932"/>
                    <a:gd name="connsiteX7" fmla="*/ 55573 w 85152"/>
                    <a:gd name="connsiteY7" fmla="*/ 106216 h 138932"/>
                    <a:gd name="connsiteX8" fmla="*/ 52884 w 85152"/>
                    <a:gd name="connsiteY8" fmla="*/ 104424 h 138932"/>
                    <a:gd name="connsiteX9" fmla="*/ 42576 w 85152"/>
                    <a:gd name="connsiteY9" fmla="*/ 105320 h 138932"/>
                    <a:gd name="connsiteX10" fmla="*/ 4482 w 85152"/>
                    <a:gd name="connsiteY10" fmla="*/ 84256 h 138932"/>
                    <a:gd name="connsiteX11" fmla="*/ 4482 w 85152"/>
                    <a:gd name="connsiteY11" fmla="*/ 66329 h 138932"/>
                    <a:gd name="connsiteX12" fmla="*/ 42576 w 85152"/>
                    <a:gd name="connsiteY12" fmla="*/ 80223 h 138932"/>
                    <a:gd name="connsiteX13" fmla="*/ 56918 w 85152"/>
                    <a:gd name="connsiteY13" fmla="*/ 78878 h 138932"/>
                    <a:gd name="connsiteX14" fmla="*/ 58710 w 85152"/>
                    <a:gd name="connsiteY14" fmla="*/ 76189 h 138932"/>
                    <a:gd name="connsiteX15" fmla="*/ 56021 w 85152"/>
                    <a:gd name="connsiteY15" fmla="*/ 74396 h 138932"/>
                    <a:gd name="connsiteX16" fmla="*/ 42576 w 85152"/>
                    <a:gd name="connsiteY16" fmla="*/ 75741 h 138932"/>
                    <a:gd name="connsiteX17" fmla="*/ 4482 w 85152"/>
                    <a:gd name="connsiteY17" fmla="*/ 54677 h 138932"/>
                    <a:gd name="connsiteX18" fmla="*/ 4482 w 85152"/>
                    <a:gd name="connsiteY18" fmla="*/ 37198 h 138932"/>
                    <a:gd name="connsiteX19" fmla="*/ 42576 w 85152"/>
                    <a:gd name="connsiteY19" fmla="*/ 51091 h 138932"/>
                    <a:gd name="connsiteX20" fmla="*/ 80671 w 85152"/>
                    <a:gd name="connsiteY20" fmla="*/ 37198 h 138932"/>
                    <a:gd name="connsiteX21" fmla="*/ 80671 w 85152"/>
                    <a:gd name="connsiteY21" fmla="*/ 50195 h 138932"/>
                    <a:gd name="connsiteX22" fmla="*/ 82911 w 85152"/>
                    <a:gd name="connsiteY22" fmla="*/ 52436 h 138932"/>
                    <a:gd name="connsiteX23" fmla="*/ 85152 w 85152"/>
                    <a:gd name="connsiteY23" fmla="*/ 50195 h 138932"/>
                    <a:gd name="connsiteX24" fmla="*/ 85152 w 85152"/>
                    <a:gd name="connsiteY24" fmla="*/ 27338 h 138932"/>
                    <a:gd name="connsiteX25" fmla="*/ 85152 w 85152"/>
                    <a:gd name="connsiteY25" fmla="*/ 26890 h 138932"/>
                    <a:gd name="connsiteX26" fmla="*/ 85152 w 85152"/>
                    <a:gd name="connsiteY26" fmla="*/ 25546 h 138932"/>
                    <a:gd name="connsiteX27" fmla="*/ 42576 w 85152"/>
                    <a:gd name="connsiteY27" fmla="*/ 0 h 138932"/>
                    <a:gd name="connsiteX28" fmla="*/ 0 w 85152"/>
                    <a:gd name="connsiteY28" fmla="*/ 25546 h 138932"/>
                    <a:gd name="connsiteX29" fmla="*/ 0 w 85152"/>
                    <a:gd name="connsiteY29" fmla="*/ 26890 h 138932"/>
                    <a:gd name="connsiteX30" fmla="*/ 0 w 85152"/>
                    <a:gd name="connsiteY30" fmla="*/ 27338 h 138932"/>
                    <a:gd name="connsiteX31" fmla="*/ 0 w 85152"/>
                    <a:gd name="connsiteY31" fmla="*/ 113835 h 138932"/>
                    <a:gd name="connsiteX32" fmla="*/ 0 w 85152"/>
                    <a:gd name="connsiteY32" fmla="*/ 114283 h 138932"/>
                    <a:gd name="connsiteX33" fmla="*/ 42576 w 85152"/>
                    <a:gd name="connsiteY33" fmla="*/ 139381 h 138932"/>
                    <a:gd name="connsiteX34" fmla="*/ 63192 w 85152"/>
                    <a:gd name="connsiteY34" fmla="*/ 136244 h 138932"/>
                    <a:gd name="connsiteX35" fmla="*/ 67674 w 85152"/>
                    <a:gd name="connsiteY35" fmla="*/ 134451 h 138932"/>
                    <a:gd name="connsiteX36" fmla="*/ 68570 w 85152"/>
                    <a:gd name="connsiteY36" fmla="*/ 131314 h 138932"/>
                    <a:gd name="connsiteX37" fmla="*/ 65881 w 85152"/>
                    <a:gd name="connsiteY37" fmla="*/ 129521 h 138932"/>
                    <a:gd name="connsiteX38" fmla="*/ 42576 w 85152"/>
                    <a:gd name="connsiteY38" fmla="*/ 4482 h 138932"/>
                    <a:gd name="connsiteX39" fmla="*/ 80671 w 85152"/>
                    <a:gd name="connsiteY39" fmla="*/ 25546 h 138932"/>
                    <a:gd name="connsiteX40" fmla="*/ 42576 w 85152"/>
                    <a:gd name="connsiteY40" fmla="*/ 46610 h 138932"/>
                    <a:gd name="connsiteX41" fmla="*/ 4482 w 85152"/>
                    <a:gd name="connsiteY41" fmla="*/ 25546 h 138932"/>
                    <a:gd name="connsiteX42" fmla="*/ 42576 w 85152"/>
                    <a:gd name="connsiteY42" fmla="*/ 4482 h 13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5152" h="138932">
                      <a:moveTo>
                        <a:pt x="65881" y="129521"/>
                      </a:moveTo>
                      <a:cubicBezTo>
                        <a:pt x="64536" y="130418"/>
                        <a:pt x="61847" y="131314"/>
                        <a:pt x="61847" y="131314"/>
                      </a:cubicBezTo>
                      <a:cubicBezTo>
                        <a:pt x="56021" y="133107"/>
                        <a:pt x="49299" y="134451"/>
                        <a:pt x="42576" y="134451"/>
                      </a:cubicBezTo>
                      <a:cubicBezTo>
                        <a:pt x="21960" y="134451"/>
                        <a:pt x="4482" y="124591"/>
                        <a:pt x="4482" y="113387"/>
                      </a:cubicBezTo>
                      <a:lnTo>
                        <a:pt x="4482" y="95908"/>
                      </a:lnTo>
                      <a:cubicBezTo>
                        <a:pt x="11204" y="104424"/>
                        <a:pt x="25546" y="109802"/>
                        <a:pt x="42576" y="109802"/>
                      </a:cubicBezTo>
                      <a:cubicBezTo>
                        <a:pt x="47058" y="109802"/>
                        <a:pt x="50195" y="109354"/>
                        <a:pt x="53780" y="108905"/>
                      </a:cubicBezTo>
                      <a:cubicBezTo>
                        <a:pt x="55125" y="108905"/>
                        <a:pt x="56021" y="107561"/>
                        <a:pt x="55573" y="106216"/>
                      </a:cubicBezTo>
                      <a:cubicBezTo>
                        <a:pt x="55573" y="104872"/>
                        <a:pt x="54228" y="103975"/>
                        <a:pt x="52884" y="104424"/>
                      </a:cubicBezTo>
                      <a:cubicBezTo>
                        <a:pt x="49747" y="104872"/>
                        <a:pt x="46610" y="105320"/>
                        <a:pt x="42576" y="105320"/>
                      </a:cubicBezTo>
                      <a:cubicBezTo>
                        <a:pt x="21960" y="105320"/>
                        <a:pt x="4482" y="95460"/>
                        <a:pt x="4482" y="84256"/>
                      </a:cubicBezTo>
                      <a:lnTo>
                        <a:pt x="4482" y="66329"/>
                      </a:lnTo>
                      <a:cubicBezTo>
                        <a:pt x="11204" y="74844"/>
                        <a:pt x="25546" y="80223"/>
                        <a:pt x="42576" y="80223"/>
                      </a:cubicBezTo>
                      <a:cubicBezTo>
                        <a:pt x="46161" y="80223"/>
                        <a:pt x="51988" y="79774"/>
                        <a:pt x="56918" y="78878"/>
                      </a:cubicBezTo>
                      <a:cubicBezTo>
                        <a:pt x="58262" y="78430"/>
                        <a:pt x="58710" y="77533"/>
                        <a:pt x="58710" y="76189"/>
                      </a:cubicBezTo>
                      <a:cubicBezTo>
                        <a:pt x="58262" y="74844"/>
                        <a:pt x="57366" y="74396"/>
                        <a:pt x="56021" y="74396"/>
                      </a:cubicBezTo>
                      <a:cubicBezTo>
                        <a:pt x="51540" y="75741"/>
                        <a:pt x="46161" y="75741"/>
                        <a:pt x="42576" y="75741"/>
                      </a:cubicBezTo>
                      <a:cubicBezTo>
                        <a:pt x="21960" y="75741"/>
                        <a:pt x="4482" y="65881"/>
                        <a:pt x="4482" y="54677"/>
                      </a:cubicBezTo>
                      <a:lnTo>
                        <a:pt x="4482" y="37198"/>
                      </a:lnTo>
                      <a:cubicBezTo>
                        <a:pt x="11204" y="45713"/>
                        <a:pt x="25546" y="51091"/>
                        <a:pt x="42576" y="51091"/>
                      </a:cubicBezTo>
                      <a:cubicBezTo>
                        <a:pt x="59607" y="51091"/>
                        <a:pt x="73948" y="45265"/>
                        <a:pt x="80671" y="37198"/>
                      </a:cubicBezTo>
                      <a:lnTo>
                        <a:pt x="80671" y="50195"/>
                      </a:lnTo>
                      <a:cubicBezTo>
                        <a:pt x="80671" y="51540"/>
                        <a:pt x="81567" y="52436"/>
                        <a:pt x="82911" y="52436"/>
                      </a:cubicBezTo>
                      <a:cubicBezTo>
                        <a:pt x="84256" y="52436"/>
                        <a:pt x="85152" y="51540"/>
                        <a:pt x="85152" y="50195"/>
                      </a:cubicBezTo>
                      <a:lnTo>
                        <a:pt x="85152" y="27338"/>
                      </a:lnTo>
                      <a:cubicBezTo>
                        <a:pt x="85152" y="27338"/>
                        <a:pt x="85152" y="26890"/>
                        <a:pt x="85152" y="26890"/>
                      </a:cubicBezTo>
                      <a:cubicBezTo>
                        <a:pt x="85152" y="26442"/>
                        <a:pt x="85152" y="25994"/>
                        <a:pt x="85152" y="25546"/>
                      </a:cubicBezTo>
                      <a:cubicBezTo>
                        <a:pt x="85152" y="11204"/>
                        <a:pt x="66329" y="0"/>
                        <a:pt x="42576" y="0"/>
                      </a:cubicBezTo>
                      <a:cubicBezTo>
                        <a:pt x="18823" y="0"/>
                        <a:pt x="0" y="11204"/>
                        <a:pt x="0" y="25546"/>
                      </a:cubicBezTo>
                      <a:cubicBezTo>
                        <a:pt x="0" y="25994"/>
                        <a:pt x="0" y="26442"/>
                        <a:pt x="0" y="26890"/>
                      </a:cubicBezTo>
                      <a:cubicBezTo>
                        <a:pt x="0" y="26890"/>
                        <a:pt x="0" y="27338"/>
                        <a:pt x="0" y="27338"/>
                      </a:cubicBezTo>
                      <a:lnTo>
                        <a:pt x="0" y="113835"/>
                      </a:lnTo>
                      <a:cubicBezTo>
                        <a:pt x="0" y="113835"/>
                        <a:pt x="0" y="113835"/>
                        <a:pt x="0" y="114283"/>
                      </a:cubicBezTo>
                      <a:cubicBezTo>
                        <a:pt x="448" y="128177"/>
                        <a:pt x="18823" y="139381"/>
                        <a:pt x="42576" y="139381"/>
                      </a:cubicBezTo>
                      <a:cubicBezTo>
                        <a:pt x="49747" y="139381"/>
                        <a:pt x="56918" y="138485"/>
                        <a:pt x="63192" y="136244"/>
                      </a:cubicBezTo>
                      <a:cubicBezTo>
                        <a:pt x="63192" y="136244"/>
                        <a:pt x="65881" y="135347"/>
                        <a:pt x="67674" y="134451"/>
                      </a:cubicBezTo>
                      <a:cubicBezTo>
                        <a:pt x="68570" y="134003"/>
                        <a:pt x="69466" y="132658"/>
                        <a:pt x="68570" y="131314"/>
                      </a:cubicBezTo>
                      <a:cubicBezTo>
                        <a:pt x="68570" y="129521"/>
                        <a:pt x="67226" y="129073"/>
                        <a:pt x="65881" y="129521"/>
                      </a:cubicBezTo>
                      <a:close/>
                      <a:moveTo>
                        <a:pt x="42576" y="4482"/>
                      </a:moveTo>
                      <a:cubicBezTo>
                        <a:pt x="63192" y="4482"/>
                        <a:pt x="80671" y="14341"/>
                        <a:pt x="80671" y="25546"/>
                      </a:cubicBezTo>
                      <a:cubicBezTo>
                        <a:pt x="80671" y="37198"/>
                        <a:pt x="63192" y="46610"/>
                        <a:pt x="42576" y="46610"/>
                      </a:cubicBezTo>
                      <a:cubicBezTo>
                        <a:pt x="21512" y="46610"/>
                        <a:pt x="4482" y="37198"/>
                        <a:pt x="4482" y="25546"/>
                      </a:cubicBezTo>
                      <a:cubicBezTo>
                        <a:pt x="4482" y="13893"/>
                        <a:pt x="21512" y="4482"/>
                        <a:pt x="42576"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66" name="Freeform: Shape 5426">
                  <a:extLst>
                    <a:ext uri="{FF2B5EF4-FFF2-40B4-BE49-F238E27FC236}">
                      <a16:creationId xmlns:a16="http://schemas.microsoft.com/office/drawing/2014/main" id="{6024F4CE-5E28-40AE-45E4-6822E8C5098B}"/>
                    </a:ext>
                  </a:extLst>
                </p:cNvPr>
                <p:cNvSpPr/>
                <p:nvPr/>
              </p:nvSpPr>
              <p:spPr>
                <a:xfrm>
                  <a:off x="10787915" y="1850927"/>
                  <a:ext cx="31372" cy="40335"/>
                </a:xfrm>
                <a:custGeom>
                  <a:avLst/>
                  <a:gdLst>
                    <a:gd name="connsiteX0" fmla="*/ 32268 w 31371"/>
                    <a:gd name="connsiteY0" fmla="*/ 4482 h 40335"/>
                    <a:gd name="connsiteX1" fmla="*/ 34509 w 31371"/>
                    <a:gd name="connsiteY1" fmla="*/ 2241 h 40335"/>
                    <a:gd name="connsiteX2" fmla="*/ 32268 w 31371"/>
                    <a:gd name="connsiteY2" fmla="*/ 0 h 40335"/>
                    <a:gd name="connsiteX3" fmla="*/ 10756 w 31371"/>
                    <a:gd name="connsiteY3" fmla="*/ 0 h 40335"/>
                    <a:gd name="connsiteX4" fmla="*/ 8515 w 31371"/>
                    <a:gd name="connsiteY4" fmla="*/ 2241 h 40335"/>
                    <a:gd name="connsiteX5" fmla="*/ 8515 w 31371"/>
                    <a:gd name="connsiteY5" fmla="*/ 24649 h 40335"/>
                    <a:gd name="connsiteX6" fmla="*/ 2241 w 31371"/>
                    <a:gd name="connsiteY6" fmla="*/ 24649 h 40335"/>
                    <a:gd name="connsiteX7" fmla="*/ 0 w 31371"/>
                    <a:gd name="connsiteY7" fmla="*/ 26890 h 40335"/>
                    <a:gd name="connsiteX8" fmla="*/ 2241 w 31371"/>
                    <a:gd name="connsiteY8" fmla="*/ 29131 h 40335"/>
                    <a:gd name="connsiteX9" fmla="*/ 8515 w 31371"/>
                    <a:gd name="connsiteY9" fmla="*/ 29131 h 40335"/>
                    <a:gd name="connsiteX10" fmla="*/ 8515 w 31371"/>
                    <a:gd name="connsiteY10" fmla="*/ 38543 h 40335"/>
                    <a:gd name="connsiteX11" fmla="*/ 10756 w 31371"/>
                    <a:gd name="connsiteY11" fmla="*/ 40783 h 40335"/>
                    <a:gd name="connsiteX12" fmla="*/ 12997 w 31371"/>
                    <a:gd name="connsiteY12" fmla="*/ 38543 h 40335"/>
                    <a:gd name="connsiteX13" fmla="*/ 12997 w 31371"/>
                    <a:gd name="connsiteY13" fmla="*/ 29131 h 40335"/>
                    <a:gd name="connsiteX14" fmla="*/ 22857 w 31371"/>
                    <a:gd name="connsiteY14" fmla="*/ 29131 h 40335"/>
                    <a:gd name="connsiteX15" fmla="*/ 25098 w 31371"/>
                    <a:gd name="connsiteY15" fmla="*/ 26890 h 40335"/>
                    <a:gd name="connsiteX16" fmla="*/ 22857 w 31371"/>
                    <a:gd name="connsiteY16" fmla="*/ 24649 h 40335"/>
                    <a:gd name="connsiteX17" fmla="*/ 12997 w 31371"/>
                    <a:gd name="connsiteY17" fmla="*/ 24649 h 40335"/>
                    <a:gd name="connsiteX18" fmla="*/ 12997 w 31371"/>
                    <a:gd name="connsiteY18" fmla="*/ 17479 h 40335"/>
                    <a:gd name="connsiteX19" fmla="*/ 32268 w 31371"/>
                    <a:gd name="connsiteY19" fmla="*/ 17479 h 40335"/>
                    <a:gd name="connsiteX20" fmla="*/ 34509 w 31371"/>
                    <a:gd name="connsiteY20" fmla="*/ 15238 h 40335"/>
                    <a:gd name="connsiteX21" fmla="*/ 32268 w 31371"/>
                    <a:gd name="connsiteY21" fmla="*/ 12997 h 40335"/>
                    <a:gd name="connsiteX22" fmla="*/ 12997 w 31371"/>
                    <a:gd name="connsiteY22" fmla="*/ 12997 h 40335"/>
                    <a:gd name="connsiteX23" fmla="*/ 12997 w 31371"/>
                    <a:gd name="connsiteY23" fmla="*/ 4034 h 40335"/>
                    <a:gd name="connsiteX24" fmla="*/ 32268 w 31371"/>
                    <a:gd name="connsiteY24" fmla="*/ 4034 h 40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371" h="40335">
                      <a:moveTo>
                        <a:pt x="32268" y="4482"/>
                      </a:moveTo>
                      <a:cubicBezTo>
                        <a:pt x="33613" y="4482"/>
                        <a:pt x="34509" y="3585"/>
                        <a:pt x="34509" y="2241"/>
                      </a:cubicBezTo>
                      <a:cubicBezTo>
                        <a:pt x="34509" y="896"/>
                        <a:pt x="33613" y="0"/>
                        <a:pt x="32268" y="0"/>
                      </a:cubicBezTo>
                      <a:lnTo>
                        <a:pt x="10756" y="0"/>
                      </a:lnTo>
                      <a:cubicBezTo>
                        <a:pt x="9412" y="0"/>
                        <a:pt x="8515" y="896"/>
                        <a:pt x="8515" y="2241"/>
                      </a:cubicBezTo>
                      <a:lnTo>
                        <a:pt x="8515" y="24649"/>
                      </a:lnTo>
                      <a:lnTo>
                        <a:pt x="2241" y="24649"/>
                      </a:lnTo>
                      <a:cubicBezTo>
                        <a:pt x="896" y="24649"/>
                        <a:pt x="0" y="25546"/>
                        <a:pt x="0" y="26890"/>
                      </a:cubicBezTo>
                      <a:cubicBezTo>
                        <a:pt x="0" y="28235"/>
                        <a:pt x="896" y="29131"/>
                        <a:pt x="2241" y="29131"/>
                      </a:cubicBezTo>
                      <a:lnTo>
                        <a:pt x="8515" y="29131"/>
                      </a:lnTo>
                      <a:lnTo>
                        <a:pt x="8515" y="38543"/>
                      </a:lnTo>
                      <a:cubicBezTo>
                        <a:pt x="8515" y="39887"/>
                        <a:pt x="9412" y="40783"/>
                        <a:pt x="10756" y="40783"/>
                      </a:cubicBezTo>
                      <a:cubicBezTo>
                        <a:pt x="12101" y="40783"/>
                        <a:pt x="12997" y="39887"/>
                        <a:pt x="12997" y="38543"/>
                      </a:cubicBezTo>
                      <a:lnTo>
                        <a:pt x="12997" y="29131"/>
                      </a:lnTo>
                      <a:lnTo>
                        <a:pt x="22857" y="29131"/>
                      </a:lnTo>
                      <a:cubicBezTo>
                        <a:pt x="24201" y="29131"/>
                        <a:pt x="25098" y="28235"/>
                        <a:pt x="25098" y="26890"/>
                      </a:cubicBezTo>
                      <a:cubicBezTo>
                        <a:pt x="25098" y="25546"/>
                        <a:pt x="24201" y="24649"/>
                        <a:pt x="22857" y="24649"/>
                      </a:cubicBezTo>
                      <a:lnTo>
                        <a:pt x="12997" y="24649"/>
                      </a:lnTo>
                      <a:lnTo>
                        <a:pt x="12997" y="17479"/>
                      </a:lnTo>
                      <a:lnTo>
                        <a:pt x="32268" y="17479"/>
                      </a:lnTo>
                      <a:cubicBezTo>
                        <a:pt x="33613" y="17479"/>
                        <a:pt x="34509" y="16582"/>
                        <a:pt x="34509" y="15238"/>
                      </a:cubicBezTo>
                      <a:cubicBezTo>
                        <a:pt x="34509" y="13893"/>
                        <a:pt x="33613" y="12997"/>
                        <a:pt x="32268" y="12997"/>
                      </a:cubicBezTo>
                      <a:lnTo>
                        <a:pt x="12997" y="12997"/>
                      </a:lnTo>
                      <a:lnTo>
                        <a:pt x="12997" y="4034"/>
                      </a:lnTo>
                      <a:lnTo>
                        <a:pt x="32268" y="4034"/>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67" name="Group 2472">
                <a:extLst>
                  <a:ext uri="{FF2B5EF4-FFF2-40B4-BE49-F238E27FC236}">
                    <a16:creationId xmlns:a16="http://schemas.microsoft.com/office/drawing/2014/main" id="{CAD0D548-9B48-9C3C-71CA-24AC6563D388}"/>
                  </a:ext>
                  <a:ext uri="{C183D7F6-B498-43B3-948B-1728B52AA6E4}">
                    <adec:decorative xmlns:adec="http://schemas.microsoft.com/office/drawing/2017/decorative" val="1"/>
                  </a:ext>
                </a:extLst>
              </p:cNvPr>
              <p:cNvGrpSpPr>
                <a:grpSpLocks noChangeAspect="1"/>
              </p:cNvGrpSpPr>
              <p:nvPr/>
            </p:nvGrpSpPr>
            <p:grpSpPr>
              <a:xfrm>
                <a:off x="10381394" y="3830429"/>
                <a:ext cx="152378" cy="138933"/>
                <a:chOff x="10437894" y="1774738"/>
                <a:chExt cx="152378" cy="138933"/>
              </a:xfrm>
            </p:grpSpPr>
            <p:sp>
              <p:nvSpPr>
                <p:cNvPr id="1268" name="Freeform: Shape 5421">
                  <a:extLst>
                    <a:ext uri="{FF2B5EF4-FFF2-40B4-BE49-F238E27FC236}">
                      <a16:creationId xmlns:a16="http://schemas.microsoft.com/office/drawing/2014/main" id="{C8587BAA-6AC7-0779-A05A-B84D2BC62648}"/>
                    </a:ext>
                  </a:extLst>
                </p:cNvPr>
                <p:cNvSpPr/>
                <p:nvPr/>
              </p:nvSpPr>
              <p:spPr>
                <a:xfrm>
                  <a:off x="10505120" y="1828519"/>
                  <a:ext cx="85152" cy="85152"/>
                </a:xfrm>
                <a:custGeom>
                  <a:avLst/>
                  <a:gdLst>
                    <a:gd name="connsiteX0" fmla="*/ 42576 w 85152"/>
                    <a:gd name="connsiteY0" fmla="*/ 0 h 85152"/>
                    <a:gd name="connsiteX1" fmla="*/ 0 w 85152"/>
                    <a:gd name="connsiteY1" fmla="*/ 42576 h 85152"/>
                    <a:gd name="connsiteX2" fmla="*/ 13893 w 85152"/>
                    <a:gd name="connsiteY2" fmla="*/ 74396 h 85152"/>
                    <a:gd name="connsiteX3" fmla="*/ 42576 w 85152"/>
                    <a:gd name="connsiteY3" fmla="*/ 85152 h 85152"/>
                    <a:gd name="connsiteX4" fmla="*/ 85152 w 85152"/>
                    <a:gd name="connsiteY4" fmla="*/ 42576 h 85152"/>
                    <a:gd name="connsiteX5" fmla="*/ 42576 w 85152"/>
                    <a:gd name="connsiteY5" fmla="*/ 0 h 85152"/>
                    <a:gd name="connsiteX6" fmla="*/ 42576 w 85152"/>
                    <a:gd name="connsiteY6" fmla="*/ 80671 h 85152"/>
                    <a:gd name="connsiteX7" fmla="*/ 17030 w 85152"/>
                    <a:gd name="connsiteY7" fmla="*/ 70811 h 85152"/>
                    <a:gd name="connsiteX8" fmla="*/ 4482 w 85152"/>
                    <a:gd name="connsiteY8" fmla="*/ 42576 h 85152"/>
                    <a:gd name="connsiteX9" fmla="*/ 42576 w 85152"/>
                    <a:gd name="connsiteY9" fmla="*/ 4482 h 85152"/>
                    <a:gd name="connsiteX10" fmla="*/ 80671 w 85152"/>
                    <a:gd name="connsiteY10" fmla="*/ 42576 h 85152"/>
                    <a:gd name="connsiteX11" fmla="*/ 42576 w 85152"/>
                    <a:gd name="connsiteY11" fmla="*/ 80671 h 8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152" h="85152">
                      <a:moveTo>
                        <a:pt x="42576" y="0"/>
                      </a:moveTo>
                      <a:cubicBezTo>
                        <a:pt x="19271" y="0"/>
                        <a:pt x="0" y="19271"/>
                        <a:pt x="0" y="42576"/>
                      </a:cubicBezTo>
                      <a:cubicBezTo>
                        <a:pt x="0" y="54677"/>
                        <a:pt x="4930" y="66329"/>
                        <a:pt x="13893" y="74396"/>
                      </a:cubicBezTo>
                      <a:cubicBezTo>
                        <a:pt x="21512" y="81567"/>
                        <a:pt x="31820" y="85152"/>
                        <a:pt x="42576" y="85152"/>
                      </a:cubicBezTo>
                      <a:cubicBezTo>
                        <a:pt x="65881" y="85152"/>
                        <a:pt x="85152" y="65881"/>
                        <a:pt x="85152" y="42576"/>
                      </a:cubicBezTo>
                      <a:cubicBezTo>
                        <a:pt x="85152" y="19271"/>
                        <a:pt x="65881" y="0"/>
                        <a:pt x="42576" y="0"/>
                      </a:cubicBezTo>
                      <a:close/>
                      <a:moveTo>
                        <a:pt x="42576" y="80671"/>
                      </a:moveTo>
                      <a:cubicBezTo>
                        <a:pt x="33164" y="80671"/>
                        <a:pt x="24201" y="77085"/>
                        <a:pt x="17030" y="70811"/>
                      </a:cubicBezTo>
                      <a:cubicBezTo>
                        <a:pt x="8963" y="63640"/>
                        <a:pt x="4482" y="53332"/>
                        <a:pt x="4482" y="42576"/>
                      </a:cubicBezTo>
                      <a:cubicBezTo>
                        <a:pt x="4482" y="21512"/>
                        <a:pt x="21512" y="4482"/>
                        <a:pt x="42576" y="4482"/>
                      </a:cubicBezTo>
                      <a:cubicBezTo>
                        <a:pt x="63640" y="4482"/>
                        <a:pt x="80671" y="21512"/>
                        <a:pt x="80671" y="42576"/>
                      </a:cubicBezTo>
                      <a:cubicBezTo>
                        <a:pt x="80671" y="63640"/>
                        <a:pt x="63640" y="80671"/>
                        <a:pt x="42576" y="8067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69" name="Freeform: Shape 5422">
                  <a:extLst>
                    <a:ext uri="{FF2B5EF4-FFF2-40B4-BE49-F238E27FC236}">
                      <a16:creationId xmlns:a16="http://schemas.microsoft.com/office/drawing/2014/main" id="{B5731B85-DA3B-3540-8B47-40EE2F583EEF}"/>
                    </a:ext>
                  </a:extLst>
                </p:cNvPr>
                <p:cNvSpPr/>
                <p:nvPr/>
              </p:nvSpPr>
              <p:spPr>
                <a:xfrm>
                  <a:off x="10532458" y="1851375"/>
                  <a:ext cx="26890" cy="35854"/>
                </a:xfrm>
                <a:custGeom>
                  <a:avLst/>
                  <a:gdLst>
                    <a:gd name="connsiteX0" fmla="*/ 17479 w 26890"/>
                    <a:gd name="connsiteY0" fmla="*/ 3585 h 35853"/>
                    <a:gd name="connsiteX1" fmla="*/ 26890 w 26890"/>
                    <a:gd name="connsiteY1" fmla="*/ 10756 h 35853"/>
                    <a:gd name="connsiteX2" fmla="*/ 28683 w 26890"/>
                    <a:gd name="connsiteY2" fmla="*/ 12549 h 35853"/>
                    <a:gd name="connsiteX3" fmla="*/ 30476 w 26890"/>
                    <a:gd name="connsiteY3" fmla="*/ 10756 h 35853"/>
                    <a:gd name="connsiteX4" fmla="*/ 17479 w 26890"/>
                    <a:gd name="connsiteY4" fmla="*/ 0 h 35853"/>
                    <a:gd name="connsiteX5" fmla="*/ 5378 w 26890"/>
                    <a:gd name="connsiteY5" fmla="*/ 7171 h 35853"/>
                    <a:gd name="connsiteX6" fmla="*/ 3585 w 26890"/>
                    <a:gd name="connsiteY6" fmla="*/ 14341 h 35853"/>
                    <a:gd name="connsiteX7" fmla="*/ 1793 w 26890"/>
                    <a:gd name="connsiteY7" fmla="*/ 14341 h 35853"/>
                    <a:gd name="connsiteX8" fmla="*/ 0 w 26890"/>
                    <a:gd name="connsiteY8" fmla="*/ 16134 h 35853"/>
                    <a:gd name="connsiteX9" fmla="*/ 1793 w 26890"/>
                    <a:gd name="connsiteY9" fmla="*/ 17927 h 35853"/>
                    <a:gd name="connsiteX10" fmla="*/ 3137 w 26890"/>
                    <a:gd name="connsiteY10" fmla="*/ 17927 h 35853"/>
                    <a:gd name="connsiteX11" fmla="*/ 3137 w 26890"/>
                    <a:gd name="connsiteY11" fmla="*/ 19720 h 35853"/>
                    <a:gd name="connsiteX12" fmla="*/ 3137 w 26890"/>
                    <a:gd name="connsiteY12" fmla="*/ 22409 h 35853"/>
                    <a:gd name="connsiteX13" fmla="*/ 1793 w 26890"/>
                    <a:gd name="connsiteY13" fmla="*/ 22409 h 35853"/>
                    <a:gd name="connsiteX14" fmla="*/ 0 w 26890"/>
                    <a:gd name="connsiteY14" fmla="*/ 24201 h 35853"/>
                    <a:gd name="connsiteX15" fmla="*/ 1793 w 26890"/>
                    <a:gd name="connsiteY15" fmla="*/ 25994 h 35853"/>
                    <a:gd name="connsiteX16" fmla="*/ 3585 w 26890"/>
                    <a:gd name="connsiteY16" fmla="*/ 25994 h 35853"/>
                    <a:gd name="connsiteX17" fmla="*/ 5826 w 26890"/>
                    <a:gd name="connsiteY17" fmla="*/ 33613 h 35853"/>
                    <a:gd name="connsiteX18" fmla="*/ 17030 w 26890"/>
                    <a:gd name="connsiteY18" fmla="*/ 39439 h 35853"/>
                    <a:gd name="connsiteX19" fmla="*/ 30027 w 26890"/>
                    <a:gd name="connsiteY19" fmla="*/ 28683 h 35853"/>
                    <a:gd name="connsiteX20" fmla="*/ 28235 w 26890"/>
                    <a:gd name="connsiteY20" fmla="*/ 26890 h 35853"/>
                    <a:gd name="connsiteX21" fmla="*/ 26442 w 26890"/>
                    <a:gd name="connsiteY21" fmla="*/ 28683 h 35853"/>
                    <a:gd name="connsiteX22" fmla="*/ 17030 w 26890"/>
                    <a:gd name="connsiteY22" fmla="*/ 35854 h 35853"/>
                    <a:gd name="connsiteX23" fmla="*/ 8515 w 26890"/>
                    <a:gd name="connsiteY23" fmla="*/ 31820 h 35853"/>
                    <a:gd name="connsiteX24" fmla="*/ 6723 w 26890"/>
                    <a:gd name="connsiteY24" fmla="*/ 25994 h 35853"/>
                    <a:gd name="connsiteX25" fmla="*/ 17479 w 26890"/>
                    <a:gd name="connsiteY25" fmla="*/ 25994 h 35853"/>
                    <a:gd name="connsiteX26" fmla="*/ 19271 w 26890"/>
                    <a:gd name="connsiteY26" fmla="*/ 24201 h 35853"/>
                    <a:gd name="connsiteX27" fmla="*/ 17479 w 26890"/>
                    <a:gd name="connsiteY27" fmla="*/ 22409 h 35853"/>
                    <a:gd name="connsiteX28" fmla="*/ 6274 w 26890"/>
                    <a:gd name="connsiteY28" fmla="*/ 22409 h 35853"/>
                    <a:gd name="connsiteX29" fmla="*/ 6274 w 26890"/>
                    <a:gd name="connsiteY29" fmla="*/ 19720 h 35853"/>
                    <a:gd name="connsiteX30" fmla="*/ 6274 w 26890"/>
                    <a:gd name="connsiteY30" fmla="*/ 17927 h 35853"/>
                    <a:gd name="connsiteX31" fmla="*/ 17479 w 26890"/>
                    <a:gd name="connsiteY31" fmla="*/ 17927 h 35853"/>
                    <a:gd name="connsiteX32" fmla="*/ 19271 w 26890"/>
                    <a:gd name="connsiteY32" fmla="*/ 16134 h 35853"/>
                    <a:gd name="connsiteX33" fmla="*/ 17479 w 26890"/>
                    <a:gd name="connsiteY33" fmla="*/ 14341 h 35853"/>
                    <a:gd name="connsiteX34" fmla="*/ 6274 w 26890"/>
                    <a:gd name="connsiteY34" fmla="*/ 14341 h 35853"/>
                    <a:gd name="connsiteX35" fmla="*/ 7619 w 26890"/>
                    <a:gd name="connsiteY35" fmla="*/ 8963 h 35853"/>
                    <a:gd name="connsiteX36" fmla="*/ 17479 w 26890"/>
                    <a:gd name="connsiteY36" fmla="*/ 3585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890" h="35853">
                      <a:moveTo>
                        <a:pt x="17479" y="3585"/>
                      </a:moveTo>
                      <a:cubicBezTo>
                        <a:pt x="22857" y="3585"/>
                        <a:pt x="26890" y="6723"/>
                        <a:pt x="26890" y="10756"/>
                      </a:cubicBezTo>
                      <a:cubicBezTo>
                        <a:pt x="26890" y="11652"/>
                        <a:pt x="27787" y="12549"/>
                        <a:pt x="28683" y="12549"/>
                      </a:cubicBezTo>
                      <a:cubicBezTo>
                        <a:pt x="29579" y="12549"/>
                        <a:pt x="30476" y="11652"/>
                        <a:pt x="30476" y="10756"/>
                      </a:cubicBezTo>
                      <a:cubicBezTo>
                        <a:pt x="30476" y="4930"/>
                        <a:pt x="24649" y="0"/>
                        <a:pt x="17479" y="0"/>
                      </a:cubicBezTo>
                      <a:cubicBezTo>
                        <a:pt x="12101" y="0"/>
                        <a:pt x="7619" y="2689"/>
                        <a:pt x="5378" y="7171"/>
                      </a:cubicBezTo>
                      <a:cubicBezTo>
                        <a:pt x="4482" y="9412"/>
                        <a:pt x="4034" y="11652"/>
                        <a:pt x="3585" y="14341"/>
                      </a:cubicBezTo>
                      <a:lnTo>
                        <a:pt x="1793" y="14341"/>
                      </a:lnTo>
                      <a:cubicBezTo>
                        <a:pt x="896" y="14341"/>
                        <a:pt x="0" y="15238"/>
                        <a:pt x="0" y="16134"/>
                      </a:cubicBezTo>
                      <a:cubicBezTo>
                        <a:pt x="0" y="17030"/>
                        <a:pt x="896" y="17927"/>
                        <a:pt x="1793" y="17927"/>
                      </a:cubicBezTo>
                      <a:lnTo>
                        <a:pt x="3137" y="17927"/>
                      </a:lnTo>
                      <a:cubicBezTo>
                        <a:pt x="3137" y="18375"/>
                        <a:pt x="3137" y="19271"/>
                        <a:pt x="3137" y="19720"/>
                      </a:cubicBezTo>
                      <a:cubicBezTo>
                        <a:pt x="3137" y="20616"/>
                        <a:pt x="3137" y="21512"/>
                        <a:pt x="3137" y="22409"/>
                      </a:cubicBezTo>
                      <a:lnTo>
                        <a:pt x="1793" y="22409"/>
                      </a:lnTo>
                      <a:cubicBezTo>
                        <a:pt x="896" y="22409"/>
                        <a:pt x="0" y="23305"/>
                        <a:pt x="0" y="24201"/>
                      </a:cubicBezTo>
                      <a:cubicBezTo>
                        <a:pt x="0" y="25098"/>
                        <a:pt x="896" y="25994"/>
                        <a:pt x="1793" y="25994"/>
                      </a:cubicBezTo>
                      <a:lnTo>
                        <a:pt x="3585" y="25994"/>
                      </a:lnTo>
                      <a:cubicBezTo>
                        <a:pt x="4034" y="28683"/>
                        <a:pt x="4930" y="31372"/>
                        <a:pt x="5826" y="33613"/>
                      </a:cubicBezTo>
                      <a:cubicBezTo>
                        <a:pt x="8067" y="37198"/>
                        <a:pt x="12549" y="39439"/>
                        <a:pt x="17030" y="39439"/>
                      </a:cubicBezTo>
                      <a:cubicBezTo>
                        <a:pt x="24201" y="39439"/>
                        <a:pt x="30027" y="34509"/>
                        <a:pt x="30027" y="28683"/>
                      </a:cubicBezTo>
                      <a:cubicBezTo>
                        <a:pt x="30027" y="27787"/>
                        <a:pt x="29131" y="26890"/>
                        <a:pt x="28235" y="26890"/>
                      </a:cubicBezTo>
                      <a:cubicBezTo>
                        <a:pt x="27339" y="26890"/>
                        <a:pt x="26442" y="27787"/>
                        <a:pt x="26442" y="28683"/>
                      </a:cubicBezTo>
                      <a:cubicBezTo>
                        <a:pt x="26442" y="32716"/>
                        <a:pt x="21960" y="35854"/>
                        <a:pt x="17030" y="35854"/>
                      </a:cubicBezTo>
                      <a:cubicBezTo>
                        <a:pt x="13445" y="35854"/>
                        <a:pt x="10308" y="34061"/>
                        <a:pt x="8515" y="31820"/>
                      </a:cubicBezTo>
                      <a:cubicBezTo>
                        <a:pt x="7619" y="30027"/>
                        <a:pt x="7171" y="28235"/>
                        <a:pt x="6723" y="25994"/>
                      </a:cubicBezTo>
                      <a:lnTo>
                        <a:pt x="17479" y="25994"/>
                      </a:lnTo>
                      <a:cubicBezTo>
                        <a:pt x="18375" y="25994"/>
                        <a:pt x="19271" y="25098"/>
                        <a:pt x="19271" y="24201"/>
                      </a:cubicBezTo>
                      <a:cubicBezTo>
                        <a:pt x="19271" y="23305"/>
                        <a:pt x="18375" y="22409"/>
                        <a:pt x="17479" y="22409"/>
                      </a:cubicBezTo>
                      <a:lnTo>
                        <a:pt x="6274" y="22409"/>
                      </a:lnTo>
                      <a:cubicBezTo>
                        <a:pt x="6274" y="21512"/>
                        <a:pt x="6274" y="20616"/>
                        <a:pt x="6274" y="19720"/>
                      </a:cubicBezTo>
                      <a:cubicBezTo>
                        <a:pt x="6274" y="18823"/>
                        <a:pt x="6274" y="18375"/>
                        <a:pt x="6274" y="17927"/>
                      </a:cubicBezTo>
                      <a:lnTo>
                        <a:pt x="17479" y="17927"/>
                      </a:lnTo>
                      <a:cubicBezTo>
                        <a:pt x="18375" y="17927"/>
                        <a:pt x="19271" y="17030"/>
                        <a:pt x="19271" y="16134"/>
                      </a:cubicBezTo>
                      <a:cubicBezTo>
                        <a:pt x="19271" y="15238"/>
                        <a:pt x="18375" y="14341"/>
                        <a:pt x="17479" y="14341"/>
                      </a:cubicBezTo>
                      <a:lnTo>
                        <a:pt x="6274" y="14341"/>
                      </a:lnTo>
                      <a:cubicBezTo>
                        <a:pt x="6723" y="12101"/>
                        <a:pt x="7171" y="10308"/>
                        <a:pt x="7619" y="8963"/>
                      </a:cubicBezTo>
                      <a:cubicBezTo>
                        <a:pt x="10308" y="5378"/>
                        <a:pt x="13445" y="3585"/>
                        <a:pt x="17479" y="358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70" name="Freeform: Shape 5423">
                  <a:extLst>
                    <a:ext uri="{FF2B5EF4-FFF2-40B4-BE49-F238E27FC236}">
                      <a16:creationId xmlns:a16="http://schemas.microsoft.com/office/drawing/2014/main" id="{A3E8A899-BA9C-1C2B-DBC1-D8EB9A0D3732}"/>
                    </a:ext>
                  </a:extLst>
                </p:cNvPr>
                <p:cNvSpPr/>
                <p:nvPr/>
              </p:nvSpPr>
              <p:spPr>
                <a:xfrm>
                  <a:off x="10437894" y="1774738"/>
                  <a:ext cx="85152" cy="138933"/>
                </a:xfrm>
                <a:custGeom>
                  <a:avLst/>
                  <a:gdLst>
                    <a:gd name="connsiteX0" fmla="*/ 65881 w 85152"/>
                    <a:gd name="connsiteY0" fmla="*/ 129521 h 138932"/>
                    <a:gd name="connsiteX1" fmla="*/ 61847 w 85152"/>
                    <a:gd name="connsiteY1" fmla="*/ 131314 h 138932"/>
                    <a:gd name="connsiteX2" fmla="*/ 42576 w 85152"/>
                    <a:gd name="connsiteY2" fmla="*/ 134451 h 138932"/>
                    <a:gd name="connsiteX3" fmla="*/ 4482 w 85152"/>
                    <a:gd name="connsiteY3" fmla="*/ 113387 h 138932"/>
                    <a:gd name="connsiteX4" fmla="*/ 4482 w 85152"/>
                    <a:gd name="connsiteY4" fmla="*/ 113387 h 138932"/>
                    <a:gd name="connsiteX5" fmla="*/ 4482 w 85152"/>
                    <a:gd name="connsiteY5" fmla="*/ 95460 h 138932"/>
                    <a:gd name="connsiteX6" fmla="*/ 42576 w 85152"/>
                    <a:gd name="connsiteY6" fmla="*/ 109802 h 138932"/>
                    <a:gd name="connsiteX7" fmla="*/ 53780 w 85152"/>
                    <a:gd name="connsiteY7" fmla="*/ 108905 h 138932"/>
                    <a:gd name="connsiteX8" fmla="*/ 55573 w 85152"/>
                    <a:gd name="connsiteY8" fmla="*/ 106216 h 138932"/>
                    <a:gd name="connsiteX9" fmla="*/ 52884 w 85152"/>
                    <a:gd name="connsiteY9" fmla="*/ 104424 h 138932"/>
                    <a:gd name="connsiteX10" fmla="*/ 42576 w 85152"/>
                    <a:gd name="connsiteY10" fmla="*/ 105320 h 138932"/>
                    <a:gd name="connsiteX11" fmla="*/ 4482 w 85152"/>
                    <a:gd name="connsiteY11" fmla="*/ 84256 h 138932"/>
                    <a:gd name="connsiteX12" fmla="*/ 4482 w 85152"/>
                    <a:gd name="connsiteY12" fmla="*/ 84256 h 138932"/>
                    <a:gd name="connsiteX13" fmla="*/ 4482 w 85152"/>
                    <a:gd name="connsiteY13" fmla="*/ 66329 h 138932"/>
                    <a:gd name="connsiteX14" fmla="*/ 42576 w 85152"/>
                    <a:gd name="connsiteY14" fmla="*/ 80222 h 138932"/>
                    <a:gd name="connsiteX15" fmla="*/ 56918 w 85152"/>
                    <a:gd name="connsiteY15" fmla="*/ 78878 h 138932"/>
                    <a:gd name="connsiteX16" fmla="*/ 58710 w 85152"/>
                    <a:gd name="connsiteY16" fmla="*/ 76189 h 138932"/>
                    <a:gd name="connsiteX17" fmla="*/ 56021 w 85152"/>
                    <a:gd name="connsiteY17" fmla="*/ 74396 h 138932"/>
                    <a:gd name="connsiteX18" fmla="*/ 42576 w 85152"/>
                    <a:gd name="connsiteY18" fmla="*/ 75741 h 138932"/>
                    <a:gd name="connsiteX19" fmla="*/ 4482 w 85152"/>
                    <a:gd name="connsiteY19" fmla="*/ 54677 h 138932"/>
                    <a:gd name="connsiteX20" fmla="*/ 4482 w 85152"/>
                    <a:gd name="connsiteY20" fmla="*/ 54677 h 138932"/>
                    <a:gd name="connsiteX21" fmla="*/ 4482 w 85152"/>
                    <a:gd name="connsiteY21" fmla="*/ 37198 h 138932"/>
                    <a:gd name="connsiteX22" fmla="*/ 42576 w 85152"/>
                    <a:gd name="connsiteY22" fmla="*/ 51091 h 138932"/>
                    <a:gd name="connsiteX23" fmla="*/ 80671 w 85152"/>
                    <a:gd name="connsiteY23" fmla="*/ 37198 h 138932"/>
                    <a:gd name="connsiteX24" fmla="*/ 80671 w 85152"/>
                    <a:gd name="connsiteY24" fmla="*/ 50195 h 138932"/>
                    <a:gd name="connsiteX25" fmla="*/ 82911 w 85152"/>
                    <a:gd name="connsiteY25" fmla="*/ 52436 h 138932"/>
                    <a:gd name="connsiteX26" fmla="*/ 85152 w 85152"/>
                    <a:gd name="connsiteY26" fmla="*/ 50195 h 138932"/>
                    <a:gd name="connsiteX27" fmla="*/ 85152 w 85152"/>
                    <a:gd name="connsiteY27" fmla="*/ 25994 h 138932"/>
                    <a:gd name="connsiteX28" fmla="*/ 85152 w 85152"/>
                    <a:gd name="connsiteY28" fmla="*/ 25994 h 138932"/>
                    <a:gd name="connsiteX29" fmla="*/ 85152 w 85152"/>
                    <a:gd name="connsiteY29" fmla="*/ 25546 h 138932"/>
                    <a:gd name="connsiteX30" fmla="*/ 42576 w 85152"/>
                    <a:gd name="connsiteY30" fmla="*/ 0 h 138932"/>
                    <a:gd name="connsiteX31" fmla="*/ 0 w 85152"/>
                    <a:gd name="connsiteY31" fmla="*/ 25546 h 138932"/>
                    <a:gd name="connsiteX32" fmla="*/ 0 w 85152"/>
                    <a:gd name="connsiteY32" fmla="*/ 25546 h 138932"/>
                    <a:gd name="connsiteX33" fmla="*/ 0 w 85152"/>
                    <a:gd name="connsiteY33" fmla="*/ 25546 h 138932"/>
                    <a:gd name="connsiteX34" fmla="*/ 0 w 85152"/>
                    <a:gd name="connsiteY34" fmla="*/ 113387 h 138932"/>
                    <a:gd name="connsiteX35" fmla="*/ 0 w 85152"/>
                    <a:gd name="connsiteY35" fmla="*/ 113835 h 138932"/>
                    <a:gd name="connsiteX36" fmla="*/ 42576 w 85152"/>
                    <a:gd name="connsiteY36" fmla="*/ 138933 h 138932"/>
                    <a:gd name="connsiteX37" fmla="*/ 63192 w 85152"/>
                    <a:gd name="connsiteY37" fmla="*/ 135796 h 138932"/>
                    <a:gd name="connsiteX38" fmla="*/ 67674 w 85152"/>
                    <a:gd name="connsiteY38" fmla="*/ 134003 h 138932"/>
                    <a:gd name="connsiteX39" fmla="*/ 68570 w 85152"/>
                    <a:gd name="connsiteY39" fmla="*/ 130866 h 138932"/>
                    <a:gd name="connsiteX40" fmla="*/ 65881 w 85152"/>
                    <a:gd name="connsiteY40" fmla="*/ 129521 h 138932"/>
                    <a:gd name="connsiteX41" fmla="*/ 42576 w 85152"/>
                    <a:gd name="connsiteY41" fmla="*/ 4482 h 138932"/>
                    <a:gd name="connsiteX42" fmla="*/ 80671 w 85152"/>
                    <a:gd name="connsiteY42" fmla="*/ 25546 h 138932"/>
                    <a:gd name="connsiteX43" fmla="*/ 42576 w 85152"/>
                    <a:gd name="connsiteY43" fmla="*/ 46610 h 138932"/>
                    <a:gd name="connsiteX44" fmla="*/ 4482 w 85152"/>
                    <a:gd name="connsiteY44" fmla="*/ 25546 h 138932"/>
                    <a:gd name="connsiteX45" fmla="*/ 42576 w 85152"/>
                    <a:gd name="connsiteY45" fmla="*/ 4482 h 13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85152" h="138932">
                      <a:moveTo>
                        <a:pt x="65881" y="129521"/>
                      </a:moveTo>
                      <a:cubicBezTo>
                        <a:pt x="64536" y="130418"/>
                        <a:pt x="61847" y="131314"/>
                        <a:pt x="61847" y="131314"/>
                      </a:cubicBezTo>
                      <a:cubicBezTo>
                        <a:pt x="56021" y="133107"/>
                        <a:pt x="49299" y="134451"/>
                        <a:pt x="42576" y="134451"/>
                      </a:cubicBezTo>
                      <a:cubicBezTo>
                        <a:pt x="21960" y="134451"/>
                        <a:pt x="4482" y="124591"/>
                        <a:pt x="4482" y="113387"/>
                      </a:cubicBezTo>
                      <a:cubicBezTo>
                        <a:pt x="4482" y="113387"/>
                        <a:pt x="4482" y="113387"/>
                        <a:pt x="4482" y="113387"/>
                      </a:cubicBezTo>
                      <a:lnTo>
                        <a:pt x="4482" y="95460"/>
                      </a:lnTo>
                      <a:cubicBezTo>
                        <a:pt x="11652" y="103975"/>
                        <a:pt x="25994" y="109802"/>
                        <a:pt x="42576" y="109802"/>
                      </a:cubicBezTo>
                      <a:cubicBezTo>
                        <a:pt x="47058" y="109802"/>
                        <a:pt x="50195" y="109354"/>
                        <a:pt x="53780" y="108905"/>
                      </a:cubicBezTo>
                      <a:cubicBezTo>
                        <a:pt x="55125" y="108905"/>
                        <a:pt x="56021" y="107561"/>
                        <a:pt x="55573" y="106216"/>
                      </a:cubicBezTo>
                      <a:cubicBezTo>
                        <a:pt x="55573" y="104872"/>
                        <a:pt x="54228" y="103975"/>
                        <a:pt x="52884" y="104424"/>
                      </a:cubicBezTo>
                      <a:cubicBezTo>
                        <a:pt x="49747" y="104872"/>
                        <a:pt x="46610" y="105320"/>
                        <a:pt x="42576" y="105320"/>
                      </a:cubicBezTo>
                      <a:cubicBezTo>
                        <a:pt x="21960" y="105320"/>
                        <a:pt x="4482" y="95460"/>
                        <a:pt x="4482" y="84256"/>
                      </a:cubicBezTo>
                      <a:cubicBezTo>
                        <a:pt x="4482" y="84256"/>
                        <a:pt x="4482" y="84256"/>
                        <a:pt x="4482" y="84256"/>
                      </a:cubicBezTo>
                      <a:lnTo>
                        <a:pt x="4482" y="66329"/>
                      </a:lnTo>
                      <a:cubicBezTo>
                        <a:pt x="11204" y="74844"/>
                        <a:pt x="25546" y="80222"/>
                        <a:pt x="42576" y="80222"/>
                      </a:cubicBezTo>
                      <a:cubicBezTo>
                        <a:pt x="46161" y="80222"/>
                        <a:pt x="51988" y="79774"/>
                        <a:pt x="56918" y="78878"/>
                      </a:cubicBezTo>
                      <a:cubicBezTo>
                        <a:pt x="58262" y="78430"/>
                        <a:pt x="58710" y="77533"/>
                        <a:pt x="58710" y="76189"/>
                      </a:cubicBezTo>
                      <a:cubicBezTo>
                        <a:pt x="58262" y="74844"/>
                        <a:pt x="57366" y="74396"/>
                        <a:pt x="56021" y="74396"/>
                      </a:cubicBezTo>
                      <a:cubicBezTo>
                        <a:pt x="51540" y="75741"/>
                        <a:pt x="46161" y="75741"/>
                        <a:pt x="42576" y="75741"/>
                      </a:cubicBezTo>
                      <a:cubicBezTo>
                        <a:pt x="21960" y="75741"/>
                        <a:pt x="4482" y="65881"/>
                        <a:pt x="4482" y="54677"/>
                      </a:cubicBezTo>
                      <a:cubicBezTo>
                        <a:pt x="4482" y="54677"/>
                        <a:pt x="4482" y="54677"/>
                        <a:pt x="4482" y="54677"/>
                      </a:cubicBezTo>
                      <a:lnTo>
                        <a:pt x="4482" y="37198"/>
                      </a:lnTo>
                      <a:cubicBezTo>
                        <a:pt x="11204" y="45713"/>
                        <a:pt x="25546" y="51091"/>
                        <a:pt x="42576" y="51091"/>
                      </a:cubicBezTo>
                      <a:cubicBezTo>
                        <a:pt x="59607" y="51091"/>
                        <a:pt x="73948" y="45265"/>
                        <a:pt x="80671" y="37198"/>
                      </a:cubicBezTo>
                      <a:lnTo>
                        <a:pt x="80671" y="50195"/>
                      </a:lnTo>
                      <a:cubicBezTo>
                        <a:pt x="80671" y="51540"/>
                        <a:pt x="81567" y="52436"/>
                        <a:pt x="82911" y="52436"/>
                      </a:cubicBezTo>
                      <a:cubicBezTo>
                        <a:pt x="84256" y="52436"/>
                        <a:pt x="85152" y="51540"/>
                        <a:pt x="85152" y="50195"/>
                      </a:cubicBezTo>
                      <a:lnTo>
                        <a:pt x="85152" y="25994"/>
                      </a:lnTo>
                      <a:cubicBezTo>
                        <a:pt x="85152" y="25994"/>
                        <a:pt x="85152" y="25994"/>
                        <a:pt x="85152" y="25994"/>
                      </a:cubicBezTo>
                      <a:cubicBezTo>
                        <a:pt x="85152" y="25994"/>
                        <a:pt x="85152" y="25546"/>
                        <a:pt x="85152" y="25546"/>
                      </a:cubicBezTo>
                      <a:cubicBezTo>
                        <a:pt x="85152" y="11204"/>
                        <a:pt x="66329" y="0"/>
                        <a:pt x="42576" y="0"/>
                      </a:cubicBezTo>
                      <a:cubicBezTo>
                        <a:pt x="18823" y="0"/>
                        <a:pt x="0" y="11204"/>
                        <a:pt x="0" y="25546"/>
                      </a:cubicBezTo>
                      <a:cubicBezTo>
                        <a:pt x="0" y="25546"/>
                        <a:pt x="0" y="25546"/>
                        <a:pt x="0" y="25546"/>
                      </a:cubicBezTo>
                      <a:cubicBezTo>
                        <a:pt x="0" y="25546"/>
                        <a:pt x="0" y="25546"/>
                        <a:pt x="0" y="25546"/>
                      </a:cubicBezTo>
                      <a:lnTo>
                        <a:pt x="0" y="113387"/>
                      </a:lnTo>
                      <a:cubicBezTo>
                        <a:pt x="0" y="113387"/>
                        <a:pt x="0" y="113387"/>
                        <a:pt x="0" y="113835"/>
                      </a:cubicBezTo>
                      <a:cubicBezTo>
                        <a:pt x="448" y="127729"/>
                        <a:pt x="19271" y="138933"/>
                        <a:pt x="42576" y="138933"/>
                      </a:cubicBezTo>
                      <a:cubicBezTo>
                        <a:pt x="49747" y="138933"/>
                        <a:pt x="56918" y="138036"/>
                        <a:pt x="63192" y="135796"/>
                      </a:cubicBezTo>
                      <a:cubicBezTo>
                        <a:pt x="63192" y="135796"/>
                        <a:pt x="65881" y="134899"/>
                        <a:pt x="67674" y="134003"/>
                      </a:cubicBezTo>
                      <a:cubicBezTo>
                        <a:pt x="68570" y="133555"/>
                        <a:pt x="69466" y="132210"/>
                        <a:pt x="68570" y="130866"/>
                      </a:cubicBezTo>
                      <a:cubicBezTo>
                        <a:pt x="68570" y="129521"/>
                        <a:pt x="67226" y="129073"/>
                        <a:pt x="65881" y="129521"/>
                      </a:cubicBezTo>
                      <a:close/>
                      <a:moveTo>
                        <a:pt x="42576" y="4482"/>
                      </a:moveTo>
                      <a:cubicBezTo>
                        <a:pt x="63192" y="4482"/>
                        <a:pt x="80671" y="14341"/>
                        <a:pt x="80671" y="25546"/>
                      </a:cubicBezTo>
                      <a:cubicBezTo>
                        <a:pt x="80671" y="37198"/>
                        <a:pt x="63192" y="46610"/>
                        <a:pt x="42576" y="46610"/>
                      </a:cubicBezTo>
                      <a:cubicBezTo>
                        <a:pt x="21960" y="46610"/>
                        <a:pt x="4482" y="36750"/>
                        <a:pt x="4482" y="25546"/>
                      </a:cubicBezTo>
                      <a:cubicBezTo>
                        <a:pt x="4482" y="13893"/>
                        <a:pt x="21960" y="4482"/>
                        <a:pt x="42576"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71" name="Group 2473">
                <a:extLst>
                  <a:ext uri="{FF2B5EF4-FFF2-40B4-BE49-F238E27FC236}">
                    <a16:creationId xmlns:a16="http://schemas.microsoft.com/office/drawing/2014/main" id="{1F06013D-C8F1-F0AD-083C-E37782291517}"/>
                  </a:ext>
                  <a:ext uri="{C183D7F6-B498-43B3-948B-1728B52AA6E4}">
                    <adec:decorative xmlns:adec="http://schemas.microsoft.com/office/drawing/2017/decorative" val="1"/>
                  </a:ext>
                </a:extLst>
              </p:cNvPr>
              <p:cNvGrpSpPr>
                <a:grpSpLocks noChangeAspect="1"/>
              </p:cNvGrpSpPr>
              <p:nvPr/>
            </p:nvGrpSpPr>
            <p:grpSpPr>
              <a:xfrm>
                <a:off x="9581818" y="3828749"/>
                <a:ext cx="152378" cy="134451"/>
                <a:chOff x="9638318" y="1773058"/>
                <a:chExt cx="152378" cy="134451"/>
              </a:xfrm>
            </p:grpSpPr>
            <p:sp>
              <p:nvSpPr>
                <p:cNvPr id="1272" name="Freeform: Shape 5418">
                  <a:extLst>
                    <a:ext uri="{FF2B5EF4-FFF2-40B4-BE49-F238E27FC236}">
                      <a16:creationId xmlns:a16="http://schemas.microsoft.com/office/drawing/2014/main" id="{56245506-6C6C-1F9C-6E26-CE4E78E8A810}"/>
                    </a:ext>
                  </a:extLst>
                </p:cNvPr>
                <p:cNvSpPr/>
                <p:nvPr/>
              </p:nvSpPr>
              <p:spPr>
                <a:xfrm>
                  <a:off x="9731538" y="1803127"/>
                  <a:ext cx="8963" cy="4482"/>
                </a:xfrm>
                <a:custGeom>
                  <a:avLst/>
                  <a:gdLst>
                    <a:gd name="connsiteX0" fmla="*/ 5867 w 8963"/>
                    <a:gd name="connsiteY0" fmla="*/ 294 h 4481"/>
                    <a:gd name="connsiteX1" fmla="*/ 937 w 8963"/>
                    <a:gd name="connsiteY1" fmla="*/ 4328 h 4481"/>
                    <a:gd name="connsiteX2" fmla="*/ 489 w 8963"/>
                    <a:gd name="connsiteY2" fmla="*/ 7465 h 4481"/>
                    <a:gd name="connsiteX3" fmla="*/ 2281 w 8963"/>
                    <a:gd name="connsiteY3" fmla="*/ 8361 h 4481"/>
                    <a:gd name="connsiteX4" fmla="*/ 3626 w 8963"/>
                    <a:gd name="connsiteY4" fmla="*/ 7913 h 4481"/>
                    <a:gd name="connsiteX5" fmla="*/ 8556 w 8963"/>
                    <a:gd name="connsiteY5" fmla="*/ 3880 h 4481"/>
                    <a:gd name="connsiteX6" fmla="*/ 9004 w 8963"/>
                    <a:gd name="connsiteY6" fmla="*/ 743 h 4481"/>
                    <a:gd name="connsiteX7" fmla="*/ 5867 w 8963"/>
                    <a:gd name="connsiteY7" fmla="*/ 294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63" h="4481">
                      <a:moveTo>
                        <a:pt x="5867" y="294"/>
                      </a:moveTo>
                      <a:lnTo>
                        <a:pt x="937" y="4328"/>
                      </a:lnTo>
                      <a:cubicBezTo>
                        <a:pt x="40" y="5224"/>
                        <a:pt x="-408" y="6569"/>
                        <a:pt x="489" y="7465"/>
                      </a:cubicBezTo>
                      <a:cubicBezTo>
                        <a:pt x="937" y="7913"/>
                        <a:pt x="1385" y="8361"/>
                        <a:pt x="2281" y="8361"/>
                      </a:cubicBezTo>
                      <a:cubicBezTo>
                        <a:pt x="2730" y="8361"/>
                        <a:pt x="3178" y="8361"/>
                        <a:pt x="3626" y="7913"/>
                      </a:cubicBezTo>
                      <a:lnTo>
                        <a:pt x="8556" y="3880"/>
                      </a:lnTo>
                      <a:cubicBezTo>
                        <a:pt x="9452" y="2983"/>
                        <a:pt x="9900" y="1639"/>
                        <a:pt x="9004" y="743"/>
                      </a:cubicBezTo>
                      <a:cubicBezTo>
                        <a:pt x="8108" y="-154"/>
                        <a:pt x="6763" y="-154"/>
                        <a:pt x="5867" y="29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73" name="Freeform: Shape 5419">
                  <a:extLst>
                    <a:ext uri="{FF2B5EF4-FFF2-40B4-BE49-F238E27FC236}">
                      <a16:creationId xmlns:a16="http://schemas.microsoft.com/office/drawing/2014/main" id="{3292CF76-8653-4AEA-A577-846795EC62BE}"/>
                    </a:ext>
                  </a:extLst>
                </p:cNvPr>
                <p:cNvSpPr/>
                <p:nvPr/>
              </p:nvSpPr>
              <p:spPr>
                <a:xfrm>
                  <a:off x="9686272" y="1832512"/>
                  <a:ext cx="8963" cy="4482"/>
                </a:xfrm>
                <a:custGeom>
                  <a:avLst/>
                  <a:gdLst>
                    <a:gd name="connsiteX0" fmla="*/ 2281 w 8963"/>
                    <a:gd name="connsiteY0" fmla="*/ 8556 h 4481"/>
                    <a:gd name="connsiteX1" fmla="*/ 3626 w 8963"/>
                    <a:gd name="connsiteY1" fmla="*/ 8107 h 4481"/>
                    <a:gd name="connsiteX2" fmla="*/ 8556 w 8963"/>
                    <a:gd name="connsiteY2" fmla="*/ 4074 h 4481"/>
                    <a:gd name="connsiteX3" fmla="*/ 9004 w 8963"/>
                    <a:gd name="connsiteY3" fmla="*/ 937 h 4481"/>
                    <a:gd name="connsiteX4" fmla="*/ 5867 w 8963"/>
                    <a:gd name="connsiteY4" fmla="*/ 489 h 4481"/>
                    <a:gd name="connsiteX5" fmla="*/ 937 w 8963"/>
                    <a:gd name="connsiteY5" fmla="*/ 4522 h 4481"/>
                    <a:gd name="connsiteX6" fmla="*/ 488 w 8963"/>
                    <a:gd name="connsiteY6" fmla="*/ 7659 h 4481"/>
                    <a:gd name="connsiteX7" fmla="*/ 2281 w 8963"/>
                    <a:gd name="connsiteY7" fmla="*/ 8556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63" h="4481">
                      <a:moveTo>
                        <a:pt x="2281" y="8556"/>
                      </a:moveTo>
                      <a:cubicBezTo>
                        <a:pt x="2729" y="8556"/>
                        <a:pt x="3178" y="8556"/>
                        <a:pt x="3626" y="8107"/>
                      </a:cubicBezTo>
                      <a:lnTo>
                        <a:pt x="8556" y="4074"/>
                      </a:lnTo>
                      <a:cubicBezTo>
                        <a:pt x="9452" y="3178"/>
                        <a:pt x="9900" y="1833"/>
                        <a:pt x="9004" y="937"/>
                      </a:cubicBezTo>
                      <a:cubicBezTo>
                        <a:pt x="8107" y="40"/>
                        <a:pt x="6763" y="-408"/>
                        <a:pt x="5867" y="489"/>
                      </a:cubicBezTo>
                      <a:lnTo>
                        <a:pt x="937" y="4522"/>
                      </a:lnTo>
                      <a:cubicBezTo>
                        <a:pt x="40" y="5418"/>
                        <a:pt x="-408" y="6763"/>
                        <a:pt x="488" y="7659"/>
                      </a:cubicBezTo>
                      <a:cubicBezTo>
                        <a:pt x="937" y="8107"/>
                        <a:pt x="1385" y="8556"/>
                        <a:pt x="2281" y="855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74" name="Freeform: Shape 5420">
                  <a:extLst>
                    <a:ext uri="{FF2B5EF4-FFF2-40B4-BE49-F238E27FC236}">
                      <a16:creationId xmlns:a16="http://schemas.microsoft.com/office/drawing/2014/main" id="{8326DC22-BAE6-83E8-F072-1C537FFD3FE5}"/>
                    </a:ext>
                  </a:extLst>
                </p:cNvPr>
                <p:cNvSpPr/>
                <p:nvPr/>
              </p:nvSpPr>
              <p:spPr>
                <a:xfrm>
                  <a:off x="9638318" y="1773058"/>
                  <a:ext cx="152378" cy="134451"/>
                </a:xfrm>
                <a:custGeom>
                  <a:avLst/>
                  <a:gdLst>
                    <a:gd name="connsiteX0" fmla="*/ 150177 w 152377"/>
                    <a:gd name="connsiteY0" fmla="*/ 55461 h 134451"/>
                    <a:gd name="connsiteX1" fmla="*/ 151074 w 152377"/>
                    <a:gd name="connsiteY1" fmla="*/ 52324 h 134451"/>
                    <a:gd name="connsiteX2" fmla="*/ 147936 w 152377"/>
                    <a:gd name="connsiteY2" fmla="*/ 51876 h 134451"/>
                    <a:gd name="connsiteX3" fmla="*/ 116117 w 152377"/>
                    <a:gd name="connsiteY3" fmla="*/ 72492 h 134451"/>
                    <a:gd name="connsiteX4" fmla="*/ 116117 w 152377"/>
                    <a:gd name="connsiteY4" fmla="*/ 58598 h 134451"/>
                    <a:gd name="connsiteX5" fmla="*/ 150626 w 152377"/>
                    <a:gd name="connsiteY5" fmla="*/ 36638 h 134451"/>
                    <a:gd name="connsiteX6" fmla="*/ 151522 w 152377"/>
                    <a:gd name="connsiteY6" fmla="*/ 34845 h 134451"/>
                    <a:gd name="connsiteX7" fmla="*/ 150626 w 152377"/>
                    <a:gd name="connsiteY7" fmla="*/ 33053 h 134451"/>
                    <a:gd name="connsiteX8" fmla="*/ 99086 w 152377"/>
                    <a:gd name="connsiteY8" fmla="*/ 336 h 134451"/>
                    <a:gd name="connsiteX9" fmla="*/ 96845 w 152377"/>
                    <a:gd name="connsiteY9" fmla="*/ 336 h 134451"/>
                    <a:gd name="connsiteX10" fmla="*/ 62784 w 152377"/>
                    <a:gd name="connsiteY10" fmla="*/ 22296 h 134451"/>
                    <a:gd name="connsiteX11" fmla="*/ 60543 w 152377"/>
                    <a:gd name="connsiteY11" fmla="*/ 20952 h 134451"/>
                    <a:gd name="connsiteX12" fmla="*/ 58302 w 152377"/>
                    <a:gd name="connsiteY12" fmla="*/ 20952 h 134451"/>
                    <a:gd name="connsiteX13" fmla="*/ 34549 w 152377"/>
                    <a:gd name="connsiteY13" fmla="*/ 35742 h 134451"/>
                    <a:gd name="connsiteX14" fmla="*/ 33653 w 152377"/>
                    <a:gd name="connsiteY14" fmla="*/ 37534 h 134451"/>
                    <a:gd name="connsiteX15" fmla="*/ 34549 w 152377"/>
                    <a:gd name="connsiteY15" fmla="*/ 39327 h 134451"/>
                    <a:gd name="connsiteX16" fmla="*/ 35894 w 152377"/>
                    <a:gd name="connsiteY16" fmla="*/ 40223 h 134451"/>
                    <a:gd name="connsiteX17" fmla="*/ 937 w 152377"/>
                    <a:gd name="connsiteY17" fmla="*/ 62184 h 134451"/>
                    <a:gd name="connsiteX18" fmla="*/ 40 w 152377"/>
                    <a:gd name="connsiteY18" fmla="*/ 63976 h 134451"/>
                    <a:gd name="connsiteX19" fmla="*/ 937 w 152377"/>
                    <a:gd name="connsiteY19" fmla="*/ 65769 h 134451"/>
                    <a:gd name="connsiteX20" fmla="*/ 52476 w 152377"/>
                    <a:gd name="connsiteY20" fmla="*/ 98485 h 134451"/>
                    <a:gd name="connsiteX21" fmla="*/ 53821 w 152377"/>
                    <a:gd name="connsiteY21" fmla="*/ 98934 h 134451"/>
                    <a:gd name="connsiteX22" fmla="*/ 55165 w 152377"/>
                    <a:gd name="connsiteY22" fmla="*/ 98485 h 134451"/>
                    <a:gd name="connsiteX23" fmla="*/ 86985 w 152377"/>
                    <a:gd name="connsiteY23" fmla="*/ 77870 h 134451"/>
                    <a:gd name="connsiteX24" fmla="*/ 86985 w 152377"/>
                    <a:gd name="connsiteY24" fmla="*/ 91763 h 134451"/>
                    <a:gd name="connsiteX25" fmla="*/ 53821 w 152377"/>
                    <a:gd name="connsiteY25" fmla="*/ 112827 h 134451"/>
                    <a:gd name="connsiteX26" fmla="*/ 3626 w 152377"/>
                    <a:gd name="connsiteY26" fmla="*/ 77870 h 134451"/>
                    <a:gd name="connsiteX27" fmla="*/ 489 w 152377"/>
                    <a:gd name="connsiteY27" fmla="*/ 78318 h 134451"/>
                    <a:gd name="connsiteX28" fmla="*/ 937 w 152377"/>
                    <a:gd name="connsiteY28" fmla="*/ 81455 h 134451"/>
                    <a:gd name="connsiteX29" fmla="*/ 52476 w 152377"/>
                    <a:gd name="connsiteY29" fmla="*/ 117309 h 134451"/>
                    <a:gd name="connsiteX30" fmla="*/ 53821 w 152377"/>
                    <a:gd name="connsiteY30" fmla="*/ 117757 h 134451"/>
                    <a:gd name="connsiteX31" fmla="*/ 55165 w 152377"/>
                    <a:gd name="connsiteY31" fmla="*/ 117309 h 134451"/>
                    <a:gd name="connsiteX32" fmla="*/ 86985 w 152377"/>
                    <a:gd name="connsiteY32" fmla="*/ 96693 h 134451"/>
                    <a:gd name="connsiteX33" fmla="*/ 86985 w 152377"/>
                    <a:gd name="connsiteY33" fmla="*/ 111931 h 134451"/>
                    <a:gd name="connsiteX34" fmla="*/ 53821 w 152377"/>
                    <a:gd name="connsiteY34" fmla="*/ 132995 h 134451"/>
                    <a:gd name="connsiteX35" fmla="*/ 3626 w 152377"/>
                    <a:gd name="connsiteY35" fmla="*/ 98037 h 134451"/>
                    <a:gd name="connsiteX36" fmla="*/ 489 w 152377"/>
                    <a:gd name="connsiteY36" fmla="*/ 98485 h 134451"/>
                    <a:gd name="connsiteX37" fmla="*/ 937 w 152377"/>
                    <a:gd name="connsiteY37" fmla="*/ 101623 h 134451"/>
                    <a:gd name="connsiteX38" fmla="*/ 52476 w 152377"/>
                    <a:gd name="connsiteY38" fmla="*/ 137476 h 134451"/>
                    <a:gd name="connsiteX39" fmla="*/ 53821 w 152377"/>
                    <a:gd name="connsiteY39" fmla="*/ 137924 h 134451"/>
                    <a:gd name="connsiteX40" fmla="*/ 55165 w 152377"/>
                    <a:gd name="connsiteY40" fmla="*/ 137476 h 134451"/>
                    <a:gd name="connsiteX41" fmla="*/ 90571 w 152377"/>
                    <a:gd name="connsiteY41" fmla="*/ 114620 h 134451"/>
                    <a:gd name="connsiteX42" fmla="*/ 116117 w 152377"/>
                    <a:gd name="connsiteY42" fmla="*/ 98037 h 134451"/>
                    <a:gd name="connsiteX43" fmla="*/ 116117 w 152377"/>
                    <a:gd name="connsiteY43" fmla="*/ 98037 h 134451"/>
                    <a:gd name="connsiteX44" fmla="*/ 151522 w 152377"/>
                    <a:gd name="connsiteY44" fmla="*/ 75181 h 134451"/>
                    <a:gd name="connsiteX45" fmla="*/ 152418 w 152377"/>
                    <a:gd name="connsiteY45" fmla="*/ 72043 h 134451"/>
                    <a:gd name="connsiteX46" fmla="*/ 149281 w 152377"/>
                    <a:gd name="connsiteY46" fmla="*/ 71147 h 134451"/>
                    <a:gd name="connsiteX47" fmla="*/ 117461 w 152377"/>
                    <a:gd name="connsiteY47" fmla="*/ 91763 h 134451"/>
                    <a:gd name="connsiteX48" fmla="*/ 117461 w 152377"/>
                    <a:gd name="connsiteY48" fmla="*/ 77421 h 134451"/>
                    <a:gd name="connsiteX49" fmla="*/ 150177 w 152377"/>
                    <a:gd name="connsiteY49" fmla="*/ 55461 h 134451"/>
                    <a:gd name="connsiteX50" fmla="*/ 97741 w 152377"/>
                    <a:gd name="connsiteY50" fmla="*/ 4370 h 134451"/>
                    <a:gd name="connsiteX51" fmla="*/ 144799 w 152377"/>
                    <a:gd name="connsiteY51" fmla="*/ 34397 h 134451"/>
                    <a:gd name="connsiteX52" fmla="*/ 113427 w 152377"/>
                    <a:gd name="connsiteY52" fmla="*/ 54565 h 134451"/>
                    <a:gd name="connsiteX53" fmla="*/ 107153 w 152377"/>
                    <a:gd name="connsiteY53" fmla="*/ 50531 h 134451"/>
                    <a:gd name="connsiteX54" fmla="*/ 122391 w 152377"/>
                    <a:gd name="connsiteY54" fmla="*/ 40671 h 134451"/>
                    <a:gd name="connsiteX55" fmla="*/ 123287 w 152377"/>
                    <a:gd name="connsiteY55" fmla="*/ 38879 h 134451"/>
                    <a:gd name="connsiteX56" fmla="*/ 122391 w 152377"/>
                    <a:gd name="connsiteY56" fmla="*/ 37086 h 134451"/>
                    <a:gd name="connsiteX57" fmla="*/ 121046 w 152377"/>
                    <a:gd name="connsiteY57" fmla="*/ 35742 h 134451"/>
                    <a:gd name="connsiteX58" fmla="*/ 122391 w 152377"/>
                    <a:gd name="connsiteY58" fmla="*/ 34397 h 134451"/>
                    <a:gd name="connsiteX59" fmla="*/ 123287 w 152377"/>
                    <a:gd name="connsiteY59" fmla="*/ 32604 h 134451"/>
                    <a:gd name="connsiteX60" fmla="*/ 122391 w 152377"/>
                    <a:gd name="connsiteY60" fmla="*/ 30812 h 134451"/>
                    <a:gd name="connsiteX61" fmla="*/ 102223 w 152377"/>
                    <a:gd name="connsiteY61" fmla="*/ 17815 h 134451"/>
                    <a:gd name="connsiteX62" fmla="*/ 99982 w 152377"/>
                    <a:gd name="connsiteY62" fmla="*/ 17815 h 134451"/>
                    <a:gd name="connsiteX63" fmla="*/ 92364 w 152377"/>
                    <a:gd name="connsiteY63" fmla="*/ 17815 h 134451"/>
                    <a:gd name="connsiteX64" fmla="*/ 90123 w 152377"/>
                    <a:gd name="connsiteY64" fmla="*/ 17815 h 134451"/>
                    <a:gd name="connsiteX65" fmla="*/ 72644 w 152377"/>
                    <a:gd name="connsiteY65" fmla="*/ 29019 h 134451"/>
                    <a:gd name="connsiteX66" fmla="*/ 66818 w 152377"/>
                    <a:gd name="connsiteY66" fmla="*/ 24986 h 134451"/>
                    <a:gd name="connsiteX67" fmla="*/ 97741 w 152377"/>
                    <a:gd name="connsiteY67" fmla="*/ 4370 h 134451"/>
                    <a:gd name="connsiteX68" fmla="*/ 117909 w 152377"/>
                    <a:gd name="connsiteY68" fmla="*/ 38431 h 134451"/>
                    <a:gd name="connsiteX69" fmla="*/ 103119 w 152377"/>
                    <a:gd name="connsiteY69" fmla="*/ 47842 h 134451"/>
                    <a:gd name="connsiteX70" fmla="*/ 76678 w 152377"/>
                    <a:gd name="connsiteY70" fmla="*/ 31260 h 134451"/>
                    <a:gd name="connsiteX71" fmla="*/ 91019 w 152377"/>
                    <a:gd name="connsiteY71" fmla="*/ 21848 h 134451"/>
                    <a:gd name="connsiteX72" fmla="*/ 100879 w 152377"/>
                    <a:gd name="connsiteY72" fmla="*/ 21848 h 134451"/>
                    <a:gd name="connsiteX73" fmla="*/ 117461 w 152377"/>
                    <a:gd name="connsiteY73" fmla="*/ 32604 h 134451"/>
                    <a:gd name="connsiteX74" fmla="*/ 116565 w 152377"/>
                    <a:gd name="connsiteY74" fmla="*/ 35293 h 134451"/>
                    <a:gd name="connsiteX75" fmla="*/ 117909 w 152377"/>
                    <a:gd name="connsiteY75" fmla="*/ 38431 h 134451"/>
                    <a:gd name="connsiteX76" fmla="*/ 52924 w 152377"/>
                    <a:gd name="connsiteY76" fmla="*/ 93556 h 134451"/>
                    <a:gd name="connsiteX77" fmla="*/ 5866 w 152377"/>
                    <a:gd name="connsiteY77" fmla="*/ 63528 h 134451"/>
                    <a:gd name="connsiteX78" fmla="*/ 39479 w 152377"/>
                    <a:gd name="connsiteY78" fmla="*/ 42464 h 134451"/>
                    <a:gd name="connsiteX79" fmla="*/ 45306 w 152377"/>
                    <a:gd name="connsiteY79" fmla="*/ 46498 h 134451"/>
                    <a:gd name="connsiteX80" fmla="*/ 28275 w 152377"/>
                    <a:gd name="connsiteY80" fmla="*/ 57702 h 134451"/>
                    <a:gd name="connsiteX81" fmla="*/ 27379 w 152377"/>
                    <a:gd name="connsiteY81" fmla="*/ 59495 h 134451"/>
                    <a:gd name="connsiteX82" fmla="*/ 28275 w 152377"/>
                    <a:gd name="connsiteY82" fmla="*/ 61287 h 134451"/>
                    <a:gd name="connsiteX83" fmla="*/ 29620 w 152377"/>
                    <a:gd name="connsiteY83" fmla="*/ 62632 h 134451"/>
                    <a:gd name="connsiteX84" fmla="*/ 28275 w 152377"/>
                    <a:gd name="connsiteY84" fmla="*/ 63976 h 134451"/>
                    <a:gd name="connsiteX85" fmla="*/ 27379 w 152377"/>
                    <a:gd name="connsiteY85" fmla="*/ 65769 h 134451"/>
                    <a:gd name="connsiteX86" fmla="*/ 28275 w 152377"/>
                    <a:gd name="connsiteY86" fmla="*/ 67562 h 134451"/>
                    <a:gd name="connsiteX87" fmla="*/ 48443 w 152377"/>
                    <a:gd name="connsiteY87" fmla="*/ 80559 h 134451"/>
                    <a:gd name="connsiteX88" fmla="*/ 50683 w 152377"/>
                    <a:gd name="connsiteY88" fmla="*/ 80559 h 134451"/>
                    <a:gd name="connsiteX89" fmla="*/ 58302 w 152377"/>
                    <a:gd name="connsiteY89" fmla="*/ 80559 h 134451"/>
                    <a:gd name="connsiteX90" fmla="*/ 59647 w 152377"/>
                    <a:gd name="connsiteY90" fmla="*/ 81007 h 134451"/>
                    <a:gd name="connsiteX91" fmla="*/ 60992 w 152377"/>
                    <a:gd name="connsiteY91" fmla="*/ 80559 h 134451"/>
                    <a:gd name="connsiteX92" fmla="*/ 78918 w 152377"/>
                    <a:gd name="connsiteY92" fmla="*/ 68906 h 134451"/>
                    <a:gd name="connsiteX93" fmla="*/ 84745 w 152377"/>
                    <a:gd name="connsiteY93" fmla="*/ 72940 h 134451"/>
                    <a:gd name="connsiteX94" fmla="*/ 52924 w 152377"/>
                    <a:gd name="connsiteY94" fmla="*/ 93556 h 134451"/>
                    <a:gd name="connsiteX95" fmla="*/ 32309 w 152377"/>
                    <a:gd name="connsiteY95" fmla="*/ 59495 h 134451"/>
                    <a:gd name="connsiteX96" fmla="*/ 48891 w 152377"/>
                    <a:gd name="connsiteY96" fmla="*/ 48739 h 134451"/>
                    <a:gd name="connsiteX97" fmla="*/ 73988 w 152377"/>
                    <a:gd name="connsiteY97" fmla="*/ 66217 h 134451"/>
                    <a:gd name="connsiteX98" fmla="*/ 58751 w 152377"/>
                    <a:gd name="connsiteY98" fmla="*/ 76077 h 134451"/>
                    <a:gd name="connsiteX99" fmla="*/ 48891 w 152377"/>
                    <a:gd name="connsiteY99" fmla="*/ 76077 h 134451"/>
                    <a:gd name="connsiteX100" fmla="*/ 32309 w 152377"/>
                    <a:gd name="connsiteY100" fmla="*/ 65321 h 134451"/>
                    <a:gd name="connsiteX101" fmla="*/ 33205 w 152377"/>
                    <a:gd name="connsiteY101" fmla="*/ 62632 h 134451"/>
                    <a:gd name="connsiteX102" fmla="*/ 32309 w 152377"/>
                    <a:gd name="connsiteY102" fmla="*/ 59495 h 134451"/>
                    <a:gd name="connsiteX103" fmla="*/ 111635 w 152377"/>
                    <a:gd name="connsiteY103" fmla="*/ 95348 h 134451"/>
                    <a:gd name="connsiteX104" fmla="*/ 90571 w 152377"/>
                    <a:gd name="connsiteY104" fmla="*/ 108793 h 134451"/>
                    <a:gd name="connsiteX105" fmla="*/ 90571 w 152377"/>
                    <a:gd name="connsiteY105" fmla="*/ 72940 h 134451"/>
                    <a:gd name="connsiteX106" fmla="*/ 89674 w 152377"/>
                    <a:gd name="connsiteY106" fmla="*/ 71147 h 134451"/>
                    <a:gd name="connsiteX107" fmla="*/ 50683 w 152377"/>
                    <a:gd name="connsiteY107" fmla="*/ 44257 h 134451"/>
                    <a:gd name="connsiteX108" fmla="*/ 50683 w 152377"/>
                    <a:gd name="connsiteY108" fmla="*/ 44257 h 134451"/>
                    <a:gd name="connsiteX109" fmla="*/ 41272 w 152377"/>
                    <a:gd name="connsiteY109" fmla="*/ 37534 h 134451"/>
                    <a:gd name="connsiteX110" fmla="*/ 41272 w 152377"/>
                    <a:gd name="connsiteY110" fmla="*/ 37534 h 134451"/>
                    <a:gd name="connsiteX111" fmla="*/ 39928 w 152377"/>
                    <a:gd name="connsiteY111" fmla="*/ 36638 h 134451"/>
                    <a:gd name="connsiteX112" fmla="*/ 59647 w 152377"/>
                    <a:gd name="connsiteY112" fmla="*/ 24537 h 134451"/>
                    <a:gd name="connsiteX113" fmla="*/ 112083 w 152377"/>
                    <a:gd name="connsiteY113" fmla="*/ 58150 h 134451"/>
                    <a:gd name="connsiteX114" fmla="*/ 112083 w 152377"/>
                    <a:gd name="connsiteY114" fmla="*/ 95348 h 13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52377" h="134451">
                      <a:moveTo>
                        <a:pt x="150177" y="55461"/>
                      </a:moveTo>
                      <a:cubicBezTo>
                        <a:pt x="151074" y="55013"/>
                        <a:pt x="151522" y="53220"/>
                        <a:pt x="151074" y="52324"/>
                      </a:cubicBezTo>
                      <a:cubicBezTo>
                        <a:pt x="150626" y="51428"/>
                        <a:pt x="148833" y="50979"/>
                        <a:pt x="147936" y="51876"/>
                      </a:cubicBezTo>
                      <a:lnTo>
                        <a:pt x="116117" y="72492"/>
                      </a:lnTo>
                      <a:lnTo>
                        <a:pt x="116117" y="58598"/>
                      </a:lnTo>
                      <a:lnTo>
                        <a:pt x="150626" y="36638"/>
                      </a:lnTo>
                      <a:cubicBezTo>
                        <a:pt x="151074" y="36190"/>
                        <a:pt x="151522" y="35293"/>
                        <a:pt x="151522" y="34845"/>
                      </a:cubicBezTo>
                      <a:cubicBezTo>
                        <a:pt x="151522" y="33949"/>
                        <a:pt x="151074" y="33501"/>
                        <a:pt x="150626" y="33053"/>
                      </a:cubicBezTo>
                      <a:lnTo>
                        <a:pt x="99086" y="336"/>
                      </a:lnTo>
                      <a:cubicBezTo>
                        <a:pt x="98190" y="-112"/>
                        <a:pt x="97293" y="-112"/>
                        <a:pt x="96845" y="336"/>
                      </a:cubicBezTo>
                      <a:lnTo>
                        <a:pt x="62784" y="22296"/>
                      </a:lnTo>
                      <a:lnTo>
                        <a:pt x="60543" y="20952"/>
                      </a:lnTo>
                      <a:cubicBezTo>
                        <a:pt x="59647" y="20504"/>
                        <a:pt x="58751" y="20504"/>
                        <a:pt x="58302" y="20952"/>
                      </a:cubicBezTo>
                      <a:lnTo>
                        <a:pt x="34549" y="35742"/>
                      </a:lnTo>
                      <a:cubicBezTo>
                        <a:pt x="34101" y="36190"/>
                        <a:pt x="33653" y="36638"/>
                        <a:pt x="33653" y="37534"/>
                      </a:cubicBezTo>
                      <a:cubicBezTo>
                        <a:pt x="33653" y="38431"/>
                        <a:pt x="34101" y="38879"/>
                        <a:pt x="34549" y="39327"/>
                      </a:cubicBezTo>
                      <a:lnTo>
                        <a:pt x="35894" y="40223"/>
                      </a:lnTo>
                      <a:lnTo>
                        <a:pt x="937" y="62184"/>
                      </a:lnTo>
                      <a:cubicBezTo>
                        <a:pt x="489" y="62632"/>
                        <a:pt x="40" y="63528"/>
                        <a:pt x="40" y="63976"/>
                      </a:cubicBezTo>
                      <a:cubicBezTo>
                        <a:pt x="40" y="64873"/>
                        <a:pt x="489" y="65321"/>
                        <a:pt x="937" y="65769"/>
                      </a:cubicBezTo>
                      <a:lnTo>
                        <a:pt x="52476" y="98485"/>
                      </a:lnTo>
                      <a:cubicBezTo>
                        <a:pt x="52924" y="98934"/>
                        <a:pt x="53373" y="98934"/>
                        <a:pt x="53821" y="98934"/>
                      </a:cubicBezTo>
                      <a:cubicBezTo>
                        <a:pt x="54269" y="98934"/>
                        <a:pt x="54717" y="98934"/>
                        <a:pt x="55165" y="98485"/>
                      </a:cubicBezTo>
                      <a:lnTo>
                        <a:pt x="86985" y="77870"/>
                      </a:lnTo>
                      <a:lnTo>
                        <a:pt x="86985" y="91763"/>
                      </a:lnTo>
                      <a:lnTo>
                        <a:pt x="53821" y="112827"/>
                      </a:lnTo>
                      <a:lnTo>
                        <a:pt x="3626" y="77870"/>
                      </a:lnTo>
                      <a:cubicBezTo>
                        <a:pt x="2730" y="76973"/>
                        <a:pt x="1385" y="77421"/>
                        <a:pt x="489" y="78318"/>
                      </a:cubicBezTo>
                      <a:cubicBezTo>
                        <a:pt x="-408" y="79214"/>
                        <a:pt x="40" y="80559"/>
                        <a:pt x="937" y="81455"/>
                      </a:cubicBezTo>
                      <a:lnTo>
                        <a:pt x="52476" y="117309"/>
                      </a:lnTo>
                      <a:cubicBezTo>
                        <a:pt x="52924" y="117757"/>
                        <a:pt x="53373" y="117757"/>
                        <a:pt x="53821" y="117757"/>
                      </a:cubicBezTo>
                      <a:cubicBezTo>
                        <a:pt x="54269" y="117757"/>
                        <a:pt x="54717" y="117757"/>
                        <a:pt x="55165" y="117309"/>
                      </a:cubicBezTo>
                      <a:lnTo>
                        <a:pt x="86985" y="96693"/>
                      </a:lnTo>
                      <a:lnTo>
                        <a:pt x="86985" y="111931"/>
                      </a:lnTo>
                      <a:lnTo>
                        <a:pt x="53821" y="132995"/>
                      </a:lnTo>
                      <a:lnTo>
                        <a:pt x="3626" y="98037"/>
                      </a:lnTo>
                      <a:cubicBezTo>
                        <a:pt x="2730" y="97141"/>
                        <a:pt x="1385" y="97589"/>
                        <a:pt x="489" y="98485"/>
                      </a:cubicBezTo>
                      <a:cubicBezTo>
                        <a:pt x="-408" y="99382"/>
                        <a:pt x="40" y="100726"/>
                        <a:pt x="937" y="101623"/>
                      </a:cubicBezTo>
                      <a:lnTo>
                        <a:pt x="52476" y="137476"/>
                      </a:lnTo>
                      <a:cubicBezTo>
                        <a:pt x="52924" y="137924"/>
                        <a:pt x="53373" y="137924"/>
                        <a:pt x="53821" y="137924"/>
                      </a:cubicBezTo>
                      <a:cubicBezTo>
                        <a:pt x="54269" y="137924"/>
                        <a:pt x="54717" y="137924"/>
                        <a:pt x="55165" y="137476"/>
                      </a:cubicBezTo>
                      <a:lnTo>
                        <a:pt x="90571" y="114620"/>
                      </a:lnTo>
                      <a:lnTo>
                        <a:pt x="116117" y="98037"/>
                      </a:lnTo>
                      <a:cubicBezTo>
                        <a:pt x="116117" y="98037"/>
                        <a:pt x="116117" y="98037"/>
                        <a:pt x="116117" y="98037"/>
                      </a:cubicBezTo>
                      <a:lnTo>
                        <a:pt x="151522" y="75181"/>
                      </a:lnTo>
                      <a:cubicBezTo>
                        <a:pt x="152418" y="74732"/>
                        <a:pt x="152867" y="72940"/>
                        <a:pt x="152418" y="72043"/>
                      </a:cubicBezTo>
                      <a:cubicBezTo>
                        <a:pt x="151970" y="71147"/>
                        <a:pt x="150177" y="70699"/>
                        <a:pt x="149281" y="71147"/>
                      </a:cubicBezTo>
                      <a:lnTo>
                        <a:pt x="117461" y="91763"/>
                      </a:lnTo>
                      <a:lnTo>
                        <a:pt x="117461" y="77421"/>
                      </a:lnTo>
                      <a:lnTo>
                        <a:pt x="150177" y="55461"/>
                      </a:lnTo>
                      <a:close/>
                      <a:moveTo>
                        <a:pt x="97741" y="4370"/>
                      </a:moveTo>
                      <a:lnTo>
                        <a:pt x="144799" y="34397"/>
                      </a:lnTo>
                      <a:lnTo>
                        <a:pt x="113427" y="54565"/>
                      </a:lnTo>
                      <a:lnTo>
                        <a:pt x="107153" y="50531"/>
                      </a:lnTo>
                      <a:lnTo>
                        <a:pt x="122391" y="40671"/>
                      </a:lnTo>
                      <a:cubicBezTo>
                        <a:pt x="122839" y="40223"/>
                        <a:pt x="123287" y="39327"/>
                        <a:pt x="123287" y="38879"/>
                      </a:cubicBezTo>
                      <a:cubicBezTo>
                        <a:pt x="123287" y="37982"/>
                        <a:pt x="122839" y="37534"/>
                        <a:pt x="122391" y="37086"/>
                      </a:cubicBezTo>
                      <a:cubicBezTo>
                        <a:pt x="121495" y="36638"/>
                        <a:pt x="121046" y="35742"/>
                        <a:pt x="121046" y="35742"/>
                      </a:cubicBezTo>
                      <a:cubicBezTo>
                        <a:pt x="121046" y="35742"/>
                        <a:pt x="121495" y="34845"/>
                        <a:pt x="122391" y="34397"/>
                      </a:cubicBezTo>
                      <a:cubicBezTo>
                        <a:pt x="122839" y="33949"/>
                        <a:pt x="123287" y="33053"/>
                        <a:pt x="123287" y="32604"/>
                      </a:cubicBezTo>
                      <a:cubicBezTo>
                        <a:pt x="123287" y="31708"/>
                        <a:pt x="122839" y="31260"/>
                        <a:pt x="122391" y="30812"/>
                      </a:cubicBezTo>
                      <a:lnTo>
                        <a:pt x="102223" y="17815"/>
                      </a:lnTo>
                      <a:cubicBezTo>
                        <a:pt x="101327" y="17367"/>
                        <a:pt x="100431" y="17367"/>
                        <a:pt x="99982" y="17815"/>
                      </a:cubicBezTo>
                      <a:cubicBezTo>
                        <a:pt x="97293" y="19607"/>
                        <a:pt x="94156" y="19159"/>
                        <a:pt x="92364" y="17815"/>
                      </a:cubicBezTo>
                      <a:cubicBezTo>
                        <a:pt x="91467" y="17367"/>
                        <a:pt x="90571" y="17367"/>
                        <a:pt x="90123" y="17815"/>
                      </a:cubicBezTo>
                      <a:lnTo>
                        <a:pt x="72644" y="29019"/>
                      </a:lnTo>
                      <a:lnTo>
                        <a:pt x="66818" y="24986"/>
                      </a:lnTo>
                      <a:lnTo>
                        <a:pt x="97741" y="4370"/>
                      </a:lnTo>
                      <a:close/>
                      <a:moveTo>
                        <a:pt x="117909" y="38431"/>
                      </a:moveTo>
                      <a:lnTo>
                        <a:pt x="103119" y="47842"/>
                      </a:lnTo>
                      <a:lnTo>
                        <a:pt x="76678" y="31260"/>
                      </a:lnTo>
                      <a:lnTo>
                        <a:pt x="91019" y="21848"/>
                      </a:lnTo>
                      <a:cubicBezTo>
                        <a:pt x="94156" y="23193"/>
                        <a:pt x="97741" y="23193"/>
                        <a:pt x="100879" y="21848"/>
                      </a:cubicBezTo>
                      <a:lnTo>
                        <a:pt x="117461" y="32604"/>
                      </a:lnTo>
                      <a:cubicBezTo>
                        <a:pt x="116565" y="33501"/>
                        <a:pt x="116565" y="34845"/>
                        <a:pt x="116565" y="35293"/>
                      </a:cubicBezTo>
                      <a:cubicBezTo>
                        <a:pt x="117013" y="36638"/>
                        <a:pt x="117461" y="37534"/>
                        <a:pt x="117909" y="38431"/>
                      </a:cubicBezTo>
                      <a:close/>
                      <a:moveTo>
                        <a:pt x="52924" y="93556"/>
                      </a:moveTo>
                      <a:lnTo>
                        <a:pt x="5866" y="63528"/>
                      </a:lnTo>
                      <a:lnTo>
                        <a:pt x="39479" y="42464"/>
                      </a:lnTo>
                      <a:lnTo>
                        <a:pt x="45306" y="46498"/>
                      </a:lnTo>
                      <a:lnTo>
                        <a:pt x="28275" y="57702"/>
                      </a:lnTo>
                      <a:cubicBezTo>
                        <a:pt x="27827" y="58150"/>
                        <a:pt x="27379" y="59046"/>
                        <a:pt x="27379" y="59495"/>
                      </a:cubicBezTo>
                      <a:cubicBezTo>
                        <a:pt x="27379" y="59943"/>
                        <a:pt x="27827" y="60839"/>
                        <a:pt x="28275" y="61287"/>
                      </a:cubicBezTo>
                      <a:cubicBezTo>
                        <a:pt x="29171" y="61735"/>
                        <a:pt x="29620" y="62632"/>
                        <a:pt x="29620" y="62632"/>
                      </a:cubicBezTo>
                      <a:cubicBezTo>
                        <a:pt x="29620" y="62632"/>
                        <a:pt x="29171" y="63528"/>
                        <a:pt x="28275" y="63976"/>
                      </a:cubicBezTo>
                      <a:cubicBezTo>
                        <a:pt x="27827" y="64425"/>
                        <a:pt x="27379" y="65321"/>
                        <a:pt x="27379" y="65769"/>
                      </a:cubicBezTo>
                      <a:cubicBezTo>
                        <a:pt x="27379" y="66217"/>
                        <a:pt x="27827" y="67113"/>
                        <a:pt x="28275" y="67562"/>
                      </a:cubicBezTo>
                      <a:lnTo>
                        <a:pt x="48443" y="80559"/>
                      </a:lnTo>
                      <a:cubicBezTo>
                        <a:pt x="49339" y="81007"/>
                        <a:pt x="50235" y="81007"/>
                        <a:pt x="50683" y="80559"/>
                      </a:cubicBezTo>
                      <a:cubicBezTo>
                        <a:pt x="52476" y="79214"/>
                        <a:pt x="55614" y="78766"/>
                        <a:pt x="58302" y="80559"/>
                      </a:cubicBezTo>
                      <a:cubicBezTo>
                        <a:pt x="58751" y="81007"/>
                        <a:pt x="59199" y="81007"/>
                        <a:pt x="59647" y="81007"/>
                      </a:cubicBezTo>
                      <a:cubicBezTo>
                        <a:pt x="60095" y="81007"/>
                        <a:pt x="60543" y="81007"/>
                        <a:pt x="60992" y="80559"/>
                      </a:cubicBezTo>
                      <a:lnTo>
                        <a:pt x="78918" y="68906"/>
                      </a:lnTo>
                      <a:lnTo>
                        <a:pt x="84745" y="72940"/>
                      </a:lnTo>
                      <a:lnTo>
                        <a:pt x="52924" y="93556"/>
                      </a:lnTo>
                      <a:close/>
                      <a:moveTo>
                        <a:pt x="32309" y="59495"/>
                      </a:moveTo>
                      <a:lnTo>
                        <a:pt x="48891" y="48739"/>
                      </a:lnTo>
                      <a:lnTo>
                        <a:pt x="73988" y="66217"/>
                      </a:lnTo>
                      <a:lnTo>
                        <a:pt x="58751" y="76077"/>
                      </a:lnTo>
                      <a:cubicBezTo>
                        <a:pt x="55614" y="74732"/>
                        <a:pt x="52028" y="74732"/>
                        <a:pt x="48891" y="76077"/>
                      </a:cubicBezTo>
                      <a:lnTo>
                        <a:pt x="32309" y="65321"/>
                      </a:lnTo>
                      <a:cubicBezTo>
                        <a:pt x="32757" y="64425"/>
                        <a:pt x="33205" y="63528"/>
                        <a:pt x="33205" y="62632"/>
                      </a:cubicBezTo>
                      <a:cubicBezTo>
                        <a:pt x="33653" y="61735"/>
                        <a:pt x="33205" y="60839"/>
                        <a:pt x="32309" y="59495"/>
                      </a:cubicBezTo>
                      <a:close/>
                      <a:moveTo>
                        <a:pt x="111635" y="95348"/>
                      </a:moveTo>
                      <a:lnTo>
                        <a:pt x="90571" y="108793"/>
                      </a:lnTo>
                      <a:lnTo>
                        <a:pt x="90571" y="72940"/>
                      </a:lnTo>
                      <a:cubicBezTo>
                        <a:pt x="90571" y="72043"/>
                        <a:pt x="90123" y="71595"/>
                        <a:pt x="89674" y="71147"/>
                      </a:cubicBezTo>
                      <a:lnTo>
                        <a:pt x="50683" y="44257"/>
                      </a:lnTo>
                      <a:cubicBezTo>
                        <a:pt x="50683" y="44257"/>
                        <a:pt x="50683" y="44257"/>
                        <a:pt x="50683" y="44257"/>
                      </a:cubicBezTo>
                      <a:lnTo>
                        <a:pt x="41272" y="37534"/>
                      </a:lnTo>
                      <a:cubicBezTo>
                        <a:pt x="41272" y="37534"/>
                        <a:pt x="41272" y="37534"/>
                        <a:pt x="41272" y="37534"/>
                      </a:cubicBezTo>
                      <a:lnTo>
                        <a:pt x="39928" y="36638"/>
                      </a:lnTo>
                      <a:lnTo>
                        <a:pt x="59647" y="24537"/>
                      </a:lnTo>
                      <a:lnTo>
                        <a:pt x="112083" y="58150"/>
                      </a:lnTo>
                      <a:lnTo>
                        <a:pt x="112083" y="95348"/>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75" name="Group 2474">
                <a:extLst>
                  <a:ext uri="{FF2B5EF4-FFF2-40B4-BE49-F238E27FC236}">
                    <a16:creationId xmlns:a16="http://schemas.microsoft.com/office/drawing/2014/main" id="{3B7A5ABF-D4CF-8B2A-344F-0E50A33A6F2F}"/>
                  </a:ext>
                  <a:ext uri="{C183D7F6-B498-43B3-948B-1728B52AA6E4}">
                    <adec:decorative xmlns:adec="http://schemas.microsoft.com/office/drawing/2017/decorative" val="1"/>
                  </a:ext>
                </a:extLst>
              </p:cNvPr>
              <p:cNvGrpSpPr>
                <a:grpSpLocks noChangeAspect="1"/>
              </p:cNvGrpSpPr>
              <p:nvPr/>
            </p:nvGrpSpPr>
            <p:grpSpPr>
              <a:xfrm>
                <a:off x="11444006" y="3817432"/>
                <a:ext cx="98597" cy="152378"/>
                <a:chOff x="11500506" y="1761741"/>
                <a:chExt cx="98597" cy="152378"/>
              </a:xfrm>
            </p:grpSpPr>
            <p:sp>
              <p:nvSpPr>
                <p:cNvPr id="1276" name="Freeform: Shape 5414">
                  <a:extLst>
                    <a:ext uri="{FF2B5EF4-FFF2-40B4-BE49-F238E27FC236}">
                      <a16:creationId xmlns:a16="http://schemas.microsoft.com/office/drawing/2014/main" id="{CFBAB52B-1DA9-FDDB-B7FC-65D9823F8B85}"/>
                    </a:ext>
                  </a:extLst>
                </p:cNvPr>
                <p:cNvSpPr/>
                <p:nvPr/>
              </p:nvSpPr>
              <p:spPr>
                <a:xfrm>
                  <a:off x="11500506" y="1761741"/>
                  <a:ext cx="98597" cy="152378"/>
                </a:xfrm>
                <a:custGeom>
                  <a:avLst/>
                  <a:gdLst>
                    <a:gd name="connsiteX0" fmla="*/ 90082 w 98597"/>
                    <a:gd name="connsiteY0" fmla="*/ 0 h 152377"/>
                    <a:gd name="connsiteX1" fmla="*/ 8515 w 98597"/>
                    <a:gd name="connsiteY1" fmla="*/ 0 h 152377"/>
                    <a:gd name="connsiteX2" fmla="*/ 0 w 98597"/>
                    <a:gd name="connsiteY2" fmla="*/ 8515 h 152377"/>
                    <a:gd name="connsiteX3" fmla="*/ 0 w 98597"/>
                    <a:gd name="connsiteY3" fmla="*/ 143863 h 152377"/>
                    <a:gd name="connsiteX4" fmla="*/ 8515 w 98597"/>
                    <a:gd name="connsiteY4" fmla="*/ 152378 h 152377"/>
                    <a:gd name="connsiteX5" fmla="*/ 90082 w 98597"/>
                    <a:gd name="connsiteY5" fmla="*/ 152378 h 152377"/>
                    <a:gd name="connsiteX6" fmla="*/ 98597 w 98597"/>
                    <a:gd name="connsiteY6" fmla="*/ 143863 h 152377"/>
                    <a:gd name="connsiteX7" fmla="*/ 98597 w 98597"/>
                    <a:gd name="connsiteY7" fmla="*/ 8515 h 152377"/>
                    <a:gd name="connsiteX8" fmla="*/ 90082 w 98597"/>
                    <a:gd name="connsiteY8" fmla="*/ 0 h 152377"/>
                    <a:gd name="connsiteX9" fmla="*/ 4482 w 98597"/>
                    <a:gd name="connsiteY9" fmla="*/ 31372 h 152377"/>
                    <a:gd name="connsiteX10" fmla="*/ 94116 w 98597"/>
                    <a:gd name="connsiteY10" fmla="*/ 31372 h 152377"/>
                    <a:gd name="connsiteX11" fmla="*/ 94116 w 98597"/>
                    <a:gd name="connsiteY11" fmla="*/ 93668 h 152377"/>
                    <a:gd name="connsiteX12" fmla="*/ 4482 w 98597"/>
                    <a:gd name="connsiteY12" fmla="*/ 93668 h 152377"/>
                    <a:gd name="connsiteX13" fmla="*/ 4482 w 98597"/>
                    <a:gd name="connsiteY13" fmla="*/ 31372 h 152377"/>
                    <a:gd name="connsiteX14" fmla="*/ 8515 w 98597"/>
                    <a:gd name="connsiteY14" fmla="*/ 4482 h 152377"/>
                    <a:gd name="connsiteX15" fmla="*/ 90082 w 98597"/>
                    <a:gd name="connsiteY15" fmla="*/ 4482 h 152377"/>
                    <a:gd name="connsiteX16" fmla="*/ 94116 w 98597"/>
                    <a:gd name="connsiteY16" fmla="*/ 8515 h 152377"/>
                    <a:gd name="connsiteX17" fmla="*/ 94116 w 98597"/>
                    <a:gd name="connsiteY17" fmla="*/ 26890 h 152377"/>
                    <a:gd name="connsiteX18" fmla="*/ 4482 w 98597"/>
                    <a:gd name="connsiteY18" fmla="*/ 26890 h 152377"/>
                    <a:gd name="connsiteX19" fmla="*/ 4482 w 98597"/>
                    <a:gd name="connsiteY19" fmla="*/ 8515 h 152377"/>
                    <a:gd name="connsiteX20" fmla="*/ 8515 w 98597"/>
                    <a:gd name="connsiteY20" fmla="*/ 4482 h 152377"/>
                    <a:gd name="connsiteX21" fmla="*/ 90082 w 98597"/>
                    <a:gd name="connsiteY21" fmla="*/ 147896 h 152377"/>
                    <a:gd name="connsiteX22" fmla="*/ 8515 w 98597"/>
                    <a:gd name="connsiteY22" fmla="*/ 147896 h 152377"/>
                    <a:gd name="connsiteX23" fmla="*/ 4482 w 98597"/>
                    <a:gd name="connsiteY23" fmla="*/ 143863 h 152377"/>
                    <a:gd name="connsiteX24" fmla="*/ 4482 w 98597"/>
                    <a:gd name="connsiteY24" fmla="*/ 98597 h 152377"/>
                    <a:gd name="connsiteX25" fmla="*/ 94116 w 98597"/>
                    <a:gd name="connsiteY25" fmla="*/ 98597 h 152377"/>
                    <a:gd name="connsiteX26" fmla="*/ 94116 w 98597"/>
                    <a:gd name="connsiteY26" fmla="*/ 143863 h 152377"/>
                    <a:gd name="connsiteX27" fmla="*/ 90082 w 98597"/>
                    <a:gd name="connsiteY27" fmla="*/ 147896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8597" h="152377">
                      <a:moveTo>
                        <a:pt x="90082" y="0"/>
                      </a:moveTo>
                      <a:lnTo>
                        <a:pt x="8515" y="0"/>
                      </a:lnTo>
                      <a:cubicBezTo>
                        <a:pt x="3585" y="0"/>
                        <a:pt x="0" y="4034"/>
                        <a:pt x="0" y="8515"/>
                      </a:cubicBezTo>
                      <a:lnTo>
                        <a:pt x="0" y="143863"/>
                      </a:lnTo>
                      <a:cubicBezTo>
                        <a:pt x="0" y="148793"/>
                        <a:pt x="4033" y="152378"/>
                        <a:pt x="8515" y="152378"/>
                      </a:cubicBezTo>
                      <a:lnTo>
                        <a:pt x="90082" y="152378"/>
                      </a:lnTo>
                      <a:cubicBezTo>
                        <a:pt x="95012" y="152378"/>
                        <a:pt x="98597" y="148344"/>
                        <a:pt x="98597" y="143863"/>
                      </a:cubicBezTo>
                      <a:lnTo>
                        <a:pt x="98597" y="8515"/>
                      </a:lnTo>
                      <a:cubicBezTo>
                        <a:pt x="98597" y="3585"/>
                        <a:pt x="94564" y="0"/>
                        <a:pt x="90082" y="0"/>
                      </a:cubicBezTo>
                      <a:close/>
                      <a:moveTo>
                        <a:pt x="4482" y="31372"/>
                      </a:moveTo>
                      <a:lnTo>
                        <a:pt x="94116" y="31372"/>
                      </a:lnTo>
                      <a:lnTo>
                        <a:pt x="94116" y="93668"/>
                      </a:lnTo>
                      <a:lnTo>
                        <a:pt x="4482" y="93668"/>
                      </a:lnTo>
                      <a:lnTo>
                        <a:pt x="4482" y="31372"/>
                      </a:lnTo>
                      <a:close/>
                      <a:moveTo>
                        <a:pt x="8515" y="4482"/>
                      </a:moveTo>
                      <a:lnTo>
                        <a:pt x="90082" y="4482"/>
                      </a:lnTo>
                      <a:cubicBezTo>
                        <a:pt x="92323" y="4482"/>
                        <a:pt x="94116" y="6274"/>
                        <a:pt x="94116" y="8515"/>
                      </a:cubicBezTo>
                      <a:lnTo>
                        <a:pt x="94116" y="26890"/>
                      </a:lnTo>
                      <a:lnTo>
                        <a:pt x="4482" y="26890"/>
                      </a:lnTo>
                      <a:lnTo>
                        <a:pt x="4482" y="8515"/>
                      </a:lnTo>
                      <a:cubicBezTo>
                        <a:pt x="4482" y="6274"/>
                        <a:pt x="6274" y="4482"/>
                        <a:pt x="8515" y="4482"/>
                      </a:cubicBezTo>
                      <a:close/>
                      <a:moveTo>
                        <a:pt x="90082" y="147896"/>
                      </a:moveTo>
                      <a:lnTo>
                        <a:pt x="8515" y="147896"/>
                      </a:lnTo>
                      <a:cubicBezTo>
                        <a:pt x="6274" y="147896"/>
                        <a:pt x="4482" y="146104"/>
                        <a:pt x="4482" y="143863"/>
                      </a:cubicBezTo>
                      <a:lnTo>
                        <a:pt x="4482" y="98597"/>
                      </a:lnTo>
                      <a:lnTo>
                        <a:pt x="94116" y="98597"/>
                      </a:lnTo>
                      <a:lnTo>
                        <a:pt x="94116" y="143863"/>
                      </a:lnTo>
                      <a:cubicBezTo>
                        <a:pt x="94116" y="145655"/>
                        <a:pt x="92323" y="147896"/>
                        <a:pt x="90082" y="14789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77" name="Freeform: Shape 5415">
                  <a:extLst>
                    <a:ext uri="{FF2B5EF4-FFF2-40B4-BE49-F238E27FC236}">
                      <a16:creationId xmlns:a16="http://schemas.microsoft.com/office/drawing/2014/main" id="{3E413B45-581A-E65A-BFE8-1E9B5E7DE986}"/>
                    </a:ext>
                  </a:extLst>
                </p:cNvPr>
                <p:cNvSpPr/>
                <p:nvPr/>
              </p:nvSpPr>
              <p:spPr>
                <a:xfrm>
                  <a:off x="11547564" y="1774962"/>
                  <a:ext cx="4482" cy="4482"/>
                </a:xfrm>
                <a:custGeom>
                  <a:avLst/>
                  <a:gdLst>
                    <a:gd name="connsiteX0" fmla="*/ 1792 w 0"/>
                    <a:gd name="connsiteY0" fmla="*/ 4706 h 4481"/>
                    <a:gd name="connsiteX1" fmla="*/ 3585 w 0"/>
                    <a:gd name="connsiteY1" fmla="*/ 4258 h 4481"/>
                    <a:gd name="connsiteX2" fmla="*/ 4033 w 0"/>
                    <a:gd name="connsiteY2" fmla="*/ 2465 h 4481"/>
                    <a:gd name="connsiteX3" fmla="*/ 3585 w 0"/>
                    <a:gd name="connsiteY3" fmla="*/ 672 h 4481"/>
                    <a:gd name="connsiteX4" fmla="*/ 448 w 0"/>
                    <a:gd name="connsiteY4" fmla="*/ 672 h 4481"/>
                    <a:gd name="connsiteX5" fmla="*/ 0 w 0"/>
                    <a:gd name="connsiteY5" fmla="*/ 2465 h 4481"/>
                    <a:gd name="connsiteX6" fmla="*/ 448 w 0"/>
                    <a:gd name="connsiteY6" fmla="*/ 4258 h 4481"/>
                    <a:gd name="connsiteX7" fmla="*/ 1792 w 0"/>
                    <a:gd name="connsiteY7" fmla="*/ 4706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h="4481">
                      <a:moveTo>
                        <a:pt x="1792" y="4706"/>
                      </a:moveTo>
                      <a:cubicBezTo>
                        <a:pt x="2241" y="4706"/>
                        <a:pt x="3137" y="4258"/>
                        <a:pt x="3585" y="4258"/>
                      </a:cubicBezTo>
                      <a:cubicBezTo>
                        <a:pt x="4033" y="3809"/>
                        <a:pt x="4033" y="3361"/>
                        <a:pt x="4033" y="2465"/>
                      </a:cubicBezTo>
                      <a:cubicBezTo>
                        <a:pt x="4033" y="2017"/>
                        <a:pt x="3585" y="1120"/>
                        <a:pt x="3585" y="672"/>
                      </a:cubicBezTo>
                      <a:cubicBezTo>
                        <a:pt x="2689" y="-224"/>
                        <a:pt x="1344" y="-224"/>
                        <a:pt x="448" y="672"/>
                      </a:cubicBezTo>
                      <a:cubicBezTo>
                        <a:pt x="0" y="1120"/>
                        <a:pt x="0" y="1569"/>
                        <a:pt x="0" y="2465"/>
                      </a:cubicBezTo>
                      <a:cubicBezTo>
                        <a:pt x="0" y="2913"/>
                        <a:pt x="448" y="3809"/>
                        <a:pt x="448" y="4258"/>
                      </a:cubicBezTo>
                      <a:cubicBezTo>
                        <a:pt x="896" y="4258"/>
                        <a:pt x="1344" y="4706"/>
                        <a:pt x="1792" y="470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78" name="Freeform: Shape 5416">
                  <a:extLst>
                    <a:ext uri="{FF2B5EF4-FFF2-40B4-BE49-F238E27FC236}">
                      <a16:creationId xmlns:a16="http://schemas.microsoft.com/office/drawing/2014/main" id="{0B2E5597-A7B0-884B-91A6-88E889AB1AD0}"/>
                    </a:ext>
                  </a:extLst>
                </p:cNvPr>
                <p:cNvSpPr/>
                <p:nvPr/>
              </p:nvSpPr>
              <p:spPr>
                <a:xfrm>
                  <a:off x="11513951" y="1819555"/>
                  <a:ext cx="4482" cy="26890"/>
                </a:xfrm>
                <a:custGeom>
                  <a:avLst/>
                  <a:gdLst>
                    <a:gd name="connsiteX0" fmla="*/ 2241 w 4481"/>
                    <a:gd name="connsiteY0" fmla="*/ 0 h 26890"/>
                    <a:gd name="connsiteX1" fmla="*/ 0 w 4481"/>
                    <a:gd name="connsiteY1" fmla="*/ 2241 h 26890"/>
                    <a:gd name="connsiteX2" fmla="*/ 0 w 4481"/>
                    <a:gd name="connsiteY2" fmla="*/ 27787 h 26890"/>
                    <a:gd name="connsiteX3" fmla="*/ 2241 w 4481"/>
                    <a:gd name="connsiteY3" fmla="*/ 30027 h 26890"/>
                    <a:gd name="connsiteX4" fmla="*/ 4482 w 4481"/>
                    <a:gd name="connsiteY4" fmla="*/ 27787 h 26890"/>
                    <a:gd name="connsiteX5" fmla="*/ 4482 w 4481"/>
                    <a:gd name="connsiteY5" fmla="*/ 2241 h 26890"/>
                    <a:gd name="connsiteX6" fmla="*/ 2241 w 4481"/>
                    <a:gd name="connsiteY6" fmla="*/ 0 h 2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26890">
                      <a:moveTo>
                        <a:pt x="2241" y="0"/>
                      </a:moveTo>
                      <a:cubicBezTo>
                        <a:pt x="896" y="0"/>
                        <a:pt x="0" y="896"/>
                        <a:pt x="0" y="2241"/>
                      </a:cubicBezTo>
                      <a:lnTo>
                        <a:pt x="0" y="27787"/>
                      </a:lnTo>
                      <a:cubicBezTo>
                        <a:pt x="0" y="29131"/>
                        <a:pt x="896" y="30027"/>
                        <a:pt x="2241" y="30027"/>
                      </a:cubicBezTo>
                      <a:cubicBezTo>
                        <a:pt x="3585" y="30027"/>
                        <a:pt x="4482" y="29131"/>
                        <a:pt x="4482" y="27787"/>
                      </a:cubicBezTo>
                      <a:lnTo>
                        <a:pt x="4482" y="2241"/>
                      </a:lnTo>
                      <a:cubicBezTo>
                        <a:pt x="4482" y="896"/>
                        <a:pt x="3585" y="0"/>
                        <a:pt x="224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79" name="Freeform: Shape 5417">
                  <a:extLst>
                    <a:ext uri="{FF2B5EF4-FFF2-40B4-BE49-F238E27FC236}">
                      <a16:creationId xmlns:a16="http://schemas.microsoft.com/office/drawing/2014/main" id="{C5A16EC5-F351-F1AA-2502-288827B1C01A}"/>
                    </a:ext>
                  </a:extLst>
                </p:cNvPr>
                <p:cNvSpPr/>
                <p:nvPr/>
              </p:nvSpPr>
              <p:spPr>
                <a:xfrm>
                  <a:off x="11513951" y="1864372"/>
                  <a:ext cx="4482" cy="26890"/>
                </a:xfrm>
                <a:custGeom>
                  <a:avLst/>
                  <a:gdLst>
                    <a:gd name="connsiteX0" fmla="*/ 2241 w 4481"/>
                    <a:gd name="connsiteY0" fmla="*/ 0 h 26890"/>
                    <a:gd name="connsiteX1" fmla="*/ 0 w 4481"/>
                    <a:gd name="connsiteY1" fmla="*/ 2241 h 26890"/>
                    <a:gd name="connsiteX2" fmla="*/ 0 w 4481"/>
                    <a:gd name="connsiteY2" fmla="*/ 27787 h 26890"/>
                    <a:gd name="connsiteX3" fmla="*/ 2241 w 4481"/>
                    <a:gd name="connsiteY3" fmla="*/ 30027 h 26890"/>
                    <a:gd name="connsiteX4" fmla="*/ 4482 w 4481"/>
                    <a:gd name="connsiteY4" fmla="*/ 27787 h 26890"/>
                    <a:gd name="connsiteX5" fmla="*/ 4482 w 4481"/>
                    <a:gd name="connsiteY5" fmla="*/ 2241 h 26890"/>
                    <a:gd name="connsiteX6" fmla="*/ 2241 w 4481"/>
                    <a:gd name="connsiteY6" fmla="*/ 0 h 2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26890">
                      <a:moveTo>
                        <a:pt x="2241" y="0"/>
                      </a:moveTo>
                      <a:cubicBezTo>
                        <a:pt x="896" y="0"/>
                        <a:pt x="0" y="896"/>
                        <a:pt x="0" y="2241"/>
                      </a:cubicBezTo>
                      <a:lnTo>
                        <a:pt x="0" y="27787"/>
                      </a:lnTo>
                      <a:cubicBezTo>
                        <a:pt x="0" y="29131"/>
                        <a:pt x="896" y="30027"/>
                        <a:pt x="2241" y="30027"/>
                      </a:cubicBezTo>
                      <a:cubicBezTo>
                        <a:pt x="3585" y="30027"/>
                        <a:pt x="4482" y="29131"/>
                        <a:pt x="4482" y="27787"/>
                      </a:cubicBezTo>
                      <a:lnTo>
                        <a:pt x="4482" y="2241"/>
                      </a:lnTo>
                      <a:cubicBezTo>
                        <a:pt x="4482" y="896"/>
                        <a:pt x="3585" y="0"/>
                        <a:pt x="224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280" name="Freeform: Shape 2475">
                <a:extLst>
                  <a:ext uri="{FF2B5EF4-FFF2-40B4-BE49-F238E27FC236}">
                    <a16:creationId xmlns:a16="http://schemas.microsoft.com/office/drawing/2014/main" id="{766BE83E-ACDF-0F0C-A147-5DE0541374F1}"/>
                  </a:ext>
                  <a:ext uri="{C183D7F6-B498-43B3-948B-1728B52AA6E4}">
                    <adec:decorative xmlns:adec="http://schemas.microsoft.com/office/drawing/2017/decorative" val="1"/>
                  </a:ext>
                </a:extLst>
              </p:cNvPr>
              <p:cNvSpPr>
                <a:spLocks noChangeAspect="1"/>
              </p:cNvSpPr>
              <p:nvPr/>
            </p:nvSpPr>
            <p:spPr>
              <a:xfrm>
                <a:off x="8534933" y="4528679"/>
                <a:ext cx="152378" cy="138933"/>
              </a:xfrm>
              <a:custGeom>
                <a:avLst/>
                <a:gdLst>
                  <a:gd name="connsiteX0" fmla="*/ 109353 w 152377"/>
                  <a:gd name="connsiteY0" fmla="*/ 0 h 138932"/>
                  <a:gd name="connsiteX1" fmla="*/ 77085 w 152377"/>
                  <a:gd name="connsiteY1" fmla="*/ 15686 h 138932"/>
                  <a:gd name="connsiteX2" fmla="*/ 76189 w 152377"/>
                  <a:gd name="connsiteY2" fmla="*/ 17031 h 138932"/>
                  <a:gd name="connsiteX3" fmla="*/ 75293 w 152377"/>
                  <a:gd name="connsiteY3" fmla="*/ 15686 h 138932"/>
                  <a:gd name="connsiteX4" fmla="*/ 43024 w 152377"/>
                  <a:gd name="connsiteY4" fmla="*/ 0 h 138932"/>
                  <a:gd name="connsiteX5" fmla="*/ 0 w 152377"/>
                  <a:gd name="connsiteY5" fmla="*/ 43921 h 138932"/>
                  <a:gd name="connsiteX6" fmla="*/ 12101 w 152377"/>
                  <a:gd name="connsiteY6" fmla="*/ 74844 h 138932"/>
                  <a:gd name="connsiteX7" fmla="*/ 74396 w 152377"/>
                  <a:gd name="connsiteY7" fmla="*/ 138485 h 138932"/>
                  <a:gd name="connsiteX8" fmla="*/ 76189 w 152377"/>
                  <a:gd name="connsiteY8" fmla="*/ 138933 h 138932"/>
                  <a:gd name="connsiteX9" fmla="*/ 77982 w 152377"/>
                  <a:gd name="connsiteY9" fmla="*/ 138485 h 138932"/>
                  <a:gd name="connsiteX10" fmla="*/ 140277 w 152377"/>
                  <a:gd name="connsiteY10" fmla="*/ 74844 h 138932"/>
                  <a:gd name="connsiteX11" fmla="*/ 152378 w 152377"/>
                  <a:gd name="connsiteY11" fmla="*/ 44369 h 138932"/>
                  <a:gd name="connsiteX12" fmla="*/ 109353 w 152377"/>
                  <a:gd name="connsiteY12" fmla="*/ 0 h 138932"/>
                  <a:gd name="connsiteX13" fmla="*/ 43024 w 152377"/>
                  <a:gd name="connsiteY13" fmla="*/ 4482 h 138932"/>
                  <a:gd name="connsiteX14" fmla="*/ 71707 w 152377"/>
                  <a:gd name="connsiteY14" fmla="*/ 18823 h 138932"/>
                  <a:gd name="connsiteX15" fmla="*/ 74396 w 152377"/>
                  <a:gd name="connsiteY15" fmla="*/ 21960 h 138932"/>
                  <a:gd name="connsiteX16" fmla="*/ 77982 w 152377"/>
                  <a:gd name="connsiteY16" fmla="*/ 21960 h 138932"/>
                  <a:gd name="connsiteX17" fmla="*/ 80671 w 152377"/>
                  <a:gd name="connsiteY17" fmla="*/ 18823 h 138932"/>
                  <a:gd name="connsiteX18" fmla="*/ 109353 w 152377"/>
                  <a:gd name="connsiteY18" fmla="*/ 4482 h 138932"/>
                  <a:gd name="connsiteX19" fmla="*/ 147896 w 152377"/>
                  <a:gd name="connsiteY19" fmla="*/ 43921 h 138932"/>
                  <a:gd name="connsiteX20" fmla="*/ 140277 w 152377"/>
                  <a:gd name="connsiteY20" fmla="*/ 67226 h 138932"/>
                  <a:gd name="connsiteX21" fmla="*/ 111146 w 152377"/>
                  <a:gd name="connsiteY21" fmla="*/ 67226 h 138932"/>
                  <a:gd name="connsiteX22" fmla="*/ 103975 w 152377"/>
                  <a:gd name="connsiteY22" fmla="*/ 49299 h 138932"/>
                  <a:gd name="connsiteX23" fmla="*/ 101735 w 152377"/>
                  <a:gd name="connsiteY23" fmla="*/ 47954 h 138932"/>
                  <a:gd name="connsiteX24" fmla="*/ 99494 w 152377"/>
                  <a:gd name="connsiteY24" fmla="*/ 49747 h 138932"/>
                  <a:gd name="connsiteX25" fmla="*/ 88289 w 152377"/>
                  <a:gd name="connsiteY25" fmla="*/ 91427 h 138932"/>
                  <a:gd name="connsiteX26" fmla="*/ 77085 w 152377"/>
                  <a:gd name="connsiteY26" fmla="*/ 31372 h 138932"/>
                  <a:gd name="connsiteX27" fmla="*/ 75293 w 152377"/>
                  <a:gd name="connsiteY27" fmla="*/ 29579 h 138932"/>
                  <a:gd name="connsiteX28" fmla="*/ 73052 w 152377"/>
                  <a:gd name="connsiteY28" fmla="*/ 30924 h 138932"/>
                  <a:gd name="connsiteX29" fmla="*/ 58262 w 152377"/>
                  <a:gd name="connsiteY29" fmla="*/ 69915 h 138932"/>
                  <a:gd name="connsiteX30" fmla="*/ 51988 w 152377"/>
                  <a:gd name="connsiteY30" fmla="*/ 52436 h 138932"/>
                  <a:gd name="connsiteX31" fmla="*/ 50195 w 152377"/>
                  <a:gd name="connsiteY31" fmla="*/ 51091 h 138932"/>
                  <a:gd name="connsiteX32" fmla="*/ 47954 w 152377"/>
                  <a:gd name="connsiteY32" fmla="*/ 51988 h 138932"/>
                  <a:gd name="connsiteX33" fmla="*/ 38991 w 152377"/>
                  <a:gd name="connsiteY33" fmla="*/ 67226 h 138932"/>
                  <a:gd name="connsiteX34" fmla="*/ 11204 w 152377"/>
                  <a:gd name="connsiteY34" fmla="*/ 67226 h 138932"/>
                  <a:gd name="connsiteX35" fmla="*/ 3585 w 152377"/>
                  <a:gd name="connsiteY35" fmla="*/ 43921 h 138932"/>
                  <a:gd name="connsiteX36" fmla="*/ 43024 w 152377"/>
                  <a:gd name="connsiteY36" fmla="*/ 4482 h 138932"/>
                  <a:gd name="connsiteX37" fmla="*/ 76189 w 152377"/>
                  <a:gd name="connsiteY37" fmla="*/ 133555 h 138932"/>
                  <a:gd name="connsiteX38" fmla="*/ 15686 w 152377"/>
                  <a:gd name="connsiteY38" fmla="*/ 71707 h 138932"/>
                  <a:gd name="connsiteX39" fmla="*/ 40783 w 152377"/>
                  <a:gd name="connsiteY39" fmla="*/ 71707 h 138932"/>
                  <a:gd name="connsiteX40" fmla="*/ 42576 w 152377"/>
                  <a:gd name="connsiteY40" fmla="*/ 70363 h 138932"/>
                  <a:gd name="connsiteX41" fmla="*/ 49747 w 152377"/>
                  <a:gd name="connsiteY41" fmla="*/ 58262 h 138932"/>
                  <a:gd name="connsiteX42" fmla="*/ 56469 w 152377"/>
                  <a:gd name="connsiteY42" fmla="*/ 77085 h 138932"/>
                  <a:gd name="connsiteX43" fmla="*/ 58710 w 152377"/>
                  <a:gd name="connsiteY43" fmla="*/ 78430 h 138932"/>
                  <a:gd name="connsiteX44" fmla="*/ 60951 w 152377"/>
                  <a:gd name="connsiteY44" fmla="*/ 77085 h 138932"/>
                  <a:gd name="connsiteX45" fmla="*/ 74844 w 152377"/>
                  <a:gd name="connsiteY45" fmla="*/ 39887 h 138932"/>
                  <a:gd name="connsiteX46" fmla="*/ 86049 w 152377"/>
                  <a:gd name="connsiteY46" fmla="*/ 102183 h 138932"/>
                  <a:gd name="connsiteX47" fmla="*/ 88289 w 152377"/>
                  <a:gd name="connsiteY47" fmla="*/ 103976 h 138932"/>
                  <a:gd name="connsiteX48" fmla="*/ 88289 w 152377"/>
                  <a:gd name="connsiteY48" fmla="*/ 103976 h 138932"/>
                  <a:gd name="connsiteX49" fmla="*/ 90530 w 152377"/>
                  <a:gd name="connsiteY49" fmla="*/ 102183 h 138932"/>
                  <a:gd name="connsiteX50" fmla="*/ 102631 w 152377"/>
                  <a:gd name="connsiteY50" fmla="*/ 57366 h 138932"/>
                  <a:gd name="connsiteX51" fmla="*/ 107561 w 152377"/>
                  <a:gd name="connsiteY51" fmla="*/ 70363 h 138932"/>
                  <a:gd name="connsiteX52" fmla="*/ 109802 w 152377"/>
                  <a:gd name="connsiteY52" fmla="*/ 71707 h 138932"/>
                  <a:gd name="connsiteX53" fmla="*/ 136692 w 152377"/>
                  <a:gd name="connsiteY53" fmla="*/ 71707 h 138932"/>
                  <a:gd name="connsiteX54" fmla="*/ 76189 w 152377"/>
                  <a:gd name="connsiteY54" fmla="*/ 133555 h 13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52377" h="138932">
                    <a:moveTo>
                      <a:pt x="109353" y="0"/>
                    </a:moveTo>
                    <a:cubicBezTo>
                      <a:pt x="97701" y="0"/>
                      <a:pt x="86049" y="5826"/>
                      <a:pt x="77085" y="15686"/>
                    </a:cubicBezTo>
                    <a:lnTo>
                      <a:pt x="76189" y="17031"/>
                    </a:lnTo>
                    <a:lnTo>
                      <a:pt x="75293" y="15686"/>
                    </a:lnTo>
                    <a:cubicBezTo>
                      <a:pt x="66777" y="5826"/>
                      <a:pt x="54677" y="0"/>
                      <a:pt x="43024" y="0"/>
                    </a:cubicBezTo>
                    <a:cubicBezTo>
                      <a:pt x="19271" y="0"/>
                      <a:pt x="0" y="19719"/>
                      <a:pt x="0" y="43921"/>
                    </a:cubicBezTo>
                    <a:cubicBezTo>
                      <a:pt x="0" y="55573"/>
                      <a:pt x="4482" y="66329"/>
                      <a:pt x="12101" y="74844"/>
                    </a:cubicBezTo>
                    <a:lnTo>
                      <a:pt x="74396" y="138485"/>
                    </a:lnTo>
                    <a:cubicBezTo>
                      <a:pt x="74844" y="138933"/>
                      <a:pt x="75293" y="138933"/>
                      <a:pt x="76189" y="138933"/>
                    </a:cubicBezTo>
                    <a:cubicBezTo>
                      <a:pt x="77085" y="138933"/>
                      <a:pt x="77533" y="138485"/>
                      <a:pt x="77982" y="138485"/>
                    </a:cubicBezTo>
                    <a:lnTo>
                      <a:pt x="140277" y="74844"/>
                    </a:lnTo>
                    <a:cubicBezTo>
                      <a:pt x="148344" y="66777"/>
                      <a:pt x="152378" y="55573"/>
                      <a:pt x="152378" y="44369"/>
                    </a:cubicBezTo>
                    <a:cubicBezTo>
                      <a:pt x="152378" y="19719"/>
                      <a:pt x="133106" y="0"/>
                      <a:pt x="109353" y="0"/>
                    </a:cubicBezTo>
                    <a:close/>
                    <a:moveTo>
                      <a:pt x="43024" y="4482"/>
                    </a:moveTo>
                    <a:cubicBezTo>
                      <a:pt x="53332" y="4482"/>
                      <a:pt x="64088" y="9860"/>
                      <a:pt x="71707" y="18823"/>
                    </a:cubicBezTo>
                    <a:lnTo>
                      <a:pt x="74396" y="21960"/>
                    </a:lnTo>
                    <a:cubicBezTo>
                      <a:pt x="75293" y="22857"/>
                      <a:pt x="77085" y="22857"/>
                      <a:pt x="77982" y="21960"/>
                    </a:cubicBezTo>
                    <a:lnTo>
                      <a:pt x="80671" y="18823"/>
                    </a:lnTo>
                    <a:cubicBezTo>
                      <a:pt x="88738" y="9860"/>
                      <a:pt x="99046" y="4482"/>
                      <a:pt x="109353" y="4482"/>
                    </a:cubicBezTo>
                    <a:cubicBezTo>
                      <a:pt x="130417" y="4482"/>
                      <a:pt x="147896" y="21960"/>
                      <a:pt x="147896" y="43921"/>
                    </a:cubicBezTo>
                    <a:cubicBezTo>
                      <a:pt x="147896" y="52436"/>
                      <a:pt x="145207" y="60503"/>
                      <a:pt x="140277" y="67226"/>
                    </a:cubicBezTo>
                    <a:lnTo>
                      <a:pt x="111146" y="67226"/>
                    </a:lnTo>
                    <a:lnTo>
                      <a:pt x="103975" y="49299"/>
                    </a:lnTo>
                    <a:cubicBezTo>
                      <a:pt x="103527" y="48402"/>
                      <a:pt x="102631" y="47954"/>
                      <a:pt x="101735" y="47954"/>
                    </a:cubicBezTo>
                    <a:cubicBezTo>
                      <a:pt x="100838" y="47954"/>
                      <a:pt x="99942" y="48851"/>
                      <a:pt x="99494" y="49747"/>
                    </a:cubicBezTo>
                    <a:lnTo>
                      <a:pt x="88289" y="91427"/>
                    </a:lnTo>
                    <a:lnTo>
                      <a:pt x="77085" y="31372"/>
                    </a:lnTo>
                    <a:cubicBezTo>
                      <a:pt x="77085" y="30476"/>
                      <a:pt x="76189" y="29579"/>
                      <a:pt x="75293" y="29579"/>
                    </a:cubicBezTo>
                    <a:cubicBezTo>
                      <a:pt x="74396" y="29579"/>
                      <a:pt x="73500" y="30027"/>
                      <a:pt x="73052" y="30924"/>
                    </a:cubicBezTo>
                    <a:lnTo>
                      <a:pt x="58262" y="69915"/>
                    </a:lnTo>
                    <a:lnTo>
                      <a:pt x="51988" y="52436"/>
                    </a:lnTo>
                    <a:cubicBezTo>
                      <a:pt x="51540" y="51540"/>
                      <a:pt x="51091" y="51091"/>
                      <a:pt x="50195" y="51091"/>
                    </a:cubicBezTo>
                    <a:cubicBezTo>
                      <a:pt x="49299" y="51091"/>
                      <a:pt x="48402" y="51540"/>
                      <a:pt x="47954" y="51988"/>
                    </a:cubicBezTo>
                    <a:lnTo>
                      <a:pt x="38991" y="67226"/>
                    </a:lnTo>
                    <a:lnTo>
                      <a:pt x="11204" y="67226"/>
                    </a:lnTo>
                    <a:cubicBezTo>
                      <a:pt x="6274" y="60503"/>
                      <a:pt x="3585" y="52436"/>
                      <a:pt x="3585" y="43921"/>
                    </a:cubicBezTo>
                    <a:cubicBezTo>
                      <a:pt x="4482" y="22409"/>
                      <a:pt x="21512" y="4482"/>
                      <a:pt x="43024" y="4482"/>
                    </a:cubicBezTo>
                    <a:close/>
                    <a:moveTo>
                      <a:pt x="76189" y="133555"/>
                    </a:moveTo>
                    <a:lnTo>
                      <a:pt x="15686" y="71707"/>
                    </a:lnTo>
                    <a:lnTo>
                      <a:pt x="40783" y="71707"/>
                    </a:lnTo>
                    <a:cubicBezTo>
                      <a:pt x="41680" y="71707"/>
                      <a:pt x="42128" y="71259"/>
                      <a:pt x="42576" y="70363"/>
                    </a:cubicBezTo>
                    <a:lnTo>
                      <a:pt x="49747" y="58262"/>
                    </a:lnTo>
                    <a:lnTo>
                      <a:pt x="56469" y="77085"/>
                    </a:lnTo>
                    <a:cubicBezTo>
                      <a:pt x="56918" y="77982"/>
                      <a:pt x="57814" y="78430"/>
                      <a:pt x="58710" y="78430"/>
                    </a:cubicBezTo>
                    <a:cubicBezTo>
                      <a:pt x="59607" y="78430"/>
                      <a:pt x="60503" y="77982"/>
                      <a:pt x="60951" y="77085"/>
                    </a:cubicBezTo>
                    <a:lnTo>
                      <a:pt x="74844" y="39887"/>
                    </a:lnTo>
                    <a:lnTo>
                      <a:pt x="86049" y="102183"/>
                    </a:lnTo>
                    <a:cubicBezTo>
                      <a:pt x="86049" y="103079"/>
                      <a:pt x="86945" y="103976"/>
                      <a:pt x="88289" y="103976"/>
                    </a:cubicBezTo>
                    <a:cubicBezTo>
                      <a:pt x="88289" y="103976"/>
                      <a:pt x="88289" y="103976"/>
                      <a:pt x="88289" y="103976"/>
                    </a:cubicBezTo>
                    <a:cubicBezTo>
                      <a:pt x="89186" y="103976"/>
                      <a:pt x="90082" y="103079"/>
                      <a:pt x="90530" y="102183"/>
                    </a:cubicBezTo>
                    <a:lnTo>
                      <a:pt x="102631" y="57366"/>
                    </a:lnTo>
                    <a:lnTo>
                      <a:pt x="107561" y="70363"/>
                    </a:lnTo>
                    <a:cubicBezTo>
                      <a:pt x="108009" y="71259"/>
                      <a:pt x="108905" y="71707"/>
                      <a:pt x="109802" y="71707"/>
                    </a:cubicBezTo>
                    <a:lnTo>
                      <a:pt x="136692" y="71707"/>
                    </a:lnTo>
                    <a:lnTo>
                      <a:pt x="76189" y="133555"/>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281" name="Group 2476">
                <a:extLst>
                  <a:ext uri="{FF2B5EF4-FFF2-40B4-BE49-F238E27FC236}">
                    <a16:creationId xmlns:a16="http://schemas.microsoft.com/office/drawing/2014/main" id="{EC94725A-EAC0-9578-DED7-7DC40F9A7A06}"/>
                  </a:ext>
                  <a:ext uri="{C183D7F6-B498-43B3-948B-1728B52AA6E4}">
                    <adec:decorative xmlns:adec="http://schemas.microsoft.com/office/drawing/2017/decorative" val="1"/>
                  </a:ext>
                </a:extLst>
              </p:cNvPr>
              <p:cNvGrpSpPr>
                <a:grpSpLocks noChangeAspect="1"/>
              </p:cNvGrpSpPr>
              <p:nvPr/>
            </p:nvGrpSpPr>
            <p:grpSpPr>
              <a:xfrm>
                <a:off x="9374804" y="4501788"/>
                <a:ext cx="44817" cy="165824"/>
                <a:chOff x="9431304" y="2446097"/>
                <a:chExt cx="44817" cy="165824"/>
              </a:xfrm>
            </p:grpSpPr>
            <p:sp>
              <p:nvSpPr>
                <p:cNvPr id="1282" name="Freeform: Shape 5411">
                  <a:extLst>
                    <a:ext uri="{FF2B5EF4-FFF2-40B4-BE49-F238E27FC236}">
                      <a16:creationId xmlns:a16="http://schemas.microsoft.com/office/drawing/2014/main" id="{63E616A9-B08B-C83D-1AF9-F4B005ED6431}"/>
                    </a:ext>
                  </a:extLst>
                </p:cNvPr>
                <p:cNvSpPr/>
                <p:nvPr/>
              </p:nvSpPr>
              <p:spPr>
                <a:xfrm>
                  <a:off x="9431304" y="2486433"/>
                  <a:ext cx="44817" cy="125488"/>
                </a:xfrm>
                <a:custGeom>
                  <a:avLst/>
                  <a:gdLst>
                    <a:gd name="connsiteX0" fmla="*/ 42576 w 44817"/>
                    <a:gd name="connsiteY0" fmla="*/ 0 h 125487"/>
                    <a:gd name="connsiteX1" fmla="*/ 2241 w 44817"/>
                    <a:gd name="connsiteY1" fmla="*/ 0 h 125487"/>
                    <a:gd name="connsiteX2" fmla="*/ 0 w 44817"/>
                    <a:gd name="connsiteY2" fmla="*/ 2241 h 125487"/>
                    <a:gd name="connsiteX3" fmla="*/ 0 w 44817"/>
                    <a:gd name="connsiteY3" fmla="*/ 106665 h 125487"/>
                    <a:gd name="connsiteX4" fmla="*/ 22409 w 44817"/>
                    <a:gd name="connsiteY4" fmla="*/ 125936 h 125487"/>
                    <a:gd name="connsiteX5" fmla="*/ 44817 w 44817"/>
                    <a:gd name="connsiteY5" fmla="*/ 106665 h 125487"/>
                    <a:gd name="connsiteX6" fmla="*/ 44817 w 44817"/>
                    <a:gd name="connsiteY6" fmla="*/ 2241 h 125487"/>
                    <a:gd name="connsiteX7" fmla="*/ 42576 w 44817"/>
                    <a:gd name="connsiteY7" fmla="*/ 0 h 125487"/>
                    <a:gd name="connsiteX8" fmla="*/ 40335 w 44817"/>
                    <a:gd name="connsiteY8" fmla="*/ 4482 h 125487"/>
                    <a:gd name="connsiteX9" fmla="*/ 40335 w 44817"/>
                    <a:gd name="connsiteY9" fmla="*/ 51540 h 125487"/>
                    <a:gd name="connsiteX10" fmla="*/ 23753 w 44817"/>
                    <a:gd name="connsiteY10" fmla="*/ 53780 h 125487"/>
                    <a:gd name="connsiteX11" fmla="*/ 4482 w 44817"/>
                    <a:gd name="connsiteY11" fmla="*/ 51988 h 125487"/>
                    <a:gd name="connsiteX12" fmla="*/ 4482 w 44817"/>
                    <a:gd name="connsiteY12" fmla="*/ 4034 h 125487"/>
                    <a:gd name="connsiteX13" fmla="*/ 40335 w 44817"/>
                    <a:gd name="connsiteY13" fmla="*/ 4034 h 125487"/>
                    <a:gd name="connsiteX14" fmla="*/ 22409 w 44817"/>
                    <a:gd name="connsiteY14" fmla="*/ 121006 h 125487"/>
                    <a:gd name="connsiteX15" fmla="*/ 4482 w 44817"/>
                    <a:gd name="connsiteY15" fmla="*/ 106216 h 125487"/>
                    <a:gd name="connsiteX16" fmla="*/ 4482 w 44817"/>
                    <a:gd name="connsiteY16" fmla="*/ 56918 h 125487"/>
                    <a:gd name="connsiteX17" fmla="*/ 21064 w 44817"/>
                    <a:gd name="connsiteY17" fmla="*/ 57366 h 125487"/>
                    <a:gd name="connsiteX18" fmla="*/ 29579 w 44817"/>
                    <a:gd name="connsiteY18" fmla="*/ 60055 h 125487"/>
                    <a:gd name="connsiteX19" fmla="*/ 39887 w 44817"/>
                    <a:gd name="connsiteY19" fmla="*/ 56918 h 125487"/>
                    <a:gd name="connsiteX20" fmla="*/ 39887 w 44817"/>
                    <a:gd name="connsiteY20" fmla="*/ 106216 h 125487"/>
                    <a:gd name="connsiteX21" fmla="*/ 22409 w 44817"/>
                    <a:gd name="connsiteY21" fmla="*/ 121006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4817" h="125487">
                      <a:moveTo>
                        <a:pt x="42576" y="0"/>
                      </a:moveTo>
                      <a:lnTo>
                        <a:pt x="2241" y="0"/>
                      </a:lnTo>
                      <a:cubicBezTo>
                        <a:pt x="896" y="0"/>
                        <a:pt x="0" y="896"/>
                        <a:pt x="0" y="2241"/>
                      </a:cubicBezTo>
                      <a:lnTo>
                        <a:pt x="0" y="106665"/>
                      </a:lnTo>
                      <a:cubicBezTo>
                        <a:pt x="0" y="116972"/>
                        <a:pt x="9860" y="125936"/>
                        <a:pt x="22409" y="125936"/>
                      </a:cubicBezTo>
                      <a:cubicBezTo>
                        <a:pt x="34957" y="125936"/>
                        <a:pt x="44817" y="117421"/>
                        <a:pt x="44817" y="106665"/>
                      </a:cubicBezTo>
                      <a:lnTo>
                        <a:pt x="44817" y="2241"/>
                      </a:lnTo>
                      <a:cubicBezTo>
                        <a:pt x="44817" y="896"/>
                        <a:pt x="43921" y="0"/>
                        <a:pt x="42576" y="0"/>
                      </a:cubicBezTo>
                      <a:close/>
                      <a:moveTo>
                        <a:pt x="40335" y="4482"/>
                      </a:moveTo>
                      <a:lnTo>
                        <a:pt x="40335" y="51540"/>
                      </a:lnTo>
                      <a:cubicBezTo>
                        <a:pt x="38094" y="53332"/>
                        <a:pt x="30924" y="58710"/>
                        <a:pt x="23753" y="53780"/>
                      </a:cubicBezTo>
                      <a:cubicBezTo>
                        <a:pt x="16134" y="48851"/>
                        <a:pt x="8963" y="50643"/>
                        <a:pt x="4482" y="51988"/>
                      </a:cubicBezTo>
                      <a:lnTo>
                        <a:pt x="4482" y="4034"/>
                      </a:lnTo>
                      <a:lnTo>
                        <a:pt x="40335" y="4034"/>
                      </a:lnTo>
                      <a:close/>
                      <a:moveTo>
                        <a:pt x="22409" y="121006"/>
                      </a:moveTo>
                      <a:cubicBezTo>
                        <a:pt x="12549" y="121006"/>
                        <a:pt x="4482" y="114283"/>
                        <a:pt x="4482" y="106216"/>
                      </a:cubicBezTo>
                      <a:lnTo>
                        <a:pt x="4482" y="56918"/>
                      </a:lnTo>
                      <a:cubicBezTo>
                        <a:pt x="7171" y="55573"/>
                        <a:pt x="13893" y="52884"/>
                        <a:pt x="21064" y="57366"/>
                      </a:cubicBezTo>
                      <a:cubicBezTo>
                        <a:pt x="23753" y="59159"/>
                        <a:pt x="26890" y="60055"/>
                        <a:pt x="29579" y="60055"/>
                      </a:cubicBezTo>
                      <a:cubicBezTo>
                        <a:pt x="33613" y="60055"/>
                        <a:pt x="37198" y="58710"/>
                        <a:pt x="39887" y="56918"/>
                      </a:cubicBezTo>
                      <a:lnTo>
                        <a:pt x="39887" y="106216"/>
                      </a:lnTo>
                      <a:cubicBezTo>
                        <a:pt x="40335" y="114732"/>
                        <a:pt x="32268" y="121006"/>
                        <a:pt x="22409" y="12100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83" name="Freeform: Shape 5412">
                  <a:extLst>
                    <a:ext uri="{FF2B5EF4-FFF2-40B4-BE49-F238E27FC236}">
                      <a16:creationId xmlns:a16="http://schemas.microsoft.com/office/drawing/2014/main" id="{30B84B4B-22C9-680B-B53D-F0C45111DDDE}"/>
                    </a:ext>
                  </a:extLst>
                </p:cNvPr>
                <p:cNvSpPr/>
                <p:nvPr/>
              </p:nvSpPr>
              <p:spPr>
                <a:xfrm>
                  <a:off x="9431304" y="2459543"/>
                  <a:ext cx="17927" cy="17927"/>
                </a:xfrm>
                <a:custGeom>
                  <a:avLst/>
                  <a:gdLst>
                    <a:gd name="connsiteX0" fmla="*/ 8963 w 17926"/>
                    <a:gd name="connsiteY0" fmla="*/ 17927 h 17926"/>
                    <a:gd name="connsiteX1" fmla="*/ 17927 w 17926"/>
                    <a:gd name="connsiteY1" fmla="*/ 8963 h 17926"/>
                    <a:gd name="connsiteX2" fmla="*/ 8963 w 17926"/>
                    <a:gd name="connsiteY2" fmla="*/ 0 h 17926"/>
                    <a:gd name="connsiteX3" fmla="*/ 0 w 17926"/>
                    <a:gd name="connsiteY3" fmla="*/ 8963 h 17926"/>
                    <a:gd name="connsiteX4" fmla="*/ 8963 w 17926"/>
                    <a:gd name="connsiteY4" fmla="*/ 17927 h 17926"/>
                    <a:gd name="connsiteX5" fmla="*/ 8963 w 17926"/>
                    <a:gd name="connsiteY5" fmla="*/ 4482 h 17926"/>
                    <a:gd name="connsiteX6" fmla="*/ 13445 w 17926"/>
                    <a:gd name="connsiteY6" fmla="*/ 8963 h 17926"/>
                    <a:gd name="connsiteX7" fmla="*/ 8963 w 17926"/>
                    <a:gd name="connsiteY7" fmla="*/ 13445 h 17926"/>
                    <a:gd name="connsiteX8" fmla="*/ 4482 w 17926"/>
                    <a:gd name="connsiteY8" fmla="*/ 8963 h 17926"/>
                    <a:gd name="connsiteX9" fmla="*/ 8963 w 17926"/>
                    <a:gd name="connsiteY9" fmla="*/ 4482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26" h="17926">
                      <a:moveTo>
                        <a:pt x="8963" y="17927"/>
                      </a:moveTo>
                      <a:cubicBezTo>
                        <a:pt x="13893" y="17927"/>
                        <a:pt x="17927" y="13893"/>
                        <a:pt x="17927" y="8963"/>
                      </a:cubicBezTo>
                      <a:cubicBezTo>
                        <a:pt x="17927" y="4034"/>
                        <a:pt x="13893" y="0"/>
                        <a:pt x="8963" y="0"/>
                      </a:cubicBezTo>
                      <a:cubicBezTo>
                        <a:pt x="4034" y="0"/>
                        <a:pt x="0" y="4034"/>
                        <a:pt x="0" y="8963"/>
                      </a:cubicBezTo>
                      <a:cubicBezTo>
                        <a:pt x="0" y="13893"/>
                        <a:pt x="4034" y="17927"/>
                        <a:pt x="8963" y="17927"/>
                      </a:cubicBezTo>
                      <a:close/>
                      <a:moveTo>
                        <a:pt x="8963" y="4482"/>
                      </a:moveTo>
                      <a:cubicBezTo>
                        <a:pt x="11653" y="4482"/>
                        <a:pt x="13445" y="6274"/>
                        <a:pt x="13445" y="8963"/>
                      </a:cubicBezTo>
                      <a:cubicBezTo>
                        <a:pt x="13445" y="11652"/>
                        <a:pt x="11653" y="13445"/>
                        <a:pt x="8963" y="13445"/>
                      </a:cubicBezTo>
                      <a:cubicBezTo>
                        <a:pt x="6274" y="13445"/>
                        <a:pt x="4482" y="11652"/>
                        <a:pt x="4482" y="8963"/>
                      </a:cubicBezTo>
                      <a:cubicBezTo>
                        <a:pt x="4482" y="6274"/>
                        <a:pt x="6274" y="4482"/>
                        <a:pt x="896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84" name="Freeform: Shape 5413">
                  <a:extLst>
                    <a:ext uri="{FF2B5EF4-FFF2-40B4-BE49-F238E27FC236}">
                      <a16:creationId xmlns:a16="http://schemas.microsoft.com/office/drawing/2014/main" id="{0F70F615-3C86-C3D5-062A-A0EC9F060AF1}"/>
                    </a:ext>
                  </a:extLst>
                </p:cNvPr>
                <p:cNvSpPr/>
                <p:nvPr/>
              </p:nvSpPr>
              <p:spPr>
                <a:xfrm>
                  <a:off x="9458194" y="2446097"/>
                  <a:ext cx="17927" cy="17927"/>
                </a:xfrm>
                <a:custGeom>
                  <a:avLst/>
                  <a:gdLst>
                    <a:gd name="connsiteX0" fmla="*/ 8963 w 17926"/>
                    <a:gd name="connsiteY0" fmla="*/ 17927 h 17926"/>
                    <a:gd name="connsiteX1" fmla="*/ 17927 w 17926"/>
                    <a:gd name="connsiteY1" fmla="*/ 8963 h 17926"/>
                    <a:gd name="connsiteX2" fmla="*/ 8963 w 17926"/>
                    <a:gd name="connsiteY2" fmla="*/ 0 h 17926"/>
                    <a:gd name="connsiteX3" fmla="*/ 0 w 17926"/>
                    <a:gd name="connsiteY3" fmla="*/ 8963 h 17926"/>
                    <a:gd name="connsiteX4" fmla="*/ 8963 w 17926"/>
                    <a:gd name="connsiteY4" fmla="*/ 17927 h 17926"/>
                    <a:gd name="connsiteX5" fmla="*/ 8963 w 17926"/>
                    <a:gd name="connsiteY5" fmla="*/ 4482 h 17926"/>
                    <a:gd name="connsiteX6" fmla="*/ 13445 w 17926"/>
                    <a:gd name="connsiteY6" fmla="*/ 8963 h 17926"/>
                    <a:gd name="connsiteX7" fmla="*/ 8963 w 17926"/>
                    <a:gd name="connsiteY7" fmla="*/ 13445 h 17926"/>
                    <a:gd name="connsiteX8" fmla="*/ 4482 w 17926"/>
                    <a:gd name="connsiteY8" fmla="*/ 8963 h 17926"/>
                    <a:gd name="connsiteX9" fmla="*/ 8963 w 17926"/>
                    <a:gd name="connsiteY9" fmla="*/ 4482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26" h="17926">
                      <a:moveTo>
                        <a:pt x="8963" y="17927"/>
                      </a:moveTo>
                      <a:cubicBezTo>
                        <a:pt x="13893" y="17927"/>
                        <a:pt x="17927" y="13893"/>
                        <a:pt x="17927" y="8963"/>
                      </a:cubicBezTo>
                      <a:cubicBezTo>
                        <a:pt x="17927" y="4034"/>
                        <a:pt x="13893" y="0"/>
                        <a:pt x="8963" y="0"/>
                      </a:cubicBezTo>
                      <a:cubicBezTo>
                        <a:pt x="4034" y="0"/>
                        <a:pt x="0" y="4034"/>
                        <a:pt x="0" y="8963"/>
                      </a:cubicBezTo>
                      <a:cubicBezTo>
                        <a:pt x="0" y="13893"/>
                        <a:pt x="4034" y="17927"/>
                        <a:pt x="8963" y="17927"/>
                      </a:cubicBezTo>
                      <a:close/>
                      <a:moveTo>
                        <a:pt x="8963" y="4482"/>
                      </a:moveTo>
                      <a:cubicBezTo>
                        <a:pt x="11653" y="4482"/>
                        <a:pt x="13445" y="6274"/>
                        <a:pt x="13445" y="8963"/>
                      </a:cubicBezTo>
                      <a:cubicBezTo>
                        <a:pt x="13445" y="11652"/>
                        <a:pt x="11653" y="13445"/>
                        <a:pt x="8963" y="13445"/>
                      </a:cubicBezTo>
                      <a:cubicBezTo>
                        <a:pt x="6274" y="13445"/>
                        <a:pt x="4482" y="11652"/>
                        <a:pt x="4482" y="8963"/>
                      </a:cubicBezTo>
                      <a:cubicBezTo>
                        <a:pt x="4482" y="6723"/>
                        <a:pt x="6274" y="4482"/>
                        <a:pt x="896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285" name="Freeform: Shape 2477">
                <a:extLst>
                  <a:ext uri="{FF2B5EF4-FFF2-40B4-BE49-F238E27FC236}">
                    <a16:creationId xmlns:a16="http://schemas.microsoft.com/office/drawing/2014/main" id="{E95F28A5-4540-E4FF-39C7-0B4A3DFFF01C}"/>
                  </a:ext>
                  <a:ext uri="{C183D7F6-B498-43B3-948B-1728B52AA6E4}">
                    <adec:decorative xmlns:adec="http://schemas.microsoft.com/office/drawing/2017/decorative" val="1"/>
                  </a:ext>
                </a:extLst>
              </p:cNvPr>
              <p:cNvSpPr>
                <a:spLocks noChangeAspect="1"/>
              </p:cNvSpPr>
              <p:nvPr/>
            </p:nvSpPr>
            <p:spPr>
              <a:xfrm>
                <a:off x="9580565" y="4515682"/>
                <a:ext cx="152378" cy="152378"/>
              </a:xfrm>
              <a:custGeom>
                <a:avLst/>
                <a:gdLst>
                  <a:gd name="connsiteX0" fmla="*/ 150534 w 152377"/>
                  <a:gd name="connsiteY0" fmla="*/ 135796 h 152377"/>
                  <a:gd name="connsiteX1" fmla="*/ 98546 w 152377"/>
                  <a:gd name="connsiteY1" fmla="*/ 68570 h 152377"/>
                  <a:gd name="connsiteX2" fmla="*/ 98546 w 152377"/>
                  <a:gd name="connsiteY2" fmla="*/ 4482 h 152377"/>
                  <a:gd name="connsiteX3" fmla="*/ 109750 w 152377"/>
                  <a:gd name="connsiteY3" fmla="*/ 4482 h 152377"/>
                  <a:gd name="connsiteX4" fmla="*/ 111991 w 152377"/>
                  <a:gd name="connsiteY4" fmla="*/ 2241 h 152377"/>
                  <a:gd name="connsiteX5" fmla="*/ 109750 w 152377"/>
                  <a:gd name="connsiteY5" fmla="*/ 0 h 152377"/>
                  <a:gd name="connsiteX6" fmla="*/ 96305 w 152377"/>
                  <a:gd name="connsiteY6" fmla="*/ 0 h 152377"/>
                  <a:gd name="connsiteX7" fmla="*/ 55970 w 152377"/>
                  <a:gd name="connsiteY7" fmla="*/ 0 h 152377"/>
                  <a:gd name="connsiteX8" fmla="*/ 42525 w 152377"/>
                  <a:gd name="connsiteY8" fmla="*/ 0 h 152377"/>
                  <a:gd name="connsiteX9" fmla="*/ 40284 w 152377"/>
                  <a:gd name="connsiteY9" fmla="*/ 2241 h 152377"/>
                  <a:gd name="connsiteX10" fmla="*/ 42525 w 152377"/>
                  <a:gd name="connsiteY10" fmla="*/ 4482 h 152377"/>
                  <a:gd name="connsiteX11" fmla="*/ 53729 w 152377"/>
                  <a:gd name="connsiteY11" fmla="*/ 4482 h 152377"/>
                  <a:gd name="connsiteX12" fmla="*/ 53729 w 152377"/>
                  <a:gd name="connsiteY12" fmla="*/ 68570 h 152377"/>
                  <a:gd name="connsiteX13" fmla="*/ 33561 w 152377"/>
                  <a:gd name="connsiteY13" fmla="*/ 95012 h 152377"/>
                  <a:gd name="connsiteX14" fmla="*/ 33561 w 152377"/>
                  <a:gd name="connsiteY14" fmla="*/ 95012 h 152377"/>
                  <a:gd name="connsiteX15" fmla="*/ 1741 w 152377"/>
                  <a:gd name="connsiteY15" fmla="*/ 136244 h 152377"/>
                  <a:gd name="connsiteX16" fmla="*/ 1293 w 152377"/>
                  <a:gd name="connsiteY16" fmla="*/ 146104 h 152377"/>
                  <a:gd name="connsiteX17" fmla="*/ 12497 w 152377"/>
                  <a:gd name="connsiteY17" fmla="*/ 152378 h 152377"/>
                  <a:gd name="connsiteX18" fmla="*/ 140226 w 152377"/>
                  <a:gd name="connsiteY18" fmla="*/ 152378 h 152377"/>
                  <a:gd name="connsiteX19" fmla="*/ 151430 w 152377"/>
                  <a:gd name="connsiteY19" fmla="*/ 146104 h 152377"/>
                  <a:gd name="connsiteX20" fmla="*/ 150534 w 152377"/>
                  <a:gd name="connsiteY20" fmla="*/ 135796 h 152377"/>
                  <a:gd name="connsiteX21" fmla="*/ 58211 w 152377"/>
                  <a:gd name="connsiteY21" fmla="*/ 70363 h 152377"/>
                  <a:gd name="connsiteX22" fmla="*/ 58659 w 152377"/>
                  <a:gd name="connsiteY22" fmla="*/ 69018 h 152377"/>
                  <a:gd name="connsiteX23" fmla="*/ 58659 w 152377"/>
                  <a:gd name="connsiteY23" fmla="*/ 4034 h 152377"/>
                  <a:gd name="connsiteX24" fmla="*/ 94512 w 152377"/>
                  <a:gd name="connsiteY24" fmla="*/ 4034 h 152377"/>
                  <a:gd name="connsiteX25" fmla="*/ 94512 w 152377"/>
                  <a:gd name="connsiteY25" fmla="*/ 69018 h 152377"/>
                  <a:gd name="connsiteX26" fmla="*/ 94961 w 152377"/>
                  <a:gd name="connsiteY26" fmla="*/ 70363 h 152377"/>
                  <a:gd name="connsiteX27" fmla="*/ 113784 w 152377"/>
                  <a:gd name="connsiteY27" fmla="*/ 95012 h 152377"/>
                  <a:gd name="connsiteX28" fmla="*/ 77930 w 152377"/>
                  <a:gd name="connsiteY28" fmla="*/ 92771 h 152377"/>
                  <a:gd name="connsiteX29" fmla="*/ 42525 w 152377"/>
                  <a:gd name="connsiteY29" fmla="*/ 90979 h 152377"/>
                  <a:gd name="connsiteX30" fmla="*/ 58211 w 152377"/>
                  <a:gd name="connsiteY30" fmla="*/ 70363 h 152377"/>
                  <a:gd name="connsiteX31" fmla="*/ 147845 w 152377"/>
                  <a:gd name="connsiteY31" fmla="*/ 143415 h 152377"/>
                  <a:gd name="connsiteX32" fmla="*/ 140674 w 152377"/>
                  <a:gd name="connsiteY32" fmla="*/ 147448 h 152377"/>
                  <a:gd name="connsiteX33" fmla="*/ 12946 w 152377"/>
                  <a:gd name="connsiteY33" fmla="*/ 147448 h 152377"/>
                  <a:gd name="connsiteX34" fmla="*/ 5775 w 152377"/>
                  <a:gd name="connsiteY34" fmla="*/ 143415 h 152377"/>
                  <a:gd name="connsiteX35" fmla="*/ 5775 w 152377"/>
                  <a:gd name="connsiteY35" fmla="*/ 138485 h 152377"/>
                  <a:gd name="connsiteX36" fmla="*/ 37147 w 152377"/>
                  <a:gd name="connsiteY36" fmla="*/ 97701 h 152377"/>
                  <a:gd name="connsiteX37" fmla="*/ 76138 w 152377"/>
                  <a:gd name="connsiteY37" fmla="*/ 96805 h 152377"/>
                  <a:gd name="connsiteX38" fmla="*/ 98546 w 152377"/>
                  <a:gd name="connsiteY38" fmla="*/ 101735 h 152377"/>
                  <a:gd name="connsiteX39" fmla="*/ 116921 w 152377"/>
                  <a:gd name="connsiteY39" fmla="*/ 98597 h 152377"/>
                  <a:gd name="connsiteX40" fmla="*/ 147397 w 152377"/>
                  <a:gd name="connsiteY40" fmla="*/ 138036 h 152377"/>
                  <a:gd name="connsiteX41" fmla="*/ 147845 w 152377"/>
                  <a:gd name="connsiteY41" fmla="*/ 143415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2377" h="152377">
                    <a:moveTo>
                      <a:pt x="150534" y="135796"/>
                    </a:moveTo>
                    <a:lnTo>
                      <a:pt x="98546" y="68570"/>
                    </a:lnTo>
                    <a:lnTo>
                      <a:pt x="98546" y="4482"/>
                    </a:lnTo>
                    <a:lnTo>
                      <a:pt x="109750" y="4482"/>
                    </a:lnTo>
                    <a:cubicBezTo>
                      <a:pt x="111095" y="4482"/>
                      <a:pt x="111991" y="3585"/>
                      <a:pt x="111991" y="2241"/>
                    </a:cubicBezTo>
                    <a:cubicBezTo>
                      <a:pt x="111991" y="896"/>
                      <a:pt x="111095" y="0"/>
                      <a:pt x="109750" y="0"/>
                    </a:cubicBezTo>
                    <a:lnTo>
                      <a:pt x="96305" y="0"/>
                    </a:lnTo>
                    <a:lnTo>
                      <a:pt x="55970" y="0"/>
                    </a:lnTo>
                    <a:lnTo>
                      <a:pt x="42525" y="0"/>
                    </a:lnTo>
                    <a:cubicBezTo>
                      <a:pt x="41180" y="0"/>
                      <a:pt x="40284" y="896"/>
                      <a:pt x="40284" y="2241"/>
                    </a:cubicBezTo>
                    <a:cubicBezTo>
                      <a:pt x="40284" y="3585"/>
                      <a:pt x="41180" y="4482"/>
                      <a:pt x="42525" y="4482"/>
                    </a:cubicBezTo>
                    <a:lnTo>
                      <a:pt x="53729" y="4482"/>
                    </a:lnTo>
                    <a:lnTo>
                      <a:pt x="53729" y="68570"/>
                    </a:lnTo>
                    <a:lnTo>
                      <a:pt x="33561" y="95012"/>
                    </a:lnTo>
                    <a:cubicBezTo>
                      <a:pt x="33561" y="95012"/>
                      <a:pt x="33561" y="95012"/>
                      <a:pt x="33561" y="95012"/>
                    </a:cubicBezTo>
                    <a:lnTo>
                      <a:pt x="1741" y="136244"/>
                    </a:lnTo>
                    <a:cubicBezTo>
                      <a:pt x="-499" y="139381"/>
                      <a:pt x="-499" y="142966"/>
                      <a:pt x="1293" y="146104"/>
                    </a:cubicBezTo>
                    <a:cubicBezTo>
                      <a:pt x="3534" y="150137"/>
                      <a:pt x="7568" y="152378"/>
                      <a:pt x="12497" y="152378"/>
                    </a:cubicBezTo>
                    <a:lnTo>
                      <a:pt x="140226" y="152378"/>
                    </a:lnTo>
                    <a:cubicBezTo>
                      <a:pt x="145156" y="152378"/>
                      <a:pt x="149638" y="150137"/>
                      <a:pt x="151430" y="146104"/>
                    </a:cubicBezTo>
                    <a:cubicBezTo>
                      <a:pt x="153223" y="142518"/>
                      <a:pt x="152774" y="138485"/>
                      <a:pt x="150534" y="135796"/>
                    </a:cubicBezTo>
                    <a:close/>
                    <a:moveTo>
                      <a:pt x="58211" y="70363"/>
                    </a:moveTo>
                    <a:cubicBezTo>
                      <a:pt x="58659" y="69915"/>
                      <a:pt x="58659" y="69466"/>
                      <a:pt x="58659" y="69018"/>
                    </a:cubicBezTo>
                    <a:lnTo>
                      <a:pt x="58659" y="4034"/>
                    </a:lnTo>
                    <a:lnTo>
                      <a:pt x="94512" y="4034"/>
                    </a:lnTo>
                    <a:lnTo>
                      <a:pt x="94512" y="69018"/>
                    </a:lnTo>
                    <a:cubicBezTo>
                      <a:pt x="94512" y="69466"/>
                      <a:pt x="94512" y="69915"/>
                      <a:pt x="94961" y="70363"/>
                    </a:cubicBezTo>
                    <a:lnTo>
                      <a:pt x="113784" y="95012"/>
                    </a:lnTo>
                    <a:cubicBezTo>
                      <a:pt x="107957" y="96805"/>
                      <a:pt x="93168" y="99942"/>
                      <a:pt x="77930" y="92771"/>
                    </a:cubicBezTo>
                    <a:cubicBezTo>
                      <a:pt x="64037" y="86049"/>
                      <a:pt x="50592" y="88290"/>
                      <a:pt x="42525" y="90979"/>
                    </a:cubicBezTo>
                    <a:lnTo>
                      <a:pt x="58211" y="70363"/>
                    </a:lnTo>
                    <a:close/>
                    <a:moveTo>
                      <a:pt x="147845" y="143415"/>
                    </a:moveTo>
                    <a:cubicBezTo>
                      <a:pt x="146500" y="145655"/>
                      <a:pt x="143811" y="147448"/>
                      <a:pt x="140674" y="147448"/>
                    </a:cubicBezTo>
                    <a:lnTo>
                      <a:pt x="12946" y="147448"/>
                    </a:lnTo>
                    <a:cubicBezTo>
                      <a:pt x="9808" y="147448"/>
                      <a:pt x="7119" y="146104"/>
                      <a:pt x="5775" y="143415"/>
                    </a:cubicBezTo>
                    <a:cubicBezTo>
                      <a:pt x="4878" y="141622"/>
                      <a:pt x="4878" y="139829"/>
                      <a:pt x="5775" y="138485"/>
                    </a:cubicBezTo>
                    <a:lnTo>
                      <a:pt x="37147" y="97701"/>
                    </a:lnTo>
                    <a:cubicBezTo>
                      <a:pt x="39836" y="96357"/>
                      <a:pt x="57763" y="88290"/>
                      <a:pt x="76138" y="96805"/>
                    </a:cubicBezTo>
                    <a:cubicBezTo>
                      <a:pt x="84205" y="100390"/>
                      <a:pt x="91823" y="101735"/>
                      <a:pt x="98546" y="101735"/>
                    </a:cubicBezTo>
                    <a:cubicBezTo>
                      <a:pt x="107061" y="101735"/>
                      <a:pt x="114232" y="99494"/>
                      <a:pt x="116921" y="98597"/>
                    </a:cubicBezTo>
                    <a:lnTo>
                      <a:pt x="147397" y="138036"/>
                    </a:lnTo>
                    <a:cubicBezTo>
                      <a:pt x="148293" y="139829"/>
                      <a:pt x="148741" y="142070"/>
                      <a:pt x="147845" y="14341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86" name="Freeform: Shape 2478">
                <a:extLst>
                  <a:ext uri="{FF2B5EF4-FFF2-40B4-BE49-F238E27FC236}">
                    <a16:creationId xmlns:a16="http://schemas.microsoft.com/office/drawing/2014/main" id="{E457AF81-F46C-10E4-128A-5F4C439C262A}"/>
                  </a:ext>
                  <a:ext uri="{C183D7F6-B498-43B3-948B-1728B52AA6E4}">
                    <adec:decorative xmlns:adec="http://schemas.microsoft.com/office/drawing/2017/decorative" val="1"/>
                  </a:ext>
                </a:extLst>
              </p:cNvPr>
              <p:cNvSpPr>
                <a:spLocks noChangeAspect="1"/>
              </p:cNvSpPr>
              <p:nvPr/>
            </p:nvSpPr>
            <p:spPr>
              <a:xfrm>
                <a:off x="10367949" y="4542124"/>
                <a:ext cx="165823" cy="125488"/>
              </a:xfrm>
              <a:custGeom>
                <a:avLst/>
                <a:gdLst>
                  <a:gd name="connsiteX0" fmla="*/ 163582 w 165822"/>
                  <a:gd name="connsiteY0" fmla="*/ 53780 h 125487"/>
                  <a:gd name="connsiteX1" fmla="*/ 152378 w 165822"/>
                  <a:gd name="connsiteY1" fmla="*/ 53780 h 125487"/>
                  <a:gd name="connsiteX2" fmla="*/ 152378 w 165822"/>
                  <a:gd name="connsiteY2" fmla="*/ 4482 h 125487"/>
                  <a:gd name="connsiteX3" fmla="*/ 156860 w 165822"/>
                  <a:gd name="connsiteY3" fmla="*/ 4482 h 125487"/>
                  <a:gd name="connsiteX4" fmla="*/ 159100 w 165822"/>
                  <a:gd name="connsiteY4" fmla="*/ 2241 h 125487"/>
                  <a:gd name="connsiteX5" fmla="*/ 156860 w 165822"/>
                  <a:gd name="connsiteY5" fmla="*/ 0 h 125487"/>
                  <a:gd name="connsiteX6" fmla="*/ 150137 w 165822"/>
                  <a:gd name="connsiteY6" fmla="*/ 0 h 125487"/>
                  <a:gd name="connsiteX7" fmla="*/ 123247 w 165822"/>
                  <a:gd name="connsiteY7" fmla="*/ 0 h 125487"/>
                  <a:gd name="connsiteX8" fmla="*/ 116524 w 165822"/>
                  <a:gd name="connsiteY8" fmla="*/ 0 h 125487"/>
                  <a:gd name="connsiteX9" fmla="*/ 114283 w 165822"/>
                  <a:gd name="connsiteY9" fmla="*/ 2241 h 125487"/>
                  <a:gd name="connsiteX10" fmla="*/ 116524 w 165822"/>
                  <a:gd name="connsiteY10" fmla="*/ 4482 h 125487"/>
                  <a:gd name="connsiteX11" fmla="*/ 121006 w 165822"/>
                  <a:gd name="connsiteY11" fmla="*/ 4482 h 125487"/>
                  <a:gd name="connsiteX12" fmla="*/ 121006 w 165822"/>
                  <a:gd name="connsiteY12" fmla="*/ 53780 h 125487"/>
                  <a:gd name="connsiteX13" fmla="*/ 98597 w 165822"/>
                  <a:gd name="connsiteY13" fmla="*/ 53780 h 125487"/>
                  <a:gd name="connsiteX14" fmla="*/ 98597 w 165822"/>
                  <a:gd name="connsiteY14" fmla="*/ 4482 h 125487"/>
                  <a:gd name="connsiteX15" fmla="*/ 103079 w 165822"/>
                  <a:gd name="connsiteY15" fmla="*/ 4482 h 125487"/>
                  <a:gd name="connsiteX16" fmla="*/ 105320 w 165822"/>
                  <a:gd name="connsiteY16" fmla="*/ 2241 h 125487"/>
                  <a:gd name="connsiteX17" fmla="*/ 103079 w 165822"/>
                  <a:gd name="connsiteY17" fmla="*/ 0 h 125487"/>
                  <a:gd name="connsiteX18" fmla="*/ 96357 w 165822"/>
                  <a:gd name="connsiteY18" fmla="*/ 0 h 125487"/>
                  <a:gd name="connsiteX19" fmla="*/ 69466 w 165822"/>
                  <a:gd name="connsiteY19" fmla="*/ 0 h 125487"/>
                  <a:gd name="connsiteX20" fmla="*/ 62744 w 165822"/>
                  <a:gd name="connsiteY20" fmla="*/ 0 h 125487"/>
                  <a:gd name="connsiteX21" fmla="*/ 60503 w 165822"/>
                  <a:gd name="connsiteY21" fmla="*/ 2241 h 125487"/>
                  <a:gd name="connsiteX22" fmla="*/ 62744 w 165822"/>
                  <a:gd name="connsiteY22" fmla="*/ 4482 h 125487"/>
                  <a:gd name="connsiteX23" fmla="*/ 67226 w 165822"/>
                  <a:gd name="connsiteY23" fmla="*/ 4482 h 125487"/>
                  <a:gd name="connsiteX24" fmla="*/ 67226 w 165822"/>
                  <a:gd name="connsiteY24" fmla="*/ 53780 h 125487"/>
                  <a:gd name="connsiteX25" fmla="*/ 44817 w 165822"/>
                  <a:gd name="connsiteY25" fmla="*/ 53780 h 125487"/>
                  <a:gd name="connsiteX26" fmla="*/ 44817 w 165822"/>
                  <a:gd name="connsiteY26" fmla="*/ 4482 h 125487"/>
                  <a:gd name="connsiteX27" fmla="*/ 49299 w 165822"/>
                  <a:gd name="connsiteY27" fmla="*/ 4482 h 125487"/>
                  <a:gd name="connsiteX28" fmla="*/ 51540 w 165822"/>
                  <a:gd name="connsiteY28" fmla="*/ 2241 h 125487"/>
                  <a:gd name="connsiteX29" fmla="*/ 49299 w 165822"/>
                  <a:gd name="connsiteY29" fmla="*/ 0 h 125487"/>
                  <a:gd name="connsiteX30" fmla="*/ 42576 w 165822"/>
                  <a:gd name="connsiteY30" fmla="*/ 0 h 125487"/>
                  <a:gd name="connsiteX31" fmla="*/ 15686 w 165822"/>
                  <a:gd name="connsiteY31" fmla="*/ 0 h 125487"/>
                  <a:gd name="connsiteX32" fmla="*/ 8963 w 165822"/>
                  <a:gd name="connsiteY32" fmla="*/ 0 h 125487"/>
                  <a:gd name="connsiteX33" fmla="*/ 6723 w 165822"/>
                  <a:gd name="connsiteY33" fmla="*/ 2241 h 125487"/>
                  <a:gd name="connsiteX34" fmla="*/ 8963 w 165822"/>
                  <a:gd name="connsiteY34" fmla="*/ 4482 h 125487"/>
                  <a:gd name="connsiteX35" fmla="*/ 13445 w 165822"/>
                  <a:gd name="connsiteY35" fmla="*/ 4482 h 125487"/>
                  <a:gd name="connsiteX36" fmla="*/ 13445 w 165822"/>
                  <a:gd name="connsiteY36" fmla="*/ 53780 h 125487"/>
                  <a:gd name="connsiteX37" fmla="*/ 2241 w 165822"/>
                  <a:gd name="connsiteY37" fmla="*/ 53780 h 125487"/>
                  <a:gd name="connsiteX38" fmla="*/ 0 w 165822"/>
                  <a:gd name="connsiteY38" fmla="*/ 56021 h 125487"/>
                  <a:gd name="connsiteX39" fmla="*/ 2241 w 165822"/>
                  <a:gd name="connsiteY39" fmla="*/ 58262 h 125487"/>
                  <a:gd name="connsiteX40" fmla="*/ 13445 w 165822"/>
                  <a:gd name="connsiteY40" fmla="*/ 58262 h 125487"/>
                  <a:gd name="connsiteX41" fmla="*/ 13445 w 165822"/>
                  <a:gd name="connsiteY41" fmla="*/ 108905 h 125487"/>
                  <a:gd name="connsiteX42" fmla="*/ 29131 w 165822"/>
                  <a:gd name="connsiteY42" fmla="*/ 125488 h 125487"/>
                  <a:gd name="connsiteX43" fmla="*/ 44817 w 165822"/>
                  <a:gd name="connsiteY43" fmla="*/ 108905 h 125487"/>
                  <a:gd name="connsiteX44" fmla="*/ 44817 w 165822"/>
                  <a:gd name="connsiteY44" fmla="*/ 58262 h 125487"/>
                  <a:gd name="connsiteX45" fmla="*/ 67226 w 165822"/>
                  <a:gd name="connsiteY45" fmla="*/ 58262 h 125487"/>
                  <a:gd name="connsiteX46" fmla="*/ 67226 w 165822"/>
                  <a:gd name="connsiteY46" fmla="*/ 108905 h 125487"/>
                  <a:gd name="connsiteX47" fmla="*/ 82911 w 165822"/>
                  <a:gd name="connsiteY47" fmla="*/ 125488 h 125487"/>
                  <a:gd name="connsiteX48" fmla="*/ 98597 w 165822"/>
                  <a:gd name="connsiteY48" fmla="*/ 108905 h 125487"/>
                  <a:gd name="connsiteX49" fmla="*/ 98597 w 165822"/>
                  <a:gd name="connsiteY49" fmla="*/ 58262 h 125487"/>
                  <a:gd name="connsiteX50" fmla="*/ 121006 w 165822"/>
                  <a:gd name="connsiteY50" fmla="*/ 58262 h 125487"/>
                  <a:gd name="connsiteX51" fmla="*/ 121006 w 165822"/>
                  <a:gd name="connsiteY51" fmla="*/ 108905 h 125487"/>
                  <a:gd name="connsiteX52" fmla="*/ 136692 w 165822"/>
                  <a:gd name="connsiteY52" fmla="*/ 125488 h 125487"/>
                  <a:gd name="connsiteX53" fmla="*/ 152378 w 165822"/>
                  <a:gd name="connsiteY53" fmla="*/ 108905 h 125487"/>
                  <a:gd name="connsiteX54" fmla="*/ 152378 w 165822"/>
                  <a:gd name="connsiteY54" fmla="*/ 58262 h 125487"/>
                  <a:gd name="connsiteX55" fmla="*/ 163582 w 165822"/>
                  <a:gd name="connsiteY55" fmla="*/ 58262 h 125487"/>
                  <a:gd name="connsiteX56" fmla="*/ 165823 w 165822"/>
                  <a:gd name="connsiteY56" fmla="*/ 56021 h 125487"/>
                  <a:gd name="connsiteX57" fmla="*/ 163582 w 165822"/>
                  <a:gd name="connsiteY57" fmla="*/ 53780 h 125487"/>
                  <a:gd name="connsiteX58" fmla="*/ 17927 w 165822"/>
                  <a:gd name="connsiteY58" fmla="*/ 4482 h 125487"/>
                  <a:gd name="connsiteX59" fmla="*/ 40335 w 165822"/>
                  <a:gd name="connsiteY59" fmla="*/ 4482 h 125487"/>
                  <a:gd name="connsiteX60" fmla="*/ 40335 w 165822"/>
                  <a:gd name="connsiteY60" fmla="*/ 53780 h 125487"/>
                  <a:gd name="connsiteX61" fmla="*/ 17927 w 165822"/>
                  <a:gd name="connsiteY61" fmla="*/ 53780 h 125487"/>
                  <a:gd name="connsiteX62" fmla="*/ 17927 w 165822"/>
                  <a:gd name="connsiteY62" fmla="*/ 4482 h 125487"/>
                  <a:gd name="connsiteX63" fmla="*/ 40335 w 165822"/>
                  <a:gd name="connsiteY63" fmla="*/ 108905 h 125487"/>
                  <a:gd name="connsiteX64" fmla="*/ 29131 w 165822"/>
                  <a:gd name="connsiteY64" fmla="*/ 121006 h 125487"/>
                  <a:gd name="connsiteX65" fmla="*/ 17927 w 165822"/>
                  <a:gd name="connsiteY65" fmla="*/ 108905 h 125487"/>
                  <a:gd name="connsiteX66" fmla="*/ 17927 w 165822"/>
                  <a:gd name="connsiteY66" fmla="*/ 58262 h 125487"/>
                  <a:gd name="connsiteX67" fmla="*/ 40335 w 165822"/>
                  <a:gd name="connsiteY67" fmla="*/ 58262 h 125487"/>
                  <a:gd name="connsiteX68" fmla="*/ 40335 w 165822"/>
                  <a:gd name="connsiteY68" fmla="*/ 108905 h 125487"/>
                  <a:gd name="connsiteX69" fmla="*/ 71707 w 165822"/>
                  <a:gd name="connsiteY69" fmla="*/ 4482 h 125487"/>
                  <a:gd name="connsiteX70" fmla="*/ 94116 w 165822"/>
                  <a:gd name="connsiteY70" fmla="*/ 4482 h 125487"/>
                  <a:gd name="connsiteX71" fmla="*/ 94116 w 165822"/>
                  <a:gd name="connsiteY71" fmla="*/ 53780 h 125487"/>
                  <a:gd name="connsiteX72" fmla="*/ 71707 w 165822"/>
                  <a:gd name="connsiteY72" fmla="*/ 53780 h 125487"/>
                  <a:gd name="connsiteX73" fmla="*/ 71707 w 165822"/>
                  <a:gd name="connsiteY73" fmla="*/ 4482 h 125487"/>
                  <a:gd name="connsiteX74" fmla="*/ 94116 w 165822"/>
                  <a:gd name="connsiteY74" fmla="*/ 108905 h 125487"/>
                  <a:gd name="connsiteX75" fmla="*/ 82911 w 165822"/>
                  <a:gd name="connsiteY75" fmla="*/ 121006 h 125487"/>
                  <a:gd name="connsiteX76" fmla="*/ 71707 w 165822"/>
                  <a:gd name="connsiteY76" fmla="*/ 108905 h 125487"/>
                  <a:gd name="connsiteX77" fmla="*/ 71707 w 165822"/>
                  <a:gd name="connsiteY77" fmla="*/ 58262 h 125487"/>
                  <a:gd name="connsiteX78" fmla="*/ 94116 w 165822"/>
                  <a:gd name="connsiteY78" fmla="*/ 58262 h 125487"/>
                  <a:gd name="connsiteX79" fmla="*/ 94116 w 165822"/>
                  <a:gd name="connsiteY79" fmla="*/ 108905 h 125487"/>
                  <a:gd name="connsiteX80" fmla="*/ 125488 w 165822"/>
                  <a:gd name="connsiteY80" fmla="*/ 4482 h 125487"/>
                  <a:gd name="connsiteX81" fmla="*/ 147896 w 165822"/>
                  <a:gd name="connsiteY81" fmla="*/ 4482 h 125487"/>
                  <a:gd name="connsiteX82" fmla="*/ 147896 w 165822"/>
                  <a:gd name="connsiteY82" fmla="*/ 53780 h 125487"/>
                  <a:gd name="connsiteX83" fmla="*/ 125488 w 165822"/>
                  <a:gd name="connsiteY83" fmla="*/ 53780 h 125487"/>
                  <a:gd name="connsiteX84" fmla="*/ 125488 w 165822"/>
                  <a:gd name="connsiteY84" fmla="*/ 4482 h 125487"/>
                  <a:gd name="connsiteX85" fmla="*/ 147896 w 165822"/>
                  <a:gd name="connsiteY85" fmla="*/ 108905 h 125487"/>
                  <a:gd name="connsiteX86" fmla="*/ 136692 w 165822"/>
                  <a:gd name="connsiteY86" fmla="*/ 121006 h 125487"/>
                  <a:gd name="connsiteX87" fmla="*/ 125488 w 165822"/>
                  <a:gd name="connsiteY87" fmla="*/ 108905 h 125487"/>
                  <a:gd name="connsiteX88" fmla="*/ 125488 w 165822"/>
                  <a:gd name="connsiteY88" fmla="*/ 58262 h 125487"/>
                  <a:gd name="connsiteX89" fmla="*/ 147896 w 165822"/>
                  <a:gd name="connsiteY89" fmla="*/ 58262 h 125487"/>
                  <a:gd name="connsiteX90" fmla="*/ 147896 w 165822"/>
                  <a:gd name="connsiteY90" fmla="*/ 108905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65822" h="125487">
                    <a:moveTo>
                      <a:pt x="163582" y="53780"/>
                    </a:moveTo>
                    <a:lnTo>
                      <a:pt x="152378" y="53780"/>
                    </a:lnTo>
                    <a:lnTo>
                      <a:pt x="152378" y="4482"/>
                    </a:lnTo>
                    <a:lnTo>
                      <a:pt x="156860" y="4482"/>
                    </a:lnTo>
                    <a:cubicBezTo>
                      <a:pt x="158204" y="4482"/>
                      <a:pt x="159100" y="3585"/>
                      <a:pt x="159100" y="2241"/>
                    </a:cubicBezTo>
                    <a:cubicBezTo>
                      <a:pt x="159100" y="896"/>
                      <a:pt x="158204" y="0"/>
                      <a:pt x="156860" y="0"/>
                    </a:cubicBezTo>
                    <a:lnTo>
                      <a:pt x="150137" y="0"/>
                    </a:lnTo>
                    <a:lnTo>
                      <a:pt x="123247" y="0"/>
                    </a:lnTo>
                    <a:lnTo>
                      <a:pt x="116524" y="0"/>
                    </a:lnTo>
                    <a:cubicBezTo>
                      <a:pt x="115180" y="0"/>
                      <a:pt x="114283" y="896"/>
                      <a:pt x="114283" y="2241"/>
                    </a:cubicBezTo>
                    <a:cubicBezTo>
                      <a:pt x="114283" y="3585"/>
                      <a:pt x="115180" y="4482"/>
                      <a:pt x="116524" y="4482"/>
                    </a:cubicBezTo>
                    <a:lnTo>
                      <a:pt x="121006" y="4482"/>
                    </a:lnTo>
                    <a:lnTo>
                      <a:pt x="121006" y="53780"/>
                    </a:lnTo>
                    <a:lnTo>
                      <a:pt x="98597" y="53780"/>
                    </a:lnTo>
                    <a:lnTo>
                      <a:pt x="98597" y="4482"/>
                    </a:lnTo>
                    <a:lnTo>
                      <a:pt x="103079" y="4482"/>
                    </a:lnTo>
                    <a:cubicBezTo>
                      <a:pt x="104424" y="4482"/>
                      <a:pt x="105320" y="3585"/>
                      <a:pt x="105320" y="2241"/>
                    </a:cubicBezTo>
                    <a:cubicBezTo>
                      <a:pt x="105320" y="896"/>
                      <a:pt x="104424" y="0"/>
                      <a:pt x="103079" y="0"/>
                    </a:cubicBezTo>
                    <a:lnTo>
                      <a:pt x="96357" y="0"/>
                    </a:lnTo>
                    <a:lnTo>
                      <a:pt x="69466" y="0"/>
                    </a:lnTo>
                    <a:lnTo>
                      <a:pt x="62744" y="0"/>
                    </a:lnTo>
                    <a:cubicBezTo>
                      <a:pt x="61399" y="0"/>
                      <a:pt x="60503" y="896"/>
                      <a:pt x="60503" y="2241"/>
                    </a:cubicBezTo>
                    <a:cubicBezTo>
                      <a:pt x="60503" y="3585"/>
                      <a:pt x="61399" y="4482"/>
                      <a:pt x="62744" y="4482"/>
                    </a:cubicBezTo>
                    <a:lnTo>
                      <a:pt x="67226" y="4482"/>
                    </a:lnTo>
                    <a:lnTo>
                      <a:pt x="67226" y="53780"/>
                    </a:lnTo>
                    <a:lnTo>
                      <a:pt x="44817" y="53780"/>
                    </a:lnTo>
                    <a:lnTo>
                      <a:pt x="44817" y="4482"/>
                    </a:lnTo>
                    <a:lnTo>
                      <a:pt x="49299" y="4482"/>
                    </a:lnTo>
                    <a:cubicBezTo>
                      <a:pt x="50643" y="4482"/>
                      <a:pt x="51540" y="3585"/>
                      <a:pt x="51540" y="2241"/>
                    </a:cubicBezTo>
                    <a:cubicBezTo>
                      <a:pt x="51540" y="896"/>
                      <a:pt x="50643" y="0"/>
                      <a:pt x="49299" y="0"/>
                    </a:cubicBezTo>
                    <a:lnTo>
                      <a:pt x="42576" y="0"/>
                    </a:lnTo>
                    <a:lnTo>
                      <a:pt x="15686" y="0"/>
                    </a:lnTo>
                    <a:lnTo>
                      <a:pt x="8963" y="0"/>
                    </a:lnTo>
                    <a:cubicBezTo>
                      <a:pt x="7619" y="0"/>
                      <a:pt x="6723" y="896"/>
                      <a:pt x="6723" y="2241"/>
                    </a:cubicBezTo>
                    <a:cubicBezTo>
                      <a:pt x="6723" y="3585"/>
                      <a:pt x="7619" y="4482"/>
                      <a:pt x="8963" y="4482"/>
                    </a:cubicBezTo>
                    <a:lnTo>
                      <a:pt x="13445" y="4482"/>
                    </a:lnTo>
                    <a:lnTo>
                      <a:pt x="13445" y="53780"/>
                    </a:lnTo>
                    <a:lnTo>
                      <a:pt x="2241" y="53780"/>
                    </a:lnTo>
                    <a:cubicBezTo>
                      <a:pt x="896" y="53780"/>
                      <a:pt x="0" y="54677"/>
                      <a:pt x="0" y="56021"/>
                    </a:cubicBezTo>
                    <a:cubicBezTo>
                      <a:pt x="0" y="57366"/>
                      <a:pt x="896" y="58262"/>
                      <a:pt x="2241" y="58262"/>
                    </a:cubicBezTo>
                    <a:lnTo>
                      <a:pt x="13445" y="58262"/>
                    </a:lnTo>
                    <a:lnTo>
                      <a:pt x="13445" y="108905"/>
                    </a:lnTo>
                    <a:cubicBezTo>
                      <a:pt x="13445" y="117869"/>
                      <a:pt x="20616" y="125488"/>
                      <a:pt x="29131" y="125488"/>
                    </a:cubicBezTo>
                    <a:cubicBezTo>
                      <a:pt x="37646" y="125488"/>
                      <a:pt x="44817" y="118317"/>
                      <a:pt x="44817" y="108905"/>
                    </a:cubicBezTo>
                    <a:lnTo>
                      <a:pt x="44817" y="58262"/>
                    </a:lnTo>
                    <a:lnTo>
                      <a:pt x="67226" y="58262"/>
                    </a:lnTo>
                    <a:lnTo>
                      <a:pt x="67226" y="108905"/>
                    </a:lnTo>
                    <a:cubicBezTo>
                      <a:pt x="67226" y="117869"/>
                      <a:pt x="74396" y="125488"/>
                      <a:pt x="82911" y="125488"/>
                    </a:cubicBezTo>
                    <a:cubicBezTo>
                      <a:pt x="91427" y="125488"/>
                      <a:pt x="98597" y="118317"/>
                      <a:pt x="98597" y="108905"/>
                    </a:cubicBezTo>
                    <a:lnTo>
                      <a:pt x="98597" y="58262"/>
                    </a:lnTo>
                    <a:lnTo>
                      <a:pt x="121006" y="58262"/>
                    </a:lnTo>
                    <a:lnTo>
                      <a:pt x="121006" y="108905"/>
                    </a:lnTo>
                    <a:cubicBezTo>
                      <a:pt x="121006" y="117869"/>
                      <a:pt x="128177" y="125488"/>
                      <a:pt x="136692" y="125488"/>
                    </a:cubicBezTo>
                    <a:cubicBezTo>
                      <a:pt x="145207" y="125488"/>
                      <a:pt x="152378" y="118317"/>
                      <a:pt x="152378" y="108905"/>
                    </a:cubicBezTo>
                    <a:lnTo>
                      <a:pt x="152378" y="58262"/>
                    </a:lnTo>
                    <a:lnTo>
                      <a:pt x="163582" y="58262"/>
                    </a:lnTo>
                    <a:cubicBezTo>
                      <a:pt x="164927" y="58262"/>
                      <a:pt x="165823" y="57366"/>
                      <a:pt x="165823" y="56021"/>
                    </a:cubicBezTo>
                    <a:cubicBezTo>
                      <a:pt x="165823" y="54677"/>
                      <a:pt x="164927" y="53780"/>
                      <a:pt x="163582" y="53780"/>
                    </a:cubicBezTo>
                    <a:close/>
                    <a:moveTo>
                      <a:pt x="17927" y="4482"/>
                    </a:moveTo>
                    <a:lnTo>
                      <a:pt x="40335" y="4482"/>
                    </a:lnTo>
                    <a:lnTo>
                      <a:pt x="40335" y="53780"/>
                    </a:lnTo>
                    <a:lnTo>
                      <a:pt x="17927" y="53780"/>
                    </a:lnTo>
                    <a:lnTo>
                      <a:pt x="17927" y="4482"/>
                    </a:lnTo>
                    <a:close/>
                    <a:moveTo>
                      <a:pt x="40335" y="108905"/>
                    </a:moveTo>
                    <a:cubicBezTo>
                      <a:pt x="40335" y="115628"/>
                      <a:pt x="35405" y="121006"/>
                      <a:pt x="29131" y="121006"/>
                    </a:cubicBezTo>
                    <a:cubicBezTo>
                      <a:pt x="22857" y="121006"/>
                      <a:pt x="17927" y="115628"/>
                      <a:pt x="17927" y="108905"/>
                    </a:cubicBezTo>
                    <a:lnTo>
                      <a:pt x="17927" y="58262"/>
                    </a:lnTo>
                    <a:lnTo>
                      <a:pt x="40335" y="58262"/>
                    </a:lnTo>
                    <a:lnTo>
                      <a:pt x="40335" y="108905"/>
                    </a:lnTo>
                    <a:close/>
                    <a:moveTo>
                      <a:pt x="71707" y="4482"/>
                    </a:moveTo>
                    <a:lnTo>
                      <a:pt x="94116" y="4482"/>
                    </a:lnTo>
                    <a:lnTo>
                      <a:pt x="94116" y="53780"/>
                    </a:lnTo>
                    <a:lnTo>
                      <a:pt x="71707" y="53780"/>
                    </a:lnTo>
                    <a:lnTo>
                      <a:pt x="71707" y="4482"/>
                    </a:lnTo>
                    <a:close/>
                    <a:moveTo>
                      <a:pt x="94116" y="108905"/>
                    </a:moveTo>
                    <a:cubicBezTo>
                      <a:pt x="94116" y="115628"/>
                      <a:pt x="89186" y="121006"/>
                      <a:pt x="82911" y="121006"/>
                    </a:cubicBezTo>
                    <a:cubicBezTo>
                      <a:pt x="76637" y="121006"/>
                      <a:pt x="71707" y="115628"/>
                      <a:pt x="71707" y="108905"/>
                    </a:cubicBezTo>
                    <a:lnTo>
                      <a:pt x="71707" y="58262"/>
                    </a:lnTo>
                    <a:lnTo>
                      <a:pt x="94116" y="58262"/>
                    </a:lnTo>
                    <a:lnTo>
                      <a:pt x="94116" y="108905"/>
                    </a:lnTo>
                    <a:close/>
                    <a:moveTo>
                      <a:pt x="125488" y="4482"/>
                    </a:moveTo>
                    <a:lnTo>
                      <a:pt x="147896" y="4482"/>
                    </a:lnTo>
                    <a:lnTo>
                      <a:pt x="147896" y="53780"/>
                    </a:lnTo>
                    <a:lnTo>
                      <a:pt x="125488" y="53780"/>
                    </a:lnTo>
                    <a:lnTo>
                      <a:pt x="125488" y="4482"/>
                    </a:lnTo>
                    <a:close/>
                    <a:moveTo>
                      <a:pt x="147896" y="108905"/>
                    </a:moveTo>
                    <a:cubicBezTo>
                      <a:pt x="147896" y="115628"/>
                      <a:pt x="142966" y="121006"/>
                      <a:pt x="136692" y="121006"/>
                    </a:cubicBezTo>
                    <a:cubicBezTo>
                      <a:pt x="130417" y="121006"/>
                      <a:pt x="125488" y="115628"/>
                      <a:pt x="125488" y="108905"/>
                    </a:cubicBezTo>
                    <a:lnTo>
                      <a:pt x="125488" y="58262"/>
                    </a:lnTo>
                    <a:lnTo>
                      <a:pt x="147896" y="58262"/>
                    </a:lnTo>
                    <a:lnTo>
                      <a:pt x="147896" y="108905"/>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87" name="Freeform: Shape 2479">
                <a:extLst>
                  <a:ext uri="{FF2B5EF4-FFF2-40B4-BE49-F238E27FC236}">
                    <a16:creationId xmlns:a16="http://schemas.microsoft.com/office/drawing/2014/main" id="{276AF52E-8425-7A54-7E17-F31BE6E63805}"/>
                  </a:ext>
                  <a:ext uri="{C183D7F6-B498-43B3-948B-1728B52AA6E4}">
                    <adec:decorative xmlns:adec="http://schemas.microsoft.com/office/drawing/2017/decorative" val="1"/>
                  </a:ext>
                </a:extLst>
              </p:cNvPr>
              <p:cNvSpPr>
                <a:spLocks noChangeAspect="1"/>
              </p:cNvSpPr>
              <p:nvPr/>
            </p:nvSpPr>
            <p:spPr>
              <a:xfrm>
                <a:off x="8275106" y="4555569"/>
                <a:ext cx="147896" cy="112043"/>
              </a:xfrm>
              <a:custGeom>
                <a:avLst/>
                <a:gdLst>
                  <a:gd name="connsiteX0" fmla="*/ 151818 w 147896"/>
                  <a:gd name="connsiteY0" fmla="*/ 82015 h 112042"/>
                  <a:gd name="connsiteX1" fmla="*/ 137028 w 147896"/>
                  <a:gd name="connsiteY1" fmla="*/ 55125 h 112042"/>
                  <a:gd name="connsiteX2" fmla="*/ 135235 w 147896"/>
                  <a:gd name="connsiteY2" fmla="*/ 53780 h 112042"/>
                  <a:gd name="connsiteX3" fmla="*/ 107001 w 147896"/>
                  <a:gd name="connsiteY3" fmla="*/ 53780 h 112042"/>
                  <a:gd name="connsiteX4" fmla="*/ 92659 w 147896"/>
                  <a:gd name="connsiteY4" fmla="*/ 28235 h 112042"/>
                  <a:gd name="connsiteX5" fmla="*/ 90866 w 147896"/>
                  <a:gd name="connsiteY5" fmla="*/ 26890 h 112042"/>
                  <a:gd name="connsiteX6" fmla="*/ 62632 w 147896"/>
                  <a:gd name="connsiteY6" fmla="*/ 26890 h 112042"/>
                  <a:gd name="connsiteX7" fmla="*/ 48290 w 147896"/>
                  <a:gd name="connsiteY7" fmla="*/ 1345 h 112042"/>
                  <a:gd name="connsiteX8" fmla="*/ 46498 w 147896"/>
                  <a:gd name="connsiteY8" fmla="*/ 0 h 112042"/>
                  <a:gd name="connsiteX9" fmla="*/ 16918 w 147896"/>
                  <a:gd name="connsiteY9" fmla="*/ 0 h 112042"/>
                  <a:gd name="connsiteX10" fmla="*/ 15126 w 147896"/>
                  <a:gd name="connsiteY10" fmla="*/ 1345 h 112042"/>
                  <a:gd name="connsiteX11" fmla="*/ 336 w 147896"/>
                  <a:gd name="connsiteY11" fmla="*/ 28235 h 112042"/>
                  <a:gd name="connsiteX12" fmla="*/ 336 w 147896"/>
                  <a:gd name="connsiteY12" fmla="*/ 30476 h 112042"/>
                  <a:gd name="connsiteX13" fmla="*/ 14678 w 147896"/>
                  <a:gd name="connsiteY13" fmla="*/ 56469 h 112042"/>
                  <a:gd name="connsiteX14" fmla="*/ 336 w 147896"/>
                  <a:gd name="connsiteY14" fmla="*/ 82463 h 112042"/>
                  <a:gd name="connsiteX15" fmla="*/ 336 w 147896"/>
                  <a:gd name="connsiteY15" fmla="*/ 84704 h 112042"/>
                  <a:gd name="connsiteX16" fmla="*/ 15126 w 147896"/>
                  <a:gd name="connsiteY16" fmla="*/ 111594 h 112042"/>
                  <a:gd name="connsiteX17" fmla="*/ 16918 w 147896"/>
                  <a:gd name="connsiteY17" fmla="*/ 112939 h 112042"/>
                  <a:gd name="connsiteX18" fmla="*/ 46498 w 147896"/>
                  <a:gd name="connsiteY18" fmla="*/ 112939 h 112042"/>
                  <a:gd name="connsiteX19" fmla="*/ 48290 w 147896"/>
                  <a:gd name="connsiteY19" fmla="*/ 111594 h 112042"/>
                  <a:gd name="connsiteX20" fmla="*/ 62632 w 147896"/>
                  <a:gd name="connsiteY20" fmla="*/ 86049 h 112042"/>
                  <a:gd name="connsiteX21" fmla="*/ 89522 w 147896"/>
                  <a:gd name="connsiteY21" fmla="*/ 86049 h 112042"/>
                  <a:gd name="connsiteX22" fmla="*/ 103863 w 147896"/>
                  <a:gd name="connsiteY22" fmla="*/ 111594 h 112042"/>
                  <a:gd name="connsiteX23" fmla="*/ 105656 w 147896"/>
                  <a:gd name="connsiteY23" fmla="*/ 112939 h 112042"/>
                  <a:gd name="connsiteX24" fmla="*/ 135235 w 147896"/>
                  <a:gd name="connsiteY24" fmla="*/ 112939 h 112042"/>
                  <a:gd name="connsiteX25" fmla="*/ 137028 w 147896"/>
                  <a:gd name="connsiteY25" fmla="*/ 111594 h 112042"/>
                  <a:gd name="connsiteX26" fmla="*/ 151818 w 147896"/>
                  <a:gd name="connsiteY26" fmla="*/ 84704 h 112042"/>
                  <a:gd name="connsiteX27" fmla="*/ 151818 w 147896"/>
                  <a:gd name="connsiteY27" fmla="*/ 82015 h 112042"/>
                  <a:gd name="connsiteX28" fmla="*/ 102967 w 147896"/>
                  <a:gd name="connsiteY28" fmla="*/ 56021 h 112042"/>
                  <a:gd name="connsiteX29" fmla="*/ 89522 w 147896"/>
                  <a:gd name="connsiteY29" fmla="*/ 80671 h 112042"/>
                  <a:gd name="connsiteX30" fmla="*/ 62632 w 147896"/>
                  <a:gd name="connsiteY30" fmla="*/ 80671 h 112042"/>
                  <a:gd name="connsiteX31" fmla="*/ 49187 w 147896"/>
                  <a:gd name="connsiteY31" fmla="*/ 56021 h 112042"/>
                  <a:gd name="connsiteX32" fmla="*/ 62632 w 147896"/>
                  <a:gd name="connsiteY32" fmla="*/ 31372 h 112042"/>
                  <a:gd name="connsiteX33" fmla="*/ 89522 w 147896"/>
                  <a:gd name="connsiteY33" fmla="*/ 31372 h 112042"/>
                  <a:gd name="connsiteX34" fmla="*/ 102967 w 147896"/>
                  <a:gd name="connsiteY34" fmla="*/ 56021 h 112042"/>
                  <a:gd name="connsiteX35" fmla="*/ 17815 w 147896"/>
                  <a:gd name="connsiteY35" fmla="*/ 4482 h 112042"/>
                  <a:gd name="connsiteX36" fmla="*/ 44705 w 147896"/>
                  <a:gd name="connsiteY36" fmla="*/ 4482 h 112042"/>
                  <a:gd name="connsiteX37" fmla="*/ 58150 w 147896"/>
                  <a:gd name="connsiteY37" fmla="*/ 29131 h 112042"/>
                  <a:gd name="connsiteX38" fmla="*/ 44705 w 147896"/>
                  <a:gd name="connsiteY38" fmla="*/ 53780 h 112042"/>
                  <a:gd name="connsiteX39" fmla="*/ 17815 w 147896"/>
                  <a:gd name="connsiteY39" fmla="*/ 53780 h 112042"/>
                  <a:gd name="connsiteX40" fmla="*/ 4370 w 147896"/>
                  <a:gd name="connsiteY40" fmla="*/ 29131 h 112042"/>
                  <a:gd name="connsiteX41" fmla="*/ 17815 w 147896"/>
                  <a:gd name="connsiteY41" fmla="*/ 4482 h 112042"/>
                  <a:gd name="connsiteX42" fmla="*/ 44705 w 147896"/>
                  <a:gd name="connsiteY42" fmla="*/ 107561 h 112042"/>
                  <a:gd name="connsiteX43" fmla="*/ 17815 w 147896"/>
                  <a:gd name="connsiteY43" fmla="*/ 107561 h 112042"/>
                  <a:gd name="connsiteX44" fmla="*/ 4370 w 147896"/>
                  <a:gd name="connsiteY44" fmla="*/ 82912 h 112042"/>
                  <a:gd name="connsiteX45" fmla="*/ 17815 w 147896"/>
                  <a:gd name="connsiteY45" fmla="*/ 58262 h 112042"/>
                  <a:gd name="connsiteX46" fmla="*/ 44705 w 147896"/>
                  <a:gd name="connsiteY46" fmla="*/ 58262 h 112042"/>
                  <a:gd name="connsiteX47" fmla="*/ 58150 w 147896"/>
                  <a:gd name="connsiteY47" fmla="*/ 82912 h 112042"/>
                  <a:gd name="connsiteX48" fmla="*/ 44705 w 147896"/>
                  <a:gd name="connsiteY48" fmla="*/ 107561 h 112042"/>
                  <a:gd name="connsiteX49" fmla="*/ 133443 w 147896"/>
                  <a:gd name="connsiteY49" fmla="*/ 107561 h 112042"/>
                  <a:gd name="connsiteX50" fmla="*/ 106552 w 147896"/>
                  <a:gd name="connsiteY50" fmla="*/ 107561 h 112042"/>
                  <a:gd name="connsiteX51" fmla="*/ 93107 w 147896"/>
                  <a:gd name="connsiteY51" fmla="*/ 82912 h 112042"/>
                  <a:gd name="connsiteX52" fmla="*/ 106552 w 147896"/>
                  <a:gd name="connsiteY52" fmla="*/ 58262 h 112042"/>
                  <a:gd name="connsiteX53" fmla="*/ 133443 w 147896"/>
                  <a:gd name="connsiteY53" fmla="*/ 58262 h 112042"/>
                  <a:gd name="connsiteX54" fmla="*/ 146888 w 147896"/>
                  <a:gd name="connsiteY54" fmla="*/ 82912 h 112042"/>
                  <a:gd name="connsiteX55" fmla="*/ 133443 w 147896"/>
                  <a:gd name="connsiteY55" fmla="*/ 107561 h 1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7896" h="112042">
                    <a:moveTo>
                      <a:pt x="151818" y="82015"/>
                    </a:moveTo>
                    <a:lnTo>
                      <a:pt x="137028" y="55125"/>
                    </a:lnTo>
                    <a:cubicBezTo>
                      <a:pt x="136580" y="54229"/>
                      <a:pt x="135683" y="53780"/>
                      <a:pt x="135235" y="53780"/>
                    </a:cubicBezTo>
                    <a:lnTo>
                      <a:pt x="107001" y="53780"/>
                    </a:lnTo>
                    <a:lnTo>
                      <a:pt x="92659" y="28235"/>
                    </a:lnTo>
                    <a:cubicBezTo>
                      <a:pt x="92211" y="27338"/>
                      <a:pt x="91315" y="26890"/>
                      <a:pt x="90866" y="26890"/>
                    </a:cubicBezTo>
                    <a:lnTo>
                      <a:pt x="62632" y="26890"/>
                    </a:lnTo>
                    <a:lnTo>
                      <a:pt x="48290" y="1345"/>
                    </a:lnTo>
                    <a:cubicBezTo>
                      <a:pt x="47842" y="448"/>
                      <a:pt x="46946" y="0"/>
                      <a:pt x="46498" y="0"/>
                    </a:cubicBezTo>
                    <a:lnTo>
                      <a:pt x="16918" y="0"/>
                    </a:lnTo>
                    <a:cubicBezTo>
                      <a:pt x="16022" y="0"/>
                      <a:pt x="15126" y="448"/>
                      <a:pt x="15126" y="1345"/>
                    </a:cubicBezTo>
                    <a:lnTo>
                      <a:pt x="336" y="28235"/>
                    </a:lnTo>
                    <a:cubicBezTo>
                      <a:pt x="-112" y="29131"/>
                      <a:pt x="-112" y="29579"/>
                      <a:pt x="336" y="30476"/>
                    </a:cubicBezTo>
                    <a:lnTo>
                      <a:pt x="14678" y="56469"/>
                    </a:lnTo>
                    <a:lnTo>
                      <a:pt x="336" y="82463"/>
                    </a:lnTo>
                    <a:cubicBezTo>
                      <a:pt x="-112" y="83360"/>
                      <a:pt x="-112" y="83808"/>
                      <a:pt x="336" y="84704"/>
                    </a:cubicBezTo>
                    <a:lnTo>
                      <a:pt x="15126" y="111594"/>
                    </a:lnTo>
                    <a:cubicBezTo>
                      <a:pt x="15574" y="112491"/>
                      <a:pt x="16470" y="112939"/>
                      <a:pt x="16918" y="112939"/>
                    </a:cubicBezTo>
                    <a:lnTo>
                      <a:pt x="46498" y="112939"/>
                    </a:lnTo>
                    <a:cubicBezTo>
                      <a:pt x="47394" y="112939"/>
                      <a:pt x="48290" y="112491"/>
                      <a:pt x="48290" y="111594"/>
                    </a:cubicBezTo>
                    <a:lnTo>
                      <a:pt x="62632" y="86049"/>
                    </a:lnTo>
                    <a:lnTo>
                      <a:pt x="89522" y="86049"/>
                    </a:lnTo>
                    <a:lnTo>
                      <a:pt x="103863" y="111594"/>
                    </a:lnTo>
                    <a:cubicBezTo>
                      <a:pt x="104312" y="112491"/>
                      <a:pt x="105208" y="112939"/>
                      <a:pt x="105656" y="112939"/>
                    </a:cubicBezTo>
                    <a:lnTo>
                      <a:pt x="135235" y="112939"/>
                    </a:lnTo>
                    <a:cubicBezTo>
                      <a:pt x="136132" y="112939"/>
                      <a:pt x="137028" y="112491"/>
                      <a:pt x="137028" y="111594"/>
                    </a:cubicBezTo>
                    <a:lnTo>
                      <a:pt x="151818" y="84704"/>
                    </a:lnTo>
                    <a:cubicBezTo>
                      <a:pt x="151818" y="83360"/>
                      <a:pt x="151818" y="82463"/>
                      <a:pt x="151818" y="82015"/>
                    </a:cubicBezTo>
                    <a:close/>
                    <a:moveTo>
                      <a:pt x="102967" y="56021"/>
                    </a:moveTo>
                    <a:lnTo>
                      <a:pt x="89522" y="80671"/>
                    </a:lnTo>
                    <a:lnTo>
                      <a:pt x="62632" y="80671"/>
                    </a:lnTo>
                    <a:lnTo>
                      <a:pt x="49187" y="56021"/>
                    </a:lnTo>
                    <a:lnTo>
                      <a:pt x="62632" y="31372"/>
                    </a:lnTo>
                    <a:lnTo>
                      <a:pt x="89522" y="31372"/>
                    </a:lnTo>
                    <a:lnTo>
                      <a:pt x="102967" y="56021"/>
                    </a:lnTo>
                    <a:close/>
                    <a:moveTo>
                      <a:pt x="17815" y="4482"/>
                    </a:moveTo>
                    <a:lnTo>
                      <a:pt x="44705" y="4482"/>
                    </a:lnTo>
                    <a:lnTo>
                      <a:pt x="58150" y="29131"/>
                    </a:lnTo>
                    <a:lnTo>
                      <a:pt x="44705" y="53780"/>
                    </a:lnTo>
                    <a:lnTo>
                      <a:pt x="17815" y="53780"/>
                    </a:lnTo>
                    <a:lnTo>
                      <a:pt x="4370" y="29131"/>
                    </a:lnTo>
                    <a:lnTo>
                      <a:pt x="17815" y="4482"/>
                    </a:lnTo>
                    <a:close/>
                    <a:moveTo>
                      <a:pt x="44705" y="107561"/>
                    </a:moveTo>
                    <a:lnTo>
                      <a:pt x="17815" y="107561"/>
                    </a:lnTo>
                    <a:lnTo>
                      <a:pt x="4370" y="82912"/>
                    </a:lnTo>
                    <a:lnTo>
                      <a:pt x="17815" y="58262"/>
                    </a:lnTo>
                    <a:lnTo>
                      <a:pt x="44705" y="58262"/>
                    </a:lnTo>
                    <a:lnTo>
                      <a:pt x="58150" y="82912"/>
                    </a:lnTo>
                    <a:lnTo>
                      <a:pt x="44705" y="107561"/>
                    </a:lnTo>
                    <a:close/>
                    <a:moveTo>
                      <a:pt x="133443" y="107561"/>
                    </a:moveTo>
                    <a:lnTo>
                      <a:pt x="106552" y="107561"/>
                    </a:lnTo>
                    <a:lnTo>
                      <a:pt x="93107" y="82912"/>
                    </a:lnTo>
                    <a:lnTo>
                      <a:pt x="106552" y="58262"/>
                    </a:lnTo>
                    <a:lnTo>
                      <a:pt x="133443" y="58262"/>
                    </a:lnTo>
                    <a:lnTo>
                      <a:pt x="146888" y="82912"/>
                    </a:lnTo>
                    <a:lnTo>
                      <a:pt x="133443" y="107561"/>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288" name="Group 2480">
                <a:extLst>
                  <a:ext uri="{FF2B5EF4-FFF2-40B4-BE49-F238E27FC236}">
                    <a16:creationId xmlns:a16="http://schemas.microsoft.com/office/drawing/2014/main" id="{973CE600-491A-013C-224A-246A0408B50F}"/>
                  </a:ext>
                  <a:ext uri="{C183D7F6-B498-43B3-948B-1728B52AA6E4}">
                    <adec:decorative xmlns:adec="http://schemas.microsoft.com/office/drawing/2017/decorative" val="1"/>
                  </a:ext>
                </a:extLst>
              </p:cNvPr>
              <p:cNvGrpSpPr>
                <a:grpSpLocks noChangeAspect="1"/>
              </p:cNvGrpSpPr>
              <p:nvPr/>
            </p:nvGrpSpPr>
            <p:grpSpPr>
              <a:xfrm>
                <a:off x="10120783" y="4515234"/>
                <a:ext cx="129969" cy="152378"/>
                <a:chOff x="10177283" y="2459543"/>
                <a:chExt cx="129969" cy="152378"/>
              </a:xfrm>
            </p:grpSpPr>
            <p:sp>
              <p:nvSpPr>
                <p:cNvPr id="1289" name="Freeform: Shape 5405">
                  <a:extLst>
                    <a:ext uri="{FF2B5EF4-FFF2-40B4-BE49-F238E27FC236}">
                      <a16:creationId xmlns:a16="http://schemas.microsoft.com/office/drawing/2014/main" id="{E7394633-1017-B2B2-73BB-B06DF52F50AD}"/>
                    </a:ext>
                  </a:extLst>
                </p:cNvPr>
                <p:cNvSpPr/>
                <p:nvPr/>
              </p:nvSpPr>
              <p:spPr>
                <a:xfrm>
                  <a:off x="10177283" y="2459543"/>
                  <a:ext cx="129969" cy="152378"/>
                </a:xfrm>
                <a:custGeom>
                  <a:avLst/>
                  <a:gdLst>
                    <a:gd name="connsiteX0" fmla="*/ 130642 w 129969"/>
                    <a:gd name="connsiteY0" fmla="*/ 129521 h 152377"/>
                    <a:gd name="connsiteX1" fmla="*/ 82687 w 129969"/>
                    <a:gd name="connsiteY1" fmla="*/ 47058 h 152377"/>
                    <a:gd name="connsiteX2" fmla="*/ 82687 w 129969"/>
                    <a:gd name="connsiteY2" fmla="*/ 4482 h 152377"/>
                    <a:gd name="connsiteX3" fmla="*/ 89858 w 129969"/>
                    <a:gd name="connsiteY3" fmla="*/ 4482 h 152377"/>
                    <a:gd name="connsiteX4" fmla="*/ 92099 w 129969"/>
                    <a:gd name="connsiteY4" fmla="*/ 2241 h 152377"/>
                    <a:gd name="connsiteX5" fmla="*/ 89858 w 129969"/>
                    <a:gd name="connsiteY5" fmla="*/ 0 h 152377"/>
                    <a:gd name="connsiteX6" fmla="*/ 80446 w 129969"/>
                    <a:gd name="connsiteY6" fmla="*/ 0 h 152377"/>
                    <a:gd name="connsiteX7" fmla="*/ 52660 w 129969"/>
                    <a:gd name="connsiteY7" fmla="*/ 0 h 152377"/>
                    <a:gd name="connsiteX8" fmla="*/ 43248 w 129969"/>
                    <a:gd name="connsiteY8" fmla="*/ 0 h 152377"/>
                    <a:gd name="connsiteX9" fmla="*/ 41008 w 129969"/>
                    <a:gd name="connsiteY9" fmla="*/ 2241 h 152377"/>
                    <a:gd name="connsiteX10" fmla="*/ 43248 w 129969"/>
                    <a:gd name="connsiteY10" fmla="*/ 4482 h 152377"/>
                    <a:gd name="connsiteX11" fmla="*/ 50419 w 129969"/>
                    <a:gd name="connsiteY11" fmla="*/ 4482 h 152377"/>
                    <a:gd name="connsiteX12" fmla="*/ 50419 w 129969"/>
                    <a:gd name="connsiteY12" fmla="*/ 47058 h 152377"/>
                    <a:gd name="connsiteX13" fmla="*/ 2017 w 129969"/>
                    <a:gd name="connsiteY13" fmla="*/ 129521 h 152377"/>
                    <a:gd name="connsiteX14" fmla="*/ 2017 w 129969"/>
                    <a:gd name="connsiteY14" fmla="*/ 144759 h 152377"/>
                    <a:gd name="connsiteX15" fmla="*/ 15910 w 129969"/>
                    <a:gd name="connsiteY15" fmla="*/ 152378 h 152377"/>
                    <a:gd name="connsiteX16" fmla="*/ 117196 w 129969"/>
                    <a:gd name="connsiteY16" fmla="*/ 152378 h 152377"/>
                    <a:gd name="connsiteX17" fmla="*/ 131090 w 129969"/>
                    <a:gd name="connsiteY17" fmla="*/ 144759 h 152377"/>
                    <a:gd name="connsiteX18" fmla="*/ 130642 w 129969"/>
                    <a:gd name="connsiteY18" fmla="*/ 129521 h 152377"/>
                    <a:gd name="connsiteX19" fmla="*/ 54453 w 129969"/>
                    <a:gd name="connsiteY19" fmla="*/ 48851 h 152377"/>
                    <a:gd name="connsiteX20" fmla="*/ 54901 w 129969"/>
                    <a:gd name="connsiteY20" fmla="*/ 47506 h 152377"/>
                    <a:gd name="connsiteX21" fmla="*/ 54901 w 129969"/>
                    <a:gd name="connsiteY21" fmla="*/ 4482 h 152377"/>
                    <a:gd name="connsiteX22" fmla="*/ 78206 w 129969"/>
                    <a:gd name="connsiteY22" fmla="*/ 4482 h 152377"/>
                    <a:gd name="connsiteX23" fmla="*/ 78206 w 129969"/>
                    <a:gd name="connsiteY23" fmla="*/ 47506 h 152377"/>
                    <a:gd name="connsiteX24" fmla="*/ 78654 w 129969"/>
                    <a:gd name="connsiteY24" fmla="*/ 48851 h 152377"/>
                    <a:gd name="connsiteX25" fmla="*/ 101511 w 129969"/>
                    <a:gd name="connsiteY25" fmla="*/ 87841 h 152377"/>
                    <a:gd name="connsiteX26" fmla="*/ 32492 w 129969"/>
                    <a:gd name="connsiteY26" fmla="*/ 87841 h 152377"/>
                    <a:gd name="connsiteX27" fmla="*/ 54453 w 129969"/>
                    <a:gd name="connsiteY27" fmla="*/ 48851 h 152377"/>
                    <a:gd name="connsiteX28" fmla="*/ 127056 w 129969"/>
                    <a:gd name="connsiteY28" fmla="*/ 142518 h 152377"/>
                    <a:gd name="connsiteX29" fmla="*/ 117196 w 129969"/>
                    <a:gd name="connsiteY29" fmla="*/ 147896 h 152377"/>
                    <a:gd name="connsiteX30" fmla="*/ 15910 w 129969"/>
                    <a:gd name="connsiteY30" fmla="*/ 147896 h 152377"/>
                    <a:gd name="connsiteX31" fmla="*/ 6050 w 129969"/>
                    <a:gd name="connsiteY31" fmla="*/ 142518 h 152377"/>
                    <a:gd name="connsiteX32" fmla="*/ 6050 w 129969"/>
                    <a:gd name="connsiteY32" fmla="*/ 131762 h 152377"/>
                    <a:gd name="connsiteX33" fmla="*/ 29355 w 129969"/>
                    <a:gd name="connsiteY33" fmla="*/ 91875 h 152377"/>
                    <a:gd name="connsiteX34" fmla="*/ 29803 w 129969"/>
                    <a:gd name="connsiteY34" fmla="*/ 91875 h 152377"/>
                    <a:gd name="connsiteX35" fmla="*/ 103751 w 129969"/>
                    <a:gd name="connsiteY35" fmla="*/ 91875 h 152377"/>
                    <a:gd name="connsiteX36" fmla="*/ 127056 w 129969"/>
                    <a:gd name="connsiteY36" fmla="*/ 131762 h 152377"/>
                    <a:gd name="connsiteX37" fmla="*/ 127056 w 129969"/>
                    <a:gd name="connsiteY37" fmla="*/ 142518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969" h="152377">
                      <a:moveTo>
                        <a:pt x="130642" y="129521"/>
                      </a:moveTo>
                      <a:lnTo>
                        <a:pt x="82687" y="47058"/>
                      </a:lnTo>
                      <a:lnTo>
                        <a:pt x="82687" y="4482"/>
                      </a:lnTo>
                      <a:lnTo>
                        <a:pt x="89858" y="4482"/>
                      </a:lnTo>
                      <a:cubicBezTo>
                        <a:pt x="91203" y="4482"/>
                        <a:pt x="92099" y="3585"/>
                        <a:pt x="92099" y="2241"/>
                      </a:cubicBezTo>
                      <a:cubicBezTo>
                        <a:pt x="92099" y="896"/>
                        <a:pt x="91203" y="0"/>
                        <a:pt x="89858" y="0"/>
                      </a:cubicBezTo>
                      <a:lnTo>
                        <a:pt x="80446" y="0"/>
                      </a:lnTo>
                      <a:lnTo>
                        <a:pt x="52660" y="0"/>
                      </a:lnTo>
                      <a:lnTo>
                        <a:pt x="43248" y="0"/>
                      </a:lnTo>
                      <a:cubicBezTo>
                        <a:pt x="41904" y="0"/>
                        <a:pt x="41008" y="896"/>
                        <a:pt x="41008" y="2241"/>
                      </a:cubicBezTo>
                      <a:cubicBezTo>
                        <a:pt x="41008" y="3585"/>
                        <a:pt x="41904" y="4482"/>
                        <a:pt x="43248" y="4482"/>
                      </a:cubicBezTo>
                      <a:lnTo>
                        <a:pt x="50419" y="4482"/>
                      </a:lnTo>
                      <a:lnTo>
                        <a:pt x="50419" y="47058"/>
                      </a:lnTo>
                      <a:lnTo>
                        <a:pt x="2017" y="129521"/>
                      </a:lnTo>
                      <a:cubicBezTo>
                        <a:pt x="-672" y="134451"/>
                        <a:pt x="-672" y="139829"/>
                        <a:pt x="2017" y="144759"/>
                      </a:cubicBezTo>
                      <a:cubicBezTo>
                        <a:pt x="4706" y="149689"/>
                        <a:pt x="10084" y="152378"/>
                        <a:pt x="15910" y="152378"/>
                      </a:cubicBezTo>
                      <a:lnTo>
                        <a:pt x="117196" y="152378"/>
                      </a:lnTo>
                      <a:cubicBezTo>
                        <a:pt x="123023" y="152378"/>
                        <a:pt x="127952" y="149241"/>
                        <a:pt x="131090" y="144759"/>
                      </a:cubicBezTo>
                      <a:cubicBezTo>
                        <a:pt x="133779" y="139829"/>
                        <a:pt x="133330" y="134003"/>
                        <a:pt x="130642" y="129521"/>
                      </a:cubicBezTo>
                      <a:close/>
                      <a:moveTo>
                        <a:pt x="54453" y="48851"/>
                      </a:moveTo>
                      <a:cubicBezTo>
                        <a:pt x="54453" y="48402"/>
                        <a:pt x="54901" y="47954"/>
                        <a:pt x="54901" y="47506"/>
                      </a:cubicBezTo>
                      <a:lnTo>
                        <a:pt x="54901" y="4482"/>
                      </a:lnTo>
                      <a:lnTo>
                        <a:pt x="78206" y="4482"/>
                      </a:lnTo>
                      <a:lnTo>
                        <a:pt x="78206" y="47506"/>
                      </a:lnTo>
                      <a:cubicBezTo>
                        <a:pt x="78206" y="47954"/>
                        <a:pt x="78206" y="48402"/>
                        <a:pt x="78654" y="48851"/>
                      </a:cubicBezTo>
                      <a:lnTo>
                        <a:pt x="101511" y="87841"/>
                      </a:lnTo>
                      <a:lnTo>
                        <a:pt x="32492" y="87841"/>
                      </a:lnTo>
                      <a:lnTo>
                        <a:pt x="54453" y="48851"/>
                      </a:lnTo>
                      <a:close/>
                      <a:moveTo>
                        <a:pt x="127056" y="142518"/>
                      </a:moveTo>
                      <a:cubicBezTo>
                        <a:pt x="125263" y="146104"/>
                        <a:pt x="121230" y="147896"/>
                        <a:pt x="117196" y="147896"/>
                      </a:cubicBezTo>
                      <a:lnTo>
                        <a:pt x="15910" y="147896"/>
                      </a:lnTo>
                      <a:cubicBezTo>
                        <a:pt x="11876" y="147896"/>
                        <a:pt x="8291" y="145655"/>
                        <a:pt x="6050" y="142518"/>
                      </a:cubicBezTo>
                      <a:cubicBezTo>
                        <a:pt x="4258" y="139381"/>
                        <a:pt x="4258" y="135347"/>
                        <a:pt x="6050" y="131762"/>
                      </a:cubicBezTo>
                      <a:lnTo>
                        <a:pt x="29355" y="91875"/>
                      </a:lnTo>
                      <a:cubicBezTo>
                        <a:pt x="29355" y="91875"/>
                        <a:pt x="29803" y="91875"/>
                        <a:pt x="29803" y="91875"/>
                      </a:cubicBezTo>
                      <a:lnTo>
                        <a:pt x="103751" y="91875"/>
                      </a:lnTo>
                      <a:lnTo>
                        <a:pt x="127056" y="131762"/>
                      </a:lnTo>
                      <a:cubicBezTo>
                        <a:pt x="128849" y="134899"/>
                        <a:pt x="128849" y="138933"/>
                        <a:pt x="127056" y="14251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90" name="Freeform: Shape 5406">
                  <a:extLst>
                    <a:ext uri="{FF2B5EF4-FFF2-40B4-BE49-F238E27FC236}">
                      <a16:creationId xmlns:a16="http://schemas.microsoft.com/office/drawing/2014/main" id="{42FA7D29-5B2D-D4BC-7837-C236BC8BB839}"/>
                    </a:ext>
                  </a:extLst>
                </p:cNvPr>
                <p:cNvSpPr/>
                <p:nvPr/>
              </p:nvSpPr>
              <p:spPr>
                <a:xfrm>
                  <a:off x="10286861" y="2587271"/>
                  <a:ext cx="8963" cy="4482"/>
                </a:xfrm>
                <a:custGeom>
                  <a:avLst/>
                  <a:gdLst>
                    <a:gd name="connsiteX0" fmla="*/ 8067 w 8963"/>
                    <a:gd name="connsiteY0" fmla="*/ 0 h 4481"/>
                    <a:gd name="connsiteX1" fmla="*/ 2241 w 8963"/>
                    <a:gd name="connsiteY1" fmla="*/ 0 h 4481"/>
                    <a:gd name="connsiteX2" fmla="*/ 0 w 8963"/>
                    <a:gd name="connsiteY2" fmla="*/ 2241 h 4481"/>
                    <a:gd name="connsiteX3" fmla="*/ 2241 w 8963"/>
                    <a:gd name="connsiteY3" fmla="*/ 4482 h 4481"/>
                    <a:gd name="connsiteX4" fmla="*/ 8067 w 8963"/>
                    <a:gd name="connsiteY4" fmla="*/ 4482 h 4481"/>
                    <a:gd name="connsiteX5" fmla="*/ 10308 w 8963"/>
                    <a:gd name="connsiteY5" fmla="*/ 2241 h 4481"/>
                    <a:gd name="connsiteX6" fmla="*/ 8067 w 8963"/>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3" h="4481">
                      <a:moveTo>
                        <a:pt x="8067" y="0"/>
                      </a:moveTo>
                      <a:lnTo>
                        <a:pt x="2241" y="0"/>
                      </a:lnTo>
                      <a:cubicBezTo>
                        <a:pt x="896" y="0"/>
                        <a:pt x="0" y="896"/>
                        <a:pt x="0" y="2241"/>
                      </a:cubicBezTo>
                      <a:cubicBezTo>
                        <a:pt x="0" y="3585"/>
                        <a:pt x="896" y="4482"/>
                        <a:pt x="2241" y="4482"/>
                      </a:cubicBezTo>
                      <a:lnTo>
                        <a:pt x="8067" y="4482"/>
                      </a:lnTo>
                      <a:cubicBezTo>
                        <a:pt x="9411" y="4482"/>
                        <a:pt x="10308" y="3585"/>
                        <a:pt x="10308" y="2241"/>
                      </a:cubicBezTo>
                      <a:cubicBezTo>
                        <a:pt x="10308" y="896"/>
                        <a:pt x="8963" y="0"/>
                        <a:pt x="8067"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91" name="Freeform: Shape 5407">
                  <a:extLst>
                    <a:ext uri="{FF2B5EF4-FFF2-40B4-BE49-F238E27FC236}">
                      <a16:creationId xmlns:a16="http://schemas.microsoft.com/office/drawing/2014/main" id="{1CC58396-E5A9-E94F-83EC-4AE0BD1F3C69}"/>
                    </a:ext>
                  </a:extLst>
                </p:cNvPr>
                <p:cNvSpPr/>
                <p:nvPr/>
              </p:nvSpPr>
              <p:spPr>
                <a:xfrm>
                  <a:off x="10279242" y="2573826"/>
                  <a:ext cx="8963" cy="4482"/>
                </a:xfrm>
                <a:custGeom>
                  <a:avLst/>
                  <a:gdLst>
                    <a:gd name="connsiteX0" fmla="*/ 10308 w 8963"/>
                    <a:gd name="connsiteY0" fmla="*/ 2241 h 4481"/>
                    <a:gd name="connsiteX1" fmla="*/ 8067 w 8963"/>
                    <a:gd name="connsiteY1" fmla="*/ 0 h 4481"/>
                    <a:gd name="connsiteX2" fmla="*/ 2241 w 8963"/>
                    <a:gd name="connsiteY2" fmla="*/ 0 h 4481"/>
                    <a:gd name="connsiteX3" fmla="*/ 0 w 8963"/>
                    <a:gd name="connsiteY3" fmla="*/ 2241 h 4481"/>
                    <a:gd name="connsiteX4" fmla="*/ 2241 w 8963"/>
                    <a:gd name="connsiteY4" fmla="*/ 4482 h 4481"/>
                    <a:gd name="connsiteX5" fmla="*/ 8067 w 8963"/>
                    <a:gd name="connsiteY5" fmla="*/ 4482 h 4481"/>
                    <a:gd name="connsiteX6" fmla="*/ 10308 w 8963"/>
                    <a:gd name="connsiteY6" fmla="*/ 2241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3" h="4481">
                      <a:moveTo>
                        <a:pt x="10308" y="2241"/>
                      </a:moveTo>
                      <a:cubicBezTo>
                        <a:pt x="10308" y="896"/>
                        <a:pt x="9412" y="0"/>
                        <a:pt x="8067" y="0"/>
                      </a:cubicBezTo>
                      <a:lnTo>
                        <a:pt x="2241" y="0"/>
                      </a:lnTo>
                      <a:cubicBezTo>
                        <a:pt x="896" y="0"/>
                        <a:pt x="0" y="896"/>
                        <a:pt x="0" y="2241"/>
                      </a:cubicBezTo>
                      <a:cubicBezTo>
                        <a:pt x="0" y="3585"/>
                        <a:pt x="896" y="4482"/>
                        <a:pt x="2241" y="4482"/>
                      </a:cubicBezTo>
                      <a:lnTo>
                        <a:pt x="8067" y="4482"/>
                      </a:lnTo>
                      <a:cubicBezTo>
                        <a:pt x="8963" y="4482"/>
                        <a:pt x="10308" y="3585"/>
                        <a:pt x="10308" y="224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92" name="Freeform: Shape 5408">
                  <a:extLst>
                    <a:ext uri="{FF2B5EF4-FFF2-40B4-BE49-F238E27FC236}">
                      <a16:creationId xmlns:a16="http://schemas.microsoft.com/office/drawing/2014/main" id="{93068B00-E01A-C05C-6646-2E42284BFCB4}"/>
                    </a:ext>
                  </a:extLst>
                </p:cNvPr>
                <p:cNvSpPr/>
                <p:nvPr/>
              </p:nvSpPr>
              <p:spPr>
                <a:xfrm>
                  <a:off x="10271623" y="2560381"/>
                  <a:ext cx="8963" cy="4482"/>
                </a:xfrm>
                <a:custGeom>
                  <a:avLst/>
                  <a:gdLst>
                    <a:gd name="connsiteX0" fmla="*/ 10308 w 8963"/>
                    <a:gd name="connsiteY0" fmla="*/ 2241 h 4481"/>
                    <a:gd name="connsiteX1" fmla="*/ 8067 w 8963"/>
                    <a:gd name="connsiteY1" fmla="*/ 0 h 4481"/>
                    <a:gd name="connsiteX2" fmla="*/ 2241 w 8963"/>
                    <a:gd name="connsiteY2" fmla="*/ 0 h 4481"/>
                    <a:gd name="connsiteX3" fmla="*/ 0 w 8963"/>
                    <a:gd name="connsiteY3" fmla="*/ 2241 h 4481"/>
                    <a:gd name="connsiteX4" fmla="*/ 2241 w 8963"/>
                    <a:gd name="connsiteY4" fmla="*/ 4482 h 4481"/>
                    <a:gd name="connsiteX5" fmla="*/ 8067 w 8963"/>
                    <a:gd name="connsiteY5" fmla="*/ 4482 h 4481"/>
                    <a:gd name="connsiteX6" fmla="*/ 10308 w 8963"/>
                    <a:gd name="connsiteY6" fmla="*/ 2241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3" h="4481">
                      <a:moveTo>
                        <a:pt x="10308" y="2241"/>
                      </a:moveTo>
                      <a:cubicBezTo>
                        <a:pt x="10308" y="896"/>
                        <a:pt x="9412" y="0"/>
                        <a:pt x="8067" y="0"/>
                      </a:cubicBezTo>
                      <a:lnTo>
                        <a:pt x="2241" y="0"/>
                      </a:lnTo>
                      <a:cubicBezTo>
                        <a:pt x="896" y="0"/>
                        <a:pt x="0" y="896"/>
                        <a:pt x="0" y="2241"/>
                      </a:cubicBezTo>
                      <a:cubicBezTo>
                        <a:pt x="0" y="3585"/>
                        <a:pt x="896" y="4482"/>
                        <a:pt x="2241" y="4482"/>
                      </a:cubicBezTo>
                      <a:lnTo>
                        <a:pt x="8067" y="4482"/>
                      </a:lnTo>
                      <a:cubicBezTo>
                        <a:pt x="9412" y="4482"/>
                        <a:pt x="10308" y="3585"/>
                        <a:pt x="10308" y="224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93" name="Freeform: Shape 5409">
                  <a:extLst>
                    <a:ext uri="{FF2B5EF4-FFF2-40B4-BE49-F238E27FC236}">
                      <a16:creationId xmlns:a16="http://schemas.microsoft.com/office/drawing/2014/main" id="{888688AD-045F-1ADC-902A-48FA57D459C4}"/>
                    </a:ext>
                  </a:extLst>
                </p:cNvPr>
                <p:cNvSpPr/>
                <p:nvPr/>
              </p:nvSpPr>
              <p:spPr>
                <a:xfrm>
                  <a:off x="10256385" y="2533491"/>
                  <a:ext cx="8963" cy="4482"/>
                </a:xfrm>
                <a:custGeom>
                  <a:avLst/>
                  <a:gdLst>
                    <a:gd name="connsiteX0" fmla="*/ 0 w 8963"/>
                    <a:gd name="connsiteY0" fmla="*/ 2241 h 4481"/>
                    <a:gd name="connsiteX1" fmla="*/ 2241 w 8963"/>
                    <a:gd name="connsiteY1" fmla="*/ 4482 h 4481"/>
                    <a:gd name="connsiteX2" fmla="*/ 8067 w 8963"/>
                    <a:gd name="connsiteY2" fmla="*/ 4482 h 4481"/>
                    <a:gd name="connsiteX3" fmla="*/ 10308 w 8963"/>
                    <a:gd name="connsiteY3" fmla="*/ 2241 h 4481"/>
                    <a:gd name="connsiteX4" fmla="*/ 8067 w 8963"/>
                    <a:gd name="connsiteY4" fmla="*/ 0 h 4481"/>
                    <a:gd name="connsiteX5" fmla="*/ 2241 w 8963"/>
                    <a:gd name="connsiteY5" fmla="*/ 0 h 4481"/>
                    <a:gd name="connsiteX6" fmla="*/ 0 w 8963"/>
                    <a:gd name="connsiteY6" fmla="*/ 2241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3" h="4481">
                      <a:moveTo>
                        <a:pt x="0" y="2241"/>
                      </a:moveTo>
                      <a:cubicBezTo>
                        <a:pt x="0" y="3585"/>
                        <a:pt x="896" y="4482"/>
                        <a:pt x="2241" y="4482"/>
                      </a:cubicBezTo>
                      <a:lnTo>
                        <a:pt x="8067" y="4482"/>
                      </a:lnTo>
                      <a:cubicBezTo>
                        <a:pt x="9411" y="4482"/>
                        <a:pt x="10308" y="3585"/>
                        <a:pt x="10308" y="2241"/>
                      </a:cubicBezTo>
                      <a:cubicBezTo>
                        <a:pt x="10308" y="896"/>
                        <a:pt x="9411" y="0"/>
                        <a:pt x="8067" y="0"/>
                      </a:cubicBezTo>
                      <a:lnTo>
                        <a:pt x="2241" y="0"/>
                      </a:lnTo>
                      <a:cubicBezTo>
                        <a:pt x="896" y="0"/>
                        <a:pt x="0" y="896"/>
                        <a:pt x="0" y="224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94" name="Freeform: Shape 5410">
                  <a:extLst>
                    <a:ext uri="{FF2B5EF4-FFF2-40B4-BE49-F238E27FC236}">
                      <a16:creationId xmlns:a16="http://schemas.microsoft.com/office/drawing/2014/main" id="{21CC85E2-218F-DEAF-E1DB-064363E5C1F2}"/>
                    </a:ext>
                  </a:extLst>
                </p:cNvPr>
                <p:cNvSpPr/>
                <p:nvPr/>
              </p:nvSpPr>
              <p:spPr>
                <a:xfrm>
                  <a:off x="10248318" y="2520046"/>
                  <a:ext cx="8963" cy="4482"/>
                </a:xfrm>
                <a:custGeom>
                  <a:avLst/>
                  <a:gdLst>
                    <a:gd name="connsiteX0" fmla="*/ 2241 w 8963"/>
                    <a:gd name="connsiteY0" fmla="*/ 4482 h 4481"/>
                    <a:gd name="connsiteX1" fmla="*/ 8067 w 8963"/>
                    <a:gd name="connsiteY1" fmla="*/ 4482 h 4481"/>
                    <a:gd name="connsiteX2" fmla="*/ 10308 w 8963"/>
                    <a:gd name="connsiteY2" fmla="*/ 2241 h 4481"/>
                    <a:gd name="connsiteX3" fmla="*/ 8067 w 8963"/>
                    <a:gd name="connsiteY3" fmla="*/ 0 h 4481"/>
                    <a:gd name="connsiteX4" fmla="*/ 2241 w 8963"/>
                    <a:gd name="connsiteY4" fmla="*/ 0 h 4481"/>
                    <a:gd name="connsiteX5" fmla="*/ 0 w 8963"/>
                    <a:gd name="connsiteY5" fmla="*/ 2241 h 4481"/>
                    <a:gd name="connsiteX6" fmla="*/ 2241 w 8963"/>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3" h="4481">
                      <a:moveTo>
                        <a:pt x="2241" y="4482"/>
                      </a:moveTo>
                      <a:lnTo>
                        <a:pt x="8067" y="4482"/>
                      </a:lnTo>
                      <a:cubicBezTo>
                        <a:pt x="9411" y="4482"/>
                        <a:pt x="10308" y="3585"/>
                        <a:pt x="10308" y="2241"/>
                      </a:cubicBezTo>
                      <a:cubicBezTo>
                        <a:pt x="10308" y="896"/>
                        <a:pt x="9411" y="0"/>
                        <a:pt x="8067" y="0"/>
                      </a:cubicBezTo>
                      <a:lnTo>
                        <a:pt x="2241" y="0"/>
                      </a:lnTo>
                      <a:cubicBezTo>
                        <a:pt x="896" y="0"/>
                        <a:pt x="0" y="896"/>
                        <a:pt x="0" y="2241"/>
                      </a:cubicBezTo>
                      <a:cubicBezTo>
                        <a:pt x="0" y="3585"/>
                        <a:pt x="896" y="4482"/>
                        <a:pt x="2241"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95" name="Group 2481">
                <a:extLst>
                  <a:ext uri="{FF2B5EF4-FFF2-40B4-BE49-F238E27FC236}">
                    <a16:creationId xmlns:a16="http://schemas.microsoft.com/office/drawing/2014/main" id="{08EEED50-0CB8-8FD7-6B7F-D6C840F5BB23}"/>
                  </a:ext>
                  <a:ext uri="{C183D7F6-B498-43B3-948B-1728B52AA6E4}">
                    <adec:decorative xmlns:adec="http://schemas.microsoft.com/office/drawing/2017/decorative" val="1"/>
                  </a:ext>
                </a:extLst>
              </p:cNvPr>
              <p:cNvGrpSpPr>
                <a:grpSpLocks noChangeAspect="1"/>
              </p:cNvGrpSpPr>
              <p:nvPr/>
            </p:nvGrpSpPr>
            <p:grpSpPr>
              <a:xfrm>
                <a:off x="7744079" y="4530763"/>
                <a:ext cx="150538" cy="133429"/>
                <a:chOff x="7800579" y="2475072"/>
                <a:chExt cx="150538" cy="133429"/>
              </a:xfrm>
            </p:grpSpPr>
            <p:sp>
              <p:nvSpPr>
                <p:cNvPr id="1296" name="Freeform: Shape 5402">
                  <a:extLst>
                    <a:ext uri="{FF2B5EF4-FFF2-40B4-BE49-F238E27FC236}">
                      <a16:creationId xmlns:a16="http://schemas.microsoft.com/office/drawing/2014/main" id="{B0C8A4B3-16E9-AF54-7C9A-662F8E047C29}"/>
                    </a:ext>
                  </a:extLst>
                </p:cNvPr>
                <p:cNvSpPr/>
                <p:nvPr/>
              </p:nvSpPr>
              <p:spPr>
                <a:xfrm>
                  <a:off x="7870527" y="2475072"/>
                  <a:ext cx="26890" cy="26890"/>
                </a:xfrm>
                <a:custGeom>
                  <a:avLst/>
                  <a:gdLst>
                    <a:gd name="connsiteX0" fmla="*/ 6075 w 26890"/>
                    <a:gd name="connsiteY0" fmla="*/ 25702 h 26890"/>
                    <a:gd name="connsiteX1" fmla="*/ 13694 w 26890"/>
                    <a:gd name="connsiteY1" fmla="*/ 27943 h 26890"/>
                    <a:gd name="connsiteX2" fmla="*/ 25346 w 26890"/>
                    <a:gd name="connsiteY2" fmla="*/ 21668 h 26890"/>
                    <a:gd name="connsiteX3" fmla="*/ 27587 w 26890"/>
                    <a:gd name="connsiteY3" fmla="*/ 11360 h 26890"/>
                    <a:gd name="connsiteX4" fmla="*/ 21761 w 26890"/>
                    <a:gd name="connsiteY4" fmla="*/ 2397 h 26890"/>
                    <a:gd name="connsiteX5" fmla="*/ 11453 w 26890"/>
                    <a:gd name="connsiteY5" fmla="*/ 156 h 26890"/>
                    <a:gd name="connsiteX6" fmla="*/ 2490 w 26890"/>
                    <a:gd name="connsiteY6" fmla="*/ 5982 h 26890"/>
                    <a:gd name="connsiteX7" fmla="*/ 6075 w 26890"/>
                    <a:gd name="connsiteY7" fmla="*/ 25702 h 26890"/>
                    <a:gd name="connsiteX8" fmla="*/ 6075 w 26890"/>
                    <a:gd name="connsiteY8" fmla="*/ 8671 h 26890"/>
                    <a:gd name="connsiteX9" fmla="*/ 11901 w 26890"/>
                    <a:gd name="connsiteY9" fmla="*/ 4638 h 26890"/>
                    <a:gd name="connsiteX10" fmla="*/ 13694 w 26890"/>
                    <a:gd name="connsiteY10" fmla="*/ 4638 h 26890"/>
                    <a:gd name="connsiteX11" fmla="*/ 19072 w 26890"/>
                    <a:gd name="connsiteY11" fmla="*/ 6431 h 26890"/>
                    <a:gd name="connsiteX12" fmla="*/ 23105 w 26890"/>
                    <a:gd name="connsiteY12" fmla="*/ 12257 h 26890"/>
                    <a:gd name="connsiteX13" fmla="*/ 21761 w 26890"/>
                    <a:gd name="connsiteY13" fmla="*/ 19428 h 26890"/>
                    <a:gd name="connsiteX14" fmla="*/ 8764 w 26890"/>
                    <a:gd name="connsiteY14" fmla="*/ 22117 h 26890"/>
                    <a:gd name="connsiteX15" fmla="*/ 6075 w 26890"/>
                    <a:gd name="connsiteY15" fmla="*/ 8671 h 2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890" h="26890">
                      <a:moveTo>
                        <a:pt x="6075" y="25702"/>
                      </a:moveTo>
                      <a:cubicBezTo>
                        <a:pt x="8316" y="27495"/>
                        <a:pt x="11005" y="27943"/>
                        <a:pt x="13694" y="27943"/>
                      </a:cubicBezTo>
                      <a:cubicBezTo>
                        <a:pt x="18176" y="27943"/>
                        <a:pt x="22657" y="25702"/>
                        <a:pt x="25346" y="21668"/>
                      </a:cubicBezTo>
                      <a:cubicBezTo>
                        <a:pt x="27587" y="18531"/>
                        <a:pt x="28035" y="14946"/>
                        <a:pt x="27587" y="11360"/>
                      </a:cubicBezTo>
                      <a:cubicBezTo>
                        <a:pt x="26691" y="7775"/>
                        <a:pt x="24898" y="4638"/>
                        <a:pt x="21761" y="2397"/>
                      </a:cubicBezTo>
                      <a:cubicBezTo>
                        <a:pt x="18624" y="156"/>
                        <a:pt x="15038" y="-292"/>
                        <a:pt x="11453" y="156"/>
                      </a:cubicBezTo>
                      <a:cubicBezTo>
                        <a:pt x="7868" y="1053"/>
                        <a:pt x="4730" y="2845"/>
                        <a:pt x="2490" y="5982"/>
                      </a:cubicBezTo>
                      <a:cubicBezTo>
                        <a:pt x="-1992" y="12705"/>
                        <a:pt x="-199" y="21220"/>
                        <a:pt x="6075" y="25702"/>
                      </a:cubicBezTo>
                      <a:close/>
                      <a:moveTo>
                        <a:pt x="6075" y="8671"/>
                      </a:moveTo>
                      <a:cubicBezTo>
                        <a:pt x="7419" y="6431"/>
                        <a:pt x="9660" y="5086"/>
                        <a:pt x="11901" y="4638"/>
                      </a:cubicBezTo>
                      <a:cubicBezTo>
                        <a:pt x="12349" y="4638"/>
                        <a:pt x="13246" y="4638"/>
                        <a:pt x="13694" y="4638"/>
                      </a:cubicBezTo>
                      <a:cubicBezTo>
                        <a:pt x="15486" y="4638"/>
                        <a:pt x="17279" y="5086"/>
                        <a:pt x="19072" y="6431"/>
                      </a:cubicBezTo>
                      <a:cubicBezTo>
                        <a:pt x="21313" y="7775"/>
                        <a:pt x="22657" y="10016"/>
                        <a:pt x="23105" y="12257"/>
                      </a:cubicBezTo>
                      <a:cubicBezTo>
                        <a:pt x="23554" y="14946"/>
                        <a:pt x="23105" y="17187"/>
                        <a:pt x="21761" y="19428"/>
                      </a:cubicBezTo>
                      <a:cubicBezTo>
                        <a:pt x="18624" y="23909"/>
                        <a:pt x="12798" y="24806"/>
                        <a:pt x="8764" y="22117"/>
                      </a:cubicBezTo>
                      <a:cubicBezTo>
                        <a:pt x="4282" y="18979"/>
                        <a:pt x="2938" y="13153"/>
                        <a:pt x="6075" y="867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97" name="Freeform: Shape 5403">
                  <a:extLst>
                    <a:ext uri="{FF2B5EF4-FFF2-40B4-BE49-F238E27FC236}">
                      <a16:creationId xmlns:a16="http://schemas.microsoft.com/office/drawing/2014/main" id="{DFBCB952-F3D7-4C89-AEF4-4839431E92AF}"/>
                    </a:ext>
                  </a:extLst>
                </p:cNvPr>
                <p:cNvSpPr/>
                <p:nvPr/>
              </p:nvSpPr>
              <p:spPr>
                <a:xfrm>
                  <a:off x="7812184" y="2483013"/>
                  <a:ext cx="138933" cy="125488"/>
                </a:xfrm>
                <a:custGeom>
                  <a:avLst/>
                  <a:gdLst>
                    <a:gd name="connsiteX0" fmla="*/ 140159 w 138932"/>
                    <a:gd name="connsiteY0" fmla="*/ 50926 h 125487"/>
                    <a:gd name="connsiteX1" fmla="*/ 131643 w 138932"/>
                    <a:gd name="connsiteY1" fmla="*/ 38377 h 125487"/>
                    <a:gd name="connsiteX2" fmla="*/ 104305 w 138932"/>
                    <a:gd name="connsiteY2" fmla="*/ 43755 h 125487"/>
                    <a:gd name="connsiteX3" fmla="*/ 101168 w 138932"/>
                    <a:gd name="connsiteY3" fmla="*/ 53166 h 125487"/>
                    <a:gd name="connsiteX4" fmla="*/ 85482 w 138932"/>
                    <a:gd name="connsiteY4" fmla="*/ 54959 h 125487"/>
                    <a:gd name="connsiteX5" fmla="*/ 75622 w 138932"/>
                    <a:gd name="connsiteY5" fmla="*/ 39273 h 125487"/>
                    <a:gd name="connsiteX6" fmla="*/ 75622 w 138932"/>
                    <a:gd name="connsiteY6" fmla="*/ 39273 h 125487"/>
                    <a:gd name="connsiteX7" fmla="*/ 45146 w 138932"/>
                    <a:gd name="connsiteY7" fmla="*/ 42859 h 125487"/>
                    <a:gd name="connsiteX8" fmla="*/ 34390 w 138932"/>
                    <a:gd name="connsiteY8" fmla="*/ 32999 h 125487"/>
                    <a:gd name="connsiteX9" fmla="*/ 36183 w 138932"/>
                    <a:gd name="connsiteY9" fmla="*/ 30758 h 125487"/>
                    <a:gd name="connsiteX10" fmla="*/ 30805 w 138932"/>
                    <a:gd name="connsiteY10" fmla="*/ 3419 h 125487"/>
                    <a:gd name="connsiteX11" fmla="*/ 30805 w 138932"/>
                    <a:gd name="connsiteY11" fmla="*/ 3419 h 125487"/>
                    <a:gd name="connsiteX12" fmla="*/ 3467 w 138932"/>
                    <a:gd name="connsiteY12" fmla="*/ 8798 h 125487"/>
                    <a:gd name="connsiteX13" fmla="*/ 329 w 138932"/>
                    <a:gd name="connsiteY13" fmla="*/ 23587 h 125487"/>
                    <a:gd name="connsiteX14" fmla="*/ 8845 w 138932"/>
                    <a:gd name="connsiteY14" fmla="*/ 36136 h 125487"/>
                    <a:gd name="connsiteX15" fmla="*/ 20049 w 138932"/>
                    <a:gd name="connsiteY15" fmla="*/ 39721 h 125487"/>
                    <a:gd name="connsiteX16" fmla="*/ 31701 w 138932"/>
                    <a:gd name="connsiteY16" fmla="*/ 36136 h 125487"/>
                    <a:gd name="connsiteX17" fmla="*/ 42906 w 138932"/>
                    <a:gd name="connsiteY17" fmla="*/ 46444 h 125487"/>
                    <a:gd name="connsiteX18" fmla="*/ 39768 w 138932"/>
                    <a:gd name="connsiteY18" fmla="*/ 63474 h 125487"/>
                    <a:gd name="connsiteX19" fmla="*/ 49628 w 138932"/>
                    <a:gd name="connsiteY19" fmla="*/ 78712 h 125487"/>
                    <a:gd name="connsiteX20" fmla="*/ 51869 w 138932"/>
                    <a:gd name="connsiteY20" fmla="*/ 80057 h 125487"/>
                    <a:gd name="connsiteX21" fmla="*/ 45146 w 138932"/>
                    <a:gd name="connsiteY21" fmla="*/ 101569 h 125487"/>
                    <a:gd name="connsiteX22" fmla="*/ 33494 w 138932"/>
                    <a:gd name="connsiteY22" fmla="*/ 107843 h 125487"/>
                    <a:gd name="connsiteX23" fmla="*/ 37079 w 138932"/>
                    <a:gd name="connsiteY23" fmla="*/ 127115 h 125487"/>
                    <a:gd name="connsiteX24" fmla="*/ 44698 w 138932"/>
                    <a:gd name="connsiteY24" fmla="*/ 129355 h 125487"/>
                    <a:gd name="connsiteX25" fmla="*/ 47387 w 138932"/>
                    <a:gd name="connsiteY25" fmla="*/ 128907 h 125487"/>
                    <a:gd name="connsiteX26" fmla="*/ 56351 w 138932"/>
                    <a:gd name="connsiteY26" fmla="*/ 123081 h 125487"/>
                    <a:gd name="connsiteX27" fmla="*/ 52765 w 138932"/>
                    <a:gd name="connsiteY27" fmla="*/ 103810 h 125487"/>
                    <a:gd name="connsiteX28" fmla="*/ 52765 w 138932"/>
                    <a:gd name="connsiteY28" fmla="*/ 103810 h 125487"/>
                    <a:gd name="connsiteX29" fmla="*/ 49180 w 138932"/>
                    <a:gd name="connsiteY29" fmla="*/ 102017 h 125487"/>
                    <a:gd name="connsiteX30" fmla="*/ 55454 w 138932"/>
                    <a:gd name="connsiteY30" fmla="*/ 81401 h 125487"/>
                    <a:gd name="connsiteX31" fmla="*/ 62177 w 138932"/>
                    <a:gd name="connsiteY31" fmla="*/ 82297 h 125487"/>
                    <a:gd name="connsiteX32" fmla="*/ 81896 w 138932"/>
                    <a:gd name="connsiteY32" fmla="*/ 71990 h 125487"/>
                    <a:gd name="connsiteX33" fmla="*/ 85930 w 138932"/>
                    <a:gd name="connsiteY33" fmla="*/ 59441 h 125487"/>
                    <a:gd name="connsiteX34" fmla="*/ 101168 w 138932"/>
                    <a:gd name="connsiteY34" fmla="*/ 57648 h 125487"/>
                    <a:gd name="connsiteX35" fmla="*/ 109683 w 138932"/>
                    <a:gd name="connsiteY35" fmla="*/ 71093 h 125487"/>
                    <a:gd name="connsiteX36" fmla="*/ 120887 w 138932"/>
                    <a:gd name="connsiteY36" fmla="*/ 74679 h 125487"/>
                    <a:gd name="connsiteX37" fmla="*/ 137470 w 138932"/>
                    <a:gd name="connsiteY37" fmla="*/ 66163 h 125487"/>
                    <a:gd name="connsiteX38" fmla="*/ 140159 w 138932"/>
                    <a:gd name="connsiteY38" fmla="*/ 50926 h 125487"/>
                    <a:gd name="connsiteX39" fmla="*/ 52765 w 138932"/>
                    <a:gd name="connsiteY39" fmla="*/ 120392 h 125487"/>
                    <a:gd name="connsiteX40" fmla="*/ 46939 w 138932"/>
                    <a:gd name="connsiteY40" fmla="*/ 124425 h 125487"/>
                    <a:gd name="connsiteX41" fmla="*/ 39768 w 138932"/>
                    <a:gd name="connsiteY41" fmla="*/ 123081 h 125487"/>
                    <a:gd name="connsiteX42" fmla="*/ 37079 w 138932"/>
                    <a:gd name="connsiteY42" fmla="*/ 110084 h 125487"/>
                    <a:gd name="connsiteX43" fmla="*/ 44698 w 138932"/>
                    <a:gd name="connsiteY43" fmla="*/ 106050 h 125487"/>
                    <a:gd name="connsiteX44" fmla="*/ 50076 w 138932"/>
                    <a:gd name="connsiteY44" fmla="*/ 107843 h 125487"/>
                    <a:gd name="connsiteX45" fmla="*/ 52765 w 138932"/>
                    <a:gd name="connsiteY45" fmla="*/ 120392 h 125487"/>
                    <a:gd name="connsiteX46" fmla="*/ 11085 w 138932"/>
                    <a:gd name="connsiteY46" fmla="*/ 32551 h 125487"/>
                    <a:gd name="connsiteX47" fmla="*/ 4811 w 138932"/>
                    <a:gd name="connsiteY47" fmla="*/ 22691 h 125487"/>
                    <a:gd name="connsiteX48" fmla="*/ 7052 w 138932"/>
                    <a:gd name="connsiteY48" fmla="*/ 11038 h 125487"/>
                    <a:gd name="connsiteX49" fmla="*/ 19601 w 138932"/>
                    <a:gd name="connsiteY49" fmla="*/ 4316 h 125487"/>
                    <a:gd name="connsiteX50" fmla="*/ 28116 w 138932"/>
                    <a:gd name="connsiteY50" fmla="*/ 7005 h 125487"/>
                    <a:gd name="connsiteX51" fmla="*/ 32150 w 138932"/>
                    <a:gd name="connsiteY51" fmla="*/ 28069 h 125487"/>
                    <a:gd name="connsiteX52" fmla="*/ 11085 w 138932"/>
                    <a:gd name="connsiteY52" fmla="*/ 32551 h 125487"/>
                    <a:gd name="connsiteX53" fmla="*/ 78311 w 138932"/>
                    <a:gd name="connsiteY53" fmla="*/ 69301 h 125487"/>
                    <a:gd name="connsiteX54" fmla="*/ 51869 w 138932"/>
                    <a:gd name="connsiteY54" fmla="*/ 74230 h 125487"/>
                    <a:gd name="connsiteX55" fmla="*/ 43802 w 138932"/>
                    <a:gd name="connsiteY55" fmla="*/ 62130 h 125487"/>
                    <a:gd name="connsiteX56" fmla="*/ 46939 w 138932"/>
                    <a:gd name="connsiteY56" fmla="*/ 47788 h 125487"/>
                    <a:gd name="connsiteX57" fmla="*/ 62625 w 138932"/>
                    <a:gd name="connsiteY57" fmla="*/ 39273 h 125487"/>
                    <a:gd name="connsiteX58" fmla="*/ 73381 w 138932"/>
                    <a:gd name="connsiteY58" fmla="*/ 42410 h 125487"/>
                    <a:gd name="connsiteX59" fmla="*/ 73381 w 138932"/>
                    <a:gd name="connsiteY59" fmla="*/ 42410 h 125487"/>
                    <a:gd name="connsiteX60" fmla="*/ 78311 w 138932"/>
                    <a:gd name="connsiteY60" fmla="*/ 69301 h 125487"/>
                    <a:gd name="connsiteX61" fmla="*/ 133436 w 138932"/>
                    <a:gd name="connsiteY61" fmla="*/ 63474 h 125487"/>
                    <a:gd name="connsiteX62" fmla="*/ 112372 w 138932"/>
                    <a:gd name="connsiteY62" fmla="*/ 67508 h 125487"/>
                    <a:gd name="connsiteX63" fmla="*/ 108338 w 138932"/>
                    <a:gd name="connsiteY63" fmla="*/ 46444 h 125487"/>
                    <a:gd name="connsiteX64" fmla="*/ 120887 w 138932"/>
                    <a:gd name="connsiteY64" fmla="*/ 39721 h 125487"/>
                    <a:gd name="connsiteX65" fmla="*/ 129402 w 138932"/>
                    <a:gd name="connsiteY65" fmla="*/ 42410 h 125487"/>
                    <a:gd name="connsiteX66" fmla="*/ 135677 w 138932"/>
                    <a:gd name="connsiteY66" fmla="*/ 52270 h 125487"/>
                    <a:gd name="connsiteX67" fmla="*/ 133436 w 138932"/>
                    <a:gd name="connsiteY67" fmla="*/ 63474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38932" h="125487">
                      <a:moveTo>
                        <a:pt x="140159" y="50926"/>
                      </a:moveTo>
                      <a:cubicBezTo>
                        <a:pt x="139262" y="45547"/>
                        <a:pt x="136125" y="41066"/>
                        <a:pt x="131643" y="38377"/>
                      </a:cubicBezTo>
                      <a:cubicBezTo>
                        <a:pt x="122680" y="32102"/>
                        <a:pt x="110131" y="34791"/>
                        <a:pt x="104305" y="43755"/>
                      </a:cubicBezTo>
                      <a:cubicBezTo>
                        <a:pt x="102512" y="46444"/>
                        <a:pt x="101168" y="50029"/>
                        <a:pt x="101168" y="53166"/>
                      </a:cubicBezTo>
                      <a:lnTo>
                        <a:pt x="85482" y="54959"/>
                      </a:lnTo>
                      <a:cubicBezTo>
                        <a:pt x="84585" y="48685"/>
                        <a:pt x="81000" y="43307"/>
                        <a:pt x="75622" y="39273"/>
                      </a:cubicBezTo>
                      <a:lnTo>
                        <a:pt x="75622" y="39273"/>
                      </a:lnTo>
                      <a:cubicBezTo>
                        <a:pt x="65762" y="32551"/>
                        <a:pt x="52765" y="34343"/>
                        <a:pt x="45146" y="42859"/>
                      </a:cubicBezTo>
                      <a:lnTo>
                        <a:pt x="34390" y="32999"/>
                      </a:lnTo>
                      <a:cubicBezTo>
                        <a:pt x="34839" y="32551"/>
                        <a:pt x="35287" y="31654"/>
                        <a:pt x="36183" y="30758"/>
                      </a:cubicBezTo>
                      <a:cubicBezTo>
                        <a:pt x="42457" y="21794"/>
                        <a:pt x="39768" y="9246"/>
                        <a:pt x="30805" y="3419"/>
                      </a:cubicBezTo>
                      <a:cubicBezTo>
                        <a:pt x="30805" y="3419"/>
                        <a:pt x="30805" y="3419"/>
                        <a:pt x="30805" y="3419"/>
                      </a:cubicBezTo>
                      <a:cubicBezTo>
                        <a:pt x="21842" y="-2855"/>
                        <a:pt x="9293" y="-166"/>
                        <a:pt x="3467" y="8798"/>
                      </a:cubicBezTo>
                      <a:cubicBezTo>
                        <a:pt x="329" y="13279"/>
                        <a:pt x="-567" y="18209"/>
                        <a:pt x="329" y="23587"/>
                      </a:cubicBezTo>
                      <a:cubicBezTo>
                        <a:pt x="1226" y="28965"/>
                        <a:pt x="4363" y="33447"/>
                        <a:pt x="8845" y="36136"/>
                      </a:cubicBezTo>
                      <a:cubicBezTo>
                        <a:pt x="12430" y="38377"/>
                        <a:pt x="16015" y="39721"/>
                        <a:pt x="20049" y="39721"/>
                      </a:cubicBezTo>
                      <a:cubicBezTo>
                        <a:pt x="24083" y="39721"/>
                        <a:pt x="28116" y="38377"/>
                        <a:pt x="31701" y="36136"/>
                      </a:cubicBezTo>
                      <a:lnTo>
                        <a:pt x="42906" y="46444"/>
                      </a:lnTo>
                      <a:cubicBezTo>
                        <a:pt x="39768" y="51374"/>
                        <a:pt x="38424" y="57200"/>
                        <a:pt x="39768" y="63474"/>
                      </a:cubicBezTo>
                      <a:cubicBezTo>
                        <a:pt x="41113" y="69749"/>
                        <a:pt x="44698" y="75127"/>
                        <a:pt x="49628" y="78712"/>
                      </a:cubicBezTo>
                      <a:cubicBezTo>
                        <a:pt x="50525" y="79160"/>
                        <a:pt x="50973" y="79608"/>
                        <a:pt x="51869" y="80057"/>
                      </a:cubicBezTo>
                      <a:lnTo>
                        <a:pt x="45146" y="101569"/>
                      </a:lnTo>
                      <a:cubicBezTo>
                        <a:pt x="40665" y="101569"/>
                        <a:pt x="36183" y="103810"/>
                        <a:pt x="33494" y="107843"/>
                      </a:cubicBezTo>
                      <a:cubicBezTo>
                        <a:pt x="29012" y="114118"/>
                        <a:pt x="30805" y="123081"/>
                        <a:pt x="37079" y="127115"/>
                      </a:cubicBezTo>
                      <a:cubicBezTo>
                        <a:pt x="39320" y="128907"/>
                        <a:pt x="42009" y="129355"/>
                        <a:pt x="44698" y="129355"/>
                      </a:cubicBezTo>
                      <a:cubicBezTo>
                        <a:pt x="45595" y="129355"/>
                        <a:pt x="46491" y="129355"/>
                        <a:pt x="47387" y="128907"/>
                      </a:cubicBezTo>
                      <a:cubicBezTo>
                        <a:pt x="50973" y="128011"/>
                        <a:pt x="54110" y="126218"/>
                        <a:pt x="56351" y="123081"/>
                      </a:cubicBezTo>
                      <a:cubicBezTo>
                        <a:pt x="60832" y="116807"/>
                        <a:pt x="59040" y="107843"/>
                        <a:pt x="52765" y="103810"/>
                      </a:cubicBezTo>
                      <a:lnTo>
                        <a:pt x="52765" y="103810"/>
                      </a:lnTo>
                      <a:cubicBezTo>
                        <a:pt x="51869" y="102913"/>
                        <a:pt x="50525" y="102465"/>
                        <a:pt x="49180" y="102017"/>
                      </a:cubicBezTo>
                      <a:lnTo>
                        <a:pt x="55454" y="81401"/>
                      </a:lnTo>
                      <a:cubicBezTo>
                        <a:pt x="57695" y="81849"/>
                        <a:pt x="59936" y="82297"/>
                        <a:pt x="62177" y="82297"/>
                      </a:cubicBezTo>
                      <a:cubicBezTo>
                        <a:pt x="69796" y="82297"/>
                        <a:pt x="77415" y="78712"/>
                        <a:pt x="81896" y="71990"/>
                      </a:cubicBezTo>
                      <a:cubicBezTo>
                        <a:pt x="84585" y="67956"/>
                        <a:pt x="85930" y="63474"/>
                        <a:pt x="85930" y="59441"/>
                      </a:cubicBezTo>
                      <a:lnTo>
                        <a:pt x="101168" y="57648"/>
                      </a:lnTo>
                      <a:cubicBezTo>
                        <a:pt x="102064" y="63026"/>
                        <a:pt x="104753" y="67956"/>
                        <a:pt x="109683" y="71093"/>
                      </a:cubicBezTo>
                      <a:cubicBezTo>
                        <a:pt x="113268" y="73334"/>
                        <a:pt x="116854" y="74679"/>
                        <a:pt x="120887" y="74679"/>
                      </a:cubicBezTo>
                      <a:cubicBezTo>
                        <a:pt x="127162" y="74679"/>
                        <a:pt x="133436" y="71541"/>
                        <a:pt x="137470" y="66163"/>
                      </a:cubicBezTo>
                      <a:cubicBezTo>
                        <a:pt x="140159" y="61682"/>
                        <a:pt x="141055" y="56304"/>
                        <a:pt x="140159" y="50926"/>
                      </a:cubicBezTo>
                      <a:close/>
                      <a:moveTo>
                        <a:pt x="52765" y="120392"/>
                      </a:moveTo>
                      <a:cubicBezTo>
                        <a:pt x="51421" y="122633"/>
                        <a:pt x="49180" y="123977"/>
                        <a:pt x="46939" y="124425"/>
                      </a:cubicBezTo>
                      <a:cubicBezTo>
                        <a:pt x="44250" y="124874"/>
                        <a:pt x="42009" y="124425"/>
                        <a:pt x="39768" y="123081"/>
                      </a:cubicBezTo>
                      <a:cubicBezTo>
                        <a:pt x="35287" y="119944"/>
                        <a:pt x="34390" y="114118"/>
                        <a:pt x="37079" y="110084"/>
                      </a:cubicBezTo>
                      <a:cubicBezTo>
                        <a:pt x="38872" y="107395"/>
                        <a:pt x="42009" y="106050"/>
                        <a:pt x="44698" y="106050"/>
                      </a:cubicBezTo>
                      <a:cubicBezTo>
                        <a:pt x="46491" y="106050"/>
                        <a:pt x="48284" y="106499"/>
                        <a:pt x="50076" y="107843"/>
                      </a:cubicBezTo>
                      <a:cubicBezTo>
                        <a:pt x="54558" y="110084"/>
                        <a:pt x="55902" y="115910"/>
                        <a:pt x="52765" y="120392"/>
                      </a:cubicBezTo>
                      <a:close/>
                      <a:moveTo>
                        <a:pt x="11085" y="32551"/>
                      </a:moveTo>
                      <a:cubicBezTo>
                        <a:pt x="7500" y="30310"/>
                        <a:pt x="5259" y="26724"/>
                        <a:pt x="4811" y="22691"/>
                      </a:cubicBezTo>
                      <a:cubicBezTo>
                        <a:pt x="3915" y="18657"/>
                        <a:pt x="4811" y="14624"/>
                        <a:pt x="7052" y="11038"/>
                      </a:cubicBezTo>
                      <a:cubicBezTo>
                        <a:pt x="10189" y="6557"/>
                        <a:pt x="14671" y="4316"/>
                        <a:pt x="19601" y="4316"/>
                      </a:cubicBezTo>
                      <a:cubicBezTo>
                        <a:pt x="22738" y="4316"/>
                        <a:pt x="25427" y="5212"/>
                        <a:pt x="28116" y="7005"/>
                      </a:cubicBezTo>
                      <a:cubicBezTo>
                        <a:pt x="35287" y="11935"/>
                        <a:pt x="37079" y="21346"/>
                        <a:pt x="32150" y="28069"/>
                      </a:cubicBezTo>
                      <a:cubicBezTo>
                        <a:pt x="27668" y="35240"/>
                        <a:pt x="18256" y="37032"/>
                        <a:pt x="11085" y="32551"/>
                      </a:cubicBezTo>
                      <a:close/>
                      <a:moveTo>
                        <a:pt x="78311" y="69301"/>
                      </a:moveTo>
                      <a:cubicBezTo>
                        <a:pt x="72485" y="78264"/>
                        <a:pt x="60384" y="80505"/>
                        <a:pt x="51869" y="74230"/>
                      </a:cubicBezTo>
                      <a:cubicBezTo>
                        <a:pt x="47835" y="71541"/>
                        <a:pt x="44698" y="67060"/>
                        <a:pt x="43802" y="62130"/>
                      </a:cubicBezTo>
                      <a:cubicBezTo>
                        <a:pt x="42906" y="57200"/>
                        <a:pt x="43802" y="51822"/>
                        <a:pt x="46939" y="47788"/>
                      </a:cubicBezTo>
                      <a:cubicBezTo>
                        <a:pt x="50525" y="42410"/>
                        <a:pt x="56799" y="39273"/>
                        <a:pt x="62625" y="39273"/>
                      </a:cubicBezTo>
                      <a:cubicBezTo>
                        <a:pt x="66210" y="39273"/>
                        <a:pt x="70244" y="40170"/>
                        <a:pt x="73381" y="42410"/>
                      </a:cubicBezTo>
                      <a:lnTo>
                        <a:pt x="73381" y="42410"/>
                      </a:lnTo>
                      <a:cubicBezTo>
                        <a:pt x="81896" y="48685"/>
                        <a:pt x="84137" y="60785"/>
                        <a:pt x="78311" y="69301"/>
                      </a:cubicBezTo>
                      <a:close/>
                      <a:moveTo>
                        <a:pt x="133436" y="63474"/>
                      </a:moveTo>
                      <a:cubicBezTo>
                        <a:pt x="128506" y="70645"/>
                        <a:pt x="119094" y="72438"/>
                        <a:pt x="112372" y="67508"/>
                      </a:cubicBezTo>
                      <a:cubicBezTo>
                        <a:pt x="105201" y="62578"/>
                        <a:pt x="103409" y="53166"/>
                        <a:pt x="108338" y="46444"/>
                      </a:cubicBezTo>
                      <a:cubicBezTo>
                        <a:pt x="111476" y="41962"/>
                        <a:pt x="115957" y="39721"/>
                        <a:pt x="120887" y="39721"/>
                      </a:cubicBezTo>
                      <a:cubicBezTo>
                        <a:pt x="124024" y="39721"/>
                        <a:pt x="126713" y="40618"/>
                        <a:pt x="129402" y="42410"/>
                      </a:cubicBezTo>
                      <a:cubicBezTo>
                        <a:pt x="132988" y="44651"/>
                        <a:pt x="135229" y="48237"/>
                        <a:pt x="135677" y="52270"/>
                      </a:cubicBezTo>
                      <a:cubicBezTo>
                        <a:pt x="136573" y="55855"/>
                        <a:pt x="135677" y="59889"/>
                        <a:pt x="133436" y="6347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298" name="Freeform: Shape 5404">
                  <a:extLst>
                    <a:ext uri="{FF2B5EF4-FFF2-40B4-BE49-F238E27FC236}">
                      <a16:creationId xmlns:a16="http://schemas.microsoft.com/office/drawing/2014/main" id="{B618FE12-8455-CB20-F558-1D58449640B2}"/>
                    </a:ext>
                  </a:extLst>
                </p:cNvPr>
                <p:cNvSpPr/>
                <p:nvPr/>
              </p:nvSpPr>
              <p:spPr>
                <a:xfrm>
                  <a:off x="7800579" y="2541228"/>
                  <a:ext cx="35854" cy="35854"/>
                </a:xfrm>
                <a:custGeom>
                  <a:avLst/>
                  <a:gdLst>
                    <a:gd name="connsiteX0" fmla="*/ 30758 w 35853"/>
                    <a:gd name="connsiteY0" fmla="*/ 3467 h 35853"/>
                    <a:gd name="connsiteX1" fmla="*/ 15968 w 35853"/>
                    <a:gd name="connsiteY1" fmla="*/ 329 h 35853"/>
                    <a:gd name="connsiteX2" fmla="*/ 3419 w 35853"/>
                    <a:gd name="connsiteY2" fmla="*/ 8845 h 35853"/>
                    <a:gd name="connsiteX3" fmla="*/ 8798 w 35853"/>
                    <a:gd name="connsiteY3" fmla="*/ 36183 h 35853"/>
                    <a:gd name="connsiteX4" fmla="*/ 20002 w 35853"/>
                    <a:gd name="connsiteY4" fmla="*/ 39768 h 35853"/>
                    <a:gd name="connsiteX5" fmla="*/ 23587 w 35853"/>
                    <a:gd name="connsiteY5" fmla="*/ 39320 h 35853"/>
                    <a:gd name="connsiteX6" fmla="*/ 36136 w 35853"/>
                    <a:gd name="connsiteY6" fmla="*/ 30805 h 35853"/>
                    <a:gd name="connsiteX7" fmla="*/ 30758 w 35853"/>
                    <a:gd name="connsiteY7" fmla="*/ 3467 h 35853"/>
                    <a:gd name="connsiteX8" fmla="*/ 32102 w 35853"/>
                    <a:gd name="connsiteY8" fmla="*/ 28564 h 35853"/>
                    <a:gd name="connsiteX9" fmla="*/ 22243 w 35853"/>
                    <a:gd name="connsiteY9" fmla="*/ 34838 h 35853"/>
                    <a:gd name="connsiteX10" fmla="*/ 10590 w 35853"/>
                    <a:gd name="connsiteY10" fmla="*/ 32598 h 35853"/>
                    <a:gd name="connsiteX11" fmla="*/ 6557 w 35853"/>
                    <a:gd name="connsiteY11" fmla="*/ 11534 h 35853"/>
                    <a:gd name="connsiteX12" fmla="*/ 16416 w 35853"/>
                    <a:gd name="connsiteY12" fmla="*/ 5259 h 35853"/>
                    <a:gd name="connsiteX13" fmla="*/ 19554 w 35853"/>
                    <a:gd name="connsiteY13" fmla="*/ 4811 h 35853"/>
                    <a:gd name="connsiteX14" fmla="*/ 28069 w 35853"/>
                    <a:gd name="connsiteY14" fmla="*/ 7500 h 35853"/>
                    <a:gd name="connsiteX15" fmla="*/ 28069 w 35853"/>
                    <a:gd name="connsiteY15" fmla="*/ 7500 h 35853"/>
                    <a:gd name="connsiteX16" fmla="*/ 32102 w 35853"/>
                    <a:gd name="connsiteY16" fmla="*/ 28564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853" h="35853">
                      <a:moveTo>
                        <a:pt x="30758" y="3467"/>
                      </a:moveTo>
                      <a:cubicBezTo>
                        <a:pt x="26276" y="329"/>
                        <a:pt x="21346" y="-567"/>
                        <a:pt x="15968" y="329"/>
                      </a:cubicBezTo>
                      <a:cubicBezTo>
                        <a:pt x="10590" y="1226"/>
                        <a:pt x="6109" y="4363"/>
                        <a:pt x="3419" y="8845"/>
                      </a:cubicBezTo>
                      <a:cubicBezTo>
                        <a:pt x="-2855" y="17808"/>
                        <a:pt x="-166" y="30357"/>
                        <a:pt x="8798" y="36183"/>
                      </a:cubicBezTo>
                      <a:cubicBezTo>
                        <a:pt x="11935" y="38424"/>
                        <a:pt x="15968" y="39768"/>
                        <a:pt x="20002" y="39768"/>
                      </a:cubicBezTo>
                      <a:cubicBezTo>
                        <a:pt x="21346" y="39768"/>
                        <a:pt x="22691" y="39768"/>
                        <a:pt x="23587" y="39320"/>
                      </a:cubicBezTo>
                      <a:cubicBezTo>
                        <a:pt x="28965" y="38424"/>
                        <a:pt x="33447" y="35287"/>
                        <a:pt x="36136" y="30805"/>
                      </a:cubicBezTo>
                      <a:cubicBezTo>
                        <a:pt x="41962" y="21842"/>
                        <a:pt x="39721" y="9741"/>
                        <a:pt x="30758" y="3467"/>
                      </a:cubicBezTo>
                      <a:close/>
                      <a:moveTo>
                        <a:pt x="32102" y="28564"/>
                      </a:moveTo>
                      <a:cubicBezTo>
                        <a:pt x="29861" y="32149"/>
                        <a:pt x="26276" y="34390"/>
                        <a:pt x="22243" y="34838"/>
                      </a:cubicBezTo>
                      <a:cubicBezTo>
                        <a:pt x="18209" y="35735"/>
                        <a:pt x="14176" y="34838"/>
                        <a:pt x="10590" y="32598"/>
                      </a:cubicBezTo>
                      <a:cubicBezTo>
                        <a:pt x="3419" y="27668"/>
                        <a:pt x="1627" y="18256"/>
                        <a:pt x="6557" y="11534"/>
                      </a:cubicBezTo>
                      <a:cubicBezTo>
                        <a:pt x="8798" y="7948"/>
                        <a:pt x="12383" y="5707"/>
                        <a:pt x="16416" y="5259"/>
                      </a:cubicBezTo>
                      <a:cubicBezTo>
                        <a:pt x="17313" y="5259"/>
                        <a:pt x="18209" y="4811"/>
                        <a:pt x="19554" y="4811"/>
                      </a:cubicBezTo>
                      <a:cubicBezTo>
                        <a:pt x="22691" y="4811"/>
                        <a:pt x="25380" y="5707"/>
                        <a:pt x="28069" y="7500"/>
                      </a:cubicBezTo>
                      <a:lnTo>
                        <a:pt x="28069" y="7500"/>
                      </a:lnTo>
                      <a:cubicBezTo>
                        <a:pt x="35240" y="11982"/>
                        <a:pt x="37032" y="21393"/>
                        <a:pt x="32102" y="2856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299" name="Group 2482">
                <a:extLst>
                  <a:ext uri="{FF2B5EF4-FFF2-40B4-BE49-F238E27FC236}">
                    <a16:creationId xmlns:a16="http://schemas.microsoft.com/office/drawing/2014/main" id="{46B61F03-8CEA-F987-5402-748C68719FF9}"/>
                  </a:ext>
                  <a:ext uri="{C183D7F6-B498-43B3-948B-1728B52AA6E4}">
                    <adec:decorative xmlns:adec="http://schemas.microsoft.com/office/drawing/2017/decorative" val="1"/>
                  </a:ext>
                </a:extLst>
              </p:cNvPr>
              <p:cNvGrpSpPr>
                <a:grpSpLocks noChangeAspect="1"/>
              </p:cNvGrpSpPr>
              <p:nvPr/>
            </p:nvGrpSpPr>
            <p:grpSpPr>
              <a:xfrm>
                <a:off x="8022635" y="4515234"/>
                <a:ext cx="134451" cy="147896"/>
                <a:chOff x="8079135" y="2459543"/>
                <a:chExt cx="134451" cy="147896"/>
              </a:xfrm>
            </p:grpSpPr>
            <p:sp>
              <p:nvSpPr>
                <p:cNvPr id="1300" name="Freeform: Shape 5400">
                  <a:extLst>
                    <a:ext uri="{FF2B5EF4-FFF2-40B4-BE49-F238E27FC236}">
                      <a16:creationId xmlns:a16="http://schemas.microsoft.com/office/drawing/2014/main" id="{7A42803B-0AE3-BEEA-472D-99DACF11C114}"/>
                    </a:ext>
                  </a:extLst>
                </p:cNvPr>
                <p:cNvSpPr/>
                <p:nvPr/>
              </p:nvSpPr>
              <p:spPr>
                <a:xfrm>
                  <a:off x="8137885" y="2526768"/>
                  <a:ext cx="17927" cy="17927"/>
                </a:xfrm>
                <a:custGeom>
                  <a:avLst/>
                  <a:gdLst>
                    <a:gd name="connsiteX0" fmla="*/ 8963 w 17926"/>
                    <a:gd name="connsiteY0" fmla="*/ 17927 h 17926"/>
                    <a:gd name="connsiteX1" fmla="*/ 17927 w 17926"/>
                    <a:gd name="connsiteY1" fmla="*/ 8963 h 17926"/>
                    <a:gd name="connsiteX2" fmla="*/ 8963 w 17926"/>
                    <a:gd name="connsiteY2" fmla="*/ 0 h 17926"/>
                    <a:gd name="connsiteX3" fmla="*/ 0 w 17926"/>
                    <a:gd name="connsiteY3" fmla="*/ 8963 h 17926"/>
                    <a:gd name="connsiteX4" fmla="*/ 8963 w 17926"/>
                    <a:gd name="connsiteY4" fmla="*/ 17927 h 17926"/>
                    <a:gd name="connsiteX5" fmla="*/ 8963 w 17926"/>
                    <a:gd name="connsiteY5" fmla="*/ 4482 h 17926"/>
                    <a:gd name="connsiteX6" fmla="*/ 13445 w 17926"/>
                    <a:gd name="connsiteY6" fmla="*/ 8963 h 17926"/>
                    <a:gd name="connsiteX7" fmla="*/ 8963 w 17926"/>
                    <a:gd name="connsiteY7" fmla="*/ 13445 h 17926"/>
                    <a:gd name="connsiteX8" fmla="*/ 4482 w 17926"/>
                    <a:gd name="connsiteY8" fmla="*/ 8963 h 17926"/>
                    <a:gd name="connsiteX9" fmla="*/ 8963 w 17926"/>
                    <a:gd name="connsiteY9" fmla="*/ 4482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26" h="17926">
                      <a:moveTo>
                        <a:pt x="8963" y="17927"/>
                      </a:moveTo>
                      <a:cubicBezTo>
                        <a:pt x="13893" y="17927"/>
                        <a:pt x="17927" y="13893"/>
                        <a:pt x="17927" y="8963"/>
                      </a:cubicBezTo>
                      <a:cubicBezTo>
                        <a:pt x="17927" y="4034"/>
                        <a:pt x="13893" y="0"/>
                        <a:pt x="8963" y="0"/>
                      </a:cubicBezTo>
                      <a:cubicBezTo>
                        <a:pt x="4034" y="0"/>
                        <a:pt x="0" y="4034"/>
                        <a:pt x="0" y="8963"/>
                      </a:cubicBezTo>
                      <a:cubicBezTo>
                        <a:pt x="0" y="13893"/>
                        <a:pt x="4034" y="17927"/>
                        <a:pt x="8963" y="17927"/>
                      </a:cubicBezTo>
                      <a:close/>
                      <a:moveTo>
                        <a:pt x="8963" y="4482"/>
                      </a:moveTo>
                      <a:cubicBezTo>
                        <a:pt x="11652" y="4482"/>
                        <a:pt x="13445" y="6274"/>
                        <a:pt x="13445" y="8963"/>
                      </a:cubicBezTo>
                      <a:cubicBezTo>
                        <a:pt x="13445" y="11652"/>
                        <a:pt x="11652" y="13445"/>
                        <a:pt x="8963" y="13445"/>
                      </a:cubicBezTo>
                      <a:cubicBezTo>
                        <a:pt x="6274" y="13445"/>
                        <a:pt x="4482" y="11652"/>
                        <a:pt x="4482" y="8963"/>
                      </a:cubicBezTo>
                      <a:cubicBezTo>
                        <a:pt x="4482" y="6723"/>
                        <a:pt x="6723" y="4482"/>
                        <a:pt x="896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01" name="Freeform: Shape 5401">
                  <a:extLst>
                    <a:ext uri="{FF2B5EF4-FFF2-40B4-BE49-F238E27FC236}">
                      <a16:creationId xmlns:a16="http://schemas.microsoft.com/office/drawing/2014/main" id="{AD2155D6-321A-D8A3-2B86-1A1FF2546166}"/>
                    </a:ext>
                  </a:extLst>
                </p:cNvPr>
                <p:cNvSpPr/>
                <p:nvPr/>
              </p:nvSpPr>
              <p:spPr>
                <a:xfrm>
                  <a:off x="8079135" y="2459543"/>
                  <a:ext cx="134451" cy="147896"/>
                </a:xfrm>
                <a:custGeom>
                  <a:avLst/>
                  <a:gdLst>
                    <a:gd name="connsiteX0" fmla="*/ 116564 w 134451"/>
                    <a:gd name="connsiteY0" fmla="*/ 81567 h 147896"/>
                    <a:gd name="connsiteX1" fmla="*/ 116564 w 134451"/>
                    <a:gd name="connsiteY1" fmla="*/ 84704 h 147896"/>
                    <a:gd name="connsiteX2" fmla="*/ 130457 w 134451"/>
                    <a:gd name="connsiteY2" fmla="*/ 117421 h 147896"/>
                    <a:gd name="connsiteX3" fmla="*/ 123286 w 134451"/>
                    <a:gd name="connsiteY3" fmla="*/ 121902 h 147896"/>
                    <a:gd name="connsiteX4" fmla="*/ 92811 w 134451"/>
                    <a:gd name="connsiteY4" fmla="*/ 117421 h 147896"/>
                    <a:gd name="connsiteX5" fmla="*/ 96844 w 134451"/>
                    <a:gd name="connsiteY5" fmla="*/ 90979 h 147896"/>
                    <a:gd name="connsiteX6" fmla="*/ 134042 w 134451"/>
                    <a:gd name="connsiteY6" fmla="*/ 25098 h 147896"/>
                    <a:gd name="connsiteX7" fmla="*/ 124183 w 134451"/>
                    <a:gd name="connsiteY7" fmla="*/ 19719 h 147896"/>
                    <a:gd name="connsiteX8" fmla="*/ 91018 w 134451"/>
                    <a:gd name="connsiteY8" fmla="*/ 27787 h 147896"/>
                    <a:gd name="connsiteX9" fmla="*/ 68161 w 134451"/>
                    <a:gd name="connsiteY9" fmla="*/ 0 h 147896"/>
                    <a:gd name="connsiteX10" fmla="*/ 46201 w 134451"/>
                    <a:gd name="connsiteY10" fmla="*/ 25546 h 147896"/>
                    <a:gd name="connsiteX11" fmla="*/ 47546 w 134451"/>
                    <a:gd name="connsiteY11" fmla="*/ 28235 h 147896"/>
                    <a:gd name="connsiteX12" fmla="*/ 50235 w 134451"/>
                    <a:gd name="connsiteY12" fmla="*/ 26890 h 147896"/>
                    <a:gd name="connsiteX13" fmla="*/ 68161 w 134451"/>
                    <a:gd name="connsiteY13" fmla="*/ 4034 h 147896"/>
                    <a:gd name="connsiteX14" fmla="*/ 86984 w 134451"/>
                    <a:gd name="connsiteY14" fmla="*/ 29131 h 147896"/>
                    <a:gd name="connsiteX15" fmla="*/ 66817 w 134451"/>
                    <a:gd name="connsiteY15" fmla="*/ 40784 h 147896"/>
                    <a:gd name="connsiteX16" fmla="*/ 12140 w 134451"/>
                    <a:gd name="connsiteY16" fmla="*/ 26442 h 147896"/>
                    <a:gd name="connsiteX17" fmla="*/ 2280 w 134451"/>
                    <a:gd name="connsiteY17" fmla="*/ 32717 h 147896"/>
                    <a:gd name="connsiteX18" fmla="*/ 22896 w 134451"/>
                    <a:gd name="connsiteY18" fmla="*/ 77534 h 147896"/>
                    <a:gd name="connsiteX19" fmla="*/ 2280 w 134451"/>
                    <a:gd name="connsiteY19" fmla="*/ 126832 h 147896"/>
                    <a:gd name="connsiteX20" fmla="*/ 16174 w 134451"/>
                    <a:gd name="connsiteY20" fmla="*/ 132210 h 147896"/>
                    <a:gd name="connsiteX21" fmla="*/ 45753 w 134451"/>
                    <a:gd name="connsiteY21" fmla="*/ 124143 h 147896"/>
                    <a:gd name="connsiteX22" fmla="*/ 68161 w 134451"/>
                    <a:gd name="connsiteY22" fmla="*/ 151482 h 147896"/>
                    <a:gd name="connsiteX23" fmla="*/ 91914 w 134451"/>
                    <a:gd name="connsiteY23" fmla="*/ 121006 h 147896"/>
                    <a:gd name="connsiteX24" fmla="*/ 117460 w 134451"/>
                    <a:gd name="connsiteY24" fmla="*/ 126384 h 147896"/>
                    <a:gd name="connsiteX25" fmla="*/ 124631 w 134451"/>
                    <a:gd name="connsiteY25" fmla="*/ 125488 h 147896"/>
                    <a:gd name="connsiteX26" fmla="*/ 134491 w 134451"/>
                    <a:gd name="connsiteY26" fmla="*/ 119213 h 147896"/>
                    <a:gd name="connsiteX27" fmla="*/ 120149 w 134451"/>
                    <a:gd name="connsiteY27" fmla="*/ 81119 h 147896"/>
                    <a:gd name="connsiteX28" fmla="*/ 116564 w 134451"/>
                    <a:gd name="connsiteY28" fmla="*/ 81567 h 147896"/>
                    <a:gd name="connsiteX29" fmla="*/ 88329 w 134451"/>
                    <a:gd name="connsiteY29" fmla="*/ 116076 h 147896"/>
                    <a:gd name="connsiteX30" fmla="*/ 73091 w 134451"/>
                    <a:gd name="connsiteY30" fmla="*/ 109354 h 147896"/>
                    <a:gd name="connsiteX31" fmla="*/ 85192 w 134451"/>
                    <a:gd name="connsiteY31" fmla="*/ 100390 h 147896"/>
                    <a:gd name="connsiteX32" fmla="*/ 91466 w 134451"/>
                    <a:gd name="connsiteY32" fmla="*/ 95460 h 147896"/>
                    <a:gd name="connsiteX33" fmla="*/ 88329 w 134451"/>
                    <a:gd name="connsiteY33" fmla="*/ 116076 h 147896"/>
                    <a:gd name="connsiteX34" fmla="*/ 43064 w 134451"/>
                    <a:gd name="connsiteY34" fmla="*/ 76189 h 147896"/>
                    <a:gd name="connsiteX35" fmla="*/ 43512 w 134451"/>
                    <a:gd name="connsiteY35" fmla="*/ 64088 h 147896"/>
                    <a:gd name="connsiteX36" fmla="*/ 52924 w 134451"/>
                    <a:gd name="connsiteY36" fmla="*/ 56469 h 147896"/>
                    <a:gd name="connsiteX37" fmla="*/ 66369 w 134451"/>
                    <a:gd name="connsiteY37" fmla="*/ 46610 h 147896"/>
                    <a:gd name="connsiteX38" fmla="*/ 81158 w 134451"/>
                    <a:gd name="connsiteY38" fmla="*/ 55125 h 147896"/>
                    <a:gd name="connsiteX39" fmla="*/ 91914 w 134451"/>
                    <a:gd name="connsiteY39" fmla="*/ 62744 h 147896"/>
                    <a:gd name="connsiteX40" fmla="*/ 92363 w 134451"/>
                    <a:gd name="connsiteY40" fmla="*/ 75741 h 147896"/>
                    <a:gd name="connsiteX41" fmla="*/ 91914 w 134451"/>
                    <a:gd name="connsiteY41" fmla="*/ 88290 h 147896"/>
                    <a:gd name="connsiteX42" fmla="*/ 82503 w 134451"/>
                    <a:gd name="connsiteY42" fmla="*/ 95908 h 147896"/>
                    <a:gd name="connsiteX43" fmla="*/ 68610 w 134451"/>
                    <a:gd name="connsiteY43" fmla="*/ 105768 h 147896"/>
                    <a:gd name="connsiteX44" fmla="*/ 54268 w 134451"/>
                    <a:gd name="connsiteY44" fmla="*/ 97253 h 147896"/>
                    <a:gd name="connsiteX45" fmla="*/ 43512 w 134451"/>
                    <a:gd name="connsiteY45" fmla="*/ 89634 h 147896"/>
                    <a:gd name="connsiteX46" fmla="*/ 43064 w 134451"/>
                    <a:gd name="connsiteY46" fmla="*/ 76189 h 147896"/>
                    <a:gd name="connsiteX47" fmla="*/ 39030 w 134451"/>
                    <a:gd name="connsiteY47" fmla="*/ 86945 h 147896"/>
                    <a:gd name="connsiteX48" fmla="*/ 28722 w 134451"/>
                    <a:gd name="connsiteY48" fmla="*/ 77982 h 147896"/>
                    <a:gd name="connsiteX49" fmla="*/ 39030 w 134451"/>
                    <a:gd name="connsiteY49" fmla="*/ 68122 h 147896"/>
                    <a:gd name="connsiteX50" fmla="*/ 39030 w 134451"/>
                    <a:gd name="connsiteY50" fmla="*/ 76189 h 147896"/>
                    <a:gd name="connsiteX51" fmla="*/ 39030 w 134451"/>
                    <a:gd name="connsiteY51" fmla="*/ 86945 h 147896"/>
                    <a:gd name="connsiteX52" fmla="*/ 96844 w 134451"/>
                    <a:gd name="connsiteY52" fmla="*/ 84704 h 147896"/>
                    <a:gd name="connsiteX53" fmla="*/ 96844 w 134451"/>
                    <a:gd name="connsiteY53" fmla="*/ 76189 h 147896"/>
                    <a:gd name="connsiteX54" fmla="*/ 96396 w 134451"/>
                    <a:gd name="connsiteY54" fmla="*/ 66777 h 147896"/>
                    <a:gd name="connsiteX55" fmla="*/ 106256 w 134451"/>
                    <a:gd name="connsiteY55" fmla="*/ 75293 h 147896"/>
                    <a:gd name="connsiteX56" fmla="*/ 96844 w 134451"/>
                    <a:gd name="connsiteY56" fmla="*/ 84704 h 147896"/>
                    <a:gd name="connsiteX57" fmla="*/ 123286 w 134451"/>
                    <a:gd name="connsiteY57" fmla="*/ 24649 h 147896"/>
                    <a:gd name="connsiteX58" fmla="*/ 130457 w 134451"/>
                    <a:gd name="connsiteY58" fmla="*/ 28235 h 147896"/>
                    <a:gd name="connsiteX59" fmla="*/ 110289 w 134451"/>
                    <a:gd name="connsiteY59" fmla="*/ 72155 h 147896"/>
                    <a:gd name="connsiteX60" fmla="*/ 96844 w 134451"/>
                    <a:gd name="connsiteY60" fmla="*/ 60951 h 147896"/>
                    <a:gd name="connsiteX61" fmla="*/ 92363 w 134451"/>
                    <a:gd name="connsiteY61" fmla="*/ 32268 h 147896"/>
                    <a:gd name="connsiteX62" fmla="*/ 123286 w 134451"/>
                    <a:gd name="connsiteY62" fmla="*/ 24649 h 147896"/>
                    <a:gd name="connsiteX63" fmla="*/ 87881 w 134451"/>
                    <a:gd name="connsiteY63" fmla="*/ 34509 h 147896"/>
                    <a:gd name="connsiteX64" fmla="*/ 91914 w 134451"/>
                    <a:gd name="connsiteY64" fmla="*/ 57366 h 147896"/>
                    <a:gd name="connsiteX65" fmla="*/ 83847 w 134451"/>
                    <a:gd name="connsiteY65" fmla="*/ 51988 h 147896"/>
                    <a:gd name="connsiteX66" fmla="*/ 70850 w 134451"/>
                    <a:gd name="connsiteY66" fmla="*/ 44369 h 147896"/>
                    <a:gd name="connsiteX67" fmla="*/ 87881 w 134451"/>
                    <a:gd name="connsiteY67" fmla="*/ 34509 h 147896"/>
                    <a:gd name="connsiteX68" fmla="*/ 50235 w 134451"/>
                    <a:gd name="connsiteY68" fmla="*/ 52884 h 147896"/>
                    <a:gd name="connsiteX69" fmla="*/ 43960 w 134451"/>
                    <a:gd name="connsiteY69" fmla="*/ 57814 h 147896"/>
                    <a:gd name="connsiteX70" fmla="*/ 47097 w 134451"/>
                    <a:gd name="connsiteY70" fmla="*/ 37646 h 147896"/>
                    <a:gd name="connsiteX71" fmla="*/ 61887 w 134451"/>
                    <a:gd name="connsiteY71" fmla="*/ 44369 h 147896"/>
                    <a:gd name="connsiteX72" fmla="*/ 50235 w 134451"/>
                    <a:gd name="connsiteY72" fmla="*/ 52884 h 147896"/>
                    <a:gd name="connsiteX73" fmla="*/ 5418 w 134451"/>
                    <a:gd name="connsiteY73" fmla="*/ 36302 h 147896"/>
                    <a:gd name="connsiteX74" fmla="*/ 12588 w 134451"/>
                    <a:gd name="connsiteY74" fmla="*/ 31820 h 147896"/>
                    <a:gd name="connsiteX75" fmla="*/ 42616 w 134451"/>
                    <a:gd name="connsiteY75" fmla="*/ 36302 h 147896"/>
                    <a:gd name="connsiteX76" fmla="*/ 39030 w 134451"/>
                    <a:gd name="connsiteY76" fmla="*/ 62296 h 147896"/>
                    <a:gd name="connsiteX77" fmla="*/ 25137 w 134451"/>
                    <a:gd name="connsiteY77" fmla="*/ 75293 h 147896"/>
                    <a:gd name="connsiteX78" fmla="*/ 5418 w 134451"/>
                    <a:gd name="connsiteY78" fmla="*/ 36302 h 147896"/>
                    <a:gd name="connsiteX79" fmla="*/ 5418 w 134451"/>
                    <a:gd name="connsiteY79" fmla="*/ 125039 h 147896"/>
                    <a:gd name="connsiteX80" fmla="*/ 25585 w 134451"/>
                    <a:gd name="connsiteY80" fmla="*/ 81567 h 147896"/>
                    <a:gd name="connsiteX81" fmla="*/ 39479 w 134451"/>
                    <a:gd name="connsiteY81" fmla="*/ 93220 h 147896"/>
                    <a:gd name="connsiteX82" fmla="*/ 44408 w 134451"/>
                    <a:gd name="connsiteY82" fmla="*/ 121006 h 147896"/>
                    <a:gd name="connsiteX83" fmla="*/ 5418 w 134451"/>
                    <a:gd name="connsiteY83" fmla="*/ 125039 h 147896"/>
                    <a:gd name="connsiteX84" fmla="*/ 67713 w 134451"/>
                    <a:gd name="connsiteY84" fmla="*/ 147896 h 147896"/>
                    <a:gd name="connsiteX85" fmla="*/ 49338 w 134451"/>
                    <a:gd name="connsiteY85" fmla="*/ 123247 h 147896"/>
                    <a:gd name="connsiteX86" fmla="*/ 59198 w 134451"/>
                    <a:gd name="connsiteY86" fmla="*/ 117869 h 147896"/>
                    <a:gd name="connsiteX87" fmla="*/ 60094 w 134451"/>
                    <a:gd name="connsiteY87" fmla="*/ 114732 h 147896"/>
                    <a:gd name="connsiteX88" fmla="*/ 56957 w 134451"/>
                    <a:gd name="connsiteY88" fmla="*/ 113835 h 147896"/>
                    <a:gd name="connsiteX89" fmla="*/ 47994 w 134451"/>
                    <a:gd name="connsiteY89" fmla="*/ 118765 h 147896"/>
                    <a:gd name="connsiteX90" fmla="*/ 43960 w 134451"/>
                    <a:gd name="connsiteY90" fmla="*/ 96357 h 147896"/>
                    <a:gd name="connsiteX91" fmla="*/ 52027 w 134451"/>
                    <a:gd name="connsiteY91" fmla="*/ 101735 h 147896"/>
                    <a:gd name="connsiteX92" fmla="*/ 86984 w 134451"/>
                    <a:gd name="connsiteY92" fmla="*/ 120110 h 147896"/>
                    <a:gd name="connsiteX93" fmla="*/ 67713 w 134451"/>
                    <a:gd name="connsiteY93" fmla="*/ 147896 h 1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134451" h="147896">
                      <a:moveTo>
                        <a:pt x="116564" y="81567"/>
                      </a:moveTo>
                      <a:cubicBezTo>
                        <a:pt x="115667" y="82463"/>
                        <a:pt x="115667" y="83808"/>
                        <a:pt x="116564" y="84704"/>
                      </a:cubicBezTo>
                      <a:cubicBezTo>
                        <a:pt x="129113" y="98597"/>
                        <a:pt x="134491" y="111146"/>
                        <a:pt x="130457" y="117421"/>
                      </a:cubicBezTo>
                      <a:cubicBezTo>
                        <a:pt x="129113" y="119662"/>
                        <a:pt x="126872" y="121006"/>
                        <a:pt x="123286" y="121902"/>
                      </a:cubicBezTo>
                      <a:cubicBezTo>
                        <a:pt x="116116" y="123695"/>
                        <a:pt x="105359" y="121902"/>
                        <a:pt x="92811" y="117421"/>
                      </a:cubicBezTo>
                      <a:cubicBezTo>
                        <a:pt x="94603" y="109354"/>
                        <a:pt x="95948" y="100838"/>
                        <a:pt x="96844" y="90979"/>
                      </a:cubicBezTo>
                      <a:cubicBezTo>
                        <a:pt x="126872" y="64536"/>
                        <a:pt x="143006" y="37198"/>
                        <a:pt x="134042" y="25098"/>
                      </a:cubicBezTo>
                      <a:cubicBezTo>
                        <a:pt x="131802" y="22409"/>
                        <a:pt x="128664" y="20616"/>
                        <a:pt x="124183" y="19719"/>
                      </a:cubicBezTo>
                      <a:cubicBezTo>
                        <a:pt x="116116" y="18823"/>
                        <a:pt x="104463" y="21512"/>
                        <a:pt x="91018" y="27787"/>
                      </a:cubicBezTo>
                      <a:cubicBezTo>
                        <a:pt x="85640" y="10756"/>
                        <a:pt x="77573" y="0"/>
                        <a:pt x="68161" y="0"/>
                      </a:cubicBezTo>
                      <a:cubicBezTo>
                        <a:pt x="59646" y="0"/>
                        <a:pt x="51579" y="8963"/>
                        <a:pt x="46201" y="25546"/>
                      </a:cubicBezTo>
                      <a:cubicBezTo>
                        <a:pt x="45753" y="26890"/>
                        <a:pt x="46649" y="27787"/>
                        <a:pt x="47546" y="28235"/>
                      </a:cubicBezTo>
                      <a:cubicBezTo>
                        <a:pt x="48890" y="28683"/>
                        <a:pt x="49786" y="27787"/>
                        <a:pt x="50235" y="26890"/>
                      </a:cubicBezTo>
                      <a:cubicBezTo>
                        <a:pt x="55165" y="12549"/>
                        <a:pt x="61439" y="4034"/>
                        <a:pt x="68161" y="4034"/>
                      </a:cubicBezTo>
                      <a:cubicBezTo>
                        <a:pt x="74884" y="4034"/>
                        <a:pt x="82055" y="13445"/>
                        <a:pt x="86984" y="29131"/>
                      </a:cubicBezTo>
                      <a:cubicBezTo>
                        <a:pt x="80262" y="32268"/>
                        <a:pt x="73539" y="36302"/>
                        <a:pt x="66817" y="40784"/>
                      </a:cubicBezTo>
                      <a:cubicBezTo>
                        <a:pt x="44857" y="29131"/>
                        <a:pt x="24689" y="23753"/>
                        <a:pt x="12140" y="26442"/>
                      </a:cubicBezTo>
                      <a:cubicBezTo>
                        <a:pt x="7658" y="27338"/>
                        <a:pt x="4073" y="29579"/>
                        <a:pt x="2280" y="32717"/>
                      </a:cubicBezTo>
                      <a:cubicBezTo>
                        <a:pt x="-3994" y="42576"/>
                        <a:pt x="4969" y="59607"/>
                        <a:pt x="22896" y="77534"/>
                      </a:cubicBezTo>
                      <a:cubicBezTo>
                        <a:pt x="4073" y="98149"/>
                        <a:pt x="-4442" y="117421"/>
                        <a:pt x="2280" y="126832"/>
                      </a:cubicBezTo>
                      <a:cubicBezTo>
                        <a:pt x="4969" y="130418"/>
                        <a:pt x="9899" y="132210"/>
                        <a:pt x="16174" y="132210"/>
                      </a:cubicBezTo>
                      <a:cubicBezTo>
                        <a:pt x="23793" y="132210"/>
                        <a:pt x="34100" y="129521"/>
                        <a:pt x="45753" y="124143"/>
                      </a:cubicBezTo>
                      <a:cubicBezTo>
                        <a:pt x="51131" y="140725"/>
                        <a:pt x="59198" y="151482"/>
                        <a:pt x="68161" y="151482"/>
                      </a:cubicBezTo>
                      <a:cubicBezTo>
                        <a:pt x="78021" y="151482"/>
                        <a:pt x="86536" y="139381"/>
                        <a:pt x="91914" y="121006"/>
                      </a:cubicBezTo>
                      <a:cubicBezTo>
                        <a:pt x="101326" y="124143"/>
                        <a:pt x="110289" y="126384"/>
                        <a:pt x="117460" y="126384"/>
                      </a:cubicBezTo>
                      <a:cubicBezTo>
                        <a:pt x="120149" y="126384"/>
                        <a:pt x="122390" y="125936"/>
                        <a:pt x="124631" y="125488"/>
                      </a:cubicBezTo>
                      <a:cubicBezTo>
                        <a:pt x="129113" y="124591"/>
                        <a:pt x="132698" y="122351"/>
                        <a:pt x="134491" y="119213"/>
                      </a:cubicBezTo>
                      <a:cubicBezTo>
                        <a:pt x="139869" y="110698"/>
                        <a:pt x="134491" y="96805"/>
                        <a:pt x="120149" y="81119"/>
                      </a:cubicBezTo>
                      <a:cubicBezTo>
                        <a:pt x="118805" y="81119"/>
                        <a:pt x="117460" y="80671"/>
                        <a:pt x="116564" y="81567"/>
                      </a:cubicBezTo>
                      <a:close/>
                      <a:moveTo>
                        <a:pt x="88329" y="116076"/>
                      </a:moveTo>
                      <a:cubicBezTo>
                        <a:pt x="83399" y="114283"/>
                        <a:pt x="78469" y="112043"/>
                        <a:pt x="73091" y="109354"/>
                      </a:cubicBezTo>
                      <a:cubicBezTo>
                        <a:pt x="77125" y="106665"/>
                        <a:pt x="81158" y="103527"/>
                        <a:pt x="85192" y="100390"/>
                      </a:cubicBezTo>
                      <a:cubicBezTo>
                        <a:pt x="87433" y="98597"/>
                        <a:pt x="89225" y="97253"/>
                        <a:pt x="91466" y="95460"/>
                      </a:cubicBezTo>
                      <a:cubicBezTo>
                        <a:pt x="91018" y="103079"/>
                        <a:pt x="89674" y="109802"/>
                        <a:pt x="88329" y="116076"/>
                      </a:cubicBezTo>
                      <a:close/>
                      <a:moveTo>
                        <a:pt x="43064" y="76189"/>
                      </a:moveTo>
                      <a:cubicBezTo>
                        <a:pt x="43064" y="72155"/>
                        <a:pt x="43064" y="68122"/>
                        <a:pt x="43512" y="64088"/>
                      </a:cubicBezTo>
                      <a:cubicBezTo>
                        <a:pt x="46649" y="61399"/>
                        <a:pt x="49786" y="58710"/>
                        <a:pt x="52924" y="56469"/>
                      </a:cubicBezTo>
                      <a:cubicBezTo>
                        <a:pt x="57405" y="52884"/>
                        <a:pt x="61887" y="49747"/>
                        <a:pt x="66369" y="46610"/>
                      </a:cubicBezTo>
                      <a:cubicBezTo>
                        <a:pt x="71299" y="49299"/>
                        <a:pt x="76228" y="51988"/>
                        <a:pt x="81158" y="55125"/>
                      </a:cubicBezTo>
                      <a:cubicBezTo>
                        <a:pt x="85192" y="57814"/>
                        <a:pt x="88777" y="60055"/>
                        <a:pt x="91914" y="62744"/>
                      </a:cubicBezTo>
                      <a:cubicBezTo>
                        <a:pt x="92363" y="66777"/>
                        <a:pt x="92363" y="71259"/>
                        <a:pt x="92363" y="75741"/>
                      </a:cubicBezTo>
                      <a:cubicBezTo>
                        <a:pt x="92363" y="80222"/>
                        <a:pt x="92363" y="84256"/>
                        <a:pt x="91914" y="88290"/>
                      </a:cubicBezTo>
                      <a:cubicBezTo>
                        <a:pt x="88777" y="90979"/>
                        <a:pt x="85640" y="93220"/>
                        <a:pt x="82503" y="95908"/>
                      </a:cubicBezTo>
                      <a:cubicBezTo>
                        <a:pt x="78021" y="99494"/>
                        <a:pt x="73091" y="102631"/>
                        <a:pt x="68610" y="105768"/>
                      </a:cubicBezTo>
                      <a:cubicBezTo>
                        <a:pt x="63680" y="103079"/>
                        <a:pt x="59198" y="100390"/>
                        <a:pt x="54268" y="97253"/>
                      </a:cubicBezTo>
                      <a:cubicBezTo>
                        <a:pt x="50235" y="94564"/>
                        <a:pt x="46649" y="92323"/>
                        <a:pt x="43512" y="89634"/>
                      </a:cubicBezTo>
                      <a:cubicBezTo>
                        <a:pt x="43064" y="86049"/>
                        <a:pt x="43064" y="81119"/>
                        <a:pt x="43064" y="76189"/>
                      </a:cubicBezTo>
                      <a:close/>
                      <a:moveTo>
                        <a:pt x="39030" y="86945"/>
                      </a:moveTo>
                      <a:cubicBezTo>
                        <a:pt x="35445" y="83808"/>
                        <a:pt x="31860" y="81119"/>
                        <a:pt x="28722" y="77982"/>
                      </a:cubicBezTo>
                      <a:cubicBezTo>
                        <a:pt x="31860" y="74844"/>
                        <a:pt x="35445" y="71259"/>
                        <a:pt x="39030" y="68122"/>
                      </a:cubicBezTo>
                      <a:cubicBezTo>
                        <a:pt x="39030" y="70811"/>
                        <a:pt x="39030" y="73500"/>
                        <a:pt x="39030" y="76189"/>
                      </a:cubicBezTo>
                      <a:cubicBezTo>
                        <a:pt x="38582" y="79774"/>
                        <a:pt x="38582" y="83360"/>
                        <a:pt x="39030" y="86945"/>
                      </a:cubicBezTo>
                      <a:close/>
                      <a:moveTo>
                        <a:pt x="96844" y="84704"/>
                      </a:moveTo>
                      <a:cubicBezTo>
                        <a:pt x="96844" y="82015"/>
                        <a:pt x="96844" y="78878"/>
                        <a:pt x="96844" y="76189"/>
                      </a:cubicBezTo>
                      <a:cubicBezTo>
                        <a:pt x="96844" y="73052"/>
                        <a:pt x="96844" y="69915"/>
                        <a:pt x="96396" y="66777"/>
                      </a:cubicBezTo>
                      <a:cubicBezTo>
                        <a:pt x="99982" y="69466"/>
                        <a:pt x="103119" y="72604"/>
                        <a:pt x="106256" y="75293"/>
                      </a:cubicBezTo>
                      <a:cubicBezTo>
                        <a:pt x="103567" y="78430"/>
                        <a:pt x="100430" y="81567"/>
                        <a:pt x="96844" y="84704"/>
                      </a:cubicBezTo>
                      <a:close/>
                      <a:moveTo>
                        <a:pt x="123286" y="24649"/>
                      </a:moveTo>
                      <a:cubicBezTo>
                        <a:pt x="126424" y="25098"/>
                        <a:pt x="129113" y="26442"/>
                        <a:pt x="130457" y="28235"/>
                      </a:cubicBezTo>
                      <a:cubicBezTo>
                        <a:pt x="135835" y="34957"/>
                        <a:pt x="128216" y="52436"/>
                        <a:pt x="110289" y="72155"/>
                      </a:cubicBezTo>
                      <a:cubicBezTo>
                        <a:pt x="106256" y="68122"/>
                        <a:pt x="101774" y="64536"/>
                        <a:pt x="96844" y="60951"/>
                      </a:cubicBezTo>
                      <a:cubicBezTo>
                        <a:pt x="95948" y="50643"/>
                        <a:pt x="94603" y="40784"/>
                        <a:pt x="92363" y="32268"/>
                      </a:cubicBezTo>
                      <a:cubicBezTo>
                        <a:pt x="104463" y="26442"/>
                        <a:pt x="115667" y="23753"/>
                        <a:pt x="123286" y="24649"/>
                      </a:cubicBezTo>
                      <a:close/>
                      <a:moveTo>
                        <a:pt x="87881" y="34509"/>
                      </a:moveTo>
                      <a:cubicBezTo>
                        <a:pt x="89674" y="41232"/>
                        <a:pt x="91018" y="48851"/>
                        <a:pt x="91914" y="57366"/>
                      </a:cubicBezTo>
                      <a:cubicBezTo>
                        <a:pt x="89225" y="55573"/>
                        <a:pt x="86536" y="53780"/>
                        <a:pt x="83847" y="51988"/>
                      </a:cubicBezTo>
                      <a:cubicBezTo>
                        <a:pt x="79366" y="49299"/>
                        <a:pt x="75332" y="46610"/>
                        <a:pt x="70850" y="44369"/>
                      </a:cubicBezTo>
                      <a:cubicBezTo>
                        <a:pt x="76677" y="40335"/>
                        <a:pt x="82503" y="37198"/>
                        <a:pt x="87881" y="34509"/>
                      </a:cubicBezTo>
                      <a:close/>
                      <a:moveTo>
                        <a:pt x="50235" y="52884"/>
                      </a:moveTo>
                      <a:cubicBezTo>
                        <a:pt x="47994" y="54677"/>
                        <a:pt x="46201" y="56021"/>
                        <a:pt x="43960" y="57814"/>
                      </a:cubicBezTo>
                      <a:cubicBezTo>
                        <a:pt x="44857" y="50643"/>
                        <a:pt x="45753" y="43921"/>
                        <a:pt x="47097" y="37646"/>
                      </a:cubicBezTo>
                      <a:cubicBezTo>
                        <a:pt x="52027" y="39439"/>
                        <a:pt x="56957" y="41680"/>
                        <a:pt x="61887" y="44369"/>
                      </a:cubicBezTo>
                      <a:cubicBezTo>
                        <a:pt x="57853" y="47058"/>
                        <a:pt x="54268" y="49747"/>
                        <a:pt x="50235" y="52884"/>
                      </a:cubicBezTo>
                      <a:close/>
                      <a:moveTo>
                        <a:pt x="5418" y="36302"/>
                      </a:moveTo>
                      <a:cubicBezTo>
                        <a:pt x="6762" y="34061"/>
                        <a:pt x="9003" y="32717"/>
                        <a:pt x="12588" y="31820"/>
                      </a:cubicBezTo>
                      <a:cubicBezTo>
                        <a:pt x="19759" y="30027"/>
                        <a:pt x="30515" y="31820"/>
                        <a:pt x="42616" y="36302"/>
                      </a:cubicBezTo>
                      <a:cubicBezTo>
                        <a:pt x="40823" y="44369"/>
                        <a:pt x="39479" y="52884"/>
                        <a:pt x="39030" y="62296"/>
                      </a:cubicBezTo>
                      <a:cubicBezTo>
                        <a:pt x="34100" y="66777"/>
                        <a:pt x="29619" y="71259"/>
                        <a:pt x="25137" y="75293"/>
                      </a:cubicBezTo>
                      <a:cubicBezTo>
                        <a:pt x="8107" y="58710"/>
                        <a:pt x="936" y="43473"/>
                        <a:pt x="5418" y="36302"/>
                      </a:cubicBezTo>
                      <a:close/>
                      <a:moveTo>
                        <a:pt x="5418" y="125039"/>
                      </a:moveTo>
                      <a:cubicBezTo>
                        <a:pt x="488" y="118317"/>
                        <a:pt x="7658" y="101287"/>
                        <a:pt x="25585" y="81567"/>
                      </a:cubicBezTo>
                      <a:cubicBezTo>
                        <a:pt x="29619" y="85601"/>
                        <a:pt x="34100" y="89186"/>
                        <a:pt x="39479" y="93220"/>
                      </a:cubicBezTo>
                      <a:cubicBezTo>
                        <a:pt x="40375" y="103527"/>
                        <a:pt x="42167" y="112939"/>
                        <a:pt x="44408" y="121006"/>
                      </a:cubicBezTo>
                      <a:cubicBezTo>
                        <a:pt x="25137" y="129521"/>
                        <a:pt x="10347" y="131314"/>
                        <a:pt x="5418" y="125039"/>
                      </a:cubicBezTo>
                      <a:close/>
                      <a:moveTo>
                        <a:pt x="67713" y="147896"/>
                      </a:moveTo>
                      <a:cubicBezTo>
                        <a:pt x="60991" y="147896"/>
                        <a:pt x="53820" y="138933"/>
                        <a:pt x="49338" y="123247"/>
                      </a:cubicBezTo>
                      <a:cubicBezTo>
                        <a:pt x="52475" y="121454"/>
                        <a:pt x="55613" y="120110"/>
                        <a:pt x="59198" y="117869"/>
                      </a:cubicBezTo>
                      <a:cubicBezTo>
                        <a:pt x="60094" y="117421"/>
                        <a:pt x="60542" y="116076"/>
                        <a:pt x="60094" y="114732"/>
                      </a:cubicBezTo>
                      <a:cubicBezTo>
                        <a:pt x="59646" y="113835"/>
                        <a:pt x="58302" y="113387"/>
                        <a:pt x="56957" y="113835"/>
                      </a:cubicBezTo>
                      <a:cubicBezTo>
                        <a:pt x="53820" y="115628"/>
                        <a:pt x="51131" y="116972"/>
                        <a:pt x="47994" y="118765"/>
                      </a:cubicBezTo>
                      <a:cubicBezTo>
                        <a:pt x="46201" y="112043"/>
                        <a:pt x="44857" y="104872"/>
                        <a:pt x="43960" y="96357"/>
                      </a:cubicBezTo>
                      <a:cubicBezTo>
                        <a:pt x="46649" y="98149"/>
                        <a:pt x="49338" y="99942"/>
                        <a:pt x="52027" y="101735"/>
                      </a:cubicBezTo>
                      <a:cubicBezTo>
                        <a:pt x="64128" y="109354"/>
                        <a:pt x="76228" y="115628"/>
                        <a:pt x="86984" y="120110"/>
                      </a:cubicBezTo>
                      <a:cubicBezTo>
                        <a:pt x="82503" y="137588"/>
                        <a:pt x="74884" y="147896"/>
                        <a:pt x="67713" y="14789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302" name="Freeform: Shape 2483">
                <a:extLst>
                  <a:ext uri="{FF2B5EF4-FFF2-40B4-BE49-F238E27FC236}">
                    <a16:creationId xmlns:a16="http://schemas.microsoft.com/office/drawing/2014/main" id="{99E1B7F1-DDAC-AD9A-A556-B6E56BE07B4E}"/>
                  </a:ext>
                  <a:ext uri="{C183D7F6-B498-43B3-948B-1728B52AA6E4}">
                    <adec:decorative xmlns:adec="http://schemas.microsoft.com/office/drawing/2017/decorative" val="1"/>
                  </a:ext>
                </a:extLst>
              </p:cNvPr>
              <p:cNvSpPr>
                <a:spLocks noChangeAspect="1"/>
              </p:cNvSpPr>
              <p:nvPr/>
            </p:nvSpPr>
            <p:spPr>
              <a:xfrm>
                <a:off x="8818177" y="4515234"/>
                <a:ext cx="98597" cy="152378"/>
              </a:xfrm>
              <a:custGeom>
                <a:avLst/>
                <a:gdLst>
                  <a:gd name="connsiteX0" fmla="*/ 84704 w 98597"/>
                  <a:gd name="connsiteY0" fmla="*/ 37646 h 152377"/>
                  <a:gd name="connsiteX1" fmla="*/ 84704 w 98597"/>
                  <a:gd name="connsiteY1" fmla="*/ 32268 h 152377"/>
                  <a:gd name="connsiteX2" fmla="*/ 94564 w 98597"/>
                  <a:gd name="connsiteY2" fmla="*/ 21064 h 152377"/>
                  <a:gd name="connsiteX3" fmla="*/ 94564 w 98597"/>
                  <a:gd name="connsiteY3" fmla="*/ 11652 h 152377"/>
                  <a:gd name="connsiteX4" fmla="*/ 81567 w 98597"/>
                  <a:gd name="connsiteY4" fmla="*/ 0 h 152377"/>
                  <a:gd name="connsiteX5" fmla="*/ 16582 w 98597"/>
                  <a:gd name="connsiteY5" fmla="*/ 0 h 152377"/>
                  <a:gd name="connsiteX6" fmla="*/ 3585 w 98597"/>
                  <a:gd name="connsiteY6" fmla="*/ 11652 h 152377"/>
                  <a:gd name="connsiteX7" fmla="*/ 3585 w 98597"/>
                  <a:gd name="connsiteY7" fmla="*/ 21064 h 152377"/>
                  <a:gd name="connsiteX8" fmla="*/ 13445 w 98597"/>
                  <a:gd name="connsiteY8" fmla="*/ 32268 h 152377"/>
                  <a:gd name="connsiteX9" fmla="*/ 13445 w 98597"/>
                  <a:gd name="connsiteY9" fmla="*/ 37646 h 152377"/>
                  <a:gd name="connsiteX10" fmla="*/ 0 w 98597"/>
                  <a:gd name="connsiteY10" fmla="*/ 55573 h 152377"/>
                  <a:gd name="connsiteX11" fmla="*/ 0 w 98597"/>
                  <a:gd name="connsiteY11" fmla="*/ 69466 h 152377"/>
                  <a:gd name="connsiteX12" fmla="*/ 0 w 98597"/>
                  <a:gd name="connsiteY12" fmla="*/ 123247 h 152377"/>
                  <a:gd name="connsiteX13" fmla="*/ 0 w 98597"/>
                  <a:gd name="connsiteY13" fmla="*/ 140725 h 152377"/>
                  <a:gd name="connsiteX14" fmla="*/ 12997 w 98597"/>
                  <a:gd name="connsiteY14" fmla="*/ 152378 h 152377"/>
                  <a:gd name="connsiteX15" fmla="*/ 85600 w 98597"/>
                  <a:gd name="connsiteY15" fmla="*/ 152378 h 152377"/>
                  <a:gd name="connsiteX16" fmla="*/ 98597 w 98597"/>
                  <a:gd name="connsiteY16" fmla="*/ 140725 h 152377"/>
                  <a:gd name="connsiteX17" fmla="*/ 98597 w 98597"/>
                  <a:gd name="connsiteY17" fmla="*/ 123247 h 152377"/>
                  <a:gd name="connsiteX18" fmla="*/ 98597 w 98597"/>
                  <a:gd name="connsiteY18" fmla="*/ 69466 h 152377"/>
                  <a:gd name="connsiteX19" fmla="*/ 98597 w 98597"/>
                  <a:gd name="connsiteY19" fmla="*/ 55573 h 152377"/>
                  <a:gd name="connsiteX20" fmla="*/ 84704 w 98597"/>
                  <a:gd name="connsiteY20" fmla="*/ 37646 h 152377"/>
                  <a:gd name="connsiteX21" fmla="*/ 7619 w 98597"/>
                  <a:gd name="connsiteY21" fmla="*/ 21064 h 152377"/>
                  <a:gd name="connsiteX22" fmla="*/ 7619 w 98597"/>
                  <a:gd name="connsiteY22" fmla="*/ 11652 h 152377"/>
                  <a:gd name="connsiteX23" fmla="*/ 16134 w 98597"/>
                  <a:gd name="connsiteY23" fmla="*/ 4482 h 152377"/>
                  <a:gd name="connsiteX24" fmla="*/ 81119 w 98597"/>
                  <a:gd name="connsiteY24" fmla="*/ 4482 h 152377"/>
                  <a:gd name="connsiteX25" fmla="*/ 89634 w 98597"/>
                  <a:gd name="connsiteY25" fmla="*/ 11652 h 152377"/>
                  <a:gd name="connsiteX26" fmla="*/ 89634 w 98597"/>
                  <a:gd name="connsiteY26" fmla="*/ 21064 h 152377"/>
                  <a:gd name="connsiteX27" fmla="*/ 81119 w 98597"/>
                  <a:gd name="connsiteY27" fmla="*/ 28235 h 152377"/>
                  <a:gd name="connsiteX28" fmla="*/ 16134 w 98597"/>
                  <a:gd name="connsiteY28" fmla="*/ 28235 h 152377"/>
                  <a:gd name="connsiteX29" fmla="*/ 7619 w 98597"/>
                  <a:gd name="connsiteY29" fmla="*/ 21064 h 152377"/>
                  <a:gd name="connsiteX30" fmla="*/ 15686 w 98597"/>
                  <a:gd name="connsiteY30" fmla="*/ 41232 h 152377"/>
                  <a:gd name="connsiteX31" fmla="*/ 17030 w 98597"/>
                  <a:gd name="connsiteY31" fmla="*/ 38991 h 152377"/>
                  <a:gd name="connsiteX32" fmla="*/ 17030 w 98597"/>
                  <a:gd name="connsiteY32" fmla="*/ 32717 h 152377"/>
                  <a:gd name="connsiteX33" fmla="*/ 79774 w 98597"/>
                  <a:gd name="connsiteY33" fmla="*/ 32717 h 152377"/>
                  <a:gd name="connsiteX34" fmla="*/ 79774 w 98597"/>
                  <a:gd name="connsiteY34" fmla="*/ 38991 h 152377"/>
                  <a:gd name="connsiteX35" fmla="*/ 81119 w 98597"/>
                  <a:gd name="connsiteY35" fmla="*/ 41232 h 152377"/>
                  <a:gd name="connsiteX36" fmla="*/ 93219 w 98597"/>
                  <a:gd name="connsiteY36" fmla="*/ 55573 h 152377"/>
                  <a:gd name="connsiteX37" fmla="*/ 93219 w 98597"/>
                  <a:gd name="connsiteY37" fmla="*/ 67226 h 152377"/>
                  <a:gd name="connsiteX38" fmla="*/ 3585 w 98597"/>
                  <a:gd name="connsiteY38" fmla="*/ 67226 h 152377"/>
                  <a:gd name="connsiteX39" fmla="*/ 3585 w 98597"/>
                  <a:gd name="connsiteY39" fmla="*/ 55573 h 152377"/>
                  <a:gd name="connsiteX40" fmla="*/ 15686 w 98597"/>
                  <a:gd name="connsiteY40" fmla="*/ 41232 h 152377"/>
                  <a:gd name="connsiteX41" fmla="*/ 93667 w 98597"/>
                  <a:gd name="connsiteY41" fmla="*/ 121006 h 152377"/>
                  <a:gd name="connsiteX42" fmla="*/ 4033 w 98597"/>
                  <a:gd name="connsiteY42" fmla="*/ 121006 h 152377"/>
                  <a:gd name="connsiteX43" fmla="*/ 4033 w 98597"/>
                  <a:gd name="connsiteY43" fmla="*/ 71707 h 152377"/>
                  <a:gd name="connsiteX44" fmla="*/ 93667 w 98597"/>
                  <a:gd name="connsiteY44" fmla="*/ 71707 h 152377"/>
                  <a:gd name="connsiteX45" fmla="*/ 93667 w 98597"/>
                  <a:gd name="connsiteY45" fmla="*/ 121006 h 152377"/>
                  <a:gd name="connsiteX46" fmla="*/ 85152 w 98597"/>
                  <a:gd name="connsiteY46" fmla="*/ 147896 h 152377"/>
                  <a:gd name="connsiteX47" fmla="*/ 12549 w 98597"/>
                  <a:gd name="connsiteY47" fmla="*/ 147896 h 152377"/>
                  <a:gd name="connsiteX48" fmla="*/ 4033 w 98597"/>
                  <a:gd name="connsiteY48" fmla="*/ 140725 h 152377"/>
                  <a:gd name="connsiteX49" fmla="*/ 4033 w 98597"/>
                  <a:gd name="connsiteY49" fmla="*/ 125488 h 152377"/>
                  <a:gd name="connsiteX50" fmla="*/ 93667 w 98597"/>
                  <a:gd name="connsiteY50" fmla="*/ 125488 h 152377"/>
                  <a:gd name="connsiteX51" fmla="*/ 93667 w 98597"/>
                  <a:gd name="connsiteY51" fmla="*/ 140725 h 152377"/>
                  <a:gd name="connsiteX52" fmla="*/ 85152 w 98597"/>
                  <a:gd name="connsiteY52" fmla="*/ 147896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8597" h="152377">
                    <a:moveTo>
                      <a:pt x="84704" y="37646"/>
                    </a:moveTo>
                    <a:lnTo>
                      <a:pt x="84704" y="32268"/>
                    </a:lnTo>
                    <a:cubicBezTo>
                      <a:pt x="90530" y="30924"/>
                      <a:pt x="94564" y="26442"/>
                      <a:pt x="94564" y="21064"/>
                    </a:cubicBezTo>
                    <a:lnTo>
                      <a:pt x="94564" y="11652"/>
                    </a:lnTo>
                    <a:cubicBezTo>
                      <a:pt x="94564" y="5378"/>
                      <a:pt x="88738" y="0"/>
                      <a:pt x="81567" y="0"/>
                    </a:cubicBezTo>
                    <a:lnTo>
                      <a:pt x="16582" y="0"/>
                    </a:lnTo>
                    <a:cubicBezTo>
                      <a:pt x="9411" y="0"/>
                      <a:pt x="3585" y="5378"/>
                      <a:pt x="3585" y="11652"/>
                    </a:cubicBezTo>
                    <a:lnTo>
                      <a:pt x="3585" y="21064"/>
                    </a:lnTo>
                    <a:cubicBezTo>
                      <a:pt x="3585" y="26442"/>
                      <a:pt x="7619" y="30924"/>
                      <a:pt x="13445" y="32268"/>
                    </a:cubicBezTo>
                    <a:lnTo>
                      <a:pt x="13445" y="37646"/>
                    </a:lnTo>
                    <a:cubicBezTo>
                      <a:pt x="2241" y="42128"/>
                      <a:pt x="0" y="49747"/>
                      <a:pt x="0" y="55573"/>
                    </a:cubicBezTo>
                    <a:lnTo>
                      <a:pt x="0" y="69466"/>
                    </a:lnTo>
                    <a:lnTo>
                      <a:pt x="0" y="123247"/>
                    </a:lnTo>
                    <a:lnTo>
                      <a:pt x="0" y="140725"/>
                    </a:lnTo>
                    <a:cubicBezTo>
                      <a:pt x="0" y="147000"/>
                      <a:pt x="5826" y="152378"/>
                      <a:pt x="12997" y="152378"/>
                    </a:cubicBezTo>
                    <a:lnTo>
                      <a:pt x="85600" y="152378"/>
                    </a:lnTo>
                    <a:cubicBezTo>
                      <a:pt x="92771" y="152378"/>
                      <a:pt x="98597" y="147000"/>
                      <a:pt x="98597" y="140725"/>
                    </a:cubicBezTo>
                    <a:lnTo>
                      <a:pt x="98597" y="123247"/>
                    </a:lnTo>
                    <a:lnTo>
                      <a:pt x="98597" y="69466"/>
                    </a:lnTo>
                    <a:lnTo>
                      <a:pt x="98597" y="55573"/>
                    </a:lnTo>
                    <a:cubicBezTo>
                      <a:pt x="98149" y="49747"/>
                      <a:pt x="95908" y="42128"/>
                      <a:pt x="84704" y="37646"/>
                    </a:cubicBezTo>
                    <a:close/>
                    <a:moveTo>
                      <a:pt x="7619" y="21064"/>
                    </a:moveTo>
                    <a:lnTo>
                      <a:pt x="7619" y="11652"/>
                    </a:lnTo>
                    <a:cubicBezTo>
                      <a:pt x="7619" y="7619"/>
                      <a:pt x="11652" y="4482"/>
                      <a:pt x="16134" y="4482"/>
                    </a:cubicBezTo>
                    <a:lnTo>
                      <a:pt x="81119" y="4482"/>
                    </a:lnTo>
                    <a:cubicBezTo>
                      <a:pt x="86048" y="4482"/>
                      <a:pt x="89634" y="7619"/>
                      <a:pt x="89634" y="11652"/>
                    </a:cubicBezTo>
                    <a:lnTo>
                      <a:pt x="89634" y="21064"/>
                    </a:lnTo>
                    <a:cubicBezTo>
                      <a:pt x="89634" y="25098"/>
                      <a:pt x="85600" y="28235"/>
                      <a:pt x="81119" y="28235"/>
                    </a:cubicBezTo>
                    <a:lnTo>
                      <a:pt x="16134" y="28235"/>
                    </a:lnTo>
                    <a:cubicBezTo>
                      <a:pt x="11652" y="28235"/>
                      <a:pt x="7619" y="25098"/>
                      <a:pt x="7619" y="21064"/>
                    </a:cubicBezTo>
                    <a:close/>
                    <a:moveTo>
                      <a:pt x="15686" y="41232"/>
                    </a:moveTo>
                    <a:cubicBezTo>
                      <a:pt x="16582" y="40784"/>
                      <a:pt x="17030" y="39887"/>
                      <a:pt x="17030" y="38991"/>
                    </a:cubicBezTo>
                    <a:lnTo>
                      <a:pt x="17030" y="32717"/>
                    </a:lnTo>
                    <a:lnTo>
                      <a:pt x="79774" y="32717"/>
                    </a:lnTo>
                    <a:lnTo>
                      <a:pt x="79774" y="38991"/>
                    </a:lnTo>
                    <a:cubicBezTo>
                      <a:pt x="79774" y="39887"/>
                      <a:pt x="80222" y="40784"/>
                      <a:pt x="81119" y="41232"/>
                    </a:cubicBezTo>
                    <a:cubicBezTo>
                      <a:pt x="89186" y="43921"/>
                      <a:pt x="93219" y="48851"/>
                      <a:pt x="93219" y="55573"/>
                    </a:cubicBezTo>
                    <a:lnTo>
                      <a:pt x="93219" y="67226"/>
                    </a:lnTo>
                    <a:lnTo>
                      <a:pt x="3585" y="67226"/>
                    </a:lnTo>
                    <a:lnTo>
                      <a:pt x="3585" y="55573"/>
                    </a:lnTo>
                    <a:cubicBezTo>
                      <a:pt x="4033" y="48851"/>
                      <a:pt x="8067" y="44369"/>
                      <a:pt x="15686" y="41232"/>
                    </a:cubicBezTo>
                    <a:close/>
                    <a:moveTo>
                      <a:pt x="93667" y="121006"/>
                    </a:moveTo>
                    <a:lnTo>
                      <a:pt x="4033" y="121006"/>
                    </a:lnTo>
                    <a:lnTo>
                      <a:pt x="4033" y="71707"/>
                    </a:lnTo>
                    <a:lnTo>
                      <a:pt x="93667" y="71707"/>
                    </a:lnTo>
                    <a:lnTo>
                      <a:pt x="93667" y="121006"/>
                    </a:lnTo>
                    <a:close/>
                    <a:moveTo>
                      <a:pt x="85152" y="147896"/>
                    </a:moveTo>
                    <a:lnTo>
                      <a:pt x="12549" y="147896"/>
                    </a:lnTo>
                    <a:cubicBezTo>
                      <a:pt x="7619" y="147896"/>
                      <a:pt x="4033" y="144759"/>
                      <a:pt x="4033" y="140725"/>
                    </a:cubicBezTo>
                    <a:lnTo>
                      <a:pt x="4033" y="125488"/>
                    </a:lnTo>
                    <a:lnTo>
                      <a:pt x="93667" y="125488"/>
                    </a:lnTo>
                    <a:lnTo>
                      <a:pt x="93667" y="140725"/>
                    </a:lnTo>
                    <a:cubicBezTo>
                      <a:pt x="93667" y="144759"/>
                      <a:pt x="89634" y="147896"/>
                      <a:pt x="85152" y="14789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303" name="Group 2484">
                <a:extLst>
                  <a:ext uri="{FF2B5EF4-FFF2-40B4-BE49-F238E27FC236}">
                    <a16:creationId xmlns:a16="http://schemas.microsoft.com/office/drawing/2014/main" id="{0ED1439A-23CA-CE28-1600-0150D8A2CA03}"/>
                  </a:ext>
                  <a:ext uri="{C183D7F6-B498-43B3-948B-1728B52AA6E4}">
                    <adec:decorative xmlns:adec="http://schemas.microsoft.com/office/drawing/2017/decorative" val="1"/>
                  </a:ext>
                </a:extLst>
              </p:cNvPr>
              <p:cNvGrpSpPr>
                <a:grpSpLocks noChangeAspect="1"/>
              </p:cNvGrpSpPr>
              <p:nvPr/>
            </p:nvGrpSpPr>
            <p:grpSpPr>
              <a:xfrm>
                <a:off x="9063774" y="4528679"/>
                <a:ext cx="125488" cy="138933"/>
                <a:chOff x="9120274" y="2472988"/>
                <a:chExt cx="125488" cy="138933"/>
              </a:xfrm>
            </p:grpSpPr>
            <p:sp>
              <p:nvSpPr>
                <p:cNvPr id="1304" name="Freeform: Shape 5397">
                  <a:extLst>
                    <a:ext uri="{FF2B5EF4-FFF2-40B4-BE49-F238E27FC236}">
                      <a16:creationId xmlns:a16="http://schemas.microsoft.com/office/drawing/2014/main" id="{16FA18C1-5B8A-A52A-B92C-5708FA2F7E23}"/>
                    </a:ext>
                  </a:extLst>
                </p:cNvPr>
                <p:cNvSpPr/>
                <p:nvPr/>
              </p:nvSpPr>
              <p:spPr>
                <a:xfrm>
                  <a:off x="9120274" y="2472988"/>
                  <a:ext cx="125488" cy="138933"/>
                </a:xfrm>
                <a:custGeom>
                  <a:avLst/>
                  <a:gdLst>
                    <a:gd name="connsiteX0" fmla="*/ 108457 w 125487"/>
                    <a:gd name="connsiteY0" fmla="*/ 0 h 138932"/>
                    <a:gd name="connsiteX1" fmla="*/ 17478 w 125487"/>
                    <a:gd name="connsiteY1" fmla="*/ 0 h 138932"/>
                    <a:gd name="connsiteX2" fmla="*/ 0 w 125487"/>
                    <a:gd name="connsiteY2" fmla="*/ 17479 h 138932"/>
                    <a:gd name="connsiteX3" fmla="*/ 0 w 125487"/>
                    <a:gd name="connsiteY3" fmla="*/ 121902 h 138932"/>
                    <a:gd name="connsiteX4" fmla="*/ 17478 w 125487"/>
                    <a:gd name="connsiteY4" fmla="*/ 139381 h 138932"/>
                    <a:gd name="connsiteX5" fmla="*/ 108457 w 125487"/>
                    <a:gd name="connsiteY5" fmla="*/ 139381 h 138932"/>
                    <a:gd name="connsiteX6" fmla="*/ 125936 w 125487"/>
                    <a:gd name="connsiteY6" fmla="*/ 121902 h 138932"/>
                    <a:gd name="connsiteX7" fmla="*/ 125936 w 125487"/>
                    <a:gd name="connsiteY7" fmla="*/ 17479 h 138932"/>
                    <a:gd name="connsiteX8" fmla="*/ 108457 w 125487"/>
                    <a:gd name="connsiteY8" fmla="*/ 0 h 138932"/>
                    <a:gd name="connsiteX9" fmla="*/ 121454 w 125487"/>
                    <a:gd name="connsiteY9" fmla="*/ 121902 h 138932"/>
                    <a:gd name="connsiteX10" fmla="*/ 108457 w 125487"/>
                    <a:gd name="connsiteY10" fmla="*/ 134899 h 138932"/>
                    <a:gd name="connsiteX11" fmla="*/ 17478 w 125487"/>
                    <a:gd name="connsiteY11" fmla="*/ 134899 h 138932"/>
                    <a:gd name="connsiteX12" fmla="*/ 4482 w 125487"/>
                    <a:gd name="connsiteY12" fmla="*/ 121902 h 138932"/>
                    <a:gd name="connsiteX13" fmla="*/ 4482 w 125487"/>
                    <a:gd name="connsiteY13" fmla="*/ 17479 h 138932"/>
                    <a:gd name="connsiteX14" fmla="*/ 17478 w 125487"/>
                    <a:gd name="connsiteY14" fmla="*/ 4482 h 138932"/>
                    <a:gd name="connsiteX15" fmla="*/ 108457 w 125487"/>
                    <a:gd name="connsiteY15" fmla="*/ 4482 h 138932"/>
                    <a:gd name="connsiteX16" fmla="*/ 121454 w 125487"/>
                    <a:gd name="connsiteY16" fmla="*/ 17479 h 138932"/>
                    <a:gd name="connsiteX17" fmla="*/ 121454 w 125487"/>
                    <a:gd name="connsiteY17" fmla="*/ 121902 h 13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5487" h="138932">
                      <a:moveTo>
                        <a:pt x="108457" y="0"/>
                      </a:moveTo>
                      <a:lnTo>
                        <a:pt x="17478" y="0"/>
                      </a:lnTo>
                      <a:cubicBezTo>
                        <a:pt x="8067" y="0"/>
                        <a:pt x="0" y="7619"/>
                        <a:pt x="0" y="17479"/>
                      </a:cubicBezTo>
                      <a:lnTo>
                        <a:pt x="0" y="121902"/>
                      </a:lnTo>
                      <a:cubicBezTo>
                        <a:pt x="0" y="131314"/>
                        <a:pt x="7619" y="139381"/>
                        <a:pt x="17478" y="139381"/>
                      </a:cubicBezTo>
                      <a:lnTo>
                        <a:pt x="108457" y="139381"/>
                      </a:lnTo>
                      <a:cubicBezTo>
                        <a:pt x="117869" y="139381"/>
                        <a:pt x="125936" y="131762"/>
                        <a:pt x="125936" y="121902"/>
                      </a:cubicBezTo>
                      <a:lnTo>
                        <a:pt x="125936" y="17479"/>
                      </a:lnTo>
                      <a:cubicBezTo>
                        <a:pt x="125936" y="8067"/>
                        <a:pt x="117869" y="0"/>
                        <a:pt x="108457" y="0"/>
                      </a:cubicBezTo>
                      <a:close/>
                      <a:moveTo>
                        <a:pt x="121454" y="121902"/>
                      </a:moveTo>
                      <a:cubicBezTo>
                        <a:pt x="121454" y="129073"/>
                        <a:pt x="115628" y="134899"/>
                        <a:pt x="108457" y="134899"/>
                      </a:cubicBezTo>
                      <a:lnTo>
                        <a:pt x="17478" y="134899"/>
                      </a:lnTo>
                      <a:cubicBezTo>
                        <a:pt x="10308" y="134899"/>
                        <a:pt x="4482" y="129073"/>
                        <a:pt x="4482" y="121902"/>
                      </a:cubicBezTo>
                      <a:lnTo>
                        <a:pt x="4482" y="17479"/>
                      </a:lnTo>
                      <a:cubicBezTo>
                        <a:pt x="4482" y="10308"/>
                        <a:pt x="10308" y="4482"/>
                        <a:pt x="17478" y="4482"/>
                      </a:cubicBezTo>
                      <a:lnTo>
                        <a:pt x="108457" y="4482"/>
                      </a:lnTo>
                      <a:cubicBezTo>
                        <a:pt x="115628" y="4482"/>
                        <a:pt x="121454" y="10308"/>
                        <a:pt x="121454" y="17479"/>
                      </a:cubicBezTo>
                      <a:lnTo>
                        <a:pt x="121454" y="12190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05" name="Freeform: Shape 5398">
                  <a:extLst>
                    <a:ext uri="{FF2B5EF4-FFF2-40B4-BE49-F238E27FC236}">
                      <a16:creationId xmlns:a16="http://schemas.microsoft.com/office/drawing/2014/main" id="{64D92B05-D0A0-D2A3-C37E-987D65AEE1A1}"/>
                    </a:ext>
                  </a:extLst>
                </p:cNvPr>
                <p:cNvSpPr/>
                <p:nvPr/>
              </p:nvSpPr>
              <p:spPr>
                <a:xfrm>
                  <a:off x="9143130" y="2545143"/>
                  <a:ext cx="76189" cy="31372"/>
                </a:xfrm>
                <a:custGeom>
                  <a:avLst/>
                  <a:gdLst>
                    <a:gd name="connsiteX0" fmla="*/ 62744 w 76188"/>
                    <a:gd name="connsiteY0" fmla="*/ 0 h 31371"/>
                    <a:gd name="connsiteX1" fmla="*/ 17479 w 76188"/>
                    <a:gd name="connsiteY1" fmla="*/ 0 h 31371"/>
                    <a:gd name="connsiteX2" fmla="*/ 0 w 76188"/>
                    <a:gd name="connsiteY2" fmla="*/ 17479 h 31371"/>
                    <a:gd name="connsiteX3" fmla="*/ 17479 w 76188"/>
                    <a:gd name="connsiteY3" fmla="*/ 34957 h 31371"/>
                    <a:gd name="connsiteX4" fmla="*/ 62744 w 76188"/>
                    <a:gd name="connsiteY4" fmla="*/ 34957 h 31371"/>
                    <a:gd name="connsiteX5" fmla="*/ 80223 w 76188"/>
                    <a:gd name="connsiteY5" fmla="*/ 17479 h 31371"/>
                    <a:gd name="connsiteX6" fmla="*/ 62744 w 76188"/>
                    <a:gd name="connsiteY6" fmla="*/ 0 h 31371"/>
                    <a:gd name="connsiteX7" fmla="*/ 4482 w 76188"/>
                    <a:gd name="connsiteY7" fmla="*/ 17479 h 31371"/>
                    <a:gd name="connsiteX8" fmla="*/ 17479 w 76188"/>
                    <a:gd name="connsiteY8" fmla="*/ 4482 h 31371"/>
                    <a:gd name="connsiteX9" fmla="*/ 38094 w 76188"/>
                    <a:gd name="connsiteY9" fmla="*/ 4482 h 31371"/>
                    <a:gd name="connsiteX10" fmla="*/ 38094 w 76188"/>
                    <a:gd name="connsiteY10" fmla="*/ 30476 h 31371"/>
                    <a:gd name="connsiteX11" fmla="*/ 17479 w 76188"/>
                    <a:gd name="connsiteY11" fmla="*/ 30476 h 31371"/>
                    <a:gd name="connsiteX12" fmla="*/ 4482 w 76188"/>
                    <a:gd name="connsiteY12" fmla="*/ 17479 h 31371"/>
                    <a:gd name="connsiteX13" fmla="*/ 62744 w 76188"/>
                    <a:gd name="connsiteY13" fmla="*/ 30476 h 31371"/>
                    <a:gd name="connsiteX14" fmla="*/ 42128 w 76188"/>
                    <a:gd name="connsiteY14" fmla="*/ 30476 h 31371"/>
                    <a:gd name="connsiteX15" fmla="*/ 42128 w 76188"/>
                    <a:gd name="connsiteY15" fmla="*/ 4482 h 31371"/>
                    <a:gd name="connsiteX16" fmla="*/ 62744 w 76188"/>
                    <a:gd name="connsiteY16" fmla="*/ 4482 h 31371"/>
                    <a:gd name="connsiteX17" fmla="*/ 75741 w 76188"/>
                    <a:gd name="connsiteY17" fmla="*/ 17479 h 31371"/>
                    <a:gd name="connsiteX18" fmla="*/ 62744 w 76188"/>
                    <a:gd name="connsiteY18" fmla="*/ 30476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6188" h="31371">
                      <a:moveTo>
                        <a:pt x="62744" y="0"/>
                      </a:moveTo>
                      <a:lnTo>
                        <a:pt x="17479" y="0"/>
                      </a:lnTo>
                      <a:cubicBezTo>
                        <a:pt x="8067" y="0"/>
                        <a:pt x="0" y="7619"/>
                        <a:pt x="0" y="17479"/>
                      </a:cubicBezTo>
                      <a:cubicBezTo>
                        <a:pt x="0" y="27338"/>
                        <a:pt x="7619" y="34957"/>
                        <a:pt x="17479" y="34957"/>
                      </a:cubicBezTo>
                      <a:lnTo>
                        <a:pt x="62744" y="34957"/>
                      </a:lnTo>
                      <a:cubicBezTo>
                        <a:pt x="72156" y="34957"/>
                        <a:pt x="80223" y="27338"/>
                        <a:pt x="80223" y="17479"/>
                      </a:cubicBezTo>
                      <a:cubicBezTo>
                        <a:pt x="80223" y="7619"/>
                        <a:pt x="72604" y="0"/>
                        <a:pt x="62744" y="0"/>
                      </a:cubicBezTo>
                      <a:close/>
                      <a:moveTo>
                        <a:pt x="4482" y="17479"/>
                      </a:moveTo>
                      <a:cubicBezTo>
                        <a:pt x="4482" y="10308"/>
                        <a:pt x="10308" y="4482"/>
                        <a:pt x="17479" y="4482"/>
                      </a:cubicBezTo>
                      <a:lnTo>
                        <a:pt x="38094" y="4482"/>
                      </a:lnTo>
                      <a:lnTo>
                        <a:pt x="38094" y="30476"/>
                      </a:lnTo>
                      <a:lnTo>
                        <a:pt x="17479" y="30476"/>
                      </a:lnTo>
                      <a:cubicBezTo>
                        <a:pt x="10308" y="30476"/>
                        <a:pt x="4482" y="24649"/>
                        <a:pt x="4482" y="17479"/>
                      </a:cubicBezTo>
                      <a:close/>
                      <a:moveTo>
                        <a:pt x="62744" y="30476"/>
                      </a:moveTo>
                      <a:lnTo>
                        <a:pt x="42128" y="30476"/>
                      </a:lnTo>
                      <a:lnTo>
                        <a:pt x="42128" y="4482"/>
                      </a:lnTo>
                      <a:lnTo>
                        <a:pt x="62744" y="4482"/>
                      </a:lnTo>
                      <a:cubicBezTo>
                        <a:pt x="69915" y="4482"/>
                        <a:pt x="75741" y="10308"/>
                        <a:pt x="75741" y="17479"/>
                      </a:cubicBezTo>
                      <a:cubicBezTo>
                        <a:pt x="75741" y="24649"/>
                        <a:pt x="69915" y="30476"/>
                        <a:pt x="62744" y="3047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06" name="Freeform: Shape 5399">
                  <a:extLst>
                    <a:ext uri="{FF2B5EF4-FFF2-40B4-BE49-F238E27FC236}">
                      <a16:creationId xmlns:a16="http://schemas.microsoft.com/office/drawing/2014/main" id="{D8E5A13D-1BA5-7FE2-93AB-511A56BF1E11}"/>
                    </a:ext>
                  </a:extLst>
                </p:cNvPr>
                <p:cNvSpPr/>
                <p:nvPr/>
              </p:nvSpPr>
              <p:spPr>
                <a:xfrm>
                  <a:off x="9143130" y="2503463"/>
                  <a:ext cx="76189" cy="31372"/>
                </a:xfrm>
                <a:custGeom>
                  <a:avLst/>
                  <a:gdLst>
                    <a:gd name="connsiteX0" fmla="*/ 62744 w 76188"/>
                    <a:gd name="connsiteY0" fmla="*/ 0 h 31371"/>
                    <a:gd name="connsiteX1" fmla="*/ 17479 w 76188"/>
                    <a:gd name="connsiteY1" fmla="*/ 0 h 31371"/>
                    <a:gd name="connsiteX2" fmla="*/ 0 w 76188"/>
                    <a:gd name="connsiteY2" fmla="*/ 17479 h 31371"/>
                    <a:gd name="connsiteX3" fmla="*/ 17479 w 76188"/>
                    <a:gd name="connsiteY3" fmla="*/ 34957 h 31371"/>
                    <a:gd name="connsiteX4" fmla="*/ 62744 w 76188"/>
                    <a:gd name="connsiteY4" fmla="*/ 34957 h 31371"/>
                    <a:gd name="connsiteX5" fmla="*/ 80223 w 76188"/>
                    <a:gd name="connsiteY5" fmla="*/ 17479 h 31371"/>
                    <a:gd name="connsiteX6" fmla="*/ 62744 w 76188"/>
                    <a:gd name="connsiteY6" fmla="*/ 0 h 31371"/>
                    <a:gd name="connsiteX7" fmla="*/ 4482 w 76188"/>
                    <a:gd name="connsiteY7" fmla="*/ 17030 h 31371"/>
                    <a:gd name="connsiteX8" fmla="*/ 17479 w 76188"/>
                    <a:gd name="connsiteY8" fmla="*/ 4034 h 31371"/>
                    <a:gd name="connsiteX9" fmla="*/ 38094 w 76188"/>
                    <a:gd name="connsiteY9" fmla="*/ 4034 h 31371"/>
                    <a:gd name="connsiteX10" fmla="*/ 38094 w 76188"/>
                    <a:gd name="connsiteY10" fmla="*/ 30027 h 31371"/>
                    <a:gd name="connsiteX11" fmla="*/ 17479 w 76188"/>
                    <a:gd name="connsiteY11" fmla="*/ 30027 h 31371"/>
                    <a:gd name="connsiteX12" fmla="*/ 4482 w 76188"/>
                    <a:gd name="connsiteY12" fmla="*/ 17030 h 31371"/>
                    <a:gd name="connsiteX13" fmla="*/ 62744 w 76188"/>
                    <a:gd name="connsiteY13" fmla="*/ 30027 h 31371"/>
                    <a:gd name="connsiteX14" fmla="*/ 42128 w 76188"/>
                    <a:gd name="connsiteY14" fmla="*/ 30027 h 31371"/>
                    <a:gd name="connsiteX15" fmla="*/ 42128 w 76188"/>
                    <a:gd name="connsiteY15" fmla="*/ 4034 h 31371"/>
                    <a:gd name="connsiteX16" fmla="*/ 62744 w 76188"/>
                    <a:gd name="connsiteY16" fmla="*/ 4034 h 31371"/>
                    <a:gd name="connsiteX17" fmla="*/ 75741 w 76188"/>
                    <a:gd name="connsiteY17" fmla="*/ 17030 h 31371"/>
                    <a:gd name="connsiteX18" fmla="*/ 62744 w 76188"/>
                    <a:gd name="connsiteY18" fmla="*/ 30027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6188" h="31371">
                      <a:moveTo>
                        <a:pt x="62744" y="0"/>
                      </a:moveTo>
                      <a:lnTo>
                        <a:pt x="17479" y="0"/>
                      </a:lnTo>
                      <a:cubicBezTo>
                        <a:pt x="8067" y="0"/>
                        <a:pt x="0" y="7619"/>
                        <a:pt x="0" y="17479"/>
                      </a:cubicBezTo>
                      <a:cubicBezTo>
                        <a:pt x="0" y="27338"/>
                        <a:pt x="7619" y="34957"/>
                        <a:pt x="17479" y="34957"/>
                      </a:cubicBezTo>
                      <a:lnTo>
                        <a:pt x="62744" y="34957"/>
                      </a:lnTo>
                      <a:cubicBezTo>
                        <a:pt x="72156" y="34957"/>
                        <a:pt x="80223" y="27338"/>
                        <a:pt x="80223" y="17479"/>
                      </a:cubicBezTo>
                      <a:cubicBezTo>
                        <a:pt x="80223" y="7619"/>
                        <a:pt x="72604" y="0"/>
                        <a:pt x="62744" y="0"/>
                      </a:cubicBezTo>
                      <a:close/>
                      <a:moveTo>
                        <a:pt x="4482" y="17030"/>
                      </a:moveTo>
                      <a:cubicBezTo>
                        <a:pt x="4482" y="9860"/>
                        <a:pt x="10308" y="4034"/>
                        <a:pt x="17479" y="4034"/>
                      </a:cubicBezTo>
                      <a:lnTo>
                        <a:pt x="38094" y="4034"/>
                      </a:lnTo>
                      <a:lnTo>
                        <a:pt x="38094" y="30027"/>
                      </a:lnTo>
                      <a:lnTo>
                        <a:pt x="17479" y="30027"/>
                      </a:lnTo>
                      <a:cubicBezTo>
                        <a:pt x="10308" y="30027"/>
                        <a:pt x="4482" y="24201"/>
                        <a:pt x="4482" y="17030"/>
                      </a:cubicBezTo>
                      <a:close/>
                      <a:moveTo>
                        <a:pt x="62744" y="30027"/>
                      </a:moveTo>
                      <a:lnTo>
                        <a:pt x="42128" y="30027"/>
                      </a:lnTo>
                      <a:lnTo>
                        <a:pt x="42128" y="4034"/>
                      </a:lnTo>
                      <a:lnTo>
                        <a:pt x="62744" y="4034"/>
                      </a:lnTo>
                      <a:cubicBezTo>
                        <a:pt x="69915" y="4034"/>
                        <a:pt x="75741" y="9860"/>
                        <a:pt x="75741" y="17030"/>
                      </a:cubicBezTo>
                      <a:cubicBezTo>
                        <a:pt x="75741" y="24201"/>
                        <a:pt x="69915" y="30027"/>
                        <a:pt x="62744" y="3002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07" name="Group 2485">
                <a:extLst>
                  <a:ext uri="{FF2B5EF4-FFF2-40B4-BE49-F238E27FC236}">
                    <a16:creationId xmlns:a16="http://schemas.microsoft.com/office/drawing/2014/main" id="{5F533437-64AA-A612-2A49-E2E60B402666}"/>
                  </a:ext>
                  <a:ext uri="{C183D7F6-B498-43B3-948B-1728B52AA6E4}">
                    <adec:decorative xmlns:adec="http://schemas.microsoft.com/office/drawing/2017/decorative" val="1"/>
                  </a:ext>
                </a:extLst>
              </p:cNvPr>
              <p:cNvGrpSpPr>
                <a:grpSpLocks noChangeAspect="1"/>
              </p:cNvGrpSpPr>
              <p:nvPr/>
            </p:nvGrpSpPr>
            <p:grpSpPr>
              <a:xfrm>
                <a:off x="7214624" y="4528230"/>
                <a:ext cx="151481" cy="139381"/>
                <a:chOff x="7271124" y="2472539"/>
                <a:chExt cx="151481" cy="139381"/>
              </a:xfrm>
            </p:grpSpPr>
            <p:sp>
              <p:nvSpPr>
                <p:cNvPr id="1308" name="Freeform: Shape 5394">
                  <a:extLst>
                    <a:ext uri="{FF2B5EF4-FFF2-40B4-BE49-F238E27FC236}">
                      <a16:creationId xmlns:a16="http://schemas.microsoft.com/office/drawing/2014/main" id="{810BE7A5-3388-A1CD-98A4-AEB69D83D402}"/>
                    </a:ext>
                  </a:extLst>
                </p:cNvPr>
                <p:cNvSpPr/>
                <p:nvPr/>
              </p:nvSpPr>
              <p:spPr>
                <a:xfrm>
                  <a:off x="7271124" y="2472539"/>
                  <a:ext cx="134451" cy="138933"/>
                </a:xfrm>
                <a:custGeom>
                  <a:avLst/>
                  <a:gdLst>
                    <a:gd name="connsiteX0" fmla="*/ 81119 w 134451"/>
                    <a:gd name="connsiteY0" fmla="*/ 129969 h 138932"/>
                    <a:gd name="connsiteX1" fmla="*/ 70811 w 134451"/>
                    <a:gd name="connsiteY1" fmla="*/ 134003 h 138932"/>
                    <a:gd name="connsiteX2" fmla="*/ 70811 w 134451"/>
                    <a:gd name="connsiteY2" fmla="*/ 57366 h 138932"/>
                    <a:gd name="connsiteX3" fmla="*/ 133555 w 134451"/>
                    <a:gd name="connsiteY3" fmla="*/ 32717 h 138932"/>
                    <a:gd name="connsiteX4" fmla="*/ 133555 w 134451"/>
                    <a:gd name="connsiteY4" fmla="*/ 64985 h 138932"/>
                    <a:gd name="connsiteX5" fmla="*/ 135796 w 134451"/>
                    <a:gd name="connsiteY5" fmla="*/ 67226 h 138932"/>
                    <a:gd name="connsiteX6" fmla="*/ 138036 w 134451"/>
                    <a:gd name="connsiteY6" fmla="*/ 64985 h 138932"/>
                    <a:gd name="connsiteX7" fmla="*/ 138036 w 134451"/>
                    <a:gd name="connsiteY7" fmla="*/ 29579 h 138932"/>
                    <a:gd name="connsiteX8" fmla="*/ 138036 w 134451"/>
                    <a:gd name="connsiteY8" fmla="*/ 29579 h 138932"/>
                    <a:gd name="connsiteX9" fmla="*/ 138036 w 134451"/>
                    <a:gd name="connsiteY9" fmla="*/ 28683 h 138932"/>
                    <a:gd name="connsiteX10" fmla="*/ 138036 w 134451"/>
                    <a:gd name="connsiteY10" fmla="*/ 28235 h 138932"/>
                    <a:gd name="connsiteX11" fmla="*/ 138036 w 134451"/>
                    <a:gd name="connsiteY11" fmla="*/ 27787 h 138932"/>
                    <a:gd name="connsiteX12" fmla="*/ 137140 w 134451"/>
                    <a:gd name="connsiteY12" fmla="*/ 26890 h 138932"/>
                    <a:gd name="connsiteX13" fmla="*/ 137140 w 134451"/>
                    <a:gd name="connsiteY13" fmla="*/ 26890 h 138932"/>
                    <a:gd name="connsiteX14" fmla="*/ 69915 w 134451"/>
                    <a:gd name="connsiteY14" fmla="*/ 0 h 138932"/>
                    <a:gd name="connsiteX15" fmla="*/ 68122 w 134451"/>
                    <a:gd name="connsiteY15" fmla="*/ 0 h 138932"/>
                    <a:gd name="connsiteX16" fmla="*/ 896 w 134451"/>
                    <a:gd name="connsiteY16" fmla="*/ 26890 h 138932"/>
                    <a:gd name="connsiteX17" fmla="*/ 896 w 134451"/>
                    <a:gd name="connsiteY17" fmla="*/ 26890 h 138932"/>
                    <a:gd name="connsiteX18" fmla="*/ 0 w 134451"/>
                    <a:gd name="connsiteY18" fmla="*/ 27787 h 138932"/>
                    <a:gd name="connsiteX19" fmla="*/ 0 w 134451"/>
                    <a:gd name="connsiteY19" fmla="*/ 28235 h 138932"/>
                    <a:gd name="connsiteX20" fmla="*/ 0 w 134451"/>
                    <a:gd name="connsiteY20" fmla="*/ 28683 h 138932"/>
                    <a:gd name="connsiteX21" fmla="*/ 0 w 134451"/>
                    <a:gd name="connsiteY21" fmla="*/ 29579 h 138932"/>
                    <a:gd name="connsiteX22" fmla="*/ 0 w 134451"/>
                    <a:gd name="connsiteY22" fmla="*/ 29579 h 138932"/>
                    <a:gd name="connsiteX23" fmla="*/ 0 w 134451"/>
                    <a:gd name="connsiteY23" fmla="*/ 110250 h 138932"/>
                    <a:gd name="connsiteX24" fmla="*/ 1344 w 134451"/>
                    <a:gd name="connsiteY24" fmla="*/ 112491 h 138932"/>
                    <a:gd name="connsiteX25" fmla="*/ 68122 w 134451"/>
                    <a:gd name="connsiteY25" fmla="*/ 138933 h 138932"/>
                    <a:gd name="connsiteX26" fmla="*/ 69466 w 134451"/>
                    <a:gd name="connsiteY26" fmla="*/ 139381 h 138932"/>
                    <a:gd name="connsiteX27" fmla="*/ 70811 w 134451"/>
                    <a:gd name="connsiteY27" fmla="*/ 138933 h 138932"/>
                    <a:gd name="connsiteX28" fmla="*/ 83808 w 134451"/>
                    <a:gd name="connsiteY28" fmla="*/ 134003 h 138932"/>
                    <a:gd name="connsiteX29" fmla="*/ 85152 w 134451"/>
                    <a:gd name="connsiteY29" fmla="*/ 131314 h 138932"/>
                    <a:gd name="connsiteX30" fmla="*/ 81119 w 134451"/>
                    <a:gd name="connsiteY30" fmla="*/ 129969 h 138932"/>
                    <a:gd name="connsiteX31" fmla="*/ 129521 w 134451"/>
                    <a:gd name="connsiteY31" fmla="*/ 29579 h 138932"/>
                    <a:gd name="connsiteX32" fmla="*/ 68570 w 134451"/>
                    <a:gd name="connsiteY32" fmla="*/ 53332 h 138932"/>
                    <a:gd name="connsiteX33" fmla="*/ 39887 w 134451"/>
                    <a:gd name="connsiteY33" fmla="*/ 42128 h 138932"/>
                    <a:gd name="connsiteX34" fmla="*/ 102183 w 134451"/>
                    <a:gd name="connsiteY34" fmla="*/ 18375 h 138932"/>
                    <a:gd name="connsiteX35" fmla="*/ 129521 w 134451"/>
                    <a:gd name="connsiteY35" fmla="*/ 29579 h 138932"/>
                    <a:gd name="connsiteX36" fmla="*/ 68570 w 134451"/>
                    <a:gd name="connsiteY36" fmla="*/ 4930 h 138932"/>
                    <a:gd name="connsiteX37" fmla="*/ 95908 w 134451"/>
                    <a:gd name="connsiteY37" fmla="*/ 16134 h 138932"/>
                    <a:gd name="connsiteX38" fmla="*/ 33613 w 134451"/>
                    <a:gd name="connsiteY38" fmla="*/ 39887 h 138932"/>
                    <a:gd name="connsiteX39" fmla="*/ 7171 w 134451"/>
                    <a:gd name="connsiteY39" fmla="*/ 29579 h 138932"/>
                    <a:gd name="connsiteX40" fmla="*/ 68570 w 134451"/>
                    <a:gd name="connsiteY40" fmla="*/ 4930 h 138932"/>
                    <a:gd name="connsiteX41" fmla="*/ 3585 w 134451"/>
                    <a:gd name="connsiteY41" fmla="*/ 32717 h 138932"/>
                    <a:gd name="connsiteX42" fmla="*/ 31820 w 134451"/>
                    <a:gd name="connsiteY42" fmla="*/ 43921 h 138932"/>
                    <a:gd name="connsiteX43" fmla="*/ 31820 w 134451"/>
                    <a:gd name="connsiteY43" fmla="*/ 69915 h 138932"/>
                    <a:gd name="connsiteX44" fmla="*/ 34061 w 134451"/>
                    <a:gd name="connsiteY44" fmla="*/ 72155 h 138932"/>
                    <a:gd name="connsiteX45" fmla="*/ 36302 w 134451"/>
                    <a:gd name="connsiteY45" fmla="*/ 69915 h 138932"/>
                    <a:gd name="connsiteX46" fmla="*/ 36302 w 134451"/>
                    <a:gd name="connsiteY46" fmla="*/ 45713 h 138932"/>
                    <a:gd name="connsiteX47" fmla="*/ 66329 w 134451"/>
                    <a:gd name="connsiteY47" fmla="*/ 57366 h 138932"/>
                    <a:gd name="connsiteX48" fmla="*/ 66329 w 134451"/>
                    <a:gd name="connsiteY48" fmla="*/ 134003 h 138932"/>
                    <a:gd name="connsiteX49" fmla="*/ 3585 w 134451"/>
                    <a:gd name="connsiteY49" fmla="*/ 108905 h 138932"/>
                    <a:gd name="connsiteX50" fmla="*/ 3585 w 134451"/>
                    <a:gd name="connsiteY50" fmla="*/ 32717 h 13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4451" h="138932">
                      <a:moveTo>
                        <a:pt x="81119" y="129969"/>
                      </a:moveTo>
                      <a:lnTo>
                        <a:pt x="70811" y="134003"/>
                      </a:lnTo>
                      <a:lnTo>
                        <a:pt x="70811" y="57366"/>
                      </a:lnTo>
                      <a:lnTo>
                        <a:pt x="133555" y="32717"/>
                      </a:lnTo>
                      <a:lnTo>
                        <a:pt x="133555" y="64985"/>
                      </a:lnTo>
                      <a:cubicBezTo>
                        <a:pt x="133555" y="66329"/>
                        <a:pt x="134451" y="67226"/>
                        <a:pt x="135796" y="67226"/>
                      </a:cubicBezTo>
                      <a:cubicBezTo>
                        <a:pt x="137140" y="67226"/>
                        <a:pt x="138036" y="66329"/>
                        <a:pt x="138036" y="64985"/>
                      </a:cubicBezTo>
                      <a:lnTo>
                        <a:pt x="138036" y="29579"/>
                      </a:lnTo>
                      <a:cubicBezTo>
                        <a:pt x="138036" y="29579"/>
                        <a:pt x="138036" y="29579"/>
                        <a:pt x="138036" y="29579"/>
                      </a:cubicBezTo>
                      <a:cubicBezTo>
                        <a:pt x="138036" y="29131"/>
                        <a:pt x="138036" y="29131"/>
                        <a:pt x="138036" y="28683"/>
                      </a:cubicBezTo>
                      <a:cubicBezTo>
                        <a:pt x="138036" y="28683"/>
                        <a:pt x="138036" y="28683"/>
                        <a:pt x="138036" y="28235"/>
                      </a:cubicBezTo>
                      <a:cubicBezTo>
                        <a:pt x="138036" y="28235"/>
                        <a:pt x="138036" y="28235"/>
                        <a:pt x="138036" y="27787"/>
                      </a:cubicBezTo>
                      <a:cubicBezTo>
                        <a:pt x="137588" y="27338"/>
                        <a:pt x="137588" y="27338"/>
                        <a:pt x="137140" y="26890"/>
                      </a:cubicBezTo>
                      <a:cubicBezTo>
                        <a:pt x="137140" y="26890"/>
                        <a:pt x="137140" y="26890"/>
                        <a:pt x="137140" y="26890"/>
                      </a:cubicBezTo>
                      <a:lnTo>
                        <a:pt x="69915" y="0"/>
                      </a:lnTo>
                      <a:cubicBezTo>
                        <a:pt x="69466" y="0"/>
                        <a:pt x="68570" y="0"/>
                        <a:pt x="68122" y="0"/>
                      </a:cubicBezTo>
                      <a:lnTo>
                        <a:pt x="896" y="26890"/>
                      </a:lnTo>
                      <a:cubicBezTo>
                        <a:pt x="896" y="26890"/>
                        <a:pt x="896" y="26890"/>
                        <a:pt x="896" y="26890"/>
                      </a:cubicBezTo>
                      <a:cubicBezTo>
                        <a:pt x="448" y="26890"/>
                        <a:pt x="448" y="27338"/>
                        <a:pt x="0" y="27787"/>
                      </a:cubicBezTo>
                      <a:cubicBezTo>
                        <a:pt x="0" y="27787"/>
                        <a:pt x="0" y="27787"/>
                        <a:pt x="0" y="28235"/>
                      </a:cubicBezTo>
                      <a:cubicBezTo>
                        <a:pt x="0" y="28235"/>
                        <a:pt x="0" y="28235"/>
                        <a:pt x="0" y="28683"/>
                      </a:cubicBezTo>
                      <a:cubicBezTo>
                        <a:pt x="0" y="29131"/>
                        <a:pt x="0" y="29131"/>
                        <a:pt x="0" y="29579"/>
                      </a:cubicBezTo>
                      <a:cubicBezTo>
                        <a:pt x="0" y="29579"/>
                        <a:pt x="0" y="29579"/>
                        <a:pt x="0" y="29579"/>
                      </a:cubicBezTo>
                      <a:lnTo>
                        <a:pt x="0" y="110250"/>
                      </a:lnTo>
                      <a:cubicBezTo>
                        <a:pt x="0" y="111146"/>
                        <a:pt x="448" y="112043"/>
                        <a:pt x="1344" y="112491"/>
                      </a:cubicBezTo>
                      <a:lnTo>
                        <a:pt x="68122" y="138933"/>
                      </a:lnTo>
                      <a:cubicBezTo>
                        <a:pt x="68570" y="139381"/>
                        <a:pt x="69018" y="139381"/>
                        <a:pt x="69466" y="139381"/>
                      </a:cubicBezTo>
                      <a:cubicBezTo>
                        <a:pt x="69915" y="139381"/>
                        <a:pt x="70363" y="139381"/>
                        <a:pt x="70811" y="138933"/>
                      </a:cubicBezTo>
                      <a:lnTo>
                        <a:pt x="83808" y="134003"/>
                      </a:lnTo>
                      <a:cubicBezTo>
                        <a:pt x="85152" y="133555"/>
                        <a:pt x="85600" y="132210"/>
                        <a:pt x="85152" y="131314"/>
                      </a:cubicBezTo>
                      <a:cubicBezTo>
                        <a:pt x="83808" y="129969"/>
                        <a:pt x="82463" y="129521"/>
                        <a:pt x="81119" y="129969"/>
                      </a:cubicBezTo>
                      <a:close/>
                      <a:moveTo>
                        <a:pt x="129521" y="29579"/>
                      </a:moveTo>
                      <a:lnTo>
                        <a:pt x="68570" y="53332"/>
                      </a:lnTo>
                      <a:lnTo>
                        <a:pt x="39887" y="42128"/>
                      </a:lnTo>
                      <a:lnTo>
                        <a:pt x="102183" y="18375"/>
                      </a:lnTo>
                      <a:lnTo>
                        <a:pt x="129521" y="29579"/>
                      </a:lnTo>
                      <a:close/>
                      <a:moveTo>
                        <a:pt x="68570" y="4930"/>
                      </a:moveTo>
                      <a:lnTo>
                        <a:pt x="95908" y="16134"/>
                      </a:lnTo>
                      <a:lnTo>
                        <a:pt x="33613" y="39887"/>
                      </a:lnTo>
                      <a:lnTo>
                        <a:pt x="7171" y="29579"/>
                      </a:lnTo>
                      <a:lnTo>
                        <a:pt x="68570" y="4930"/>
                      </a:lnTo>
                      <a:close/>
                      <a:moveTo>
                        <a:pt x="3585" y="32717"/>
                      </a:moveTo>
                      <a:lnTo>
                        <a:pt x="31820" y="43921"/>
                      </a:lnTo>
                      <a:lnTo>
                        <a:pt x="31820" y="69915"/>
                      </a:lnTo>
                      <a:cubicBezTo>
                        <a:pt x="31820" y="71259"/>
                        <a:pt x="32716" y="72155"/>
                        <a:pt x="34061" y="72155"/>
                      </a:cubicBezTo>
                      <a:cubicBezTo>
                        <a:pt x="35405" y="72155"/>
                        <a:pt x="36302" y="71259"/>
                        <a:pt x="36302" y="69915"/>
                      </a:cubicBezTo>
                      <a:lnTo>
                        <a:pt x="36302" y="45713"/>
                      </a:lnTo>
                      <a:lnTo>
                        <a:pt x="66329" y="57366"/>
                      </a:lnTo>
                      <a:lnTo>
                        <a:pt x="66329" y="134003"/>
                      </a:lnTo>
                      <a:lnTo>
                        <a:pt x="3585" y="108905"/>
                      </a:lnTo>
                      <a:lnTo>
                        <a:pt x="3585" y="32717"/>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09" name="Freeform: Shape 5395">
                  <a:extLst>
                    <a:ext uri="{FF2B5EF4-FFF2-40B4-BE49-F238E27FC236}">
                      <a16:creationId xmlns:a16="http://schemas.microsoft.com/office/drawing/2014/main" id="{50CD9D2C-ACC4-005A-70B5-7A6659956F3C}"/>
                    </a:ext>
                  </a:extLst>
                </p:cNvPr>
                <p:cNvSpPr/>
                <p:nvPr/>
              </p:nvSpPr>
              <p:spPr>
                <a:xfrm>
                  <a:off x="7350898" y="2540213"/>
                  <a:ext cx="71707" cy="71707"/>
                </a:xfrm>
                <a:custGeom>
                  <a:avLst/>
                  <a:gdLst>
                    <a:gd name="connsiteX0" fmla="*/ 35854 w 71707"/>
                    <a:gd name="connsiteY0" fmla="*/ 0 h 71707"/>
                    <a:gd name="connsiteX1" fmla="*/ 0 w 71707"/>
                    <a:gd name="connsiteY1" fmla="*/ 35854 h 71707"/>
                    <a:gd name="connsiteX2" fmla="*/ 35854 w 71707"/>
                    <a:gd name="connsiteY2" fmla="*/ 71707 h 71707"/>
                    <a:gd name="connsiteX3" fmla="*/ 71707 w 71707"/>
                    <a:gd name="connsiteY3" fmla="*/ 35854 h 71707"/>
                    <a:gd name="connsiteX4" fmla="*/ 35854 w 71707"/>
                    <a:gd name="connsiteY4" fmla="*/ 0 h 71707"/>
                    <a:gd name="connsiteX5" fmla="*/ 35854 w 71707"/>
                    <a:gd name="connsiteY5" fmla="*/ 67226 h 71707"/>
                    <a:gd name="connsiteX6" fmla="*/ 4482 w 71707"/>
                    <a:gd name="connsiteY6" fmla="*/ 35854 h 71707"/>
                    <a:gd name="connsiteX7" fmla="*/ 35854 w 71707"/>
                    <a:gd name="connsiteY7" fmla="*/ 4482 h 71707"/>
                    <a:gd name="connsiteX8" fmla="*/ 67226 w 71707"/>
                    <a:gd name="connsiteY8" fmla="*/ 35854 h 71707"/>
                    <a:gd name="connsiteX9" fmla="*/ 35854 w 71707"/>
                    <a:gd name="connsiteY9" fmla="*/ 67226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707" h="71707">
                      <a:moveTo>
                        <a:pt x="35854" y="0"/>
                      </a:moveTo>
                      <a:cubicBezTo>
                        <a:pt x="16134" y="0"/>
                        <a:pt x="0" y="16134"/>
                        <a:pt x="0" y="35854"/>
                      </a:cubicBezTo>
                      <a:cubicBezTo>
                        <a:pt x="0" y="55573"/>
                        <a:pt x="16134" y="71707"/>
                        <a:pt x="35854" y="71707"/>
                      </a:cubicBezTo>
                      <a:cubicBezTo>
                        <a:pt x="55573" y="71707"/>
                        <a:pt x="71707" y="55573"/>
                        <a:pt x="71707" y="35854"/>
                      </a:cubicBezTo>
                      <a:cubicBezTo>
                        <a:pt x="71707" y="16134"/>
                        <a:pt x="55573" y="0"/>
                        <a:pt x="35854" y="0"/>
                      </a:cubicBezTo>
                      <a:close/>
                      <a:moveTo>
                        <a:pt x="35854" y="67226"/>
                      </a:moveTo>
                      <a:cubicBezTo>
                        <a:pt x="18375" y="67226"/>
                        <a:pt x="4482" y="53332"/>
                        <a:pt x="4482" y="35854"/>
                      </a:cubicBezTo>
                      <a:cubicBezTo>
                        <a:pt x="4482" y="18375"/>
                        <a:pt x="18375" y="4482"/>
                        <a:pt x="35854" y="4482"/>
                      </a:cubicBezTo>
                      <a:cubicBezTo>
                        <a:pt x="53332" y="4482"/>
                        <a:pt x="67226" y="18375"/>
                        <a:pt x="67226" y="35854"/>
                      </a:cubicBezTo>
                      <a:cubicBezTo>
                        <a:pt x="67226" y="53332"/>
                        <a:pt x="53332" y="67226"/>
                        <a:pt x="35854" y="6722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10" name="Freeform: Shape 5396">
                  <a:extLst>
                    <a:ext uri="{FF2B5EF4-FFF2-40B4-BE49-F238E27FC236}">
                      <a16:creationId xmlns:a16="http://schemas.microsoft.com/office/drawing/2014/main" id="{93CE1507-002E-BEB5-5433-E94DC9BE3078}"/>
                    </a:ext>
                  </a:extLst>
                </p:cNvPr>
                <p:cNvSpPr/>
                <p:nvPr/>
              </p:nvSpPr>
              <p:spPr>
                <a:xfrm>
                  <a:off x="7368377" y="2557692"/>
                  <a:ext cx="35854" cy="35854"/>
                </a:xfrm>
                <a:custGeom>
                  <a:avLst/>
                  <a:gdLst>
                    <a:gd name="connsiteX0" fmla="*/ 34509 w 35853"/>
                    <a:gd name="connsiteY0" fmla="*/ 16134 h 35853"/>
                    <a:gd name="connsiteX1" fmla="*/ 20616 w 35853"/>
                    <a:gd name="connsiteY1" fmla="*/ 16134 h 35853"/>
                    <a:gd name="connsiteX2" fmla="*/ 20616 w 35853"/>
                    <a:gd name="connsiteY2" fmla="*/ 2241 h 35853"/>
                    <a:gd name="connsiteX3" fmla="*/ 18375 w 35853"/>
                    <a:gd name="connsiteY3" fmla="*/ 0 h 35853"/>
                    <a:gd name="connsiteX4" fmla="*/ 16134 w 35853"/>
                    <a:gd name="connsiteY4" fmla="*/ 2241 h 35853"/>
                    <a:gd name="connsiteX5" fmla="*/ 16134 w 35853"/>
                    <a:gd name="connsiteY5" fmla="*/ 16134 h 35853"/>
                    <a:gd name="connsiteX6" fmla="*/ 2241 w 35853"/>
                    <a:gd name="connsiteY6" fmla="*/ 16134 h 35853"/>
                    <a:gd name="connsiteX7" fmla="*/ 0 w 35853"/>
                    <a:gd name="connsiteY7" fmla="*/ 18375 h 35853"/>
                    <a:gd name="connsiteX8" fmla="*/ 2241 w 35853"/>
                    <a:gd name="connsiteY8" fmla="*/ 20616 h 35853"/>
                    <a:gd name="connsiteX9" fmla="*/ 16134 w 35853"/>
                    <a:gd name="connsiteY9" fmla="*/ 20616 h 35853"/>
                    <a:gd name="connsiteX10" fmla="*/ 16134 w 35853"/>
                    <a:gd name="connsiteY10" fmla="*/ 34509 h 35853"/>
                    <a:gd name="connsiteX11" fmla="*/ 18375 w 35853"/>
                    <a:gd name="connsiteY11" fmla="*/ 36750 h 35853"/>
                    <a:gd name="connsiteX12" fmla="*/ 20616 w 35853"/>
                    <a:gd name="connsiteY12" fmla="*/ 34509 h 35853"/>
                    <a:gd name="connsiteX13" fmla="*/ 20616 w 35853"/>
                    <a:gd name="connsiteY13" fmla="*/ 20616 h 35853"/>
                    <a:gd name="connsiteX14" fmla="*/ 34509 w 35853"/>
                    <a:gd name="connsiteY14" fmla="*/ 20616 h 35853"/>
                    <a:gd name="connsiteX15" fmla="*/ 36750 w 35853"/>
                    <a:gd name="connsiteY15" fmla="*/ 18375 h 35853"/>
                    <a:gd name="connsiteX16" fmla="*/ 34509 w 35853"/>
                    <a:gd name="connsiteY16" fmla="*/ 16134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853" h="35853">
                      <a:moveTo>
                        <a:pt x="34509" y="16134"/>
                      </a:moveTo>
                      <a:lnTo>
                        <a:pt x="20616" y="16134"/>
                      </a:lnTo>
                      <a:lnTo>
                        <a:pt x="20616" y="2241"/>
                      </a:lnTo>
                      <a:cubicBezTo>
                        <a:pt x="20616" y="896"/>
                        <a:pt x="19719" y="0"/>
                        <a:pt x="18375" y="0"/>
                      </a:cubicBezTo>
                      <a:cubicBezTo>
                        <a:pt x="17030" y="0"/>
                        <a:pt x="16134" y="896"/>
                        <a:pt x="16134" y="2241"/>
                      </a:cubicBezTo>
                      <a:lnTo>
                        <a:pt x="16134" y="16134"/>
                      </a:lnTo>
                      <a:lnTo>
                        <a:pt x="2241" y="16134"/>
                      </a:lnTo>
                      <a:cubicBezTo>
                        <a:pt x="896" y="16134"/>
                        <a:pt x="0" y="17031"/>
                        <a:pt x="0" y="18375"/>
                      </a:cubicBezTo>
                      <a:cubicBezTo>
                        <a:pt x="0" y="19720"/>
                        <a:pt x="896" y="20616"/>
                        <a:pt x="2241" y="20616"/>
                      </a:cubicBezTo>
                      <a:lnTo>
                        <a:pt x="16134" y="20616"/>
                      </a:lnTo>
                      <a:lnTo>
                        <a:pt x="16134" y="34509"/>
                      </a:lnTo>
                      <a:cubicBezTo>
                        <a:pt x="16134" y="35854"/>
                        <a:pt x="17030" y="36750"/>
                        <a:pt x="18375" y="36750"/>
                      </a:cubicBezTo>
                      <a:cubicBezTo>
                        <a:pt x="19719" y="36750"/>
                        <a:pt x="20616" y="35854"/>
                        <a:pt x="20616" y="34509"/>
                      </a:cubicBezTo>
                      <a:lnTo>
                        <a:pt x="20616" y="20616"/>
                      </a:lnTo>
                      <a:lnTo>
                        <a:pt x="34509" y="20616"/>
                      </a:lnTo>
                      <a:cubicBezTo>
                        <a:pt x="35854" y="20616"/>
                        <a:pt x="36750" y="19720"/>
                        <a:pt x="36750" y="18375"/>
                      </a:cubicBezTo>
                      <a:cubicBezTo>
                        <a:pt x="36750" y="17031"/>
                        <a:pt x="35854" y="16134"/>
                        <a:pt x="34509" y="1613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11" name="Group 2486">
                <a:extLst>
                  <a:ext uri="{FF2B5EF4-FFF2-40B4-BE49-F238E27FC236}">
                    <a16:creationId xmlns:a16="http://schemas.microsoft.com/office/drawing/2014/main" id="{BC097DA1-25C7-7719-F994-9DF16B5CC789}"/>
                  </a:ext>
                  <a:ext uri="{C183D7F6-B498-43B3-948B-1728B52AA6E4}">
                    <adec:decorative xmlns:adec="http://schemas.microsoft.com/office/drawing/2017/decorative" val="1"/>
                  </a:ext>
                </a:extLst>
              </p:cNvPr>
              <p:cNvGrpSpPr>
                <a:grpSpLocks noChangeAspect="1"/>
              </p:cNvGrpSpPr>
              <p:nvPr/>
            </p:nvGrpSpPr>
            <p:grpSpPr>
              <a:xfrm>
                <a:off x="7484870" y="4528230"/>
                <a:ext cx="147449" cy="138933"/>
                <a:chOff x="7541370" y="2472539"/>
                <a:chExt cx="147449" cy="138933"/>
              </a:xfrm>
            </p:grpSpPr>
            <p:sp>
              <p:nvSpPr>
                <p:cNvPr id="1312" name="Freeform: Shape 5392">
                  <a:extLst>
                    <a:ext uri="{FF2B5EF4-FFF2-40B4-BE49-F238E27FC236}">
                      <a16:creationId xmlns:a16="http://schemas.microsoft.com/office/drawing/2014/main" id="{D0DC0F9E-5872-E234-ADC4-64ED81C4475C}"/>
                    </a:ext>
                  </a:extLst>
                </p:cNvPr>
                <p:cNvSpPr/>
                <p:nvPr/>
              </p:nvSpPr>
              <p:spPr>
                <a:xfrm>
                  <a:off x="7541370" y="2472539"/>
                  <a:ext cx="134451" cy="138933"/>
                </a:xfrm>
                <a:custGeom>
                  <a:avLst/>
                  <a:gdLst>
                    <a:gd name="connsiteX0" fmla="*/ 81119 w 134451"/>
                    <a:gd name="connsiteY0" fmla="*/ 129969 h 138932"/>
                    <a:gd name="connsiteX1" fmla="*/ 70811 w 134451"/>
                    <a:gd name="connsiteY1" fmla="*/ 134003 h 138932"/>
                    <a:gd name="connsiteX2" fmla="*/ 70811 w 134451"/>
                    <a:gd name="connsiteY2" fmla="*/ 57366 h 138932"/>
                    <a:gd name="connsiteX3" fmla="*/ 133555 w 134451"/>
                    <a:gd name="connsiteY3" fmla="*/ 32717 h 138932"/>
                    <a:gd name="connsiteX4" fmla="*/ 133555 w 134451"/>
                    <a:gd name="connsiteY4" fmla="*/ 64985 h 138932"/>
                    <a:gd name="connsiteX5" fmla="*/ 135796 w 134451"/>
                    <a:gd name="connsiteY5" fmla="*/ 67226 h 138932"/>
                    <a:gd name="connsiteX6" fmla="*/ 138037 w 134451"/>
                    <a:gd name="connsiteY6" fmla="*/ 64985 h 138932"/>
                    <a:gd name="connsiteX7" fmla="*/ 138037 w 134451"/>
                    <a:gd name="connsiteY7" fmla="*/ 29579 h 138932"/>
                    <a:gd name="connsiteX8" fmla="*/ 138037 w 134451"/>
                    <a:gd name="connsiteY8" fmla="*/ 29579 h 138932"/>
                    <a:gd name="connsiteX9" fmla="*/ 138037 w 134451"/>
                    <a:gd name="connsiteY9" fmla="*/ 28683 h 138932"/>
                    <a:gd name="connsiteX10" fmla="*/ 138037 w 134451"/>
                    <a:gd name="connsiteY10" fmla="*/ 28235 h 138932"/>
                    <a:gd name="connsiteX11" fmla="*/ 138037 w 134451"/>
                    <a:gd name="connsiteY11" fmla="*/ 27787 h 138932"/>
                    <a:gd name="connsiteX12" fmla="*/ 137140 w 134451"/>
                    <a:gd name="connsiteY12" fmla="*/ 26890 h 138932"/>
                    <a:gd name="connsiteX13" fmla="*/ 137140 w 134451"/>
                    <a:gd name="connsiteY13" fmla="*/ 26890 h 138932"/>
                    <a:gd name="connsiteX14" fmla="*/ 69915 w 134451"/>
                    <a:gd name="connsiteY14" fmla="*/ 0 h 138932"/>
                    <a:gd name="connsiteX15" fmla="*/ 68122 w 134451"/>
                    <a:gd name="connsiteY15" fmla="*/ 0 h 138932"/>
                    <a:gd name="connsiteX16" fmla="*/ 896 w 134451"/>
                    <a:gd name="connsiteY16" fmla="*/ 26890 h 138932"/>
                    <a:gd name="connsiteX17" fmla="*/ 896 w 134451"/>
                    <a:gd name="connsiteY17" fmla="*/ 26890 h 138932"/>
                    <a:gd name="connsiteX18" fmla="*/ 0 w 134451"/>
                    <a:gd name="connsiteY18" fmla="*/ 27787 h 138932"/>
                    <a:gd name="connsiteX19" fmla="*/ 0 w 134451"/>
                    <a:gd name="connsiteY19" fmla="*/ 28235 h 138932"/>
                    <a:gd name="connsiteX20" fmla="*/ 0 w 134451"/>
                    <a:gd name="connsiteY20" fmla="*/ 28683 h 138932"/>
                    <a:gd name="connsiteX21" fmla="*/ 0 w 134451"/>
                    <a:gd name="connsiteY21" fmla="*/ 29579 h 138932"/>
                    <a:gd name="connsiteX22" fmla="*/ 0 w 134451"/>
                    <a:gd name="connsiteY22" fmla="*/ 29579 h 138932"/>
                    <a:gd name="connsiteX23" fmla="*/ 0 w 134451"/>
                    <a:gd name="connsiteY23" fmla="*/ 110250 h 138932"/>
                    <a:gd name="connsiteX24" fmla="*/ 1345 w 134451"/>
                    <a:gd name="connsiteY24" fmla="*/ 112491 h 138932"/>
                    <a:gd name="connsiteX25" fmla="*/ 68122 w 134451"/>
                    <a:gd name="connsiteY25" fmla="*/ 138933 h 138932"/>
                    <a:gd name="connsiteX26" fmla="*/ 69466 w 134451"/>
                    <a:gd name="connsiteY26" fmla="*/ 139381 h 138932"/>
                    <a:gd name="connsiteX27" fmla="*/ 70811 w 134451"/>
                    <a:gd name="connsiteY27" fmla="*/ 138933 h 138932"/>
                    <a:gd name="connsiteX28" fmla="*/ 83808 w 134451"/>
                    <a:gd name="connsiteY28" fmla="*/ 134003 h 138932"/>
                    <a:gd name="connsiteX29" fmla="*/ 85152 w 134451"/>
                    <a:gd name="connsiteY29" fmla="*/ 131314 h 138932"/>
                    <a:gd name="connsiteX30" fmla="*/ 81119 w 134451"/>
                    <a:gd name="connsiteY30" fmla="*/ 129969 h 138932"/>
                    <a:gd name="connsiteX31" fmla="*/ 129969 w 134451"/>
                    <a:gd name="connsiteY31" fmla="*/ 29579 h 138932"/>
                    <a:gd name="connsiteX32" fmla="*/ 69018 w 134451"/>
                    <a:gd name="connsiteY32" fmla="*/ 53332 h 138932"/>
                    <a:gd name="connsiteX33" fmla="*/ 41680 w 134451"/>
                    <a:gd name="connsiteY33" fmla="*/ 42576 h 138932"/>
                    <a:gd name="connsiteX34" fmla="*/ 102631 w 134451"/>
                    <a:gd name="connsiteY34" fmla="*/ 18375 h 138932"/>
                    <a:gd name="connsiteX35" fmla="*/ 129969 w 134451"/>
                    <a:gd name="connsiteY35" fmla="*/ 29579 h 138932"/>
                    <a:gd name="connsiteX36" fmla="*/ 68570 w 134451"/>
                    <a:gd name="connsiteY36" fmla="*/ 4930 h 138932"/>
                    <a:gd name="connsiteX37" fmla="*/ 95908 w 134451"/>
                    <a:gd name="connsiteY37" fmla="*/ 16134 h 138932"/>
                    <a:gd name="connsiteX38" fmla="*/ 34957 w 134451"/>
                    <a:gd name="connsiteY38" fmla="*/ 40335 h 138932"/>
                    <a:gd name="connsiteX39" fmla="*/ 7619 w 134451"/>
                    <a:gd name="connsiteY39" fmla="*/ 29579 h 138932"/>
                    <a:gd name="connsiteX40" fmla="*/ 68570 w 134451"/>
                    <a:gd name="connsiteY40" fmla="*/ 4930 h 138932"/>
                    <a:gd name="connsiteX41" fmla="*/ 3585 w 134451"/>
                    <a:gd name="connsiteY41" fmla="*/ 32717 h 138932"/>
                    <a:gd name="connsiteX42" fmla="*/ 32716 w 134451"/>
                    <a:gd name="connsiteY42" fmla="*/ 43921 h 138932"/>
                    <a:gd name="connsiteX43" fmla="*/ 32716 w 134451"/>
                    <a:gd name="connsiteY43" fmla="*/ 69466 h 138932"/>
                    <a:gd name="connsiteX44" fmla="*/ 34957 w 134451"/>
                    <a:gd name="connsiteY44" fmla="*/ 71707 h 138932"/>
                    <a:gd name="connsiteX45" fmla="*/ 37198 w 134451"/>
                    <a:gd name="connsiteY45" fmla="*/ 69466 h 138932"/>
                    <a:gd name="connsiteX46" fmla="*/ 37198 w 134451"/>
                    <a:gd name="connsiteY46" fmla="*/ 45713 h 138932"/>
                    <a:gd name="connsiteX47" fmla="*/ 66329 w 134451"/>
                    <a:gd name="connsiteY47" fmla="*/ 56918 h 138932"/>
                    <a:gd name="connsiteX48" fmla="*/ 66329 w 134451"/>
                    <a:gd name="connsiteY48" fmla="*/ 133555 h 138932"/>
                    <a:gd name="connsiteX49" fmla="*/ 3585 w 134451"/>
                    <a:gd name="connsiteY49" fmla="*/ 108457 h 138932"/>
                    <a:gd name="connsiteX50" fmla="*/ 3585 w 134451"/>
                    <a:gd name="connsiteY50" fmla="*/ 32717 h 13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4451" h="138932">
                      <a:moveTo>
                        <a:pt x="81119" y="129969"/>
                      </a:moveTo>
                      <a:lnTo>
                        <a:pt x="70811" y="134003"/>
                      </a:lnTo>
                      <a:lnTo>
                        <a:pt x="70811" y="57366"/>
                      </a:lnTo>
                      <a:lnTo>
                        <a:pt x="133555" y="32717"/>
                      </a:lnTo>
                      <a:lnTo>
                        <a:pt x="133555" y="64985"/>
                      </a:lnTo>
                      <a:cubicBezTo>
                        <a:pt x="133555" y="66329"/>
                        <a:pt x="134451" y="67226"/>
                        <a:pt x="135796" y="67226"/>
                      </a:cubicBezTo>
                      <a:cubicBezTo>
                        <a:pt x="137140" y="67226"/>
                        <a:pt x="138037" y="66329"/>
                        <a:pt x="138037" y="64985"/>
                      </a:cubicBezTo>
                      <a:lnTo>
                        <a:pt x="138037" y="29579"/>
                      </a:lnTo>
                      <a:cubicBezTo>
                        <a:pt x="138037" y="29579"/>
                        <a:pt x="138037" y="29579"/>
                        <a:pt x="138037" y="29579"/>
                      </a:cubicBezTo>
                      <a:cubicBezTo>
                        <a:pt x="138037" y="29131"/>
                        <a:pt x="138037" y="29131"/>
                        <a:pt x="138037" y="28683"/>
                      </a:cubicBezTo>
                      <a:cubicBezTo>
                        <a:pt x="138037" y="28683"/>
                        <a:pt x="138037" y="28683"/>
                        <a:pt x="138037" y="28235"/>
                      </a:cubicBezTo>
                      <a:cubicBezTo>
                        <a:pt x="138037" y="28235"/>
                        <a:pt x="138037" y="28235"/>
                        <a:pt x="138037" y="27787"/>
                      </a:cubicBezTo>
                      <a:cubicBezTo>
                        <a:pt x="137588" y="27338"/>
                        <a:pt x="137588" y="27338"/>
                        <a:pt x="137140" y="26890"/>
                      </a:cubicBezTo>
                      <a:cubicBezTo>
                        <a:pt x="137140" y="26890"/>
                        <a:pt x="137140" y="26890"/>
                        <a:pt x="137140" y="26890"/>
                      </a:cubicBezTo>
                      <a:lnTo>
                        <a:pt x="69915" y="0"/>
                      </a:lnTo>
                      <a:cubicBezTo>
                        <a:pt x="69466" y="0"/>
                        <a:pt x="68570" y="0"/>
                        <a:pt x="68122" y="0"/>
                      </a:cubicBezTo>
                      <a:lnTo>
                        <a:pt x="896" y="26890"/>
                      </a:lnTo>
                      <a:cubicBezTo>
                        <a:pt x="896" y="26890"/>
                        <a:pt x="896" y="26890"/>
                        <a:pt x="896" y="26890"/>
                      </a:cubicBezTo>
                      <a:cubicBezTo>
                        <a:pt x="448" y="26890"/>
                        <a:pt x="448" y="27338"/>
                        <a:pt x="0" y="27787"/>
                      </a:cubicBezTo>
                      <a:cubicBezTo>
                        <a:pt x="0" y="27787"/>
                        <a:pt x="0" y="27787"/>
                        <a:pt x="0" y="28235"/>
                      </a:cubicBezTo>
                      <a:cubicBezTo>
                        <a:pt x="0" y="28235"/>
                        <a:pt x="0" y="28235"/>
                        <a:pt x="0" y="28683"/>
                      </a:cubicBezTo>
                      <a:cubicBezTo>
                        <a:pt x="0" y="29131"/>
                        <a:pt x="0" y="29131"/>
                        <a:pt x="0" y="29579"/>
                      </a:cubicBezTo>
                      <a:cubicBezTo>
                        <a:pt x="0" y="29579"/>
                        <a:pt x="0" y="29579"/>
                        <a:pt x="0" y="29579"/>
                      </a:cubicBezTo>
                      <a:lnTo>
                        <a:pt x="0" y="110250"/>
                      </a:lnTo>
                      <a:cubicBezTo>
                        <a:pt x="0" y="111146"/>
                        <a:pt x="448" y="112043"/>
                        <a:pt x="1345" y="112491"/>
                      </a:cubicBezTo>
                      <a:lnTo>
                        <a:pt x="68122" y="138933"/>
                      </a:lnTo>
                      <a:cubicBezTo>
                        <a:pt x="68570" y="139381"/>
                        <a:pt x="69018" y="139381"/>
                        <a:pt x="69466" y="139381"/>
                      </a:cubicBezTo>
                      <a:cubicBezTo>
                        <a:pt x="69915" y="139381"/>
                        <a:pt x="70363" y="139381"/>
                        <a:pt x="70811" y="138933"/>
                      </a:cubicBezTo>
                      <a:lnTo>
                        <a:pt x="83808" y="134003"/>
                      </a:lnTo>
                      <a:cubicBezTo>
                        <a:pt x="85152" y="133555"/>
                        <a:pt x="85601" y="132210"/>
                        <a:pt x="85152" y="131314"/>
                      </a:cubicBezTo>
                      <a:cubicBezTo>
                        <a:pt x="84704" y="130418"/>
                        <a:pt x="82463" y="129521"/>
                        <a:pt x="81119" y="129969"/>
                      </a:cubicBezTo>
                      <a:close/>
                      <a:moveTo>
                        <a:pt x="129969" y="29579"/>
                      </a:moveTo>
                      <a:lnTo>
                        <a:pt x="69018" y="53332"/>
                      </a:lnTo>
                      <a:lnTo>
                        <a:pt x="41680" y="42576"/>
                      </a:lnTo>
                      <a:lnTo>
                        <a:pt x="102631" y="18375"/>
                      </a:lnTo>
                      <a:lnTo>
                        <a:pt x="129969" y="29579"/>
                      </a:lnTo>
                      <a:close/>
                      <a:moveTo>
                        <a:pt x="68570" y="4930"/>
                      </a:moveTo>
                      <a:lnTo>
                        <a:pt x="95908" y="16134"/>
                      </a:lnTo>
                      <a:lnTo>
                        <a:pt x="34957" y="40335"/>
                      </a:lnTo>
                      <a:lnTo>
                        <a:pt x="7619" y="29579"/>
                      </a:lnTo>
                      <a:lnTo>
                        <a:pt x="68570" y="4930"/>
                      </a:lnTo>
                      <a:close/>
                      <a:moveTo>
                        <a:pt x="3585" y="32717"/>
                      </a:moveTo>
                      <a:lnTo>
                        <a:pt x="32716" y="43921"/>
                      </a:lnTo>
                      <a:lnTo>
                        <a:pt x="32716" y="69466"/>
                      </a:lnTo>
                      <a:cubicBezTo>
                        <a:pt x="32716" y="70811"/>
                        <a:pt x="33613" y="71707"/>
                        <a:pt x="34957" y="71707"/>
                      </a:cubicBezTo>
                      <a:cubicBezTo>
                        <a:pt x="36302" y="71707"/>
                        <a:pt x="37198" y="70811"/>
                        <a:pt x="37198" y="69466"/>
                      </a:cubicBezTo>
                      <a:lnTo>
                        <a:pt x="37198" y="45713"/>
                      </a:lnTo>
                      <a:lnTo>
                        <a:pt x="66329" y="56918"/>
                      </a:lnTo>
                      <a:lnTo>
                        <a:pt x="66329" y="133555"/>
                      </a:lnTo>
                      <a:lnTo>
                        <a:pt x="3585" y="108457"/>
                      </a:lnTo>
                      <a:lnTo>
                        <a:pt x="3585" y="32717"/>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13" name="Freeform: Shape 5393">
                  <a:extLst>
                    <a:ext uri="{FF2B5EF4-FFF2-40B4-BE49-F238E27FC236}">
                      <a16:creationId xmlns:a16="http://schemas.microsoft.com/office/drawing/2014/main" id="{18BE7AF6-28EF-B5F2-C1EC-70F83C17222A}"/>
                    </a:ext>
                  </a:extLst>
                </p:cNvPr>
                <p:cNvSpPr/>
                <p:nvPr/>
              </p:nvSpPr>
              <p:spPr>
                <a:xfrm>
                  <a:off x="7621593" y="2540213"/>
                  <a:ext cx="67226" cy="67226"/>
                </a:xfrm>
                <a:custGeom>
                  <a:avLst/>
                  <a:gdLst>
                    <a:gd name="connsiteX0" fmla="*/ 60951 w 67225"/>
                    <a:gd name="connsiteY0" fmla="*/ 60951 h 67225"/>
                    <a:gd name="connsiteX1" fmla="*/ 71259 w 67225"/>
                    <a:gd name="connsiteY1" fmla="*/ 35854 h 67225"/>
                    <a:gd name="connsiteX2" fmla="*/ 35406 w 67225"/>
                    <a:gd name="connsiteY2" fmla="*/ 0 h 67225"/>
                    <a:gd name="connsiteX3" fmla="*/ 10308 w 67225"/>
                    <a:gd name="connsiteY3" fmla="*/ 10308 h 67225"/>
                    <a:gd name="connsiteX4" fmla="*/ 10308 w 67225"/>
                    <a:gd name="connsiteY4" fmla="*/ 10308 h 67225"/>
                    <a:gd name="connsiteX5" fmla="*/ 10308 w 67225"/>
                    <a:gd name="connsiteY5" fmla="*/ 10308 h 67225"/>
                    <a:gd name="connsiteX6" fmla="*/ 0 w 67225"/>
                    <a:gd name="connsiteY6" fmla="*/ 35405 h 67225"/>
                    <a:gd name="connsiteX7" fmla="*/ 35854 w 67225"/>
                    <a:gd name="connsiteY7" fmla="*/ 71259 h 67225"/>
                    <a:gd name="connsiteX8" fmla="*/ 60951 w 67225"/>
                    <a:gd name="connsiteY8" fmla="*/ 60951 h 67225"/>
                    <a:gd name="connsiteX9" fmla="*/ 60951 w 67225"/>
                    <a:gd name="connsiteY9" fmla="*/ 60951 h 67225"/>
                    <a:gd name="connsiteX10" fmla="*/ 60951 w 67225"/>
                    <a:gd name="connsiteY10" fmla="*/ 60951 h 67225"/>
                    <a:gd name="connsiteX11" fmla="*/ 66777 w 67225"/>
                    <a:gd name="connsiteY11" fmla="*/ 35854 h 67225"/>
                    <a:gd name="connsiteX12" fmla="*/ 59159 w 67225"/>
                    <a:gd name="connsiteY12" fmla="*/ 56469 h 67225"/>
                    <a:gd name="connsiteX13" fmla="*/ 14790 w 67225"/>
                    <a:gd name="connsiteY13" fmla="*/ 12101 h 67225"/>
                    <a:gd name="connsiteX14" fmla="*/ 35406 w 67225"/>
                    <a:gd name="connsiteY14" fmla="*/ 4482 h 67225"/>
                    <a:gd name="connsiteX15" fmla="*/ 66777 w 67225"/>
                    <a:gd name="connsiteY15" fmla="*/ 35854 h 67225"/>
                    <a:gd name="connsiteX16" fmla="*/ 4034 w 67225"/>
                    <a:gd name="connsiteY16" fmla="*/ 35854 h 67225"/>
                    <a:gd name="connsiteX17" fmla="*/ 11652 w 67225"/>
                    <a:gd name="connsiteY17" fmla="*/ 15238 h 67225"/>
                    <a:gd name="connsiteX18" fmla="*/ 56021 w 67225"/>
                    <a:gd name="connsiteY18" fmla="*/ 59607 h 67225"/>
                    <a:gd name="connsiteX19" fmla="*/ 35406 w 67225"/>
                    <a:gd name="connsiteY19" fmla="*/ 67226 h 67225"/>
                    <a:gd name="connsiteX20" fmla="*/ 4034 w 67225"/>
                    <a:gd name="connsiteY20" fmla="*/ 35854 h 6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225" h="67225">
                      <a:moveTo>
                        <a:pt x="60951" y="60951"/>
                      </a:moveTo>
                      <a:cubicBezTo>
                        <a:pt x="67226" y="54677"/>
                        <a:pt x="71259" y="45713"/>
                        <a:pt x="71259" y="35854"/>
                      </a:cubicBezTo>
                      <a:cubicBezTo>
                        <a:pt x="71259" y="16134"/>
                        <a:pt x="55125" y="0"/>
                        <a:pt x="35406" y="0"/>
                      </a:cubicBezTo>
                      <a:cubicBezTo>
                        <a:pt x="25546" y="0"/>
                        <a:pt x="16582" y="4034"/>
                        <a:pt x="10308" y="10308"/>
                      </a:cubicBezTo>
                      <a:cubicBezTo>
                        <a:pt x="10308" y="10308"/>
                        <a:pt x="10308" y="10308"/>
                        <a:pt x="10308" y="10308"/>
                      </a:cubicBezTo>
                      <a:cubicBezTo>
                        <a:pt x="10308" y="10308"/>
                        <a:pt x="10308" y="10308"/>
                        <a:pt x="10308" y="10308"/>
                      </a:cubicBezTo>
                      <a:cubicBezTo>
                        <a:pt x="4034" y="16582"/>
                        <a:pt x="0" y="25546"/>
                        <a:pt x="0" y="35405"/>
                      </a:cubicBezTo>
                      <a:cubicBezTo>
                        <a:pt x="0" y="55125"/>
                        <a:pt x="16134" y="71259"/>
                        <a:pt x="35854" y="71259"/>
                      </a:cubicBezTo>
                      <a:cubicBezTo>
                        <a:pt x="45265" y="71707"/>
                        <a:pt x="54229" y="67674"/>
                        <a:pt x="60951" y="60951"/>
                      </a:cubicBezTo>
                      <a:cubicBezTo>
                        <a:pt x="60951" y="61399"/>
                        <a:pt x="60951" y="60951"/>
                        <a:pt x="60951" y="60951"/>
                      </a:cubicBezTo>
                      <a:cubicBezTo>
                        <a:pt x="60951" y="60951"/>
                        <a:pt x="60951" y="60951"/>
                        <a:pt x="60951" y="60951"/>
                      </a:cubicBezTo>
                      <a:close/>
                      <a:moveTo>
                        <a:pt x="66777" y="35854"/>
                      </a:moveTo>
                      <a:cubicBezTo>
                        <a:pt x="66777" y="43921"/>
                        <a:pt x="64088" y="50643"/>
                        <a:pt x="59159" y="56469"/>
                      </a:cubicBezTo>
                      <a:lnTo>
                        <a:pt x="14790" y="12101"/>
                      </a:lnTo>
                      <a:cubicBezTo>
                        <a:pt x="20168" y="7171"/>
                        <a:pt x="27338" y="4482"/>
                        <a:pt x="35406" y="4482"/>
                      </a:cubicBezTo>
                      <a:cubicBezTo>
                        <a:pt x="52884" y="4482"/>
                        <a:pt x="66777" y="18375"/>
                        <a:pt x="66777" y="35854"/>
                      </a:cubicBezTo>
                      <a:close/>
                      <a:moveTo>
                        <a:pt x="4034" y="35854"/>
                      </a:moveTo>
                      <a:cubicBezTo>
                        <a:pt x="4034" y="27787"/>
                        <a:pt x="7171" y="21064"/>
                        <a:pt x="11652" y="15238"/>
                      </a:cubicBezTo>
                      <a:lnTo>
                        <a:pt x="56021" y="59607"/>
                      </a:lnTo>
                      <a:cubicBezTo>
                        <a:pt x="50643" y="64536"/>
                        <a:pt x="43473" y="67226"/>
                        <a:pt x="35406" y="67226"/>
                      </a:cubicBezTo>
                      <a:cubicBezTo>
                        <a:pt x="18375" y="67226"/>
                        <a:pt x="4034" y="52884"/>
                        <a:pt x="4034" y="3585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314" name="Freeform: Shape 2487">
                <a:extLst>
                  <a:ext uri="{FF2B5EF4-FFF2-40B4-BE49-F238E27FC236}">
                    <a16:creationId xmlns:a16="http://schemas.microsoft.com/office/drawing/2014/main" id="{8FF33B8E-BAB7-9253-E588-319CAA713662}"/>
                  </a:ext>
                  <a:ext uri="{C183D7F6-B498-43B3-948B-1728B52AA6E4}">
                    <adec:decorative xmlns:adec="http://schemas.microsoft.com/office/drawing/2017/decorative" val="1"/>
                  </a:ext>
                </a:extLst>
              </p:cNvPr>
              <p:cNvSpPr>
                <a:spLocks noChangeAspect="1"/>
              </p:cNvSpPr>
              <p:nvPr/>
            </p:nvSpPr>
            <p:spPr>
              <a:xfrm>
                <a:off x="9590150" y="4858756"/>
                <a:ext cx="147896" cy="147896"/>
              </a:xfrm>
              <a:custGeom>
                <a:avLst/>
                <a:gdLst>
                  <a:gd name="connsiteX0" fmla="*/ 148568 w 147896"/>
                  <a:gd name="connsiteY0" fmla="*/ 32044 h 147896"/>
                  <a:gd name="connsiteX1" fmla="*/ 132883 w 147896"/>
                  <a:gd name="connsiteY1" fmla="*/ 16358 h 147896"/>
                  <a:gd name="connsiteX2" fmla="*/ 132883 w 147896"/>
                  <a:gd name="connsiteY2" fmla="*/ 16358 h 147896"/>
                  <a:gd name="connsiteX3" fmla="*/ 132883 w 147896"/>
                  <a:gd name="connsiteY3" fmla="*/ 16358 h 147896"/>
                  <a:gd name="connsiteX4" fmla="*/ 117197 w 147896"/>
                  <a:gd name="connsiteY4" fmla="*/ 672 h 147896"/>
                  <a:gd name="connsiteX5" fmla="*/ 114059 w 147896"/>
                  <a:gd name="connsiteY5" fmla="*/ 672 h 147896"/>
                  <a:gd name="connsiteX6" fmla="*/ 114059 w 147896"/>
                  <a:gd name="connsiteY6" fmla="*/ 3809 h 147896"/>
                  <a:gd name="connsiteX7" fmla="*/ 128401 w 147896"/>
                  <a:gd name="connsiteY7" fmla="*/ 18151 h 147896"/>
                  <a:gd name="connsiteX8" fmla="*/ 102407 w 147896"/>
                  <a:gd name="connsiteY8" fmla="*/ 44145 h 147896"/>
                  <a:gd name="connsiteX9" fmla="*/ 75517 w 147896"/>
                  <a:gd name="connsiteY9" fmla="*/ 17255 h 147896"/>
                  <a:gd name="connsiteX10" fmla="*/ 72380 w 147896"/>
                  <a:gd name="connsiteY10" fmla="*/ 17255 h 147896"/>
                  <a:gd name="connsiteX11" fmla="*/ 72380 w 147896"/>
                  <a:gd name="connsiteY11" fmla="*/ 20392 h 147896"/>
                  <a:gd name="connsiteX12" fmla="*/ 84928 w 147896"/>
                  <a:gd name="connsiteY12" fmla="*/ 32940 h 147896"/>
                  <a:gd name="connsiteX13" fmla="*/ 47730 w 147896"/>
                  <a:gd name="connsiteY13" fmla="*/ 70139 h 147896"/>
                  <a:gd name="connsiteX14" fmla="*/ 47730 w 147896"/>
                  <a:gd name="connsiteY14" fmla="*/ 70139 h 147896"/>
                  <a:gd name="connsiteX15" fmla="*/ 47730 w 147896"/>
                  <a:gd name="connsiteY15" fmla="*/ 70139 h 147896"/>
                  <a:gd name="connsiteX16" fmla="*/ 32044 w 147896"/>
                  <a:gd name="connsiteY16" fmla="*/ 85825 h 147896"/>
                  <a:gd name="connsiteX17" fmla="*/ 32044 w 147896"/>
                  <a:gd name="connsiteY17" fmla="*/ 85825 h 147896"/>
                  <a:gd name="connsiteX18" fmla="*/ 32044 w 147896"/>
                  <a:gd name="connsiteY18" fmla="*/ 85825 h 147896"/>
                  <a:gd name="connsiteX19" fmla="*/ 19495 w 147896"/>
                  <a:gd name="connsiteY19" fmla="*/ 98373 h 147896"/>
                  <a:gd name="connsiteX20" fmla="*/ 19047 w 147896"/>
                  <a:gd name="connsiteY20" fmla="*/ 99270 h 147896"/>
                  <a:gd name="connsiteX21" fmla="*/ 19047 w 147896"/>
                  <a:gd name="connsiteY21" fmla="*/ 100166 h 147896"/>
                  <a:gd name="connsiteX22" fmla="*/ 19047 w 147896"/>
                  <a:gd name="connsiteY22" fmla="*/ 128401 h 147896"/>
                  <a:gd name="connsiteX23" fmla="*/ 672 w 147896"/>
                  <a:gd name="connsiteY23" fmla="*/ 146776 h 147896"/>
                  <a:gd name="connsiteX24" fmla="*/ 672 w 147896"/>
                  <a:gd name="connsiteY24" fmla="*/ 149913 h 147896"/>
                  <a:gd name="connsiteX25" fmla="*/ 2465 w 147896"/>
                  <a:gd name="connsiteY25" fmla="*/ 150361 h 147896"/>
                  <a:gd name="connsiteX26" fmla="*/ 4258 w 147896"/>
                  <a:gd name="connsiteY26" fmla="*/ 149913 h 147896"/>
                  <a:gd name="connsiteX27" fmla="*/ 22633 w 147896"/>
                  <a:gd name="connsiteY27" fmla="*/ 131538 h 147896"/>
                  <a:gd name="connsiteX28" fmla="*/ 50867 w 147896"/>
                  <a:gd name="connsiteY28" fmla="*/ 131538 h 147896"/>
                  <a:gd name="connsiteX29" fmla="*/ 51764 w 147896"/>
                  <a:gd name="connsiteY29" fmla="*/ 131538 h 147896"/>
                  <a:gd name="connsiteX30" fmla="*/ 52660 w 147896"/>
                  <a:gd name="connsiteY30" fmla="*/ 131090 h 147896"/>
                  <a:gd name="connsiteX31" fmla="*/ 118093 w 147896"/>
                  <a:gd name="connsiteY31" fmla="*/ 65657 h 147896"/>
                  <a:gd name="connsiteX32" fmla="*/ 130642 w 147896"/>
                  <a:gd name="connsiteY32" fmla="*/ 78206 h 147896"/>
                  <a:gd name="connsiteX33" fmla="*/ 132434 w 147896"/>
                  <a:gd name="connsiteY33" fmla="*/ 78654 h 147896"/>
                  <a:gd name="connsiteX34" fmla="*/ 134227 w 147896"/>
                  <a:gd name="connsiteY34" fmla="*/ 78206 h 147896"/>
                  <a:gd name="connsiteX35" fmla="*/ 134227 w 147896"/>
                  <a:gd name="connsiteY35" fmla="*/ 75068 h 147896"/>
                  <a:gd name="connsiteX36" fmla="*/ 107337 w 147896"/>
                  <a:gd name="connsiteY36" fmla="*/ 48178 h 147896"/>
                  <a:gd name="connsiteX37" fmla="*/ 133331 w 147896"/>
                  <a:gd name="connsiteY37" fmla="*/ 22184 h 147896"/>
                  <a:gd name="connsiteX38" fmla="*/ 147672 w 147896"/>
                  <a:gd name="connsiteY38" fmla="*/ 36526 h 147896"/>
                  <a:gd name="connsiteX39" fmla="*/ 149465 w 147896"/>
                  <a:gd name="connsiteY39" fmla="*/ 36974 h 147896"/>
                  <a:gd name="connsiteX40" fmla="*/ 151258 w 147896"/>
                  <a:gd name="connsiteY40" fmla="*/ 36526 h 147896"/>
                  <a:gd name="connsiteX41" fmla="*/ 148568 w 147896"/>
                  <a:gd name="connsiteY41" fmla="*/ 32044 h 147896"/>
                  <a:gd name="connsiteX42" fmla="*/ 48178 w 147896"/>
                  <a:gd name="connsiteY42" fmla="*/ 126608 h 147896"/>
                  <a:gd name="connsiteX43" fmla="*/ 22184 w 147896"/>
                  <a:gd name="connsiteY43" fmla="*/ 126608 h 147896"/>
                  <a:gd name="connsiteX44" fmla="*/ 22184 w 147896"/>
                  <a:gd name="connsiteY44" fmla="*/ 100614 h 147896"/>
                  <a:gd name="connsiteX45" fmla="*/ 32493 w 147896"/>
                  <a:gd name="connsiteY45" fmla="*/ 90306 h 147896"/>
                  <a:gd name="connsiteX46" fmla="*/ 40560 w 147896"/>
                  <a:gd name="connsiteY46" fmla="*/ 98373 h 147896"/>
                  <a:gd name="connsiteX47" fmla="*/ 42352 w 147896"/>
                  <a:gd name="connsiteY47" fmla="*/ 98822 h 147896"/>
                  <a:gd name="connsiteX48" fmla="*/ 44145 w 147896"/>
                  <a:gd name="connsiteY48" fmla="*/ 98373 h 147896"/>
                  <a:gd name="connsiteX49" fmla="*/ 44145 w 147896"/>
                  <a:gd name="connsiteY49" fmla="*/ 95236 h 147896"/>
                  <a:gd name="connsiteX50" fmla="*/ 35181 w 147896"/>
                  <a:gd name="connsiteY50" fmla="*/ 87169 h 147896"/>
                  <a:gd name="connsiteX51" fmla="*/ 47730 w 147896"/>
                  <a:gd name="connsiteY51" fmla="*/ 74620 h 147896"/>
                  <a:gd name="connsiteX52" fmla="*/ 55797 w 147896"/>
                  <a:gd name="connsiteY52" fmla="*/ 82687 h 147896"/>
                  <a:gd name="connsiteX53" fmla="*/ 57590 w 147896"/>
                  <a:gd name="connsiteY53" fmla="*/ 83136 h 147896"/>
                  <a:gd name="connsiteX54" fmla="*/ 59383 w 147896"/>
                  <a:gd name="connsiteY54" fmla="*/ 82687 h 147896"/>
                  <a:gd name="connsiteX55" fmla="*/ 59383 w 147896"/>
                  <a:gd name="connsiteY55" fmla="*/ 79550 h 147896"/>
                  <a:gd name="connsiteX56" fmla="*/ 51315 w 147896"/>
                  <a:gd name="connsiteY56" fmla="*/ 71483 h 147896"/>
                  <a:gd name="connsiteX57" fmla="*/ 63864 w 147896"/>
                  <a:gd name="connsiteY57" fmla="*/ 58934 h 147896"/>
                  <a:gd name="connsiteX58" fmla="*/ 71931 w 147896"/>
                  <a:gd name="connsiteY58" fmla="*/ 67001 h 147896"/>
                  <a:gd name="connsiteX59" fmla="*/ 73724 w 147896"/>
                  <a:gd name="connsiteY59" fmla="*/ 67450 h 147896"/>
                  <a:gd name="connsiteX60" fmla="*/ 75517 w 147896"/>
                  <a:gd name="connsiteY60" fmla="*/ 67001 h 147896"/>
                  <a:gd name="connsiteX61" fmla="*/ 75517 w 147896"/>
                  <a:gd name="connsiteY61" fmla="*/ 63864 h 147896"/>
                  <a:gd name="connsiteX62" fmla="*/ 67450 w 147896"/>
                  <a:gd name="connsiteY62" fmla="*/ 55797 h 147896"/>
                  <a:gd name="connsiteX63" fmla="*/ 87169 w 147896"/>
                  <a:gd name="connsiteY63" fmla="*/ 36078 h 147896"/>
                  <a:gd name="connsiteX64" fmla="*/ 113163 w 147896"/>
                  <a:gd name="connsiteY64" fmla="*/ 62072 h 147896"/>
                  <a:gd name="connsiteX65" fmla="*/ 48178 w 147896"/>
                  <a:gd name="connsiteY65" fmla="*/ 126608 h 1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47896" h="147896">
                    <a:moveTo>
                      <a:pt x="148568" y="32044"/>
                    </a:moveTo>
                    <a:lnTo>
                      <a:pt x="132883" y="16358"/>
                    </a:lnTo>
                    <a:cubicBezTo>
                      <a:pt x="132883" y="16358"/>
                      <a:pt x="132883" y="16358"/>
                      <a:pt x="132883" y="16358"/>
                    </a:cubicBezTo>
                    <a:cubicBezTo>
                      <a:pt x="132883" y="16358"/>
                      <a:pt x="132883" y="16358"/>
                      <a:pt x="132883" y="16358"/>
                    </a:cubicBezTo>
                    <a:lnTo>
                      <a:pt x="117197" y="672"/>
                    </a:lnTo>
                    <a:cubicBezTo>
                      <a:pt x="116300" y="-224"/>
                      <a:pt x="114956" y="-224"/>
                      <a:pt x="114059" y="672"/>
                    </a:cubicBezTo>
                    <a:cubicBezTo>
                      <a:pt x="113163" y="1569"/>
                      <a:pt x="113163" y="2913"/>
                      <a:pt x="114059" y="3809"/>
                    </a:cubicBezTo>
                    <a:lnTo>
                      <a:pt x="128401" y="18151"/>
                    </a:lnTo>
                    <a:lnTo>
                      <a:pt x="102407" y="44145"/>
                    </a:lnTo>
                    <a:lnTo>
                      <a:pt x="75517" y="17255"/>
                    </a:lnTo>
                    <a:cubicBezTo>
                      <a:pt x="74620" y="16358"/>
                      <a:pt x="73276" y="16358"/>
                      <a:pt x="72380" y="17255"/>
                    </a:cubicBezTo>
                    <a:cubicBezTo>
                      <a:pt x="71483" y="18151"/>
                      <a:pt x="71483" y="19495"/>
                      <a:pt x="72380" y="20392"/>
                    </a:cubicBezTo>
                    <a:lnTo>
                      <a:pt x="84928" y="32940"/>
                    </a:lnTo>
                    <a:lnTo>
                      <a:pt x="47730" y="70139"/>
                    </a:lnTo>
                    <a:cubicBezTo>
                      <a:pt x="47730" y="70139"/>
                      <a:pt x="47730" y="70139"/>
                      <a:pt x="47730" y="70139"/>
                    </a:cubicBezTo>
                    <a:cubicBezTo>
                      <a:pt x="47730" y="70139"/>
                      <a:pt x="47730" y="70139"/>
                      <a:pt x="47730" y="70139"/>
                    </a:cubicBezTo>
                    <a:lnTo>
                      <a:pt x="32044" y="85825"/>
                    </a:lnTo>
                    <a:cubicBezTo>
                      <a:pt x="32044" y="85825"/>
                      <a:pt x="32044" y="85825"/>
                      <a:pt x="32044" y="85825"/>
                    </a:cubicBezTo>
                    <a:cubicBezTo>
                      <a:pt x="32044" y="85825"/>
                      <a:pt x="32044" y="85825"/>
                      <a:pt x="32044" y="85825"/>
                    </a:cubicBezTo>
                    <a:lnTo>
                      <a:pt x="19495" y="98373"/>
                    </a:lnTo>
                    <a:cubicBezTo>
                      <a:pt x="19495" y="98373"/>
                      <a:pt x="19047" y="98822"/>
                      <a:pt x="19047" y="99270"/>
                    </a:cubicBezTo>
                    <a:cubicBezTo>
                      <a:pt x="19047" y="99718"/>
                      <a:pt x="19047" y="99718"/>
                      <a:pt x="19047" y="100166"/>
                    </a:cubicBezTo>
                    <a:lnTo>
                      <a:pt x="19047" y="128401"/>
                    </a:lnTo>
                    <a:lnTo>
                      <a:pt x="672" y="146776"/>
                    </a:lnTo>
                    <a:cubicBezTo>
                      <a:pt x="-224" y="147672"/>
                      <a:pt x="-224" y="149017"/>
                      <a:pt x="672" y="149913"/>
                    </a:cubicBezTo>
                    <a:cubicBezTo>
                      <a:pt x="1121" y="150361"/>
                      <a:pt x="1569" y="150361"/>
                      <a:pt x="2465" y="150361"/>
                    </a:cubicBezTo>
                    <a:cubicBezTo>
                      <a:pt x="3361" y="150361"/>
                      <a:pt x="3810" y="150361"/>
                      <a:pt x="4258" y="149913"/>
                    </a:cubicBezTo>
                    <a:lnTo>
                      <a:pt x="22633" y="131538"/>
                    </a:lnTo>
                    <a:lnTo>
                      <a:pt x="50867" y="131538"/>
                    </a:lnTo>
                    <a:cubicBezTo>
                      <a:pt x="51315" y="131538"/>
                      <a:pt x="51315" y="131538"/>
                      <a:pt x="51764" y="131538"/>
                    </a:cubicBezTo>
                    <a:cubicBezTo>
                      <a:pt x="52212" y="131538"/>
                      <a:pt x="52212" y="131090"/>
                      <a:pt x="52660" y="131090"/>
                    </a:cubicBezTo>
                    <a:lnTo>
                      <a:pt x="118093" y="65657"/>
                    </a:lnTo>
                    <a:lnTo>
                      <a:pt x="130642" y="78206"/>
                    </a:lnTo>
                    <a:cubicBezTo>
                      <a:pt x="131090" y="78654"/>
                      <a:pt x="131538" y="78654"/>
                      <a:pt x="132434" y="78654"/>
                    </a:cubicBezTo>
                    <a:cubicBezTo>
                      <a:pt x="133331" y="78654"/>
                      <a:pt x="133779" y="78654"/>
                      <a:pt x="134227" y="78206"/>
                    </a:cubicBezTo>
                    <a:cubicBezTo>
                      <a:pt x="135123" y="77309"/>
                      <a:pt x="135123" y="75965"/>
                      <a:pt x="134227" y="75068"/>
                    </a:cubicBezTo>
                    <a:lnTo>
                      <a:pt x="107337" y="48178"/>
                    </a:lnTo>
                    <a:lnTo>
                      <a:pt x="133331" y="22184"/>
                    </a:lnTo>
                    <a:lnTo>
                      <a:pt x="147672" y="36526"/>
                    </a:lnTo>
                    <a:cubicBezTo>
                      <a:pt x="148120" y="36974"/>
                      <a:pt x="148568" y="36974"/>
                      <a:pt x="149465" y="36974"/>
                    </a:cubicBezTo>
                    <a:cubicBezTo>
                      <a:pt x="150361" y="36974"/>
                      <a:pt x="150809" y="36974"/>
                      <a:pt x="151258" y="36526"/>
                    </a:cubicBezTo>
                    <a:cubicBezTo>
                      <a:pt x="149465" y="34285"/>
                      <a:pt x="149465" y="32940"/>
                      <a:pt x="148568" y="32044"/>
                    </a:cubicBezTo>
                    <a:close/>
                    <a:moveTo>
                      <a:pt x="48178" y="126608"/>
                    </a:moveTo>
                    <a:lnTo>
                      <a:pt x="22184" y="126608"/>
                    </a:lnTo>
                    <a:lnTo>
                      <a:pt x="22184" y="100614"/>
                    </a:lnTo>
                    <a:lnTo>
                      <a:pt x="32493" y="90306"/>
                    </a:lnTo>
                    <a:lnTo>
                      <a:pt x="40560" y="98373"/>
                    </a:lnTo>
                    <a:cubicBezTo>
                      <a:pt x="41008" y="98822"/>
                      <a:pt x="41456" y="98822"/>
                      <a:pt x="42352" y="98822"/>
                    </a:cubicBezTo>
                    <a:cubicBezTo>
                      <a:pt x="43248" y="98822"/>
                      <a:pt x="43697" y="98822"/>
                      <a:pt x="44145" y="98373"/>
                    </a:cubicBezTo>
                    <a:cubicBezTo>
                      <a:pt x="45041" y="97477"/>
                      <a:pt x="45041" y="96133"/>
                      <a:pt x="44145" y="95236"/>
                    </a:cubicBezTo>
                    <a:lnTo>
                      <a:pt x="35181" y="87169"/>
                    </a:lnTo>
                    <a:lnTo>
                      <a:pt x="47730" y="74620"/>
                    </a:lnTo>
                    <a:lnTo>
                      <a:pt x="55797" y="82687"/>
                    </a:lnTo>
                    <a:cubicBezTo>
                      <a:pt x="56246" y="83136"/>
                      <a:pt x="56694" y="83136"/>
                      <a:pt x="57590" y="83136"/>
                    </a:cubicBezTo>
                    <a:cubicBezTo>
                      <a:pt x="58486" y="83136"/>
                      <a:pt x="58934" y="83136"/>
                      <a:pt x="59383" y="82687"/>
                    </a:cubicBezTo>
                    <a:cubicBezTo>
                      <a:pt x="60279" y="81791"/>
                      <a:pt x="60279" y="80447"/>
                      <a:pt x="59383" y="79550"/>
                    </a:cubicBezTo>
                    <a:lnTo>
                      <a:pt x="51315" y="71483"/>
                    </a:lnTo>
                    <a:lnTo>
                      <a:pt x="63864" y="58934"/>
                    </a:lnTo>
                    <a:lnTo>
                      <a:pt x="71931" y="67001"/>
                    </a:lnTo>
                    <a:cubicBezTo>
                      <a:pt x="72380" y="67450"/>
                      <a:pt x="72828" y="67450"/>
                      <a:pt x="73724" y="67450"/>
                    </a:cubicBezTo>
                    <a:cubicBezTo>
                      <a:pt x="74620" y="67450"/>
                      <a:pt x="75069" y="67450"/>
                      <a:pt x="75517" y="67001"/>
                    </a:cubicBezTo>
                    <a:cubicBezTo>
                      <a:pt x="76413" y="66105"/>
                      <a:pt x="76413" y="64761"/>
                      <a:pt x="75517" y="63864"/>
                    </a:cubicBezTo>
                    <a:lnTo>
                      <a:pt x="67450" y="55797"/>
                    </a:lnTo>
                    <a:lnTo>
                      <a:pt x="87169" y="36078"/>
                    </a:lnTo>
                    <a:lnTo>
                      <a:pt x="113163" y="62072"/>
                    </a:lnTo>
                    <a:lnTo>
                      <a:pt x="48178" y="126608"/>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15" name="Freeform: Shape 2488">
                <a:extLst>
                  <a:ext uri="{FF2B5EF4-FFF2-40B4-BE49-F238E27FC236}">
                    <a16:creationId xmlns:a16="http://schemas.microsoft.com/office/drawing/2014/main" id="{838FDDFF-9BD4-7770-9507-DE8B8271E1A7}"/>
                  </a:ext>
                  <a:ext uri="{C183D7F6-B498-43B3-948B-1728B52AA6E4}">
                    <adec:decorative xmlns:adec="http://schemas.microsoft.com/office/drawing/2017/decorative" val="1"/>
                  </a:ext>
                </a:extLst>
              </p:cNvPr>
              <p:cNvSpPr>
                <a:spLocks noChangeAspect="1"/>
              </p:cNvSpPr>
              <p:nvPr/>
            </p:nvSpPr>
            <p:spPr>
              <a:xfrm>
                <a:off x="9050441" y="4873546"/>
                <a:ext cx="138933" cy="138933"/>
              </a:xfrm>
              <a:custGeom>
                <a:avLst/>
                <a:gdLst>
                  <a:gd name="connsiteX0" fmla="*/ 142854 w 138932"/>
                  <a:gd name="connsiteY0" fmla="*/ 49523 h 138932"/>
                  <a:gd name="connsiteX1" fmla="*/ 94004 w 138932"/>
                  <a:gd name="connsiteY1" fmla="*/ 672 h 138932"/>
                  <a:gd name="connsiteX2" fmla="*/ 90866 w 138932"/>
                  <a:gd name="connsiteY2" fmla="*/ 672 h 138932"/>
                  <a:gd name="connsiteX3" fmla="*/ 90866 w 138932"/>
                  <a:gd name="connsiteY3" fmla="*/ 3810 h 138932"/>
                  <a:gd name="connsiteX4" fmla="*/ 98037 w 138932"/>
                  <a:gd name="connsiteY4" fmla="*/ 10980 h 138932"/>
                  <a:gd name="connsiteX5" fmla="*/ 76525 w 138932"/>
                  <a:gd name="connsiteY5" fmla="*/ 32492 h 138932"/>
                  <a:gd name="connsiteX6" fmla="*/ 76525 w 138932"/>
                  <a:gd name="connsiteY6" fmla="*/ 32492 h 138932"/>
                  <a:gd name="connsiteX7" fmla="*/ 76525 w 138932"/>
                  <a:gd name="connsiteY7" fmla="*/ 32492 h 138932"/>
                  <a:gd name="connsiteX8" fmla="*/ 7059 w 138932"/>
                  <a:gd name="connsiteY8" fmla="*/ 101959 h 138932"/>
                  <a:gd name="connsiteX9" fmla="*/ 7059 w 138932"/>
                  <a:gd name="connsiteY9" fmla="*/ 136020 h 138932"/>
                  <a:gd name="connsiteX10" fmla="*/ 24089 w 138932"/>
                  <a:gd name="connsiteY10" fmla="*/ 143190 h 138932"/>
                  <a:gd name="connsiteX11" fmla="*/ 41120 w 138932"/>
                  <a:gd name="connsiteY11" fmla="*/ 136020 h 138932"/>
                  <a:gd name="connsiteX12" fmla="*/ 131650 w 138932"/>
                  <a:gd name="connsiteY12" fmla="*/ 45489 h 138932"/>
                  <a:gd name="connsiteX13" fmla="*/ 138821 w 138932"/>
                  <a:gd name="connsiteY13" fmla="*/ 52660 h 138932"/>
                  <a:gd name="connsiteX14" fmla="*/ 140613 w 138932"/>
                  <a:gd name="connsiteY14" fmla="*/ 53108 h 138932"/>
                  <a:gd name="connsiteX15" fmla="*/ 142406 w 138932"/>
                  <a:gd name="connsiteY15" fmla="*/ 52660 h 138932"/>
                  <a:gd name="connsiteX16" fmla="*/ 142854 w 138932"/>
                  <a:gd name="connsiteY16" fmla="*/ 49523 h 138932"/>
                  <a:gd name="connsiteX17" fmla="*/ 38431 w 138932"/>
                  <a:gd name="connsiteY17" fmla="*/ 132883 h 138932"/>
                  <a:gd name="connsiteX18" fmla="*/ 24537 w 138932"/>
                  <a:gd name="connsiteY18" fmla="*/ 138709 h 138932"/>
                  <a:gd name="connsiteX19" fmla="*/ 10644 w 138932"/>
                  <a:gd name="connsiteY19" fmla="*/ 132883 h 138932"/>
                  <a:gd name="connsiteX20" fmla="*/ 10644 w 138932"/>
                  <a:gd name="connsiteY20" fmla="*/ 105096 h 138932"/>
                  <a:gd name="connsiteX21" fmla="*/ 23641 w 138932"/>
                  <a:gd name="connsiteY21" fmla="*/ 92099 h 138932"/>
                  <a:gd name="connsiteX22" fmla="*/ 31708 w 138932"/>
                  <a:gd name="connsiteY22" fmla="*/ 100166 h 138932"/>
                  <a:gd name="connsiteX23" fmla="*/ 33501 w 138932"/>
                  <a:gd name="connsiteY23" fmla="*/ 100614 h 138932"/>
                  <a:gd name="connsiteX24" fmla="*/ 35293 w 138932"/>
                  <a:gd name="connsiteY24" fmla="*/ 100166 h 138932"/>
                  <a:gd name="connsiteX25" fmla="*/ 35293 w 138932"/>
                  <a:gd name="connsiteY25" fmla="*/ 97029 h 138932"/>
                  <a:gd name="connsiteX26" fmla="*/ 27226 w 138932"/>
                  <a:gd name="connsiteY26" fmla="*/ 88962 h 138932"/>
                  <a:gd name="connsiteX27" fmla="*/ 42464 w 138932"/>
                  <a:gd name="connsiteY27" fmla="*/ 73724 h 138932"/>
                  <a:gd name="connsiteX28" fmla="*/ 50531 w 138932"/>
                  <a:gd name="connsiteY28" fmla="*/ 81791 h 138932"/>
                  <a:gd name="connsiteX29" fmla="*/ 52324 w 138932"/>
                  <a:gd name="connsiteY29" fmla="*/ 82239 h 138932"/>
                  <a:gd name="connsiteX30" fmla="*/ 54116 w 138932"/>
                  <a:gd name="connsiteY30" fmla="*/ 81791 h 138932"/>
                  <a:gd name="connsiteX31" fmla="*/ 54116 w 138932"/>
                  <a:gd name="connsiteY31" fmla="*/ 78654 h 138932"/>
                  <a:gd name="connsiteX32" fmla="*/ 46049 w 138932"/>
                  <a:gd name="connsiteY32" fmla="*/ 70587 h 138932"/>
                  <a:gd name="connsiteX33" fmla="*/ 61287 w 138932"/>
                  <a:gd name="connsiteY33" fmla="*/ 55349 h 138932"/>
                  <a:gd name="connsiteX34" fmla="*/ 69354 w 138932"/>
                  <a:gd name="connsiteY34" fmla="*/ 63416 h 138932"/>
                  <a:gd name="connsiteX35" fmla="*/ 71147 w 138932"/>
                  <a:gd name="connsiteY35" fmla="*/ 63864 h 138932"/>
                  <a:gd name="connsiteX36" fmla="*/ 72940 w 138932"/>
                  <a:gd name="connsiteY36" fmla="*/ 63416 h 138932"/>
                  <a:gd name="connsiteX37" fmla="*/ 72940 w 138932"/>
                  <a:gd name="connsiteY37" fmla="*/ 60279 h 138932"/>
                  <a:gd name="connsiteX38" fmla="*/ 64873 w 138932"/>
                  <a:gd name="connsiteY38" fmla="*/ 52212 h 138932"/>
                  <a:gd name="connsiteX39" fmla="*/ 80110 w 138932"/>
                  <a:gd name="connsiteY39" fmla="*/ 36974 h 138932"/>
                  <a:gd name="connsiteX40" fmla="*/ 88178 w 138932"/>
                  <a:gd name="connsiteY40" fmla="*/ 45041 h 138932"/>
                  <a:gd name="connsiteX41" fmla="*/ 89970 w 138932"/>
                  <a:gd name="connsiteY41" fmla="*/ 45489 h 138932"/>
                  <a:gd name="connsiteX42" fmla="*/ 91763 w 138932"/>
                  <a:gd name="connsiteY42" fmla="*/ 45041 h 138932"/>
                  <a:gd name="connsiteX43" fmla="*/ 91763 w 138932"/>
                  <a:gd name="connsiteY43" fmla="*/ 41904 h 138932"/>
                  <a:gd name="connsiteX44" fmla="*/ 83696 w 138932"/>
                  <a:gd name="connsiteY44" fmla="*/ 33837 h 138932"/>
                  <a:gd name="connsiteX45" fmla="*/ 103415 w 138932"/>
                  <a:gd name="connsiteY45" fmla="*/ 14117 h 138932"/>
                  <a:gd name="connsiteX46" fmla="*/ 131202 w 138932"/>
                  <a:gd name="connsiteY46" fmla="*/ 41904 h 138932"/>
                  <a:gd name="connsiteX47" fmla="*/ 38431 w 138932"/>
                  <a:gd name="connsiteY47" fmla="*/ 132883 h 13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38932" h="138932">
                    <a:moveTo>
                      <a:pt x="142854" y="49523"/>
                    </a:moveTo>
                    <a:lnTo>
                      <a:pt x="94004" y="672"/>
                    </a:lnTo>
                    <a:cubicBezTo>
                      <a:pt x="93107" y="-224"/>
                      <a:pt x="91763" y="-224"/>
                      <a:pt x="90866" y="672"/>
                    </a:cubicBezTo>
                    <a:cubicBezTo>
                      <a:pt x="89970" y="1569"/>
                      <a:pt x="89970" y="2913"/>
                      <a:pt x="90866" y="3810"/>
                    </a:cubicBezTo>
                    <a:lnTo>
                      <a:pt x="98037" y="10980"/>
                    </a:lnTo>
                    <a:lnTo>
                      <a:pt x="76525" y="32492"/>
                    </a:lnTo>
                    <a:lnTo>
                      <a:pt x="76525" y="32492"/>
                    </a:lnTo>
                    <a:lnTo>
                      <a:pt x="76525" y="32492"/>
                    </a:lnTo>
                    <a:lnTo>
                      <a:pt x="7059" y="101959"/>
                    </a:lnTo>
                    <a:cubicBezTo>
                      <a:pt x="-2353" y="111370"/>
                      <a:pt x="-2353" y="126608"/>
                      <a:pt x="7059" y="136020"/>
                    </a:cubicBezTo>
                    <a:cubicBezTo>
                      <a:pt x="11540" y="140501"/>
                      <a:pt x="17815" y="143190"/>
                      <a:pt x="24089" y="143190"/>
                    </a:cubicBezTo>
                    <a:cubicBezTo>
                      <a:pt x="30364" y="143190"/>
                      <a:pt x="36638" y="140501"/>
                      <a:pt x="41120" y="136020"/>
                    </a:cubicBezTo>
                    <a:lnTo>
                      <a:pt x="131650" y="45489"/>
                    </a:lnTo>
                    <a:lnTo>
                      <a:pt x="138821" y="52660"/>
                    </a:lnTo>
                    <a:cubicBezTo>
                      <a:pt x="139269" y="53108"/>
                      <a:pt x="139717" y="53108"/>
                      <a:pt x="140613" y="53108"/>
                    </a:cubicBezTo>
                    <a:cubicBezTo>
                      <a:pt x="141510" y="53108"/>
                      <a:pt x="141958" y="53108"/>
                      <a:pt x="142406" y="52660"/>
                    </a:cubicBezTo>
                    <a:cubicBezTo>
                      <a:pt x="143302" y="51764"/>
                      <a:pt x="143302" y="50419"/>
                      <a:pt x="142854" y="49523"/>
                    </a:cubicBezTo>
                    <a:close/>
                    <a:moveTo>
                      <a:pt x="38431" y="132883"/>
                    </a:moveTo>
                    <a:cubicBezTo>
                      <a:pt x="34845" y="136468"/>
                      <a:pt x="29915" y="138709"/>
                      <a:pt x="24537" y="138709"/>
                    </a:cubicBezTo>
                    <a:cubicBezTo>
                      <a:pt x="19159" y="138709"/>
                      <a:pt x="14229" y="136468"/>
                      <a:pt x="10644" y="132883"/>
                    </a:cubicBezTo>
                    <a:cubicBezTo>
                      <a:pt x="3025" y="125264"/>
                      <a:pt x="3025" y="112715"/>
                      <a:pt x="10644" y="105096"/>
                    </a:cubicBezTo>
                    <a:lnTo>
                      <a:pt x="23641" y="92099"/>
                    </a:lnTo>
                    <a:lnTo>
                      <a:pt x="31708" y="100166"/>
                    </a:lnTo>
                    <a:cubicBezTo>
                      <a:pt x="32156" y="100614"/>
                      <a:pt x="32604" y="100614"/>
                      <a:pt x="33501" y="100614"/>
                    </a:cubicBezTo>
                    <a:cubicBezTo>
                      <a:pt x="34397" y="100614"/>
                      <a:pt x="34845" y="100614"/>
                      <a:pt x="35293" y="100166"/>
                    </a:cubicBezTo>
                    <a:cubicBezTo>
                      <a:pt x="36190" y="99270"/>
                      <a:pt x="36190" y="97925"/>
                      <a:pt x="35293" y="97029"/>
                    </a:cubicBezTo>
                    <a:lnTo>
                      <a:pt x="27226" y="88962"/>
                    </a:lnTo>
                    <a:lnTo>
                      <a:pt x="42464" y="73724"/>
                    </a:lnTo>
                    <a:lnTo>
                      <a:pt x="50531" y="81791"/>
                    </a:lnTo>
                    <a:cubicBezTo>
                      <a:pt x="50979" y="82239"/>
                      <a:pt x="51428" y="82239"/>
                      <a:pt x="52324" y="82239"/>
                    </a:cubicBezTo>
                    <a:cubicBezTo>
                      <a:pt x="53220" y="82239"/>
                      <a:pt x="53668" y="82239"/>
                      <a:pt x="54116" y="81791"/>
                    </a:cubicBezTo>
                    <a:cubicBezTo>
                      <a:pt x="55013" y="80895"/>
                      <a:pt x="55013" y="79550"/>
                      <a:pt x="54116" y="78654"/>
                    </a:cubicBezTo>
                    <a:lnTo>
                      <a:pt x="46049" y="70587"/>
                    </a:lnTo>
                    <a:lnTo>
                      <a:pt x="61287" y="55349"/>
                    </a:lnTo>
                    <a:lnTo>
                      <a:pt x="69354" y="63416"/>
                    </a:lnTo>
                    <a:cubicBezTo>
                      <a:pt x="69802" y="63864"/>
                      <a:pt x="70251" y="63864"/>
                      <a:pt x="71147" y="63864"/>
                    </a:cubicBezTo>
                    <a:cubicBezTo>
                      <a:pt x="72043" y="63864"/>
                      <a:pt x="72492" y="63864"/>
                      <a:pt x="72940" y="63416"/>
                    </a:cubicBezTo>
                    <a:cubicBezTo>
                      <a:pt x="73836" y="62520"/>
                      <a:pt x="73836" y="61175"/>
                      <a:pt x="72940" y="60279"/>
                    </a:cubicBezTo>
                    <a:lnTo>
                      <a:pt x="64873" y="52212"/>
                    </a:lnTo>
                    <a:lnTo>
                      <a:pt x="80110" y="36974"/>
                    </a:lnTo>
                    <a:lnTo>
                      <a:pt x="88178" y="45041"/>
                    </a:lnTo>
                    <a:cubicBezTo>
                      <a:pt x="88626" y="45489"/>
                      <a:pt x="89074" y="45489"/>
                      <a:pt x="89970" y="45489"/>
                    </a:cubicBezTo>
                    <a:cubicBezTo>
                      <a:pt x="90866" y="45489"/>
                      <a:pt x="91315" y="45489"/>
                      <a:pt x="91763" y="45041"/>
                    </a:cubicBezTo>
                    <a:cubicBezTo>
                      <a:pt x="92659" y="44145"/>
                      <a:pt x="92659" y="42800"/>
                      <a:pt x="91763" y="41904"/>
                    </a:cubicBezTo>
                    <a:lnTo>
                      <a:pt x="83696" y="33837"/>
                    </a:lnTo>
                    <a:lnTo>
                      <a:pt x="103415" y="14117"/>
                    </a:lnTo>
                    <a:lnTo>
                      <a:pt x="131202" y="41904"/>
                    </a:lnTo>
                    <a:lnTo>
                      <a:pt x="38431" y="132883"/>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16" name="Freeform: Shape 2489">
                <a:extLst>
                  <a:ext uri="{FF2B5EF4-FFF2-40B4-BE49-F238E27FC236}">
                    <a16:creationId xmlns:a16="http://schemas.microsoft.com/office/drawing/2014/main" id="{91CDE2C2-3E42-E2EF-3DD6-CCA31172A4B2}"/>
                  </a:ext>
                  <a:ext uri="{C183D7F6-B498-43B3-948B-1728B52AA6E4}">
                    <adec:decorative xmlns:adec="http://schemas.microsoft.com/office/drawing/2017/decorative" val="1"/>
                  </a:ext>
                </a:extLst>
              </p:cNvPr>
              <p:cNvSpPr>
                <a:spLocks noChangeAspect="1"/>
              </p:cNvSpPr>
              <p:nvPr/>
            </p:nvSpPr>
            <p:spPr>
              <a:xfrm>
                <a:off x="9321136" y="4873994"/>
                <a:ext cx="138933" cy="138933"/>
              </a:xfrm>
              <a:custGeom>
                <a:avLst/>
                <a:gdLst>
                  <a:gd name="connsiteX0" fmla="*/ 142406 w 138932"/>
                  <a:gd name="connsiteY0" fmla="*/ 49075 h 138932"/>
                  <a:gd name="connsiteX1" fmla="*/ 133443 w 138932"/>
                  <a:gd name="connsiteY1" fmla="*/ 40111 h 138932"/>
                  <a:gd name="connsiteX2" fmla="*/ 133443 w 138932"/>
                  <a:gd name="connsiteY2" fmla="*/ 40111 h 138932"/>
                  <a:gd name="connsiteX3" fmla="*/ 133443 w 138932"/>
                  <a:gd name="connsiteY3" fmla="*/ 40111 h 138932"/>
                  <a:gd name="connsiteX4" fmla="*/ 102519 w 138932"/>
                  <a:gd name="connsiteY4" fmla="*/ 9188 h 138932"/>
                  <a:gd name="connsiteX5" fmla="*/ 102519 w 138932"/>
                  <a:gd name="connsiteY5" fmla="*/ 9188 h 138932"/>
                  <a:gd name="connsiteX6" fmla="*/ 102519 w 138932"/>
                  <a:gd name="connsiteY6" fmla="*/ 9188 h 138932"/>
                  <a:gd name="connsiteX7" fmla="*/ 94004 w 138932"/>
                  <a:gd name="connsiteY7" fmla="*/ 672 h 138932"/>
                  <a:gd name="connsiteX8" fmla="*/ 90867 w 138932"/>
                  <a:gd name="connsiteY8" fmla="*/ 672 h 138932"/>
                  <a:gd name="connsiteX9" fmla="*/ 90867 w 138932"/>
                  <a:gd name="connsiteY9" fmla="*/ 3809 h 138932"/>
                  <a:gd name="connsiteX10" fmla="*/ 98037 w 138932"/>
                  <a:gd name="connsiteY10" fmla="*/ 10980 h 138932"/>
                  <a:gd name="connsiteX11" fmla="*/ 9748 w 138932"/>
                  <a:gd name="connsiteY11" fmla="*/ 98822 h 138932"/>
                  <a:gd name="connsiteX12" fmla="*/ 9748 w 138932"/>
                  <a:gd name="connsiteY12" fmla="*/ 98822 h 138932"/>
                  <a:gd name="connsiteX13" fmla="*/ 7059 w 138932"/>
                  <a:gd name="connsiteY13" fmla="*/ 101511 h 138932"/>
                  <a:gd name="connsiteX14" fmla="*/ 7059 w 138932"/>
                  <a:gd name="connsiteY14" fmla="*/ 135572 h 138932"/>
                  <a:gd name="connsiteX15" fmla="*/ 24089 w 138932"/>
                  <a:gd name="connsiteY15" fmla="*/ 142742 h 138932"/>
                  <a:gd name="connsiteX16" fmla="*/ 41120 w 138932"/>
                  <a:gd name="connsiteY16" fmla="*/ 135572 h 138932"/>
                  <a:gd name="connsiteX17" fmla="*/ 131650 w 138932"/>
                  <a:gd name="connsiteY17" fmla="*/ 45041 h 138932"/>
                  <a:gd name="connsiteX18" fmla="*/ 138821 w 138932"/>
                  <a:gd name="connsiteY18" fmla="*/ 52212 h 138932"/>
                  <a:gd name="connsiteX19" fmla="*/ 140613 w 138932"/>
                  <a:gd name="connsiteY19" fmla="*/ 52660 h 138932"/>
                  <a:gd name="connsiteX20" fmla="*/ 142406 w 138932"/>
                  <a:gd name="connsiteY20" fmla="*/ 52212 h 138932"/>
                  <a:gd name="connsiteX21" fmla="*/ 142406 w 138932"/>
                  <a:gd name="connsiteY21" fmla="*/ 49075 h 138932"/>
                  <a:gd name="connsiteX22" fmla="*/ 10196 w 138932"/>
                  <a:gd name="connsiteY22" fmla="*/ 132434 h 138932"/>
                  <a:gd name="connsiteX23" fmla="*/ 10196 w 138932"/>
                  <a:gd name="connsiteY23" fmla="*/ 104648 h 138932"/>
                  <a:gd name="connsiteX24" fmla="*/ 12437 w 138932"/>
                  <a:gd name="connsiteY24" fmla="*/ 102407 h 138932"/>
                  <a:gd name="connsiteX25" fmla="*/ 68010 w 138932"/>
                  <a:gd name="connsiteY25" fmla="*/ 102407 h 138932"/>
                  <a:gd name="connsiteX26" fmla="*/ 37982 w 138932"/>
                  <a:gd name="connsiteY26" fmla="*/ 132434 h 138932"/>
                  <a:gd name="connsiteX27" fmla="*/ 24089 w 138932"/>
                  <a:gd name="connsiteY27" fmla="*/ 138261 h 138932"/>
                  <a:gd name="connsiteX28" fmla="*/ 10196 w 138932"/>
                  <a:gd name="connsiteY28" fmla="*/ 132434 h 138932"/>
                  <a:gd name="connsiteX29" fmla="*/ 72492 w 138932"/>
                  <a:gd name="connsiteY29" fmla="*/ 97925 h 138932"/>
                  <a:gd name="connsiteX30" fmla="*/ 16919 w 138932"/>
                  <a:gd name="connsiteY30" fmla="*/ 97925 h 138932"/>
                  <a:gd name="connsiteX31" fmla="*/ 47394 w 138932"/>
                  <a:gd name="connsiteY31" fmla="*/ 67450 h 138932"/>
                  <a:gd name="connsiteX32" fmla="*/ 55461 w 138932"/>
                  <a:gd name="connsiteY32" fmla="*/ 75517 h 138932"/>
                  <a:gd name="connsiteX33" fmla="*/ 57254 w 138932"/>
                  <a:gd name="connsiteY33" fmla="*/ 75965 h 138932"/>
                  <a:gd name="connsiteX34" fmla="*/ 59046 w 138932"/>
                  <a:gd name="connsiteY34" fmla="*/ 75517 h 138932"/>
                  <a:gd name="connsiteX35" fmla="*/ 59046 w 138932"/>
                  <a:gd name="connsiteY35" fmla="*/ 72380 h 138932"/>
                  <a:gd name="connsiteX36" fmla="*/ 50979 w 138932"/>
                  <a:gd name="connsiteY36" fmla="*/ 64312 h 138932"/>
                  <a:gd name="connsiteX37" fmla="*/ 66217 w 138932"/>
                  <a:gd name="connsiteY37" fmla="*/ 49075 h 138932"/>
                  <a:gd name="connsiteX38" fmla="*/ 74284 w 138932"/>
                  <a:gd name="connsiteY38" fmla="*/ 57142 h 138932"/>
                  <a:gd name="connsiteX39" fmla="*/ 76077 w 138932"/>
                  <a:gd name="connsiteY39" fmla="*/ 57590 h 138932"/>
                  <a:gd name="connsiteX40" fmla="*/ 77870 w 138932"/>
                  <a:gd name="connsiteY40" fmla="*/ 57142 h 138932"/>
                  <a:gd name="connsiteX41" fmla="*/ 77870 w 138932"/>
                  <a:gd name="connsiteY41" fmla="*/ 54005 h 138932"/>
                  <a:gd name="connsiteX42" fmla="*/ 69803 w 138932"/>
                  <a:gd name="connsiteY42" fmla="*/ 45938 h 138932"/>
                  <a:gd name="connsiteX43" fmla="*/ 85040 w 138932"/>
                  <a:gd name="connsiteY43" fmla="*/ 30700 h 138932"/>
                  <a:gd name="connsiteX44" fmla="*/ 93108 w 138932"/>
                  <a:gd name="connsiteY44" fmla="*/ 38767 h 138932"/>
                  <a:gd name="connsiteX45" fmla="*/ 94900 w 138932"/>
                  <a:gd name="connsiteY45" fmla="*/ 39215 h 138932"/>
                  <a:gd name="connsiteX46" fmla="*/ 96693 w 138932"/>
                  <a:gd name="connsiteY46" fmla="*/ 38767 h 138932"/>
                  <a:gd name="connsiteX47" fmla="*/ 96693 w 138932"/>
                  <a:gd name="connsiteY47" fmla="*/ 35630 h 138932"/>
                  <a:gd name="connsiteX48" fmla="*/ 88626 w 138932"/>
                  <a:gd name="connsiteY48" fmla="*/ 27563 h 138932"/>
                  <a:gd name="connsiteX49" fmla="*/ 102519 w 138932"/>
                  <a:gd name="connsiteY49" fmla="*/ 13669 h 138932"/>
                  <a:gd name="connsiteX50" fmla="*/ 130306 w 138932"/>
                  <a:gd name="connsiteY50" fmla="*/ 41456 h 138932"/>
                  <a:gd name="connsiteX51" fmla="*/ 72492 w 138932"/>
                  <a:gd name="connsiteY51" fmla="*/ 97925 h 13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38932" h="138932">
                    <a:moveTo>
                      <a:pt x="142406" y="49075"/>
                    </a:moveTo>
                    <a:lnTo>
                      <a:pt x="133443" y="40111"/>
                    </a:lnTo>
                    <a:cubicBezTo>
                      <a:pt x="133443" y="40111"/>
                      <a:pt x="133443" y="40111"/>
                      <a:pt x="133443" y="40111"/>
                    </a:cubicBezTo>
                    <a:lnTo>
                      <a:pt x="133443" y="40111"/>
                    </a:lnTo>
                    <a:lnTo>
                      <a:pt x="102519" y="9188"/>
                    </a:lnTo>
                    <a:cubicBezTo>
                      <a:pt x="102519" y="9188"/>
                      <a:pt x="102519" y="9188"/>
                      <a:pt x="102519" y="9188"/>
                    </a:cubicBezTo>
                    <a:cubicBezTo>
                      <a:pt x="102519" y="9188"/>
                      <a:pt x="102519" y="9188"/>
                      <a:pt x="102519" y="9188"/>
                    </a:cubicBezTo>
                    <a:lnTo>
                      <a:pt x="94004" y="672"/>
                    </a:lnTo>
                    <a:cubicBezTo>
                      <a:pt x="93108" y="-224"/>
                      <a:pt x="91763" y="-224"/>
                      <a:pt x="90867" y="672"/>
                    </a:cubicBezTo>
                    <a:cubicBezTo>
                      <a:pt x="89970" y="1569"/>
                      <a:pt x="89970" y="2913"/>
                      <a:pt x="90867" y="3809"/>
                    </a:cubicBezTo>
                    <a:lnTo>
                      <a:pt x="98037" y="10980"/>
                    </a:lnTo>
                    <a:lnTo>
                      <a:pt x="9748" y="98822"/>
                    </a:lnTo>
                    <a:cubicBezTo>
                      <a:pt x="9748" y="98822"/>
                      <a:pt x="9748" y="98822"/>
                      <a:pt x="9748" y="98822"/>
                    </a:cubicBezTo>
                    <a:lnTo>
                      <a:pt x="7059" y="101511"/>
                    </a:lnTo>
                    <a:cubicBezTo>
                      <a:pt x="-2353" y="110922"/>
                      <a:pt x="-2353" y="126160"/>
                      <a:pt x="7059" y="135572"/>
                    </a:cubicBezTo>
                    <a:cubicBezTo>
                      <a:pt x="11541" y="140053"/>
                      <a:pt x="17815" y="142742"/>
                      <a:pt x="24089" y="142742"/>
                    </a:cubicBezTo>
                    <a:cubicBezTo>
                      <a:pt x="30364" y="142742"/>
                      <a:pt x="36638" y="140053"/>
                      <a:pt x="41120" y="135572"/>
                    </a:cubicBezTo>
                    <a:lnTo>
                      <a:pt x="131650" y="45041"/>
                    </a:lnTo>
                    <a:lnTo>
                      <a:pt x="138821" y="52212"/>
                    </a:lnTo>
                    <a:cubicBezTo>
                      <a:pt x="139269" y="52660"/>
                      <a:pt x="139717" y="52660"/>
                      <a:pt x="140613" y="52660"/>
                    </a:cubicBezTo>
                    <a:cubicBezTo>
                      <a:pt x="141510" y="52660"/>
                      <a:pt x="141958" y="52660"/>
                      <a:pt x="142406" y="52212"/>
                    </a:cubicBezTo>
                    <a:cubicBezTo>
                      <a:pt x="143302" y="51315"/>
                      <a:pt x="143302" y="49971"/>
                      <a:pt x="142406" y="49075"/>
                    </a:cubicBezTo>
                    <a:close/>
                    <a:moveTo>
                      <a:pt x="10196" y="132434"/>
                    </a:moveTo>
                    <a:cubicBezTo>
                      <a:pt x="2577" y="124815"/>
                      <a:pt x="2577" y="112267"/>
                      <a:pt x="10196" y="104648"/>
                    </a:cubicBezTo>
                    <a:lnTo>
                      <a:pt x="12437" y="102407"/>
                    </a:lnTo>
                    <a:lnTo>
                      <a:pt x="68010" y="102407"/>
                    </a:lnTo>
                    <a:lnTo>
                      <a:pt x="37982" y="132434"/>
                    </a:lnTo>
                    <a:cubicBezTo>
                      <a:pt x="34397" y="136020"/>
                      <a:pt x="29467" y="138261"/>
                      <a:pt x="24089" y="138261"/>
                    </a:cubicBezTo>
                    <a:cubicBezTo>
                      <a:pt x="18711" y="138261"/>
                      <a:pt x="13781" y="136468"/>
                      <a:pt x="10196" y="132434"/>
                    </a:cubicBezTo>
                    <a:close/>
                    <a:moveTo>
                      <a:pt x="72492" y="97925"/>
                    </a:moveTo>
                    <a:lnTo>
                      <a:pt x="16919" y="97925"/>
                    </a:lnTo>
                    <a:lnTo>
                      <a:pt x="47394" y="67450"/>
                    </a:lnTo>
                    <a:lnTo>
                      <a:pt x="55461" y="75517"/>
                    </a:lnTo>
                    <a:cubicBezTo>
                      <a:pt x="55909" y="75965"/>
                      <a:pt x="56358" y="75965"/>
                      <a:pt x="57254" y="75965"/>
                    </a:cubicBezTo>
                    <a:cubicBezTo>
                      <a:pt x="58150" y="75965"/>
                      <a:pt x="58598" y="75965"/>
                      <a:pt x="59046" y="75517"/>
                    </a:cubicBezTo>
                    <a:cubicBezTo>
                      <a:pt x="59943" y="74620"/>
                      <a:pt x="59943" y="73276"/>
                      <a:pt x="59046" y="72380"/>
                    </a:cubicBezTo>
                    <a:lnTo>
                      <a:pt x="50979" y="64312"/>
                    </a:lnTo>
                    <a:lnTo>
                      <a:pt x="66217" y="49075"/>
                    </a:lnTo>
                    <a:lnTo>
                      <a:pt x="74284" y="57142"/>
                    </a:lnTo>
                    <a:cubicBezTo>
                      <a:pt x="74732" y="57590"/>
                      <a:pt x="75181" y="57590"/>
                      <a:pt x="76077" y="57590"/>
                    </a:cubicBezTo>
                    <a:cubicBezTo>
                      <a:pt x="76973" y="57590"/>
                      <a:pt x="77422" y="57590"/>
                      <a:pt x="77870" y="57142"/>
                    </a:cubicBezTo>
                    <a:cubicBezTo>
                      <a:pt x="78766" y="56245"/>
                      <a:pt x="78766" y="54901"/>
                      <a:pt x="77870" y="54005"/>
                    </a:cubicBezTo>
                    <a:lnTo>
                      <a:pt x="69803" y="45938"/>
                    </a:lnTo>
                    <a:lnTo>
                      <a:pt x="85040" y="30700"/>
                    </a:lnTo>
                    <a:lnTo>
                      <a:pt x="93108" y="38767"/>
                    </a:lnTo>
                    <a:cubicBezTo>
                      <a:pt x="93556" y="39215"/>
                      <a:pt x="94004" y="39215"/>
                      <a:pt x="94900" y="39215"/>
                    </a:cubicBezTo>
                    <a:cubicBezTo>
                      <a:pt x="95796" y="39215"/>
                      <a:pt x="96245" y="39215"/>
                      <a:pt x="96693" y="38767"/>
                    </a:cubicBezTo>
                    <a:cubicBezTo>
                      <a:pt x="97589" y="37870"/>
                      <a:pt x="97589" y="36526"/>
                      <a:pt x="96693" y="35630"/>
                    </a:cubicBezTo>
                    <a:lnTo>
                      <a:pt x="88626" y="27563"/>
                    </a:lnTo>
                    <a:lnTo>
                      <a:pt x="102519" y="13669"/>
                    </a:lnTo>
                    <a:lnTo>
                      <a:pt x="130306" y="41456"/>
                    </a:lnTo>
                    <a:lnTo>
                      <a:pt x="72492" y="97925"/>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317" name="Group 2490">
                <a:extLst>
                  <a:ext uri="{FF2B5EF4-FFF2-40B4-BE49-F238E27FC236}">
                    <a16:creationId xmlns:a16="http://schemas.microsoft.com/office/drawing/2014/main" id="{7278FADD-C37F-FEC1-F7DA-743BE5012369}"/>
                  </a:ext>
                  <a:ext uri="{C183D7F6-B498-43B3-948B-1728B52AA6E4}">
                    <adec:decorative xmlns:adec="http://schemas.microsoft.com/office/drawing/2017/decorative" val="1"/>
                  </a:ext>
                </a:extLst>
              </p:cNvPr>
              <p:cNvGrpSpPr>
                <a:grpSpLocks noChangeAspect="1"/>
              </p:cNvGrpSpPr>
              <p:nvPr/>
            </p:nvGrpSpPr>
            <p:grpSpPr>
              <a:xfrm>
                <a:off x="8561375" y="4864358"/>
                <a:ext cx="112043" cy="152378"/>
                <a:chOff x="8617875" y="2808667"/>
                <a:chExt cx="112043" cy="152378"/>
              </a:xfrm>
            </p:grpSpPr>
            <p:sp>
              <p:nvSpPr>
                <p:cNvPr id="1318" name="Freeform: Shape 5390">
                  <a:extLst>
                    <a:ext uri="{FF2B5EF4-FFF2-40B4-BE49-F238E27FC236}">
                      <a16:creationId xmlns:a16="http://schemas.microsoft.com/office/drawing/2014/main" id="{9EE031AF-36E6-6018-E754-1CD07293CECB}"/>
                    </a:ext>
                  </a:extLst>
                </p:cNvPr>
                <p:cNvSpPr/>
                <p:nvPr/>
              </p:nvSpPr>
              <p:spPr>
                <a:xfrm>
                  <a:off x="8645214" y="2875893"/>
                  <a:ext cx="58262" cy="58262"/>
                </a:xfrm>
                <a:custGeom>
                  <a:avLst/>
                  <a:gdLst>
                    <a:gd name="connsiteX0" fmla="*/ 2241 w 58262"/>
                    <a:gd name="connsiteY0" fmla="*/ 31372 h 58262"/>
                    <a:gd name="connsiteX1" fmla="*/ 26890 w 58262"/>
                    <a:gd name="connsiteY1" fmla="*/ 31372 h 58262"/>
                    <a:gd name="connsiteX2" fmla="*/ 26890 w 58262"/>
                    <a:gd name="connsiteY2" fmla="*/ 56021 h 58262"/>
                    <a:gd name="connsiteX3" fmla="*/ 29131 w 58262"/>
                    <a:gd name="connsiteY3" fmla="*/ 58262 h 58262"/>
                    <a:gd name="connsiteX4" fmla="*/ 31372 w 58262"/>
                    <a:gd name="connsiteY4" fmla="*/ 56021 h 58262"/>
                    <a:gd name="connsiteX5" fmla="*/ 31372 w 58262"/>
                    <a:gd name="connsiteY5" fmla="*/ 31372 h 58262"/>
                    <a:gd name="connsiteX6" fmla="*/ 56021 w 58262"/>
                    <a:gd name="connsiteY6" fmla="*/ 31372 h 58262"/>
                    <a:gd name="connsiteX7" fmla="*/ 58262 w 58262"/>
                    <a:gd name="connsiteY7" fmla="*/ 29131 h 58262"/>
                    <a:gd name="connsiteX8" fmla="*/ 56021 w 58262"/>
                    <a:gd name="connsiteY8" fmla="*/ 26890 h 58262"/>
                    <a:gd name="connsiteX9" fmla="*/ 31372 w 58262"/>
                    <a:gd name="connsiteY9" fmla="*/ 26890 h 58262"/>
                    <a:gd name="connsiteX10" fmla="*/ 31372 w 58262"/>
                    <a:gd name="connsiteY10" fmla="*/ 2241 h 58262"/>
                    <a:gd name="connsiteX11" fmla="*/ 29131 w 58262"/>
                    <a:gd name="connsiteY11" fmla="*/ 0 h 58262"/>
                    <a:gd name="connsiteX12" fmla="*/ 26890 w 58262"/>
                    <a:gd name="connsiteY12" fmla="*/ 2241 h 58262"/>
                    <a:gd name="connsiteX13" fmla="*/ 26890 w 58262"/>
                    <a:gd name="connsiteY13" fmla="*/ 26890 h 58262"/>
                    <a:gd name="connsiteX14" fmla="*/ 2241 w 58262"/>
                    <a:gd name="connsiteY14" fmla="*/ 26890 h 58262"/>
                    <a:gd name="connsiteX15" fmla="*/ 0 w 58262"/>
                    <a:gd name="connsiteY15" fmla="*/ 29131 h 58262"/>
                    <a:gd name="connsiteX16" fmla="*/ 2241 w 58262"/>
                    <a:gd name="connsiteY16" fmla="*/ 31372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8262" h="58262">
                      <a:moveTo>
                        <a:pt x="2241" y="31372"/>
                      </a:moveTo>
                      <a:lnTo>
                        <a:pt x="26890" y="31372"/>
                      </a:lnTo>
                      <a:lnTo>
                        <a:pt x="26890" y="56021"/>
                      </a:lnTo>
                      <a:cubicBezTo>
                        <a:pt x="26890" y="57366"/>
                        <a:pt x="27786" y="58262"/>
                        <a:pt x="29131" y="58262"/>
                      </a:cubicBezTo>
                      <a:cubicBezTo>
                        <a:pt x="30476" y="58262"/>
                        <a:pt x="31372" y="57366"/>
                        <a:pt x="31372" y="56021"/>
                      </a:cubicBezTo>
                      <a:lnTo>
                        <a:pt x="31372" y="31372"/>
                      </a:lnTo>
                      <a:lnTo>
                        <a:pt x="56021" y="31372"/>
                      </a:lnTo>
                      <a:cubicBezTo>
                        <a:pt x="57366" y="31372"/>
                        <a:pt x="58262" y="30476"/>
                        <a:pt x="58262" y="29131"/>
                      </a:cubicBezTo>
                      <a:cubicBezTo>
                        <a:pt x="58262" y="27787"/>
                        <a:pt x="57366" y="26890"/>
                        <a:pt x="56021" y="26890"/>
                      </a:cubicBezTo>
                      <a:lnTo>
                        <a:pt x="31372" y="26890"/>
                      </a:lnTo>
                      <a:lnTo>
                        <a:pt x="31372" y="2241"/>
                      </a:lnTo>
                      <a:cubicBezTo>
                        <a:pt x="31372" y="896"/>
                        <a:pt x="30476" y="0"/>
                        <a:pt x="29131" y="0"/>
                      </a:cubicBezTo>
                      <a:cubicBezTo>
                        <a:pt x="27786" y="0"/>
                        <a:pt x="26890" y="896"/>
                        <a:pt x="26890" y="2241"/>
                      </a:cubicBezTo>
                      <a:lnTo>
                        <a:pt x="26890" y="26890"/>
                      </a:lnTo>
                      <a:lnTo>
                        <a:pt x="2241" y="26890"/>
                      </a:lnTo>
                      <a:cubicBezTo>
                        <a:pt x="896" y="26890"/>
                        <a:pt x="0" y="27787"/>
                        <a:pt x="0" y="29131"/>
                      </a:cubicBezTo>
                      <a:cubicBezTo>
                        <a:pt x="0" y="30476"/>
                        <a:pt x="896" y="31372"/>
                        <a:pt x="2241" y="3137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19" name="Freeform: Shape 5391">
                  <a:extLst>
                    <a:ext uri="{FF2B5EF4-FFF2-40B4-BE49-F238E27FC236}">
                      <a16:creationId xmlns:a16="http://schemas.microsoft.com/office/drawing/2014/main" id="{0DC9A258-D928-681B-5576-44A57EEF0BA5}"/>
                    </a:ext>
                  </a:extLst>
                </p:cNvPr>
                <p:cNvSpPr/>
                <p:nvPr/>
              </p:nvSpPr>
              <p:spPr>
                <a:xfrm>
                  <a:off x="8617875" y="2808667"/>
                  <a:ext cx="112043" cy="152378"/>
                </a:xfrm>
                <a:custGeom>
                  <a:avLst/>
                  <a:gdLst>
                    <a:gd name="connsiteX0" fmla="*/ 110250 w 112042"/>
                    <a:gd name="connsiteY0" fmla="*/ 0 h 152377"/>
                    <a:gd name="connsiteX1" fmla="*/ 18375 w 112042"/>
                    <a:gd name="connsiteY1" fmla="*/ 0 h 152377"/>
                    <a:gd name="connsiteX2" fmla="*/ 448 w 112042"/>
                    <a:gd name="connsiteY2" fmla="*/ 14790 h 152377"/>
                    <a:gd name="connsiteX3" fmla="*/ 0 w 112042"/>
                    <a:gd name="connsiteY3" fmla="*/ 16134 h 152377"/>
                    <a:gd name="connsiteX4" fmla="*/ 0 w 112042"/>
                    <a:gd name="connsiteY4" fmla="*/ 135347 h 152377"/>
                    <a:gd name="connsiteX5" fmla="*/ 17030 w 112042"/>
                    <a:gd name="connsiteY5" fmla="*/ 152378 h 152377"/>
                    <a:gd name="connsiteX6" fmla="*/ 109802 w 112042"/>
                    <a:gd name="connsiteY6" fmla="*/ 152378 h 152377"/>
                    <a:gd name="connsiteX7" fmla="*/ 112043 w 112042"/>
                    <a:gd name="connsiteY7" fmla="*/ 150137 h 152377"/>
                    <a:gd name="connsiteX8" fmla="*/ 112043 w 112042"/>
                    <a:gd name="connsiteY8" fmla="*/ 34509 h 152377"/>
                    <a:gd name="connsiteX9" fmla="*/ 112043 w 112042"/>
                    <a:gd name="connsiteY9" fmla="*/ 2241 h 152377"/>
                    <a:gd name="connsiteX10" fmla="*/ 110250 w 112042"/>
                    <a:gd name="connsiteY10" fmla="*/ 0 h 152377"/>
                    <a:gd name="connsiteX11" fmla="*/ 18823 w 112042"/>
                    <a:gd name="connsiteY11" fmla="*/ 4482 h 152377"/>
                    <a:gd name="connsiteX12" fmla="*/ 108457 w 112042"/>
                    <a:gd name="connsiteY12" fmla="*/ 4482 h 152377"/>
                    <a:gd name="connsiteX13" fmla="*/ 108457 w 112042"/>
                    <a:gd name="connsiteY13" fmla="*/ 32268 h 152377"/>
                    <a:gd name="connsiteX14" fmla="*/ 18823 w 112042"/>
                    <a:gd name="connsiteY14" fmla="*/ 32268 h 152377"/>
                    <a:gd name="connsiteX15" fmla="*/ 5378 w 112042"/>
                    <a:gd name="connsiteY15" fmla="*/ 18375 h 152377"/>
                    <a:gd name="connsiteX16" fmla="*/ 18823 w 112042"/>
                    <a:gd name="connsiteY16" fmla="*/ 4482 h 152377"/>
                    <a:gd name="connsiteX17" fmla="*/ 4930 w 112042"/>
                    <a:gd name="connsiteY17" fmla="*/ 135347 h 152377"/>
                    <a:gd name="connsiteX18" fmla="*/ 4930 w 112042"/>
                    <a:gd name="connsiteY18" fmla="*/ 30476 h 152377"/>
                    <a:gd name="connsiteX19" fmla="*/ 18375 w 112042"/>
                    <a:gd name="connsiteY19" fmla="*/ 36750 h 152377"/>
                    <a:gd name="connsiteX20" fmla="*/ 108009 w 112042"/>
                    <a:gd name="connsiteY20" fmla="*/ 36750 h 152377"/>
                    <a:gd name="connsiteX21" fmla="*/ 108009 w 112042"/>
                    <a:gd name="connsiteY21" fmla="*/ 147896 h 152377"/>
                    <a:gd name="connsiteX22" fmla="*/ 17479 w 112042"/>
                    <a:gd name="connsiteY22" fmla="*/ 147896 h 152377"/>
                    <a:gd name="connsiteX23" fmla="*/ 4930 w 112042"/>
                    <a:gd name="connsiteY23" fmla="*/ 135347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042" h="152377">
                      <a:moveTo>
                        <a:pt x="110250" y="0"/>
                      </a:moveTo>
                      <a:lnTo>
                        <a:pt x="18375" y="0"/>
                      </a:lnTo>
                      <a:cubicBezTo>
                        <a:pt x="9412" y="0"/>
                        <a:pt x="2241" y="6274"/>
                        <a:pt x="448" y="14790"/>
                      </a:cubicBezTo>
                      <a:cubicBezTo>
                        <a:pt x="448" y="15238"/>
                        <a:pt x="0" y="15686"/>
                        <a:pt x="0" y="16134"/>
                      </a:cubicBezTo>
                      <a:lnTo>
                        <a:pt x="0" y="135347"/>
                      </a:lnTo>
                      <a:cubicBezTo>
                        <a:pt x="0" y="144759"/>
                        <a:pt x="7619" y="152378"/>
                        <a:pt x="17030" y="152378"/>
                      </a:cubicBezTo>
                      <a:lnTo>
                        <a:pt x="109802" y="152378"/>
                      </a:lnTo>
                      <a:cubicBezTo>
                        <a:pt x="111146" y="152378"/>
                        <a:pt x="112043" y="151482"/>
                        <a:pt x="112043" y="150137"/>
                      </a:cubicBezTo>
                      <a:lnTo>
                        <a:pt x="112043" y="34509"/>
                      </a:lnTo>
                      <a:lnTo>
                        <a:pt x="112043" y="2241"/>
                      </a:lnTo>
                      <a:cubicBezTo>
                        <a:pt x="112491" y="896"/>
                        <a:pt x="111594" y="0"/>
                        <a:pt x="110250" y="0"/>
                      </a:cubicBezTo>
                      <a:close/>
                      <a:moveTo>
                        <a:pt x="18823" y="4482"/>
                      </a:moveTo>
                      <a:lnTo>
                        <a:pt x="108457" y="4482"/>
                      </a:lnTo>
                      <a:lnTo>
                        <a:pt x="108457" y="32268"/>
                      </a:lnTo>
                      <a:lnTo>
                        <a:pt x="18823" y="32268"/>
                      </a:lnTo>
                      <a:cubicBezTo>
                        <a:pt x="11204" y="32268"/>
                        <a:pt x="5378" y="25994"/>
                        <a:pt x="5378" y="18375"/>
                      </a:cubicBezTo>
                      <a:cubicBezTo>
                        <a:pt x="5378" y="10756"/>
                        <a:pt x="11204" y="4482"/>
                        <a:pt x="18823" y="4482"/>
                      </a:cubicBezTo>
                      <a:close/>
                      <a:moveTo>
                        <a:pt x="4930" y="135347"/>
                      </a:moveTo>
                      <a:lnTo>
                        <a:pt x="4930" y="30476"/>
                      </a:lnTo>
                      <a:cubicBezTo>
                        <a:pt x="8067" y="34509"/>
                        <a:pt x="12997" y="36750"/>
                        <a:pt x="18375" y="36750"/>
                      </a:cubicBezTo>
                      <a:lnTo>
                        <a:pt x="108009" y="36750"/>
                      </a:lnTo>
                      <a:lnTo>
                        <a:pt x="108009" y="147896"/>
                      </a:lnTo>
                      <a:lnTo>
                        <a:pt x="17479" y="147896"/>
                      </a:lnTo>
                      <a:cubicBezTo>
                        <a:pt x="10756" y="147896"/>
                        <a:pt x="4930" y="142070"/>
                        <a:pt x="4930" y="13534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320" name="Freeform: Shape 2491">
                <a:extLst>
                  <a:ext uri="{FF2B5EF4-FFF2-40B4-BE49-F238E27FC236}">
                    <a16:creationId xmlns:a16="http://schemas.microsoft.com/office/drawing/2014/main" id="{B8080BE1-360E-325E-C65B-A576BCF3DC54}"/>
                  </a:ext>
                  <a:ext uri="{C183D7F6-B498-43B3-948B-1728B52AA6E4}">
                    <adec:decorative xmlns:adec="http://schemas.microsoft.com/office/drawing/2017/decorative" val="1"/>
                  </a:ext>
                </a:extLst>
              </p:cNvPr>
              <p:cNvSpPr>
                <a:spLocks noChangeAspect="1"/>
              </p:cNvSpPr>
              <p:nvPr/>
            </p:nvSpPr>
            <p:spPr>
              <a:xfrm>
                <a:off x="8274098" y="4864358"/>
                <a:ext cx="152378" cy="152378"/>
              </a:xfrm>
              <a:custGeom>
                <a:avLst/>
                <a:gdLst>
                  <a:gd name="connsiteX0" fmla="*/ 96357 w 152377"/>
                  <a:gd name="connsiteY0" fmla="*/ 152378 h 152377"/>
                  <a:gd name="connsiteX1" fmla="*/ 56021 w 152377"/>
                  <a:gd name="connsiteY1" fmla="*/ 152378 h 152377"/>
                  <a:gd name="connsiteX2" fmla="*/ 53780 w 152377"/>
                  <a:gd name="connsiteY2" fmla="*/ 150137 h 152377"/>
                  <a:gd name="connsiteX3" fmla="*/ 53780 w 152377"/>
                  <a:gd name="connsiteY3" fmla="*/ 98597 h 152377"/>
                  <a:gd name="connsiteX4" fmla="*/ 2241 w 152377"/>
                  <a:gd name="connsiteY4" fmla="*/ 98597 h 152377"/>
                  <a:gd name="connsiteX5" fmla="*/ 0 w 152377"/>
                  <a:gd name="connsiteY5" fmla="*/ 96357 h 152377"/>
                  <a:gd name="connsiteX6" fmla="*/ 0 w 152377"/>
                  <a:gd name="connsiteY6" fmla="*/ 56021 h 152377"/>
                  <a:gd name="connsiteX7" fmla="*/ 2241 w 152377"/>
                  <a:gd name="connsiteY7" fmla="*/ 53780 h 152377"/>
                  <a:gd name="connsiteX8" fmla="*/ 53780 w 152377"/>
                  <a:gd name="connsiteY8" fmla="*/ 53780 h 152377"/>
                  <a:gd name="connsiteX9" fmla="*/ 53780 w 152377"/>
                  <a:gd name="connsiteY9" fmla="*/ 2241 h 152377"/>
                  <a:gd name="connsiteX10" fmla="*/ 56021 w 152377"/>
                  <a:gd name="connsiteY10" fmla="*/ 0 h 152377"/>
                  <a:gd name="connsiteX11" fmla="*/ 96357 w 152377"/>
                  <a:gd name="connsiteY11" fmla="*/ 0 h 152377"/>
                  <a:gd name="connsiteX12" fmla="*/ 98597 w 152377"/>
                  <a:gd name="connsiteY12" fmla="*/ 2241 h 152377"/>
                  <a:gd name="connsiteX13" fmla="*/ 98597 w 152377"/>
                  <a:gd name="connsiteY13" fmla="*/ 53780 h 152377"/>
                  <a:gd name="connsiteX14" fmla="*/ 150137 w 152377"/>
                  <a:gd name="connsiteY14" fmla="*/ 53780 h 152377"/>
                  <a:gd name="connsiteX15" fmla="*/ 152378 w 152377"/>
                  <a:gd name="connsiteY15" fmla="*/ 56021 h 152377"/>
                  <a:gd name="connsiteX16" fmla="*/ 152378 w 152377"/>
                  <a:gd name="connsiteY16" fmla="*/ 96357 h 152377"/>
                  <a:gd name="connsiteX17" fmla="*/ 150137 w 152377"/>
                  <a:gd name="connsiteY17" fmla="*/ 98597 h 152377"/>
                  <a:gd name="connsiteX18" fmla="*/ 98597 w 152377"/>
                  <a:gd name="connsiteY18" fmla="*/ 98597 h 152377"/>
                  <a:gd name="connsiteX19" fmla="*/ 98597 w 152377"/>
                  <a:gd name="connsiteY19" fmla="*/ 150137 h 152377"/>
                  <a:gd name="connsiteX20" fmla="*/ 96357 w 152377"/>
                  <a:gd name="connsiteY20" fmla="*/ 152378 h 152377"/>
                  <a:gd name="connsiteX21" fmla="*/ 58262 w 152377"/>
                  <a:gd name="connsiteY21" fmla="*/ 147896 h 152377"/>
                  <a:gd name="connsiteX22" fmla="*/ 94116 w 152377"/>
                  <a:gd name="connsiteY22" fmla="*/ 147896 h 152377"/>
                  <a:gd name="connsiteX23" fmla="*/ 94116 w 152377"/>
                  <a:gd name="connsiteY23" fmla="*/ 96357 h 152377"/>
                  <a:gd name="connsiteX24" fmla="*/ 96357 w 152377"/>
                  <a:gd name="connsiteY24" fmla="*/ 94116 h 152377"/>
                  <a:gd name="connsiteX25" fmla="*/ 147896 w 152377"/>
                  <a:gd name="connsiteY25" fmla="*/ 94116 h 152377"/>
                  <a:gd name="connsiteX26" fmla="*/ 147896 w 152377"/>
                  <a:gd name="connsiteY26" fmla="*/ 58262 h 152377"/>
                  <a:gd name="connsiteX27" fmla="*/ 96357 w 152377"/>
                  <a:gd name="connsiteY27" fmla="*/ 58262 h 152377"/>
                  <a:gd name="connsiteX28" fmla="*/ 94116 w 152377"/>
                  <a:gd name="connsiteY28" fmla="*/ 56021 h 152377"/>
                  <a:gd name="connsiteX29" fmla="*/ 94116 w 152377"/>
                  <a:gd name="connsiteY29" fmla="*/ 4482 h 152377"/>
                  <a:gd name="connsiteX30" fmla="*/ 58262 w 152377"/>
                  <a:gd name="connsiteY30" fmla="*/ 4482 h 152377"/>
                  <a:gd name="connsiteX31" fmla="*/ 58262 w 152377"/>
                  <a:gd name="connsiteY31" fmla="*/ 56021 h 152377"/>
                  <a:gd name="connsiteX32" fmla="*/ 56021 w 152377"/>
                  <a:gd name="connsiteY32" fmla="*/ 58262 h 152377"/>
                  <a:gd name="connsiteX33" fmla="*/ 4482 w 152377"/>
                  <a:gd name="connsiteY33" fmla="*/ 58262 h 152377"/>
                  <a:gd name="connsiteX34" fmla="*/ 4482 w 152377"/>
                  <a:gd name="connsiteY34" fmla="*/ 94116 h 152377"/>
                  <a:gd name="connsiteX35" fmla="*/ 56021 w 152377"/>
                  <a:gd name="connsiteY35" fmla="*/ 94116 h 152377"/>
                  <a:gd name="connsiteX36" fmla="*/ 58262 w 152377"/>
                  <a:gd name="connsiteY36" fmla="*/ 96357 h 152377"/>
                  <a:gd name="connsiteX37" fmla="*/ 58262 w 152377"/>
                  <a:gd name="connsiteY37" fmla="*/ 147896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2377" h="152377">
                    <a:moveTo>
                      <a:pt x="96357" y="152378"/>
                    </a:moveTo>
                    <a:lnTo>
                      <a:pt x="56021" y="152378"/>
                    </a:lnTo>
                    <a:cubicBezTo>
                      <a:pt x="54677" y="152378"/>
                      <a:pt x="53780" y="151482"/>
                      <a:pt x="53780" y="150137"/>
                    </a:cubicBezTo>
                    <a:lnTo>
                      <a:pt x="53780" y="98597"/>
                    </a:lnTo>
                    <a:lnTo>
                      <a:pt x="2241" y="98597"/>
                    </a:lnTo>
                    <a:cubicBezTo>
                      <a:pt x="896" y="98597"/>
                      <a:pt x="0" y="97701"/>
                      <a:pt x="0" y="96357"/>
                    </a:cubicBezTo>
                    <a:lnTo>
                      <a:pt x="0" y="56021"/>
                    </a:lnTo>
                    <a:cubicBezTo>
                      <a:pt x="0" y="54677"/>
                      <a:pt x="896" y="53780"/>
                      <a:pt x="2241" y="53780"/>
                    </a:cubicBezTo>
                    <a:lnTo>
                      <a:pt x="53780" y="53780"/>
                    </a:lnTo>
                    <a:lnTo>
                      <a:pt x="53780" y="2241"/>
                    </a:lnTo>
                    <a:cubicBezTo>
                      <a:pt x="53780" y="896"/>
                      <a:pt x="54677" y="0"/>
                      <a:pt x="56021" y="0"/>
                    </a:cubicBezTo>
                    <a:lnTo>
                      <a:pt x="96357" y="0"/>
                    </a:lnTo>
                    <a:cubicBezTo>
                      <a:pt x="97701" y="0"/>
                      <a:pt x="98597" y="896"/>
                      <a:pt x="98597" y="2241"/>
                    </a:cubicBezTo>
                    <a:lnTo>
                      <a:pt x="98597" y="53780"/>
                    </a:lnTo>
                    <a:lnTo>
                      <a:pt x="150137" y="53780"/>
                    </a:lnTo>
                    <a:cubicBezTo>
                      <a:pt x="151481" y="53780"/>
                      <a:pt x="152378" y="54677"/>
                      <a:pt x="152378" y="56021"/>
                    </a:cubicBezTo>
                    <a:lnTo>
                      <a:pt x="152378" y="96357"/>
                    </a:lnTo>
                    <a:cubicBezTo>
                      <a:pt x="152378" y="97701"/>
                      <a:pt x="151481" y="98597"/>
                      <a:pt x="150137" y="98597"/>
                    </a:cubicBezTo>
                    <a:lnTo>
                      <a:pt x="98597" y="98597"/>
                    </a:lnTo>
                    <a:lnTo>
                      <a:pt x="98597" y="150137"/>
                    </a:lnTo>
                    <a:cubicBezTo>
                      <a:pt x="98597" y="151482"/>
                      <a:pt x="97701" y="152378"/>
                      <a:pt x="96357" y="152378"/>
                    </a:cubicBezTo>
                    <a:close/>
                    <a:moveTo>
                      <a:pt x="58262" y="147896"/>
                    </a:moveTo>
                    <a:lnTo>
                      <a:pt x="94116" y="147896"/>
                    </a:lnTo>
                    <a:lnTo>
                      <a:pt x="94116" y="96357"/>
                    </a:lnTo>
                    <a:cubicBezTo>
                      <a:pt x="94116" y="95012"/>
                      <a:pt x="95012" y="94116"/>
                      <a:pt x="96357" y="94116"/>
                    </a:cubicBezTo>
                    <a:lnTo>
                      <a:pt x="147896" y="94116"/>
                    </a:lnTo>
                    <a:lnTo>
                      <a:pt x="147896" y="58262"/>
                    </a:lnTo>
                    <a:lnTo>
                      <a:pt x="96357" y="58262"/>
                    </a:lnTo>
                    <a:cubicBezTo>
                      <a:pt x="95012" y="58262"/>
                      <a:pt x="94116" y="57366"/>
                      <a:pt x="94116" y="56021"/>
                    </a:cubicBezTo>
                    <a:lnTo>
                      <a:pt x="94116" y="4482"/>
                    </a:lnTo>
                    <a:lnTo>
                      <a:pt x="58262" y="4482"/>
                    </a:lnTo>
                    <a:lnTo>
                      <a:pt x="58262" y="56021"/>
                    </a:lnTo>
                    <a:cubicBezTo>
                      <a:pt x="58262" y="57366"/>
                      <a:pt x="57366" y="58262"/>
                      <a:pt x="56021" y="58262"/>
                    </a:cubicBezTo>
                    <a:lnTo>
                      <a:pt x="4482" y="58262"/>
                    </a:lnTo>
                    <a:lnTo>
                      <a:pt x="4482" y="94116"/>
                    </a:lnTo>
                    <a:lnTo>
                      <a:pt x="56021" y="94116"/>
                    </a:lnTo>
                    <a:cubicBezTo>
                      <a:pt x="57366" y="94116"/>
                      <a:pt x="58262" y="95012"/>
                      <a:pt x="58262" y="96357"/>
                    </a:cubicBezTo>
                    <a:lnTo>
                      <a:pt x="58262" y="14789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21" name="Freeform: Shape 2492">
                <a:extLst>
                  <a:ext uri="{FF2B5EF4-FFF2-40B4-BE49-F238E27FC236}">
                    <a16:creationId xmlns:a16="http://schemas.microsoft.com/office/drawing/2014/main" id="{6EAF3FA4-14FA-8338-0FAD-E2A8AF099BD8}"/>
                  </a:ext>
                  <a:ext uri="{C183D7F6-B498-43B3-948B-1728B52AA6E4}">
                    <adec:decorative xmlns:adec="http://schemas.microsoft.com/office/drawing/2017/decorative" val="1"/>
                  </a:ext>
                </a:extLst>
              </p:cNvPr>
              <p:cNvSpPr>
                <a:spLocks noChangeAspect="1"/>
              </p:cNvSpPr>
              <p:nvPr/>
            </p:nvSpPr>
            <p:spPr>
              <a:xfrm>
                <a:off x="10110251" y="4896178"/>
                <a:ext cx="152378" cy="89634"/>
              </a:xfrm>
              <a:custGeom>
                <a:avLst/>
                <a:gdLst>
                  <a:gd name="connsiteX0" fmla="*/ 90082 w 152377"/>
                  <a:gd name="connsiteY0" fmla="*/ 92323 h 89634"/>
                  <a:gd name="connsiteX1" fmla="*/ 90082 w 152377"/>
                  <a:gd name="connsiteY1" fmla="*/ 92323 h 89634"/>
                  <a:gd name="connsiteX2" fmla="*/ 87841 w 152377"/>
                  <a:gd name="connsiteY2" fmla="*/ 90530 h 89634"/>
                  <a:gd name="connsiteX3" fmla="*/ 69914 w 152377"/>
                  <a:gd name="connsiteY3" fmla="*/ 11204 h 89634"/>
                  <a:gd name="connsiteX4" fmla="*/ 51988 w 152377"/>
                  <a:gd name="connsiteY4" fmla="*/ 71259 h 89634"/>
                  <a:gd name="connsiteX5" fmla="*/ 49747 w 152377"/>
                  <a:gd name="connsiteY5" fmla="*/ 73052 h 89634"/>
                  <a:gd name="connsiteX6" fmla="*/ 47506 w 152377"/>
                  <a:gd name="connsiteY6" fmla="*/ 71707 h 89634"/>
                  <a:gd name="connsiteX7" fmla="*/ 35854 w 152377"/>
                  <a:gd name="connsiteY7" fmla="*/ 42576 h 89634"/>
                  <a:gd name="connsiteX8" fmla="*/ 31372 w 152377"/>
                  <a:gd name="connsiteY8" fmla="*/ 52436 h 89634"/>
                  <a:gd name="connsiteX9" fmla="*/ 29131 w 152377"/>
                  <a:gd name="connsiteY9" fmla="*/ 53780 h 89634"/>
                  <a:gd name="connsiteX10" fmla="*/ 2241 w 152377"/>
                  <a:gd name="connsiteY10" fmla="*/ 53780 h 89634"/>
                  <a:gd name="connsiteX11" fmla="*/ 0 w 152377"/>
                  <a:gd name="connsiteY11" fmla="*/ 51540 h 89634"/>
                  <a:gd name="connsiteX12" fmla="*/ 2241 w 152377"/>
                  <a:gd name="connsiteY12" fmla="*/ 49299 h 89634"/>
                  <a:gd name="connsiteX13" fmla="*/ 27787 w 152377"/>
                  <a:gd name="connsiteY13" fmla="*/ 49299 h 89634"/>
                  <a:gd name="connsiteX14" fmla="*/ 34061 w 152377"/>
                  <a:gd name="connsiteY14" fmla="*/ 35854 h 89634"/>
                  <a:gd name="connsiteX15" fmla="*/ 36302 w 152377"/>
                  <a:gd name="connsiteY15" fmla="*/ 34509 h 89634"/>
                  <a:gd name="connsiteX16" fmla="*/ 38543 w 152377"/>
                  <a:gd name="connsiteY16" fmla="*/ 35854 h 89634"/>
                  <a:gd name="connsiteX17" fmla="*/ 49747 w 152377"/>
                  <a:gd name="connsiteY17" fmla="*/ 64088 h 89634"/>
                  <a:gd name="connsiteX18" fmla="*/ 68122 w 152377"/>
                  <a:gd name="connsiteY18" fmla="*/ 1793 h 89634"/>
                  <a:gd name="connsiteX19" fmla="*/ 70363 w 152377"/>
                  <a:gd name="connsiteY19" fmla="*/ 0 h 89634"/>
                  <a:gd name="connsiteX20" fmla="*/ 72604 w 152377"/>
                  <a:gd name="connsiteY20" fmla="*/ 1793 h 89634"/>
                  <a:gd name="connsiteX21" fmla="*/ 90082 w 152377"/>
                  <a:gd name="connsiteY21" fmla="*/ 80222 h 89634"/>
                  <a:gd name="connsiteX22" fmla="*/ 101735 w 152377"/>
                  <a:gd name="connsiteY22" fmla="*/ 30924 h 89634"/>
                  <a:gd name="connsiteX23" fmla="*/ 103976 w 152377"/>
                  <a:gd name="connsiteY23" fmla="*/ 29131 h 89634"/>
                  <a:gd name="connsiteX24" fmla="*/ 106216 w 152377"/>
                  <a:gd name="connsiteY24" fmla="*/ 30476 h 89634"/>
                  <a:gd name="connsiteX25" fmla="*/ 117869 w 152377"/>
                  <a:gd name="connsiteY25" fmla="*/ 59607 h 89634"/>
                  <a:gd name="connsiteX26" fmla="*/ 122350 w 152377"/>
                  <a:gd name="connsiteY26" fmla="*/ 49747 h 89634"/>
                  <a:gd name="connsiteX27" fmla="*/ 124591 w 152377"/>
                  <a:gd name="connsiteY27" fmla="*/ 48402 h 89634"/>
                  <a:gd name="connsiteX28" fmla="*/ 151481 w 152377"/>
                  <a:gd name="connsiteY28" fmla="*/ 48402 h 89634"/>
                  <a:gd name="connsiteX29" fmla="*/ 153722 w 152377"/>
                  <a:gd name="connsiteY29" fmla="*/ 50643 h 89634"/>
                  <a:gd name="connsiteX30" fmla="*/ 151481 w 152377"/>
                  <a:gd name="connsiteY30" fmla="*/ 52884 h 89634"/>
                  <a:gd name="connsiteX31" fmla="*/ 125936 w 152377"/>
                  <a:gd name="connsiteY31" fmla="*/ 52884 h 89634"/>
                  <a:gd name="connsiteX32" fmla="*/ 119661 w 152377"/>
                  <a:gd name="connsiteY32" fmla="*/ 66329 h 89634"/>
                  <a:gd name="connsiteX33" fmla="*/ 117421 w 152377"/>
                  <a:gd name="connsiteY33" fmla="*/ 67674 h 89634"/>
                  <a:gd name="connsiteX34" fmla="*/ 115180 w 152377"/>
                  <a:gd name="connsiteY34" fmla="*/ 66329 h 89634"/>
                  <a:gd name="connsiteX35" fmla="*/ 104424 w 152377"/>
                  <a:gd name="connsiteY35" fmla="*/ 38991 h 89634"/>
                  <a:gd name="connsiteX36" fmla="*/ 92323 w 152377"/>
                  <a:gd name="connsiteY36" fmla="*/ 90530 h 89634"/>
                  <a:gd name="connsiteX37" fmla="*/ 90082 w 152377"/>
                  <a:gd name="connsiteY37" fmla="*/ 92323 h 8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2377" h="89634">
                    <a:moveTo>
                      <a:pt x="90082" y="92323"/>
                    </a:moveTo>
                    <a:cubicBezTo>
                      <a:pt x="90082" y="92323"/>
                      <a:pt x="90082" y="92323"/>
                      <a:pt x="90082" y="92323"/>
                    </a:cubicBezTo>
                    <a:cubicBezTo>
                      <a:pt x="89186" y="92323"/>
                      <a:pt x="88290" y="91427"/>
                      <a:pt x="87841" y="90530"/>
                    </a:cubicBezTo>
                    <a:lnTo>
                      <a:pt x="69914" y="11204"/>
                    </a:lnTo>
                    <a:lnTo>
                      <a:pt x="51988" y="71259"/>
                    </a:lnTo>
                    <a:cubicBezTo>
                      <a:pt x="51540" y="72155"/>
                      <a:pt x="51091" y="72604"/>
                      <a:pt x="49747" y="73052"/>
                    </a:cubicBezTo>
                    <a:cubicBezTo>
                      <a:pt x="48850" y="73052"/>
                      <a:pt x="47954" y="72604"/>
                      <a:pt x="47506" y="71707"/>
                    </a:cubicBezTo>
                    <a:lnTo>
                      <a:pt x="35854" y="42576"/>
                    </a:lnTo>
                    <a:lnTo>
                      <a:pt x="31372" y="52436"/>
                    </a:lnTo>
                    <a:cubicBezTo>
                      <a:pt x="30924" y="53332"/>
                      <a:pt x="30027" y="53780"/>
                      <a:pt x="29131" y="53780"/>
                    </a:cubicBezTo>
                    <a:lnTo>
                      <a:pt x="2241" y="53780"/>
                    </a:lnTo>
                    <a:cubicBezTo>
                      <a:pt x="896" y="53780"/>
                      <a:pt x="0" y="52884"/>
                      <a:pt x="0" y="51540"/>
                    </a:cubicBezTo>
                    <a:cubicBezTo>
                      <a:pt x="0" y="50195"/>
                      <a:pt x="896" y="49299"/>
                      <a:pt x="2241" y="49299"/>
                    </a:cubicBezTo>
                    <a:lnTo>
                      <a:pt x="27787" y="49299"/>
                    </a:lnTo>
                    <a:lnTo>
                      <a:pt x="34061" y="35854"/>
                    </a:lnTo>
                    <a:cubicBezTo>
                      <a:pt x="34509" y="34957"/>
                      <a:pt x="35405" y="34509"/>
                      <a:pt x="36302" y="34509"/>
                    </a:cubicBezTo>
                    <a:cubicBezTo>
                      <a:pt x="37198" y="34509"/>
                      <a:pt x="38094" y="34957"/>
                      <a:pt x="38543" y="35854"/>
                    </a:cubicBezTo>
                    <a:lnTo>
                      <a:pt x="49747" y="64088"/>
                    </a:lnTo>
                    <a:lnTo>
                      <a:pt x="68122" y="1793"/>
                    </a:lnTo>
                    <a:cubicBezTo>
                      <a:pt x="68570" y="896"/>
                      <a:pt x="69466" y="0"/>
                      <a:pt x="70363" y="0"/>
                    </a:cubicBezTo>
                    <a:cubicBezTo>
                      <a:pt x="71259" y="0"/>
                      <a:pt x="72155" y="896"/>
                      <a:pt x="72604" y="1793"/>
                    </a:cubicBezTo>
                    <a:lnTo>
                      <a:pt x="90082" y="80222"/>
                    </a:lnTo>
                    <a:lnTo>
                      <a:pt x="101735" y="30924"/>
                    </a:lnTo>
                    <a:cubicBezTo>
                      <a:pt x="102183" y="30027"/>
                      <a:pt x="102631" y="29131"/>
                      <a:pt x="103976" y="29131"/>
                    </a:cubicBezTo>
                    <a:cubicBezTo>
                      <a:pt x="104872" y="29131"/>
                      <a:pt x="105768" y="29579"/>
                      <a:pt x="106216" y="30476"/>
                    </a:cubicBezTo>
                    <a:lnTo>
                      <a:pt x="117869" y="59607"/>
                    </a:lnTo>
                    <a:lnTo>
                      <a:pt x="122350" y="49747"/>
                    </a:lnTo>
                    <a:cubicBezTo>
                      <a:pt x="122798" y="48851"/>
                      <a:pt x="123695" y="48402"/>
                      <a:pt x="124591" y="48402"/>
                    </a:cubicBezTo>
                    <a:lnTo>
                      <a:pt x="151481" y="48402"/>
                    </a:lnTo>
                    <a:cubicBezTo>
                      <a:pt x="152826" y="48402"/>
                      <a:pt x="153722" y="49299"/>
                      <a:pt x="153722" y="50643"/>
                    </a:cubicBezTo>
                    <a:cubicBezTo>
                      <a:pt x="153722" y="51988"/>
                      <a:pt x="152826" y="52884"/>
                      <a:pt x="151481" y="52884"/>
                    </a:cubicBezTo>
                    <a:lnTo>
                      <a:pt x="125936" y="52884"/>
                    </a:lnTo>
                    <a:lnTo>
                      <a:pt x="119661" y="66329"/>
                    </a:lnTo>
                    <a:cubicBezTo>
                      <a:pt x="119213" y="67226"/>
                      <a:pt x="118317" y="67674"/>
                      <a:pt x="117421" y="67674"/>
                    </a:cubicBezTo>
                    <a:cubicBezTo>
                      <a:pt x="116524" y="67674"/>
                      <a:pt x="115628" y="67226"/>
                      <a:pt x="115180" y="66329"/>
                    </a:cubicBezTo>
                    <a:lnTo>
                      <a:pt x="104424" y="38991"/>
                    </a:lnTo>
                    <a:lnTo>
                      <a:pt x="92323" y="90530"/>
                    </a:lnTo>
                    <a:cubicBezTo>
                      <a:pt x="91875" y="91875"/>
                      <a:pt x="90978" y="92323"/>
                      <a:pt x="90082" y="9232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322" name="Group 2493">
                <a:extLst>
                  <a:ext uri="{FF2B5EF4-FFF2-40B4-BE49-F238E27FC236}">
                    <a16:creationId xmlns:a16="http://schemas.microsoft.com/office/drawing/2014/main" id="{CC06B064-E9D1-E89B-D87F-03DCA4D98174}"/>
                  </a:ext>
                  <a:ext uri="{C183D7F6-B498-43B3-948B-1728B52AA6E4}">
                    <adec:decorative xmlns:adec="http://schemas.microsoft.com/office/drawing/2017/decorative" val="1"/>
                  </a:ext>
                </a:extLst>
              </p:cNvPr>
              <p:cNvGrpSpPr>
                <a:grpSpLocks noChangeAspect="1"/>
              </p:cNvGrpSpPr>
              <p:nvPr/>
            </p:nvGrpSpPr>
            <p:grpSpPr>
              <a:xfrm>
                <a:off x="10902168" y="4891248"/>
                <a:ext cx="145207" cy="112043"/>
                <a:chOff x="10958668" y="2835557"/>
                <a:chExt cx="145207" cy="112043"/>
              </a:xfrm>
            </p:grpSpPr>
            <p:sp>
              <p:nvSpPr>
                <p:cNvPr id="1323" name="Freeform: Shape 5388">
                  <a:extLst>
                    <a:ext uri="{FF2B5EF4-FFF2-40B4-BE49-F238E27FC236}">
                      <a16:creationId xmlns:a16="http://schemas.microsoft.com/office/drawing/2014/main" id="{5FEFE93E-3BA7-C889-34F0-24125EA60F35}"/>
                    </a:ext>
                  </a:extLst>
                </p:cNvPr>
                <p:cNvSpPr/>
                <p:nvPr/>
              </p:nvSpPr>
              <p:spPr>
                <a:xfrm>
                  <a:off x="11032168" y="2855725"/>
                  <a:ext cx="71707" cy="71707"/>
                </a:xfrm>
                <a:custGeom>
                  <a:avLst/>
                  <a:gdLst>
                    <a:gd name="connsiteX0" fmla="*/ 62295 w 71707"/>
                    <a:gd name="connsiteY0" fmla="*/ 61848 h 71707"/>
                    <a:gd name="connsiteX1" fmla="*/ 72604 w 71707"/>
                    <a:gd name="connsiteY1" fmla="*/ 36302 h 71707"/>
                    <a:gd name="connsiteX2" fmla="*/ 36302 w 71707"/>
                    <a:gd name="connsiteY2" fmla="*/ 0 h 71707"/>
                    <a:gd name="connsiteX3" fmla="*/ 11204 w 71707"/>
                    <a:gd name="connsiteY3" fmla="*/ 9860 h 71707"/>
                    <a:gd name="connsiteX4" fmla="*/ 10756 w 71707"/>
                    <a:gd name="connsiteY4" fmla="*/ 10308 h 71707"/>
                    <a:gd name="connsiteX5" fmla="*/ 10756 w 71707"/>
                    <a:gd name="connsiteY5" fmla="*/ 10756 h 71707"/>
                    <a:gd name="connsiteX6" fmla="*/ 0 w 71707"/>
                    <a:gd name="connsiteY6" fmla="*/ 36750 h 71707"/>
                    <a:gd name="connsiteX7" fmla="*/ 36302 w 71707"/>
                    <a:gd name="connsiteY7" fmla="*/ 73052 h 71707"/>
                    <a:gd name="connsiteX8" fmla="*/ 62295 w 71707"/>
                    <a:gd name="connsiteY8" fmla="*/ 61848 h 71707"/>
                    <a:gd name="connsiteX9" fmla="*/ 62295 w 71707"/>
                    <a:gd name="connsiteY9" fmla="*/ 61848 h 71707"/>
                    <a:gd name="connsiteX10" fmla="*/ 62295 w 71707"/>
                    <a:gd name="connsiteY10" fmla="*/ 61848 h 71707"/>
                    <a:gd name="connsiteX11" fmla="*/ 68122 w 71707"/>
                    <a:gd name="connsiteY11" fmla="*/ 36302 h 71707"/>
                    <a:gd name="connsiteX12" fmla="*/ 60503 w 71707"/>
                    <a:gd name="connsiteY12" fmla="*/ 56918 h 71707"/>
                    <a:gd name="connsiteX13" fmla="*/ 15686 w 71707"/>
                    <a:gd name="connsiteY13" fmla="*/ 12101 h 71707"/>
                    <a:gd name="connsiteX14" fmla="*/ 36302 w 71707"/>
                    <a:gd name="connsiteY14" fmla="*/ 4482 h 71707"/>
                    <a:gd name="connsiteX15" fmla="*/ 68122 w 71707"/>
                    <a:gd name="connsiteY15" fmla="*/ 36302 h 71707"/>
                    <a:gd name="connsiteX16" fmla="*/ 4034 w 71707"/>
                    <a:gd name="connsiteY16" fmla="*/ 36302 h 71707"/>
                    <a:gd name="connsiteX17" fmla="*/ 12101 w 71707"/>
                    <a:gd name="connsiteY17" fmla="*/ 15238 h 71707"/>
                    <a:gd name="connsiteX18" fmla="*/ 57366 w 71707"/>
                    <a:gd name="connsiteY18" fmla="*/ 60503 h 71707"/>
                    <a:gd name="connsiteX19" fmla="*/ 36302 w 71707"/>
                    <a:gd name="connsiteY19" fmla="*/ 68570 h 71707"/>
                    <a:gd name="connsiteX20" fmla="*/ 4034 w 71707"/>
                    <a:gd name="connsiteY20" fmla="*/ 36302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1707" h="71707">
                      <a:moveTo>
                        <a:pt x="62295" y="61848"/>
                      </a:moveTo>
                      <a:cubicBezTo>
                        <a:pt x="68570" y="55125"/>
                        <a:pt x="72604" y="46162"/>
                        <a:pt x="72604" y="36302"/>
                      </a:cubicBezTo>
                      <a:cubicBezTo>
                        <a:pt x="72604" y="16134"/>
                        <a:pt x="56470" y="0"/>
                        <a:pt x="36302" y="0"/>
                      </a:cubicBezTo>
                      <a:cubicBezTo>
                        <a:pt x="26442" y="0"/>
                        <a:pt x="17927" y="4034"/>
                        <a:pt x="11204" y="9860"/>
                      </a:cubicBezTo>
                      <a:cubicBezTo>
                        <a:pt x="11204" y="9860"/>
                        <a:pt x="10756" y="9860"/>
                        <a:pt x="10756" y="10308"/>
                      </a:cubicBezTo>
                      <a:cubicBezTo>
                        <a:pt x="10756" y="10308"/>
                        <a:pt x="10756" y="10308"/>
                        <a:pt x="10756" y="10756"/>
                      </a:cubicBezTo>
                      <a:cubicBezTo>
                        <a:pt x="4034" y="17479"/>
                        <a:pt x="0" y="26442"/>
                        <a:pt x="0" y="36750"/>
                      </a:cubicBezTo>
                      <a:cubicBezTo>
                        <a:pt x="0" y="56918"/>
                        <a:pt x="16134" y="73052"/>
                        <a:pt x="36302" y="73052"/>
                      </a:cubicBezTo>
                      <a:cubicBezTo>
                        <a:pt x="46161" y="73052"/>
                        <a:pt x="55573" y="68570"/>
                        <a:pt x="62295" y="61848"/>
                      </a:cubicBezTo>
                      <a:cubicBezTo>
                        <a:pt x="61847" y="61848"/>
                        <a:pt x="61847" y="61848"/>
                        <a:pt x="62295" y="61848"/>
                      </a:cubicBezTo>
                      <a:cubicBezTo>
                        <a:pt x="62295" y="61848"/>
                        <a:pt x="62295" y="61848"/>
                        <a:pt x="62295" y="61848"/>
                      </a:cubicBezTo>
                      <a:close/>
                      <a:moveTo>
                        <a:pt x="68122" y="36302"/>
                      </a:moveTo>
                      <a:cubicBezTo>
                        <a:pt x="68122" y="44369"/>
                        <a:pt x="65433" y="51540"/>
                        <a:pt x="60503" y="56918"/>
                      </a:cubicBezTo>
                      <a:lnTo>
                        <a:pt x="15686" y="12101"/>
                      </a:lnTo>
                      <a:cubicBezTo>
                        <a:pt x="21064" y="7171"/>
                        <a:pt x="28235" y="4482"/>
                        <a:pt x="36302" y="4482"/>
                      </a:cubicBezTo>
                      <a:cubicBezTo>
                        <a:pt x="53781" y="4482"/>
                        <a:pt x="68122" y="18823"/>
                        <a:pt x="68122" y="36302"/>
                      </a:cubicBezTo>
                      <a:close/>
                      <a:moveTo>
                        <a:pt x="4034" y="36302"/>
                      </a:moveTo>
                      <a:cubicBezTo>
                        <a:pt x="4034" y="28235"/>
                        <a:pt x="7171" y="20616"/>
                        <a:pt x="12101" y="15238"/>
                      </a:cubicBezTo>
                      <a:lnTo>
                        <a:pt x="57366" y="60503"/>
                      </a:lnTo>
                      <a:cubicBezTo>
                        <a:pt x="51540" y="65433"/>
                        <a:pt x="44369" y="68570"/>
                        <a:pt x="36302" y="68570"/>
                      </a:cubicBezTo>
                      <a:cubicBezTo>
                        <a:pt x="18375" y="68570"/>
                        <a:pt x="4034" y="54229"/>
                        <a:pt x="4034" y="3630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24" name="Freeform: Shape 5389">
                  <a:extLst>
                    <a:ext uri="{FF2B5EF4-FFF2-40B4-BE49-F238E27FC236}">
                      <a16:creationId xmlns:a16="http://schemas.microsoft.com/office/drawing/2014/main" id="{554CE5AF-467C-1550-A5C1-149608C79C55}"/>
                    </a:ext>
                  </a:extLst>
                </p:cNvPr>
                <p:cNvSpPr/>
                <p:nvPr/>
              </p:nvSpPr>
              <p:spPr>
                <a:xfrm>
                  <a:off x="10958668" y="2835557"/>
                  <a:ext cx="58262" cy="112043"/>
                </a:xfrm>
                <a:custGeom>
                  <a:avLst/>
                  <a:gdLst>
                    <a:gd name="connsiteX0" fmla="*/ 29131 w 58262"/>
                    <a:gd name="connsiteY0" fmla="*/ 0 h 112042"/>
                    <a:gd name="connsiteX1" fmla="*/ 0 w 58262"/>
                    <a:gd name="connsiteY1" fmla="*/ 26442 h 112042"/>
                    <a:gd name="connsiteX2" fmla="*/ 0 w 58262"/>
                    <a:gd name="connsiteY2" fmla="*/ 86049 h 112042"/>
                    <a:gd name="connsiteX3" fmla="*/ 29131 w 58262"/>
                    <a:gd name="connsiteY3" fmla="*/ 112491 h 112042"/>
                    <a:gd name="connsiteX4" fmla="*/ 58262 w 58262"/>
                    <a:gd name="connsiteY4" fmla="*/ 86049 h 112042"/>
                    <a:gd name="connsiteX5" fmla="*/ 58262 w 58262"/>
                    <a:gd name="connsiteY5" fmla="*/ 26442 h 112042"/>
                    <a:gd name="connsiteX6" fmla="*/ 29131 w 58262"/>
                    <a:gd name="connsiteY6" fmla="*/ 0 h 112042"/>
                    <a:gd name="connsiteX7" fmla="*/ 29131 w 58262"/>
                    <a:gd name="connsiteY7" fmla="*/ 107561 h 112042"/>
                    <a:gd name="connsiteX8" fmla="*/ 4482 w 58262"/>
                    <a:gd name="connsiteY8" fmla="*/ 85601 h 112042"/>
                    <a:gd name="connsiteX9" fmla="*/ 4482 w 58262"/>
                    <a:gd name="connsiteY9" fmla="*/ 58262 h 112042"/>
                    <a:gd name="connsiteX10" fmla="*/ 53780 w 58262"/>
                    <a:gd name="connsiteY10" fmla="*/ 58262 h 112042"/>
                    <a:gd name="connsiteX11" fmla="*/ 53780 w 58262"/>
                    <a:gd name="connsiteY11" fmla="*/ 85601 h 112042"/>
                    <a:gd name="connsiteX12" fmla="*/ 29131 w 58262"/>
                    <a:gd name="connsiteY12" fmla="*/ 107561 h 112042"/>
                    <a:gd name="connsiteX13" fmla="*/ 53780 w 58262"/>
                    <a:gd name="connsiteY13" fmla="*/ 53780 h 112042"/>
                    <a:gd name="connsiteX14" fmla="*/ 4482 w 58262"/>
                    <a:gd name="connsiteY14" fmla="*/ 53780 h 112042"/>
                    <a:gd name="connsiteX15" fmla="*/ 4482 w 58262"/>
                    <a:gd name="connsiteY15" fmla="*/ 26442 h 112042"/>
                    <a:gd name="connsiteX16" fmla="*/ 29131 w 58262"/>
                    <a:gd name="connsiteY16" fmla="*/ 4482 h 112042"/>
                    <a:gd name="connsiteX17" fmla="*/ 53780 w 58262"/>
                    <a:gd name="connsiteY17" fmla="*/ 26442 h 112042"/>
                    <a:gd name="connsiteX18" fmla="*/ 53780 w 58262"/>
                    <a:gd name="connsiteY18" fmla="*/ 53780 h 1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262" h="112042">
                      <a:moveTo>
                        <a:pt x="29131" y="0"/>
                      </a:moveTo>
                      <a:cubicBezTo>
                        <a:pt x="13445" y="0"/>
                        <a:pt x="0" y="12101"/>
                        <a:pt x="0" y="26442"/>
                      </a:cubicBezTo>
                      <a:lnTo>
                        <a:pt x="0" y="86049"/>
                      </a:lnTo>
                      <a:cubicBezTo>
                        <a:pt x="0" y="100390"/>
                        <a:pt x="13445" y="112491"/>
                        <a:pt x="29131" y="112491"/>
                      </a:cubicBezTo>
                      <a:cubicBezTo>
                        <a:pt x="44817" y="112491"/>
                        <a:pt x="58262" y="100390"/>
                        <a:pt x="58262" y="86049"/>
                      </a:cubicBezTo>
                      <a:lnTo>
                        <a:pt x="58262" y="26442"/>
                      </a:lnTo>
                      <a:cubicBezTo>
                        <a:pt x="58262" y="12101"/>
                        <a:pt x="44817" y="0"/>
                        <a:pt x="29131" y="0"/>
                      </a:cubicBezTo>
                      <a:close/>
                      <a:moveTo>
                        <a:pt x="29131" y="107561"/>
                      </a:moveTo>
                      <a:cubicBezTo>
                        <a:pt x="16134" y="107561"/>
                        <a:pt x="4482" y="97253"/>
                        <a:pt x="4482" y="85601"/>
                      </a:cubicBezTo>
                      <a:lnTo>
                        <a:pt x="4482" y="58262"/>
                      </a:lnTo>
                      <a:lnTo>
                        <a:pt x="53780" y="58262"/>
                      </a:lnTo>
                      <a:lnTo>
                        <a:pt x="53780" y="85601"/>
                      </a:lnTo>
                      <a:cubicBezTo>
                        <a:pt x="53780" y="97253"/>
                        <a:pt x="42128" y="107561"/>
                        <a:pt x="29131" y="107561"/>
                      </a:cubicBezTo>
                      <a:close/>
                      <a:moveTo>
                        <a:pt x="53780" y="53780"/>
                      </a:moveTo>
                      <a:lnTo>
                        <a:pt x="4482" y="53780"/>
                      </a:lnTo>
                      <a:lnTo>
                        <a:pt x="4482" y="26442"/>
                      </a:lnTo>
                      <a:cubicBezTo>
                        <a:pt x="4482" y="14790"/>
                        <a:pt x="16134" y="4482"/>
                        <a:pt x="29131" y="4482"/>
                      </a:cubicBezTo>
                      <a:cubicBezTo>
                        <a:pt x="42128" y="4482"/>
                        <a:pt x="53780" y="14790"/>
                        <a:pt x="53780" y="26442"/>
                      </a:cubicBezTo>
                      <a:lnTo>
                        <a:pt x="53780" y="53780"/>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25" name="Group 2494">
                <a:extLst>
                  <a:ext uri="{FF2B5EF4-FFF2-40B4-BE49-F238E27FC236}">
                    <a16:creationId xmlns:a16="http://schemas.microsoft.com/office/drawing/2014/main" id="{0F44E6CF-3744-EA44-74E7-223F773E3D5E}"/>
                  </a:ext>
                  <a:ext uri="{C183D7F6-B498-43B3-948B-1728B52AA6E4}">
                    <adec:decorative xmlns:adec="http://schemas.microsoft.com/office/drawing/2017/decorative" val="1"/>
                  </a:ext>
                </a:extLst>
              </p:cNvPr>
              <p:cNvGrpSpPr>
                <a:grpSpLocks noChangeAspect="1"/>
              </p:cNvGrpSpPr>
              <p:nvPr/>
            </p:nvGrpSpPr>
            <p:grpSpPr>
              <a:xfrm>
                <a:off x="10645366" y="4520163"/>
                <a:ext cx="143864" cy="147897"/>
                <a:chOff x="10701866" y="2464472"/>
                <a:chExt cx="143864" cy="147897"/>
              </a:xfrm>
            </p:grpSpPr>
            <p:sp>
              <p:nvSpPr>
                <p:cNvPr id="1326" name="Freeform: Shape 5380">
                  <a:extLst>
                    <a:ext uri="{FF2B5EF4-FFF2-40B4-BE49-F238E27FC236}">
                      <a16:creationId xmlns:a16="http://schemas.microsoft.com/office/drawing/2014/main" id="{9430F793-9A85-031F-3572-E4E871F8ECCB}"/>
                    </a:ext>
                  </a:extLst>
                </p:cNvPr>
                <p:cNvSpPr/>
                <p:nvPr/>
              </p:nvSpPr>
              <p:spPr>
                <a:xfrm>
                  <a:off x="10724723" y="2500326"/>
                  <a:ext cx="98597" cy="112043"/>
                </a:xfrm>
                <a:custGeom>
                  <a:avLst/>
                  <a:gdLst>
                    <a:gd name="connsiteX0" fmla="*/ 90082 w 98597"/>
                    <a:gd name="connsiteY0" fmla="*/ 80671 h 112042"/>
                    <a:gd name="connsiteX1" fmla="*/ 85152 w 98597"/>
                    <a:gd name="connsiteY1" fmla="*/ 80671 h 112042"/>
                    <a:gd name="connsiteX2" fmla="*/ 85152 w 98597"/>
                    <a:gd name="connsiteY2" fmla="*/ 37646 h 112042"/>
                    <a:gd name="connsiteX3" fmla="*/ 49299 w 98597"/>
                    <a:gd name="connsiteY3" fmla="*/ 0 h 112042"/>
                    <a:gd name="connsiteX4" fmla="*/ 13445 w 98597"/>
                    <a:gd name="connsiteY4" fmla="*/ 37646 h 112042"/>
                    <a:gd name="connsiteX5" fmla="*/ 13445 w 98597"/>
                    <a:gd name="connsiteY5" fmla="*/ 80671 h 112042"/>
                    <a:gd name="connsiteX6" fmla="*/ 8515 w 98597"/>
                    <a:gd name="connsiteY6" fmla="*/ 80671 h 112042"/>
                    <a:gd name="connsiteX7" fmla="*/ 0 w 98597"/>
                    <a:gd name="connsiteY7" fmla="*/ 89186 h 112042"/>
                    <a:gd name="connsiteX8" fmla="*/ 0 w 98597"/>
                    <a:gd name="connsiteY8" fmla="*/ 103527 h 112042"/>
                    <a:gd name="connsiteX9" fmla="*/ 8515 w 98597"/>
                    <a:gd name="connsiteY9" fmla="*/ 112043 h 112042"/>
                    <a:gd name="connsiteX10" fmla="*/ 90082 w 98597"/>
                    <a:gd name="connsiteY10" fmla="*/ 112043 h 112042"/>
                    <a:gd name="connsiteX11" fmla="*/ 98597 w 98597"/>
                    <a:gd name="connsiteY11" fmla="*/ 103527 h 112042"/>
                    <a:gd name="connsiteX12" fmla="*/ 98597 w 98597"/>
                    <a:gd name="connsiteY12" fmla="*/ 89186 h 112042"/>
                    <a:gd name="connsiteX13" fmla="*/ 90082 w 98597"/>
                    <a:gd name="connsiteY13" fmla="*/ 80671 h 112042"/>
                    <a:gd name="connsiteX14" fmla="*/ 17927 w 98597"/>
                    <a:gd name="connsiteY14" fmla="*/ 37198 h 112042"/>
                    <a:gd name="connsiteX15" fmla="*/ 49299 w 98597"/>
                    <a:gd name="connsiteY15" fmla="*/ 4034 h 112042"/>
                    <a:gd name="connsiteX16" fmla="*/ 80671 w 98597"/>
                    <a:gd name="connsiteY16" fmla="*/ 37198 h 112042"/>
                    <a:gd name="connsiteX17" fmla="*/ 80671 w 98597"/>
                    <a:gd name="connsiteY17" fmla="*/ 80222 h 112042"/>
                    <a:gd name="connsiteX18" fmla="*/ 17927 w 98597"/>
                    <a:gd name="connsiteY18" fmla="*/ 80222 h 112042"/>
                    <a:gd name="connsiteX19" fmla="*/ 17927 w 98597"/>
                    <a:gd name="connsiteY19" fmla="*/ 37198 h 112042"/>
                    <a:gd name="connsiteX20" fmla="*/ 94116 w 98597"/>
                    <a:gd name="connsiteY20" fmla="*/ 103079 h 112042"/>
                    <a:gd name="connsiteX21" fmla="*/ 90082 w 98597"/>
                    <a:gd name="connsiteY21" fmla="*/ 107113 h 112042"/>
                    <a:gd name="connsiteX22" fmla="*/ 8515 w 98597"/>
                    <a:gd name="connsiteY22" fmla="*/ 107113 h 112042"/>
                    <a:gd name="connsiteX23" fmla="*/ 4482 w 98597"/>
                    <a:gd name="connsiteY23" fmla="*/ 103079 h 112042"/>
                    <a:gd name="connsiteX24" fmla="*/ 4482 w 98597"/>
                    <a:gd name="connsiteY24" fmla="*/ 88738 h 112042"/>
                    <a:gd name="connsiteX25" fmla="*/ 8515 w 98597"/>
                    <a:gd name="connsiteY25" fmla="*/ 84704 h 112042"/>
                    <a:gd name="connsiteX26" fmla="*/ 90082 w 98597"/>
                    <a:gd name="connsiteY26" fmla="*/ 84704 h 112042"/>
                    <a:gd name="connsiteX27" fmla="*/ 94116 w 98597"/>
                    <a:gd name="connsiteY27" fmla="*/ 88738 h 112042"/>
                    <a:gd name="connsiteX28" fmla="*/ 94116 w 98597"/>
                    <a:gd name="connsiteY28" fmla="*/ 103079 h 1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8597" h="112042">
                      <a:moveTo>
                        <a:pt x="90082" y="80671"/>
                      </a:moveTo>
                      <a:lnTo>
                        <a:pt x="85152" y="80671"/>
                      </a:lnTo>
                      <a:lnTo>
                        <a:pt x="85152" y="37646"/>
                      </a:lnTo>
                      <a:cubicBezTo>
                        <a:pt x="85152" y="17479"/>
                        <a:pt x="68570" y="0"/>
                        <a:pt x="49299" y="0"/>
                      </a:cubicBezTo>
                      <a:cubicBezTo>
                        <a:pt x="30027" y="0"/>
                        <a:pt x="13445" y="17030"/>
                        <a:pt x="13445" y="37646"/>
                      </a:cubicBezTo>
                      <a:lnTo>
                        <a:pt x="13445" y="80671"/>
                      </a:lnTo>
                      <a:lnTo>
                        <a:pt x="8515" y="80671"/>
                      </a:lnTo>
                      <a:cubicBezTo>
                        <a:pt x="3585" y="80671"/>
                        <a:pt x="0" y="84704"/>
                        <a:pt x="0" y="89186"/>
                      </a:cubicBezTo>
                      <a:lnTo>
                        <a:pt x="0" y="103527"/>
                      </a:lnTo>
                      <a:cubicBezTo>
                        <a:pt x="0" y="108457"/>
                        <a:pt x="4033" y="112043"/>
                        <a:pt x="8515" y="112043"/>
                      </a:cubicBezTo>
                      <a:lnTo>
                        <a:pt x="90082" y="112043"/>
                      </a:lnTo>
                      <a:cubicBezTo>
                        <a:pt x="95012" y="112043"/>
                        <a:pt x="98597" y="108009"/>
                        <a:pt x="98597" y="103527"/>
                      </a:cubicBezTo>
                      <a:lnTo>
                        <a:pt x="98597" y="89186"/>
                      </a:lnTo>
                      <a:cubicBezTo>
                        <a:pt x="98597" y="84256"/>
                        <a:pt x="94564" y="80671"/>
                        <a:pt x="90082" y="80671"/>
                      </a:cubicBezTo>
                      <a:close/>
                      <a:moveTo>
                        <a:pt x="17927" y="37198"/>
                      </a:moveTo>
                      <a:cubicBezTo>
                        <a:pt x="17927" y="19271"/>
                        <a:pt x="32268" y="4034"/>
                        <a:pt x="49299" y="4034"/>
                      </a:cubicBezTo>
                      <a:cubicBezTo>
                        <a:pt x="66329" y="4034"/>
                        <a:pt x="80671" y="19271"/>
                        <a:pt x="80671" y="37198"/>
                      </a:cubicBezTo>
                      <a:lnTo>
                        <a:pt x="80671" y="80222"/>
                      </a:lnTo>
                      <a:lnTo>
                        <a:pt x="17927" y="80222"/>
                      </a:lnTo>
                      <a:lnTo>
                        <a:pt x="17927" y="37198"/>
                      </a:lnTo>
                      <a:close/>
                      <a:moveTo>
                        <a:pt x="94116" y="103079"/>
                      </a:moveTo>
                      <a:cubicBezTo>
                        <a:pt x="94116" y="105320"/>
                        <a:pt x="92323" y="107113"/>
                        <a:pt x="90082" y="107113"/>
                      </a:cubicBezTo>
                      <a:lnTo>
                        <a:pt x="8515" y="107113"/>
                      </a:lnTo>
                      <a:cubicBezTo>
                        <a:pt x="6274" y="107113"/>
                        <a:pt x="4482" y="105320"/>
                        <a:pt x="4482" y="103079"/>
                      </a:cubicBezTo>
                      <a:lnTo>
                        <a:pt x="4482" y="88738"/>
                      </a:lnTo>
                      <a:cubicBezTo>
                        <a:pt x="4482" y="86497"/>
                        <a:pt x="6274" y="84704"/>
                        <a:pt x="8515" y="84704"/>
                      </a:cubicBezTo>
                      <a:lnTo>
                        <a:pt x="90082" y="84704"/>
                      </a:lnTo>
                      <a:cubicBezTo>
                        <a:pt x="92323" y="84704"/>
                        <a:pt x="94116" y="86497"/>
                        <a:pt x="94116" y="88738"/>
                      </a:cubicBezTo>
                      <a:lnTo>
                        <a:pt x="94116" y="103079"/>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27" name="Freeform: Shape 5381">
                  <a:extLst>
                    <a:ext uri="{FF2B5EF4-FFF2-40B4-BE49-F238E27FC236}">
                      <a16:creationId xmlns:a16="http://schemas.microsoft.com/office/drawing/2014/main" id="{9072BFE3-045A-B1C2-0C45-8D7DA3E98330}"/>
                    </a:ext>
                  </a:extLst>
                </p:cNvPr>
                <p:cNvSpPr/>
                <p:nvPr/>
              </p:nvSpPr>
              <p:spPr>
                <a:xfrm>
                  <a:off x="10771781" y="2464472"/>
                  <a:ext cx="4482" cy="22409"/>
                </a:xfrm>
                <a:custGeom>
                  <a:avLst/>
                  <a:gdLst>
                    <a:gd name="connsiteX0" fmla="*/ 2241 w 4481"/>
                    <a:gd name="connsiteY0" fmla="*/ 22857 h 22408"/>
                    <a:gd name="connsiteX1" fmla="*/ 4482 w 4481"/>
                    <a:gd name="connsiteY1" fmla="*/ 20616 h 22408"/>
                    <a:gd name="connsiteX2" fmla="*/ 4482 w 4481"/>
                    <a:gd name="connsiteY2" fmla="*/ 2241 h 22408"/>
                    <a:gd name="connsiteX3" fmla="*/ 2241 w 4481"/>
                    <a:gd name="connsiteY3" fmla="*/ 0 h 22408"/>
                    <a:gd name="connsiteX4" fmla="*/ 0 w 4481"/>
                    <a:gd name="connsiteY4" fmla="*/ 2241 h 22408"/>
                    <a:gd name="connsiteX5" fmla="*/ 0 w 4481"/>
                    <a:gd name="connsiteY5" fmla="*/ 20616 h 22408"/>
                    <a:gd name="connsiteX6" fmla="*/ 2241 w 4481"/>
                    <a:gd name="connsiteY6" fmla="*/ 22857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22408">
                      <a:moveTo>
                        <a:pt x="2241" y="22857"/>
                      </a:moveTo>
                      <a:cubicBezTo>
                        <a:pt x="3585" y="22857"/>
                        <a:pt x="4482" y="21960"/>
                        <a:pt x="4482" y="20616"/>
                      </a:cubicBezTo>
                      <a:lnTo>
                        <a:pt x="4482" y="2241"/>
                      </a:lnTo>
                      <a:cubicBezTo>
                        <a:pt x="4482" y="896"/>
                        <a:pt x="3585" y="0"/>
                        <a:pt x="2241" y="0"/>
                      </a:cubicBezTo>
                      <a:cubicBezTo>
                        <a:pt x="896" y="0"/>
                        <a:pt x="0" y="896"/>
                        <a:pt x="0" y="2241"/>
                      </a:cubicBezTo>
                      <a:lnTo>
                        <a:pt x="0" y="20616"/>
                      </a:lnTo>
                      <a:cubicBezTo>
                        <a:pt x="0" y="21960"/>
                        <a:pt x="896" y="22857"/>
                        <a:pt x="2241" y="2285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28" name="Freeform: Shape 5382">
                  <a:extLst>
                    <a:ext uri="{FF2B5EF4-FFF2-40B4-BE49-F238E27FC236}">
                      <a16:creationId xmlns:a16="http://schemas.microsoft.com/office/drawing/2014/main" id="{7DBC5149-CB79-548B-FA0D-2F8AA8B50F56}"/>
                    </a:ext>
                  </a:extLst>
                </p:cNvPr>
                <p:cNvSpPr/>
                <p:nvPr/>
              </p:nvSpPr>
              <p:spPr>
                <a:xfrm>
                  <a:off x="10823321" y="2537524"/>
                  <a:ext cx="22409" cy="4482"/>
                </a:xfrm>
                <a:custGeom>
                  <a:avLst/>
                  <a:gdLst>
                    <a:gd name="connsiteX0" fmla="*/ 20616 w 22408"/>
                    <a:gd name="connsiteY0" fmla="*/ 0 h 4481"/>
                    <a:gd name="connsiteX1" fmla="*/ 2241 w 22408"/>
                    <a:gd name="connsiteY1" fmla="*/ 0 h 4481"/>
                    <a:gd name="connsiteX2" fmla="*/ 0 w 22408"/>
                    <a:gd name="connsiteY2" fmla="*/ 2241 h 4481"/>
                    <a:gd name="connsiteX3" fmla="*/ 2241 w 22408"/>
                    <a:gd name="connsiteY3" fmla="*/ 4482 h 4481"/>
                    <a:gd name="connsiteX4" fmla="*/ 20616 w 22408"/>
                    <a:gd name="connsiteY4" fmla="*/ 4482 h 4481"/>
                    <a:gd name="connsiteX5" fmla="*/ 22857 w 22408"/>
                    <a:gd name="connsiteY5" fmla="*/ 2241 h 4481"/>
                    <a:gd name="connsiteX6" fmla="*/ 20616 w 22408"/>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8" h="4481">
                      <a:moveTo>
                        <a:pt x="20616" y="0"/>
                      </a:moveTo>
                      <a:lnTo>
                        <a:pt x="2241" y="0"/>
                      </a:lnTo>
                      <a:cubicBezTo>
                        <a:pt x="896" y="0"/>
                        <a:pt x="0" y="896"/>
                        <a:pt x="0" y="2241"/>
                      </a:cubicBezTo>
                      <a:cubicBezTo>
                        <a:pt x="0" y="3585"/>
                        <a:pt x="896" y="4482"/>
                        <a:pt x="2241" y="4482"/>
                      </a:cubicBezTo>
                      <a:lnTo>
                        <a:pt x="20616" y="4482"/>
                      </a:lnTo>
                      <a:cubicBezTo>
                        <a:pt x="21960" y="4482"/>
                        <a:pt x="22857" y="3585"/>
                        <a:pt x="22857" y="2241"/>
                      </a:cubicBezTo>
                      <a:cubicBezTo>
                        <a:pt x="22857" y="1345"/>
                        <a:pt x="21960" y="0"/>
                        <a:pt x="20616"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29" name="Freeform: Shape 5383">
                  <a:extLst>
                    <a:ext uri="{FF2B5EF4-FFF2-40B4-BE49-F238E27FC236}">
                      <a16:creationId xmlns:a16="http://schemas.microsoft.com/office/drawing/2014/main" id="{A999EBED-286F-0721-2490-AE150279D318}"/>
                    </a:ext>
                  </a:extLst>
                </p:cNvPr>
                <p:cNvSpPr/>
                <p:nvPr/>
              </p:nvSpPr>
              <p:spPr>
                <a:xfrm>
                  <a:off x="10798951" y="2473708"/>
                  <a:ext cx="8963" cy="22409"/>
                </a:xfrm>
                <a:custGeom>
                  <a:avLst/>
                  <a:gdLst>
                    <a:gd name="connsiteX0" fmla="*/ 1512 w 8963"/>
                    <a:gd name="connsiteY0" fmla="*/ 22584 h 22408"/>
                    <a:gd name="connsiteX1" fmla="*/ 2409 w 8963"/>
                    <a:gd name="connsiteY1" fmla="*/ 23033 h 22408"/>
                    <a:gd name="connsiteX2" fmla="*/ 4202 w 8963"/>
                    <a:gd name="connsiteY2" fmla="*/ 21688 h 22408"/>
                    <a:gd name="connsiteX3" fmla="*/ 13165 w 8963"/>
                    <a:gd name="connsiteY3" fmla="*/ 3313 h 22408"/>
                    <a:gd name="connsiteX4" fmla="*/ 12269 w 8963"/>
                    <a:gd name="connsiteY4" fmla="*/ 176 h 22408"/>
                    <a:gd name="connsiteX5" fmla="*/ 9131 w 8963"/>
                    <a:gd name="connsiteY5" fmla="*/ 1072 h 22408"/>
                    <a:gd name="connsiteX6" fmla="*/ 168 w 8963"/>
                    <a:gd name="connsiteY6" fmla="*/ 19447 h 22408"/>
                    <a:gd name="connsiteX7" fmla="*/ 1512 w 8963"/>
                    <a:gd name="connsiteY7" fmla="*/ 22584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63" h="22408">
                      <a:moveTo>
                        <a:pt x="1512" y="22584"/>
                      </a:moveTo>
                      <a:cubicBezTo>
                        <a:pt x="1961" y="22584"/>
                        <a:pt x="1961" y="23033"/>
                        <a:pt x="2409" y="23033"/>
                      </a:cubicBezTo>
                      <a:cubicBezTo>
                        <a:pt x="3305" y="23033"/>
                        <a:pt x="4202" y="22584"/>
                        <a:pt x="4202" y="21688"/>
                      </a:cubicBezTo>
                      <a:lnTo>
                        <a:pt x="13165" y="3313"/>
                      </a:lnTo>
                      <a:cubicBezTo>
                        <a:pt x="13613" y="2417"/>
                        <a:pt x="13165" y="1072"/>
                        <a:pt x="12269" y="176"/>
                      </a:cubicBezTo>
                      <a:cubicBezTo>
                        <a:pt x="11372" y="-272"/>
                        <a:pt x="10028" y="176"/>
                        <a:pt x="9131" y="1072"/>
                      </a:cubicBezTo>
                      <a:lnTo>
                        <a:pt x="168" y="19447"/>
                      </a:lnTo>
                      <a:cubicBezTo>
                        <a:pt x="-280" y="20792"/>
                        <a:pt x="168" y="22136"/>
                        <a:pt x="1512" y="2258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30" name="Freeform: Shape 5384">
                  <a:extLst>
                    <a:ext uri="{FF2B5EF4-FFF2-40B4-BE49-F238E27FC236}">
                      <a16:creationId xmlns:a16="http://schemas.microsoft.com/office/drawing/2014/main" id="{500DA790-2997-B402-B295-BA6C1FB18544}"/>
                    </a:ext>
                  </a:extLst>
                </p:cNvPr>
                <p:cNvSpPr/>
                <p:nvPr/>
              </p:nvSpPr>
              <p:spPr>
                <a:xfrm>
                  <a:off x="10817318" y="2501047"/>
                  <a:ext cx="22409" cy="13445"/>
                </a:xfrm>
                <a:custGeom>
                  <a:avLst/>
                  <a:gdLst>
                    <a:gd name="connsiteX0" fmla="*/ 2417 w 22408"/>
                    <a:gd name="connsiteY0" fmla="*/ 13621 h 13445"/>
                    <a:gd name="connsiteX1" fmla="*/ 3313 w 22408"/>
                    <a:gd name="connsiteY1" fmla="*/ 13173 h 13445"/>
                    <a:gd name="connsiteX2" fmla="*/ 21688 w 22408"/>
                    <a:gd name="connsiteY2" fmla="*/ 4209 h 13445"/>
                    <a:gd name="connsiteX3" fmla="*/ 22584 w 22408"/>
                    <a:gd name="connsiteY3" fmla="*/ 1072 h 13445"/>
                    <a:gd name="connsiteX4" fmla="*/ 19447 w 22408"/>
                    <a:gd name="connsiteY4" fmla="*/ 176 h 13445"/>
                    <a:gd name="connsiteX5" fmla="*/ 1072 w 22408"/>
                    <a:gd name="connsiteY5" fmla="*/ 9139 h 13445"/>
                    <a:gd name="connsiteX6" fmla="*/ 176 w 22408"/>
                    <a:gd name="connsiteY6" fmla="*/ 12276 h 13445"/>
                    <a:gd name="connsiteX7" fmla="*/ 2417 w 22408"/>
                    <a:gd name="connsiteY7" fmla="*/ 13621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08" h="13445">
                      <a:moveTo>
                        <a:pt x="2417" y="13621"/>
                      </a:moveTo>
                      <a:cubicBezTo>
                        <a:pt x="2865" y="13621"/>
                        <a:pt x="3313" y="13621"/>
                        <a:pt x="3313" y="13173"/>
                      </a:cubicBezTo>
                      <a:lnTo>
                        <a:pt x="21688" y="4209"/>
                      </a:lnTo>
                      <a:cubicBezTo>
                        <a:pt x="22584" y="3761"/>
                        <a:pt x="23032" y="2417"/>
                        <a:pt x="22584" y="1072"/>
                      </a:cubicBezTo>
                      <a:cubicBezTo>
                        <a:pt x="22136" y="176"/>
                        <a:pt x="20792" y="-272"/>
                        <a:pt x="19447" y="176"/>
                      </a:cubicBezTo>
                      <a:lnTo>
                        <a:pt x="1072" y="9139"/>
                      </a:lnTo>
                      <a:cubicBezTo>
                        <a:pt x="176" y="9587"/>
                        <a:pt x="-272" y="10932"/>
                        <a:pt x="176" y="12276"/>
                      </a:cubicBezTo>
                      <a:cubicBezTo>
                        <a:pt x="624" y="13173"/>
                        <a:pt x="1520" y="13621"/>
                        <a:pt x="2417" y="1362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31" name="Freeform: Shape 5385">
                  <a:extLst>
                    <a:ext uri="{FF2B5EF4-FFF2-40B4-BE49-F238E27FC236}">
                      <a16:creationId xmlns:a16="http://schemas.microsoft.com/office/drawing/2014/main" id="{67AB0099-47B9-F6F6-BFAD-5279372DE34C}"/>
                    </a:ext>
                  </a:extLst>
                </p:cNvPr>
                <p:cNvSpPr/>
                <p:nvPr/>
              </p:nvSpPr>
              <p:spPr>
                <a:xfrm>
                  <a:off x="10701866" y="2537524"/>
                  <a:ext cx="22409" cy="4482"/>
                </a:xfrm>
                <a:custGeom>
                  <a:avLst/>
                  <a:gdLst>
                    <a:gd name="connsiteX0" fmla="*/ 20616 w 22408"/>
                    <a:gd name="connsiteY0" fmla="*/ 0 h 4481"/>
                    <a:gd name="connsiteX1" fmla="*/ 2241 w 22408"/>
                    <a:gd name="connsiteY1" fmla="*/ 0 h 4481"/>
                    <a:gd name="connsiteX2" fmla="*/ 0 w 22408"/>
                    <a:gd name="connsiteY2" fmla="*/ 2241 h 4481"/>
                    <a:gd name="connsiteX3" fmla="*/ 2241 w 22408"/>
                    <a:gd name="connsiteY3" fmla="*/ 4482 h 4481"/>
                    <a:gd name="connsiteX4" fmla="*/ 20616 w 22408"/>
                    <a:gd name="connsiteY4" fmla="*/ 4482 h 4481"/>
                    <a:gd name="connsiteX5" fmla="*/ 22857 w 22408"/>
                    <a:gd name="connsiteY5" fmla="*/ 2241 h 4481"/>
                    <a:gd name="connsiteX6" fmla="*/ 20616 w 22408"/>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8" h="4481">
                      <a:moveTo>
                        <a:pt x="20616" y="0"/>
                      </a:moveTo>
                      <a:lnTo>
                        <a:pt x="2241" y="0"/>
                      </a:lnTo>
                      <a:cubicBezTo>
                        <a:pt x="896" y="0"/>
                        <a:pt x="0" y="896"/>
                        <a:pt x="0" y="2241"/>
                      </a:cubicBezTo>
                      <a:cubicBezTo>
                        <a:pt x="0" y="3585"/>
                        <a:pt x="896" y="4482"/>
                        <a:pt x="2241" y="4482"/>
                      </a:cubicBezTo>
                      <a:lnTo>
                        <a:pt x="20616" y="4482"/>
                      </a:lnTo>
                      <a:cubicBezTo>
                        <a:pt x="21960" y="4482"/>
                        <a:pt x="22857" y="3585"/>
                        <a:pt x="22857" y="2241"/>
                      </a:cubicBezTo>
                      <a:cubicBezTo>
                        <a:pt x="22857" y="1345"/>
                        <a:pt x="21512" y="0"/>
                        <a:pt x="20616"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32" name="Freeform: Shape 5386">
                  <a:extLst>
                    <a:ext uri="{FF2B5EF4-FFF2-40B4-BE49-F238E27FC236}">
                      <a16:creationId xmlns:a16="http://schemas.microsoft.com/office/drawing/2014/main" id="{472F9B36-ED78-79C4-E95E-968E6FD47F56}"/>
                    </a:ext>
                  </a:extLst>
                </p:cNvPr>
                <p:cNvSpPr/>
                <p:nvPr/>
              </p:nvSpPr>
              <p:spPr>
                <a:xfrm>
                  <a:off x="10734855" y="2473708"/>
                  <a:ext cx="8963" cy="22409"/>
                </a:xfrm>
                <a:custGeom>
                  <a:avLst/>
                  <a:gdLst>
                    <a:gd name="connsiteX0" fmla="*/ 9587 w 8963"/>
                    <a:gd name="connsiteY0" fmla="*/ 21688 h 22408"/>
                    <a:gd name="connsiteX1" fmla="*/ 11380 w 8963"/>
                    <a:gd name="connsiteY1" fmla="*/ 23033 h 22408"/>
                    <a:gd name="connsiteX2" fmla="*/ 12276 w 8963"/>
                    <a:gd name="connsiteY2" fmla="*/ 22584 h 22408"/>
                    <a:gd name="connsiteX3" fmla="*/ 13173 w 8963"/>
                    <a:gd name="connsiteY3" fmla="*/ 19447 h 22408"/>
                    <a:gd name="connsiteX4" fmla="*/ 4209 w 8963"/>
                    <a:gd name="connsiteY4" fmla="*/ 1072 h 22408"/>
                    <a:gd name="connsiteX5" fmla="*/ 1072 w 8963"/>
                    <a:gd name="connsiteY5" fmla="*/ 176 h 22408"/>
                    <a:gd name="connsiteX6" fmla="*/ 176 w 8963"/>
                    <a:gd name="connsiteY6" fmla="*/ 3313 h 22408"/>
                    <a:gd name="connsiteX7" fmla="*/ 9587 w 8963"/>
                    <a:gd name="connsiteY7" fmla="*/ 21688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63" h="22408">
                      <a:moveTo>
                        <a:pt x="9587" y="21688"/>
                      </a:moveTo>
                      <a:cubicBezTo>
                        <a:pt x="10036" y="22584"/>
                        <a:pt x="10932" y="23033"/>
                        <a:pt x="11380" y="23033"/>
                      </a:cubicBezTo>
                      <a:cubicBezTo>
                        <a:pt x="11828" y="23033"/>
                        <a:pt x="12276" y="23033"/>
                        <a:pt x="12276" y="22584"/>
                      </a:cubicBezTo>
                      <a:cubicBezTo>
                        <a:pt x="13173" y="22136"/>
                        <a:pt x="13621" y="20792"/>
                        <a:pt x="13173" y="19447"/>
                      </a:cubicBezTo>
                      <a:lnTo>
                        <a:pt x="4209" y="1072"/>
                      </a:lnTo>
                      <a:cubicBezTo>
                        <a:pt x="3761" y="176"/>
                        <a:pt x="2417" y="-272"/>
                        <a:pt x="1072" y="176"/>
                      </a:cubicBezTo>
                      <a:cubicBezTo>
                        <a:pt x="176" y="624"/>
                        <a:pt x="-272" y="1968"/>
                        <a:pt x="176" y="3313"/>
                      </a:cubicBezTo>
                      <a:lnTo>
                        <a:pt x="9587" y="21688"/>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33" name="Freeform: Shape 5387">
                  <a:extLst>
                    <a:ext uri="{FF2B5EF4-FFF2-40B4-BE49-F238E27FC236}">
                      <a16:creationId xmlns:a16="http://schemas.microsoft.com/office/drawing/2014/main" id="{4F17E528-8D64-CF03-A975-524D62DB4A5E}"/>
                    </a:ext>
                  </a:extLst>
                </p:cNvPr>
                <p:cNvSpPr/>
                <p:nvPr/>
              </p:nvSpPr>
              <p:spPr>
                <a:xfrm>
                  <a:off x="10707397" y="2501047"/>
                  <a:ext cx="22409" cy="13445"/>
                </a:xfrm>
                <a:custGeom>
                  <a:avLst/>
                  <a:gdLst>
                    <a:gd name="connsiteX0" fmla="*/ 1640 w 22408"/>
                    <a:gd name="connsiteY0" fmla="*/ 4209 h 13445"/>
                    <a:gd name="connsiteX1" fmla="*/ 20015 w 22408"/>
                    <a:gd name="connsiteY1" fmla="*/ 13173 h 13445"/>
                    <a:gd name="connsiteX2" fmla="*/ 20911 w 22408"/>
                    <a:gd name="connsiteY2" fmla="*/ 13621 h 13445"/>
                    <a:gd name="connsiteX3" fmla="*/ 22704 w 22408"/>
                    <a:gd name="connsiteY3" fmla="*/ 12276 h 13445"/>
                    <a:gd name="connsiteX4" fmla="*/ 21808 w 22408"/>
                    <a:gd name="connsiteY4" fmla="*/ 9139 h 13445"/>
                    <a:gd name="connsiteX5" fmla="*/ 3433 w 22408"/>
                    <a:gd name="connsiteY5" fmla="*/ 176 h 13445"/>
                    <a:gd name="connsiteX6" fmla="*/ 296 w 22408"/>
                    <a:gd name="connsiteY6" fmla="*/ 1072 h 13445"/>
                    <a:gd name="connsiteX7" fmla="*/ 1640 w 22408"/>
                    <a:gd name="connsiteY7" fmla="*/ 4209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08" h="13445">
                      <a:moveTo>
                        <a:pt x="1640" y="4209"/>
                      </a:moveTo>
                      <a:lnTo>
                        <a:pt x="20015" y="13173"/>
                      </a:lnTo>
                      <a:cubicBezTo>
                        <a:pt x="20463" y="13173"/>
                        <a:pt x="20463" y="13621"/>
                        <a:pt x="20911" y="13621"/>
                      </a:cubicBezTo>
                      <a:cubicBezTo>
                        <a:pt x="21808" y="13621"/>
                        <a:pt x="22704" y="13173"/>
                        <a:pt x="22704" y="12276"/>
                      </a:cubicBezTo>
                      <a:cubicBezTo>
                        <a:pt x="23152" y="11380"/>
                        <a:pt x="22704" y="10035"/>
                        <a:pt x="21808" y="9139"/>
                      </a:cubicBezTo>
                      <a:lnTo>
                        <a:pt x="3433" y="176"/>
                      </a:lnTo>
                      <a:cubicBezTo>
                        <a:pt x="2536" y="-272"/>
                        <a:pt x="1192" y="176"/>
                        <a:pt x="296" y="1072"/>
                      </a:cubicBezTo>
                      <a:cubicBezTo>
                        <a:pt x="-601" y="1968"/>
                        <a:pt x="744" y="3761"/>
                        <a:pt x="1640" y="420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34" name="Group 2495">
                <a:extLst>
                  <a:ext uri="{FF2B5EF4-FFF2-40B4-BE49-F238E27FC236}">
                    <a16:creationId xmlns:a16="http://schemas.microsoft.com/office/drawing/2014/main" id="{356963C9-201F-97C1-8679-4EEEBE0616BF}"/>
                  </a:ext>
                  <a:ext uri="{C183D7F6-B498-43B3-948B-1728B52AA6E4}">
                    <adec:decorative xmlns:adec="http://schemas.microsoft.com/office/drawing/2017/decorative" val="1"/>
                  </a:ext>
                </a:extLst>
              </p:cNvPr>
              <p:cNvGrpSpPr>
                <a:grpSpLocks noChangeAspect="1"/>
              </p:cNvGrpSpPr>
              <p:nvPr/>
            </p:nvGrpSpPr>
            <p:grpSpPr>
              <a:xfrm>
                <a:off x="9875410" y="4512544"/>
                <a:ext cx="99718" cy="152378"/>
                <a:chOff x="9931910" y="2456853"/>
                <a:chExt cx="99718" cy="152378"/>
              </a:xfrm>
            </p:grpSpPr>
            <p:sp>
              <p:nvSpPr>
                <p:cNvPr id="1335" name="Freeform: Shape 5376">
                  <a:extLst>
                    <a:ext uri="{FF2B5EF4-FFF2-40B4-BE49-F238E27FC236}">
                      <a16:creationId xmlns:a16="http://schemas.microsoft.com/office/drawing/2014/main" id="{B91FDEBA-2B85-141E-3334-7B635B701F76}"/>
                    </a:ext>
                  </a:extLst>
                </p:cNvPr>
                <p:cNvSpPr/>
                <p:nvPr/>
              </p:nvSpPr>
              <p:spPr>
                <a:xfrm>
                  <a:off x="9931910" y="2501670"/>
                  <a:ext cx="26890" cy="26890"/>
                </a:xfrm>
                <a:custGeom>
                  <a:avLst/>
                  <a:gdLst>
                    <a:gd name="connsiteX0" fmla="*/ 11653 w 26890"/>
                    <a:gd name="connsiteY0" fmla="*/ 25546 h 26890"/>
                    <a:gd name="connsiteX1" fmla="*/ 13893 w 26890"/>
                    <a:gd name="connsiteY1" fmla="*/ 27787 h 26890"/>
                    <a:gd name="connsiteX2" fmla="*/ 16134 w 26890"/>
                    <a:gd name="connsiteY2" fmla="*/ 25546 h 26890"/>
                    <a:gd name="connsiteX3" fmla="*/ 16134 w 26890"/>
                    <a:gd name="connsiteY3" fmla="*/ 16134 h 26890"/>
                    <a:gd name="connsiteX4" fmla="*/ 25546 w 26890"/>
                    <a:gd name="connsiteY4" fmla="*/ 16134 h 26890"/>
                    <a:gd name="connsiteX5" fmla="*/ 27787 w 26890"/>
                    <a:gd name="connsiteY5" fmla="*/ 13893 h 26890"/>
                    <a:gd name="connsiteX6" fmla="*/ 25546 w 26890"/>
                    <a:gd name="connsiteY6" fmla="*/ 11652 h 26890"/>
                    <a:gd name="connsiteX7" fmla="*/ 16134 w 26890"/>
                    <a:gd name="connsiteY7" fmla="*/ 11652 h 26890"/>
                    <a:gd name="connsiteX8" fmla="*/ 16134 w 26890"/>
                    <a:gd name="connsiteY8" fmla="*/ 2241 h 26890"/>
                    <a:gd name="connsiteX9" fmla="*/ 13893 w 26890"/>
                    <a:gd name="connsiteY9" fmla="*/ 0 h 26890"/>
                    <a:gd name="connsiteX10" fmla="*/ 11653 w 26890"/>
                    <a:gd name="connsiteY10" fmla="*/ 2241 h 26890"/>
                    <a:gd name="connsiteX11" fmla="*/ 11653 w 26890"/>
                    <a:gd name="connsiteY11" fmla="*/ 11652 h 26890"/>
                    <a:gd name="connsiteX12" fmla="*/ 2241 w 26890"/>
                    <a:gd name="connsiteY12" fmla="*/ 11652 h 26890"/>
                    <a:gd name="connsiteX13" fmla="*/ 0 w 26890"/>
                    <a:gd name="connsiteY13" fmla="*/ 13893 h 26890"/>
                    <a:gd name="connsiteX14" fmla="*/ 2241 w 26890"/>
                    <a:gd name="connsiteY14" fmla="*/ 16134 h 26890"/>
                    <a:gd name="connsiteX15" fmla="*/ 11653 w 26890"/>
                    <a:gd name="connsiteY15" fmla="*/ 16134 h 26890"/>
                    <a:gd name="connsiteX16" fmla="*/ 11653 w 26890"/>
                    <a:gd name="connsiteY16" fmla="*/ 25546 h 2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890" h="26890">
                      <a:moveTo>
                        <a:pt x="11653" y="25546"/>
                      </a:moveTo>
                      <a:cubicBezTo>
                        <a:pt x="11653" y="26890"/>
                        <a:pt x="12549" y="27787"/>
                        <a:pt x="13893" y="27787"/>
                      </a:cubicBezTo>
                      <a:cubicBezTo>
                        <a:pt x="15238" y="27787"/>
                        <a:pt x="16134" y="26890"/>
                        <a:pt x="16134" y="25546"/>
                      </a:cubicBezTo>
                      <a:lnTo>
                        <a:pt x="16134" y="16134"/>
                      </a:lnTo>
                      <a:lnTo>
                        <a:pt x="25546" y="16134"/>
                      </a:lnTo>
                      <a:cubicBezTo>
                        <a:pt x="26890" y="16134"/>
                        <a:pt x="27787" y="15238"/>
                        <a:pt x="27787" y="13893"/>
                      </a:cubicBezTo>
                      <a:cubicBezTo>
                        <a:pt x="27787" y="12549"/>
                        <a:pt x="26890" y="11652"/>
                        <a:pt x="25546" y="11652"/>
                      </a:cubicBezTo>
                      <a:lnTo>
                        <a:pt x="16134" y="11652"/>
                      </a:lnTo>
                      <a:lnTo>
                        <a:pt x="16134" y="2241"/>
                      </a:lnTo>
                      <a:cubicBezTo>
                        <a:pt x="16134" y="896"/>
                        <a:pt x="15238" y="0"/>
                        <a:pt x="13893" y="0"/>
                      </a:cubicBezTo>
                      <a:cubicBezTo>
                        <a:pt x="12549" y="0"/>
                        <a:pt x="11653" y="896"/>
                        <a:pt x="11653" y="2241"/>
                      </a:cubicBezTo>
                      <a:lnTo>
                        <a:pt x="11653" y="11652"/>
                      </a:lnTo>
                      <a:lnTo>
                        <a:pt x="2241" y="11652"/>
                      </a:lnTo>
                      <a:cubicBezTo>
                        <a:pt x="896" y="11652"/>
                        <a:pt x="0" y="12549"/>
                        <a:pt x="0" y="13893"/>
                      </a:cubicBezTo>
                      <a:cubicBezTo>
                        <a:pt x="0" y="15238"/>
                        <a:pt x="896" y="16134"/>
                        <a:pt x="2241" y="16134"/>
                      </a:cubicBezTo>
                      <a:lnTo>
                        <a:pt x="11653" y="16134"/>
                      </a:lnTo>
                      <a:lnTo>
                        <a:pt x="11653" y="2554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36" name="Freeform: Shape 5377">
                  <a:extLst>
                    <a:ext uri="{FF2B5EF4-FFF2-40B4-BE49-F238E27FC236}">
                      <a16:creationId xmlns:a16="http://schemas.microsoft.com/office/drawing/2014/main" id="{31DA2ED3-F051-F595-3D10-DEE1B37A5192}"/>
                    </a:ext>
                  </a:extLst>
                </p:cNvPr>
                <p:cNvSpPr/>
                <p:nvPr/>
              </p:nvSpPr>
              <p:spPr>
                <a:xfrm>
                  <a:off x="10013701" y="2492035"/>
                  <a:ext cx="17927" cy="17927"/>
                </a:xfrm>
                <a:custGeom>
                  <a:avLst/>
                  <a:gdLst>
                    <a:gd name="connsiteX0" fmla="*/ 13221 w 17926"/>
                    <a:gd name="connsiteY0" fmla="*/ 10084 h 17926"/>
                    <a:gd name="connsiteX1" fmla="*/ 19495 w 17926"/>
                    <a:gd name="connsiteY1" fmla="*/ 3809 h 17926"/>
                    <a:gd name="connsiteX2" fmla="*/ 19495 w 17926"/>
                    <a:gd name="connsiteY2" fmla="*/ 672 h 17926"/>
                    <a:gd name="connsiteX3" fmla="*/ 16358 w 17926"/>
                    <a:gd name="connsiteY3" fmla="*/ 672 h 17926"/>
                    <a:gd name="connsiteX4" fmla="*/ 10084 w 17926"/>
                    <a:gd name="connsiteY4" fmla="*/ 6947 h 17926"/>
                    <a:gd name="connsiteX5" fmla="*/ 3810 w 17926"/>
                    <a:gd name="connsiteY5" fmla="*/ 672 h 17926"/>
                    <a:gd name="connsiteX6" fmla="*/ 672 w 17926"/>
                    <a:gd name="connsiteY6" fmla="*/ 672 h 17926"/>
                    <a:gd name="connsiteX7" fmla="*/ 672 w 17926"/>
                    <a:gd name="connsiteY7" fmla="*/ 3809 h 17926"/>
                    <a:gd name="connsiteX8" fmla="*/ 6947 w 17926"/>
                    <a:gd name="connsiteY8" fmla="*/ 10084 h 17926"/>
                    <a:gd name="connsiteX9" fmla="*/ 672 w 17926"/>
                    <a:gd name="connsiteY9" fmla="*/ 16358 h 17926"/>
                    <a:gd name="connsiteX10" fmla="*/ 672 w 17926"/>
                    <a:gd name="connsiteY10" fmla="*/ 19495 h 17926"/>
                    <a:gd name="connsiteX11" fmla="*/ 2465 w 17926"/>
                    <a:gd name="connsiteY11" fmla="*/ 19944 h 17926"/>
                    <a:gd name="connsiteX12" fmla="*/ 4258 w 17926"/>
                    <a:gd name="connsiteY12" fmla="*/ 19495 h 17926"/>
                    <a:gd name="connsiteX13" fmla="*/ 10532 w 17926"/>
                    <a:gd name="connsiteY13" fmla="*/ 13221 h 17926"/>
                    <a:gd name="connsiteX14" fmla="*/ 16806 w 17926"/>
                    <a:gd name="connsiteY14" fmla="*/ 19495 h 17926"/>
                    <a:gd name="connsiteX15" fmla="*/ 18599 w 17926"/>
                    <a:gd name="connsiteY15" fmla="*/ 19944 h 17926"/>
                    <a:gd name="connsiteX16" fmla="*/ 20392 w 17926"/>
                    <a:gd name="connsiteY16" fmla="*/ 19495 h 17926"/>
                    <a:gd name="connsiteX17" fmla="*/ 20392 w 17926"/>
                    <a:gd name="connsiteY17" fmla="*/ 16358 h 17926"/>
                    <a:gd name="connsiteX18" fmla="*/ 13221 w 17926"/>
                    <a:gd name="connsiteY18" fmla="*/ 10084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926" h="17926">
                      <a:moveTo>
                        <a:pt x="13221" y="10084"/>
                      </a:moveTo>
                      <a:lnTo>
                        <a:pt x="19495" y="3809"/>
                      </a:lnTo>
                      <a:cubicBezTo>
                        <a:pt x="20392" y="2913"/>
                        <a:pt x="20392" y="1569"/>
                        <a:pt x="19495" y="672"/>
                      </a:cubicBezTo>
                      <a:cubicBezTo>
                        <a:pt x="18599" y="-224"/>
                        <a:pt x="17255" y="-224"/>
                        <a:pt x="16358" y="672"/>
                      </a:cubicBezTo>
                      <a:lnTo>
                        <a:pt x="10084" y="6947"/>
                      </a:lnTo>
                      <a:lnTo>
                        <a:pt x="3810" y="672"/>
                      </a:lnTo>
                      <a:cubicBezTo>
                        <a:pt x="2913" y="-224"/>
                        <a:pt x="1569" y="-224"/>
                        <a:pt x="672" y="672"/>
                      </a:cubicBezTo>
                      <a:cubicBezTo>
                        <a:pt x="-224" y="1569"/>
                        <a:pt x="-224" y="2913"/>
                        <a:pt x="672" y="3809"/>
                      </a:cubicBezTo>
                      <a:lnTo>
                        <a:pt x="6947" y="10084"/>
                      </a:lnTo>
                      <a:lnTo>
                        <a:pt x="672" y="16358"/>
                      </a:lnTo>
                      <a:cubicBezTo>
                        <a:pt x="-224" y="17255"/>
                        <a:pt x="-224" y="18599"/>
                        <a:pt x="672" y="19495"/>
                      </a:cubicBezTo>
                      <a:cubicBezTo>
                        <a:pt x="1120" y="19944"/>
                        <a:pt x="1569" y="19944"/>
                        <a:pt x="2465" y="19944"/>
                      </a:cubicBezTo>
                      <a:cubicBezTo>
                        <a:pt x="3361" y="19944"/>
                        <a:pt x="3810" y="19944"/>
                        <a:pt x="4258" y="19495"/>
                      </a:cubicBezTo>
                      <a:lnTo>
                        <a:pt x="10532" y="13221"/>
                      </a:lnTo>
                      <a:lnTo>
                        <a:pt x="16806" y="19495"/>
                      </a:lnTo>
                      <a:cubicBezTo>
                        <a:pt x="17255" y="19944"/>
                        <a:pt x="17703" y="19944"/>
                        <a:pt x="18599" y="19944"/>
                      </a:cubicBezTo>
                      <a:cubicBezTo>
                        <a:pt x="19495" y="19944"/>
                        <a:pt x="19944" y="19944"/>
                        <a:pt x="20392" y="19495"/>
                      </a:cubicBezTo>
                      <a:cubicBezTo>
                        <a:pt x="21288" y="18599"/>
                        <a:pt x="21288" y="17255"/>
                        <a:pt x="20392" y="16358"/>
                      </a:cubicBezTo>
                      <a:lnTo>
                        <a:pt x="13221" y="10084"/>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37" name="Freeform: Shape 5378">
                  <a:extLst>
                    <a:ext uri="{FF2B5EF4-FFF2-40B4-BE49-F238E27FC236}">
                      <a16:creationId xmlns:a16="http://schemas.microsoft.com/office/drawing/2014/main" id="{92A45935-2FDE-7C1E-2BF5-29BC80A42990}"/>
                    </a:ext>
                  </a:extLst>
                </p:cNvPr>
                <p:cNvSpPr/>
                <p:nvPr/>
              </p:nvSpPr>
              <p:spPr>
                <a:xfrm>
                  <a:off x="9963282" y="2456853"/>
                  <a:ext cx="26890" cy="26890"/>
                </a:xfrm>
                <a:custGeom>
                  <a:avLst/>
                  <a:gdLst>
                    <a:gd name="connsiteX0" fmla="*/ 13893 w 26890"/>
                    <a:gd name="connsiteY0" fmla="*/ 27787 h 26890"/>
                    <a:gd name="connsiteX1" fmla="*/ 27787 w 26890"/>
                    <a:gd name="connsiteY1" fmla="*/ 13893 h 26890"/>
                    <a:gd name="connsiteX2" fmla="*/ 13893 w 26890"/>
                    <a:gd name="connsiteY2" fmla="*/ 0 h 26890"/>
                    <a:gd name="connsiteX3" fmla="*/ 0 w 26890"/>
                    <a:gd name="connsiteY3" fmla="*/ 13893 h 26890"/>
                    <a:gd name="connsiteX4" fmla="*/ 13893 w 26890"/>
                    <a:gd name="connsiteY4" fmla="*/ 27787 h 26890"/>
                    <a:gd name="connsiteX5" fmla="*/ 13893 w 26890"/>
                    <a:gd name="connsiteY5" fmla="*/ 4930 h 26890"/>
                    <a:gd name="connsiteX6" fmla="*/ 23305 w 26890"/>
                    <a:gd name="connsiteY6" fmla="*/ 14342 h 26890"/>
                    <a:gd name="connsiteX7" fmla="*/ 13893 w 26890"/>
                    <a:gd name="connsiteY7" fmla="*/ 23753 h 26890"/>
                    <a:gd name="connsiteX8" fmla="*/ 4482 w 26890"/>
                    <a:gd name="connsiteY8" fmla="*/ 14342 h 26890"/>
                    <a:gd name="connsiteX9" fmla="*/ 13893 w 26890"/>
                    <a:gd name="connsiteY9" fmla="*/ 4930 h 2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90" h="26890">
                      <a:moveTo>
                        <a:pt x="13893" y="27787"/>
                      </a:moveTo>
                      <a:cubicBezTo>
                        <a:pt x="21512" y="27787"/>
                        <a:pt x="27787" y="21512"/>
                        <a:pt x="27787" y="13893"/>
                      </a:cubicBezTo>
                      <a:cubicBezTo>
                        <a:pt x="27787" y="6274"/>
                        <a:pt x="21512" y="0"/>
                        <a:pt x="13893" y="0"/>
                      </a:cubicBezTo>
                      <a:cubicBezTo>
                        <a:pt x="6274" y="0"/>
                        <a:pt x="0" y="6274"/>
                        <a:pt x="0" y="13893"/>
                      </a:cubicBezTo>
                      <a:cubicBezTo>
                        <a:pt x="448" y="21512"/>
                        <a:pt x="6274" y="27787"/>
                        <a:pt x="13893" y="27787"/>
                      </a:cubicBezTo>
                      <a:close/>
                      <a:moveTo>
                        <a:pt x="13893" y="4930"/>
                      </a:moveTo>
                      <a:cubicBezTo>
                        <a:pt x="18823" y="4930"/>
                        <a:pt x="23305" y="8963"/>
                        <a:pt x="23305" y="14342"/>
                      </a:cubicBezTo>
                      <a:cubicBezTo>
                        <a:pt x="23305" y="19720"/>
                        <a:pt x="19271" y="23753"/>
                        <a:pt x="13893" y="23753"/>
                      </a:cubicBezTo>
                      <a:cubicBezTo>
                        <a:pt x="8963" y="23753"/>
                        <a:pt x="4482" y="19720"/>
                        <a:pt x="4482" y="14342"/>
                      </a:cubicBezTo>
                      <a:cubicBezTo>
                        <a:pt x="4482" y="8963"/>
                        <a:pt x="8963" y="4930"/>
                        <a:pt x="13893" y="49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38" name="Freeform: Shape 5379">
                  <a:extLst>
                    <a:ext uri="{FF2B5EF4-FFF2-40B4-BE49-F238E27FC236}">
                      <a16:creationId xmlns:a16="http://schemas.microsoft.com/office/drawing/2014/main" id="{67BBAB48-4ADA-58EC-1938-AF881C7FBD91}"/>
                    </a:ext>
                  </a:extLst>
                </p:cNvPr>
                <p:cNvSpPr/>
                <p:nvPr/>
              </p:nvSpPr>
              <p:spPr>
                <a:xfrm>
                  <a:off x="9941322" y="2492707"/>
                  <a:ext cx="85152" cy="116524"/>
                </a:xfrm>
                <a:custGeom>
                  <a:avLst/>
                  <a:gdLst>
                    <a:gd name="connsiteX0" fmla="*/ 58262 w 85152"/>
                    <a:gd name="connsiteY0" fmla="*/ 37198 h 116524"/>
                    <a:gd name="connsiteX1" fmla="*/ 58262 w 85152"/>
                    <a:gd name="connsiteY1" fmla="*/ 4482 h 116524"/>
                    <a:gd name="connsiteX2" fmla="*/ 63192 w 85152"/>
                    <a:gd name="connsiteY2" fmla="*/ 4482 h 116524"/>
                    <a:gd name="connsiteX3" fmla="*/ 65433 w 85152"/>
                    <a:gd name="connsiteY3" fmla="*/ 2241 h 116524"/>
                    <a:gd name="connsiteX4" fmla="*/ 63192 w 85152"/>
                    <a:gd name="connsiteY4" fmla="*/ 0 h 116524"/>
                    <a:gd name="connsiteX5" fmla="*/ 56021 w 85152"/>
                    <a:gd name="connsiteY5" fmla="*/ 0 h 116524"/>
                    <a:gd name="connsiteX6" fmla="*/ 29131 w 85152"/>
                    <a:gd name="connsiteY6" fmla="*/ 0 h 116524"/>
                    <a:gd name="connsiteX7" fmla="*/ 22409 w 85152"/>
                    <a:gd name="connsiteY7" fmla="*/ 0 h 116524"/>
                    <a:gd name="connsiteX8" fmla="*/ 20168 w 85152"/>
                    <a:gd name="connsiteY8" fmla="*/ 2241 h 116524"/>
                    <a:gd name="connsiteX9" fmla="*/ 22409 w 85152"/>
                    <a:gd name="connsiteY9" fmla="*/ 4482 h 116524"/>
                    <a:gd name="connsiteX10" fmla="*/ 26890 w 85152"/>
                    <a:gd name="connsiteY10" fmla="*/ 4482 h 116524"/>
                    <a:gd name="connsiteX11" fmla="*/ 26890 w 85152"/>
                    <a:gd name="connsiteY11" fmla="*/ 37198 h 116524"/>
                    <a:gd name="connsiteX12" fmla="*/ 0 w 85152"/>
                    <a:gd name="connsiteY12" fmla="*/ 76637 h 116524"/>
                    <a:gd name="connsiteX13" fmla="*/ 42576 w 85152"/>
                    <a:gd name="connsiteY13" fmla="*/ 119213 h 116524"/>
                    <a:gd name="connsiteX14" fmla="*/ 85152 w 85152"/>
                    <a:gd name="connsiteY14" fmla="*/ 76637 h 116524"/>
                    <a:gd name="connsiteX15" fmla="*/ 58262 w 85152"/>
                    <a:gd name="connsiteY15" fmla="*/ 37198 h 116524"/>
                    <a:gd name="connsiteX16" fmla="*/ 30027 w 85152"/>
                    <a:gd name="connsiteY16" fmla="*/ 40784 h 116524"/>
                    <a:gd name="connsiteX17" fmla="*/ 30027 w 85152"/>
                    <a:gd name="connsiteY17" fmla="*/ 40784 h 116524"/>
                    <a:gd name="connsiteX18" fmla="*/ 30476 w 85152"/>
                    <a:gd name="connsiteY18" fmla="*/ 40335 h 116524"/>
                    <a:gd name="connsiteX19" fmla="*/ 30924 w 85152"/>
                    <a:gd name="connsiteY19" fmla="*/ 40335 h 116524"/>
                    <a:gd name="connsiteX20" fmla="*/ 31372 w 85152"/>
                    <a:gd name="connsiteY20" fmla="*/ 39887 h 116524"/>
                    <a:gd name="connsiteX21" fmla="*/ 31820 w 85152"/>
                    <a:gd name="connsiteY21" fmla="*/ 39439 h 116524"/>
                    <a:gd name="connsiteX22" fmla="*/ 31820 w 85152"/>
                    <a:gd name="connsiteY22" fmla="*/ 38991 h 116524"/>
                    <a:gd name="connsiteX23" fmla="*/ 31820 w 85152"/>
                    <a:gd name="connsiteY23" fmla="*/ 38543 h 116524"/>
                    <a:gd name="connsiteX24" fmla="*/ 31820 w 85152"/>
                    <a:gd name="connsiteY24" fmla="*/ 38543 h 116524"/>
                    <a:gd name="connsiteX25" fmla="*/ 31820 w 85152"/>
                    <a:gd name="connsiteY25" fmla="*/ 4482 h 116524"/>
                    <a:gd name="connsiteX26" fmla="*/ 54228 w 85152"/>
                    <a:gd name="connsiteY26" fmla="*/ 4482 h 116524"/>
                    <a:gd name="connsiteX27" fmla="*/ 54228 w 85152"/>
                    <a:gd name="connsiteY27" fmla="*/ 38543 h 116524"/>
                    <a:gd name="connsiteX28" fmla="*/ 54228 w 85152"/>
                    <a:gd name="connsiteY28" fmla="*/ 38543 h 116524"/>
                    <a:gd name="connsiteX29" fmla="*/ 54228 w 85152"/>
                    <a:gd name="connsiteY29" fmla="*/ 38991 h 116524"/>
                    <a:gd name="connsiteX30" fmla="*/ 54228 w 85152"/>
                    <a:gd name="connsiteY30" fmla="*/ 39439 h 116524"/>
                    <a:gd name="connsiteX31" fmla="*/ 54677 w 85152"/>
                    <a:gd name="connsiteY31" fmla="*/ 39887 h 116524"/>
                    <a:gd name="connsiteX32" fmla="*/ 55125 w 85152"/>
                    <a:gd name="connsiteY32" fmla="*/ 40335 h 116524"/>
                    <a:gd name="connsiteX33" fmla="*/ 55573 w 85152"/>
                    <a:gd name="connsiteY33" fmla="*/ 40335 h 116524"/>
                    <a:gd name="connsiteX34" fmla="*/ 56021 w 85152"/>
                    <a:gd name="connsiteY34" fmla="*/ 40784 h 116524"/>
                    <a:gd name="connsiteX35" fmla="*/ 56021 w 85152"/>
                    <a:gd name="connsiteY35" fmla="*/ 40784 h 116524"/>
                    <a:gd name="connsiteX36" fmla="*/ 81119 w 85152"/>
                    <a:gd name="connsiteY36" fmla="*/ 74396 h 116524"/>
                    <a:gd name="connsiteX37" fmla="*/ 4930 w 85152"/>
                    <a:gd name="connsiteY37" fmla="*/ 74396 h 116524"/>
                    <a:gd name="connsiteX38" fmla="*/ 30027 w 85152"/>
                    <a:gd name="connsiteY38" fmla="*/ 40784 h 116524"/>
                    <a:gd name="connsiteX39" fmla="*/ 42576 w 85152"/>
                    <a:gd name="connsiteY39" fmla="*/ 114732 h 116524"/>
                    <a:gd name="connsiteX40" fmla="*/ 4482 w 85152"/>
                    <a:gd name="connsiteY40" fmla="*/ 78878 h 116524"/>
                    <a:gd name="connsiteX41" fmla="*/ 80222 w 85152"/>
                    <a:gd name="connsiteY41" fmla="*/ 78878 h 116524"/>
                    <a:gd name="connsiteX42" fmla="*/ 42576 w 85152"/>
                    <a:gd name="connsiteY42" fmla="*/ 114732 h 11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5152" h="116524">
                      <a:moveTo>
                        <a:pt x="58262" y="37198"/>
                      </a:moveTo>
                      <a:lnTo>
                        <a:pt x="58262" y="4482"/>
                      </a:lnTo>
                      <a:lnTo>
                        <a:pt x="63192" y="4482"/>
                      </a:lnTo>
                      <a:cubicBezTo>
                        <a:pt x="64536" y="4482"/>
                        <a:pt x="65433" y="3585"/>
                        <a:pt x="65433" y="2241"/>
                      </a:cubicBezTo>
                      <a:cubicBezTo>
                        <a:pt x="65433" y="896"/>
                        <a:pt x="64536" y="0"/>
                        <a:pt x="63192" y="0"/>
                      </a:cubicBezTo>
                      <a:lnTo>
                        <a:pt x="56021" y="0"/>
                      </a:lnTo>
                      <a:lnTo>
                        <a:pt x="29131" y="0"/>
                      </a:lnTo>
                      <a:lnTo>
                        <a:pt x="22409" y="0"/>
                      </a:lnTo>
                      <a:cubicBezTo>
                        <a:pt x="21064" y="0"/>
                        <a:pt x="20168" y="896"/>
                        <a:pt x="20168" y="2241"/>
                      </a:cubicBezTo>
                      <a:cubicBezTo>
                        <a:pt x="20168" y="3585"/>
                        <a:pt x="21064" y="4482"/>
                        <a:pt x="22409" y="4482"/>
                      </a:cubicBezTo>
                      <a:lnTo>
                        <a:pt x="26890" y="4482"/>
                      </a:lnTo>
                      <a:lnTo>
                        <a:pt x="26890" y="37198"/>
                      </a:lnTo>
                      <a:cubicBezTo>
                        <a:pt x="10756" y="43473"/>
                        <a:pt x="0" y="59159"/>
                        <a:pt x="0" y="76637"/>
                      </a:cubicBezTo>
                      <a:cubicBezTo>
                        <a:pt x="0" y="99942"/>
                        <a:pt x="19271" y="119213"/>
                        <a:pt x="42576" y="119213"/>
                      </a:cubicBezTo>
                      <a:cubicBezTo>
                        <a:pt x="65881" y="119213"/>
                        <a:pt x="85152" y="99942"/>
                        <a:pt x="85152" y="76637"/>
                      </a:cubicBezTo>
                      <a:cubicBezTo>
                        <a:pt x="85152" y="59159"/>
                        <a:pt x="74396" y="43473"/>
                        <a:pt x="58262" y="37198"/>
                      </a:cubicBezTo>
                      <a:close/>
                      <a:moveTo>
                        <a:pt x="30027" y="40784"/>
                      </a:moveTo>
                      <a:cubicBezTo>
                        <a:pt x="30027" y="40784"/>
                        <a:pt x="30027" y="40784"/>
                        <a:pt x="30027" y="40784"/>
                      </a:cubicBezTo>
                      <a:cubicBezTo>
                        <a:pt x="30027" y="40784"/>
                        <a:pt x="30476" y="40784"/>
                        <a:pt x="30476" y="40335"/>
                      </a:cubicBezTo>
                      <a:cubicBezTo>
                        <a:pt x="30476" y="40335"/>
                        <a:pt x="30924" y="40335"/>
                        <a:pt x="30924" y="40335"/>
                      </a:cubicBezTo>
                      <a:cubicBezTo>
                        <a:pt x="30924" y="40335"/>
                        <a:pt x="30924" y="40335"/>
                        <a:pt x="31372" y="39887"/>
                      </a:cubicBezTo>
                      <a:cubicBezTo>
                        <a:pt x="31372" y="39887"/>
                        <a:pt x="31372" y="39439"/>
                        <a:pt x="31820" y="39439"/>
                      </a:cubicBezTo>
                      <a:cubicBezTo>
                        <a:pt x="31820" y="39439"/>
                        <a:pt x="31820" y="38991"/>
                        <a:pt x="31820" y="38991"/>
                      </a:cubicBezTo>
                      <a:cubicBezTo>
                        <a:pt x="31820" y="38991"/>
                        <a:pt x="31820" y="38543"/>
                        <a:pt x="31820" y="38543"/>
                      </a:cubicBezTo>
                      <a:cubicBezTo>
                        <a:pt x="31820" y="38543"/>
                        <a:pt x="31820" y="38543"/>
                        <a:pt x="31820" y="38543"/>
                      </a:cubicBezTo>
                      <a:lnTo>
                        <a:pt x="31820" y="4482"/>
                      </a:lnTo>
                      <a:lnTo>
                        <a:pt x="54228" y="4482"/>
                      </a:lnTo>
                      <a:lnTo>
                        <a:pt x="54228" y="38543"/>
                      </a:lnTo>
                      <a:cubicBezTo>
                        <a:pt x="54228" y="38543"/>
                        <a:pt x="54228" y="38543"/>
                        <a:pt x="54228" y="38543"/>
                      </a:cubicBezTo>
                      <a:cubicBezTo>
                        <a:pt x="54228" y="38543"/>
                        <a:pt x="54228" y="38991"/>
                        <a:pt x="54228" y="38991"/>
                      </a:cubicBezTo>
                      <a:cubicBezTo>
                        <a:pt x="54228" y="38991"/>
                        <a:pt x="54228" y="39439"/>
                        <a:pt x="54228" y="39439"/>
                      </a:cubicBezTo>
                      <a:cubicBezTo>
                        <a:pt x="54228" y="39439"/>
                        <a:pt x="54228" y="39887"/>
                        <a:pt x="54677" y="39887"/>
                      </a:cubicBezTo>
                      <a:cubicBezTo>
                        <a:pt x="54677" y="39887"/>
                        <a:pt x="54677" y="40335"/>
                        <a:pt x="55125" y="40335"/>
                      </a:cubicBezTo>
                      <a:cubicBezTo>
                        <a:pt x="55125" y="40335"/>
                        <a:pt x="55125" y="40335"/>
                        <a:pt x="55573" y="40335"/>
                      </a:cubicBezTo>
                      <a:cubicBezTo>
                        <a:pt x="55573" y="40335"/>
                        <a:pt x="56021" y="40335"/>
                        <a:pt x="56021" y="40784"/>
                      </a:cubicBezTo>
                      <a:cubicBezTo>
                        <a:pt x="56021" y="40784"/>
                        <a:pt x="56021" y="40784"/>
                        <a:pt x="56021" y="40784"/>
                      </a:cubicBezTo>
                      <a:cubicBezTo>
                        <a:pt x="70363" y="45713"/>
                        <a:pt x="80222" y="59159"/>
                        <a:pt x="81119" y="74396"/>
                      </a:cubicBezTo>
                      <a:lnTo>
                        <a:pt x="4930" y="74396"/>
                      </a:lnTo>
                      <a:cubicBezTo>
                        <a:pt x="5826" y="59159"/>
                        <a:pt x="15686" y="45713"/>
                        <a:pt x="30027" y="40784"/>
                      </a:cubicBezTo>
                      <a:close/>
                      <a:moveTo>
                        <a:pt x="42576" y="114732"/>
                      </a:moveTo>
                      <a:cubicBezTo>
                        <a:pt x="22409" y="114732"/>
                        <a:pt x="5826" y="99046"/>
                        <a:pt x="4482" y="78878"/>
                      </a:cubicBezTo>
                      <a:lnTo>
                        <a:pt x="80222" y="78878"/>
                      </a:lnTo>
                      <a:cubicBezTo>
                        <a:pt x="79326" y="99046"/>
                        <a:pt x="62744" y="114732"/>
                        <a:pt x="42576" y="11473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39" name="Group 2496">
                <a:extLst>
                  <a:ext uri="{FF2B5EF4-FFF2-40B4-BE49-F238E27FC236}">
                    <a16:creationId xmlns:a16="http://schemas.microsoft.com/office/drawing/2014/main" id="{7AD0D3B4-5EA3-7383-080E-6D9407938CA0}"/>
                  </a:ext>
                  <a:ext uri="{C183D7F6-B498-43B3-948B-1728B52AA6E4}">
                    <adec:decorative xmlns:adec="http://schemas.microsoft.com/office/drawing/2017/decorative" val="1"/>
                  </a:ext>
                </a:extLst>
              </p:cNvPr>
              <p:cNvGrpSpPr>
                <a:grpSpLocks noChangeAspect="1"/>
              </p:cNvGrpSpPr>
              <p:nvPr/>
            </p:nvGrpSpPr>
            <p:grpSpPr>
              <a:xfrm>
                <a:off x="10926817" y="4515234"/>
                <a:ext cx="89634" cy="152378"/>
                <a:chOff x="10983317" y="2459543"/>
                <a:chExt cx="89634" cy="152378"/>
              </a:xfrm>
            </p:grpSpPr>
            <p:sp>
              <p:nvSpPr>
                <p:cNvPr id="1340" name="Freeform: Shape 5374">
                  <a:extLst>
                    <a:ext uri="{FF2B5EF4-FFF2-40B4-BE49-F238E27FC236}">
                      <a16:creationId xmlns:a16="http://schemas.microsoft.com/office/drawing/2014/main" id="{8DD4C37E-B6E4-EBA0-E4EA-F35A1156B7D4}"/>
                    </a:ext>
                  </a:extLst>
                </p:cNvPr>
                <p:cNvSpPr/>
                <p:nvPr/>
              </p:nvSpPr>
              <p:spPr>
                <a:xfrm>
                  <a:off x="10983317" y="2459543"/>
                  <a:ext cx="89634" cy="152378"/>
                </a:xfrm>
                <a:custGeom>
                  <a:avLst/>
                  <a:gdLst>
                    <a:gd name="connsiteX0" fmla="*/ 90530 w 89634"/>
                    <a:gd name="connsiteY0" fmla="*/ 66329 h 152377"/>
                    <a:gd name="connsiteX1" fmla="*/ 59607 w 89634"/>
                    <a:gd name="connsiteY1" fmla="*/ 32268 h 152377"/>
                    <a:gd name="connsiteX2" fmla="*/ 59607 w 89634"/>
                    <a:gd name="connsiteY2" fmla="*/ 23753 h 152377"/>
                    <a:gd name="connsiteX3" fmla="*/ 63640 w 89634"/>
                    <a:gd name="connsiteY3" fmla="*/ 23753 h 152377"/>
                    <a:gd name="connsiteX4" fmla="*/ 72155 w 89634"/>
                    <a:gd name="connsiteY4" fmla="*/ 15238 h 152377"/>
                    <a:gd name="connsiteX5" fmla="*/ 72155 w 89634"/>
                    <a:gd name="connsiteY5" fmla="*/ 8515 h 152377"/>
                    <a:gd name="connsiteX6" fmla="*/ 63640 w 89634"/>
                    <a:gd name="connsiteY6" fmla="*/ 0 h 152377"/>
                    <a:gd name="connsiteX7" fmla="*/ 26890 w 89634"/>
                    <a:gd name="connsiteY7" fmla="*/ 0 h 152377"/>
                    <a:gd name="connsiteX8" fmla="*/ 18375 w 89634"/>
                    <a:gd name="connsiteY8" fmla="*/ 8515 h 152377"/>
                    <a:gd name="connsiteX9" fmla="*/ 18375 w 89634"/>
                    <a:gd name="connsiteY9" fmla="*/ 15238 h 152377"/>
                    <a:gd name="connsiteX10" fmla="*/ 26890 w 89634"/>
                    <a:gd name="connsiteY10" fmla="*/ 23753 h 152377"/>
                    <a:gd name="connsiteX11" fmla="*/ 30924 w 89634"/>
                    <a:gd name="connsiteY11" fmla="*/ 23753 h 152377"/>
                    <a:gd name="connsiteX12" fmla="*/ 30924 w 89634"/>
                    <a:gd name="connsiteY12" fmla="*/ 32268 h 152377"/>
                    <a:gd name="connsiteX13" fmla="*/ 0 w 89634"/>
                    <a:gd name="connsiteY13" fmla="*/ 66329 h 152377"/>
                    <a:gd name="connsiteX14" fmla="*/ 0 w 89634"/>
                    <a:gd name="connsiteY14" fmla="*/ 66329 h 152377"/>
                    <a:gd name="connsiteX15" fmla="*/ 0 w 89634"/>
                    <a:gd name="connsiteY15" fmla="*/ 145655 h 152377"/>
                    <a:gd name="connsiteX16" fmla="*/ 6723 w 89634"/>
                    <a:gd name="connsiteY16" fmla="*/ 152378 h 152377"/>
                    <a:gd name="connsiteX17" fmla="*/ 82911 w 89634"/>
                    <a:gd name="connsiteY17" fmla="*/ 152378 h 152377"/>
                    <a:gd name="connsiteX18" fmla="*/ 91427 w 89634"/>
                    <a:gd name="connsiteY18" fmla="*/ 143863 h 152377"/>
                    <a:gd name="connsiteX19" fmla="*/ 90530 w 89634"/>
                    <a:gd name="connsiteY19" fmla="*/ 66329 h 152377"/>
                    <a:gd name="connsiteX20" fmla="*/ 90530 w 89634"/>
                    <a:gd name="connsiteY20" fmla="*/ 66329 h 152377"/>
                    <a:gd name="connsiteX21" fmla="*/ 3585 w 89634"/>
                    <a:gd name="connsiteY21" fmla="*/ 66777 h 152377"/>
                    <a:gd name="connsiteX22" fmla="*/ 4033 w 89634"/>
                    <a:gd name="connsiteY22" fmla="*/ 62296 h 152377"/>
                    <a:gd name="connsiteX23" fmla="*/ 85152 w 89634"/>
                    <a:gd name="connsiteY23" fmla="*/ 62296 h 152377"/>
                    <a:gd name="connsiteX24" fmla="*/ 85600 w 89634"/>
                    <a:gd name="connsiteY24" fmla="*/ 62296 h 152377"/>
                    <a:gd name="connsiteX25" fmla="*/ 86048 w 89634"/>
                    <a:gd name="connsiteY25" fmla="*/ 66777 h 152377"/>
                    <a:gd name="connsiteX26" fmla="*/ 86048 w 89634"/>
                    <a:gd name="connsiteY26" fmla="*/ 66777 h 152377"/>
                    <a:gd name="connsiteX27" fmla="*/ 86048 w 89634"/>
                    <a:gd name="connsiteY27" fmla="*/ 129073 h 152377"/>
                    <a:gd name="connsiteX28" fmla="*/ 85152 w 89634"/>
                    <a:gd name="connsiteY28" fmla="*/ 129073 h 152377"/>
                    <a:gd name="connsiteX29" fmla="*/ 4482 w 89634"/>
                    <a:gd name="connsiteY29" fmla="*/ 129073 h 152377"/>
                    <a:gd name="connsiteX30" fmla="*/ 3585 w 89634"/>
                    <a:gd name="connsiteY30" fmla="*/ 129073 h 152377"/>
                    <a:gd name="connsiteX31" fmla="*/ 3585 w 89634"/>
                    <a:gd name="connsiteY31" fmla="*/ 66777 h 152377"/>
                    <a:gd name="connsiteX32" fmla="*/ 22409 w 89634"/>
                    <a:gd name="connsiteY32" fmla="*/ 15238 h 152377"/>
                    <a:gd name="connsiteX33" fmla="*/ 22409 w 89634"/>
                    <a:gd name="connsiteY33" fmla="*/ 8515 h 152377"/>
                    <a:gd name="connsiteX34" fmla="*/ 26442 w 89634"/>
                    <a:gd name="connsiteY34" fmla="*/ 4482 h 152377"/>
                    <a:gd name="connsiteX35" fmla="*/ 63192 w 89634"/>
                    <a:gd name="connsiteY35" fmla="*/ 4482 h 152377"/>
                    <a:gd name="connsiteX36" fmla="*/ 67226 w 89634"/>
                    <a:gd name="connsiteY36" fmla="*/ 8515 h 152377"/>
                    <a:gd name="connsiteX37" fmla="*/ 67226 w 89634"/>
                    <a:gd name="connsiteY37" fmla="*/ 15238 h 152377"/>
                    <a:gd name="connsiteX38" fmla="*/ 63192 w 89634"/>
                    <a:gd name="connsiteY38" fmla="*/ 19271 h 152377"/>
                    <a:gd name="connsiteX39" fmla="*/ 26442 w 89634"/>
                    <a:gd name="connsiteY39" fmla="*/ 19271 h 152377"/>
                    <a:gd name="connsiteX40" fmla="*/ 22409 w 89634"/>
                    <a:gd name="connsiteY40" fmla="*/ 15238 h 152377"/>
                    <a:gd name="connsiteX41" fmla="*/ 31820 w 89634"/>
                    <a:gd name="connsiteY41" fmla="*/ 36750 h 152377"/>
                    <a:gd name="connsiteX42" fmla="*/ 31820 w 89634"/>
                    <a:gd name="connsiteY42" fmla="*/ 36750 h 152377"/>
                    <a:gd name="connsiteX43" fmla="*/ 32268 w 89634"/>
                    <a:gd name="connsiteY43" fmla="*/ 36750 h 152377"/>
                    <a:gd name="connsiteX44" fmla="*/ 34509 w 89634"/>
                    <a:gd name="connsiteY44" fmla="*/ 34509 h 152377"/>
                    <a:gd name="connsiteX45" fmla="*/ 34509 w 89634"/>
                    <a:gd name="connsiteY45" fmla="*/ 23753 h 152377"/>
                    <a:gd name="connsiteX46" fmla="*/ 54677 w 89634"/>
                    <a:gd name="connsiteY46" fmla="*/ 23753 h 152377"/>
                    <a:gd name="connsiteX47" fmla="*/ 54677 w 89634"/>
                    <a:gd name="connsiteY47" fmla="*/ 34509 h 152377"/>
                    <a:gd name="connsiteX48" fmla="*/ 56917 w 89634"/>
                    <a:gd name="connsiteY48" fmla="*/ 36750 h 152377"/>
                    <a:gd name="connsiteX49" fmla="*/ 57366 w 89634"/>
                    <a:gd name="connsiteY49" fmla="*/ 36750 h 152377"/>
                    <a:gd name="connsiteX50" fmla="*/ 57814 w 89634"/>
                    <a:gd name="connsiteY50" fmla="*/ 36750 h 152377"/>
                    <a:gd name="connsiteX51" fmla="*/ 84256 w 89634"/>
                    <a:gd name="connsiteY51" fmla="*/ 57814 h 152377"/>
                    <a:gd name="connsiteX52" fmla="*/ 5378 w 89634"/>
                    <a:gd name="connsiteY52" fmla="*/ 57814 h 152377"/>
                    <a:gd name="connsiteX53" fmla="*/ 31820 w 89634"/>
                    <a:gd name="connsiteY53" fmla="*/ 36750 h 152377"/>
                    <a:gd name="connsiteX54" fmla="*/ 82015 w 89634"/>
                    <a:gd name="connsiteY54" fmla="*/ 147896 h 152377"/>
                    <a:gd name="connsiteX55" fmla="*/ 5826 w 89634"/>
                    <a:gd name="connsiteY55" fmla="*/ 147896 h 152377"/>
                    <a:gd name="connsiteX56" fmla="*/ 3585 w 89634"/>
                    <a:gd name="connsiteY56" fmla="*/ 145655 h 152377"/>
                    <a:gd name="connsiteX57" fmla="*/ 3585 w 89634"/>
                    <a:gd name="connsiteY57" fmla="*/ 133107 h 152377"/>
                    <a:gd name="connsiteX58" fmla="*/ 4482 w 89634"/>
                    <a:gd name="connsiteY58" fmla="*/ 133107 h 152377"/>
                    <a:gd name="connsiteX59" fmla="*/ 85152 w 89634"/>
                    <a:gd name="connsiteY59" fmla="*/ 133107 h 152377"/>
                    <a:gd name="connsiteX60" fmla="*/ 86048 w 89634"/>
                    <a:gd name="connsiteY60" fmla="*/ 133107 h 152377"/>
                    <a:gd name="connsiteX61" fmla="*/ 86048 w 89634"/>
                    <a:gd name="connsiteY61" fmla="*/ 144311 h 152377"/>
                    <a:gd name="connsiteX62" fmla="*/ 82015 w 89634"/>
                    <a:gd name="connsiteY62" fmla="*/ 147896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89634" h="152377">
                      <a:moveTo>
                        <a:pt x="90530" y="66329"/>
                      </a:moveTo>
                      <a:cubicBezTo>
                        <a:pt x="90082" y="54229"/>
                        <a:pt x="79774" y="33613"/>
                        <a:pt x="59607" y="32268"/>
                      </a:cubicBezTo>
                      <a:lnTo>
                        <a:pt x="59607" y="23753"/>
                      </a:lnTo>
                      <a:lnTo>
                        <a:pt x="63640" y="23753"/>
                      </a:lnTo>
                      <a:cubicBezTo>
                        <a:pt x="68570" y="23753"/>
                        <a:pt x="72155" y="19719"/>
                        <a:pt x="72155" y="15238"/>
                      </a:cubicBezTo>
                      <a:lnTo>
                        <a:pt x="72155" y="8515"/>
                      </a:lnTo>
                      <a:cubicBezTo>
                        <a:pt x="72155" y="3585"/>
                        <a:pt x="68122" y="0"/>
                        <a:pt x="63640" y="0"/>
                      </a:cubicBezTo>
                      <a:lnTo>
                        <a:pt x="26890" y="0"/>
                      </a:lnTo>
                      <a:cubicBezTo>
                        <a:pt x="21960" y="0"/>
                        <a:pt x="18375" y="4034"/>
                        <a:pt x="18375" y="8515"/>
                      </a:cubicBezTo>
                      <a:lnTo>
                        <a:pt x="18375" y="15238"/>
                      </a:lnTo>
                      <a:cubicBezTo>
                        <a:pt x="18375" y="20168"/>
                        <a:pt x="22409" y="23753"/>
                        <a:pt x="26890" y="23753"/>
                      </a:cubicBezTo>
                      <a:lnTo>
                        <a:pt x="30924" y="23753"/>
                      </a:lnTo>
                      <a:lnTo>
                        <a:pt x="30924" y="32268"/>
                      </a:lnTo>
                      <a:cubicBezTo>
                        <a:pt x="10308" y="33165"/>
                        <a:pt x="0" y="54229"/>
                        <a:pt x="0" y="66329"/>
                      </a:cubicBezTo>
                      <a:cubicBezTo>
                        <a:pt x="0" y="66329"/>
                        <a:pt x="0" y="66329"/>
                        <a:pt x="0" y="66329"/>
                      </a:cubicBezTo>
                      <a:lnTo>
                        <a:pt x="0" y="145655"/>
                      </a:lnTo>
                      <a:cubicBezTo>
                        <a:pt x="0" y="149241"/>
                        <a:pt x="3137" y="152378"/>
                        <a:pt x="6723" y="152378"/>
                      </a:cubicBezTo>
                      <a:lnTo>
                        <a:pt x="82911" y="152378"/>
                      </a:lnTo>
                      <a:cubicBezTo>
                        <a:pt x="87393" y="152378"/>
                        <a:pt x="91427" y="148793"/>
                        <a:pt x="91427" y="143863"/>
                      </a:cubicBezTo>
                      <a:lnTo>
                        <a:pt x="90530" y="66329"/>
                      </a:lnTo>
                      <a:cubicBezTo>
                        <a:pt x="90530" y="66329"/>
                        <a:pt x="90530" y="66329"/>
                        <a:pt x="90530" y="66329"/>
                      </a:cubicBezTo>
                      <a:close/>
                      <a:moveTo>
                        <a:pt x="3585" y="66777"/>
                      </a:moveTo>
                      <a:cubicBezTo>
                        <a:pt x="3585" y="65433"/>
                        <a:pt x="3585" y="64088"/>
                        <a:pt x="4033" y="62296"/>
                      </a:cubicBezTo>
                      <a:lnTo>
                        <a:pt x="85152" y="62296"/>
                      </a:lnTo>
                      <a:cubicBezTo>
                        <a:pt x="85152" y="62296"/>
                        <a:pt x="85600" y="62296"/>
                        <a:pt x="85600" y="62296"/>
                      </a:cubicBezTo>
                      <a:cubicBezTo>
                        <a:pt x="86048" y="64088"/>
                        <a:pt x="86048" y="65433"/>
                        <a:pt x="86048" y="66777"/>
                      </a:cubicBezTo>
                      <a:cubicBezTo>
                        <a:pt x="86048" y="66777"/>
                        <a:pt x="86048" y="66777"/>
                        <a:pt x="86048" y="66777"/>
                      </a:cubicBezTo>
                      <a:lnTo>
                        <a:pt x="86048" y="129073"/>
                      </a:lnTo>
                      <a:cubicBezTo>
                        <a:pt x="85600" y="129073"/>
                        <a:pt x="85600" y="129073"/>
                        <a:pt x="85152" y="129073"/>
                      </a:cubicBezTo>
                      <a:lnTo>
                        <a:pt x="4482" y="129073"/>
                      </a:lnTo>
                      <a:cubicBezTo>
                        <a:pt x="4033" y="129073"/>
                        <a:pt x="4033" y="129073"/>
                        <a:pt x="3585" y="129073"/>
                      </a:cubicBezTo>
                      <a:lnTo>
                        <a:pt x="3585" y="66777"/>
                      </a:lnTo>
                      <a:close/>
                      <a:moveTo>
                        <a:pt x="22409" y="15238"/>
                      </a:moveTo>
                      <a:lnTo>
                        <a:pt x="22409" y="8515"/>
                      </a:lnTo>
                      <a:cubicBezTo>
                        <a:pt x="22409" y="6274"/>
                        <a:pt x="24201" y="4482"/>
                        <a:pt x="26442" y="4482"/>
                      </a:cubicBezTo>
                      <a:lnTo>
                        <a:pt x="63192" y="4482"/>
                      </a:lnTo>
                      <a:cubicBezTo>
                        <a:pt x="65433" y="4482"/>
                        <a:pt x="67226" y="6274"/>
                        <a:pt x="67226" y="8515"/>
                      </a:cubicBezTo>
                      <a:lnTo>
                        <a:pt x="67226" y="15238"/>
                      </a:lnTo>
                      <a:cubicBezTo>
                        <a:pt x="67226" y="17479"/>
                        <a:pt x="65433" y="19271"/>
                        <a:pt x="63192" y="19271"/>
                      </a:cubicBezTo>
                      <a:lnTo>
                        <a:pt x="26442" y="19271"/>
                      </a:lnTo>
                      <a:cubicBezTo>
                        <a:pt x="24201" y="19271"/>
                        <a:pt x="22409" y="17479"/>
                        <a:pt x="22409" y="15238"/>
                      </a:cubicBezTo>
                      <a:close/>
                      <a:moveTo>
                        <a:pt x="31820" y="36750"/>
                      </a:moveTo>
                      <a:cubicBezTo>
                        <a:pt x="31820" y="36750"/>
                        <a:pt x="31820" y="36750"/>
                        <a:pt x="31820" y="36750"/>
                      </a:cubicBezTo>
                      <a:cubicBezTo>
                        <a:pt x="32268" y="36750"/>
                        <a:pt x="32268" y="36750"/>
                        <a:pt x="32268" y="36750"/>
                      </a:cubicBezTo>
                      <a:cubicBezTo>
                        <a:pt x="33613" y="36750"/>
                        <a:pt x="34509" y="35854"/>
                        <a:pt x="34509" y="34509"/>
                      </a:cubicBezTo>
                      <a:lnTo>
                        <a:pt x="34509" y="23753"/>
                      </a:lnTo>
                      <a:lnTo>
                        <a:pt x="54677" y="23753"/>
                      </a:lnTo>
                      <a:lnTo>
                        <a:pt x="54677" y="34509"/>
                      </a:lnTo>
                      <a:cubicBezTo>
                        <a:pt x="54677" y="35854"/>
                        <a:pt x="55573" y="36750"/>
                        <a:pt x="56917" y="36750"/>
                      </a:cubicBezTo>
                      <a:cubicBezTo>
                        <a:pt x="56917" y="36750"/>
                        <a:pt x="56917" y="36750"/>
                        <a:pt x="57366" y="36750"/>
                      </a:cubicBezTo>
                      <a:cubicBezTo>
                        <a:pt x="57366" y="36750"/>
                        <a:pt x="57366" y="36750"/>
                        <a:pt x="57814" y="36750"/>
                      </a:cubicBezTo>
                      <a:cubicBezTo>
                        <a:pt x="72603" y="36750"/>
                        <a:pt x="81119" y="48402"/>
                        <a:pt x="84256" y="57814"/>
                      </a:cubicBezTo>
                      <a:lnTo>
                        <a:pt x="5378" y="57814"/>
                      </a:lnTo>
                      <a:cubicBezTo>
                        <a:pt x="8515" y="48402"/>
                        <a:pt x="17030" y="36750"/>
                        <a:pt x="31820" y="36750"/>
                      </a:cubicBezTo>
                      <a:close/>
                      <a:moveTo>
                        <a:pt x="82015" y="147896"/>
                      </a:moveTo>
                      <a:lnTo>
                        <a:pt x="5826" y="147896"/>
                      </a:lnTo>
                      <a:cubicBezTo>
                        <a:pt x="4482" y="147896"/>
                        <a:pt x="3585" y="147000"/>
                        <a:pt x="3585" y="145655"/>
                      </a:cubicBezTo>
                      <a:lnTo>
                        <a:pt x="3585" y="133107"/>
                      </a:lnTo>
                      <a:cubicBezTo>
                        <a:pt x="4033" y="133107"/>
                        <a:pt x="4033" y="133107"/>
                        <a:pt x="4482" y="133107"/>
                      </a:cubicBezTo>
                      <a:lnTo>
                        <a:pt x="85152" y="133107"/>
                      </a:lnTo>
                      <a:cubicBezTo>
                        <a:pt x="85600" y="133107"/>
                        <a:pt x="85600" y="133107"/>
                        <a:pt x="86048" y="133107"/>
                      </a:cubicBezTo>
                      <a:lnTo>
                        <a:pt x="86048" y="144311"/>
                      </a:lnTo>
                      <a:cubicBezTo>
                        <a:pt x="86048" y="146104"/>
                        <a:pt x="84256" y="147896"/>
                        <a:pt x="82015" y="14789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41" name="Freeform: Shape 5375">
                  <a:extLst>
                    <a:ext uri="{FF2B5EF4-FFF2-40B4-BE49-F238E27FC236}">
                      <a16:creationId xmlns:a16="http://schemas.microsoft.com/office/drawing/2014/main" id="{1B06762A-6FEA-2C98-D0DC-EC15F129800A}"/>
                    </a:ext>
                  </a:extLst>
                </p:cNvPr>
                <p:cNvSpPr/>
                <p:nvPr/>
              </p:nvSpPr>
              <p:spPr>
                <a:xfrm>
                  <a:off x="11010208" y="2536628"/>
                  <a:ext cx="35854" cy="35854"/>
                </a:xfrm>
                <a:custGeom>
                  <a:avLst/>
                  <a:gdLst>
                    <a:gd name="connsiteX0" fmla="*/ 2241 w 35853"/>
                    <a:gd name="connsiteY0" fmla="*/ 20616 h 35853"/>
                    <a:gd name="connsiteX1" fmla="*/ 15686 w 35853"/>
                    <a:gd name="connsiteY1" fmla="*/ 20616 h 35853"/>
                    <a:gd name="connsiteX2" fmla="*/ 15686 w 35853"/>
                    <a:gd name="connsiteY2" fmla="*/ 34509 h 35853"/>
                    <a:gd name="connsiteX3" fmla="*/ 17927 w 35853"/>
                    <a:gd name="connsiteY3" fmla="*/ 36750 h 35853"/>
                    <a:gd name="connsiteX4" fmla="*/ 20168 w 35853"/>
                    <a:gd name="connsiteY4" fmla="*/ 34509 h 35853"/>
                    <a:gd name="connsiteX5" fmla="*/ 20168 w 35853"/>
                    <a:gd name="connsiteY5" fmla="*/ 20616 h 35853"/>
                    <a:gd name="connsiteX6" fmla="*/ 33613 w 35853"/>
                    <a:gd name="connsiteY6" fmla="*/ 20616 h 35853"/>
                    <a:gd name="connsiteX7" fmla="*/ 35854 w 35853"/>
                    <a:gd name="connsiteY7" fmla="*/ 18375 h 35853"/>
                    <a:gd name="connsiteX8" fmla="*/ 33613 w 35853"/>
                    <a:gd name="connsiteY8" fmla="*/ 16134 h 35853"/>
                    <a:gd name="connsiteX9" fmla="*/ 20168 w 35853"/>
                    <a:gd name="connsiteY9" fmla="*/ 16134 h 35853"/>
                    <a:gd name="connsiteX10" fmla="*/ 20168 w 35853"/>
                    <a:gd name="connsiteY10" fmla="*/ 2241 h 35853"/>
                    <a:gd name="connsiteX11" fmla="*/ 17927 w 35853"/>
                    <a:gd name="connsiteY11" fmla="*/ 0 h 35853"/>
                    <a:gd name="connsiteX12" fmla="*/ 15686 w 35853"/>
                    <a:gd name="connsiteY12" fmla="*/ 2241 h 35853"/>
                    <a:gd name="connsiteX13" fmla="*/ 15686 w 35853"/>
                    <a:gd name="connsiteY13" fmla="*/ 16134 h 35853"/>
                    <a:gd name="connsiteX14" fmla="*/ 2241 w 35853"/>
                    <a:gd name="connsiteY14" fmla="*/ 16134 h 35853"/>
                    <a:gd name="connsiteX15" fmla="*/ 0 w 35853"/>
                    <a:gd name="connsiteY15" fmla="*/ 18375 h 35853"/>
                    <a:gd name="connsiteX16" fmla="*/ 2241 w 35853"/>
                    <a:gd name="connsiteY16" fmla="*/ 20616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853" h="35853">
                      <a:moveTo>
                        <a:pt x="2241" y="20616"/>
                      </a:moveTo>
                      <a:lnTo>
                        <a:pt x="15686" y="20616"/>
                      </a:lnTo>
                      <a:lnTo>
                        <a:pt x="15686" y="34509"/>
                      </a:lnTo>
                      <a:cubicBezTo>
                        <a:pt x="15686" y="35854"/>
                        <a:pt x="16582" y="36750"/>
                        <a:pt x="17927" y="36750"/>
                      </a:cubicBezTo>
                      <a:cubicBezTo>
                        <a:pt x="19271" y="36750"/>
                        <a:pt x="20168" y="35854"/>
                        <a:pt x="20168" y="34509"/>
                      </a:cubicBezTo>
                      <a:lnTo>
                        <a:pt x="20168" y="20616"/>
                      </a:lnTo>
                      <a:lnTo>
                        <a:pt x="33613" y="20616"/>
                      </a:lnTo>
                      <a:cubicBezTo>
                        <a:pt x="34957" y="20616"/>
                        <a:pt x="35854" y="19719"/>
                        <a:pt x="35854" y="18375"/>
                      </a:cubicBezTo>
                      <a:cubicBezTo>
                        <a:pt x="35854" y="17030"/>
                        <a:pt x="34957" y="16134"/>
                        <a:pt x="33613" y="16134"/>
                      </a:cubicBezTo>
                      <a:lnTo>
                        <a:pt x="20168" y="16134"/>
                      </a:lnTo>
                      <a:lnTo>
                        <a:pt x="20168" y="2241"/>
                      </a:lnTo>
                      <a:cubicBezTo>
                        <a:pt x="20168" y="896"/>
                        <a:pt x="19271" y="0"/>
                        <a:pt x="17927" y="0"/>
                      </a:cubicBezTo>
                      <a:cubicBezTo>
                        <a:pt x="16582" y="0"/>
                        <a:pt x="15686" y="896"/>
                        <a:pt x="15686" y="2241"/>
                      </a:cubicBezTo>
                      <a:lnTo>
                        <a:pt x="15686" y="16134"/>
                      </a:lnTo>
                      <a:lnTo>
                        <a:pt x="2241" y="16134"/>
                      </a:lnTo>
                      <a:cubicBezTo>
                        <a:pt x="896" y="16134"/>
                        <a:pt x="0" y="17030"/>
                        <a:pt x="0" y="18375"/>
                      </a:cubicBezTo>
                      <a:cubicBezTo>
                        <a:pt x="0" y="19719"/>
                        <a:pt x="1344" y="20616"/>
                        <a:pt x="2241" y="2061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42" name="Group 2497">
                <a:extLst>
                  <a:ext uri="{FF2B5EF4-FFF2-40B4-BE49-F238E27FC236}">
                    <a16:creationId xmlns:a16="http://schemas.microsoft.com/office/drawing/2014/main" id="{35B29F76-20DB-0911-D23C-F43C6F8648D2}"/>
                  </a:ext>
                  <a:ext uri="{C183D7F6-B498-43B3-948B-1728B52AA6E4}">
                    <adec:decorative xmlns:adec="http://schemas.microsoft.com/office/drawing/2017/decorative" val="1"/>
                  </a:ext>
                </a:extLst>
              </p:cNvPr>
              <p:cNvGrpSpPr>
                <a:grpSpLocks noChangeAspect="1"/>
              </p:cNvGrpSpPr>
              <p:nvPr/>
            </p:nvGrpSpPr>
            <p:grpSpPr>
              <a:xfrm>
                <a:off x="11170024" y="4528529"/>
                <a:ext cx="121006" cy="125488"/>
                <a:chOff x="11226524" y="2472838"/>
                <a:chExt cx="121006" cy="125488"/>
              </a:xfrm>
            </p:grpSpPr>
            <p:sp>
              <p:nvSpPr>
                <p:cNvPr id="1343" name="Freeform: Shape 5364">
                  <a:extLst>
                    <a:ext uri="{FF2B5EF4-FFF2-40B4-BE49-F238E27FC236}">
                      <a16:creationId xmlns:a16="http://schemas.microsoft.com/office/drawing/2014/main" id="{0339D4DA-B866-FDBB-56A4-D8A57C77E063}"/>
                    </a:ext>
                  </a:extLst>
                </p:cNvPr>
                <p:cNvSpPr/>
                <p:nvPr/>
              </p:nvSpPr>
              <p:spPr>
                <a:xfrm>
                  <a:off x="11226524" y="2472838"/>
                  <a:ext cx="121006" cy="125488"/>
                </a:xfrm>
                <a:custGeom>
                  <a:avLst/>
                  <a:gdLst>
                    <a:gd name="connsiteX0" fmla="*/ 113089 w 121005"/>
                    <a:gd name="connsiteY0" fmla="*/ 12250 h 125487"/>
                    <a:gd name="connsiteX1" fmla="*/ 77683 w 121005"/>
                    <a:gd name="connsiteY1" fmla="*/ 1942 h 125487"/>
                    <a:gd name="connsiteX2" fmla="*/ 77235 w 121005"/>
                    <a:gd name="connsiteY2" fmla="*/ 2391 h 125487"/>
                    <a:gd name="connsiteX3" fmla="*/ 2390 w 121005"/>
                    <a:gd name="connsiteY3" fmla="*/ 77235 h 125487"/>
                    <a:gd name="connsiteX4" fmla="*/ 1942 w 121005"/>
                    <a:gd name="connsiteY4" fmla="*/ 77683 h 125487"/>
                    <a:gd name="connsiteX5" fmla="*/ 1942 w 121005"/>
                    <a:gd name="connsiteY5" fmla="*/ 78131 h 125487"/>
                    <a:gd name="connsiteX6" fmla="*/ 12250 w 121005"/>
                    <a:gd name="connsiteY6" fmla="*/ 113537 h 125487"/>
                    <a:gd name="connsiteX7" fmla="*/ 38244 w 121005"/>
                    <a:gd name="connsiteY7" fmla="*/ 125637 h 125487"/>
                    <a:gd name="connsiteX8" fmla="*/ 48104 w 121005"/>
                    <a:gd name="connsiteY8" fmla="*/ 123845 h 125487"/>
                    <a:gd name="connsiteX9" fmla="*/ 48552 w 121005"/>
                    <a:gd name="connsiteY9" fmla="*/ 123397 h 125487"/>
                    <a:gd name="connsiteX10" fmla="*/ 49000 w 121005"/>
                    <a:gd name="connsiteY10" fmla="*/ 123397 h 125487"/>
                    <a:gd name="connsiteX11" fmla="*/ 123845 w 121005"/>
                    <a:gd name="connsiteY11" fmla="*/ 48552 h 125487"/>
                    <a:gd name="connsiteX12" fmla="*/ 124293 w 121005"/>
                    <a:gd name="connsiteY12" fmla="*/ 48104 h 125487"/>
                    <a:gd name="connsiteX13" fmla="*/ 113089 w 121005"/>
                    <a:gd name="connsiteY13" fmla="*/ 12250 h 125487"/>
                    <a:gd name="connsiteX14" fmla="*/ 119363 w 121005"/>
                    <a:gd name="connsiteY14" fmla="*/ 45863 h 125487"/>
                    <a:gd name="connsiteX15" fmla="*/ 44966 w 121005"/>
                    <a:gd name="connsiteY15" fmla="*/ 120259 h 125487"/>
                    <a:gd name="connsiteX16" fmla="*/ 14939 w 121005"/>
                    <a:gd name="connsiteY16" fmla="*/ 110848 h 125487"/>
                    <a:gd name="connsiteX17" fmla="*/ 5528 w 121005"/>
                    <a:gd name="connsiteY17" fmla="*/ 80820 h 125487"/>
                    <a:gd name="connsiteX18" fmla="*/ 79924 w 121005"/>
                    <a:gd name="connsiteY18" fmla="*/ 6424 h 125487"/>
                    <a:gd name="connsiteX19" fmla="*/ 109951 w 121005"/>
                    <a:gd name="connsiteY19" fmla="*/ 16284 h 125487"/>
                    <a:gd name="connsiteX20" fmla="*/ 119363 w 121005"/>
                    <a:gd name="connsiteY20" fmla="*/ 45863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005" h="125487">
                      <a:moveTo>
                        <a:pt x="113089" y="12250"/>
                      </a:moveTo>
                      <a:cubicBezTo>
                        <a:pt x="94714" y="-6125"/>
                        <a:pt x="78131" y="1494"/>
                        <a:pt x="77683" y="1942"/>
                      </a:cubicBezTo>
                      <a:cubicBezTo>
                        <a:pt x="77683" y="1942"/>
                        <a:pt x="77235" y="2391"/>
                        <a:pt x="77235" y="2391"/>
                      </a:cubicBezTo>
                      <a:lnTo>
                        <a:pt x="2390" y="77235"/>
                      </a:lnTo>
                      <a:cubicBezTo>
                        <a:pt x="2390" y="77235"/>
                        <a:pt x="2390" y="77683"/>
                        <a:pt x="1942" y="77683"/>
                      </a:cubicBezTo>
                      <a:cubicBezTo>
                        <a:pt x="1942" y="77683"/>
                        <a:pt x="1942" y="77683"/>
                        <a:pt x="1942" y="78131"/>
                      </a:cubicBezTo>
                      <a:cubicBezTo>
                        <a:pt x="1494" y="79028"/>
                        <a:pt x="-6125" y="95162"/>
                        <a:pt x="12250" y="113537"/>
                      </a:cubicBezTo>
                      <a:cubicBezTo>
                        <a:pt x="22110" y="123397"/>
                        <a:pt x="31521" y="125637"/>
                        <a:pt x="38244" y="125637"/>
                      </a:cubicBezTo>
                      <a:cubicBezTo>
                        <a:pt x="44070" y="125637"/>
                        <a:pt x="47656" y="123845"/>
                        <a:pt x="48104" y="123845"/>
                      </a:cubicBezTo>
                      <a:cubicBezTo>
                        <a:pt x="48104" y="123845"/>
                        <a:pt x="48104" y="123845"/>
                        <a:pt x="48552" y="123397"/>
                      </a:cubicBezTo>
                      <a:cubicBezTo>
                        <a:pt x="48552" y="123397"/>
                        <a:pt x="48552" y="123397"/>
                        <a:pt x="49000" y="123397"/>
                      </a:cubicBezTo>
                      <a:lnTo>
                        <a:pt x="123845" y="48552"/>
                      </a:lnTo>
                      <a:cubicBezTo>
                        <a:pt x="123845" y="48552"/>
                        <a:pt x="124293" y="48104"/>
                        <a:pt x="124293" y="48104"/>
                      </a:cubicBezTo>
                      <a:cubicBezTo>
                        <a:pt x="123396" y="47208"/>
                        <a:pt x="131464" y="30625"/>
                        <a:pt x="113089" y="12250"/>
                      </a:cubicBezTo>
                      <a:close/>
                      <a:moveTo>
                        <a:pt x="119363" y="45863"/>
                      </a:moveTo>
                      <a:lnTo>
                        <a:pt x="44966" y="120259"/>
                      </a:lnTo>
                      <a:cubicBezTo>
                        <a:pt x="42726" y="121156"/>
                        <a:pt x="29729" y="125637"/>
                        <a:pt x="14939" y="110848"/>
                      </a:cubicBezTo>
                      <a:cubicBezTo>
                        <a:pt x="149" y="96058"/>
                        <a:pt x="4631" y="83061"/>
                        <a:pt x="5528" y="80820"/>
                      </a:cubicBezTo>
                      <a:lnTo>
                        <a:pt x="79924" y="6424"/>
                      </a:lnTo>
                      <a:cubicBezTo>
                        <a:pt x="82165" y="5528"/>
                        <a:pt x="95162" y="1046"/>
                        <a:pt x="109951" y="16284"/>
                      </a:cubicBezTo>
                      <a:cubicBezTo>
                        <a:pt x="124741" y="30625"/>
                        <a:pt x="120259" y="43622"/>
                        <a:pt x="119363" y="4586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44" name="Freeform: Shape 5365">
                  <a:extLst>
                    <a:ext uri="{FF2B5EF4-FFF2-40B4-BE49-F238E27FC236}">
                      <a16:creationId xmlns:a16="http://schemas.microsoft.com/office/drawing/2014/main" id="{E96AF0AF-7CB4-9DBB-A47D-FB120599BDF2}"/>
                    </a:ext>
                  </a:extLst>
                </p:cNvPr>
                <p:cNvSpPr/>
                <p:nvPr/>
              </p:nvSpPr>
              <p:spPr>
                <a:xfrm>
                  <a:off x="11295692" y="2521390"/>
                  <a:ext cx="4482" cy="4482"/>
                </a:xfrm>
                <a:custGeom>
                  <a:avLst/>
                  <a:gdLst>
                    <a:gd name="connsiteX0" fmla="*/ 3586 w 4481"/>
                    <a:gd name="connsiteY0" fmla="*/ 0 h 4481"/>
                    <a:gd name="connsiteX1" fmla="*/ 0 w 4481"/>
                    <a:gd name="connsiteY1" fmla="*/ 3585 h 4481"/>
                    <a:gd name="connsiteX2" fmla="*/ 3586 w 4481"/>
                    <a:gd name="connsiteY2" fmla="*/ 7171 h 4481"/>
                    <a:gd name="connsiteX3" fmla="*/ 7171 w 4481"/>
                    <a:gd name="connsiteY3" fmla="*/ 3585 h 4481"/>
                    <a:gd name="connsiteX4" fmla="*/ 3586 w 4481"/>
                    <a:gd name="connsiteY4" fmla="*/ 0 h 4481"/>
                    <a:gd name="connsiteX5" fmla="*/ 2689 w 4481"/>
                    <a:gd name="connsiteY5" fmla="*/ 3585 h 4481"/>
                    <a:gd name="connsiteX6" fmla="*/ 3586 w 4481"/>
                    <a:gd name="connsiteY6" fmla="*/ 2689 h 4481"/>
                    <a:gd name="connsiteX7" fmla="*/ 4482 w 4481"/>
                    <a:gd name="connsiteY7" fmla="*/ 3585 h 4481"/>
                    <a:gd name="connsiteX8" fmla="*/ 2689 w 4481"/>
                    <a:gd name="connsiteY8" fmla="*/ 3585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 h="4481">
                      <a:moveTo>
                        <a:pt x="3586" y="0"/>
                      </a:moveTo>
                      <a:cubicBezTo>
                        <a:pt x="1793" y="0"/>
                        <a:pt x="0" y="1793"/>
                        <a:pt x="0" y="3585"/>
                      </a:cubicBezTo>
                      <a:cubicBezTo>
                        <a:pt x="0" y="5378"/>
                        <a:pt x="1793" y="7171"/>
                        <a:pt x="3586" y="7171"/>
                      </a:cubicBezTo>
                      <a:cubicBezTo>
                        <a:pt x="5378" y="7171"/>
                        <a:pt x="7171" y="5378"/>
                        <a:pt x="7171" y="3585"/>
                      </a:cubicBezTo>
                      <a:cubicBezTo>
                        <a:pt x="7171" y="1793"/>
                        <a:pt x="5826" y="0"/>
                        <a:pt x="3586" y="0"/>
                      </a:cubicBezTo>
                      <a:close/>
                      <a:moveTo>
                        <a:pt x="2689" y="3585"/>
                      </a:moveTo>
                      <a:cubicBezTo>
                        <a:pt x="2689" y="3137"/>
                        <a:pt x="3138" y="2689"/>
                        <a:pt x="3586" y="2689"/>
                      </a:cubicBezTo>
                      <a:cubicBezTo>
                        <a:pt x="4034" y="2689"/>
                        <a:pt x="4482" y="3137"/>
                        <a:pt x="4482" y="3585"/>
                      </a:cubicBezTo>
                      <a:cubicBezTo>
                        <a:pt x="4482" y="4482"/>
                        <a:pt x="2689" y="4482"/>
                        <a:pt x="2689" y="358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45" name="Freeform: Shape 5366">
                  <a:extLst>
                    <a:ext uri="{FF2B5EF4-FFF2-40B4-BE49-F238E27FC236}">
                      <a16:creationId xmlns:a16="http://schemas.microsoft.com/office/drawing/2014/main" id="{8ABF154D-6485-FBFD-E9F2-30B4BABE5CD1}"/>
                    </a:ext>
                  </a:extLst>
                </p:cNvPr>
                <p:cNvSpPr/>
                <p:nvPr/>
              </p:nvSpPr>
              <p:spPr>
                <a:xfrm>
                  <a:off x="11285384" y="2511082"/>
                  <a:ext cx="4482" cy="4482"/>
                </a:xfrm>
                <a:custGeom>
                  <a:avLst/>
                  <a:gdLst>
                    <a:gd name="connsiteX0" fmla="*/ 3585 w 4481"/>
                    <a:gd name="connsiteY0" fmla="*/ 0 h 4481"/>
                    <a:gd name="connsiteX1" fmla="*/ 0 w 4481"/>
                    <a:gd name="connsiteY1" fmla="*/ 3585 h 4481"/>
                    <a:gd name="connsiteX2" fmla="*/ 3585 w 4481"/>
                    <a:gd name="connsiteY2" fmla="*/ 7171 h 4481"/>
                    <a:gd name="connsiteX3" fmla="*/ 7171 w 4481"/>
                    <a:gd name="connsiteY3" fmla="*/ 3585 h 4481"/>
                    <a:gd name="connsiteX4" fmla="*/ 3585 w 4481"/>
                    <a:gd name="connsiteY4" fmla="*/ 0 h 4481"/>
                    <a:gd name="connsiteX5" fmla="*/ 2689 w 4481"/>
                    <a:gd name="connsiteY5" fmla="*/ 3585 h 4481"/>
                    <a:gd name="connsiteX6" fmla="*/ 3585 w 4481"/>
                    <a:gd name="connsiteY6" fmla="*/ 2689 h 4481"/>
                    <a:gd name="connsiteX7" fmla="*/ 4482 w 4481"/>
                    <a:gd name="connsiteY7" fmla="*/ 3585 h 4481"/>
                    <a:gd name="connsiteX8" fmla="*/ 2689 w 4481"/>
                    <a:gd name="connsiteY8" fmla="*/ 3585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 h="4481">
                      <a:moveTo>
                        <a:pt x="3585" y="0"/>
                      </a:moveTo>
                      <a:cubicBezTo>
                        <a:pt x="1792" y="0"/>
                        <a:pt x="0" y="1793"/>
                        <a:pt x="0" y="3585"/>
                      </a:cubicBezTo>
                      <a:cubicBezTo>
                        <a:pt x="0" y="5378"/>
                        <a:pt x="1792" y="7171"/>
                        <a:pt x="3585" y="7171"/>
                      </a:cubicBezTo>
                      <a:cubicBezTo>
                        <a:pt x="5378" y="7171"/>
                        <a:pt x="7171" y="5378"/>
                        <a:pt x="7171" y="3585"/>
                      </a:cubicBezTo>
                      <a:cubicBezTo>
                        <a:pt x="7171" y="1345"/>
                        <a:pt x="5378" y="0"/>
                        <a:pt x="3585" y="0"/>
                      </a:cubicBezTo>
                      <a:close/>
                      <a:moveTo>
                        <a:pt x="2689" y="3585"/>
                      </a:moveTo>
                      <a:cubicBezTo>
                        <a:pt x="2689" y="3137"/>
                        <a:pt x="3137" y="2689"/>
                        <a:pt x="3585" y="2689"/>
                      </a:cubicBezTo>
                      <a:cubicBezTo>
                        <a:pt x="4033" y="2689"/>
                        <a:pt x="4482" y="3137"/>
                        <a:pt x="4482" y="3585"/>
                      </a:cubicBezTo>
                      <a:cubicBezTo>
                        <a:pt x="4482" y="4482"/>
                        <a:pt x="2689" y="4482"/>
                        <a:pt x="2689" y="358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46" name="Freeform: Shape 5367">
                  <a:extLst>
                    <a:ext uri="{FF2B5EF4-FFF2-40B4-BE49-F238E27FC236}">
                      <a16:creationId xmlns:a16="http://schemas.microsoft.com/office/drawing/2014/main" id="{E7B631F1-782B-7DA0-27B3-E69773412B0E}"/>
                    </a:ext>
                  </a:extLst>
                </p:cNvPr>
                <p:cNvSpPr/>
                <p:nvPr/>
              </p:nvSpPr>
              <p:spPr>
                <a:xfrm>
                  <a:off x="11306448" y="2532146"/>
                  <a:ext cx="4482" cy="4482"/>
                </a:xfrm>
                <a:custGeom>
                  <a:avLst/>
                  <a:gdLst>
                    <a:gd name="connsiteX0" fmla="*/ 3586 w 4481"/>
                    <a:gd name="connsiteY0" fmla="*/ 0 h 4481"/>
                    <a:gd name="connsiteX1" fmla="*/ 0 w 4481"/>
                    <a:gd name="connsiteY1" fmla="*/ 3585 h 4481"/>
                    <a:gd name="connsiteX2" fmla="*/ 3586 w 4481"/>
                    <a:gd name="connsiteY2" fmla="*/ 7171 h 4481"/>
                    <a:gd name="connsiteX3" fmla="*/ 7171 w 4481"/>
                    <a:gd name="connsiteY3" fmla="*/ 3585 h 4481"/>
                    <a:gd name="connsiteX4" fmla="*/ 3586 w 4481"/>
                    <a:gd name="connsiteY4" fmla="*/ 0 h 4481"/>
                    <a:gd name="connsiteX5" fmla="*/ 2689 w 4481"/>
                    <a:gd name="connsiteY5" fmla="*/ 3585 h 4481"/>
                    <a:gd name="connsiteX6" fmla="*/ 3586 w 4481"/>
                    <a:gd name="connsiteY6" fmla="*/ 2689 h 4481"/>
                    <a:gd name="connsiteX7" fmla="*/ 4482 w 4481"/>
                    <a:gd name="connsiteY7" fmla="*/ 3585 h 4481"/>
                    <a:gd name="connsiteX8" fmla="*/ 2689 w 4481"/>
                    <a:gd name="connsiteY8" fmla="*/ 3585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 h="4481">
                      <a:moveTo>
                        <a:pt x="3586" y="0"/>
                      </a:moveTo>
                      <a:cubicBezTo>
                        <a:pt x="1793" y="0"/>
                        <a:pt x="0" y="1793"/>
                        <a:pt x="0" y="3585"/>
                      </a:cubicBezTo>
                      <a:cubicBezTo>
                        <a:pt x="0" y="5378"/>
                        <a:pt x="1793" y="7171"/>
                        <a:pt x="3586" y="7171"/>
                      </a:cubicBezTo>
                      <a:cubicBezTo>
                        <a:pt x="5378" y="7171"/>
                        <a:pt x="7171" y="5378"/>
                        <a:pt x="7171" y="3585"/>
                      </a:cubicBezTo>
                      <a:cubicBezTo>
                        <a:pt x="7171" y="1344"/>
                        <a:pt x="5378" y="0"/>
                        <a:pt x="3586" y="0"/>
                      </a:cubicBezTo>
                      <a:close/>
                      <a:moveTo>
                        <a:pt x="2689" y="3585"/>
                      </a:moveTo>
                      <a:cubicBezTo>
                        <a:pt x="2689" y="3137"/>
                        <a:pt x="3137" y="2689"/>
                        <a:pt x="3586" y="2689"/>
                      </a:cubicBezTo>
                      <a:cubicBezTo>
                        <a:pt x="4034" y="2689"/>
                        <a:pt x="4482" y="3137"/>
                        <a:pt x="4482" y="3585"/>
                      </a:cubicBezTo>
                      <a:cubicBezTo>
                        <a:pt x="4482" y="4482"/>
                        <a:pt x="2689" y="4482"/>
                        <a:pt x="2689" y="358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47" name="Freeform: Shape 5368">
                  <a:extLst>
                    <a:ext uri="{FF2B5EF4-FFF2-40B4-BE49-F238E27FC236}">
                      <a16:creationId xmlns:a16="http://schemas.microsoft.com/office/drawing/2014/main" id="{65C11633-932B-AABC-1A2C-08DAC525E481}"/>
                    </a:ext>
                  </a:extLst>
                </p:cNvPr>
                <p:cNvSpPr/>
                <p:nvPr/>
              </p:nvSpPr>
              <p:spPr>
                <a:xfrm>
                  <a:off x="11285384" y="2532146"/>
                  <a:ext cx="4482" cy="4482"/>
                </a:xfrm>
                <a:custGeom>
                  <a:avLst/>
                  <a:gdLst>
                    <a:gd name="connsiteX0" fmla="*/ 3585 w 4481"/>
                    <a:gd name="connsiteY0" fmla="*/ 0 h 4481"/>
                    <a:gd name="connsiteX1" fmla="*/ 0 w 4481"/>
                    <a:gd name="connsiteY1" fmla="*/ 3585 h 4481"/>
                    <a:gd name="connsiteX2" fmla="*/ 3585 w 4481"/>
                    <a:gd name="connsiteY2" fmla="*/ 7171 h 4481"/>
                    <a:gd name="connsiteX3" fmla="*/ 7171 w 4481"/>
                    <a:gd name="connsiteY3" fmla="*/ 3585 h 4481"/>
                    <a:gd name="connsiteX4" fmla="*/ 3585 w 4481"/>
                    <a:gd name="connsiteY4" fmla="*/ 0 h 4481"/>
                    <a:gd name="connsiteX5" fmla="*/ 2689 w 4481"/>
                    <a:gd name="connsiteY5" fmla="*/ 3585 h 4481"/>
                    <a:gd name="connsiteX6" fmla="*/ 3585 w 4481"/>
                    <a:gd name="connsiteY6" fmla="*/ 2689 h 4481"/>
                    <a:gd name="connsiteX7" fmla="*/ 4482 w 4481"/>
                    <a:gd name="connsiteY7" fmla="*/ 3585 h 4481"/>
                    <a:gd name="connsiteX8" fmla="*/ 2689 w 4481"/>
                    <a:gd name="connsiteY8" fmla="*/ 3585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 h="4481">
                      <a:moveTo>
                        <a:pt x="3585" y="0"/>
                      </a:moveTo>
                      <a:cubicBezTo>
                        <a:pt x="1792" y="0"/>
                        <a:pt x="0" y="1793"/>
                        <a:pt x="0" y="3585"/>
                      </a:cubicBezTo>
                      <a:cubicBezTo>
                        <a:pt x="0" y="5378"/>
                        <a:pt x="1792" y="7171"/>
                        <a:pt x="3585" y="7171"/>
                      </a:cubicBezTo>
                      <a:cubicBezTo>
                        <a:pt x="5378" y="7171"/>
                        <a:pt x="7171" y="5378"/>
                        <a:pt x="7171" y="3585"/>
                      </a:cubicBezTo>
                      <a:cubicBezTo>
                        <a:pt x="7171" y="1344"/>
                        <a:pt x="5378" y="0"/>
                        <a:pt x="3585" y="0"/>
                      </a:cubicBezTo>
                      <a:close/>
                      <a:moveTo>
                        <a:pt x="2689" y="3585"/>
                      </a:moveTo>
                      <a:cubicBezTo>
                        <a:pt x="2689" y="3137"/>
                        <a:pt x="3137" y="2689"/>
                        <a:pt x="3585" y="2689"/>
                      </a:cubicBezTo>
                      <a:cubicBezTo>
                        <a:pt x="4033" y="2689"/>
                        <a:pt x="4482" y="3137"/>
                        <a:pt x="4482" y="3585"/>
                      </a:cubicBezTo>
                      <a:cubicBezTo>
                        <a:pt x="4482" y="4482"/>
                        <a:pt x="2689" y="4482"/>
                        <a:pt x="2689" y="358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48" name="Freeform: Shape 5369">
                  <a:extLst>
                    <a:ext uri="{FF2B5EF4-FFF2-40B4-BE49-F238E27FC236}">
                      <a16:creationId xmlns:a16="http://schemas.microsoft.com/office/drawing/2014/main" id="{870ABEDC-2A08-44E1-3123-0124DE8EDAC0}"/>
                    </a:ext>
                  </a:extLst>
                </p:cNvPr>
                <p:cNvSpPr/>
                <p:nvPr/>
              </p:nvSpPr>
              <p:spPr>
                <a:xfrm>
                  <a:off x="11274628" y="2521390"/>
                  <a:ext cx="4482" cy="4482"/>
                </a:xfrm>
                <a:custGeom>
                  <a:avLst/>
                  <a:gdLst>
                    <a:gd name="connsiteX0" fmla="*/ 3585 w 4481"/>
                    <a:gd name="connsiteY0" fmla="*/ 0 h 4481"/>
                    <a:gd name="connsiteX1" fmla="*/ 0 w 4481"/>
                    <a:gd name="connsiteY1" fmla="*/ 3585 h 4481"/>
                    <a:gd name="connsiteX2" fmla="*/ 3585 w 4481"/>
                    <a:gd name="connsiteY2" fmla="*/ 7171 h 4481"/>
                    <a:gd name="connsiteX3" fmla="*/ 7171 w 4481"/>
                    <a:gd name="connsiteY3" fmla="*/ 3585 h 4481"/>
                    <a:gd name="connsiteX4" fmla="*/ 3585 w 4481"/>
                    <a:gd name="connsiteY4" fmla="*/ 0 h 4481"/>
                    <a:gd name="connsiteX5" fmla="*/ 2689 w 4481"/>
                    <a:gd name="connsiteY5" fmla="*/ 3585 h 4481"/>
                    <a:gd name="connsiteX6" fmla="*/ 3585 w 4481"/>
                    <a:gd name="connsiteY6" fmla="*/ 2689 h 4481"/>
                    <a:gd name="connsiteX7" fmla="*/ 4482 w 4481"/>
                    <a:gd name="connsiteY7" fmla="*/ 3585 h 4481"/>
                    <a:gd name="connsiteX8" fmla="*/ 2689 w 4481"/>
                    <a:gd name="connsiteY8" fmla="*/ 3585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 h="4481">
                      <a:moveTo>
                        <a:pt x="3585" y="0"/>
                      </a:moveTo>
                      <a:cubicBezTo>
                        <a:pt x="1793" y="0"/>
                        <a:pt x="0" y="1793"/>
                        <a:pt x="0" y="3585"/>
                      </a:cubicBezTo>
                      <a:cubicBezTo>
                        <a:pt x="0" y="5378"/>
                        <a:pt x="1793" y="7171"/>
                        <a:pt x="3585" y="7171"/>
                      </a:cubicBezTo>
                      <a:cubicBezTo>
                        <a:pt x="5378" y="7171"/>
                        <a:pt x="7171" y="5378"/>
                        <a:pt x="7171" y="3585"/>
                      </a:cubicBezTo>
                      <a:cubicBezTo>
                        <a:pt x="7171" y="1793"/>
                        <a:pt x="5826" y="0"/>
                        <a:pt x="3585" y="0"/>
                      </a:cubicBezTo>
                      <a:close/>
                      <a:moveTo>
                        <a:pt x="2689" y="3585"/>
                      </a:moveTo>
                      <a:cubicBezTo>
                        <a:pt x="2689" y="3137"/>
                        <a:pt x="3137" y="2689"/>
                        <a:pt x="3585" y="2689"/>
                      </a:cubicBezTo>
                      <a:cubicBezTo>
                        <a:pt x="4034" y="2689"/>
                        <a:pt x="4482" y="3137"/>
                        <a:pt x="4482" y="3585"/>
                      </a:cubicBezTo>
                      <a:cubicBezTo>
                        <a:pt x="4482" y="4482"/>
                        <a:pt x="2689" y="4482"/>
                        <a:pt x="2689" y="358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49" name="Freeform: Shape 5370">
                  <a:extLst>
                    <a:ext uri="{FF2B5EF4-FFF2-40B4-BE49-F238E27FC236}">
                      <a16:creationId xmlns:a16="http://schemas.microsoft.com/office/drawing/2014/main" id="{E26CBA52-7404-B341-5B13-2DA5837E8EF5}"/>
                    </a:ext>
                  </a:extLst>
                </p:cNvPr>
                <p:cNvSpPr/>
                <p:nvPr/>
              </p:nvSpPr>
              <p:spPr>
                <a:xfrm>
                  <a:off x="11295692" y="2542454"/>
                  <a:ext cx="4482" cy="4482"/>
                </a:xfrm>
                <a:custGeom>
                  <a:avLst/>
                  <a:gdLst>
                    <a:gd name="connsiteX0" fmla="*/ 3586 w 4481"/>
                    <a:gd name="connsiteY0" fmla="*/ 0 h 4481"/>
                    <a:gd name="connsiteX1" fmla="*/ 0 w 4481"/>
                    <a:gd name="connsiteY1" fmla="*/ 3585 h 4481"/>
                    <a:gd name="connsiteX2" fmla="*/ 3586 w 4481"/>
                    <a:gd name="connsiteY2" fmla="*/ 7171 h 4481"/>
                    <a:gd name="connsiteX3" fmla="*/ 7171 w 4481"/>
                    <a:gd name="connsiteY3" fmla="*/ 3585 h 4481"/>
                    <a:gd name="connsiteX4" fmla="*/ 3586 w 4481"/>
                    <a:gd name="connsiteY4" fmla="*/ 0 h 4481"/>
                    <a:gd name="connsiteX5" fmla="*/ 2689 w 4481"/>
                    <a:gd name="connsiteY5" fmla="*/ 3585 h 4481"/>
                    <a:gd name="connsiteX6" fmla="*/ 3586 w 4481"/>
                    <a:gd name="connsiteY6" fmla="*/ 2689 h 4481"/>
                    <a:gd name="connsiteX7" fmla="*/ 4482 w 4481"/>
                    <a:gd name="connsiteY7" fmla="*/ 3585 h 4481"/>
                    <a:gd name="connsiteX8" fmla="*/ 2689 w 4481"/>
                    <a:gd name="connsiteY8" fmla="*/ 3585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 h="4481">
                      <a:moveTo>
                        <a:pt x="3586" y="0"/>
                      </a:moveTo>
                      <a:cubicBezTo>
                        <a:pt x="1793" y="0"/>
                        <a:pt x="0" y="1793"/>
                        <a:pt x="0" y="3585"/>
                      </a:cubicBezTo>
                      <a:cubicBezTo>
                        <a:pt x="0" y="5378"/>
                        <a:pt x="1793" y="7171"/>
                        <a:pt x="3586" y="7171"/>
                      </a:cubicBezTo>
                      <a:cubicBezTo>
                        <a:pt x="5378" y="7171"/>
                        <a:pt x="7171" y="5378"/>
                        <a:pt x="7171" y="3585"/>
                      </a:cubicBezTo>
                      <a:cubicBezTo>
                        <a:pt x="7171" y="1793"/>
                        <a:pt x="5826" y="0"/>
                        <a:pt x="3586" y="0"/>
                      </a:cubicBezTo>
                      <a:close/>
                      <a:moveTo>
                        <a:pt x="2689" y="3585"/>
                      </a:moveTo>
                      <a:cubicBezTo>
                        <a:pt x="2689" y="3137"/>
                        <a:pt x="3138" y="2689"/>
                        <a:pt x="3586" y="2689"/>
                      </a:cubicBezTo>
                      <a:cubicBezTo>
                        <a:pt x="4034" y="2689"/>
                        <a:pt x="4482" y="3137"/>
                        <a:pt x="4482" y="3585"/>
                      </a:cubicBezTo>
                      <a:cubicBezTo>
                        <a:pt x="4482" y="4482"/>
                        <a:pt x="2689" y="4482"/>
                        <a:pt x="2689" y="358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50" name="Freeform: Shape 5371">
                  <a:extLst>
                    <a:ext uri="{FF2B5EF4-FFF2-40B4-BE49-F238E27FC236}">
                      <a16:creationId xmlns:a16="http://schemas.microsoft.com/office/drawing/2014/main" id="{FFE16A0A-F211-8CCF-A036-889EB478E168}"/>
                    </a:ext>
                  </a:extLst>
                </p:cNvPr>
                <p:cNvSpPr/>
                <p:nvPr/>
              </p:nvSpPr>
              <p:spPr>
                <a:xfrm>
                  <a:off x="11274628" y="2542454"/>
                  <a:ext cx="4482" cy="4482"/>
                </a:xfrm>
                <a:custGeom>
                  <a:avLst/>
                  <a:gdLst>
                    <a:gd name="connsiteX0" fmla="*/ 3585 w 4481"/>
                    <a:gd name="connsiteY0" fmla="*/ 0 h 4481"/>
                    <a:gd name="connsiteX1" fmla="*/ 0 w 4481"/>
                    <a:gd name="connsiteY1" fmla="*/ 3585 h 4481"/>
                    <a:gd name="connsiteX2" fmla="*/ 3585 w 4481"/>
                    <a:gd name="connsiteY2" fmla="*/ 7171 h 4481"/>
                    <a:gd name="connsiteX3" fmla="*/ 7171 w 4481"/>
                    <a:gd name="connsiteY3" fmla="*/ 3585 h 4481"/>
                    <a:gd name="connsiteX4" fmla="*/ 3585 w 4481"/>
                    <a:gd name="connsiteY4" fmla="*/ 0 h 4481"/>
                    <a:gd name="connsiteX5" fmla="*/ 2689 w 4481"/>
                    <a:gd name="connsiteY5" fmla="*/ 3585 h 4481"/>
                    <a:gd name="connsiteX6" fmla="*/ 3585 w 4481"/>
                    <a:gd name="connsiteY6" fmla="*/ 2689 h 4481"/>
                    <a:gd name="connsiteX7" fmla="*/ 4482 w 4481"/>
                    <a:gd name="connsiteY7" fmla="*/ 3585 h 4481"/>
                    <a:gd name="connsiteX8" fmla="*/ 2689 w 4481"/>
                    <a:gd name="connsiteY8" fmla="*/ 3585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 h="4481">
                      <a:moveTo>
                        <a:pt x="3585" y="0"/>
                      </a:moveTo>
                      <a:cubicBezTo>
                        <a:pt x="1793" y="0"/>
                        <a:pt x="0" y="1793"/>
                        <a:pt x="0" y="3585"/>
                      </a:cubicBezTo>
                      <a:cubicBezTo>
                        <a:pt x="0" y="5378"/>
                        <a:pt x="1793" y="7171"/>
                        <a:pt x="3585" y="7171"/>
                      </a:cubicBezTo>
                      <a:cubicBezTo>
                        <a:pt x="5378" y="7171"/>
                        <a:pt x="7171" y="5378"/>
                        <a:pt x="7171" y="3585"/>
                      </a:cubicBezTo>
                      <a:cubicBezTo>
                        <a:pt x="7171" y="1793"/>
                        <a:pt x="5826" y="0"/>
                        <a:pt x="3585" y="0"/>
                      </a:cubicBezTo>
                      <a:close/>
                      <a:moveTo>
                        <a:pt x="2689" y="3585"/>
                      </a:moveTo>
                      <a:cubicBezTo>
                        <a:pt x="2689" y="3137"/>
                        <a:pt x="3137" y="2689"/>
                        <a:pt x="3585" y="2689"/>
                      </a:cubicBezTo>
                      <a:cubicBezTo>
                        <a:pt x="4034" y="2689"/>
                        <a:pt x="4482" y="3137"/>
                        <a:pt x="4482" y="3585"/>
                      </a:cubicBezTo>
                      <a:cubicBezTo>
                        <a:pt x="4482" y="4482"/>
                        <a:pt x="2689" y="4482"/>
                        <a:pt x="2689" y="358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51" name="Freeform: Shape 5372">
                  <a:extLst>
                    <a:ext uri="{FF2B5EF4-FFF2-40B4-BE49-F238E27FC236}">
                      <a16:creationId xmlns:a16="http://schemas.microsoft.com/office/drawing/2014/main" id="{4235AC8B-9129-064A-867D-02A119A9B5E8}"/>
                    </a:ext>
                  </a:extLst>
                </p:cNvPr>
                <p:cNvSpPr/>
                <p:nvPr/>
              </p:nvSpPr>
              <p:spPr>
                <a:xfrm>
                  <a:off x="11264320" y="2532146"/>
                  <a:ext cx="4482" cy="4482"/>
                </a:xfrm>
                <a:custGeom>
                  <a:avLst/>
                  <a:gdLst>
                    <a:gd name="connsiteX0" fmla="*/ 3586 w 4481"/>
                    <a:gd name="connsiteY0" fmla="*/ 0 h 4481"/>
                    <a:gd name="connsiteX1" fmla="*/ 0 w 4481"/>
                    <a:gd name="connsiteY1" fmla="*/ 3585 h 4481"/>
                    <a:gd name="connsiteX2" fmla="*/ 3586 w 4481"/>
                    <a:gd name="connsiteY2" fmla="*/ 7171 h 4481"/>
                    <a:gd name="connsiteX3" fmla="*/ 7171 w 4481"/>
                    <a:gd name="connsiteY3" fmla="*/ 3585 h 4481"/>
                    <a:gd name="connsiteX4" fmla="*/ 3586 w 4481"/>
                    <a:gd name="connsiteY4" fmla="*/ 0 h 4481"/>
                    <a:gd name="connsiteX5" fmla="*/ 2689 w 4481"/>
                    <a:gd name="connsiteY5" fmla="*/ 3585 h 4481"/>
                    <a:gd name="connsiteX6" fmla="*/ 3586 w 4481"/>
                    <a:gd name="connsiteY6" fmla="*/ 2689 h 4481"/>
                    <a:gd name="connsiteX7" fmla="*/ 4482 w 4481"/>
                    <a:gd name="connsiteY7" fmla="*/ 3585 h 4481"/>
                    <a:gd name="connsiteX8" fmla="*/ 2689 w 4481"/>
                    <a:gd name="connsiteY8" fmla="*/ 3585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 h="4481">
                      <a:moveTo>
                        <a:pt x="3586" y="0"/>
                      </a:moveTo>
                      <a:cubicBezTo>
                        <a:pt x="1793" y="0"/>
                        <a:pt x="0" y="1793"/>
                        <a:pt x="0" y="3585"/>
                      </a:cubicBezTo>
                      <a:cubicBezTo>
                        <a:pt x="0" y="5378"/>
                        <a:pt x="1793" y="7171"/>
                        <a:pt x="3586" y="7171"/>
                      </a:cubicBezTo>
                      <a:cubicBezTo>
                        <a:pt x="5378" y="7171"/>
                        <a:pt x="7171" y="5378"/>
                        <a:pt x="7171" y="3585"/>
                      </a:cubicBezTo>
                      <a:cubicBezTo>
                        <a:pt x="7171" y="1344"/>
                        <a:pt x="5378" y="0"/>
                        <a:pt x="3586" y="0"/>
                      </a:cubicBezTo>
                      <a:close/>
                      <a:moveTo>
                        <a:pt x="2689" y="3585"/>
                      </a:moveTo>
                      <a:cubicBezTo>
                        <a:pt x="2689" y="3137"/>
                        <a:pt x="3138" y="2689"/>
                        <a:pt x="3586" y="2689"/>
                      </a:cubicBezTo>
                      <a:cubicBezTo>
                        <a:pt x="4034" y="2689"/>
                        <a:pt x="4482" y="3137"/>
                        <a:pt x="4482" y="3585"/>
                      </a:cubicBezTo>
                      <a:cubicBezTo>
                        <a:pt x="4482" y="4482"/>
                        <a:pt x="2689" y="4482"/>
                        <a:pt x="2689" y="358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52" name="Freeform: Shape 5373">
                  <a:extLst>
                    <a:ext uri="{FF2B5EF4-FFF2-40B4-BE49-F238E27FC236}">
                      <a16:creationId xmlns:a16="http://schemas.microsoft.com/office/drawing/2014/main" id="{F8F7E07F-FEEF-3029-42EF-19F897C89BE8}"/>
                    </a:ext>
                  </a:extLst>
                </p:cNvPr>
                <p:cNvSpPr/>
                <p:nvPr/>
              </p:nvSpPr>
              <p:spPr>
                <a:xfrm>
                  <a:off x="11285384" y="2553210"/>
                  <a:ext cx="4482" cy="4482"/>
                </a:xfrm>
                <a:custGeom>
                  <a:avLst/>
                  <a:gdLst>
                    <a:gd name="connsiteX0" fmla="*/ 3585 w 4481"/>
                    <a:gd name="connsiteY0" fmla="*/ 0 h 4481"/>
                    <a:gd name="connsiteX1" fmla="*/ 0 w 4481"/>
                    <a:gd name="connsiteY1" fmla="*/ 3585 h 4481"/>
                    <a:gd name="connsiteX2" fmla="*/ 3585 w 4481"/>
                    <a:gd name="connsiteY2" fmla="*/ 7171 h 4481"/>
                    <a:gd name="connsiteX3" fmla="*/ 7171 w 4481"/>
                    <a:gd name="connsiteY3" fmla="*/ 3585 h 4481"/>
                    <a:gd name="connsiteX4" fmla="*/ 3585 w 4481"/>
                    <a:gd name="connsiteY4" fmla="*/ 0 h 4481"/>
                    <a:gd name="connsiteX5" fmla="*/ 2689 w 4481"/>
                    <a:gd name="connsiteY5" fmla="*/ 3585 h 4481"/>
                    <a:gd name="connsiteX6" fmla="*/ 3585 w 4481"/>
                    <a:gd name="connsiteY6" fmla="*/ 2689 h 4481"/>
                    <a:gd name="connsiteX7" fmla="*/ 4482 w 4481"/>
                    <a:gd name="connsiteY7" fmla="*/ 3585 h 4481"/>
                    <a:gd name="connsiteX8" fmla="*/ 2689 w 4481"/>
                    <a:gd name="connsiteY8" fmla="*/ 3585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 h="4481">
                      <a:moveTo>
                        <a:pt x="3585" y="0"/>
                      </a:moveTo>
                      <a:cubicBezTo>
                        <a:pt x="1792" y="0"/>
                        <a:pt x="0" y="1793"/>
                        <a:pt x="0" y="3585"/>
                      </a:cubicBezTo>
                      <a:cubicBezTo>
                        <a:pt x="0" y="5378"/>
                        <a:pt x="1792" y="7171"/>
                        <a:pt x="3585" y="7171"/>
                      </a:cubicBezTo>
                      <a:cubicBezTo>
                        <a:pt x="5378" y="7171"/>
                        <a:pt x="7171" y="5378"/>
                        <a:pt x="7171" y="3585"/>
                      </a:cubicBezTo>
                      <a:cubicBezTo>
                        <a:pt x="7171" y="1793"/>
                        <a:pt x="5378" y="0"/>
                        <a:pt x="3585" y="0"/>
                      </a:cubicBezTo>
                      <a:close/>
                      <a:moveTo>
                        <a:pt x="2689" y="3585"/>
                      </a:moveTo>
                      <a:cubicBezTo>
                        <a:pt x="2689" y="3137"/>
                        <a:pt x="3137" y="2689"/>
                        <a:pt x="3585" y="2689"/>
                      </a:cubicBezTo>
                      <a:cubicBezTo>
                        <a:pt x="4033" y="2689"/>
                        <a:pt x="4482" y="3137"/>
                        <a:pt x="4482" y="3585"/>
                      </a:cubicBezTo>
                      <a:cubicBezTo>
                        <a:pt x="4482" y="4482"/>
                        <a:pt x="2689" y="4482"/>
                        <a:pt x="2689" y="358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353" name="Freeform: Shape 2498">
                <a:extLst>
                  <a:ext uri="{FF2B5EF4-FFF2-40B4-BE49-F238E27FC236}">
                    <a16:creationId xmlns:a16="http://schemas.microsoft.com/office/drawing/2014/main" id="{47A4A249-2C9F-D90A-4F6E-FE7DCF402E18}"/>
                  </a:ext>
                  <a:ext uri="{C183D7F6-B498-43B3-948B-1728B52AA6E4}">
                    <adec:decorative xmlns:adec="http://schemas.microsoft.com/office/drawing/2017/decorative" val="1"/>
                  </a:ext>
                </a:extLst>
              </p:cNvPr>
              <p:cNvSpPr>
                <a:spLocks noChangeAspect="1"/>
              </p:cNvSpPr>
              <p:nvPr/>
            </p:nvSpPr>
            <p:spPr>
              <a:xfrm>
                <a:off x="11436835" y="4542118"/>
                <a:ext cx="112043" cy="125488"/>
              </a:xfrm>
              <a:custGeom>
                <a:avLst/>
                <a:gdLst>
                  <a:gd name="connsiteX0" fmla="*/ 77086 w 112042"/>
                  <a:gd name="connsiteY0" fmla="*/ 6 h 125487"/>
                  <a:gd name="connsiteX1" fmla="*/ 77086 w 112042"/>
                  <a:gd name="connsiteY1" fmla="*/ 6 h 125487"/>
                  <a:gd name="connsiteX2" fmla="*/ 56918 w 112042"/>
                  <a:gd name="connsiteY2" fmla="*/ 6281 h 125487"/>
                  <a:gd name="connsiteX3" fmla="*/ 35406 w 112042"/>
                  <a:gd name="connsiteY3" fmla="*/ 6 h 125487"/>
                  <a:gd name="connsiteX4" fmla="*/ 0 w 112042"/>
                  <a:gd name="connsiteY4" fmla="*/ 34515 h 125487"/>
                  <a:gd name="connsiteX5" fmla="*/ 10756 w 112042"/>
                  <a:gd name="connsiteY5" fmla="*/ 68576 h 125487"/>
                  <a:gd name="connsiteX6" fmla="*/ 12997 w 112042"/>
                  <a:gd name="connsiteY6" fmla="*/ 72162 h 125487"/>
                  <a:gd name="connsiteX7" fmla="*/ 17031 w 112042"/>
                  <a:gd name="connsiteY7" fmla="*/ 87848 h 125487"/>
                  <a:gd name="connsiteX8" fmla="*/ 35854 w 112042"/>
                  <a:gd name="connsiteY8" fmla="*/ 125494 h 125487"/>
                  <a:gd name="connsiteX9" fmla="*/ 47506 w 112042"/>
                  <a:gd name="connsiteY9" fmla="*/ 99948 h 125487"/>
                  <a:gd name="connsiteX10" fmla="*/ 56470 w 112042"/>
                  <a:gd name="connsiteY10" fmla="*/ 75747 h 125487"/>
                  <a:gd name="connsiteX11" fmla="*/ 65433 w 112042"/>
                  <a:gd name="connsiteY11" fmla="*/ 99948 h 125487"/>
                  <a:gd name="connsiteX12" fmla="*/ 77086 w 112042"/>
                  <a:gd name="connsiteY12" fmla="*/ 125494 h 125487"/>
                  <a:gd name="connsiteX13" fmla="*/ 95909 w 112042"/>
                  <a:gd name="connsiteY13" fmla="*/ 87848 h 125487"/>
                  <a:gd name="connsiteX14" fmla="*/ 99942 w 112042"/>
                  <a:gd name="connsiteY14" fmla="*/ 72162 h 125487"/>
                  <a:gd name="connsiteX15" fmla="*/ 102183 w 112042"/>
                  <a:gd name="connsiteY15" fmla="*/ 68576 h 125487"/>
                  <a:gd name="connsiteX16" fmla="*/ 112939 w 112042"/>
                  <a:gd name="connsiteY16" fmla="*/ 34515 h 125487"/>
                  <a:gd name="connsiteX17" fmla="*/ 77086 w 112042"/>
                  <a:gd name="connsiteY17" fmla="*/ 6 h 125487"/>
                  <a:gd name="connsiteX18" fmla="*/ 98149 w 112042"/>
                  <a:gd name="connsiteY18" fmla="*/ 65887 h 125487"/>
                  <a:gd name="connsiteX19" fmla="*/ 95909 w 112042"/>
                  <a:gd name="connsiteY19" fmla="*/ 69473 h 125487"/>
                  <a:gd name="connsiteX20" fmla="*/ 91427 w 112042"/>
                  <a:gd name="connsiteY20" fmla="*/ 86503 h 125487"/>
                  <a:gd name="connsiteX21" fmla="*/ 77086 w 112042"/>
                  <a:gd name="connsiteY21" fmla="*/ 120564 h 125487"/>
                  <a:gd name="connsiteX22" fmla="*/ 69915 w 112042"/>
                  <a:gd name="connsiteY22" fmla="*/ 99052 h 125487"/>
                  <a:gd name="connsiteX23" fmla="*/ 56470 w 112042"/>
                  <a:gd name="connsiteY23" fmla="*/ 70817 h 125487"/>
                  <a:gd name="connsiteX24" fmla="*/ 43025 w 112042"/>
                  <a:gd name="connsiteY24" fmla="*/ 99052 h 125487"/>
                  <a:gd name="connsiteX25" fmla="*/ 35854 w 112042"/>
                  <a:gd name="connsiteY25" fmla="*/ 120564 h 125487"/>
                  <a:gd name="connsiteX26" fmla="*/ 21512 w 112042"/>
                  <a:gd name="connsiteY26" fmla="*/ 86503 h 125487"/>
                  <a:gd name="connsiteX27" fmla="*/ 17031 w 112042"/>
                  <a:gd name="connsiteY27" fmla="*/ 69473 h 125487"/>
                  <a:gd name="connsiteX28" fmla="*/ 14790 w 112042"/>
                  <a:gd name="connsiteY28" fmla="*/ 65887 h 125487"/>
                  <a:gd name="connsiteX29" fmla="*/ 4930 w 112042"/>
                  <a:gd name="connsiteY29" fmla="*/ 34515 h 125487"/>
                  <a:gd name="connsiteX30" fmla="*/ 35854 w 112042"/>
                  <a:gd name="connsiteY30" fmla="*/ 4488 h 125487"/>
                  <a:gd name="connsiteX31" fmla="*/ 64985 w 112042"/>
                  <a:gd name="connsiteY31" fmla="*/ 24207 h 125487"/>
                  <a:gd name="connsiteX32" fmla="*/ 68122 w 112042"/>
                  <a:gd name="connsiteY32" fmla="*/ 25104 h 125487"/>
                  <a:gd name="connsiteX33" fmla="*/ 69018 w 112042"/>
                  <a:gd name="connsiteY33" fmla="*/ 21967 h 125487"/>
                  <a:gd name="connsiteX34" fmla="*/ 60503 w 112042"/>
                  <a:gd name="connsiteY34" fmla="*/ 8970 h 125487"/>
                  <a:gd name="connsiteX35" fmla="*/ 77086 w 112042"/>
                  <a:gd name="connsiteY35" fmla="*/ 4040 h 125487"/>
                  <a:gd name="connsiteX36" fmla="*/ 108009 w 112042"/>
                  <a:gd name="connsiteY36" fmla="*/ 34067 h 125487"/>
                  <a:gd name="connsiteX37" fmla="*/ 98149 w 112042"/>
                  <a:gd name="connsiteY37" fmla="*/ 65887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2042" h="125487">
                    <a:moveTo>
                      <a:pt x="77086" y="6"/>
                    </a:moveTo>
                    <a:cubicBezTo>
                      <a:pt x="77086" y="6"/>
                      <a:pt x="77086" y="6"/>
                      <a:pt x="77086" y="6"/>
                    </a:cubicBezTo>
                    <a:cubicBezTo>
                      <a:pt x="76638" y="6"/>
                      <a:pt x="67674" y="-442"/>
                      <a:pt x="56918" y="6281"/>
                    </a:cubicBezTo>
                    <a:cubicBezTo>
                      <a:pt x="49299" y="6"/>
                      <a:pt x="41232" y="6"/>
                      <a:pt x="35406" y="6"/>
                    </a:cubicBezTo>
                    <a:cubicBezTo>
                      <a:pt x="23753" y="6"/>
                      <a:pt x="0" y="8521"/>
                      <a:pt x="0" y="34515"/>
                    </a:cubicBezTo>
                    <a:cubicBezTo>
                      <a:pt x="0" y="52890"/>
                      <a:pt x="5826" y="61406"/>
                      <a:pt x="10756" y="68576"/>
                    </a:cubicBezTo>
                    <a:cubicBezTo>
                      <a:pt x="11653" y="69921"/>
                      <a:pt x="12549" y="70817"/>
                      <a:pt x="12997" y="72162"/>
                    </a:cubicBezTo>
                    <a:cubicBezTo>
                      <a:pt x="14342" y="74403"/>
                      <a:pt x="15686" y="81125"/>
                      <a:pt x="17031" y="87848"/>
                    </a:cubicBezTo>
                    <a:cubicBezTo>
                      <a:pt x="20168" y="104878"/>
                      <a:pt x="24201" y="125494"/>
                      <a:pt x="35854" y="125494"/>
                    </a:cubicBezTo>
                    <a:cubicBezTo>
                      <a:pt x="44817" y="125494"/>
                      <a:pt x="46162" y="112945"/>
                      <a:pt x="47506" y="99948"/>
                    </a:cubicBezTo>
                    <a:cubicBezTo>
                      <a:pt x="48851" y="87848"/>
                      <a:pt x="49747" y="75747"/>
                      <a:pt x="56470" y="75747"/>
                    </a:cubicBezTo>
                    <a:cubicBezTo>
                      <a:pt x="63192" y="75747"/>
                      <a:pt x="64089" y="88296"/>
                      <a:pt x="65433" y="99948"/>
                    </a:cubicBezTo>
                    <a:cubicBezTo>
                      <a:pt x="66777" y="113393"/>
                      <a:pt x="68122" y="125494"/>
                      <a:pt x="77086" y="125494"/>
                    </a:cubicBezTo>
                    <a:cubicBezTo>
                      <a:pt x="88738" y="125494"/>
                      <a:pt x="92772" y="104430"/>
                      <a:pt x="95909" y="87848"/>
                    </a:cubicBezTo>
                    <a:cubicBezTo>
                      <a:pt x="97253" y="80677"/>
                      <a:pt x="98597" y="74403"/>
                      <a:pt x="99942" y="72162"/>
                    </a:cubicBezTo>
                    <a:cubicBezTo>
                      <a:pt x="100838" y="70817"/>
                      <a:pt x="101287" y="69921"/>
                      <a:pt x="102183" y="68576"/>
                    </a:cubicBezTo>
                    <a:cubicBezTo>
                      <a:pt x="106665" y="61406"/>
                      <a:pt x="112491" y="52890"/>
                      <a:pt x="112939" y="34515"/>
                    </a:cubicBezTo>
                    <a:cubicBezTo>
                      <a:pt x="112491" y="6281"/>
                      <a:pt x="86049" y="6"/>
                      <a:pt x="77086" y="6"/>
                    </a:cubicBezTo>
                    <a:close/>
                    <a:moveTo>
                      <a:pt x="98149" y="65887"/>
                    </a:moveTo>
                    <a:cubicBezTo>
                      <a:pt x="97253" y="67232"/>
                      <a:pt x="96357" y="68576"/>
                      <a:pt x="95909" y="69473"/>
                    </a:cubicBezTo>
                    <a:cubicBezTo>
                      <a:pt x="94116" y="72610"/>
                      <a:pt x="92772" y="78884"/>
                      <a:pt x="91427" y="86503"/>
                    </a:cubicBezTo>
                    <a:cubicBezTo>
                      <a:pt x="88738" y="99948"/>
                      <a:pt x="85152" y="120564"/>
                      <a:pt x="77086" y="120564"/>
                    </a:cubicBezTo>
                    <a:cubicBezTo>
                      <a:pt x="72156" y="120564"/>
                      <a:pt x="70811" y="108912"/>
                      <a:pt x="69915" y="99052"/>
                    </a:cubicBezTo>
                    <a:cubicBezTo>
                      <a:pt x="68570" y="85159"/>
                      <a:pt x="67226" y="70817"/>
                      <a:pt x="56470" y="70817"/>
                    </a:cubicBezTo>
                    <a:cubicBezTo>
                      <a:pt x="45714" y="70817"/>
                      <a:pt x="44369" y="85159"/>
                      <a:pt x="43025" y="99052"/>
                    </a:cubicBezTo>
                    <a:cubicBezTo>
                      <a:pt x="42128" y="109360"/>
                      <a:pt x="40784" y="120564"/>
                      <a:pt x="35854" y="120564"/>
                    </a:cubicBezTo>
                    <a:cubicBezTo>
                      <a:pt x="27787" y="120564"/>
                      <a:pt x="24201" y="99948"/>
                      <a:pt x="21512" y="86503"/>
                    </a:cubicBezTo>
                    <a:cubicBezTo>
                      <a:pt x="20168" y="78436"/>
                      <a:pt x="18823" y="72162"/>
                      <a:pt x="17031" y="69473"/>
                    </a:cubicBezTo>
                    <a:cubicBezTo>
                      <a:pt x="16135" y="68128"/>
                      <a:pt x="15686" y="67232"/>
                      <a:pt x="14790" y="65887"/>
                    </a:cubicBezTo>
                    <a:cubicBezTo>
                      <a:pt x="10308" y="59165"/>
                      <a:pt x="4930" y="51098"/>
                      <a:pt x="4930" y="34515"/>
                    </a:cubicBezTo>
                    <a:cubicBezTo>
                      <a:pt x="4930" y="9418"/>
                      <a:pt x="29131" y="4488"/>
                      <a:pt x="35854" y="4488"/>
                    </a:cubicBezTo>
                    <a:cubicBezTo>
                      <a:pt x="44369" y="4488"/>
                      <a:pt x="56021" y="4488"/>
                      <a:pt x="64985" y="24207"/>
                    </a:cubicBezTo>
                    <a:cubicBezTo>
                      <a:pt x="65433" y="25552"/>
                      <a:pt x="66777" y="26000"/>
                      <a:pt x="68122" y="25104"/>
                    </a:cubicBezTo>
                    <a:cubicBezTo>
                      <a:pt x="69466" y="24656"/>
                      <a:pt x="69915" y="23311"/>
                      <a:pt x="69018" y="21967"/>
                    </a:cubicBezTo>
                    <a:cubicBezTo>
                      <a:pt x="66329" y="16140"/>
                      <a:pt x="63640" y="12107"/>
                      <a:pt x="60503" y="8970"/>
                    </a:cubicBezTo>
                    <a:cubicBezTo>
                      <a:pt x="69018" y="4040"/>
                      <a:pt x="76638" y="4040"/>
                      <a:pt x="77086" y="4040"/>
                    </a:cubicBezTo>
                    <a:cubicBezTo>
                      <a:pt x="85152" y="4040"/>
                      <a:pt x="108009" y="9418"/>
                      <a:pt x="108009" y="34067"/>
                    </a:cubicBezTo>
                    <a:cubicBezTo>
                      <a:pt x="107561" y="51546"/>
                      <a:pt x="102631" y="59165"/>
                      <a:pt x="98149" y="6588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354" name="Group 2499">
                <a:extLst>
                  <a:ext uri="{FF2B5EF4-FFF2-40B4-BE49-F238E27FC236}">
                    <a16:creationId xmlns:a16="http://schemas.microsoft.com/office/drawing/2014/main" id="{D4561D9A-503B-6045-B014-2CE5A1596DC1}"/>
                  </a:ext>
                  <a:ext uri="{C183D7F6-B498-43B3-948B-1728B52AA6E4}">
                    <adec:decorative xmlns:adec="http://schemas.microsoft.com/office/drawing/2017/decorative" val="1"/>
                  </a:ext>
                </a:extLst>
              </p:cNvPr>
              <p:cNvGrpSpPr>
                <a:grpSpLocks noChangeAspect="1"/>
              </p:cNvGrpSpPr>
              <p:nvPr/>
            </p:nvGrpSpPr>
            <p:grpSpPr>
              <a:xfrm>
                <a:off x="6436152" y="4884526"/>
                <a:ext cx="114284" cy="131195"/>
                <a:chOff x="6492652" y="2828835"/>
                <a:chExt cx="114284" cy="131195"/>
              </a:xfrm>
            </p:grpSpPr>
            <p:sp>
              <p:nvSpPr>
                <p:cNvPr id="1355" name="Freeform: Shape 5361">
                  <a:extLst>
                    <a:ext uri="{FF2B5EF4-FFF2-40B4-BE49-F238E27FC236}">
                      <a16:creationId xmlns:a16="http://schemas.microsoft.com/office/drawing/2014/main" id="{ABE50998-CEAD-AAF7-4E0E-95A701D54272}"/>
                    </a:ext>
                  </a:extLst>
                </p:cNvPr>
                <p:cNvSpPr/>
                <p:nvPr/>
              </p:nvSpPr>
              <p:spPr>
                <a:xfrm>
                  <a:off x="6530747" y="2860655"/>
                  <a:ext cx="76189" cy="80671"/>
                </a:xfrm>
                <a:custGeom>
                  <a:avLst/>
                  <a:gdLst>
                    <a:gd name="connsiteX0" fmla="*/ 74396 w 76188"/>
                    <a:gd name="connsiteY0" fmla="*/ 79774 h 80670"/>
                    <a:gd name="connsiteX1" fmla="*/ 60951 w 76188"/>
                    <a:gd name="connsiteY1" fmla="*/ 79774 h 80670"/>
                    <a:gd name="connsiteX2" fmla="*/ 39887 w 76188"/>
                    <a:gd name="connsiteY2" fmla="*/ 52884 h 80670"/>
                    <a:gd name="connsiteX3" fmla="*/ 38094 w 76188"/>
                    <a:gd name="connsiteY3" fmla="*/ 51988 h 80670"/>
                    <a:gd name="connsiteX4" fmla="*/ 4482 w 76188"/>
                    <a:gd name="connsiteY4" fmla="*/ 51988 h 80670"/>
                    <a:gd name="connsiteX5" fmla="*/ 4482 w 76188"/>
                    <a:gd name="connsiteY5" fmla="*/ 20616 h 80670"/>
                    <a:gd name="connsiteX6" fmla="*/ 29579 w 76188"/>
                    <a:gd name="connsiteY6" fmla="*/ 20616 h 80670"/>
                    <a:gd name="connsiteX7" fmla="*/ 31820 w 76188"/>
                    <a:gd name="connsiteY7" fmla="*/ 18375 h 80670"/>
                    <a:gd name="connsiteX8" fmla="*/ 29579 w 76188"/>
                    <a:gd name="connsiteY8" fmla="*/ 16134 h 80670"/>
                    <a:gd name="connsiteX9" fmla="*/ 4482 w 76188"/>
                    <a:gd name="connsiteY9" fmla="*/ 16134 h 80670"/>
                    <a:gd name="connsiteX10" fmla="*/ 4482 w 76188"/>
                    <a:gd name="connsiteY10" fmla="*/ 2241 h 80670"/>
                    <a:gd name="connsiteX11" fmla="*/ 2241 w 76188"/>
                    <a:gd name="connsiteY11" fmla="*/ 0 h 80670"/>
                    <a:gd name="connsiteX12" fmla="*/ 0 w 76188"/>
                    <a:gd name="connsiteY12" fmla="*/ 2241 h 80670"/>
                    <a:gd name="connsiteX13" fmla="*/ 0 w 76188"/>
                    <a:gd name="connsiteY13" fmla="*/ 54677 h 80670"/>
                    <a:gd name="connsiteX14" fmla="*/ 2241 w 76188"/>
                    <a:gd name="connsiteY14" fmla="*/ 56918 h 80670"/>
                    <a:gd name="connsiteX15" fmla="*/ 37198 w 76188"/>
                    <a:gd name="connsiteY15" fmla="*/ 56918 h 80670"/>
                    <a:gd name="connsiteX16" fmla="*/ 58262 w 76188"/>
                    <a:gd name="connsiteY16" fmla="*/ 83808 h 80670"/>
                    <a:gd name="connsiteX17" fmla="*/ 60055 w 76188"/>
                    <a:gd name="connsiteY17" fmla="*/ 84704 h 80670"/>
                    <a:gd name="connsiteX18" fmla="*/ 74396 w 76188"/>
                    <a:gd name="connsiteY18" fmla="*/ 84704 h 80670"/>
                    <a:gd name="connsiteX19" fmla="*/ 76637 w 76188"/>
                    <a:gd name="connsiteY19" fmla="*/ 82463 h 80670"/>
                    <a:gd name="connsiteX20" fmla="*/ 74396 w 76188"/>
                    <a:gd name="connsiteY20" fmla="*/ 79774 h 8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188" h="80670">
                      <a:moveTo>
                        <a:pt x="74396" y="79774"/>
                      </a:moveTo>
                      <a:lnTo>
                        <a:pt x="60951" y="79774"/>
                      </a:lnTo>
                      <a:lnTo>
                        <a:pt x="39887" y="52884"/>
                      </a:lnTo>
                      <a:cubicBezTo>
                        <a:pt x="39439" y="52436"/>
                        <a:pt x="38991" y="51988"/>
                        <a:pt x="38094" y="51988"/>
                      </a:cubicBezTo>
                      <a:lnTo>
                        <a:pt x="4482" y="51988"/>
                      </a:lnTo>
                      <a:lnTo>
                        <a:pt x="4482" y="20616"/>
                      </a:lnTo>
                      <a:lnTo>
                        <a:pt x="29579" y="20616"/>
                      </a:lnTo>
                      <a:cubicBezTo>
                        <a:pt x="30924" y="20616"/>
                        <a:pt x="31820" y="19719"/>
                        <a:pt x="31820" y="18375"/>
                      </a:cubicBezTo>
                      <a:cubicBezTo>
                        <a:pt x="31820" y="17031"/>
                        <a:pt x="30924" y="16134"/>
                        <a:pt x="29579" y="16134"/>
                      </a:cubicBezTo>
                      <a:lnTo>
                        <a:pt x="4482" y="16134"/>
                      </a:lnTo>
                      <a:lnTo>
                        <a:pt x="4482" y="2241"/>
                      </a:lnTo>
                      <a:cubicBezTo>
                        <a:pt x="4482" y="896"/>
                        <a:pt x="3585" y="0"/>
                        <a:pt x="2241" y="0"/>
                      </a:cubicBezTo>
                      <a:cubicBezTo>
                        <a:pt x="896" y="0"/>
                        <a:pt x="0" y="896"/>
                        <a:pt x="0" y="2241"/>
                      </a:cubicBezTo>
                      <a:lnTo>
                        <a:pt x="0" y="54677"/>
                      </a:lnTo>
                      <a:cubicBezTo>
                        <a:pt x="0" y="56021"/>
                        <a:pt x="896" y="56918"/>
                        <a:pt x="2241" y="56918"/>
                      </a:cubicBezTo>
                      <a:lnTo>
                        <a:pt x="37198" y="56918"/>
                      </a:lnTo>
                      <a:lnTo>
                        <a:pt x="58262" y="83808"/>
                      </a:lnTo>
                      <a:cubicBezTo>
                        <a:pt x="58710" y="84256"/>
                        <a:pt x="59158" y="84704"/>
                        <a:pt x="60055" y="84704"/>
                      </a:cubicBezTo>
                      <a:lnTo>
                        <a:pt x="74396" y="84704"/>
                      </a:lnTo>
                      <a:cubicBezTo>
                        <a:pt x="75741" y="84704"/>
                        <a:pt x="76637" y="83808"/>
                        <a:pt x="76637" y="82463"/>
                      </a:cubicBezTo>
                      <a:cubicBezTo>
                        <a:pt x="76637" y="81119"/>
                        <a:pt x="75293" y="79774"/>
                        <a:pt x="74396" y="7977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56" name="Freeform: Shape 5362">
                  <a:extLst>
                    <a:ext uri="{FF2B5EF4-FFF2-40B4-BE49-F238E27FC236}">
                      <a16:creationId xmlns:a16="http://schemas.microsoft.com/office/drawing/2014/main" id="{0644CEA7-FCE7-04B8-B6E7-50D37033723F}"/>
                    </a:ext>
                  </a:extLst>
                </p:cNvPr>
                <p:cNvSpPr/>
                <p:nvPr/>
              </p:nvSpPr>
              <p:spPr>
                <a:xfrm>
                  <a:off x="6518198" y="2828835"/>
                  <a:ext cx="26890" cy="26890"/>
                </a:xfrm>
                <a:custGeom>
                  <a:avLst/>
                  <a:gdLst>
                    <a:gd name="connsiteX0" fmla="*/ 14341 w 26890"/>
                    <a:gd name="connsiteY0" fmla="*/ 28683 h 26890"/>
                    <a:gd name="connsiteX1" fmla="*/ 28683 w 26890"/>
                    <a:gd name="connsiteY1" fmla="*/ 14342 h 26890"/>
                    <a:gd name="connsiteX2" fmla="*/ 14341 w 26890"/>
                    <a:gd name="connsiteY2" fmla="*/ 0 h 26890"/>
                    <a:gd name="connsiteX3" fmla="*/ 0 w 26890"/>
                    <a:gd name="connsiteY3" fmla="*/ 14342 h 26890"/>
                    <a:gd name="connsiteX4" fmla="*/ 14341 w 26890"/>
                    <a:gd name="connsiteY4" fmla="*/ 28683 h 26890"/>
                    <a:gd name="connsiteX5" fmla="*/ 14341 w 26890"/>
                    <a:gd name="connsiteY5" fmla="*/ 4482 h 26890"/>
                    <a:gd name="connsiteX6" fmla="*/ 24201 w 26890"/>
                    <a:gd name="connsiteY6" fmla="*/ 14342 h 26890"/>
                    <a:gd name="connsiteX7" fmla="*/ 14341 w 26890"/>
                    <a:gd name="connsiteY7" fmla="*/ 24201 h 26890"/>
                    <a:gd name="connsiteX8" fmla="*/ 4482 w 26890"/>
                    <a:gd name="connsiteY8" fmla="*/ 14342 h 26890"/>
                    <a:gd name="connsiteX9" fmla="*/ 14341 w 26890"/>
                    <a:gd name="connsiteY9" fmla="*/ 4482 h 2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90" h="26890">
                      <a:moveTo>
                        <a:pt x="14341" y="28683"/>
                      </a:moveTo>
                      <a:cubicBezTo>
                        <a:pt x="22409" y="28683"/>
                        <a:pt x="28683" y="22409"/>
                        <a:pt x="28683" y="14342"/>
                      </a:cubicBezTo>
                      <a:cubicBezTo>
                        <a:pt x="28683" y="6274"/>
                        <a:pt x="22409" y="0"/>
                        <a:pt x="14341" y="0"/>
                      </a:cubicBezTo>
                      <a:cubicBezTo>
                        <a:pt x="6274" y="0"/>
                        <a:pt x="0" y="6274"/>
                        <a:pt x="0" y="14342"/>
                      </a:cubicBezTo>
                      <a:cubicBezTo>
                        <a:pt x="0" y="22409"/>
                        <a:pt x="6274" y="28683"/>
                        <a:pt x="14341" y="28683"/>
                      </a:cubicBezTo>
                      <a:close/>
                      <a:moveTo>
                        <a:pt x="14341" y="4482"/>
                      </a:moveTo>
                      <a:cubicBezTo>
                        <a:pt x="19719" y="4482"/>
                        <a:pt x="24201" y="8963"/>
                        <a:pt x="24201" y="14342"/>
                      </a:cubicBezTo>
                      <a:cubicBezTo>
                        <a:pt x="24201" y="19720"/>
                        <a:pt x="19719" y="24201"/>
                        <a:pt x="14341" y="24201"/>
                      </a:cubicBezTo>
                      <a:cubicBezTo>
                        <a:pt x="8963" y="24201"/>
                        <a:pt x="4482" y="19720"/>
                        <a:pt x="4482" y="14342"/>
                      </a:cubicBezTo>
                      <a:cubicBezTo>
                        <a:pt x="4482" y="8963"/>
                        <a:pt x="8963" y="4482"/>
                        <a:pt x="14341"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57" name="Freeform: Shape 5363">
                  <a:extLst>
                    <a:ext uri="{FF2B5EF4-FFF2-40B4-BE49-F238E27FC236}">
                      <a16:creationId xmlns:a16="http://schemas.microsoft.com/office/drawing/2014/main" id="{2B205A30-6CB0-BE62-3980-945551E6E22E}"/>
                    </a:ext>
                  </a:extLst>
                </p:cNvPr>
                <p:cNvSpPr/>
                <p:nvPr/>
              </p:nvSpPr>
              <p:spPr>
                <a:xfrm>
                  <a:off x="6492652" y="2883841"/>
                  <a:ext cx="76189" cy="76189"/>
                </a:xfrm>
                <a:custGeom>
                  <a:avLst/>
                  <a:gdLst>
                    <a:gd name="connsiteX0" fmla="*/ 75293 w 76188"/>
                    <a:gd name="connsiteY0" fmla="*/ 50314 h 76188"/>
                    <a:gd name="connsiteX1" fmla="*/ 72155 w 76188"/>
                    <a:gd name="connsiteY1" fmla="*/ 51659 h 76188"/>
                    <a:gd name="connsiteX2" fmla="*/ 39887 w 76188"/>
                    <a:gd name="connsiteY2" fmla="*/ 72723 h 76188"/>
                    <a:gd name="connsiteX3" fmla="*/ 4930 w 76188"/>
                    <a:gd name="connsiteY3" fmla="*/ 37765 h 76188"/>
                    <a:gd name="connsiteX4" fmla="*/ 30027 w 76188"/>
                    <a:gd name="connsiteY4" fmla="*/ 4153 h 76188"/>
                    <a:gd name="connsiteX5" fmla="*/ 31372 w 76188"/>
                    <a:gd name="connsiteY5" fmla="*/ 1464 h 76188"/>
                    <a:gd name="connsiteX6" fmla="*/ 28683 w 76188"/>
                    <a:gd name="connsiteY6" fmla="*/ 119 h 76188"/>
                    <a:gd name="connsiteX7" fmla="*/ 0 w 76188"/>
                    <a:gd name="connsiteY7" fmla="*/ 37765 h 76188"/>
                    <a:gd name="connsiteX8" fmla="*/ 39439 w 76188"/>
                    <a:gd name="connsiteY8" fmla="*/ 77204 h 76188"/>
                    <a:gd name="connsiteX9" fmla="*/ 75741 w 76188"/>
                    <a:gd name="connsiteY9" fmla="*/ 53003 h 76188"/>
                    <a:gd name="connsiteX10" fmla="*/ 75293 w 76188"/>
                    <a:gd name="connsiteY10" fmla="*/ 50314 h 7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88" h="76188">
                      <a:moveTo>
                        <a:pt x="75293" y="50314"/>
                      </a:moveTo>
                      <a:cubicBezTo>
                        <a:pt x="73948" y="49866"/>
                        <a:pt x="73052" y="50314"/>
                        <a:pt x="72155" y="51659"/>
                      </a:cubicBezTo>
                      <a:cubicBezTo>
                        <a:pt x="66777" y="64656"/>
                        <a:pt x="54229" y="72723"/>
                        <a:pt x="39887" y="72723"/>
                      </a:cubicBezTo>
                      <a:cubicBezTo>
                        <a:pt x="20616" y="72723"/>
                        <a:pt x="4930" y="57037"/>
                        <a:pt x="4930" y="37765"/>
                      </a:cubicBezTo>
                      <a:cubicBezTo>
                        <a:pt x="4930" y="22080"/>
                        <a:pt x="15238" y="8634"/>
                        <a:pt x="30027" y="4153"/>
                      </a:cubicBezTo>
                      <a:cubicBezTo>
                        <a:pt x="31372" y="3705"/>
                        <a:pt x="31820" y="2360"/>
                        <a:pt x="31372" y="1464"/>
                      </a:cubicBezTo>
                      <a:cubicBezTo>
                        <a:pt x="30924" y="567"/>
                        <a:pt x="29579" y="-329"/>
                        <a:pt x="28683" y="119"/>
                      </a:cubicBezTo>
                      <a:cubicBezTo>
                        <a:pt x="12101" y="5049"/>
                        <a:pt x="0" y="20287"/>
                        <a:pt x="0" y="37765"/>
                      </a:cubicBezTo>
                      <a:cubicBezTo>
                        <a:pt x="0" y="59278"/>
                        <a:pt x="17479" y="77204"/>
                        <a:pt x="39439" y="77204"/>
                      </a:cubicBezTo>
                      <a:cubicBezTo>
                        <a:pt x="55125" y="77204"/>
                        <a:pt x="69466" y="67793"/>
                        <a:pt x="75741" y="53003"/>
                      </a:cubicBezTo>
                      <a:cubicBezTo>
                        <a:pt x="77085" y="52107"/>
                        <a:pt x="76189" y="50762"/>
                        <a:pt x="75293" y="5031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358" name="Freeform: Shape 2500">
                <a:extLst>
                  <a:ext uri="{FF2B5EF4-FFF2-40B4-BE49-F238E27FC236}">
                    <a16:creationId xmlns:a16="http://schemas.microsoft.com/office/drawing/2014/main" id="{6C8475D2-CA5D-C2BB-E173-E01706852ED9}"/>
                  </a:ext>
                  <a:ext uri="{C183D7F6-B498-43B3-948B-1728B52AA6E4}">
                    <adec:decorative xmlns:adec="http://schemas.microsoft.com/office/drawing/2017/decorative" val="1"/>
                  </a:ext>
                </a:extLst>
              </p:cNvPr>
              <p:cNvSpPr>
                <a:spLocks noChangeAspect="1"/>
              </p:cNvSpPr>
              <p:nvPr/>
            </p:nvSpPr>
            <p:spPr>
              <a:xfrm>
                <a:off x="6693402" y="4886319"/>
                <a:ext cx="116524" cy="112043"/>
              </a:xfrm>
              <a:custGeom>
                <a:avLst/>
                <a:gdLst>
                  <a:gd name="connsiteX0" fmla="*/ 119661 w 116524"/>
                  <a:gd name="connsiteY0" fmla="*/ 63192 h 112042"/>
                  <a:gd name="connsiteX1" fmla="*/ 102631 w 116524"/>
                  <a:gd name="connsiteY1" fmla="*/ 46161 h 112042"/>
                  <a:gd name="connsiteX2" fmla="*/ 85601 w 116524"/>
                  <a:gd name="connsiteY2" fmla="*/ 63192 h 112042"/>
                  <a:gd name="connsiteX3" fmla="*/ 100390 w 116524"/>
                  <a:gd name="connsiteY3" fmla="*/ 79774 h 112042"/>
                  <a:gd name="connsiteX4" fmla="*/ 100390 w 116524"/>
                  <a:gd name="connsiteY4" fmla="*/ 85152 h 112042"/>
                  <a:gd name="connsiteX5" fmla="*/ 92771 w 116524"/>
                  <a:gd name="connsiteY5" fmla="*/ 103975 h 112042"/>
                  <a:gd name="connsiteX6" fmla="*/ 65433 w 116524"/>
                  <a:gd name="connsiteY6" fmla="*/ 112043 h 112042"/>
                  <a:gd name="connsiteX7" fmla="*/ 37646 w 116524"/>
                  <a:gd name="connsiteY7" fmla="*/ 80671 h 112042"/>
                  <a:gd name="connsiteX8" fmla="*/ 37646 w 116524"/>
                  <a:gd name="connsiteY8" fmla="*/ 71259 h 112042"/>
                  <a:gd name="connsiteX9" fmla="*/ 70811 w 116524"/>
                  <a:gd name="connsiteY9" fmla="*/ 9860 h 112042"/>
                  <a:gd name="connsiteX10" fmla="*/ 56918 w 116524"/>
                  <a:gd name="connsiteY10" fmla="*/ 0 h 112042"/>
                  <a:gd name="connsiteX11" fmla="*/ 54677 w 116524"/>
                  <a:gd name="connsiteY11" fmla="*/ 2241 h 112042"/>
                  <a:gd name="connsiteX12" fmla="*/ 56918 w 116524"/>
                  <a:gd name="connsiteY12" fmla="*/ 4482 h 112042"/>
                  <a:gd name="connsiteX13" fmla="*/ 66777 w 116524"/>
                  <a:gd name="connsiteY13" fmla="*/ 9860 h 112042"/>
                  <a:gd name="connsiteX14" fmla="*/ 35405 w 116524"/>
                  <a:gd name="connsiteY14" fmla="*/ 67226 h 112042"/>
                  <a:gd name="connsiteX15" fmla="*/ 4034 w 116524"/>
                  <a:gd name="connsiteY15" fmla="*/ 9860 h 112042"/>
                  <a:gd name="connsiteX16" fmla="*/ 13893 w 116524"/>
                  <a:gd name="connsiteY16" fmla="*/ 4482 h 112042"/>
                  <a:gd name="connsiteX17" fmla="*/ 16134 w 116524"/>
                  <a:gd name="connsiteY17" fmla="*/ 2241 h 112042"/>
                  <a:gd name="connsiteX18" fmla="*/ 13893 w 116524"/>
                  <a:gd name="connsiteY18" fmla="*/ 0 h 112042"/>
                  <a:gd name="connsiteX19" fmla="*/ 0 w 116524"/>
                  <a:gd name="connsiteY19" fmla="*/ 9860 h 112042"/>
                  <a:gd name="connsiteX20" fmla="*/ 34061 w 116524"/>
                  <a:gd name="connsiteY20" fmla="*/ 71259 h 112042"/>
                  <a:gd name="connsiteX21" fmla="*/ 34061 w 116524"/>
                  <a:gd name="connsiteY21" fmla="*/ 80222 h 112042"/>
                  <a:gd name="connsiteX22" fmla="*/ 65881 w 116524"/>
                  <a:gd name="connsiteY22" fmla="*/ 116076 h 112042"/>
                  <a:gd name="connsiteX23" fmla="*/ 68570 w 116524"/>
                  <a:gd name="connsiteY23" fmla="*/ 116076 h 112042"/>
                  <a:gd name="connsiteX24" fmla="*/ 96357 w 116524"/>
                  <a:gd name="connsiteY24" fmla="*/ 106664 h 112042"/>
                  <a:gd name="connsiteX25" fmla="*/ 105320 w 116524"/>
                  <a:gd name="connsiteY25" fmla="*/ 84704 h 112042"/>
                  <a:gd name="connsiteX26" fmla="*/ 105320 w 116524"/>
                  <a:gd name="connsiteY26" fmla="*/ 79326 h 112042"/>
                  <a:gd name="connsiteX27" fmla="*/ 119661 w 116524"/>
                  <a:gd name="connsiteY27" fmla="*/ 63192 h 112042"/>
                  <a:gd name="connsiteX28" fmla="*/ 102631 w 116524"/>
                  <a:gd name="connsiteY28" fmla="*/ 75293 h 112042"/>
                  <a:gd name="connsiteX29" fmla="*/ 90082 w 116524"/>
                  <a:gd name="connsiteY29" fmla="*/ 62744 h 112042"/>
                  <a:gd name="connsiteX30" fmla="*/ 102631 w 116524"/>
                  <a:gd name="connsiteY30" fmla="*/ 50195 h 112042"/>
                  <a:gd name="connsiteX31" fmla="*/ 115180 w 116524"/>
                  <a:gd name="connsiteY31" fmla="*/ 62744 h 112042"/>
                  <a:gd name="connsiteX32" fmla="*/ 102631 w 116524"/>
                  <a:gd name="connsiteY32" fmla="*/ 75293 h 1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6524" h="112042">
                    <a:moveTo>
                      <a:pt x="119661" y="63192"/>
                    </a:moveTo>
                    <a:cubicBezTo>
                      <a:pt x="119661" y="53780"/>
                      <a:pt x="112043" y="46161"/>
                      <a:pt x="102631" y="46161"/>
                    </a:cubicBezTo>
                    <a:cubicBezTo>
                      <a:pt x="93219" y="46161"/>
                      <a:pt x="85601" y="53780"/>
                      <a:pt x="85601" y="63192"/>
                    </a:cubicBezTo>
                    <a:cubicBezTo>
                      <a:pt x="85601" y="71707"/>
                      <a:pt x="91875" y="78878"/>
                      <a:pt x="100390" y="79774"/>
                    </a:cubicBezTo>
                    <a:lnTo>
                      <a:pt x="100390" y="85152"/>
                    </a:lnTo>
                    <a:cubicBezTo>
                      <a:pt x="100390" y="92771"/>
                      <a:pt x="97701" y="99494"/>
                      <a:pt x="92771" y="103975"/>
                    </a:cubicBezTo>
                    <a:cubicBezTo>
                      <a:pt x="86497" y="109802"/>
                      <a:pt x="77085" y="112491"/>
                      <a:pt x="65433" y="112043"/>
                    </a:cubicBezTo>
                    <a:cubicBezTo>
                      <a:pt x="48851" y="111146"/>
                      <a:pt x="37646" y="98597"/>
                      <a:pt x="37646" y="80671"/>
                    </a:cubicBezTo>
                    <a:lnTo>
                      <a:pt x="37646" y="71259"/>
                    </a:lnTo>
                    <a:cubicBezTo>
                      <a:pt x="60503" y="67674"/>
                      <a:pt x="70811" y="17030"/>
                      <a:pt x="70811" y="9860"/>
                    </a:cubicBezTo>
                    <a:cubicBezTo>
                      <a:pt x="70811" y="2689"/>
                      <a:pt x="61847" y="0"/>
                      <a:pt x="56918" y="0"/>
                    </a:cubicBezTo>
                    <a:cubicBezTo>
                      <a:pt x="55573" y="0"/>
                      <a:pt x="54677" y="896"/>
                      <a:pt x="54677" y="2241"/>
                    </a:cubicBezTo>
                    <a:cubicBezTo>
                      <a:pt x="54677" y="3585"/>
                      <a:pt x="55573" y="4482"/>
                      <a:pt x="56918" y="4482"/>
                    </a:cubicBezTo>
                    <a:cubicBezTo>
                      <a:pt x="56918" y="4482"/>
                      <a:pt x="66777" y="5378"/>
                      <a:pt x="66777" y="9860"/>
                    </a:cubicBezTo>
                    <a:cubicBezTo>
                      <a:pt x="66777" y="18375"/>
                      <a:pt x="55125" y="67226"/>
                      <a:pt x="35405" y="67226"/>
                    </a:cubicBezTo>
                    <a:cubicBezTo>
                      <a:pt x="15686" y="67226"/>
                      <a:pt x="4034" y="18823"/>
                      <a:pt x="4034" y="9860"/>
                    </a:cubicBezTo>
                    <a:cubicBezTo>
                      <a:pt x="4034" y="4930"/>
                      <a:pt x="13893" y="4482"/>
                      <a:pt x="13893" y="4482"/>
                    </a:cubicBezTo>
                    <a:cubicBezTo>
                      <a:pt x="15238" y="4482"/>
                      <a:pt x="16134" y="3137"/>
                      <a:pt x="16134" y="2241"/>
                    </a:cubicBezTo>
                    <a:cubicBezTo>
                      <a:pt x="16134" y="896"/>
                      <a:pt x="14790" y="0"/>
                      <a:pt x="13893" y="0"/>
                    </a:cubicBezTo>
                    <a:cubicBezTo>
                      <a:pt x="8515" y="448"/>
                      <a:pt x="0" y="2689"/>
                      <a:pt x="0" y="9860"/>
                    </a:cubicBezTo>
                    <a:cubicBezTo>
                      <a:pt x="0" y="17030"/>
                      <a:pt x="10308" y="69018"/>
                      <a:pt x="34061" y="71259"/>
                    </a:cubicBezTo>
                    <a:lnTo>
                      <a:pt x="34061" y="80222"/>
                    </a:lnTo>
                    <a:cubicBezTo>
                      <a:pt x="34061" y="100838"/>
                      <a:pt x="47058" y="115180"/>
                      <a:pt x="65881" y="116076"/>
                    </a:cubicBezTo>
                    <a:cubicBezTo>
                      <a:pt x="66777" y="116076"/>
                      <a:pt x="67674" y="116076"/>
                      <a:pt x="68570" y="116076"/>
                    </a:cubicBezTo>
                    <a:cubicBezTo>
                      <a:pt x="80222" y="116076"/>
                      <a:pt x="89634" y="112939"/>
                      <a:pt x="96357" y="106664"/>
                    </a:cubicBezTo>
                    <a:cubicBezTo>
                      <a:pt x="102183" y="101286"/>
                      <a:pt x="105320" y="93668"/>
                      <a:pt x="105320" y="84704"/>
                    </a:cubicBezTo>
                    <a:lnTo>
                      <a:pt x="105320" y="79326"/>
                    </a:lnTo>
                    <a:cubicBezTo>
                      <a:pt x="112939" y="78430"/>
                      <a:pt x="119661" y="71707"/>
                      <a:pt x="119661" y="63192"/>
                    </a:cubicBezTo>
                    <a:close/>
                    <a:moveTo>
                      <a:pt x="102631" y="75293"/>
                    </a:moveTo>
                    <a:cubicBezTo>
                      <a:pt x="95908" y="75293"/>
                      <a:pt x="90082" y="69914"/>
                      <a:pt x="90082" y="62744"/>
                    </a:cubicBezTo>
                    <a:cubicBezTo>
                      <a:pt x="90082" y="55573"/>
                      <a:pt x="95460" y="50195"/>
                      <a:pt x="102631" y="50195"/>
                    </a:cubicBezTo>
                    <a:cubicBezTo>
                      <a:pt x="109354" y="50195"/>
                      <a:pt x="115180" y="55573"/>
                      <a:pt x="115180" y="62744"/>
                    </a:cubicBezTo>
                    <a:cubicBezTo>
                      <a:pt x="115180" y="69914"/>
                      <a:pt x="109354" y="75293"/>
                      <a:pt x="102631" y="7529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59" name="Freeform: Shape 2501">
                <a:extLst>
                  <a:ext uri="{FF2B5EF4-FFF2-40B4-BE49-F238E27FC236}">
                    <a16:creationId xmlns:a16="http://schemas.microsoft.com/office/drawing/2014/main" id="{DC387CF9-46FE-4E69-AFAA-6902C5358DC5}"/>
                  </a:ext>
                  <a:ext uri="{C183D7F6-B498-43B3-948B-1728B52AA6E4}">
                    <adec:decorative xmlns:adec="http://schemas.microsoft.com/office/drawing/2017/decorative" val="1"/>
                  </a:ext>
                </a:extLst>
              </p:cNvPr>
              <p:cNvSpPr>
                <a:spLocks noChangeAspect="1"/>
              </p:cNvSpPr>
              <p:nvPr/>
            </p:nvSpPr>
            <p:spPr>
              <a:xfrm>
                <a:off x="7744809" y="4865255"/>
                <a:ext cx="147896" cy="147896"/>
              </a:xfrm>
              <a:custGeom>
                <a:avLst/>
                <a:gdLst>
                  <a:gd name="connsiteX0" fmla="*/ 151482 w 147896"/>
                  <a:gd name="connsiteY0" fmla="*/ 1793 h 147896"/>
                  <a:gd name="connsiteX1" fmla="*/ 151482 w 147896"/>
                  <a:gd name="connsiteY1" fmla="*/ 1793 h 147896"/>
                  <a:gd name="connsiteX2" fmla="*/ 151482 w 147896"/>
                  <a:gd name="connsiteY2" fmla="*/ 896 h 147896"/>
                  <a:gd name="connsiteX3" fmla="*/ 151482 w 147896"/>
                  <a:gd name="connsiteY3" fmla="*/ 448 h 147896"/>
                  <a:gd name="connsiteX4" fmla="*/ 151482 w 147896"/>
                  <a:gd name="connsiteY4" fmla="*/ 0 h 147896"/>
                  <a:gd name="connsiteX5" fmla="*/ 151482 w 147896"/>
                  <a:gd name="connsiteY5" fmla="*/ 0 h 147896"/>
                  <a:gd name="connsiteX6" fmla="*/ 151482 w 147896"/>
                  <a:gd name="connsiteY6" fmla="*/ 0 h 147896"/>
                  <a:gd name="connsiteX7" fmla="*/ 151482 w 147896"/>
                  <a:gd name="connsiteY7" fmla="*/ 0 h 147896"/>
                  <a:gd name="connsiteX8" fmla="*/ 151482 w 147896"/>
                  <a:gd name="connsiteY8" fmla="*/ 0 h 147896"/>
                  <a:gd name="connsiteX9" fmla="*/ 151033 w 147896"/>
                  <a:gd name="connsiteY9" fmla="*/ 0 h 147896"/>
                  <a:gd name="connsiteX10" fmla="*/ 150585 w 147896"/>
                  <a:gd name="connsiteY10" fmla="*/ 0 h 147896"/>
                  <a:gd name="connsiteX11" fmla="*/ 150137 w 147896"/>
                  <a:gd name="connsiteY11" fmla="*/ 0 h 147896"/>
                  <a:gd name="connsiteX12" fmla="*/ 149689 w 147896"/>
                  <a:gd name="connsiteY12" fmla="*/ 0 h 147896"/>
                  <a:gd name="connsiteX13" fmla="*/ 149241 w 147896"/>
                  <a:gd name="connsiteY13" fmla="*/ 0 h 147896"/>
                  <a:gd name="connsiteX14" fmla="*/ 148793 w 147896"/>
                  <a:gd name="connsiteY14" fmla="*/ 0 h 147896"/>
                  <a:gd name="connsiteX15" fmla="*/ 148793 w 147896"/>
                  <a:gd name="connsiteY15" fmla="*/ 0 h 147896"/>
                  <a:gd name="connsiteX16" fmla="*/ 36302 w 147896"/>
                  <a:gd name="connsiteY16" fmla="*/ 91875 h 147896"/>
                  <a:gd name="connsiteX17" fmla="*/ 36750 w 147896"/>
                  <a:gd name="connsiteY17" fmla="*/ 88738 h 147896"/>
                  <a:gd name="connsiteX18" fmla="*/ 31372 w 147896"/>
                  <a:gd name="connsiteY18" fmla="*/ 75741 h 147896"/>
                  <a:gd name="connsiteX19" fmla="*/ 5378 w 147896"/>
                  <a:gd name="connsiteY19" fmla="*/ 75741 h 147896"/>
                  <a:gd name="connsiteX20" fmla="*/ 0 w 147896"/>
                  <a:gd name="connsiteY20" fmla="*/ 88738 h 147896"/>
                  <a:gd name="connsiteX21" fmla="*/ 5378 w 147896"/>
                  <a:gd name="connsiteY21" fmla="*/ 101735 h 147896"/>
                  <a:gd name="connsiteX22" fmla="*/ 18375 w 147896"/>
                  <a:gd name="connsiteY22" fmla="*/ 107113 h 147896"/>
                  <a:gd name="connsiteX23" fmla="*/ 29579 w 147896"/>
                  <a:gd name="connsiteY23" fmla="*/ 103079 h 147896"/>
                  <a:gd name="connsiteX24" fmla="*/ 30027 w 147896"/>
                  <a:gd name="connsiteY24" fmla="*/ 102631 h 147896"/>
                  <a:gd name="connsiteX25" fmla="*/ 68570 w 147896"/>
                  <a:gd name="connsiteY25" fmla="*/ 71259 h 147896"/>
                  <a:gd name="connsiteX26" fmla="*/ 80671 w 147896"/>
                  <a:gd name="connsiteY26" fmla="*/ 83360 h 147896"/>
                  <a:gd name="connsiteX27" fmla="*/ 50195 w 147896"/>
                  <a:gd name="connsiteY27" fmla="*/ 120558 h 147896"/>
                  <a:gd name="connsiteX28" fmla="*/ 50195 w 147896"/>
                  <a:gd name="connsiteY28" fmla="*/ 120558 h 147896"/>
                  <a:gd name="connsiteX29" fmla="*/ 44817 w 147896"/>
                  <a:gd name="connsiteY29" fmla="*/ 133107 h 147896"/>
                  <a:gd name="connsiteX30" fmla="*/ 50195 w 147896"/>
                  <a:gd name="connsiteY30" fmla="*/ 146104 h 147896"/>
                  <a:gd name="connsiteX31" fmla="*/ 63192 w 147896"/>
                  <a:gd name="connsiteY31" fmla="*/ 151482 h 147896"/>
                  <a:gd name="connsiteX32" fmla="*/ 76189 w 147896"/>
                  <a:gd name="connsiteY32" fmla="*/ 146104 h 147896"/>
                  <a:gd name="connsiteX33" fmla="*/ 81567 w 147896"/>
                  <a:gd name="connsiteY33" fmla="*/ 133107 h 147896"/>
                  <a:gd name="connsiteX34" fmla="*/ 76189 w 147896"/>
                  <a:gd name="connsiteY34" fmla="*/ 120110 h 147896"/>
                  <a:gd name="connsiteX35" fmla="*/ 60055 w 147896"/>
                  <a:gd name="connsiteY35" fmla="*/ 115180 h 147896"/>
                  <a:gd name="connsiteX36" fmla="*/ 151482 w 147896"/>
                  <a:gd name="connsiteY36" fmla="*/ 2689 h 147896"/>
                  <a:gd name="connsiteX37" fmla="*/ 151482 w 147896"/>
                  <a:gd name="connsiteY37" fmla="*/ 2689 h 147896"/>
                  <a:gd name="connsiteX38" fmla="*/ 151482 w 147896"/>
                  <a:gd name="connsiteY38" fmla="*/ 1793 h 147896"/>
                  <a:gd name="connsiteX39" fmla="*/ 151482 w 147896"/>
                  <a:gd name="connsiteY39" fmla="*/ 1793 h 147896"/>
                  <a:gd name="connsiteX40" fmla="*/ 7619 w 147896"/>
                  <a:gd name="connsiteY40" fmla="*/ 98149 h 147896"/>
                  <a:gd name="connsiteX41" fmla="*/ 3585 w 147896"/>
                  <a:gd name="connsiteY41" fmla="*/ 88290 h 147896"/>
                  <a:gd name="connsiteX42" fmla="*/ 7619 w 147896"/>
                  <a:gd name="connsiteY42" fmla="*/ 78430 h 147896"/>
                  <a:gd name="connsiteX43" fmla="*/ 17479 w 147896"/>
                  <a:gd name="connsiteY43" fmla="*/ 74396 h 147896"/>
                  <a:gd name="connsiteX44" fmla="*/ 27338 w 147896"/>
                  <a:gd name="connsiteY44" fmla="*/ 78430 h 147896"/>
                  <a:gd name="connsiteX45" fmla="*/ 31372 w 147896"/>
                  <a:gd name="connsiteY45" fmla="*/ 88290 h 147896"/>
                  <a:gd name="connsiteX46" fmla="*/ 27338 w 147896"/>
                  <a:gd name="connsiteY46" fmla="*/ 98149 h 147896"/>
                  <a:gd name="connsiteX47" fmla="*/ 27338 w 147896"/>
                  <a:gd name="connsiteY47" fmla="*/ 98149 h 147896"/>
                  <a:gd name="connsiteX48" fmla="*/ 7619 w 147896"/>
                  <a:gd name="connsiteY48" fmla="*/ 98149 h 147896"/>
                  <a:gd name="connsiteX49" fmla="*/ 71259 w 147896"/>
                  <a:gd name="connsiteY49" fmla="*/ 68122 h 147896"/>
                  <a:gd name="connsiteX50" fmla="*/ 133555 w 147896"/>
                  <a:gd name="connsiteY50" fmla="*/ 17030 h 147896"/>
                  <a:gd name="connsiteX51" fmla="*/ 82463 w 147896"/>
                  <a:gd name="connsiteY51" fmla="*/ 79326 h 147896"/>
                  <a:gd name="connsiteX52" fmla="*/ 71259 w 147896"/>
                  <a:gd name="connsiteY52" fmla="*/ 68122 h 147896"/>
                  <a:gd name="connsiteX53" fmla="*/ 72155 w 147896"/>
                  <a:gd name="connsiteY53" fmla="*/ 123247 h 147896"/>
                  <a:gd name="connsiteX54" fmla="*/ 76189 w 147896"/>
                  <a:gd name="connsiteY54" fmla="*/ 133107 h 147896"/>
                  <a:gd name="connsiteX55" fmla="*/ 72155 w 147896"/>
                  <a:gd name="connsiteY55" fmla="*/ 142966 h 147896"/>
                  <a:gd name="connsiteX56" fmla="*/ 52436 w 147896"/>
                  <a:gd name="connsiteY56" fmla="*/ 142966 h 147896"/>
                  <a:gd name="connsiteX57" fmla="*/ 48402 w 147896"/>
                  <a:gd name="connsiteY57" fmla="*/ 133107 h 147896"/>
                  <a:gd name="connsiteX58" fmla="*/ 52436 w 147896"/>
                  <a:gd name="connsiteY58" fmla="*/ 123247 h 147896"/>
                  <a:gd name="connsiteX59" fmla="*/ 62296 w 147896"/>
                  <a:gd name="connsiteY59" fmla="*/ 119213 h 147896"/>
                  <a:gd name="connsiteX60" fmla="*/ 72155 w 147896"/>
                  <a:gd name="connsiteY60" fmla="*/ 123247 h 1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47896" h="147896">
                    <a:moveTo>
                      <a:pt x="151482" y="1793"/>
                    </a:moveTo>
                    <a:cubicBezTo>
                      <a:pt x="151482" y="1793"/>
                      <a:pt x="151482" y="1344"/>
                      <a:pt x="151482" y="1793"/>
                    </a:cubicBezTo>
                    <a:cubicBezTo>
                      <a:pt x="151482" y="1344"/>
                      <a:pt x="151482" y="896"/>
                      <a:pt x="151482" y="896"/>
                    </a:cubicBezTo>
                    <a:cubicBezTo>
                      <a:pt x="151482" y="896"/>
                      <a:pt x="151482" y="448"/>
                      <a:pt x="151482" y="448"/>
                    </a:cubicBezTo>
                    <a:cubicBezTo>
                      <a:pt x="151482" y="448"/>
                      <a:pt x="151482" y="0"/>
                      <a:pt x="151482" y="0"/>
                    </a:cubicBezTo>
                    <a:cubicBezTo>
                      <a:pt x="151482" y="0"/>
                      <a:pt x="151482" y="0"/>
                      <a:pt x="151482" y="0"/>
                    </a:cubicBezTo>
                    <a:cubicBezTo>
                      <a:pt x="151482" y="0"/>
                      <a:pt x="151482" y="0"/>
                      <a:pt x="151482" y="0"/>
                    </a:cubicBezTo>
                    <a:cubicBezTo>
                      <a:pt x="151482" y="0"/>
                      <a:pt x="151482" y="0"/>
                      <a:pt x="151482" y="0"/>
                    </a:cubicBezTo>
                    <a:cubicBezTo>
                      <a:pt x="151482" y="0"/>
                      <a:pt x="151482" y="0"/>
                      <a:pt x="151482" y="0"/>
                    </a:cubicBezTo>
                    <a:cubicBezTo>
                      <a:pt x="151482" y="0"/>
                      <a:pt x="151033" y="0"/>
                      <a:pt x="151033" y="0"/>
                    </a:cubicBezTo>
                    <a:cubicBezTo>
                      <a:pt x="151033" y="0"/>
                      <a:pt x="150585" y="0"/>
                      <a:pt x="150585" y="0"/>
                    </a:cubicBezTo>
                    <a:cubicBezTo>
                      <a:pt x="150585" y="0"/>
                      <a:pt x="150137" y="0"/>
                      <a:pt x="150137" y="0"/>
                    </a:cubicBezTo>
                    <a:cubicBezTo>
                      <a:pt x="150137" y="0"/>
                      <a:pt x="149689" y="0"/>
                      <a:pt x="149689" y="0"/>
                    </a:cubicBezTo>
                    <a:cubicBezTo>
                      <a:pt x="149689" y="0"/>
                      <a:pt x="149241" y="0"/>
                      <a:pt x="149241" y="0"/>
                    </a:cubicBezTo>
                    <a:cubicBezTo>
                      <a:pt x="149241" y="0"/>
                      <a:pt x="148793" y="0"/>
                      <a:pt x="148793" y="0"/>
                    </a:cubicBezTo>
                    <a:cubicBezTo>
                      <a:pt x="148793" y="0"/>
                      <a:pt x="148793" y="0"/>
                      <a:pt x="148793" y="0"/>
                    </a:cubicBezTo>
                    <a:lnTo>
                      <a:pt x="36302" y="91875"/>
                    </a:lnTo>
                    <a:cubicBezTo>
                      <a:pt x="36302" y="90979"/>
                      <a:pt x="36750" y="89634"/>
                      <a:pt x="36750" y="88738"/>
                    </a:cubicBezTo>
                    <a:cubicBezTo>
                      <a:pt x="36750" y="83808"/>
                      <a:pt x="34957" y="79326"/>
                      <a:pt x="31372" y="75741"/>
                    </a:cubicBezTo>
                    <a:cubicBezTo>
                      <a:pt x="24201" y="68570"/>
                      <a:pt x="12549" y="68570"/>
                      <a:pt x="5378" y="75741"/>
                    </a:cubicBezTo>
                    <a:cubicBezTo>
                      <a:pt x="1793" y="79326"/>
                      <a:pt x="0" y="83808"/>
                      <a:pt x="0" y="88738"/>
                    </a:cubicBezTo>
                    <a:cubicBezTo>
                      <a:pt x="0" y="93668"/>
                      <a:pt x="1793" y="98149"/>
                      <a:pt x="5378" y="101735"/>
                    </a:cubicBezTo>
                    <a:cubicBezTo>
                      <a:pt x="8963" y="105320"/>
                      <a:pt x="13445" y="107113"/>
                      <a:pt x="18375" y="107113"/>
                    </a:cubicBezTo>
                    <a:cubicBezTo>
                      <a:pt x="22409" y="107113"/>
                      <a:pt x="26442" y="105768"/>
                      <a:pt x="29579" y="103079"/>
                    </a:cubicBezTo>
                    <a:cubicBezTo>
                      <a:pt x="29579" y="103079"/>
                      <a:pt x="30027" y="103079"/>
                      <a:pt x="30027" y="102631"/>
                    </a:cubicBezTo>
                    <a:lnTo>
                      <a:pt x="68570" y="71259"/>
                    </a:lnTo>
                    <a:lnTo>
                      <a:pt x="80671" y="83360"/>
                    </a:lnTo>
                    <a:lnTo>
                      <a:pt x="50195" y="120558"/>
                    </a:lnTo>
                    <a:cubicBezTo>
                      <a:pt x="50195" y="120558"/>
                      <a:pt x="50195" y="120558"/>
                      <a:pt x="50195" y="120558"/>
                    </a:cubicBezTo>
                    <a:cubicBezTo>
                      <a:pt x="47058" y="124143"/>
                      <a:pt x="44817" y="128625"/>
                      <a:pt x="44817" y="133107"/>
                    </a:cubicBezTo>
                    <a:cubicBezTo>
                      <a:pt x="44817" y="138036"/>
                      <a:pt x="46610" y="142518"/>
                      <a:pt x="50195" y="146104"/>
                    </a:cubicBezTo>
                    <a:cubicBezTo>
                      <a:pt x="53780" y="149689"/>
                      <a:pt x="58262" y="151482"/>
                      <a:pt x="63192" y="151482"/>
                    </a:cubicBezTo>
                    <a:cubicBezTo>
                      <a:pt x="67674" y="151482"/>
                      <a:pt x="72604" y="149689"/>
                      <a:pt x="76189" y="146104"/>
                    </a:cubicBezTo>
                    <a:cubicBezTo>
                      <a:pt x="79774" y="142518"/>
                      <a:pt x="81567" y="138036"/>
                      <a:pt x="81567" y="133107"/>
                    </a:cubicBezTo>
                    <a:cubicBezTo>
                      <a:pt x="81567" y="128177"/>
                      <a:pt x="79774" y="123695"/>
                      <a:pt x="76189" y="120110"/>
                    </a:cubicBezTo>
                    <a:cubicBezTo>
                      <a:pt x="71707" y="115628"/>
                      <a:pt x="65881" y="114283"/>
                      <a:pt x="60055" y="115180"/>
                    </a:cubicBezTo>
                    <a:lnTo>
                      <a:pt x="151482" y="2689"/>
                    </a:lnTo>
                    <a:cubicBezTo>
                      <a:pt x="151482" y="2689"/>
                      <a:pt x="151482" y="2689"/>
                      <a:pt x="151482" y="2689"/>
                    </a:cubicBezTo>
                    <a:cubicBezTo>
                      <a:pt x="151033" y="2689"/>
                      <a:pt x="151033" y="2241"/>
                      <a:pt x="151482" y="1793"/>
                    </a:cubicBezTo>
                    <a:cubicBezTo>
                      <a:pt x="151482" y="2241"/>
                      <a:pt x="151482" y="1793"/>
                      <a:pt x="151482" y="1793"/>
                    </a:cubicBezTo>
                    <a:close/>
                    <a:moveTo>
                      <a:pt x="7619" y="98149"/>
                    </a:moveTo>
                    <a:cubicBezTo>
                      <a:pt x="4930" y="95460"/>
                      <a:pt x="3585" y="91875"/>
                      <a:pt x="3585" y="88290"/>
                    </a:cubicBezTo>
                    <a:cubicBezTo>
                      <a:pt x="3585" y="84704"/>
                      <a:pt x="4930" y="81119"/>
                      <a:pt x="7619" y="78430"/>
                    </a:cubicBezTo>
                    <a:cubicBezTo>
                      <a:pt x="10308" y="75741"/>
                      <a:pt x="13893" y="74396"/>
                      <a:pt x="17479" y="74396"/>
                    </a:cubicBezTo>
                    <a:cubicBezTo>
                      <a:pt x="21064" y="74396"/>
                      <a:pt x="24649" y="75741"/>
                      <a:pt x="27338" y="78430"/>
                    </a:cubicBezTo>
                    <a:cubicBezTo>
                      <a:pt x="30027" y="81119"/>
                      <a:pt x="31372" y="84704"/>
                      <a:pt x="31372" y="88290"/>
                    </a:cubicBezTo>
                    <a:cubicBezTo>
                      <a:pt x="31372" y="91875"/>
                      <a:pt x="30027" y="95460"/>
                      <a:pt x="27338" y="98149"/>
                    </a:cubicBezTo>
                    <a:lnTo>
                      <a:pt x="27338" y="98149"/>
                    </a:lnTo>
                    <a:cubicBezTo>
                      <a:pt x="21960" y="103079"/>
                      <a:pt x="12997" y="103079"/>
                      <a:pt x="7619" y="98149"/>
                    </a:cubicBezTo>
                    <a:close/>
                    <a:moveTo>
                      <a:pt x="71259" y="68122"/>
                    </a:moveTo>
                    <a:lnTo>
                      <a:pt x="133555" y="17030"/>
                    </a:lnTo>
                    <a:lnTo>
                      <a:pt x="82463" y="79326"/>
                    </a:lnTo>
                    <a:lnTo>
                      <a:pt x="71259" y="68122"/>
                    </a:lnTo>
                    <a:close/>
                    <a:moveTo>
                      <a:pt x="72155" y="123247"/>
                    </a:moveTo>
                    <a:cubicBezTo>
                      <a:pt x="74844" y="125936"/>
                      <a:pt x="76189" y="129521"/>
                      <a:pt x="76189" y="133107"/>
                    </a:cubicBezTo>
                    <a:cubicBezTo>
                      <a:pt x="76189" y="136692"/>
                      <a:pt x="74844" y="140277"/>
                      <a:pt x="72155" y="142966"/>
                    </a:cubicBezTo>
                    <a:cubicBezTo>
                      <a:pt x="66777" y="148344"/>
                      <a:pt x="57814" y="148344"/>
                      <a:pt x="52436" y="142966"/>
                    </a:cubicBezTo>
                    <a:cubicBezTo>
                      <a:pt x="49747" y="140277"/>
                      <a:pt x="48402" y="136692"/>
                      <a:pt x="48402" y="133107"/>
                    </a:cubicBezTo>
                    <a:cubicBezTo>
                      <a:pt x="48402" y="129521"/>
                      <a:pt x="49747" y="125936"/>
                      <a:pt x="52436" y="123247"/>
                    </a:cubicBezTo>
                    <a:cubicBezTo>
                      <a:pt x="55125" y="120558"/>
                      <a:pt x="58710" y="119213"/>
                      <a:pt x="62296" y="119213"/>
                    </a:cubicBezTo>
                    <a:cubicBezTo>
                      <a:pt x="65881" y="119213"/>
                      <a:pt x="69466" y="120558"/>
                      <a:pt x="72155" y="12324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360" name="Group 2502">
                <a:extLst>
                  <a:ext uri="{FF2B5EF4-FFF2-40B4-BE49-F238E27FC236}">
                    <a16:creationId xmlns:a16="http://schemas.microsoft.com/office/drawing/2014/main" id="{4AAC7C76-FA9A-ACDA-49BA-4203008AE9DF}"/>
                  </a:ext>
                  <a:ext uri="{C183D7F6-B498-43B3-948B-1728B52AA6E4}">
                    <adec:decorative xmlns:adec="http://schemas.microsoft.com/office/drawing/2017/decorative" val="1"/>
                  </a:ext>
                </a:extLst>
              </p:cNvPr>
              <p:cNvGrpSpPr>
                <a:grpSpLocks noChangeAspect="1"/>
              </p:cNvGrpSpPr>
              <p:nvPr/>
            </p:nvGrpSpPr>
            <p:grpSpPr>
              <a:xfrm>
                <a:off x="7213727" y="4871305"/>
                <a:ext cx="130194" cy="141398"/>
                <a:chOff x="7270227" y="2815614"/>
                <a:chExt cx="130194" cy="141398"/>
              </a:xfrm>
            </p:grpSpPr>
            <p:sp>
              <p:nvSpPr>
                <p:cNvPr id="1361" name="Freeform: Shape 5358">
                  <a:extLst>
                    <a:ext uri="{FF2B5EF4-FFF2-40B4-BE49-F238E27FC236}">
                      <a16:creationId xmlns:a16="http://schemas.microsoft.com/office/drawing/2014/main" id="{008B2813-2B26-3E69-B588-819B17528113}"/>
                    </a:ext>
                  </a:extLst>
                </p:cNvPr>
                <p:cNvSpPr/>
                <p:nvPr/>
              </p:nvSpPr>
              <p:spPr>
                <a:xfrm>
                  <a:off x="7270227" y="2880823"/>
                  <a:ext cx="125488" cy="76189"/>
                </a:xfrm>
                <a:custGeom>
                  <a:avLst/>
                  <a:gdLst>
                    <a:gd name="connsiteX0" fmla="*/ 123247 w 125487"/>
                    <a:gd name="connsiteY0" fmla="*/ 75741 h 76188"/>
                    <a:gd name="connsiteX1" fmla="*/ 99494 w 125487"/>
                    <a:gd name="connsiteY1" fmla="*/ 75741 h 76188"/>
                    <a:gd name="connsiteX2" fmla="*/ 111146 w 125487"/>
                    <a:gd name="connsiteY2" fmla="*/ 53780 h 76188"/>
                    <a:gd name="connsiteX3" fmla="*/ 98149 w 125487"/>
                    <a:gd name="connsiteY3" fmla="*/ 27787 h 76188"/>
                    <a:gd name="connsiteX4" fmla="*/ 97701 w 125487"/>
                    <a:gd name="connsiteY4" fmla="*/ 27338 h 76188"/>
                    <a:gd name="connsiteX5" fmla="*/ 100838 w 125487"/>
                    <a:gd name="connsiteY5" fmla="*/ 17479 h 76188"/>
                    <a:gd name="connsiteX6" fmla="*/ 83360 w 125487"/>
                    <a:gd name="connsiteY6" fmla="*/ 0 h 76188"/>
                    <a:gd name="connsiteX7" fmla="*/ 65881 w 125487"/>
                    <a:gd name="connsiteY7" fmla="*/ 17479 h 76188"/>
                    <a:gd name="connsiteX8" fmla="*/ 83360 w 125487"/>
                    <a:gd name="connsiteY8" fmla="*/ 34957 h 76188"/>
                    <a:gd name="connsiteX9" fmla="*/ 95012 w 125487"/>
                    <a:gd name="connsiteY9" fmla="*/ 30476 h 76188"/>
                    <a:gd name="connsiteX10" fmla="*/ 95460 w 125487"/>
                    <a:gd name="connsiteY10" fmla="*/ 30924 h 76188"/>
                    <a:gd name="connsiteX11" fmla="*/ 106665 w 125487"/>
                    <a:gd name="connsiteY11" fmla="*/ 53780 h 76188"/>
                    <a:gd name="connsiteX12" fmla="*/ 92323 w 125487"/>
                    <a:gd name="connsiteY12" fmla="*/ 75741 h 76188"/>
                    <a:gd name="connsiteX13" fmla="*/ 2241 w 125487"/>
                    <a:gd name="connsiteY13" fmla="*/ 75741 h 76188"/>
                    <a:gd name="connsiteX14" fmla="*/ 0 w 125487"/>
                    <a:gd name="connsiteY14" fmla="*/ 77982 h 76188"/>
                    <a:gd name="connsiteX15" fmla="*/ 2241 w 125487"/>
                    <a:gd name="connsiteY15" fmla="*/ 80222 h 76188"/>
                    <a:gd name="connsiteX16" fmla="*/ 123247 w 125487"/>
                    <a:gd name="connsiteY16" fmla="*/ 80222 h 76188"/>
                    <a:gd name="connsiteX17" fmla="*/ 125488 w 125487"/>
                    <a:gd name="connsiteY17" fmla="*/ 77982 h 76188"/>
                    <a:gd name="connsiteX18" fmla="*/ 123247 w 125487"/>
                    <a:gd name="connsiteY18" fmla="*/ 75741 h 76188"/>
                    <a:gd name="connsiteX19" fmla="*/ 82911 w 125487"/>
                    <a:gd name="connsiteY19" fmla="*/ 30476 h 76188"/>
                    <a:gd name="connsiteX20" fmla="*/ 69915 w 125487"/>
                    <a:gd name="connsiteY20" fmla="*/ 17479 h 76188"/>
                    <a:gd name="connsiteX21" fmla="*/ 82911 w 125487"/>
                    <a:gd name="connsiteY21" fmla="*/ 4482 h 76188"/>
                    <a:gd name="connsiteX22" fmla="*/ 95908 w 125487"/>
                    <a:gd name="connsiteY22" fmla="*/ 17479 h 76188"/>
                    <a:gd name="connsiteX23" fmla="*/ 82911 w 125487"/>
                    <a:gd name="connsiteY23" fmla="*/ 30476 h 7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5487" h="76188">
                      <a:moveTo>
                        <a:pt x="123247" y="75741"/>
                      </a:moveTo>
                      <a:lnTo>
                        <a:pt x="99494" y="75741"/>
                      </a:lnTo>
                      <a:cubicBezTo>
                        <a:pt x="104424" y="71259"/>
                        <a:pt x="111146" y="63192"/>
                        <a:pt x="111146" y="53780"/>
                      </a:cubicBezTo>
                      <a:cubicBezTo>
                        <a:pt x="111146" y="38991"/>
                        <a:pt x="98597" y="28235"/>
                        <a:pt x="98149" y="27787"/>
                      </a:cubicBezTo>
                      <a:cubicBezTo>
                        <a:pt x="98149" y="27787"/>
                        <a:pt x="97701" y="27338"/>
                        <a:pt x="97701" y="27338"/>
                      </a:cubicBezTo>
                      <a:cubicBezTo>
                        <a:pt x="99494" y="24649"/>
                        <a:pt x="100838" y="21064"/>
                        <a:pt x="100838" y="17479"/>
                      </a:cubicBezTo>
                      <a:cubicBezTo>
                        <a:pt x="100838" y="8067"/>
                        <a:pt x="93219" y="0"/>
                        <a:pt x="83360" y="0"/>
                      </a:cubicBezTo>
                      <a:cubicBezTo>
                        <a:pt x="73500" y="0"/>
                        <a:pt x="65881" y="7619"/>
                        <a:pt x="65881" y="17479"/>
                      </a:cubicBezTo>
                      <a:cubicBezTo>
                        <a:pt x="65881" y="27338"/>
                        <a:pt x="73500" y="34957"/>
                        <a:pt x="83360" y="34957"/>
                      </a:cubicBezTo>
                      <a:cubicBezTo>
                        <a:pt x="87841" y="34957"/>
                        <a:pt x="91875" y="33165"/>
                        <a:pt x="95012" y="30476"/>
                      </a:cubicBezTo>
                      <a:cubicBezTo>
                        <a:pt x="95012" y="30924"/>
                        <a:pt x="95460" y="30924"/>
                        <a:pt x="95460" y="30924"/>
                      </a:cubicBezTo>
                      <a:cubicBezTo>
                        <a:pt x="95460" y="30924"/>
                        <a:pt x="106665" y="40784"/>
                        <a:pt x="106665" y="53780"/>
                      </a:cubicBezTo>
                      <a:cubicBezTo>
                        <a:pt x="106665" y="64985"/>
                        <a:pt x="95012" y="73948"/>
                        <a:pt x="92323" y="75741"/>
                      </a:cubicBezTo>
                      <a:lnTo>
                        <a:pt x="2241" y="75741"/>
                      </a:lnTo>
                      <a:cubicBezTo>
                        <a:pt x="896" y="75741"/>
                        <a:pt x="0" y="76637"/>
                        <a:pt x="0" y="77982"/>
                      </a:cubicBezTo>
                      <a:cubicBezTo>
                        <a:pt x="0" y="79326"/>
                        <a:pt x="896" y="80222"/>
                        <a:pt x="2241" y="80222"/>
                      </a:cubicBezTo>
                      <a:lnTo>
                        <a:pt x="123247" y="80222"/>
                      </a:lnTo>
                      <a:cubicBezTo>
                        <a:pt x="124591" y="80222"/>
                        <a:pt x="125488" y="79326"/>
                        <a:pt x="125488" y="77982"/>
                      </a:cubicBezTo>
                      <a:cubicBezTo>
                        <a:pt x="125488" y="76637"/>
                        <a:pt x="124591" y="75741"/>
                        <a:pt x="123247" y="75741"/>
                      </a:cubicBezTo>
                      <a:close/>
                      <a:moveTo>
                        <a:pt x="82911" y="30476"/>
                      </a:moveTo>
                      <a:cubicBezTo>
                        <a:pt x="75741" y="30476"/>
                        <a:pt x="69915" y="24649"/>
                        <a:pt x="69915" y="17479"/>
                      </a:cubicBezTo>
                      <a:cubicBezTo>
                        <a:pt x="69915" y="10308"/>
                        <a:pt x="75741" y="4482"/>
                        <a:pt x="82911" y="4482"/>
                      </a:cubicBezTo>
                      <a:cubicBezTo>
                        <a:pt x="90082" y="4482"/>
                        <a:pt x="95908" y="10308"/>
                        <a:pt x="95908" y="17479"/>
                      </a:cubicBezTo>
                      <a:cubicBezTo>
                        <a:pt x="95908" y="24649"/>
                        <a:pt x="90082" y="30476"/>
                        <a:pt x="82911" y="3047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62" name="Freeform: Shape 5359">
                  <a:extLst>
                    <a:ext uri="{FF2B5EF4-FFF2-40B4-BE49-F238E27FC236}">
                      <a16:creationId xmlns:a16="http://schemas.microsoft.com/office/drawing/2014/main" id="{3281DD43-E74D-A773-61C1-D91CEA23D000}"/>
                    </a:ext>
                  </a:extLst>
                </p:cNvPr>
                <p:cNvSpPr/>
                <p:nvPr/>
              </p:nvSpPr>
              <p:spPr>
                <a:xfrm>
                  <a:off x="7283897" y="2912419"/>
                  <a:ext cx="17927" cy="17927"/>
                </a:xfrm>
                <a:custGeom>
                  <a:avLst/>
                  <a:gdLst>
                    <a:gd name="connsiteX0" fmla="*/ 17703 w 17926"/>
                    <a:gd name="connsiteY0" fmla="*/ 21288 h 17926"/>
                    <a:gd name="connsiteX1" fmla="*/ 19495 w 17926"/>
                    <a:gd name="connsiteY1" fmla="*/ 21736 h 17926"/>
                    <a:gd name="connsiteX2" fmla="*/ 21288 w 17926"/>
                    <a:gd name="connsiteY2" fmla="*/ 21288 h 17926"/>
                    <a:gd name="connsiteX3" fmla="*/ 21288 w 17926"/>
                    <a:gd name="connsiteY3" fmla="*/ 18151 h 17926"/>
                    <a:gd name="connsiteX4" fmla="*/ 3809 w 17926"/>
                    <a:gd name="connsiteY4" fmla="*/ 672 h 17926"/>
                    <a:gd name="connsiteX5" fmla="*/ 672 w 17926"/>
                    <a:gd name="connsiteY5" fmla="*/ 672 h 17926"/>
                    <a:gd name="connsiteX6" fmla="*/ 672 w 17926"/>
                    <a:gd name="connsiteY6" fmla="*/ 3809 h 17926"/>
                    <a:gd name="connsiteX7" fmla="*/ 17703 w 17926"/>
                    <a:gd name="connsiteY7" fmla="*/ 21288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26" h="17926">
                      <a:moveTo>
                        <a:pt x="17703" y="21288"/>
                      </a:moveTo>
                      <a:cubicBezTo>
                        <a:pt x="18151" y="21736"/>
                        <a:pt x="18599" y="21736"/>
                        <a:pt x="19495" y="21736"/>
                      </a:cubicBezTo>
                      <a:cubicBezTo>
                        <a:pt x="20392" y="21736"/>
                        <a:pt x="20840" y="21736"/>
                        <a:pt x="21288" y="21288"/>
                      </a:cubicBezTo>
                      <a:cubicBezTo>
                        <a:pt x="22184" y="20392"/>
                        <a:pt x="22184" y="19047"/>
                        <a:pt x="21288" y="18151"/>
                      </a:cubicBezTo>
                      <a:lnTo>
                        <a:pt x="3809" y="672"/>
                      </a:lnTo>
                      <a:cubicBezTo>
                        <a:pt x="2913" y="-224"/>
                        <a:pt x="1569" y="-224"/>
                        <a:pt x="672" y="672"/>
                      </a:cubicBezTo>
                      <a:cubicBezTo>
                        <a:pt x="-224" y="1569"/>
                        <a:pt x="-224" y="2913"/>
                        <a:pt x="672" y="3809"/>
                      </a:cubicBezTo>
                      <a:lnTo>
                        <a:pt x="17703" y="21288"/>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63" name="Freeform: Shape 5360">
                  <a:extLst>
                    <a:ext uri="{FF2B5EF4-FFF2-40B4-BE49-F238E27FC236}">
                      <a16:creationId xmlns:a16="http://schemas.microsoft.com/office/drawing/2014/main" id="{F96E2972-F0C7-5B11-605E-B743ACAE95D9}"/>
                    </a:ext>
                  </a:extLst>
                </p:cNvPr>
                <p:cNvSpPr/>
                <p:nvPr/>
              </p:nvSpPr>
              <p:spPr>
                <a:xfrm>
                  <a:off x="7288378" y="2815614"/>
                  <a:ext cx="112043" cy="112043"/>
                </a:xfrm>
                <a:custGeom>
                  <a:avLst/>
                  <a:gdLst>
                    <a:gd name="connsiteX0" fmla="*/ 114507 w 112042"/>
                    <a:gd name="connsiteY0" fmla="*/ 28459 h 112042"/>
                    <a:gd name="connsiteX1" fmla="*/ 86721 w 112042"/>
                    <a:gd name="connsiteY1" fmla="*/ 672 h 112042"/>
                    <a:gd name="connsiteX2" fmla="*/ 83584 w 112042"/>
                    <a:gd name="connsiteY2" fmla="*/ 672 h 112042"/>
                    <a:gd name="connsiteX3" fmla="*/ 83584 w 112042"/>
                    <a:gd name="connsiteY3" fmla="*/ 3810 h 112042"/>
                    <a:gd name="connsiteX4" fmla="*/ 88065 w 112042"/>
                    <a:gd name="connsiteY4" fmla="*/ 8291 h 112042"/>
                    <a:gd name="connsiteX5" fmla="*/ 69242 w 112042"/>
                    <a:gd name="connsiteY5" fmla="*/ 27114 h 112042"/>
                    <a:gd name="connsiteX6" fmla="*/ 61623 w 112042"/>
                    <a:gd name="connsiteY6" fmla="*/ 19496 h 112042"/>
                    <a:gd name="connsiteX7" fmla="*/ 58486 w 112042"/>
                    <a:gd name="connsiteY7" fmla="*/ 19496 h 112042"/>
                    <a:gd name="connsiteX8" fmla="*/ 672 w 112042"/>
                    <a:gd name="connsiteY8" fmla="*/ 77309 h 112042"/>
                    <a:gd name="connsiteX9" fmla="*/ 672 w 112042"/>
                    <a:gd name="connsiteY9" fmla="*/ 80447 h 112042"/>
                    <a:gd name="connsiteX10" fmla="*/ 34285 w 112042"/>
                    <a:gd name="connsiteY10" fmla="*/ 114059 h 112042"/>
                    <a:gd name="connsiteX11" fmla="*/ 36078 w 112042"/>
                    <a:gd name="connsiteY11" fmla="*/ 114508 h 112042"/>
                    <a:gd name="connsiteX12" fmla="*/ 37870 w 112042"/>
                    <a:gd name="connsiteY12" fmla="*/ 114059 h 112042"/>
                    <a:gd name="connsiteX13" fmla="*/ 51764 w 112042"/>
                    <a:gd name="connsiteY13" fmla="*/ 100166 h 112042"/>
                    <a:gd name="connsiteX14" fmla="*/ 51764 w 112042"/>
                    <a:gd name="connsiteY14" fmla="*/ 97029 h 112042"/>
                    <a:gd name="connsiteX15" fmla="*/ 48626 w 112042"/>
                    <a:gd name="connsiteY15" fmla="*/ 97029 h 112042"/>
                    <a:gd name="connsiteX16" fmla="*/ 36078 w 112042"/>
                    <a:gd name="connsiteY16" fmla="*/ 109578 h 112042"/>
                    <a:gd name="connsiteX17" fmla="*/ 5602 w 112042"/>
                    <a:gd name="connsiteY17" fmla="*/ 79102 h 112042"/>
                    <a:gd name="connsiteX18" fmla="*/ 60279 w 112042"/>
                    <a:gd name="connsiteY18" fmla="*/ 24425 h 112042"/>
                    <a:gd name="connsiteX19" fmla="*/ 90754 w 112042"/>
                    <a:gd name="connsiteY19" fmla="*/ 54901 h 112042"/>
                    <a:gd name="connsiteX20" fmla="*/ 79998 w 112042"/>
                    <a:gd name="connsiteY20" fmla="*/ 65657 h 112042"/>
                    <a:gd name="connsiteX21" fmla="*/ 79998 w 112042"/>
                    <a:gd name="connsiteY21" fmla="*/ 68794 h 112042"/>
                    <a:gd name="connsiteX22" fmla="*/ 83136 w 112042"/>
                    <a:gd name="connsiteY22" fmla="*/ 68794 h 112042"/>
                    <a:gd name="connsiteX23" fmla="*/ 95684 w 112042"/>
                    <a:gd name="connsiteY23" fmla="*/ 56245 h 112042"/>
                    <a:gd name="connsiteX24" fmla="*/ 96132 w 112042"/>
                    <a:gd name="connsiteY24" fmla="*/ 54453 h 112042"/>
                    <a:gd name="connsiteX25" fmla="*/ 95684 w 112042"/>
                    <a:gd name="connsiteY25" fmla="*/ 52660 h 112042"/>
                    <a:gd name="connsiteX26" fmla="*/ 88065 w 112042"/>
                    <a:gd name="connsiteY26" fmla="*/ 45041 h 112042"/>
                    <a:gd name="connsiteX27" fmla="*/ 106889 w 112042"/>
                    <a:gd name="connsiteY27" fmla="*/ 26218 h 112042"/>
                    <a:gd name="connsiteX28" fmla="*/ 111818 w 112042"/>
                    <a:gd name="connsiteY28" fmla="*/ 31148 h 112042"/>
                    <a:gd name="connsiteX29" fmla="*/ 113611 w 112042"/>
                    <a:gd name="connsiteY29" fmla="*/ 31596 h 112042"/>
                    <a:gd name="connsiteX30" fmla="*/ 115404 w 112042"/>
                    <a:gd name="connsiteY30" fmla="*/ 31148 h 112042"/>
                    <a:gd name="connsiteX31" fmla="*/ 114507 w 112042"/>
                    <a:gd name="connsiteY31" fmla="*/ 28459 h 112042"/>
                    <a:gd name="connsiteX32" fmla="*/ 84480 w 112042"/>
                    <a:gd name="connsiteY32" fmla="*/ 42800 h 112042"/>
                    <a:gd name="connsiteX33" fmla="*/ 72380 w 112042"/>
                    <a:gd name="connsiteY33" fmla="*/ 30700 h 112042"/>
                    <a:gd name="connsiteX34" fmla="*/ 91203 w 112042"/>
                    <a:gd name="connsiteY34" fmla="*/ 11877 h 112042"/>
                    <a:gd name="connsiteX35" fmla="*/ 103303 w 112042"/>
                    <a:gd name="connsiteY35" fmla="*/ 23977 h 112042"/>
                    <a:gd name="connsiteX36" fmla="*/ 84480 w 112042"/>
                    <a:gd name="connsiteY36" fmla="*/ 42800 h 1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2042" h="112042">
                      <a:moveTo>
                        <a:pt x="114507" y="28459"/>
                      </a:moveTo>
                      <a:lnTo>
                        <a:pt x="86721" y="672"/>
                      </a:lnTo>
                      <a:cubicBezTo>
                        <a:pt x="85825" y="-224"/>
                        <a:pt x="84480" y="-224"/>
                        <a:pt x="83584" y="672"/>
                      </a:cubicBezTo>
                      <a:cubicBezTo>
                        <a:pt x="82687" y="1569"/>
                        <a:pt x="82687" y="2913"/>
                        <a:pt x="83584" y="3810"/>
                      </a:cubicBezTo>
                      <a:lnTo>
                        <a:pt x="88065" y="8291"/>
                      </a:lnTo>
                      <a:lnTo>
                        <a:pt x="69242" y="27114"/>
                      </a:lnTo>
                      <a:lnTo>
                        <a:pt x="61623" y="19496"/>
                      </a:lnTo>
                      <a:cubicBezTo>
                        <a:pt x="60727" y="18599"/>
                        <a:pt x="59383" y="18599"/>
                        <a:pt x="58486" y="19496"/>
                      </a:cubicBezTo>
                      <a:lnTo>
                        <a:pt x="672" y="77309"/>
                      </a:lnTo>
                      <a:cubicBezTo>
                        <a:pt x="-224" y="78206"/>
                        <a:pt x="-224" y="79550"/>
                        <a:pt x="672" y="80447"/>
                      </a:cubicBezTo>
                      <a:lnTo>
                        <a:pt x="34285" y="114059"/>
                      </a:lnTo>
                      <a:cubicBezTo>
                        <a:pt x="34733" y="114508"/>
                        <a:pt x="35181" y="114508"/>
                        <a:pt x="36078" y="114508"/>
                      </a:cubicBezTo>
                      <a:cubicBezTo>
                        <a:pt x="36974" y="114508"/>
                        <a:pt x="37422" y="114508"/>
                        <a:pt x="37870" y="114059"/>
                      </a:cubicBezTo>
                      <a:lnTo>
                        <a:pt x="51764" y="100166"/>
                      </a:lnTo>
                      <a:cubicBezTo>
                        <a:pt x="52660" y="99270"/>
                        <a:pt x="52660" y="97925"/>
                        <a:pt x="51764" y="97029"/>
                      </a:cubicBezTo>
                      <a:cubicBezTo>
                        <a:pt x="50867" y="96133"/>
                        <a:pt x="49523" y="96133"/>
                        <a:pt x="48626" y="97029"/>
                      </a:cubicBezTo>
                      <a:lnTo>
                        <a:pt x="36078" y="109578"/>
                      </a:lnTo>
                      <a:lnTo>
                        <a:pt x="5602" y="79102"/>
                      </a:lnTo>
                      <a:lnTo>
                        <a:pt x="60279" y="24425"/>
                      </a:lnTo>
                      <a:lnTo>
                        <a:pt x="90754" y="54901"/>
                      </a:lnTo>
                      <a:lnTo>
                        <a:pt x="79998" y="65657"/>
                      </a:lnTo>
                      <a:cubicBezTo>
                        <a:pt x="79102" y="66553"/>
                        <a:pt x="79102" y="67898"/>
                        <a:pt x="79998" y="68794"/>
                      </a:cubicBezTo>
                      <a:cubicBezTo>
                        <a:pt x="80895" y="69690"/>
                        <a:pt x="82239" y="69690"/>
                        <a:pt x="83136" y="68794"/>
                      </a:cubicBezTo>
                      <a:lnTo>
                        <a:pt x="95684" y="56245"/>
                      </a:lnTo>
                      <a:cubicBezTo>
                        <a:pt x="96132" y="55797"/>
                        <a:pt x="96132" y="55349"/>
                        <a:pt x="96132" y="54453"/>
                      </a:cubicBezTo>
                      <a:cubicBezTo>
                        <a:pt x="96132" y="54005"/>
                        <a:pt x="95684" y="53108"/>
                        <a:pt x="95684" y="52660"/>
                      </a:cubicBezTo>
                      <a:lnTo>
                        <a:pt x="88065" y="45041"/>
                      </a:lnTo>
                      <a:lnTo>
                        <a:pt x="106889" y="26218"/>
                      </a:lnTo>
                      <a:lnTo>
                        <a:pt x="111818" y="31148"/>
                      </a:lnTo>
                      <a:cubicBezTo>
                        <a:pt x="112267" y="31596"/>
                        <a:pt x="112715" y="31596"/>
                        <a:pt x="113611" y="31596"/>
                      </a:cubicBezTo>
                      <a:cubicBezTo>
                        <a:pt x="114059" y="31596"/>
                        <a:pt x="114956" y="31596"/>
                        <a:pt x="115404" y="31148"/>
                      </a:cubicBezTo>
                      <a:cubicBezTo>
                        <a:pt x="115404" y="31148"/>
                        <a:pt x="115404" y="29355"/>
                        <a:pt x="114507" y="28459"/>
                      </a:cubicBezTo>
                      <a:close/>
                      <a:moveTo>
                        <a:pt x="84480" y="42800"/>
                      </a:moveTo>
                      <a:lnTo>
                        <a:pt x="72380" y="30700"/>
                      </a:lnTo>
                      <a:lnTo>
                        <a:pt x="91203" y="11877"/>
                      </a:lnTo>
                      <a:lnTo>
                        <a:pt x="103303" y="23977"/>
                      </a:lnTo>
                      <a:lnTo>
                        <a:pt x="84480" y="42800"/>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364" name="Freeform: Shape 2503">
                <a:extLst>
                  <a:ext uri="{FF2B5EF4-FFF2-40B4-BE49-F238E27FC236}">
                    <a16:creationId xmlns:a16="http://schemas.microsoft.com/office/drawing/2014/main" id="{282084AA-F572-3CAF-A7FF-FD5FD5EE9908}"/>
                  </a:ext>
                  <a:ext uri="{C183D7F6-B498-43B3-948B-1728B52AA6E4}">
                    <adec:decorative xmlns:adec="http://schemas.microsoft.com/office/drawing/2017/decorative" val="1"/>
                  </a:ext>
                </a:extLst>
              </p:cNvPr>
              <p:cNvSpPr>
                <a:spLocks noChangeAspect="1"/>
              </p:cNvSpPr>
              <p:nvPr/>
            </p:nvSpPr>
            <p:spPr>
              <a:xfrm>
                <a:off x="7484086" y="4872537"/>
                <a:ext cx="143414" cy="143414"/>
              </a:xfrm>
              <a:custGeom>
                <a:avLst/>
                <a:gdLst>
                  <a:gd name="connsiteX0" fmla="*/ 139717 w 143414"/>
                  <a:gd name="connsiteY0" fmla="*/ 4370 h 143414"/>
                  <a:gd name="connsiteX1" fmla="*/ 117309 w 143414"/>
                  <a:gd name="connsiteY1" fmla="*/ 4370 h 143414"/>
                  <a:gd name="connsiteX2" fmla="*/ 117309 w 143414"/>
                  <a:gd name="connsiteY2" fmla="*/ 4370 h 143414"/>
                  <a:gd name="connsiteX3" fmla="*/ 117309 w 143414"/>
                  <a:gd name="connsiteY3" fmla="*/ 4370 h 143414"/>
                  <a:gd name="connsiteX4" fmla="*/ 31260 w 143414"/>
                  <a:gd name="connsiteY4" fmla="*/ 91315 h 143414"/>
                  <a:gd name="connsiteX5" fmla="*/ 31260 w 143414"/>
                  <a:gd name="connsiteY5" fmla="*/ 94452 h 143414"/>
                  <a:gd name="connsiteX6" fmla="*/ 38879 w 143414"/>
                  <a:gd name="connsiteY6" fmla="*/ 102071 h 143414"/>
                  <a:gd name="connsiteX7" fmla="*/ 784 w 143414"/>
                  <a:gd name="connsiteY7" fmla="*/ 140165 h 143414"/>
                  <a:gd name="connsiteX8" fmla="*/ 336 w 143414"/>
                  <a:gd name="connsiteY8" fmla="*/ 141062 h 143414"/>
                  <a:gd name="connsiteX9" fmla="*/ 336 w 143414"/>
                  <a:gd name="connsiteY9" fmla="*/ 142854 h 143414"/>
                  <a:gd name="connsiteX10" fmla="*/ 1681 w 143414"/>
                  <a:gd name="connsiteY10" fmla="*/ 144199 h 143414"/>
                  <a:gd name="connsiteX11" fmla="*/ 2577 w 143414"/>
                  <a:gd name="connsiteY11" fmla="*/ 144199 h 143414"/>
                  <a:gd name="connsiteX12" fmla="*/ 2577 w 143414"/>
                  <a:gd name="connsiteY12" fmla="*/ 144199 h 143414"/>
                  <a:gd name="connsiteX13" fmla="*/ 42912 w 143414"/>
                  <a:gd name="connsiteY13" fmla="*/ 144199 h 143414"/>
                  <a:gd name="connsiteX14" fmla="*/ 42912 w 143414"/>
                  <a:gd name="connsiteY14" fmla="*/ 144199 h 143414"/>
                  <a:gd name="connsiteX15" fmla="*/ 42912 w 143414"/>
                  <a:gd name="connsiteY15" fmla="*/ 144199 h 143414"/>
                  <a:gd name="connsiteX16" fmla="*/ 42912 w 143414"/>
                  <a:gd name="connsiteY16" fmla="*/ 144199 h 143414"/>
                  <a:gd name="connsiteX17" fmla="*/ 43809 w 143414"/>
                  <a:gd name="connsiteY17" fmla="*/ 144199 h 143414"/>
                  <a:gd name="connsiteX18" fmla="*/ 43809 w 143414"/>
                  <a:gd name="connsiteY18" fmla="*/ 144199 h 143414"/>
                  <a:gd name="connsiteX19" fmla="*/ 44257 w 143414"/>
                  <a:gd name="connsiteY19" fmla="*/ 143751 h 143414"/>
                  <a:gd name="connsiteX20" fmla="*/ 44257 w 143414"/>
                  <a:gd name="connsiteY20" fmla="*/ 143751 h 143414"/>
                  <a:gd name="connsiteX21" fmla="*/ 63080 w 143414"/>
                  <a:gd name="connsiteY21" fmla="*/ 123135 h 143414"/>
                  <a:gd name="connsiteX22" fmla="*/ 63080 w 143414"/>
                  <a:gd name="connsiteY22" fmla="*/ 119998 h 143414"/>
                  <a:gd name="connsiteX23" fmla="*/ 54565 w 143414"/>
                  <a:gd name="connsiteY23" fmla="*/ 111482 h 143414"/>
                  <a:gd name="connsiteX24" fmla="*/ 139717 w 143414"/>
                  <a:gd name="connsiteY24" fmla="*/ 26778 h 143414"/>
                  <a:gd name="connsiteX25" fmla="*/ 139717 w 143414"/>
                  <a:gd name="connsiteY25" fmla="*/ 26778 h 143414"/>
                  <a:gd name="connsiteX26" fmla="*/ 139717 w 143414"/>
                  <a:gd name="connsiteY26" fmla="*/ 26778 h 143414"/>
                  <a:gd name="connsiteX27" fmla="*/ 139717 w 143414"/>
                  <a:gd name="connsiteY27" fmla="*/ 4370 h 143414"/>
                  <a:gd name="connsiteX28" fmla="*/ 120446 w 143414"/>
                  <a:gd name="connsiteY28" fmla="*/ 7507 h 143414"/>
                  <a:gd name="connsiteX29" fmla="*/ 136580 w 143414"/>
                  <a:gd name="connsiteY29" fmla="*/ 7507 h 143414"/>
                  <a:gd name="connsiteX30" fmla="*/ 136580 w 143414"/>
                  <a:gd name="connsiteY30" fmla="*/ 23641 h 143414"/>
                  <a:gd name="connsiteX31" fmla="*/ 127617 w 143414"/>
                  <a:gd name="connsiteY31" fmla="*/ 32604 h 143414"/>
                  <a:gd name="connsiteX32" fmla="*/ 114171 w 143414"/>
                  <a:gd name="connsiteY32" fmla="*/ 19159 h 143414"/>
                  <a:gd name="connsiteX33" fmla="*/ 111034 w 143414"/>
                  <a:gd name="connsiteY33" fmla="*/ 19159 h 143414"/>
                  <a:gd name="connsiteX34" fmla="*/ 111034 w 143414"/>
                  <a:gd name="connsiteY34" fmla="*/ 22297 h 143414"/>
                  <a:gd name="connsiteX35" fmla="*/ 124479 w 143414"/>
                  <a:gd name="connsiteY35" fmla="*/ 35742 h 143414"/>
                  <a:gd name="connsiteX36" fmla="*/ 51428 w 143414"/>
                  <a:gd name="connsiteY36" fmla="*/ 108345 h 143414"/>
                  <a:gd name="connsiteX37" fmla="*/ 35742 w 143414"/>
                  <a:gd name="connsiteY37" fmla="*/ 92659 h 143414"/>
                  <a:gd name="connsiteX38" fmla="*/ 120446 w 143414"/>
                  <a:gd name="connsiteY38" fmla="*/ 7507 h 143414"/>
                  <a:gd name="connsiteX39" fmla="*/ 41568 w 143414"/>
                  <a:gd name="connsiteY39" fmla="*/ 139717 h 143414"/>
                  <a:gd name="connsiteX40" fmla="*/ 7507 w 143414"/>
                  <a:gd name="connsiteY40" fmla="*/ 139717 h 143414"/>
                  <a:gd name="connsiteX41" fmla="*/ 42016 w 143414"/>
                  <a:gd name="connsiteY41" fmla="*/ 105208 h 143414"/>
                  <a:gd name="connsiteX42" fmla="*/ 58150 w 143414"/>
                  <a:gd name="connsiteY42" fmla="*/ 121342 h 143414"/>
                  <a:gd name="connsiteX43" fmla="*/ 41568 w 143414"/>
                  <a:gd name="connsiteY43" fmla="*/ 139717 h 14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43414" h="143414">
                    <a:moveTo>
                      <a:pt x="139717" y="4370"/>
                    </a:moveTo>
                    <a:cubicBezTo>
                      <a:pt x="133891" y="-1457"/>
                      <a:pt x="123135" y="-1457"/>
                      <a:pt x="117309" y="4370"/>
                    </a:cubicBezTo>
                    <a:cubicBezTo>
                      <a:pt x="117309" y="4370"/>
                      <a:pt x="117309" y="4370"/>
                      <a:pt x="117309" y="4370"/>
                    </a:cubicBezTo>
                    <a:cubicBezTo>
                      <a:pt x="117309" y="4370"/>
                      <a:pt x="117309" y="4370"/>
                      <a:pt x="117309" y="4370"/>
                    </a:cubicBezTo>
                    <a:lnTo>
                      <a:pt x="31260" y="91315"/>
                    </a:lnTo>
                    <a:cubicBezTo>
                      <a:pt x="30364" y="92211"/>
                      <a:pt x="30364" y="93556"/>
                      <a:pt x="31260" y="94452"/>
                    </a:cubicBezTo>
                    <a:lnTo>
                      <a:pt x="38879" y="102071"/>
                    </a:lnTo>
                    <a:lnTo>
                      <a:pt x="784" y="140165"/>
                    </a:lnTo>
                    <a:cubicBezTo>
                      <a:pt x="784" y="140165"/>
                      <a:pt x="336" y="140613"/>
                      <a:pt x="336" y="141062"/>
                    </a:cubicBezTo>
                    <a:cubicBezTo>
                      <a:pt x="-112" y="141510"/>
                      <a:pt x="-112" y="142406"/>
                      <a:pt x="336" y="142854"/>
                    </a:cubicBezTo>
                    <a:cubicBezTo>
                      <a:pt x="784" y="143303"/>
                      <a:pt x="784" y="143751"/>
                      <a:pt x="1681" y="144199"/>
                    </a:cubicBezTo>
                    <a:cubicBezTo>
                      <a:pt x="2129" y="144199"/>
                      <a:pt x="2129" y="144199"/>
                      <a:pt x="2577" y="144199"/>
                    </a:cubicBezTo>
                    <a:lnTo>
                      <a:pt x="2577" y="144199"/>
                    </a:lnTo>
                    <a:lnTo>
                      <a:pt x="42912" y="144199"/>
                    </a:lnTo>
                    <a:lnTo>
                      <a:pt x="42912" y="144199"/>
                    </a:lnTo>
                    <a:lnTo>
                      <a:pt x="42912" y="144199"/>
                    </a:lnTo>
                    <a:lnTo>
                      <a:pt x="42912" y="144199"/>
                    </a:lnTo>
                    <a:cubicBezTo>
                      <a:pt x="43360" y="144199"/>
                      <a:pt x="43360" y="144199"/>
                      <a:pt x="43809" y="144199"/>
                    </a:cubicBezTo>
                    <a:cubicBezTo>
                      <a:pt x="43809" y="144199"/>
                      <a:pt x="43809" y="144199"/>
                      <a:pt x="43809" y="144199"/>
                    </a:cubicBezTo>
                    <a:cubicBezTo>
                      <a:pt x="43809" y="144199"/>
                      <a:pt x="44257" y="143751"/>
                      <a:pt x="44257" y="143751"/>
                    </a:cubicBezTo>
                    <a:cubicBezTo>
                      <a:pt x="44257" y="143751"/>
                      <a:pt x="44257" y="143751"/>
                      <a:pt x="44257" y="143751"/>
                    </a:cubicBezTo>
                    <a:lnTo>
                      <a:pt x="63080" y="123135"/>
                    </a:lnTo>
                    <a:cubicBezTo>
                      <a:pt x="63976" y="122238"/>
                      <a:pt x="63976" y="120894"/>
                      <a:pt x="63080" y="119998"/>
                    </a:cubicBezTo>
                    <a:lnTo>
                      <a:pt x="54565" y="111482"/>
                    </a:lnTo>
                    <a:lnTo>
                      <a:pt x="139717" y="26778"/>
                    </a:lnTo>
                    <a:cubicBezTo>
                      <a:pt x="139717" y="26778"/>
                      <a:pt x="139717" y="26778"/>
                      <a:pt x="139717" y="26778"/>
                    </a:cubicBezTo>
                    <a:cubicBezTo>
                      <a:pt x="139717" y="26778"/>
                      <a:pt x="139717" y="26778"/>
                      <a:pt x="139717" y="26778"/>
                    </a:cubicBezTo>
                    <a:cubicBezTo>
                      <a:pt x="145991" y="20952"/>
                      <a:pt x="145991" y="10644"/>
                      <a:pt x="139717" y="4370"/>
                    </a:cubicBezTo>
                    <a:close/>
                    <a:moveTo>
                      <a:pt x="120446" y="7507"/>
                    </a:moveTo>
                    <a:cubicBezTo>
                      <a:pt x="124927" y="3025"/>
                      <a:pt x="132098" y="3025"/>
                      <a:pt x="136580" y="7507"/>
                    </a:cubicBezTo>
                    <a:cubicBezTo>
                      <a:pt x="141062" y="11989"/>
                      <a:pt x="141062" y="19159"/>
                      <a:pt x="136580" y="23641"/>
                    </a:cubicBezTo>
                    <a:lnTo>
                      <a:pt x="127617" y="32604"/>
                    </a:lnTo>
                    <a:lnTo>
                      <a:pt x="114171" y="19159"/>
                    </a:lnTo>
                    <a:cubicBezTo>
                      <a:pt x="113275" y="18263"/>
                      <a:pt x="111931" y="18263"/>
                      <a:pt x="111034" y="19159"/>
                    </a:cubicBezTo>
                    <a:cubicBezTo>
                      <a:pt x="110138" y="20056"/>
                      <a:pt x="110138" y="21400"/>
                      <a:pt x="111034" y="22297"/>
                    </a:cubicBezTo>
                    <a:lnTo>
                      <a:pt x="124479" y="35742"/>
                    </a:lnTo>
                    <a:lnTo>
                      <a:pt x="51428" y="108345"/>
                    </a:lnTo>
                    <a:lnTo>
                      <a:pt x="35742" y="92659"/>
                    </a:lnTo>
                    <a:lnTo>
                      <a:pt x="120446" y="7507"/>
                    </a:lnTo>
                    <a:close/>
                    <a:moveTo>
                      <a:pt x="41568" y="139717"/>
                    </a:moveTo>
                    <a:lnTo>
                      <a:pt x="7507" y="139717"/>
                    </a:lnTo>
                    <a:lnTo>
                      <a:pt x="42016" y="105208"/>
                    </a:lnTo>
                    <a:lnTo>
                      <a:pt x="58150" y="121342"/>
                    </a:lnTo>
                    <a:lnTo>
                      <a:pt x="41568" y="139717"/>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365" name="Group 2504">
                <a:extLst>
                  <a:ext uri="{FF2B5EF4-FFF2-40B4-BE49-F238E27FC236}">
                    <a16:creationId xmlns:a16="http://schemas.microsoft.com/office/drawing/2014/main" id="{59837C8F-F304-1389-A23F-2E7168D1EAFF}"/>
                  </a:ext>
                  <a:ext uri="{C183D7F6-B498-43B3-948B-1728B52AA6E4}">
                    <adec:decorative xmlns:adec="http://schemas.microsoft.com/office/drawing/2017/decorative" val="1"/>
                  </a:ext>
                </a:extLst>
              </p:cNvPr>
              <p:cNvGrpSpPr>
                <a:grpSpLocks noChangeAspect="1"/>
              </p:cNvGrpSpPr>
              <p:nvPr/>
            </p:nvGrpSpPr>
            <p:grpSpPr>
              <a:xfrm>
                <a:off x="6957598" y="4868168"/>
                <a:ext cx="143414" cy="143638"/>
                <a:chOff x="7014098" y="2812477"/>
                <a:chExt cx="143414" cy="143638"/>
              </a:xfrm>
            </p:grpSpPr>
            <p:sp>
              <p:nvSpPr>
                <p:cNvPr id="1366" name="Freeform: Shape 5351">
                  <a:extLst>
                    <a:ext uri="{FF2B5EF4-FFF2-40B4-BE49-F238E27FC236}">
                      <a16:creationId xmlns:a16="http://schemas.microsoft.com/office/drawing/2014/main" id="{87BB1D39-761B-35FD-BC71-BFA37A019860}"/>
                    </a:ext>
                  </a:extLst>
                </p:cNvPr>
                <p:cNvSpPr/>
                <p:nvPr/>
              </p:nvSpPr>
              <p:spPr>
                <a:xfrm>
                  <a:off x="7014098" y="2855501"/>
                  <a:ext cx="143414" cy="58262"/>
                </a:xfrm>
                <a:custGeom>
                  <a:avLst/>
                  <a:gdLst>
                    <a:gd name="connsiteX0" fmla="*/ 2465 w 143414"/>
                    <a:gd name="connsiteY0" fmla="*/ 58934 h 58262"/>
                    <a:gd name="connsiteX1" fmla="*/ 672 w 143414"/>
                    <a:gd name="connsiteY1" fmla="*/ 58038 h 58262"/>
                    <a:gd name="connsiteX2" fmla="*/ 672 w 143414"/>
                    <a:gd name="connsiteY2" fmla="*/ 54901 h 58262"/>
                    <a:gd name="connsiteX3" fmla="*/ 22184 w 143414"/>
                    <a:gd name="connsiteY3" fmla="*/ 34285 h 58262"/>
                    <a:gd name="connsiteX4" fmla="*/ 39663 w 143414"/>
                    <a:gd name="connsiteY4" fmla="*/ 27114 h 58262"/>
                    <a:gd name="connsiteX5" fmla="*/ 105096 w 143414"/>
                    <a:gd name="connsiteY5" fmla="*/ 27114 h 58262"/>
                    <a:gd name="connsiteX6" fmla="*/ 119437 w 143414"/>
                    <a:gd name="connsiteY6" fmla="*/ 21288 h 58262"/>
                    <a:gd name="connsiteX7" fmla="*/ 140950 w 143414"/>
                    <a:gd name="connsiteY7" fmla="*/ 672 h 58262"/>
                    <a:gd name="connsiteX8" fmla="*/ 144087 w 143414"/>
                    <a:gd name="connsiteY8" fmla="*/ 672 h 58262"/>
                    <a:gd name="connsiteX9" fmla="*/ 144087 w 143414"/>
                    <a:gd name="connsiteY9" fmla="*/ 3809 h 58262"/>
                    <a:gd name="connsiteX10" fmla="*/ 122575 w 143414"/>
                    <a:gd name="connsiteY10" fmla="*/ 24425 h 58262"/>
                    <a:gd name="connsiteX11" fmla="*/ 105096 w 143414"/>
                    <a:gd name="connsiteY11" fmla="*/ 31596 h 58262"/>
                    <a:gd name="connsiteX12" fmla="*/ 39663 w 143414"/>
                    <a:gd name="connsiteY12" fmla="*/ 31596 h 58262"/>
                    <a:gd name="connsiteX13" fmla="*/ 25322 w 143414"/>
                    <a:gd name="connsiteY13" fmla="*/ 37422 h 58262"/>
                    <a:gd name="connsiteX14" fmla="*/ 3809 w 143414"/>
                    <a:gd name="connsiteY14" fmla="*/ 58038 h 58262"/>
                    <a:gd name="connsiteX15" fmla="*/ 2465 w 143414"/>
                    <a:gd name="connsiteY15" fmla="*/ 58934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3414" h="58262">
                      <a:moveTo>
                        <a:pt x="2465" y="58934"/>
                      </a:moveTo>
                      <a:cubicBezTo>
                        <a:pt x="2017" y="58934"/>
                        <a:pt x="1120" y="58486"/>
                        <a:pt x="672" y="58038"/>
                      </a:cubicBezTo>
                      <a:cubicBezTo>
                        <a:pt x="-224" y="57142"/>
                        <a:pt x="-224" y="55797"/>
                        <a:pt x="672" y="54901"/>
                      </a:cubicBezTo>
                      <a:lnTo>
                        <a:pt x="22184" y="34285"/>
                      </a:lnTo>
                      <a:cubicBezTo>
                        <a:pt x="26218" y="30251"/>
                        <a:pt x="33837" y="27114"/>
                        <a:pt x="39663" y="27114"/>
                      </a:cubicBezTo>
                      <a:lnTo>
                        <a:pt x="105096" y="27114"/>
                      </a:lnTo>
                      <a:cubicBezTo>
                        <a:pt x="109578" y="27114"/>
                        <a:pt x="116300" y="24425"/>
                        <a:pt x="119437" y="21288"/>
                      </a:cubicBezTo>
                      <a:lnTo>
                        <a:pt x="140950" y="672"/>
                      </a:lnTo>
                      <a:cubicBezTo>
                        <a:pt x="141846" y="-224"/>
                        <a:pt x="143190" y="-224"/>
                        <a:pt x="144087" y="672"/>
                      </a:cubicBezTo>
                      <a:cubicBezTo>
                        <a:pt x="144983" y="1569"/>
                        <a:pt x="144983" y="2913"/>
                        <a:pt x="144087" y="3809"/>
                      </a:cubicBezTo>
                      <a:lnTo>
                        <a:pt x="122575" y="24425"/>
                      </a:lnTo>
                      <a:cubicBezTo>
                        <a:pt x="118541" y="28459"/>
                        <a:pt x="110922" y="31596"/>
                        <a:pt x="105096" y="31596"/>
                      </a:cubicBezTo>
                      <a:lnTo>
                        <a:pt x="39663" y="31596"/>
                      </a:lnTo>
                      <a:cubicBezTo>
                        <a:pt x="35181" y="31596"/>
                        <a:pt x="28459" y="34285"/>
                        <a:pt x="25322" y="37422"/>
                      </a:cubicBezTo>
                      <a:lnTo>
                        <a:pt x="3809" y="58038"/>
                      </a:lnTo>
                      <a:cubicBezTo>
                        <a:pt x="3361" y="58934"/>
                        <a:pt x="2913" y="58934"/>
                        <a:pt x="2465" y="5893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67" name="Freeform: Shape 5352">
                  <a:extLst>
                    <a:ext uri="{FF2B5EF4-FFF2-40B4-BE49-F238E27FC236}">
                      <a16:creationId xmlns:a16="http://schemas.microsoft.com/office/drawing/2014/main" id="{BD71A06C-4CEF-9F2C-D69C-89A3A70FA54C}"/>
                    </a:ext>
                  </a:extLst>
                </p:cNvPr>
                <p:cNvSpPr/>
                <p:nvPr/>
              </p:nvSpPr>
              <p:spPr>
                <a:xfrm>
                  <a:off x="7084237" y="2812477"/>
                  <a:ext cx="31372" cy="58262"/>
                </a:xfrm>
                <a:custGeom>
                  <a:avLst/>
                  <a:gdLst>
                    <a:gd name="connsiteX0" fmla="*/ 2241 w 31371"/>
                    <a:gd name="connsiteY0" fmla="*/ 59383 h 58262"/>
                    <a:gd name="connsiteX1" fmla="*/ 0 w 31371"/>
                    <a:gd name="connsiteY1" fmla="*/ 57142 h 58262"/>
                    <a:gd name="connsiteX2" fmla="*/ 0 w 31371"/>
                    <a:gd name="connsiteY2" fmla="*/ 39663 h 58262"/>
                    <a:gd name="connsiteX3" fmla="*/ 7171 w 31371"/>
                    <a:gd name="connsiteY3" fmla="*/ 22184 h 58262"/>
                    <a:gd name="connsiteX4" fmla="*/ 27787 w 31371"/>
                    <a:gd name="connsiteY4" fmla="*/ 672 h 58262"/>
                    <a:gd name="connsiteX5" fmla="*/ 30924 w 31371"/>
                    <a:gd name="connsiteY5" fmla="*/ 672 h 58262"/>
                    <a:gd name="connsiteX6" fmla="*/ 30924 w 31371"/>
                    <a:gd name="connsiteY6" fmla="*/ 3809 h 58262"/>
                    <a:gd name="connsiteX7" fmla="*/ 10308 w 31371"/>
                    <a:gd name="connsiteY7" fmla="*/ 25322 h 58262"/>
                    <a:gd name="connsiteX8" fmla="*/ 4482 w 31371"/>
                    <a:gd name="connsiteY8" fmla="*/ 39663 h 58262"/>
                    <a:gd name="connsiteX9" fmla="*/ 4482 w 31371"/>
                    <a:gd name="connsiteY9" fmla="*/ 57142 h 58262"/>
                    <a:gd name="connsiteX10" fmla="*/ 2241 w 31371"/>
                    <a:gd name="connsiteY10" fmla="*/ 59383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71" h="58262">
                      <a:moveTo>
                        <a:pt x="2241" y="59383"/>
                      </a:moveTo>
                      <a:cubicBezTo>
                        <a:pt x="896" y="59383"/>
                        <a:pt x="0" y="58486"/>
                        <a:pt x="0" y="57142"/>
                      </a:cubicBezTo>
                      <a:lnTo>
                        <a:pt x="0" y="39663"/>
                      </a:lnTo>
                      <a:cubicBezTo>
                        <a:pt x="0" y="33837"/>
                        <a:pt x="3137" y="26218"/>
                        <a:pt x="7171" y="22184"/>
                      </a:cubicBezTo>
                      <a:lnTo>
                        <a:pt x="27787" y="672"/>
                      </a:lnTo>
                      <a:cubicBezTo>
                        <a:pt x="28683" y="-224"/>
                        <a:pt x="30027" y="-224"/>
                        <a:pt x="30924" y="672"/>
                      </a:cubicBezTo>
                      <a:cubicBezTo>
                        <a:pt x="31820" y="1569"/>
                        <a:pt x="31820" y="2913"/>
                        <a:pt x="30924" y="3809"/>
                      </a:cubicBezTo>
                      <a:lnTo>
                        <a:pt x="10308" y="25322"/>
                      </a:lnTo>
                      <a:cubicBezTo>
                        <a:pt x="7171" y="28459"/>
                        <a:pt x="4482" y="35181"/>
                        <a:pt x="4482" y="39663"/>
                      </a:cubicBezTo>
                      <a:lnTo>
                        <a:pt x="4482" y="57142"/>
                      </a:lnTo>
                      <a:cubicBezTo>
                        <a:pt x="4482" y="58486"/>
                        <a:pt x="3585" y="59383"/>
                        <a:pt x="2241" y="5938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68" name="Freeform: Shape 5353">
                  <a:extLst>
                    <a:ext uri="{FF2B5EF4-FFF2-40B4-BE49-F238E27FC236}">
                      <a16:creationId xmlns:a16="http://schemas.microsoft.com/office/drawing/2014/main" id="{FE57115D-9543-4995-9363-98F2703D4C2D}"/>
                    </a:ext>
                  </a:extLst>
                </p:cNvPr>
                <p:cNvSpPr/>
                <p:nvPr/>
              </p:nvSpPr>
              <p:spPr>
                <a:xfrm>
                  <a:off x="7057123" y="2897853"/>
                  <a:ext cx="31372" cy="58262"/>
                </a:xfrm>
                <a:custGeom>
                  <a:avLst/>
                  <a:gdLst>
                    <a:gd name="connsiteX0" fmla="*/ 2017 w 31371"/>
                    <a:gd name="connsiteY0" fmla="*/ 59158 h 58262"/>
                    <a:gd name="connsiteX1" fmla="*/ 672 w 31371"/>
                    <a:gd name="connsiteY1" fmla="*/ 58710 h 58262"/>
                    <a:gd name="connsiteX2" fmla="*/ 672 w 31371"/>
                    <a:gd name="connsiteY2" fmla="*/ 55573 h 58262"/>
                    <a:gd name="connsiteX3" fmla="*/ 21288 w 31371"/>
                    <a:gd name="connsiteY3" fmla="*/ 34061 h 58262"/>
                    <a:gd name="connsiteX4" fmla="*/ 27114 w 31371"/>
                    <a:gd name="connsiteY4" fmla="*/ 19719 h 58262"/>
                    <a:gd name="connsiteX5" fmla="*/ 27114 w 31371"/>
                    <a:gd name="connsiteY5" fmla="*/ 2241 h 58262"/>
                    <a:gd name="connsiteX6" fmla="*/ 29355 w 31371"/>
                    <a:gd name="connsiteY6" fmla="*/ 0 h 58262"/>
                    <a:gd name="connsiteX7" fmla="*/ 31596 w 31371"/>
                    <a:gd name="connsiteY7" fmla="*/ 2241 h 58262"/>
                    <a:gd name="connsiteX8" fmla="*/ 31596 w 31371"/>
                    <a:gd name="connsiteY8" fmla="*/ 19719 h 58262"/>
                    <a:gd name="connsiteX9" fmla="*/ 24425 w 31371"/>
                    <a:gd name="connsiteY9" fmla="*/ 37198 h 58262"/>
                    <a:gd name="connsiteX10" fmla="*/ 3809 w 31371"/>
                    <a:gd name="connsiteY10" fmla="*/ 58710 h 58262"/>
                    <a:gd name="connsiteX11" fmla="*/ 2017 w 31371"/>
                    <a:gd name="connsiteY11" fmla="*/ 59158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371" h="58262">
                      <a:moveTo>
                        <a:pt x="2017" y="59158"/>
                      </a:moveTo>
                      <a:cubicBezTo>
                        <a:pt x="1569" y="59158"/>
                        <a:pt x="672" y="59158"/>
                        <a:pt x="672" y="58710"/>
                      </a:cubicBezTo>
                      <a:cubicBezTo>
                        <a:pt x="-224" y="57814"/>
                        <a:pt x="-224" y="56469"/>
                        <a:pt x="672" y="55573"/>
                      </a:cubicBezTo>
                      <a:lnTo>
                        <a:pt x="21288" y="34061"/>
                      </a:lnTo>
                      <a:cubicBezTo>
                        <a:pt x="24425" y="30924"/>
                        <a:pt x="27114" y="24201"/>
                        <a:pt x="27114" y="19719"/>
                      </a:cubicBezTo>
                      <a:lnTo>
                        <a:pt x="27114" y="2241"/>
                      </a:lnTo>
                      <a:cubicBezTo>
                        <a:pt x="27114" y="896"/>
                        <a:pt x="28011" y="0"/>
                        <a:pt x="29355" y="0"/>
                      </a:cubicBezTo>
                      <a:cubicBezTo>
                        <a:pt x="30700" y="0"/>
                        <a:pt x="31596" y="896"/>
                        <a:pt x="31596" y="2241"/>
                      </a:cubicBezTo>
                      <a:lnTo>
                        <a:pt x="31596" y="19719"/>
                      </a:lnTo>
                      <a:cubicBezTo>
                        <a:pt x="31596" y="25546"/>
                        <a:pt x="28459" y="33165"/>
                        <a:pt x="24425" y="37198"/>
                      </a:cubicBezTo>
                      <a:lnTo>
                        <a:pt x="3809" y="58710"/>
                      </a:lnTo>
                      <a:cubicBezTo>
                        <a:pt x="3361" y="59158"/>
                        <a:pt x="2465" y="59158"/>
                        <a:pt x="2017" y="5915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69" name="Freeform: Shape 5354">
                  <a:extLst>
                    <a:ext uri="{FF2B5EF4-FFF2-40B4-BE49-F238E27FC236}">
                      <a16:creationId xmlns:a16="http://schemas.microsoft.com/office/drawing/2014/main" id="{78B9372D-507B-D9B9-AFE4-63AC80F4CB11}"/>
                    </a:ext>
                  </a:extLst>
                </p:cNvPr>
                <p:cNvSpPr/>
                <p:nvPr/>
              </p:nvSpPr>
              <p:spPr>
                <a:xfrm>
                  <a:off x="7117177" y="2830852"/>
                  <a:ext cx="22409" cy="22409"/>
                </a:xfrm>
                <a:custGeom>
                  <a:avLst/>
                  <a:gdLst>
                    <a:gd name="connsiteX0" fmla="*/ 20840 w 22408"/>
                    <a:gd name="connsiteY0" fmla="*/ 22633 h 22408"/>
                    <a:gd name="connsiteX1" fmla="*/ 19047 w 22408"/>
                    <a:gd name="connsiteY1" fmla="*/ 22184 h 22408"/>
                    <a:gd name="connsiteX2" fmla="*/ 672 w 22408"/>
                    <a:gd name="connsiteY2" fmla="*/ 3809 h 22408"/>
                    <a:gd name="connsiteX3" fmla="*/ 672 w 22408"/>
                    <a:gd name="connsiteY3" fmla="*/ 672 h 22408"/>
                    <a:gd name="connsiteX4" fmla="*/ 3809 w 22408"/>
                    <a:gd name="connsiteY4" fmla="*/ 672 h 22408"/>
                    <a:gd name="connsiteX5" fmla="*/ 22184 w 22408"/>
                    <a:gd name="connsiteY5" fmla="*/ 19047 h 22408"/>
                    <a:gd name="connsiteX6" fmla="*/ 22184 w 22408"/>
                    <a:gd name="connsiteY6" fmla="*/ 22184 h 22408"/>
                    <a:gd name="connsiteX7" fmla="*/ 20840 w 22408"/>
                    <a:gd name="connsiteY7" fmla="*/ 22633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08" h="22408">
                      <a:moveTo>
                        <a:pt x="20840" y="22633"/>
                      </a:moveTo>
                      <a:cubicBezTo>
                        <a:pt x="20392" y="22633"/>
                        <a:pt x="19495" y="22633"/>
                        <a:pt x="19047" y="22184"/>
                      </a:cubicBezTo>
                      <a:lnTo>
                        <a:pt x="672" y="3809"/>
                      </a:lnTo>
                      <a:cubicBezTo>
                        <a:pt x="-224" y="2913"/>
                        <a:pt x="-224" y="1569"/>
                        <a:pt x="672" y="672"/>
                      </a:cubicBezTo>
                      <a:cubicBezTo>
                        <a:pt x="1569" y="-224"/>
                        <a:pt x="2913" y="-224"/>
                        <a:pt x="3809" y="672"/>
                      </a:cubicBezTo>
                      <a:lnTo>
                        <a:pt x="22184" y="19047"/>
                      </a:lnTo>
                      <a:cubicBezTo>
                        <a:pt x="23081" y="19944"/>
                        <a:pt x="23081" y="21288"/>
                        <a:pt x="22184" y="22184"/>
                      </a:cubicBezTo>
                      <a:cubicBezTo>
                        <a:pt x="22184" y="22633"/>
                        <a:pt x="21736" y="22633"/>
                        <a:pt x="20840" y="2263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70" name="Freeform: Shape 5355">
                  <a:extLst>
                    <a:ext uri="{FF2B5EF4-FFF2-40B4-BE49-F238E27FC236}">
                      <a16:creationId xmlns:a16="http://schemas.microsoft.com/office/drawing/2014/main" id="{FA529997-1AFA-93CE-C86E-70CDE9878014}"/>
                    </a:ext>
                  </a:extLst>
                </p:cNvPr>
                <p:cNvSpPr/>
                <p:nvPr/>
              </p:nvSpPr>
              <p:spPr>
                <a:xfrm>
                  <a:off x="7102388" y="2846089"/>
                  <a:ext cx="22409" cy="22409"/>
                </a:xfrm>
                <a:custGeom>
                  <a:avLst/>
                  <a:gdLst>
                    <a:gd name="connsiteX0" fmla="*/ 20840 w 22408"/>
                    <a:gd name="connsiteY0" fmla="*/ 22633 h 22408"/>
                    <a:gd name="connsiteX1" fmla="*/ 19047 w 22408"/>
                    <a:gd name="connsiteY1" fmla="*/ 22184 h 22408"/>
                    <a:gd name="connsiteX2" fmla="*/ 672 w 22408"/>
                    <a:gd name="connsiteY2" fmla="*/ 3809 h 22408"/>
                    <a:gd name="connsiteX3" fmla="*/ 672 w 22408"/>
                    <a:gd name="connsiteY3" fmla="*/ 672 h 22408"/>
                    <a:gd name="connsiteX4" fmla="*/ 3809 w 22408"/>
                    <a:gd name="connsiteY4" fmla="*/ 672 h 22408"/>
                    <a:gd name="connsiteX5" fmla="*/ 22184 w 22408"/>
                    <a:gd name="connsiteY5" fmla="*/ 19047 h 22408"/>
                    <a:gd name="connsiteX6" fmla="*/ 22184 w 22408"/>
                    <a:gd name="connsiteY6" fmla="*/ 22184 h 22408"/>
                    <a:gd name="connsiteX7" fmla="*/ 20840 w 22408"/>
                    <a:gd name="connsiteY7" fmla="*/ 22633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08" h="22408">
                      <a:moveTo>
                        <a:pt x="20840" y="22633"/>
                      </a:moveTo>
                      <a:cubicBezTo>
                        <a:pt x="20392" y="22633"/>
                        <a:pt x="19495" y="22633"/>
                        <a:pt x="19047" y="22184"/>
                      </a:cubicBezTo>
                      <a:lnTo>
                        <a:pt x="672" y="3809"/>
                      </a:lnTo>
                      <a:cubicBezTo>
                        <a:pt x="-224" y="2913"/>
                        <a:pt x="-224" y="1569"/>
                        <a:pt x="672" y="672"/>
                      </a:cubicBezTo>
                      <a:cubicBezTo>
                        <a:pt x="1569" y="-224"/>
                        <a:pt x="2913" y="-224"/>
                        <a:pt x="3809" y="672"/>
                      </a:cubicBezTo>
                      <a:lnTo>
                        <a:pt x="22184" y="19047"/>
                      </a:lnTo>
                      <a:cubicBezTo>
                        <a:pt x="23081" y="19944"/>
                        <a:pt x="23081" y="21288"/>
                        <a:pt x="22184" y="22184"/>
                      </a:cubicBezTo>
                      <a:cubicBezTo>
                        <a:pt x="21736" y="22633"/>
                        <a:pt x="21288" y="22633"/>
                        <a:pt x="20840" y="2263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71" name="Freeform: Shape 5356">
                  <a:extLst>
                    <a:ext uri="{FF2B5EF4-FFF2-40B4-BE49-F238E27FC236}">
                      <a16:creationId xmlns:a16="http://schemas.microsoft.com/office/drawing/2014/main" id="{4B81DA56-F9A7-824C-DBAB-654F2E793068}"/>
                    </a:ext>
                  </a:extLst>
                </p:cNvPr>
                <p:cNvSpPr/>
                <p:nvPr/>
              </p:nvSpPr>
              <p:spPr>
                <a:xfrm>
                  <a:off x="7047263" y="2901214"/>
                  <a:ext cx="22409" cy="22409"/>
                </a:xfrm>
                <a:custGeom>
                  <a:avLst/>
                  <a:gdLst>
                    <a:gd name="connsiteX0" fmla="*/ 20840 w 22408"/>
                    <a:gd name="connsiteY0" fmla="*/ 22633 h 22408"/>
                    <a:gd name="connsiteX1" fmla="*/ 19047 w 22408"/>
                    <a:gd name="connsiteY1" fmla="*/ 22184 h 22408"/>
                    <a:gd name="connsiteX2" fmla="*/ 672 w 22408"/>
                    <a:gd name="connsiteY2" fmla="*/ 3809 h 22408"/>
                    <a:gd name="connsiteX3" fmla="*/ 672 w 22408"/>
                    <a:gd name="connsiteY3" fmla="*/ 672 h 22408"/>
                    <a:gd name="connsiteX4" fmla="*/ 3809 w 22408"/>
                    <a:gd name="connsiteY4" fmla="*/ 672 h 22408"/>
                    <a:gd name="connsiteX5" fmla="*/ 22184 w 22408"/>
                    <a:gd name="connsiteY5" fmla="*/ 19047 h 22408"/>
                    <a:gd name="connsiteX6" fmla="*/ 22184 w 22408"/>
                    <a:gd name="connsiteY6" fmla="*/ 22184 h 22408"/>
                    <a:gd name="connsiteX7" fmla="*/ 20840 w 22408"/>
                    <a:gd name="connsiteY7" fmla="*/ 22633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08" h="22408">
                      <a:moveTo>
                        <a:pt x="20840" y="22633"/>
                      </a:moveTo>
                      <a:cubicBezTo>
                        <a:pt x="20392" y="22633"/>
                        <a:pt x="19495" y="22633"/>
                        <a:pt x="19047" y="22184"/>
                      </a:cubicBezTo>
                      <a:lnTo>
                        <a:pt x="672" y="3809"/>
                      </a:lnTo>
                      <a:cubicBezTo>
                        <a:pt x="-224" y="2913"/>
                        <a:pt x="-224" y="1569"/>
                        <a:pt x="672" y="672"/>
                      </a:cubicBezTo>
                      <a:cubicBezTo>
                        <a:pt x="1569" y="-224"/>
                        <a:pt x="2913" y="-224"/>
                        <a:pt x="3809" y="672"/>
                      </a:cubicBezTo>
                      <a:lnTo>
                        <a:pt x="22184" y="19047"/>
                      </a:lnTo>
                      <a:cubicBezTo>
                        <a:pt x="23081" y="19944"/>
                        <a:pt x="23081" y="21288"/>
                        <a:pt x="22184" y="22184"/>
                      </a:cubicBezTo>
                      <a:cubicBezTo>
                        <a:pt x="22184" y="22184"/>
                        <a:pt x="21736" y="22633"/>
                        <a:pt x="20840" y="2263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72" name="Freeform: Shape 5357">
                  <a:extLst>
                    <a:ext uri="{FF2B5EF4-FFF2-40B4-BE49-F238E27FC236}">
                      <a16:creationId xmlns:a16="http://schemas.microsoft.com/office/drawing/2014/main" id="{4FBA439A-4491-1AFD-FC1F-B646C34BCAF4}"/>
                    </a:ext>
                  </a:extLst>
                </p:cNvPr>
                <p:cNvSpPr/>
                <p:nvPr/>
              </p:nvSpPr>
              <p:spPr>
                <a:xfrm>
                  <a:off x="7032025" y="2916004"/>
                  <a:ext cx="22409" cy="22409"/>
                </a:xfrm>
                <a:custGeom>
                  <a:avLst/>
                  <a:gdLst>
                    <a:gd name="connsiteX0" fmla="*/ 20840 w 22408"/>
                    <a:gd name="connsiteY0" fmla="*/ 22633 h 22408"/>
                    <a:gd name="connsiteX1" fmla="*/ 19047 w 22408"/>
                    <a:gd name="connsiteY1" fmla="*/ 22184 h 22408"/>
                    <a:gd name="connsiteX2" fmla="*/ 672 w 22408"/>
                    <a:gd name="connsiteY2" fmla="*/ 3809 h 22408"/>
                    <a:gd name="connsiteX3" fmla="*/ 672 w 22408"/>
                    <a:gd name="connsiteY3" fmla="*/ 672 h 22408"/>
                    <a:gd name="connsiteX4" fmla="*/ 3809 w 22408"/>
                    <a:gd name="connsiteY4" fmla="*/ 672 h 22408"/>
                    <a:gd name="connsiteX5" fmla="*/ 22184 w 22408"/>
                    <a:gd name="connsiteY5" fmla="*/ 19047 h 22408"/>
                    <a:gd name="connsiteX6" fmla="*/ 22184 w 22408"/>
                    <a:gd name="connsiteY6" fmla="*/ 22184 h 22408"/>
                    <a:gd name="connsiteX7" fmla="*/ 20840 w 22408"/>
                    <a:gd name="connsiteY7" fmla="*/ 22633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08" h="22408">
                      <a:moveTo>
                        <a:pt x="20840" y="22633"/>
                      </a:moveTo>
                      <a:cubicBezTo>
                        <a:pt x="20392" y="22633"/>
                        <a:pt x="19495" y="22633"/>
                        <a:pt x="19047" y="22184"/>
                      </a:cubicBezTo>
                      <a:lnTo>
                        <a:pt x="672" y="3809"/>
                      </a:lnTo>
                      <a:cubicBezTo>
                        <a:pt x="-224" y="2913"/>
                        <a:pt x="-224" y="1569"/>
                        <a:pt x="672" y="672"/>
                      </a:cubicBezTo>
                      <a:cubicBezTo>
                        <a:pt x="1569" y="-224"/>
                        <a:pt x="2913" y="-224"/>
                        <a:pt x="3809" y="672"/>
                      </a:cubicBezTo>
                      <a:lnTo>
                        <a:pt x="22184" y="19047"/>
                      </a:lnTo>
                      <a:cubicBezTo>
                        <a:pt x="23081" y="19944"/>
                        <a:pt x="23081" y="21288"/>
                        <a:pt x="22184" y="22184"/>
                      </a:cubicBezTo>
                      <a:cubicBezTo>
                        <a:pt x="22184" y="22633"/>
                        <a:pt x="21736" y="22633"/>
                        <a:pt x="20840" y="2263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73" name="Group 2505">
                <a:extLst>
                  <a:ext uri="{FF2B5EF4-FFF2-40B4-BE49-F238E27FC236}">
                    <a16:creationId xmlns:a16="http://schemas.microsoft.com/office/drawing/2014/main" id="{2A6A3EC3-FB99-A92C-843B-9389B0E6FFFA}"/>
                  </a:ext>
                  <a:ext uri="{C183D7F6-B498-43B3-948B-1728B52AA6E4}">
                    <adec:decorative xmlns:adec="http://schemas.microsoft.com/office/drawing/2017/decorative" val="1"/>
                  </a:ext>
                </a:extLst>
              </p:cNvPr>
              <p:cNvGrpSpPr>
                <a:grpSpLocks noChangeAspect="1"/>
              </p:cNvGrpSpPr>
              <p:nvPr/>
            </p:nvGrpSpPr>
            <p:grpSpPr>
              <a:xfrm>
                <a:off x="8014159" y="4864358"/>
                <a:ext cx="152378" cy="152378"/>
                <a:chOff x="8070659" y="2808667"/>
                <a:chExt cx="152378" cy="152378"/>
              </a:xfrm>
            </p:grpSpPr>
            <p:sp>
              <p:nvSpPr>
                <p:cNvPr id="1374" name="Freeform: Shape 5349">
                  <a:extLst>
                    <a:ext uri="{FF2B5EF4-FFF2-40B4-BE49-F238E27FC236}">
                      <a16:creationId xmlns:a16="http://schemas.microsoft.com/office/drawing/2014/main" id="{09CC16FD-CCAB-CEA6-45A8-351F4756C7C3}"/>
                    </a:ext>
                  </a:extLst>
                </p:cNvPr>
                <p:cNvSpPr/>
                <p:nvPr/>
              </p:nvSpPr>
              <p:spPr>
                <a:xfrm>
                  <a:off x="8110546" y="2849002"/>
                  <a:ext cx="71707" cy="71707"/>
                </a:xfrm>
                <a:custGeom>
                  <a:avLst/>
                  <a:gdLst>
                    <a:gd name="connsiteX0" fmla="*/ 69915 w 71707"/>
                    <a:gd name="connsiteY0" fmla="*/ 24649 h 71707"/>
                    <a:gd name="connsiteX1" fmla="*/ 47506 w 71707"/>
                    <a:gd name="connsiteY1" fmla="*/ 24649 h 71707"/>
                    <a:gd name="connsiteX2" fmla="*/ 47506 w 71707"/>
                    <a:gd name="connsiteY2" fmla="*/ 2241 h 71707"/>
                    <a:gd name="connsiteX3" fmla="*/ 45265 w 71707"/>
                    <a:gd name="connsiteY3" fmla="*/ 0 h 71707"/>
                    <a:gd name="connsiteX4" fmla="*/ 26890 w 71707"/>
                    <a:gd name="connsiteY4" fmla="*/ 0 h 71707"/>
                    <a:gd name="connsiteX5" fmla="*/ 24649 w 71707"/>
                    <a:gd name="connsiteY5" fmla="*/ 2241 h 71707"/>
                    <a:gd name="connsiteX6" fmla="*/ 24649 w 71707"/>
                    <a:gd name="connsiteY6" fmla="*/ 24649 h 71707"/>
                    <a:gd name="connsiteX7" fmla="*/ 2241 w 71707"/>
                    <a:gd name="connsiteY7" fmla="*/ 24649 h 71707"/>
                    <a:gd name="connsiteX8" fmla="*/ 0 w 71707"/>
                    <a:gd name="connsiteY8" fmla="*/ 26890 h 71707"/>
                    <a:gd name="connsiteX9" fmla="*/ 0 w 71707"/>
                    <a:gd name="connsiteY9" fmla="*/ 45265 h 71707"/>
                    <a:gd name="connsiteX10" fmla="*/ 2241 w 71707"/>
                    <a:gd name="connsiteY10" fmla="*/ 47506 h 71707"/>
                    <a:gd name="connsiteX11" fmla="*/ 24649 w 71707"/>
                    <a:gd name="connsiteY11" fmla="*/ 47506 h 71707"/>
                    <a:gd name="connsiteX12" fmla="*/ 24649 w 71707"/>
                    <a:gd name="connsiteY12" fmla="*/ 69915 h 71707"/>
                    <a:gd name="connsiteX13" fmla="*/ 26890 w 71707"/>
                    <a:gd name="connsiteY13" fmla="*/ 72155 h 71707"/>
                    <a:gd name="connsiteX14" fmla="*/ 45265 w 71707"/>
                    <a:gd name="connsiteY14" fmla="*/ 72155 h 71707"/>
                    <a:gd name="connsiteX15" fmla="*/ 47506 w 71707"/>
                    <a:gd name="connsiteY15" fmla="*/ 69915 h 71707"/>
                    <a:gd name="connsiteX16" fmla="*/ 47506 w 71707"/>
                    <a:gd name="connsiteY16" fmla="*/ 47506 h 71707"/>
                    <a:gd name="connsiteX17" fmla="*/ 69915 w 71707"/>
                    <a:gd name="connsiteY17" fmla="*/ 47506 h 71707"/>
                    <a:gd name="connsiteX18" fmla="*/ 72155 w 71707"/>
                    <a:gd name="connsiteY18" fmla="*/ 45265 h 71707"/>
                    <a:gd name="connsiteX19" fmla="*/ 72155 w 71707"/>
                    <a:gd name="connsiteY19" fmla="*/ 26890 h 71707"/>
                    <a:gd name="connsiteX20" fmla="*/ 69915 w 71707"/>
                    <a:gd name="connsiteY20" fmla="*/ 24649 h 71707"/>
                    <a:gd name="connsiteX21" fmla="*/ 67674 w 71707"/>
                    <a:gd name="connsiteY21" fmla="*/ 43024 h 71707"/>
                    <a:gd name="connsiteX22" fmla="*/ 45265 w 71707"/>
                    <a:gd name="connsiteY22" fmla="*/ 43024 h 71707"/>
                    <a:gd name="connsiteX23" fmla="*/ 43024 w 71707"/>
                    <a:gd name="connsiteY23" fmla="*/ 45265 h 71707"/>
                    <a:gd name="connsiteX24" fmla="*/ 43024 w 71707"/>
                    <a:gd name="connsiteY24" fmla="*/ 67674 h 71707"/>
                    <a:gd name="connsiteX25" fmla="*/ 29579 w 71707"/>
                    <a:gd name="connsiteY25" fmla="*/ 67674 h 71707"/>
                    <a:gd name="connsiteX26" fmla="*/ 29579 w 71707"/>
                    <a:gd name="connsiteY26" fmla="*/ 45265 h 71707"/>
                    <a:gd name="connsiteX27" fmla="*/ 27338 w 71707"/>
                    <a:gd name="connsiteY27" fmla="*/ 43024 h 71707"/>
                    <a:gd name="connsiteX28" fmla="*/ 4930 w 71707"/>
                    <a:gd name="connsiteY28" fmla="*/ 43024 h 71707"/>
                    <a:gd name="connsiteX29" fmla="*/ 4930 w 71707"/>
                    <a:gd name="connsiteY29" fmla="*/ 29131 h 71707"/>
                    <a:gd name="connsiteX30" fmla="*/ 25994 w 71707"/>
                    <a:gd name="connsiteY30" fmla="*/ 29131 h 71707"/>
                    <a:gd name="connsiteX31" fmla="*/ 27338 w 71707"/>
                    <a:gd name="connsiteY31" fmla="*/ 29579 h 71707"/>
                    <a:gd name="connsiteX32" fmla="*/ 29579 w 71707"/>
                    <a:gd name="connsiteY32" fmla="*/ 27338 h 71707"/>
                    <a:gd name="connsiteX33" fmla="*/ 29579 w 71707"/>
                    <a:gd name="connsiteY33" fmla="*/ 4482 h 71707"/>
                    <a:gd name="connsiteX34" fmla="*/ 43473 w 71707"/>
                    <a:gd name="connsiteY34" fmla="*/ 4482 h 71707"/>
                    <a:gd name="connsiteX35" fmla="*/ 43473 w 71707"/>
                    <a:gd name="connsiteY35" fmla="*/ 26890 h 71707"/>
                    <a:gd name="connsiteX36" fmla="*/ 45713 w 71707"/>
                    <a:gd name="connsiteY36" fmla="*/ 29131 h 71707"/>
                    <a:gd name="connsiteX37" fmla="*/ 68122 w 71707"/>
                    <a:gd name="connsiteY37" fmla="*/ 29131 h 71707"/>
                    <a:gd name="connsiteX38" fmla="*/ 68122 w 71707"/>
                    <a:gd name="connsiteY38" fmla="*/ 43024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1707" h="71707">
                      <a:moveTo>
                        <a:pt x="69915" y="24649"/>
                      </a:moveTo>
                      <a:lnTo>
                        <a:pt x="47506" y="24649"/>
                      </a:lnTo>
                      <a:lnTo>
                        <a:pt x="47506" y="2241"/>
                      </a:lnTo>
                      <a:cubicBezTo>
                        <a:pt x="47506" y="896"/>
                        <a:pt x="46610" y="0"/>
                        <a:pt x="45265" y="0"/>
                      </a:cubicBezTo>
                      <a:lnTo>
                        <a:pt x="26890" y="0"/>
                      </a:lnTo>
                      <a:cubicBezTo>
                        <a:pt x="25546" y="0"/>
                        <a:pt x="24649" y="896"/>
                        <a:pt x="24649" y="2241"/>
                      </a:cubicBezTo>
                      <a:lnTo>
                        <a:pt x="24649" y="24649"/>
                      </a:lnTo>
                      <a:lnTo>
                        <a:pt x="2241" y="24649"/>
                      </a:lnTo>
                      <a:cubicBezTo>
                        <a:pt x="896" y="24649"/>
                        <a:pt x="0" y="25546"/>
                        <a:pt x="0" y="26890"/>
                      </a:cubicBezTo>
                      <a:lnTo>
                        <a:pt x="0" y="45265"/>
                      </a:lnTo>
                      <a:cubicBezTo>
                        <a:pt x="0" y="46610"/>
                        <a:pt x="896" y="47506"/>
                        <a:pt x="2241" y="47506"/>
                      </a:cubicBezTo>
                      <a:lnTo>
                        <a:pt x="24649" y="47506"/>
                      </a:lnTo>
                      <a:lnTo>
                        <a:pt x="24649" y="69915"/>
                      </a:lnTo>
                      <a:cubicBezTo>
                        <a:pt x="24649" y="71259"/>
                        <a:pt x="25546" y="72155"/>
                        <a:pt x="26890" y="72155"/>
                      </a:cubicBezTo>
                      <a:lnTo>
                        <a:pt x="45265" y="72155"/>
                      </a:lnTo>
                      <a:cubicBezTo>
                        <a:pt x="46610" y="72155"/>
                        <a:pt x="47506" y="71259"/>
                        <a:pt x="47506" y="69915"/>
                      </a:cubicBezTo>
                      <a:lnTo>
                        <a:pt x="47506" y="47506"/>
                      </a:lnTo>
                      <a:lnTo>
                        <a:pt x="69915" y="47506"/>
                      </a:lnTo>
                      <a:cubicBezTo>
                        <a:pt x="71259" y="47506"/>
                        <a:pt x="72155" y="46610"/>
                        <a:pt x="72155" y="45265"/>
                      </a:cubicBezTo>
                      <a:lnTo>
                        <a:pt x="72155" y="26890"/>
                      </a:lnTo>
                      <a:cubicBezTo>
                        <a:pt x="72155" y="25546"/>
                        <a:pt x="71259" y="24649"/>
                        <a:pt x="69915" y="24649"/>
                      </a:cubicBezTo>
                      <a:close/>
                      <a:moveTo>
                        <a:pt x="67674" y="43024"/>
                      </a:moveTo>
                      <a:lnTo>
                        <a:pt x="45265" y="43024"/>
                      </a:lnTo>
                      <a:cubicBezTo>
                        <a:pt x="43921" y="43024"/>
                        <a:pt x="43024" y="43921"/>
                        <a:pt x="43024" y="45265"/>
                      </a:cubicBezTo>
                      <a:lnTo>
                        <a:pt x="43024" y="67674"/>
                      </a:lnTo>
                      <a:lnTo>
                        <a:pt x="29579" y="67674"/>
                      </a:lnTo>
                      <a:lnTo>
                        <a:pt x="29579" y="45265"/>
                      </a:lnTo>
                      <a:cubicBezTo>
                        <a:pt x="29579" y="43921"/>
                        <a:pt x="28683" y="43024"/>
                        <a:pt x="27338" y="43024"/>
                      </a:cubicBezTo>
                      <a:lnTo>
                        <a:pt x="4930" y="43024"/>
                      </a:lnTo>
                      <a:lnTo>
                        <a:pt x="4930" y="29131"/>
                      </a:lnTo>
                      <a:lnTo>
                        <a:pt x="25994" y="29131"/>
                      </a:lnTo>
                      <a:cubicBezTo>
                        <a:pt x="26442" y="29579"/>
                        <a:pt x="26890" y="29579"/>
                        <a:pt x="27338" y="29579"/>
                      </a:cubicBezTo>
                      <a:cubicBezTo>
                        <a:pt x="28683" y="29579"/>
                        <a:pt x="29579" y="28683"/>
                        <a:pt x="29579" y="27338"/>
                      </a:cubicBezTo>
                      <a:lnTo>
                        <a:pt x="29579" y="4482"/>
                      </a:lnTo>
                      <a:lnTo>
                        <a:pt x="43473" y="4482"/>
                      </a:lnTo>
                      <a:lnTo>
                        <a:pt x="43473" y="26890"/>
                      </a:lnTo>
                      <a:cubicBezTo>
                        <a:pt x="43473" y="28235"/>
                        <a:pt x="44369" y="29131"/>
                        <a:pt x="45713" y="29131"/>
                      </a:cubicBezTo>
                      <a:lnTo>
                        <a:pt x="68122" y="29131"/>
                      </a:lnTo>
                      <a:lnTo>
                        <a:pt x="68122" y="43024"/>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75" name="Freeform: Shape 5350">
                  <a:extLst>
                    <a:ext uri="{FF2B5EF4-FFF2-40B4-BE49-F238E27FC236}">
                      <a16:creationId xmlns:a16="http://schemas.microsoft.com/office/drawing/2014/main" id="{BAC56324-C8A1-0577-D22E-CF81D8BC508A}"/>
                    </a:ext>
                  </a:extLst>
                </p:cNvPr>
                <p:cNvSpPr/>
                <p:nvPr/>
              </p:nvSpPr>
              <p:spPr>
                <a:xfrm>
                  <a:off x="8070659" y="2808667"/>
                  <a:ext cx="152378" cy="152378"/>
                </a:xfrm>
                <a:custGeom>
                  <a:avLst/>
                  <a:gdLst>
                    <a:gd name="connsiteX0" fmla="*/ 76189 w 152377"/>
                    <a:gd name="connsiteY0" fmla="*/ 0 h 152377"/>
                    <a:gd name="connsiteX1" fmla="*/ 0 w 152377"/>
                    <a:gd name="connsiteY1" fmla="*/ 76189 h 152377"/>
                    <a:gd name="connsiteX2" fmla="*/ 76189 w 152377"/>
                    <a:gd name="connsiteY2" fmla="*/ 152378 h 152377"/>
                    <a:gd name="connsiteX3" fmla="*/ 152378 w 152377"/>
                    <a:gd name="connsiteY3" fmla="*/ 76189 h 152377"/>
                    <a:gd name="connsiteX4" fmla="*/ 76189 w 152377"/>
                    <a:gd name="connsiteY4" fmla="*/ 0 h 152377"/>
                    <a:gd name="connsiteX5" fmla="*/ 76189 w 152377"/>
                    <a:gd name="connsiteY5" fmla="*/ 147896 h 152377"/>
                    <a:gd name="connsiteX6" fmla="*/ 4482 w 152377"/>
                    <a:gd name="connsiteY6" fmla="*/ 76189 h 152377"/>
                    <a:gd name="connsiteX7" fmla="*/ 76189 w 152377"/>
                    <a:gd name="connsiteY7" fmla="*/ 4482 h 152377"/>
                    <a:gd name="connsiteX8" fmla="*/ 147896 w 152377"/>
                    <a:gd name="connsiteY8" fmla="*/ 76189 h 152377"/>
                    <a:gd name="connsiteX9" fmla="*/ 76189 w 152377"/>
                    <a:gd name="connsiteY9" fmla="*/ 147896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377" h="152377">
                      <a:moveTo>
                        <a:pt x="76189" y="0"/>
                      </a:moveTo>
                      <a:cubicBezTo>
                        <a:pt x="34061" y="0"/>
                        <a:pt x="0" y="34061"/>
                        <a:pt x="0" y="76189"/>
                      </a:cubicBezTo>
                      <a:cubicBezTo>
                        <a:pt x="0" y="118317"/>
                        <a:pt x="34061" y="152378"/>
                        <a:pt x="76189" y="152378"/>
                      </a:cubicBezTo>
                      <a:cubicBezTo>
                        <a:pt x="118317" y="152378"/>
                        <a:pt x="152378" y="118317"/>
                        <a:pt x="152378" y="76189"/>
                      </a:cubicBezTo>
                      <a:cubicBezTo>
                        <a:pt x="152378" y="34061"/>
                        <a:pt x="118317" y="0"/>
                        <a:pt x="76189" y="0"/>
                      </a:cubicBezTo>
                      <a:close/>
                      <a:moveTo>
                        <a:pt x="76189" y="147896"/>
                      </a:moveTo>
                      <a:cubicBezTo>
                        <a:pt x="36750" y="147896"/>
                        <a:pt x="4482" y="115628"/>
                        <a:pt x="4482" y="76189"/>
                      </a:cubicBezTo>
                      <a:cubicBezTo>
                        <a:pt x="4482" y="36750"/>
                        <a:pt x="36750" y="4482"/>
                        <a:pt x="76189" y="4482"/>
                      </a:cubicBezTo>
                      <a:cubicBezTo>
                        <a:pt x="115628" y="4482"/>
                        <a:pt x="147896" y="36750"/>
                        <a:pt x="147896" y="76189"/>
                      </a:cubicBezTo>
                      <a:cubicBezTo>
                        <a:pt x="147896" y="115628"/>
                        <a:pt x="115628" y="147896"/>
                        <a:pt x="76189" y="14789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76" name="Group 2506">
                <a:extLst>
                  <a:ext uri="{FF2B5EF4-FFF2-40B4-BE49-F238E27FC236}">
                    <a16:creationId xmlns:a16="http://schemas.microsoft.com/office/drawing/2014/main" id="{2001FBEC-E672-0A4B-6B4C-C2E0CD5FFFAE}"/>
                  </a:ext>
                  <a:ext uri="{C183D7F6-B498-43B3-948B-1728B52AA6E4}">
                    <adec:decorative xmlns:adec="http://schemas.microsoft.com/office/drawing/2017/decorative" val="1"/>
                  </a:ext>
                </a:extLst>
              </p:cNvPr>
              <p:cNvGrpSpPr>
                <a:grpSpLocks noChangeAspect="1"/>
              </p:cNvGrpSpPr>
              <p:nvPr/>
            </p:nvGrpSpPr>
            <p:grpSpPr>
              <a:xfrm>
                <a:off x="10661493" y="4891248"/>
                <a:ext cx="98597" cy="107561"/>
                <a:chOff x="10717993" y="2835557"/>
                <a:chExt cx="98597" cy="107561"/>
              </a:xfrm>
            </p:grpSpPr>
            <p:sp>
              <p:nvSpPr>
                <p:cNvPr id="1377" name="Freeform: Shape 5347">
                  <a:extLst>
                    <a:ext uri="{FF2B5EF4-FFF2-40B4-BE49-F238E27FC236}">
                      <a16:creationId xmlns:a16="http://schemas.microsoft.com/office/drawing/2014/main" id="{F061F89B-8DCB-C0B4-3BC8-6B86304BEA96}"/>
                    </a:ext>
                  </a:extLst>
                </p:cNvPr>
                <p:cNvSpPr/>
                <p:nvPr/>
              </p:nvSpPr>
              <p:spPr>
                <a:xfrm>
                  <a:off x="10717993" y="2835557"/>
                  <a:ext cx="98597" cy="107561"/>
                </a:xfrm>
                <a:custGeom>
                  <a:avLst/>
                  <a:gdLst>
                    <a:gd name="connsiteX0" fmla="*/ 98605 w 98597"/>
                    <a:gd name="connsiteY0" fmla="*/ 70363 h 107560"/>
                    <a:gd name="connsiteX1" fmla="*/ 98605 w 98597"/>
                    <a:gd name="connsiteY1" fmla="*/ 14342 h 107560"/>
                    <a:gd name="connsiteX2" fmla="*/ 92331 w 98597"/>
                    <a:gd name="connsiteY2" fmla="*/ 7619 h 107560"/>
                    <a:gd name="connsiteX3" fmla="*/ 50651 w 98597"/>
                    <a:gd name="connsiteY3" fmla="*/ 0 h 107560"/>
                    <a:gd name="connsiteX4" fmla="*/ 50203 w 98597"/>
                    <a:gd name="connsiteY4" fmla="*/ 0 h 107560"/>
                    <a:gd name="connsiteX5" fmla="*/ 49755 w 98597"/>
                    <a:gd name="connsiteY5" fmla="*/ 0 h 107560"/>
                    <a:gd name="connsiteX6" fmla="*/ 49307 w 98597"/>
                    <a:gd name="connsiteY6" fmla="*/ 0 h 107560"/>
                    <a:gd name="connsiteX7" fmla="*/ 48858 w 98597"/>
                    <a:gd name="connsiteY7" fmla="*/ 0 h 107560"/>
                    <a:gd name="connsiteX8" fmla="*/ 48410 w 98597"/>
                    <a:gd name="connsiteY8" fmla="*/ 0 h 107560"/>
                    <a:gd name="connsiteX9" fmla="*/ 47962 w 98597"/>
                    <a:gd name="connsiteY9" fmla="*/ 0 h 107560"/>
                    <a:gd name="connsiteX10" fmla="*/ 6282 w 98597"/>
                    <a:gd name="connsiteY10" fmla="*/ 7619 h 107560"/>
                    <a:gd name="connsiteX11" fmla="*/ 8 w 98597"/>
                    <a:gd name="connsiteY11" fmla="*/ 14342 h 107560"/>
                    <a:gd name="connsiteX12" fmla="*/ 8 w 98597"/>
                    <a:gd name="connsiteY12" fmla="*/ 69915 h 107560"/>
                    <a:gd name="connsiteX13" fmla="*/ 48858 w 98597"/>
                    <a:gd name="connsiteY13" fmla="*/ 111595 h 107560"/>
                    <a:gd name="connsiteX14" fmla="*/ 49307 w 98597"/>
                    <a:gd name="connsiteY14" fmla="*/ 111595 h 107560"/>
                    <a:gd name="connsiteX15" fmla="*/ 49307 w 98597"/>
                    <a:gd name="connsiteY15" fmla="*/ 111595 h 107560"/>
                    <a:gd name="connsiteX16" fmla="*/ 49307 w 98597"/>
                    <a:gd name="connsiteY16" fmla="*/ 111595 h 107560"/>
                    <a:gd name="connsiteX17" fmla="*/ 49307 w 98597"/>
                    <a:gd name="connsiteY17" fmla="*/ 111595 h 107560"/>
                    <a:gd name="connsiteX18" fmla="*/ 49307 w 98597"/>
                    <a:gd name="connsiteY18" fmla="*/ 111595 h 107560"/>
                    <a:gd name="connsiteX19" fmla="*/ 49755 w 98597"/>
                    <a:gd name="connsiteY19" fmla="*/ 111595 h 107560"/>
                    <a:gd name="connsiteX20" fmla="*/ 98605 w 98597"/>
                    <a:gd name="connsiteY20" fmla="*/ 70363 h 107560"/>
                    <a:gd name="connsiteX21" fmla="*/ 49307 w 98597"/>
                    <a:gd name="connsiteY21" fmla="*/ 107561 h 107560"/>
                    <a:gd name="connsiteX22" fmla="*/ 4490 w 98597"/>
                    <a:gd name="connsiteY22" fmla="*/ 70363 h 107560"/>
                    <a:gd name="connsiteX23" fmla="*/ 4490 w 98597"/>
                    <a:gd name="connsiteY23" fmla="*/ 14342 h 107560"/>
                    <a:gd name="connsiteX24" fmla="*/ 6730 w 98597"/>
                    <a:gd name="connsiteY24" fmla="*/ 12101 h 107560"/>
                    <a:gd name="connsiteX25" fmla="*/ 49307 w 98597"/>
                    <a:gd name="connsiteY25" fmla="*/ 4482 h 107560"/>
                    <a:gd name="connsiteX26" fmla="*/ 91883 w 98597"/>
                    <a:gd name="connsiteY26" fmla="*/ 12101 h 107560"/>
                    <a:gd name="connsiteX27" fmla="*/ 94124 w 98597"/>
                    <a:gd name="connsiteY27" fmla="*/ 14342 h 107560"/>
                    <a:gd name="connsiteX28" fmla="*/ 94124 w 98597"/>
                    <a:gd name="connsiteY28" fmla="*/ 70363 h 107560"/>
                    <a:gd name="connsiteX29" fmla="*/ 49307 w 98597"/>
                    <a:gd name="connsiteY29" fmla="*/ 107561 h 10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8597" h="107560">
                      <a:moveTo>
                        <a:pt x="98605" y="70363"/>
                      </a:moveTo>
                      <a:lnTo>
                        <a:pt x="98605" y="14342"/>
                      </a:lnTo>
                      <a:cubicBezTo>
                        <a:pt x="98605" y="10756"/>
                        <a:pt x="95916" y="7619"/>
                        <a:pt x="92331" y="7619"/>
                      </a:cubicBezTo>
                      <a:cubicBezTo>
                        <a:pt x="84712" y="7171"/>
                        <a:pt x="59614" y="5378"/>
                        <a:pt x="50651" y="0"/>
                      </a:cubicBezTo>
                      <a:cubicBezTo>
                        <a:pt x="50651" y="0"/>
                        <a:pt x="50651" y="0"/>
                        <a:pt x="50203" y="0"/>
                      </a:cubicBezTo>
                      <a:cubicBezTo>
                        <a:pt x="50203" y="0"/>
                        <a:pt x="49755" y="0"/>
                        <a:pt x="49755" y="0"/>
                      </a:cubicBezTo>
                      <a:cubicBezTo>
                        <a:pt x="49755" y="0"/>
                        <a:pt x="49307" y="0"/>
                        <a:pt x="49307" y="0"/>
                      </a:cubicBezTo>
                      <a:cubicBezTo>
                        <a:pt x="49307" y="0"/>
                        <a:pt x="48858" y="0"/>
                        <a:pt x="48858" y="0"/>
                      </a:cubicBezTo>
                      <a:cubicBezTo>
                        <a:pt x="48858" y="0"/>
                        <a:pt x="48410" y="0"/>
                        <a:pt x="48410" y="0"/>
                      </a:cubicBezTo>
                      <a:cubicBezTo>
                        <a:pt x="48410" y="0"/>
                        <a:pt x="48410" y="0"/>
                        <a:pt x="47962" y="0"/>
                      </a:cubicBezTo>
                      <a:cubicBezTo>
                        <a:pt x="38999" y="5378"/>
                        <a:pt x="13901" y="7171"/>
                        <a:pt x="6282" y="7619"/>
                      </a:cubicBezTo>
                      <a:cubicBezTo>
                        <a:pt x="2697" y="7619"/>
                        <a:pt x="8" y="10756"/>
                        <a:pt x="8" y="14342"/>
                      </a:cubicBezTo>
                      <a:lnTo>
                        <a:pt x="8" y="69915"/>
                      </a:lnTo>
                      <a:cubicBezTo>
                        <a:pt x="8" y="71259"/>
                        <a:pt x="-1785" y="98149"/>
                        <a:pt x="48858" y="111595"/>
                      </a:cubicBezTo>
                      <a:cubicBezTo>
                        <a:pt x="48858" y="111595"/>
                        <a:pt x="49307" y="111595"/>
                        <a:pt x="49307" y="111595"/>
                      </a:cubicBezTo>
                      <a:cubicBezTo>
                        <a:pt x="49307" y="111595"/>
                        <a:pt x="49307" y="111595"/>
                        <a:pt x="49307" y="111595"/>
                      </a:cubicBezTo>
                      <a:cubicBezTo>
                        <a:pt x="49307" y="111595"/>
                        <a:pt x="49307" y="111595"/>
                        <a:pt x="49307" y="111595"/>
                      </a:cubicBezTo>
                      <a:lnTo>
                        <a:pt x="49307" y="111595"/>
                      </a:lnTo>
                      <a:cubicBezTo>
                        <a:pt x="49307" y="111595"/>
                        <a:pt x="49307" y="111595"/>
                        <a:pt x="49307" y="111595"/>
                      </a:cubicBezTo>
                      <a:cubicBezTo>
                        <a:pt x="49307" y="111595"/>
                        <a:pt x="49755" y="111595"/>
                        <a:pt x="49755" y="111595"/>
                      </a:cubicBezTo>
                      <a:cubicBezTo>
                        <a:pt x="101294" y="98149"/>
                        <a:pt x="98605" y="71259"/>
                        <a:pt x="98605" y="70363"/>
                      </a:cubicBezTo>
                      <a:close/>
                      <a:moveTo>
                        <a:pt x="49307" y="107561"/>
                      </a:moveTo>
                      <a:cubicBezTo>
                        <a:pt x="3145" y="95012"/>
                        <a:pt x="4490" y="70811"/>
                        <a:pt x="4490" y="70363"/>
                      </a:cubicBezTo>
                      <a:lnTo>
                        <a:pt x="4490" y="14342"/>
                      </a:lnTo>
                      <a:cubicBezTo>
                        <a:pt x="4490" y="12997"/>
                        <a:pt x="5386" y="12101"/>
                        <a:pt x="6730" y="12101"/>
                      </a:cubicBezTo>
                      <a:cubicBezTo>
                        <a:pt x="18831" y="11652"/>
                        <a:pt x="39895" y="9860"/>
                        <a:pt x="49307" y="4482"/>
                      </a:cubicBezTo>
                      <a:cubicBezTo>
                        <a:pt x="59166" y="9412"/>
                        <a:pt x="80230" y="11204"/>
                        <a:pt x="91883" y="12101"/>
                      </a:cubicBezTo>
                      <a:cubicBezTo>
                        <a:pt x="93227" y="12101"/>
                        <a:pt x="94124" y="12997"/>
                        <a:pt x="94124" y="14342"/>
                      </a:cubicBezTo>
                      <a:lnTo>
                        <a:pt x="94124" y="70363"/>
                      </a:lnTo>
                      <a:cubicBezTo>
                        <a:pt x="94124" y="70811"/>
                        <a:pt x="95916" y="94564"/>
                        <a:pt x="49307" y="10756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78" name="Freeform: Shape 5348">
                  <a:extLst>
                    <a:ext uri="{FF2B5EF4-FFF2-40B4-BE49-F238E27FC236}">
                      <a16:creationId xmlns:a16="http://schemas.microsoft.com/office/drawing/2014/main" id="{79BD8E8C-503F-11B0-E352-2F11A3A1C8FA}"/>
                    </a:ext>
                  </a:extLst>
                </p:cNvPr>
                <p:cNvSpPr/>
                <p:nvPr/>
              </p:nvSpPr>
              <p:spPr>
                <a:xfrm>
                  <a:off x="10740409" y="2864688"/>
                  <a:ext cx="53780" cy="53780"/>
                </a:xfrm>
                <a:custGeom>
                  <a:avLst/>
                  <a:gdLst>
                    <a:gd name="connsiteX0" fmla="*/ 51540 w 53780"/>
                    <a:gd name="connsiteY0" fmla="*/ 17927 h 53780"/>
                    <a:gd name="connsiteX1" fmla="*/ 35854 w 53780"/>
                    <a:gd name="connsiteY1" fmla="*/ 17927 h 53780"/>
                    <a:gd name="connsiteX2" fmla="*/ 35854 w 53780"/>
                    <a:gd name="connsiteY2" fmla="*/ 2241 h 53780"/>
                    <a:gd name="connsiteX3" fmla="*/ 33613 w 53780"/>
                    <a:gd name="connsiteY3" fmla="*/ 0 h 53780"/>
                    <a:gd name="connsiteX4" fmla="*/ 20168 w 53780"/>
                    <a:gd name="connsiteY4" fmla="*/ 0 h 53780"/>
                    <a:gd name="connsiteX5" fmla="*/ 17927 w 53780"/>
                    <a:gd name="connsiteY5" fmla="*/ 2241 h 53780"/>
                    <a:gd name="connsiteX6" fmla="*/ 17927 w 53780"/>
                    <a:gd name="connsiteY6" fmla="*/ 17927 h 53780"/>
                    <a:gd name="connsiteX7" fmla="*/ 2241 w 53780"/>
                    <a:gd name="connsiteY7" fmla="*/ 17927 h 53780"/>
                    <a:gd name="connsiteX8" fmla="*/ 0 w 53780"/>
                    <a:gd name="connsiteY8" fmla="*/ 20168 h 53780"/>
                    <a:gd name="connsiteX9" fmla="*/ 0 w 53780"/>
                    <a:gd name="connsiteY9" fmla="*/ 33613 h 53780"/>
                    <a:gd name="connsiteX10" fmla="*/ 2241 w 53780"/>
                    <a:gd name="connsiteY10" fmla="*/ 35854 h 53780"/>
                    <a:gd name="connsiteX11" fmla="*/ 17927 w 53780"/>
                    <a:gd name="connsiteY11" fmla="*/ 35854 h 53780"/>
                    <a:gd name="connsiteX12" fmla="*/ 17927 w 53780"/>
                    <a:gd name="connsiteY12" fmla="*/ 51540 h 53780"/>
                    <a:gd name="connsiteX13" fmla="*/ 20168 w 53780"/>
                    <a:gd name="connsiteY13" fmla="*/ 53780 h 53780"/>
                    <a:gd name="connsiteX14" fmla="*/ 33613 w 53780"/>
                    <a:gd name="connsiteY14" fmla="*/ 53780 h 53780"/>
                    <a:gd name="connsiteX15" fmla="*/ 35854 w 53780"/>
                    <a:gd name="connsiteY15" fmla="*/ 51540 h 53780"/>
                    <a:gd name="connsiteX16" fmla="*/ 35854 w 53780"/>
                    <a:gd name="connsiteY16" fmla="*/ 35854 h 53780"/>
                    <a:gd name="connsiteX17" fmla="*/ 51540 w 53780"/>
                    <a:gd name="connsiteY17" fmla="*/ 35854 h 53780"/>
                    <a:gd name="connsiteX18" fmla="*/ 53780 w 53780"/>
                    <a:gd name="connsiteY18" fmla="*/ 33613 h 53780"/>
                    <a:gd name="connsiteX19" fmla="*/ 53780 w 53780"/>
                    <a:gd name="connsiteY19" fmla="*/ 20168 h 53780"/>
                    <a:gd name="connsiteX20" fmla="*/ 51540 w 53780"/>
                    <a:gd name="connsiteY20" fmla="*/ 17927 h 53780"/>
                    <a:gd name="connsiteX21" fmla="*/ 49299 w 53780"/>
                    <a:gd name="connsiteY21" fmla="*/ 31372 h 53780"/>
                    <a:gd name="connsiteX22" fmla="*/ 33613 w 53780"/>
                    <a:gd name="connsiteY22" fmla="*/ 31372 h 53780"/>
                    <a:gd name="connsiteX23" fmla="*/ 32716 w 53780"/>
                    <a:gd name="connsiteY23" fmla="*/ 31372 h 53780"/>
                    <a:gd name="connsiteX24" fmla="*/ 32716 w 53780"/>
                    <a:gd name="connsiteY24" fmla="*/ 31372 h 53780"/>
                    <a:gd name="connsiteX25" fmla="*/ 32268 w 53780"/>
                    <a:gd name="connsiteY25" fmla="*/ 31372 h 53780"/>
                    <a:gd name="connsiteX26" fmla="*/ 31820 w 53780"/>
                    <a:gd name="connsiteY26" fmla="*/ 31820 h 53780"/>
                    <a:gd name="connsiteX27" fmla="*/ 31820 w 53780"/>
                    <a:gd name="connsiteY27" fmla="*/ 31820 h 53780"/>
                    <a:gd name="connsiteX28" fmla="*/ 31372 w 53780"/>
                    <a:gd name="connsiteY28" fmla="*/ 32268 h 53780"/>
                    <a:gd name="connsiteX29" fmla="*/ 31372 w 53780"/>
                    <a:gd name="connsiteY29" fmla="*/ 32717 h 53780"/>
                    <a:gd name="connsiteX30" fmla="*/ 31372 w 53780"/>
                    <a:gd name="connsiteY30" fmla="*/ 33165 h 53780"/>
                    <a:gd name="connsiteX31" fmla="*/ 31372 w 53780"/>
                    <a:gd name="connsiteY31" fmla="*/ 48851 h 53780"/>
                    <a:gd name="connsiteX32" fmla="*/ 22409 w 53780"/>
                    <a:gd name="connsiteY32" fmla="*/ 48851 h 53780"/>
                    <a:gd name="connsiteX33" fmla="*/ 22409 w 53780"/>
                    <a:gd name="connsiteY33" fmla="*/ 33165 h 53780"/>
                    <a:gd name="connsiteX34" fmla="*/ 21064 w 53780"/>
                    <a:gd name="connsiteY34" fmla="*/ 31372 h 53780"/>
                    <a:gd name="connsiteX35" fmla="*/ 21064 w 53780"/>
                    <a:gd name="connsiteY35" fmla="*/ 31372 h 53780"/>
                    <a:gd name="connsiteX36" fmla="*/ 20616 w 53780"/>
                    <a:gd name="connsiteY36" fmla="*/ 31372 h 53780"/>
                    <a:gd name="connsiteX37" fmla="*/ 20168 w 53780"/>
                    <a:gd name="connsiteY37" fmla="*/ 31372 h 53780"/>
                    <a:gd name="connsiteX38" fmla="*/ 4482 w 53780"/>
                    <a:gd name="connsiteY38" fmla="*/ 31372 h 53780"/>
                    <a:gd name="connsiteX39" fmla="*/ 4482 w 53780"/>
                    <a:gd name="connsiteY39" fmla="*/ 22409 h 53780"/>
                    <a:gd name="connsiteX40" fmla="*/ 20168 w 53780"/>
                    <a:gd name="connsiteY40" fmla="*/ 22409 h 53780"/>
                    <a:gd name="connsiteX41" fmla="*/ 20616 w 53780"/>
                    <a:gd name="connsiteY41" fmla="*/ 22409 h 53780"/>
                    <a:gd name="connsiteX42" fmla="*/ 21064 w 53780"/>
                    <a:gd name="connsiteY42" fmla="*/ 22409 h 53780"/>
                    <a:gd name="connsiteX43" fmla="*/ 21064 w 53780"/>
                    <a:gd name="connsiteY43" fmla="*/ 22409 h 53780"/>
                    <a:gd name="connsiteX44" fmla="*/ 22409 w 53780"/>
                    <a:gd name="connsiteY44" fmla="*/ 20616 h 53780"/>
                    <a:gd name="connsiteX45" fmla="*/ 22409 w 53780"/>
                    <a:gd name="connsiteY45" fmla="*/ 4930 h 53780"/>
                    <a:gd name="connsiteX46" fmla="*/ 31372 w 53780"/>
                    <a:gd name="connsiteY46" fmla="*/ 4930 h 53780"/>
                    <a:gd name="connsiteX47" fmla="*/ 31372 w 53780"/>
                    <a:gd name="connsiteY47" fmla="*/ 20616 h 53780"/>
                    <a:gd name="connsiteX48" fmla="*/ 31372 w 53780"/>
                    <a:gd name="connsiteY48" fmla="*/ 21064 h 53780"/>
                    <a:gd name="connsiteX49" fmla="*/ 31372 w 53780"/>
                    <a:gd name="connsiteY49" fmla="*/ 21512 h 53780"/>
                    <a:gd name="connsiteX50" fmla="*/ 31820 w 53780"/>
                    <a:gd name="connsiteY50" fmla="*/ 21960 h 53780"/>
                    <a:gd name="connsiteX51" fmla="*/ 31820 w 53780"/>
                    <a:gd name="connsiteY51" fmla="*/ 21960 h 53780"/>
                    <a:gd name="connsiteX52" fmla="*/ 32268 w 53780"/>
                    <a:gd name="connsiteY52" fmla="*/ 22409 h 53780"/>
                    <a:gd name="connsiteX53" fmla="*/ 32716 w 53780"/>
                    <a:gd name="connsiteY53" fmla="*/ 22409 h 53780"/>
                    <a:gd name="connsiteX54" fmla="*/ 32716 w 53780"/>
                    <a:gd name="connsiteY54" fmla="*/ 22409 h 53780"/>
                    <a:gd name="connsiteX55" fmla="*/ 33613 w 53780"/>
                    <a:gd name="connsiteY55" fmla="*/ 22409 h 53780"/>
                    <a:gd name="connsiteX56" fmla="*/ 49299 w 53780"/>
                    <a:gd name="connsiteY56" fmla="*/ 22409 h 53780"/>
                    <a:gd name="connsiteX57" fmla="*/ 49299 w 53780"/>
                    <a:gd name="connsiteY57" fmla="*/ 31372 h 5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3780" h="53780">
                      <a:moveTo>
                        <a:pt x="51540" y="17927"/>
                      </a:moveTo>
                      <a:lnTo>
                        <a:pt x="35854" y="17927"/>
                      </a:lnTo>
                      <a:lnTo>
                        <a:pt x="35854" y="2241"/>
                      </a:lnTo>
                      <a:cubicBezTo>
                        <a:pt x="35854" y="896"/>
                        <a:pt x="34957" y="0"/>
                        <a:pt x="33613" y="0"/>
                      </a:cubicBezTo>
                      <a:lnTo>
                        <a:pt x="20168" y="0"/>
                      </a:lnTo>
                      <a:cubicBezTo>
                        <a:pt x="18823" y="0"/>
                        <a:pt x="17927" y="896"/>
                        <a:pt x="17927" y="2241"/>
                      </a:cubicBezTo>
                      <a:lnTo>
                        <a:pt x="17927" y="17927"/>
                      </a:lnTo>
                      <a:lnTo>
                        <a:pt x="2241" y="17927"/>
                      </a:lnTo>
                      <a:cubicBezTo>
                        <a:pt x="896" y="17927"/>
                        <a:pt x="0" y="18823"/>
                        <a:pt x="0" y="20168"/>
                      </a:cubicBezTo>
                      <a:lnTo>
                        <a:pt x="0" y="33613"/>
                      </a:lnTo>
                      <a:cubicBezTo>
                        <a:pt x="0" y="34957"/>
                        <a:pt x="896" y="35854"/>
                        <a:pt x="2241" y="35854"/>
                      </a:cubicBezTo>
                      <a:lnTo>
                        <a:pt x="17927" y="35854"/>
                      </a:lnTo>
                      <a:lnTo>
                        <a:pt x="17927" y="51540"/>
                      </a:lnTo>
                      <a:cubicBezTo>
                        <a:pt x="17927" y="52884"/>
                        <a:pt x="18823" y="53780"/>
                        <a:pt x="20168" y="53780"/>
                      </a:cubicBezTo>
                      <a:lnTo>
                        <a:pt x="33613" y="53780"/>
                      </a:lnTo>
                      <a:cubicBezTo>
                        <a:pt x="34957" y="53780"/>
                        <a:pt x="35854" y="52884"/>
                        <a:pt x="35854" y="51540"/>
                      </a:cubicBezTo>
                      <a:lnTo>
                        <a:pt x="35854" y="35854"/>
                      </a:lnTo>
                      <a:lnTo>
                        <a:pt x="51540" y="35854"/>
                      </a:lnTo>
                      <a:cubicBezTo>
                        <a:pt x="52884" y="35854"/>
                        <a:pt x="53780" y="34957"/>
                        <a:pt x="53780" y="33613"/>
                      </a:cubicBezTo>
                      <a:lnTo>
                        <a:pt x="53780" y="20168"/>
                      </a:lnTo>
                      <a:cubicBezTo>
                        <a:pt x="53780" y="18823"/>
                        <a:pt x="52884" y="17927"/>
                        <a:pt x="51540" y="17927"/>
                      </a:cubicBezTo>
                      <a:close/>
                      <a:moveTo>
                        <a:pt x="49299" y="31372"/>
                      </a:moveTo>
                      <a:lnTo>
                        <a:pt x="33613" y="31372"/>
                      </a:lnTo>
                      <a:cubicBezTo>
                        <a:pt x="33164" y="31372"/>
                        <a:pt x="33164" y="31372"/>
                        <a:pt x="32716" y="31372"/>
                      </a:cubicBezTo>
                      <a:cubicBezTo>
                        <a:pt x="32716" y="31372"/>
                        <a:pt x="32716" y="31372"/>
                        <a:pt x="32716" y="31372"/>
                      </a:cubicBezTo>
                      <a:cubicBezTo>
                        <a:pt x="32716" y="31372"/>
                        <a:pt x="32716" y="31372"/>
                        <a:pt x="32268" y="31372"/>
                      </a:cubicBezTo>
                      <a:cubicBezTo>
                        <a:pt x="32268" y="31372"/>
                        <a:pt x="31820" y="31372"/>
                        <a:pt x="31820" y="31820"/>
                      </a:cubicBezTo>
                      <a:cubicBezTo>
                        <a:pt x="31820" y="31820"/>
                        <a:pt x="31820" y="31820"/>
                        <a:pt x="31820" y="31820"/>
                      </a:cubicBezTo>
                      <a:cubicBezTo>
                        <a:pt x="31820" y="31820"/>
                        <a:pt x="31372" y="32268"/>
                        <a:pt x="31372" y="32268"/>
                      </a:cubicBezTo>
                      <a:cubicBezTo>
                        <a:pt x="31372" y="32268"/>
                        <a:pt x="31372" y="32717"/>
                        <a:pt x="31372" y="32717"/>
                      </a:cubicBezTo>
                      <a:cubicBezTo>
                        <a:pt x="31372" y="32717"/>
                        <a:pt x="31372" y="33165"/>
                        <a:pt x="31372" y="33165"/>
                      </a:cubicBezTo>
                      <a:lnTo>
                        <a:pt x="31372" y="48851"/>
                      </a:lnTo>
                      <a:lnTo>
                        <a:pt x="22409" y="48851"/>
                      </a:lnTo>
                      <a:lnTo>
                        <a:pt x="22409" y="33165"/>
                      </a:lnTo>
                      <a:cubicBezTo>
                        <a:pt x="22409" y="32268"/>
                        <a:pt x="21960" y="31820"/>
                        <a:pt x="21064" y="31372"/>
                      </a:cubicBezTo>
                      <a:cubicBezTo>
                        <a:pt x="21064" y="31372"/>
                        <a:pt x="21064" y="31372"/>
                        <a:pt x="21064" y="31372"/>
                      </a:cubicBezTo>
                      <a:cubicBezTo>
                        <a:pt x="21064" y="31372"/>
                        <a:pt x="21064" y="31372"/>
                        <a:pt x="20616" y="31372"/>
                      </a:cubicBezTo>
                      <a:cubicBezTo>
                        <a:pt x="20616" y="31372"/>
                        <a:pt x="20168" y="31372"/>
                        <a:pt x="20168" y="31372"/>
                      </a:cubicBezTo>
                      <a:lnTo>
                        <a:pt x="4482" y="31372"/>
                      </a:lnTo>
                      <a:lnTo>
                        <a:pt x="4482" y="22409"/>
                      </a:lnTo>
                      <a:lnTo>
                        <a:pt x="20168" y="22409"/>
                      </a:lnTo>
                      <a:cubicBezTo>
                        <a:pt x="20168" y="22409"/>
                        <a:pt x="20616" y="22409"/>
                        <a:pt x="20616" y="22409"/>
                      </a:cubicBezTo>
                      <a:cubicBezTo>
                        <a:pt x="20616" y="22409"/>
                        <a:pt x="20616" y="22409"/>
                        <a:pt x="21064" y="22409"/>
                      </a:cubicBezTo>
                      <a:cubicBezTo>
                        <a:pt x="21064" y="22409"/>
                        <a:pt x="21064" y="22409"/>
                        <a:pt x="21064" y="22409"/>
                      </a:cubicBezTo>
                      <a:cubicBezTo>
                        <a:pt x="21960" y="21960"/>
                        <a:pt x="22409" y="21512"/>
                        <a:pt x="22409" y="20616"/>
                      </a:cubicBezTo>
                      <a:lnTo>
                        <a:pt x="22409" y="4930"/>
                      </a:lnTo>
                      <a:lnTo>
                        <a:pt x="31372" y="4930"/>
                      </a:lnTo>
                      <a:lnTo>
                        <a:pt x="31372" y="20616"/>
                      </a:lnTo>
                      <a:cubicBezTo>
                        <a:pt x="31372" y="20616"/>
                        <a:pt x="31372" y="21064"/>
                        <a:pt x="31372" y="21064"/>
                      </a:cubicBezTo>
                      <a:cubicBezTo>
                        <a:pt x="31372" y="21064"/>
                        <a:pt x="31372" y="21512"/>
                        <a:pt x="31372" y="21512"/>
                      </a:cubicBezTo>
                      <a:cubicBezTo>
                        <a:pt x="31372" y="21960"/>
                        <a:pt x="31820" y="21960"/>
                        <a:pt x="31820" y="21960"/>
                      </a:cubicBezTo>
                      <a:cubicBezTo>
                        <a:pt x="31820" y="21960"/>
                        <a:pt x="31820" y="21960"/>
                        <a:pt x="31820" y="21960"/>
                      </a:cubicBezTo>
                      <a:cubicBezTo>
                        <a:pt x="31820" y="21960"/>
                        <a:pt x="32268" y="21960"/>
                        <a:pt x="32268" y="22409"/>
                      </a:cubicBezTo>
                      <a:cubicBezTo>
                        <a:pt x="32268" y="22409"/>
                        <a:pt x="32268" y="22409"/>
                        <a:pt x="32716" y="22409"/>
                      </a:cubicBezTo>
                      <a:cubicBezTo>
                        <a:pt x="32716" y="22409"/>
                        <a:pt x="32716" y="22409"/>
                        <a:pt x="32716" y="22409"/>
                      </a:cubicBezTo>
                      <a:cubicBezTo>
                        <a:pt x="32716" y="22409"/>
                        <a:pt x="33164" y="22409"/>
                        <a:pt x="33613" y="22409"/>
                      </a:cubicBezTo>
                      <a:lnTo>
                        <a:pt x="49299" y="22409"/>
                      </a:lnTo>
                      <a:lnTo>
                        <a:pt x="49299" y="3137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79" name="Group 2507">
                <a:extLst>
                  <a:ext uri="{FF2B5EF4-FFF2-40B4-BE49-F238E27FC236}">
                    <a16:creationId xmlns:a16="http://schemas.microsoft.com/office/drawing/2014/main" id="{B6BBBD39-E537-4115-8116-0A7C6FCADD3B}"/>
                  </a:ext>
                  <a:ext uri="{C183D7F6-B498-43B3-948B-1728B52AA6E4}">
                    <adec:decorative xmlns:adec="http://schemas.microsoft.com/office/drawing/2017/decorative" val="1"/>
                  </a:ext>
                </a:extLst>
              </p:cNvPr>
              <p:cNvGrpSpPr>
                <a:grpSpLocks noChangeAspect="1"/>
              </p:cNvGrpSpPr>
              <p:nvPr/>
            </p:nvGrpSpPr>
            <p:grpSpPr>
              <a:xfrm>
                <a:off x="11196554" y="4873322"/>
                <a:ext cx="71707" cy="140725"/>
                <a:chOff x="11253054" y="2817631"/>
                <a:chExt cx="71707" cy="140725"/>
              </a:xfrm>
            </p:grpSpPr>
            <p:sp>
              <p:nvSpPr>
                <p:cNvPr id="1380" name="Freeform: Shape 5345">
                  <a:extLst>
                    <a:ext uri="{FF2B5EF4-FFF2-40B4-BE49-F238E27FC236}">
                      <a16:creationId xmlns:a16="http://schemas.microsoft.com/office/drawing/2014/main" id="{08BCC8E1-BC81-2067-F5F0-E90F59A5111F}"/>
                    </a:ext>
                  </a:extLst>
                </p:cNvPr>
                <p:cNvSpPr/>
                <p:nvPr/>
              </p:nvSpPr>
              <p:spPr>
                <a:xfrm>
                  <a:off x="11253054" y="2855277"/>
                  <a:ext cx="71707" cy="103079"/>
                </a:xfrm>
                <a:custGeom>
                  <a:avLst/>
                  <a:gdLst>
                    <a:gd name="connsiteX0" fmla="*/ 40397 w 71707"/>
                    <a:gd name="connsiteY0" fmla="*/ 105768 h 103079"/>
                    <a:gd name="connsiteX1" fmla="*/ 30986 w 71707"/>
                    <a:gd name="connsiteY1" fmla="*/ 105768 h 103079"/>
                    <a:gd name="connsiteX2" fmla="*/ 22918 w 71707"/>
                    <a:gd name="connsiteY2" fmla="*/ 99046 h 103079"/>
                    <a:gd name="connsiteX3" fmla="*/ 15748 w 71707"/>
                    <a:gd name="connsiteY3" fmla="*/ 66329 h 103079"/>
                    <a:gd name="connsiteX4" fmla="*/ 15300 w 71707"/>
                    <a:gd name="connsiteY4" fmla="*/ 64985 h 103079"/>
                    <a:gd name="connsiteX5" fmla="*/ 8577 w 71707"/>
                    <a:gd name="connsiteY5" fmla="*/ 64985 h 103079"/>
                    <a:gd name="connsiteX6" fmla="*/ 1407 w 71707"/>
                    <a:gd name="connsiteY6" fmla="*/ 60951 h 103079"/>
                    <a:gd name="connsiteX7" fmla="*/ 959 w 71707"/>
                    <a:gd name="connsiteY7" fmla="*/ 51988 h 103079"/>
                    <a:gd name="connsiteX8" fmla="*/ 22918 w 71707"/>
                    <a:gd name="connsiteY8" fmla="*/ 4930 h 103079"/>
                    <a:gd name="connsiteX9" fmla="*/ 30538 w 71707"/>
                    <a:gd name="connsiteY9" fmla="*/ 0 h 103079"/>
                    <a:gd name="connsiteX10" fmla="*/ 41742 w 71707"/>
                    <a:gd name="connsiteY10" fmla="*/ 0 h 103079"/>
                    <a:gd name="connsiteX11" fmla="*/ 49361 w 71707"/>
                    <a:gd name="connsiteY11" fmla="*/ 4930 h 103079"/>
                    <a:gd name="connsiteX12" fmla="*/ 71321 w 71707"/>
                    <a:gd name="connsiteY12" fmla="*/ 51988 h 103079"/>
                    <a:gd name="connsiteX13" fmla="*/ 70873 w 71707"/>
                    <a:gd name="connsiteY13" fmla="*/ 60951 h 103079"/>
                    <a:gd name="connsiteX14" fmla="*/ 63702 w 71707"/>
                    <a:gd name="connsiteY14" fmla="*/ 64985 h 103079"/>
                    <a:gd name="connsiteX15" fmla="*/ 56531 w 71707"/>
                    <a:gd name="connsiteY15" fmla="*/ 64985 h 103079"/>
                    <a:gd name="connsiteX16" fmla="*/ 56531 w 71707"/>
                    <a:gd name="connsiteY16" fmla="*/ 66329 h 103079"/>
                    <a:gd name="connsiteX17" fmla="*/ 49361 w 71707"/>
                    <a:gd name="connsiteY17" fmla="*/ 98597 h 103079"/>
                    <a:gd name="connsiteX18" fmla="*/ 40397 w 71707"/>
                    <a:gd name="connsiteY18" fmla="*/ 105768 h 103079"/>
                    <a:gd name="connsiteX19" fmla="*/ 30090 w 71707"/>
                    <a:gd name="connsiteY19" fmla="*/ 4930 h 103079"/>
                    <a:gd name="connsiteX20" fmla="*/ 26504 w 71707"/>
                    <a:gd name="connsiteY20" fmla="*/ 7171 h 103079"/>
                    <a:gd name="connsiteX21" fmla="*/ 4544 w 71707"/>
                    <a:gd name="connsiteY21" fmla="*/ 54228 h 103079"/>
                    <a:gd name="connsiteX22" fmla="*/ 4992 w 71707"/>
                    <a:gd name="connsiteY22" fmla="*/ 58710 h 103079"/>
                    <a:gd name="connsiteX23" fmla="*/ 8129 w 71707"/>
                    <a:gd name="connsiteY23" fmla="*/ 60503 h 103079"/>
                    <a:gd name="connsiteX24" fmla="*/ 15300 w 71707"/>
                    <a:gd name="connsiteY24" fmla="*/ 60503 h 103079"/>
                    <a:gd name="connsiteX25" fmla="*/ 19781 w 71707"/>
                    <a:gd name="connsiteY25" fmla="*/ 64985 h 103079"/>
                    <a:gd name="connsiteX26" fmla="*/ 19781 w 71707"/>
                    <a:gd name="connsiteY26" fmla="*/ 65433 h 103079"/>
                    <a:gd name="connsiteX27" fmla="*/ 26952 w 71707"/>
                    <a:gd name="connsiteY27" fmla="*/ 97701 h 103079"/>
                    <a:gd name="connsiteX28" fmla="*/ 30986 w 71707"/>
                    <a:gd name="connsiteY28" fmla="*/ 100838 h 103079"/>
                    <a:gd name="connsiteX29" fmla="*/ 40397 w 71707"/>
                    <a:gd name="connsiteY29" fmla="*/ 100838 h 103079"/>
                    <a:gd name="connsiteX30" fmla="*/ 44431 w 71707"/>
                    <a:gd name="connsiteY30" fmla="*/ 97701 h 103079"/>
                    <a:gd name="connsiteX31" fmla="*/ 51601 w 71707"/>
                    <a:gd name="connsiteY31" fmla="*/ 65881 h 103079"/>
                    <a:gd name="connsiteX32" fmla="*/ 56083 w 71707"/>
                    <a:gd name="connsiteY32" fmla="*/ 60951 h 103079"/>
                    <a:gd name="connsiteX33" fmla="*/ 63254 w 71707"/>
                    <a:gd name="connsiteY33" fmla="*/ 60951 h 103079"/>
                    <a:gd name="connsiteX34" fmla="*/ 66391 w 71707"/>
                    <a:gd name="connsiteY34" fmla="*/ 59158 h 103079"/>
                    <a:gd name="connsiteX35" fmla="*/ 66839 w 71707"/>
                    <a:gd name="connsiteY35" fmla="*/ 54677 h 103079"/>
                    <a:gd name="connsiteX36" fmla="*/ 44879 w 71707"/>
                    <a:gd name="connsiteY36" fmla="*/ 7619 h 103079"/>
                    <a:gd name="connsiteX37" fmla="*/ 41294 w 71707"/>
                    <a:gd name="connsiteY37" fmla="*/ 5378 h 103079"/>
                    <a:gd name="connsiteX38" fmla="*/ 30090 w 71707"/>
                    <a:gd name="connsiteY38" fmla="*/ 5378 h 10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1707" h="103079">
                      <a:moveTo>
                        <a:pt x="40397" y="105768"/>
                      </a:moveTo>
                      <a:lnTo>
                        <a:pt x="30986" y="105768"/>
                      </a:lnTo>
                      <a:cubicBezTo>
                        <a:pt x="26952" y="105768"/>
                        <a:pt x="23815" y="103079"/>
                        <a:pt x="22918" y="99046"/>
                      </a:cubicBezTo>
                      <a:lnTo>
                        <a:pt x="15748" y="66329"/>
                      </a:lnTo>
                      <a:cubicBezTo>
                        <a:pt x="15748" y="65881"/>
                        <a:pt x="15300" y="64985"/>
                        <a:pt x="15300" y="64985"/>
                      </a:cubicBezTo>
                      <a:lnTo>
                        <a:pt x="8577" y="64985"/>
                      </a:lnTo>
                      <a:cubicBezTo>
                        <a:pt x="5888" y="64985"/>
                        <a:pt x="3199" y="63640"/>
                        <a:pt x="1407" y="60951"/>
                      </a:cubicBezTo>
                      <a:cubicBezTo>
                        <a:pt x="-386" y="58262"/>
                        <a:pt x="-386" y="55125"/>
                        <a:pt x="959" y="51988"/>
                      </a:cubicBezTo>
                      <a:lnTo>
                        <a:pt x="22918" y="4930"/>
                      </a:lnTo>
                      <a:cubicBezTo>
                        <a:pt x="24263" y="1793"/>
                        <a:pt x="27400" y="0"/>
                        <a:pt x="30538" y="0"/>
                      </a:cubicBezTo>
                      <a:lnTo>
                        <a:pt x="41742" y="0"/>
                      </a:lnTo>
                      <a:cubicBezTo>
                        <a:pt x="44879" y="0"/>
                        <a:pt x="48016" y="1793"/>
                        <a:pt x="49361" y="4930"/>
                      </a:cubicBezTo>
                      <a:lnTo>
                        <a:pt x="71321" y="51988"/>
                      </a:lnTo>
                      <a:cubicBezTo>
                        <a:pt x="72666" y="55125"/>
                        <a:pt x="72666" y="58262"/>
                        <a:pt x="70873" y="60951"/>
                      </a:cubicBezTo>
                      <a:cubicBezTo>
                        <a:pt x="69080" y="63640"/>
                        <a:pt x="66839" y="64985"/>
                        <a:pt x="63702" y="64985"/>
                      </a:cubicBezTo>
                      <a:lnTo>
                        <a:pt x="56531" y="64985"/>
                      </a:lnTo>
                      <a:cubicBezTo>
                        <a:pt x="56531" y="64985"/>
                        <a:pt x="56531" y="65881"/>
                        <a:pt x="56531" y="66329"/>
                      </a:cubicBezTo>
                      <a:lnTo>
                        <a:pt x="49361" y="98597"/>
                      </a:lnTo>
                      <a:cubicBezTo>
                        <a:pt x="47568" y="103079"/>
                        <a:pt x="44431" y="105768"/>
                        <a:pt x="40397" y="105768"/>
                      </a:cubicBezTo>
                      <a:close/>
                      <a:moveTo>
                        <a:pt x="30090" y="4930"/>
                      </a:moveTo>
                      <a:cubicBezTo>
                        <a:pt x="28745" y="4930"/>
                        <a:pt x="27400" y="5826"/>
                        <a:pt x="26504" y="7171"/>
                      </a:cubicBezTo>
                      <a:lnTo>
                        <a:pt x="4544" y="54228"/>
                      </a:lnTo>
                      <a:cubicBezTo>
                        <a:pt x="3647" y="55573"/>
                        <a:pt x="4096" y="57366"/>
                        <a:pt x="4992" y="58710"/>
                      </a:cubicBezTo>
                      <a:cubicBezTo>
                        <a:pt x="5888" y="60055"/>
                        <a:pt x="6784" y="60503"/>
                        <a:pt x="8129" y="60503"/>
                      </a:cubicBezTo>
                      <a:lnTo>
                        <a:pt x="15300" y="60503"/>
                      </a:lnTo>
                      <a:cubicBezTo>
                        <a:pt x="18437" y="60503"/>
                        <a:pt x="19333" y="63192"/>
                        <a:pt x="19781" y="64985"/>
                      </a:cubicBezTo>
                      <a:lnTo>
                        <a:pt x="19781" y="65433"/>
                      </a:lnTo>
                      <a:lnTo>
                        <a:pt x="26952" y="97701"/>
                      </a:lnTo>
                      <a:cubicBezTo>
                        <a:pt x="27400" y="99494"/>
                        <a:pt x="29193" y="100838"/>
                        <a:pt x="30986" y="100838"/>
                      </a:cubicBezTo>
                      <a:lnTo>
                        <a:pt x="40397" y="100838"/>
                      </a:lnTo>
                      <a:cubicBezTo>
                        <a:pt x="42190" y="100838"/>
                        <a:pt x="43983" y="99494"/>
                        <a:pt x="44431" y="97701"/>
                      </a:cubicBezTo>
                      <a:lnTo>
                        <a:pt x="51601" y="65881"/>
                      </a:lnTo>
                      <a:cubicBezTo>
                        <a:pt x="52050" y="63640"/>
                        <a:pt x="52498" y="60951"/>
                        <a:pt x="56083" y="60951"/>
                      </a:cubicBezTo>
                      <a:lnTo>
                        <a:pt x="63254" y="60951"/>
                      </a:lnTo>
                      <a:cubicBezTo>
                        <a:pt x="64599" y="60951"/>
                        <a:pt x="65943" y="60055"/>
                        <a:pt x="66391" y="59158"/>
                      </a:cubicBezTo>
                      <a:cubicBezTo>
                        <a:pt x="67287" y="57814"/>
                        <a:pt x="67287" y="56021"/>
                        <a:pt x="66839" y="54677"/>
                      </a:cubicBezTo>
                      <a:lnTo>
                        <a:pt x="44879" y="7619"/>
                      </a:lnTo>
                      <a:cubicBezTo>
                        <a:pt x="43983" y="6274"/>
                        <a:pt x="42638" y="5378"/>
                        <a:pt x="41294" y="5378"/>
                      </a:cubicBezTo>
                      <a:lnTo>
                        <a:pt x="30090" y="5378"/>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81" name="Freeform: Shape 5346">
                  <a:extLst>
                    <a:ext uri="{FF2B5EF4-FFF2-40B4-BE49-F238E27FC236}">
                      <a16:creationId xmlns:a16="http://schemas.microsoft.com/office/drawing/2014/main" id="{B1358E77-0846-439C-55EF-E919BC5850DA}"/>
                    </a:ext>
                  </a:extLst>
                </p:cNvPr>
                <p:cNvSpPr/>
                <p:nvPr/>
              </p:nvSpPr>
              <p:spPr>
                <a:xfrm>
                  <a:off x="11271490" y="2817631"/>
                  <a:ext cx="31372" cy="31372"/>
                </a:xfrm>
                <a:custGeom>
                  <a:avLst/>
                  <a:gdLst>
                    <a:gd name="connsiteX0" fmla="*/ 17479 w 31371"/>
                    <a:gd name="connsiteY0" fmla="*/ 34957 h 31371"/>
                    <a:gd name="connsiteX1" fmla="*/ 0 w 31371"/>
                    <a:gd name="connsiteY1" fmla="*/ 17479 h 31371"/>
                    <a:gd name="connsiteX2" fmla="*/ 17479 w 31371"/>
                    <a:gd name="connsiteY2" fmla="*/ 0 h 31371"/>
                    <a:gd name="connsiteX3" fmla="*/ 34957 w 31371"/>
                    <a:gd name="connsiteY3" fmla="*/ 17479 h 31371"/>
                    <a:gd name="connsiteX4" fmla="*/ 17479 w 31371"/>
                    <a:gd name="connsiteY4" fmla="*/ 34957 h 31371"/>
                    <a:gd name="connsiteX5" fmla="*/ 17479 w 31371"/>
                    <a:gd name="connsiteY5" fmla="*/ 4930 h 31371"/>
                    <a:gd name="connsiteX6" fmla="*/ 4482 w 31371"/>
                    <a:gd name="connsiteY6" fmla="*/ 17927 h 31371"/>
                    <a:gd name="connsiteX7" fmla="*/ 17479 w 31371"/>
                    <a:gd name="connsiteY7" fmla="*/ 30924 h 31371"/>
                    <a:gd name="connsiteX8" fmla="*/ 30476 w 31371"/>
                    <a:gd name="connsiteY8" fmla="*/ 17927 h 31371"/>
                    <a:gd name="connsiteX9" fmla="*/ 17479 w 31371"/>
                    <a:gd name="connsiteY9" fmla="*/ 4930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31371">
                      <a:moveTo>
                        <a:pt x="17479" y="34957"/>
                      </a:moveTo>
                      <a:cubicBezTo>
                        <a:pt x="8067" y="34957"/>
                        <a:pt x="0" y="27338"/>
                        <a:pt x="0" y="17479"/>
                      </a:cubicBezTo>
                      <a:cubicBezTo>
                        <a:pt x="0" y="8067"/>
                        <a:pt x="7619" y="0"/>
                        <a:pt x="17479" y="0"/>
                      </a:cubicBezTo>
                      <a:cubicBezTo>
                        <a:pt x="26890" y="0"/>
                        <a:pt x="34957" y="7619"/>
                        <a:pt x="34957" y="17479"/>
                      </a:cubicBezTo>
                      <a:cubicBezTo>
                        <a:pt x="34509" y="27338"/>
                        <a:pt x="26890" y="34957"/>
                        <a:pt x="17479" y="34957"/>
                      </a:cubicBezTo>
                      <a:close/>
                      <a:moveTo>
                        <a:pt x="17479" y="4930"/>
                      </a:moveTo>
                      <a:cubicBezTo>
                        <a:pt x="10308" y="4930"/>
                        <a:pt x="4482" y="10756"/>
                        <a:pt x="4482" y="17927"/>
                      </a:cubicBezTo>
                      <a:cubicBezTo>
                        <a:pt x="4482" y="25098"/>
                        <a:pt x="10308" y="30924"/>
                        <a:pt x="17479" y="30924"/>
                      </a:cubicBezTo>
                      <a:cubicBezTo>
                        <a:pt x="24649" y="30924"/>
                        <a:pt x="30476" y="25098"/>
                        <a:pt x="30476" y="17927"/>
                      </a:cubicBezTo>
                      <a:cubicBezTo>
                        <a:pt x="30028" y="10756"/>
                        <a:pt x="24649" y="4930"/>
                        <a:pt x="17479" y="49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82" name="Group 2508">
                <a:extLst>
                  <a:ext uri="{FF2B5EF4-FFF2-40B4-BE49-F238E27FC236}">
                    <a16:creationId xmlns:a16="http://schemas.microsoft.com/office/drawing/2014/main" id="{DB9F1686-3376-9B29-CD67-E7DBD9EC2F59}"/>
                  </a:ext>
                  <a:ext uri="{C183D7F6-B498-43B3-948B-1728B52AA6E4}">
                    <adec:decorative xmlns:adec="http://schemas.microsoft.com/office/drawing/2017/decorative" val="1"/>
                  </a:ext>
                </a:extLst>
              </p:cNvPr>
              <p:cNvGrpSpPr>
                <a:grpSpLocks noChangeAspect="1"/>
              </p:cNvGrpSpPr>
              <p:nvPr/>
            </p:nvGrpSpPr>
            <p:grpSpPr>
              <a:xfrm>
                <a:off x="11460140" y="4874218"/>
                <a:ext cx="62744" cy="141173"/>
                <a:chOff x="11516640" y="2818527"/>
                <a:chExt cx="62744" cy="141173"/>
              </a:xfrm>
            </p:grpSpPr>
            <p:sp>
              <p:nvSpPr>
                <p:cNvPr id="1383" name="Freeform: Shape 5343">
                  <a:extLst>
                    <a:ext uri="{FF2B5EF4-FFF2-40B4-BE49-F238E27FC236}">
                      <a16:creationId xmlns:a16="http://schemas.microsoft.com/office/drawing/2014/main" id="{CAE86349-D955-F1C5-1366-DDE88EACA23F}"/>
                    </a:ext>
                  </a:extLst>
                </p:cNvPr>
                <p:cNvSpPr/>
                <p:nvPr/>
              </p:nvSpPr>
              <p:spPr>
                <a:xfrm>
                  <a:off x="11516640" y="2856621"/>
                  <a:ext cx="62744" cy="103079"/>
                </a:xfrm>
                <a:custGeom>
                  <a:avLst/>
                  <a:gdLst>
                    <a:gd name="connsiteX0" fmla="*/ 37646 w 62743"/>
                    <a:gd name="connsiteY0" fmla="*/ 104424 h 103079"/>
                    <a:gd name="connsiteX1" fmla="*/ 28234 w 62743"/>
                    <a:gd name="connsiteY1" fmla="*/ 104424 h 103079"/>
                    <a:gd name="connsiteX2" fmla="*/ 20168 w 62743"/>
                    <a:gd name="connsiteY2" fmla="*/ 98149 h 103079"/>
                    <a:gd name="connsiteX3" fmla="*/ 20168 w 62743"/>
                    <a:gd name="connsiteY3" fmla="*/ 97253 h 103079"/>
                    <a:gd name="connsiteX4" fmla="*/ 10308 w 62743"/>
                    <a:gd name="connsiteY4" fmla="*/ 60055 h 103079"/>
                    <a:gd name="connsiteX5" fmla="*/ 8963 w 62743"/>
                    <a:gd name="connsiteY5" fmla="*/ 60055 h 103079"/>
                    <a:gd name="connsiteX6" fmla="*/ 0 w 62743"/>
                    <a:gd name="connsiteY6" fmla="*/ 51988 h 103079"/>
                    <a:gd name="connsiteX7" fmla="*/ 0 w 62743"/>
                    <a:gd name="connsiteY7" fmla="*/ 13893 h 103079"/>
                    <a:gd name="connsiteX8" fmla="*/ 16134 w 62743"/>
                    <a:gd name="connsiteY8" fmla="*/ 0 h 103079"/>
                    <a:gd name="connsiteX9" fmla="*/ 50643 w 62743"/>
                    <a:gd name="connsiteY9" fmla="*/ 0 h 103079"/>
                    <a:gd name="connsiteX10" fmla="*/ 66777 w 62743"/>
                    <a:gd name="connsiteY10" fmla="*/ 13893 h 103079"/>
                    <a:gd name="connsiteX11" fmla="*/ 66777 w 62743"/>
                    <a:gd name="connsiteY11" fmla="*/ 51988 h 103079"/>
                    <a:gd name="connsiteX12" fmla="*/ 57814 w 62743"/>
                    <a:gd name="connsiteY12" fmla="*/ 60055 h 103079"/>
                    <a:gd name="connsiteX13" fmla="*/ 56469 w 62743"/>
                    <a:gd name="connsiteY13" fmla="*/ 60055 h 103079"/>
                    <a:gd name="connsiteX14" fmla="*/ 46610 w 62743"/>
                    <a:gd name="connsiteY14" fmla="*/ 97701 h 103079"/>
                    <a:gd name="connsiteX15" fmla="*/ 37646 w 62743"/>
                    <a:gd name="connsiteY15" fmla="*/ 104424 h 103079"/>
                    <a:gd name="connsiteX16" fmla="*/ 15686 w 62743"/>
                    <a:gd name="connsiteY16" fmla="*/ 4482 h 103079"/>
                    <a:gd name="connsiteX17" fmla="*/ 4034 w 62743"/>
                    <a:gd name="connsiteY17" fmla="*/ 13893 h 103079"/>
                    <a:gd name="connsiteX18" fmla="*/ 4034 w 62743"/>
                    <a:gd name="connsiteY18" fmla="*/ 51988 h 103079"/>
                    <a:gd name="connsiteX19" fmla="*/ 8515 w 62743"/>
                    <a:gd name="connsiteY19" fmla="*/ 55573 h 103079"/>
                    <a:gd name="connsiteX20" fmla="*/ 11652 w 62743"/>
                    <a:gd name="connsiteY20" fmla="*/ 55573 h 103079"/>
                    <a:gd name="connsiteX21" fmla="*/ 13893 w 62743"/>
                    <a:gd name="connsiteY21" fmla="*/ 57366 h 103079"/>
                    <a:gd name="connsiteX22" fmla="*/ 24201 w 62743"/>
                    <a:gd name="connsiteY22" fmla="*/ 95908 h 103079"/>
                    <a:gd name="connsiteX23" fmla="*/ 24201 w 62743"/>
                    <a:gd name="connsiteY23" fmla="*/ 96805 h 103079"/>
                    <a:gd name="connsiteX24" fmla="*/ 28234 w 62743"/>
                    <a:gd name="connsiteY24" fmla="*/ 99942 h 103079"/>
                    <a:gd name="connsiteX25" fmla="*/ 37646 w 62743"/>
                    <a:gd name="connsiteY25" fmla="*/ 99942 h 103079"/>
                    <a:gd name="connsiteX26" fmla="*/ 41679 w 62743"/>
                    <a:gd name="connsiteY26" fmla="*/ 96805 h 103079"/>
                    <a:gd name="connsiteX27" fmla="*/ 51988 w 62743"/>
                    <a:gd name="connsiteY27" fmla="*/ 57366 h 103079"/>
                    <a:gd name="connsiteX28" fmla="*/ 54228 w 62743"/>
                    <a:gd name="connsiteY28" fmla="*/ 55573 h 103079"/>
                    <a:gd name="connsiteX29" fmla="*/ 57365 w 62743"/>
                    <a:gd name="connsiteY29" fmla="*/ 55573 h 103079"/>
                    <a:gd name="connsiteX30" fmla="*/ 61847 w 62743"/>
                    <a:gd name="connsiteY30" fmla="*/ 51988 h 103079"/>
                    <a:gd name="connsiteX31" fmla="*/ 61847 w 62743"/>
                    <a:gd name="connsiteY31" fmla="*/ 13893 h 103079"/>
                    <a:gd name="connsiteX32" fmla="*/ 50195 w 62743"/>
                    <a:gd name="connsiteY32" fmla="*/ 4482 h 103079"/>
                    <a:gd name="connsiteX33" fmla="*/ 15686 w 62743"/>
                    <a:gd name="connsiteY33" fmla="*/ 4482 h 10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2743" h="103079">
                      <a:moveTo>
                        <a:pt x="37646" y="104424"/>
                      </a:moveTo>
                      <a:lnTo>
                        <a:pt x="28234" y="104424"/>
                      </a:lnTo>
                      <a:cubicBezTo>
                        <a:pt x="24201" y="104424"/>
                        <a:pt x="21064" y="101735"/>
                        <a:pt x="20168" y="98149"/>
                      </a:cubicBezTo>
                      <a:lnTo>
                        <a:pt x="20168" y="97253"/>
                      </a:lnTo>
                      <a:cubicBezTo>
                        <a:pt x="20168" y="96805"/>
                        <a:pt x="12548" y="67674"/>
                        <a:pt x="10308" y="60055"/>
                      </a:cubicBezTo>
                      <a:lnTo>
                        <a:pt x="8963" y="60055"/>
                      </a:lnTo>
                      <a:cubicBezTo>
                        <a:pt x="4034" y="60055"/>
                        <a:pt x="0" y="56469"/>
                        <a:pt x="0" y="51988"/>
                      </a:cubicBezTo>
                      <a:lnTo>
                        <a:pt x="0" y="13893"/>
                      </a:lnTo>
                      <a:cubicBezTo>
                        <a:pt x="0" y="6274"/>
                        <a:pt x="7171" y="0"/>
                        <a:pt x="16134" y="0"/>
                      </a:cubicBezTo>
                      <a:lnTo>
                        <a:pt x="50643" y="0"/>
                      </a:lnTo>
                      <a:cubicBezTo>
                        <a:pt x="59606" y="0"/>
                        <a:pt x="66777" y="6274"/>
                        <a:pt x="66777" y="13893"/>
                      </a:cubicBezTo>
                      <a:lnTo>
                        <a:pt x="66777" y="51988"/>
                      </a:lnTo>
                      <a:cubicBezTo>
                        <a:pt x="66777" y="56469"/>
                        <a:pt x="62744" y="60055"/>
                        <a:pt x="57814" y="60055"/>
                      </a:cubicBezTo>
                      <a:lnTo>
                        <a:pt x="56469" y="60055"/>
                      </a:lnTo>
                      <a:lnTo>
                        <a:pt x="46610" y="97701"/>
                      </a:lnTo>
                      <a:cubicBezTo>
                        <a:pt x="44817" y="101735"/>
                        <a:pt x="41679" y="104424"/>
                        <a:pt x="37646" y="104424"/>
                      </a:cubicBezTo>
                      <a:close/>
                      <a:moveTo>
                        <a:pt x="15686" y="4482"/>
                      </a:moveTo>
                      <a:cubicBezTo>
                        <a:pt x="9411" y="4482"/>
                        <a:pt x="4034" y="8963"/>
                        <a:pt x="4034" y="13893"/>
                      </a:cubicBezTo>
                      <a:lnTo>
                        <a:pt x="4034" y="51988"/>
                      </a:lnTo>
                      <a:cubicBezTo>
                        <a:pt x="4034" y="53780"/>
                        <a:pt x="6274" y="55573"/>
                        <a:pt x="8515" y="55573"/>
                      </a:cubicBezTo>
                      <a:lnTo>
                        <a:pt x="11652" y="55573"/>
                      </a:lnTo>
                      <a:cubicBezTo>
                        <a:pt x="12548" y="55573"/>
                        <a:pt x="13445" y="56469"/>
                        <a:pt x="13893" y="57366"/>
                      </a:cubicBezTo>
                      <a:cubicBezTo>
                        <a:pt x="13893" y="58262"/>
                        <a:pt x="23305" y="93668"/>
                        <a:pt x="24201" y="95908"/>
                      </a:cubicBezTo>
                      <a:lnTo>
                        <a:pt x="24201" y="96805"/>
                      </a:lnTo>
                      <a:cubicBezTo>
                        <a:pt x="24649" y="98597"/>
                        <a:pt x="26442" y="99942"/>
                        <a:pt x="28234" y="99942"/>
                      </a:cubicBezTo>
                      <a:lnTo>
                        <a:pt x="37646" y="99942"/>
                      </a:lnTo>
                      <a:cubicBezTo>
                        <a:pt x="39439" y="99942"/>
                        <a:pt x="41231" y="98597"/>
                        <a:pt x="41679" y="96805"/>
                      </a:cubicBezTo>
                      <a:lnTo>
                        <a:pt x="51988" y="57366"/>
                      </a:lnTo>
                      <a:cubicBezTo>
                        <a:pt x="52436" y="56469"/>
                        <a:pt x="53332" y="55573"/>
                        <a:pt x="54228" y="55573"/>
                      </a:cubicBezTo>
                      <a:lnTo>
                        <a:pt x="57365" y="55573"/>
                      </a:lnTo>
                      <a:cubicBezTo>
                        <a:pt x="60055" y="55573"/>
                        <a:pt x="61847" y="53780"/>
                        <a:pt x="61847" y="51988"/>
                      </a:cubicBezTo>
                      <a:lnTo>
                        <a:pt x="61847" y="13893"/>
                      </a:lnTo>
                      <a:cubicBezTo>
                        <a:pt x="61847" y="8515"/>
                        <a:pt x="56469" y="4482"/>
                        <a:pt x="50195" y="4482"/>
                      </a:cubicBezTo>
                      <a:lnTo>
                        <a:pt x="15686" y="448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84" name="Freeform: Shape 5344">
                  <a:extLst>
                    <a:ext uri="{FF2B5EF4-FFF2-40B4-BE49-F238E27FC236}">
                      <a16:creationId xmlns:a16="http://schemas.microsoft.com/office/drawing/2014/main" id="{4B427DB8-08A5-3BE3-F914-F1F318E3EB3D}"/>
                    </a:ext>
                  </a:extLst>
                </p:cNvPr>
                <p:cNvSpPr/>
                <p:nvPr/>
              </p:nvSpPr>
              <p:spPr>
                <a:xfrm>
                  <a:off x="11532326" y="2818527"/>
                  <a:ext cx="31372" cy="31372"/>
                </a:xfrm>
                <a:custGeom>
                  <a:avLst/>
                  <a:gdLst>
                    <a:gd name="connsiteX0" fmla="*/ 17479 w 31371"/>
                    <a:gd name="connsiteY0" fmla="*/ 34957 h 31371"/>
                    <a:gd name="connsiteX1" fmla="*/ 0 w 31371"/>
                    <a:gd name="connsiteY1" fmla="*/ 17479 h 31371"/>
                    <a:gd name="connsiteX2" fmla="*/ 17479 w 31371"/>
                    <a:gd name="connsiteY2" fmla="*/ 0 h 31371"/>
                    <a:gd name="connsiteX3" fmla="*/ 34957 w 31371"/>
                    <a:gd name="connsiteY3" fmla="*/ 17479 h 31371"/>
                    <a:gd name="connsiteX4" fmla="*/ 17479 w 31371"/>
                    <a:gd name="connsiteY4" fmla="*/ 34957 h 31371"/>
                    <a:gd name="connsiteX5" fmla="*/ 17479 w 31371"/>
                    <a:gd name="connsiteY5" fmla="*/ 4930 h 31371"/>
                    <a:gd name="connsiteX6" fmla="*/ 4482 w 31371"/>
                    <a:gd name="connsiteY6" fmla="*/ 17927 h 31371"/>
                    <a:gd name="connsiteX7" fmla="*/ 17479 w 31371"/>
                    <a:gd name="connsiteY7" fmla="*/ 30924 h 31371"/>
                    <a:gd name="connsiteX8" fmla="*/ 30475 w 31371"/>
                    <a:gd name="connsiteY8" fmla="*/ 17927 h 31371"/>
                    <a:gd name="connsiteX9" fmla="*/ 17479 w 31371"/>
                    <a:gd name="connsiteY9" fmla="*/ 4930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31371">
                      <a:moveTo>
                        <a:pt x="17479" y="34957"/>
                      </a:moveTo>
                      <a:cubicBezTo>
                        <a:pt x="8067" y="34957"/>
                        <a:pt x="0" y="27338"/>
                        <a:pt x="0" y="17479"/>
                      </a:cubicBezTo>
                      <a:cubicBezTo>
                        <a:pt x="0" y="8067"/>
                        <a:pt x="7619" y="0"/>
                        <a:pt x="17479" y="0"/>
                      </a:cubicBezTo>
                      <a:cubicBezTo>
                        <a:pt x="27338" y="0"/>
                        <a:pt x="34957" y="7619"/>
                        <a:pt x="34957" y="17479"/>
                      </a:cubicBezTo>
                      <a:cubicBezTo>
                        <a:pt x="34957" y="27338"/>
                        <a:pt x="26890" y="34957"/>
                        <a:pt x="17479" y="34957"/>
                      </a:cubicBezTo>
                      <a:close/>
                      <a:moveTo>
                        <a:pt x="17479" y="4930"/>
                      </a:moveTo>
                      <a:cubicBezTo>
                        <a:pt x="10308" y="4930"/>
                        <a:pt x="4482" y="10756"/>
                        <a:pt x="4482" y="17927"/>
                      </a:cubicBezTo>
                      <a:cubicBezTo>
                        <a:pt x="4482" y="25098"/>
                        <a:pt x="10308" y="30924"/>
                        <a:pt x="17479" y="30924"/>
                      </a:cubicBezTo>
                      <a:cubicBezTo>
                        <a:pt x="24649" y="30924"/>
                        <a:pt x="30475" y="25098"/>
                        <a:pt x="30475" y="17927"/>
                      </a:cubicBezTo>
                      <a:cubicBezTo>
                        <a:pt x="30475" y="10756"/>
                        <a:pt x="24649" y="4930"/>
                        <a:pt x="17479" y="49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85" name="Group 2509">
                <a:extLst>
                  <a:ext uri="{FF2B5EF4-FFF2-40B4-BE49-F238E27FC236}">
                    <a16:creationId xmlns:a16="http://schemas.microsoft.com/office/drawing/2014/main" id="{8948CD38-455F-88BA-6A9D-32B40D41F0A4}"/>
                  </a:ext>
                  <a:ext uri="{C183D7F6-B498-43B3-948B-1728B52AA6E4}">
                    <adec:decorative xmlns:adec="http://schemas.microsoft.com/office/drawing/2017/decorative" val="1"/>
                  </a:ext>
                </a:extLst>
              </p:cNvPr>
              <p:cNvGrpSpPr>
                <a:grpSpLocks noChangeAspect="1"/>
              </p:cNvGrpSpPr>
              <p:nvPr/>
            </p:nvGrpSpPr>
            <p:grpSpPr>
              <a:xfrm>
                <a:off x="6423603" y="5204968"/>
                <a:ext cx="147896" cy="164809"/>
                <a:chOff x="6480103" y="3149277"/>
                <a:chExt cx="147896" cy="164809"/>
              </a:xfrm>
            </p:grpSpPr>
            <p:sp>
              <p:nvSpPr>
                <p:cNvPr id="1386" name="Freeform: Shape 5340">
                  <a:extLst>
                    <a:ext uri="{FF2B5EF4-FFF2-40B4-BE49-F238E27FC236}">
                      <a16:creationId xmlns:a16="http://schemas.microsoft.com/office/drawing/2014/main" id="{3B5168FE-9C6C-2303-CAC7-F1F273607858}"/>
                    </a:ext>
                  </a:extLst>
                </p:cNvPr>
                <p:cNvSpPr/>
                <p:nvPr/>
              </p:nvSpPr>
              <p:spPr>
                <a:xfrm>
                  <a:off x="6480103" y="3260306"/>
                  <a:ext cx="147896" cy="53780"/>
                </a:xfrm>
                <a:custGeom>
                  <a:avLst/>
                  <a:gdLst>
                    <a:gd name="connsiteX0" fmla="*/ 76189 w 147896"/>
                    <a:gd name="connsiteY0" fmla="*/ 55241 h 53780"/>
                    <a:gd name="connsiteX1" fmla="*/ 0 w 147896"/>
                    <a:gd name="connsiteY1" fmla="*/ 26110 h 53780"/>
                    <a:gd name="connsiteX2" fmla="*/ 42128 w 147896"/>
                    <a:gd name="connsiteY2" fmla="*/ 117 h 53780"/>
                    <a:gd name="connsiteX3" fmla="*/ 44817 w 147896"/>
                    <a:gd name="connsiteY3" fmla="*/ 1909 h 53780"/>
                    <a:gd name="connsiteX4" fmla="*/ 43024 w 147896"/>
                    <a:gd name="connsiteY4" fmla="*/ 4598 h 53780"/>
                    <a:gd name="connsiteX5" fmla="*/ 4482 w 147896"/>
                    <a:gd name="connsiteY5" fmla="*/ 26559 h 53780"/>
                    <a:gd name="connsiteX6" fmla="*/ 76189 w 147896"/>
                    <a:gd name="connsiteY6" fmla="*/ 51208 h 53780"/>
                    <a:gd name="connsiteX7" fmla="*/ 147896 w 147896"/>
                    <a:gd name="connsiteY7" fmla="*/ 26559 h 53780"/>
                    <a:gd name="connsiteX8" fmla="*/ 109354 w 147896"/>
                    <a:gd name="connsiteY8" fmla="*/ 4598 h 53780"/>
                    <a:gd name="connsiteX9" fmla="*/ 107561 w 147896"/>
                    <a:gd name="connsiteY9" fmla="*/ 1909 h 53780"/>
                    <a:gd name="connsiteX10" fmla="*/ 110250 w 147896"/>
                    <a:gd name="connsiteY10" fmla="*/ 117 h 53780"/>
                    <a:gd name="connsiteX11" fmla="*/ 152378 w 147896"/>
                    <a:gd name="connsiteY11" fmla="*/ 26110 h 53780"/>
                    <a:gd name="connsiteX12" fmla="*/ 76189 w 147896"/>
                    <a:gd name="connsiteY12" fmla="*/ 55241 h 5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896" h="53780">
                      <a:moveTo>
                        <a:pt x="76189" y="55241"/>
                      </a:moveTo>
                      <a:cubicBezTo>
                        <a:pt x="33613" y="55241"/>
                        <a:pt x="0" y="42245"/>
                        <a:pt x="0" y="26110"/>
                      </a:cubicBezTo>
                      <a:cubicBezTo>
                        <a:pt x="0" y="14458"/>
                        <a:pt x="15686" y="5046"/>
                        <a:pt x="42128" y="117"/>
                      </a:cubicBezTo>
                      <a:cubicBezTo>
                        <a:pt x="43473" y="-332"/>
                        <a:pt x="44369" y="565"/>
                        <a:pt x="44817" y="1909"/>
                      </a:cubicBezTo>
                      <a:cubicBezTo>
                        <a:pt x="45265" y="3254"/>
                        <a:pt x="44369" y="4150"/>
                        <a:pt x="43024" y="4598"/>
                      </a:cubicBezTo>
                      <a:cubicBezTo>
                        <a:pt x="19719" y="9080"/>
                        <a:pt x="4482" y="17595"/>
                        <a:pt x="4482" y="26559"/>
                      </a:cubicBezTo>
                      <a:cubicBezTo>
                        <a:pt x="4482" y="38659"/>
                        <a:pt x="33165" y="51208"/>
                        <a:pt x="76189" y="51208"/>
                      </a:cubicBezTo>
                      <a:cubicBezTo>
                        <a:pt x="119213" y="51208"/>
                        <a:pt x="147896" y="38659"/>
                        <a:pt x="147896" y="26559"/>
                      </a:cubicBezTo>
                      <a:cubicBezTo>
                        <a:pt x="147896" y="17595"/>
                        <a:pt x="132658" y="9080"/>
                        <a:pt x="109354" y="4598"/>
                      </a:cubicBezTo>
                      <a:cubicBezTo>
                        <a:pt x="108009" y="4150"/>
                        <a:pt x="107113" y="3254"/>
                        <a:pt x="107561" y="1909"/>
                      </a:cubicBezTo>
                      <a:cubicBezTo>
                        <a:pt x="108009" y="565"/>
                        <a:pt x="108905" y="-332"/>
                        <a:pt x="110250" y="117"/>
                      </a:cubicBezTo>
                      <a:cubicBezTo>
                        <a:pt x="136692" y="5046"/>
                        <a:pt x="152378" y="14906"/>
                        <a:pt x="152378" y="26110"/>
                      </a:cubicBezTo>
                      <a:cubicBezTo>
                        <a:pt x="152378" y="42245"/>
                        <a:pt x="118765" y="55241"/>
                        <a:pt x="76189" y="5524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87" name="Freeform: Shape 5341">
                  <a:extLst>
                    <a:ext uri="{FF2B5EF4-FFF2-40B4-BE49-F238E27FC236}">
                      <a16:creationId xmlns:a16="http://schemas.microsoft.com/office/drawing/2014/main" id="{81CFA686-369F-991F-03D6-A9AF323DC898}"/>
                    </a:ext>
                  </a:extLst>
                </p:cNvPr>
                <p:cNvSpPr/>
                <p:nvPr/>
              </p:nvSpPr>
              <p:spPr>
                <a:xfrm>
                  <a:off x="6523128" y="3190060"/>
                  <a:ext cx="62744" cy="98597"/>
                </a:xfrm>
                <a:custGeom>
                  <a:avLst/>
                  <a:gdLst>
                    <a:gd name="connsiteX0" fmla="*/ 37646 w 62743"/>
                    <a:gd name="connsiteY0" fmla="*/ 98597 h 98597"/>
                    <a:gd name="connsiteX1" fmla="*/ 28235 w 62743"/>
                    <a:gd name="connsiteY1" fmla="*/ 98597 h 98597"/>
                    <a:gd name="connsiteX2" fmla="*/ 20168 w 62743"/>
                    <a:gd name="connsiteY2" fmla="*/ 92323 h 98597"/>
                    <a:gd name="connsiteX3" fmla="*/ 20168 w 62743"/>
                    <a:gd name="connsiteY3" fmla="*/ 91427 h 98597"/>
                    <a:gd name="connsiteX4" fmla="*/ 10308 w 62743"/>
                    <a:gd name="connsiteY4" fmla="*/ 54229 h 98597"/>
                    <a:gd name="connsiteX5" fmla="*/ 8963 w 62743"/>
                    <a:gd name="connsiteY5" fmla="*/ 54229 h 98597"/>
                    <a:gd name="connsiteX6" fmla="*/ 0 w 62743"/>
                    <a:gd name="connsiteY6" fmla="*/ 46162 h 98597"/>
                    <a:gd name="connsiteX7" fmla="*/ 0 w 62743"/>
                    <a:gd name="connsiteY7" fmla="*/ 13893 h 98597"/>
                    <a:gd name="connsiteX8" fmla="*/ 16134 w 62743"/>
                    <a:gd name="connsiteY8" fmla="*/ 0 h 98597"/>
                    <a:gd name="connsiteX9" fmla="*/ 50643 w 62743"/>
                    <a:gd name="connsiteY9" fmla="*/ 0 h 98597"/>
                    <a:gd name="connsiteX10" fmla="*/ 66777 w 62743"/>
                    <a:gd name="connsiteY10" fmla="*/ 13893 h 98597"/>
                    <a:gd name="connsiteX11" fmla="*/ 66777 w 62743"/>
                    <a:gd name="connsiteY11" fmla="*/ 46162 h 98597"/>
                    <a:gd name="connsiteX12" fmla="*/ 57814 w 62743"/>
                    <a:gd name="connsiteY12" fmla="*/ 54229 h 98597"/>
                    <a:gd name="connsiteX13" fmla="*/ 56469 w 62743"/>
                    <a:gd name="connsiteY13" fmla="*/ 54229 h 98597"/>
                    <a:gd name="connsiteX14" fmla="*/ 46610 w 62743"/>
                    <a:gd name="connsiteY14" fmla="*/ 91875 h 98597"/>
                    <a:gd name="connsiteX15" fmla="*/ 37646 w 62743"/>
                    <a:gd name="connsiteY15" fmla="*/ 98597 h 98597"/>
                    <a:gd name="connsiteX16" fmla="*/ 16134 w 62743"/>
                    <a:gd name="connsiteY16" fmla="*/ 4482 h 98597"/>
                    <a:gd name="connsiteX17" fmla="*/ 4482 w 62743"/>
                    <a:gd name="connsiteY17" fmla="*/ 13893 h 98597"/>
                    <a:gd name="connsiteX18" fmla="*/ 4482 w 62743"/>
                    <a:gd name="connsiteY18" fmla="*/ 46162 h 98597"/>
                    <a:gd name="connsiteX19" fmla="*/ 8963 w 62743"/>
                    <a:gd name="connsiteY19" fmla="*/ 49747 h 98597"/>
                    <a:gd name="connsiteX20" fmla="*/ 12101 w 62743"/>
                    <a:gd name="connsiteY20" fmla="*/ 49747 h 98597"/>
                    <a:gd name="connsiteX21" fmla="*/ 14341 w 62743"/>
                    <a:gd name="connsiteY21" fmla="*/ 51540 h 98597"/>
                    <a:gd name="connsiteX22" fmla="*/ 24649 w 62743"/>
                    <a:gd name="connsiteY22" fmla="*/ 90082 h 98597"/>
                    <a:gd name="connsiteX23" fmla="*/ 24649 w 62743"/>
                    <a:gd name="connsiteY23" fmla="*/ 90979 h 98597"/>
                    <a:gd name="connsiteX24" fmla="*/ 28683 w 62743"/>
                    <a:gd name="connsiteY24" fmla="*/ 94116 h 98597"/>
                    <a:gd name="connsiteX25" fmla="*/ 38094 w 62743"/>
                    <a:gd name="connsiteY25" fmla="*/ 94116 h 98597"/>
                    <a:gd name="connsiteX26" fmla="*/ 42128 w 62743"/>
                    <a:gd name="connsiteY26" fmla="*/ 90979 h 98597"/>
                    <a:gd name="connsiteX27" fmla="*/ 52436 w 62743"/>
                    <a:gd name="connsiteY27" fmla="*/ 51540 h 98597"/>
                    <a:gd name="connsiteX28" fmla="*/ 54677 w 62743"/>
                    <a:gd name="connsiteY28" fmla="*/ 49747 h 98597"/>
                    <a:gd name="connsiteX29" fmla="*/ 57366 w 62743"/>
                    <a:gd name="connsiteY29" fmla="*/ 49747 h 98597"/>
                    <a:gd name="connsiteX30" fmla="*/ 61847 w 62743"/>
                    <a:gd name="connsiteY30" fmla="*/ 46162 h 98597"/>
                    <a:gd name="connsiteX31" fmla="*/ 61847 w 62743"/>
                    <a:gd name="connsiteY31" fmla="*/ 13893 h 98597"/>
                    <a:gd name="connsiteX32" fmla="*/ 50195 w 62743"/>
                    <a:gd name="connsiteY32" fmla="*/ 4482 h 98597"/>
                    <a:gd name="connsiteX33" fmla="*/ 16134 w 62743"/>
                    <a:gd name="connsiteY33" fmla="*/ 4482 h 9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2743" h="98597">
                      <a:moveTo>
                        <a:pt x="37646" y="98597"/>
                      </a:moveTo>
                      <a:lnTo>
                        <a:pt x="28235" y="98597"/>
                      </a:lnTo>
                      <a:cubicBezTo>
                        <a:pt x="24201" y="98597"/>
                        <a:pt x="21064" y="95908"/>
                        <a:pt x="20168" y="92323"/>
                      </a:cubicBezTo>
                      <a:lnTo>
                        <a:pt x="20168" y="91427"/>
                      </a:lnTo>
                      <a:cubicBezTo>
                        <a:pt x="20168" y="90979"/>
                        <a:pt x="12549" y="61848"/>
                        <a:pt x="10308" y="54229"/>
                      </a:cubicBezTo>
                      <a:lnTo>
                        <a:pt x="8963" y="54229"/>
                      </a:lnTo>
                      <a:cubicBezTo>
                        <a:pt x="4034" y="54229"/>
                        <a:pt x="0" y="50643"/>
                        <a:pt x="0" y="46162"/>
                      </a:cubicBezTo>
                      <a:lnTo>
                        <a:pt x="0" y="13893"/>
                      </a:lnTo>
                      <a:cubicBezTo>
                        <a:pt x="0" y="6274"/>
                        <a:pt x="7171" y="0"/>
                        <a:pt x="16134" y="0"/>
                      </a:cubicBezTo>
                      <a:lnTo>
                        <a:pt x="50643" y="0"/>
                      </a:lnTo>
                      <a:cubicBezTo>
                        <a:pt x="59607" y="0"/>
                        <a:pt x="66777" y="6274"/>
                        <a:pt x="66777" y="13893"/>
                      </a:cubicBezTo>
                      <a:lnTo>
                        <a:pt x="66777" y="46162"/>
                      </a:lnTo>
                      <a:cubicBezTo>
                        <a:pt x="66777" y="50643"/>
                        <a:pt x="62744" y="54229"/>
                        <a:pt x="57814" y="54229"/>
                      </a:cubicBezTo>
                      <a:lnTo>
                        <a:pt x="56469" y="54229"/>
                      </a:lnTo>
                      <a:lnTo>
                        <a:pt x="46610" y="91875"/>
                      </a:lnTo>
                      <a:cubicBezTo>
                        <a:pt x="44817" y="95908"/>
                        <a:pt x="41680" y="98597"/>
                        <a:pt x="37646" y="98597"/>
                      </a:cubicBezTo>
                      <a:close/>
                      <a:moveTo>
                        <a:pt x="16134" y="4482"/>
                      </a:moveTo>
                      <a:cubicBezTo>
                        <a:pt x="9860" y="4482"/>
                        <a:pt x="4482" y="8963"/>
                        <a:pt x="4482" y="13893"/>
                      </a:cubicBezTo>
                      <a:lnTo>
                        <a:pt x="4482" y="46162"/>
                      </a:lnTo>
                      <a:cubicBezTo>
                        <a:pt x="4482" y="47954"/>
                        <a:pt x="6723" y="49747"/>
                        <a:pt x="8963" y="49747"/>
                      </a:cubicBezTo>
                      <a:lnTo>
                        <a:pt x="12101" y="49747"/>
                      </a:lnTo>
                      <a:cubicBezTo>
                        <a:pt x="12997" y="49747"/>
                        <a:pt x="13893" y="50643"/>
                        <a:pt x="14341" y="51540"/>
                      </a:cubicBezTo>
                      <a:cubicBezTo>
                        <a:pt x="14341" y="52436"/>
                        <a:pt x="23753" y="87841"/>
                        <a:pt x="24649" y="90082"/>
                      </a:cubicBezTo>
                      <a:lnTo>
                        <a:pt x="24649" y="90979"/>
                      </a:lnTo>
                      <a:cubicBezTo>
                        <a:pt x="25098" y="92771"/>
                        <a:pt x="26890" y="94116"/>
                        <a:pt x="28683" y="94116"/>
                      </a:cubicBezTo>
                      <a:lnTo>
                        <a:pt x="38094" y="94116"/>
                      </a:lnTo>
                      <a:cubicBezTo>
                        <a:pt x="39887" y="94116"/>
                        <a:pt x="41680" y="92771"/>
                        <a:pt x="42128" y="90979"/>
                      </a:cubicBezTo>
                      <a:lnTo>
                        <a:pt x="52436" y="51540"/>
                      </a:lnTo>
                      <a:cubicBezTo>
                        <a:pt x="52884" y="50643"/>
                        <a:pt x="53780" y="49747"/>
                        <a:pt x="54677" y="49747"/>
                      </a:cubicBezTo>
                      <a:lnTo>
                        <a:pt x="57366" y="49747"/>
                      </a:lnTo>
                      <a:cubicBezTo>
                        <a:pt x="60055" y="49747"/>
                        <a:pt x="61847" y="47954"/>
                        <a:pt x="61847" y="46162"/>
                      </a:cubicBezTo>
                      <a:lnTo>
                        <a:pt x="61847" y="13893"/>
                      </a:lnTo>
                      <a:cubicBezTo>
                        <a:pt x="61847" y="8515"/>
                        <a:pt x="56469" y="4482"/>
                        <a:pt x="50195" y="4482"/>
                      </a:cubicBezTo>
                      <a:lnTo>
                        <a:pt x="16134" y="448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88" name="Freeform: Shape 5342">
                  <a:extLst>
                    <a:ext uri="{FF2B5EF4-FFF2-40B4-BE49-F238E27FC236}">
                      <a16:creationId xmlns:a16="http://schemas.microsoft.com/office/drawing/2014/main" id="{F9540E3E-6698-F112-7272-25490C5F5CC6}"/>
                    </a:ext>
                  </a:extLst>
                </p:cNvPr>
                <p:cNvSpPr/>
                <p:nvPr/>
              </p:nvSpPr>
              <p:spPr>
                <a:xfrm>
                  <a:off x="6538814" y="3149277"/>
                  <a:ext cx="31372" cy="31372"/>
                </a:xfrm>
                <a:custGeom>
                  <a:avLst/>
                  <a:gdLst>
                    <a:gd name="connsiteX0" fmla="*/ 17479 w 31371"/>
                    <a:gd name="connsiteY0" fmla="*/ 34957 h 31371"/>
                    <a:gd name="connsiteX1" fmla="*/ 0 w 31371"/>
                    <a:gd name="connsiteY1" fmla="*/ 17479 h 31371"/>
                    <a:gd name="connsiteX2" fmla="*/ 17479 w 31371"/>
                    <a:gd name="connsiteY2" fmla="*/ 0 h 31371"/>
                    <a:gd name="connsiteX3" fmla="*/ 34957 w 31371"/>
                    <a:gd name="connsiteY3" fmla="*/ 17479 h 31371"/>
                    <a:gd name="connsiteX4" fmla="*/ 17479 w 31371"/>
                    <a:gd name="connsiteY4" fmla="*/ 34957 h 31371"/>
                    <a:gd name="connsiteX5" fmla="*/ 17479 w 31371"/>
                    <a:gd name="connsiteY5" fmla="*/ 4930 h 31371"/>
                    <a:gd name="connsiteX6" fmla="*/ 4482 w 31371"/>
                    <a:gd name="connsiteY6" fmla="*/ 17927 h 31371"/>
                    <a:gd name="connsiteX7" fmla="*/ 17479 w 31371"/>
                    <a:gd name="connsiteY7" fmla="*/ 30924 h 31371"/>
                    <a:gd name="connsiteX8" fmla="*/ 30476 w 31371"/>
                    <a:gd name="connsiteY8" fmla="*/ 17927 h 31371"/>
                    <a:gd name="connsiteX9" fmla="*/ 17479 w 31371"/>
                    <a:gd name="connsiteY9" fmla="*/ 4930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31371">
                      <a:moveTo>
                        <a:pt x="17479" y="34957"/>
                      </a:moveTo>
                      <a:cubicBezTo>
                        <a:pt x="8067" y="34957"/>
                        <a:pt x="0" y="27338"/>
                        <a:pt x="0" y="17479"/>
                      </a:cubicBezTo>
                      <a:cubicBezTo>
                        <a:pt x="0" y="8067"/>
                        <a:pt x="7619" y="0"/>
                        <a:pt x="17479" y="0"/>
                      </a:cubicBezTo>
                      <a:cubicBezTo>
                        <a:pt x="26890" y="0"/>
                        <a:pt x="34957" y="7619"/>
                        <a:pt x="34957" y="17479"/>
                      </a:cubicBezTo>
                      <a:cubicBezTo>
                        <a:pt x="34957" y="27338"/>
                        <a:pt x="26890" y="34957"/>
                        <a:pt x="17479" y="34957"/>
                      </a:cubicBezTo>
                      <a:close/>
                      <a:moveTo>
                        <a:pt x="17479" y="4930"/>
                      </a:moveTo>
                      <a:cubicBezTo>
                        <a:pt x="10308" y="4930"/>
                        <a:pt x="4482" y="10756"/>
                        <a:pt x="4482" y="17927"/>
                      </a:cubicBezTo>
                      <a:cubicBezTo>
                        <a:pt x="4482" y="25098"/>
                        <a:pt x="10308" y="30924"/>
                        <a:pt x="17479" y="30924"/>
                      </a:cubicBezTo>
                      <a:cubicBezTo>
                        <a:pt x="24649" y="30924"/>
                        <a:pt x="30476" y="25098"/>
                        <a:pt x="30476" y="17927"/>
                      </a:cubicBezTo>
                      <a:cubicBezTo>
                        <a:pt x="30476" y="10756"/>
                        <a:pt x="24649" y="4930"/>
                        <a:pt x="17479" y="49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89" name="Group 2510">
                <a:extLst>
                  <a:ext uri="{FF2B5EF4-FFF2-40B4-BE49-F238E27FC236}">
                    <a16:creationId xmlns:a16="http://schemas.microsoft.com/office/drawing/2014/main" id="{21F00313-DCAF-7CEE-F502-137140A7767C}"/>
                  </a:ext>
                  <a:ext uri="{C183D7F6-B498-43B3-948B-1728B52AA6E4}">
                    <adec:decorative xmlns:adec="http://schemas.microsoft.com/office/drawing/2017/decorative" val="1"/>
                  </a:ext>
                </a:extLst>
              </p:cNvPr>
              <p:cNvGrpSpPr>
                <a:grpSpLocks noChangeAspect="1"/>
              </p:cNvGrpSpPr>
              <p:nvPr/>
            </p:nvGrpSpPr>
            <p:grpSpPr>
              <a:xfrm>
                <a:off x="7483974" y="5260541"/>
                <a:ext cx="152378" cy="78430"/>
                <a:chOff x="7540474" y="3204850"/>
                <a:chExt cx="152378" cy="78430"/>
              </a:xfrm>
            </p:grpSpPr>
            <p:sp>
              <p:nvSpPr>
                <p:cNvPr id="1390" name="Freeform: Shape 5336">
                  <a:extLst>
                    <a:ext uri="{FF2B5EF4-FFF2-40B4-BE49-F238E27FC236}">
                      <a16:creationId xmlns:a16="http://schemas.microsoft.com/office/drawing/2014/main" id="{BD6B300E-E6C6-65F5-628B-252EEA80F792}"/>
                    </a:ext>
                  </a:extLst>
                </p:cNvPr>
                <p:cNvSpPr/>
                <p:nvPr/>
              </p:nvSpPr>
              <p:spPr>
                <a:xfrm>
                  <a:off x="7553919" y="3204850"/>
                  <a:ext cx="31372" cy="31372"/>
                </a:xfrm>
                <a:custGeom>
                  <a:avLst/>
                  <a:gdLst>
                    <a:gd name="connsiteX0" fmla="*/ 15686 w 31371"/>
                    <a:gd name="connsiteY0" fmla="*/ 31372 h 31371"/>
                    <a:gd name="connsiteX1" fmla="*/ 31372 w 31371"/>
                    <a:gd name="connsiteY1" fmla="*/ 15686 h 31371"/>
                    <a:gd name="connsiteX2" fmla="*/ 15686 w 31371"/>
                    <a:gd name="connsiteY2" fmla="*/ 0 h 31371"/>
                    <a:gd name="connsiteX3" fmla="*/ 0 w 31371"/>
                    <a:gd name="connsiteY3" fmla="*/ 15686 h 31371"/>
                    <a:gd name="connsiteX4" fmla="*/ 15686 w 31371"/>
                    <a:gd name="connsiteY4" fmla="*/ 31372 h 31371"/>
                    <a:gd name="connsiteX5" fmla="*/ 15686 w 31371"/>
                    <a:gd name="connsiteY5" fmla="*/ 4482 h 31371"/>
                    <a:gd name="connsiteX6" fmla="*/ 26890 w 31371"/>
                    <a:gd name="connsiteY6" fmla="*/ 15686 h 31371"/>
                    <a:gd name="connsiteX7" fmla="*/ 15686 w 31371"/>
                    <a:gd name="connsiteY7" fmla="*/ 26890 h 31371"/>
                    <a:gd name="connsiteX8" fmla="*/ 4482 w 31371"/>
                    <a:gd name="connsiteY8" fmla="*/ 15686 h 31371"/>
                    <a:gd name="connsiteX9" fmla="*/ 15686 w 31371"/>
                    <a:gd name="connsiteY9" fmla="*/ 4482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31371">
                      <a:moveTo>
                        <a:pt x="15686" y="31372"/>
                      </a:moveTo>
                      <a:cubicBezTo>
                        <a:pt x="24201" y="31372"/>
                        <a:pt x="31372" y="24201"/>
                        <a:pt x="31372" y="15686"/>
                      </a:cubicBezTo>
                      <a:cubicBezTo>
                        <a:pt x="31372" y="7171"/>
                        <a:pt x="24201" y="0"/>
                        <a:pt x="15686" y="0"/>
                      </a:cubicBezTo>
                      <a:cubicBezTo>
                        <a:pt x="7171" y="0"/>
                        <a:pt x="0" y="7171"/>
                        <a:pt x="0" y="15686"/>
                      </a:cubicBezTo>
                      <a:cubicBezTo>
                        <a:pt x="0" y="24201"/>
                        <a:pt x="7171" y="31372"/>
                        <a:pt x="15686" y="31372"/>
                      </a:cubicBezTo>
                      <a:close/>
                      <a:moveTo>
                        <a:pt x="15686" y="4482"/>
                      </a:moveTo>
                      <a:cubicBezTo>
                        <a:pt x="21960" y="4482"/>
                        <a:pt x="26890" y="9411"/>
                        <a:pt x="26890" y="15686"/>
                      </a:cubicBezTo>
                      <a:cubicBezTo>
                        <a:pt x="26890" y="21960"/>
                        <a:pt x="21960" y="26890"/>
                        <a:pt x="15686" y="26890"/>
                      </a:cubicBezTo>
                      <a:cubicBezTo>
                        <a:pt x="9412" y="26890"/>
                        <a:pt x="4482" y="21960"/>
                        <a:pt x="4482" y="15686"/>
                      </a:cubicBezTo>
                      <a:cubicBezTo>
                        <a:pt x="4482" y="9411"/>
                        <a:pt x="9412" y="4482"/>
                        <a:pt x="15686"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91" name="Freeform: Shape 5337">
                  <a:extLst>
                    <a:ext uri="{FF2B5EF4-FFF2-40B4-BE49-F238E27FC236}">
                      <a16:creationId xmlns:a16="http://schemas.microsoft.com/office/drawing/2014/main" id="{704AB2CC-67C0-B902-9E58-8BA1C9AA4E24}"/>
                    </a:ext>
                  </a:extLst>
                </p:cNvPr>
                <p:cNvSpPr/>
                <p:nvPr/>
              </p:nvSpPr>
              <p:spPr>
                <a:xfrm>
                  <a:off x="7648035" y="3204850"/>
                  <a:ext cx="31372" cy="31372"/>
                </a:xfrm>
                <a:custGeom>
                  <a:avLst/>
                  <a:gdLst>
                    <a:gd name="connsiteX0" fmla="*/ 15686 w 31371"/>
                    <a:gd name="connsiteY0" fmla="*/ 31372 h 31371"/>
                    <a:gd name="connsiteX1" fmla="*/ 31372 w 31371"/>
                    <a:gd name="connsiteY1" fmla="*/ 15686 h 31371"/>
                    <a:gd name="connsiteX2" fmla="*/ 15686 w 31371"/>
                    <a:gd name="connsiteY2" fmla="*/ 0 h 31371"/>
                    <a:gd name="connsiteX3" fmla="*/ 0 w 31371"/>
                    <a:gd name="connsiteY3" fmla="*/ 15686 h 31371"/>
                    <a:gd name="connsiteX4" fmla="*/ 15686 w 31371"/>
                    <a:gd name="connsiteY4" fmla="*/ 31372 h 31371"/>
                    <a:gd name="connsiteX5" fmla="*/ 15686 w 31371"/>
                    <a:gd name="connsiteY5" fmla="*/ 4482 h 31371"/>
                    <a:gd name="connsiteX6" fmla="*/ 26890 w 31371"/>
                    <a:gd name="connsiteY6" fmla="*/ 15686 h 31371"/>
                    <a:gd name="connsiteX7" fmla="*/ 15686 w 31371"/>
                    <a:gd name="connsiteY7" fmla="*/ 26890 h 31371"/>
                    <a:gd name="connsiteX8" fmla="*/ 4482 w 31371"/>
                    <a:gd name="connsiteY8" fmla="*/ 15686 h 31371"/>
                    <a:gd name="connsiteX9" fmla="*/ 15686 w 31371"/>
                    <a:gd name="connsiteY9" fmla="*/ 4482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31371">
                      <a:moveTo>
                        <a:pt x="15686" y="31372"/>
                      </a:moveTo>
                      <a:cubicBezTo>
                        <a:pt x="24201" y="31372"/>
                        <a:pt x="31372" y="24201"/>
                        <a:pt x="31372" y="15686"/>
                      </a:cubicBezTo>
                      <a:cubicBezTo>
                        <a:pt x="31372" y="7171"/>
                        <a:pt x="24201" y="0"/>
                        <a:pt x="15686" y="0"/>
                      </a:cubicBezTo>
                      <a:cubicBezTo>
                        <a:pt x="7171" y="0"/>
                        <a:pt x="0" y="7171"/>
                        <a:pt x="0" y="15686"/>
                      </a:cubicBezTo>
                      <a:cubicBezTo>
                        <a:pt x="0" y="24201"/>
                        <a:pt x="7171" y="31372"/>
                        <a:pt x="15686" y="31372"/>
                      </a:cubicBezTo>
                      <a:close/>
                      <a:moveTo>
                        <a:pt x="15686" y="4482"/>
                      </a:moveTo>
                      <a:cubicBezTo>
                        <a:pt x="21960" y="4482"/>
                        <a:pt x="26890" y="9411"/>
                        <a:pt x="26890" y="15686"/>
                      </a:cubicBezTo>
                      <a:cubicBezTo>
                        <a:pt x="26890" y="21960"/>
                        <a:pt x="21960" y="26890"/>
                        <a:pt x="15686" y="26890"/>
                      </a:cubicBezTo>
                      <a:cubicBezTo>
                        <a:pt x="9411" y="26890"/>
                        <a:pt x="4482" y="21960"/>
                        <a:pt x="4482" y="15686"/>
                      </a:cubicBezTo>
                      <a:cubicBezTo>
                        <a:pt x="4482" y="9411"/>
                        <a:pt x="9411" y="4482"/>
                        <a:pt x="15686"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92" name="Freeform: Shape 5338">
                  <a:extLst>
                    <a:ext uri="{FF2B5EF4-FFF2-40B4-BE49-F238E27FC236}">
                      <a16:creationId xmlns:a16="http://schemas.microsoft.com/office/drawing/2014/main" id="{B0A202B7-3286-5B82-1605-A1CEF26B4F50}"/>
                    </a:ext>
                  </a:extLst>
                </p:cNvPr>
                <p:cNvSpPr/>
                <p:nvPr/>
              </p:nvSpPr>
              <p:spPr>
                <a:xfrm>
                  <a:off x="7540474" y="3238463"/>
                  <a:ext cx="152378" cy="44817"/>
                </a:xfrm>
                <a:custGeom>
                  <a:avLst/>
                  <a:gdLst>
                    <a:gd name="connsiteX0" fmla="*/ 136692 w 152377"/>
                    <a:gd name="connsiteY0" fmla="*/ 0 h 44817"/>
                    <a:gd name="connsiteX1" fmla="*/ 109802 w 152377"/>
                    <a:gd name="connsiteY1" fmla="*/ 0 h 44817"/>
                    <a:gd name="connsiteX2" fmla="*/ 95908 w 152377"/>
                    <a:gd name="connsiteY2" fmla="*/ 8067 h 44817"/>
                    <a:gd name="connsiteX3" fmla="*/ 89634 w 152377"/>
                    <a:gd name="connsiteY3" fmla="*/ 6723 h 44817"/>
                    <a:gd name="connsiteX4" fmla="*/ 62744 w 152377"/>
                    <a:gd name="connsiteY4" fmla="*/ 6723 h 44817"/>
                    <a:gd name="connsiteX5" fmla="*/ 56469 w 152377"/>
                    <a:gd name="connsiteY5" fmla="*/ 8067 h 44817"/>
                    <a:gd name="connsiteX6" fmla="*/ 42576 w 152377"/>
                    <a:gd name="connsiteY6" fmla="*/ 0 h 44817"/>
                    <a:gd name="connsiteX7" fmla="*/ 15686 w 152377"/>
                    <a:gd name="connsiteY7" fmla="*/ 0 h 44817"/>
                    <a:gd name="connsiteX8" fmla="*/ 0 w 152377"/>
                    <a:gd name="connsiteY8" fmla="*/ 15686 h 44817"/>
                    <a:gd name="connsiteX9" fmla="*/ 0 w 152377"/>
                    <a:gd name="connsiteY9" fmla="*/ 29579 h 44817"/>
                    <a:gd name="connsiteX10" fmla="*/ 8515 w 152377"/>
                    <a:gd name="connsiteY10" fmla="*/ 38094 h 44817"/>
                    <a:gd name="connsiteX11" fmla="*/ 47506 w 152377"/>
                    <a:gd name="connsiteY11" fmla="*/ 38094 h 44817"/>
                    <a:gd name="connsiteX12" fmla="*/ 55573 w 152377"/>
                    <a:gd name="connsiteY12" fmla="*/ 44817 h 44817"/>
                    <a:gd name="connsiteX13" fmla="*/ 97253 w 152377"/>
                    <a:gd name="connsiteY13" fmla="*/ 44817 h 44817"/>
                    <a:gd name="connsiteX14" fmla="*/ 105320 w 152377"/>
                    <a:gd name="connsiteY14" fmla="*/ 38094 h 44817"/>
                    <a:gd name="connsiteX15" fmla="*/ 144311 w 152377"/>
                    <a:gd name="connsiteY15" fmla="*/ 38094 h 44817"/>
                    <a:gd name="connsiteX16" fmla="*/ 152826 w 152377"/>
                    <a:gd name="connsiteY16" fmla="*/ 29579 h 44817"/>
                    <a:gd name="connsiteX17" fmla="*/ 152826 w 152377"/>
                    <a:gd name="connsiteY17" fmla="*/ 15686 h 44817"/>
                    <a:gd name="connsiteX18" fmla="*/ 136692 w 152377"/>
                    <a:gd name="connsiteY18" fmla="*/ 0 h 44817"/>
                    <a:gd name="connsiteX19" fmla="*/ 4482 w 152377"/>
                    <a:gd name="connsiteY19" fmla="*/ 29579 h 44817"/>
                    <a:gd name="connsiteX20" fmla="*/ 4482 w 152377"/>
                    <a:gd name="connsiteY20" fmla="*/ 15686 h 44817"/>
                    <a:gd name="connsiteX21" fmla="*/ 15686 w 152377"/>
                    <a:gd name="connsiteY21" fmla="*/ 4482 h 44817"/>
                    <a:gd name="connsiteX22" fmla="*/ 42576 w 152377"/>
                    <a:gd name="connsiteY22" fmla="*/ 4482 h 44817"/>
                    <a:gd name="connsiteX23" fmla="*/ 52436 w 152377"/>
                    <a:gd name="connsiteY23" fmla="*/ 10756 h 44817"/>
                    <a:gd name="connsiteX24" fmla="*/ 47058 w 152377"/>
                    <a:gd name="connsiteY24" fmla="*/ 22409 h 44817"/>
                    <a:gd name="connsiteX25" fmla="*/ 47058 w 152377"/>
                    <a:gd name="connsiteY25" fmla="*/ 33613 h 44817"/>
                    <a:gd name="connsiteX26" fmla="*/ 8515 w 152377"/>
                    <a:gd name="connsiteY26" fmla="*/ 33613 h 44817"/>
                    <a:gd name="connsiteX27" fmla="*/ 4482 w 152377"/>
                    <a:gd name="connsiteY27" fmla="*/ 29579 h 44817"/>
                    <a:gd name="connsiteX28" fmla="*/ 100838 w 152377"/>
                    <a:gd name="connsiteY28" fmla="*/ 36302 h 44817"/>
                    <a:gd name="connsiteX29" fmla="*/ 96805 w 152377"/>
                    <a:gd name="connsiteY29" fmla="*/ 40335 h 44817"/>
                    <a:gd name="connsiteX30" fmla="*/ 55125 w 152377"/>
                    <a:gd name="connsiteY30" fmla="*/ 40335 h 44817"/>
                    <a:gd name="connsiteX31" fmla="*/ 51091 w 152377"/>
                    <a:gd name="connsiteY31" fmla="*/ 36302 h 44817"/>
                    <a:gd name="connsiteX32" fmla="*/ 51091 w 152377"/>
                    <a:gd name="connsiteY32" fmla="*/ 22409 h 44817"/>
                    <a:gd name="connsiteX33" fmla="*/ 62296 w 152377"/>
                    <a:gd name="connsiteY33" fmla="*/ 11204 h 44817"/>
                    <a:gd name="connsiteX34" fmla="*/ 89186 w 152377"/>
                    <a:gd name="connsiteY34" fmla="*/ 11204 h 44817"/>
                    <a:gd name="connsiteX35" fmla="*/ 100390 w 152377"/>
                    <a:gd name="connsiteY35" fmla="*/ 22409 h 44817"/>
                    <a:gd name="connsiteX36" fmla="*/ 100390 w 152377"/>
                    <a:gd name="connsiteY36" fmla="*/ 36302 h 44817"/>
                    <a:gd name="connsiteX37" fmla="*/ 147896 w 152377"/>
                    <a:gd name="connsiteY37" fmla="*/ 29579 h 44817"/>
                    <a:gd name="connsiteX38" fmla="*/ 143863 w 152377"/>
                    <a:gd name="connsiteY38" fmla="*/ 33613 h 44817"/>
                    <a:gd name="connsiteX39" fmla="*/ 105320 w 152377"/>
                    <a:gd name="connsiteY39" fmla="*/ 33613 h 44817"/>
                    <a:gd name="connsiteX40" fmla="*/ 105320 w 152377"/>
                    <a:gd name="connsiteY40" fmla="*/ 22409 h 44817"/>
                    <a:gd name="connsiteX41" fmla="*/ 99942 w 152377"/>
                    <a:gd name="connsiteY41" fmla="*/ 10756 h 44817"/>
                    <a:gd name="connsiteX42" fmla="*/ 109802 w 152377"/>
                    <a:gd name="connsiteY42" fmla="*/ 4482 h 44817"/>
                    <a:gd name="connsiteX43" fmla="*/ 136692 w 152377"/>
                    <a:gd name="connsiteY43" fmla="*/ 4482 h 44817"/>
                    <a:gd name="connsiteX44" fmla="*/ 147896 w 152377"/>
                    <a:gd name="connsiteY44" fmla="*/ 15686 h 44817"/>
                    <a:gd name="connsiteX45" fmla="*/ 147896 w 152377"/>
                    <a:gd name="connsiteY45" fmla="*/ 29579 h 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2377" h="44817">
                      <a:moveTo>
                        <a:pt x="136692" y="0"/>
                      </a:moveTo>
                      <a:lnTo>
                        <a:pt x="109802" y="0"/>
                      </a:lnTo>
                      <a:cubicBezTo>
                        <a:pt x="103975" y="0"/>
                        <a:pt x="98598" y="3137"/>
                        <a:pt x="95908" y="8067"/>
                      </a:cubicBezTo>
                      <a:cubicBezTo>
                        <a:pt x="94116" y="7171"/>
                        <a:pt x="91875" y="6723"/>
                        <a:pt x="89634" y="6723"/>
                      </a:cubicBezTo>
                      <a:lnTo>
                        <a:pt x="62744" y="6723"/>
                      </a:lnTo>
                      <a:cubicBezTo>
                        <a:pt x="60503" y="6723"/>
                        <a:pt x="58262" y="7171"/>
                        <a:pt x="56469" y="8067"/>
                      </a:cubicBezTo>
                      <a:cubicBezTo>
                        <a:pt x="53780" y="3137"/>
                        <a:pt x="48402" y="0"/>
                        <a:pt x="42576" y="0"/>
                      </a:cubicBezTo>
                      <a:lnTo>
                        <a:pt x="15686" y="0"/>
                      </a:lnTo>
                      <a:cubicBezTo>
                        <a:pt x="7171" y="0"/>
                        <a:pt x="0" y="7171"/>
                        <a:pt x="0" y="15686"/>
                      </a:cubicBezTo>
                      <a:lnTo>
                        <a:pt x="0" y="29579"/>
                      </a:lnTo>
                      <a:cubicBezTo>
                        <a:pt x="0" y="34061"/>
                        <a:pt x="3585" y="38094"/>
                        <a:pt x="8515" y="38094"/>
                      </a:cubicBezTo>
                      <a:lnTo>
                        <a:pt x="47506" y="38094"/>
                      </a:lnTo>
                      <a:cubicBezTo>
                        <a:pt x="48402" y="42128"/>
                        <a:pt x="51540" y="44817"/>
                        <a:pt x="55573" y="44817"/>
                      </a:cubicBezTo>
                      <a:lnTo>
                        <a:pt x="97253" y="44817"/>
                      </a:lnTo>
                      <a:cubicBezTo>
                        <a:pt x="101286" y="44817"/>
                        <a:pt x="104872" y="42128"/>
                        <a:pt x="105320" y="38094"/>
                      </a:cubicBezTo>
                      <a:lnTo>
                        <a:pt x="144311" y="38094"/>
                      </a:lnTo>
                      <a:cubicBezTo>
                        <a:pt x="148792" y="38094"/>
                        <a:pt x="152826" y="34509"/>
                        <a:pt x="152826" y="29579"/>
                      </a:cubicBezTo>
                      <a:lnTo>
                        <a:pt x="152826" y="15686"/>
                      </a:lnTo>
                      <a:cubicBezTo>
                        <a:pt x="152378" y="7171"/>
                        <a:pt x="145207" y="0"/>
                        <a:pt x="136692" y="0"/>
                      </a:cubicBezTo>
                      <a:close/>
                      <a:moveTo>
                        <a:pt x="4482" y="29579"/>
                      </a:moveTo>
                      <a:lnTo>
                        <a:pt x="4482" y="15686"/>
                      </a:lnTo>
                      <a:cubicBezTo>
                        <a:pt x="4482" y="9411"/>
                        <a:pt x="9412" y="4482"/>
                        <a:pt x="15686" y="4482"/>
                      </a:cubicBezTo>
                      <a:lnTo>
                        <a:pt x="42576" y="4482"/>
                      </a:lnTo>
                      <a:cubicBezTo>
                        <a:pt x="46610" y="4482"/>
                        <a:pt x="50643" y="6723"/>
                        <a:pt x="52436" y="10756"/>
                      </a:cubicBezTo>
                      <a:cubicBezTo>
                        <a:pt x="49299" y="13445"/>
                        <a:pt x="47058" y="17927"/>
                        <a:pt x="47058" y="22409"/>
                      </a:cubicBezTo>
                      <a:lnTo>
                        <a:pt x="47058" y="33613"/>
                      </a:lnTo>
                      <a:lnTo>
                        <a:pt x="8515" y="33613"/>
                      </a:lnTo>
                      <a:cubicBezTo>
                        <a:pt x="6274" y="33613"/>
                        <a:pt x="4482" y="31820"/>
                        <a:pt x="4482" y="29579"/>
                      </a:cubicBezTo>
                      <a:close/>
                      <a:moveTo>
                        <a:pt x="100838" y="36302"/>
                      </a:moveTo>
                      <a:cubicBezTo>
                        <a:pt x="100838" y="38543"/>
                        <a:pt x="99046" y="40335"/>
                        <a:pt x="96805" y="40335"/>
                      </a:cubicBezTo>
                      <a:lnTo>
                        <a:pt x="55125" y="40335"/>
                      </a:lnTo>
                      <a:cubicBezTo>
                        <a:pt x="52884" y="40335"/>
                        <a:pt x="51091" y="38543"/>
                        <a:pt x="51091" y="36302"/>
                      </a:cubicBezTo>
                      <a:lnTo>
                        <a:pt x="51091" y="22409"/>
                      </a:lnTo>
                      <a:cubicBezTo>
                        <a:pt x="51091" y="16134"/>
                        <a:pt x="56021" y="11204"/>
                        <a:pt x="62296" y="11204"/>
                      </a:cubicBezTo>
                      <a:lnTo>
                        <a:pt x="89186" y="11204"/>
                      </a:lnTo>
                      <a:cubicBezTo>
                        <a:pt x="95460" y="11204"/>
                        <a:pt x="100390" y="16134"/>
                        <a:pt x="100390" y="22409"/>
                      </a:cubicBezTo>
                      <a:lnTo>
                        <a:pt x="100390" y="36302"/>
                      </a:lnTo>
                      <a:close/>
                      <a:moveTo>
                        <a:pt x="147896" y="29579"/>
                      </a:moveTo>
                      <a:cubicBezTo>
                        <a:pt x="147896" y="31820"/>
                        <a:pt x="146103" y="33613"/>
                        <a:pt x="143863" y="33613"/>
                      </a:cubicBezTo>
                      <a:lnTo>
                        <a:pt x="105320" y="33613"/>
                      </a:lnTo>
                      <a:lnTo>
                        <a:pt x="105320" y="22409"/>
                      </a:lnTo>
                      <a:cubicBezTo>
                        <a:pt x="105320" y="17479"/>
                        <a:pt x="103079" y="13445"/>
                        <a:pt x="99942" y="10756"/>
                      </a:cubicBezTo>
                      <a:cubicBezTo>
                        <a:pt x="101735" y="7171"/>
                        <a:pt x="105768" y="4482"/>
                        <a:pt x="109802" y="4482"/>
                      </a:cubicBezTo>
                      <a:lnTo>
                        <a:pt x="136692" y="4482"/>
                      </a:lnTo>
                      <a:cubicBezTo>
                        <a:pt x="142966" y="4482"/>
                        <a:pt x="147896" y="9411"/>
                        <a:pt x="147896" y="15686"/>
                      </a:cubicBezTo>
                      <a:lnTo>
                        <a:pt x="147896" y="29579"/>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93" name="Freeform: Shape 5339">
                  <a:extLst>
                    <a:ext uri="{FF2B5EF4-FFF2-40B4-BE49-F238E27FC236}">
                      <a16:creationId xmlns:a16="http://schemas.microsoft.com/office/drawing/2014/main" id="{CB4C1F87-035F-8FB3-A36C-55CE69A840D9}"/>
                    </a:ext>
                  </a:extLst>
                </p:cNvPr>
                <p:cNvSpPr/>
                <p:nvPr/>
              </p:nvSpPr>
              <p:spPr>
                <a:xfrm>
                  <a:off x="7600977" y="3211572"/>
                  <a:ext cx="31372" cy="31372"/>
                </a:xfrm>
                <a:custGeom>
                  <a:avLst/>
                  <a:gdLst>
                    <a:gd name="connsiteX0" fmla="*/ 15686 w 31371"/>
                    <a:gd name="connsiteY0" fmla="*/ 31372 h 31371"/>
                    <a:gd name="connsiteX1" fmla="*/ 31372 w 31371"/>
                    <a:gd name="connsiteY1" fmla="*/ 15686 h 31371"/>
                    <a:gd name="connsiteX2" fmla="*/ 15686 w 31371"/>
                    <a:gd name="connsiteY2" fmla="*/ 0 h 31371"/>
                    <a:gd name="connsiteX3" fmla="*/ 0 w 31371"/>
                    <a:gd name="connsiteY3" fmla="*/ 15686 h 31371"/>
                    <a:gd name="connsiteX4" fmla="*/ 15686 w 31371"/>
                    <a:gd name="connsiteY4" fmla="*/ 31372 h 31371"/>
                    <a:gd name="connsiteX5" fmla="*/ 15686 w 31371"/>
                    <a:gd name="connsiteY5" fmla="*/ 4482 h 31371"/>
                    <a:gd name="connsiteX6" fmla="*/ 26890 w 31371"/>
                    <a:gd name="connsiteY6" fmla="*/ 15686 h 31371"/>
                    <a:gd name="connsiteX7" fmla="*/ 15686 w 31371"/>
                    <a:gd name="connsiteY7" fmla="*/ 26890 h 31371"/>
                    <a:gd name="connsiteX8" fmla="*/ 4482 w 31371"/>
                    <a:gd name="connsiteY8" fmla="*/ 15686 h 31371"/>
                    <a:gd name="connsiteX9" fmla="*/ 15686 w 31371"/>
                    <a:gd name="connsiteY9" fmla="*/ 4482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31371">
                      <a:moveTo>
                        <a:pt x="15686" y="31372"/>
                      </a:moveTo>
                      <a:cubicBezTo>
                        <a:pt x="24201" y="31372"/>
                        <a:pt x="31372" y="24201"/>
                        <a:pt x="31372" y="15686"/>
                      </a:cubicBezTo>
                      <a:cubicBezTo>
                        <a:pt x="31372" y="7171"/>
                        <a:pt x="24201" y="0"/>
                        <a:pt x="15686" y="0"/>
                      </a:cubicBezTo>
                      <a:cubicBezTo>
                        <a:pt x="7171" y="0"/>
                        <a:pt x="0" y="7171"/>
                        <a:pt x="0" y="15686"/>
                      </a:cubicBezTo>
                      <a:cubicBezTo>
                        <a:pt x="0" y="24201"/>
                        <a:pt x="7171" y="31372"/>
                        <a:pt x="15686" y="31372"/>
                      </a:cubicBezTo>
                      <a:close/>
                      <a:moveTo>
                        <a:pt x="15686" y="4482"/>
                      </a:moveTo>
                      <a:cubicBezTo>
                        <a:pt x="21960" y="4482"/>
                        <a:pt x="26890" y="9411"/>
                        <a:pt x="26890" y="15686"/>
                      </a:cubicBezTo>
                      <a:cubicBezTo>
                        <a:pt x="26890" y="21960"/>
                        <a:pt x="21960" y="26890"/>
                        <a:pt x="15686" y="26890"/>
                      </a:cubicBezTo>
                      <a:cubicBezTo>
                        <a:pt x="9412" y="26890"/>
                        <a:pt x="4482" y="21960"/>
                        <a:pt x="4482" y="15686"/>
                      </a:cubicBezTo>
                      <a:cubicBezTo>
                        <a:pt x="4482" y="9411"/>
                        <a:pt x="9412" y="4482"/>
                        <a:pt x="15686"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94" name="Group 2511">
                <a:extLst>
                  <a:ext uri="{FF2B5EF4-FFF2-40B4-BE49-F238E27FC236}">
                    <a16:creationId xmlns:a16="http://schemas.microsoft.com/office/drawing/2014/main" id="{D9B51106-22EB-5072-9A3E-E07F486386D8}"/>
                  </a:ext>
                  <a:ext uri="{C183D7F6-B498-43B3-948B-1728B52AA6E4}">
                    <adec:decorative xmlns:adec="http://schemas.microsoft.com/office/drawing/2017/decorative" val="1"/>
                  </a:ext>
                </a:extLst>
              </p:cNvPr>
              <p:cNvGrpSpPr>
                <a:grpSpLocks noChangeAspect="1"/>
              </p:cNvGrpSpPr>
              <p:nvPr/>
            </p:nvGrpSpPr>
            <p:grpSpPr>
              <a:xfrm>
                <a:off x="8804283" y="5566641"/>
                <a:ext cx="125488" cy="146103"/>
                <a:chOff x="8860783" y="3510950"/>
                <a:chExt cx="125488" cy="146103"/>
              </a:xfrm>
            </p:grpSpPr>
            <p:sp>
              <p:nvSpPr>
                <p:cNvPr id="1395" name="Freeform: Shape 5334">
                  <a:extLst>
                    <a:ext uri="{FF2B5EF4-FFF2-40B4-BE49-F238E27FC236}">
                      <a16:creationId xmlns:a16="http://schemas.microsoft.com/office/drawing/2014/main" id="{9618D835-5AD6-4C2C-2508-1CA5D2862967}"/>
                    </a:ext>
                  </a:extLst>
                </p:cNvPr>
                <p:cNvSpPr/>
                <p:nvPr/>
              </p:nvSpPr>
              <p:spPr>
                <a:xfrm>
                  <a:off x="8889914" y="3510950"/>
                  <a:ext cx="67226" cy="67226"/>
                </a:xfrm>
                <a:custGeom>
                  <a:avLst/>
                  <a:gdLst>
                    <a:gd name="connsiteX0" fmla="*/ 33613 w 67225"/>
                    <a:gd name="connsiteY0" fmla="*/ 67226 h 67225"/>
                    <a:gd name="connsiteX1" fmla="*/ 0 w 67225"/>
                    <a:gd name="connsiteY1" fmla="*/ 33613 h 67225"/>
                    <a:gd name="connsiteX2" fmla="*/ 33613 w 67225"/>
                    <a:gd name="connsiteY2" fmla="*/ 0 h 67225"/>
                    <a:gd name="connsiteX3" fmla="*/ 67226 w 67225"/>
                    <a:gd name="connsiteY3" fmla="*/ 33613 h 67225"/>
                    <a:gd name="connsiteX4" fmla="*/ 33613 w 67225"/>
                    <a:gd name="connsiteY4" fmla="*/ 67226 h 67225"/>
                    <a:gd name="connsiteX5" fmla="*/ 33613 w 67225"/>
                    <a:gd name="connsiteY5" fmla="*/ 4482 h 67225"/>
                    <a:gd name="connsiteX6" fmla="*/ 4482 w 67225"/>
                    <a:gd name="connsiteY6" fmla="*/ 33613 h 67225"/>
                    <a:gd name="connsiteX7" fmla="*/ 33613 w 67225"/>
                    <a:gd name="connsiteY7" fmla="*/ 62744 h 67225"/>
                    <a:gd name="connsiteX8" fmla="*/ 62744 w 67225"/>
                    <a:gd name="connsiteY8" fmla="*/ 33613 h 67225"/>
                    <a:gd name="connsiteX9" fmla="*/ 33613 w 67225"/>
                    <a:gd name="connsiteY9" fmla="*/ 4482 h 6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5" h="67225">
                      <a:moveTo>
                        <a:pt x="33613" y="67226"/>
                      </a:moveTo>
                      <a:cubicBezTo>
                        <a:pt x="15238" y="67226"/>
                        <a:pt x="0" y="51988"/>
                        <a:pt x="0" y="33613"/>
                      </a:cubicBezTo>
                      <a:cubicBezTo>
                        <a:pt x="0" y="15238"/>
                        <a:pt x="15238" y="0"/>
                        <a:pt x="33613" y="0"/>
                      </a:cubicBezTo>
                      <a:cubicBezTo>
                        <a:pt x="51988" y="0"/>
                        <a:pt x="67226" y="15238"/>
                        <a:pt x="67226" y="33613"/>
                      </a:cubicBezTo>
                      <a:cubicBezTo>
                        <a:pt x="67226" y="52436"/>
                        <a:pt x="51988" y="67226"/>
                        <a:pt x="33613" y="67226"/>
                      </a:cubicBezTo>
                      <a:close/>
                      <a:moveTo>
                        <a:pt x="33613" y="4482"/>
                      </a:moveTo>
                      <a:cubicBezTo>
                        <a:pt x="17479" y="4482"/>
                        <a:pt x="4482" y="17479"/>
                        <a:pt x="4482" y="33613"/>
                      </a:cubicBezTo>
                      <a:cubicBezTo>
                        <a:pt x="4482" y="49747"/>
                        <a:pt x="17479" y="62744"/>
                        <a:pt x="33613" y="62744"/>
                      </a:cubicBezTo>
                      <a:cubicBezTo>
                        <a:pt x="49747" y="62744"/>
                        <a:pt x="62744" y="49747"/>
                        <a:pt x="62744" y="33613"/>
                      </a:cubicBezTo>
                      <a:cubicBezTo>
                        <a:pt x="62744" y="17479"/>
                        <a:pt x="49747" y="4482"/>
                        <a:pt x="3361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96" name="Freeform: Shape 5335">
                  <a:extLst>
                    <a:ext uri="{FF2B5EF4-FFF2-40B4-BE49-F238E27FC236}">
                      <a16:creationId xmlns:a16="http://schemas.microsoft.com/office/drawing/2014/main" id="{D40DBCBE-FD51-A24C-B76F-24A6EA0FF8C8}"/>
                    </a:ext>
                  </a:extLst>
                </p:cNvPr>
                <p:cNvSpPr/>
                <p:nvPr/>
              </p:nvSpPr>
              <p:spPr>
                <a:xfrm>
                  <a:off x="8860783" y="3585346"/>
                  <a:ext cx="125488" cy="71707"/>
                </a:xfrm>
                <a:custGeom>
                  <a:avLst/>
                  <a:gdLst>
                    <a:gd name="connsiteX0" fmla="*/ 111594 w 125487"/>
                    <a:gd name="connsiteY0" fmla="*/ 73948 h 71707"/>
                    <a:gd name="connsiteX1" fmla="*/ 13893 w 125487"/>
                    <a:gd name="connsiteY1" fmla="*/ 73948 h 71707"/>
                    <a:gd name="connsiteX2" fmla="*/ 0 w 125487"/>
                    <a:gd name="connsiteY2" fmla="*/ 60055 h 71707"/>
                    <a:gd name="connsiteX3" fmla="*/ 0 w 125487"/>
                    <a:gd name="connsiteY3" fmla="*/ 40335 h 71707"/>
                    <a:gd name="connsiteX4" fmla="*/ 40335 w 125487"/>
                    <a:gd name="connsiteY4" fmla="*/ 0 h 71707"/>
                    <a:gd name="connsiteX5" fmla="*/ 85152 w 125487"/>
                    <a:gd name="connsiteY5" fmla="*/ 0 h 71707"/>
                    <a:gd name="connsiteX6" fmla="*/ 125488 w 125487"/>
                    <a:gd name="connsiteY6" fmla="*/ 40335 h 71707"/>
                    <a:gd name="connsiteX7" fmla="*/ 125488 w 125487"/>
                    <a:gd name="connsiteY7" fmla="*/ 60055 h 71707"/>
                    <a:gd name="connsiteX8" fmla="*/ 111594 w 125487"/>
                    <a:gd name="connsiteY8" fmla="*/ 73948 h 71707"/>
                    <a:gd name="connsiteX9" fmla="*/ 40335 w 125487"/>
                    <a:gd name="connsiteY9" fmla="*/ 4930 h 71707"/>
                    <a:gd name="connsiteX10" fmla="*/ 4482 w 125487"/>
                    <a:gd name="connsiteY10" fmla="*/ 40784 h 71707"/>
                    <a:gd name="connsiteX11" fmla="*/ 4482 w 125487"/>
                    <a:gd name="connsiteY11" fmla="*/ 60503 h 71707"/>
                    <a:gd name="connsiteX12" fmla="*/ 13893 w 125487"/>
                    <a:gd name="connsiteY12" fmla="*/ 69915 h 71707"/>
                    <a:gd name="connsiteX13" fmla="*/ 111594 w 125487"/>
                    <a:gd name="connsiteY13" fmla="*/ 69915 h 71707"/>
                    <a:gd name="connsiteX14" fmla="*/ 121006 w 125487"/>
                    <a:gd name="connsiteY14" fmla="*/ 60503 h 71707"/>
                    <a:gd name="connsiteX15" fmla="*/ 121006 w 125487"/>
                    <a:gd name="connsiteY15" fmla="*/ 40784 h 71707"/>
                    <a:gd name="connsiteX16" fmla="*/ 85152 w 125487"/>
                    <a:gd name="connsiteY16" fmla="*/ 4930 h 71707"/>
                    <a:gd name="connsiteX17" fmla="*/ 40335 w 125487"/>
                    <a:gd name="connsiteY17" fmla="*/ 4930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5487" h="71707">
                      <a:moveTo>
                        <a:pt x="111594" y="73948"/>
                      </a:moveTo>
                      <a:lnTo>
                        <a:pt x="13893" y="73948"/>
                      </a:lnTo>
                      <a:cubicBezTo>
                        <a:pt x="6274" y="73948"/>
                        <a:pt x="0" y="67674"/>
                        <a:pt x="0" y="60055"/>
                      </a:cubicBezTo>
                      <a:lnTo>
                        <a:pt x="0" y="40335"/>
                      </a:lnTo>
                      <a:cubicBezTo>
                        <a:pt x="0" y="18375"/>
                        <a:pt x="17927" y="0"/>
                        <a:pt x="40335" y="0"/>
                      </a:cubicBezTo>
                      <a:lnTo>
                        <a:pt x="85152" y="0"/>
                      </a:lnTo>
                      <a:cubicBezTo>
                        <a:pt x="107113" y="0"/>
                        <a:pt x="125488" y="17927"/>
                        <a:pt x="125488" y="40335"/>
                      </a:cubicBezTo>
                      <a:lnTo>
                        <a:pt x="125488" y="60055"/>
                      </a:lnTo>
                      <a:cubicBezTo>
                        <a:pt x="125488" y="67674"/>
                        <a:pt x="119213" y="73948"/>
                        <a:pt x="111594" y="73948"/>
                      </a:cubicBezTo>
                      <a:close/>
                      <a:moveTo>
                        <a:pt x="40335" y="4930"/>
                      </a:moveTo>
                      <a:cubicBezTo>
                        <a:pt x="20616" y="4930"/>
                        <a:pt x="4482" y="21064"/>
                        <a:pt x="4482" y="40784"/>
                      </a:cubicBezTo>
                      <a:lnTo>
                        <a:pt x="4482" y="60503"/>
                      </a:lnTo>
                      <a:cubicBezTo>
                        <a:pt x="4482" y="65433"/>
                        <a:pt x="8515" y="69915"/>
                        <a:pt x="13893" y="69915"/>
                      </a:cubicBezTo>
                      <a:lnTo>
                        <a:pt x="111594" y="69915"/>
                      </a:lnTo>
                      <a:cubicBezTo>
                        <a:pt x="116524" y="69915"/>
                        <a:pt x="121006" y="65881"/>
                        <a:pt x="121006" y="60503"/>
                      </a:cubicBezTo>
                      <a:lnTo>
                        <a:pt x="121006" y="40784"/>
                      </a:lnTo>
                      <a:cubicBezTo>
                        <a:pt x="121006" y="21064"/>
                        <a:pt x="104872" y="4930"/>
                        <a:pt x="85152" y="4930"/>
                      </a:cubicBezTo>
                      <a:lnTo>
                        <a:pt x="40335" y="4930"/>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397" name="Group 2512">
                <a:extLst>
                  <a:ext uri="{FF2B5EF4-FFF2-40B4-BE49-F238E27FC236}">
                    <a16:creationId xmlns:a16="http://schemas.microsoft.com/office/drawing/2014/main" id="{827C578D-876A-FFF3-8EF9-62615B5AC5E4}"/>
                  </a:ext>
                  <a:ext uri="{C183D7F6-B498-43B3-948B-1728B52AA6E4}">
                    <adec:decorative xmlns:adec="http://schemas.microsoft.com/office/drawing/2017/decorative" val="1"/>
                  </a:ext>
                </a:extLst>
              </p:cNvPr>
              <p:cNvGrpSpPr>
                <a:grpSpLocks noChangeAspect="1"/>
              </p:cNvGrpSpPr>
              <p:nvPr/>
            </p:nvGrpSpPr>
            <p:grpSpPr>
              <a:xfrm>
                <a:off x="7213727" y="5213035"/>
                <a:ext cx="134899" cy="152826"/>
                <a:chOff x="7270227" y="3157344"/>
                <a:chExt cx="134899" cy="152826"/>
              </a:xfrm>
            </p:grpSpPr>
            <p:sp>
              <p:nvSpPr>
                <p:cNvPr id="1398" name="Freeform: Shape 5331">
                  <a:extLst>
                    <a:ext uri="{FF2B5EF4-FFF2-40B4-BE49-F238E27FC236}">
                      <a16:creationId xmlns:a16="http://schemas.microsoft.com/office/drawing/2014/main" id="{939675F4-E083-F4F8-1255-AA451F9B1604}"/>
                    </a:ext>
                  </a:extLst>
                </p:cNvPr>
                <p:cNvSpPr/>
                <p:nvPr/>
              </p:nvSpPr>
              <p:spPr>
                <a:xfrm>
                  <a:off x="7270227" y="3198127"/>
                  <a:ext cx="71707" cy="112043"/>
                </a:xfrm>
                <a:custGeom>
                  <a:avLst/>
                  <a:gdLst>
                    <a:gd name="connsiteX0" fmla="*/ 56021 w 71707"/>
                    <a:gd name="connsiteY0" fmla="*/ 0 h 112042"/>
                    <a:gd name="connsiteX1" fmla="*/ 15686 w 71707"/>
                    <a:gd name="connsiteY1" fmla="*/ 0 h 112042"/>
                    <a:gd name="connsiteX2" fmla="*/ 0 w 71707"/>
                    <a:gd name="connsiteY2" fmla="*/ 15686 h 112042"/>
                    <a:gd name="connsiteX3" fmla="*/ 0 w 71707"/>
                    <a:gd name="connsiteY3" fmla="*/ 56469 h 112042"/>
                    <a:gd name="connsiteX4" fmla="*/ 6723 w 71707"/>
                    <a:gd name="connsiteY4" fmla="*/ 63192 h 112042"/>
                    <a:gd name="connsiteX5" fmla="*/ 13445 w 71707"/>
                    <a:gd name="connsiteY5" fmla="*/ 63192 h 112042"/>
                    <a:gd name="connsiteX6" fmla="*/ 13445 w 71707"/>
                    <a:gd name="connsiteY6" fmla="*/ 105320 h 112042"/>
                    <a:gd name="connsiteX7" fmla="*/ 20168 w 71707"/>
                    <a:gd name="connsiteY7" fmla="*/ 112043 h 112042"/>
                    <a:gd name="connsiteX8" fmla="*/ 51540 w 71707"/>
                    <a:gd name="connsiteY8" fmla="*/ 112043 h 112042"/>
                    <a:gd name="connsiteX9" fmla="*/ 58262 w 71707"/>
                    <a:gd name="connsiteY9" fmla="*/ 105320 h 112042"/>
                    <a:gd name="connsiteX10" fmla="*/ 58262 w 71707"/>
                    <a:gd name="connsiteY10" fmla="*/ 63192 h 112042"/>
                    <a:gd name="connsiteX11" fmla="*/ 64985 w 71707"/>
                    <a:gd name="connsiteY11" fmla="*/ 63192 h 112042"/>
                    <a:gd name="connsiteX12" fmla="*/ 71707 w 71707"/>
                    <a:gd name="connsiteY12" fmla="*/ 56469 h 112042"/>
                    <a:gd name="connsiteX13" fmla="*/ 71707 w 71707"/>
                    <a:gd name="connsiteY13" fmla="*/ 15686 h 112042"/>
                    <a:gd name="connsiteX14" fmla="*/ 56021 w 71707"/>
                    <a:gd name="connsiteY14" fmla="*/ 0 h 112042"/>
                    <a:gd name="connsiteX15" fmla="*/ 67226 w 71707"/>
                    <a:gd name="connsiteY15" fmla="*/ 56469 h 112042"/>
                    <a:gd name="connsiteX16" fmla="*/ 64985 w 71707"/>
                    <a:gd name="connsiteY16" fmla="*/ 58710 h 112042"/>
                    <a:gd name="connsiteX17" fmla="*/ 58262 w 71707"/>
                    <a:gd name="connsiteY17" fmla="*/ 58710 h 112042"/>
                    <a:gd name="connsiteX18" fmla="*/ 58262 w 71707"/>
                    <a:gd name="connsiteY18" fmla="*/ 21960 h 112042"/>
                    <a:gd name="connsiteX19" fmla="*/ 56021 w 71707"/>
                    <a:gd name="connsiteY19" fmla="*/ 19719 h 112042"/>
                    <a:gd name="connsiteX20" fmla="*/ 53780 w 71707"/>
                    <a:gd name="connsiteY20" fmla="*/ 21960 h 112042"/>
                    <a:gd name="connsiteX21" fmla="*/ 53780 w 71707"/>
                    <a:gd name="connsiteY21" fmla="*/ 104872 h 112042"/>
                    <a:gd name="connsiteX22" fmla="*/ 51540 w 71707"/>
                    <a:gd name="connsiteY22" fmla="*/ 107113 h 112042"/>
                    <a:gd name="connsiteX23" fmla="*/ 38094 w 71707"/>
                    <a:gd name="connsiteY23" fmla="*/ 107113 h 112042"/>
                    <a:gd name="connsiteX24" fmla="*/ 38094 w 71707"/>
                    <a:gd name="connsiteY24" fmla="*/ 60503 h 112042"/>
                    <a:gd name="connsiteX25" fmla="*/ 35854 w 71707"/>
                    <a:gd name="connsiteY25" fmla="*/ 58262 h 112042"/>
                    <a:gd name="connsiteX26" fmla="*/ 33613 w 71707"/>
                    <a:gd name="connsiteY26" fmla="*/ 60503 h 112042"/>
                    <a:gd name="connsiteX27" fmla="*/ 33613 w 71707"/>
                    <a:gd name="connsiteY27" fmla="*/ 107113 h 112042"/>
                    <a:gd name="connsiteX28" fmla="*/ 20168 w 71707"/>
                    <a:gd name="connsiteY28" fmla="*/ 107113 h 112042"/>
                    <a:gd name="connsiteX29" fmla="*/ 17927 w 71707"/>
                    <a:gd name="connsiteY29" fmla="*/ 104872 h 112042"/>
                    <a:gd name="connsiteX30" fmla="*/ 17927 w 71707"/>
                    <a:gd name="connsiteY30" fmla="*/ 21960 h 112042"/>
                    <a:gd name="connsiteX31" fmla="*/ 15686 w 71707"/>
                    <a:gd name="connsiteY31" fmla="*/ 19719 h 112042"/>
                    <a:gd name="connsiteX32" fmla="*/ 13445 w 71707"/>
                    <a:gd name="connsiteY32" fmla="*/ 21960 h 112042"/>
                    <a:gd name="connsiteX33" fmla="*/ 13445 w 71707"/>
                    <a:gd name="connsiteY33" fmla="*/ 58710 h 112042"/>
                    <a:gd name="connsiteX34" fmla="*/ 6723 w 71707"/>
                    <a:gd name="connsiteY34" fmla="*/ 58710 h 112042"/>
                    <a:gd name="connsiteX35" fmla="*/ 4482 w 71707"/>
                    <a:gd name="connsiteY35" fmla="*/ 56469 h 112042"/>
                    <a:gd name="connsiteX36" fmla="*/ 4482 w 71707"/>
                    <a:gd name="connsiteY36" fmla="*/ 15686 h 112042"/>
                    <a:gd name="connsiteX37" fmla="*/ 15686 w 71707"/>
                    <a:gd name="connsiteY37" fmla="*/ 4482 h 112042"/>
                    <a:gd name="connsiteX38" fmla="*/ 56021 w 71707"/>
                    <a:gd name="connsiteY38" fmla="*/ 4482 h 112042"/>
                    <a:gd name="connsiteX39" fmla="*/ 67226 w 71707"/>
                    <a:gd name="connsiteY39" fmla="*/ 15686 h 112042"/>
                    <a:gd name="connsiteX40" fmla="*/ 67226 w 71707"/>
                    <a:gd name="connsiteY40" fmla="*/ 56469 h 1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1707" h="112042">
                      <a:moveTo>
                        <a:pt x="56021" y="0"/>
                      </a:moveTo>
                      <a:lnTo>
                        <a:pt x="15686" y="0"/>
                      </a:lnTo>
                      <a:cubicBezTo>
                        <a:pt x="7171" y="0"/>
                        <a:pt x="0" y="7171"/>
                        <a:pt x="0" y="15686"/>
                      </a:cubicBezTo>
                      <a:lnTo>
                        <a:pt x="0" y="56469"/>
                      </a:lnTo>
                      <a:cubicBezTo>
                        <a:pt x="0" y="60055"/>
                        <a:pt x="3137" y="63192"/>
                        <a:pt x="6723" y="63192"/>
                      </a:cubicBezTo>
                      <a:lnTo>
                        <a:pt x="13445" y="63192"/>
                      </a:lnTo>
                      <a:lnTo>
                        <a:pt x="13445" y="105320"/>
                      </a:lnTo>
                      <a:cubicBezTo>
                        <a:pt x="13445" y="108905"/>
                        <a:pt x="16582" y="112043"/>
                        <a:pt x="20168" y="112043"/>
                      </a:cubicBezTo>
                      <a:lnTo>
                        <a:pt x="51540" y="112043"/>
                      </a:lnTo>
                      <a:cubicBezTo>
                        <a:pt x="55125" y="112043"/>
                        <a:pt x="58262" y="108905"/>
                        <a:pt x="58262" y="105320"/>
                      </a:cubicBezTo>
                      <a:lnTo>
                        <a:pt x="58262" y="63192"/>
                      </a:lnTo>
                      <a:lnTo>
                        <a:pt x="64985" y="63192"/>
                      </a:lnTo>
                      <a:cubicBezTo>
                        <a:pt x="68570" y="63192"/>
                        <a:pt x="71707" y="60055"/>
                        <a:pt x="71707" y="56469"/>
                      </a:cubicBezTo>
                      <a:lnTo>
                        <a:pt x="71707" y="15686"/>
                      </a:lnTo>
                      <a:cubicBezTo>
                        <a:pt x="71707" y="7171"/>
                        <a:pt x="64537" y="0"/>
                        <a:pt x="56021" y="0"/>
                      </a:cubicBezTo>
                      <a:close/>
                      <a:moveTo>
                        <a:pt x="67226" y="56469"/>
                      </a:moveTo>
                      <a:cubicBezTo>
                        <a:pt x="67226" y="57814"/>
                        <a:pt x="66329" y="58710"/>
                        <a:pt x="64985" y="58710"/>
                      </a:cubicBezTo>
                      <a:lnTo>
                        <a:pt x="58262" y="58710"/>
                      </a:lnTo>
                      <a:lnTo>
                        <a:pt x="58262" y="21960"/>
                      </a:lnTo>
                      <a:cubicBezTo>
                        <a:pt x="58262" y="20616"/>
                        <a:pt x="57366" y="19719"/>
                        <a:pt x="56021" y="19719"/>
                      </a:cubicBezTo>
                      <a:cubicBezTo>
                        <a:pt x="54677" y="19719"/>
                        <a:pt x="53780" y="20616"/>
                        <a:pt x="53780" y="21960"/>
                      </a:cubicBezTo>
                      <a:lnTo>
                        <a:pt x="53780" y="104872"/>
                      </a:lnTo>
                      <a:cubicBezTo>
                        <a:pt x="53780" y="106216"/>
                        <a:pt x="52884" y="107113"/>
                        <a:pt x="51540" y="107113"/>
                      </a:cubicBezTo>
                      <a:lnTo>
                        <a:pt x="38094" y="107113"/>
                      </a:lnTo>
                      <a:lnTo>
                        <a:pt x="38094" y="60503"/>
                      </a:lnTo>
                      <a:cubicBezTo>
                        <a:pt x="38094" y="59158"/>
                        <a:pt x="37198" y="58262"/>
                        <a:pt x="35854" y="58262"/>
                      </a:cubicBezTo>
                      <a:cubicBezTo>
                        <a:pt x="34509" y="58262"/>
                        <a:pt x="33613" y="59158"/>
                        <a:pt x="33613" y="60503"/>
                      </a:cubicBezTo>
                      <a:lnTo>
                        <a:pt x="33613" y="107113"/>
                      </a:lnTo>
                      <a:lnTo>
                        <a:pt x="20168" y="107113"/>
                      </a:lnTo>
                      <a:cubicBezTo>
                        <a:pt x="18823" y="107113"/>
                        <a:pt x="17927" y="106216"/>
                        <a:pt x="17927" y="104872"/>
                      </a:cubicBezTo>
                      <a:lnTo>
                        <a:pt x="17927" y="21960"/>
                      </a:lnTo>
                      <a:cubicBezTo>
                        <a:pt x="17927" y="20616"/>
                        <a:pt x="17030" y="19719"/>
                        <a:pt x="15686" y="19719"/>
                      </a:cubicBezTo>
                      <a:cubicBezTo>
                        <a:pt x="14342" y="19719"/>
                        <a:pt x="13445" y="20616"/>
                        <a:pt x="13445" y="21960"/>
                      </a:cubicBezTo>
                      <a:lnTo>
                        <a:pt x="13445" y="58710"/>
                      </a:lnTo>
                      <a:lnTo>
                        <a:pt x="6723" y="58710"/>
                      </a:lnTo>
                      <a:cubicBezTo>
                        <a:pt x="5378" y="58710"/>
                        <a:pt x="4482" y="57814"/>
                        <a:pt x="4482" y="56469"/>
                      </a:cubicBezTo>
                      <a:lnTo>
                        <a:pt x="4482" y="15686"/>
                      </a:lnTo>
                      <a:cubicBezTo>
                        <a:pt x="4482" y="9411"/>
                        <a:pt x="9412" y="4482"/>
                        <a:pt x="15686" y="4482"/>
                      </a:cubicBezTo>
                      <a:lnTo>
                        <a:pt x="56021" y="4482"/>
                      </a:lnTo>
                      <a:cubicBezTo>
                        <a:pt x="62296" y="4482"/>
                        <a:pt x="67226" y="9411"/>
                        <a:pt x="67226" y="15686"/>
                      </a:cubicBezTo>
                      <a:lnTo>
                        <a:pt x="67226" y="56469"/>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399" name="Freeform: Shape 5332">
                  <a:extLst>
                    <a:ext uri="{FF2B5EF4-FFF2-40B4-BE49-F238E27FC236}">
                      <a16:creationId xmlns:a16="http://schemas.microsoft.com/office/drawing/2014/main" id="{A1A434C9-0E3F-0609-F791-2EF9D90395FD}"/>
                    </a:ext>
                  </a:extLst>
                </p:cNvPr>
                <p:cNvSpPr/>
                <p:nvPr/>
              </p:nvSpPr>
              <p:spPr>
                <a:xfrm>
                  <a:off x="7288602" y="3157344"/>
                  <a:ext cx="31372" cy="31372"/>
                </a:xfrm>
                <a:custGeom>
                  <a:avLst/>
                  <a:gdLst>
                    <a:gd name="connsiteX0" fmla="*/ 17479 w 31371"/>
                    <a:gd name="connsiteY0" fmla="*/ 34957 h 31371"/>
                    <a:gd name="connsiteX1" fmla="*/ 34957 w 31371"/>
                    <a:gd name="connsiteY1" fmla="*/ 17479 h 31371"/>
                    <a:gd name="connsiteX2" fmla="*/ 17479 w 31371"/>
                    <a:gd name="connsiteY2" fmla="*/ 0 h 31371"/>
                    <a:gd name="connsiteX3" fmla="*/ 0 w 31371"/>
                    <a:gd name="connsiteY3" fmla="*/ 17479 h 31371"/>
                    <a:gd name="connsiteX4" fmla="*/ 17479 w 31371"/>
                    <a:gd name="connsiteY4" fmla="*/ 34957 h 31371"/>
                    <a:gd name="connsiteX5" fmla="*/ 17479 w 31371"/>
                    <a:gd name="connsiteY5" fmla="*/ 4930 h 31371"/>
                    <a:gd name="connsiteX6" fmla="*/ 30476 w 31371"/>
                    <a:gd name="connsiteY6" fmla="*/ 17927 h 31371"/>
                    <a:gd name="connsiteX7" fmla="*/ 17479 w 31371"/>
                    <a:gd name="connsiteY7" fmla="*/ 30924 h 31371"/>
                    <a:gd name="connsiteX8" fmla="*/ 4482 w 31371"/>
                    <a:gd name="connsiteY8" fmla="*/ 17927 h 31371"/>
                    <a:gd name="connsiteX9" fmla="*/ 17479 w 31371"/>
                    <a:gd name="connsiteY9" fmla="*/ 4930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31371">
                      <a:moveTo>
                        <a:pt x="17479" y="34957"/>
                      </a:moveTo>
                      <a:cubicBezTo>
                        <a:pt x="26890" y="34957"/>
                        <a:pt x="34957" y="27338"/>
                        <a:pt x="34957" y="17479"/>
                      </a:cubicBezTo>
                      <a:cubicBezTo>
                        <a:pt x="34957" y="8067"/>
                        <a:pt x="27338" y="0"/>
                        <a:pt x="17479" y="0"/>
                      </a:cubicBezTo>
                      <a:cubicBezTo>
                        <a:pt x="7619" y="0"/>
                        <a:pt x="0" y="7619"/>
                        <a:pt x="0" y="17479"/>
                      </a:cubicBezTo>
                      <a:cubicBezTo>
                        <a:pt x="0" y="27338"/>
                        <a:pt x="8067" y="34957"/>
                        <a:pt x="17479" y="34957"/>
                      </a:cubicBezTo>
                      <a:close/>
                      <a:moveTo>
                        <a:pt x="17479" y="4930"/>
                      </a:moveTo>
                      <a:cubicBezTo>
                        <a:pt x="24649" y="4930"/>
                        <a:pt x="30476" y="10756"/>
                        <a:pt x="30476" y="17927"/>
                      </a:cubicBezTo>
                      <a:cubicBezTo>
                        <a:pt x="30476" y="25098"/>
                        <a:pt x="24649" y="30924"/>
                        <a:pt x="17479" y="30924"/>
                      </a:cubicBezTo>
                      <a:cubicBezTo>
                        <a:pt x="10308" y="30924"/>
                        <a:pt x="4482" y="25098"/>
                        <a:pt x="4482" y="17927"/>
                      </a:cubicBezTo>
                      <a:cubicBezTo>
                        <a:pt x="4482" y="10756"/>
                        <a:pt x="10308" y="4930"/>
                        <a:pt x="17479" y="49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00" name="Freeform: Shape 5333">
                  <a:extLst>
                    <a:ext uri="{FF2B5EF4-FFF2-40B4-BE49-F238E27FC236}">
                      <a16:creationId xmlns:a16="http://schemas.microsoft.com/office/drawing/2014/main" id="{985CE6A0-BC76-C01D-F776-65898B5B0E46}"/>
                    </a:ext>
                  </a:extLst>
                </p:cNvPr>
                <p:cNvSpPr/>
                <p:nvPr/>
              </p:nvSpPr>
              <p:spPr>
                <a:xfrm>
                  <a:off x="7351346" y="3184682"/>
                  <a:ext cx="53780" cy="112043"/>
                </a:xfrm>
                <a:custGeom>
                  <a:avLst/>
                  <a:gdLst>
                    <a:gd name="connsiteX0" fmla="*/ 42128 w 53780"/>
                    <a:gd name="connsiteY0" fmla="*/ 80671 h 112042"/>
                    <a:gd name="connsiteX1" fmla="*/ 26890 w 53780"/>
                    <a:gd name="connsiteY1" fmla="*/ 94116 h 112042"/>
                    <a:gd name="connsiteX2" fmla="*/ 17927 w 53780"/>
                    <a:gd name="connsiteY2" fmla="*/ 94116 h 112042"/>
                    <a:gd name="connsiteX3" fmla="*/ 17927 w 53780"/>
                    <a:gd name="connsiteY3" fmla="*/ 58262 h 112042"/>
                    <a:gd name="connsiteX4" fmla="*/ 26890 w 53780"/>
                    <a:gd name="connsiteY4" fmla="*/ 58262 h 112042"/>
                    <a:gd name="connsiteX5" fmla="*/ 42128 w 53780"/>
                    <a:gd name="connsiteY5" fmla="*/ 71707 h 112042"/>
                    <a:gd name="connsiteX6" fmla="*/ 57814 w 53780"/>
                    <a:gd name="connsiteY6" fmla="*/ 56021 h 112042"/>
                    <a:gd name="connsiteX7" fmla="*/ 42128 w 53780"/>
                    <a:gd name="connsiteY7" fmla="*/ 40335 h 112042"/>
                    <a:gd name="connsiteX8" fmla="*/ 26890 w 53780"/>
                    <a:gd name="connsiteY8" fmla="*/ 53780 h 112042"/>
                    <a:gd name="connsiteX9" fmla="*/ 17927 w 53780"/>
                    <a:gd name="connsiteY9" fmla="*/ 53780 h 112042"/>
                    <a:gd name="connsiteX10" fmla="*/ 17927 w 53780"/>
                    <a:gd name="connsiteY10" fmla="*/ 17927 h 112042"/>
                    <a:gd name="connsiteX11" fmla="*/ 26890 w 53780"/>
                    <a:gd name="connsiteY11" fmla="*/ 17927 h 112042"/>
                    <a:gd name="connsiteX12" fmla="*/ 42128 w 53780"/>
                    <a:gd name="connsiteY12" fmla="*/ 31372 h 112042"/>
                    <a:gd name="connsiteX13" fmla="*/ 57814 w 53780"/>
                    <a:gd name="connsiteY13" fmla="*/ 15686 h 112042"/>
                    <a:gd name="connsiteX14" fmla="*/ 42128 w 53780"/>
                    <a:gd name="connsiteY14" fmla="*/ 0 h 112042"/>
                    <a:gd name="connsiteX15" fmla="*/ 26890 w 53780"/>
                    <a:gd name="connsiteY15" fmla="*/ 13445 h 112042"/>
                    <a:gd name="connsiteX16" fmla="*/ 15686 w 53780"/>
                    <a:gd name="connsiteY16" fmla="*/ 13445 h 112042"/>
                    <a:gd name="connsiteX17" fmla="*/ 15686 w 53780"/>
                    <a:gd name="connsiteY17" fmla="*/ 13445 h 112042"/>
                    <a:gd name="connsiteX18" fmla="*/ 13893 w 53780"/>
                    <a:gd name="connsiteY18" fmla="*/ 13893 h 112042"/>
                    <a:gd name="connsiteX19" fmla="*/ 13445 w 53780"/>
                    <a:gd name="connsiteY19" fmla="*/ 15686 h 112042"/>
                    <a:gd name="connsiteX20" fmla="*/ 13445 w 53780"/>
                    <a:gd name="connsiteY20" fmla="*/ 53780 h 112042"/>
                    <a:gd name="connsiteX21" fmla="*/ 2241 w 53780"/>
                    <a:gd name="connsiteY21" fmla="*/ 53780 h 112042"/>
                    <a:gd name="connsiteX22" fmla="*/ 0 w 53780"/>
                    <a:gd name="connsiteY22" fmla="*/ 56021 h 112042"/>
                    <a:gd name="connsiteX23" fmla="*/ 2241 w 53780"/>
                    <a:gd name="connsiteY23" fmla="*/ 58262 h 112042"/>
                    <a:gd name="connsiteX24" fmla="*/ 13445 w 53780"/>
                    <a:gd name="connsiteY24" fmla="*/ 58262 h 112042"/>
                    <a:gd name="connsiteX25" fmla="*/ 13445 w 53780"/>
                    <a:gd name="connsiteY25" fmla="*/ 96357 h 112042"/>
                    <a:gd name="connsiteX26" fmla="*/ 15686 w 53780"/>
                    <a:gd name="connsiteY26" fmla="*/ 98597 h 112042"/>
                    <a:gd name="connsiteX27" fmla="*/ 26890 w 53780"/>
                    <a:gd name="connsiteY27" fmla="*/ 98597 h 112042"/>
                    <a:gd name="connsiteX28" fmla="*/ 42128 w 53780"/>
                    <a:gd name="connsiteY28" fmla="*/ 112043 h 112042"/>
                    <a:gd name="connsiteX29" fmla="*/ 57814 w 53780"/>
                    <a:gd name="connsiteY29" fmla="*/ 96357 h 112042"/>
                    <a:gd name="connsiteX30" fmla="*/ 42128 w 53780"/>
                    <a:gd name="connsiteY30" fmla="*/ 80671 h 112042"/>
                    <a:gd name="connsiteX31" fmla="*/ 42128 w 53780"/>
                    <a:gd name="connsiteY31" fmla="*/ 44817 h 112042"/>
                    <a:gd name="connsiteX32" fmla="*/ 53332 w 53780"/>
                    <a:gd name="connsiteY32" fmla="*/ 56021 h 112042"/>
                    <a:gd name="connsiteX33" fmla="*/ 42128 w 53780"/>
                    <a:gd name="connsiteY33" fmla="*/ 67226 h 112042"/>
                    <a:gd name="connsiteX34" fmla="*/ 30924 w 53780"/>
                    <a:gd name="connsiteY34" fmla="*/ 56469 h 112042"/>
                    <a:gd name="connsiteX35" fmla="*/ 30924 w 53780"/>
                    <a:gd name="connsiteY35" fmla="*/ 56021 h 112042"/>
                    <a:gd name="connsiteX36" fmla="*/ 30924 w 53780"/>
                    <a:gd name="connsiteY36" fmla="*/ 55573 h 112042"/>
                    <a:gd name="connsiteX37" fmla="*/ 42128 w 53780"/>
                    <a:gd name="connsiteY37" fmla="*/ 44817 h 112042"/>
                    <a:gd name="connsiteX38" fmla="*/ 42128 w 53780"/>
                    <a:gd name="connsiteY38" fmla="*/ 4482 h 112042"/>
                    <a:gd name="connsiteX39" fmla="*/ 53332 w 53780"/>
                    <a:gd name="connsiteY39" fmla="*/ 15686 h 112042"/>
                    <a:gd name="connsiteX40" fmla="*/ 42128 w 53780"/>
                    <a:gd name="connsiteY40" fmla="*/ 26890 h 112042"/>
                    <a:gd name="connsiteX41" fmla="*/ 30924 w 53780"/>
                    <a:gd name="connsiteY41" fmla="*/ 16134 h 112042"/>
                    <a:gd name="connsiteX42" fmla="*/ 30924 w 53780"/>
                    <a:gd name="connsiteY42" fmla="*/ 15686 h 112042"/>
                    <a:gd name="connsiteX43" fmla="*/ 30924 w 53780"/>
                    <a:gd name="connsiteY43" fmla="*/ 15238 h 112042"/>
                    <a:gd name="connsiteX44" fmla="*/ 42128 w 53780"/>
                    <a:gd name="connsiteY44" fmla="*/ 4482 h 112042"/>
                    <a:gd name="connsiteX45" fmla="*/ 42128 w 53780"/>
                    <a:gd name="connsiteY45" fmla="*/ 107561 h 112042"/>
                    <a:gd name="connsiteX46" fmla="*/ 30924 w 53780"/>
                    <a:gd name="connsiteY46" fmla="*/ 96805 h 112042"/>
                    <a:gd name="connsiteX47" fmla="*/ 30924 w 53780"/>
                    <a:gd name="connsiteY47" fmla="*/ 96357 h 112042"/>
                    <a:gd name="connsiteX48" fmla="*/ 30924 w 53780"/>
                    <a:gd name="connsiteY48" fmla="*/ 95908 h 112042"/>
                    <a:gd name="connsiteX49" fmla="*/ 42128 w 53780"/>
                    <a:gd name="connsiteY49" fmla="*/ 85152 h 112042"/>
                    <a:gd name="connsiteX50" fmla="*/ 53332 w 53780"/>
                    <a:gd name="connsiteY50" fmla="*/ 96357 h 112042"/>
                    <a:gd name="connsiteX51" fmla="*/ 42128 w 53780"/>
                    <a:gd name="connsiteY51" fmla="*/ 107561 h 1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3780" h="112042">
                      <a:moveTo>
                        <a:pt x="42128" y="80671"/>
                      </a:moveTo>
                      <a:cubicBezTo>
                        <a:pt x="34061" y="80671"/>
                        <a:pt x="27787" y="86497"/>
                        <a:pt x="26890" y="94116"/>
                      </a:cubicBezTo>
                      <a:lnTo>
                        <a:pt x="17927" y="94116"/>
                      </a:lnTo>
                      <a:lnTo>
                        <a:pt x="17927" y="58262"/>
                      </a:lnTo>
                      <a:lnTo>
                        <a:pt x="26890" y="58262"/>
                      </a:lnTo>
                      <a:cubicBezTo>
                        <a:pt x="27787" y="65881"/>
                        <a:pt x="34509" y="71707"/>
                        <a:pt x="42128" y="71707"/>
                      </a:cubicBezTo>
                      <a:cubicBezTo>
                        <a:pt x="50643" y="71707"/>
                        <a:pt x="57814" y="64536"/>
                        <a:pt x="57814" y="56021"/>
                      </a:cubicBezTo>
                      <a:cubicBezTo>
                        <a:pt x="57814" y="47506"/>
                        <a:pt x="50643" y="40335"/>
                        <a:pt x="42128" y="40335"/>
                      </a:cubicBezTo>
                      <a:cubicBezTo>
                        <a:pt x="34061" y="40335"/>
                        <a:pt x="27787" y="46161"/>
                        <a:pt x="26890" y="53780"/>
                      </a:cubicBezTo>
                      <a:lnTo>
                        <a:pt x="17927" y="53780"/>
                      </a:lnTo>
                      <a:lnTo>
                        <a:pt x="17927" y="17927"/>
                      </a:lnTo>
                      <a:lnTo>
                        <a:pt x="26890" y="17927"/>
                      </a:lnTo>
                      <a:cubicBezTo>
                        <a:pt x="27787" y="25546"/>
                        <a:pt x="34509" y="31372"/>
                        <a:pt x="42128" y="31372"/>
                      </a:cubicBezTo>
                      <a:cubicBezTo>
                        <a:pt x="50643" y="31372"/>
                        <a:pt x="57814" y="24201"/>
                        <a:pt x="57814" y="15686"/>
                      </a:cubicBezTo>
                      <a:cubicBezTo>
                        <a:pt x="57814" y="7171"/>
                        <a:pt x="50643" y="0"/>
                        <a:pt x="42128" y="0"/>
                      </a:cubicBezTo>
                      <a:cubicBezTo>
                        <a:pt x="34061" y="0"/>
                        <a:pt x="27787" y="5826"/>
                        <a:pt x="26890" y="13445"/>
                      </a:cubicBezTo>
                      <a:lnTo>
                        <a:pt x="15686" y="13445"/>
                      </a:lnTo>
                      <a:lnTo>
                        <a:pt x="15686" y="13445"/>
                      </a:lnTo>
                      <a:cubicBezTo>
                        <a:pt x="15238" y="13445"/>
                        <a:pt x="14341" y="13893"/>
                        <a:pt x="13893" y="13893"/>
                      </a:cubicBezTo>
                      <a:cubicBezTo>
                        <a:pt x="13445" y="13893"/>
                        <a:pt x="13445" y="14790"/>
                        <a:pt x="13445" y="15686"/>
                      </a:cubicBezTo>
                      <a:lnTo>
                        <a:pt x="13445" y="53780"/>
                      </a:lnTo>
                      <a:lnTo>
                        <a:pt x="2241" y="53780"/>
                      </a:lnTo>
                      <a:cubicBezTo>
                        <a:pt x="896" y="53780"/>
                        <a:pt x="0" y="54677"/>
                        <a:pt x="0" y="56021"/>
                      </a:cubicBezTo>
                      <a:cubicBezTo>
                        <a:pt x="0" y="57366"/>
                        <a:pt x="896" y="58262"/>
                        <a:pt x="2241" y="58262"/>
                      </a:cubicBezTo>
                      <a:lnTo>
                        <a:pt x="13445" y="58262"/>
                      </a:lnTo>
                      <a:lnTo>
                        <a:pt x="13445" y="96357"/>
                      </a:lnTo>
                      <a:cubicBezTo>
                        <a:pt x="13445" y="97701"/>
                        <a:pt x="14341" y="98597"/>
                        <a:pt x="15686" y="98597"/>
                      </a:cubicBezTo>
                      <a:lnTo>
                        <a:pt x="26890" y="98597"/>
                      </a:lnTo>
                      <a:cubicBezTo>
                        <a:pt x="27787" y="106216"/>
                        <a:pt x="34509" y="112043"/>
                        <a:pt x="42128" y="112043"/>
                      </a:cubicBezTo>
                      <a:cubicBezTo>
                        <a:pt x="50643" y="112043"/>
                        <a:pt x="57814" y="104872"/>
                        <a:pt x="57814" y="96357"/>
                      </a:cubicBezTo>
                      <a:cubicBezTo>
                        <a:pt x="57814" y="87841"/>
                        <a:pt x="50643" y="80671"/>
                        <a:pt x="42128" y="80671"/>
                      </a:cubicBezTo>
                      <a:close/>
                      <a:moveTo>
                        <a:pt x="42128" y="44817"/>
                      </a:moveTo>
                      <a:cubicBezTo>
                        <a:pt x="48402" y="44817"/>
                        <a:pt x="53332" y="49747"/>
                        <a:pt x="53332" y="56021"/>
                      </a:cubicBezTo>
                      <a:cubicBezTo>
                        <a:pt x="53332" y="62296"/>
                        <a:pt x="48402" y="67226"/>
                        <a:pt x="42128" y="67226"/>
                      </a:cubicBezTo>
                      <a:cubicBezTo>
                        <a:pt x="36302" y="67226"/>
                        <a:pt x="31372" y="62744"/>
                        <a:pt x="30924" y="56469"/>
                      </a:cubicBezTo>
                      <a:cubicBezTo>
                        <a:pt x="30924" y="56469"/>
                        <a:pt x="30924" y="56021"/>
                        <a:pt x="30924" y="56021"/>
                      </a:cubicBezTo>
                      <a:cubicBezTo>
                        <a:pt x="30924" y="56021"/>
                        <a:pt x="30924" y="55573"/>
                        <a:pt x="30924" y="55573"/>
                      </a:cubicBezTo>
                      <a:cubicBezTo>
                        <a:pt x="31372" y="49299"/>
                        <a:pt x="36302" y="44817"/>
                        <a:pt x="42128" y="44817"/>
                      </a:cubicBezTo>
                      <a:close/>
                      <a:moveTo>
                        <a:pt x="42128" y="4482"/>
                      </a:moveTo>
                      <a:cubicBezTo>
                        <a:pt x="48402" y="4482"/>
                        <a:pt x="53332" y="9411"/>
                        <a:pt x="53332" y="15686"/>
                      </a:cubicBezTo>
                      <a:cubicBezTo>
                        <a:pt x="53332" y="21960"/>
                        <a:pt x="48402" y="26890"/>
                        <a:pt x="42128" y="26890"/>
                      </a:cubicBezTo>
                      <a:cubicBezTo>
                        <a:pt x="36302" y="26890"/>
                        <a:pt x="31372" y="22409"/>
                        <a:pt x="30924" y="16134"/>
                      </a:cubicBezTo>
                      <a:cubicBezTo>
                        <a:pt x="30924" y="16134"/>
                        <a:pt x="30924" y="15686"/>
                        <a:pt x="30924" y="15686"/>
                      </a:cubicBezTo>
                      <a:cubicBezTo>
                        <a:pt x="30924" y="15686"/>
                        <a:pt x="30924" y="15238"/>
                        <a:pt x="30924" y="15238"/>
                      </a:cubicBezTo>
                      <a:cubicBezTo>
                        <a:pt x="31372" y="8963"/>
                        <a:pt x="36302" y="4482"/>
                        <a:pt x="42128" y="4482"/>
                      </a:cubicBezTo>
                      <a:close/>
                      <a:moveTo>
                        <a:pt x="42128" y="107561"/>
                      </a:moveTo>
                      <a:cubicBezTo>
                        <a:pt x="36302" y="107561"/>
                        <a:pt x="31372" y="103079"/>
                        <a:pt x="30924" y="96805"/>
                      </a:cubicBezTo>
                      <a:cubicBezTo>
                        <a:pt x="30924" y="96805"/>
                        <a:pt x="30924" y="96357"/>
                        <a:pt x="30924" y="96357"/>
                      </a:cubicBezTo>
                      <a:cubicBezTo>
                        <a:pt x="30924" y="96357"/>
                        <a:pt x="30924" y="95908"/>
                        <a:pt x="30924" y="95908"/>
                      </a:cubicBezTo>
                      <a:cubicBezTo>
                        <a:pt x="31372" y="90082"/>
                        <a:pt x="36302" y="85152"/>
                        <a:pt x="42128" y="85152"/>
                      </a:cubicBezTo>
                      <a:cubicBezTo>
                        <a:pt x="48402" y="85152"/>
                        <a:pt x="53332" y="90082"/>
                        <a:pt x="53332" y="96357"/>
                      </a:cubicBezTo>
                      <a:cubicBezTo>
                        <a:pt x="53332" y="102631"/>
                        <a:pt x="48402" y="107561"/>
                        <a:pt x="42128" y="10756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401" name="Freeform: Shape 2513">
                <a:extLst>
                  <a:ext uri="{FF2B5EF4-FFF2-40B4-BE49-F238E27FC236}">
                    <a16:creationId xmlns:a16="http://schemas.microsoft.com/office/drawing/2014/main" id="{0B1A43FA-89C4-D830-16A6-8846097FFC24}"/>
                  </a:ext>
                  <a:ext uri="{C183D7F6-B498-43B3-948B-1728B52AA6E4}">
                    <adec:decorative xmlns:adec="http://schemas.microsoft.com/office/drawing/2017/decorative" val="1"/>
                  </a:ext>
                </a:extLst>
              </p:cNvPr>
              <p:cNvSpPr>
                <a:spLocks noChangeAspect="1"/>
              </p:cNvSpPr>
              <p:nvPr/>
            </p:nvSpPr>
            <p:spPr>
              <a:xfrm>
                <a:off x="9579470" y="4166333"/>
                <a:ext cx="152378" cy="147896"/>
              </a:xfrm>
              <a:custGeom>
                <a:avLst/>
                <a:gdLst>
                  <a:gd name="connsiteX0" fmla="*/ 153422 w 152377"/>
                  <a:gd name="connsiteY0" fmla="*/ 24425 h 147896"/>
                  <a:gd name="connsiteX1" fmla="*/ 151181 w 152377"/>
                  <a:gd name="connsiteY1" fmla="*/ 22633 h 147896"/>
                  <a:gd name="connsiteX2" fmla="*/ 106364 w 152377"/>
                  <a:gd name="connsiteY2" fmla="*/ 39215 h 147896"/>
                  <a:gd name="connsiteX3" fmla="*/ 93367 w 152377"/>
                  <a:gd name="connsiteY3" fmla="*/ 80447 h 147896"/>
                  <a:gd name="connsiteX4" fmla="*/ 93367 w 152377"/>
                  <a:gd name="connsiteY4" fmla="*/ 80895 h 147896"/>
                  <a:gd name="connsiteX5" fmla="*/ 79025 w 152377"/>
                  <a:gd name="connsiteY5" fmla="*/ 96581 h 147896"/>
                  <a:gd name="connsiteX6" fmla="*/ 79025 w 152377"/>
                  <a:gd name="connsiteY6" fmla="*/ 62520 h 147896"/>
                  <a:gd name="connsiteX7" fmla="*/ 94263 w 152377"/>
                  <a:gd name="connsiteY7" fmla="*/ 31148 h 147896"/>
                  <a:gd name="connsiteX8" fmla="*/ 78577 w 152377"/>
                  <a:gd name="connsiteY8" fmla="*/ 672 h 147896"/>
                  <a:gd name="connsiteX9" fmla="*/ 75440 w 152377"/>
                  <a:gd name="connsiteY9" fmla="*/ 672 h 147896"/>
                  <a:gd name="connsiteX10" fmla="*/ 60202 w 152377"/>
                  <a:gd name="connsiteY10" fmla="*/ 34285 h 147896"/>
                  <a:gd name="connsiteX11" fmla="*/ 74544 w 152377"/>
                  <a:gd name="connsiteY11" fmla="*/ 62072 h 147896"/>
                  <a:gd name="connsiteX12" fmla="*/ 74544 w 152377"/>
                  <a:gd name="connsiteY12" fmla="*/ 101511 h 147896"/>
                  <a:gd name="connsiteX13" fmla="*/ 74544 w 152377"/>
                  <a:gd name="connsiteY13" fmla="*/ 121678 h 147896"/>
                  <a:gd name="connsiteX14" fmla="*/ 60202 w 152377"/>
                  <a:gd name="connsiteY14" fmla="*/ 105992 h 147896"/>
                  <a:gd name="connsiteX15" fmla="*/ 60202 w 152377"/>
                  <a:gd name="connsiteY15" fmla="*/ 105544 h 147896"/>
                  <a:gd name="connsiteX16" fmla="*/ 47205 w 152377"/>
                  <a:gd name="connsiteY16" fmla="*/ 64312 h 147896"/>
                  <a:gd name="connsiteX17" fmla="*/ 2388 w 152377"/>
                  <a:gd name="connsiteY17" fmla="*/ 47730 h 147896"/>
                  <a:gd name="connsiteX18" fmla="*/ 147 w 152377"/>
                  <a:gd name="connsiteY18" fmla="*/ 49523 h 147896"/>
                  <a:gd name="connsiteX19" fmla="*/ 10904 w 152377"/>
                  <a:gd name="connsiteY19" fmla="*/ 85825 h 147896"/>
                  <a:gd name="connsiteX20" fmla="*/ 54376 w 152377"/>
                  <a:gd name="connsiteY20" fmla="*/ 106889 h 147896"/>
                  <a:gd name="connsiteX21" fmla="*/ 73647 w 152377"/>
                  <a:gd name="connsiteY21" fmla="*/ 127953 h 147896"/>
                  <a:gd name="connsiteX22" fmla="*/ 73647 w 152377"/>
                  <a:gd name="connsiteY22" fmla="*/ 149017 h 147896"/>
                  <a:gd name="connsiteX23" fmla="*/ 75888 w 152377"/>
                  <a:gd name="connsiteY23" fmla="*/ 151257 h 147896"/>
                  <a:gd name="connsiteX24" fmla="*/ 78129 w 152377"/>
                  <a:gd name="connsiteY24" fmla="*/ 149017 h 147896"/>
                  <a:gd name="connsiteX25" fmla="*/ 78129 w 152377"/>
                  <a:gd name="connsiteY25" fmla="*/ 127056 h 147896"/>
                  <a:gd name="connsiteX26" fmla="*/ 78129 w 152377"/>
                  <a:gd name="connsiteY26" fmla="*/ 102855 h 147896"/>
                  <a:gd name="connsiteX27" fmla="*/ 97400 w 152377"/>
                  <a:gd name="connsiteY27" fmla="*/ 81791 h 147896"/>
                  <a:gd name="connsiteX28" fmla="*/ 140873 w 152377"/>
                  <a:gd name="connsiteY28" fmla="*/ 60727 h 147896"/>
                  <a:gd name="connsiteX29" fmla="*/ 153422 w 152377"/>
                  <a:gd name="connsiteY29" fmla="*/ 24425 h 147896"/>
                  <a:gd name="connsiteX30" fmla="*/ 15833 w 152377"/>
                  <a:gd name="connsiteY30" fmla="*/ 83584 h 147896"/>
                  <a:gd name="connsiteX31" fmla="*/ 5973 w 152377"/>
                  <a:gd name="connsiteY31" fmla="*/ 52660 h 147896"/>
                  <a:gd name="connsiteX32" fmla="*/ 45413 w 152377"/>
                  <a:gd name="connsiteY32" fmla="*/ 67898 h 147896"/>
                  <a:gd name="connsiteX33" fmla="*/ 57065 w 152377"/>
                  <a:gd name="connsiteY33" fmla="*/ 102407 h 147896"/>
                  <a:gd name="connsiteX34" fmla="*/ 38690 w 152377"/>
                  <a:gd name="connsiteY34" fmla="*/ 82239 h 147896"/>
                  <a:gd name="connsiteX35" fmla="*/ 35553 w 152377"/>
                  <a:gd name="connsiteY35" fmla="*/ 82239 h 147896"/>
                  <a:gd name="connsiteX36" fmla="*/ 35553 w 152377"/>
                  <a:gd name="connsiteY36" fmla="*/ 85376 h 147896"/>
                  <a:gd name="connsiteX37" fmla="*/ 51239 w 152377"/>
                  <a:gd name="connsiteY37" fmla="*/ 102855 h 147896"/>
                  <a:gd name="connsiteX38" fmla="*/ 15833 w 152377"/>
                  <a:gd name="connsiteY38" fmla="*/ 83584 h 147896"/>
                  <a:gd name="connsiteX39" fmla="*/ 65580 w 152377"/>
                  <a:gd name="connsiteY39" fmla="*/ 34285 h 147896"/>
                  <a:gd name="connsiteX40" fmla="*/ 77681 w 152377"/>
                  <a:gd name="connsiteY40" fmla="*/ 5154 h 147896"/>
                  <a:gd name="connsiteX41" fmla="*/ 90230 w 152377"/>
                  <a:gd name="connsiteY41" fmla="*/ 30700 h 147896"/>
                  <a:gd name="connsiteX42" fmla="*/ 79474 w 152377"/>
                  <a:gd name="connsiteY42" fmla="*/ 55349 h 147896"/>
                  <a:gd name="connsiteX43" fmla="*/ 79474 w 152377"/>
                  <a:gd name="connsiteY43" fmla="*/ 35630 h 147896"/>
                  <a:gd name="connsiteX44" fmla="*/ 77233 w 152377"/>
                  <a:gd name="connsiteY44" fmla="*/ 33389 h 147896"/>
                  <a:gd name="connsiteX45" fmla="*/ 74992 w 152377"/>
                  <a:gd name="connsiteY45" fmla="*/ 35630 h 147896"/>
                  <a:gd name="connsiteX46" fmla="*/ 74992 w 152377"/>
                  <a:gd name="connsiteY46" fmla="*/ 56245 h 147896"/>
                  <a:gd name="connsiteX47" fmla="*/ 65580 w 152377"/>
                  <a:gd name="connsiteY47" fmla="*/ 34285 h 147896"/>
                  <a:gd name="connsiteX48" fmla="*/ 139080 w 152377"/>
                  <a:gd name="connsiteY48" fmla="*/ 57590 h 147896"/>
                  <a:gd name="connsiteX49" fmla="*/ 103675 w 152377"/>
                  <a:gd name="connsiteY49" fmla="*/ 76413 h 147896"/>
                  <a:gd name="connsiteX50" fmla="*/ 119361 w 152377"/>
                  <a:gd name="connsiteY50" fmla="*/ 58934 h 147896"/>
                  <a:gd name="connsiteX51" fmla="*/ 119361 w 152377"/>
                  <a:gd name="connsiteY51" fmla="*/ 55797 h 147896"/>
                  <a:gd name="connsiteX52" fmla="*/ 116224 w 152377"/>
                  <a:gd name="connsiteY52" fmla="*/ 55797 h 147896"/>
                  <a:gd name="connsiteX53" fmla="*/ 97848 w 152377"/>
                  <a:gd name="connsiteY53" fmla="*/ 75965 h 147896"/>
                  <a:gd name="connsiteX54" fmla="*/ 109501 w 152377"/>
                  <a:gd name="connsiteY54" fmla="*/ 41456 h 147896"/>
                  <a:gd name="connsiteX55" fmla="*/ 148940 w 152377"/>
                  <a:gd name="connsiteY55" fmla="*/ 26218 h 147896"/>
                  <a:gd name="connsiteX56" fmla="*/ 139080 w 152377"/>
                  <a:gd name="connsiteY56" fmla="*/ 57590 h 1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52377" h="147896">
                    <a:moveTo>
                      <a:pt x="153422" y="24425"/>
                    </a:moveTo>
                    <a:cubicBezTo>
                      <a:pt x="153422" y="23081"/>
                      <a:pt x="152525" y="22633"/>
                      <a:pt x="151181" y="22633"/>
                    </a:cubicBezTo>
                    <a:cubicBezTo>
                      <a:pt x="131461" y="22633"/>
                      <a:pt x="116224" y="28459"/>
                      <a:pt x="106364" y="39215"/>
                    </a:cubicBezTo>
                    <a:cubicBezTo>
                      <a:pt x="91126" y="56245"/>
                      <a:pt x="93367" y="79550"/>
                      <a:pt x="93367" y="80447"/>
                    </a:cubicBezTo>
                    <a:cubicBezTo>
                      <a:pt x="93367" y="80895"/>
                      <a:pt x="93367" y="80895"/>
                      <a:pt x="93367" y="80895"/>
                    </a:cubicBezTo>
                    <a:lnTo>
                      <a:pt x="79025" y="96581"/>
                    </a:lnTo>
                    <a:lnTo>
                      <a:pt x="79025" y="62520"/>
                    </a:lnTo>
                    <a:cubicBezTo>
                      <a:pt x="82162" y="59383"/>
                      <a:pt x="93815" y="47282"/>
                      <a:pt x="94263" y="31148"/>
                    </a:cubicBezTo>
                    <a:cubicBezTo>
                      <a:pt x="94263" y="20392"/>
                      <a:pt x="88885" y="10084"/>
                      <a:pt x="78577" y="672"/>
                    </a:cubicBezTo>
                    <a:cubicBezTo>
                      <a:pt x="77681" y="-224"/>
                      <a:pt x="76336" y="-224"/>
                      <a:pt x="75440" y="672"/>
                    </a:cubicBezTo>
                    <a:cubicBezTo>
                      <a:pt x="74992" y="1120"/>
                      <a:pt x="59754" y="15910"/>
                      <a:pt x="60202" y="34285"/>
                    </a:cubicBezTo>
                    <a:cubicBezTo>
                      <a:pt x="60650" y="44593"/>
                      <a:pt x="65132" y="54005"/>
                      <a:pt x="74544" y="62072"/>
                    </a:cubicBezTo>
                    <a:lnTo>
                      <a:pt x="74544" y="101511"/>
                    </a:lnTo>
                    <a:lnTo>
                      <a:pt x="74544" y="121678"/>
                    </a:lnTo>
                    <a:lnTo>
                      <a:pt x="60202" y="105992"/>
                    </a:lnTo>
                    <a:cubicBezTo>
                      <a:pt x="60202" y="105992"/>
                      <a:pt x="60202" y="105544"/>
                      <a:pt x="60202" y="105544"/>
                    </a:cubicBezTo>
                    <a:cubicBezTo>
                      <a:pt x="60202" y="104648"/>
                      <a:pt x="62443" y="81343"/>
                      <a:pt x="47205" y="64312"/>
                    </a:cubicBezTo>
                    <a:cubicBezTo>
                      <a:pt x="37345" y="53108"/>
                      <a:pt x="22108" y="47730"/>
                      <a:pt x="2388" y="47730"/>
                    </a:cubicBezTo>
                    <a:cubicBezTo>
                      <a:pt x="1044" y="47730"/>
                      <a:pt x="147" y="48626"/>
                      <a:pt x="147" y="49523"/>
                    </a:cubicBezTo>
                    <a:cubicBezTo>
                      <a:pt x="147" y="50419"/>
                      <a:pt x="-2094" y="69691"/>
                      <a:pt x="10904" y="85825"/>
                    </a:cubicBezTo>
                    <a:cubicBezTo>
                      <a:pt x="20315" y="97477"/>
                      <a:pt x="35105" y="104648"/>
                      <a:pt x="54376" y="106889"/>
                    </a:cubicBezTo>
                    <a:lnTo>
                      <a:pt x="73647" y="127953"/>
                    </a:lnTo>
                    <a:lnTo>
                      <a:pt x="73647" y="149017"/>
                    </a:lnTo>
                    <a:cubicBezTo>
                      <a:pt x="73647" y="150361"/>
                      <a:pt x="74544" y="151257"/>
                      <a:pt x="75888" y="151257"/>
                    </a:cubicBezTo>
                    <a:cubicBezTo>
                      <a:pt x="77233" y="151257"/>
                      <a:pt x="78129" y="150361"/>
                      <a:pt x="78129" y="149017"/>
                    </a:cubicBezTo>
                    <a:lnTo>
                      <a:pt x="78129" y="127056"/>
                    </a:lnTo>
                    <a:lnTo>
                      <a:pt x="78129" y="102855"/>
                    </a:lnTo>
                    <a:lnTo>
                      <a:pt x="97400" y="81791"/>
                    </a:lnTo>
                    <a:cubicBezTo>
                      <a:pt x="117120" y="79550"/>
                      <a:pt x="131461" y="72379"/>
                      <a:pt x="140873" y="60727"/>
                    </a:cubicBezTo>
                    <a:cubicBezTo>
                      <a:pt x="156110" y="44145"/>
                      <a:pt x="153870" y="24873"/>
                      <a:pt x="153422" y="24425"/>
                    </a:cubicBezTo>
                    <a:close/>
                    <a:moveTo>
                      <a:pt x="15833" y="83584"/>
                    </a:moveTo>
                    <a:cubicBezTo>
                      <a:pt x="6422" y="71483"/>
                      <a:pt x="5525" y="57590"/>
                      <a:pt x="5973" y="52660"/>
                    </a:cubicBezTo>
                    <a:cubicBezTo>
                      <a:pt x="23452" y="53108"/>
                      <a:pt x="36449" y="58038"/>
                      <a:pt x="45413" y="67898"/>
                    </a:cubicBezTo>
                    <a:cubicBezTo>
                      <a:pt x="56169" y="79550"/>
                      <a:pt x="57513" y="95236"/>
                      <a:pt x="57065" y="102407"/>
                    </a:cubicBezTo>
                    <a:lnTo>
                      <a:pt x="38690" y="82239"/>
                    </a:lnTo>
                    <a:cubicBezTo>
                      <a:pt x="37794" y="81343"/>
                      <a:pt x="36449" y="81343"/>
                      <a:pt x="35553" y="82239"/>
                    </a:cubicBezTo>
                    <a:cubicBezTo>
                      <a:pt x="34656" y="83136"/>
                      <a:pt x="34656" y="84480"/>
                      <a:pt x="35553" y="85376"/>
                    </a:cubicBezTo>
                    <a:lnTo>
                      <a:pt x="51239" y="102855"/>
                    </a:lnTo>
                    <a:cubicBezTo>
                      <a:pt x="35553" y="99718"/>
                      <a:pt x="23452" y="93443"/>
                      <a:pt x="15833" y="83584"/>
                    </a:cubicBezTo>
                    <a:close/>
                    <a:moveTo>
                      <a:pt x="65580" y="34285"/>
                    </a:moveTo>
                    <a:cubicBezTo>
                      <a:pt x="65132" y="20840"/>
                      <a:pt x="74095" y="9188"/>
                      <a:pt x="77681" y="5154"/>
                    </a:cubicBezTo>
                    <a:cubicBezTo>
                      <a:pt x="86196" y="13221"/>
                      <a:pt x="90230" y="21736"/>
                      <a:pt x="90230" y="30700"/>
                    </a:cubicBezTo>
                    <a:cubicBezTo>
                      <a:pt x="90230" y="41456"/>
                      <a:pt x="83955" y="50419"/>
                      <a:pt x="79474" y="55349"/>
                    </a:cubicBezTo>
                    <a:lnTo>
                      <a:pt x="79474" y="35630"/>
                    </a:lnTo>
                    <a:cubicBezTo>
                      <a:pt x="79474" y="34285"/>
                      <a:pt x="78577" y="33389"/>
                      <a:pt x="77233" y="33389"/>
                    </a:cubicBezTo>
                    <a:cubicBezTo>
                      <a:pt x="75888" y="33389"/>
                      <a:pt x="74992" y="34285"/>
                      <a:pt x="74992" y="35630"/>
                    </a:cubicBezTo>
                    <a:lnTo>
                      <a:pt x="74992" y="56245"/>
                    </a:lnTo>
                    <a:cubicBezTo>
                      <a:pt x="69166" y="49523"/>
                      <a:pt x="65580" y="42352"/>
                      <a:pt x="65580" y="34285"/>
                    </a:cubicBezTo>
                    <a:close/>
                    <a:moveTo>
                      <a:pt x="139080" y="57590"/>
                    </a:moveTo>
                    <a:cubicBezTo>
                      <a:pt x="131461" y="67450"/>
                      <a:pt x="119361" y="73276"/>
                      <a:pt x="103675" y="76413"/>
                    </a:cubicBezTo>
                    <a:lnTo>
                      <a:pt x="119361" y="58934"/>
                    </a:lnTo>
                    <a:cubicBezTo>
                      <a:pt x="120257" y="58038"/>
                      <a:pt x="120257" y="56694"/>
                      <a:pt x="119361" y="55797"/>
                    </a:cubicBezTo>
                    <a:cubicBezTo>
                      <a:pt x="118464" y="54901"/>
                      <a:pt x="117120" y="54901"/>
                      <a:pt x="116224" y="55797"/>
                    </a:cubicBezTo>
                    <a:lnTo>
                      <a:pt x="97848" y="75965"/>
                    </a:lnTo>
                    <a:cubicBezTo>
                      <a:pt x="97848" y="69242"/>
                      <a:pt x="99193" y="53556"/>
                      <a:pt x="109501" y="41456"/>
                    </a:cubicBezTo>
                    <a:cubicBezTo>
                      <a:pt x="118016" y="31596"/>
                      <a:pt x="131461" y="26666"/>
                      <a:pt x="148940" y="26218"/>
                    </a:cubicBezTo>
                    <a:cubicBezTo>
                      <a:pt x="149388" y="32044"/>
                      <a:pt x="148940" y="45937"/>
                      <a:pt x="139080" y="5759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02" name="Freeform: Shape 2514">
                <a:extLst>
                  <a:ext uri="{FF2B5EF4-FFF2-40B4-BE49-F238E27FC236}">
                    <a16:creationId xmlns:a16="http://schemas.microsoft.com/office/drawing/2014/main" id="{2F201D71-98ED-BE7B-5920-0414315D35C9}"/>
                  </a:ext>
                  <a:ext uri="{C183D7F6-B498-43B3-948B-1728B52AA6E4}">
                    <adec:decorative xmlns:adec="http://schemas.microsoft.com/office/drawing/2017/decorative" val="1"/>
                  </a:ext>
                </a:extLst>
              </p:cNvPr>
              <p:cNvSpPr>
                <a:spLocks noChangeAspect="1"/>
              </p:cNvSpPr>
              <p:nvPr/>
            </p:nvSpPr>
            <p:spPr>
              <a:xfrm>
                <a:off x="10137778" y="4165437"/>
                <a:ext cx="94116" cy="152378"/>
              </a:xfrm>
              <a:custGeom>
                <a:avLst/>
                <a:gdLst>
                  <a:gd name="connsiteX0" fmla="*/ 50903 w 94115"/>
                  <a:gd name="connsiteY0" fmla="*/ 672 h 152377"/>
                  <a:gd name="connsiteX1" fmla="*/ 47766 w 94115"/>
                  <a:gd name="connsiteY1" fmla="*/ 672 h 152377"/>
                  <a:gd name="connsiteX2" fmla="*/ 1604 w 94115"/>
                  <a:gd name="connsiteY2" fmla="*/ 95684 h 152377"/>
                  <a:gd name="connsiteX3" fmla="*/ 46869 w 94115"/>
                  <a:gd name="connsiteY3" fmla="*/ 125264 h 152377"/>
                  <a:gd name="connsiteX4" fmla="*/ 46869 w 94115"/>
                  <a:gd name="connsiteY4" fmla="*/ 151706 h 152377"/>
                  <a:gd name="connsiteX5" fmla="*/ 49110 w 94115"/>
                  <a:gd name="connsiteY5" fmla="*/ 153947 h 152377"/>
                  <a:gd name="connsiteX6" fmla="*/ 51351 w 94115"/>
                  <a:gd name="connsiteY6" fmla="*/ 151706 h 152377"/>
                  <a:gd name="connsiteX7" fmla="*/ 51351 w 94115"/>
                  <a:gd name="connsiteY7" fmla="*/ 125264 h 152377"/>
                  <a:gd name="connsiteX8" fmla="*/ 96616 w 94115"/>
                  <a:gd name="connsiteY8" fmla="*/ 95684 h 152377"/>
                  <a:gd name="connsiteX9" fmla="*/ 50903 w 94115"/>
                  <a:gd name="connsiteY9" fmla="*/ 672 h 152377"/>
                  <a:gd name="connsiteX10" fmla="*/ 6086 w 94115"/>
                  <a:gd name="connsiteY10" fmla="*/ 94340 h 152377"/>
                  <a:gd name="connsiteX11" fmla="*/ 47318 w 94115"/>
                  <a:gd name="connsiteY11" fmla="*/ 7843 h 152377"/>
                  <a:gd name="connsiteX12" fmla="*/ 47318 w 94115"/>
                  <a:gd name="connsiteY12" fmla="*/ 53108 h 152377"/>
                  <a:gd name="connsiteX13" fmla="*/ 35217 w 94115"/>
                  <a:gd name="connsiteY13" fmla="*/ 41904 h 152377"/>
                  <a:gd name="connsiteX14" fmla="*/ 32080 w 94115"/>
                  <a:gd name="connsiteY14" fmla="*/ 41904 h 152377"/>
                  <a:gd name="connsiteX15" fmla="*/ 32080 w 94115"/>
                  <a:gd name="connsiteY15" fmla="*/ 45041 h 152377"/>
                  <a:gd name="connsiteX16" fmla="*/ 47318 w 94115"/>
                  <a:gd name="connsiteY16" fmla="*/ 58934 h 152377"/>
                  <a:gd name="connsiteX17" fmla="*/ 47318 w 94115"/>
                  <a:gd name="connsiteY17" fmla="*/ 88962 h 152377"/>
                  <a:gd name="connsiteX18" fmla="*/ 24013 w 94115"/>
                  <a:gd name="connsiteY18" fmla="*/ 69242 h 152377"/>
                  <a:gd name="connsiteX19" fmla="*/ 20875 w 94115"/>
                  <a:gd name="connsiteY19" fmla="*/ 69690 h 152377"/>
                  <a:gd name="connsiteX20" fmla="*/ 21324 w 94115"/>
                  <a:gd name="connsiteY20" fmla="*/ 72828 h 152377"/>
                  <a:gd name="connsiteX21" fmla="*/ 47318 w 94115"/>
                  <a:gd name="connsiteY21" fmla="*/ 95236 h 152377"/>
                  <a:gd name="connsiteX22" fmla="*/ 47318 w 94115"/>
                  <a:gd name="connsiteY22" fmla="*/ 120782 h 152377"/>
                  <a:gd name="connsiteX23" fmla="*/ 6086 w 94115"/>
                  <a:gd name="connsiteY23" fmla="*/ 94340 h 152377"/>
                  <a:gd name="connsiteX24" fmla="*/ 93031 w 94115"/>
                  <a:gd name="connsiteY24" fmla="*/ 94340 h 152377"/>
                  <a:gd name="connsiteX25" fmla="*/ 51799 w 94115"/>
                  <a:gd name="connsiteY25" fmla="*/ 120782 h 152377"/>
                  <a:gd name="connsiteX26" fmla="*/ 51799 w 94115"/>
                  <a:gd name="connsiteY26" fmla="*/ 95236 h 152377"/>
                  <a:gd name="connsiteX27" fmla="*/ 77793 w 94115"/>
                  <a:gd name="connsiteY27" fmla="*/ 71931 h 152377"/>
                  <a:gd name="connsiteX28" fmla="*/ 77793 w 94115"/>
                  <a:gd name="connsiteY28" fmla="*/ 68794 h 152377"/>
                  <a:gd name="connsiteX29" fmla="*/ 74656 w 94115"/>
                  <a:gd name="connsiteY29" fmla="*/ 68794 h 152377"/>
                  <a:gd name="connsiteX30" fmla="*/ 51351 w 94115"/>
                  <a:gd name="connsiteY30" fmla="*/ 89410 h 152377"/>
                  <a:gd name="connsiteX31" fmla="*/ 51351 w 94115"/>
                  <a:gd name="connsiteY31" fmla="*/ 59831 h 152377"/>
                  <a:gd name="connsiteX32" fmla="*/ 66589 w 94115"/>
                  <a:gd name="connsiteY32" fmla="*/ 45937 h 152377"/>
                  <a:gd name="connsiteX33" fmla="*/ 66589 w 94115"/>
                  <a:gd name="connsiteY33" fmla="*/ 42800 h 152377"/>
                  <a:gd name="connsiteX34" fmla="*/ 63452 w 94115"/>
                  <a:gd name="connsiteY34" fmla="*/ 42800 h 152377"/>
                  <a:gd name="connsiteX35" fmla="*/ 51351 w 94115"/>
                  <a:gd name="connsiteY35" fmla="*/ 54004 h 152377"/>
                  <a:gd name="connsiteX36" fmla="*/ 51351 w 94115"/>
                  <a:gd name="connsiteY36" fmla="*/ 8739 h 152377"/>
                  <a:gd name="connsiteX37" fmla="*/ 93031 w 94115"/>
                  <a:gd name="connsiteY37" fmla="*/ 94340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4115" h="152377">
                    <a:moveTo>
                      <a:pt x="50903" y="672"/>
                    </a:moveTo>
                    <a:cubicBezTo>
                      <a:pt x="50007" y="-224"/>
                      <a:pt x="48662" y="-224"/>
                      <a:pt x="47766" y="672"/>
                    </a:cubicBezTo>
                    <a:cubicBezTo>
                      <a:pt x="45525" y="2913"/>
                      <a:pt x="-10048" y="58038"/>
                      <a:pt x="1604" y="95684"/>
                    </a:cubicBezTo>
                    <a:cubicBezTo>
                      <a:pt x="6534" y="110922"/>
                      <a:pt x="21772" y="120782"/>
                      <a:pt x="46869" y="125264"/>
                    </a:cubicBezTo>
                    <a:lnTo>
                      <a:pt x="46869" y="151706"/>
                    </a:lnTo>
                    <a:cubicBezTo>
                      <a:pt x="46869" y="153050"/>
                      <a:pt x="47766" y="153947"/>
                      <a:pt x="49110" y="153947"/>
                    </a:cubicBezTo>
                    <a:cubicBezTo>
                      <a:pt x="50455" y="153947"/>
                      <a:pt x="51351" y="153050"/>
                      <a:pt x="51351" y="151706"/>
                    </a:cubicBezTo>
                    <a:lnTo>
                      <a:pt x="51351" y="125264"/>
                    </a:lnTo>
                    <a:cubicBezTo>
                      <a:pt x="76449" y="120782"/>
                      <a:pt x="92135" y="110922"/>
                      <a:pt x="96616" y="95684"/>
                    </a:cubicBezTo>
                    <a:cubicBezTo>
                      <a:pt x="109165" y="58038"/>
                      <a:pt x="53592" y="2913"/>
                      <a:pt x="50903" y="672"/>
                    </a:cubicBezTo>
                    <a:close/>
                    <a:moveTo>
                      <a:pt x="6086" y="94340"/>
                    </a:moveTo>
                    <a:cubicBezTo>
                      <a:pt x="-3326" y="64761"/>
                      <a:pt x="34769" y="21288"/>
                      <a:pt x="47318" y="7843"/>
                    </a:cubicBezTo>
                    <a:lnTo>
                      <a:pt x="47318" y="53108"/>
                    </a:lnTo>
                    <a:lnTo>
                      <a:pt x="35217" y="41904"/>
                    </a:lnTo>
                    <a:cubicBezTo>
                      <a:pt x="34321" y="41008"/>
                      <a:pt x="32976" y="41008"/>
                      <a:pt x="32080" y="41904"/>
                    </a:cubicBezTo>
                    <a:cubicBezTo>
                      <a:pt x="31183" y="42800"/>
                      <a:pt x="31183" y="44145"/>
                      <a:pt x="32080" y="45041"/>
                    </a:cubicBezTo>
                    <a:lnTo>
                      <a:pt x="47318" y="58934"/>
                    </a:lnTo>
                    <a:lnTo>
                      <a:pt x="47318" y="88962"/>
                    </a:lnTo>
                    <a:lnTo>
                      <a:pt x="24013" y="69242"/>
                    </a:lnTo>
                    <a:cubicBezTo>
                      <a:pt x="23116" y="68346"/>
                      <a:pt x="21772" y="68346"/>
                      <a:pt x="20875" y="69690"/>
                    </a:cubicBezTo>
                    <a:cubicBezTo>
                      <a:pt x="19979" y="70587"/>
                      <a:pt x="19979" y="71931"/>
                      <a:pt x="21324" y="72828"/>
                    </a:cubicBezTo>
                    <a:lnTo>
                      <a:pt x="47318" y="95236"/>
                    </a:lnTo>
                    <a:lnTo>
                      <a:pt x="47318" y="120782"/>
                    </a:lnTo>
                    <a:cubicBezTo>
                      <a:pt x="24461" y="116300"/>
                      <a:pt x="10568" y="107337"/>
                      <a:pt x="6086" y="94340"/>
                    </a:cubicBezTo>
                    <a:close/>
                    <a:moveTo>
                      <a:pt x="93031" y="94340"/>
                    </a:moveTo>
                    <a:cubicBezTo>
                      <a:pt x="88997" y="107785"/>
                      <a:pt x="75104" y="116748"/>
                      <a:pt x="51799" y="120782"/>
                    </a:cubicBezTo>
                    <a:lnTo>
                      <a:pt x="51799" y="95236"/>
                    </a:lnTo>
                    <a:lnTo>
                      <a:pt x="77793" y="71931"/>
                    </a:lnTo>
                    <a:cubicBezTo>
                      <a:pt x="78690" y="71035"/>
                      <a:pt x="78690" y="69690"/>
                      <a:pt x="77793" y="68794"/>
                    </a:cubicBezTo>
                    <a:cubicBezTo>
                      <a:pt x="76897" y="67898"/>
                      <a:pt x="75552" y="67898"/>
                      <a:pt x="74656" y="68794"/>
                    </a:cubicBezTo>
                    <a:lnTo>
                      <a:pt x="51351" y="89410"/>
                    </a:lnTo>
                    <a:lnTo>
                      <a:pt x="51351" y="59831"/>
                    </a:lnTo>
                    <a:lnTo>
                      <a:pt x="66589" y="45937"/>
                    </a:lnTo>
                    <a:cubicBezTo>
                      <a:pt x="67485" y="45041"/>
                      <a:pt x="67485" y="43697"/>
                      <a:pt x="66589" y="42800"/>
                    </a:cubicBezTo>
                    <a:cubicBezTo>
                      <a:pt x="65693" y="41904"/>
                      <a:pt x="64348" y="41904"/>
                      <a:pt x="63452" y="42800"/>
                    </a:cubicBezTo>
                    <a:lnTo>
                      <a:pt x="51351" y="54004"/>
                    </a:lnTo>
                    <a:lnTo>
                      <a:pt x="51351" y="8739"/>
                    </a:lnTo>
                    <a:cubicBezTo>
                      <a:pt x="64348" y="21288"/>
                      <a:pt x="101994" y="64761"/>
                      <a:pt x="93031" y="9434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403" name="Group 2515">
                <a:extLst>
                  <a:ext uri="{FF2B5EF4-FFF2-40B4-BE49-F238E27FC236}">
                    <a16:creationId xmlns:a16="http://schemas.microsoft.com/office/drawing/2014/main" id="{A26C4D0A-91FB-857D-9F8A-CDBBAB7E5182}"/>
                  </a:ext>
                  <a:ext uri="{C183D7F6-B498-43B3-948B-1728B52AA6E4}">
                    <adec:decorative xmlns:adec="http://schemas.microsoft.com/office/drawing/2017/decorative" val="1"/>
                  </a:ext>
                </a:extLst>
              </p:cNvPr>
              <p:cNvGrpSpPr>
                <a:grpSpLocks noChangeAspect="1"/>
              </p:cNvGrpSpPr>
              <p:nvPr/>
            </p:nvGrpSpPr>
            <p:grpSpPr>
              <a:xfrm>
                <a:off x="9869486" y="4169694"/>
                <a:ext cx="112043" cy="149689"/>
                <a:chOff x="9925986" y="2114003"/>
                <a:chExt cx="112043" cy="149689"/>
              </a:xfrm>
            </p:grpSpPr>
            <p:sp>
              <p:nvSpPr>
                <p:cNvPr id="1404" name="Freeform: Shape 5326">
                  <a:extLst>
                    <a:ext uri="{FF2B5EF4-FFF2-40B4-BE49-F238E27FC236}">
                      <a16:creationId xmlns:a16="http://schemas.microsoft.com/office/drawing/2014/main" id="{D6501FF4-9872-F73A-032C-0A0871B96495}"/>
                    </a:ext>
                  </a:extLst>
                </p:cNvPr>
                <p:cNvSpPr/>
                <p:nvPr/>
              </p:nvSpPr>
              <p:spPr>
                <a:xfrm>
                  <a:off x="9973044" y="2138204"/>
                  <a:ext cx="17927" cy="125488"/>
                </a:xfrm>
                <a:custGeom>
                  <a:avLst/>
                  <a:gdLst>
                    <a:gd name="connsiteX0" fmla="*/ 11302 w 17926"/>
                    <a:gd name="connsiteY0" fmla="*/ 0 h 125487"/>
                    <a:gd name="connsiteX1" fmla="*/ 11302 w 17926"/>
                    <a:gd name="connsiteY1" fmla="*/ 0 h 125487"/>
                    <a:gd name="connsiteX2" fmla="*/ 10854 w 17926"/>
                    <a:gd name="connsiteY2" fmla="*/ 0 h 125487"/>
                    <a:gd name="connsiteX3" fmla="*/ 9061 w 17926"/>
                    <a:gd name="connsiteY3" fmla="*/ 896 h 125487"/>
                    <a:gd name="connsiteX4" fmla="*/ 994 w 17926"/>
                    <a:gd name="connsiteY4" fmla="*/ 33613 h 125487"/>
                    <a:gd name="connsiteX5" fmla="*/ 8613 w 17926"/>
                    <a:gd name="connsiteY5" fmla="*/ 41680 h 125487"/>
                    <a:gd name="connsiteX6" fmla="*/ 8613 w 17926"/>
                    <a:gd name="connsiteY6" fmla="*/ 123695 h 125487"/>
                    <a:gd name="connsiteX7" fmla="*/ 10854 w 17926"/>
                    <a:gd name="connsiteY7" fmla="*/ 125936 h 125487"/>
                    <a:gd name="connsiteX8" fmla="*/ 13095 w 17926"/>
                    <a:gd name="connsiteY8" fmla="*/ 123695 h 125487"/>
                    <a:gd name="connsiteX9" fmla="*/ 13095 w 17926"/>
                    <a:gd name="connsiteY9" fmla="*/ 41680 h 125487"/>
                    <a:gd name="connsiteX10" fmla="*/ 20713 w 17926"/>
                    <a:gd name="connsiteY10" fmla="*/ 33613 h 125487"/>
                    <a:gd name="connsiteX11" fmla="*/ 12646 w 17926"/>
                    <a:gd name="connsiteY11" fmla="*/ 896 h 125487"/>
                    <a:gd name="connsiteX12" fmla="*/ 11302 w 17926"/>
                    <a:gd name="connsiteY12" fmla="*/ 0 h 125487"/>
                    <a:gd name="connsiteX13" fmla="*/ 16680 w 17926"/>
                    <a:gd name="connsiteY13" fmla="*/ 32268 h 125487"/>
                    <a:gd name="connsiteX14" fmla="*/ 10854 w 17926"/>
                    <a:gd name="connsiteY14" fmla="*/ 38094 h 125487"/>
                    <a:gd name="connsiteX15" fmla="*/ 5027 w 17926"/>
                    <a:gd name="connsiteY15" fmla="*/ 32268 h 125487"/>
                    <a:gd name="connsiteX16" fmla="*/ 10854 w 17926"/>
                    <a:gd name="connsiteY16" fmla="*/ 6723 h 125487"/>
                    <a:gd name="connsiteX17" fmla="*/ 16680 w 17926"/>
                    <a:gd name="connsiteY17" fmla="*/ 32268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926" h="125487">
                      <a:moveTo>
                        <a:pt x="11302" y="0"/>
                      </a:moveTo>
                      <a:cubicBezTo>
                        <a:pt x="10854" y="0"/>
                        <a:pt x="10854" y="0"/>
                        <a:pt x="11302" y="0"/>
                      </a:cubicBezTo>
                      <a:cubicBezTo>
                        <a:pt x="10854" y="0"/>
                        <a:pt x="10854" y="0"/>
                        <a:pt x="10854" y="0"/>
                      </a:cubicBezTo>
                      <a:cubicBezTo>
                        <a:pt x="9957" y="0"/>
                        <a:pt x="9509" y="448"/>
                        <a:pt x="9061" y="896"/>
                      </a:cubicBezTo>
                      <a:cubicBezTo>
                        <a:pt x="8613" y="1793"/>
                        <a:pt x="-3488" y="21064"/>
                        <a:pt x="994" y="33613"/>
                      </a:cubicBezTo>
                      <a:cubicBezTo>
                        <a:pt x="2338" y="37198"/>
                        <a:pt x="5027" y="39887"/>
                        <a:pt x="8613" y="41680"/>
                      </a:cubicBezTo>
                      <a:lnTo>
                        <a:pt x="8613" y="123695"/>
                      </a:lnTo>
                      <a:cubicBezTo>
                        <a:pt x="8613" y="125040"/>
                        <a:pt x="9509" y="125936"/>
                        <a:pt x="10854" y="125936"/>
                      </a:cubicBezTo>
                      <a:cubicBezTo>
                        <a:pt x="12198" y="125936"/>
                        <a:pt x="13095" y="125040"/>
                        <a:pt x="13095" y="123695"/>
                      </a:cubicBezTo>
                      <a:lnTo>
                        <a:pt x="13095" y="41680"/>
                      </a:lnTo>
                      <a:cubicBezTo>
                        <a:pt x="17128" y="39887"/>
                        <a:pt x="19369" y="37198"/>
                        <a:pt x="20713" y="33613"/>
                      </a:cubicBezTo>
                      <a:cubicBezTo>
                        <a:pt x="25195" y="21064"/>
                        <a:pt x="13095" y="1793"/>
                        <a:pt x="12646" y="896"/>
                      </a:cubicBezTo>
                      <a:cubicBezTo>
                        <a:pt x="12646" y="448"/>
                        <a:pt x="11750" y="0"/>
                        <a:pt x="11302" y="0"/>
                      </a:cubicBezTo>
                      <a:close/>
                      <a:moveTo>
                        <a:pt x="16680" y="32268"/>
                      </a:moveTo>
                      <a:cubicBezTo>
                        <a:pt x="15784" y="34957"/>
                        <a:pt x="13991" y="36750"/>
                        <a:pt x="10854" y="38094"/>
                      </a:cubicBezTo>
                      <a:cubicBezTo>
                        <a:pt x="7717" y="36750"/>
                        <a:pt x="5924" y="34957"/>
                        <a:pt x="5027" y="32268"/>
                      </a:cubicBezTo>
                      <a:cubicBezTo>
                        <a:pt x="2338" y="24201"/>
                        <a:pt x="7717" y="12101"/>
                        <a:pt x="10854" y="6723"/>
                      </a:cubicBezTo>
                      <a:cubicBezTo>
                        <a:pt x="14439" y="12997"/>
                        <a:pt x="19369" y="25098"/>
                        <a:pt x="16680" y="3226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05" name="Freeform: Shape 5327">
                  <a:extLst>
                    <a:ext uri="{FF2B5EF4-FFF2-40B4-BE49-F238E27FC236}">
                      <a16:creationId xmlns:a16="http://schemas.microsoft.com/office/drawing/2014/main" id="{430E4A52-C2D2-4656-4EFF-3041A96D64DD}"/>
                    </a:ext>
                  </a:extLst>
                </p:cNvPr>
                <p:cNvSpPr/>
                <p:nvPr/>
              </p:nvSpPr>
              <p:spPr>
                <a:xfrm>
                  <a:off x="9996349" y="2114003"/>
                  <a:ext cx="17927" cy="147896"/>
                </a:xfrm>
                <a:custGeom>
                  <a:avLst/>
                  <a:gdLst>
                    <a:gd name="connsiteX0" fmla="*/ 11302 w 17926"/>
                    <a:gd name="connsiteY0" fmla="*/ 0 h 147896"/>
                    <a:gd name="connsiteX1" fmla="*/ 11302 w 17926"/>
                    <a:gd name="connsiteY1" fmla="*/ 0 h 147896"/>
                    <a:gd name="connsiteX2" fmla="*/ 10854 w 17926"/>
                    <a:gd name="connsiteY2" fmla="*/ 0 h 147896"/>
                    <a:gd name="connsiteX3" fmla="*/ 9061 w 17926"/>
                    <a:gd name="connsiteY3" fmla="*/ 896 h 147896"/>
                    <a:gd name="connsiteX4" fmla="*/ 994 w 17926"/>
                    <a:gd name="connsiteY4" fmla="*/ 33613 h 147896"/>
                    <a:gd name="connsiteX5" fmla="*/ 8613 w 17926"/>
                    <a:gd name="connsiteY5" fmla="*/ 41680 h 147896"/>
                    <a:gd name="connsiteX6" fmla="*/ 8613 w 17926"/>
                    <a:gd name="connsiteY6" fmla="*/ 147896 h 147896"/>
                    <a:gd name="connsiteX7" fmla="*/ 10854 w 17926"/>
                    <a:gd name="connsiteY7" fmla="*/ 150137 h 147896"/>
                    <a:gd name="connsiteX8" fmla="*/ 13094 w 17926"/>
                    <a:gd name="connsiteY8" fmla="*/ 147896 h 147896"/>
                    <a:gd name="connsiteX9" fmla="*/ 13094 w 17926"/>
                    <a:gd name="connsiteY9" fmla="*/ 41680 h 147896"/>
                    <a:gd name="connsiteX10" fmla="*/ 20713 w 17926"/>
                    <a:gd name="connsiteY10" fmla="*/ 33613 h 147896"/>
                    <a:gd name="connsiteX11" fmla="*/ 12646 w 17926"/>
                    <a:gd name="connsiteY11" fmla="*/ 896 h 147896"/>
                    <a:gd name="connsiteX12" fmla="*/ 11302 w 17926"/>
                    <a:gd name="connsiteY12" fmla="*/ 0 h 147896"/>
                    <a:gd name="connsiteX13" fmla="*/ 16680 w 17926"/>
                    <a:gd name="connsiteY13" fmla="*/ 32268 h 147896"/>
                    <a:gd name="connsiteX14" fmla="*/ 10854 w 17926"/>
                    <a:gd name="connsiteY14" fmla="*/ 38094 h 147896"/>
                    <a:gd name="connsiteX15" fmla="*/ 5027 w 17926"/>
                    <a:gd name="connsiteY15" fmla="*/ 32268 h 147896"/>
                    <a:gd name="connsiteX16" fmla="*/ 10854 w 17926"/>
                    <a:gd name="connsiteY16" fmla="*/ 6723 h 147896"/>
                    <a:gd name="connsiteX17" fmla="*/ 16680 w 17926"/>
                    <a:gd name="connsiteY17" fmla="*/ 32268 h 1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926" h="147896">
                      <a:moveTo>
                        <a:pt x="11302" y="0"/>
                      </a:moveTo>
                      <a:cubicBezTo>
                        <a:pt x="11302" y="0"/>
                        <a:pt x="11302" y="0"/>
                        <a:pt x="11302" y="0"/>
                      </a:cubicBezTo>
                      <a:cubicBezTo>
                        <a:pt x="10854" y="0"/>
                        <a:pt x="10854" y="0"/>
                        <a:pt x="10854" y="0"/>
                      </a:cubicBezTo>
                      <a:cubicBezTo>
                        <a:pt x="9957" y="0"/>
                        <a:pt x="9509" y="448"/>
                        <a:pt x="9061" y="896"/>
                      </a:cubicBezTo>
                      <a:cubicBezTo>
                        <a:pt x="8613" y="1793"/>
                        <a:pt x="-3488" y="21064"/>
                        <a:pt x="994" y="33613"/>
                      </a:cubicBezTo>
                      <a:cubicBezTo>
                        <a:pt x="2338" y="37198"/>
                        <a:pt x="5027" y="39887"/>
                        <a:pt x="8613" y="41680"/>
                      </a:cubicBezTo>
                      <a:lnTo>
                        <a:pt x="8613" y="147896"/>
                      </a:lnTo>
                      <a:cubicBezTo>
                        <a:pt x="8613" y="149241"/>
                        <a:pt x="9509" y="150137"/>
                        <a:pt x="10854" y="150137"/>
                      </a:cubicBezTo>
                      <a:cubicBezTo>
                        <a:pt x="12198" y="150137"/>
                        <a:pt x="13094" y="149241"/>
                        <a:pt x="13094" y="147896"/>
                      </a:cubicBezTo>
                      <a:lnTo>
                        <a:pt x="13094" y="41680"/>
                      </a:lnTo>
                      <a:cubicBezTo>
                        <a:pt x="17128" y="39887"/>
                        <a:pt x="19369" y="37198"/>
                        <a:pt x="20713" y="33613"/>
                      </a:cubicBezTo>
                      <a:cubicBezTo>
                        <a:pt x="25195" y="21064"/>
                        <a:pt x="13094" y="1793"/>
                        <a:pt x="12646" y="896"/>
                      </a:cubicBezTo>
                      <a:cubicBezTo>
                        <a:pt x="12646" y="448"/>
                        <a:pt x="12198" y="0"/>
                        <a:pt x="11302" y="0"/>
                      </a:cubicBezTo>
                      <a:close/>
                      <a:moveTo>
                        <a:pt x="16680" y="32268"/>
                      </a:moveTo>
                      <a:cubicBezTo>
                        <a:pt x="15784" y="34957"/>
                        <a:pt x="13991" y="36750"/>
                        <a:pt x="10854" y="38094"/>
                      </a:cubicBezTo>
                      <a:cubicBezTo>
                        <a:pt x="7717" y="36750"/>
                        <a:pt x="5924" y="34957"/>
                        <a:pt x="5027" y="32268"/>
                      </a:cubicBezTo>
                      <a:cubicBezTo>
                        <a:pt x="2338" y="24201"/>
                        <a:pt x="7717" y="12101"/>
                        <a:pt x="10854" y="6723"/>
                      </a:cubicBezTo>
                      <a:cubicBezTo>
                        <a:pt x="14439" y="12997"/>
                        <a:pt x="19369" y="24649"/>
                        <a:pt x="16680" y="3226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06" name="Freeform: Shape 5328">
                  <a:extLst>
                    <a:ext uri="{FF2B5EF4-FFF2-40B4-BE49-F238E27FC236}">
                      <a16:creationId xmlns:a16="http://schemas.microsoft.com/office/drawing/2014/main" id="{9A0A0C9A-9D99-44C3-3C59-A0702FF7C4E5}"/>
                    </a:ext>
                  </a:extLst>
                </p:cNvPr>
                <p:cNvSpPr/>
                <p:nvPr/>
              </p:nvSpPr>
              <p:spPr>
                <a:xfrm>
                  <a:off x="9925986" y="2154339"/>
                  <a:ext cx="17927" cy="107561"/>
                </a:xfrm>
                <a:custGeom>
                  <a:avLst/>
                  <a:gdLst>
                    <a:gd name="connsiteX0" fmla="*/ 11302 w 17926"/>
                    <a:gd name="connsiteY0" fmla="*/ 0 h 107560"/>
                    <a:gd name="connsiteX1" fmla="*/ 11302 w 17926"/>
                    <a:gd name="connsiteY1" fmla="*/ 0 h 107560"/>
                    <a:gd name="connsiteX2" fmla="*/ 10854 w 17926"/>
                    <a:gd name="connsiteY2" fmla="*/ 0 h 107560"/>
                    <a:gd name="connsiteX3" fmla="*/ 9061 w 17926"/>
                    <a:gd name="connsiteY3" fmla="*/ 896 h 107560"/>
                    <a:gd name="connsiteX4" fmla="*/ 994 w 17926"/>
                    <a:gd name="connsiteY4" fmla="*/ 33613 h 107560"/>
                    <a:gd name="connsiteX5" fmla="*/ 8613 w 17926"/>
                    <a:gd name="connsiteY5" fmla="*/ 41680 h 107560"/>
                    <a:gd name="connsiteX6" fmla="*/ 8613 w 17926"/>
                    <a:gd name="connsiteY6" fmla="*/ 107113 h 107560"/>
                    <a:gd name="connsiteX7" fmla="*/ 10854 w 17926"/>
                    <a:gd name="connsiteY7" fmla="*/ 109354 h 107560"/>
                    <a:gd name="connsiteX8" fmla="*/ 13095 w 17926"/>
                    <a:gd name="connsiteY8" fmla="*/ 107113 h 107560"/>
                    <a:gd name="connsiteX9" fmla="*/ 13095 w 17926"/>
                    <a:gd name="connsiteY9" fmla="*/ 41680 h 107560"/>
                    <a:gd name="connsiteX10" fmla="*/ 20713 w 17926"/>
                    <a:gd name="connsiteY10" fmla="*/ 33613 h 107560"/>
                    <a:gd name="connsiteX11" fmla="*/ 12646 w 17926"/>
                    <a:gd name="connsiteY11" fmla="*/ 896 h 107560"/>
                    <a:gd name="connsiteX12" fmla="*/ 11302 w 17926"/>
                    <a:gd name="connsiteY12" fmla="*/ 0 h 107560"/>
                    <a:gd name="connsiteX13" fmla="*/ 16680 w 17926"/>
                    <a:gd name="connsiteY13" fmla="*/ 32268 h 107560"/>
                    <a:gd name="connsiteX14" fmla="*/ 10854 w 17926"/>
                    <a:gd name="connsiteY14" fmla="*/ 38094 h 107560"/>
                    <a:gd name="connsiteX15" fmla="*/ 5027 w 17926"/>
                    <a:gd name="connsiteY15" fmla="*/ 32268 h 107560"/>
                    <a:gd name="connsiteX16" fmla="*/ 10854 w 17926"/>
                    <a:gd name="connsiteY16" fmla="*/ 6723 h 107560"/>
                    <a:gd name="connsiteX17" fmla="*/ 16680 w 17926"/>
                    <a:gd name="connsiteY17" fmla="*/ 32268 h 10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926" h="107560">
                      <a:moveTo>
                        <a:pt x="11302" y="0"/>
                      </a:moveTo>
                      <a:cubicBezTo>
                        <a:pt x="10854" y="0"/>
                        <a:pt x="10854" y="0"/>
                        <a:pt x="11302" y="0"/>
                      </a:cubicBezTo>
                      <a:cubicBezTo>
                        <a:pt x="10854" y="0"/>
                        <a:pt x="10854" y="0"/>
                        <a:pt x="10854" y="0"/>
                      </a:cubicBezTo>
                      <a:cubicBezTo>
                        <a:pt x="9957" y="0"/>
                        <a:pt x="9509" y="448"/>
                        <a:pt x="9061" y="896"/>
                      </a:cubicBezTo>
                      <a:cubicBezTo>
                        <a:pt x="8613" y="1793"/>
                        <a:pt x="-3488" y="21064"/>
                        <a:pt x="994" y="33613"/>
                      </a:cubicBezTo>
                      <a:cubicBezTo>
                        <a:pt x="2338" y="37198"/>
                        <a:pt x="5027" y="39887"/>
                        <a:pt x="8613" y="41680"/>
                      </a:cubicBezTo>
                      <a:lnTo>
                        <a:pt x="8613" y="107113"/>
                      </a:lnTo>
                      <a:cubicBezTo>
                        <a:pt x="8613" y="108457"/>
                        <a:pt x="9509" y="109354"/>
                        <a:pt x="10854" y="109354"/>
                      </a:cubicBezTo>
                      <a:cubicBezTo>
                        <a:pt x="12198" y="109354"/>
                        <a:pt x="13095" y="108457"/>
                        <a:pt x="13095" y="107113"/>
                      </a:cubicBezTo>
                      <a:lnTo>
                        <a:pt x="13095" y="41680"/>
                      </a:lnTo>
                      <a:cubicBezTo>
                        <a:pt x="17128" y="39887"/>
                        <a:pt x="19369" y="37198"/>
                        <a:pt x="20713" y="33613"/>
                      </a:cubicBezTo>
                      <a:cubicBezTo>
                        <a:pt x="25195" y="21064"/>
                        <a:pt x="13095" y="1793"/>
                        <a:pt x="12646" y="896"/>
                      </a:cubicBezTo>
                      <a:cubicBezTo>
                        <a:pt x="12646" y="448"/>
                        <a:pt x="11750" y="0"/>
                        <a:pt x="11302" y="0"/>
                      </a:cubicBezTo>
                      <a:close/>
                      <a:moveTo>
                        <a:pt x="16680" y="32268"/>
                      </a:moveTo>
                      <a:cubicBezTo>
                        <a:pt x="15784" y="34957"/>
                        <a:pt x="13991" y="36750"/>
                        <a:pt x="10854" y="38094"/>
                      </a:cubicBezTo>
                      <a:cubicBezTo>
                        <a:pt x="7717" y="36750"/>
                        <a:pt x="5924" y="34957"/>
                        <a:pt x="5027" y="32268"/>
                      </a:cubicBezTo>
                      <a:cubicBezTo>
                        <a:pt x="2338" y="24201"/>
                        <a:pt x="7717" y="12101"/>
                        <a:pt x="10854" y="6723"/>
                      </a:cubicBezTo>
                      <a:cubicBezTo>
                        <a:pt x="13991" y="12101"/>
                        <a:pt x="19369" y="24201"/>
                        <a:pt x="16680" y="3226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07" name="Freeform: Shape 5329">
                  <a:extLst>
                    <a:ext uri="{FF2B5EF4-FFF2-40B4-BE49-F238E27FC236}">
                      <a16:creationId xmlns:a16="http://schemas.microsoft.com/office/drawing/2014/main" id="{4FA94DC4-7954-9DB7-A88A-13A04BA9E770}"/>
                    </a:ext>
                  </a:extLst>
                </p:cNvPr>
                <p:cNvSpPr/>
                <p:nvPr/>
              </p:nvSpPr>
              <p:spPr>
                <a:xfrm>
                  <a:off x="9949291" y="2114003"/>
                  <a:ext cx="17927" cy="147896"/>
                </a:xfrm>
                <a:custGeom>
                  <a:avLst/>
                  <a:gdLst>
                    <a:gd name="connsiteX0" fmla="*/ 11302 w 17926"/>
                    <a:gd name="connsiteY0" fmla="*/ 0 h 147896"/>
                    <a:gd name="connsiteX1" fmla="*/ 11302 w 17926"/>
                    <a:gd name="connsiteY1" fmla="*/ 0 h 147896"/>
                    <a:gd name="connsiteX2" fmla="*/ 10854 w 17926"/>
                    <a:gd name="connsiteY2" fmla="*/ 0 h 147896"/>
                    <a:gd name="connsiteX3" fmla="*/ 9061 w 17926"/>
                    <a:gd name="connsiteY3" fmla="*/ 896 h 147896"/>
                    <a:gd name="connsiteX4" fmla="*/ 994 w 17926"/>
                    <a:gd name="connsiteY4" fmla="*/ 33613 h 147896"/>
                    <a:gd name="connsiteX5" fmla="*/ 8613 w 17926"/>
                    <a:gd name="connsiteY5" fmla="*/ 41680 h 147896"/>
                    <a:gd name="connsiteX6" fmla="*/ 8613 w 17926"/>
                    <a:gd name="connsiteY6" fmla="*/ 147896 h 147896"/>
                    <a:gd name="connsiteX7" fmla="*/ 10854 w 17926"/>
                    <a:gd name="connsiteY7" fmla="*/ 150137 h 147896"/>
                    <a:gd name="connsiteX8" fmla="*/ 13094 w 17926"/>
                    <a:gd name="connsiteY8" fmla="*/ 147896 h 147896"/>
                    <a:gd name="connsiteX9" fmla="*/ 13094 w 17926"/>
                    <a:gd name="connsiteY9" fmla="*/ 41680 h 147896"/>
                    <a:gd name="connsiteX10" fmla="*/ 20713 w 17926"/>
                    <a:gd name="connsiteY10" fmla="*/ 33613 h 147896"/>
                    <a:gd name="connsiteX11" fmla="*/ 12646 w 17926"/>
                    <a:gd name="connsiteY11" fmla="*/ 896 h 147896"/>
                    <a:gd name="connsiteX12" fmla="*/ 11302 w 17926"/>
                    <a:gd name="connsiteY12" fmla="*/ 0 h 147896"/>
                    <a:gd name="connsiteX13" fmla="*/ 16680 w 17926"/>
                    <a:gd name="connsiteY13" fmla="*/ 32268 h 147896"/>
                    <a:gd name="connsiteX14" fmla="*/ 10854 w 17926"/>
                    <a:gd name="connsiteY14" fmla="*/ 38094 h 147896"/>
                    <a:gd name="connsiteX15" fmla="*/ 5027 w 17926"/>
                    <a:gd name="connsiteY15" fmla="*/ 32268 h 147896"/>
                    <a:gd name="connsiteX16" fmla="*/ 10854 w 17926"/>
                    <a:gd name="connsiteY16" fmla="*/ 6723 h 147896"/>
                    <a:gd name="connsiteX17" fmla="*/ 16680 w 17926"/>
                    <a:gd name="connsiteY17" fmla="*/ 32268 h 1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926" h="147896">
                      <a:moveTo>
                        <a:pt x="11302" y="0"/>
                      </a:moveTo>
                      <a:cubicBezTo>
                        <a:pt x="11302" y="0"/>
                        <a:pt x="11302" y="0"/>
                        <a:pt x="11302" y="0"/>
                      </a:cubicBezTo>
                      <a:cubicBezTo>
                        <a:pt x="10854" y="0"/>
                        <a:pt x="10854" y="0"/>
                        <a:pt x="10854" y="0"/>
                      </a:cubicBezTo>
                      <a:cubicBezTo>
                        <a:pt x="9957" y="0"/>
                        <a:pt x="9509" y="448"/>
                        <a:pt x="9061" y="896"/>
                      </a:cubicBezTo>
                      <a:cubicBezTo>
                        <a:pt x="8613" y="1793"/>
                        <a:pt x="-3488" y="21064"/>
                        <a:pt x="994" y="33613"/>
                      </a:cubicBezTo>
                      <a:cubicBezTo>
                        <a:pt x="2338" y="37198"/>
                        <a:pt x="5027" y="39887"/>
                        <a:pt x="8613" y="41680"/>
                      </a:cubicBezTo>
                      <a:lnTo>
                        <a:pt x="8613" y="147896"/>
                      </a:lnTo>
                      <a:cubicBezTo>
                        <a:pt x="8613" y="149241"/>
                        <a:pt x="9509" y="150137"/>
                        <a:pt x="10854" y="150137"/>
                      </a:cubicBezTo>
                      <a:cubicBezTo>
                        <a:pt x="12198" y="150137"/>
                        <a:pt x="13094" y="149241"/>
                        <a:pt x="13094" y="147896"/>
                      </a:cubicBezTo>
                      <a:lnTo>
                        <a:pt x="13094" y="41680"/>
                      </a:lnTo>
                      <a:cubicBezTo>
                        <a:pt x="17128" y="39887"/>
                        <a:pt x="19369" y="37198"/>
                        <a:pt x="20713" y="33613"/>
                      </a:cubicBezTo>
                      <a:cubicBezTo>
                        <a:pt x="25195" y="21064"/>
                        <a:pt x="13094" y="1793"/>
                        <a:pt x="12646" y="896"/>
                      </a:cubicBezTo>
                      <a:cubicBezTo>
                        <a:pt x="12646" y="448"/>
                        <a:pt x="12198" y="0"/>
                        <a:pt x="11302" y="0"/>
                      </a:cubicBezTo>
                      <a:close/>
                      <a:moveTo>
                        <a:pt x="16680" y="32268"/>
                      </a:moveTo>
                      <a:cubicBezTo>
                        <a:pt x="15784" y="34957"/>
                        <a:pt x="13991" y="36750"/>
                        <a:pt x="10854" y="38094"/>
                      </a:cubicBezTo>
                      <a:cubicBezTo>
                        <a:pt x="7717" y="36750"/>
                        <a:pt x="5924" y="34957"/>
                        <a:pt x="5027" y="32268"/>
                      </a:cubicBezTo>
                      <a:cubicBezTo>
                        <a:pt x="2338" y="24201"/>
                        <a:pt x="7717" y="12101"/>
                        <a:pt x="10854" y="6723"/>
                      </a:cubicBezTo>
                      <a:cubicBezTo>
                        <a:pt x="14439" y="12997"/>
                        <a:pt x="19369" y="24649"/>
                        <a:pt x="16680" y="3226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08" name="Freeform: Shape 5330">
                  <a:extLst>
                    <a:ext uri="{FF2B5EF4-FFF2-40B4-BE49-F238E27FC236}">
                      <a16:creationId xmlns:a16="http://schemas.microsoft.com/office/drawing/2014/main" id="{EF7A0B56-06FF-D09D-E842-B6DB7539BD23}"/>
                    </a:ext>
                  </a:extLst>
                </p:cNvPr>
                <p:cNvSpPr/>
                <p:nvPr/>
              </p:nvSpPr>
              <p:spPr>
                <a:xfrm>
                  <a:off x="10020102" y="2154787"/>
                  <a:ext cx="17927" cy="107561"/>
                </a:xfrm>
                <a:custGeom>
                  <a:avLst/>
                  <a:gdLst>
                    <a:gd name="connsiteX0" fmla="*/ 13095 w 17926"/>
                    <a:gd name="connsiteY0" fmla="*/ 896 h 107560"/>
                    <a:gd name="connsiteX1" fmla="*/ 11302 w 17926"/>
                    <a:gd name="connsiteY1" fmla="*/ 0 h 107560"/>
                    <a:gd name="connsiteX2" fmla="*/ 11302 w 17926"/>
                    <a:gd name="connsiteY2" fmla="*/ 0 h 107560"/>
                    <a:gd name="connsiteX3" fmla="*/ 10854 w 17926"/>
                    <a:gd name="connsiteY3" fmla="*/ 0 h 107560"/>
                    <a:gd name="connsiteX4" fmla="*/ 9061 w 17926"/>
                    <a:gd name="connsiteY4" fmla="*/ 896 h 107560"/>
                    <a:gd name="connsiteX5" fmla="*/ 994 w 17926"/>
                    <a:gd name="connsiteY5" fmla="*/ 33613 h 107560"/>
                    <a:gd name="connsiteX6" fmla="*/ 8613 w 17926"/>
                    <a:gd name="connsiteY6" fmla="*/ 41680 h 107560"/>
                    <a:gd name="connsiteX7" fmla="*/ 8613 w 17926"/>
                    <a:gd name="connsiteY7" fmla="*/ 107561 h 107560"/>
                    <a:gd name="connsiteX8" fmla="*/ 10854 w 17926"/>
                    <a:gd name="connsiteY8" fmla="*/ 109802 h 107560"/>
                    <a:gd name="connsiteX9" fmla="*/ 13095 w 17926"/>
                    <a:gd name="connsiteY9" fmla="*/ 107561 h 107560"/>
                    <a:gd name="connsiteX10" fmla="*/ 13095 w 17926"/>
                    <a:gd name="connsiteY10" fmla="*/ 41680 h 107560"/>
                    <a:gd name="connsiteX11" fmla="*/ 20713 w 17926"/>
                    <a:gd name="connsiteY11" fmla="*/ 33613 h 107560"/>
                    <a:gd name="connsiteX12" fmla="*/ 13095 w 17926"/>
                    <a:gd name="connsiteY12" fmla="*/ 896 h 107560"/>
                    <a:gd name="connsiteX13" fmla="*/ 16680 w 17926"/>
                    <a:gd name="connsiteY13" fmla="*/ 31820 h 107560"/>
                    <a:gd name="connsiteX14" fmla="*/ 10854 w 17926"/>
                    <a:gd name="connsiteY14" fmla="*/ 37646 h 107560"/>
                    <a:gd name="connsiteX15" fmla="*/ 5027 w 17926"/>
                    <a:gd name="connsiteY15" fmla="*/ 31820 h 107560"/>
                    <a:gd name="connsiteX16" fmla="*/ 10854 w 17926"/>
                    <a:gd name="connsiteY16" fmla="*/ 6274 h 107560"/>
                    <a:gd name="connsiteX17" fmla="*/ 16680 w 17926"/>
                    <a:gd name="connsiteY17" fmla="*/ 31820 h 10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926" h="107560">
                      <a:moveTo>
                        <a:pt x="13095" y="896"/>
                      </a:moveTo>
                      <a:cubicBezTo>
                        <a:pt x="12646" y="448"/>
                        <a:pt x="12198" y="0"/>
                        <a:pt x="11302" y="0"/>
                      </a:cubicBezTo>
                      <a:cubicBezTo>
                        <a:pt x="11302" y="0"/>
                        <a:pt x="11302" y="0"/>
                        <a:pt x="11302" y="0"/>
                      </a:cubicBezTo>
                      <a:cubicBezTo>
                        <a:pt x="11302" y="0"/>
                        <a:pt x="11302" y="0"/>
                        <a:pt x="10854" y="0"/>
                      </a:cubicBezTo>
                      <a:cubicBezTo>
                        <a:pt x="9957" y="0"/>
                        <a:pt x="9509" y="448"/>
                        <a:pt x="9061" y="896"/>
                      </a:cubicBezTo>
                      <a:cubicBezTo>
                        <a:pt x="8613" y="1793"/>
                        <a:pt x="-3488" y="21064"/>
                        <a:pt x="994" y="33613"/>
                      </a:cubicBezTo>
                      <a:cubicBezTo>
                        <a:pt x="2338" y="37198"/>
                        <a:pt x="5027" y="39887"/>
                        <a:pt x="8613" y="41680"/>
                      </a:cubicBezTo>
                      <a:lnTo>
                        <a:pt x="8613" y="107561"/>
                      </a:lnTo>
                      <a:cubicBezTo>
                        <a:pt x="8613" y="108905"/>
                        <a:pt x="9509" y="109802"/>
                        <a:pt x="10854" y="109802"/>
                      </a:cubicBezTo>
                      <a:cubicBezTo>
                        <a:pt x="12198" y="109802"/>
                        <a:pt x="13095" y="108905"/>
                        <a:pt x="13095" y="107561"/>
                      </a:cubicBezTo>
                      <a:lnTo>
                        <a:pt x="13095" y="41680"/>
                      </a:lnTo>
                      <a:cubicBezTo>
                        <a:pt x="17128" y="39887"/>
                        <a:pt x="19369" y="37198"/>
                        <a:pt x="20713" y="33613"/>
                      </a:cubicBezTo>
                      <a:cubicBezTo>
                        <a:pt x="25195" y="20616"/>
                        <a:pt x="13543" y="1345"/>
                        <a:pt x="13095" y="896"/>
                      </a:cubicBezTo>
                      <a:close/>
                      <a:moveTo>
                        <a:pt x="16680" y="31820"/>
                      </a:moveTo>
                      <a:cubicBezTo>
                        <a:pt x="15784" y="34509"/>
                        <a:pt x="13991" y="36302"/>
                        <a:pt x="10854" y="37646"/>
                      </a:cubicBezTo>
                      <a:cubicBezTo>
                        <a:pt x="7717" y="36302"/>
                        <a:pt x="5924" y="34509"/>
                        <a:pt x="5027" y="31820"/>
                      </a:cubicBezTo>
                      <a:cubicBezTo>
                        <a:pt x="2338" y="23753"/>
                        <a:pt x="7717" y="11652"/>
                        <a:pt x="10854" y="6274"/>
                      </a:cubicBezTo>
                      <a:cubicBezTo>
                        <a:pt x="14439" y="12549"/>
                        <a:pt x="19369" y="24201"/>
                        <a:pt x="16680" y="3182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409" name="Group 2516">
                <a:extLst>
                  <a:ext uri="{FF2B5EF4-FFF2-40B4-BE49-F238E27FC236}">
                    <a16:creationId xmlns:a16="http://schemas.microsoft.com/office/drawing/2014/main" id="{032D8980-4A38-422A-6A4D-582372418C68}"/>
                  </a:ext>
                  <a:ext uri="{C183D7F6-B498-43B3-948B-1728B52AA6E4}">
                    <adec:decorative xmlns:adec="http://schemas.microsoft.com/office/drawing/2017/decorative" val="1"/>
                  </a:ext>
                </a:extLst>
              </p:cNvPr>
              <p:cNvGrpSpPr>
                <a:grpSpLocks noChangeAspect="1"/>
              </p:cNvGrpSpPr>
              <p:nvPr/>
            </p:nvGrpSpPr>
            <p:grpSpPr>
              <a:xfrm>
                <a:off x="6423603" y="4192999"/>
                <a:ext cx="147896" cy="98597"/>
                <a:chOff x="6480103" y="2137308"/>
                <a:chExt cx="147896" cy="98597"/>
              </a:xfrm>
            </p:grpSpPr>
            <p:sp>
              <p:nvSpPr>
                <p:cNvPr id="1410" name="Freeform: Shape 2978">
                  <a:extLst>
                    <a:ext uri="{FF2B5EF4-FFF2-40B4-BE49-F238E27FC236}">
                      <a16:creationId xmlns:a16="http://schemas.microsoft.com/office/drawing/2014/main" id="{FB3FCAD0-B7AD-9F72-5448-CEB908F844B8}"/>
                    </a:ext>
                  </a:extLst>
                </p:cNvPr>
                <p:cNvSpPr/>
                <p:nvPr/>
              </p:nvSpPr>
              <p:spPr>
                <a:xfrm>
                  <a:off x="6480103" y="2137308"/>
                  <a:ext cx="147896" cy="98597"/>
                </a:xfrm>
                <a:custGeom>
                  <a:avLst/>
                  <a:gdLst>
                    <a:gd name="connsiteX0" fmla="*/ 143863 w 147896"/>
                    <a:gd name="connsiteY0" fmla="*/ 0 h 98597"/>
                    <a:gd name="connsiteX1" fmla="*/ 8515 w 147896"/>
                    <a:gd name="connsiteY1" fmla="*/ 0 h 98597"/>
                    <a:gd name="connsiteX2" fmla="*/ 0 w 147896"/>
                    <a:gd name="connsiteY2" fmla="*/ 8515 h 98597"/>
                    <a:gd name="connsiteX3" fmla="*/ 0 w 147896"/>
                    <a:gd name="connsiteY3" fmla="*/ 90082 h 98597"/>
                    <a:gd name="connsiteX4" fmla="*/ 8515 w 147896"/>
                    <a:gd name="connsiteY4" fmla="*/ 98597 h 98597"/>
                    <a:gd name="connsiteX5" fmla="*/ 143863 w 147896"/>
                    <a:gd name="connsiteY5" fmla="*/ 98597 h 98597"/>
                    <a:gd name="connsiteX6" fmla="*/ 152378 w 147896"/>
                    <a:gd name="connsiteY6" fmla="*/ 90082 h 98597"/>
                    <a:gd name="connsiteX7" fmla="*/ 152378 w 147896"/>
                    <a:gd name="connsiteY7" fmla="*/ 8963 h 98597"/>
                    <a:gd name="connsiteX8" fmla="*/ 143863 w 147896"/>
                    <a:gd name="connsiteY8" fmla="*/ 0 h 98597"/>
                    <a:gd name="connsiteX9" fmla="*/ 4482 w 147896"/>
                    <a:gd name="connsiteY9" fmla="*/ 90082 h 98597"/>
                    <a:gd name="connsiteX10" fmla="*/ 4482 w 147896"/>
                    <a:gd name="connsiteY10" fmla="*/ 8963 h 98597"/>
                    <a:gd name="connsiteX11" fmla="*/ 8515 w 147896"/>
                    <a:gd name="connsiteY11" fmla="*/ 4930 h 98597"/>
                    <a:gd name="connsiteX12" fmla="*/ 99494 w 147896"/>
                    <a:gd name="connsiteY12" fmla="*/ 4930 h 98597"/>
                    <a:gd name="connsiteX13" fmla="*/ 99494 w 147896"/>
                    <a:gd name="connsiteY13" fmla="*/ 94564 h 98597"/>
                    <a:gd name="connsiteX14" fmla="*/ 8515 w 147896"/>
                    <a:gd name="connsiteY14" fmla="*/ 94564 h 98597"/>
                    <a:gd name="connsiteX15" fmla="*/ 4482 w 147896"/>
                    <a:gd name="connsiteY15" fmla="*/ 90082 h 98597"/>
                    <a:gd name="connsiteX16" fmla="*/ 147896 w 147896"/>
                    <a:gd name="connsiteY16" fmla="*/ 90082 h 98597"/>
                    <a:gd name="connsiteX17" fmla="*/ 143863 w 147896"/>
                    <a:gd name="connsiteY17" fmla="*/ 94116 h 98597"/>
                    <a:gd name="connsiteX18" fmla="*/ 104424 w 147896"/>
                    <a:gd name="connsiteY18" fmla="*/ 94116 h 98597"/>
                    <a:gd name="connsiteX19" fmla="*/ 104424 w 147896"/>
                    <a:gd name="connsiteY19" fmla="*/ 4482 h 98597"/>
                    <a:gd name="connsiteX20" fmla="*/ 143863 w 147896"/>
                    <a:gd name="connsiteY20" fmla="*/ 4482 h 98597"/>
                    <a:gd name="connsiteX21" fmla="*/ 147896 w 147896"/>
                    <a:gd name="connsiteY21" fmla="*/ 8515 h 98597"/>
                    <a:gd name="connsiteX22" fmla="*/ 147896 w 147896"/>
                    <a:gd name="connsiteY22" fmla="*/ 90082 h 9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7896" h="98597">
                      <a:moveTo>
                        <a:pt x="143863" y="0"/>
                      </a:moveTo>
                      <a:lnTo>
                        <a:pt x="8515" y="0"/>
                      </a:lnTo>
                      <a:cubicBezTo>
                        <a:pt x="3585" y="0"/>
                        <a:pt x="0" y="4034"/>
                        <a:pt x="0" y="8515"/>
                      </a:cubicBezTo>
                      <a:lnTo>
                        <a:pt x="0" y="90082"/>
                      </a:lnTo>
                      <a:cubicBezTo>
                        <a:pt x="0" y="95012"/>
                        <a:pt x="4034" y="98597"/>
                        <a:pt x="8515" y="98597"/>
                      </a:cubicBezTo>
                      <a:lnTo>
                        <a:pt x="143863" y="98597"/>
                      </a:lnTo>
                      <a:cubicBezTo>
                        <a:pt x="148792" y="98597"/>
                        <a:pt x="152378" y="94564"/>
                        <a:pt x="152378" y="90082"/>
                      </a:cubicBezTo>
                      <a:lnTo>
                        <a:pt x="152378" y="8963"/>
                      </a:lnTo>
                      <a:cubicBezTo>
                        <a:pt x="152378" y="4034"/>
                        <a:pt x="148344" y="0"/>
                        <a:pt x="143863" y="0"/>
                      </a:cubicBezTo>
                      <a:close/>
                      <a:moveTo>
                        <a:pt x="4482" y="90082"/>
                      </a:moveTo>
                      <a:lnTo>
                        <a:pt x="4482" y="8963"/>
                      </a:lnTo>
                      <a:cubicBezTo>
                        <a:pt x="4482" y="6723"/>
                        <a:pt x="6274" y="4930"/>
                        <a:pt x="8515" y="4930"/>
                      </a:cubicBezTo>
                      <a:lnTo>
                        <a:pt x="99494" y="4930"/>
                      </a:lnTo>
                      <a:lnTo>
                        <a:pt x="99494" y="94564"/>
                      </a:lnTo>
                      <a:lnTo>
                        <a:pt x="8515" y="94564"/>
                      </a:lnTo>
                      <a:cubicBezTo>
                        <a:pt x="6274" y="94116"/>
                        <a:pt x="4482" y="92323"/>
                        <a:pt x="4482" y="90082"/>
                      </a:cubicBezTo>
                      <a:close/>
                      <a:moveTo>
                        <a:pt x="147896" y="90082"/>
                      </a:moveTo>
                      <a:cubicBezTo>
                        <a:pt x="147896" y="92323"/>
                        <a:pt x="146103" y="94116"/>
                        <a:pt x="143863" y="94116"/>
                      </a:cubicBezTo>
                      <a:lnTo>
                        <a:pt x="104424" y="94116"/>
                      </a:lnTo>
                      <a:lnTo>
                        <a:pt x="104424" y="4482"/>
                      </a:lnTo>
                      <a:lnTo>
                        <a:pt x="143863" y="4482"/>
                      </a:lnTo>
                      <a:cubicBezTo>
                        <a:pt x="146103" y="4482"/>
                        <a:pt x="147896" y="6274"/>
                        <a:pt x="147896" y="8515"/>
                      </a:cubicBezTo>
                      <a:lnTo>
                        <a:pt x="147896" y="9008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11" name="Freeform: Shape 2979">
                  <a:extLst>
                    <a:ext uri="{FF2B5EF4-FFF2-40B4-BE49-F238E27FC236}">
                      <a16:creationId xmlns:a16="http://schemas.microsoft.com/office/drawing/2014/main" id="{781CA693-2E24-6D33-800F-5221D5CE56FF}"/>
                    </a:ext>
                  </a:extLst>
                </p:cNvPr>
                <p:cNvSpPr/>
                <p:nvPr/>
              </p:nvSpPr>
              <p:spPr>
                <a:xfrm>
                  <a:off x="6587664" y="2150753"/>
                  <a:ext cx="26890" cy="31372"/>
                </a:xfrm>
                <a:custGeom>
                  <a:avLst/>
                  <a:gdLst>
                    <a:gd name="connsiteX0" fmla="*/ 15686 w 26890"/>
                    <a:gd name="connsiteY0" fmla="*/ 0 h 31371"/>
                    <a:gd name="connsiteX1" fmla="*/ 0 w 26890"/>
                    <a:gd name="connsiteY1" fmla="*/ 15686 h 31371"/>
                    <a:gd name="connsiteX2" fmla="*/ 15686 w 26890"/>
                    <a:gd name="connsiteY2" fmla="*/ 31372 h 31371"/>
                    <a:gd name="connsiteX3" fmla="*/ 31372 w 26890"/>
                    <a:gd name="connsiteY3" fmla="*/ 15686 h 31371"/>
                    <a:gd name="connsiteX4" fmla="*/ 15686 w 26890"/>
                    <a:gd name="connsiteY4" fmla="*/ 0 h 31371"/>
                    <a:gd name="connsiteX5" fmla="*/ 15686 w 26890"/>
                    <a:gd name="connsiteY5" fmla="*/ 26890 h 31371"/>
                    <a:gd name="connsiteX6" fmla="*/ 4482 w 26890"/>
                    <a:gd name="connsiteY6" fmla="*/ 15686 h 31371"/>
                    <a:gd name="connsiteX7" fmla="*/ 15686 w 26890"/>
                    <a:gd name="connsiteY7" fmla="*/ 4482 h 31371"/>
                    <a:gd name="connsiteX8" fmla="*/ 26890 w 26890"/>
                    <a:gd name="connsiteY8" fmla="*/ 15686 h 31371"/>
                    <a:gd name="connsiteX9" fmla="*/ 15686 w 26890"/>
                    <a:gd name="connsiteY9" fmla="*/ 26890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90" h="31371">
                      <a:moveTo>
                        <a:pt x="15686" y="0"/>
                      </a:moveTo>
                      <a:cubicBezTo>
                        <a:pt x="7171" y="0"/>
                        <a:pt x="0" y="7171"/>
                        <a:pt x="0" y="15686"/>
                      </a:cubicBezTo>
                      <a:cubicBezTo>
                        <a:pt x="0" y="24201"/>
                        <a:pt x="7171" y="31372"/>
                        <a:pt x="15686" y="31372"/>
                      </a:cubicBezTo>
                      <a:cubicBezTo>
                        <a:pt x="24201" y="31372"/>
                        <a:pt x="31372" y="24201"/>
                        <a:pt x="31372" y="15686"/>
                      </a:cubicBezTo>
                      <a:cubicBezTo>
                        <a:pt x="31372" y="7171"/>
                        <a:pt x="24201" y="0"/>
                        <a:pt x="15686" y="0"/>
                      </a:cubicBezTo>
                      <a:close/>
                      <a:moveTo>
                        <a:pt x="15686" y="26890"/>
                      </a:moveTo>
                      <a:cubicBezTo>
                        <a:pt x="9412" y="26890"/>
                        <a:pt x="4482" y="21960"/>
                        <a:pt x="4482" y="15686"/>
                      </a:cubicBezTo>
                      <a:cubicBezTo>
                        <a:pt x="4482" y="9412"/>
                        <a:pt x="9412" y="4482"/>
                        <a:pt x="15686" y="4482"/>
                      </a:cubicBezTo>
                      <a:cubicBezTo>
                        <a:pt x="21960" y="4482"/>
                        <a:pt x="26890" y="9412"/>
                        <a:pt x="26890" y="15686"/>
                      </a:cubicBezTo>
                      <a:cubicBezTo>
                        <a:pt x="26890" y="21960"/>
                        <a:pt x="21960" y="26890"/>
                        <a:pt x="15686" y="2689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12" name="Freeform: Shape 2980">
                  <a:extLst>
                    <a:ext uri="{FF2B5EF4-FFF2-40B4-BE49-F238E27FC236}">
                      <a16:creationId xmlns:a16="http://schemas.microsoft.com/office/drawing/2014/main" id="{0861F85C-F3E6-9508-12AE-58BE3169D5FE}"/>
                    </a:ext>
                  </a:extLst>
                </p:cNvPr>
                <p:cNvSpPr/>
                <p:nvPr/>
              </p:nvSpPr>
              <p:spPr>
                <a:xfrm>
                  <a:off x="6493549" y="2150753"/>
                  <a:ext cx="76189" cy="71707"/>
                </a:xfrm>
                <a:custGeom>
                  <a:avLst/>
                  <a:gdLst>
                    <a:gd name="connsiteX0" fmla="*/ 75741 w 76188"/>
                    <a:gd name="connsiteY0" fmla="*/ 0 h 71707"/>
                    <a:gd name="connsiteX1" fmla="*/ 2241 w 76188"/>
                    <a:gd name="connsiteY1" fmla="*/ 0 h 71707"/>
                    <a:gd name="connsiteX2" fmla="*/ 0 w 76188"/>
                    <a:gd name="connsiteY2" fmla="*/ 2241 h 71707"/>
                    <a:gd name="connsiteX3" fmla="*/ 0 w 76188"/>
                    <a:gd name="connsiteY3" fmla="*/ 69466 h 71707"/>
                    <a:gd name="connsiteX4" fmla="*/ 2241 w 76188"/>
                    <a:gd name="connsiteY4" fmla="*/ 71707 h 71707"/>
                    <a:gd name="connsiteX5" fmla="*/ 75741 w 76188"/>
                    <a:gd name="connsiteY5" fmla="*/ 71707 h 71707"/>
                    <a:gd name="connsiteX6" fmla="*/ 77982 w 76188"/>
                    <a:gd name="connsiteY6" fmla="*/ 69466 h 71707"/>
                    <a:gd name="connsiteX7" fmla="*/ 77982 w 76188"/>
                    <a:gd name="connsiteY7" fmla="*/ 2241 h 71707"/>
                    <a:gd name="connsiteX8" fmla="*/ 75741 w 76188"/>
                    <a:gd name="connsiteY8" fmla="*/ 0 h 71707"/>
                    <a:gd name="connsiteX9" fmla="*/ 73500 w 76188"/>
                    <a:gd name="connsiteY9" fmla="*/ 67226 h 71707"/>
                    <a:gd name="connsiteX10" fmla="*/ 4482 w 76188"/>
                    <a:gd name="connsiteY10" fmla="*/ 67226 h 71707"/>
                    <a:gd name="connsiteX11" fmla="*/ 4482 w 76188"/>
                    <a:gd name="connsiteY11" fmla="*/ 4482 h 71707"/>
                    <a:gd name="connsiteX12" fmla="*/ 73500 w 76188"/>
                    <a:gd name="connsiteY12" fmla="*/ 4482 h 71707"/>
                    <a:gd name="connsiteX13" fmla="*/ 73500 w 76188"/>
                    <a:gd name="connsiteY13" fmla="*/ 67226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88" h="71707">
                      <a:moveTo>
                        <a:pt x="75741" y="0"/>
                      </a:moveTo>
                      <a:lnTo>
                        <a:pt x="2241" y="0"/>
                      </a:lnTo>
                      <a:cubicBezTo>
                        <a:pt x="896" y="0"/>
                        <a:pt x="0" y="896"/>
                        <a:pt x="0" y="2241"/>
                      </a:cubicBezTo>
                      <a:lnTo>
                        <a:pt x="0" y="69466"/>
                      </a:lnTo>
                      <a:cubicBezTo>
                        <a:pt x="0" y="70811"/>
                        <a:pt x="896" y="71707"/>
                        <a:pt x="2241" y="71707"/>
                      </a:cubicBezTo>
                      <a:lnTo>
                        <a:pt x="75741" y="71707"/>
                      </a:lnTo>
                      <a:cubicBezTo>
                        <a:pt x="77085" y="71707"/>
                        <a:pt x="77982" y="70811"/>
                        <a:pt x="77982" y="69466"/>
                      </a:cubicBezTo>
                      <a:lnTo>
                        <a:pt x="77982" y="2241"/>
                      </a:lnTo>
                      <a:cubicBezTo>
                        <a:pt x="77982" y="1345"/>
                        <a:pt x="77085" y="0"/>
                        <a:pt x="75741" y="0"/>
                      </a:cubicBezTo>
                      <a:close/>
                      <a:moveTo>
                        <a:pt x="73500" y="67226"/>
                      </a:moveTo>
                      <a:lnTo>
                        <a:pt x="4482" y="67226"/>
                      </a:lnTo>
                      <a:lnTo>
                        <a:pt x="4482" y="4482"/>
                      </a:lnTo>
                      <a:lnTo>
                        <a:pt x="73500" y="4482"/>
                      </a:lnTo>
                      <a:lnTo>
                        <a:pt x="73500" y="6722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13" name="Freeform: Shape 5323">
                  <a:extLst>
                    <a:ext uri="{FF2B5EF4-FFF2-40B4-BE49-F238E27FC236}">
                      <a16:creationId xmlns:a16="http://schemas.microsoft.com/office/drawing/2014/main" id="{98DADA21-22D5-AC36-22E6-91A7D8BC3752}"/>
                    </a:ext>
                  </a:extLst>
                </p:cNvPr>
                <p:cNvSpPr/>
                <p:nvPr/>
              </p:nvSpPr>
              <p:spPr>
                <a:xfrm>
                  <a:off x="6587664" y="2200500"/>
                  <a:ext cx="26890" cy="4482"/>
                </a:xfrm>
                <a:custGeom>
                  <a:avLst/>
                  <a:gdLst>
                    <a:gd name="connsiteX0" fmla="*/ 29131 w 26890"/>
                    <a:gd name="connsiteY0" fmla="*/ 0 h 4481"/>
                    <a:gd name="connsiteX1" fmla="*/ 2241 w 26890"/>
                    <a:gd name="connsiteY1" fmla="*/ 0 h 4481"/>
                    <a:gd name="connsiteX2" fmla="*/ 0 w 26890"/>
                    <a:gd name="connsiteY2" fmla="*/ 2241 h 4481"/>
                    <a:gd name="connsiteX3" fmla="*/ 2241 w 26890"/>
                    <a:gd name="connsiteY3" fmla="*/ 4482 h 4481"/>
                    <a:gd name="connsiteX4" fmla="*/ 29131 w 26890"/>
                    <a:gd name="connsiteY4" fmla="*/ 4482 h 4481"/>
                    <a:gd name="connsiteX5" fmla="*/ 31372 w 26890"/>
                    <a:gd name="connsiteY5" fmla="*/ 2241 h 4481"/>
                    <a:gd name="connsiteX6" fmla="*/ 29131 w 26890"/>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90" h="4481">
                      <a:moveTo>
                        <a:pt x="29131" y="0"/>
                      </a:moveTo>
                      <a:lnTo>
                        <a:pt x="2241" y="0"/>
                      </a:lnTo>
                      <a:cubicBezTo>
                        <a:pt x="896" y="0"/>
                        <a:pt x="0" y="896"/>
                        <a:pt x="0" y="2241"/>
                      </a:cubicBezTo>
                      <a:cubicBezTo>
                        <a:pt x="0" y="3585"/>
                        <a:pt x="896" y="4482"/>
                        <a:pt x="2241" y="4482"/>
                      </a:cubicBezTo>
                      <a:lnTo>
                        <a:pt x="29131" y="4482"/>
                      </a:lnTo>
                      <a:cubicBezTo>
                        <a:pt x="30476" y="4482"/>
                        <a:pt x="31372" y="3585"/>
                        <a:pt x="31372" y="2241"/>
                      </a:cubicBezTo>
                      <a:cubicBezTo>
                        <a:pt x="31372" y="896"/>
                        <a:pt x="30476" y="0"/>
                        <a:pt x="2913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14" name="Freeform: Shape 5324">
                  <a:extLst>
                    <a:ext uri="{FF2B5EF4-FFF2-40B4-BE49-F238E27FC236}">
                      <a16:creationId xmlns:a16="http://schemas.microsoft.com/office/drawing/2014/main" id="{35785419-BFD6-0486-D366-A51BEC7A333D}"/>
                    </a:ext>
                  </a:extLst>
                </p:cNvPr>
                <p:cNvSpPr/>
                <p:nvPr/>
              </p:nvSpPr>
              <p:spPr>
                <a:xfrm>
                  <a:off x="6587664" y="2213497"/>
                  <a:ext cx="26890" cy="4482"/>
                </a:xfrm>
                <a:custGeom>
                  <a:avLst/>
                  <a:gdLst>
                    <a:gd name="connsiteX0" fmla="*/ 29131 w 26890"/>
                    <a:gd name="connsiteY0" fmla="*/ 0 h 4481"/>
                    <a:gd name="connsiteX1" fmla="*/ 2241 w 26890"/>
                    <a:gd name="connsiteY1" fmla="*/ 0 h 4481"/>
                    <a:gd name="connsiteX2" fmla="*/ 0 w 26890"/>
                    <a:gd name="connsiteY2" fmla="*/ 2241 h 4481"/>
                    <a:gd name="connsiteX3" fmla="*/ 2241 w 26890"/>
                    <a:gd name="connsiteY3" fmla="*/ 4482 h 4481"/>
                    <a:gd name="connsiteX4" fmla="*/ 29131 w 26890"/>
                    <a:gd name="connsiteY4" fmla="*/ 4482 h 4481"/>
                    <a:gd name="connsiteX5" fmla="*/ 31372 w 26890"/>
                    <a:gd name="connsiteY5" fmla="*/ 2241 h 4481"/>
                    <a:gd name="connsiteX6" fmla="*/ 29131 w 26890"/>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90" h="4481">
                      <a:moveTo>
                        <a:pt x="29131" y="0"/>
                      </a:moveTo>
                      <a:lnTo>
                        <a:pt x="2241" y="0"/>
                      </a:lnTo>
                      <a:cubicBezTo>
                        <a:pt x="896" y="0"/>
                        <a:pt x="0" y="896"/>
                        <a:pt x="0" y="2241"/>
                      </a:cubicBezTo>
                      <a:cubicBezTo>
                        <a:pt x="0" y="3585"/>
                        <a:pt x="896" y="4482"/>
                        <a:pt x="2241" y="4482"/>
                      </a:cubicBezTo>
                      <a:lnTo>
                        <a:pt x="29131" y="4482"/>
                      </a:lnTo>
                      <a:cubicBezTo>
                        <a:pt x="30476" y="4482"/>
                        <a:pt x="31372" y="3585"/>
                        <a:pt x="31372" y="2241"/>
                      </a:cubicBezTo>
                      <a:cubicBezTo>
                        <a:pt x="31372" y="896"/>
                        <a:pt x="30476" y="0"/>
                        <a:pt x="2913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15" name="Freeform: Shape 5325">
                  <a:extLst>
                    <a:ext uri="{FF2B5EF4-FFF2-40B4-BE49-F238E27FC236}">
                      <a16:creationId xmlns:a16="http://schemas.microsoft.com/office/drawing/2014/main" id="{91ADEC93-F3E0-0B09-9A10-3BF0179B6C37}"/>
                    </a:ext>
                  </a:extLst>
                </p:cNvPr>
                <p:cNvSpPr/>
                <p:nvPr/>
              </p:nvSpPr>
              <p:spPr>
                <a:xfrm>
                  <a:off x="6500271" y="2204534"/>
                  <a:ext cx="58262" cy="4482"/>
                </a:xfrm>
                <a:custGeom>
                  <a:avLst/>
                  <a:gdLst>
                    <a:gd name="connsiteX0" fmla="*/ 2241 w 58262"/>
                    <a:gd name="connsiteY0" fmla="*/ 4482 h 4481"/>
                    <a:gd name="connsiteX1" fmla="*/ 56918 w 58262"/>
                    <a:gd name="connsiteY1" fmla="*/ 4482 h 4481"/>
                    <a:gd name="connsiteX2" fmla="*/ 59158 w 58262"/>
                    <a:gd name="connsiteY2" fmla="*/ 2241 h 4481"/>
                    <a:gd name="connsiteX3" fmla="*/ 56918 w 58262"/>
                    <a:gd name="connsiteY3" fmla="*/ 0 h 4481"/>
                    <a:gd name="connsiteX4" fmla="*/ 2241 w 58262"/>
                    <a:gd name="connsiteY4" fmla="*/ 0 h 4481"/>
                    <a:gd name="connsiteX5" fmla="*/ 0 w 58262"/>
                    <a:gd name="connsiteY5" fmla="*/ 2241 h 4481"/>
                    <a:gd name="connsiteX6" fmla="*/ 2241 w 58262"/>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262" h="4481">
                      <a:moveTo>
                        <a:pt x="2241" y="4482"/>
                      </a:moveTo>
                      <a:lnTo>
                        <a:pt x="56918" y="4482"/>
                      </a:lnTo>
                      <a:cubicBezTo>
                        <a:pt x="58262" y="4482"/>
                        <a:pt x="59158" y="3585"/>
                        <a:pt x="59158" y="2241"/>
                      </a:cubicBezTo>
                      <a:cubicBezTo>
                        <a:pt x="59158" y="896"/>
                        <a:pt x="58262" y="0"/>
                        <a:pt x="56918" y="0"/>
                      </a:cubicBezTo>
                      <a:lnTo>
                        <a:pt x="2241" y="0"/>
                      </a:lnTo>
                      <a:cubicBezTo>
                        <a:pt x="896" y="0"/>
                        <a:pt x="0" y="896"/>
                        <a:pt x="0" y="2241"/>
                      </a:cubicBezTo>
                      <a:cubicBezTo>
                        <a:pt x="0" y="3585"/>
                        <a:pt x="896" y="4482"/>
                        <a:pt x="2241"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416" name="Group 2517">
                <a:extLst>
                  <a:ext uri="{FF2B5EF4-FFF2-40B4-BE49-F238E27FC236}">
                    <a16:creationId xmlns:a16="http://schemas.microsoft.com/office/drawing/2014/main" id="{C192C3ED-19CE-72A9-938A-A45193AFDA38}"/>
                  </a:ext>
                  <a:ext uri="{C183D7F6-B498-43B3-948B-1728B52AA6E4}">
                    <adec:decorative xmlns:adec="http://schemas.microsoft.com/office/drawing/2017/decorative" val="1"/>
                  </a:ext>
                </a:extLst>
              </p:cNvPr>
              <p:cNvGrpSpPr>
                <a:grpSpLocks noChangeAspect="1"/>
              </p:cNvGrpSpPr>
              <p:nvPr/>
            </p:nvGrpSpPr>
            <p:grpSpPr>
              <a:xfrm>
                <a:off x="6696987" y="4166109"/>
                <a:ext cx="125488" cy="152378"/>
                <a:chOff x="6753487" y="2110418"/>
                <a:chExt cx="125488" cy="152378"/>
              </a:xfrm>
            </p:grpSpPr>
            <p:sp>
              <p:nvSpPr>
                <p:cNvPr id="1417" name="Freeform: Shape 2969">
                  <a:extLst>
                    <a:ext uri="{FF2B5EF4-FFF2-40B4-BE49-F238E27FC236}">
                      <a16:creationId xmlns:a16="http://schemas.microsoft.com/office/drawing/2014/main" id="{189133DF-1DF4-2542-8C42-02C8A7133A12}"/>
                    </a:ext>
                  </a:extLst>
                </p:cNvPr>
                <p:cNvSpPr/>
                <p:nvPr/>
              </p:nvSpPr>
              <p:spPr>
                <a:xfrm>
                  <a:off x="6753487" y="2110418"/>
                  <a:ext cx="125488" cy="152378"/>
                </a:xfrm>
                <a:custGeom>
                  <a:avLst/>
                  <a:gdLst>
                    <a:gd name="connsiteX0" fmla="*/ 116972 w 125487"/>
                    <a:gd name="connsiteY0" fmla="*/ 0 h 152377"/>
                    <a:gd name="connsiteX1" fmla="*/ 8515 w 125487"/>
                    <a:gd name="connsiteY1" fmla="*/ 0 h 152377"/>
                    <a:gd name="connsiteX2" fmla="*/ 0 w 125487"/>
                    <a:gd name="connsiteY2" fmla="*/ 8515 h 152377"/>
                    <a:gd name="connsiteX3" fmla="*/ 0 w 125487"/>
                    <a:gd name="connsiteY3" fmla="*/ 143863 h 152377"/>
                    <a:gd name="connsiteX4" fmla="*/ 8515 w 125487"/>
                    <a:gd name="connsiteY4" fmla="*/ 152378 h 152377"/>
                    <a:gd name="connsiteX5" fmla="*/ 116972 w 125487"/>
                    <a:gd name="connsiteY5" fmla="*/ 152378 h 152377"/>
                    <a:gd name="connsiteX6" fmla="*/ 125488 w 125487"/>
                    <a:gd name="connsiteY6" fmla="*/ 143863 h 152377"/>
                    <a:gd name="connsiteX7" fmla="*/ 125488 w 125487"/>
                    <a:gd name="connsiteY7" fmla="*/ 8963 h 152377"/>
                    <a:gd name="connsiteX8" fmla="*/ 116972 w 125487"/>
                    <a:gd name="connsiteY8" fmla="*/ 0 h 152377"/>
                    <a:gd name="connsiteX9" fmla="*/ 121006 w 125487"/>
                    <a:gd name="connsiteY9" fmla="*/ 143863 h 152377"/>
                    <a:gd name="connsiteX10" fmla="*/ 116972 w 125487"/>
                    <a:gd name="connsiteY10" fmla="*/ 147896 h 152377"/>
                    <a:gd name="connsiteX11" fmla="*/ 8515 w 125487"/>
                    <a:gd name="connsiteY11" fmla="*/ 147896 h 152377"/>
                    <a:gd name="connsiteX12" fmla="*/ 4482 w 125487"/>
                    <a:gd name="connsiteY12" fmla="*/ 143863 h 152377"/>
                    <a:gd name="connsiteX13" fmla="*/ 4482 w 125487"/>
                    <a:gd name="connsiteY13" fmla="*/ 8963 h 152377"/>
                    <a:gd name="connsiteX14" fmla="*/ 8515 w 125487"/>
                    <a:gd name="connsiteY14" fmla="*/ 4930 h 152377"/>
                    <a:gd name="connsiteX15" fmla="*/ 116972 w 125487"/>
                    <a:gd name="connsiteY15" fmla="*/ 4930 h 152377"/>
                    <a:gd name="connsiteX16" fmla="*/ 121006 w 125487"/>
                    <a:gd name="connsiteY16" fmla="*/ 8963 h 152377"/>
                    <a:gd name="connsiteX17" fmla="*/ 121006 w 125487"/>
                    <a:gd name="connsiteY17" fmla="*/ 143863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5487" h="152377">
                      <a:moveTo>
                        <a:pt x="116972" y="0"/>
                      </a:moveTo>
                      <a:lnTo>
                        <a:pt x="8515" y="0"/>
                      </a:lnTo>
                      <a:cubicBezTo>
                        <a:pt x="3585" y="0"/>
                        <a:pt x="0" y="4034"/>
                        <a:pt x="0" y="8515"/>
                      </a:cubicBezTo>
                      <a:lnTo>
                        <a:pt x="0" y="143863"/>
                      </a:lnTo>
                      <a:cubicBezTo>
                        <a:pt x="0" y="148793"/>
                        <a:pt x="4034" y="152378"/>
                        <a:pt x="8515" y="152378"/>
                      </a:cubicBezTo>
                      <a:lnTo>
                        <a:pt x="116972" y="152378"/>
                      </a:lnTo>
                      <a:cubicBezTo>
                        <a:pt x="121902" y="152378"/>
                        <a:pt x="125488" y="148344"/>
                        <a:pt x="125488" y="143863"/>
                      </a:cubicBezTo>
                      <a:lnTo>
                        <a:pt x="125488" y="8963"/>
                      </a:lnTo>
                      <a:cubicBezTo>
                        <a:pt x="125488" y="4034"/>
                        <a:pt x="121454" y="0"/>
                        <a:pt x="116972" y="0"/>
                      </a:cubicBezTo>
                      <a:close/>
                      <a:moveTo>
                        <a:pt x="121006" y="143863"/>
                      </a:moveTo>
                      <a:cubicBezTo>
                        <a:pt x="121006" y="146104"/>
                        <a:pt x="119213" y="147896"/>
                        <a:pt x="116972" y="147896"/>
                      </a:cubicBezTo>
                      <a:lnTo>
                        <a:pt x="8515" y="147896"/>
                      </a:lnTo>
                      <a:cubicBezTo>
                        <a:pt x="6274" y="147896"/>
                        <a:pt x="4482" y="146104"/>
                        <a:pt x="4482" y="143863"/>
                      </a:cubicBezTo>
                      <a:lnTo>
                        <a:pt x="4482" y="8963"/>
                      </a:lnTo>
                      <a:cubicBezTo>
                        <a:pt x="4482" y="6723"/>
                        <a:pt x="6274" y="4930"/>
                        <a:pt x="8515" y="4930"/>
                      </a:cubicBezTo>
                      <a:lnTo>
                        <a:pt x="116972" y="4930"/>
                      </a:lnTo>
                      <a:cubicBezTo>
                        <a:pt x="119213" y="4930"/>
                        <a:pt x="121006" y="6723"/>
                        <a:pt x="121006" y="8963"/>
                      </a:cubicBezTo>
                      <a:lnTo>
                        <a:pt x="121006" y="143863"/>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18" name="Freeform: Shape 2970">
                  <a:extLst>
                    <a:ext uri="{FF2B5EF4-FFF2-40B4-BE49-F238E27FC236}">
                      <a16:creationId xmlns:a16="http://schemas.microsoft.com/office/drawing/2014/main" id="{206A1441-FB0B-D6D1-E7DF-74E74DD66CDB}"/>
                    </a:ext>
                  </a:extLst>
                </p:cNvPr>
                <p:cNvSpPr/>
                <p:nvPr/>
              </p:nvSpPr>
              <p:spPr>
                <a:xfrm>
                  <a:off x="6766932" y="2150753"/>
                  <a:ext cx="98597" cy="98597"/>
                </a:xfrm>
                <a:custGeom>
                  <a:avLst/>
                  <a:gdLst>
                    <a:gd name="connsiteX0" fmla="*/ 49299 w 98597"/>
                    <a:gd name="connsiteY0" fmla="*/ 0 h 98597"/>
                    <a:gd name="connsiteX1" fmla="*/ 0 w 98597"/>
                    <a:gd name="connsiteY1" fmla="*/ 49299 h 98597"/>
                    <a:gd name="connsiteX2" fmla="*/ 49299 w 98597"/>
                    <a:gd name="connsiteY2" fmla="*/ 98597 h 98597"/>
                    <a:gd name="connsiteX3" fmla="*/ 98597 w 98597"/>
                    <a:gd name="connsiteY3" fmla="*/ 49299 h 98597"/>
                    <a:gd name="connsiteX4" fmla="*/ 49299 w 98597"/>
                    <a:gd name="connsiteY4" fmla="*/ 0 h 98597"/>
                    <a:gd name="connsiteX5" fmla="*/ 49299 w 98597"/>
                    <a:gd name="connsiteY5" fmla="*/ 94116 h 98597"/>
                    <a:gd name="connsiteX6" fmla="*/ 4482 w 98597"/>
                    <a:gd name="connsiteY6" fmla="*/ 49299 h 98597"/>
                    <a:gd name="connsiteX7" fmla="*/ 49299 w 98597"/>
                    <a:gd name="connsiteY7" fmla="*/ 4482 h 98597"/>
                    <a:gd name="connsiteX8" fmla="*/ 94116 w 98597"/>
                    <a:gd name="connsiteY8" fmla="*/ 49299 h 98597"/>
                    <a:gd name="connsiteX9" fmla="*/ 49299 w 98597"/>
                    <a:gd name="connsiteY9" fmla="*/ 94116 h 9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597" h="98597">
                      <a:moveTo>
                        <a:pt x="49299" y="0"/>
                      </a:moveTo>
                      <a:cubicBezTo>
                        <a:pt x="21960" y="0"/>
                        <a:pt x="0" y="21960"/>
                        <a:pt x="0" y="49299"/>
                      </a:cubicBezTo>
                      <a:cubicBezTo>
                        <a:pt x="0" y="76637"/>
                        <a:pt x="21960" y="98597"/>
                        <a:pt x="49299" y="98597"/>
                      </a:cubicBezTo>
                      <a:cubicBezTo>
                        <a:pt x="76637" y="98597"/>
                        <a:pt x="98597" y="76637"/>
                        <a:pt x="98597" y="49299"/>
                      </a:cubicBezTo>
                      <a:cubicBezTo>
                        <a:pt x="98597" y="22409"/>
                        <a:pt x="76637" y="0"/>
                        <a:pt x="49299" y="0"/>
                      </a:cubicBezTo>
                      <a:close/>
                      <a:moveTo>
                        <a:pt x="49299" y="94116"/>
                      </a:moveTo>
                      <a:cubicBezTo>
                        <a:pt x="24649" y="94116"/>
                        <a:pt x="4482" y="73948"/>
                        <a:pt x="4482" y="49299"/>
                      </a:cubicBezTo>
                      <a:cubicBezTo>
                        <a:pt x="4482" y="24649"/>
                        <a:pt x="24649" y="4482"/>
                        <a:pt x="49299" y="4482"/>
                      </a:cubicBezTo>
                      <a:cubicBezTo>
                        <a:pt x="73948" y="4482"/>
                        <a:pt x="94116" y="24649"/>
                        <a:pt x="94116" y="49299"/>
                      </a:cubicBezTo>
                      <a:cubicBezTo>
                        <a:pt x="94116" y="74396"/>
                        <a:pt x="73948" y="94116"/>
                        <a:pt x="49299" y="9411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19" name="Freeform: Shape 2971">
                  <a:extLst>
                    <a:ext uri="{FF2B5EF4-FFF2-40B4-BE49-F238E27FC236}">
                      <a16:creationId xmlns:a16="http://schemas.microsoft.com/office/drawing/2014/main" id="{51F5106D-D0DA-D938-27A5-8DD052BC2422}"/>
                    </a:ext>
                  </a:extLst>
                </p:cNvPr>
                <p:cNvSpPr/>
                <p:nvPr/>
              </p:nvSpPr>
              <p:spPr>
                <a:xfrm>
                  <a:off x="6804579" y="2121622"/>
                  <a:ext cx="22409" cy="22409"/>
                </a:xfrm>
                <a:custGeom>
                  <a:avLst/>
                  <a:gdLst>
                    <a:gd name="connsiteX0" fmla="*/ 11652 w 22408"/>
                    <a:gd name="connsiteY0" fmla="*/ 23305 h 22408"/>
                    <a:gd name="connsiteX1" fmla="*/ 23305 w 22408"/>
                    <a:gd name="connsiteY1" fmla="*/ 11652 h 22408"/>
                    <a:gd name="connsiteX2" fmla="*/ 11652 w 22408"/>
                    <a:gd name="connsiteY2" fmla="*/ 0 h 22408"/>
                    <a:gd name="connsiteX3" fmla="*/ 0 w 22408"/>
                    <a:gd name="connsiteY3" fmla="*/ 11652 h 22408"/>
                    <a:gd name="connsiteX4" fmla="*/ 11652 w 22408"/>
                    <a:gd name="connsiteY4" fmla="*/ 23305 h 22408"/>
                    <a:gd name="connsiteX5" fmla="*/ 11652 w 22408"/>
                    <a:gd name="connsiteY5" fmla="*/ 4034 h 22408"/>
                    <a:gd name="connsiteX6" fmla="*/ 18823 w 22408"/>
                    <a:gd name="connsiteY6" fmla="*/ 11204 h 22408"/>
                    <a:gd name="connsiteX7" fmla="*/ 11652 w 22408"/>
                    <a:gd name="connsiteY7" fmla="*/ 18375 h 22408"/>
                    <a:gd name="connsiteX8" fmla="*/ 4482 w 22408"/>
                    <a:gd name="connsiteY8" fmla="*/ 11204 h 22408"/>
                    <a:gd name="connsiteX9" fmla="*/ 11652 w 22408"/>
                    <a:gd name="connsiteY9" fmla="*/ 4034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08" h="22408">
                      <a:moveTo>
                        <a:pt x="11652" y="23305"/>
                      </a:moveTo>
                      <a:cubicBezTo>
                        <a:pt x="17927" y="23305"/>
                        <a:pt x="23305" y="17927"/>
                        <a:pt x="23305" y="11652"/>
                      </a:cubicBezTo>
                      <a:cubicBezTo>
                        <a:pt x="23305" y="5378"/>
                        <a:pt x="17927" y="0"/>
                        <a:pt x="11652" y="0"/>
                      </a:cubicBezTo>
                      <a:cubicBezTo>
                        <a:pt x="5378" y="0"/>
                        <a:pt x="0" y="5378"/>
                        <a:pt x="0" y="11652"/>
                      </a:cubicBezTo>
                      <a:cubicBezTo>
                        <a:pt x="0" y="17927"/>
                        <a:pt x="4930" y="23305"/>
                        <a:pt x="11652" y="23305"/>
                      </a:cubicBezTo>
                      <a:close/>
                      <a:moveTo>
                        <a:pt x="11652" y="4034"/>
                      </a:moveTo>
                      <a:cubicBezTo>
                        <a:pt x="15686" y="4034"/>
                        <a:pt x="18823" y="7171"/>
                        <a:pt x="18823" y="11204"/>
                      </a:cubicBezTo>
                      <a:cubicBezTo>
                        <a:pt x="18823" y="15238"/>
                        <a:pt x="15686" y="18375"/>
                        <a:pt x="11652" y="18375"/>
                      </a:cubicBezTo>
                      <a:cubicBezTo>
                        <a:pt x="7619" y="18375"/>
                        <a:pt x="4482" y="15238"/>
                        <a:pt x="4482" y="11204"/>
                      </a:cubicBezTo>
                      <a:cubicBezTo>
                        <a:pt x="4482" y="7171"/>
                        <a:pt x="7619" y="4034"/>
                        <a:pt x="11652" y="403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20" name="Freeform: Shape 2972">
                  <a:extLst>
                    <a:ext uri="{FF2B5EF4-FFF2-40B4-BE49-F238E27FC236}">
                      <a16:creationId xmlns:a16="http://schemas.microsoft.com/office/drawing/2014/main" id="{BA59693E-B240-C651-E1DB-78FB860B9C5E}"/>
                    </a:ext>
                  </a:extLst>
                </p:cNvPr>
                <p:cNvSpPr/>
                <p:nvPr/>
              </p:nvSpPr>
              <p:spPr>
                <a:xfrm>
                  <a:off x="6784411" y="2167335"/>
                  <a:ext cx="58262" cy="62744"/>
                </a:xfrm>
                <a:custGeom>
                  <a:avLst/>
                  <a:gdLst>
                    <a:gd name="connsiteX0" fmla="*/ 57814 w 58262"/>
                    <a:gd name="connsiteY0" fmla="*/ 17927 h 62743"/>
                    <a:gd name="connsiteX1" fmla="*/ 59158 w 58262"/>
                    <a:gd name="connsiteY1" fmla="*/ 16582 h 62743"/>
                    <a:gd name="connsiteX2" fmla="*/ 58710 w 58262"/>
                    <a:gd name="connsiteY2" fmla="*/ 14790 h 62743"/>
                    <a:gd name="connsiteX3" fmla="*/ 31820 w 58262"/>
                    <a:gd name="connsiteY3" fmla="*/ 0 h 62743"/>
                    <a:gd name="connsiteX4" fmla="*/ 0 w 58262"/>
                    <a:gd name="connsiteY4" fmla="*/ 31820 h 62743"/>
                    <a:gd name="connsiteX5" fmla="*/ 31820 w 58262"/>
                    <a:gd name="connsiteY5" fmla="*/ 63640 h 62743"/>
                    <a:gd name="connsiteX6" fmla="*/ 58710 w 58262"/>
                    <a:gd name="connsiteY6" fmla="*/ 48851 h 62743"/>
                    <a:gd name="connsiteX7" fmla="*/ 59158 w 58262"/>
                    <a:gd name="connsiteY7" fmla="*/ 47058 h 62743"/>
                    <a:gd name="connsiteX8" fmla="*/ 57814 w 58262"/>
                    <a:gd name="connsiteY8" fmla="*/ 45713 h 62743"/>
                    <a:gd name="connsiteX9" fmla="*/ 48851 w 58262"/>
                    <a:gd name="connsiteY9" fmla="*/ 31820 h 62743"/>
                    <a:gd name="connsiteX10" fmla="*/ 57814 w 58262"/>
                    <a:gd name="connsiteY10" fmla="*/ 17927 h 62743"/>
                    <a:gd name="connsiteX11" fmla="*/ 44369 w 58262"/>
                    <a:gd name="connsiteY11" fmla="*/ 31820 h 62743"/>
                    <a:gd name="connsiteX12" fmla="*/ 53332 w 58262"/>
                    <a:gd name="connsiteY12" fmla="*/ 48402 h 62743"/>
                    <a:gd name="connsiteX13" fmla="*/ 31820 w 58262"/>
                    <a:gd name="connsiteY13" fmla="*/ 59158 h 62743"/>
                    <a:gd name="connsiteX14" fmla="*/ 4482 w 58262"/>
                    <a:gd name="connsiteY14" fmla="*/ 31820 h 62743"/>
                    <a:gd name="connsiteX15" fmla="*/ 31820 w 58262"/>
                    <a:gd name="connsiteY15" fmla="*/ 4482 h 62743"/>
                    <a:gd name="connsiteX16" fmla="*/ 53332 w 58262"/>
                    <a:gd name="connsiteY16" fmla="*/ 15238 h 62743"/>
                    <a:gd name="connsiteX17" fmla="*/ 44369 w 58262"/>
                    <a:gd name="connsiteY17" fmla="*/ 31820 h 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262" h="62743">
                      <a:moveTo>
                        <a:pt x="57814" y="17927"/>
                      </a:moveTo>
                      <a:cubicBezTo>
                        <a:pt x="58262" y="17479"/>
                        <a:pt x="58710" y="17030"/>
                        <a:pt x="59158" y="16582"/>
                      </a:cubicBezTo>
                      <a:cubicBezTo>
                        <a:pt x="59607" y="16134"/>
                        <a:pt x="59158" y="15238"/>
                        <a:pt x="58710" y="14790"/>
                      </a:cubicBezTo>
                      <a:cubicBezTo>
                        <a:pt x="52884" y="5826"/>
                        <a:pt x="42576" y="0"/>
                        <a:pt x="31820" y="0"/>
                      </a:cubicBezTo>
                      <a:cubicBezTo>
                        <a:pt x="14341" y="0"/>
                        <a:pt x="0" y="14341"/>
                        <a:pt x="0" y="31820"/>
                      </a:cubicBezTo>
                      <a:cubicBezTo>
                        <a:pt x="0" y="49299"/>
                        <a:pt x="14341" y="63640"/>
                        <a:pt x="31820" y="63640"/>
                      </a:cubicBezTo>
                      <a:cubicBezTo>
                        <a:pt x="42576" y="63640"/>
                        <a:pt x="52884" y="58262"/>
                        <a:pt x="58710" y="48851"/>
                      </a:cubicBezTo>
                      <a:cubicBezTo>
                        <a:pt x="59158" y="48402"/>
                        <a:pt x="59158" y="47506"/>
                        <a:pt x="59158" y="47058"/>
                      </a:cubicBezTo>
                      <a:cubicBezTo>
                        <a:pt x="59158" y="46610"/>
                        <a:pt x="58710" y="45713"/>
                        <a:pt x="57814" y="45713"/>
                      </a:cubicBezTo>
                      <a:cubicBezTo>
                        <a:pt x="52436" y="43024"/>
                        <a:pt x="48851" y="37646"/>
                        <a:pt x="48851" y="31820"/>
                      </a:cubicBezTo>
                      <a:cubicBezTo>
                        <a:pt x="48851" y="25994"/>
                        <a:pt x="52436" y="20616"/>
                        <a:pt x="57814" y="17927"/>
                      </a:cubicBezTo>
                      <a:close/>
                      <a:moveTo>
                        <a:pt x="44369" y="31820"/>
                      </a:moveTo>
                      <a:cubicBezTo>
                        <a:pt x="44369" y="38543"/>
                        <a:pt x="47954" y="44817"/>
                        <a:pt x="53332" y="48402"/>
                      </a:cubicBezTo>
                      <a:cubicBezTo>
                        <a:pt x="47954" y="55125"/>
                        <a:pt x="40335" y="59158"/>
                        <a:pt x="31820" y="59158"/>
                      </a:cubicBezTo>
                      <a:cubicBezTo>
                        <a:pt x="16582" y="59158"/>
                        <a:pt x="4482" y="47058"/>
                        <a:pt x="4482" y="31820"/>
                      </a:cubicBezTo>
                      <a:cubicBezTo>
                        <a:pt x="4482" y="16582"/>
                        <a:pt x="16582" y="4482"/>
                        <a:pt x="31820" y="4482"/>
                      </a:cubicBezTo>
                      <a:cubicBezTo>
                        <a:pt x="40335" y="4482"/>
                        <a:pt x="48402" y="8515"/>
                        <a:pt x="53332" y="15238"/>
                      </a:cubicBezTo>
                      <a:cubicBezTo>
                        <a:pt x="47954" y="18823"/>
                        <a:pt x="44369" y="25098"/>
                        <a:pt x="44369" y="3182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21" name="Freeform: Shape 2973">
                  <a:extLst>
                    <a:ext uri="{FF2B5EF4-FFF2-40B4-BE49-F238E27FC236}">
                      <a16:creationId xmlns:a16="http://schemas.microsoft.com/office/drawing/2014/main" id="{4A3B8353-F4C0-0221-D2B8-EC8E2C60B64A}"/>
                    </a:ext>
                  </a:extLst>
                </p:cNvPr>
                <p:cNvSpPr/>
                <p:nvPr/>
              </p:nvSpPr>
              <p:spPr>
                <a:xfrm>
                  <a:off x="6796063" y="2179436"/>
                  <a:ext cx="22409" cy="22409"/>
                </a:xfrm>
                <a:custGeom>
                  <a:avLst/>
                  <a:gdLst>
                    <a:gd name="connsiteX0" fmla="*/ 20168 w 22408"/>
                    <a:gd name="connsiteY0" fmla="*/ 0 h 22408"/>
                    <a:gd name="connsiteX1" fmla="*/ 0 w 22408"/>
                    <a:gd name="connsiteY1" fmla="*/ 20168 h 22408"/>
                    <a:gd name="connsiteX2" fmla="*/ 2241 w 22408"/>
                    <a:gd name="connsiteY2" fmla="*/ 22409 h 22408"/>
                    <a:gd name="connsiteX3" fmla="*/ 4482 w 22408"/>
                    <a:gd name="connsiteY3" fmla="*/ 20168 h 22408"/>
                    <a:gd name="connsiteX4" fmla="*/ 20168 w 22408"/>
                    <a:gd name="connsiteY4" fmla="*/ 4482 h 22408"/>
                    <a:gd name="connsiteX5" fmla="*/ 22409 w 22408"/>
                    <a:gd name="connsiteY5" fmla="*/ 2241 h 22408"/>
                    <a:gd name="connsiteX6" fmla="*/ 20168 w 22408"/>
                    <a:gd name="connsiteY6" fmla="*/ 0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8" h="22408">
                      <a:moveTo>
                        <a:pt x="20168" y="0"/>
                      </a:moveTo>
                      <a:cubicBezTo>
                        <a:pt x="8963" y="0"/>
                        <a:pt x="0" y="8963"/>
                        <a:pt x="0" y="20168"/>
                      </a:cubicBezTo>
                      <a:cubicBezTo>
                        <a:pt x="0" y="21512"/>
                        <a:pt x="896" y="22409"/>
                        <a:pt x="2241" y="22409"/>
                      </a:cubicBezTo>
                      <a:cubicBezTo>
                        <a:pt x="3585" y="22409"/>
                        <a:pt x="4482" y="21512"/>
                        <a:pt x="4482" y="20168"/>
                      </a:cubicBezTo>
                      <a:cubicBezTo>
                        <a:pt x="4482" y="11652"/>
                        <a:pt x="11652" y="4482"/>
                        <a:pt x="20168" y="4482"/>
                      </a:cubicBezTo>
                      <a:cubicBezTo>
                        <a:pt x="21512" y="4482"/>
                        <a:pt x="22409" y="3585"/>
                        <a:pt x="22409" y="2241"/>
                      </a:cubicBezTo>
                      <a:cubicBezTo>
                        <a:pt x="22409" y="896"/>
                        <a:pt x="21512" y="0"/>
                        <a:pt x="20168"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22" name="Freeform: Shape 2974">
                  <a:extLst>
                    <a:ext uri="{FF2B5EF4-FFF2-40B4-BE49-F238E27FC236}">
                      <a16:creationId xmlns:a16="http://schemas.microsoft.com/office/drawing/2014/main" id="{E4F84731-F913-4510-7B63-27C2B82FD438}"/>
                    </a:ext>
                  </a:extLst>
                </p:cNvPr>
                <p:cNvSpPr/>
                <p:nvPr/>
              </p:nvSpPr>
              <p:spPr>
                <a:xfrm>
                  <a:off x="6790237" y="2130586"/>
                  <a:ext cx="8963" cy="4482"/>
                </a:xfrm>
                <a:custGeom>
                  <a:avLst/>
                  <a:gdLst>
                    <a:gd name="connsiteX0" fmla="*/ 2241 w 8963"/>
                    <a:gd name="connsiteY0" fmla="*/ 4482 h 4481"/>
                    <a:gd name="connsiteX1" fmla="*/ 8067 w 8963"/>
                    <a:gd name="connsiteY1" fmla="*/ 4482 h 4481"/>
                    <a:gd name="connsiteX2" fmla="*/ 10308 w 8963"/>
                    <a:gd name="connsiteY2" fmla="*/ 2241 h 4481"/>
                    <a:gd name="connsiteX3" fmla="*/ 8067 w 8963"/>
                    <a:gd name="connsiteY3" fmla="*/ 0 h 4481"/>
                    <a:gd name="connsiteX4" fmla="*/ 2241 w 8963"/>
                    <a:gd name="connsiteY4" fmla="*/ 0 h 4481"/>
                    <a:gd name="connsiteX5" fmla="*/ 0 w 8963"/>
                    <a:gd name="connsiteY5" fmla="*/ 2241 h 4481"/>
                    <a:gd name="connsiteX6" fmla="*/ 2241 w 8963"/>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3" h="4481">
                      <a:moveTo>
                        <a:pt x="2241" y="4482"/>
                      </a:moveTo>
                      <a:lnTo>
                        <a:pt x="8067" y="4482"/>
                      </a:lnTo>
                      <a:cubicBezTo>
                        <a:pt x="9412" y="4482"/>
                        <a:pt x="10308" y="3585"/>
                        <a:pt x="10308" y="2241"/>
                      </a:cubicBezTo>
                      <a:cubicBezTo>
                        <a:pt x="10308" y="896"/>
                        <a:pt x="9412" y="0"/>
                        <a:pt x="8067" y="0"/>
                      </a:cubicBezTo>
                      <a:lnTo>
                        <a:pt x="2241" y="0"/>
                      </a:lnTo>
                      <a:cubicBezTo>
                        <a:pt x="896" y="0"/>
                        <a:pt x="0" y="896"/>
                        <a:pt x="0" y="2241"/>
                      </a:cubicBezTo>
                      <a:cubicBezTo>
                        <a:pt x="0" y="3585"/>
                        <a:pt x="896" y="4482"/>
                        <a:pt x="2241"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23" name="Freeform: Shape 2975">
                  <a:extLst>
                    <a:ext uri="{FF2B5EF4-FFF2-40B4-BE49-F238E27FC236}">
                      <a16:creationId xmlns:a16="http://schemas.microsoft.com/office/drawing/2014/main" id="{8757EBFE-EF1D-F489-BB8D-92638CC709FA}"/>
                    </a:ext>
                  </a:extLst>
                </p:cNvPr>
                <p:cNvSpPr/>
                <p:nvPr/>
              </p:nvSpPr>
              <p:spPr>
                <a:xfrm>
                  <a:off x="6778585" y="2130586"/>
                  <a:ext cx="8963" cy="4482"/>
                </a:xfrm>
                <a:custGeom>
                  <a:avLst/>
                  <a:gdLst>
                    <a:gd name="connsiteX0" fmla="*/ 2241 w 8963"/>
                    <a:gd name="connsiteY0" fmla="*/ 4482 h 4481"/>
                    <a:gd name="connsiteX1" fmla="*/ 8067 w 8963"/>
                    <a:gd name="connsiteY1" fmla="*/ 4482 h 4481"/>
                    <a:gd name="connsiteX2" fmla="*/ 10308 w 8963"/>
                    <a:gd name="connsiteY2" fmla="*/ 2241 h 4481"/>
                    <a:gd name="connsiteX3" fmla="*/ 8067 w 8963"/>
                    <a:gd name="connsiteY3" fmla="*/ 0 h 4481"/>
                    <a:gd name="connsiteX4" fmla="*/ 2241 w 8963"/>
                    <a:gd name="connsiteY4" fmla="*/ 0 h 4481"/>
                    <a:gd name="connsiteX5" fmla="*/ 0 w 8963"/>
                    <a:gd name="connsiteY5" fmla="*/ 2241 h 4481"/>
                    <a:gd name="connsiteX6" fmla="*/ 2241 w 8963"/>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3" h="4481">
                      <a:moveTo>
                        <a:pt x="2241" y="4482"/>
                      </a:moveTo>
                      <a:lnTo>
                        <a:pt x="8067" y="4482"/>
                      </a:lnTo>
                      <a:cubicBezTo>
                        <a:pt x="9412" y="4482"/>
                        <a:pt x="10308" y="3585"/>
                        <a:pt x="10308" y="2241"/>
                      </a:cubicBezTo>
                      <a:cubicBezTo>
                        <a:pt x="10308" y="896"/>
                        <a:pt x="9412" y="0"/>
                        <a:pt x="8067" y="0"/>
                      </a:cubicBezTo>
                      <a:lnTo>
                        <a:pt x="2241" y="0"/>
                      </a:lnTo>
                      <a:cubicBezTo>
                        <a:pt x="896" y="0"/>
                        <a:pt x="0" y="896"/>
                        <a:pt x="0" y="2241"/>
                      </a:cubicBezTo>
                      <a:cubicBezTo>
                        <a:pt x="0" y="3585"/>
                        <a:pt x="896" y="4482"/>
                        <a:pt x="2241"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24" name="Freeform: Shape 2976">
                  <a:extLst>
                    <a:ext uri="{FF2B5EF4-FFF2-40B4-BE49-F238E27FC236}">
                      <a16:creationId xmlns:a16="http://schemas.microsoft.com/office/drawing/2014/main" id="{D030AFB1-AA48-215D-F97E-D6956BF22872}"/>
                    </a:ext>
                  </a:extLst>
                </p:cNvPr>
                <p:cNvSpPr/>
                <p:nvPr/>
              </p:nvSpPr>
              <p:spPr>
                <a:xfrm>
                  <a:off x="6843569" y="2130586"/>
                  <a:ext cx="8963" cy="4482"/>
                </a:xfrm>
                <a:custGeom>
                  <a:avLst/>
                  <a:gdLst>
                    <a:gd name="connsiteX0" fmla="*/ 2241 w 8963"/>
                    <a:gd name="connsiteY0" fmla="*/ 4482 h 4481"/>
                    <a:gd name="connsiteX1" fmla="*/ 8067 w 8963"/>
                    <a:gd name="connsiteY1" fmla="*/ 4482 h 4481"/>
                    <a:gd name="connsiteX2" fmla="*/ 10308 w 8963"/>
                    <a:gd name="connsiteY2" fmla="*/ 2241 h 4481"/>
                    <a:gd name="connsiteX3" fmla="*/ 8067 w 8963"/>
                    <a:gd name="connsiteY3" fmla="*/ 0 h 4481"/>
                    <a:gd name="connsiteX4" fmla="*/ 2241 w 8963"/>
                    <a:gd name="connsiteY4" fmla="*/ 0 h 4481"/>
                    <a:gd name="connsiteX5" fmla="*/ 0 w 8963"/>
                    <a:gd name="connsiteY5" fmla="*/ 2241 h 4481"/>
                    <a:gd name="connsiteX6" fmla="*/ 2241 w 8963"/>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3" h="4481">
                      <a:moveTo>
                        <a:pt x="2241" y="4482"/>
                      </a:moveTo>
                      <a:lnTo>
                        <a:pt x="8067" y="4482"/>
                      </a:lnTo>
                      <a:cubicBezTo>
                        <a:pt x="9412" y="4482"/>
                        <a:pt x="10308" y="3585"/>
                        <a:pt x="10308" y="2241"/>
                      </a:cubicBezTo>
                      <a:cubicBezTo>
                        <a:pt x="10308" y="896"/>
                        <a:pt x="9412" y="0"/>
                        <a:pt x="8067" y="0"/>
                      </a:cubicBezTo>
                      <a:lnTo>
                        <a:pt x="2241" y="0"/>
                      </a:lnTo>
                      <a:cubicBezTo>
                        <a:pt x="896" y="0"/>
                        <a:pt x="0" y="896"/>
                        <a:pt x="0" y="2241"/>
                      </a:cubicBezTo>
                      <a:cubicBezTo>
                        <a:pt x="0" y="3585"/>
                        <a:pt x="896" y="4482"/>
                        <a:pt x="2241"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25" name="Freeform: Shape 2977">
                  <a:extLst>
                    <a:ext uri="{FF2B5EF4-FFF2-40B4-BE49-F238E27FC236}">
                      <a16:creationId xmlns:a16="http://schemas.microsoft.com/office/drawing/2014/main" id="{EC755EE6-BBB2-EBE2-224A-CA2B82D0D618}"/>
                    </a:ext>
                  </a:extLst>
                </p:cNvPr>
                <p:cNvSpPr/>
                <p:nvPr/>
              </p:nvSpPr>
              <p:spPr>
                <a:xfrm>
                  <a:off x="6831917" y="2130586"/>
                  <a:ext cx="8963" cy="4482"/>
                </a:xfrm>
                <a:custGeom>
                  <a:avLst/>
                  <a:gdLst>
                    <a:gd name="connsiteX0" fmla="*/ 2241 w 8963"/>
                    <a:gd name="connsiteY0" fmla="*/ 4482 h 4481"/>
                    <a:gd name="connsiteX1" fmla="*/ 8067 w 8963"/>
                    <a:gd name="connsiteY1" fmla="*/ 4482 h 4481"/>
                    <a:gd name="connsiteX2" fmla="*/ 10308 w 8963"/>
                    <a:gd name="connsiteY2" fmla="*/ 2241 h 4481"/>
                    <a:gd name="connsiteX3" fmla="*/ 8067 w 8963"/>
                    <a:gd name="connsiteY3" fmla="*/ 0 h 4481"/>
                    <a:gd name="connsiteX4" fmla="*/ 2241 w 8963"/>
                    <a:gd name="connsiteY4" fmla="*/ 0 h 4481"/>
                    <a:gd name="connsiteX5" fmla="*/ 0 w 8963"/>
                    <a:gd name="connsiteY5" fmla="*/ 2241 h 4481"/>
                    <a:gd name="connsiteX6" fmla="*/ 2241 w 8963"/>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3" h="4481">
                      <a:moveTo>
                        <a:pt x="2241" y="4482"/>
                      </a:moveTo>
                      <a:lnTo>
                        <a:pt x="8067" y="4482"/>
                      </a:lnTo>
                      <a:cubicBezTo>
                        <a:pt x="9412" y="4482"/>
                        <a:pt x="10308" y="3585"/>
                        <a:pt x="10308" y="2241"/>
                      </a:cubicBezTo>
                      <a:cubicBezTo>
                        <a:pt x="10308" y="896"/>
                        <a:pt x="9412" y="0"/>
                        <a:pt x="8067" y="0"/>
                      </a:cubicBezTo>
                      <a:lnTo>
                        <a:pt x="2241" y="0"/>
                      </a:lnTo>
                      <a:cubicBezTo>
                        <a:pt x="896" y="0"/>
                        <a:pt x="0" y="896"/>
                        <a:pt x="0" y="2241"/>
                      </a:cubicBezTo>
                      <a:cubicBezTo>
                        <a:pt x="0" y="3585"/>
                        <a:pt x="896" y="4482"/>
                        <a:pt x="2241"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426" name="Freeform: Shape 2518">
                <a:extLst>
                  <a:ext uri="{FF2B5EF4-FFF2-40B4-BE49-F238E27FC236}">
                    <a16:creationId xmlns:a16="http://schemas.microsoft.com/office/drawing/2014/main" id="{F9C5EFA6-CD22-3D44-2C2B-EE136D7FEA50}"/>
                  </a:ext>
                  <a:ext uri="{C183D7F6-B498-43B3-948B-1728B52AA6E4}">
                    <adec:decorative xmlns:adec="http://schemas.microsoft.com/office/drawing/2017/decorative" val="1"/>
                  </a:ext>
                </a:extLst>
              </p:cNvPr>
              <p:cNvSpPr>
                <a:spLocks noChangeAspect="1"/>
              </p:cNvSpPr>
              <p:nvPr/>
            </p:nvSpPr>
            <p:spPr>
              <a:xfrm>
                <a:off x="10626991" y="4169246"/>
                <a:ext cx="152378" cy="129969"/>
              </a:xfrm>
              <a:custGeom>
                <a:avLst/>
                <a:gdLst>
                  <a:gd name="connsiteX0" fmla="*/ 152826 w 152377"/>
                  <a:gd name="connsiteY0" fmla="*/ 91875 h 129969"/>
                  <a:gd name="connsiteX1" fmla="*/ 130866 w 152377"/>
                  <a:gd name="connsiteY1" fmla="*/ 83360 h 129969"/>
                  <a:gd name="connsiteX2" fmla="*/ 127729 w 152377"/>
                  <a:gd name="connsiteY2" fmla="*/ 84704 h 129969"/>
                  <a:gd name="connsiteX3" fmla="*/ 111146 w 152377"/>
                  <a:gd name="connsiteY3" fmla="*/ 75741 h 129969"/>
                  <a:gd name="connsiteX4" fmla="*/ 90978 w 152377"/>
                  <a:gd name="connsiteY4" fmla="*/ 70363 h 129969"/>
                  <a:gd name="connsiteX5" fmla="*/ 103976 w 152377"/>
                  <a:gd name="connsiteY5" fmla="*/ 46610 h 129969"/>
                  <a:gd name="connsiteX6" fmla="*/ 112939 w 152377"/>
                  <a:gd name="connsiteY6" fmla="*/ 47954 h 129969"/>
                  <a:gd name="connsiteX7" fmla="*/ 127729 w 152377"/>
                  <a:gd name="connsiteY7" fmla="*/ 43024 h 129969"/>
                  <a:gd name="connsiteX8" fmla="*/ 142070 w 152377"/>
                  <a:gd name="connsiteY8" fmla="*/ 2241 h 129969"/>
                  <a:gd name="connsiteX9" fmla="*/ 141174 w 152377"/>
                  <a:gd name="connsiteY9" fmla="*/ 448 h 129969"/>
                  <a:gd name="connsiteX10" fmla="*/ 139381 w 152377"/>
                  <a:gd name="connsiteY10" fmla="*/ 0 h 129969"/>
                  <a:gd name="connsiteX11" fmla="*/ 100390 w 152377"/>
                  <a:gd name="connsiteY11" fmla="*/ 17927 h 129969"/>
                  <a:gd name="connsiteX12" fmla="*/ 99942 w 152377"/>
                  <a:gd name="connsiteY12" fmla="*/ 43921 h 129969"/>
                  <a:gd name="connsiteX13" fmla="*/ 88738 w 152377"/>
                  <a:gd name="connsiteY13" fmla="*/ 63640 h 129969"/>
                  <a:gd name="connsiteX14" fmla="*/ 71259 w 152377"/>
                  <a:gd name="connsiteY14" fmla="*/ 37198 h 129969"/>
                  <a:gd name="connsiteX15" fmla="*/ 68122 w 152377"/>
                  <a:gd name="connsiteY15" fmla="*/ 38094 h 129969"/>
                  <a:gd name="connsiteX16" fmla="*/ 69018 w 152377"/>
                  <a:gd name="connsiteY16" fmla="*/ 41232 h 129969"/>
                  <a:gd name="connsiteX17" fmla="*/ 85152 w 152377"/>
                  <a:gd name="connsiteY17" fmla="*/ 69915 h 129969"/>
                  <a:gd name="connsiteX18" fmla="*/ 64985 w 152377"/>
                  <a:gd name="connsiteY18" fmla="*/ 75293 h 129969"/>
                  <a:gd name="connsiteX19" fmla="*/ 60503 w 152377"/>
                  <a:gd name="connsiteY19" fmla="*/ 77533 h 129969"/>
                  <a:gd name="connsiteX20" fmla="*/ 55125 w 152377"/>
                  <a:gd name="connsiteY20" fmla="*/ 80223 h 129969"/>
                  <a:gd name="connsiteX21" fmla="*/ 54228 w 152377"/>
                  <a:gd name="connsiteY21" fmla="*/ 79774 h 129969"/>
                  <a:gd name="connsiteX22" fmla="*/ 33613 w 152377"/>
                  <a:gd name="connsiteY22" fmla="*/ 78878 h 129969"/>
                  <a:gd name="connsiteX23" fmla="*/ 2241 w 152377"/>
                  <a:gd name="connsiteY23" fmla="*/ 86497 h 129969"/>
                  <a:gd name="connsiteX24" fmla="*/ 448 w 152377"/>
                  <a:gd name="connsiteY24" fmla="*/ 89186 h 129969"/>
                  <a:gd name="connsiteX25" fmla="*/ 3137 w 152377"/>
                  <a:gd name="connsiteY25" fmla="*/ 90979 h 129969"/>
                  <a:gd name="connsiteX26" fmla="*/ 34509 w 152377"/>
                  <a:gd name="connsiteY26" fmla="*/ 83360 h 129969"/>
                  <a:gd name="connsiteX27" fmla="*/ 52436 w 152377"/>
                  <a:gd name="connsiteY27" fmla="*/ 83808 h 129969"/>
                  <a:gd name="connsiteX28" fmla="*/ 64985 w 152377"/>
                  <a:gd name="connsiteY28" fmla="*/ 87841 h 129969"/>
                  <a:gd name="connsiteX29" fmla="*/ 84704 w 152377"/>
                  <a:gd name="connsiteY29" fmla="*/ 90979 h 129969"/>
                  <a:gd name="connsiteX30" fmla="*/ 98597 w 152377"/>
                  <a:gd name="connsiteY30" fmla="*/ 90979 h 129969"/>
                  <a:gd name="connsiteX31" fmla="*/ 102631 w 152377"/>
                  <a:gd name="connsiteY31" fmla="*/ 92771 h 129969"/>
                  <a:gd name="connsiteX32" fmla="*/ 103976 w 152377"/>
                  <a:gd name="connsiteY32" fmla="*/ 98149 h 129969"/>
                  <a:gd name="connsiteX33" fmla="*/ 98149 w 152377"/>
                  <a:gd name="connsiteY33" fmla="*/ 103079 h 129969"/>
                  <a:gd name="connsiteX34" fmla="*/ 59159 w 152377"/>
                  <a:gd name="connsiteY34" fmla="*/ 103079 h 129969"/>
                  <a:gd name="connsiteX35" fmla="*/ 56918 w 152377"/>
                  <a:gd name="connsiteY35" fmla="*/ 105320 h 129969"/>
                  <a:gd name="connsiteX36" fmla="*/ 59159 w 152377"/>
                  <a:gd name="connsiteY36" fmla="*/ 107561 h 129969"/>
                  <a:gd name="connsiteX37" fmla="*/ 98149 w 152377"/>
                  <a:gd name="connsiteY37" fmla="*/ 107561 h 129969"/>
                  <a:gd name="connsiteX38" fmla="*/ 108457 w 152377"/>
                  <a:gd name="connsiteY38" fmla="*/ 98598 h 129969"/>
                  <a:gd name="connsiteX39" fmla="*/ 108457 w 152377"/>
                  <a:gd name="connsiteY39" fmla="*/ 95908 h 129969"/>
                  <a:gd name="connsiteX40" fmla="*/ 131762 w 152377"/>
                  <a:gd name="connsiteY40" fmla="*/ 86049 h 129969"/>
                  <a:gd name="connsiteX41" fmla="*/ 147000 w 152377"/>
                  <a:gd name="connsiteY41" fmla="*/ 90530 h 129969"/>
                  <a:gd name="connsiteX42" fmla="*/ 86497 w 152377"/>
                  <a:gd name="connsiteY42" fmla="*/ 127280 h 129969"/>
                  <a:gd name="connsiteX43" fmla="*/ 73948 w 152377"/>
                  <a:gd name="connsiteY43" fmla="*/ 129073 h 129969"/>
                  <a:gd name="connsiteX44" fmla="*/ 35406 w 152377"/>
                  <a:gd name="connsiteY44" fmla="*/ 119213 h 129969"/>
                  <a:gd name="connsiteX45" fmla="*/ 25546 w 152377"/>
                  <a:gd name="connsiteY45" fmla="*/ 119213 h 129969"/>
                  <a:gd name="connsiteX46" fmla="*/ 1793 w 152377"/>
                  <a:gd name="connsiteY46" fmla="*/ 124591 h 129969"/>
                  <a:gd name="connsiteX47" fmla="*/ 0 w 152377"/>
                  <a:gd name="connsiteY47" fmla="*/ 127280 h 129969"/>
                  <a:gd name="connsiteX48" fmla="*/ 2689 w 152377"/>
                  <a:gd name="connsiteY48" fmla="*/ 129073 h 129969"/>
                  <a:gd name="connsiteX49" fmla="*/ 26442 w 152377"/>
                  <a:gd name="connsiteY49" fmla="*/ 123695 h 129969"/>
                  <a:gd name="connsiteX50" fmla="*/ 34061 w 152377"/>
                  <a:gd name="connsiteY50" fmla="*/ 123695 h 129969"/>
                  <a:gd name="connsiteX51" fmla="*/ 72604 w 152377"/>
                  <a:gd name="connsiteY51" fmla="*/ 133555 h 129969"/>
                  <a:gd name="connsiteX52" fmla="*/ 77982 w 152377"/>
                  <a:gd name="connsiteY52" fmla="*/ 134003 h 129969"/>
                  <a:gd name="connsiteX53" fmla="*/ 88738 w 152377"/>
                  <a:gd name="connsiteY53" fmla="*/ 130866 h 129969"/>
                  <a:gd name="connsiteX54" fmla="*/ 151481 w 152377"/>
                  <a:gd name="connsiteY54" fmla="*/ 92771 h 129969"/>
                  <a:gd name="connsiteX55" fmla="*/ 152826 w 152377"/>
                  <a:gd name="connsiteY55" fmla="*/ 91875 h 129969"/>
                  <a:gd name="connsiteX56" fmla="*/ 104424 w 152377"/>
                  <a:gd name="connsiteY56" fmla="*/ 20616 h 129969"/>
                  <a:gd name="connsiteX57" fmla="*/ 137588 w 152377"/>
                  <a:gd name="connsiteY57" fmla="*/ 4930 h 129969"/>
                  <a:gd name="connsiteX58" fmla="*/ 125040 w 152377"/>
                  <a:gd name="connsiteY58" fmla="*/ 39439 h 129969"/>
                  <a:gd name="connsiteX59" fmla="*/ 106664 w 152377"/>
                  <a:gd name="connsiteY59" fmla="*/ 42576 h 129969"/>
                  <a:gd name="connsiteX60" fmla="*/ 123247 w 152377"/>
                  <a:gd name="connsiteY60" fmla="*/ 24201 h 129969"/>
                  <a:gd name="connsiteX61" fmla="*/ 123247 w 152377"/>
                  <a:gd name="connsiteY61" fmla="*/ 21064 h 129969"/>
                  <a:gd name="connsiteX62" fmla="*/ 120110 w 152377"/>
                  <a:gd name="connsiteY62" fmla="*/ 21064 h 129969"/>
                  <a:gd name="connsiteX63" fmla="*/ 102631 w 152377"/>
                  <a:gd name="connsiteY63" fmla="*/ 39887 h 129969"/>
                  <a:gd name="connsiteX64" fmla="*/ 104424 w 152377"/>
                  <a:gd name="connsiteY64" fmla="*/ 20616 h 129969"/>
                  <a:gd name="connsiteX65" fmla="*/ 106664 w 152377"/>
                  <a:gd name="connsiteY65" fmla="*/ 91427 h 129969"/>
                  <a:gd name="connsiteX66" fmla="*/ 99046 w 152377"/>
                  <a:gd name="connsiteY66" fmla="*/ 87841 h 129969"/>
                  <a:gd name="connsiteX67" fmla="*/ 85152 w 152377"/>
                  <a:gd name="connsiteY67" fmla="*/ 87841 h 129969"/>
                  <a:gd name="connsiteX68" fmla="*/ 66777 w 152377"/>
                  <a:gd name="connsiteY68" fmla="*/ 85152 h 129969"/>
                  <a:gd name="connsiteX69" fmla="*/ 60951 w 152377"/>
                  <a:gd name="connsiteY69" fmla="*/ 83360 h 129969"/>
                  <a:gd name="connsiteX70" fmla="*/ 62296 w 152377"/>
                  <a:gd name="connsiteY70" fmla="*/ 82463 h 129969"/>
                  <a:gd name="connsiteX71" fmla="*/ 66777 w 152377"/>
                  <a:gd name="connsiteY71" fmla="*/ 80223 h 129969"/>
                  <a:gd name="connsiteX72" fmla="*/ 108457 w 152377"/>
                  <a:gd name="connsiteY72" fmla="*/ 80223 h 129969"/>
                  <a:gd name="connsiteX73" fmla="*/ 121902 w 152377"/>
                  <a:gd name="connsiteY73" fmla="*/ 87393 h 129969"/>
                  <a:gd name="connsiteX74" fmla="*/ 107561 w 152377"/>
                  <a:gd name="connsiteY74" fmla="*/ 93668 h 129969"/>
                  <a:gd name="connsiteX75" fmla="*/ 106664 w 152377"/>
                  <a:gd name="connsiteY75" fmla="*/ 91427 h 129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52377" h="129969">
                    <a:moveTo>
                      <a:pt x="152826" y="91875"/>
                    </a:moveTo>
                    <a:cubicBezTo>
                      <a:pt x="148793" y="83360"/>
                      <a:pt x="138933" y="79774"/>
                      <a:pt x="130866" y="83360"/>
                    </a:cubicBezTo>
                    <a:lnTo>
                      <a:pt x="127729" y="84704"/>
                    </a:lnTo>
                    <a:lnTo>
                      <a:pt x="111146" y="75741"/>
                    </a:lnTo>
                    <a:cubicBezTo>
                      <a:pt x="104872" y="72604"/>
                      <a:pt x="98149" y="70811"/>
                      <a:pt x="90978" y="70363"/>
                    </a:cubicBezTo>
                    <a:cubicBezTo>
                      <a:pt x="93668" y="61848"/>
                      <a:pt x="98597" y="53780"/>
                      <a:pt x="103976" y="46610"/>
                    </a:cubicBezTo>
                    <a:cubicBezTo>
                      <a:pt x="107113" y="47506"/>
                      <a:pt x="110250" y="47954"/>
                      <a:pt x="112939" y="47954"/>
                    </a:cubicBezTo>
                    <a:cubicBezTo>
                      <a:pt x="118765" y="47954"/>
                      <a:pt x="123695" y="46162"/>
                      <a:pt x="127729" y="43024"/>
                    </a:cubicBezTo>
                    <a:cubicBezTo>
                      <a:pt x="142966" y="31372"/>
                      <a:pt x="142070" y="3585"/>
                      <a:pt x="142070" y="2241"/>
                    </a:cubicBezTo>
                    <a:cubicBezTo>
                      <a:pt x="142070" y="1793"/>
                      <a:pt x="141622" y="896"/>
                      <a:pt x="141174" y="448"/>
                    </a:cubicBezTo>
                    <a:cubicBezTo>
                      <a:pt x="140726" y="0"/>
                      <a:pt x="140277" y="0"/>
                      <a:pt x="139381" y="0"/>
                    </a:cubicBezTo>
                    <a:cubicBezTo>
                      <a:pt x="138036" y="0"/>
                      <a:pt x="110250" y="1793"/>
                      <a:pt x="100390" y="17927"/>
                    </a:cubicBezTo>
                    <a:cubicBezTo>
                      <a:pt x="95909" y="25098"/>
                      <a:pt x="95460" y="34061"/>
                      <a:pt x="99942" y="43921"/>
                    </a:cubicBezTo>
                    <a:cubicBezTo>
                      <a:pt x="95460" y="50195"/>
                      <a:pt x="91427" y="56918"/>
                      <a:pt x="88738" y="63640"/>
                    </a:cubicBezTo>
                    <a:cubicBezTo>
                      <a:pt x="86497" y="55125"/>
                      <a:pt x="81567" y="41680"/>
                      <a:pt x="71259" y="37198"/>
                    </a:cubicBezTo>
                    <a:cubicBezTo>
                      <a:pt x="69914" y="36750"/>
                      <a:pt x="69018" y="37198"/>
                      <a:pt x="68122" y="38094"/>
                    </a:cubicBezTo>
                    <a:cubicBezTo>
                      <a:pt x="67226" y="38991"/>
                      <a:pt x="68122" y="40335"/>
                      <a:pt x="69018" y="41232"/>
                    </a:cubicBezTo>
                    <a:cubicBezTo>
                      <a:pt x="79774" y="46162"/>
                      <a:pt x="83808" y="63640"/>
                      <a:pt x="85152" y="69915"/>
                    </a:cubicBezTo>
                    <a:cubicBezTo>
                      <a:pt x="77982" y="70363"/>
                      <a:pt x="71259" y="72155"/>
                      <a:pt x="64985" y="75293"/>
                    </a:cubicBezTo>
                    <a:lnTo>
                      <a:pt x="60503" y="77533"/>
                    </a:lnTo>
                    <a:cubicBezTo>
                      <a:pt x="58710" y="78430"/>
                      <a:pt x="56918" y="79326"/>
                      <a:pt x="55125" y="80223"/>
                    </a:cubicBezTo>
                    <a:lnTo>
                      <a:pt x="54228" y="79774"/>
                    </a:lnTo>
                    <a:cubicBezTo>
                      <a:pt x="47506" y="77533"/>
                      <a:pt x="40335" y="77533"/>
                      <a:pt x="33613" y="78878"/>
                    </a:cubicBezTo>
                    <a:lnTo>
                      <a:pt x="2241" y="86497"/>
                    </a:lnTo>
                    <a:cubicBezTo>
                      <a:pt x="896" y="86945"/>
                      <a:pt x="448" y="87841"/>
                      <a:pt x="448" y="89186"/>
                    </a:cubicBezTo>
                    <a:cubicBezTo>
                      <a:pt x="896" y="90530"/>
                      <a:pt x="1793" y="90979"/>
                      <a:pt x="3137" y="90979"/>
                    </a:cubicBezTo>
                    <a:lnTo>
                      <a:pt x="34509" y="83360"/>
                    </a:lnTo>
                    <a:cubicBezTo>
                      <a:pt x="40335" y="82015"/>
                      <a:pt x="46610" y="82015"/>
                      <a:pt x="52436" y="83808"/>
                    </a:cubicBezTo>
                    <a:lnTo>
                      <a:pt x="64985" y="87841"/>
                    </a:lnTo>
                    <a:cubicBezTo>
                      <a:pt x="71259" y="90082"/>
                      <a:pt x="77982" y="90979"/>
                      <a:pt x="84704" y="90979"/>
                    </a:cubicBezTo>
                    <a:lnTo>
                      <a:pt x="98597" y="90979"/>
                    </a:lnTo>
                    <a:cubicBezTo>
                      <a:pt x="100390" y="90979"/>
                      <a:pt x="101735" y="91875"/>
                      <a:pt x="102631" y="92771"/>
                    </a:cubicBezTo>
                    <a:cubicBezTo>
                      <a:pt x="103976" y="94116"/>
                      <a:pt x="104424" y="95908"/>
                      <a:pt x="103976" y="98149"/>
                    </a:cubicBezTo>
                    <a:cubicBezTo>
                      <a:pt x="103527" y="100838"/>
                      <a:pt x="100838" y="103079"/>
                      <a:pt x="98149" y="103079"/>
                    </a:cubicBezTo>
                    <a:lnTo>
                      <a:pt x="59159" y="103079"/>
                    </a:lnTo>
                    <a:cubicBezTo>
                      <a:pt x="57814" y="103079"/>
                      <a:pt x="56918" y="103975"/>
                      <a:pt x="56918" y="105320"/>
                    </a:cubicBezTo>
                    <a:cubicBezTo>
                      <a:pt x="56918" y="106665"/>
                      <a:pt x="57814" y="107561"/>
                      <a:pt x="59159" y="107561"/>
                    </a:cubicBezTo>
                    <a:lnTo>
                      <a:pt x="98149" y="107561"/>
                    </a:lnTo>
                    <a:cubicBezTo>
                      <a:pt x="103079" y="107561"/>
                      <a:pt x="107561" y="103975"/>
                      <a:pt x="108457" y="98598"/>
                    </a:cubicBezTo>
                    <a:cubicBezTo>
                      <a:pt x="108457" y="97701"/>
                      <a:pt x="108457" y="96805"/>
                      <a:pt x="108457" y="95908"/>
                    </a:cubicBezTo>
                    <a:lnTo>
                      <a:pt x="131762" y="86049"/>
                    </a:lnTo>
                    <a:cubicBezTo>
                      <a:pt x="137140" y="83808"/>
                      <a:pt x="143863" y="85601"/>
                      <a:pt x="147000" y="90530"/>
                    </a:cubicBezTo>
                    <a:lnTo>
                      <a:pt x="86497" y="127280"/>
                    </a:lnTo>
                    <a:cubicBezTo>
                      <a:pt x="82911" y="129521"/>
                      <a:pt x="78430" y="130418"/>
                      <a:pt x="73948" y="129073"/>
                    </a:cubicBezTo>
                    <a:lnTo>
                      <a:pt x="35406" y="119213"/>
                    </a:lnTo>
                    <a:cubicBezTo>
                      <a:pt x="32268" y="118317"/>
                      <a:pt x="28683" y="118317"/>
                      <a:pt x="25546" y="119213"/>
                    </a:cubicBezTo>
                    <a:lnTo>
                      <a:pt x="1793" y="124591"/>
                    </a:lnTo>
                    <a:cubicBezTo>
                      <a:pt x="448" y="125040"/>
                      <a:pt x="0" y="125936"/>
                      <a:pt x="0" y="127280"/>
                    </a:cubicBezTo>
                    <a:cubicBezTo>
                      <a:pt x="448" y="128625"/>
                      <a:pt x="1344" y="129073"/>
                      <a:pt x="2689" y="129073"/>
                    </a:cubicBezTo>
                    <a:lnTo>
                      <a:pt x="26442" y="123695"/>
                    </a:lnTo>
                    <a:cubicBezTo>
                      <a:pt x="29131" y="123247"/>
                      <a:pt x="31372" y="123247"/>
                      <a:pt x="34061" y="123695"/>
                    </a:cubicBezTo>
                    <a:lnTo>
                      <a:pt x="72604" y="133555"/>
                    </a:lnTo>
                    <a:cubicBezTo>
                      <a:pt x="74396" y="134003"/>
                      <a:pt x="76189" y="134003"/>
                      <a:pt x="77982" y="134003"/>
                    </a:cubicBezTo>
                    <a:cubicBezTo>
                      <a:pt x="81567" y="134003"/>
                      <a:pt x="85600" y="133107"/>
                      <a:pt x="88738" y="130866"/>
                    </a:cubicBezTo>
                    <a:lnTo>
                      <a:pt x="151481" y="92771"/>
                    </a:lnTo>
                    <a:cubicBezTo>
                      <a:pt x="153274" y="94564"/>
                      <a:pt x="153722" y="93219"/>
                      <a:pt x="152826" y="91875"/>
                    </a:cubicBezTo>
                    <a:close/>
                    <a:moveTo>
                      <a:pt x="104424" y="20616"/>
                    </a:moveTo>
                    <a:cubicBezTo>
                      <a:pt x="111594" y="8963"/>
                      <a:pt x="130866" y="5826"/>
                      <a:pt x="137588" y="4930"/>
                    </a:cubicBezTo>
                    <a:cubicBezTo>
                      <a:pt x="137588" y="11652"/>
                      <a:pt x="135796" y="31372"/>
                      <a:pt x="125040" y="39439"/>
                    </a:cubicBezTo>
                    <a:cubicBezTo>
                      <a:pt x="120110" y="43024"/>
                      <a:pt x="114283" y="43921"/>
                      <a:pt x="106664" y="42576"/>
                    </a:cubicBezTo>
                    <a:cubicBezTo>
                      <a:pt x="113387" y="34061"/>
                      <a:pt x="119661" y="27338"/>
                      <a:pt x="123247" y="24201"/>
                    </a:cubicBezTo>
                    <a:cubicBezTo>
                      <a:pt x="124143" y="23305"/>
                      <a:pt x="124143" y="21960"/>
                      <a:pt x="123247" y="21064"/>
                    </a:cubicBezTo>
                    <a:cubicBezTo>
                      <a:pt x="122350" y="20168"/>
                      <a:pt x="121006" y="20168"/>
                      <a:pt x="120110" y="21064"/>
                    </a:cubicBezTo>
                    <a:cubicBezTo>
                      <a:pt x="116524" y="24201"/>
                      <a:pt x="109354" y="31372"/>
                      <a:pt x="102631" y="39887"/>
                    </a:cubicBezTo>
                    <a:cubicBezTo>
                      <a:pt x="100838" y="32716"/>
                      <a:pt x="100838" y="25994"/>
                      <a:pt x="104424" y="20616"/>
                    </a:cubicBezTo>
                    <a:close/>
                    <a:moveTo>
                      <a:pt x="106664" y="91427"/>
                    </a:moveTo>
                    <a:cubicBezTo>
                      <a:pt x="104872" y="89186"/>
                      <a:pt x="102183" y="87841"/>
                      <a:pt x="99046" y="87841"/>
                    </a:cubicBezTo>
                    <a:lnTo>
                      <a:pt x="85152" y="87841"/>
                    </a:lnTo>
                    <a:cubicBezTo>
                      <a:pt x="78878" y="87841"/>
                      <a:pt x="72604" y="86945"/>
                      <a:pt x="66777" y="85152"/>
                    </a:cubicBezTo>
                    <a:lnTo>
                      <a:pt x="60951" y="83360"/>
                    </a:lnTo>
                    <a:cubicBezTo>
                      <a:pt x="61399" y="82912"/>
                      <a:pt x="61847" y="82912"/>
                      <a:pt x="62296" y="82463"/>
                    </a:cubicBezTo>
                    <a:lnTo>
                      <a:pt x="66777" y="80223"/>
                    </a:lnTo>
                    <a:cubicBezTo>
                      <a:pt x="79774" y="73500"/>
                      <a:pt x="95460" y="73500"/>
                      <a:pt x="108457" y="80223"/>
                    </a:cubicBezTo>
                    <a:lnTo>
                      <a:pt x="121902" y="87393"/>
                    </a:lnTo>
                    <a:lnTo>
                      <a:pt x="107561" y="93668"/>
                    </a:lnTo>
                    <a:cubicBezTo>
                      <a:pt x="107561" y="92771"/>
                      <a:pt x="107113" y="91875"/>
                      <a:pt x="106664" y="9142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427" name="Group 2519">
                <a:extLst>
                  <a:ext uri="{FF2B5EF4-FFF2-40B4-BE49-F238E27FC236}">
                    <a16:creationId xmlns:a16="http://schemas.microsoft.com/office/drawing/2014/main" id="{A56F3BF0-0499-A64B-0CE6-CDF94340C5D6}"/>
                  </a:ext>
                  <a:ext uri="{C183D7F6-B498-43B3-948B-1728B52AA6E4}">
                    <adec:decorative xmlns:adec="http://schemas.microsoft.com/office/drawing/2017/decorative" val="1"/>
                  </a:ext>
                </a:extLst>
              </p:cNvPr>
              <p:cNvGrpSpPr>
                <a:grpSpLocks noChangeAspect="1"/>
              </p:cNvGrpSpPr>
              <p:nvPr/>
            </p:nvGrpSpPr>
            <p:grpSpPr>
              <a:xfrm>
                <a:off x="10374672" y="4166109"/>
                <a:ext cx="152826" cy="152378"/>
                <a:chOff x="10431172" y="2110418"/>
                <a:chExt cx="152826" cy="152378"/>
              </a:xfrm>
            </p:grpSpPr>
            <p:sp>
              <p:nvSpPr>
                <p:cNvPr id="1428" name="Freeform: Shape 2966">
                  <a:extLst>
                    <a:ext uri="{FF2B5EF4-FFF2-40B4-BE49-F238E27FC236}">
                      <a16:creationId xmlns:a16="http://schemas.microsoft.com/office/drawing/2014/main" id="{54AE51A1-A8DC-A7C6-FFF6-A63EFCB0D668}"/>
                    </a:ext>
                  </a:extLst>
                </p:cNvPr>
                <p:cNvSpPr/>
                <p:nvPr/>
              </p:nvSpPr>
              <p:spPr>
                <a:xfrm>
                  <a:off x="10431172" y="2135964"/>
                  <a:ext cx="44817" cy="125488"/>
                </a:xfrm>
                <a:custGeom>
                  <a:avLst/>
                  <a:gdLst>
                    <a:gd name="connsiteX0" fmla="*/ 42576 w 44817"/>
                    <a:gd name="connsiteY0" fmla="*/ 30027 h 125487"/>
                    <a:gd name="connsiteX1" fmla="*/ 40335 w 44817"/>
                    <a:gd name="connsiteY1" fmla="*/ 32268 h 125487"/>
                    <a:gd name="connsiteX2" fmla="*/ 40335 w 44817"/>
                    <a:gd name="connsiteY2" fmla="*/ 37198 h 125487"/>
                    <a:gd name="connsiteX3" fmla="*/ 31372 w 44817"/>
                    <a:gd name="connsiteY3" fmla="*/ 44817 h 125487"/>
                    <a:gd name="connsiteX4" fmla="*/ 31372 w 44817"/>
                    <a:gd name="connsiteY4" fmla="*/ 35854 h 125487"/>
                    <a:gd name="connsiteX5" fmla="*/ 31372 w 44817"/>
                    <a:gd name="connsiteY5" fmla="*/ 2241 h 125487"/>
                    <a:gd name="connsiteX6" fmla="*/ 29131 w 44817"/>
                    <a:gd name="connsiteY6" fmla="*/ 0 h 125487"/>
                    <a:gd name="connsiteX7" fmla="*/ 26890 w 44817"/>
                    <a:gd name="connsiteY7" fmla="*/ 2241 h 125487"/>
                    <a:gd name="connsiteX8" fmla="*/ 26890 w 44817"/>
                    <a:gd name="connsiteY8" fmla="*/ 30027 h 125487"/>
                    <a:gd name="connsiteX9" fmla="*/ 24201 w 44817"/>
                    <a:gd name="connsiteY9" fmla="*/ 27338 h 125487"/>
                    <a:gd name="connsiteX10" fmla="*/ 22409 w 44817"/>
                    <a:gd name="connsiteY10" fmla="*/ 26890 h 125487"/>
                    <a:gd name="connsiteX11" fmla="*/ 20616 w 44817"/>
                    <a:gd name="connsiteY11" fmla="*/ 27338 h 125487"/>
                    <a:gd name="connsiteX12" fmla="*/ 17927 w 44817"/>
                    <a:gd name="connsiteY12" fmla="*/ 30027 h 125487"/>
                    <a:gd name="connsiteX13" fmla="*/ 17927 w 44817"/>
                    <a:gd name="connsiteY13" fmla="*/ 2241 h 125487"/>
                    <a:gd name="connsiteX14" fmla="*/ 15686 w 44817"/>
                    <a:gd name="connsiteY14" fmla="*/ 0 h 125487"/>
                    <a:gd name="connsiteX15" fmla="*/ 13445 w 44817"/>
                    <a:gd name="connsiteY15" fmla="*/ 2241 h 125487"/>
                    <a:gd name="connsiteX16" fmla="*/ 13445 w 44817"/>
                    <a:gd name="connsiteY16" fmla="*/ 35854 h 125487"/>
                    <a:gd name="connsiteX17" fmla="*/ 13445 w 44817"/>
                    <a:gd name="connsiteY17" fmla="*/ 44817 h 125487"/>
                    <a:gd name="connsiteX18" fmla="*/ 4482 w 44817"/>
                    <a:gd name="connsiteY18" fmla="*/ 37198 h 125487"/>
                    <a:gd name="connsiteX19" fmla="*/ 4482 w 44817"/>
                    <a:gd name="connsiteY19" fmla="*/ 32268 h 125487"/>
                    <a:gd name="connsiteX20" fmla="*/ 2241 w 44817"/>
                    <a:gd name="connsiteY20" fmla="*/ 30027 h 125487"/>
                    <a:gd name="connsiteX21" fmla="*/ 0 w 44817"/>
                    <a:gd name="connsiteY21" fmla="*/ 32268 h 125487"/>
                    <a:gd name="connsiteX22" fmla="*/ 0 w 44817"/>
                    <a:gd name="connsiteY22" fmla="*/ 82015 h 125487"/>
                    <a:gd name="connsiteX23" fmla="*/ 5826 w 44817"/>
                    <a:gd name="connsiteY23" fmla="*/ 94116 h 125487"/>
                    <a:gd name="connsiteX24" fmla="*/ 20168 w 44817"/>
                    <a:gd name="connsiteY24" fmla="*/ 106216 h 125487"/>
                    <a:gd name="connsiteX25" fmla="*/ 20168 w 44817"/>
                    <a:gd name="connsiteY25" fmla="*/ 125040 h 125487"/>
                    <a:gd name="connsiteX26" fmla="*/ 22409 w 44817"/>
                    <a:gd name="connsiteY26" fmla="*/ 127280 h 125487"/>
                    <a:gd name="connsiteX27" fmla="*/ 24649 w 44817"/>
                    <a:gd name="connsiteY27" fmla="*/ 125040 h 125487"/>
                    <a:gd name="connsiteX28" fmla="*/ 24649 w 44817"/>
                    <a:gd name="connsiteY28" fmla="*/ 106216 h 125487"/>
                    <a:gd name="connsiteX29" fmla="*/ 38991 w 44817"/>
                    <a:gd name="connsiteY29" fmla="*/ 94116 h 125487"/>
                    <a:gd name="connsiteX30" fmla="*/ 44817 w 44817"/>
                    <a:gd name="connsiteY30" fmla="*/ 82015 h 125487"/>
                    <a:gd name="connsiteX31" fmla="*/ 44817 w 44817"/>
                    <a:gd name="connsiteY31" fmla="*/ 32268 h 125487"/>
                    <a:gd name="connsiteX32" fmla="*/ 42576 w 44817"/>
                    <a:gd name="connsiteY32" fmla="*/ 30027 h 125487"/>
                    <a:gd name="connsiteX33" fmla="*/ 4482 w 44817"/>
                    <a:gd name="connsiteY33" fmla="*/ 59607 h 125487"/>
                    <a:gd name="connsiteX34" fmla="*/ 20168 w 44817"/>
                    <a:gd name="connsiteY34" fmla="*/ 72604 h 125487"/>
                    <a:gd name="connsiteX35" fmla="*/ 20168 w 44817"/>
                    <a:gd name="connsiteY35" fmla="*/ 83360 h 125487"/>
                    <a:gd name="connsiteX36" fmla="*/ 4482 w 44817"/>
                    <a:gd name="connsiteY36" fmla="*/ 70363 h 125487"/>
                    <a:gd name="connsiteX37" fmla="*/ 4482 w 44817"/>
                    <a:gd name="connsiteY37" fmla="*/ 59607 h 125487"/>
                    <a:gd name="connsiteX38" fmla="*/ 24649 w 44817"/>
                    <a:gd name="connsiteY38" fmla="*/ 72604 h 125487"/>
                    <a:gd name="connsiteX39" fmla="*/ 40335 w 44817"/>
                    <a:gd name="connsiteY39" fmla="*/ 59607 h 125487"/>
                    <a:gd name="connsiteX40" fmla="*/ 40335 w 44817"/>
                    <a:gd name="connsiteY40" fmla="*/ 70363 h 125487"/>
                    <a:gd name="connsiteX41" fmla="*/ 24649 w 44817"/>
                    <a:gd name="connsiteY41" fmla="*/ 83360 h 125487"/>
                    <a:gd name="connsiteX42" fmla="*/ 24649 w 44817"/>
                    <a:gd name="connsiteY42" fmla="*/ 72604 h 125487"/>
                    <a:gd name="connsiteX43" fmla="*/ 40335 w 44817"/>
                    <a:gd name="connsiteY43" fmla="*/ 53780 h 125487"/>
                    <a:gd name="connsiteX44" fmla="*/ 24649 w 44817"/>
                    <a:gd name="connsiteY44" fmla="*/ 66777 h 125487"/>
                    <a:gd name="connsiteX45" fmla="*/ 24649 w 44817"/>
                    <a:gd name="connsiteY45" fmla="*/ 56021 h 125487"/>
                    <a:gd name="connsiteX46" fmla="*/ 40335 w 44817"/>
                    <a:gd name="connsiteY46" fmla="*/ 43024 h 125487"/>
                    <a:gd name="connsiteX47" fmla="*/ 40335 w 44817"/>
                    <a:gd name="connsiteY47" fmla="*/ 53780 h 125487"/>
                    <a:gd name="connsiteX48" fmla="*/ 17927 w 44817"/>
                    <a:gd name="connsiteY48" fmla="*/ 47954 h 125487"/>
                    <a:gd name="connsiteX49" fmla="*/ 17927 w 44817"/>
                    <a:gd name="connsiteY49" fmla="*/ 36302 h 125487"/>
                    <a:gd name="connsiteX50" fmla="*/ 22409 w 44817"/>
                    <a:gd name="connsiteY50" fmla="*/ 31820 h 125487"/>
                    <a:gd name="connsiteX51" fmla="*/ 26890 w 44817"/>
                    <a:gd name="connsiteY51" fmla="*/ 36302 h 125487"/>
                    <a:gd name="connsiteX52" fmla="*/ 26890 w 44817"/>
                    <a:gd name="connsiteY52" fmla="*/ 47954 h 125487"/>
                    <a:gd name="connsiteX53" fmla="*/ 26890 w 44817"/>
                    <a:gd name="connsiteY53" fmla="*/ 47954 h 125487"/>
                    <a:gd name="connsiteX54" fmla="*/ 22409 w 44817"/>
                    <a:gd name="connsiteY54" fmla="*/ 51540 h 125487"/>
                    <a:gd name="connsiteX55" fmla="*/ 17927 w 44817"/>
                    <a:gd name="connsiteY55" fmla="*/ 47954 h 125487"/>
                    <a:gd name="connsiteX56" fmla="*/ 17927 w 44817"/>
                    <a:gd name="connsiteY56" fmla="*/ 47954 h 125487"/>
                    <a:gd name="connsiteX57" fmla="*/ 20168 w 44817"/>
                    <a:gd name="connsiteY57" fmla="*/ 56021 h 125487"/>
                    <a:gd name="connsiteX58" fmla="*/ 20168 w 44817"/>
                    <a:gd name="connsiteY58" fmla="*/ 66777 h 125487"/>
                    <a:gd name="connsiteX59" fmla="*/ 4482 w 44817"/>
                    <a:gd name="connsiteY59" fmla="*/ 53780 h 125487"/>
                    <a:gd name="connsiteX60" fmla="*/ 4482 w 44817"/>
                    <a:gd name="connsiteY60" fmla="*/ 43024 h 125487"/>
                    <a:gd name="connsiteX61" fmla="*/ 20168 w 44817"/>
                    <a:gd name="connsiteY61" fmla="*/ 56021 h 125487"/>
                    <a:gd name="connsiteX62" fmla="*/ 8515 w 44817"/>
                    <a:gd name="connsiteY62" fmla="*/ 90530 h 125487"/>
                    <a:gd name="connsiteX63" fmla="*/ 4482 w 44817"/>
                    <a:gd name="connsiteY63" fmla="*/ 82015 h 125487"/>
                    <a:gd name="connsiteX64" fmla="*/ 4482 w 44817"/>
                    <a:gd name="connsiteY64" fmla="*/ 76189 h 125487"/>
                    <a:gd name="connsiteX65" fmla="*/ 20168 w 44817"/>
                    <a:gd name="connsiteY65" fmla="*/ 89186 h 125487"/>
                    <a:gd name="connsiteX66" fmla="*/ 20168 w 44817"/>
                    <a:gd name="connsiteY66" fmla="*/ 99942 h 125487"/>
                    <a:gd name="connsiteX67" fmla="*/ 8515 w 44817"/>
                    <a:gd name="connsiteY67" fmla="*/ 90530 h 125487"/>
                    <a:gd name="connsiteX68" fmla="*/ 36302 w 44817"/>
                    <a:gd name="connsiteY68" fmla="*/ 90530 h 125487"/>
                    <a:gd name="connsiteX69" fmla="*/ 24649 w 44817"/>
                    <a:gd name="connsiteY69" fmla="*/ 100390 h 125487"/>
                    <a:gd name="connsiteX70" fmla="*/ 24649 w 44817"/>
                    <a:gd name="connsiteY70" fmla="*/ 89634 h 125487"/>
                    <a:gd name="connsiteX71" fmla="*/ 40335 w 44817"/>
                    <a:gd name="connsiteY71" fmla="*/ 76637 h 125487"/>
                    <a:gd name="connsiteX72" fmla="*/ 40335 w 44817"/>
                    <a:gd name="connsiteY72" fmla="*/ 82463 h 125487"/>
                    <a:gd name="connsiteX73" fmla="*/ 36302 w 44817"/>
                    <a:gd name="connsiteY73" fmla="*/ 90530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44817" h="125487">
                      <a:moveTo>
                        <a:pt x="42576" y="30027"/>
                      </a:moveTo>
                      <a:cubicBezTo>
                        <a:pt x="41232" y="30027"/>
                        <a:pt x="40335" y="30924"/>
                        <a:pt x="40335" y="32268"/>
                      </a:cubicBezTo>
                      <a:lnTo>
                        <a:pt x="40335" y="37198"/>
                      </a:lnTo>
                      <a:lnTo>
                        <a:pt x="31372" y="44817"/>
                      </a:lnTo>
                      <a:lnTo>
                        <a:pt x="31372" y="35854"/>
                      </a:lnTo>
                      <a:lnTo>
                        <a:pt x="31372" y="2241"/>
                      </a:lnTo>
                      <a:cubicBezTo>
                        <a:pt x="31372" y="896"/>
                        <a:pt x="30476" y="0"/>
                        <a:pt x="29131" y="0"/>
                      </a:cubicBezTo>
                      <a:cubicBezTo>
                        <a:pt x="27787" y="0"/>
                        <a:pt x="26890" y="896"/>
                        <a:pt x="26890" y="2241"/>
                      </a:cubicBezTo>
                      <a:lnTo>
                        <a:pt x="26890" y="30027"/>
                      </a:lnTo>
                      <a:lnTo>
                        <a:pt x="24201" y="27338"/>
                      </a:lnTo>
                      <a:cubicBezTo>
                        <a:pt x="23753" y="26890"/>
                        <a:pt x="23305" y="26890"/>
                        <a:pt x="22409" y="26890"/>
                      </a:cubicBezTo>
                      <a:cubicBezTo>
                        <a:pt x="21512" y="26890"/>
                        <a:pt x="21064" y="27338"/>
                        <a:pt x="20616" y="27338"/>
                      </a:cubicBezTo>
                      <a:lnTo>
                        <a:pt x="17927" y="30027"/>
                      </a:lnTo>
                      <a:lnTo>
                        <a:pt x="17927" y="2241"/>
                      </a:lnTo>
                      <a:cubicBezTo>
                        <a:pt x="17927" y="896"/>
                        <a:pt x="17030" y="0"/>
                        <a:pt x="15686" y="0"/>
                      </a:cubicBezTo>
                      <a:cubicBezTo>
                        <a:pt x="14342" y="0"/>
                        <a:pt x="13445" y="896"/>
                        <a:pt x="13445" y="2241"/>
                      </a:cubicBezTo>
                      <a:lnTo>
                        <a:pt x="13445" y="35854"/>
                      </a:lnTo>
                      <a:lnTo>
                        <a:pt x="13445" y="44817"/>
                      </a:lnTo>
                      <a:lnTo>
                        <a:pt x="4482" y="37198"/>
                      </a:lnTo>
                      <a:lnTo>
                        <a:pt x="4482" y="32268"/>
                      </a:lnTo>
                      <a:cubicBezTo>
                        <a:pt x="4482" y="30924"/>
                        <a:pt x="3585" y="30027"/>
                        <a:pt x="2241" y="30027"/>
                      </a:cubicBezTo>
                      <a:cubicBezTo>
                        <a:pt x="896" y="30027"/>
                        <a:pt x="0" y="30924"/>
                        <a:pt x="0" y="32268"/>
                      </a:cubicBezTo>
                      <a:lnTo>
                        <a:pt x="0" y="82015"/>
                      </a:lnTo>
                      <a:cubicBezTo>
                        <a:pt x="0" y="86497"/>
                        <a:pt x="2241" y="90979"/>
                        <a:pt x="5826" y="94116"/>
                      </a:cubicBezTo>
                      <a:lnTo>
                        <a:pt x="20168" y="106216"/>
                      </a:lnTo>
                      <a:lnTo>
                        <a:pt x="20168" y="125040"/>
                      </a:lnTo>
                      <a:cubicBezTo>
                        <a:pt x="20168" y="126384"/>
                        <a:pt x="21064" y="127280"/>
                        <a:pt x="22409" y="127280"/>
                      </a:cubicBezTo>
                      <a:cubicBezTo>
                        <a:pt x="23753" y="127280"/>
                        <a:pt x="24649" y="126384"/>
                        <a:pt x="24649" y="125040"/>
                      </a:cubicBezTo>
                      <a:lnTo>
                        <a:pt x="24649" y="106216"/>
                      </a:lnTo>
                      <a:lnTo>
                        <a:pt x="38991" y="94116"/>
                      </a:lnTo>
                      <a:cubicBezTo>
                        <a:pt x="42576" y="90979"/>
                        <a:pt x="44817" y="86945"/>
                        <a:pt x="44817" y="82015"/>
                      </a:cubicBezTo>
                      <a:lnTo>
                        <a:pt x="44817" y="32268"/>
                      </a:lnTo>
                      <a:cubicBezTo>
                        <a:pt x="44817" y="30924"/>
                        <a:pt x="43921" y="30027"/>
                        <a:pt x="42576" y="30027"/>
                      </a:cubicBezTo>
                      <a:close/>
                      <a:moveTo>
                        <a:pt x="4482" y="59607"/>
                      </a:moveTo>
                      <a:lnTo>
                        <a:pt x="20168" y="72604"/>
                      </a:lnTo>
                      <a:lnTo>
                        <a:pt x="20168" y="83360"/>
                      </a:lnTo>
                      <a:lnTo>
                        <a:pt x="4482" y="70363"/>
                      </a:lnTo>
                      <a:lnTo>
                        <a:pt x="4482" y="59607"/>
                      </a:lnTo>
                      <a:close/>
                      <a:moveTo>
                        <a:pt x="24649" y="72604"/>
                      </a:moveTo>
                      <a:lnTo>
                        <a:pt x="40335" y="59607"/>
                      </a:lnTo>
                      <a:lnTo>
                        <a:pt x="40335" y="70363"/>
                      </a:lnTo>
                      <a:lnTo>
                        <a:pt x="24649" y="83360"/>
                      </a:lnTo>
                      <a:lnTo>
                        <a:pt x="24649" y="72604"/>
                      </a:lnTo>
                      <a:close/>
                      <a:moveTo>
                        <a:pt x="40335" y="53780"/>
                      </a:moveTo>
                      <a:lnTo>
                        <a:pt x="24649" y="66777"/>
                      </a:lnTo>
                      <a:lnTo>
                        <a:pt x="24649" y="56021"/>
                      </a:lnTo>
                      <a:lnTo>
                        <a:pt x="40335" y="43024"/>
                      </a:lnTo>
                      <a:lnTo>
                        <a:pt x="40335" y="53780"/>
                      </a:lnTo>
                      <a:close/>
                      <a:moveTo>
                        <a:pt x="17927" y="47954"/>
                      </a:moveTo>
                      <a:lnTo>
                        <a:pt x="17927" y="36302"/>
                      </a:lnTo>
                      <a:lnTo>
                        <a:pt x="22409" y="31820"/>
                      </a:lnTo>
                      <a:lnTo>
                        <a:pt x="26890" y="36302"/>
                      </a:lnTo>
                      <a:lnTo>
                        <a:pt x="26890" y="47954"/>
                      </a:lnTo>
                      <a:cubicBezTo>
                        <a:pt x="26890" y="47954"/>
                        <a:pt x="26890" y="47954"/>
                        <a:pt x="26890" y="47954"/>
                      </a:cubicBezTo>
                      <a:lnTo>
                        <a:pt x="22409" y="51540"/>
                      </a:lnTo>
                      <a:lnTo>
                        <a:pt x="17927" y="47954"/>
                      </a:lnTo>
                      <a:cubicBezTo>
                        <a:pt x="17927" y="47954"/>
                        <a:pt x="17927" y="47954"/>
                        <a:pt x="17927" y="47954"/>
                      </a:cubicBezTo>
                      <a:close/>
                      <a:moveTo>
                        <a:pt x="20168" y="56021"/>
                      </a:moveTo>
                      <a:lnTo>
                        <a:pt x="20168" y="66777"/>
                      </a:lnTo>
                      <a:lnTo>
                        <a:pt x="4482" y="53780"/>
                      </a:lnTo>
                      <a:lnTo>
                        <a:pt x="4482" y="43024"/>
                      </a:lnTo>
                      <a:lnTo>
                        <a:pt x="20168" y="56021"/>
                      </a:lnTo>
                      <a:close/>
                      <a:moveTo>
                        <a:pt x="8515" y="90530"/>
                      </a:moveTo>
                      <a:cubicBezTo>
                        <a:pt x="5826" y="88290"/>
                        <a:pt x="4482" y="85152"/>
                        <a:pt x="4482" y="82015"/>
                      </a:cubicBezTo>
                      <a:lnTo>
                        <a:pt x="4482" y="76189"/>
                      </a:lnTo>
                      <a:lnTo>
                        <a:pt x="20168" y="89186"/>
                      </a:lnTo>
                      <a:lnTo>
                        <a:pt x="20168" y="99942"/>
                      </a:lnTo>
                      <a:lnTo>
                        <a:pt x="8515" y="90530"/>
                      </a:lnTo>
                      <a:close/>
                      <a:moveTo>
                        <a:pt x="36302" y="90530"/>
                      </a:moveTo>
                      <a:lnTo>
                        <a:pt x="24649" y="100390"/>
                      </a:lnTo>
                      <a:lnTo>
                        <a:pt x="24649" y="89634"/>
                      </a:lnTo>
                      <a:lnTo>
                        <a:pt x="40335" y="76637"/>
                      </a:lnTo>
                      <a:lnTo>
                        <a:pt x="40335" y="82463"/>
                      </a:lnTo>
                      <a:cubicBezTo>
                        <a:pt x="40335" y="85152"/>
                        <a:pt x="38543" y="88290"/>
                        <a:pt x="36302" y="905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29" name="Freeform: Shape 2967">
                  <a:extLst>
                    <a:ext uri="{FF2B5EF4-FFF2-40B4-BE49-F238E27FC236}">
                      <a16:creationId xmlns:a16="http://schemas.microsoft.com/office/drawing/2014/main" id="{E2A97005-BD07-0824-8A5A-025289DE2904}"/>
                    </a:ext>
                  </a:extLst>
                </p:cNvPr>
                <p:cNvSpPr/>
                <p:nvPr/>
              </p:nvSpPr>
              <p:spPr>
                <a:xfrm>
                  <a:off x="10539181" y="2135964"/>
                  <a:ext cx="44817" cy="125488"/>
                </a:xfrm>
                <a:custGeom>
                  <a:avLst/>
                  <a:gdLst>
                    <a:gd name="connsiteX0" fmla="*/ 42128 w 44817"/>
                    <a:gd name="connsiteY0" fmla="*/ 30027 h 125487"/>
                    <a:gd name="connsiteX1" fmla="*/ 39887 w 44817"/>
                    <a:gd name="connsiteY1" fmla="*/ 32268 h 125487"/>
                    <a:gd name="connsiteX2" fmla="*/ 39887 w 44817"/>
                    <a:gd name="connsiteY2" fmla="*/ 37198 h 125487"/>
                    <a:gd name="connsiteX3" fmla="*/ 30924 w 44817"/>
                    <a:gd name="connsiteY3" fmla="*/ 44817 h 125487"/>
                    <a:gd name="connsiteX4" fmla="*/ 30924 w 44817"/>
                    <a:gd name="connsiteY4" fmla="*/ 35854 h 125487"/>
                    <a:gd name="connsiteX5" fmla="*/ 30924 w 44817"/>
                    <a:gd name="connsiteY5" fmla="*/ 2241 h 125487"/>
                    <a:gd name="connsiteX6" fmla="*/ 28683 w 44817"/>
                    <a:gd name="connsiteY6" fmla="*/ 0 h 125487"/>
                    <a:gd name="connsiteX7" fmla="*/ 26442 w 44817"/>
                    <a:gd name="connsiteY7" fmla="*/ 2241 h 125487"/>
                    <a:gd name="connsiteX8" fmla="*/ 26442 w 44817"/>
                    <a:gd name="connsiteY8" fmla="*/ 30027 h 125487"/>
                    <a:gd name="connsiteX9" fmla="*/ 23753 w 44817"/>
                    <a:gd name="connsiteY9" fmla="*/ 27338 h 125487"/>
                    <a:gd name="connsiteX10" fmla="*/ 20616 w 44817"/>
                    <a:gd name="connsiteY10" fmla="*/ 27338 h 125487"/>
                    <a:gd name="connsiteX11" fmla="*/ 17927 w 44817"/>
                    <a:gd name="connsiteY11" fmla="*/ 30027 h 125487"/>
                    <a:gd name="connsiteX12" fmla="*/ 17927 w 44817"/>
                    <a:gd name="connsiteY12" fmla="*/ 2241 h 125487"/>
                    <a:gd name="connsiteX13" fmla="*/ 15686 w 44817"/>
                    <a:gd name="connsiteY13" fmla="*/ 0 h 125487"/>
                    <a:gd name="connsiteX14" fmla="*/ 13445 w 44817"/>
                    <a:gd name="connsiteY14" fmla="*/ 2241 h 125487"/>
                    <a:gd name="connsiteX15" fmla="*/ 13445 w 44817"/>
                    <a:gd name="connsiteY15" fmla="*/ 35854 h 125487"/>
                    <a:gd name="connsiteX16" fmla="*/ 13445 w 44817"/>
                    <a:gd name="connsiteY16" fmla="*/ 44817 h 125487"/>
                    <a:gd name="connsiteX17" fmla="*/ 4482 w 44817"/>
                    <a:gd name="connsiteY17" fmla="*/ 37198 h 125487"/>
                    <a:gd name="connsiteX18" fmla="*/ 4482 w 44817"/>
                    <a:gd name="connsiteY18" fmla="*/ 32268 h 125487"/>
                    <a:gd name="connsiteX19" fmla="*/ 2241 w 44817"/>
                    <a:gd name="connsiteY19" fmla="*/ 30027 h 125487"/>
                    <a:gd name="connsiteX20" fmla="*/ 0 w 44817"/>
                    <a:gd name="connsiteY20" fmla="*/ 32268 h 125487"/>
                    <a:gd name="connsiteX21" fmla="*/ 0 w 44817"/>
                    <a:gd name="connsiteY21" fmla="*/ 82015 h 125487"/>
                    <a:gd name="connsiteX22" fmla="*/ 5826 w 44817"/>
                    <a:gd name="connsiteY22" fmla="*/ 94116 h 125487"/>
                    <a:gd name="connsiteX23" fmla="*/ 20168 w 44817"/>
                    <a:gd name="connsiteY23" fmla="*/ 106216 h 125487"/>
                    <a:gd name="connsiteX24" fmla="*/ 20168 w 44817"/>
                    <a:gd name="connsiteY24" fmla="*/ 125040 h 125487"/>
                    <a:gd name="connsiteX25" fmla="*/ 22409 w 44817"/>
                    <a:gd name="connsiteY25" fmla="*/ 127280 h 125487"/>
                    <a:gd name="connsiteX26" fmla="*/ 24649 w 44817"/>
                    <a:gd name="connsiteY26" fmla="*/ 125040 h 125487"/>
                    <a:gd name="connsiteX27" fmla="*/ 24649 w 44817"/>
                    <a:gd name="connsiteY27" fmla="*/ 106216 h 125487"/>
                    <a:gd name="connsiteX28" fmla="*/ 38991 w 44817"/>
                    <a:gd name="connsiteY28" fmla="*/ 94116 h 125487"/>
                    <a:gd name="connsiteX29" fmla="*/ 44817 w 44817"/>
                    <a:gd name="connsiteY29" fmla="*/ 82015 h 125487"/>
                    <a:gd name="connsiteX30" fmla="*/ 44817 w 44817"/>
                    <a:gd name="connsiteY30" fmla="*/ 32268 h 125487"/>
                    <a:gd name="connsiteX31" fmla="*/ 42128 w 44817"/>
                    <a:gd name="connsiteY31" fmla="*/ 30027 h 125487"/>
                    <a:gd name="connsiteX32" fmla="*/ 4034 w 44817"/>
                    <a:gd name="connsiteY32" fmla="*/ 59607 h 125487"/>
                    <a:gd name="connsiteX33" fmla="*/ 19720 w 44817"/>
                    <a:gd name="connsiteY33" fmla="*/ 72604 h 125487"/>
                    <a:gd name="connsiteX34" fmla="*/ 19720 w 44817"/>
                    <a:gd name="connsiteY34" fmla="*/ 83360 h 125487"/>
                    <a:gd name="connsiteX35" fmla="*/ 4034 w 44817"/>
                    <a:gd name="connsiteY35" fmla="*/ 70363 h 125487"/>
                    <a:gd name="connsiteX36" fmla="*/ 4034 w 44817"/>
                    <a:gd name="connsiteY36" fmla="*/ 59607 h 125487"/>
                    <a:gd name="connsiteX37" fmla="*/ 24201 w 44817"/>
                    <a:gd name="connsiteY37" fmla="*/ 72604 h 125487"/>
                    <a:gd name="connsiteX38" fmla="*/ 39887 w 44817"/>
                    <a:gd name="connsiteY38" fmla="*/ 59607 h 125487"/>
                    <a:gd name="connsiteX39" fmla="*/ 39887 w 44817"/>
                    <a:gd name="connsiteY39" fmla="*/ 70363 h 125487"/>
                    <a:gd name="connsiteX40" fmla="*/ 24201 w 44817"/>
                    <a:gd name="connsiteY40" fmla="*/ 83360 h 125487"/>
                    <a:gd name="connsiteX41" fmla="*/ 24201 w 44817"/>
                    <a:gd name="connsiteY41" fmla="*/ 72604 h 125487"/>
                    <a:gd name="connsiteX42" fmla="*/ 39887 w 44817"/>
                    <a:gd name="connsiteY42" fmla="*/ 53780 h 125487"/>
                    <a:gd name="connsiteX43" fmla="*/ 24201 w 44817"/>
                    <a:gd name="connsiteY43" fmla="*/ 66777 h 125487"/>
                    <a:gd name="connsiteX44" fmla="*/ 24201 w 44817"/>
                    <a:gd name="connsiteY44" fmla="*/ 56021 h 125487"/>
                    <a:gd name="connsiteX45" fmla="*/ 39887 w 44817"/>
                    <a:gd name="connsiteY45" fmla="*/ 43024 h 125487"/>
                    <a:gd name="connsiteX46" fmla="*/ 39887 w 44817"/>
                    <a:gd name="connsiteY46" fmla="*/ 53780 h 125487"/>
                    <a:gd name="connsiteX47" fmla="*/ 17479 w 44817"/>
                    <a:gd name="connsiteY47" fmla="*/ 47954 h 125487"/>
                    <a:gd name="connsiteX48" fmla="*/ 17479 w 44817"/>
                    <a:gd name="connsiteY48" fmla="*/ 36302 h 125487"/>
                    <a:gd name="connsiteX49" fmla="*/ 21960 w 44817"/>
                    <a:gd name="connsiteY49" fmla="*/ 31820 h 125487"/>
                    <a:gd name="connsiteX50" fmla="*/ 26442 w 44817"/>
                    <a:gd name="connsiteY50" fmla="*/ 36302 h 125487"/>
                    <a:gd name="connsiteX51" fmla="*/ 26442 w 44817"/>
                    <a:gd name="connsiteY51" fmla="*/ 47954 h 125487"/>
                    <a:gd name="connsiteX52" fmla="*/ 26442 w 44817"/>
                    <a:gd name="connsiteY52" fmla="*/ 47954 h 125487"/>
                    <a:gd name="connsiteX53" fmla="*/ 21960 w 44817"/>
                    <a:gd name="connsiteY53" fmla="*/ 51540 h 125487"/>
                    <a:gd name="connsiteX54" fmla="*/ 17479 w 44817"/>
                    <a:gd name="connsiteY54" fmla="*/ 47954 h 125487"/>
                    <a:gd name="connsiteX55" fmla="*/ 17479 w 44817"/>
                    <a:gd name="connsiteY55" fmla="*/ 47954 h 125487"/>
                    <a:gd name="connsiteX56" fmla="*/ 19720 w 44817"/>
                    <a:gd name="connsiteY56" fmla="*/ 56021 h 125487"/>
                    <a:gd name="connsiteX57" fmla="*/ 19720 w 44817"/>
                    <a:gd name="connsiteY57" fmla="*/ 66777 h 125487"/>
                    <a:gd name="connsiteX58" fmla="*/ 4034 w 44817"/>
                    <a:gd name="connsiteY58" fmla="*/ 53780 h 125487"/>
                    <a:gd name="connsiteX59" fmla="*/ 4034 w 44817"/>
                    <a:gd name="connsiteY59" fmla="*/ 43024 h 125487"/>
                    <a:gd name="connsiteX60" fmla="*/ 19720 w 44817"/>
                    <a:gd name="connsiteY60" fmla="*/ 56021 h 125487"/>
                    <a:gd name="connsiteX61" fmla="*/ 8067 w 44817"/>
                    <a:gd name="connsiteY61" fmla="*/ 90530 h 125487"/>
                    <a:gd name="connsiteX62" fmla="*/ 4034 w 44817"/>
                    <a:gd name="connsiteY62" fmla="*/ 82015 h 125487"/>
                    <a:gd name="connsiteX63" fmla="*/ 4034 w 44817"/>
                    <a:gd name="connsiteY63" fmla="*/ 76189 h 125487"/>
                    <a:gd name="connsiteX64" fmla="*/ 19720 w 44817"/>
                    <a:gd name="connsiteY64" fmla="*/ 89186 h 125487"/>
                    <a:gd name="connsiteX65" fmla="*/ 19720 w 44817"/>
                    <a:gd name="connsiteY65" fmla="*/ 99942 h 125487"/>
                    <a:gd name="connsiteX66" fmla="*/ 8067 w 44817"/>
                    <a:gd name="connsiteY66" fmla="*/ 90530 h 125487"/>
                    <a:gd name="connsiteX67" fmla="*/ 35854 w 44817"/>
                    <a:gd name="connsiteY67" fmla="*/ 90530 h 125487"/>
                    <a:gd name="connsiteX68" fmla="*/ 24201 w 44817"/>
                    <a:gd name="connsiteY68" fmla="*/ 100390 h 125487"/>
                    <a:gd name="connsiteX69" fmla="*/ 24201 w 44817"/>
                    <a:gd name="connsiteY69" fmla="*/ 89634 h 125487"/>
                    <a:gd name="connsiteX70" fmla="*/ 39887 w 44817"/>
                    <a:gd name="connsiteY70" fmla="*/ 76637 h 125487"/>
                    <a:gd name="connsiteX71" fmla="*/ 39887 w 44817"/>
                    <a:gd name="connsiteY71" fmla="*/ 82463 h 125487"/>
                    <a:gd name="connsiteX72" fmla="*/ 35854 w 44817"/>
                    <a:gd name="connsiteY72" fmla="*/ 90530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4817" h="125487">
                      <a:moveTo>
                        <a:pt x="42128" y="30027"/>
                      </a:moveTo>
                      <a:cubicBezTo>
                        <a:pt x="40784" y="30027"/>
                        <a:pt x="39887" y="30924"/>
                        <a:pt x="39887" y="32268"/>
                      </a:cubicBezTo>
                      <a:lnTo>
                        <a:pt x="39887" y="37198"/>
                      </a:lnTo>
                      <a:lnTo>
                        <a:pt x="30924" y="44817"/>
                      </a:lnTo>
                      <a:lnTo>
                        <a:pt x="30924" y="35854"/>
                      </a:lnTo>
                      <a:lnTo>
                        <a:pt x="30924" y="2241"/>
                      </a:lnTo>
                      <a:cubicBezTo>
                        <a:pt x="30924" y="896"/>
                        <a:pt x="30027" y="0"/>
                        <a:pt x="28683" y="0"/>
                      </a:cubicBezTo>
                      <a:cubicBezTo>
                        <a:pt x="27339" y="0"/>
                        <a:pt x="26442" y="896"/>
                        <a:pt x="26442" y="2241"/>
                      </a:cubicBezTo>
                      <a:lnTo>
                        <a:pt x="26442" y="30027"/>
                      </a:lnTo>
                      <a:lnTo>
                        <a:pt x="23753" y="27338"/>
                      </a:lnTo>
                      <a:cubicBezTo>
                        <a:pt x="22857" y="26442"/>
                        <a:pt x="21512" y="26442"/>
                        <a:pt x="20616" y="27338"/>
                      </a:cubicBezTo>
                      <a:lnTo>
                        <a:pt x="17927" y="30027"/>
                      </a:lnTo>
                      <a:lnTo>
                        <a:pt x="17927" y="2241"/>
                      </a:lnTo>
                      <a:cubicBezTo>
                        <a:pt x="17927" y="896"/>
                        <a:pt x="17030" y="0"/>
                        <a:pt x="15686" y="0"/>
                      </a:cubicBezTo>
                      <a:cubicBezTo>
                        <a:pt x="14342" y="0"/>
                        <a:pt x="13445" y="896"/>
                        <a:pt x="13445" y="2241"/>
                      </a:cubicBezTo>
                      <a:lnTo>
                        <a:pt x="13445" y="35854"/>
                      </a:lnTo>
                      <a:lnTo>
                        <a:pt x="13445" y="44817"/>
                      </a:lnTo>
                      <a:lnTo>
                        <a:pt x="4482" y="37198"/>
                      </a:lnTo>
                      <a:lnTo>
                        <a:pt x="4482" y="32268"/>
                      </a:lnTo>
                      <a:cubicBezTo>
                        <a:pt x="4482" y="30924"/>
                        <a:pt x="3585" y="30027"/>
                        <a:pt x="2241" y="30027"/>
                      </a:cubicBezTo>
                      <a:cubicBezTo>
                        <a:pt x="896" y="30027"/>
                        <a:pt x="0" y="30924"/>
                        <a:pt x="0" y="32268"/>
                      </a:cubicBezTo>
                      <a:lnTo>
                        <a:pt x="0" y="82015"/>
                      </a:lnTo>
                      <a:cubicBezTo>
                        <a:pt x="0" y="86497"/>
                        <a:pt x="2241" y="90979"/>
                        <a:pt x="5826" y="94116"/>
                      </a:cubicBezTo>
                      <a:lnTo>
                        <a:pt x="20168" y="106216"/>
                      </a:lnTo>
                      <a:lnTo>
                        <a:pt x="20168" y="125040"/>
                      </a:lnTo>
                      <a:cubicBezTo>
                        <a:pt x="20168" y="126384"/>
                        <a:pt x="21064" y="127280"/>
                        <a:pt x="22409" y="127280"/>
                      </a:cubicBezTo>
                      <a:cubicBezTo>
                        <a:pt x="23753" y="127280"/>
                        <a:pt x="24649" y="126384"/>
                        <a:pt x="24649" y="125040"/>
                      </a:cubicBezTo>
                      <a:lnTo>
                        <a:pt x="24649" y="106216"/>
                      </a:lnTo>
                      <a:lnTo>
                        <a:pt x="38991" y="94116"/>
                      </a:lnTo>
                      <a:cubicBezTo>
                        <a:pt x="42576" y="90979"/>
                        <a:pt x="44817" y="86945"/>
                        <a:pt x="44817" y="82015"/>
                      </a:cubicBezTo>
                      <a:lnTo>
                        <a:pt x="44817" y="32268"/>
                      </a:lnTo>
                      <a:cubicBezTo>
                        <a:pt x="44369" y="30924"/>
                        <a:pt x="43473" y="30027"/>
                        <a:pt x="42128" y="30027"/>
                      </a:cubicBezTo>
                      <a:close/>
                      <a:moveTo>
                        <a:pt x="4034" y="59607"/>
                      </a:moveTo>
                      <a:lnTo>
                        <a:pt x="19720" y="72604"/>
                      </a:lnTo>
                      <a:lnTo>
                        <a:pt x="19720" y="83360"/>
                      </a:lnTo>
                      <a:lnTo>
                        <a:pt x="4034" y="70363"/>
                      </a:lnTo>
                      <a:lnTo>
                        <a:pt x="4034" y="59607"/>
                      </a:lnTo>
                      <a:close/>
                      <a:moveTo>
                        <a:pt x="24201" y="72604"/>
                      </a:moveTo>
                      <a:lnTo>
                        <a:pt x="39887" y="59607"/>
                      </a:lnTo>
                      <a:lnTo>
                        <a:pt x="39887" y="70363"/>
                      </a:lnTo>
                      <a:lnTo>
                        <a:pt x="24201" y="83360"/>
                      </a:lnTo>
                      <a:lnTo>
                        <a:pt x="24201" y="72604"/>
                      </a:lnTo>
                      <a:close/>
                      <a:moveTo>
                        <a:pt x="39887" y="53780"/>
                      </a:moveTo>
                      <a:lnTo>
                        <a:pt x="24201" y="66777"/>
                      </a:lnTo>
                      <a:lnTo>
                        <a:pt x="24201" y="56021"/>
                      </a:lnTo>
                      <a:lnTo>
                        <a:pt x="39887" y="43024"/>
                      </a:lnTo>
                      <a:lnTo>
                        <a:pt x="39887" y="53780"/>
                      </a:lnTo>
                      <a:close/>
                      <a:moveTo>
                        <a:pt x="17479" y="47954"/>
                      </a:moveTo>
                      <a:lnTo>
                        <a:pt x="17479" y="36302"/>
                      </a:lnTo>
                      <a:lnTo>
                        <a:pt x="21960" y="31820"/>
                      </a:lnTo>
                      <a:lnTo>
                        <a:pt x="26442" y="36302"/>
                      </a:lnTo>
                      <a:lnTo>
                        <a:pt x="26442" y="47954"/>
                      </a:lnTo>
                      <a:cubicBezTo>
                        <a:pt x="26442" y="47954"/>
                        <a:pt x="26442" y="47954"/>
                        <a:pt x="26442" y="47954"/>
                      </a:cubicBezTo>
                      <a:lnTo>
                        <a:pt x="21960" y="51540"/>
                      </a:lnTo>
                      <a:lnTo>
                        <a:pt x="17479" y="47954"/>
                      </a:lnTo>
                      <a:cubicBezTo>
                        <a:pt x="17479" y="47954"/>
                        <a:pt x="17479" y="47954"/>
                        <a:pt x="17479" y="47954"/>
                      </a:cubicBezTo>
                      <a:close/>
                      <a:moveTo>
                        <a:pt x="19720" y="56021"/>
                      </a:moveTo>
                      <a:lnTo>
                        <a:pt x="19720" y="66777"/>
                      </a:lnTo>
                      <a:lnTo>
                        <a:pt x="4034" y="53780"/>
                      </a:lnTo>
                      <a:lnTo>
                        <a:pt x="4034" y="43024"/>
                      </a:lnTo>
                      <a:lnTo>
                        <a:pt x="19720" y="56021"/>
                      </a:lnTo>
                      <a:close/>
                      <a:moveTo>
                        <a:pt x="8067" y="90530"/>
                      </a:moveTo>
                      <a:cubicBezTo>
                        <a:pt x="5378" y="88290"/>
                        <a:pt x="4034" y="85152"/>
                        <a:pt x="4034" y="82015"/>
                      </a:cubicBezTo>
                      <a:lnTo>
                        <a:pt x="4034" y="76189"/>
                      </a:lnTo>
                      <a:lnTo>
                        <a:pt x="19720" y="89186"/>
                      </a:lnTo>
                      <a:lnTo>
                        <a:pt x="19720" y="99942"/>
                      </a:lnTo>
                      <a:lnTo>
                        <a:pt x="8067" y="90530"/>
                      </a:lnTo>
                      <a:close/>
                      <a:moveTo>
                        <a:pt x="35854" y="90530"/>
                      </a:moveTo>
                      <a:lnTo>
                        <a:pt x="24201" y="100390"/>
                      </a:lnTo>
                      <a:lnTo>
                        <a:pt x="24201" y="89634"/>
                      </a:lnTo>
                      <a:lnTo>
                        <a:pt x="39887" y="76637"/>
                      </a:lnTo>
                      <a:lnTo>
                        <a:pt x="39887" y="82463"/>
                      </a:lnTo>
                      <a:cubicBezTo>
                        <a:pt x="39887" y="85152"/>
                        <a:pt x="38543" y="88290"/>
                        <a:pt x="35854" y="905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30" name="Freeform: Shape 2968">
                  <a:extLst>
                    <a:ext uri="{FF2B5EF4-FFF2-40B4-BE49-F238E27FC236}">
                      <a16:creationId xmlns:a16="http://schemas.microsoft.com/office/drawing/2014/main" id="{8A2BA890-3941-0F9A-A534-3A4DAD5BE20D}"/>
                    </a:ext>
                  </a:extLst>
                </p:cNvPr>
                <p:cNvSpPr/>
                <p:nvPr/>
              </p:nvSpPr>
              <p:spPr>
                <a:xfrm>
                  <a:off x="10484952" y="2110418"/>
                  <a:ext cx="44817" cy="152378"/>
                </a:xfrm>
                <a:custGeom>
                  <a:avLst/>
                  <a:gdLst>
                    <a:gd name="connsiteX0" fmla="*/ 43024 w 44817"/>
                    <a:gd name="connsiteY0" fmla="*/ 30476 h 152377"/>
                    <a:gd name="connsiteX1" fmla="*/ 40783 w 44817"/>
                    <a:gd name="connsiteY1" fmla="*/ 32716 h 152377"/>
                    <a:gd name="connsiteX2" fmla="*/ 40783 w 44817"/>
                    <a:gd name="connsiteY2" fmla="*/ 38094 h 152377"/>
                    <a:gd name="connsiteX3" fmla="*/ 31820 w 44817"/>
                    <a:gd name="connsiteY3" fmla="*/ 45713 h 152377"/>
                    <a:gd name="connsiteX4" fmla="*/ 31820 w 44817"/>
                    <a:gd name="connsiteY4" fmla="*/ 35854 h 152377"/>
                    <a:gd name="connsiteX5" fmla="*/ 31820 w 44817"/>
                    <a:gd name="connsiteY5" fmla="*/ 2241 h 152377"/>
                    <a:gd name="connsiteX6" fmla="*/ 29579 w 44817"/>
                    <a:gd name="connsiteY6" fmla="*/ 0 h 152377"/>
                    <a:gd name="connsiteX7" fmla="*/ 27338 w 44817"/>
                    <a:gd name="connsiteY7" fmla="*/ 2241 h 152377"/>
                    <a:gd name="connsiteX8" fmla="*/ 27338 w 44817"/>
                    <a:gd name="connsiteY8" fmla="*/ 30476 h 152377"/>
                    <a:gd name="connsiteX9" fmla="*/ 24201 w 44817"/>
                    <a:gd name="connsiteY9" fmla="*/ 27338 h 152377"/>
                    <a:gd name="connsiteX10" fmla="*/ 21064 w 44817"/>
                    <a:gd name="connsiteY10" fmla="*/ 27338 h 152377"/>
                    <a:gd name="connsiteX11" fmla="*/ 17927 w 44817"/>
                    <a:gd name="connsiteY11" fmla="*/ 30476 h 152377"/>
                    <a:gd name="connsiteX12" fmla="*/ 17927 w 44817"/>
                    <a:gd name="connsiteY12" fmla="*/ 2241 h 152377"/>
                    <a:gd name="connsiteX13" fmla="*/ 15686 w 44817"/>
                    <a:gd name="connsiteY13" fmla="*/ 0 h 152377"/>
                    <a:gd name="connsiteX14" fmla="*/ 13445 w 44817"/>
                    <a:gd name="connsiteY14" fmla="*/ 2241 h 152377"/>
                    <a:gd name="connsiteX15" fmla="*/ 13445 w 44817"/>
                    <a:gd name="connsiteY15" fmla="*/ 35854 h 152377"/>
                    <a:gd name="connsiteX16" fmla="*/ 13445 w 44817"/>
                    <a:gd name="connsiteY16" fmla="*/ 45265 h 152377"/>
                    <a:gd name="connsiteX17" fmla="*/ 4482 w 44817"/>
                    <a:gd name="connsiteY17" fmla="*/ 37646 h 152377"/>
                    <a:gd name="connsiteX18" fmla="*/ 4482 w 44817"/>
                    <a:gd name="connsiteY18" fmla="*/ 32268 h 152377"/>
                    <a:gd name="connsiteX19" fmla="*/ 2241 w 44817"/>
                    <a:gd name="connsiteY19" fmla="*/ 30027 h 152377"/>
                    <a:gd name="connsiteX20" fmla="*/ 0 w 44817"/>
                    <a:gd name="connsiteY20" fmla="*/ 32268 h 152377"/>
                    <a:gd name="connsiteX21" fmla="*/ 0 w 44817"/>
                    <a:gd name="connsiteY21" fmla="*/ 82912 h 152377"/>
                    <a:gd name="connsiteX22" fmla="*/ 5826 w 44817"/>
                    <a:gd name="connsiteY22" fmla="*/ 95012 h 152377"/>
                    <a:gd name="connsiteX23" fmla="*/ 20616 w 44817"/>
                    <a:gd name="connsiteY23" fmla="*/ 107113 h 152377"/>
                    <a:gd name="connsiteX24" fmla="*/ 20616 w 44817"/>
                    <a:gd name="connsiteY24" fmla="*/ 150137 h 152377"/>
                    <a:gd name="connsiteX25" fmla="*/ 22857 w 44817"/>
                    <a:gd name="connsiteY25" fmla="*/ 152378 h 152377"/>
                    <a:gd name="connsiteX26" fmla="*/ 25097 w 44817"/>
                    <a:gd name="connsiteY26" fmla="*/ 150137 h 152377"/>
                    <a:gd name="connsiteX27" fmla="*/ 25097 w 44817"/>
                    <a:gd name="connsiteY27" fmla="*/ 107561 h 152377"/>
                    <a:gd name="connsiteX28" fmla="*/ 39887 w 44817"/>
                    <a:gd name="connsiteY28" fmla="*/ 95460 h 152377"/>
                    <a:gd name="connsiteX29" fmla="*/ 45713 w 44817"/>
                    <a:gd name="connsiteY29" fmla="*/ 83360 h 152377"/>
                    <a:gd name="connsiteX30" fmla="*/ 45713 w 44817"/>
                    <a:gd name="connsiteY30" fmla="*/ 32716 h 152377"/>
                    <a:gd name="connsiteX31" fmla="*/ 43024 w 44817"/>
                    <a:gd name="connsiteY31" fmla="*/ 30476 h 152377"/>
                    <a:gd name="connsiteX32" fmla="*/ 4482 w 44817"/>
                    <a:gd name="connsiteY32" fmla="*/ 60503 h 152377"/>
                    <a:gd name="connsiteX33" fmla="*/ 20168 w 44817"/>
                    <a:gd name="connsiteY33" fmla="*/ 73500 h 152377"/>
                    <a:gd name="connsiteX34" fmla="*/ 20168 w 44817"/>
                    <a:gd name="connsiteY34" fmla="*/ 84704 h 152377"/>
                    <a:gd name="connsiteX35" fmla="*/ 4482 w 44817"/>
                    <a:gd name="connsiteY35" fmla="*/ 71707 h 152377"/>
                    <a:gd name="connsiteX36" fmla="*/ 4482 w 44817"/>
                    <a:gd name="connsiteY36" fmla="*/ 60503 h 152377"/>
                    <a:gd name="connsiteX37" fmla="*/ 24649 w 44817"/>
                    <a:gd name="connsiteY37" fmla="*/ 73948 h 152377"/>
                    <a:gd name="connsiteX38" fmla="*/ 40335 w 44817"/>
                    <a:gd name="connsiteY38" fmla="*/ 60951 h 152377"/>
                    <a:gd name="connsiteX39" fmla="*/ 40335 w 44817"/>
                    <a:gd name="connsiteY39" fmla="*/ 72155 h 152377"/>
                    <a:gd name="connsiteX40" fmla="*/ 24649 w 44817"/>
                    <a:gd name="connsiteY40" fmla="*/ 85152 h 152377"/>
                    <a:gd name="connsiteX41" fmla="*/ 24649 w 44817"/>
                    <a:gd name="connsiteY41" fmla="*/ 73948 h 152377"/>
                    <a:gd name="connsiteX42" fmla="*/ 40783 w 44817"/>
                    <a:gd name="connsiteY42" fmla="*/ 54677 h 152377"/>
                    <a:gd name="connsiteX43" fmla="*/ 25097 w 44817"/>
                    <a:gd name="connsiteY43" fmla="*/ 67674 h 152377"/>
                    <a:gd name="connsiteX44" fmla="*/ 25097 w 44817"/>
                    <a:gd name="connsiteY44" fmla="*/ 56469 h 152377"/>
                    <a:gd name="connsiteX45" fmla="*/ 40783 w 44817"/>
                    <a:gd name="connsiteY45" fmla="*/ 43473 h 152377"/>
                    <a:gd name="connsiteX46" fmla="*/ 40783 w 44817"/>
                    <a:gd name="connsiteY46" fmla="*/ 54677 h 152377"/>
                    <a:gd name="connsiteX47" fmla="*/ 17927 w 44817"/>
                    <a:gd name="connsiteY47" fmla="*/ 48851 h 152377"/>
                    <a:gd name="connsiteX48" fmla="*/ 17927 w 44817"/>
                    <a:gd name="connsiteY48" fmla="*/ 36750 h 152377"/>
                    <a:gd name="connsiteX49" fmla="*/ 22409 w 44817"/>
                    <a:gd name="connsiteY49" fmla="*/ 32268 h 152377"/>
                    <a:gd name="connsiteX50" fmla="*/ 26890 w 44817"/>
                    <a:gd name="connsiteY50" fmla="*/ 36750 h 152377"/>
                    <a:gd name="connsiteX51" fmla="*/ 26890 w 44817"/>
                    <a:gd name="connsiteY51" fmla="*/ 48851 h 152377"/>
                    <a:gd name="connsiteX52" fmla="*/ 26890 w 44817"/>
                    <a:gd name="connsiteY52" fmla="*/ 48851 h 152377"/>
                    <a:gd name="connsiteX53" fmla="*/ 22409 w 44817"/>
                    <a:gd name="connsiteY53" fmla="*/ 52436 h 152377"/>
                    <a:gd name="connsiteX54" fmla="*/ 17927 w 44817"/>
                    <a:gd name="connsiteY54" fmla="*/ 48851 h 152377"/>
                    <a:gd name="connsiteX55" fmla="*/ 17927 w 44817"/>
                    <a:gd name="connsiteY55" fmla="*/ 48851 h 152377"/>
                    <a:gd name="connsiteX56" fmla="*/ 20168 w 44817"/>
                    <a:gd name="connsiteY56" fmla="*/ 56918 h 152377"/>
                    <a:gd name="connsiteX57" fmla="*/ 20168 w 44817"/>
                    <a:gd name="connsiteY57" fmla="*/ 68122 h 152377"/>
                    <a:gd name="connsiteX58" fmla="*/ 4482 w 44817"/>
                    <a:gd name="connsiteY58" fmla="*/ 55125 h 152377"/>
                    <a:gd name="connsiteX59" fmla="*/ 4482 w 44817"/>
                    <a:gd name="connsiteY59" fmla="*/ 43921 h 152377"/>
                    <a:gd name="connsiteX60" fmla="*/ 20168 w 44817"/>
                    <a:gd name="connsiteY60" fmla="*/ 56918 h 152377"/>
                    <a:gd name="connsiteX61" fmla="*/ 8515 w 44817"/>
                    <a:gd name="connsiteY61" fmla="*/ 91875 h 152377"/>
                    <a:gd name="connsiteX62" fmla="*/ 4482 w 44817"/>
                    <a:gd name="connsiteY62" fmla="*/ 83360 h 152377"/>
                    <a:gd name="connsiteX63" fmla="*/ 4482 w 44817"/>
                    <a:gd name="connsiteY63" fmla="*/ 77533 h 152377"/>
                    <a:gd name="connsiteX64" fmla="*/ 20168 w 44817"/>
                    <a:gd name="connsiteY64" fmla="*/ 90530 h 152377"/>
                    <a:gd name="connsiteX65" fmla="*/ 20168 w 44817"/>
                    <a:gd name="connsiteY65" fmla="*/ 101735 h 152377"/>
                    <a:gd name="connsiteX66" fmla="*/ 8515 w 44817"/>
                    <a:gd name="connsiteY66" fmla="*/ 91875 h 152377"/>
                    <a:gd name="connsiteX67" fmla="*/ 36302 w 44817"/>
                    <a:gd name="connsiteY67" fmla="*/ 91875 h 152377"/>
                    <a:gd name="connsiteX68" fmla="*/ 24649 w 44817"/>
                    <a:gd name="connsiteY68" fmla="*/ 101735 h 152377"/>
                    <a:gd name="connsiteX69" fmla="*/ 24649 w 44817"/>
                    <a:gd name="connsiteY69" fmla="*/ 90530 h 152377"/>
                    <a:gd name="connsiteX70" fmla="*/ 40335 w 44817"/>
                    <a:gd name="connsiteY70" fmla="*/ 77533 h 152377"/>
                    <a:gd name="connsiteX71" fmla="*/ 40335 w 44817"/>
                    <a:gd name="connsiteY71" fmla="*/ 83360 h 152377"/>
                    <a:gd name="connsiteX72" fmla="*/ 36302 w 44817"/>
                    <a:gd name="connsiteY72" fmla="*/ 91875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4817" h="152377">
                      <a:moveTo>
                        <a:pt x="43024" y="30476"/>
                      </a:moveTo>
                      <a:cubicBezTo>
                        <a:pt x="41680" y="30476"/>
                        <a:pt x="40783" y="31372"/>
                        <a:pt x="40783" y="32716"/>
                      </a:cubicBezTo>
                      <a:lnTo>
                        <a:pt x="40783" y="38094"/>
                      </a:lnTo>
                      <a:lnTo>
                        <a:pt x="31820" y="45713"/>
                      </a:lnTo>
                      <a:lnTo>
                        <a:pt x="31820" y="35854"/>
                      </a:lnTo>
                      <a:lnTo>
                        <a:pt x="31820" y="2241"/>
                      </a:lnTo>
                      <a:cubicBezTo>
                        <a:pt x="31820" y="896"/>
                        <a:pt x="30924" y="0"/>
                        <a:pt x="29579" y="0"/>
                      </a:cubicBezTo>
                      <a:cubicBezTo>
                        <a:pt x="28235" y="0"/>
                        <a:pt x="27338" y="896"/>
                        <a:pt x="27338" y="2241"/>
                      </a:cubicBezTo>
                      <a:lnTo>
                        <a:pt x="27338" y="30476"/>
                      </a:lnTo>
                      <a:lnTo>
                        <a:pt x="24201" y="27338"/>
                      </a:lnTo>
                      <a:cubicBezTo>
                        <a:pt x="23305" y="26442"/>
                        <a:pt x="21960" y="26442"/>
                        <a:pt x="21064" y="27338"/>
                      </a:cubicBezTo>
                      <a:lnTo>
                        <a:pt x="17927" y="30476"/>
                      </a:lnTo>
                      <a:lnTo>
                        <a:pt x="17927" y="2241"/>
                      </a:lnTo>
                      <a:cubicBezTo>
                        <a:pt x="17927" y="896"/>
                        <a:pt x="17030" y="0"/>
                        <a:pt x="15686" y="0"/>
                      </a:cubicBezTo>
                      <a:cubicBezTo>
                        <a:pt x="14342" y="0"/>
                        <a:pt x="13445" y="896"/>
                        <a:pt x="13445" y="2241"/>
                      </a:cubicBezTo>
                      <a:lnTo>
                        <a:pt x="13445" y="35854"/>
                      </a:lnTo>
                      <a:lnTo>
                        <a:pt x="13445" y="45265"/>
                      </a:lnTo>
                      <a:lnTo>
                        <a:pt x="4482" y="37646"/>
                      </a:lnTo>
                      <a:lnTo>
                        <a:pt x="4482" y="32268"/>
                      </a:lnTo>
                      <a:cubicBezTo>
                        <a:pt x="4482" y="30924"/>
                        <a:pt x="3585" y="30027"/>
                        <a:pt x="2241" y="30027"/>
                      </a:cubicBezTo>
                      <a:cubicBezTo>
                        <a:pt x="896" y="30027"/>
                        <a:pt x="0" y="30924"/>
                        <a:pt x="0" y="32268"/>
                      </a:cubicBezTo>
                      <a:lnTo>
                        <a:pt x="0" y="82912"/>
                      </a:lnTo>
                      <a:cubicBezTo>
                        <a:pt x="0" y="87393"/>
                        <a:pt x="2241" y="91875"/>
                        <a:pt x="5826" y="95012"/>
                      </a:cubicBezTo>
                      <a:lnTo>
                        <a:pt x="20616" y="107113"/>
                      </a:lnTo>
                      <a:lnTo>
                        <a:pt x="20616" y="150137"/>
                      </a:lnTo>
                      <a:cubicBezTo>
                        <a:pt x="20616" y="151482"/>
                        <a:pt x="21512" y="152378"/>
                        <a:pt x="22857" y="152378"/>
                      </a:cubicBezTo>
                      <a:cubicBezTo>
                        <a:pt x="24201" y="152378"/>
                        <a:pt x="25097" y="151482"/>
                        <a:pt x="25097" y="150137"/>
                      </a:cubicBezTo>
                      <a:lnTo>
                        <a:pt x="25097" y="107561"/>
                      </a:lnTo>
                      <a:lnTo>
                        <a:pt x="39887" y="95460"/>
                      </a:lnTo>
                      <a:cubicBezTo>
                        <a:pt x="43473" y="92323"/>
                        <a:pt x="45713" y="87841"/>
                        <a:pt x="45713" y="83360"/>
                      </a:cubicBezTo>
                      <a:lnTo>
                        <a:pt x="45713" y="32716"/>
                      </a:lnTo>
                      <a:cubicBezTo>
                        <a:pt x="45265" y="31372"/>
                        <a:pt x="43921" y="30476"/>
                        <a:pt x="43024" y="30476"/>
                      </a:cubicBezTo>
                      <a:close/>
                      <a:moveTo>
                        <a:pt x="4482" y="60503"/>
                      </a:moveTo>
                      <a:lnTo>
                        <a:pt x="20168" y="73500"/>
                      </a:lnTo>
                      <a:lnTo>
                        <a:pt x="20168" y="84704"/>
                      </a:lnTo>
                      <a:lnTo>
                        <a:pt x="4482" y="71707"/>
                      </a:lnTo>
                      <a:lnTo>
                        <a:pt x="4482" y="60503"/>
                      </a:lnTo>
                      <a:close/>
                      <a:moveTo>
                        <a:pt x="24649" y="73948"/>
                      </a:moveTo>
                      <a:lnTo>
                        <a:pt x="40335" y="60951"/>
                      </a:lnTo>
                      <a:lnTo>
                        <a:pt x="40335" y="72155"/>
                      </a:lnTo>
                      <a:lnTo>
                        <a:pt x="24649" y="85152"/>
                      </a:lnTo>
                      <a:lnTo>
                        <a:pt x="24649" y="73948"/>
                      </a:lnTo>
                      <a:close/>
                      <a:moveTo>
                        <a:pt x="40783" y="54677"/>
                      </a:moveTo>
                      <a:lnTo>
                        <a:pt x="25097" y="67674"/>
                      </a:lnTo>
                      <a:lnTo>
                        <a:pt x="25097" y="56469"/>
                      </a:lnTo>
                      <a:lnTo>
                        <a:pt x="40783" y="43473"/>
                      </a:lnTo>
                      <a:lnTo>
                        <a:pt x="40783" y="54677"/>
                      </a:lnTo>
                      <a:close/>
                      <a:moveTo>
                        <a:pt x="17927" y="48851"/>
                      </a:moveTo>
                      <a:lnTo>
                        <a:pt x="17927" y="36750"/>
                      </a:lnTo>
                      <a:lnTo>
                        <a:pt x="22409" y="32268"/>
                      </a:lnTo>
                      <a:lnTo>
                        <a:pt x="26890" y="36750"/>
                      </a:lnTo>
                      <a:lnTo>
                        <a:pt x="26890" y="48851"/>
                      </a:lnTo>
                      <a:cubicBezTo>
                        <a:pt x="26890" y="48851"/>
                        <a:pt x="26890" y="48851"/>
                        <a:pt x="26890" y="48851"/>
                      </a:cubicBezTo>
                      <a:lnTo>
                        <a:pt x="22409" y="52436"/>
                      </a:lnTo>
                      <a:lnTo>
                        <a:pt x="17927" y="48851"/>
                      </a:lnTo>
                      <a:cubicBezTo>
                        <a:pt x="17927" y="48851"/>
                        <a:pt x="17927" y="48851"/>
                        <a:pt x="17927" y="48851"/>
                      </a:cubicBezTo>
                      <a:close/>
                      <a:moveTo>
                        <a:pt x="20168" y="56918"/>
                      </a:moveTo>
                      <a:lnTo>
                        <a:pt x="20168" y="68122"/>
                      </a:lnTo>
                      <a:lnTo>
                        <a:pt x="4482" y="55125"/>
                      </a:lnTo>
                      <a:lnTo>
                        <a:pt x="4482" y="43921"/>
                      </a:lnTo>
                      <a:lnTo>
                        <a:pt x="20168" y="56918"/>
                      </a:lnTo>
                      <a:close/>
                      <a:moveTo>
                        <a:pt x="8515" y="91875"/>
                      </a:moveTo>
                      <a:cubicBezTo>
                        <a:pt x="5826" y="89634"/>
                        <a:pt x="4482" y="86497"/>
                        <a:pt x="4482" y="83360"/>
                      </a:cubicBezTo>
                      <a:lnTo>
                        <a:pt x="4482" y="77533"/>
                      </a:lnTo>
                      <a:lnTo>
                        <a:pt x="20168" y="90530"/>
                      </a:lnTo>
                      <a:lnTo>
                        <a:pt x="20168" y="101735"/>
                      </a:lnTo>
                      <a:lnTo>
                        <a:pt x="8515" y="91875"/>
                      </a:lnTo>
                      <a:close/>
                      <a:moveTo>
                        <a:pt x="36302" y="91875"/>
                      </a:moveTo>
                      <a:lnTo>
                        <a:pt x="24649" y="101735"/>
                      </a:lnTo>
                      <a:lnTo>
                        <a:pt x="24649" y="90530"/>
                      </a:lnTo>
                      <a:lnTo>
                        <a:pt x="40335" y="77533"/>
                      </a:lnTo>
                      <a:lnTo>
                        <a:pt x="40335" y="83360"/>
                      </a:lnTo>
                      <a:cubicBezTo>
                        <a:pt x="40783" y="86497"/>
                        <a:pt x="38991" y="89634"/>
                        <a:pt x="36302" y="9187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431" name="Freeform: Shape 2520">
                <a:extLst>
                  <a:ext uri="{FF2B5EF4-FFF2-40B4-BE49-F238E27FC236}">
                    <a16:creationId xmlns:a16="http://schemas.microsoft.com/office/drawing/2014/main" id="{F566EEF9-1F2D-DDF5-9C15-E991B65E763E}"/>
                  </a:ext>
                  <a:ext uri="{C183D7F6-B498-43B3-948B-1728B52AA6E4}">
                    <adec:decorative xmlns:adec="http://schemas.microsoft.com/office/drawing/2017/decorative" val="1"/>
                  </a:ext>
                </a:extLst>
              </p:cNvPr>
              <p:cNvSpPr>
                <a:spLocks noChangeAspect="1"/>
              </p:cNvSpPr>
              <p:nvPr/>
            </p:nvSpPr>
            <p:spPr>
              <a:xfrm>
                <a:off x="8800698" y="4166109"/>
                <a:ext cx="125488" cy="152378"/>
              </a:xfrm>
              <a:custGeom>
                <a:avLst/>
                <a:gdLst>
                  <a:gd name="connsiteX0" fmla="*/ 125488 w 125487"/>
                  <a:gd name="connsiteY0" fmla="*/ 62744 h 152377"/>
                  <a:gd name="connsiteX1" fmla="*/ 62744 w 125487"/>
                  <a:gd name="connsiteY1" fmla="*/ 0 h 152377"/>
                  <a:gd name="connsiteX2" fmla="*/ 0 w 125487"/>
                  <a:gd name="connsiteY2" fmla="*/ 62744 h 152377"/>
                  <a:gd name="connsiteX3" fmla="*/ 60503 w 125487"/>
                  <a:gd name="connsiteY3" fmla="*/ 125488 h 152377"/>
                  <a:gd name="connsiteX4" fmla="*/ 60503 w 125487"/>
                  <a:gd name="connsiteY4" fmla="*/ 150137 h 152377"/>
                  <a:gd name="connsiteX5" fmla="*/ 62744 w 125487"/>
                  <a:gd name="connsiteY5" fmla="*/ 152378 h 152377"/>
                  <a:gd name="connsiteX6" fmla="*/ 64985 w 125487"/>
                  <a:gd name="connsiteY6" fmla="*/ 150137 h 152377"/>
                  <a:gd name="connsiteX7" fmla="*/ 64985 w 125487"/>
                  <a:gd name="connsiteY7" fmla="*/ 125488 h 152377"/>
                  <a:gd name="connsiteX8" fmla="*/ 125488 w 125487"/>
                  <a:gd name="connsiteY8" fmla="*/ 62744 h 152377"/>
                  <a:gd name="connsiteX9" fmla="*/ 64985 w 125487"/>
                  <a:gd name="connsiteY9" fmla="*/ 121006 h 152377"/>
                  <a:gd name="connsiteX10" fmla="*/ 64985 w 125487"/>
                  <a:gd name="connsiteY10" fmla="*/ 76637 h 152377"/>
                  <a:gd name="connsiteX11" fmla="*/ 86049 w 125487"/>
                  <a:gd name="connsiteY11" fmla="*/ 55573 h 152377"/>
                  <a:gd name="connsiteX12" fmla="*/ 86049 w 125487"/>
                  <a:gd name="connsiteY12" fmla="*/ 52436 h 152377"/>
                  <a:gd name="connsiteX13" fmla="*/ 82911 w 125487"/>
                  <a:gd name="connsiteY13" fmla="*/ 52436 h 152377"/>
                  <a:gd name="connsiteX14" fmla="*/ 64985 w 125487"/>
                  <a:gd name="connsiteY14" fmla="*/ 70363 h 152377"/>
                  <a:gd name="connsiteX15" fmla="*/ 64985 w 125487"/>
                  <a:gd name="connsiteY15" fmla="*/ 32268 h 152377"/>
                  <a:gd name="connsiteX16" fmla="*/ 62744 w 125487"/>
                  <a:gd name="connsiteY16" fmla="*/ 30027 h 152377"/>
                  <a:gd name="connsiteX17" fmla="*/ 60503 w 125487"/>
                  <a:gd name="connsiteY17" fmla="*/ 32268 h 152377"/>
                  <a:gd name="connsiteX18" fmla="*/ 60503 w 125487"/>
                  <a:gd name="connsiteY18" fmla="*/ 95460 h 152377"/>
                  <a:gd name="connsiteX19" fmla="*/ 33165 w 125487"/>
                  <a:gd name="connsiteY19" fmla="*/ 68122 h 152377"/>
                  <a:gd name="connsiteX20" fmla="*/ 30027 w 125487"/>
                  <a:gd name="connsiteY20" fmla="*/ 68122 h 152377"/>
                  <a:gd name="connsiteX21" fmla="*/ 30027 w 125487"/>
                  <a:gd name="connsiteY21" fmla="*/ 71259 h 152377"/>
                  <a:gd name="connsiteX22" fmla="*/ 60503 w 125487"/>
                  <a:gd name="connsiteY22" fmla="*/ 101735 h 152377"/>
                  <a:gd name="connsiteX23" fmla="*/ 60503 w 125487"/>
                  <a:gd name="connsiteY23" fmla="*/ 121454 h 152377"/>
                  <a:gd name="connsiteX24" fmla="*/ 4482 w 125487"/>
                  <a:gd name="connsiteY24" fmla="*/ 63192 h 152377"/>
                  <a:gd name="connsiteX25" fmla="*/ 62744 w 125487"/>
                  <a:gd name="connsiteY25" fmla="*/ 4930 h 152377"/>
                  <a:gd name="connsiteX26" fmla="*/ 121006 w 125487"/>
                  <a:gd name="connsiteY26" fmla="*/ 63192 h 152377"/>
                  <a:gd name="connsiteX27" fmla="*/ 64985 w 125487"/>
                  <a:gd name="connsiteY27" fmla="*/ 121006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5487" h="152377">
                    <a:moveTo>
                      <a:pt x="125488" y="62744"/>
                    </a:moveTo>
                    <a:cubicBezTo>
                      <a:pt x="125488" y="28235"/>
                      <a:pt x="97253" y="0"/>
                      <a:pt x="62744" y="0"/>
                    </a:cubicBezTo>
                    <a:cubicBezTo>
                      <a:pt x="28235" y="0"/>
                      <a:pt x="0" y="28235"/>
                      <a:pt x="0" y="62744"/>
                    </a:cubicBezTo>
                    <a:cubicBezTo>
                      <a:pt x="0" y="96805"/>
                      <a:pt x="26890" y="124143"/>
                      <a:pt x="60503" y="125488"/>
                    </a:cubicBezTo>
                    <a:lnTo>
                      <a:pt x="60503" y="150137"/>
                    </a:lnTo>
                    <a:cubicBezTo>
                      <a:pt x="60503" y="151482"/>
                      <a:pt x="61399" y="152378"/>
                      <a:pt x="62744" y="152378"/>
                    </a:cubicBezTo>
                    <a:cubicBezTo>
                      <a:pt x="64088" y="152378"/>
                      <a:pt x="64985" y="151482"/>
                      <a:pt x="64985" y="150137"/>
                    </a:cubicBezTo>
                    <a:lnTo>
                      <a:pt x="64985" y="125488"/>
                    </a:lnTo>
                    <a:cubicBezTo>
                      <a:pt x="98597" y="124143"/>
                      <a:pt x="125488" y="96805"/>
                      <a:pt x="125488" y="62744"/>
                    </a:cubicBezTo>
                    <a:close/>
                    <a:moveTo>
                      <a:pt x="64985" y="121006"/>
                    </a:moveTo>
                    <a:lnTo>
                      <a:pt x="64985" y="76637"/>
                    </a:lnTo>
                    <a:lnTo>
                      <a:pt x="86049" y="55573"/>
                    </a:lnTo>
                    <a:cubicBezTo>
                      <a:pt x="86945" y="54677"/>
                      <a:pt x="86945" y="53332"/>
                      <a:pt x="86049" y="52436"/>
                    </a:cubicBezTo>
                    <a:cubicBezTo>
                      <a:pt x="85152" y="51540"/>
                      <a:pt x="83808" y="51540"/>
                      <a:pt x="82911" y="52436"/>
                    </a:cubicBezTo>
                    <a:lnTo>
                      <a:pt x="64985" y="70363"/>
                    </a:lnTo>
                    <a:lnTo>
                      <a:pt x="64985" y="32268"/>
                    </a:lnTo>
                    <a:cubicBezTo>
                      <a:pt x="64985" y="30924"/>
                      <a:pt x="64088" y="30027"/>
                      <a:pt x="62744" y="30027"/>
                    </a:cubicBezTo>
                    <a:cubicBezTo>
                      <a:pt x="61399" y="30027"/>
                      <a:pt x="60503" y="30924"/>
                      <a:pt x="60503" y="32268"/>
                    </a:cubicBezTo>
                    <a:lnTo>
                      <a:pt x="60503" y="95460"/>
                    </a:lnTo>
                    <a:lnTo>
                      <a:pt x="33165" y="68122"/>
                    </a:lnTo>
                    <a:cubicBezTo>
                      <a:pt x="32268" y="67226"/>
                      <a:pt x="30924" y="67226"/>
                      <a:pt x="30027" y="68122"/>
                    </a:cubicBezTo>
                    <a:cubicBezTo>
                      <a:pt x="29131" y="69018"/>
                      <a:pt x="29131" y="70363"/>
                      <a:pt x="30027" y="71259"/>
                    </a:cubicBezTo>
                    <a:lnTo>
                      <a:pt x="60503" y="101735"/>
                    </a:lnTo>
                    <a:lnTo>
                      <a:pt x="60503" y="121454"/>
                    </a:lnTo>
                    <a:cubicBezTo>
                      <a:pt x="29579" y="120110"/>
                      <a:pt x="4482" y="94564"/>
                      <a:pt x="4482" y="63192"/>
                    </a:cubicBezTo>
                    <a:cubicBezTo>
                      <a:pt x="4482" y="30924"/>
                      <a:pt x="30476" y="4930"/>
                      <a:pt x="62744" y="4930"/>
                    </a:cubicBezTo>
                    <a:cubicBezTo>
                      <a:pt x="95012" y="4930"/>
                      <a:pt x="121006" y="30924"/>
                      <a:pt x="121006" y="63192"/>
                    </a:cubicBezTo>
                    <a:cubicBezTo>
                      <a:pt x="121006" y="94116"/>
                      <a:pt x="95909" y="119662"/>
                      <a:pt x="64985" y="12100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32" name="Freeform: Shape 2521">
                <a:extLst>
                  <a:ext uri="{FF2B5EF4-FFF2-40B4-BE49-F238E27FC236}">
                    <a16:creationId xmlns:a16="http://schemas.microsoft.com/office/drawing/2014/main" id="{8A5610B2-BBF2-3C73-D14C-B940F6B59EC8}"/>
                  </a:ext>
                  <a:ext uri="{C183D7F6-B498-43B3-948B-1728B52AA6E4}">
                    <adec:decorative xmlns:adec="http://schemas.microsoft.com/office/drawing/2017/decorative" val="1"/>
                  </a:ext>
                </a:extLst>
              </p:cNvPr>
              <p:cNvSpPr>
                <a:spLocks noChangeAspect="1"/>
              </p:cNvSpPr>
              <p:nvPr/>
            </p:nvSpPr>
            <p:spPr>
              <a:xfrm>
                <a:off x="9329987" y="4173280"/>
                <a:ext cx="134451" cy="138933"/>
              </a:xfrm>
              <a:custGeom>
                <a:avLst/>
                <a:gdLst>
                  <a:gd name="connsiteX0" fmla="*/ 104424 w 134451"/>
                  <a:gd name="connsiteY0" fmla="*/ 39887 h 138932"/>
                  <a:gd name="connsiteX1" fmla="*/ 104424 w 134451"/>
                  <a:gd name="connsiteY1" fmla="*/ 36302 h 138932"/>
                  <a:gd name="connsiteX2" fmla="*/ 68122 w 134451"/>
                  <a:gd name="connsiteY2" fmla="*/ 0 h 138932"/>
                  <a:gd name="connsiteX3" fmla="*/ 31820 w 134451"/>
                  <a:gd name="connsiteY3" fmla="*/ 36302 h 138932"/>
                  <a:gd name="connsiteX4" fmla="*/ 31820 w 134451"/>
                  <a:gd name="connsiteY4" fmla="*/ 39887 h 138932"/>
                  <a:gd name="connsiteX5" fmla="*/ 0 w 134451"/>
                  <a:gd name="connsiteY5" fmla="*/ 75741 h 138932"/>
                  <a:gd name="connsiteX6" fmla="*/ 36302 w 134451"/>
                  <a:gd name="connsiteY6" fmla="*/ 112043 h 138932"/>
                  <a:gd name="connsiteX7" fmla="*/ 65433 w 134451"/>
                  <a:gd name="connsiteY7" fmla="*/ 112043 h 138932"/>
                  <a:gd name="connsiteX8" fmla="*/ 65433 w 134451"/>
                  <a:gd name="connsiteY8" fmla="*/ 136692 h 138932"/>
                  <a:gd name="connsiteX9" fmla="*/ 67674 w 134451"/>
                  <a:gd name="connsiteY9" fmla="*/ 138933 h 138932"/>
                  <a:gd name="connsiteX10" fmla="*/ 69915 w 134451"/>
                  <a:gd name="connsiteY10" fmla="*/ 136692 h 138932"/>
                  <a:gd name="connsiteX11" fmla="*/ 69915 w 134451"/>
                  <a:gd name="connsiteY11" fmla="*/ 112043 h 138932"/>
                  <a:gd name="connsiteX12" fmla="*/ 99046 w 134451"/>
                  <a:gd name="connsiteY12" fmla="*/ 112043 h 138932"/>
                  <a:gd name="connsiteX13" fmla="*/ 135347 w 134451"/>
                  <a:gd name="connsiteY13" fmla="*/ 75741 h 138932"/>
                  <a:gd name="connsiteX14" fmla="*/ 104424 w 134451"/>
                  <a:gd name="connsiteY14" fmla="*/ 39887 h 138932"/>
                  <a:gd name="connsiteX15" fmla="*/ 99494 w 134451"/>
                  <a:gd name="connsiteY15" fmla="*/ 107113 h 138932"/>
                  <a:gd name="connsiteX16" fmla="*/ 70363 w 134451"/>
                  <a:gd name="connsiteY16" fmla="*/ 107113 h 138932"/>
                  <a:gd name="connsiteX17" fmla="*/ 70363 w 134451"/>
                  <a:gd name="connsiteY17" fmla="*/ 77085 h 138932"/>
                  <a:gd name="connsiteX18" fmla="*/ 89634 w 134451"/>
                  <a:gd name="connsiteY18" fmla="*/ 57814 h 138932"/>
                  <a:gd name="connsiteX19" fmla="*/ 89634 w 134451"/>
                  <a:gd name="connsiteY19" fmla="*/ 54677 h 138932"/>
                  <a:gd name="connsiteX20" fmla="*/ 86497 w 134451"/>
                  <a:gd name="connsiteY20" fmla="*/ 54677 h 138932"/>
                  <a:gd name="connsiteX21" fmla="*/ 70363 w 134451"/>
                  <a:gd name="connsiteY21" fmla="*/ 70811 h 138932"/>
                  <a:gd name="connsiteX22" fmla="*/ 70363 w 134451"/>
                  <a:gd name="connsiteY22" fmla="*/ 36302 h 138932"/>
                  <a:gd name="connsiteX23" fmla="*/ 68122 w 134451"/>
                  <a:gd name="connsiteY23" fmla="*/ 34061 h 138932"/>
                  <a:gd name="connsiteX24" fmla="*/ 65881 w 134451"/>
                  <a:gd name="connsiteY24" fmla="*/ 36302 h 138932"/>
                  <a:gd name="connsiteX25" fmla="*/ 65881 w 134451"/>
                  <a:gd name="connsiteY25" fmla="*/ 93668 h 138932"/>
                  <a:gd name="connsiteX26" fmla="*/ 41232 w 134451"/>
                  <a:gd name="connsiteY26" fmla="*/ 69018 h 138932"/>
                  <a:gd name="connsiteX27" fmla="*/ 38094 w 134451"/>
                  <a:gd name="connsiteY27" fmla="*/ 69018 h 138932"/>
                  <a:gd name="connsiteX28" fmla="*/ 38094 w 134451"/>
                  <a:gd name="connsiteY28" fmla="*/ 72155 h 138932"/>
                  <a:gd name="connsiteX29" fmla="*/ 65881 w 134451"/>
                  <a:gd name="connsiteY29" fmla="*/ 99942 h 138932"/>
                  <a:gd name="connsiteX30" fmla="*/ 65881 w 134451"/>
                  <a:gd name="connsiteY30" fmla="*/ 107113 h 138932"/>
                  <a:gd name="connsiteX31" fmla="*/ 36750 w 134451"/>
                  <a:gd name="connsiteY31" fmla="*/ 107113 h 138932"/>
                  <a:gd name="connsiteX32" fmla="*/ 4930 w 134451"/>
                  <a:gd name="connsiteY32" fmla="*/ 75293 h 138932"/>
                  <a:gd name="connsiteX33" fmla="*/ 34957 w 134451"/>
                  <a:gd name="connsiteY33" fmla="*/ 43921 h 138932"/>
                  <a:gd name="connsiteX34" fmla="*/ 36750 w 134451"/>
                  <a:gd name="connsiteY34" fmla="*/ 43024 h 138932"/>
                  <a:gd name="connsiteX35" fmla="*/ 37198 w 134451"/>
                  <a:gd name="connsiteY35" fmla="*/ 41232 h 138932"/>
                  <a:gd name="connsiteX36" fmla="*/ 36750 w 134451"/>
                  <a:gd name="connsiteY36" fmla="*/ 35854 h 138932"/>
                  <a:gd name="connsiteX37" fmla="*/ 68570 w 134451"/>
                  <a:gd name="connsiteY37" fmla="*/ 4034 h 138932"/>
                  <a:gd name="connsiteX38" fmla="*/ 100390 w 134451"/>
                  <a:gd name="connsiteY38" fmla="*/ 35854 h 138932"/>
                  <a:gd name="connsiteX39" fmla="*/ 99942 w 134451"/>
                  <a:gd name="connsiteY39" fmla="*/ 41232 h 138932"/>
                  <a:gd name="connsiteX40" fmla="*/ 100390 w 134451"/>
                  <a:gd name="connsiteY40" fmla="*/ 43024 h 138932"/>
                  <a:gd name="connsiteX41" fmla="*/ 102183 w 134451"/>
                  <a:gd name="connsiteY41" fmla="*/ 43921 h 138932"/>
                  <a:gd name="connsiteX42" fmla="*/ 132210 w 134451"/>
                  <a:gd name="connsiteY42" fmla="*/ 75293 h 138932"/>
                  <a:gd name="connsiteX43" fmla="*/ 99494 w 134451"/>
                  <a:gd name="connsiteY43" fmla="*/ 107113 h 13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34451" h="138932">
                    <a:moveTo>
                      <a:pt x="104424" y="39887"/>
                    </a:moveTo>
                    <a:cubicBezTo>
                      <a:pt x="104424" y="38543"/>
                      <a:pt x="104424" y="37198"/>
                      <a:pt x="104424" y="36302"/>
                    </a:cubicBezTo>
                    <a:cubicBezTo>
                      <a:pt x="104424" y="16582"/>
                      <a:pt x="87842" y="0"/>
                      <a:pt x="68122" y="0"/>
                    </a:cubicBezTo>
                    <a:cubicBezTo>
                      <a:pt x="48403" y="0"/>
                      <a:pt x="31820" y="16134"/>
                      <a:pt x="31820" y="36302"/>
                    </a:cubicBezTo>
                    <a:cubicBezTo>
                      <a:pt x="31820" y="37646"/>
                      <a:pt x="31820" y="38991"/>
                      <a:pt x="31820" y="39887"/>
                    </a:cubicBezTo>
                    <a:cubicBezTo>
                      <a:pt x="13893" y="42128"/>
                      <a:pt x="0" y="57366"/>
                      <a:pt x="0" y="75741"/>
                    </a:cubicBezTo>
                    <a:cubicBezTo>
                      <a:pt x="0" y="95460"/>
                      <a:pt x="16582" y="112043"/>
                      <a:pt x="36302" y="112043"/>
                    </a:cubicBezTo>
                    <a:lnTo>
                      <a:pt x="65433" y="112043"/>
                    </a:lnTo>
                    <a:lnTo>
                      <a:pt x="65433" y="136692"/>
                    </a:lnTo>
                    <a:cubicBezTo>
                      <a:pt x="65433" y="138036"/>
                      <a:pt x="66329" y="138933"/>
                      <a:pt x="67674" y="138933"/>
                    </a:cubicBezTo>
                    <a:cubicBezTo>
                      <a:pt x="69018" y="138933"/>
                      <a:pt x="69915" y="138036"/>
                      <a:pt x="69915" y="136692"/>
                    </a:cubicBezTo>
                    <a:lnTo>
                      <a:pt x="69915" y="112043"/>
                    </a:lnTo>
                    <a:lnTo>
                      <a:pt x="99046" y="112043"/>
                    </a:lnTo>
                    <a:cubicBezTo>
                      <a:pt x="119213" y="112043"/>
                      <a:pt x="135347" y="95908"/>
                      <a:pt x="135347" y="75741"/>
                    </a:cubicBezTo>
                    <a:cubicBezTo>
                      <a:pt x="136244" y="57366"/>
                      <a:pt x="122351" y="42128"/>
                      <a:pt x="104424" y="39887"/>
                    </a:cubicBezTo>
                    <a:close/>
                    <a:moveTo>
                      <a:pt x="99494" y="107113"/>
                    </a:moveTo>
                    <a:lnTo>
                      <a:pt x="70363" y="107113"/>
                    </a:lnTo>
                    <a:lnTo>
                      <a:pt x="70363" y="77085"/>
                    </a:lnTo>
                    <a:lnTo>
                      <a:pt x="89634" y="57814"/>
                    </a:lnTo>
                    <a:cubicBezTo>
                      <a:pt x="90530" y="56918"/>
                      <a:pt x="90530" y="55573"/>
                      <a:pt x="89634" y="54677"/>
                    </a:cubicBezTo>
                    <a:cubicBezTo>
                      <a:pt x="88738" y="53780"/>
                      <a:pt x="87393" y="53780"/>
                      <a:pt x="86497" y="54677"/>
                    </a:cubicBezTo>
                    <a:lnTo>
                      <a:pt x="70363" y="70811"/>
                    </a:lnTo>
                    <a:lnTo>
                      <a:pt x="70363" y="36302"/>
                    </a:lnTo>
                    <a:cubicBezTo>
                      <a:pt x="70363" y="34957"/>
                      <a:pt x="69466" y="34061"/>
                      <a:pt x="68122" y="34061"/>
                    </a:cubicBezTo>
                    <a:cubicBezTo>
                      <a:pt x="66777" y="34061"/>
                      <a:pt x="65881" y="34957"/>
                      <a:pt x="65881" y="36302"/>
                    </a:cubicBezTo>
                    <a:lnTo>
                      <a:pt x="65881" y="93668"/>
                    </a:lnTo>
                    <a:lnTo>
                      <a:pt x="41232" y="69018"/>
                    </a:lnTo>
                    <a:cubicBezTo>
                      <a:pt x="40335" y="68122"/>
                      <a:pt x="38991" y="68122"/>
                      <a:pt x="38094" y="69018"/>
                    </a:cubicBezTo>
                    <a:cubicBezTo>
                      <a:pt x="37198" y="69915"/>
                      <a:pt x="37198" y="71259"/>
                      <a:pt x="38094" y="72155"/>
                    </a:cubicBezTo>
                    <a:lnTo>
                      <a:pt x="65881" y="99942"/>
                    </a:lnTo>
                    <a:lnTo>
                      <a:pt x="65881" y="107113"/>
                    </a:lnTo>
                    <a:lnTo>
                      <a:pt x="36750" y="107113"/>
                    </a:lnTo>
                    <a:cubicBezTo>
                      <a:pt x="19272" y="107113"/>
                      <a:pt x="4930" y="92771"/>
                      <a:pt x="4930" y="75293"/>
                    </a:cubicBezTo>
                    <a:cubicBezTo>
                      <a:pt x="4930" y="58710"/>
                      <a:pt x="17927" y="44817"/>
                      <a:pt x="34957" y="43921"/>
                    </a:cubicBezTo>
                    <a:cubicBezTo>
                      <a:pt x="35406" y="43921"/>
                      <a:pt x="36302" y="43473"/>
                      <a:pt x="36750" y="43024"/>
                    </a:cubicBezTo>
                    <a:cubicBezTo>
                      <a:pt x="37198" y="42576"/>
                      <a:pt x="37198" y="41680"/>
                      <a:pt x="37198" y="41232"/>
                    </a:cubicBezTo>
                    <a:cubicBezTo>
                      <a:pt x="36750" y="39439"/>
                      <a:pt x="36750" y="37646"/>
                      <a:pt x="36750" y="35854"/>
                    </a:cubicBezTo>
                    <a:cubicBezTo>
                      <a:pt x="36750" y="18375"/>
                      <a:pt x="51092" y="4034"/>
                      <a:pt x="68570" y="4034"/>
                    </a:cubicBezTo>
                    <a:cubicBezTo>
                      <a:pt x="86049" y="4034"/>
                      <a:pt x="100390" y="18375"/>
                      <a:pt x="100390" y="35854"/>
                    </a:cubicBezTo>
                    <a:cubicBezTo>
                      <a:pt x="100390" y="37646"/>
                      <a:pt x="100390" y="39439"/>
                      <a:pt x="99942" y="41232"/>
                    </a:cubicBezTo>
                    <a:cubicBezTo>
                      <a:pt x="99942" y="41680"/>
                      <a:pt x="99942" y="42576"/>
                      <a:pt x="100390" y="43024"/>
                    </a:cubicBezTo>
                    <a:cubicBezTo>
                      <a:pt x="100838" y="43473"/>
                      <a:pt x="101287" y="43921"/>
                      <a:pt x="102183" y="43921"/>
                    </a:cubicBezTo>
                    <a:cubicBezTo>
                      <a:pt x="118765" y="44817"/>
                      <a:pt x="132210" y="58710"/>
                      <a:pt x="132210" y="75293"/>
                    </a:cubicBezTo>
                    <a:cubicBezTo>
                      <a:pt x="131762" y="93219"/>
                      <a:pt x="117421" y="107113"/>
                      <a:pt x="99494" y="10711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33" name="Freeform: Shape 2522">
                <a:extLst>
                  <a:ext uri="{FF2B5EF4-FFF2-40B4-BE49-F238E27FC236}">
                    <a16:creationId xmlns:a16="http://schemas.microsoft.com/office/drawing/2014/main" id="{498776A1-1D62-E0A7-C3F0-81C973ADC9BF}"/>
                  </a:ext>
                  <a:ext uri="{C183D7F6-B498-43B3-948B-1728B52AA6E4}">
                    <adec:decorative xmlns:adec="http://schemas.microsoft.com/office/drawing/2017/decorative" val="1"/>
                  </a:ext>
                </a:extLst>
              </p:cNvPr>
              <p:cNvSpPr>
                <a:spLocks noChangeAspect="1"/>
              </p:cNvSpPr>
              <p:nvPr/>
            </p:nvSpPr>
            <p:spPr>
              <a:xfrm>
                <a:off x="9080171" y="4165661"/>
                <a:ext cx="98597" cy="152378"/>
              </a:xfrm>
              <a:custGeom>
                <a:avLst/>
                <a:gdLst>
                  <a:gd name="connsiteX0" fmla="*/ 98335 w 98597"/>
                  <a:gd name="connsiteY0" fmla="*/ 123247 h 152377"/>
                  <a:gd name="connsiteX1" fmla="*/ 51277 w 98597"/>
                  <a:gd name="connsiteY1" fmla="*/ 1344 h 152377"/>
                  <a:gd name="connsiteX2" fmla="*/ 47244 w 98597"/>
                  <a:gd name="connsiteY2" fmla="*/ 1344 h 152377"/>
                  <a:gd name="connsiteX3" fmla="*/ 186 w 98597"/>
                  <a:gd name="connsiteY3" fmla="*/ 123247 h 152377"/>
                  <a:gd name="connsiteX4" fmla="*/ 634 w 98597"/>
                  <a:gd name="connsiteY4" fmla="*/ 125488 h 152377"/>
                  <a:gd name="connsiteX5" fmla="*/ 2427 w 98597"/>
                  <a:gd name="connsiteY5" fmla="*/ 126384 h 152377"/>
                  <a:gd name="connsiteX6" fmla="*/ 47244 w 98597"/>
                  <a:gd name="connsiteY6" fmla="*/ 126384 h 152377"/>
                  <a:gd name="connsiteX7" fmla="*/ 47244 w 98597"/>
                  <a:gd name="connsiteY7" fmla="*/ 151033 h 152377"/>
                  <a:gd name="connsiteX8" fmla="*/ 49484 w 98597"/>
                  <a:gd name="connsiteY8" fmla="*/ 153274 h 152377"/>
                  <a:gd name="connsiteX9" fmla="*/ 51725 w 98597"/>
                  <a:gd name="connsiteY9" fmla="*/ 151033 h 152377"/>
                  <a:gd name="connsiteX10" fmla="*/ 51725 w 98597"/>
                  <a:gd name="connsiteY10" fmla="*/ 126384 h 152377"/>
                  <a:gd name="connsiteX11" fmla="*/ 96542 w 98597"/>
                  <a:gd name="connsiteY11" fmla="*/ 126384 h 152377"/>
                  <a:gd name="connsiteX12" fmla="*/ 98335 w 98597"/>
                  <a:gd name="connsiteY12" fmla="*/ 125488 h 152377"/>
                  <a:gd name="connsiteX13" fmla="*/ 98335 w 98597"/>
                  <a:gd name="connsiteY13" fmla="*/ 123247 h 152377"/>
                  <a:gd name="connsiteX14" fmla="*/ 49484 w 98597"/>
                  <a:gd name="connsiteY14" fmla="*/ 121902 h 152377"/>
                  <a:gd name="connsiteX15" fmla="*/ 49484 w 98597"/>
                  <a:gd name="connsiteY15" fmla="*/ 121902 h 152377"/>
                  <a:gd name="connsiteX16" fmla="*/ 49484 w 98597"/>
                  <a:gd name="connsiteY16" fmla="*/ 121902 h 152377"/>
                  <a:gd name="connsiteX17" fmla="*/ 5564 w 98597"/>
                  <a:gd name="connsiteY17" fmla="*/ 121902 h 152377"/>
                  <a:gd name="connsiteX18" fmla="*/ 49484 w 98597"/>
                  <a:gd name="connsiteY18" fmla="*/ 8515 h 152377"/>
                  <a:gd name="connsiteX19" fmla="*/ 93405 w 98597"/>
                  <a:gd name="connsiteY19" fmla="*/ 121902 h 152377"/>
                  <a:gd name="connsiteX20" fmla="*/ 49484 w 98597"/>
                  <a:gd name="connsiteY20" fmla="*/ 121902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597" h="152377">
                    <a:moveTo>
                      <a:pt x="98335" y="123247"/>
                    </a:moveTo>
                    <a:lnTo>
                      <a:pt x="51277" y="1344"/>
                    </a:lnTo>
                    <a:cubicBezTo>
                      <a:pt x="50829" y="-448"/>
                      <a:pt x="47692" y="-448"/>
                      <a:pt x="47244" y="1344"/>
                    </a:cubicBezTo>
                    <a:lnTo>
                      <a:pt x="186" y="123247"/>
                    </a:lnTo>
                    <a:cubicBezTo>
                      <a:pt x="-263" y="124143"/>
                      <a:pt x="186" y="124591"/>
                      <a:pt x="634" y="125488"/>
                    </a:cubicBezTo>
                    <a:cubicBezTo>
                      <a:pt x="1082" y="126384"/>
                      <a:pt x="1530" y="126384"/>
                      <a:pt x="2427" y="126384"/>
                    </a:cubicBezTo>
                    <a:lnTo>
                      <a:pt x="47244" y="126384"/>
                    </a:lnTo>
                    <a:lnTo>
                      <a:pt x="47244" y="151033"/>
                    </a:lnTo>
                    <a:cubicBezTo>
                      <a:pt x="47244" y="152378"/>
                      <a:pt x="48140" y="153274"/>
                      <a:pt x="49484" y="153274"/>
                    </a:cubicBezTo>
                    <a:cubicBezTo>
                      <a:pt x="50829" y="153274"/>
                      <a:pt x="51725" y="152378"/>
                      <a:pt x="51725" y="151033"/>
                    </a:cubicBezTo>
                    <a:lnTo>
                      <a:pt x="51725" y="126384"/>
                    </a:lnTo>
                    <a:lnTo>
                      <a:pt x="96542" y="126384"/>
                    </a:lnTo>
                    <a:cubicBezTo>
                      <a:pt x="97438" y="126384"/>
                      <a:pt x="97887" y="125936"/>
                      <a:pt x="98335" y="125488"/>
                    </a:cubicBezTo>
                    <a:cubicBezTo>
                      <a:pt x="98783" y="125039"/>
                      <a:pt x="98783" y="124143"/>
                      <a:pt x="98335" y="123247"/>
                    </a:cubicBezTo>
                    <a:close/>
                    <a:moveTo>
                      <a:pt x="49484" y="121902"/>
                    </a:moveTo>
                    <a:cubicBezTo>
                      <a:pt x="49484" y="121902"/>
                      <a:pt x="49484" y="121902"/>
                      <a:pt x="49484" y="121902"/>
                    </a:cubicBezTo>
                    <a:cubicBezTo>
                      <a:pt x="49036" y="121902"/>
                      <a:pt x="49036" y="121902"/>
                      <a:pt x="49484" y="121902"/>
                    </a:cubicBezTo>
                    <a:lnTo>
                      <a:pt x="5564" y="121902"/>
                    </a:lnTo>
                    <a:lnTo>
                      <a:pt x="49484" y="8515"/>
                    </a:lnTo>
                    <a:lnTo>
                      <a:pt x="93405" y="121902"/>
                    </a:lnTo>
                    <a:lnTo>
                      <a:pt x="49484" y="12190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434" name="Group 2523">
                <a:extLst>
                  <a:ext uri="{FF2B5EF4-FFF2-40B4-BE49-F238E27FC236}">
                    <a16:creationId xmlns:a16="http://schemas.microsoft.com/office/drawing/2014/main" id="{E9A193AF-341E-D281-3547-D95695C2F9C9}"/>
                  </a:ext>
                  <a:ext uri="{C183D7F6-B498-43B3-948B-1728B52AA6E4}">
                    <adec:decorative xmlns:adec="http://schemas.microsoft.com/office/drawing/2017/decorative" val="1"/>
                  </a:ext>
                </a:extLst>
              </p:cNvPr>
              <p:cNvGrpSpPr>
                <a:grpSpLocks noChangeAspect="1"/>
              </p:cNvGrpSpPr>
              <p:nvPr/>
            </p:nvGrpSpPr>
            <p:grpSpPr>
              <a:xfrm>
                <a:off x="10902960" y="4170494"/>
                <a:ext cx="125488" cy="134451"/>
                <a:chOff x="10959460" y="2114803"/>
                <a:chExt cx="125488" cy="134451"/>
              </a:xfrm>
            </p:grpSpPr>
            <p:sp>
              <p:nvSpPr>
                <p:cNvPr id="1435" name="Freeform: Shape 2964">
                  <a:extLst>
                    <a:ext uri="{FF2B5EF4-FFF2-40B4-BE49-F238E27FC236}">
                      <a16:creationId xmlns:a16="http://schemas.microsoft.com/office/drawing/2014/main" id="{D516E2E6-BE11-D67E-1020-CC8FBD3B4912}"/>
                    </a:ext>
                  </a:extLst>
                </p:cNvPr>
                <p:cNvSpPr/>
                <p:nvPr/>
              </p:nvSpPr>
              <p:spPr>
                <a:xfrm>
                  <a:off x="10993177" y="2148064"/>
                  <a:ext cx="44817" cy="44817"/>
                </a:xfrm>
                <a:custGeom>
                  <a:avLst/>
                  <a:gdLst>
                    <a:gd name="connsiteX0" fmla="*/ 43921 w 44817"/>
                    <a:gd name="connsiteY0" fmla="*/ 0 h 44817"/>
                    <a:gd name="connsiteX1" fmla="*/ 28235 w 44817"/>
                    <a:gd name="connsiteY1" fmla="*/ 0 h 44817"/>
                    <a:gd name="connsiteX2" fmla="*/ 17927 w 44817"/>
                    <a:gd name="connsiteY2" fmla="*/ 0 h 44817"/>
                    <a:gd name="connsiteX3" fmla="*/ 2241 w 44817"/>
                    <a:gd name="connsiteY3" fmla="*/ 0 h 44817"/>
                    <a:gd name="connsiteX4" fmla="*/ 0 w 44817"/>
                    <a:gd name="connsiteY4" fmla="*/ 2241 h 44817"/>
                    <a:gd name="connsiteX5" fmla="*/ 0 w 44817"/>
                    <a:gd name="connsiteY5" fmla="*/ 44369 h 44817"/>
                    <a:gd name="connsiteX6" fmla="*/ 2241 w 44817"/>
                    <a:gd name="connsiteY6" fmla="*/ 46610 h 44817"/>
                    <a:gd name="connsiteX7" fmla="*/ 44369 w 44817"/>
                    <a:gd name="connsiteY7" fmla="*/ 46610 h 44817"/>
                    <a:gd name="connsiteX8" fmla="*/ 46610 w 44817"/>
                    <a:gd name="connsiteY8" fmla="*/ 44369 h 44817"/>
                    <a:gd name="connsiteX9" fmla="*/ 46610 w 44817"/>
                    <a:gd name="connsiteY9" fmla="*/ 2241 h 44817"/>
                    <a:gd name="connsiteX10" fmla="*/ 43921 w 44817"/>
                    <a:gd name="connsiteY10" fmla="*/ 0 h 44817"/>
                    <a:gd name="connsiteX11" fmla="*/ 25994 w 44817"/>
                    <a:gd name="connsiteY11" fmla="*/ 4482 h 44817"/>
                    <a:gd name="connsiteX12" fmla="*/ 25994 w 44817"/>
                    <a:gd name="connsiteY12" fmla="*/ 10308 h 44817"/>
                    <a:gd name="connsiteX13" fmla="*/ 20168 w 44817"/>
                    <a:gd name="connsiteY13" fmla="*/ 10308 h 44817"/>
                    <a:gd name="connsiteX14" fmla="*/ 20168 w 44817"/>
                    <a:gd name="connsiteY14" fmla="*/ 4482 h 44817"/>
                    <a:gd name="connsiteX15" fmla="*/ 25994 w 44817"/>
                    <a:gd name="connsiteY15" fmla="*/ 4482 h 44817"/>
                    <a:gd name="connsiteX16" fmla="*/ 4034 w 44817"/>
                    <a:gd name="connsiteY16" fmla="*/ 41680 h 44817"/>
                    <a:gd name="connsiteX17" fmla="*/ 4034 w 44817"/>
                    <a:gd name="connsiteY17" fmla="*/ 4034 h 44817"/>
                    <a:gd name="connsiteX18" fmla="*/ 15238 w 44817"/>
                    <a:gd name="connsiteY18" fmla="*/ 4034 h 44817"/>
                    <a:gd name="connsiteX19" fmla="*/ 15238 w 44817"/>
                    <a:gd name="connsiteY19" fmla="*/ 12101 h 44817"/>
                    <a:gd name="connsiteX20" fmla="*/ 17479 w 44817"/>
                    <a:gd name="connsiteY20" fmla="*/ 14342 h 44817"/>
                    <a:gd name="connsiteX21" fmla="*/ 27787 w 44817"/>
                    <a:gd name="connsiteY21" fmla="*/ 14342 h 44817"/>
                    <a:gd name="connsiteX22" fmla="*/ 30027 w 44817"/>
                    <a:gd name="connsiteY22" fmla="*/ 12101 h 44817"/>
                    <a:gd name="connsiteX23" fmla="*/ 30027 w 44817"/>
                    <a:gd name="connsiteY23" fmla="*/ 4034 h 44817"/>
                    <a:gd name="connsiteX24" fmla="*/ 41232 w 44817"/>
                    <a:gd name="connsiteY24" fmla="*/ 4034 h 44817"/>
                    <a:gd name="connsiteX25" fmla="*/ 41232 w 44817"/>
                    <a:gd name="connsiteY25" fmla="*/ 30924 h 44817"/>
                    <a:gd name="connsiteX26" fmla="*/ 31820 w 44817"/>
                    <a:gd name="connsiteY26" fmla="*/ 30924 h 44817"/>
                    <a:gd name="connsiteX27" fmla="*/ 29579 w 44817"/>
                    <a:gd name="connsiteY27" fmla="*/ 33165 h 44817"/>
                    <a:gd name="connsiteX28" fmla="*/ 31820 w 44817"/>
                    <a:gd name="connsiteY28" fmla="*/ 35405 h 44817"/>
                    <a:gd name="connsiteX29" fmla="*/ 41232 w 44817"/>
                    <a:gd name="connsiteY29" fmla="*/ 35405 h 44817"/>
                    <a:gd name="connsiteX30" fmla="*/ 41232 w 44817"/>
                    <a:gd name="connsiteY30" fmla="*/ 41232 h 44817"/>
                    <a:gd name="connsiteX31" fmla="*/ 4034 w 44817"/>
                    <a:gd name="connsiteY31" fmla="*/ 41232 h 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817" h="44817">
                      <a:moveTo>
                        <a:pt x="43921" y="0"/>
                      </a:moveTo>
                      <a:lnTo>
                        <a:pt x="28235" y="0"/>
                      </a:lnTo>
                      <a:lnTo>
                        <a:pt x="17927" y="0"/>
                      </a:lnTo>
                      <a:lnTo>
                        <a:pt x="2241" y="0"/>
                      </a:lnTo>
                      <a:cubicBezTo>
                        <a:pt x="896" y="0"/>
                        <a:pt x="0" y="896"/>
                        <a:pt x="0" y="2241"/>
                      </a:cubicBezTo>
                      <a:lnTo>
                        <a:pt x="0" y="44369"/>
                      </a:lnTo>
                      <a:cubicBezTo>
                        <a:pt x="0" y="45713"/>
                        <a:pt x="896" y="46610"/>
                        <a:pt x="2241" y="46610"/>
                      </a:cubicBezTo>
                      <a:lnTo>
                        <a:pt x="44369" y="46610"/>
                      </a:lnTo>
                      <a:cubicBezTo>
                        <a:pt x="45713" y="46610"/>
                        <a:pt x="46610" y="45713"/>
                        <a:pt x="46610" y="44369"/>
                      </a:cubicBezTo>
                      <a:lnTo>
                        <a:pt x="46610" y="2241"/>
                      </a:lnTo>
                      <a:cubicBezTo>
                        <a:pt x="46162" y="896"/>
                        <a:pt x="45265" y="0"/>
                        <a:pt x="43921" y="0"/>
                      </a:cubicBezTo>
                      <a:close/>
                      <a:moveTo>
                        <a:pt x="25994" y="4482"/>
                      </a:moveTo>
                      <a:lnTo>
                        <a:pt x="25994" y="10308"/>
                      </a:lnTo>
                      <a:lnTo>
                        <a:pt x="20168" y="10308"/>
                      </a:lnTo>
                      <a:lnTo>
                        <a:pt x="20168" y="4482"/>
                      </a:lnTo>
                      <a:lnTo>
                        <a:pt x="25994" y="4482"/>
                      </a:lnTo>
                      <a:close/>
                      <a:moveTo>
                        <a:pt x="4034" y="41680"/>
                      </a:moveTo>
                      <a:lnTo>
                        <a:pt x="4034" y="4034"/>
                      </a:lnTo>
                      <a:lnTo>
                        <a:pt x="15238" y="4034"/>
                      </a:lnTo>
                      <a:lnTo>
                        <a:pt x="15238" y="12101"/>
                      </a:lnTo>
                      <a:cubicBezTo>
                        <a:pt x="15238" y="13445"/>
                        <a:pt x="16134" y="14342"/>
                        <a:pt x="17479" y="14342"/>
                      </a:cubicBezTo>
                      <a:lnTo>
                        <a:pt x="27787" y="14342"/>
                      </a:lnTo>
                      <a:cubicBezTo>
                        <a:pt x="29131" y="14342"/>
                        <a:pt x="30027" y="13445"/>
                        <a:pt x="30027" y="12101"/>
                      </a:cubicBezTo>
                      <a:lnTo>
                        <a:pt x="30027" y="4034"/>
                      </a:lnTo>
                      <a:lnTo>
                        <a:pt x="41232" y="4034"/>
                      </a:lnTo>
                      <a:lnTo>
                        <a:pt x="41232" y="30924"/>
                      </a:lnTo>
                      <a:lnTo>
                        <a:pt x="31820" y="30924"/>
                      </a:lnTo>
                      <a:cubicBezTo>
                        <a:pt x="30476" y="30924"/>
                        <a:pt x="29579" y="31820"/>
                        <a:pt x="29579" y="33165"/>
                      </a:cubicBezTo>
                      <a:cubicBezTo>
                        <a:pt x="29579" y="34509"/>
                        <a:pt x="30476" y="35405"/>
                        <a:pt x="31820" y="35405"/>
                      </a:cubicBezTo>
                      <a:lnTo>
                        <a:pt x="41232" y="35405"/>
                      </a:lnTo>
                      <a:lnTo>
                        <a:pt x="41232" y="41232"/>
                      </a:lnTo>
                      <a:lnTo>
                        <a:pt x="4034" y="4123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36" name="Freeform: Shape 2965">
                  <a:extLst>
                    <a:ext uri="{FF2B5EF4-FFF2-40B4-BE49-F238E27FC236}">
                      <a16:creationId xmlns:a16="http://schemas.microsoft.com/office/drawing/2014/main" id="{3BB8DCBE-B1C6-7DB5-CE8F-37C21062A362}"/>
                    </a:ext>
                  </a:extLst>
                </p:cNvPr>
                <p:cNvSpPr/>
                <p:nvPr/>
              </p:nvSpPr>
              <p:spPr>
                <a:xfrm>
                  <a:off x="10959460" y="2114803"/>
                  <a:ext cx="125488" cy="134451"/>
                </a:xfrm>
                <a:custGeom>
                  <a:avLst/>
                  <a:gdLst>
                    <a:gd name="connsiteX0" fmla="*/ 125591 w 125487"/>
                    <a:gd name="connsiteY0" fmla="*/ 135444 h 134451"/>
                    <a:gd name="connsiteX1" fmla="*/ 94668 w 125487"/>
                    <a:gd name="connsiteY1" fmla="*/ 96902 h 134451"/>
                    <a:gd name="connsiteX2" fmla="*/ 112146 w 125487"/>
                    <a:gd name="connsiteY2" fmla="*/ 52533 h 134451"/>
                    <a:gd name="connsiteX3" fmla="*/ 52540 w 125487"/>
                    <a:gd name="connsiteY3" fmla="*/ 97 h 134451"/>
                    <a:gd name="connsiteX4" fmla="*/ 13997 w 125487"/>
                    <a:gd name="connsiteY4" fmla="*/ 18920 h 134451"/>
                    <a:gd name="connsiteX5" fmla="*/ 104 w 125487"/>
                    <a:gd name="connsiteY5" fmla="*/ 59255 h 134451"/>
                    <a:gd name="connsiteX6" fmla="*/ 18927 w 125487"/>
                    <a:gd name="connsiteY6" fmla="*/ 97798 h 134451"/>
                    <a:gd name="connsiteX7" fmla="*/ 56125 w 125487"/>
                    <a:gd name="connsiteY7" fmla="*/ 111691 h 134451"/>
                    <a:gd name="connsiteX8" fmla="*/ 59711 w 125487"/>
                    <a:gd name="connsiteY8" fmla="*/ 111691 h 134451"/>
                    <a:gd name="connsiteX9" fmla="*/ 80326 w 125487"/>
                    <a:gd name="connsiteY9" fmla="*/ 106313 h 134451"/>
                    <a:gd name="connsiteX10" fmla="*/ 91083 w 125487"/>
                    <a:gd name="connsiteY10" fmla="*/ 99591 h 134451"/>
                    <a:gd name="connsiteX11" fmla="*/ 121558 w 125487"/>
                    <a:gd name="connsiteY11" fmla="*/ 137685 h 134451"/>
                    <a:gd name="connsiteX12" fmla="*/ 123351 w 125487"/>
                    <a:gd name="connsiteY12" fmla="*/ 138581 h 134451"/>
                    <a:gd name="connsiteX13" fmla="*/ 124695 w 125487"/>
                    <a:gd name="connsiteY13" fmla="*/ 138133 h 134451"/>
                    <a:gd name="connsiteX14" fmla="*/ 125591 w 125487"/>
                    <a:gd name="connsiteY14" fmla="*/ 135444 h 134451"/>
                    <a:gd name="connsiteX15" fmla="*/ 78982 w 125487"/>
                    <a:gd name="connsiteY15" fmla="*/ 102728 h 134451"/>
                    <a:gd name="connsiteX16" fmla="*/ 59711 w 125487"/>
                    <a:gd name="connsiteY16" fmla="*/ 107658 h 134451"/>
                    <a:gd name="connsiteX17" fmla="*/ 22512 w 125487"/>
                    <a:gd name="connsiteY17" fmla="*/ 94661 h 134451"/>
                    <a:gd name="connsiteX18" fmla="*/ 5034 w 125487"/>
                    <a:gd name="connsiteY18" fmla="*/ 59255 h 134451"/>
                    <a:gd name="connsiteX19" fmla="*/ 18031 w 125487"/>
                    <a:gd name="connsiteY19" fmla="*/ 22057 h 134451"/>
                    <a:gd name="connsiteX20" fmla="*/ 53436 w 125487"/>
                    <a:gd name="connsiteY20" fmla="*/ 4579 h 134451"/>
                    <a:gd name="connsiteX21" fmla="*/ 56573 w 125487"/>
                    <a:gd name="connsiteY21" fmla="*/ 4579 h 134451"/>
                    <a:gd name="connsiteX22" fmla="*/ 90634 w 125487"/>
                    <a:gd name="connsiteY22" fmla="*/ 17575 h 134451"/>
                    <a:gd name="connsiteX23" fmla="*/ 108113 w 125487"/>
                    <a:gd name="connsiteY23" fmla="*/ 52981 h 134451"/>
                    <a:gd name="connsiteX24" fmla="*/ 90634 w 125487"/>
                    <a:gd name="connsiteY24" fmla="*/ 95109 h 134451"/>
                    <a:gd name="connsiteX25" fmla="*/ 90186 w 125487"/>
                    <a:gd name="connsiteY25" fmla="*/ 95557 h 134451"/>
                    <a:gd name="connsiteX26" fmla="*/ 78982 w 125487"/>
                    <a:gd name="connsiteY26" fmla="*/ 102728 h 13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5487" h="134451">
                      <a:moveTo>
                        <a:pt x="125591" y="135444"/>
                      </a:moveTo>
                      <a:lnTo>
                        <a:pt x="94668" y="96902"/>
                      </a:lnTo>
                      <a:cubicBezTo>
                        <a:pt x="106769" y="85249"/>
                        <a:pt x="113491" y="69563"/>
                        <a:pt x="112146" y="52533"/>
                      </a:cubicBezTo>
                      <a:cubicBezTo>
                        <a:pt x="110354" y="21609"/>
                        <a:pt x="83464" y="-1696"/>
                        <a:pt x="52540" y="97"/>
                      </a:cubicBezTo>
                      <a:cubicBezTo>
                        <a:pt x="37750" y="993"/>
                        <a:pt x="23857" y="7716"/>
                        <a:pt x="13997" y="18920"/>
                      </a:cubicBezTo>
                      <a:cubicBezTo>
                        <a:pt x="4137" y="30124"/>
                        <a:pt x="-792" y="44466"/>
                        <a:pt x="104" y="59255"/>
                      </a:cubicBezTo>
                      <a:cubicBezTo>
                        <a:pt x="1000" y="74045"/>
                        <a:pt x="7723" y="87938"/>
                        <a:pt x="18927" y="97798"/>
                      </a:cubicBezTo>
                      <a:cubicBezTo>
                        <a:pt x="29235" y="106761"/>
                        <a:pt x="42232" y="111691"/>
                        <a:pt x="56125" y="111691"/>
                      </a:cubicBezTo>
                      <a:cubicBezTo>
                        <a:pt x="57470" y="111691"/>
                        <a:pt x="58366" y="111691"/>
                        <a:pt x="59711" y="111691"/>
                      </a:cubicBezTo>
                      <a:cubicBezTo>
                        <a:pt x="66433" y="111243"/>
                        <a:pt x="73156" y="109450"/>
                        <a:pt x="80326" y="106313"/>
                      </a:cubicBezTo>
                      <a:cubicBezTo>
                        <a:pt x="84360" y="104520"/>
                        <a:pt x="88393" y="101383"/>
                        <a:pt x="91083" y="99591"/>
                      </a:cubicBezTo>
                      <a:lnTo>
                        <a:pt x="121558" y="137685"/>
                      </a:lnTo>
                      <a:cubicBezTo>
                        <a:pt x="122006" y="138133"/>
                        <a:pt x="122454" y="138581"/>
                        <a:pt x="123351" y="138581"/>
                      </a:cubicBezTo>
                      <a:cubicBezTo>
                        <a:pt x="123799" y="138581"/>
                        <a:pt x="124247" y="138581"/>
                        <a:pt x="124695" y="138133"/>
                      </a:cubicBezTo>
                      <a:cubicBezTo>
                        <a:pt x="126040" y="138133"/>
                        <a:pt x="126488" y="136789"/>
                        <a:pt x="125591" y="135444"/>
                      </a:cubicBezTo>
                      <a:close/>
                      <a:moveTo>
                        <a:pt x="78982" y="102728"/>
                      </a:moveTo>
                      <a:cubicBezTo>
                        <a:pt x="72259" y="105865"/>
                        <a:pt x="65985" y="107210"/>
                        <a:pt x="59711" y="107658"/>
                      </a:cubicBezTo>
                      <a:cubicBezTo>
                        <a:pt x="45817" y="108554"/>
                        <a:pt x="32820" y="104072"/>
                        <a:pt x="22512" y="94661"/>
                      </a:cubicBezTo>
                      <a:cubicBezTo>
                        <a:pt x="12204" y="85697"/>
                        <a:pt x="5930" y="73149"/>
                        <a:pt x="5034" y="59255"/>
                      </a:cubicBezTo>
                      <a:cubicBezTo>
                        <a:pt x="4137" y="45362"/>
                        <a:pt x="8619" y="32365"/>
                        <a:pt x="18031" y="22057"/>
                      </a:cubicBezTo>
                      <a:cubicBezTo>
                        <a:pt x="26994" y="11749"/>
                        <a:pt x="39543" y="5475"/>
                        <a:pt x="53436" y="4579"/>
                      </a:cubicBezTo>
                      <a:cubicBezTo>
                        <a:pt x="54333" y="4579"/>
                        <a:pt x="55677" y="4579"/>
                        <a:pt x="56573" y="4579"/>
                      </a:cubicBezTo>
                      <a:cubicBezTo>
                        <a:pt x="69122" y="4579"/>
                        <a:pt x="81223" y="9060"/>
                        <a:pt x="90634" y="17575"/>
                      </a:cubicBezTo>
                      <a:cubicBezTo>
                        <a:pt x="100942" y="26539"/>
                        <a:pt x="107217" y="39088"/>
                        <a:pt x="108113" y="52981"/>
                      </a:cubicBezTo>
                      <a:cubicBezTo>
                        <a:pt x="109009" y="69115"/>
                        <a:pt x="102735" y="84353"/>
                        <a:pt x="90634" y="95109"/>
                      </a:cubicBezTo>
                      <a:cubicBezTo>
                        <a:pt x="90634" y="95109"/>
                        <a:pt x="90186" y="95109"/>
                        <a:pt x="90186" y="95557"/>
                      </a:cubicBezTo>
                      <a:cubicBezTo>
                        <a:pt x="85704" y="99143"/>
                        <a:pt x="82119" y="101383"/>
                        <a:pt x="78982" y="10272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437" name="Freeform: Shape 2524">
                <a:extLst>
                  <a:ext uri="{FF2B5EF4-FFF2-40B4-BE49-F238E27FC236}">
                    <a16:creationId xmlns:a16="http://schemas.microsoft.com/office/drawing/2014/main" id="{58405ADF-BEA0-30E1-DAB4-218B565F4935}"/>
                  </a:ext>
                  <a:ext uri="{C183D7F6-B498-43B3-948B-1728B52AA6E4}">
                    <adec:decorative xmlns:adec="http://schemas.microsoft.com/office/drawing/2017/decorative" val="1"/>
                  </a:ext>
                </a:extLst>
              </p:cNvPr>
              <p:cNvSpPr>
                <a:spLocks noChangeAspect="1"/>
              </p:cNvSpPr>
              <p:nvPr/>
            </p:nvSpPr>
            <p:spPr>
              <a:xfrm>
                <a:off x="8273650" y="4166557"/>
                <a:ext cx="152378" cy="152378"/>
              </a:xfrm>
              <a:custGeom>
                <a:avLst/>
                <a:gdLst>
                  <a:gd name="connsiteX0" fmla="*/ 76637 w 152377"/>
                  <a:gd name="connsiteY0" fmla="*/ 0 h 152377"/>
                  <a:gd name="connsiteX1" fmla="*/ 18823 w 152377"/>
                  <a:gd name="connsiteY1" fmla="*/ 26890 h 152377"/>
                  <a:gd name="connsiteX2" fmla="*/ 18375 w 152377"/>
                  <a:gd name="connsiteY2" fmla="*/ 26890 h 152377"/>
                  <a:gd name="connsiteX3" fmla="*/ 17927 w 152377"/>
                  <a:gd name="connsiteY3" fmla="*/ 27338 h 152377"/>
                  <a:gd name="connsiteX4" fmla="*/ 0 w 152377"/>
                  <a:gd name="connsiteY4" fmla="*/ 76189 h 152377"/>
                  <a:gd name="connsiteX5" fmla="*/ 76189 w 152377"/>
                  <a:gd name="connsiteY5" fmla="*/ 152378 h 152377"/>
                  <a:gd name="connsiteX6" fmla="*/ 152378 w 152377"/>
                  <a:gd name="connsiteY6" fmla="*/ 76189 h 152377"/>
                  <a:gd name="connsiteX7" fmla="*/ 76637 w 152377"/>
                  <a:gd name="connsiteY7" fmla="*/ 0 h 152377"/>
                  <a:gd name="connsiteX8" fmla="*/ 4930 w 152377"/>
                  <a:gd name="connsiteY8" fmla="*/ 75741 h 152377"/>
                  <a:gd name="connsiteX9" fmla="*/ 20616 w 152377"/>
                  <a:gd name="connsiteY9" fmla="*/ 31372 h 152377"/>
                  <a:gd name="connsiteX10" fmla="*/ 52436 w 152377"/>
                  <a:gd name="connsiteY10" fmla="*/ 63192 h 152377"/>
                  <a:gd name="connsiteX11" fmla="*/ 47954 w 152377"/>
                  <a:gd name="connsiteY11" fmla="*/ 69018 h 152377"/>
                  <a:gd name="connsiteX12" fmla="*/ 44369 w 152377"/>
                  <a:gd name="connsiteY12" fmla="*/ 63640 h 152377"/>
                  <a:gd name="connsiteX13" fmla="*/ 44369 w 152377"/>
                  <a:gd name="connsiteY13" fmla="*/ 59158 h 152377"/>
                  <a:gd name="connsiteX14" fmla="*/ 42128 w 152377"/>
                  <a:gd name="connsiteY14" fmla="*/ 56918 h 152377"/>
                  <a:gd name="connsiteX15" fmla="*/ 39887 w 152377"/>
                  <a:gd name="connsiteY15" fmla="*/ 59158 h 152377"/>
                  <a:gd name="connsiteX16" fmla="*/ 39887 w 152377"/>
                  <a:gd name="connsiteY16" fmla="*/ 63640 h 152377"/>
                  <a:gd name="connsiteX17" fmla="*/ 47506 w 152377"/>
                  <a:gd name="connsiteY17" fmla="*/ 73500 h 152377"/>
                  <a:gd name="connsiteX18" fmla="*/ 47506 w 152377"/>
                  <a:gd name="connsiteY18" fmla="*/ 85152 h 152377"/>
                  <a:gd name="connsiteX19" fmla="*/ 34061 w 152377"/>
                  <a:gd name="connsiteY19" fmla="*/ 85152 h 152377"/>
                  <a:gd name="connsiteX20" fmla="*/ 31820 w 152377"/>
                  <a:gd name="connsiteY20" fmla="*/ 87393 h 152377"/>
                  <a:gd name="connsiteX21" fmla="*/ 34061 w 152377"/>
                  <a:gd name="connsiteY21" fmla="*/ 89634 h 152377"/>
                  <a:gd name="connsiteX22" fmla="*/ 47506 w 152377"/>
                  <a:gd name="connsiteY22" fmla="*/ 89634 h 152377"/>
                  <a:gd name="connsiteX23" fmla="*/ 47506 w 152377"/>
                  <a:gd name="connsiteY23" fmla="*/ 90979 h 152377"/>
                  <a:gd name="connsiteX24" fmla="*/ 48851 w 152377"/>
                  <a:gd name="connsiteY24" fmla="*/ 99494 h 152377"/>
                  <a:gd name="connsiteX25" fmla="*/ 39887 w 152377"/>
                  <a:gd name="connsiteY25" fmla="*/ 109354 h 152377"/>
                  <a:gd name="connsiteX26" fmla="*/ 39887 w 152377"/>
                  <a:gd name="connsiteY26" fmla="*/ 113835 h 152377"/>
                  <a:gd name="connsiteX27" fmla="*/ 42128 w 152377"/>
                  <a:gd name="connsiteY27" fmla="*/ 116076 h 152377"/>
                  <a:gd name="connsiteX28" fmla="*/ 44369 w 152377"/>
                  <a:gd name="connsiteY28" fmla="*/ 113835 h 152377"/>
                  <a:gd name="connsiteX29" fmla="*/ 44369 w 152377"/>
                  <a:gd name="connsiteY29" fmla="*/ 109354 h 152377"/>
                  <a:gd name="connsiteX30" fmla="*/ 49747 w 152377"/>
                  <a:gd name="connsiteY30" fmla="*/ 103975 h 152377"/>
                  <a:gd name="connsiteX31" fmla="*/ 50643 w 152377"/>
                  <a:gd name="connsiteY31" fmla="*/ 103975 h 152377"/>
                  <a:gd name="connsiteX32" fmla="*/ 77085 w 152377"/>
                  <a:gd name="connsiteY32" fmla="*/ 120558 h 152377"/>
                  <a:gd name="connsiteX33" fmla="*/ 99494 w 152377"/>
                  <a:gd name="connsiteY33" fmla="*/ 110250 h 152377"/>
                  <a:gd name="connsiteX34" fmla="*/ 121454 w 152377"/>
                  <a:gd name="connsiteY34" fmla="*/ 132210 h 152377"/>
                  <a:gd name="connsiteX35" fmla="*/ 77085 w 152377"/>
                  <a:gd name="connsiteY35" fmla="*/ 147896 h 152377"/>
                  <a:gd name="connsiteX36" fmla="*/ 4930 w 152377"/>
                  <a:gd name="connsiteY36" fmla="*/ 75741 h 152377"/>
                  <a:gd name="connsiteX37" fmla="*/ 67226 w 152377"/>
                  <a:gd name="connsiteY37" fmla="*/ 60055 h 152377"/>
                  <a:gd name="connsiteX38" fmla="*/ 76637 w 152377"/>
                  <a:gd name="connsiteY38" fmla="*/ 50643 h 152377"/>
                  <a:gd name="connsiteX39" fmla="*/ 86049 w 152377"/>
                  <a:gd name="connsiteY39" fmla="*/ 60055 h 152377"/>
                  <a:gd name="connsiteX40" fmla="*/ 86049 w 152377"/>
                  <a:gd name="connsiteY40" fmla="*/ 61847 h 152377"/>
                  <a:gd name="connsiteX41" fmla="*/ 67226 w 152377"/>
                  <a:gd name="connsiteY41" fmla="*/ 61847 h 152377"/>
                  <a:gd name="connsiteX42" fmla="*/ 67226 w 152377"/>
                  <a:gd name="connsiteY42" fmla="*/ 60055 h 152377"/>
                  <a:gd name="connsiteX43" fmla="*/ 96357 w 152377"/>
                  <a:gd name="connsiteY43" fmla="*/ 66329 h 152377"/>
                  <a:gd name="connsiteX44" fmla="*/ 101735 w 152377"/>
                  <a:gd name="connsiteY44" fmla="*/ 71707 h 152377"/>
                  <a:gd name="connsiteX45" fmla="*/ 101735 w 152377"/>
                  <a:gd name="connsiteY45" fmla="*/ 90979 h 152377"/>
                  <a:gd name="connsiteX46" fmla="*/ 98597 w 152377"/>
                  <a:gd name="connsiteY46" fmla="*/ 103079 h 152377"/>
                  <a:gd name="connsiteX47" fmla="*/ 61399 w 152377"/>
                  <a:gd name="connsiteY47" fmla="*/ 65881 h 152377"/>
                  <a:gd name="connsiteX48" fmla="*/ 96357 w 152377"/>
                  <a:gd name="connsiteY48" fmla="*/ 65881 h 152377"/>
                  <a:gd name="connsiteX49" fmla="*/ 103976 w 152377"/>
                  <a:gd name="connsiteY49" fmla="*/ 104424 h 152377"/>
                  <a:gd name="connsiteX50" fmla="*/ 109353 w 152377"/>
                  <a:gd name="connsiteY50" fmla="*/ 109802 h 152377"/>
                  <a:gd name="connsiteX51" fmla="*/ 109353 w 152377"/>
                  <a:gd name="connsiteY51" fmla="*/ 114283 h 152377"/>
                  <a:gd name="connsiteX52" fmla="*/ 101735 w 152377"/>
                  <a:gd name="connsiteY52" fmla="*/ 106664 h 152377"/>
                  <a:gd name="connsiteX53" fmla="*/ 103079 w 152377"/>
                  <a:gd name="connsiteY53" fmla="*/ 104424 h 152377"/>
                  <a:gd name="connsiteX54" fmla="*/ 103976 w 152377"/>
                  <a:gd name="connsiteY54" fmla="*/ 104424 h 152377"/>
                  <a:gd name="connsiteX55" fmla="*/ 95908 w 152377"/>
                  <a:gd name="connsiteY55" fmla="*/ 107113 h 152377"/>
                  <a:gd name="connsiteX56" fmla="*/ 76637 w 152377"/>
                  <a:gd name="connsiteY56" fmla="*/ 116076 h 152377"/>
                  <a:gd name="connsiteX57" fmla="*/ 51540 w 152377"/>
                  <a:gd name="connsiteY57" fmla="*/ 90979 h 152377"/>
                  <a:gd name="connsiteX58" fmla="*/ 51540 w 152377"/>
                  <a:gd name="connsiteY58" fmla="*/ 71707 h 152377"/>
                  <a:gd name="connsiteX59" fmla="*/ 55125 w 152377"/>
                  <a:gd name="connsiteY59" fmla="*/ 66329 h 152377"/>
                  <a:gd name="connsiteX60" fmla="*/ 95908 w 152377"/>
                  <a:gd name="connsiteY60" fmla="*/ 107113 h 152377"/>
                  <a:gd name="connsiteX61" fmla="*/ 124591 w 152377"/>
                  <a:gd name="connsiteY61" fmla="*/ 129073 h 152377"/>
                  <a:gd name="connsiteX62" fmla="*/ 112043 w 152377"/>
                  <a:gd name="connsiteY62" fmla="*/ 116524 h 152377"/>
                  <a:gd name="connsiteX63" fmla="*/ 114283 w 152377"/>
                  <a:gd name="connsiteY63" fmla="*/ 114283 h 152377"/>
                  <a:gd name="connsiteX64" fmla="*/ 114283 w 152377"/>
                  <a:gd name="connsiteY64" fmla="*/ 109802 h 152377"/>
                  <a:gd name="connsiteX65" fmla="*/ 105320 w 152377"/>
                  <a:gd name="connsiteY65" fmla="*/ 99942 h 152377"/>
                  <a:gd name="connsiteX66" fmla="*/ 106665 w 152377"/>
                  <a:gd name="connsiteY66" fmla="*/ 91427 h 152377"/>
                  <a:gd name="connsiteX67" fmla="*/ 106665 w 152377"/>
                  <a:gd name="connsiteY67" fmla="*/ 90082 h 152377"/>
                  <a:gd name="connsiteX68" fmla="*/ 120110 w 152377"/>
                  <a:gd name="connsiteY68" fmla="*/ 90082 h 152377"/>
                  <a:gd name="connsiteX69" fmla="*/ 122351 w 152377"/>
                  <a:gd name="connsiteY69" fmla="*/ 87841 h 152377"/>
                  <a:gd name="connsiteX70" fmla="*/ 120110 w 152377"/>
                  <a:gd name="connsiteY70" fmla="*/ 85600 h 152377"/>
                  <a:gd name="connsiteX71" fmla="*/ 106665 w 152377"/>
                  <a:gd name="connsiteY71" fmla="*/ 85600 h 152377"/>
                  <a:gd name="connsiteX72" fmla="*/ 106665 w 152377"/>
                  <a:gd name="connsiteY72" fmla="*/ 73948 h 152377"/>
                  <a:gd name="connsiteX73" fmla="*/ 114283 w 152377"/>
                  <a:gd name="connsiteY73" fmla="*/ 64088 h 152377"/>
                  <a:gd name="connsiteX74" fmla="*/ 114283 w 152377"/>
                  <a:gd name="connsiteY74" fmla="*/ 59607 h 152377"/>
                  <a:gd name="connsiteX75" fmla="*/ 112043 w 152377"/>
                  <a:gd name="connsiteY75" fmla="*/ 57366 h 152377"/>
                  <a:gd name="connsiteX76" fmla="*/ 109802 w 152377"/>
                  <a:gd name="connsiteY76" fmla="*/ 59607 h 152377"/>
                  <a:gd name="connsiteX77" fmla="*/ 109802 w 152377"/>
                  <a:gd name="connsiteY77" fmla="*/ 64088 h 152377"/>
                  <a:gd name="connsiteX78" fmla="*/ 106216 w 152377"/>
                  <a:gd name="connsiteY78" fmla="*/ 69466 h 152377"/>
                  <a:gd name="connsiteX79" fmla="*/ 96805 w 152377"/>
                  <a:gd name="connsiteY79" fmla="*/ 61847 h 152377"/>
                  <a:gd name="connsiteX80" fmla="*/ 91427 w 152377"/>
                  <a:gd name="connsiteY80" fmla="*/ 61847 h 152377"/>
                  <a:gd name="connsiteX81" fmla="*/ 91427 w 152377"/>
                  <a:gd name="connsiteY81" fmla="*/ 60055 h 152377"/>
                  <a:gd name="connsiteX82" fmla="*/ 90979 w 152377"/>
                  <a:gd name="connsiteY82" fmla="*/ 56918 h 152377"/>
                  <a:gd name="connsiteX83" fmla="*/ 98597 w 152377"/>
                  <a:gd name="connsiteY83" fmla="*/ 50195 h 152377"/>
                  <a:gd name="connsiteX84" fmla="*/ 99494 w 152377"/>
                  <a:gd name="connsiteY84" fmla="*/ 48402 h 152377"/>
                  <a:gd name="connsiteX85" fmla="*/ 99494 w 152377"/>
                  <a:gd name="connsiteY85" fmla="*/ 32716 h 152377"/>
                  <a:gd name="connsiteX86" fmla="*/ 97253 w 152377"/>
                  <a:gd name="connsiteY86" fmla="*/ 30476 h 152377"/>
                  <a:gd name="connsiteX87" fmla="*/ 95012 w 152377"/>
                  <a:gd name="connsiteY87" fmla="*/ 32716 h 152377"/>
                  <a:gd name="connsiteX88" fmla="*/ 95012 w 152377"/>
                  <a:gd name="connsiteY88" fmla="*/ 47506 h 152377"/>
                  <a:gd name="connsiteX89" fmla="*/ 89634 w 152377"/>
                  <a:gd name="connsiteY89" fmla="*/ 52436 h 152377"/>
                  <a:gd name="connsiteX90" fmla="*/ 77982 w 152377"/>
                  <a:gd name="connsiteY90" fmla="*/ 46161 h 152377"/>
                  <a:gd name="connsiteX91" fmla="*/ 66329 w 152377"/>
                  <a:gd name="connsiteY91" fmla="*/ 52436 h 152377"/>
                  <a:gd name="connsiteX92" fmla="*/ 60951 w 152377"/>
                  <a:gd name="connsiteY92" fmla="*/ 47506 h 152377"/>
                  <a:gd name="connsiteX93" fmla="*/ 60951 w 152377"/>
                  <a:gd name="connsiteY93" fmla="*/ 32716 h 152377"/>
                  <a:gd name="connsiteX94" fmla="*/ 58710 w 152377"/>
                  <a:gd name="connsiteY94" fmla="*/ 30476 h 152377"/>
                  <a:gd name="connsiteX95" fmla="*/ 56469 w 152377"/>
                  <a:gd name="connsiteY95" fmla="*/ 32716 h 152377"/>
                  <a:gd name="connsiteX96" fmla="*/ 56469 w 152377"/>
                  <a:gd name="connsiteY96" fmla="*/ 48402 h 152377"/>
                  <a:gd name="connsiteX97" fmla="*/ 57366 w 152377"/>
                  <a:gd name="connsiteY97" fmla="*/ 50195 h 152377"/>
                  <a:gd name="connsiteX98" fmla="*/ 64985 w 152377"/>
                  <a:gd name="connsiteY98" fmla="*/ 56918 h 152377"/>
                  <a:gd name="connsiteX99" fmla="*/ 64536 w 152377"/>
                  <a:gd name="connsiteY99" fmla="*/ 60055 h 152377"/>
                  <a:gd name="connsiteX100" fmla="*/ 64536 w 152377"/>
                  <a:gd name="connsiteY100" fmla="*/ 61847 h 152377"/>
                  <a:gd name="connsiteX101" fmla="*/ 59159 w 152377"/>
                  <a:gd name="connsiteY101" fmla="*/ 61847 h 152377"/>
                  <a:gd name="connsiteX102" fmla="*/ 59159 w 152377"/>
                  <a:gd name="connsiteY102" fmla="*/ 61847 h 152377"/>
                  <a:gd name="connsiteX103" fmla="*/ 25546 w 152377"/>
                  <a:gd name="connsiteY103" fmla="*/ 28235 h 152377"/>
                  <a:gd name="connsiteX104" fmla="*/ 78878 w 152377"/>
                  <a:gd name="connsiteY104" fmla="*/ 4482 h 152377"/>
                  <a:gd name="connsiteX105" fmla="*/ 150585 w 152377"/>
                  <a:gd name="connsiteY105" fmla="*/ 76189 h 152377"/>
                  <a:gd name="connsiteX106" fmla="*/ 124591 w 152377"/>
                  <a:gd name="connsiteY106" fmla="*/ 129073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52377" h="152377">
                    <a:moveTo>
                      <a:pt x="76637" y="0"/>
                    </a:moveTo>
                    <a:cubicBezTo>
                      <a:pt x="53332" y="0"/>
                      <a:pt x="32717" y="10308"/>
                      <a:pt x="18823" y="26890"/>
                    </a:cubicBezTo>
                    <a:cubicBezTo>
                      <a:pt x="18823" y="26890"/>
                      <a:pt x="18823" y="26890"/>
                      <a:pt x="18375" y="26890"/>
                    </a:cubicBezTo>
                    <a:cubicBezTo>
                      <a:pt x="18375" y="26890"/>
                      <a:pt x="18375" y="27338"/>
                      <a:pt x="17927" y="27338"/>
                    </a:cubicBezTo>
                    <a:cubicBezTo>
                      <a:pt x="6723" y="40783"/>
                      <a:pt x="0" y="57814"/>
                      <a:pt x="0" y="76189"/>
                    </a:cubicBezTo>
                    <a:cubicBezTo>
                      <a:pt x="0" y="118317"/>
                      <a:pt x="34061" y="152378"/>
                      <a:pt x="76189" y="152378"/>
                    </a:cubicBezTo>
                    <a:cubicBezTo>
                      <a:pt x="118317" y="152378"/>
                      <a:pt x="152378" y="118317"/>
                      <a:pt x="152378" y="76189"/>
                    </a:cubicBezTo>
                    <a:cubicBezTo>
                      <a:pt x="152826" y="34061"/>
                      <a:pt x="118765" y="0"/>
                      <a:pt x="76637" y="0"/>
                    </a:cubicBezTo>
                    <a:close/>
                    <a:moveTo>
                      <a:pt x="4930" y="75741"/>
                    </a:moveTo>
                    <a:cubicBezTo>
                      <a:pt x="4930" y="59158"/>
                      <a:pt x="10756" y="43473"/>
                      <a:pt x="20616" y="31372"/>
                    </a:cubicBezTo>
                    <a:lnTo>
                      <a:pt x="52436" y="63192"/>
                    </a:lnTo>
                    <a:cubicBezTo>
                      <a:pt x="50195" y="64536"/>
                      <a:pt x="48402" y="66777"/>
                      <a:pt x="47954" y="69018"/>
                    </a:cubicBezTo>
                    <a:cubicBezTo>
                      <a:pt x="45713" y="68122"/>
                      <a:pt x="44369" y="66329"/>
                      <a:pt x="44369" y="63640"/>
                    </a:cubicBezTo>
                    <a:lnTo>
                      <a:pt x="44369" y="59158"/>
                    </a:lnTo>
                    <a:cubicBezTo>
                      <a:pt x="44369" y="57814"/>
                      <a:pt x="43473" y="56918"/>
                      <a:pt x="42128" y="56918"/>
                    </a:cubicBezTo>
                    <a:cubicBezTo>
                      <a:pt x="40784" y="56918"/>
                      <a:pt x="39887" y="57814"/>
                      <a:pt x="39887" y="59158"/>
                    </a:cubicBezTo>
                    <a:lnTo>
                      <a:pt x="39887" y="63640"/>
                    </a:lnTo>
                    <a:cubicBezTo>
                      <a:pt x="39887" y="68570"/>
                      <a:pt x="43024" y="72155"/>
                      <a:pt x="47506" y="73500"/>
                    </a:cubicBezTo>
                    <a:lnTo>
                      <a:pt x="47506" y="85152"/>
                    </a:lnTo>
                    <a:lnTo>
                      <a:pt x="34061" y="85152"/>
                    </a:lnTo>
                    <a:cubicBezTo>
                      <a:pt x="32717" y="85152"/>
                      <a:pt x="31820" y="86049"/>
                      <a:pt x="31820" y="87393"/>
                    </a:cubicBezTo>
                    <a:cubicBezTo>
                      <a:pt x="31820" y="88738"/>
                      <a:pt x="32717" y="89634"/>
                      <a:pt x="34061" y="89634"/>
                    </a:cubicBezTo>
                    <a:lnTo>
                      <a:pt x="47506" y="89634"/>
                    </a:lnTo>
                    <a:lnTo>
                      <a:pt x="47506" y="90979"/>
                    </a:lnTo>
                    <a:cubicBezTo>
                      <a:pt x="47506" y="94116"/>
                      <a:pt x="47954" y="96805"/>
                      <a:pt x="48851" y="99494"/>
                    </a:cubicBezTo>
                    <a:cubicBezTo>
                      <a:pt x="43921" y="99942"/>
                      <a:pt x="39887" y="104424"/>
                      <a:pt x="39887" y="109354"/>
                    </a:cubicBezTo>
                    <a:lnTo>
                      <a:pt x="39887" y="113835"/>
                    </a:lnTo>
                    <a:cubicBezTo>
                      <a:pt x="39887" y="115180"/>
                      <a:pt x="40784" y="116076"/>
                      <a:pt x="42128" y="116076"/>
                    </a:cubicBezTo>
                    <a:cubicBezTo>
                      <a:pt x="43473" y="116076"/>
                      <a:pt x="44369" y="115180"/>
                      <a:pt x="44369" y="113835"/>
                    </a:cubicBezTo>
                    <a:lnTo>
                      <a:pt x="44369" y="109354"/>
                    </a:lnTo>
                    <a:cubicBezTo>
                      <a:pt x="44369" y="106216"/>
                      <a:pt x="47058" y="103975"/>
                      <a:pt x="49747" y="103975"/>
                    </a:cubicBezTo>
                    <a:cubicBezTo>
                      <a:pt x="50195" y="103975"/>
                      <a:pt x="50195" y="103975"/>
                      <a:pt x="50643" y="103975"/>
                    </a:cubicBezTo>
                    <a:cubicBezTo>
                      <a:pt x="55573" y="113835"/>
                      <a:pt x="65433" y="120558"/>
                      <a:pt x="77085" y="120558"/>
                    </a:cubicBezTo>
                    <a:cubicBezTo>
                      <a:pt x="86049" y="120558"/>
                      <a:pt x="94116" y="116524"/>
                      <a:pt x="99494" y="110250"/>
                    </a:cubicBezTo>
                    <a:lnTo>
                      <a:pt x="121454" y="132210"/>
                    </a:lnTo>
                    <a:cubicBezTo>
                      <a:pt x="109353" y="142070"/>
                      <a:pt x="93668" y="147896"/>
                      <a:pt x="77085" y="147896"/>
                    </a:cubicBezTo>
                    <a:cubicBezTo>
                      <a:pt x="37198" y="147448"/>
                      <a:pt x="4930" y="115628"/>
                      <a:pt x="4930" y="75741"/>
                    </a:cubicBezTo>
                    <a:close/>
                    <a:moveTo>
                      <a:pt x="67226" y="60055"/>
                    </a:moveTo>
                    <a:cubicBezTo>
                      <a:pt x="67226" y="54677"/>
                      <a:pt x="71259" y="50643"/>
                      <a:pt x="76637" y="50643"/>
                    </a:cubicBezTo>
                    <a:cubicBezTo>
                      <a:pt x="82015" y="50643"/>
                      <a:pt x="86049" y="54677"/>
                      <a:pt x="86049" y="60055"/>
                    </a:cubicBezTo>
                    <a:lnTo>
                      <a:pt x="86049" y="61847"/>
                    </a:lnTo>
                    <a:lnTo>
                      <a:pt x="67226" y="61847"/>
                    </a:lnTo>
                    <a:lnTo>
                      <a:pt x="67226" y="60055"/>
                    </a:lnTo>
                    <a:close/>
                    <a:moveTo>
                      <a:pt x="96357" y="66329"/>
                    </a:moveTo>
                    <a:cubicBezTo>
                      <a:pt x="99494" y="66329"/>
                      <a:pt x="101735" y="69018"/>
                      <a:pt x="101735" y="71707"/>
                    </a:cubicBezTo>
                    <a:lnTo>
                      <a:pt x="101735" y="90979"/>
                    </a:lnTo>
                    <a:cubicBezTo>
                      <a:pt x="101735" y="95460"/>
                      <a:pt x="100390" y="99494"/>
                      <a:pt x="98597" y="103079"/>
                    </a:cubicBezTo>
                    <a:lnTo>
                      <a:pt x="61399" y="65881"/>
                    </a:lnTo>
                    <a:lnTo>
                      <a:pt x="96357" y="65881"/>
                    </a:lnTo>
                    <a:close/>
                    <a:moveTo>
                      <a:pt x="103976" y="104424"/>
                    </a:moveTo>
                    <a:cubicBezTo>
                      <a:pt x="107113" y="104424"/>
                      <a:pt x="109353" y="107113"/>
                      <a:pt x="109353" y="109802"/>
                    </a:cubicBezTo>
                    <a:lnTo>
                      <a:pt x="109353" y="114283"/>
                    </a:lnTo>
                    <a:lnTo>
                      <a:pt x="101735" y="106664"/>
                    </a:lnTo>
                    <a:cubicBezTo>
                      <a:pt x="102183" y="105768"/>
                      <a:pt x="102631" y="104872"/>
                      <a:pt x="103079" y="104424"/>
                    </a:cubicBezTo>
                    <a:cubicBezTo>
                      <a:pt x="103527" y="104424"/>
                      <a:pt x="103527" y="104424"/>
                      <a:pt x="103976" y="104424"/>
                    </a:cubicBezTo>
                    <a:close/>
                    <a:moveTo>
                      <a:pt x="95908" y="107113"/>
                    </a:moveTo>
                    <a:cubicBezTo>
                      <a:pt x="91427" y="112491"/>
                      <a:pt x="84256" y="116076"/>
                      <a:pt x="76637" y="116076"/>
                    </a:cubicBezTo>
                    <a:cubicBezTo>
                      <a:pt x="62744" y="116076"/>
                      <a:pt x="51540" y="104872"/>
                      <a:pt x="51540" y="90979"/>
                    </a:cubicBezTo>
                    <a:lnTo>
                      <a:pt x="51540" y="71707"/>
                    </a:lnTo>
                    <a:cubicBezTo>
                      <a:pt x="51540" y="69466"/>
                      <a:pt x="53332" y="67226"/>
                      <a:pt x="55125" y="66329"/>
                    </a:cubicBezTo>
                    <a:lnTo>
                      <a:pt x="95908" y="107113"/>
                    </a:lnTo>
                    <a:close/>
                    <a:moveTo>
                      <a:pt x="124591" y="129073"/>
                    </a:moveTo>
                    <a:lnTo>
                      <a:pt x="112043" y="116524"/>
                    </a:lnTo>
                    <a:cubicBezTo>
                      <a:pt x="113387" y="116524"/>
                      <a:pt x="114283" y="115628"/>
                      <a:pt x="114283" y="114283"/>
                    </a:cubicBezTo>
                    <a:lnTo>
                      <a:pt x="114283" y="109802"/>
                    </a:lnTo>
                    <a:cubicBezTo>
                      <a:pt x="114283" y="104424"/>
                      <a:pt x="110250" y="100390"/>
                      <a:pt x="105320" y="99942"/>
                    </a:cubicBezTo>
                    <a:cubicBezTo>
                      <a:pt x="106216" y="97253"/>
                      <a:pt x="106665" y="94116"/>
                      <a:pt x="106665" y="91427"/>
                    </a:cubicBezTo>
                    <a:lnTo>
                      <a:pt x="106665" y="90082"/>
                    </a:lnTo>
                    <a:lnTo>
                      <a:pt x="120110" y="90082"/>
                    </a:lnTo>
                    <a:cubicBezTo>
                      <a:pt x="121454" y="90082"/>
                      <a:pt x="122351" y="89186"/>
                      <a:pt x="122351" y="87841"/>
                    </a:cubicBezTo>
                    <a:cubicBezTo>
                      <a:pt x="122351" y="86497"/>
                      <a:pt x="121454" y="85600"/>
                      <a:pt x="120110" y="85600"/>
                    </a:cubicBezTo>
                    <a:lnTo>
                      <a:pt x="106665" y="85600"/>
                    </a:lnTo>
                    <a:lnTo>
                      <a:pt x="106665" y="73948"/>
                    </a:lnTo>
                    <a:cubicBezTo>
                      <a:pt x="111146" y="73052"/>
                      <a:pt x="114283" y="69018"/>
                      <a:pt x="114283" y="64088"/>
                    </a:cubicBezTo>
                    <a:lnTo>
                      <a:pt x="114283" y="59607"/>
                    </a:lnTo>
                    <a:cubicBezTo>
                      <a:pt x="114283" y="58262"/>
                      <a:pt x="113387" y="57366"/>
                      <a:pt x="112043" y="57366"/>
                    </a:cubicBezTo>
                    <a:cubicBezTo>
                      <a:pt x="110698" y="57366"/>
                      <a:pt x="109802" y="58262"/>
                      <a:pt x="109802" y="59607"/>
                    </a:cubicBezTo>
                    <a:lnTo>
                      <a:pt x="109802" y="64088"/>
                    </a:lnTo>
                    <a:cubicBezTo>
                      <a:pt x="109802" y="66329"/>
                      <a:pt x="108457" y="68570"/>
                      <a:pt x="106216" y="69466"/>
                    </a:cubicBezTo>
                    <a:cubicBezTo>
                      <a:pt x="104872" y="65433"/>
                      <a:pt x="101286" y="61847"/>
                      <a:pt x="96805" y="61847"/>
                    </a:cubicBezTo>
                    <a:lnTo>
                      <a:pt x="91427" y="61847"/>
                    </a:lnTo>
                    <a:lnTo>
                      <a:pt x="91427" y="60055"/>
                    </a:lnTo>
                    <a:cubicBezTo>
                      <a:pt x="91427" y="59158"/>
                      <a:pt x="91427" y="57814"/>
                      <a:pt x="90979" y="56918"/>
                    </a:cubicBezTo>
                    <a:lnTo>
                      <a:pt x="98597" y="50195"/>
                    </a:lnTo>
                    <a:cubicBezTo>
                      <a:pt x="99046" y="49747"/>
                      <a:pt x="99494" y="49299"/>
                      <a:pt x="99494" y="48402"/>
                    </a:cubicBezTo>
                    <a:lnTo>
                      <a:pt x="99494" y="32716"/>
                    </a:lnTo>
                    <a:cubicBezTo>
                      <a:pt x="99494" y="31372"/>
                      <a:pt x="98597" y="30476"/>
                      <a:pt x="97253" y="30476"/>
                    </a:cubicBezTo>
                    <a:cubicBezTo>
                      <a:pt x="95908" y="30476"/>
                      <a:pt x="95012" y="31372"/>
                      <a:pt x="95012" y="32716"/>
                    </a:cubicBezTo>
                    <a:lnTo>
                      <a:pt x="95012" y="47506"/>
                    </a:lnTo>
                    <a:lnTo>
                      <a:pt x="89634" y="52436"/>
                    </a:lnTo>
                    <a:cubicBezTo>
                      <a:pt x="86945" y="48402"/>
                      <a:pt x="82911" y="46161"/>
                      <a:pt x="77982" y="46161"/>
                    </a:cubicBezTo>
                    <a:cubicBezTo>
                      <a:pt x="73052" y="46161"/>
                      <a:pt x="68570" y="48851"/>
                      <a:pt x="66329" y="52436"/>
                    </a:cubicBezTo>
                    <a:lnTo>
                      <a:pt x="60951" y="47506"/>
                    </a:lnTo>
                    <a:lnTo>
                      <a:pt x="60951" y="32716"/>
                    </a:lnTo>
                    <a:cubicBezTo>
                      <a:pt x="60951" y="31372"/>
                      <a:pt x="60055" y="30476"/>
                      <a:pt x="58710" y="30476"/>
                    </a:cubicBezTo>
                    <a:cubicBezTo>
                      <a:pt x="57366" y="30476"/>
                      <a:pt x="56469" y="31372"/>
                      <a:pt x="56469" y="32716"/>
                    </a:cubicBezTo>
                    <a:lnTo>
                      <a:pt x="56469" y="48402"/>
                    </a:lnTo>
                    <a:cubicBezTo>
                      <a:pt x="56469" y="48851"/>
                      <a:pt x="56918" y="49747"/>
                      <a:pt x="57366" y="50195"/>
                    </a:cubicBezTo>
                    <a:lnTo>
                      <a:pt x="64985" y="56918"/>
                    </a:lnTo>
                    <a:cubicBezTo>
                      <a:pt x="64536" y="57814"/>
                      <a:pt x="64536" y="59158"/>
                      <a:pt x="64536" y="60055"/>
                    </a:cubicBezTo>
                    <a:lnTo>
                      <a:pt x="64536" y="61847"/>
                    </a:lnTo>
                    <a:lnTo>
                      <a:pt x="59159" y="61847"/>
                    </a:lnTo>
                    <a:cubicBezTo>
                      <a:pt x="59159" y="61847"/>
                      <a:pt x="59159" y="61847"/>
                      <a:pt x="59159" y="61847"/>
                    </a:cubicBezTo>
                    <a:lnTo>
                      <a:pt x="25546" y="28235"/>
                    </a:lnTo>
                    <a:cubicBezTo>
                      <a:pt x="38543" y="13445"/>
                      <a:pt x="57814" y="4482"/>
                      <a:pt x="78878" y="4482"/>
                    </a:cubicBezTo>
                    <a:cubicBezTo>
                      <a:pt x="118317" y="4482"/>
                      <a:pt x="150585" y="36750"/>
                      <a:pt x="150585" y="76189"/>
                    </a:cubicBezTo>
                    <a:cubicBezTo>
                      <a:pt x="148344" y="97253"/>
                      <a:pt x="138933" y="116076"/>
                      <a:pt x="124591" y="12907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438" name="Group 2525">
                <a:extLst>
                  <a:ext uri="{FF2B5EF4-FFF2-40B4-BE49-F238E27FC236}">
                    <a16:creationId xmlns:a16="http://schemas.microsoft.com/office/drawing/2014/main" id="{3A6E71C1-5060-7ABA-4695-DC2F6CDDB52A}"/>
                  </a:ext>
                  <a:ext uri="{C183D7F6-B498-43B3-948B-1728B52AA6E4}">
                    <adec:decorative xmlns:adec="http://schemas.microsoft.com/office/drawing/2017/decorative" val="1"/>
                  </a:ext>
                </a:extLst>
              </p:cNvPr>
              <p:cNvGrpSpPr>
                <a:grpSpLocks noChangeAspect="1"/>
              </p:cNvGrpSpPr>
              <p:nvPr/>
            </p:nvGrpSpPr>
            <p:grpSpPr>
              <a:xfrm>
                <a:off x="8014159" y="4193447"/>
                <a:ext cx="152378" cy="95909"/>
                <a:chOff x="8070659" y="2137756"/>
                <a:chExt cx="152378" cy="95909"/>
              </a:xfrm>
            </p:grpSpPr>
            <p:sp>
              <p:nvSpPr>
                <p:cNvPr id="1439" name="Freeform: Shape 2962">
                  <a:extLst>
                    <a:ext uri="{FF2B5EF4-FFF2-40B4-BE49-F238E27FC236}">
                      <a16:creationId xmlns:a16="http://schemas.microsoft.com/office/drawing/2014/main" id="{72F16F20-83FA-7166-E159-C05F6E93E71F}"/>
                    </a:ext>
                  </a:extLst>
                </p:cNvPr>
                <p:cNvSpPr/>
                <p:nvPr/>
              </p:nvSpPr>
              <p:spPr>
                <a:xfrm>
                  <a:off x="8070659" y="2144031"/>
                  <a:ext cx="152378" cy="89634"/>
                </a:xfrm>
                <a:custGeom>
                  <a:avLst/>
                  <a:gdLst>
                    <a:gd name="connsiteX0" fmla="*/ 129969 w 152377"/>
                    <a:gd name="connsiteY0" fmla="*/ 47058 h 89634"/>
                    <a:gd name="connsiteX1" fmla="*/ 108457 w 152377"/>
                    <a:gd name="connsiteY1" fmla="*/ 63640 h 89634"/>
                    <a:gd name="connsiteX2" fmla="*/ 56469 w 152377"/>
                    <a:gd name="connsiteY2" fmla="*/ 55573 h 89634"/>
                    <a:gd name="connsiteX3" fmla="*/ 44369 w 152377"/>
                    <a:gd name="connsiteY3" fmla="*/ 46162 h 89634"/>
                    <a:gd name="connsiteX4" fmla="*/ 25994 w 152377"/>
                    <a:gd name="connsiteY4" fmla="*/ 6723 h 89634"/>
                    <a:gd name="connsiteX5" fmla="*/ 15238 w 152377"/>
                    <a:gd name="connsiteY5" fmla="*/ 0 h 89634"/>
                    <a:gd name="connsiteX6" fmla="*/ 2241 w 152377"/>
                    <a:gd name="connsiteY6" fmla="*/ 0 h 89634"/>
                    <a:gd name="connsiteX7" fmla="*/ 0 w 152377"/>
                    <a:gd name="connsiteY7" fmla="*/ 2241 h 89634"/>
                    <a:gd name="connsiteX8" fmla="*/ 2241 w 152377"/>
                    <a:gd name="connsiteY8" fmla="*/ 4482 h 89634"/>
                    <a:gd name="connsiteX9" fmla="*/ 15238 w 152377"/>
                    <a:gd name="connsiteY9" fmla="*/ 4482 h 89634"/>
                    <a:gd name="connsiteX10" fmla="*/ 21960 w 152377"/>
                    <a:gd name="connsiteY10" fmla="*/ 8515 h 89634"/>
                    <a:gd name="connsiteX11" fmla="*/ 40335 w 152377"/>
                    <a:gd name="connsiteY11" fmla="*/ 47954 h 89634"/>
                    <a:gd name="connsiteX12" fmla="*/ 55573 w 152377"/>
                    <a:gd name="connsiteY12" fmla="*/ 59607 h 89634"/>
                    <a:gd name="connsiteX13" fmla="*/ 60055 w 152377"/>
                    <a:gd name="connsiteY13" fmla="*/ 60503 h 89634"/>
                    <a:gd name="connsiteX14" fmla="*/ 60055 w 152377"/>
                    <a:gd name="connsiteY14" fmla="*/ 82463 h 89634"/>
                    <a:gd name="connsiteX15" fmla="*/ 62744 w 152377"/>
                    <a:gd name="connsiteY15" fmla="*/ 89186 h 89634"/>
                    <a:gd name="connsiteX16" fmla="*/ 69018 w 152377"/>
                    <a:gd name="connsiteY16" fmla="*/ 91875 h 89634"/>
                    <a:gd name="connsiteX17" fmla="*/ 69018 w 152377"/>
                    <a:gd name="connsiteY17" fmla="*/ 91875 h 89634"/>
                    <a:gd name="connsiteX18" fmla="*/ 75741 w 152377"/>
                    <a:gd name="connsiteY18" fmla="*/ 89634 h 89634"/>
                    <a:gd name="connsiteX19" fmla="*/ 97253 w 152377"/>
                    <a:gd name="connsiteY19" fmla="*/ 66777 h 89634"/>
                    <a:gd name="connsiteX20" fmla="*/ 107561 w 152377"/>
                    <a:gd name="connsiteY20" fmla="*/ 68570 h 89634"/>
                    <a:gd name="connsiteX21" fmla="*/ 107561 w 152377"/>
                    <a:gd name="connsiteY21" fmla="*/ 69915 h 89634"/>
                    <a:gd name="connsiteX22" fmla="*/ 129969 w 152377"/>
                    <a:gd name="connsiteY22" fmla="*/ 92323 h 89634"/>
                    <a:gd name="connsiteX23" fmla="*/ 152378 w 152377"/>
                    <a:gd name="connsiteY23" fmla="*/ 69915 h 89634"/>
                    <a:gd name="connsiteX24" fmla="*/ 129969 w 152377"/>
                    <a:gd name="connsiteY24" fmla="*/ 47058 h 89634"/>
                    <a:gd name="connsiteX25" fmla="*/ 72604 w 152377"/>
                    <a:gd name="connsiteY25" fmla="*/ 86497 h 89634"/>
                    <a:gd name="connsiteX26" fmla="*/ 69018 w 152377"/>
                    <a:gd name="connsiteY26" fmla="*/ 87393 h 89634"/>
                    <a:gd name="connsiteX27" fmla="*/ 65433 w 152377"/>
                    <a:gd name="connsiteY27" fmla="*/ 86049 h 89634"/>
                    <a:gd name="connsiteX28" fmla="*/ 64088 w 152377"/>
                    <a:gd name="connsiteY28" fmla="*/ 82912 h 89634"/>
                    <a:gd name="connsiteX29" fmla="*/ 64088 w 152377"/>
                    <a:gd name="connsiteY29" fmla="*/ 61399 h 89634"/>
                    <a:gd name="connsiteX30" fmla="*/ 91875 w 152377"/>
                    <a:gd name="connsiteY30" fmla="*/ 65881 h 89634"/>
                    <a:gd name="connsiteX31" fmla="*/ 72604 w 152377"/>
                    <a:gd name="connsiteY31" fmla="*/ 86497 h 89634"/>
                    <a:gd name="connsiteX32" fmla="*/ 129969 w 152377"/>
                    <a:gd name="connsiteY32" fmla="*/ 87393 h 89634"/>
                    <a:gd name="connsiteX33" fmla="*/ 112043 w 152377"/>
                    <a:gd name="connsiteY33" fmla="*/ 69466 h 89634"/>
                    <a:gd name="connsiteX34" fmla="*/ 112043 w 152377"/>
                    <a:gd name="connsiteY34" fmla="*/ 69018 h 89634"/>
                    <a:gd name="connsiteX35" fmla="*/ 129521 w 152377"/>
                    <a:gd name="connsiteY35" fmla="*/ 71707 h 89634"/>
                    <a:gd name="connsiteX36" fmla="*/ 129969 w 152377"/>
                    <a:gd name="connsiteY36" fmla="*/ 71707 h 89634"/>
                    <a:gd name="connsiteX37" fmla="*/ 132210 w 152377"/>
                    <a:gd name="connsiteY37" fmla="*/ 69915 h 89634"/>
                    <a:gd name="connsiteX38" fmla="*/ 130418 w 152377"/>
                    <a:gd name="connsiteY38" fmla="*/ 67226 h 89634"/>
                    <a:gd name="connsiteX39" fmla="*/ 112939 w 152377"/>
                    <a:gd name="connsiteY39" fmla="*/ 64536 h 89634"/>
                    <a:gd name="connsiteX40" fmla="*/ 129969 w 152377"/>
                    <a:gd name="connsiteY40" fmla="*/ 51540 h 89634"/>
                    <a:gd name="connsiteX41" fmla="*/ 147896 w 152377"/>
                    <a:gd name="connsiteY41" fmla="*/ 69466 h 89634"/>
                    <a:gd name="connsiteX42" fmla="*/ 129969 w 152377"/>
                    <a:gd name="connsiteY42" fmla="*/ 87393 h 8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2377" h="89634">
                      <a:moveTo>
                        <a:pt x="129969" y="47058"/>
                      </a:moveTo>
                      <a:cubicBezTo>
                        <a:pt x="119661" y="47058"/>
                        <a:pt x="110698" y="54229"/>
                        <a:pt x="108457" y="63640"/>
                      </a:cubicBezTo>
                      <a:lnTo>
                        <a:pt x="56469" y="55573"/>
                      </a:lnTo>
                      <a:cubicBezTo>
                        <a:pt x="51091" y="54677"/>
                        <a:pt x="46610" y="51091"/>
                        <a:pt x="44369" y="46162"/>
                      </a:cubicBezTo>
                      <a:lnTo>
                        <a:pt x="25994" y="6723"/>
                      </a:lnTo>
                      <a:cubicBezTo>
                        <a:pt x="24201" y="2689"/>
                        <a:pt x="19719" y="0"/>
                        <a:pt x="15238" y="0"/>
                      </a:cubicBezTo>
                      <a:lnTo>
                        <a:pt x="2241" y="0"/>
                      </a:lnTo>
                      <a:cubicBezTo>
                        <a:pt x="896" y="0"/>
                        <a:pt x="0" y="896"/>
                        <a:pt x="0" y="2241"/>
                      </a:cubicBezTo>
                      <a:cubicBezTo>
                        <a:pt x="0" y="3585"/>
                        <a:pt x="896" y="4482"/>
                        <a:pt x="2241" y="4482"/>
                      </a:cubicBezTo>
                      <a:lnTo>
                        <a:pt x="15238" y="4482"/>
                      </a:lnTo>
                      <a:cubicBezTo>
                        <a:pt x="17927" y="4482"/>
                        <a:pt x="20616" y="6274"/>
                        <a:pt x="21960" y="8515"/>
                      </a:cubicBezTo>
                      <a:lnTo>
                        <a:pt x="40335" y="47954"/>
                      </a:lnTo>
                      <a:cubicBezTo>
                        <a:pt x="43024" y="54229"/>
                        <a:pt x="48851" y="58710"/>
                        <a:pt x="55573" y="59607"/>
                      </a:cubicBezTo>
                      <a:lnTo>
                        <a:pt x="60055" y="60503"/>
                      </a:lnTo>
                      <a:lnTo>
                        <a:pt x="60055" y="82463"/>
                      </a:lnTo>
                      <a:cubicBezTo>
                        <a:pt x="60055" y="84704"/>
                        <a:pt x="60951" y="87393"/>
                        <a:pt x="62744" y="89186"/>
                      </a:cubicBezTo>
                      <a:cubicBezTo>
                        <a:pt x="64536" y="90979"/>
                        <a:pt x="66777" y="91875"/>
                        <a:pt x="69018" y="91875"/>
                      </a:cubicBezTo>
                      <a:cubicBezTo>
                        <a:pt x="69018" y="91875"/>
                        <a:pt x="69018" y="91875"/>
                        <a:pt x="69018" y="91875"/>
                      </a:cubicBezTo>
                      <a:cubicBezTo>
                        <a:pt x="71259" y="91875"/>
                        <a:pt x="73500" y="91427"/>
                        <a:pt x="75741" y="89634"/>
                      </a:cubicBezTo>
                      <a:lnTo>
                        <a:pt x="97253" y="66777"/>
                      </a:lnTo>
                      <a:lnTo>
                        <a:pt x="107561" y="68570"/>
                      </a:lnTo>
                      <a:cubicBezTo>
                        <a:pt x="107561" y="69018"/>
                        <a:pt x="107561" y="69466"/>
                        <a:pt x="107561" y="69915"/>
                      </a:cubicBezTo>
                      <a:cubicBezTo>
                        <a:pt x="107561" y="82463"/>
                        <a:pt x="117421" y="92323"/>
                        <a:pt x="129969" y="92323"/>
                      </a:cubicBezTo>
                      <a:cubicBezTo>
                        <a:pt x="142518" y="92323"/>
                        <a:pt x="152378" y="82463"/>
                        <a:pt x="152378" y="69915"/>
                      </a:cubicBezTo>
                      <a:cubicBezTo>
                        <a:pt x="152378" y="57366"/>
                        <a:pt x="142518" y="47058"/>
                        <a:pt x="129969" y="47058"/>
                      </a:cubicBezTo>
                      <a:close/>
                      <a:moveTo>
                        <a:pt x="72604" y="86497"/>
                      </a:moveTo>
                      <a:cubicBezTo>
                        <a:pt x="71707" y="87393"/>
                        <a:pt x="71259" y="87393"/>
                        <a:pt x="69018" y="87393"/>
                      </a:cubicBezTo>
                      <a:cubicBezTo>
                        <a:pt x="67674" y="87393"/>
                        <a:pt x="66329" y="86945"/>
                        <a:pt x="65433" y="86049"/>
                      </a:cubicBezTo>
                      <a:cubicBezTo>
                        <a:pt x="64536" y="85152"/>
                        <a:pt x="64088" y="83808"/>
                        <a:pt x="64088" y="82912"/>
                      </a:cubicBezTo>
                      <a:lnTo>
                        <a:pt x="64088" y="61399"/>
                      </a:lnTo>
                      <a:lnTo>
                        <a:pt x="91875" y="65881"/>
                      </a:lnTo>
                      <a:lnTo>
                        <a:pt x="72604" y="86497"/>
                      </a:lnTo>
                      <a:close/>
                      <a:moveTo>
                        <a:pt x="129969" y="87393"/>
                      </a:moveTo>
                      <a:cubicBezTo>
                        <a:pt x="120110" y="87393"/>
                        <a:pt x="112043" y="79326"/>
                        <a:pt x="112043" y="69466"/>
                      </a:cubicBezTo>
                      <a:cubicBezTo>
                        <a:pt x="112043" y="69466"/>
                        <a:pt x="112043" y="69018"/>
                        <a:pt x="112043" y="69018"/>
                      </a:cubicBezTo>
                      <a:lnTo>
                        <a:pt x="129521" y="71707"/>
                      </a:lnTo>
                      <a:cubicBezTo>
                        <a:pt x="129521" y="71707"/>
                        <a:pt x="129969" y="71707"/>
                        <a:pt x="129969" y="71707"/>
                      </a:cubicBezTo>
                      <a:cubicBezTo>
                        <a:pt x="130866" y="71707"/>
                        <a:pt x="132210" y="70811"/>
                        <a:pt x="132210" y="69915"/>
                      </a:cubicBezTo>
                      <a:cubicBezTo>
                        <a:pt x="132210" y="68570"/>
                        <a:pt x="131762" y="67674"/>
                        <a:pt x="130418" y="67226"/>
                      </a:cubicBezTo>
                      <a:lnTo>
                        <a:pt x="112939" y="64536"/>
                      </a:lnTo>
                      <a:cubicBezTo>
                        <a:pt x="115180" y="56918"/>
                        <a:pt x="121902" y="51540"/>
                        <a:pt x="129969" y="51540"/>
                      </a:cubicBezTo>
                      <a:cubicBezTo>
                        <a:pt x="139829" y="51540"/>
                        <a:pt x="147896" y="59607"/>
                        <a:pt x="147896" y="69466"/>
                      </a:cubicBezTo>
                      <a:cubicBezTo>
                        <a:pt x="147896" y="79326"/>
                        <a:pt x="139829" y="87393"/>
                        <a:pt x="129969" y="8739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40" name="Freeform: Shape 2963">
                  <a:extLst>
                    <a:ext uri="{FF2B5EF4-FFF2-40B4-BE49-F238E27FC236}">
                      <a16:creationId xmlns:a16="http://schemas.microsoft.com/office/drawing/2014/main" id="{B06A2EBB-8CC8-6109-B306-A23C62813903}"/>
                    </a:ext>
                  </a:extLst>
                </p:cNvPr>
                <p:cNvSpPr/>
                <p:nvPr/>
              </p:nvSpPr>
              <p:spPr>
                <a:xfrm>
                  <a:off x="8121415" y="2137756"/>
                  <a:ext cx="76189" cy="58262"/>
                </a:xfrm>
                <a:custGeom>
                  <a:avLst/>
                  <a:gdLst>
                    <a:gd name="connsiteX0" fmla="*/ 10196 w 76188"/>
                    <a:gd name="connsiteY0" fmla="*/ 49299 h 58262"/>
                    <a:gd name="connsiteX1" fmla="*/ 19159 w 76188"/>
                    <a:gd name="connsiteY1" fmla="*/ 56021 h 58262"/>
                    <a:gd name="connsiteX2" fmla="*/ 48739 w 76188"/>
                    <a:gd name="connsiteY2" fmla="*/ 60503 h 58262"/>
                    <a:gd name="connsiteX3" fmla="*/ 50531 w 76188"/>
                    <a:gd name="connsiteY3" fmla="*/ 60503 h 58262"/>
                    <a:gd name="connsiteX4" fmla="*/ 60391 w 76188"/>
                    <a:gd name="connsiteY4" fmla="*/ 55125 h 58262"/>
                    <a:gd name="connsiteX5" fmla="*/ 79214 w 76188"/>
                    <a:gd name="connsiteY5" fmla="*/ 25546 h 58262"/>
                    <a:gd name="connsiteX6" fmla="*/ 79214 w 76188"/>
                    <a:gd name="connsiteY6" fmla="*/ 23305 h 58262"/>
                    <a:gd name="connsiteX7" fmla="*/ 77421 w 76188"/>
                    <a:gd name="connsiteY7" fmla="*/ 21960 h 58262"/>
                    <a:gd name="connsiteX8" fmla="*/ 68906 w 76188"/>
                    <a:gd name="connsiteY8" fmla="*/ 21960 h 58262"/>
                    <a:gd name="connsiteX9" fmla="*/ 52324 w 76188"/>
                    <a:gd name="connsiteY9" fmla="*/ 5378 h 58262"/>
                    <a:gd name="connsiteX10" fmla="*/ 39775 w 76188"/>
                    <a:gd name="connsiteY10" fmla="*/ 0 h 58262"/>
                    <a:gd name="connsiteX11" fmla="*/ 27226 w 76188"/>
                    <a:gd name="connsiteY11" fmla="*/ 5378 h 58262"/>
                    <a:gd name="connsiteX12" fmla="*/ 10644 w 76188"/>
                    <a:gd name="connsiteY12" fmla="*/ 21960 h 58262"/>
                    <a:gd name="connsiteX13" fmla="*/ 2129 w 76188"/>
                    <a:gd name="connsiteY13" fmla="*/ 21960 h 58262"/>
                    <a:gd name="connsiteX14" fmla="*/ 336 w 76188"/>
                    <a:gd name="connsiteY14" fmla="*/ 22857 h 58262"/>
                    <a:gd name="connsiteX15" fmla="*/ 336 w 76188"/>
                    <a:gd name="connsiteY15" fmla="*/ 25097 h 58262"/>
                    <a:gd name="connsiteX16" fmla="*/ 10196 w 76188"/>
                    <a:gd name="connsiteY16" fmla="*/ 49299 h 58262"/>
                    <a:gd name="connsiteX17" fmla="*/ 30364 w 76188"/>
                    <a:gd name="connsiteY17" fmla="*/ 8963 h 58262"/>
                    <a:gd name="connsiteX18" fmla="*/ 49635 w 76188"/>
                    <a:gd name="connsiteY18" fmla="*/ 8963 h 58262"/>
                    <a:gd name="connsiteX19" fmla="*/ 63080 w 76188"/>
                    <a:gd name="connsiteY19" fmla="*/ 22409 h 58262"/>
                    <a:gd name="connsiteX20" fmla="*/ 17367 w 76188"/>
                    <a:gd name="connsiteY20" fmla="*/ 22409 h 58262"/>
                    <a:gd name="connsiteX21" fmla="*/ 30364 w 76188"/>
                    <a:gd name="connsiteY21" fmla="*/ 8963 h 58262"/>
                    <a:gd name="connsiteX22" fmla="*/ 73388 w 76188"/>
                    <a:gd name="connsiteY22" fmla="*/ 26890 h 58262"/>
                    <a:gd name="connsiteX23" fmla="*/ 56806 w 76188"/>
                    <a:gd name="connsiteY23" fmla="*/ 52884 h 58262"/>
                    <a:gd name="connsiteX24" fmla="*/ 49635 w 76188"/>
                    <a:gd name="connsiteY24" fmla="*/ 56021 h 58262"/>
                    <a:gd name="connsiteX25" fmla="*/ 20056 w 76188"/>
                    <a:gd name="connsiteY25" fmla="*/ 51540 h 58262"/>
                    <a:gd name="connsiteX26" fmla="*/ 14678 w 76188"/>
                    <a:gd name="connsiteY26" fmla="*/ 47506 h 58262"/>
                    <a:gd name="connsiteX27" fmla="*/ 5714 w 76188"/>
                    <a:gd name="connsiteY27" fmla="*/ 26890 h 58262"/>
                    <a:gd name="connsiteX28" fmla="*/ 73388 w 76188"/>
                    <a:gd name="connsiteY28" fmla="*/ 26890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188" h="58262">
                      <a:moveTo>
                        <a:pt x="10196" y="49299"/>
                      </a:moveTo>
                      <a:cubicBezTo>
                        <a:pt x="11989" y="52884"/>
                        <a:pt x="15126" y="55573"/>
                        <a:pt x="19159" y="56021"/>
                      </a:cubicBezTo>
                      <a:lnTo>
                        <a:pt x="48739" y="60503"/>
                      </a:lnTo>
                      <a:cubicBezTo>
                        <a:pt x="49187" y="60503"/>
                        <a:pt x="50083" y="60503"/>
                        <a:pt x="50531" y="60503"/>
                      </a:cubicBezTo>
                      <a:cubicBezTo>
                        <a:pt x="54565" y="60503"/>
                        <a:pt x="58150" y="58710"/>
                        <a:pt x="60391" y="55125"/>
                      </a:cubicBezTo>
                      <a:lnTo>
                        <a:pt x="79214" y="25546"/>
                      </a:lnTo>
                      <a:cubicBezTo>
                        <a:pt x="79662" y="24649"/>
                        <a:pt x="79662" y="24201"/>
                        <a:pt x="79214" y="23305"/>
                      </a:cubicBezTo>
                      <a:cubicBezTo>
                        <a:pt x="78766" y="22409"/>
                        <a:pt x="77870" y="21960"/>
                        <a:pt x="77421" y="21960"/>
                      </a:cubicBezTo>
                      <a:lnTo>
                        <a:pt x="68906" y="21960"/>
                      </a:lnTo>
                      <a:lnTo>
                        <a:pt x="52324" y="5378"/>
                      </a:lnTo>
                      <a:cubicBezTo>
                        <a:pt x="48739" y="1793"/>
                        <a:pt x="44257" y="0"/>
                        <a:pt x="39775" y="0"/>
                      </a:cubicBezTo>
                      <a:cubicBezTo>
                        <a:pt x="35294" y="0"/>
                        <a:pt x="30364" y="1793"/>
                        <a:pt x="27226" y="5378"/>
                      </a:cubicBezTo>
                      <a:lnTo>
                        <a:pt x="10644" y="21960"/>
                      </a:lnTo>
                      <a:lnTo>
                        <a:pt x="2129" y="21960"/>
                      </a:lnTo>
                      <a:cubicBezTo>
                        <a:pt x="1233" y="21960"/>
                        <a:pt x="784" y="22409"/>
                        <a:pt x="336" y="22857"/>
                      </a:cubicBezTo>
                      <a:cubicBezTo>
                        <a:pt x="-112" y="23305"/>
                        <a:pt x="-112" y="24201"/>
                        <a:pt x="336" y="25097"/>
                      </a:cubicBezTo>
                      <a:lnTo>
                        <a:pt x="10196" y="49299"/>
                      </a:lnTo>
                      <a:close/>
                      <a:moveTo>
                        <a:pt x="30364" y="8963"/>
                      </a:moveTo>
                      <a:cubicBezTo>
                        <a:pt x="35294" y="4034"/>
                        <a:pt x="44257" y="4034"/>
                        <a:pt x="49635" y="8963"/>
                      </a:cubicBezTo>
                      <a:lnTo>
                        <a:pt x="63080" y="22409"/>
                      </a:lnTo>
                      <a:lnTo>
                        <a:pt x="17367" y="22409"/>
                      </a:lnTo>
                      <a:lnTo>
                        <a:pt x="30364" y="8963"/>
                      </a:lnTo>
                      <a:close/>
                      <a:moveTo>
                        <a:pt x="73388" y="26890"/>
                      </a:moveTo>
                      <a:lnTo>
                        <a:pt x="56806" y="52884"/>
                      </a:lnTo>
                      <a:cubicBezTo>
                        <a:pt x="55461" y="55125"/>
                        <a:pt x="52324" y="56469"/>
                        <a:pt x="49635" y="56021"/>
                      </a:cubicBezTo>
                      <a:lnTo>
                        <a:pt x="20056" y="51540"/>
                      </a:lnTo>
                      <a:cubicBezTo>
                        <a:pt x="17815" y="51091"/>
                        <a:pt x="15574" y="49747"/>
                        <a:pt x="14678" y="47506"/>
                      </a:cubicBezTo>
                      <a:lnTo>
                        <a:pt x="5714" y="26890"/>
                      </a:lnTo>
                      <a:lnTo>
                        <a:pt x="73388" y="26890"/>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441" name="Group 2526">
                <a:extLst>
                  <a:ext uri="{FF2B5EF4-FFF2-40B4-BE49-F238E27FC236}">
                    <a16:creationId xmlns:a16="http://schemas.microsoft.com/office/drawing/2014/main" id="{96798D2F-DDFB-21A5-02F6-460507D0ED5D}"/>
                  </a:ext>
                  <a:ext uri="{C183D7F6-B498-43B3-948B-1728B52AA6E4}">
                    <adec:decorative xmlns:adec="http://schemas.microsoft.com/office/drawing/2017/decorative" val="1"/>
                  </a:ext>
                </a:extLst>
              </p:cNvPr>
              <p:cNvGrpSpPr>
                <a:grpSpLocks noChangeAspect="1"/>
              </p:cNvGrpSpPr>
              <p:nvPr/>
            </p:nvGrpSpPr>
            <p:grpSpPr>
              <a:xfrm>
                <a:off x="8547482" y="4166091"/>
                <a:ext cx="147896" cy="143432"/>
                <a:chOff x="8603982" y="2110400"/>
                <a:chExt cx="147896" cy="143432"/>
              </a:xfrm>
            </p:grpSpPr>
            <p:sp>
              <p:nvSpPr>
                <p:cNvPr id="1442" name="Freeform: Shape 2956">
                  <a:extLst>
                    <a:ext uri="{FF2B5EF4-FFF2-40B4-BE49-F238E27FC236}">
                      <a16:creationId xmlns:a16="http://schemas.microsoft.com/office/drawing/2014/main" id="{2128332F-C8C6-E856-CA76-AC113C30EE1D}"/>
                    </a:ext>
                  </a:extLst>
                </p:cNvPr>
                <p:cNvSpPr/>
                <p:nvPr/>
              </p:nvSpPr>
              <p:spPr>
                <a:xfrm>
                  <a:off x="8621909" y="2110400"/>
                  <a:ext cx="103079" cy="80671"/>
                </a:xfrm>
                <a:custGeom>
                  <a:avLst/>
                  <a:gdLst>
                    <a:gd name="connsiteX0" fmla="*/ 7171 w 103079"/>
                    <a:gd name="connsiteY0" fmla="*/ 55591 h 80670"/>
                    <a:gd name="connsiteX1" fmla="*/ 6274 w 103079"/>
                    <a:gd name="connsiteY1" fmla="*/ 59625 h 80670"/>
                    <a:gd name="connsiteX2" fmla="*/ 14790 w 103079"/>
                    <a:gd name="connsiteY2" fmla="*/ 68140 h 80670"/>
                    <a:gd name="connsiteX3" fmla="*/ 17030 w 103079"/>
                    <a:gd name="connsiteY3" fmla="*/ 68140 h 80670"/>
                    <a:gd name="connsiteX4" fmla="*/ 15686 w 103079"/>
                    <a:gd name="connsiteY4" fmla="*/ 72622 h 80670"/>
                    <a:gd name="connsiteX5" fmla="*/ 24201 w 103079"/>
                    <a:gd name="connsiteY5" fmla="*/ 81137 h 80670"/>
                    <a:gd name="connsiteX6" fmla="*/ 73500 w 103079"/>
                    <a:gd name="connsiteY6" fmla="*/ 81137 h 80670"/>
                    <a:gd name="connsiteX7" fmla="*/ 105320 w 103079"/>
                    <a:gd name="connsiteY7" fmla="*/ 57384 h 80670"/>
                    <a:gd name="connsiteX8" fmla="*/ 90978 w 103079"/>
                    <a:gd name="connsiteY8" fmla="*/ 20186 h 80670"/>
                    <a:gd name="connsiteX9" fmla="*/ 60503 w 103079"/>
                    <a:gd name="connsiteY9" fmla="*/ 1363 h 80670"/>
                    <a:gd name="connsiteX10" fmla="*/ 53780 w 103079"/>
                    <a:gd name="connsiteY10" fmla="*/ 466 h 80670"/>
                    <a:gd name="connsiteX11" fmla="*/ 48402 w 103079"/>
                    <a:gd name="connsiteY11" fmla="*/ 4500 h 80670"/>
                    <a:gd name="connsiteX12" fmla="*/ 51091 w 103079"/>
                    <a:gd name="connsiteY12" fmla="*/ 16152 h 80670"/>
                    <a:gd name="connsiteX13" fmla="*/ 62296 w 103079"/>
                    <a:gd name="connsiteY13" fmla="*/ 23323 h 80670"/>
                    <a:gd name="connsiteX14" fmla="*/ 63192 w 103079"/>
                    <a:gd name="connsiteY14" fmla="*/ 26012 h 80670"/>
                    <a:gd name="connsiteX15" fmla="*/ 60951 w 103079"/>
                    <a:gd name="connsiteY15" fmla="*/ 27805 h 80670"/>
                    <a:gd name="connsiteX16" fmla="*/ 17927 w 103079"/>
                    <a:gd name="connsiteY16" fmla="*/ 27805 h 80670"/>
                    <a:gd name="connsiteX17" fmla="*/ 9412 w 103079"/>
                    <a:gd name="connsiteY17" fmla="*/ 36320 h 80670"/>
                    <a:gd name="connsiteX18" fmla="*/ 10308 w 103079"/>
                    <a:gd name="connsiteY18" fmla="*/ 39905 h 80670"/>
                    <a:gd name="connsiteX19" fmla="*/ 8515 w 103079"/>
                    <a:gd name="connsiteY19" fmla="*/ 39905 h 80670"/>
                    <a:gd name="connsiteX20" fmla="*/ 0 w 103079"/>
                    <a:gd name="connsiteY20" fmla="*/ 48421 h 80670"/>
                    <a:gd name="connsiteX21" fmla="*/ 7171 w 103079"/>
                    <a:gd name="connsiteY21" fmla="*/ 55591 h 80670"/>
                    <a:gd name="connsiteX22" fmla="*/ 8515 w 103079"/>
                    <a:gd name="connsiteY22" fmla="*/ 43939 h 80670"/>
                    <a:gd name="connsiteX23" fmla="*/ 17479 w 103079"/>
                    <a:gd name="connsiteY23" fmla="*/ 43939 h 80670"/>
                    <a:gd name="connsiteX24" fmla="*/ 47954 w 103079"/>
                    <a:gd name="connsiteY24" fmla="*/ 43939 h 80670"/>
                    <a:gd name="connsiteX25" fmla="*/ 48402 w 103079"/>
                    <a:gd name="connsiteY25" fmla="*/ 43939 h 80670"/>
                    <a:gd name="connsiteX26" fmla="*/ 50643 w 103079"/>
                    <a:gd name="connsiteY26" fmla="*/ 41698 h 80670"/>
                    <a:gd name="connsiteX27" fmla="*/ 48402 w 103079"/>
                    <a:gd name="connsiteY27" fmla="*/ 39457 h 80670"/>
                    <a:gd name="connsiteX28" fmla="*/ 47954 w 103079"/>
                    <a:gd name="connsiteY28" fmla="*/ 39457 h 80670"/>
                    <a:gd name="connsiteX29" fmla="*/ 17479 w 103079"/>
                    <a:gd name="connsiteY29" fmla="*/ 39457 h 80670"/>
                    <a:gd name="connsiteX30" fmla="*/ 13445 w 103079"/>
                    <a:gd name="connsiteY30" fmla="*/ 35872 h 80670"/>
                    <a:gd name="connsiteX31" fmla="*/ 17479 w 103079"/>
                    <a:gd name="connsiteY31" fmla="*/ 31838 h 80670"/>
                    <a:gd name="connsiteX32" fmla="*/ 60503 w 103079"/>
                    <a:gd name="connsiteY32" fmla="*/ 31838 h 80670"/>
                    <a:gd name="connsiteX33" fmla="*/ 67226 w 103079"/>
                    <a:gd name="connsiteY33" fmla="*/ 26908 h 80670"/>
                    <a:gd name="connsiteX34" fmla="*/ 64536 w 103079"/>
                    <a:gd name="connsiteY34" fmla="*/ 19290 h 80670"/>
                    <a:gd name="connsiteX35" fmla="*/ 53332 w 103079"/>
                    <a:gd name="connsiteY35" fmla="*/ 12119 h 80670"/>
                    <a:gd name="connsiteX36" fmla="*/ 51988 w 103079"/>
                    <a:gd name="connsiteY36" fmla="*/ 6293 h 80670"/>
                    <a:gd name="connsiteX37" fmla="*/ 54677 w 103079"/>
                    <a:gd name="connsiteY37" fmla="*/ 4500 h 80670"/>
                    <a:gd name="connsiteX38" fmla="*/ 57814 w 103079"/>
                    <a:gd name="connsiteY38" fmla="*/ 4948 h 80670"/>
                    <a:gd name="connsiteX39" fmla="*/ 88290 w 103079"/>
                    <a:gd name="connsiteY39" fmla="*/ 23771 h 80670"/>
                    <a:gd name="connsiteX40" fmla="*/ 100838 w 103079"/>
                    <a:gd name="connsiteY40" fmla="*/ 55591 h 80670"/>
                    <a:gd name="connsiteX41" fmla="*/ 73052 w 103079"/>
                    <a:gd name="connsiteY41" fmla="*/ 76207 h 80670"/>
                    <a:gd name="connsiteX42" fmla="*/ 23753 w 103079"/>
                    <a:gd name="connsiteY42" fmla="*/ 76207 h 80670"/>
                    <a:gd name="connsiteX43" fmla="*/ 19719 w 103079"/>
                    <a:gd name="connsiteY43" fmla="*/ 72174 h 80670"/>
                    <a:gd name="connsiteX44" fmla="*/ 23753 w 103079"/>
                    <a:gd name="connsiteY44" fmla="*/ 67692 h 80670"/>
                    <a:gd name="connsiteX45" fmla="*/ 47954 w 103079"/>
                    <a:gd name="connsiteY45" fmla="*/ 67692 h 80670"/>
                    <a:gd name="connsiteX46" fmla="*/ 48402 w 103079"/>
                    <a:gd name="connsiteY46" fmla="*/ 67692 h 80670"/>
                    <a:gd name="connsiteX47" fmla="*/ 50643 w 103079"/>
                    <a:gd name="connsiteY47" fmla="*/ 65451 h 80670"/>
                    <a:gd name="connsiteX48" fmla="*/ 48402 w 103079"/>
                    <a:gd name="connsiteY48" fmla="*/ 63210 h 80670"/>
                    <a:gd name="connsiteX49" fmla="*/ 47954 w 103079"/>
                    <a:gd name="connsiteY49" fmla="*/ 63210 h 80670"/>
                    <a:gd name="connsiteX50" fmla="*/ 23753 w 103079"/>
                    <a:gd name="connsiteY50" fmla="*/ 63210 h 80670"/>
                    <a:gd name="connsiteX51" fmla="*/ 14342 w 103079"/>
                    <a:gd name="connsiteY51" fmla="*/ 63210 h 80670"/>
                    <a:gd name="connsiteX52" fmla="*/ 10308 w 103079"/>
                    <a:gd name="connsiteY52" fmla="*/ 59177 h 80670"/>
                    <a:gd name="connsiteX53" fmla="*/ 14342 w 103079"/>
                    <a:gd name="connsiteY53" fmla="*/ 55143 h 80670"/>
                    <a:gd name="connsiteX54" fmla="*/ 47954 w 103079"/>
                    <a:gd name="connsiteY54" fmla="*/ 55143 h 80670"/>
                    <a:gd name="connsiteX55" fmla="*/ 50195 w 103079"/>
                    <a:gd name="connsiteY55" fmla="*/ 52902 h 80670"/>
                    <a:gd name="connsiteX56" fmla="*/ 47954 w 103079"/>
                    <a:gd name="connsiteY56" fmla="*/ 50661 h 80670"/>
                    <a:gd name="connsiteX57" fmla="*/ 14342 w 103079"/>
                    <a:gd name="connsiteY57" fmla="*/ 50661 h 80670"/>
                    <a:gd name="connsiteX58" fmla="*/ 8067 w 103079"/>
                    <a:gd name="connsiteY58" fmla="*/ 50661 h 80670"/>
                    <a:gd name="connsiteX59" fmla="*/ 4034 w 103079"/>
                    <a:gd name="connsiteY59" fmla="*/ 46628 h 80670"/>
                    <a:gd name="connsiteX60" fmla="*/ 8515 w 103079"/>
                    <a:gd name="connsiteY60" fmla="*/ 43939 h 8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03079" h="80670">
                      <a:moveTo>
                        <a:pt x="7171" y="55591"/>
                      </a:moveTo>
                      <a:cubicBezTo>
                        <a:pt x="6723" y="56936"/>
                        <a:pt x="6274" y="58280"/>
                        <a:pt x="6274" y="59625"/>
                      </a:cubicBezTo>
                      <a:cubicBezTo>
                        <a:pt x="6274" y="64107"/>
                        <a:pt x="9860" y="68140"/>
                        <a:pt x="14790" y="68140"/>
                      </a:cubicBezTo>
                      <a:lnTo>
                        <a:pt x="17030" y="68140"/>
                      </a:lnTo>
                      <a:cubicBezTo>
                        <a:pt x="16134" y="69485"/>
                        <a:pt x="15686" y="70829"/>
                        <a:pt x="15686" y="72622"/>
                      </a:cubicBezTo>
                      <a:cubicBezTo>
                        <a:pt x="15686" y="77103"/>
                        <a:pt x="19271" y="81137"/>
                        <a:pt x="24201" y="81137"/>
                      </a:cubicBezTo>
                      <a:lnTo>
                        <a:pt x="73500" y="81137"/>
                      </a:lnTo>
                      <a:cubicBezTo>
                        <a:pt x="88290" y="81137"/>
                        <a:pt x="101286" y="71277"/>
                        <a:pt x="105320" y="57384"/>
                      </a:cubicBezTo>
                      <a:cubicBezTo>
                        <a:pt x="109353" y="43491"/>
                        <a:pt x="103527" y="28253"/>
                        <a:pt x="90978" y="20186"/>
                      </a:cubicBezTo>
                      <a:lnTo>
                        <a:pt x="60503" y="1363"/>
                      </a:lnTo>
                      <a:cubicBezTo>
                        <a:pt x="58710" y="18"/>
                        <a:pt x="56021" y="-430"/>
                        <a:pt x="53780" y="466"/>
                      </a:cubicBezTo>
                      <a:cubicBezTo>
                        <a:pt x="51540" y="914"/>
                        <a:pt x="49299" y="2707"/>
                        <a:pt x="48402" y="4500"/>
                      </a:cubicBezTo>
                      <a:cubicBezTo>
                        <a:pt x="46161" y="8533"/>
                        <a:pt x="47058" y="13911"/>
                        <a:pt x="51091" y="16152"/>
                      </a:cubicBezTo>
                      <a:lnTo>
                        <a:pt x="62296" y="23323"/>
                      </a:lnTo>
                      <a:cubicBezTo>
                        <a:pt x="63192" y="23771"/>
                        <a:pt x="63640" y="25116"/>
                        <a:pt x="63192" y="26012"/>
                      </a:cubicBezTo>
                      <a:cubicBezTo>
                        <a:pt x="62744" y="26908"/>
                        <a:pt x="61847" y="27805"/>
                        <a:pt x="60951" y="27805"/>
                      </a:cubicBezTo>
                      <a:lnTo>
                        <a:pt x="17927" y="27805"/>
                      </a:lnTo>
                      <a:cubicBezTo>
                        <a:pt x="13445" y="27805"/>
                        <a:pt x="9412" y="31390"/>
                        <a:pt x="9412" y="36320"/>
                      </a:cubicBezTo>
                      <a:cubicBezTo>
                        <a:pt x="9412" y="37664"/>
                        <a:pt x="9860" y="39009"/>
                        <a:pt x="10308" y="39905"/>
                      </a:cubicBezTo>
                      <a:lnTo>
                        <a:pt x="8515" y="39905"/>
                      </a:lnTo>
                      <a:cubicBezTo>
                        <a:pt x="4034" y="39905"/>
                        <a:pt x="0" y="43491"/>
                        <a:pt x="0" y="48421"/>
                      </a:cubicBezTo>
                      <a:cubicBezTo>
                        <a:pt x="0" y="52006"/>
                        <a:pt x="3137" y="55143"/>
                        <a:pt x="7171" y="55591"/>
                      </a:cubicBezTo>
                      <a:close/>
                      <a:moveTo>
                        <a:pt x="8515" y="43939"/>
                      </a:moveTo>
                      <a:lnTo>
                        <a:pt x="17479" y="43939"/>
                      </a:lnTo>
                      <a:lnTo>
                        <a:pt x="47954" y="43939"/>
                      </a:lnTo>
                      <a:lnTo>
                        <a:pt x="48402" y="43939"/>
                      </a:lnTo>
                      <a:cubicBezTo>
                        <a:pt x="49747" y="43939"/>
                        <a:pt x="50643" y="43043"/>
                        <a:pt x="50643" y="41698"/>
                      </a:cubicBezTo>
                      <a:cubicBezTo>
                        <a:pt x="50643" y="40353"/>
                        <a:pt x="49747" y="39457"/>
                        <a:pt x="48402" y="39457"/>
                      </a:cubicBezTo>
                      <a:lnTo>
                        <a:pt x="47954" y="39457"/>
                      </a:lnTo>
                      <a:lnTo>
                        <a:pt x="17479" y="39457"/>
                      </a:lnTo>
                      <a:cubicBezTo>
                        <a:pt x="15238" y="39457"/>
                        <a:pt x="13445" y="38113"/>
                        <a:pt x="13445" y="35872"/>
                      </a:cubicBezTo>
                      <a:cubicBezTo>
                        <a:pt x="13445" y="33631"/>
                        <a:pt x="15238" y="31838"/>
                        <a:pt x="17479" y="31838"/>
                      </a:cubicBezTo>
                      <a:lnTo>
                        <a:pt x="60503" y="31838"/>
                      </a:lnTo>
                      <a:cubicBezTo>
                        <a:pt x="63640" y="31838"/>
                        <a:pt x="66329" y="29597"/>
                        <a:pt x="67226" y="26908"/>
                      </a:cubicBezTo>
                      <a:cubicBezTo>
                        <a:pt x="68122" y="24219"/>
                        <a:pt x="66777" y="20634"/>
                        <a:pt x="64536" y="19290"/>
                      </a:cubicBezTo>
                      <a:lnTo>
                        <a:pt x="53332" y="12119"/>
                      </a:lnTo>
                      <a:cubicBezTo>
                        <a:pt x="51540" y="10774"/>
                        <a:pt x="50643" y="8533"/>
                        <a:pt x="51988" y="6293"/>
                      </a:cubicBezTo>
                      <a:cubicBezTo>
                        <a:pt x="52436" y="5396"/>
                        <a:pt x="53332" y="4500"/>
                        <a:pt x="54677" y="4500"/>
                      </a:cubicBezTo>
                      <a:cubicBezTo>
                        <a:pt x="55573" y="4052"/>
                        <a:pt x="56918" y="4500"/>
                        <a:pt x="57814" y="4948"/>
                      </a:cubicBezTo>
                      <a:lnTo>
                        <a:pt x="88290" y="23771"/>
                      </a:lnTo>
                      <a:cubicBezTo>
                        <a:pt x="99046" y="30494"/>
                        <a:pt x="103976" y="43491"/>
                        <a:pt x="100838" y="55591"/>
                      </a:cubicBezTo>
                      <a:cubicBezTo>
                        <a:pt x="97253" y="67692"/>
                        <a:pt x="86049" y="76207"/>
                        <a:pt x="73052" y="76207"/>
                      </a:cubicBezTo>
                      <a:lnTo>
                        <a:pt x="23753" y="76207"/>
                      </a:lnTo>
                      <a:cubicBezTo>
                        <a:pt x="21512" y="76207"/>
                        <a:pt x="19719" y="74414"/>
                        <a:pt x="19719" y="72174"/>
                      </a:cubicBezTo>
                      <a:cubicBezTo>
                        <a:pt x="19719" y="69933"/>
                        <a:pt x="21512" y="67692"/>
                        <a:pt x="23753" y="67692"/>
                      </a:cubicBezTo>
                      <a:lnTo>
                        <a:pt x="47954" y="67692"/>
                      </a:lnTo>
                      <a:lnTo>
                        <a:pt x="48402" y="67692"/>
                      </a:lnTo>
                      <a:cubicBezTo>
                        <a:pt x="49747" y="67692"/>
                        <a:pt x="50643" y="66796"/>
                        <a:pt x="50643" y="65451"/>
                      </a:cubicBezTo>
                      <a:cubicBezTo>
                        <a:pt x="50643" y="64107"/>
                        <a:pt x="49747" y="63210"/>
                        <a:pt x="48402" y="63210"/>
                      </a:cubicBezTo>
                      <a:lnTo>
                        <a:pt x="47954" y="63210"/>
                      </a:lnTo>
                      <a:lnTo>
                        <a:pt x="23753" y="63210"/>
                      </a:lnTo>
                      <a:lnTo>
                        <a:pt x="14342" y="63210"/>
                      </a:lnTo>
                      <a:cubicBezTo>
                        <a:pt x="12101" y="63210"/>
                        <a:pt x="10308" y="61417"/>
                        <a:pt x="10308" y="59177"/>
                      </a:cubicBezTo>
                      <a:cubicBezTo>
                        <a:pt x="10308" y="56936"/>
                        <a:pt x="12101" y="55143"/>
                        <a:pt x="14342" y="55143"/>
                      </a:cubicBezTo>
                      <a:lnTo>
                        <a:pt x="47954" y="55143"/>
                      </a:lnTo>
                      <a:cubicBezTo>
                        <a:pt x="49299" y="55143"/>
                        <a:pt x="50195" y="54247"/>
                        <a:pt x="50195" y="52902"/>
                      </a:cubicBezTo>
                      <a:cubicBezTo>
                        <a:pt x="50195" y="51558"/>
                        <a:pt x="49299" y="50661"/>
                        <a:pt x="47954" y="50661"/>
                      </a:cubicBezTo>
                      <a:lnTo>
                        <a:pt x="14342" y="50661"/>
                      </a:lnTo>
                      <a:lnTo>
                        <a:pt x="8067" y="50661"/>
                      </a:lnTo>
                      <a:cubicBezTo>
                        <a:pt x="5826" y="50661"/>
                        <a:pt x="4034" y="48869"/>
                        <a:pt x="4034" y="46628"/>
                      </a:cubicBezTo>
                      <a:cubicBezTo>
                        <a:pt x="4482" y="45283"/>
                        <a:pt x="6274" y="43939"/>
                        <a:pt x="8515" y="4393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43" name="Freeform: Shape 2957">
                  <a:extLst>
                    <a:ext uri="{FF2B5EF4-FFF2-40B4-BE49-F238E27FC236}">
                      <a16:creationId xmlns:a16="http://schemas.microsoft.com/office/drawing/2014/main" id="{6B0DC024-585E-2D5E-BD4F-A4A7619BC9C2}"/>
                    </a:ext>
                  </a:extLst>
                </p:cNvPr>
                <p:cNvSpPr/>
                <p:nvPr/>
              </p:nvSpPr>
              <p:spPr>
                <a:xfrm>
                  <a:off x="8603982" y="2213497"/>
                  <a:ext cx="147896" cy="40335"/>
                </a:xfrm>
                <a:custGeom>
                  <a:avLst/>
                  <a:gdLst>
                    <a:gd name="connsiteX0" fmla="*/ 148344 w 147896"/>
                    <a:gd name="connsiteY0" fmla="*/ 0 h 40335"/>
                    <a:gd name="connsiteX1" fmla="*/ 120110 w 147896"/>
                    <a:gd name="connsiteY1" fmla="*/ 0 h 40335"/>
                    <a:gd name="connsiteX2" fmla="*/ 104424 w 147896"/>
                    <a:gd name="connsiteY2" fmla="*/ 7619 h 40335"/>
                    <a:gd name="connsiteX3" fmla="*/ 87393 w 147896"/>
                    <a:gd name="connsiteY3" fmla="*/ 29579 h 40335"/>
                    <a:gd name="connsiteX4" fmla="*/ 75293 w 147896"/>
                    <a:gd name="connsiteY4" fmla="*/ 35854 h 40335"/>
                    <a:gd name="connsiteX5" fmla="*/ 63192 w 147896"/>
                    <a:gd name="connsiteY5" fmla="*/ 29579 h 40335"/>
                    <a:gd name="connsiteX6" fmla="*/ 46161 w 147896"/>
                    <a:gd name="connsiteY6" fmla="*/ 7619 h 40335"/>
                    <a:gd name="connsiteX7" fmla="*/ 30476 w 147896"/>
                    <a:gd name="connsiteY7" fmla="*/ 0 h 40335"/>
                    <a:gd name="connsiteX8" fmla="*/ 2241 w 147896"/>
                    <a:gd name="connsiteY8" fmla="*/ 0 h 40335"/>
                    <a:gd name="connsiteX9" fmla="*/ 0 w 147896"/>
                    <a:gd name="connsiteY9" fmla="*/ 2241 h 40335"/>
                    <a:gd name="connsiteX10" fmla="*/ 2241 w 147896"/>
                    <a:gd name="connsiteY10" fmla="*/ 4482 h 40335"/>
                    <a:gd name="connsiteX11" fmla="*/ 30476 w 147896"/>
                    <a:gd name="connsiteY11" fmla="*/ 4482 h 40335"/>
                    <a:gd name="connsiteX12" fmla="*/ 42576 w 147896"/>
                    <a:gd name="connsiteY12" fmla="*/ 10756 h 40335"/>
                    <a:gd name="connsiteX13" fmla="*/ 59607 w 147896"/>
                    <a:gd name="connsiteY13" fmla="*/ 32716 h 40335"/>
                    <a:gd name="connsiteX14" fmla="*/ 75293 w 147896"/>
                    <a:gd name="connsiteY14" fmla="*/ 40335 h 40335"/>
                    <a:gd name="connsiteX15" fmla="*/ 90978 w 147896"/>
                    <a:gd name="connsiteY15" fmla="*/ 32716 h 40335"/>
                    <a:gd name="connsiteX16" fmla="*/ 108009 w 147896"/>
                    <a:gd name="connsiteY16" fmla="*/ 10756 h 40335"/>
                    <a:gd name="connsiteX17" fmla="*/ 120110 w 147896"/>
                    <a:gd name="connsiteY17" fmla="*/ 4482 h 40335"/>
                    <a:gd name="connsiteX18" fmla="*/ 148344 w 147896"/>
                    <a:gd name="connsiteY18" fmla="*/ 4482 h 40335"/>
                    <a:gd name="connsiteX19" fmla="*/ 150585 w 147896"/>
                    <a:gd name="connsiteY19" fmla="*/ 2241 h 40335"/>
                    <a:gd name="connsiteX20" fmla="*/ 148344 w 147896"/>
                    <a:gd name="connsiteY20" fmla="*/ 0 h 40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896" h="40335">
                      <a:moveTo>
                        <a:pt x="148344" y="0"/>
                      </a:moveTo>
                      <a:lnTo>
                        <a:pt x="120110" y="0"/>
                      </a:lnTo>
                      <a:cubicBezTo>
                        <a:pt x="114283" y="0"/>
                        <a:pt x="108457" y="2689"/>
                        <a:pt x="104424" y="7619"/>
                      </a:cubicBezTo>
                      <a:lnTo>
                        <a:pt x="87393" y="29579"/>
                      </a:lnTo>
                      <a:cubicBezTo>
                        <a:pt x="84256" y="33613"/>
                        <a:pt x="79774" y="35854"/>
                        <a:pt x="75293" y="35854"/>
                      </a:cubicBezTo>
                      <a:cubicBezTo>
                        <a:pt x="70811" y="35854"/>
                        <a:pt x="66329" y="33613"/>
                        <a:pt x="63192" y="29579"/>
                      </a:cubicBezTo>
                      <a:lnTo>
                        <a:pt x="46161" y="7619"/>
                      </a:lnTo>
                      <a:cubicBezTo>
                        <a:pt x="42128" y="2689"/>
                        <a:pt x="36750" y="0"/>
                        <a:pt x="30476" y="0"/>
                      </a:cubicBezTo>
                      <a:lnTo>
                        <a:pt x="2241" y="0"/>
                      </a:lnTo>
                      <a:cubicBezTo>
                        <a:pt x="896" y="0"/>
                        <a:pt x="0" y="896"/>
                        <a:pt x="0" y="2241"/>
                      </a:cubicBezTo>
                      <a:cubicBezTo>
                        <a:pt x="0" y="3585"/>
                        <a:pt x="896" y="4482"/>
                        <a:pt x="2241" y="4482"/>
                      </a:cubicBezTo>
                      <a:lnTo>
                        <a:pt x="30476" y="4482"/>
                      </a:lnTo>
                      <a:cubicBezTo>
                        <a:pt x="34957" y="4482"/>
                        <a:pt x="39439" y="6723"/>
                        <a:pt x="42576" y="10756"/>
                      </a:cubicBezTo>
                      <a:lnTo>
                        <a:pt x="59607" y="32716"/>
                      </a:lnTo>
                      <a:cubicBezTo>
                        <a:pt x="63640" y="37646"/>
                        <a:pt x="69018" y="40335"/>
                        <a:pt x="75293" y="40335"/>
                      </a:cubicBezTo>
                      <a:cubicBezTo>
                        <a:pt x="81567" y="40335"/>
                        <a:pt x="86945" y="37646"/>
                        <a:pt x="90978" y="32716"/>
                      </a:cubicBezTo>
                      <a:lnTo>
                        <a:pt x="108009" y="10756"/>
                      </a:lnTo>
                      <a:cubicBezTo>
                        <a:pt x="111146" y="6723"/>
                        <a:pt x="115628" y="4482"/>
                        <a:pt x="120110" y="4482"/>
                      </a:cubicBezTo>
                      <a:lnTo>
                        <a:pt x="148344" y="4482"/>
                      </a:lnTo>
                      <a:cubicBezTo>
                        <a:pt x="149689" y="4482"/>
                        <a:pt x="150585" y="3585"/>
                        <a:pt x="150585" y="2241"/>
                      </a:cubicBezTo>
                      <a:cubicBezTo>
                        <a:pt x="150585" y="896"/>
                        <a:pt x="149689" y="0"/>
                        <a:pt x="148344"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44" name="Freeform: Shape 2958">
                  <a:extLst>
                    <a:ext uri="{FF2B5EF4-FFF2-40B4-BE49-F238E27FC236}">
                      <a16:creationId xmlns:a16="http://schemas.microsoft.com/office/drawing/2014/main" id="{C5FBFC5E-5FE1-EB29-8E42-4AA1C8B83347}"/>
                    </a:ext>
                  </a:extLst>
                </p:cNvPr>
                <p:cNvSpPr/>
                <p:nvPr/>
              </p:nvSpPr>
              <p:spPr>
                <a:xfrm>
                  <a:off x="8667846" y="2198483"/>
                  <a:ext cx="8963" cy="8963"/>
                </a:xfrm>
                <a:custGeom>
                  <a:avLst/>
                  <a:gdLst>
                    <a:gd name="connsiteX0" fmla="*/ 10084 w 8963"/>
                    <a:gd name="connsiteY0" fmla="*/ 672 h 8963"/>
                    <a:gd name="connsiteX1" fmla="*/ 6947 w 8963"/>
                    <a:gd name="connsiteY1" fmla="*/ 672 h 8963"/>
                    <a:gd name="connsiteX2" fmla="*/ 672 w 8963"/>
                    <a:gd name="connsiteY2" fmla="*/ 6947 h 8963"/>
                    <a:gd name="connsiteX3" fmla="*/ 672 w 8963"/>
                    <a:gd name="connsiteY3" fmla="*/ 10084 h 8963"/>
                    <a:gd name="connsiteX4" fmla="*/ 2465 w 8963"/>
                    <a:gd name="connsiteY4" fmla="*/ 10532 h 8963"/>
                    <a:gd name="connsiteX5" fmla="*/ 4258 w 8963"/>
                    <a:gd name="connsiteY5" fmla="*/ 10084 h 8963"/>
                    <a:gd name="connsiteX6" fmla="*/ 10532 w 8963"/>
                    <a:gd name="connsiteY6" fmla="*/ 3809 h 8963"/>
                    <a:gd name="connsiteX7" fmla="*/ 10084 w 8963"/>
                    <a:gd name="connsiteY7" fmla="*/ 672 h 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63" h="8963">
                      <a:moveTo>
                        <a:pt x="10084" y="672"/>
                      </a:moveTo>
                      <a:cubicBezTo>
                        <a:pt x="9187" y="-224"/>
                        <a:pt x="7843" y="-224"/>
                        <a:pt x="6947" y="672"/>
                      </a:cubicBezTo>
                      <a:lnTo>
                        <a:pt x="672" y="6947"/>
                      </a:lnTo>
                      <a:cubicBezTo>
                        <a:pt x="-224" y="7843"/>
                        <a:pt x="-224" y="9188"/>
                        <a:pt x="672" y="10084"/>
                      </a:cubicBezTo>
                      <a:cubicBezTo>
                        <a:pt x="1120" y="10532"/>
                        <a:pt x="1569" y="10532"/>
                        <a:pt x="2465" y="10532"/>
                      </a:cubicBezTo>
                      <a:cubicBezTo>
                        <a:pt x="3361" y="10532"/>
                        <a:pt x="3809" y="10532"/>
                        <a:pt x="4258" y="10084"/>
                      </a:cubicBezTo>
                      <a:lnTo>
                        <a:pt x="10532" y="3809"/>
                      </a:lnTo>
                      <a:cubicBezTo>
                        <a:pt x="10532" y="2913"/>
                        <a:pt x="10532" y="1569"/>
                        <a:pt x="10084" y="67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45" name="Freeform: Shape 2959">
                  <a:extLst>
                    <a:ext uri="{FF2B5EF4-FFF2-40B4-BE49-F238E27FC236}">
                      <a16:creationId xmlns:a16="http://schemas.microsoft.com/office/drawing/2014/main" id="{E89FB746-0515-0454-782E-6C2E6EE2A8F3}"/>
                    </a:ext>
                  </a:extLst>
                </p:cNvPr>
                <p:cNvSpPr/>
                <p:nvPr/>
              </p:nvSpPr>
              <p:spPr>
                <a:xfrm>
                  <a:off x="8680395" y="2168008"/>
                  <a:ext cx="8963" cy="8963"/>
                </a:xfrm>
                <a:custGeom>
                  <a:avLst/>
                  <a:gdLst>
                    <a:gd name="connsiteX0" fmla="*/ 2017 w 8963"/>
                    <a:gd name="connsiteY0" fmla="*/ 10532 h 8963"/>
                    <a:gd name="connsiteX1" fmla="*/ 3809 w 8963"/>
                    <a:gd name="connsiteY1" fmla="*/ 10084 h 8963"/>
                    <a:gd name="connsiteX2" fmla="*/ 10084 w 8963"/>
                    <a:gd name="connsiteY2" fmla="*/ 3809 h 8963"/>
                    <a:gd name="connsiteX3" fmla="*/ 10084 w 8963"/>
                    <a:gd name="connsiteY3" fmla="*/ 672 h 8963"/>
                    <a:gd name="connsiteX4" fmla="*/ 6947 w 8963"/>
                    <a:gd name="connsiteY4" fmla="*/ 672 h 8963"/>
                    <a:gd name="connsiteX5" fmla="*/ 672 w 8963"/>
                    <a:gd name="connsiteY5" fmla="*/ 6947 h 8963"/>
                    <a:gd name="connsiteX6" fmla="*/ 672 w 8963"/>
                    <a:gd name="connsiteY6" fmla="*/ 10084 h 8963"/>
                    <a:gd name="connsiteX7" fmla="*/ 2017 w 8963"/>
                    <a:gd name="connsiteY7" fmla="*/ 10532 h 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63" h="8963">
                      <a:moveTo>
                        <a:pt x="2017" y="10532"/>
                      </a:moveTo>
                      <a:cubicBezTo>
                        <a:pt x="2465" y="10532"/>
                        <a:pt x="3361" y="10532"/>
                        <a:pt x="3809" y="10084"/>
                      </a:cubicBezTo>
                      <a:lnTo>
                        <a:pt x="10084" y="3809"/>
                      </a:lnTo>
                      <a:cubicBezTo>
                        <a:pt x="10980" y="2913"/>
                        <a:pt x="10980" y="1569"/>
                        <a:pt x="10084" y="672"/>
                      </a:cubicBezTo>
                      <a:cubicBezTo>
                        <a:pt x="9188" y="-224"/>
                        <a:pt x="7843" y="-224"/>
                        <a:pt x="6947" y="672"/>
                      </a:cubicBezTo>
                      <a:lnTo>
                        <a:pt x="672" y="6947"/>
                      </a:lnTo>
                      <a:cubicBezTo>
                        <a:pt x="-224" y="7843"/>
                        <a:pt x="-224" y="9187"/>
                        <a:pt x="672" y="10084"/>
                      </a:cubicBezTo>
                      <a:cubicBezTo>
                        <a:pt x="672" y="10084"/>
                        <a:pt x="1120" y="10532"/>
                        <a:pt x="2017" y="1053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46" name="Freeform: Shape 2960">
                  <a:extLst>
                    <a:ext uri="{FF2B5EF4-FFF2-40B4-BE49-F238E27FC236}">
                      <a16:creationId xmlns:a16="http://schemas.microsoft.com/office/drawing/2014/main" id="{C629C0AC-1763-B090-AC35-B68C66183440}"/>
                    </a:ext>
                  </a:extLst>
                </p:cNvPr>
                <p:cNvSpPr/>
                <p:nvPr/>
              </p:nvSpPr>
              <p:spPr>
                <a:xfrm>
                  <a:off x="8679947" y="2210584"/>
                  <a:ext cx="8963" cy="8963"/>
                </a:xfrm>
                <a:custGeom>
                  <a:avLst/>
                  <a:gdLst>
                    <a:gd name="connsiteX0" fmla="*/ 10084 w 8963"/>
                    <a:gd name="connsiteY0" fmla="*/ 672 h 8963"/>
                    <a:gd name="connsiteX1" fmla="*/ 6947 w 8963"/>
                    <a:gd name="connsiteY1" fmla="*/ 672 h 8963"/>
                    <a:gd name="connsiteX2" fmla="*/ 672 w 8963"/>
                    <a:gd name="connsiteY2" fmla="*/ 6947 h 8963"/>
                    <a:gd name="connsiteX3" fmla="*/ 672 w 8963"/>
                    <a:gd name="connsiteY3" fmla="*/ 10084 h 8963"/>
                    <a:gd name="connsiteX4" fmla="*/ 2465 w 8963"/>
                    <a:gd name="connsiteY4" fmla="*/ 10532 h 8963"/>
                    <a:gd name="connsiteX5" fmla="*/ 4258 w 8963"/>
                    <a:gd name="connsiteY5" fmla="*/ 10084 h 8963"/>
                    <a:gd name="connsiteX6" fmla="*/ 10532 w 8963"/>
                    <a:gd name="connsiteY6" fmla="*/ 3810 h 8963"/>
                    <a:gd name="connsiteX7" fmla="*/ 10084 w 8963"/>
                    <a:gd name="connsiteY7" fmla="*/ 672 h 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63" h="8963">
                      <a:moveTo>
                        <a:pt x="10084" y="672"/>
                      </a:moveTo>
                      <a:cubicBezTo>
                        <a:pt x="9188" y="-224"/>
                        <a:pt x="7843" y="-224"/>
                        <a:pt x="6947" y="672"/>
                      </a:cubicBezTo>
                      <a:lnTo>
                        <a:pt x="672" y="6947"/>
                      </a:lnTo>
                      <a:cubicBezTo>
                        <a:pt x="-224" y="7843"/>
                        <a:pt x="-224" y="9188"/>
                        <a:pt x="672" y="10084"/>
                      </a:cubicBezTo>
                      <a:cubicBezTo>
                        <a:pt x="1120" y="10532"/>
                        <a:pt x="1569" y="10532"/>
                        <a:pt x="2465" y="10532"/>
                      </a:cubicBezTo>
                      <a:cubicBezTo>
                        <a:pt x="3361" y="10532"/>
                        <a:pt x="3809" y="10532"/>
                        <a:pt x="4258" y="10084"/>
                      </a:cubicBezTo>
                      <a:lnTo>
                        <a:pt x="10532" y="3810"/>
                      </a:lnTo>
                      <a:cubicBezTo>
                        <a:pt x="10980" y="2913"/>
                        <a:pt x="10980" y="1569"/>
                        <a:pt x="10084" y="67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47" name="Freeform: Shape 2961">
                  <a:extLst>
                    <a:ext uri="{FF2B5EF4-FFF2-40B4-BE49-F238E27FC236}">
                      <a16:creationId xmlns:a16="http://schemas.microsoft.com/office/drawing/2014/main" id="{2BCE8128-A41A-F995-C1C1-ED41C4D18A7A}"/>
                    </a:ext>
                  </a:extLst>
                </p:cNvPr>
                <p:cNvSpPr/>
                <p:nvPr/>
              </p:nvSpPr>
              <p:spPr>
                <a:xfrm>
                  <a:off x="8674120" y="2228959"/>
                  <a:ext cx="8963" cy="8963"/>
                </a:xfrm>
                <a:custGeom>
                  <a:avLst/>
                  <a:gdLst>
                    <a:gd name="connsiteX0" fmla="*/ 2017 w 8963"/>
                    <a:gd name="connsiteY0" fmla="*/ 10532 h 8963"/>
                    <a:gd name="connsiteX1" fmla="*/ 3809 w 8963"/>
                    <a:gd name="connsiteY1" fmla="*/ 10084 h 8963"/>
                    <a:gd name="connsiteX2" fmla="*/ 10084 w 8963"/>
                    <a:gd name="connsiteY2" fmla="*/ 3809 h 8963"/>
                    <a:gd name="connsiteX3" fmla="*/ 10084 w 8963"/>
                    <a:gd name="connsiteY3" fmla="*/ 672 h 8963"/>
                    <a:gd name="connsiteX4" fmla="*/ 6947 w 8963"/>
                    <a:gd name="connsiteY4" fmla="*/ 672 h 8963"/>
                    <a:gd name="connsiteX5" fmla="*/ 672 w 8963"/>
                    <a:gd name="connsiteY5" fmla="*/ 6947 h 8963"/>
                    <a:gd name="connsiteX6" fmla="*/ 672 w 8963"/>
                    <a:gd name="connsiteY6" fmla="*/ 10084 h 8963"/>
                    <a:gd name="connsiteX7" fmla="*/ 2017 w 8963"/>
                    <a:gd name="connsiteY7" fmla="*/ 10532 h 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63" h="8963">
                      <a:moveTo>
                        <a:pt x="2017" y="10532"/>
                      </a:moveTo>
                      <a:cubicBezTo>
                        <a:pt x="2465" y="10532"/>
                        <a:pt x="3361" y="10532"/>
                        <a:pt x="3809" y="10084"/>
                      </a:cubicBezTo>
                      <a:lnTo>
                        <a:pt x="10084" y="3809"/>
                      </a:lnTo>
                      <a:cubicBezTo>
                        <a:pt x="10980" y="2913"/>
                        <a:pt x="10980" y="1569"/>
                        <a:pt x="10084" y="672"/>
                      </a:cubicBezTo>
                      <a:cubicBezTo>
                        <a:pt x="9188" y="-224"/>
                        <a:pt x="7843" y="-224"/>
                        <a:pt x="6947" y="672"/>
                      </a:cubicBezTo>
                      <a:lnTo>
                        <a:pt x="672" y="6947"/>
                      </a:lnTo>
                      <a:cubicBezTo>
                        <a:pt x="-224" y="7843"/>
                        <a:pt x="-224" y="9188"/>
                        <a:pt x="672" y="10084"/>
                      </a:cubicBezTo>
                      <a:cubicBezTo>
                        <a:pt x="672" y="10084"/>
                        <a:pt x="1569" y="10532"/>
                        <a:pt x="2017" y="1053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448" name="Group 2527">
                <a:extLst>
                  <a:ext uri="{FF2B5EF4-FFF2-40B4-BE49-F238E27FC236}">
                    <a16:creationId xmlns:a16="http://schemas.microsoft.com/office/drawing/2014/main" id="{BE5638B4-E1E9-5509-0CCF-C93AB7FAF105}"/>
                  </a:ext>
                  <a:ext uri="{C183D7F6-B498-43B3-948B-1728B52AA6E4}">
                    <adec:decorative xmlns:adec="http://schemas.microsoft.com/office/drawing/2017/decorative" val="1"/>
                  </a:ext>
                </a:extLst>
              </p:cNvPr>
              <p:cNvGrpSpPr>
                <a:grpSpLocks noChangeAspect="1"/>
              </p:cNvGrpSpPr>
              <p:nvPr/>
            </p:nvGrpSpPr>
            <p:grpSpPr>
              <a:xfrm>
                <a:off x="6973508" y="4152664"/>
                <a:ext cx="112043" cy="179268"/>
                <a:chOff x="7030008" y="2096973"/>
                <a:chExt cx="112043" cy="179268"/>
              </a:xfrm>
            </p:grpSpPr>
            <p:sp>
              <p:nvSpPr>
                <p:cNvPr id="1449" name="Freeform: Shape 2950">
                  <a:extLst>
                    <a:ext uri="{FF2B5EF4-FFF2-40B4-BE49-F238E27FC236}">
                      <a16:creationId xmlns:a16="http://schemas.microsoft.com/office/drawing/2014/main" id="{D8B9DDDF-BA10-07EF-32FE-33C57F9156FC}"/>
                    </a:ext>
                  </a:extLst>
                </p:cNvPr>
                <p:cNvSpPr/>
                <p:nvPr/>
              </p:nvSpPr>
              <p:spPr>
                <a:xfrm>
                  <a:off x="7030008" y="2137308"/>
                  <a:ext cx="112043" cy="138933"/>
                </a:xfrm>
                <a:custGeom>
                  <a:avLst/>
                  <a:gdLst>
                    <a:gd name="connsiteX0" fmla="*/ 104872 w 112042"/>
                    <a:gd name="connsiteY0" fmla="*/ 0 h 138932"/>
                    <a:gd name="connsiteX1" fmla="*/ 8067 w 112042"/>
                    <a:gd name="connsiteY1" fmla="*/ 0 h 138932"/>
                    <a:gd name="connsiteX2" fmla="*/ 0 w 112042"/>
                    <a:gd name="connsiteY2" fmla="*/ 8067 h 138932"/>
                    <a:gd name="connsiteX3" fmla="*/ 0 w 112042"/>
                    <a:gd name="connsiteY3" fmla="*/ 130866 h 138932"/>
                    <a:gd name="connsiteX4" fmla="*/ 8067 w 112042"/>
                    <a:gd name="connsiteY4" fmla="*/ 138933 h 138932"/>
                    <a:gd name="connsiteX5" fmla="*/ 104872 w 112042"/>
                    <a:gd name="connsiteY5" fmla="*/ 138933 h 138932"/>
                    <a:gd name="connsiteX6" fmla="*/ 112939 w 112042"/>
                    <a:gd name="connsiteY6" fmla="*/ 130866 h 138932"/>
                    <a:gd name="connsiteX7" fmla="*/ 112939 w 112042"/>
                    <a:gd name="connsiteY7" fmla="*/ 8067 h 138932"/>
                    <a:gd name="connsiteX8" fmla="*/ 104872 w 112042"/>
                    <a:gd name="connsiteY8" fmla="*/ 0 h 138932"/>
                    <a:gd name="connsiteX9" fmla="*/ 8067 w 112042"/>
                    <a:gd name="connsiteY9" fmla="*/ 4482 h 138932"/>
                    <a:gd name="connsiteX10" fmla="*/ 104872 w 112042"/>
                    <a:gd name="connsiteY10" fmla="*/ 4482 h 138932"/>
                    <a:gd name="connsiteX11" fmla="*/ 108457 w 112042"/>
                    <a:gd name="connsiteY11" fmla="*/ 8067 h 138932"/>
                    <a:gd name="connsiteX12" fmla="*/ 108457 w 112042"/>
                    <a:gd name="connsiteY12" fmla="*/ 60055 h 138932"/>
                    <a:gd name="connsiteX13" fmla="*/ 4482 w 112042"/>
                    <a:gd name="connsiteY13" fmla="*/ 60055 h 138932"/>
                    <a:gd name="connsiteX14" fmla="*/ 4482 w 112042"/>
                    <a:gd name="connsiteY14" fmla="*/ 8067 h 138932"/>
                    <a:gd name="connsiteX15" fmla="*/ 8067 w 112042"/>
                    <a:gd name="connsiteY15" fmla="*/ 4482 h 138932"/>
                    <a:gd name="connsiteX16" fmla="*/ 40783 w 112042"/>
                    <a:gd name="connsiteY16" fmla="*/ 106216 h 138932"/>
                    <a:gd name="connsiteX17" fmla="*/ 40783 w 112042"/>
                    <a:gd name="connsiteY17" fmla="*/ 95012 h 138932"/>
                    <a:gd name="connsiteX18" fmla="*/ 73052 w 112042"/>
                    <a:gd name="connsiteY18" fmla="*/ 95012 h 138932"/>
                    <a:gd name="connsiteX19" fmla="*/ 73052 w 112042"/>
                    <a:gd name="connsiteY19" fmla="*/ 106216 h 138932"/>
                    <a:gd name="connsiteX20" fmla="*/ 58262 w 112042"/>
                    <a:gd name="connsiteY20" fmla="*/ 121006 h 138932"/>
                    <a:gd name="connsiteX21" fmla="*/ 55573 w 112042"/>
                    <a:gd name="connsiteY21" fmla="*/ 121006 h 138932"/>
                    <a:gd name="connsiteX22" fmla="*/ 40783 w 112042"/>
                    <a:gd name="connsiteY22" fmla="*/ 106216 h 138932"/>
                    <a:gd name="connsiteX23" fmla="*/ 77982 w 112042"/>
                    <a:gd name="connsiteY23" fmla="*/ 97701 h 138932"/>
                    <a:gd name="connsiteX24" fmla="*/ 85600 w 112042"/>
                    <a:gd name="connsiteY24" fmla="*/ 100390 h 138932"/>
                    <a:gd name="connsiteX25" fmla="*/ 77533 w 112042"/>
                    <a:gd name="connsiteY25" fmla="*/ 109802 h 138932"/>
                    <a:gd name="connsiteX26" fmla="*/ 77982 w 112042"/>
                    <a:gd name="connsiteY26" fmla="*/ 106216 h 138932"/>
                    <a:gd name="connsiteX27" fmla="*/ 77982 w 112042"/>
                    <a:gd name="connsiteY27" fmla="*/ 97701 h 138932"/>
                    <a:gd name="connsiteX28" fmla="*/ 74844 w 112042"/>
                    <a:gd name="connsiteY28" fmla="*/ 116524 h 138932"/>
                    <a:gd name="connsiteX29" fmla="*/ 77982 w 112042"/>
                    <a:gd name="connsiteY29" fmla="*/ 114732 h 138932"/>
                    <a:gd name="connsiteX30" fmla="*/ 89634 w 112042"/>
                    <a:gd name="connsiteY30" fmla="*/ 99494 h 138932"/>
                    <a:gd name="connsiteX31" fmla="*/ 77533 w 112042"/>
                    <a:gd name="connsiteY31" fmla="*/ 93219 h 138932"/>
                    <a:gd name="connsiteX32" fmla="*/ 77533 w 112042"/>
                    <a:gd name="connsiteY32" fmla="*/ 92771 h 138932"/>
                    <a:gd name="connsiteX33" fmla="*/ 75293 w 112042"/>
                    <a:gd name="connsiteY33" fmla="*/ 90530 h 138932"/>
                    <a:gd name="connsiteX34" fmla="*/ 38543 w 112042"/>
                    <a:gd name="connsiteY34" fmla="*/ 90530 h 138932"/>
                    <a:gd name="connsiteX35" fmla="*/ 36302 w 112042"/>
                    <a:gd name="connsiteY35" fmla="*/ 92771 h 138932"/>
                    <a:gd name="connsiteX36" fmla="*/ 36302 w 112042"/>
                    <a:gd name="connsiteY36" fmla="*/ 106216 h 138932"/>
                    <a:gd name="connsiteX37" fmla="*/ 43472 w 112042"/>
                    <a:gd name="connsiteY37" fmla="*/ 121006 h 138932"/>
                    <a:gd name="connsiteX38" fmla="*/ 4482 w 112042"/>
                    <a:gd name="connsiteY38" fmla="*/ 121006 h 138932"/>
                    <a:gd name="connsiteX39" fmla="*/ 4482 w 112042"/>
                    <a:gd name="connsiteY39" fmla="*/ 64536 h 138932"/>
                    <a:gd name="connsiteX40" fmla="*/ 39439 w 112042"/>
                    <a:gd name="connsiteY40" fmla="*/ 64536 h 138932"/>
                    <a:gd name="connsiteX41" fmla="*/ 39439 w 112042"/>
                    <a:gd name="connsiteY41" fmla="*/ 75741 h 138932"/>
                    <a:gd name="connsiteX42" fmla="*/ 41680 w 112042"/>
                    <a:gd name="connsiteY42" fmla="*/ 77982 h 138932"/>
                    <a:gd name="connsiteX43" fmla="*/ 46162 w 112042"/>
                    <a:gd name="connsiteY43" fmla="*/ 77982 h 138932"/>
                    <a:gd name="connsiteX44" fmla="*/ 46162 w 112042"/>
                    <a:gd name="connsiteY44" fmla="*/ 84256 h 138932"/>
                    <a:gd name="connsiteX45" fmla="*/ 48402 w 112042"/>
                    <a:gd name="connsiteY45" fmla="*/ 86497 h 138932"/>
                    <a:gd name="connsiteX46" fmla="*/ 50643 w 112042"/>
                    <a:gd name="connsiteY46" fmla="*/ 84256 h 138932"/>
                    <a:gd name="connsiteX47" fmla="*/ 50643 w 112042"/>
                    <a:gd name="connsiteY47" fmla="*/ 77982 h 138932"/>
                    <a:gd name="connsiteX48" fmla="*/ 62296 w 112042"/>
                    <a:gd name="connsiteY48" fmla="*/ 77982 h 138932"/>
                    <a:gd name="connsiteX49" fmla="*/ 62296 w 112042"/>
                    <a:gd name="connsiteY49" fmla="*/ 84256 h 138932"/>
                    <a:gd name="connsiteX50" fmla="*/ 64536 w 112042"/>
                    <a:gd name="connsiteY50" fmla="*/ 86497 h 138932"/>
                    <a:gd name="connsiteX51" fmla="*/ 66777 w 112042"/>
                    <a:gd name="connsiteY51" fmla="*/ 84256 h 138932"/>
                    <a:gd name="connsiteX52" fmla="*/ 66777 w 112042"/>
                    <a:gd name="connsiteY52" fmla="*/ 77982 h 138932"/>
                    <a:gd name="connsiteX53" fmla="*/ 71259 w 112042"/>
                    <a:gd name="connsiteY53" fmla="*/ 77982 h 138932"/>
                    <a:gd name="connsiteX54" fmla="*/ 73500 w 112042"/>
                    <a:gd name="connsiteY54" fmla="*/ 75741 h 138932"/>
                    <a:gd name="connsiteX55" fmla="*/ 73500 w 112042"/>
                    <a:gd name="connsiteY55" fmla="*/ 64536 h 138932"/>
                    <a:gd name="connsiteX56" fmla="*/ 108457 w 112042"/>
                    <a:gd name="connsiteY56" fmla="*/ 64536 h 138932"/>
                    <a:gd name="connsiteX57" fmla="*/ 108457 w 112042"/>
                    <a:gd name="connsiteY57" fmla="*/ 121006 h 138932"/>
                    <a:gd name="connsiteX58" fmla="*/ 70811 w 112042"/>
                    <a:gd name="connsiteY58" fmla="*/ 121006 h 138932"/>
                    <a:gd name="connsiteX59" fmla="*/ 74844 w 112042"/>
                    <a:gd name="connsiteY59" fmla="*/ 116524 h 138932"/>
                    <a:gd name="connsiteX60" fmla="*/ 69018 w 112042"/>
                    <a:gd name="connsiteY60" fmla="*/ 64536 h 138932"/>
                    <a:gd name="connsiteX61" fmla="*/ 69018 w 112042"/>
                    <a:gd name="connsiteY61" fmla="*/ 73500 h 138932"/>
                    <a:gd name="connsiteX62" fmla="*/ 44369 w 112042"/>
                    <a:gd name="connsiteY62" fmla="*/ 73500 h 138932"/>
                    <a:gd name="connsiteX63" fmla="*/ 44369 w 112042"/>
                    <a:gd name="connsiteY63" fmla="*/ 64536 h 138932"/>
                    <a:gd name="connsiteX64" fmla="*/ 69018 w 112042"/>
                    <a:gd name="connsiteY64" fmla="*/ 64536 h 138932"/>
                    <a:gd name="connsiteX65" fmla="*/ 104872 w 112042"/>
                    <a:gd name="connsiteY65" fmla="*/ 134451 h 138932"/>
                    <a:gd name="connsiteX66" fmla="*/ 8067 w 112042"/>
                    <a:gd name="connsiteY66" fmla="*/ 134451 h 138932"/>
                    <a:gd name="connsiteX67" fmla="*/ 4482 w 112042"/>
                    <a:gd name="connsiteY67" fmla="*/ 130866 h 138932"/>
                    <a:gd name="connsiteX68" fmla="*/ 4482 w 112042"/>
                    <a:gd name="connsiteY68" fmla="*/ 125488 h 138932"/>
                    <a:gd name="connsiteX69" fmla="*/ 55573 w 112042"/>
                    <a:gd name="connsiteY69" fmla="*/ 125488 h 138932"/>
                    <a:gd name="connsiteX70" fmla="*/ 58262 w 112042"/>
                    <a:gd name="connsiteY70" fmla="*/ 125488 h 138932"/>
                    <a:gd name="connsiteX71" fmla="*/ 108009 w 112042"/>
                    <a:gd name="connsiteY71" fmla="*/ 125488 h 138932"/>
                    <a:gd name="connsiteX72" fmla="*/ 108009 w 112042"/>
                    <a:gd name="connsiteY72" fmla="*/ 130866 h 138932"/>
                    <a:gd name="connsiteX73" fmla="*/ 104872 w 112042"/>
                    <a:gd name="connsiteY73" fmla="*/ 134451 h 13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12042" h="138932">
                      <a:moveTo>
                        <a:pt x="104872" y="0"/>
                      </a:moveTo>
                      <a:lnTo>
                        <a:pt x="8067" y="0"/>
                      </a:lnTo>
                      <a:cubicBezTo>
                        <a:pt x="3585" y="0"/>
                        <a:pt x="0" y="3585"/>
                        <a:pt x="0" y="8067"/>
                      </a:cubicBezTo>
                      <a:lnTo>
                        <a:pt x="0" y="130866"/>
                      </a:lnTo>
                      <a:cubicBezTo>
                        <a:pt x="0" y="135347"/>
                        <a:pt x="3585" y="138933"/>
                        <a:pt x="8067" y="138933"/>
                      </a:cubicBezTo>
                      <a:lnTo>
                        <a:pt x="104872" y="138933"/>
                      </a:lnTo>
                      <a:cubicBezTo>
                        <a:pt x="109353" y="138933"/>
                        <a:pt x="112939" y="135347"/>
                        <a:pt x="112939" y="130866"/>
                      </a:cubicBezTo>
                      <a:lnTo>
                        <a:pt x="112939" y="8067"/>
                      </a:lnTo>
                      <a:cubicBezTo>
                        <a:pt x="112939" y="3585"/>
                        <a:pt x="109353" y="0"/>
                        <a:pt x="104872" y="0"/>
                      </a:cubicBezTo>
                      <a:close/>
                      <a:moveTo>
                        <a:pt x="8067" y="4482"/>
                      </a:moveTo>
                      <a:lnTo>
                        <a:pt x="104872" y="4482"/>
                      </a:lnTo>
                      <a:cubicBezTo>
                        <a:pt x="106665" y="4482"/>
                        <a:pt x="108457" y="6274"/>
                        <a:pt x="108457" y="8067"/>
                      </a:cubicBezTo>
                      <a:lnTo>
                        <a:pt x="108457" y="60055"/>
                      </a:lnTo>
                      <a:lnTo>
                        <a:pt x="4482" y="60055"/>
                      </a:lnTo>
                      <a:lnTo>
                        <a:pt x="4482" y="8067"/>
                      </a:lnTo>
                      <a:cubicBezTo>
                        <a:pt x="4482" y="6274"/>
                        <a:pt x="6274" y="4482"/>
                        <a:pt x="8067" y="4482"/>
                      </a:cubicBezTo>
                      <a:close/>
                      <a:moveTo>
                        <a:pt x="40783" y="106216"/>
                      </a:moveTo>
                      <a:lnTo>
                        <a:pt x="40783" y="95012"/>
                      </a:lnTo>
                      <a:lnTo>
                        <a:pt x="73052" y="95012"/>
                      </a:lnTo>
                      <a:lnTo>
                        <a:pt x="73052" y="106216"/>
                      </a:lnTo>
                      <a:cubicBezTo>
                        <a:pt x="73052" y="114283"/>
                        <a:pt x="66329" y="121006"/>
                        <a:pt x="58262" y="121006"/>
                      </a:cubicBezTo>
                      <a:lnTo>
                        <a:pt x="55573" y="121006"/>
                      </a:lnTo>
                      <a:cubicBezTo>
                        <a:pt x="47506" y="121006"/>
                        <a:pt x="40783" y="114732"/>
                        <a:pt x="40783" y="106216"/>
                      </a:cubicBezTo>
                      <a:close/>
                      <a:moveTo>
                        <a:pt x="77982" y="97701"/>
                      </a:moveTo>
                      <a:cubicBezTo>
                        <a:pt x="82911" y="97701"/>
                        <a:pt x="84704" y="98149"/>
                        <a:pt x="85600" y="100390"/>
                      </a:cubicBezTo>
                      <a:cubicBezTo>
                        <a:pt x="86497" y="104424"/>
                        <a:pt x="82911" y="107113"/>
                        <a:pt x="77533" y="109802"/>
                      </a:cubicBezTo>
                      <a:cubicBezTo>
                        <a:pt x="77533" y="108457"/>
                        <a:pt x="77982" y="107561"/>
                        <a:pt x="77982" y="106216"/>
                      </a:cubicBezTo>
                      <a:lnTo>
                        <a:pt x="77982" y="97701"/>
                      </a:lnTo>
                      <a:close/>
                      <a:moveTo>
                        <a:pt x="74844" y="116524"/>
                      </a:moveTo>
                      <a:cubicBezTo>
                        <a:pt x="75741" y="116076"/>
                        <a:pt x="76637" y="115180"/>
                        <a:pt x="77982" y="114732"/>
                      </a:cubicBezTo>
                      <a:cubicBezTo>
                        <a:pt x="83360" y="112043"/>
                        <a:pt x="91875" y="107561"/>
                        <a:pt x="89634" y="99494"/>
                      </a:cubicBezTo>
                      <a:cubicBezTo>
                        <a:pt x="87841" y="93219"/>
                        <a:pt x="82015" y="93219"/>
                        <a:pt x="77533" y="93219"/>
                      </a:cubicBezTo>
                      <a:lnTo>
                        <a:pt x="77533" y="92771"/>
                      </a:lnTo>
                      <a:cubicBezTo>
                        <a:pt x="77533" y="91427"/>
                        <a:pt x="76637" y="90530"/>
                        <a:pt x="75293" y="90530"/>
                      </a:cubicBezTo>
                      <a:lnTo>
                        <a:pt x="38543" y="90530"/>
                      </a:lnTo>
                      <a:cubicBezTo>
                        <a:pt x="37198" y="90530"/>
                        <a:pt x="36302" y="91427"/>
                        <a:pt x="36302" y="92771"/>
                      </a:cubicBezTo>
                      <a:lnTo>
                        <a:pt x="36302" y="106216"/>
                      </a:lnTo>
                      <a:cubicBezTo>
                        <a:pt x="36302" y="112043"/>
                        <a:pt x="38991" y="117421"/>
                        <a:pt x="43472" y="121006"/>
                      </a:cubicBezTo>
                      <a:lnTo>
                        <a:pt x="4482" y="121006"/>
                      </a:lnTo>
                      <a:lnTo>
                        <a:pt x="4482" y="64536"/>
                      </a:lnTo>
                      <a:lnTo>
                        <a:pt x="39439" y="64536"/>
                      </a:lnTo>
                      <a:lnTo>
                        <a:pt x="39439" y="75741"/>
                      </a:lnTo>
                      <a:cubicBezTo>
                        <a:pt x="39439" y="77085"/>
                        <a:pt x="40335" y="77982"/>
                        <a:pt x="41680" y="77982"/>
                      </a:cubicBezTo>
                      <a:lnTo>
                        <a:pt x="46162" y="77982"/>
                      </a:lnTo>
                      <a:lnTo>
                        <a:pt x="46162" y="84256"/>
                      </a:lnTo>
                      <a:cubicBezTo>
                        <a:pt x="46162" y="85601"/>
                        <a:pt x="47058" y="86497"/>
                        <a:pt x="48402" y="86497"/>
                      </a:cubicBezTo>
                      <a:cubicBezTo>
                        <a:pt x="49747" y="86497"/>
                        <a:pt x="50643" y="85601"/>
                        <a:pt x="50643" y="84256"/>
                      </a:cubicBezTo>
                      <a:lnTo>
                        <a:pt x="50643" y="77982"/>
                      </a:lnTo>
                      <a:lnTo>
                        <a:pt x="62296" y="77982"/>
                      </a:lnTo>
                      <a:lnTo>
                        <a:pt x="62296" y="84256"/>
                      </a:lnTo>
                      <a:cubicBezTo>
                        <a:pt x="62296" y="85601"/>
                        <a:pt x="63192" y="86497"/>
                        <a:pt x="64536" y="86497"/>
                      </a:cubicBezTo>
                      <a:cubicBezTo>
                        <a:pt x="65881" y="86497"/>
                        <a:pt x="66777" y="85601"/>
                        <a:pt x="66777" y="84256"/>
                      </a:cubicBezTo>
                      <a:lnTo>
                        <a:pt x="66777" y="77982"/>
                      </a:lnTo>
                      <a:lnTo>
                        <a:pt x="71259" y="77982"/>
                      </a:lnTo>
                      <a:cubicBezTo>
                        <a:pt x="72604" y="77982"/>
                        <a:pt x="73500" y="77085"/>
                        <a:pt x="73500" y="75741"/>
                      </a:cubicBezTo>
                      <a:lnTo>
                        <a:pt x="73500" y="64536"/>
                      </a:lnTo>
                      <a:lnTo>
                        <a:pt x="108457" y="64536"/>
                      </a:lnTo>
                      <a:lnTo>
                        <a:pt x="108457" y="121006"/>
                      </a:lnTo>
                      <a:lnTo>
                        <a:pt x="70811" y="121006"/>
                      </a:lnTo>
                      <a:cubicBezTo>
                        <a:pt x="72155" y="119662"/>
                        <a:pt x="73948" y="118317"/>
                        <a:pt x="74844" y="116524"/>
                      </a:cubicBezTo>
                      <a:close/>
                      <a:moveTo>
                        <a:pt x="69018" y="64536"/>
                      </a:moveTo>
                      <a:lnTo>
                        <a:pt x="69018" y="73500"/>
                      </a:lnTo>
                      <a:lnTo>
                        <a:pt x="44369" y="73500"/>
                      </a:lnTo>
                      <a:lnTo>
                        <a:pt x="44369" y="64536"/>
                      </a:lnTo>
                      <a:lnTo>
                        <a:pt x="69018" y="64536"/>
                      </a:lnTo>
                      <a:close/>
                      <a:moveTo>
                        <a:pt x="104872" y="134451"/>
                      </a:moveTo>
                      <a:lnTo>
                        <a:pt x="8067" y="134451"/>
                      </a:lnTo>
                      <a:cubicBezTo>
                        <a:pt x="6274" y="134451"/>
                        <a:pt x="4482" y="132658"/>
                        <a:pt x="4482" y="130866"/>
                      </a:cubicBezTo>
                      <a:lnTo>
                        <a:pt x="4482" y="125488"/>
                      </a:lnTo>
                      <a:lnTo>
                        <a:pt x="55573" y="125488"/>
                      </a:lnTo>
                      <a:lnTo>
                        <a:pt x="58262" y="125488"/>
                      </a:lnTo>
                      <a:lnTo>
                        <a:pt x="108009" y="125488"/>
                      </a:lnTo>
                      <a:lnTo>
                        <a:pt x="108009" y="130866"/>
                      </a:lnTo>
                      <a:cubicBezTo>
                        <a:pt x="108457" y="133107"/>
                        <a:pt x="107113" y="134451"/>
                        <a:pt x="104872" y="13445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50" name="Freeform: Shape 2951">
                  <a:extLst>
                    <a:ext uri="{FF2B5EF4-FFF2-40B4-BE49-F238E27FC236}">
                      <a16:creationId xmlns:a16="http://schemas.microsoft.com/office/drawing/2014/main" id="{54B8A335-8F01-A514-ACE0-8D2B2623CCEB}"/>
                    </a:ext>
                  </a:extLst>
                </p:cNvPr>
                <p:cNvSpPr/>
                <p:nvPr/>
              </p:nvSpPr>
              <p:spPr>
                <a:xfrm>
                  <a:off x="7065862" y="2168680"/>
                  <a:ext cx="40335" cy="13445"/>
                </a:xfrm>
                <a:custGeom>
                  <a:avLst/>
                  <a:gdLst>
                    <a:gd name="connsiteX0" fmla="*/ 2241 w 40335"/>
                    <a:gd name="connsiteY0" fmla="*/ 16582 h 13445"/>
                    <a:gd name="connsiteX1" fmla="*/ 38991 w 40335"/>
                    <a:gd name="connsiteY1" fmla="*/ 16582 h 13445"/>
                    <a:gd name="connsiteX2" fmla="*/ 41232 w 40335"/>
                    <a:gd name="connsiteY2" fmla="*/ 14341 h 13445"/>
                    <a:gd name="connsiteX3" fmla="*/ 41232 w 40335"/>
                    <a:gd name="connsiteY3" fmla="*/ 2241 h 13445"/>
                    <a:gd name="connsiteX4" fmla="*/ 38991 w 40335"/>
                    <a:gd name="connsiteY4" fmla="*/ 0 h 13445"/>
                    <a:gd name="connsiteX5" fmla="*/ 2241 w 40335"/>
                    <a:gd name="connsiteY5" fmla="*/ 0 h 13445"/>
                    <a:gd name="connsiteX6" fmla="*/ 0 w 40335"/>
                    <a:gd name="connsiteY6" fmla="*/ 2241 h 13445"/>
                    <a:gd name="connsiteX7" fmla="*/ 0 w 40335"/>
                    <a:gd name="connsiteY7" fmla="*/ 14341 h 13445"/>
                    <a:gd name="connsiteX8" fmla="*/ 2241 w 40335"/>
                    <a:gd name="connsiteY8" fmla="*/ 16582 h 13445"/>
                    <a:gd name="connsiteX9" fmla="*/ 4482 w 40335"/>
                    <a:gd name="connsiteY9" fmla="*/ 4482 h 13445"/>
                    <a:gd name="connsiteX10" fmla="*/ 36750 w 40335"/>
                    <a:gd name="connsiteY10" fmla="*/ 4482 h 13445"/>
                    <a:gd name="connsiteX11" fmla="*/ 36750 w 40335"/>
                    <a:gd name="connsiteY11" fmla="*/ 12101 h 13445"/>
                    <a:gd name="connsiteX12" fmla="*/ 4482 w 40335"/>
                    <a:gd name="connsiteY12" fmla="*/ 12101 h 13445"/>
                    <a:gd name="connsiteX13" fmla="*/ 4482 w 40335"/>
                    <a:gd name="connsiteY13" fmla="*/ 4482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35" h="13445">
                      <a:moveTo>
                        <a:pt x="2241" y="16582"/>
                      </a:moveTo>
                      <a:lnTo>
                        <a:pt x="38991" y="16582"/>
                      </a:lnTo>
                      <a:cubicBezTo>
                        <a:pt x="40335" y="16582"/>
                        <a:pt x="41232" y="15686"/>
                        <a:pt x="41232" y="14341"/>
                      </a:cubicBezTo>
                      <a:lnTo>
                        <a:pt x="41232" y="2241"/>
                      </a:lnTo>
                      <a:cubicBezTo>
                        <a:pt x="41232" y="896"/>
                        <a:pt x="40335" y="0"/>
                        <a:pt x="38991" y="0"/>
                      </a:cubicBezTo>
                      <a:lnTo>
                        <a:pt x="2241" y="0"/>
                      </a:lnTo>
                      <a:cubicBezTo>
                        <a:pt x="896" y="0"/>
                        <a:pt x="0" y="896"/>
                        <a:pt x="0" y="2241"/>
                      </a:cubicBezTo>
                      <a:lnTo>
                        <a:pt x="0" y="14341"/>
                      </a:lnTo>
                      <a:cubicBezTo>
                        <a:pt x="0" y="15686"/>
                        <a:pt x="896" y="16582"/>
                        <a:pt x="2241" y="16582"/>
                      </a:cubicBezTo>
                      <a:close/>
                      <a:moveTo>
                        <a:pt x="4482" y="4482"/>
                      </a:moveTo>
                      <a:lnTo>
                        <a:pt x="36750" y="4482"/>
                      </a:lnTo>
                      <a:lnTo>
                        <a:pt x="36750" y="12101"/>
                      </a:lnTo>
                      <a:lnTo>
                        <a:pt x="4482" y="12101"/>
                      </a:lnTo>
                      <a:lnTo>
                        <a:pt x="4482" y="448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51" name="Freeform: Shape 2952">
                  <a:extLst>
                    <a:ext uri="{FF2B5EF4-FFF2-40B4-BE49-F238E27FC236}">
                      <a16:creationId xmlns:a16="http://schemas.microsoft.com/office/drawing/2014/main" id="{D00709F8-2234-D702-C918-968A362CC9A3}"/>
                    </a:ext>
                  </a:extLst>
                </p:cNvPr>
                <p:cNvSpPr/>
                <p:nvPr/>
              </p:nvSpPr>
              <p:spPr>
                <a:xfrm>
                  <a:off x="7065862" y="2187951"/>
                  <a:ext cx="40335" cy="4482"/>
                </a:xfrm>
                <a:custGeom>
                  <a:avLst/>
                  <a:gdLst>
                    <a:gd name="connsiteX0" fmla="*/ 2241 w 40335"/>
                    <a:gd name="connsiteY0" fmla="*/ 4482 h 4481"/>
                    <a:gd name="connsiteX1" fmla="*/ 38991 w 40335"/>
                    <a:gd name="connsiteY1" fmla="*/ 4482 h 4481"/>
                    <a:gd name="connsiteX2" fmla="*/ 41232 w 40335"/>
                    <a:gd name="connsiteY2" fmla="*/ 2241 h 4481"/>
                    <a:gd name="connsiteX3" fmla="*/ 38991 w 40335"/>
                    <a:gd name="connsiteY3" fmla="*/ 0 h 4481"/>
                    <a:gd name="connsiteX4" fmla="*/ 2241 w 40335"/>
                    <a:gd name="connsiteY4" fmla="*/ 0 h 4481"/>
                    <a:gd name="connsiteX5" fmla="*/ 0 w 40335"/>
                    <a:gd name="connsiteY5" fmla="*/ 2241 h 4481"/>
                    <a:gd name="connsiteX6" fmla="*/ 2241 w 40335"/>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335" h="4481">
                      <a:moveTo>
                        <a:pt x="2241" y="4482"/>
                      </a:moveTo>
                      <a:lnTo>
                        <a:pt x="38991" y="4482"/>
                      </a:lnTo>
                      <a:cubicBezTo>
                        <a:pt x="40335" y="4482"/>
                        <a:pt x="41232" y="3585"/>
                        <a:pt x="41232" y="2241"/>
                      </a:cubicBezTo>
                      <a:cubicBezTo>
                        <a:pt x="41232" y="896"/>
                        <a:pt x="40335" y="0"/>
                        <a:pt x="38991" y="0"/>
                      </a:cubicBezTo>
                      <a:lnTo>
                        <a:pt x="2241" y="0"/>
                      </a:lnTo>
                      <a:cubicBezTo>
                        <a:pt x="896" y="0"/>
                        <a:pt x="0" y="896"/>
                        <a:pt x="0" y="2241"/>
                      </a:cubicBezTo>
                      <a:cubicBezTo>
                        <a:pt x="0" y="3585"/>
                        <a:pt x="896" y="4482"/>
                        <a:pt x="2241"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52" name="Freeform: Shape 2953">
                  <a:extLst>
                    <a:ext uri="{FF2B5EF4-FFF2-40B4-BE49-F238E27FC236}">
                      <a16:creationId xmlns:a16="http://schemas.microsoft.com/office/drawing/2014/main" id="{6F239686-11A6-504D-47B2-04DCEB97CB5B}"/>
                    </a:ext>
                  </a:extLst>
                </p:cNvPr>
                <p:cNvSpPr/>
                <p:nvPr/>
              </p:nvSpPr>
              <p:spPr>
                <a:xfrm>
                  <a:off x="7079307" y="2120278"/>
                  <a:ext cx="13445" cy="13445"/>
                </a:xfrm>
                <a:custGeom>
                  <a:avLst/>
                  <a:gdLst>
                    <a:gd name="connsiteX0" fmla="*/ 0 w 13445"/>
                    <a:gd name="connsiteY0" fmla="*/ 7619 h 13445"/>
                    <a:gd name="connsiteX1" fmla="*/ 7619 w 13445"/>
                    <a:gd name="connsiteY1" fmla="*/ 15238 h 13445"/>
                    <a:gd name="connsiteX2" fmla="*/ 15238 w 13445"/>
                    <a:gd name="connsiteY2" fmla="*/ 7619 h 13445"/>
                    <a:gd name="connsiteX3" fmla="*/ 7619 w 13445"/>
                    <a:gd name="connsiteY3" fmla="*/ 0 h 13445"/>
                    <a:gd name="connsiteX4" fmla="*/ 0 w 13445"/>
                    <a:gd name="connsiteY4" fmla="*/ 7619 h 13445"/>
                    <a:gd name="connsiteX5" fmla="*/ 10308 w 13445"/>
                    <a:gd name="connsiteY5" fmla="*/ 7619 h 13445"/>
                    <a:gd name="connsiteX6" fmla="*/ 7171 w 13445"/>
                    <a:gd name="connsiteY6" fmla="*/ 10756 h 13445"/>
                    <a:gd name="connsiteX7" fmla="*/ 4034 w 13445"/>
                    <a:gd name="connsiteY7" fmla="*/ 7619 h 13445"/>
                    <a:gd name="connsiteX8" fmla="*/ 7171 w 13445"/>
                    <a:gd name="connsiteY8" fmla="*/ 4482 h 13445"/>
                    <a:gd name="connsiteX9" fmla="*/ 10308 w 13445"/>
                    <a:gd name="connsiteY9" fmla="*/ 7619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45" h="13445">
                      <a:moveTo>
                        <a:pt x="0" y="7619"/>
                      </a:moveTo>
                      <a:cubicBezTo>
                        <a:pt x="0" y="11652"/>
                        <a:pt x="3137" y="15238"/>
                        <a:pt x="7619" y="15238"/>
                      </a:cubicBezTo>
                      <a:cubicBezTo>
                        <a:pt x="12101" y="15238"/>
                        <a:pt x="15238" y="12101"/>
                        <a:pt x="15238" y="7619"/>
                      </a:cubicBezTo>
                      <a:cubicBezTo>
                        <a:pt x="15238" y="3585"/>
                        <a:pt x="12101" y="0"/>
                        <a:pt x="7619" y="0"/>
                      </a:cubicBezTo>
                      <a:cubicBezTo>
                        <a:pt x="3137" y="0"/>
                        <a:pt x="0" y="3585"/>
                        <a:pt x="0" y="7619"/>
                      </a:cubicBezTo>
                      <a:close/>
                      <a:moveTo>
                        <a:pt x="10308" y="7619"/>
                      </a:moveTo>
                      <a:cubicBezTo>
                        <a:pt x="10308" y="9412"/>
                        <a:pt x="8963" y="10756"/>
                        <a:pt x="7171" y="10756"/>
                      </a:cubicBezTo>
                      <a:cubicBezTo>
                        <a:pt x="5378" y="10756"/>
                        <a:pt x="4034" y="9412"/>
                        <a:pt x="4034" y="7619"/>
                      </a:cubicBezTo>
                      <a:cubicBezTo>
                        <a:pt x="4034" y="5826"/>
                        <a:pt x="5378" y="4482"/>
                        <a:pt x="7171" y="4482"/>
                      </a:cubicBezTo>
                      <a:cubicBezTo>
                        <a:pt x="8963" y="4482"/>
                        <a:pt x="10308" y="6274"/>
                        <a:pt x="10308" y="761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53" name="Freeform: Shape 2954">
                  <a:extLst>
                    <a:ext uri="{FF2B5EF4-FFF2-40B4-BE49-F238E27FC236}">
                      <a16:creationId xmlns:a16="http://schemas.microsoft.com/office/drawing/2014/main" id="{F20FE876-8B05-ADF3-644B-958C0D54E66D}"/>
                    </a:ext>
                  </a:extLst>
                </p:cNvPr>
                <p:cNvSpPr/>
                <p:nvPr/>
              </p:nvSpPr>
              <p:spPr>
                <a:xfrm>
                  <a:off x="7068374" y="2109073"/>
                  <a:ext cx="35854" cy="8963"/>
                </a:xfrm>
                <a:custGeom>
                  <a:avLst/>
                  <a:gdLst>
                    <a:gd name="connsiteX0" fmla="*/ 35582 w 35853"/>
                    <a:gd name="connsiteY0" fmla="*/ 11204 h 8963"/>
                    <a:gd name="connsiteX1" fmla="*/ 35582 w 35853"/>
                    <a:gd name="connsiteY1" fmla="*/ 8067 h 8963"/>
                    <a:gd name="connsiteX2" fmla="*/ 18103 w 35853"/>
                    <a:gd name="connsiteY2" fmla="*/ 0 h 8963"/>
                    <a:gd name="connsiteX3" fmla="*/ 625 w 35853"/>
                    <a:gd name="connsiteY3" fmla="*/ 8067 h 8963"/>
                    <a:gd name="connsiteX4" fmla="*/ 1073 w 35853"/>
                    <a:gd name="connsiteY4" fmla="*/ 11204 h 8963"/>
                    <a:gd name="connsiteX5" fmla="*/ 2417 w 35853"/>
                    <a:gd name="connsiteY5" fmla="*/ 11652 h 8963"/>
                    <a:gd name="connsiteX6" fmla="*/ 4210 w 35853"/>
                    <a:gd name="connsiteY6" fmla="*/ 10756 h 8963"/>
                    <a:gd name="connsiteX7" fmla="*/ 18103 w 35853"/>
                    <a:gd name="connsiteY7" fmla="*/ 4482 h 8963"/>
                    <a:gd name="connsiteX8" fmla="*/ 31997 w 35853"/>
                    <a:gd name="connsiteY8" fmla="*/ 10756 h 8963"/>
                    <a:gd name="connsiteX9" fmla="*/ 35582 w 35853"/>
                    <a:gd name="connsiteY9" fmla="*/ 11204 h 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53" h="8963">
                      <a:moveTo>
                        <a:pt x="35582" y="11204"/>
                      </a:moveTo>
                      <a:cubicBezTo>
                        <a:pt x="36478" y="10308"/>
                        <a:pt x="36478" y="8963"/>
                        <a:pt x="35582" y="8067"/>
                      </a:cubicBezTo>
                      <a:cubicBezTo>
                        <a:pt x="31100" y="3137"/>
                        <a:pt x="24826" y="0"/>
                        <a:pt x="18103" y="0"/>
                      </a:cubicBezTo>
                      <a:cubicBezTo>
                        <a:pt x="11381" y="0"/>
                        <a:pt x="5106" y="3137"/>
                        <a:pt x="625" y="8067"/>
                      </a:cubicBezTo>
                      <a:cubicBezTo>
                        <a:pt x="-272" y="8963"/>
                        <a:pt x="-272" y="10308"/>
                        <a:pt x="1073" y="11204"/>
                      </a:cubicBezTo>
                      <a:cubicBezTo>
                        <a:pt x="1521" y="11652"/>
                        <a:pt x="1969" y="11652"/>
                        <a:pt x="2417" y="11652"/>
                      </a:cubicBezTo>
                      <a:cubicBezTo>
                        <a:pt x="2866" y="11652"/>
                        <a:pt x="3762" y="11204"/>
                        <a:pt x="4210" y="10756"/>
                      </a:cubicBezTo>
                      <a:cubicBezTo>
                        <a:pt x="7795" y="6723"/>
                        <a:pt x="12725" y="4482"/>
                        <a:pt x="18103" y="4482"/>
                      </a:cubicBezTo>
                      <a:cubicBezTo>
                        <a:pt x="23481" y="4482"/>
                        <a:pt x="28411" y="6723"/>
                        <a:pt x="31997" y="10756"/>
                      </a:cubicBezTo>
                      <a:cubicBezTo>
                        <a:pt x="32893" y="11652"/>
                        <a:pt x="34237" y="11652"/>
                        <a:pt x="35582" y="1120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54" name="Freeform: Shape 2955">
                  <a:extLst>
                    <a:ext uri="{FF2B5EF4-FFF2-40B4-BE49-F238E27FC236}">
                      <a16:creationId xmlns:a16="http://schemas.microsoft.com/office/drawing/2014/main" id="{DA6665C0-F597-9831-34A6-29F4B5F16952}"/>
                    </a:ext>
                  </a:extLst>
                </p:cNvPr>
                <p:cNvSpPr/>
                <p:nvPr/>
              </p:nvSpPr>
              <p:spPr>
                <a:xfrm>
                  <a:off x="7061340" y="2096973"/>
                  <a:ext cx="49299" cy="13445"/>
                </a:xfrm>
                <a:custGeom>
                  <a:avLst/>
                  <a:gdLst>
                    <a:gd name="connsiteX0" fmla="*/ 2281 w 49298"/>
                    <a:gd name="connsiteY0" fmla="*/ 16134 h 13445"/>
                    <a:gd name="connsiteX1" fmla="*/ 4074 w 49298"/>
                    <a:gd name="connsiteY1" fmla="*/ 15238 h 13445"/>
                    <a:gd name="connsiteX2" fmla="*/ 25138 w 49298"/>
                    <a:gd name="connsiteY2" fmla="*/ 4482 h 13445"/>
                    <a:gd name="connsiteX3" fmla="*/ 46202 w 49298"/>
                    <a:gd name="connsiteY3" fmla="*/ 14790 h 13445"/>
                    <a:gd name="connsiteX4" fmla="*/ 49339 w 49298"/>
                    <a:gd name="connsiteY4" fmla="*/ 15238 h 13445"/>
                    <a:gd name="connsiteX5" fmla="*/ 49787 w 49298"/>
                    <a:gd name="connsiteY5" fmla="*/ 12101 h 13445"/>
                    <a:gd name="connsiteX6" fmla="*/ 25138 w 49298"/>
                    <a:gd name="connsiteY6" fmla="*/ 0 h 13445"/>
                    <a:gd name="connsiteX7" fmla="*/ 489 w 49298"/>
                    <a:gd name="connsiteY7" fmla="*/ 12549 h 13445"/>
                    <a:gd name="connsiteX8" fmla="*/ 937 w 49298"/>
                    <a:gd name="connsiteY8" fmla="*/ 15686 h 13445"/>
                    <a:gd name="connsiteX9" fmla="*/ 2281 w 49298"/>
                    <a:gd name="connsiteY9" fmla="*/ 16134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98" h="13445">
                      <a:moveTo>
                        <a:pt x="2281" y="16134"/>
                      </a:moveTo>
                      <a:cubicBezTo>
                        <a:pt x="3178" y="16134"/>
                        <a:pt x="3626" y="15686"/>
                        <a:pt x="4074" y="15238"/>
                      </a:cubicBezTo>
                      <a:cubicBezTo>
                        <a:pt x="9004" y="8515"/>
                        <a:pt x="16623" y="4482"/>
                        <a:pt x="25138" y="4482"/>
                      </a:cubicBezTo>
                      <a:cubicBezTo>
                        <a:pt x="33205" y="4482"/>
                        <a:pt x="40824" y="8067"/>
                        <a:pt x="46202" y="14790"/>
                      </a:cubicBezTo>
                      <a:cubicBezTo>
                        <a:pt x="47098" y="15686"/>
                        <a:pt x="48443" y="16134"/>
                        <a:pt x="49339" y="15238"/>
                      </a:cubicBezTo>
                      <a:cubicBezTo>
                        <a:pt x="50235" y="14341"/>
                        <a:pt x="50684" y="12997"/>
                        <a:pt x="49787" y="12101"/>
                      </a:cubicBezTo>
                      <a:cubicBezTo>
                        <a:pt x="43961" y="4482"/>
                        <a:pt x="34998" y="0"/>
                        <a:pt x="25138" y="0"/>
                      </a:cubicBezTo>
                      <a:cubicBezTo>
                        <a:pt x="15278" y="0"/>
                        <a:pt x="6315" y="4482"/>
                        <a:pt x="489" y="12549"/>
                      </a:cubicBezTo>
                      <a:cubicBezTo>
                        <a:pt x="-408" y="13445"/>
                        <a:pt x="40" y="14790"/>
                        <a:pt x="937" y="15686"/>
                      </a:cubicBezTo>
                      <a:cubicBezTo>
                        <a:pt x="1385" y="16134"/>
                        <a:pt x="1833" y="16134"/>
                        <a:pt x="2281" y="1613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455" name="Group 2528">
                <a:extLst>
                  <a:ext uri="{FF2B5EF4-FFF2-40B4-BE49-F238E27FC236}">
                    <a16:creationId xmlns:a16="http://schemas.microsoft.com/office/drawing/2014/main" id="{BBA784A6-629D-78EC-45D6-AF9D00623520}"/>
                  </a:ext>
                  <a:ext uri="{C183D7F6-B498-43B3-948B-1728B52AA6E4}">
                    <adec:decorative xmlns:adec="http://schemas.microsoft.com/office/drawing/2017/decorative" val="1"/>
                  </a:ext>
                </a:extLst>
              </p:cNvPr>
              <p:cNvGrpSpPr>
                <a:grpSpLocks noChangeAspect="1"/>
              </p:cNvGrpSpPr>
              <p:nvPr/>
            </p:nvGrpSpPr>
            <p:grpSpPr>
              <a:xfrm>
                <a:off x="6683542" y="5213035"/>
                <a:ext cx="152378" cy="152826"/>
                <a:chOff x="6740042" y="3157344"/>
                <a:chExt cx="152378" cy="152826"/>
              </a:xfrm>
            </p:grpSpPr>
            <p:sp>
              <p:nvSpPr>
                <p:cNvPr id="1456" name="Freeform: Shape 2944">
                  <a:extLst>
                    <a:ext uri="{FF2B5EF4-FFF2-40B4-BE49-F238E27FC236}">
                      <a16:creationId xmlns:a16="http://schemas.microsoft.com/office/drawing/2014/main" id="{C2FB7827-9AB8-DAD2-5C62-468F3773664B}"/>
                    </a:ext>
                  </a:extLst>
                </p:cNvPr>
                <p:cNvSpPr/>
                <p:nvPr/>
              </p:nvSpPr>
              <p:spPr>
                <a:xfrm>
                  <a:off x="6780377" y="3198127"/>
                  <a:ext cx="71707" cy="112043"/>
                </a:xfrm>
                <a:custGeom>
                  <a:avLst/>
                  <a:gdLst>
                    <a:gd name="connsiteX0" fmla="*/ 56021 w 71707"/>
                    <a:gd name="connsiteY0" fmla="*/ 0 h 112042"/>
                    <a:gd name="connsiteX1" fmla="*/ 15686 w 71707"/>
                    <a:gd name="connsiteY1" fmla="*/ 0 h 112042"/>
                    <a:gd name="connsiteX2" fmla="*/ 0 w 71707"/>
                    <a:gd name="connsiteY2" fmla="*/ 15686 h 112042"/>
                    <a:gd name="connsiteX3" fmla="*/ 0 w 71707"/>
                    <a:gd name="connsiteY3" fmla="*/ 56469 h 112042"/>
                    <a:gd name="connsiteX4" fmla="*/ 6723 w 71707"/>
                    <a:gd name="connsiteY4" fmla="*/ 63192 h 112042"/>
                    <a:gd name="connsiteX5" fmla="*/ 13445 w 71707"/>
                    <a:gd name="connsiteY5" fmla="*/ 63192 h 112042"/>
                    <a:gd name="connsiteX6" fmla="*/ 13445 w 71707"/>
                    <a:gd name="connsiteY6" fmla="*/ 105320 h 112042"/>
                    <a:gd name="connsiteX7" fmla="*/ 20168 w 71707"/>
                    <a:gd name="connsiteY7" fmla="*/ 112043 h 112042"/>
                    <a:gd name="connsiteX8" fmla="*/ 51540 w 71707"/>
                    <a:gd name="connsiteY8" fmla="*/ 112043 h 112042"/>
                    <a:gd name="connsiteX9" fmla="*/ 58262 w 71707"/>
                    <a:gd name="connsiteY9" fmla="*/ 105320 h 112042"/>
                    <a:gd name="connsiteX10" fmla="*/ 58262 w 71707"/>
                    <a:gd name="connsiteY10" fmla="*/ 63192 h 112042"/>
                    <a:gd name="connsiteX11" fmla="*/ 64985 w 71707"/>
                    <a:gd name="connsiteY11" fmla="*/ 63192 h 112042"/>
                    <a:gd name="connsiteX12" fmla="*/ 71707 w 71707"/>
                    <a:gd name="connsiteY12" fmla="*/ 56469 h 112042"/>
                    <a:gd name="connsiteX13" fmla="*/ 71707 w 71707"/>
                    <a:gd name="connsiteY13" fmla="*/ 15686 h 112042"/>
                    <a:gd name="connsiteX14" fmla="*/ 56021 w 71707"/>
                    <a:gd name="connsiteY14" fmla="*/ 0 h 112042"/>
                    <a:gd name="connsiteX15" fmla="*/ 67226 w 71707"/>
                    <a:gd name="connsiteY15" fmla="*/ 56469 h 112042"/>
                    <a:gd name="connsiteX16" fmla="*/ 64985 w 71707"/>
                    <a:gd name="connsiteY16" fmla="*/ 58710 h 112042"/>
                    <a:gd name="connsiteX17" fmla="*/ 58262 w 71707"/>
                    <a:gd name="connsiteY17" fmla="*/ 58710 h 112042"/>
                    <a:gd name="connsiteX18" fmla="*/ 58262 w 71707"/>
                    <a:gd name="connsiteY18" fmla="*/ 21960 h 112042"/>
                    <a:gd name="connsiteX19" fmla="*/ 56021 w 71707"/>
                    <a:gd name="connsiteY19" fmla="*/ 19719 h 112042"/>
                    <a:gd name="connsiteX20" fmla="*/ 53780 w 71707"/>
                    <a:gd name="connsiteY20" fmla="*/ 21960 h 112042"/>
                    <a:gd name="connsiteX21" fmla="*/ 53780 w 71707"/>
                    <a:gd name="connsiteY21" fmla="*/ 104872 h 112042"/>
                    <a:gd name="connsiteX22" fmla="*/ 51540 w 71707"/>
                    <a:gd name="connsiteY22" fmla="*/ 107113 h 112042"/>
                    <a:gd name="connsiteX23" fmla="*/ 38094 w 71707"/>
                    <a:gd name="connsiteY23" fmla="*/ 107113 h 112042"/>
                    <a:gd name="connsiteX24" fmla="*/ 38094 w 71707"/>
                    <a:gd name="connsiteY24" fmla="*/ 60503 h 112042"/>
                    <a:gd name="connsiteX25" fmla="*/ 35854 w 71707"/>
                    <a:gd name="connsiteY25" fmla="*/ 58262 h 112042"/>
                    <a:gd name="connsiteX26" fmla="*/ 33613 w 71707"/>
                    <a:gd name="connsiteY26" fmla="*/ 60503 h 112042"/>
                    <a:gd name="connsiteX27" fmla="*/ 33613 w 71707"/>
                    <a:gd name="connsiteY27" fmla="*/ 107113 h 112042"/>
                    <a:gd name="connsiteX28" fmla="*/ 20168 w 71707"/>
                    <a:gd name="connsiteY28" fmla="*/ 107113 h 112042"/>
                    <a:gd name="connsiteX29" fmla="*/ 17927 w 71707"/>
                    <a:gd name="connsiteY29" fmla="*/ 104872 h 112042"/>
                    <a:gd name="connsiteX30" fmla="*/ 17927 w 71707"/>
                    <a:gd name="connsiteY30" fmla="*/ 21960 h 112042"/>
                    <a:gd name="connsiteX31" fmla="*/ 15686 w 71707"/>
                    <a:gd name="connsiteY31" fmla="*/ 19719 h 112042"/>
                    <a:gd name="connsiteX32" fmla="*/ 13445 w 71707"/>
                    <a:gd name="connsiteY32" fmla="*/ 21960 h 112042"/>
                    <a:gd name="connsiteX33" fmla="*/ 13445 w 71707"/>
                    <a:gd name="connsiteY33" fmla="*/ 58710 h 112042"/>
                    <a:gd name="connsiteX34" fmla="*/ 6723 w 71707"/>
                    <a:gd name="connsiteY34" fmla="*/ 58710 h 112042"/>
                    <a:gd name="connsiteX35" fmla="*/ 4482 w 71707"/>
                    <a:gd name="connsiteY35" fmla="*/ 56469 h 112042"/>
                    <a:gd name="connsiteX36" fmla="*/ 4482 w 71707"/>
                    <a:gd name="connsiteY36" fmla="*/ 15686 h 112042"/>
                    <a:gd name="connsiteX37" fmla="*/ 15686 w 71707"/>
                    <a:gd name="connsiteY37" fmla="*/ 4482 h 112042"/>
                    <a:gd name="connsiteX38" fmla="*/ 56021 w 71707"/>
                    <a:gd name="connsiteY38" fmla="*/ 4482 h 112042"/>
                    <a:gd name="connsiteX39" fmla="*/ 67226 w 71707"/>
                    <a:gd name="connsiteY39" fmla="*/ 15686 h 112042"/>
                    <a:gd name="connsiteX40" fmla="*/ 67226 w 71707"/>
                    <a:gd name="connsiteY40" fmla="*/ 56469 h 1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1707" h="112042">
                      <a:moveTo>
                        <a:pt x="56021" y="0"/>
                      </a:moveTo>
                      <a:lnTo>
                        <a:pt x="15686" y="0"/>
                      </a:lnTo>
                      <a:cubicBezTo>
                        <a:pt x="7171" y="0"/>
                        <a:pt x="0" y="7171"/>
                        <a:pt x="0" y="15686"/>
                      </a:cubicBezTo>
                      <a:lnTo>
                        <a:pt x="0" y="56469"/>
                      </a:lnTo>
                      <a:cubicBezTo>
                        <a:pt x="0" y="60055"/>
                        <a:pt x="3137" y="63192"/>
                        <a:pt x="6723" y="63192"/>
                      </a:cubicBezTo>
                      <a:lnTo>
                        <a:pt x="13445" y="63192"/>
                      </a:lnTo>
                      <a:lnTo>
                        <a:pt x="13445" y="105320"/>
                      </a:lnTo>
                      <a:cubicBezTo>
                        <a:pt x="13445" y="108905"/>
                        <a:pt x="16582" y="112043"/>
                        <a:pt x="20168" y="112043"/>
                      </a:cubicBezTo>
                      <a:lnTo>
                        <a:pt x="51540" y="112043"/>
                      </a:lnTo>
                      <a:cubicBezTo>
                        <a:pt x="55125" y="112043"/>
                        <a:pt x="58262" y="108905"/>
                        <a:pt x="58262" y="105320"/>
                      </a:cubicBezTo>
                      <a:lnTo>
                        <a:pt x="58262" y="63192"/>
                      </a:lnTo>
                      <a:lnTo>
                        <a:pt x="64985" y="63192"/>
                      </a:lnTo>
                      <a:cubicBezTo>
                        <a:pt x="68570" y="63192"/>
                        <a:pt x="71707" y="60055"/>
                        <a:pt x="71707" y="56469"/>
                      </a:cubicBezTo>
                      <a:lnTo>
                        <a:pt x="71707" y="15686"/>
                      </a:lnTo>
                      <a:cubicBezTo>
                        <a:pt x="71707" y="7171"/>
                        <a:pt x="64537" y="0"/>
                        <a:pt x="56021" y="0"/>
                      </a:cubicBezTo>
                      <a:close/>
                      <a:moveTo>
                        <a:pt x="67226" y="56469"/>
                      </a:moveTo>
                      <a:cubicBezTo>
                        <a:pt x="67226" y="57814"/>
                        <a:pt x="66329" y="58710"/>
                        <a:pt x="64985" y="58710"/>
                      </a:cubicBezTo>
                      <a:lnTo>
                        <a:pt x="58262" y="58710"/>
                      </a:lnTo>
                      <a:lnTo>
                        <a:pt x="58262" y="21960"/>
                      </a:lnTo>
                      <a:cubicBezTo>
                        <a:pt x="58262" y="20616"/>
                        <a:pt x="57366" y="19719"/>
                        <a:pt x="56021" y="19719"/>
                      </a:cubicBezTo>
                      <a:cubicBezTo>
                        <a:pt x="54677" y="19719"/>
                        <a:pt x="53780" y="20616"/>
                        <a:pt x="53780" y="21960"/>
                      </a:cubicBezTo>
                      <a:lnTo>
                        <a:pt x="53780" y="104872"/>
                      </a:lnTo>
                      <a:cubicBezTo>
                        <a:pt x="53780" y="106216"/>
                        <a:pt x="52884" y="107113"/>
                        <a:pt x="51540" y="107113"/>
                      </a:cubicBezTo>
                      <a:lnTo>
                        <a:pt x="38094" y="107113"/>
                      </a:lnTo>
                      <a:lnTo>
                        <a:pt x="38094" y="60503"/>
                      </a:lnTo>
                      <a:cubicBezTo>
                        <a:pt x="38094" y="59158"/>
                        <a:pt x="37198" y="58262"/>
                        <a:pt x="35854" y="58262"/>
                      </a:cubicBezTo>
                      <a:cubicBezTo>
                        <a:pt x="34509" y="58262"/>
                        <a:pt x="33613" y="59158"/>
                        <a:pt x="33613" y="60503"/>
                      </a:cubicBezTo>
                      <a:lnTo>
                        <a:pt x="33613" y="107113"/>
                      </a:lnTo>
                      <a:lnTo>
                        <a:pt x="20168" y="107113"/>
                      </a:lnTo>
                      <a:cubicBezTo>
                        <a:pt x="18823" y="107113"/>
                        <a:pt x="17927" y="106216"/>
                        <a:pt x="17927" y="104872"/>
                      </a:cubicBezTo>
                      <a:lnTo>
                        <a:pt x="17927" y="21960"/>
                      </a:lnTo>
                      <a:cubicBezTo>
                        <a:pt x="17927" y="20616"/>
                        <a:pt x="17030" y="19719"/>
                        <a:pt x="15686" y="19719"/>
                      </a:cubicBezTo>
                      <a:cubicBezTo>
                        <a:pt x="14341" y="19719"/>
                        <a:pt x="13445" y="20616"/>
                        <a:pt x="13445" y="21960"/>
                      </a:cubicBezTo>
                      <a:lnTo>
                        <a:pt x="13445" y="58710"/>
                      </a:lnTo>
                      <a:lnTo>
                        <a:pt x="6723" y="58710"/>
                      </a:lnTo>
                      <a:cubicBezTo>
                        <a:pt x="5378" y="58710"/>
                        <a:pt x="4482" y="57814"/>
                        <a:pt x="4482" y="56469"/>
                      </a:cubicBezTo>
                      <a:lnTo>
                        <a:pt x="4482" y="15686"/>
                      </a:lnTo>
                      <a:cubicBezTo>
                        <a:pt x="4482" y="9411"/>
                        <a:pt x="9412" y="4482"/>
                        <a:pt x="15686" y="4482"/>
                      </a:cubicBezTo>
                      <a:lnTo>
                        <a:pt x="56021" y="4482"/>
                      </a:lnTo>
                      <a:cubicBezTo>
                        <a:pt x="62296" y="4482"/>
                        <a:pt x="67226" y="9411"/>
                        <a:pt x="67226" y="15686"/>
                      </a:cubicBezTo>
                      <a:lnTo>
                        <a:pt x="67226" y="56469"/>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57" name="Freeform: Shape 2945">
                  <a:extLst>
                    <a:ext uri="{FF2B5EF4-FFF2-40B4-BE49-F238E27FC236}">
                      <a16:creationId xmlns:a16="http://schemas.microsoft.com/office/drawing/2014/main" id="{F48C501F-86D5-48FE-58E3-FCABDB0689E4}"/>
                    </a:ext>
                  </a:extLst>
                </p:cNvPr>
                <p:cNvSpPr/>
                <p:nvPr/>
              </p:nvSpPr>
              <p:spPr>
                <a:xfrm>
                  <a:off x="6798752" y="3157344"/>
                  <a:ext cx="31372" cy="31372"/>
                </a:xfrm>
                <a:custGeom>
                  <a:avLst/>
                  <a:gdLst>
                    <a:gd name="connsiteX0" fmla="*/ 17479 w 31371"/>
                    <a:gd name="connsiteY0" fmla="*/ 34957 h 31371"/>
                    <a:gd name="connsiteX1" fmla="*/ 34957 w 31371"/>
                    <a:gd name="connsiteY1" fmla="*/ 17479 h 31371"/>
                    <a:gd name="connsiteX2" fmla="*/ 17479 w 31371"/>
                    <a:gd name="connsiteY2" fmla="*/ 0 h 31371"/>
                    <a:gd name="connsiteX3" fmla="*/ 0 w 31371"/>
                    <a:gd name="connsiteY3" fmla="*/ 17479 h 31371"/>
                    <a:gd name="connsiteX4" fmla="*/ 17479 w 31371"/>
                    <a:gd name="connsiteY4" fmla="*/ 34957 h 31371"/>
                    <a:gd name="connsiteX5" fmla="*/ 17479 w 31371"/>
                    <a:gd name="connsiteY5" fmla="*/ 4930 h 31371"/>
                    <a:gd name="connsiteX6" fmla="*/ 30476 w 31371"/>
                    <a:gd name="connsiteY6" fmla="*/ 17927 h 31371"/>
                    <a:gd name="connsiteX7" fmla="*/ 17479 w 31371"/>
                    <a:gd name="connsiteY7" fmla="*/ 30924 h 31371"/>
                    <a:gd name="connsiteX8" fmla="*/ 4482 w 31371"/>
                    <a:gd name="connsiteY8" fmla="*/ 17927 h 31371"/>
                    <a:gd name="connsiteX9" fmla="*/ 17479 w 31371"/>
                    <a:gd name="connsiteY9" fmla="*/ 4930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31371">
                      <a:moveTo>
                        <a:pt x="17479" y="34957"/>
                      </a:moveTo>
                      <a:cubicBezTo>
                        <a:pt x="26890" y="34957"/>
                        <a:pt x="34957" y="27338"/>
                        <a:pt x="34957" y="17479"/>
                      </a:cubicBezTo>
                      <a:cubicBezTo>
                        <a:pt x="34957" y="8067"/>
                        <a:pt x="27338" y="0"/>
                        <a:pt x="17479" y="0"/>
                      </a:cubicBezTo>
                      <a:cubicBezTo>
                        <a:pt x="8067" y="0"/>
                        <a:pt x="0" y="7619"/>
                        <a:pt x="0" y="17479"/>
                      </a:cubicBezTo>
                      <a:cubicBezTo>
                        <a:pt x="0" y="27338"/>
                        <a:pt x="8067" y="34957"/>
                        <a:pt x="17479" y="34957"/>
                      </a:cubicBezTo>
                      <a:close/>
                      <a:moveTo>
                        <a:pt x="17479" y="4930"/>
                      </a:moveTo>
                      <a:cubicBezTo>
                        <a:pt x="24649" y="4930"/>
                        <a:pt x="30476" y="10756"/>
                        <a:pt x="30476" y="17927"/>
                      </a:cubicBezTo>
                      <a:cubicBezTo>
                        <a:pt x="30476" y="25098"/>
                        <a:pt x="24649" y="30924"/>
                        <a:pt x="17479" y="30924"/>
                      </a:cubicBezTo>
                      <a:cubicBezTo>
                        <a:pt x="10308" y="30924"/>
                        <a:pt x="4482" y="25098"/>
                        <a:pt x="4482" y="17927"/>
                      </a:cubicBezTo>
                      <a:cubicBezTo>
                        <a:pt x="4482" y="10756"/>
                        <a:pt x="10308" y="4930"/>
                        <a:pt x="17479" y="49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58" name="Freeform: Shape 2946">
                  <a:extLst>
                    <a:ext uri="{FF2B5EF4-FFF2-40B4-BE49-F238E27FC236}">
                      <a16:creationId xmlns:a16="http://schemas.microsoft.com/office/drawing/2014/main" id="{8A299F4C-21CB-6BE9-D258-7AC9832907C0}"/>
                    </a:ext>
                  </a:extLst>
                </p:cNvPr>
                <p:cNvSpPr/>
                <p:nvPr/>
              </p:nvSpPr>
              <p:spPr>
                <a:xfrm>
                  <a:off x="6740042" y="3278350"/>
                  <a:ext cx="31372" cy="31372"/>
                </a:xfrm>
                <a:custGeom>
                  <a:avLst/>
                  <a:gdLst>
                    <a:gd name="connsiteX0" fmla="*/ 30476 w 31371"/>
                    <a:gd name="connsiteY0" fmla="*/ 896 h 31371"/>
                    <a:gd name="connsiteX1" fmla="*/ 27338 w 31371"/>
                    <a:gd name="connsiteY1" fmla="*/ 896 h 31371"/>
                    <a:gd name="connsiteX2" fmla="*/ 4482 w 31371"/>
                    <a:gd name="connsiteY2" fmla="*/ 23753 h 31371"/>
                    <a:gd name="connsiteX3" fmla="*/ 4482 w 31371"/>
                    <a:gd name="connsiteY3" fmla="*/ 2241 h 31371"/>
                    <a:gd name="connsiteX4" fmla="*/ 2241 w 31371"/>
                    <a:gd name="connsiteY4" fmla="*/ 0 h 31371"/>
                    <a:gd name="connsiteX5" fmla="*/ 0 w 31371"/>
                    <a:gd name="connsiteY5" fmla="*/ 2241 h 31371"/>
                    <a:gd name="connsiteX6" fmla="*/ 0 w 31371"/>
                    <a:gd name="connsiteY6" fmla="*/ 29131 h 31371"/>
                    <a:gd name="connsiteX7" fmla="*/ 0 w 31371"/>
                    <a:gd name="connsiteY7" fmla="*/ 30027 h 31371"/>
                    <a:gd name="connsiteX8" fmla="*/ 1345 w 31371"/>
                    <a:gd name="connsiteY8" fmla="*/ 31372 h 31371"/>
                    <a:gd name="connsiteX9" fmla="*/ 2241 w 31371"/>
                    <a:gd name="connsiteY9" fmla="*/ 31372 h 31371"/>
                    <a:gd name="connsiteX10" fmla="*/ 29131 w 31371"/>
                    <a:gd name="connsiteY10" fmla="*/ 31372 h 31371"/>
                    <a:gd name="connsiteX11" fmla="*/ 31372 w 31371"/>
                    <a:gd name="connsiteY11" fmla="*/ 29131 h 31371"/>
                    <a:gd name="connsiteX12" fmla="*/ 29131 w 31371"/>
                    <a:gd name="connsiteY12" fmla="*/ 26890 h 31371"/>
                    <a:gd name="connsiteX13" fmla="*/ 7619 w 31371"/>
                    <a:gd name="connsiteY13" fmla="*/ 26890 h 31371"/>
                    <a:gd name="connsiteX14" fmla="*/ 30476 w 31371"/>
                    <a:gd name="connsiteY14" fmla="*/ 4034 h 31371"/>
                    <a:gd name="connsiteX15" fmla="*/ 30476 w 31371"/>
                    <a:gd name="connsiteY15" fmla="*/ 896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371" h="31371">
                      <a:moveTo>
                        <a:pt x="30476" y="896"/>
                      </a:moveTo>
                      <a:cubicBezTo>
                        <a:pt x="29579" y="0"/>
                        <a:pt x="28235" y="0"/>
                        <a:pt x="27338" y="896"/>
                      </a:cubicBezTo>
                      <a:lnTo>
                        <a:pt x="4482" y="23753"/>
                      </a:lnTo>
                      <a:lnTo>
                        <a:pt x="4482" y="2241"/>
                      </a:lnTo>
                      <a:cubicBezTo>
                        <a:pt x="4482" y="896"/>
                        <a:pt x="3585" y="0"/>
                        <a:pt x="2241" y="0"/>
                      </a:cubicBezTo>
                      <a:cubicBezTo>
                        <a:pt x="896" y="0"/>
                        <a:pt x="0" y="896"/>
                        <a:pt x="0" y="2241"/>
                      </a:cubicBezTo>
                      <a:lnTo>
                        <a:pt x="0" y="29131"/>
                      </a:lnTo>
                      <a:cubicBezTo>
                        <a:pt x="0" y="29579"/>
                        <a:pt x="0" y="29579"/>
                        <a:pt x="0" y="30027"/>
                      </a:cubicBezTo>
                      <a:cubicBezTo>
                        <a:pt x="448" y="30476"/>
                        <a:pt x="448" y="30924"/>
                        <a:pt x="1345" y="31372"/>
                      </a:cubicBezTo>
                      <a:cubicBezTo>
                        <a:pt x="1793" y="31372"/>
                        <a:pt x="1793" y="31372"/>
                        <a:pt x="2241" y="31372"/>
                      </a:cubicBezTo>
                      <a:lnTo>
                        <a:pt x="29131" y="31372"/>
                      </a:lnTo>
                      <a:cubicBezTo>
                        <a:pt x="30476" y="31372"/>
                        <a:pt x="31372" y="30476"/>
                        <a:pt x="31372" y="29131"/>
                      </a:cubicBezTo>
                      <a:cubicBezTo>
                        <a:pt x="31372" y="27786"/>
                        <a:pt x="30476" y="26890"/>
                        <a:pt x="29131" y="26890"/>
                      </a:cubicBezTo>
                      <a:lnTo>
                        <a:pt x="7619" y="26890"/>
                      </a:lnTo>
                      <a:lnTo>
                        <a:pt x="30476" y="4034"/>
                      </a:lnTo>
                      <a:cubicBezTo>
                        <a:pt x="31372" y="3585"/>
                        <a:pt x="31372" y="1793"/>
                        <a:pt x="30476" y="89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59" name="Freeform: Shape 2947">
                  <a:extLst>
                    <a:ext uri="{FF2B5EF4-FFF2-40B4-BE49-F238E27FC236}">
                      <a16:creationId xmlns:a16="http://schemas.microsoft.com/office/drawing/2014/main" id="{DB0E7A29-8A5E-5AB9-F95D-1DF5E1716729}"/>
                    </a:ext>
                  </a:extLst>
                </p:cNvPr>
                <p:cNvSpPr/>
                <p:nvPr/>
              </p:nvSpPr>
              <p:spPr>
                <a:xfrm>
                  <a:off x="6860600" y="3157792"/>
                  <a:ext cx="31372" cy="31372"/>
                </a:xfrm>
                <a:custGeom>
                  <a:avLst/>
                  <a:gdLst>
                    <a:gd name="connsiteX0" fmla="*/ 31372 w 31371"/>
                    <a:gd name="connsiteY0" fmla="*/ 1344 h 31371"/>
                    <a:gd name="connsiteX1" fmla="*/ 30027 w 31371"/>
                    <a:gd name="connsiteY1" fmla="*/ 0 h 31371"/>
                    <a:gd name="connsiteX2" fmla="*/ 29131 w 31371"/>
                    <a:gd name="connsiteY2" fmla="*/ 0 h 31371"/>
                    <a:gd name="connsiteX3" fmla="*/ 29131 w 31371"/>
                    <a:gd name="connsiteY3" fmla="*/ 0 h 31371"/>
                    <a:gd name="connsiteX4" fmla="*/ 2241 w 31371"/>
                    <a:gd name="connsiteY4" fmla="*/ 0 h 31371"/>
                    <a:gd name="connsiteX5" fmla="*/ 0 w 31371"/>
                    <a:gd name="connsiteY5" fmla="*/ 2241 h 31371"/>
                    <a:gd name="connsiteX6" fmla="*/ 2241 w 31371"/>
                    <a:gd name="connsiteY6" fmla="*/ 4482 h 31371"/>
                    <a:gd name="connsiteX7" fmla="*/ 23753 w 31371"/>
                    <a:gd name="connsiteY7" fmla="*/ 4482 h 31371"/>
                    <a:gd name="connsiteX8" fmla="*/ 896 w 31371"/>
                    <a:gd name="connsiteY8" fmla="*/ 27338 h 31371"/>
                    <a:gd name="connsiteX9" fmla="*/ 896 w 31371"/>
                    <a:gd name="connsiteY9" fmla="*/ 30476 h 31371"/>
                    <a:gd name="connsiteX10" fmla="*/ 2689 w 31371"/>
                    <a:gd name="connsiteY10" fmla="*/ 30924 h 31371"/>
                    <a:gd name="connsiteX11" fmla="*/ 4482 w 31371"/>
                    <a:gd name="connsiteY11" fmla="*/ 30476 h 31371"/>
                    <a:gd name="connsiteX12" fmla="*/ 27338 w 31371"/>
                    <a:gd name="connsiteY12" fmla="*/ 7619 h 31371"/>
                    <a:gd name="connsiteX13" fmla="*/ 27338 w 31371"/>
                    <a:gd name="connsiteY13" fmla="*/ 29131 h 31371"/>
                    <a:gd name="connsiteX14" fmla="*/ 29579 w 31371"/>
                    <a:gd name="connsiteY14" fmla="*/ 31372 h 31371"/>
                    <a:gd name="connsiteX15" fmla="*/ 31820 w 31371"/>
                    <a:gd name="connsiteY15" fmla="*/ 29131 h 31371"/>
                    <a:gd name="connsiteX16" fmla="*/ 31820 w 31371"/>
                    <a:gd name="connsiteY16" fmla="*/ 2241 h 31371"/>
                    <a:gd name="connsiteX17" fmla="*/ 31820 w 31371"/>
                    <a:gd name="connsiteY17" fmla="*/ 2241 h 31371"/>
                    <a:gd name="connsiteX18" fmla="*/ 31372 w 31371"/>
                    <a:gd name="connsiteY18" fmla="*/ 1344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371" h="31371">
                      <a:moveTo>
                        <a:pt x="31372" y="1344"/>
                      </a:moveTo>
                      <a:cubicBezTo>
                        <a:pt x="30924" y="896"/>
                        <a:pt x="30924" y="448"/>
                        <a:pt x="30027" y="0"/>
                      </a:cubicBezTo>
                      <a:cubicBezTo>
                        <a:pt x="29579" y="0"/>
                        <a:pt x="29579" y="0"/>
                        <a:pt x="29131" y="0"/>
                      </a:cubicBezTo>
                      <a:cubicBezTo>
                        <a:pt x="29131" y="0"/>
                        <a:pt x="29131" y="0"/>
                        <a:pt x="29131" y="0"/>
                      </a:cubicBezTo>
                      <a:lnTo>
                        <a:pt x="2241" y="0"/>
                      </a:lnTo>
                      <a:cubicBezTo>
                        <a:pt x="896" y="0"/>
                        <a:pt x="0" y="896"/>
                        <a:pt x="0" y="2241"/>
                      </a:cubicBezTo>
                      <a:cubicBezTo>
                        <a:pt x="0" y="3585"/>
                        <a:pt x="896" y="4482"/>
                        <a:pt x="2241" y="4482"/>
                      </a:cubicBezTo>
                      <a:lnTo>
                        <a:pt x="23753" y="4482"/>
                      </a:lnTo>
                      <a:lnTo>
                        <a:pt x="896" y="27338"/>
                      </a:lnTo>
                      <a:cubicBezTo>
                        <a:pt x="0" y="28235"/>
                        <a:pt x="0" y="29579"/>
                        <a:pt x="896" y="30476"/>
                      </a:cubicBezTo>
                      <a:cubicBezTo>
                        <a:pt x="1345" y="30924"/>
                        <a:pt x="1793" y="30924"/>
                        <a:pt x="2689" y="30924"/>
                      </a:cubicBezTo>
                      <a:cubicBezTo>
                        <a:pt x="3585" y="30924"/>
                        <a:pt x="4034" y="30924"/>
                        <a:pt x="4482" y="30476"/>
                      </a:cubicBezTo>
                      <a:lnTo>
                        <a:pt x="27338" y="7619"/>
                      </a:lnTo>
                      <a:lnTo>
                        <a:pt x="27338" y="29131"/>
                      </a:lnTo>
                      <a:cubicBezTo>
                        <a:pt x="27338" y="30476"/>
                        <a:pt x="28235" y="31372"/>
                        <a:pt x="29579" y="31372"/>
                      </a:cubicBezTo>
                      <a:cubicBezTo>
                        <a:pt x="30924" y="31372"/>
                        <a:pt x="31820" y="30476"/>
                        <a:pt x="31820" y="29131"/>
                      </a:cubicBezTo>
                      <a:lnTo>
                        <a:pt x="31820" y="2241"/>
                      </a:lnTo>
                      <a:lnTo>
                        <a:pt x="31820" y="2241"/>
                      </a:lnTo>
                      <a:cubicBezTo>
                        <a:pt x="31820" y="1793"/>
                        <a:pt x="31820" y="1793"/>
                        <a:pt x="31372" y="134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60" name="Freeform: Shape 2948">
                  <a:extLst>
                    <a:ext uri="{FF2B5EF4-FFF2-40B4-BE49-F238E27FC236}">
                      <a16:creationId xmlns:a16="http://schemas.microsoft.com/office/drawing/2014/main" id="{14AEE8B8-6AF2-4324-E2B0-6C0A52285425}"/>
                    </a:ext>
                  </a:extLst>
                </p:cNvPr>
                <p:cNvSpPr/>
                <p:nvPr/>
              </p:nvSpPr>
              <p:spPr>
                <a:xfrm>
                  <a:off x="6861048" y="3278798"/>
                  <a:ext cx="31372" cy="31372"/>
                </a:xfrm>
                <a:custGeom>
                  <a:avLst/>
                  <a:gdLst>
                    <a:gd name="connsiteX0" fmla="*/ 29131 w 31371"/>
                    <a:gd name="connsiteY0" fmla="*/ 0 h 31371"/>
                    <a:gd name="connsiteX1" fmla="*/ 26890 w 31371"/>
                    <a:gd name="connsiteY1" fmla="*/ 2241 h 31371"/>
                    <a:gd name="connsiteX2" fmla="*/ 26890 w 31371"/>
                    <a:gd name="connsiteY2" fmla="*/ 23753 h 31371"/>
                    <a:gd name="connsiteX3" fmla="*/ 4034 w 31371"/>
                    <a:gd name="connsiteY3" fmla="*/ 896 h 31371"/>
                    <a:gd name="connsiteX4" fmla="*/ 896 w 31371"/>
                    <a:gd name="connsiteY4" fmla="*/ 896 h 31371"/>
                    <a:gd name="connsiteX5" fmla="*/ 896 w 31371"/>
                    <a:gd name="connsiteY5" fmla="*/ 4034 h 31371"/>
                    <a:gd name="connsiteX6" fmla="*/ 23753 w 31371"/>
                    <a:gd name="connsiteY6" fmla="*/ 26890 h 31371"/>
                    <a:gd name="connsiteX7" fmla="*/ 2241 w 31371"/>
                    <a:gd name="connsiteY7" fmla="*/ 26890 h 31371"/>
                    <a:gd name="connsiteX8" fmla="*/ 0 w 31371"/>
                    <a:gd name="connsiteY8" fmla="*/ 29131 h 31371"/>
                    <a:gd name="connsiteX9" fmla="*/ 2241 w 31371"/>
                    <a:gd name="connsiteY9" fmla="*/ 31372 h 31371"/>
                    <a:gd name="connsiteX10" fmla="*/ 29131 w 31371"/>
                    <a:gd name="connsiteY10" fmla="*/ 31372 h 31371"/>
                    <a:gd name="connsiteX11" fmla="*/ 30027 w 31371"/>
                    <a:gd name="connsiteY11" fmla="*/ 31372 h 31371"/>
                    <a:gd name="connsiteX12" fmla="*/ 31372 w 31371"/>
                    <a:gd name="connsiteY12" fmla="*/ 30027 h 31371"/>
                    <a:gd name="connsiteX13" fmla="*/ 31372 w 31371"/>
                    <a:gd name="connsiteY13" fmla="*/ 29131 h 31371"/>
                    <a:gd name="connsiteX14" fmla="*/ 31372 w 31371"/>
                    <a:gd name="connsiteY14" fmla="*/ 2241 h 31371"/>
                    <a:gd name="connsiteX15" fmla="*/ 29131 w 31371"/>
                    <a:gd name="connsiteY15" fmla="*/ 0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371" h="31371">
                      <a:moveTo>
                        <a:pt x="29131" y="0"/>
                      </a:moveTo>
                      <a:cubicBezTo>
                        <a:pt x="27787" y="0"/>
                        <a:pt x="26890" y="896"/>
                        <a:pt x="26890" y="2241"/>
                      </a:cubicBezTo>
                      <a:lnTo>
                        <a:pt x="26890" y="23753"/>
                      </a:lnTo>
                      <a:lnTo>
                        <a:pt x="4034" y="896"/>
                      </a:lnTo>
                      <a:cubicBezTo>
                        <a:pt x="3137" y="0"/>
                        <a:pt x="1793" y="0"/>
                        <a:pt x="896" y="896"/>
                      </a:cubicBezTo>
                      <a:cubicBezTo>
                        <a:pt x="0" y="1793"/>
                        <a:pt x="0" y="3137"/>
                        <a:pt x="896" y="4034"/>
                      </a:cubicBezTo>
                      <a:lnTo>
                        <a:pt x="23753" y="26890"/>
                      </a:lnTo>
                      <a:lnTo>
                        <a:pt x="2241" y="26890"/>
                      </a:lnTo>
                      <a:cubicBezTo>
                        <a:pt x="896" y="26890"/>
                        <a:pt x="0" y="27786"/>
                        <a:pt x="0" y="29131"/>
                      </a:cubicBezTo>
                      <a:cubicBezTo>
                        <a:pt x="0" y="30476"/>
                        <a:pt x="896" y="31372"/>
                        <a:pt x="2241" y="31372"/>
                      </a:cubicBezTo>
                      <a:lnTo>
                        <a:pt x="29131" y="31372"/>
                      </a:lnTo>
                      <a:cubicBezTo>
                        <a:pt x="29579" y="31372"/>
                        <a:pt x="29579" y="31372"/>
                        <a:pt x="30027" y="31372"/>
                      </a:cubicBezTo>
                      <a:cubicBezTo>
                        <a:pt x="30476" y="30924"/>
                        <a:pt x="30924" y="30924"/>
                        <a:pt x="31372" y="30027"/>
                      </a:cubicBezTo>
                      <a:cubicBezTo>
                        <a:pt x="31372" y="29579"/>
                        <a:pt x="31372" y="29579"/>
                        <a:pt x="31372" y="29131"/>
                      </a:cubicBezTo>
                      <a:lnTo>
                        <a:pt x="31372" y="2241"/>
                      </a:lnTo>
                      <a:cubicBezTo>
                        <a:pt x="31372" y="896"/>
                        <a:pt x="30476" y="0"/>
                        <a:pt x="2913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61" name="Freeform: Shape 2949">
                  <a:extLst>
                    <a:ext uri="{FF2B5EF4-FFF2-40B4-BE49-F238E27FC236}">
                      <a16:creationId xmlns:a16="http://schemas.microsoft.com/office/drawing/2014/main" id="{F01735B0-50E6-630D-26E7-AB962424D006}"/>
                    </a:ext>
                  </a:extLst>
                </p:cNvPr>
                <p:cNvSpPr/>
                <p:nvPr/>
              </p:nvSpPr>
              <p:spPr>
                <a:xfrm>
                  <a:off x="6740042" y="3157792"/>
                  <a:ext cx="31372" cy="31372"/>
                </a:xfrm>
                <a:custGeom>
                  <a:avLst/>
                  <a:gdLst>
                    <a:gd name="connsiteX0" fmla="*/ 31372 w 31371"/>
                    <a:gd name="connsiteY0" fmla="*/ 2241 h 31371"/>
                    <a:gd name="connsiteX1" fmla="*/ 29131 w 31371"/>
                    <a:gd name="connsiteY1" fmla="*/ 0 h 31371"/>
                    <a:gd name="connsiteX2" fmla="*/ 2241 w 31371"/>
                    <a:gd name="connsiteY2" fmla="*/ 0 h 31371"/>
                    <a:gd name="connsiteX3" fmla="*/ 1345 w 31371"/>
                    <a:gd name="connsiteY3" fmla="*/ 0 h 31371"/>
                    <a:gd name="connsiteX4" fmla="*/ 0 w 31371"/>
                    <a:gd name="connsiteY4" fmla="*/ 1344 h 31371"/>
                    <a:gd name="connsiteX5" fmla="*/ 0 w 31371"/>
                    <a:gd name="connsiteY5" fmla="*/ 2241 h 31371"/>
                    <a:gd name="connsiteX6" fmla="*/ 0 w 31371"/>
                    <a:gd name="connsiteY6" fmla="*/ 29131 h 31371"/>
                    <a:gd name="connsiteX7" fmla="*/ 2241 w 31371"/>
                    <a:gd name="connsiteY7" fmla="*/ 31372 h 31371"/>
                    <a:gd name="connsiteX8" fmla="*/ 4482 w 31371"/>
                    <a:gd name="connsiteY8" fmla="*/ 29131 h 31371"/>
                    <a:gd name="connsiteX9" fmla="*/ 4482 w 31371"/>
                    <a:gd name="connsiteY9" fmla="*/ 7619 h 31371"/>
                    <a:gd name="connsiteX10" fmla="*/ 27338 w 31371"/>
                    <a:gd name="connsiteY10" fmla="*/ 30476 h 31371"/>
                    <a:gd name="connsiteX11" fmla="*/ 29131 w 31371"/>
                    <a:gd name="connsiteY11" fmla="*/ 30924 h 31371"/>
                    <a:gd name="connsiteX12" fmla="*/ 30924 w 31371"/>
                    <a:gd name="connsiteY12" fmla="*/ 30476 h 31371"/>
                    <a:gd name="connsiteX13" fmla="*/ 30924 w 31371"/>
                    <a:gd name="connsiteY13" fmla="*/ 27338 h 31371"/>
                    <a:gd name="connsiteX14" fmla="*/ 8067 w 31371"/>
                    <a:gd name="connsiteY14" fmla="*/ 4482 h 31371"/>
                    <a:gd name="connsiteX15" fmla="*/ 29579 w 31371"/>
                    <a:gd name="connsiteY15" fmla="*/ 4482 h 31371"/>
                    <a:gd name="connsiteX16" fmla="*/ 31372 w 31371"/>
                    <a:gd name="connsiteY16" fmla="*/ 2241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371" h="31371">
                      <a:moveTo>
                        <a:pt x="31372" y="2241"/>
                      </a:moveTo>
                      <a:cubicBezTo>
                        <a:pt x="31372" y="896"/>
                        <a:pt x="30476" y="0"/>
                        <a:pt x="29131" y="0"/>
                      </a:cubicBezTo>
                      <a:lnTo>
                        <a:pt x="2241" y="0"/>
                      </a:lnTo>
                      <a:cubicBezTo>
                        <a:pt x="1793" y="0"/>
                        <a:pt x="1793" y="0"/>
                        <a:pt x="1345" y="0"/>
                      </a:cubicBezTo>
                      <a:cubicBezTo>
                        <a:pt x="896" y="448"/>
                        <a:pt x="448" y="448"/>
                        <a:pt x="0" y="1344"/>
                      </a:cubicBezTo>
                      <a:cubicBezTo>
                        <a:pt x="0" y="1793"/>
                        <a:pt x="0" y="1793"/>
                        <a:pt x="0" y="2241"/>
                      </a:cubicBezTo>
                      <a:lnTo>
                        <a:pt x="0" y="29131"/>
                      </a:lnTo>
                      <a:cubicBezTo>
                        <a:pt x="0" y="30476"/>
                        <a:pt x="896" y="31372"/>
                        <a:pt x="2241" y="31372"/>
                      </a:cubicBezTo>
                      <a:cubicBezTo>
                        <a:pt x="3585" y="31372"/>
                        <a:pt x="4482" y="30476"/>
                        <a:pt x="4482" y="29131"/>
                      </a:cubicBezTo>
                      <a:lnTo>
                        <a:pt x="4482" y="7619"/>
                      </a:lnTo>
                      <a:lnTo>
                        <a:pt x="27338" y="30476"/>
                      </a:lnTo>
                      <a:cubicBezTo>
                        <a:pt x="27787" y="30924"/>
                        <a:pt x="28235" y="30924"/>
                        <a:pt x="29131" y="30924"/>
                      </a:cubicBezTo>
                      <a:cubicBezTo>
                        <a:pt x="30027" y="30924"/>
                        <a:pt x="30476" y="30924"/>
                        <a:pt x="30924" y="30476"/>
                      </a:cubicBezTo>
                      <a:cubicBezTo>
                        <a:pt x="31820" y="29579"/>
                        <a:pt x="31820" y="28235"/>
                        <a:pt x="30924" y="27338"/>
                      </a:cubicBezTo>
                      <a:lnTo>
                        <a:pt x="8067" y="4482"/>
                      </a:lnTo>
                      <a:lnTo>
                        <a:pt x="29579" y="4482"/>
                      </a:lnTo>
                      <a:cubicBezTo>
                        <a:pt x="30476" y="4482"/>
                        <a:pt x="31372" y="3585"/>
                        <a:pt x="31372" y="224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462" name="Group 2529">
                <a:extLst>
                  <a:ext uri="{FF2B5EF4-FFF2-40B4-BE49-F238E27FC236}">
                    <a16:creationId xmlns:a16="http://schemas.microsoft.com/office/drawing/2014/main" id="{8D36B80A-C8ED-301B-9A8B-77E896D2DE73}"/>
                  </a:ext>
                  <a:ext uri="{C183D7F6-B498-43B3-948B-1728B52AA6E4}">
                    <adec:decorative xmlns:adec="http://schemas.microsoft.com/office/drawing/2017/decorative" val="1"/>
                  </a:ext>
                </a:extLst>
              </p:cNvPr>
              <p:cNvGrpSpPr>
                <a:grpSpLocks noChangeAspect="1"/>
              </p:cNvGrpSpPr>
              <p:nvPr/>
            </p:nvGrpSpPr>
            <p:grpSpPr>
              <a:xfrm>
                <a:off x="9321023" y="5566641"/>
                <a:ext cx="138933" cy="148344"/>
                <a:chOff x="9377523" y="3510950"/>
                <a:chExt cx="138933" cy="148344"/>
              </a:xfrm>
            </p:grpSpPr>
            <p:sp>
              <p:nvSpPr>
                <p:cNvPr id="1463" name="Freeform: Shape 2940">
                  <a:extLst>
                    <a:ext uri="{FF2B5EF4-FFF2-40B4-BE49-F238E27FC236}">
                      <a16:creationId xmlns:a16="http://schemas.microsoft.com/office/drawing/2014/main" id="{0104B765-2EC0-D0BD-E8CF-F7AAE29469CD}"/>
                    </a:ext>
                  </a:extLst>
                </p:cNvPr>
                <p:cNvSpPr/>
                <p:nvPr/>
              </p:nvSpPr>
              <p:spPr>
                <a:xfrm>
                  <a:off x="9406654" y="3510950"/>
                  <a:ext cx="67226" cy="67226"/>
                </a:xfrm>
                <a:custGeom>
                  <a:avLst/>
                  <a:gdLst>
                    <a:gd name="connsiteX0" fmla="*/ 33613 w 67225"/>
                    <a:gd name="connsiteY0" fmla="*/ 67226 h 67225"/>
                    <a:gd name="connsiteX1" fmla="*/ 67226 w 67225"/>
                    <a:gd name="connsiteY1" fmla="*/ 33613 h 67225"/>
                    <a:gd name="connsiteX2" fmla="*/ 33613 w 67225"/>
                    <a:gd name="connsiteY2" fmla="*/ 0 h 67225"/>
                    <a:gd name="connsiteX3" fmla="*/ 0 w 67225"/>
                    <a:gd name="connsiteY3" fmla="*/ 33613 h 67225"/>
                    <a:gd name="connsiteX4" fmla="*/ 33613 w 67225"/>
                    <a:gd name="connsiteY4" fmla="*/ 67226 h 67225"/>
                    <a:gd name="connsiteX5" fmla="*/ 33613 w 67225"/>
                    <a:gd name="connsiteY5" fmla="*/ 4482 h 67225"/>
                    <a:gd name="connsiteX6" fmla="*/ 62744 w 67225"/>
                    <a:gd name="connsiteY6" fmla="*/ 33613 h 67225"/>
                    <a:gd name="connsiteX7" fmla="*/ 33613 w 67225"/>
                    <a:gd name="connsiteY7" fmla="*/ 62744 h 67225"/>
                    <a:gd name="connsiteX8" fmla="*/ 4482 w 67225"/>
                    <a:gd name="connsiteY8" fmla="*/ 33613 h 67225"/>
                    <a:gd name="connsiteX9" fmla="*/ 33613 w 67225"/>
                    <a:gd name="connsiteY9" fmla="*/ 4482 h 6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5" h="67225">
                      <a:moveTo>
                        <a:pt x="33613" y="67226"/>
                      </a:moveTo>
                      <a:cubicBezTo>
                        <a:pt x="51988" y="67226"/>
                        <a:pt x="67226" y="51988"/>
                        <a:pt x="67226" y="33613"/>
                      </a:cubicBezTo>
                      <a:cubicBezTo>
                        <a:pt x="67226" y="15238"/>
                        <a:pt x="51988" y="0"/>
                        <a:pt x="33613" y="0"/>
                      </a:cubicBezTo>
                      <a:cubicBezTo>
                        <a:pt x="15238" y="0"/>
                        <a:pt x="0" y="15238"/>
                        <a:pt x="0" y="33613"/>
                      </a:cubicBezTo>
                      <a:cubicBezTo>
                        <a:pt x="0" y="52436"/>
                        <a:pt x="14790" y="67226"/>
                        <a:pt x="33613" y="67226"/>
                      </a:cubicBezTo>
                      <a:close/>
                      <a:moveTo>
                        <a:pt x="33613" y="4482"/>
                      </a:moveTo>
                      <a:cubicBezTo>
                        <a:pt x="49747" y="4482"/>
                        <a:pt x="62744" y="17479"/>
                        <a:pt x="62744" y="33613"/>
                      </a:cubicBezTo>
                      <a:cubicBezTo>
                        <a:pt x="62744" y="49747"/>
                        <a:pt x="49747" y="62744"/>
                        <a:pt x="33613" y="62744"/>
                      </a:cubicBezTo>
                      <a:cubicBezTo>
                        <a:pt x="17479" y="62744"/>
                        <a:pt x="4482" y="49747"/>
                        <a:pt x="4482" y="33613"/>
                      </a:cubicBezTo>
                      <a:cubicBezTo>
                        <a:pt x="4482" y="17479"/>
                        <a:pt x="17479" y="4482"/>
                        <a:pt x="3361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64" name="Freeform: Shape 2941">
                  <a:extLst>
                    <a:ext uri="{FF2B5EF4-FFF2-40B4-BE49-F238E27FC236}">
                      <a16:creationId xmlns:a16="http://schemas.microsoft.com/office/drawing/2014/main" id="{64F22EA3-663A-3EF2-1272-FD291D4D6CB4}"/>
                    </a:ext>
                  </a:extLst>
                </p:cNvPr>
                <p:cNvSpPr/>
                <p:nvPr/>
              </p:nvSpPr>
              <p:spPr>
                <a:xfrm>
                  <a:off x="9377523" y="3585346"/>
                  <a:ext cx="103079" cy="71707"/>
                </a:xfrm>
                <a:custGeom>
                  <a:avLst/>
                  <a:gdLst>
                    <a:gd name="connsiteX0" fmla="*/ 82911 w 103079"/>
                    <a:gd name="connsiteY0" fmla="*/ 69466 h 71707"/>
                    <a:gd name="connsiteX1" fmla="*/ 13893 w 103079"/>
                    <a:gd name="connsiteY1" fmla="*/ 69466 h 71707"/>
                    <a:gd name="connsiteX2" fmla="*/ 4482 w 103079"/>
                    <a:gd name="connsiteY2" fmla="*/ 60055 h 71707"/>
                    <a:gd name="connsiteX3" fmla="*/ 4482 w 103079"/>
                    <a:gd name="connsiteY3" fmla="*/ 40335 h 71707"/>
                    <a:gd name="connsiteX4" fmla="*/ 40335 w 103079"/>
                    <a:gd name="connsiteY4" fmla="*/ 4482 h 71707"/>
                    <a:gd name="connsiteX5" fmla="*/ 85152 w 103079"/>
                    <a:gd name="connsiteY5" fmla="*/ 4482 h 71707"/>
                    <a:gd name="connsiteX6" fmla="*/ 103079 w 103079"/>
                    <a:gd name="connsiteY6" fmla="*/ 9412 h 71707"/>
                    <a:gd name="connsiteX7" fmla="*/ 106216 w 103079"/>
                    <a:gd name="connsiteY7" fmla="*/ 8515 h 71707"/>
                    <a:gd name="connsiteX8" fmla="*/ 105320 w 103079"/>
                    <a:gd name="connsiteY8" fmla="*/ 5378 h 71707"/>
                    <a:gd name="connsiteX9" fmla="*/ 85152 w 103079"/>
                    <a:gd name="connsiteY9" fmla="*/ 0 h 71707"/>
                    <a:gd name="connsiteX10" fmla="*/ 40335 w 103079"/>
                    <a:gd name="connsiteY10" fmla="*/ 0 h 71707"/>
                    <a:gd name="connsiteX11" fmla="*/ 0 w 103079"/>
                    <a:gd name="connsiteY11" fmla="*/ 40335 h 71707"/>
                    <a:gd name="connsiteX12" fmla="*/ 0 w 103079"/>
                    <a:gd name="connsiteY12" fmla="*/ 60055 h 71707"/>
                    <a:gd name="connsiteX13" fmla="*/ 13893 w 103079"/>
                    <a:gd name="connsiteY13" fmla="*/ 73948 h 71707"/>
                    <a:gd name="connsiteX14" fmla="*/ 82911 w 103079"/>
                    <a:gd name="connsiteY14" fmla="*/ 73948 h 71707"/>
                    <a:gd name="connsiteX15" fmla="*/ 85152 w 103079"/>
                    <a:gd name="connsiteY15" fmla="*/ 71707 h 71707"/>
                    <a:gd name="connsiteX16" fmla="*/ 82911 w 103079"/>
                    <a:gd name="connsiteY16" fmla="*/ 69466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079" h="71707">
                      <a:moveTo>
                        <a:pt x="82911" y="69466"/>
                      </a:moveTo>
                      <a:lnTo>
                        <a:pt x="13893" y="69466"/>
                      </a:lnTo>
                      <a:cubicBezTo>
                        <a:pt x="8963" y="69466"/>
                        <a:pt x="4482" y="65433"/>
                        <a:pt x="4482" y="60055"/>
                      </a:cubicBezTo>
                      <a:lnTo>
                        <a:pt x="4482" y="40335"/>
                      </a:lnTo>
                      <a:cubicBezTo>
                        <a:pt x="4482" y="20616"/>
                        <a:pt x="20616" y="4482"/>
                        <a:pt x="40335" y="4482"/>
                      </a:cubicBezTo>
                      <a:lnTo>
                        <a:pt x="85152" y="4482"/>
                      </a:lnTo>
                      <a:cubicBezTo>
                        <a:pt x="91427" y="4482"/>
                        <a:pt x="97701" y="6274"/>
                        <a:pt x="103079" y="9412"/>
                      </a:cubicBezTo>
                      <a:cubicBezTo>
                        <a:pt x="103976" y="9860"/>
                        <a:pt x="105320" y="9860"/>
                        <a:pt x="106216" y="8515"/>
                      </a:cubicBezTo>
                      <a:cubicBezTo>
                        <a:pt x="106665" y="7619"/>
                        <a:pt x="106665" y="6274"/>
                        <a:pt x="105320" y="5378"/>
                      </a:cubicBezTo>
                      <a:cubicBezTo>
                        <a:pt x="99046" y="1793"/>
                        <a:pt x="91875" y="0"/>
                        <a:pt x="85152" y="0"/>
                      </a:cubicBezTo>
                      <a:lnTo>
                        <a:pt x="40335" y="0"/>
                      </a:lnTo>
                      <a:cubicBezTo>
                        <a:pt x="18375" y="0"/>
                        <a:pt x="0" y="17927"/>
                        <a:pt x="0" y="40335"/>
                      </a:cubicBezTo>
                      <a:lnTo>
                        <a:pt x="0" y="60055"/>
                      </a:lnTo>
                      <a:cubicBezTo>
                        <a:pt x="0" y="67674"/>
                        <a:pt x="6274" y="73948"/>
                        <a:pt x="13893" y="73948"/>
                      </a:cubicBezTo>
                      <a:lnTo>
                        <a:pt x="82911" y="73948"/>
                      </a:lnTo>
                      <a:cubicBezTo>
                        <a:pt x="84256" y="73948"/>
                        <a:pt x="85152" y="73052"/>
                        <a:pt x="85152" y="71707"/>
                      </a:cubicBezTo>
                      <a:cubicBezTo>
                        <a:pt x="85152" y="70363"/>
                        <a:pt x="84256" y="69466"/>
                        <a:pt x="82911" y="6946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65" name="Freeform: Shape 2942">
                  <a:extLst>
                    <a:ext uri="{FF2B5EF4-FFF2-40B4-BE49-F238E27FC236}">
                      <a16:creationId xmlns:a16="http://schemas.microsoft.com/office/drawing/2014/main" id="{6BFF7333-E751-3955-CDDE-E2AE4E53BEEA}"/>
                    </a:ext>
                  </a:extLst>
                </p:cNvPr>
                <p:cNvSpPr/>
                <p:nvPr/>
              </p:nvSpPr>
              <p:spPr>
                <a:xfrm>
                  <a:off x="9458194" y="3601032"/>
                  <a:ext cx="58262" cy="58262"/>
                </a:xfrm>
                <a:custGeom>
                  <a:avLst/>
                  <a:gdLst>
                    <a:gd name="connsiteX0" fmla="*/ 29131 w 58262"/>
                    <a:gd name="connsiteY0" fmla="*/ 0 h 58262"/>
                    <a:gd name="connsiteX1" fmla="*/ 0 w 58262"/>
                    <a:gd name="connsiteY1" fmla="*/ 29131 h 58262"/>
                    <a:gd name="connsiteX2" fmla="*/ 29131 w 58262"/>
                    <a:gd name="connsiteY2" fmla="*/ 58262 h 58262"/>
                    <a:gd name="connsiteX3" fmla="*/ 58262 w 58262"/>
                    <a:gd name="connsiteY3" fmla="*/ 29131 h 58262"/>
                    <a:gd name="connsiteX4" fmla="*/ 29131 w 58262"/>
                    <a:gd name="connsiteY4" fmla="*/ 0 h 58262"/>
                    <a:gd name="connsiteX5" fmla="*/ 29131 w 58262"/>
                    <a:gd name="connsiteY5" fmla="*/ 53780 h 58262"/>
                    <a:gd name="connsiteX6" fmla="*/ 4482 w 58262"/>
                    <a:gd name="connsiteY6" fmla="*/ 29131 h 58262"/>
                    <a:gd name="connsiteX7" fmla="*/ 29131 w 58262"/>
                    <a:gd name="connsiteY7" fmla="*/ 4482 h 58262"/>
                    <a:gd name="connsiteX8" fmla="*/ 53780 w 58262"/>
                    <a:gd name="connsiteY8" fmla="*/ 29131 h 58262"/>
                    <a:gd name="connsiteX9" fmla="*/ 29131 w 58262"/>
                    <a:gd name="connsiteY9" fmla="*/ 53780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62" h="58262">
                      <a:moveTo>
                        <a:pt x="29131" y="0"/>
                      </a:moveTo>
                      <a:cubicBezTo>
                        <a:pt x="12997" y="0"/>
                        <a:pt x="0" y="12997"/>
                        <a:pt x="0" y="29131"/>
                      </a:cubicBezTo>
                      <a:cubicBezTo>
                        <a:pt x="0" y="45265"/>
                        <a:pt x="12997" y="58262"/>
                        <a:pt x="29131" y="58262"/>
                      </a:cubicBezTo>
                      <a:cubicBezTo>
                        <a:pt x="45265" y="58262"/>
                        <a:pt x="58262" y="45265"/>
                        <a:pt x="58262" y="29131"/>
                      </a:cubicBezTo>
                      <a:cubicBezTo>
                        <a:pt x="58262" y="12997"/>
                        <a:pt x="45265" y="0"/>
                        <a:pt x="29131" y="0"/>
                      </a:cubicBezTo>
                      <a:close/>
                      <a:moveTo>
                        <a:pt x="29131" y="53780"/>
                      </a:moveTo>
                      <a:cubicBezTo>
                        <a:pt x="15686" y="53780"/>
                        <a:pt x="4482" y="42576"/>
                        <a:pt x="4482" y="29131"/>
                      </a:cubicBezTo>
                      <a:cubicBezTo>
                        <a:pt x="4482" y="15686"/>
                        <a:pt x="15686" y="4482"/>
                        <a:pt x="29131" y="4482"/>
                      </a:cubicBezTo>
                      <a:cubicBezTo>
                        <a:pt x="42576" y="4482"/>
                        <a:pt x="53780" y="15686"/>
                        <a:pt x="53780" y="29131"/>
                      </a:cubicBezTo>
                      <a:cubicBezTo>
                        <a:pt x="53780" y="42576"/>
                        <a:pt x="42576" y="53780"/>
                        <a:pt x="29131" y="5378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66" name="Freeform: Shape 2943">
                  <a:extLst>
                    <a:ext uri="{FF2B5EF4-FFF2-40B4-BE49-F238E27FC236}">
                      <a16:creationId xmlns:a16="http://schemas.microsoft.com/office/drawing/2014/main" id="{821CE20B-3A0A-DF9B-F5E4-392E9383CCED}"/>
                    </a:ext>
                  </a:extLst>
                </p:cNvPr>
                <p:cNvSpPr/>
                <p:nvPr/>
              </p:nvSpPr>
              <p:spPr>
                <a:xfrm>
                  <a:off x="9470295" y="3613133"/>
                  <a:ext cx="31372" cy="31372"/>
                </a:xfrm>
                <a:custGeom>
                  <a:avLst/>
                  <a:gdLst>
                    <a:gd name="connsiteX0" fmla="*/ 31820 w 31371"/>
                    <a:gd name="connsiteY0" fmla="*/ 14790 h 31371"/>
                    <a:gd name="connsiteX1" fmla="*/ 19271 w 31371"/>
                    <a:gd name="connsiteY1" fmla="*/ 14790 h 31371"/>
                    <a:gd name="connsiteX2" fmla="*/ 19271 w 31371"/>
                    <a:gd name="connsiteY2" fmla="*/ 2241 h 31371"/>
                    <a:gd name="connsiteX3" fmla="*/ 17030 w 31371"/>
                    <a:gd name="connsiteY3" fmla="*/ 0 h 31371"/>
                    <a:gd name="connsiteX4" fmla="*/ 14790 w 31371"/>
                    <a:gd name="connsiteY4" fmla="*/ 2241 h 31371"/>
                    <a:gd name="connsiteX5" fmla="*/ 14790 w 31371"/>
                    <a:gd name="connsiteY5" fmla="*/ 14790 h 31371"/>
                    <a:gd name="connsiteX6" fmla="*/ 2241 w 31371"/>
                    <a:gd name="connsiteY6" fmla="*/ 14790 h 31371"/>
                    <a:gd name="connsiteX7" fmla="*/ 0 w 31371"/>
                    <a:gd name="connsiteY7" fmla="*/ 17030 h 31371"/>
                    <a:gd name="connsiteX8" fmla="*/ 2241 w 31371"/>
                    <a:gd name="connsiteY8" fmla="*/ 19271 h 31371"/>
                    <a:gd name="connsiteX9" fmla="*/ 14790 w 31371"/>
                    <a:gd name="connsiteY9" fmla="*/ 19271 h 31371"/>
                    <a:gd name="connsiteX10" fmla="*/ 14790 w 31371"/>
                    <a:gd name="connsiteY10" fmla="*/ 31820 h 31371"/>
                    <a:gd name="connsiteX11" fmla="*/ 17030 w 31371"/>
                    <a:gd name="connsiteY11" fmla="*/ 34061 h 31371"/>
                    <a:gd name="connsiteX12" fmla="*/ 19271 w 31371"/>
                    <a:gd name="connsiteY12" fmla="*/ 31820 h 31371"/>
                    <a:gd name="connsiteX13" fmla="*/ 19271 w 31371"/>
                    <a:gd name="connsiteY13" fmla="*/ 19271 h 31371"/>
                    <a:gd name="connsiteX14" fmla="*/ 31820 w 31371"/>
                    <a:gd name="connsiteY14" fmla="*/ 19271 h 31371"/>
                    <a:gd name="connsiteX15" fmla="*/ 34061 w 31371"/>
                    <a:gd name="connsiteY15" fmla="*/ 17030 h 31371"/>
                    <a:gd name="connsiteX16" fmla="*/ 31820 w 31371"/>
                    <a:gd name="connsiteY16" fmla="*/ 14790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371" h="31371">
                      <a:moveTo>
                        <a:pt x="31820" y="14790"/>
                      </a:moveTo>
                      <a:lnTo>
                        <a:pt x="19271" y="14790"/>
                      </a:lnTo>
                      <a:lnTo>
                        <a:pt x="19271" y="2241"/>
                      </a:lnTo>
                      <a:cubicBezTo>
                        <a:pt x="19271" y="896"/>
                        <a:pt x="18375" y="0"/>
                        <a:pt x="17030" y="0"/>
                      </a:cubicBezTo>
                      <a:cubicBezTo>
                        <a:pt x="15686" y="0"/>
                        <a:pt x="14790" y="896"/>
                        <a:pt x="14790" y="2241"/>
                      </a:cubicBezTo>
                      <a:lnTo>
                        <a:pt x="14790" y="14790"/>
                      </a:lnTo>
                      <a:lnTo>
                        <a:pt x="2241" y="14790"/>
                      </a:lnTo>
                      <a:cubicBezTo>
                        <a:pt x="896" y="14790"/>
                        <a:pt x="0" y="15686"/>
                        <a:pt x="0" y="17030"/>
                      </a:cubicBezTo>
                      <a:cubicBezTo>
                        <a:pt x="0" y="18375"/>
                        <a:pt x="896" y="19271"/>
                        <a:pt x="2241" y="19271"/>
                      </a:cubicBezTo>
                      <a:lnTo>
                        <a:pt x="14790" y="19271"/>
                      </a:lnTo>
                      <a:lnTo>
                        <a:pt x="14790" y="31820"/>
                      </a:lnTo>
                      <a:cubicBezTo>
                        <a:pt x="14790" y="33165"/>
                        <a:pt x="15686" y="34061"/>
                        <a:pt x="17030" y="34061"/>
                      </a:cubicBezTo>
                      <a:cubicBezTo>
                        <a:pt x="18375" y="34061"/>
                        <a:pt x="19271" y="33165"/>
                        <a:pt x="19271" y="31820"/>
                      </a:cubicBezTo>
                      <a:lnTo>
                        <a:pt x="19271" y="19271"/>
                      </a:lnTo>
                      <a:lnTo>
                        <a:pt x="31820" y="19271"/>
                      </a:lnTo>
                      <a:cubicBezTo>
                        <a:pt x="33165" y="19271"/>
                        <a:pt x="34061" y="18375"/>
                        <a:pt x="34061" y="17030"/>
                      </a:cubicBezTo>
                      <a:cubicBezTo>
                        <a:pt x="34061" y="15686"/>
                        <a:pt x="33165" y="14790"/>
                        <a:pt x="31820" y="1479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467" name="Group 2530">
                <a:extLst>
                  <a:ext uri="{FF2B5EF4-FFF2-40B4-BE49-F238E27FC236}">
                    <a16:creationId xmlns:a16="http://schemas.microsoft.com/office/drawing/2014/main" id="{7F43A9DA-ADA4-DD2F-E5FE-35C2B90B54B7}"/>
                  </a:ext>
                  <a:ext uri="{C183D7F6-B498-43B3-948B-1728B52AA6E4}">
                    <adec:decorative xmlns:adec="http://schemas.microsoft.com/office/drawing/2017/decorative" val="1"/>
                  </a:ext>
                </a:extLst>
              </p:cNvPr>
              <p:cNvGrpSpPr>
                <a:grpSpLocks noChangeAspect="1"/>
              </p:cNvGrpSpPr>
              <p:nvPr/>
            </p:nvGrpSpPr>
            <p:grpSpPr>
              <a:xfrm>
                <a:off x="9580962" y="5566641"/>
                <a:ext cx="138933" cy="148344"/>
                <a:chOff x="9637462" y="3510950"/>
                <a:chExt cx="138933" cy="148344"/>
              </a:xfrm>
            </p:grpSpPr>
            <p:sp>
              <p:nvSpPr>
                <p:cNvPr id="1468" name="Freeform: Shape 2936">
                  <a:extLst>
                    <a:ext uri="{FF2B5EF4-FFF2-40B4-BE49-F238E27FC236}">
                      <a16:creationId xmlns:a16="http://schemas.microsoft.com/office/drawing/2014/main" id="{36A77E59-1BFB-528A-EB43-C03076E868FA}"/>
                    </a:ext>
                  </a:extLst>
                </p:cNvPr>
                <p:cNvSpPr/>
                <p:nvPr/>
              </p:nvSpPr>
              <p:spPr>
                <a:xfrm>
                  <a:off x="9666593" y="3510950"/>
                  <a:ext cx="67226" cy="67226"/>
                </a:xfrm>
                <a:custGeom>
                  <a:avLst/>
                  <a:gdLst>
                    <a:gd name="connsiteX0" fmla="*/ 33613 w 67225"/>
                    <a:gd name="connsiteY0" fmla="*/ 67226 h 67225"/>
                    <a:gd name="connsiteX1" fmla="*/ 0 w 67225"/>
                    <a:gd name="connsiteY1" fmla="*/ 33613 h 67225"/>
                    <a:gd name="connsiteX2" fmla="*/ 33613 w 67225"/>
                    <a:gd name="connsiteY2" fmla="*/ 0 h 67225"/>
                    <a:gd name="connsiteX3" fmla="*/ 67226 w 67225"/>
                    <a:gd name="connsiteY3" fmla="*/ 33613 h 67225"/>
                    <a:gd name="connsiteX4" fmla="*/ 33613 w 67225"/>
                    <a:gd name="connsiteY4" fmla="*/ 67226 h 67225"/>
                    <a:gd name="connsiteX5" fmla="*/ 33613 w 67225"/>
                    <a:gd name="connsiteY5" fmla="*/ 4482 h 67225"/>
                    <a:gd name="connsiteX6" fmla="*/ 4482 w 67225"/>
                    <a:gd name="connsiteY6" fmla="*/ 33613 h 67225"/>
                    <a:gd name="connsiteX7" fmla="*/ 33613 w 67225"/>
                    <a:gd name="connsiteY7" fmla="*/ 62744 h 67225"/>
                    <a:gd name="connsiteX8" fmla="*/ 62744 w 67225"/>
                    <a:gd name="connsiteY8" fmla="*/ 33613 h 67225"/>
                    <a:gd name="connsiteX9" fmla="*/ 33613 w 67225"/>
                    <a:gd name="connsiteY9" fmla="*/ 4482 h 6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5" h="67225">
                      <a:moveTo>
                        <a:pt x="33613" y="67226"/>
                      </a:moveTo>
                      <a:cubicBezTo>
                        <a:pt x="15238" y="67226"/>
                        <a:pt x="0" y="51988"/>
                        <a:pt x="0" y="33613"/>
                      </a:cubicBezTo>
                      <a:cubicBezTo>
                        <a:pt x="0" y="15238"/>
                        <a:pt x="15238" y="0"/>
                        <a:pt x="33613" y="0"/>
                      </a:cubicBezTo>
                      <a:cubicBezTo>
                        <a:pt x="51988" y="0"/>
                        <a:pt x="67226" y="15238"/>
                        <a:pt x="67226" y="33613"/>
                      </a:cubicBezTo>
                      <a:cubicBezTo>
                        <a:pt x="67226" y="52436"/>
                        <a:pt x="51988" y="67226"/>
                        <a:pt x="33613" y="67226"/>
                      </a:cubicBezTo>
                      <a:close/>
                      <a:moveTo>
                        <a:pt x="33613" y="4482"/>
                      </a:moveTo>
                      <a:cubicBezTo>
                        <a:pt x="17479" y="4482"/>
                        <a:pt x="4482" y="17479"/>
                        <a:pt x="4482" y="33613"/>
                      </a:cubicBezTo>
                      <a:cubicBezTo>
                        <a:pt x="4482" y="49747"/>
                        <a:pt x="17479" y="62744"/>
                        <a:pt x="33613" y="62744"/>
                      </a:cubicBezTo>
                      <a:cubicBezTo>
                        <a:pt x="49747" y="62744"/>
                        <a:pt x="62744" y="49747"/>
                        <a:pt x="62744" y="33613"/>
                      </a:cubicBezTo>
                      <a:cubicBezTo>
                        <a:pt x="62744" y="17479"/>
                        <a:pt x="49747" y="4482"/>
                        <a:pt x="3361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69" name="Freeform: Shape 2937">
                  <a:extLst>
                    <a:ext uri="{FF2B5EF4-FFF2-40B4-BE49-F238E27FC236}">
                      <a16:creationId xmlns:a16="http://schemas.microsoft.com/office/drawing/2014/main" id="{60FB889C-F667-ED99-693C-989895CDCB19}"/>
                    </a:ext>
                  </a:extLst>
                </p:cNvPr>
                <p:cNvSpPr/>
                <p:nvPr/>
              </p:nvSpPr>
              <p:spPr>
                <a:xfrm>
                  <a:off x="9637462" y="3585346"/>
                  <a:ext cx="103079" cy="71707"/>
                </a:xfrm>
                <a:custGeom>
                  <a:avLst/>
                  <a:gdLst>
                    <a:gd name="connsiteX0" fmla="*/ 82911 w 103079"/>
                    <a:gd name="connsiteY0" fmla="*/ 73948 h 71707"/>
                    <a:gd name="connsiteX1" fmla="*/ 13893 w 103079"/>
                    <a:gd name="connsiteY1" fmla="*/ 73948 h 71707"/>
                    <a:gd name="connsiteX2" fmla="*/ 0 w 103079"/>
                    <a:gd name="connsiteY2" fmla="*/ 60055 h 71707"/>
                    <a:gd name="connsiteX3" fmla="*/ 0 w 103079"/>
                    <a:gd name="connsiteY3" fmla="*/ 40335 h 71707"/>
                    <a:gd name="connsiteX4" fmla="*/ 40335 w 103079"/>
                    <a:gd name="connsiteY4" fmla="*/ 0 h 71707"/>
                    <a:gd name="connsiteX5" fmla="*/ 85152 w 103079"/>
                    <a:gd name="connsiteY5" fmla="*/ 0 h 71707"/>
                    <a:gd name="connsiteX6" fmla="*/ 105320 w 103079"/>
                    <a:gd name="connsiteY6" fmla="*/ 5378 h 71707"/>
                    <a:gd name="connsiteX7" fmla="*/ 106216 w 103079"/>
                    <a:gd name="connsiteY7" fmla="*/ 8515 h 71707"/>
                    <a:gd name="connsiteX8" fmla="*/ 103079 w 103079"/>
                    <a:gd name="connsiteY8" fmla="*/ 9412 h 71707"/>
                    <a:gd name="connsiteX9" fmla="*/ 85152 w 103079"/>
                    <a:gd name="connsiteY9" fmla="*/ 4482 h 71707"/>
                    <a:gd name="connsiteX10" fmla="*/ 40335 w 103079"/>
                    <a:gd name="connsiteY10" fmla="*/ 4482 h 71707"/>
                    <a:gd name="connsiteX11" fmla="*/ 4482 w 103079"/>
                    <a:gd name="connsiteY11" fmla="*/ 40335 h 71707"/>
                    <a:gd name="connsiteX12" fmla="*/ 4482 w 103079"/>
                    <a:gd name="connsiteY12" fmla="*/ 60055 h 71707"/>
                    <a:gd name="connsiteX13" fmla="*/ 13893 w 103079"/>
                    <a:gd name="connsiteY13" fmla="*/ 69466 h 71707"/>
                    <a:gd name="connsiteX14" fmla="*/ 82911 w 103079"/>
                    <a:gd name="connsiteY14" fmla="*/ 69466 h 71707"/>
                    <a:gd name="connsiteX15" fmla="*/ 85152 w 103079"/>
                    <a:gd name="connsiteY15" fmla="*/ 71707 h 71707"/>
                    <a:gd name="connsiteX16" fmla="*/ 82911 w 103079"/>
                    <a:gd name="connsiteY16" fmla="*/ 73948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079" h="71707">
                      <a:moveTo>
                        <a:pt x="82911" y="73948"/>
                      </a:moveTo>
                      <a:lnTo>
                        <a:pt x="13893" y="73948"/>
                      </a:lnTo>
                      <a:cubicBezTo>
                        <a:pt x="6274" y="73948"/>
                        <a:pt x="0" y="67674"/>
                        <a:pt x="0" y="60055"/>
                      </a:cubicBezTo>
                      <a:lnTo>
                        <a:pt x="0" y="40335"/>
                      </a:lnTo>
                      <a:cubicBezTo>
                        <a:pt x="0" y="18375"/>
                        <a:pt x="17927" y="0"/>
                        <a:pt x="40335" y="0"/>
                      </a:cubicBezTo>
                      <a:lnTo>
                        <a:pt x="85152" y="0"/>
                      </a:lnTo>
                      <a:cubicBezTo>
                        <a:pt x="91875" y="0"/>
                        <a:pt x="99046" y="1793"/>
                        <a:pt x="105320" y="5378"/>
                      </a:cubicBezTo>
                      <a:cubicBezTo>
                        <a:pt x="106216" y="5826"/>
                        <a:pt x="106665" y="7171"/>
                        <a:pt x="106216" y="8515"/>
                      </a:cubicBezTo>
                      <a:cubicBezTo>
                        <a:pt x="105768" y="9412"/>
                        <a:pt x="104424" y="9860"/>
                        <a:pt x="103079" y="9412"/>
                      </a:cubicBezTo>
                      <a:cubicBezTo>
                        <a:pt x="97253" y="6274"/>
                        <a:pt x="91427" y="4482"/>
                        <a:pt x="85152" y="4482"/>
                      </a:cubicBezTo>
                      <a:lnTo>
                        <a:pt x="40335" y="4482"/>
                      </a:lnTo>
                      <a:cubicBezTo>
                        <a:pt x="20616" y="4482"/>
                        <a:pt x="4482" y="20616"/>
                        <a:pt x="4482" y="40335"/>
                      </a:cubicBezTo>
                      <a:lnTo>
                        <a:pt x="4482" y="60055"/>
                      </a:lnTo>
                      <a:cubicBezTo>
                        <a:pt x="4482" y="64985"/>
                        <a:pt x="8515" y="69466"/>
                        <a:pt x="13893" y="69466"/>
                      </a:cubicBezTo>
                      <a:lnTo>
                        <a:pt x="82911" y="69466"/>
                      </a:lnTo>
                      <a:cubicBezTo>
                        <a:pt x="84256" y="69466"/>
                        <a:pt x="85152" y="70363"/>
                        <a:pt x="85152" y="71707"/>
                      </a:cubicBezTo>
                      <a:cubicBezTo>
                        <a:pt x="85152" y="73052"/>
                        <a:pt x="83808" y="73948"/>
                        <a:pt x="82911" y="7394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70" name="Freeform: Shape 2938">
                  <a:extLst>
                    <a:ext uri="{FF2B5EF4-FFF2-40B4-BE49-F238E27FC236}">
                      <a16:creationId xmlns:a16="http://schemas.microsoft.com/office/drawing/2014/main" id="{C061B88A-4ECD-7B19-300A-33C6B00EBE25}"/>
                    </a:ext>
                  </a:extLst>
                </p:cNvPr>
                <p:cNvSpPr/>
                <p:nvPr/>
              </p:nvSpPr>
              <p:spPr>
                <a:xfrm>
                  <a:off x="9718133" y="3601032"/>
                  <a:ext cx="58262" cy="58262"/>
                </a:xfrm>
                <a:custGeom>
                  <a:avLst/>
                  <a:gdLst>
                    <a:gd name="connsiteX0" fmla="*/ 29131 w 58262"/>
                    <a:gd name="connsiteY0" fmla="*/ 58262 h 58262"/>
                    <a:gd name="connsiteX1" fmla="*/ 0 w 58262"/>
                    <a:gd name="connsiteY1" fmla="*/ 29131 h 58262"/>
                    <a:gd name="connsiteX2" fmla="*/ 29131 w 58262"/>
                    <a:gd name="connsiteY2" fmla="*/ 0 h 58262"/>
                    <a:gd name="connsiteX3" fmla="*/ 58262 w 58262"/>
                    <a:gd name="connsiteY3" fmla="*/ 29131 h 58262"/>
                    <a:gd name="connsiteX4" fmla="*/ 29131 w 58262"/>
                    <a:gd name="connsiteY4" fmla="*/ 58262 h 58262"/>
                    <a:gd name="connsiteX5" fmla="*/ 29131 w 58262"/>
                    <a:gd name="connsiteY5" fmla="*/ 4482 h 58262"/>
                    <a:gd name="connsiteX6" fmla="*/ 4482 w 58262"/>
                    <a:gd name="connsiteY6" fmla="*/ 29131 h 58262"/>
                    <a:gd name="connsiteX7" fmla="*/ 29131 w 58262"/>
                    <a:gd name="connsiteY7" fmla="*/ 53780 h 58262"/>
                    <a:gd name="connsiteX8" fmla="*/ 53780 w 58262"/>
                    <a:gd name="connsiteY8" fmla="*/ 29131 h 58262"/>
                    <a:gd name="connsiteX9" fmla="*/ 29131 w 58262"/>
                    <a:gd name="connsiteY9" fmla="*/ 4482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62" h="58262">
                      <a:moveTo>
                        <a:pt x="29131" y="58262"/>
                      </a:moveTo>
                      <a:cubicBezTo>
                        <a:pt x="12997" y="58262"/>
                        <a:pt x="0" y="45265"/>
                        <a:pt x="0" y="29131"/>
                      </a:cubicBezTo>
                      <a:cubicBezTo>
                        <a:pt x="0" y="12997"/>
                        <a:pt x="12997" y="0"/>
                        <a:pt x="29131" y="0"/>
                      </a:cubicBezTo>
                      <a:cubicBezTo>
                        <a:pt x="45265" y="0"/>
                        <a:pt x="58262" y="12997"/>
                        <a:pt x="58262" y="29131"/>
                      </a:cubicBezTo>
                      <a:cubicBezTo>
                        <a:pt x="58262" y="45265"/>
                        <a:pt x="45265" y="58262"/>
                        <a:pt x="29131" y="58262"/>
                      </a:cubicBezTo>
                      <a:close/>
                      <a:moveTo>
                        <a:pt x="29131" y="4482"/>
                      </a:moveTo>
                      <a:cubicBezTo>
                        <a:pt x="15686" y="4482"/>
                        <a:pt x="4482" y="15686"/>
                        <a:pt x="4482" y="29131"/>
                      </a:cubicBezTo>
                      <a:cubicBezTo>
                        <a:pt x="4482" y="42576"/>
                        <a:pt x="15686" y="53780"/>
                        <a:pt x="29131" y="53780"/>
                      </a:cubicBezTo>
                      <a:cubicBezTo>
                        <a:pt x="42576" y="53780"/>
                        <a:pt x="53780" y="42576"/>
                        <a:pt x="53780" y="29131"/>
                      </a:cubicBezTo>
                      <a:cubicBezTo>
                        <a:pt x="53780" y="15686"/>
                        <a:pt x="42576" y="4482"/>
                        <a:pt x="29131"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71" name="Freeform: Shape 2939">
                  <a:extLst>
                    <a:ext uri="{FF2B5EF4-FFF2-40B4-BE49-F238E27FC236}">
                      <a16:creationId xmlns:a16="http://schemas.microsoft.com/office/drawing/2014/main" id="{116C07CD-87E8-2109-F91B-15E59B632EA4}"/>
                    </a:ext>
                  </a:extLst>
                </p:cNvPr>
                <p:cNvSpPr/>
                <p:nvPr/>
              </p:nvSpPr>
              <p:spPr>
                <a:xfrm>
                  <a:off x="9745023" y="3608203"/>
                  <a:ext cx="17927" cy="22409"/>
                </a:xfrm>
                <a:custGeom>
                  <a:avLst/>
                  <a:gdLst>
                    <a:gd name="connsiteX0" fmla="*/ 15686 w 17926"/>
                    <a:gd name="connsiteY0" fmla="*/ 24201 h 22408"/>
                    <a:gd name="connsiteX1" fmla="*/ 2241 w 17926"/>
                    <a:gd name="connsiteY1" fmla="*/ 24201 h 22408"/>
                    <a:gd name="connsiteX2" fmla="*/ 0 w 17926"/>
                    <a:gd name="connsiteY2" fmla="*/ 21960 h 22408"/>
                    <a:gd name="connsiteX3" fmla="*/ 0 w 17926"/>
                    <a:gd name="connsiteY3" fmla="*/ 2241 h 22408"/>
                    <a:gd name="connsiteX4" fmla="*/ 2241 w 17926"/>
                    <a:gd name="connsiteY4" fmla="*/ 0 h 22408"/>
                    <a:gd name="connsiteX5" fmla="*/ 4482 w 17926"/>
                    <a:gd name="connsiteY5" fmla="*/ 2241 h 22408"/>
                    <a:gd name="connsiteX6" fmla="*/ 4482 w 17926"/>
                    <a:gd name="connsiteY6" fmla="*/ 19719 h 22408"/>
                    <a:gd name="connsiteX7" fmla="*/ 15686 w 17926"/>
                    <a:gd name="connsiteY7" fmla="*/ 19719 h 22408"/>
                    <a:gd name="connsiteX8" fmla="*/ 17927 w 17926"/>
                    <a:gd name="connsiteY8" fmla="*/ 21960 h 22408"/>
                    <a:gd name="connsiteX9" fmla="*/ 15686 w 17926"/>
                    <a:gd name="connsiteY9" fmla="*/ 24201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26" h="22408">
                      <a:moveTo>
                        <a:pt x="15686" y="24201"/>
                      </a:moveTo>
                      <a:lnTo>
                        <a:pt x="2241" y="24201"/>
                      </a:lnTo>
                      <a:cubicBezTo>
                        <a:pt x="896" y="24201"/>
                        <a:pt x="0" y="23305"/>
                        <a:pt x="0" y="21960"/>
                      </a:cubicBezTo>
                      <a:lnTo>
                        <a:pt x="0" y="2241"/>
                      </a:lnTo>
                      <a:cubicBezTo>
                        <a:pt x="0" y="896"/>
                        <a:pt x="896" y="0"/>
                        <a:pt x="2241" y="0"/>
                      </a:cubicBezTo>
                      <a:cubicBezTo>
                        <a:pt x="3586" y="0"/>
                        <a:pt x="4482" y="896"/>
                        <a:pt x="4482" y="2241"/>
                      </a:cubicBezTo>
                      <a:lnTo>
                        <a:pt x="4482" y="19719"/>
                      </a:lnTo>
                      <a:lnTo>
                        <a:pt x="15686" y="19719"/>
                      </a:lnTo>
                      <a:cubicBezTo>
                        <a:pt x="17031" y="19719"/>
                        <a:pt x="17927" y="20616"/>
                        <a:pt x="17927" y="21960"/>
                      </a:cubicBezTo>
                      <a:cubicBezTo>
                        <a:pt x="17927" y="23305"/>
                        <a:pt x="17031" y="24201"/>
                        <a:pt x="15686" y="2420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472" name="Group 2531">
                <a:extLst>
                  <a:ext uri="{FF2B5EF4-FFF2-40B4-BE49-F238E27FC236}">
                    <a16:creationId xmlns:a16="http://schemas.microsoft.com/office/drawing/2014/main" id="{54C8A2CA-EE1E-FF3E-1FFE-06C6642C299E}"/>
                  </a:ext>
                  <a:ext uri="{C183D7F6-B498-43B3-948B-1728B52AA6E4}">
                    <adec:decorative xmlns:adec="http://schemas.microsoft.com/office/drawing/2017/decorative" val="1"/>
                  </a:ext>
                </a:extLst>
              </p:cNvPr>
              <p:cNvGrpSpPr>
                <a:grpSpLocks noChangeAspect="1"/>
              </p:cNvGrpSpPr>
              <p:nvPr/>
            </p:nvGrpSpPr>
            <p:grpSpPr>
              <a:xfrm>
                <a:off x="9050777" y="5566641"/>
                <a:ext cx="135795" cy="146103"/>
                <a:chOff x="9107277" y="3510950"/>
                <a:chExt cx="135795" cy="146103"/>
              </a:xfrm>
            </p:grpSpPr>
            <p:sp>
              <p:nvSpPr>
                <p:cNvPr id="1473" name="Freeform: Shape 2933">
                  <a:extLst>
                    <a:ext uri="{FF2B5EF4-FFF2-40B4-BE49-F238E27FC236}">
                      <a16:creationId xmlns:a16="http://schemas.microsoft.com/office/drawing/2014/main" id="{6F1A28DE-D416-BC17-9CC4-A13CC888F8EF}"/>
                    </a:ext>
                  </a:extLst>
                </p:cNvPr>
                <p:cNvSpPr/>
                <p:nvPr/>
              </p:nvSpPr>
              <p:spPr>
                <a:xfrm>
                  <a:off x="9136408" y="3510950"/>
                  <a:ext cx="67226" cy="67226"/>
                </a:xfrm>
                <a:custGeom>
                  <a:avLst/>
                  <a:gdLst>
                    <a:gd name="connsiteX0" fmla="*/ 33613 w 67225"/>
                    <a:gd name="connsiteY0" fmla="*/ 67226 h 67225"/>
                    <a:gd name="connsiteX1" fmla="*/ 0 w 67225"/>
                    <a:gd name="connsiteY1" fmla="*/ 33613 h 67225"/>
                    <a:gd name="connsiteX2" fmla="*/ 33613 w 67225"/>
                    <a:gd name="connsiteY2" fmla="*/ 0 h 67225"/>
                    <a:gd name="connsiteX3" fmla="*/ 67226 w 67225"/>
                    <a:gd name="connsiteY3" fmla="*/ 33613 h 67225"/>
                    <a:gd name="connsiteX4" fmla="*/ 33613 w 67225"/>
                    <a:gd name="connsiteY4" fmla="*/ 67226 h 67225"/>
                    <a:gd name="connsiteX5" fmla="*/ 33613 w 67225"/>
                    <a:gd name="connsiteY5" fmla="*/ 4482 h 67225"/>
                    <a:gd name="connsiteX6" fmla="*/ 4482 w 67225"/>
                    <a:gd name="connsiteY6" fmla="*/ 33613 h 67225"/>
                    <a:gd name="connsiteX7" fmla="*/ 33613 w 67225"/>
                    <a:gd name="connsiteY7" fmla="*/ 62744 h 67225"/>
                    <a:gd name="connsiteX8" fmla="*/ 62744 w 67225"/>
                    <a:gd name="connsiteY8" fmla="*/ 33613 h 67225"/>
                    <a:gd name="connsiteX9" fmla="*/ 33613 w 67225"/>
                    <a:gd name="connsiteY9" fmla="*/ 4482 h 6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5" h="67225">
                      <a:moveTo>
                        <a:pt x="33613" y="67226"/>
                      </a:moveTo>
                      <a:cubicBezTo>
                        <a:pt x="15238" y="67226"/>
                        <a:pt x="0" y="51988"/>
                        <a:pt x="0" y="33613"/>
                      </a:cubicBezTo>
                      <a:cubicBezTo>
                        <a:pt x="0" y="15238"/>
                        <a:pt x="15238" y="0"/>
                        <a:pt x="33613" y="0"/>
                      </a:cubicBezTo>
                      <a:cubicBezTo>
                        <a:pt x="51988" y="0"/>
                        <a:pt x="67226" y="15238"/>
                        <a:pt x="67226" y="33613"/>
                      </a:cubicBezTo>
                      <a:cubicBezTo>
                        <a:pt x="67226" y="52436"/>
                        <a:pt x="51988" y="67226"/>
                        <a:pt x="33613" y="67226"/>
                      </a:cubicBezTo>
                      <a:close/>
                      <a:moveTo>
                        <a:pt x="33613" y="4482"/>
                      </a:moveTo>
                      <a:cubicBezTo>
                        <a:pt x="17479" y="4482"/>
                        <a:pt x="4482" y="17479"/>
                        <a:pt x="4482" y="33613"/>
                      </a:cubicBezTo>
                      <a:cubicBezTo>
                        <a:pt x="4482" y="49747"/>
                        <a:pt x="17479" y="62744"/>
                        <a:pt x="33613" y="62744"/>
                      </a:cubicBezTo>
                      <a:cubicBezTo>
                        <a:pt x="49747" y="62744"/>
                        <a:pt x="62744" y="49747"/>
                        <a:pt x="62744" y="33613"/>
                      </a:cubicBezTo>
                      <a:cubicBezTo>
                        <a:pt x="62744" y="17479"/>
                        <a:pt x="49299" y="4482"/>
                        <a:pt x="3361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74" name="Freeform: Shape 2934">
                  <a:extLst>
                    <a:ext uri="{FF2B5EF4-FFF2-40B4-BE49-F238E27FC236}">
                      <a16:creationId xmlns:a16="http://schemas.microsoft.com/office/drawing/2014/main" id="{7ADE1AA5-80E0-3DDA-89E8-CA5805B015B6}"/>
                    </a:ext>
                  </a:extLst>
                </p:cNvPr>
                <p:cNvSpPr/>
                <p:nvPr/>
              </p:nvSpPr>
              <p:spPr>
                <a:xfrm>
                  <a:off x="9107277" y="3585346"/>
                  <a:ext cx="107561" cy="71707"/>
                </a:xfrm>
                <a:custGeom>
                  <a:avLst/>
                  <a:gdLst>
                    <a:gd name="connsiteX0" fmla="*/ 82911 w 107560"/>
                    <a:gd name="connsiteY0" fmla="*/ 73948 h 71707"/>
                    <a:gd name="connsiteX1" fmla="*/ 13893 w 107560"/>
                    <a:gd name="connsiteY1" fmla="*/ 73948 h 71707"/>
                    <a:gd name="connsiteX2" fmla="*/ 0 w 107560"/>
                    <a:gd name="connsiteY2" fmla="*/ 60055 h 71707"/>
                    <a:gd name="connsiteX3" fmla="*/ 0 w 107560"/>
                    <a:gd name="connsiteY3" fmla="*/ 40335 h 71707"/>
                    <a:gd name="connsiteX4" fmla="*/ 40335 w 107560"/>
                    <a:gd name="connsiteY4" fmla="*/ 0 h 71707"/>
                    <a:gd name="connsiteX5" fmla="*/ 85152 w 107560"/>
                    <a:gd name="connsiteY5" fmla="*/ 0 h 71707"/>
                    <a:gd name="connsiteX6" fmla="*/ 111146 w 107560"/>
                    <a:gd name="connsiteY6" fmla="*/ 9412 h 71707"/>
                    <a:gd name="connsiteX7" fmla="*/ 111594 w 107560"/>
                    <a:gd name="connsiteY7" fmla="*/ 12549 h 71707"/>
                    <a:gd name="connsiteX8" fmla="*/ 108457 w 107560"/>
                    <a:gd name="connsiteY8" fmla="*/ 12997 h 71707"/>
                    <a:gd name="connsiteX9" fmla="*/ 85152 w 107560"/>
                    <a:gd name="connsiteY9" fmla="*/ 4482 h 71707"/>
                    <a:gd name="connsiteX10" fmla="*/ 40335 w 107560"/>
                    <a:gd name="connsiteY10" fmla="*/ 4482 h 71707"/>
                    <a:gd name="connsiteX11" fmla="*/ 4482 w 107560"/>
                    <a:gd name="connsiteY11" fmla="*/ 40335 h 71707"/>
                    <a:gd name="connsiteX12" fmla="*/ 4482 w 107560"/>
                    <a:gd name="connsiteY12" fmla="*/ 60055 h 71707"/>
                    <a:gd name="connsiteX13" fmla="*/ 13893 w 107560"/>
                    <a:gd name="connsiteY13" fmla="*/ 69466 h 71707"/>
                    <a:gd name="connsiteX14" fmla="*/ 82911 w 107560"/>
                    <a:gd name="connsiteY14" fmla="*/ 69466 h 71707"/>
                    <a:gd name="connsiteX15" fmla="*/ 85152 w 107560"/>
                    <a:gd name="connsiteY15" fmla="*/ 71707 h 71707"/>
                    <a:gd name="connsiteX16" fmla="*/ 82911 w 107560"/>
                    <a:gd name="connsiteY16" fmla="*/ 73948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560" h="71707">
                      <a:moveTo>
                        <a:pt x="82911" y="73948"/>
                      </a:moveTo>
                      <a:lnTo>
                        <a:pt x="13893" y="73948"/>
                      </a:lnTo>
                      <a:cubicBezTo>
                        <a:pt x="6274" y="73948"/>
                        <a:pt x="0" y="67674"/>
                        <a:pt x="0" y="60055"/>
                      </a:cubicBezTo>
                      <a:lnTo>
                        <a:pt x="0" y="40335"/>
                      </a:lnTo>
                      <a:cubicBezTo>
                        <a:pt x="0" y="18375"/>
                        <a:pt x="17927" y="0"/>
                        <a:pt x="40335" y="0"/>
                      </a:cubicBezTo>
                      <a:lnTo>
                        <a:pt x="85152" y="0"/>
                      </a:lnTo>
                      <a:cubicBezTo>
                        <a:pt x="94564" y="0"/>
                        <a:pt x="103976" y="3586"/>
                        <a:pt x="111146" y="9412"/>
                      </a:cubicBezTo>
                      <a:cubicBezTo>
                        <a:pt x="112043" y="10308"/>
                        <a:pt x="112043" y="11653"/>
                        <a:pt x="111594" y="12549"/>
                      </a:cubicBezTo>
                      <a:cubicBezTo>
                        <a:pt x="110698" y="13445"/>
                        <a:pt x="109354" y="13445"/>
                        <a:pt x="108457" y="12997"/>
                      </a:cubicBezTo>
                      <a:cubicBezTo>
                        <a:pt x="101735" y="7619"/>
                        <a:pt x="93668" y="4482"/>
                        <a:pt x="85152" y="4482"/>
                      </a:cubicBezTo>
                      <a:lnTo>
                        <a:pt x="40335" y="4482"/>
                      </a:lnTo>
                      <a:cubicBezTo>
                        <a:pt x="20616" y="4482"/>
                        <a:pt x="4482" y="20616"/>
                        <a:pt x="4482" y="40335"/>
                      </a:cubicBezTo>
                      <a:lnTo>
                        <a:pt x="4482" y="60055"/>
                      </a:lnTo>
                      <a:cubicBezTo>
                        <a:pt x="4482" y="64985"/>
                        <a:pt x="8515" y="69466"/>
                        <a:pt x="13893" y="69466"/>
                      </a:cubicBezTo>
                      <a:lnTo>
                        <a:pt x="82911" y="69466"/>
                      </a:lnTo>
                      <a:cubicBezTo>
                        <a:pt x="84256" y="69466"/>
                        <a:pt x="85152" y="70363"/>
                        <a:pt x="85152" y="71707"/>
                      </a:cubicBezTo>
                      <a:cubicBezTo>
                        <a:pt x="85152" y="73052"/>
                        <a:pt x="83808" y="73948"/>
                        <a:pt x="82911" y="7394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75" name="Freeform: Shape 2935">
                  <a:extLst>
                    <a:ext uri="{FF2B5EF4-FFF2-40B4-BE49-F238E27FC236}">
                      <a16:creationId xmlns:a16="http://schemas.microsoft.com/office/drawing/2014/main" id="{E84A7A9C-71B6-2B0D-D191-603B108761F3}"/>
                    </a:ext>
                  </a:extLst>
                </p:cNvPr>
                <p:cNvSpPr/>
                <p:nvPr/>
              </p:nvSpPr>
              <p:spPr>
                <a:xfrm>
                  <a:off x="9189292" y="3605514"/>
                  <a:ext cx="53780" cy="49299"/>
                </a:xfrm>
                <a:custGeom>
                  <a:avLst/>
                  <a:gdLst>
                    <a:gd name="connsiteX0" fmla="*/ 43025 w 53780"/>
                    <a:gd name="connsiteY0" fmla="*/ 51988 h 49298"/>
                    <a:gd name="connsiteX1" fmla="*/ 41680 w 53780"/>
                    <a:gd name="connsiteY1" fmla="*/ 51539 h 49298"/>
                    <a:gd name="connsiteX2" fmla="*/ 27339 w 53780"/>
                    <a:gd name="connsiteY2" fmla="*/ 41232 h 49298"/>
                    <a:gd name="connsiteX3" fmla="*/ 13445 w 53780"/>
                    <a:gd name="connsiteY3" fmla="*/ 51539 h 49298"/>
                    <a:gd name="connsiteX4" fmla="*/ 10756 w 53780"/>
                    <a:gd name="connsiteY4" fmla="*/ 51539 h 49298"/>
                    <a:gd name="connsiteX5" fmla="*/ 9860 w 53780"/>
                    <a:gd name="connsiteY5" fmla="*/ 48851 h 49298"/>
                    <a:gd name="connsiteX6" fmla="*/ 15238 w 53780"/>
                    <a:gd name="connsiteY6" fmla="*/ 32268 h 49298"/>
                    <a:gd name="connsiteX7" fmla="*/ 896 w 53780"/>
                    <a:gd name="connsiteY7" fmla="*/ 21960 h 49298"/>
                    <a:gd name="connsiteX8" fmla="*/ 0 w 53780"/>
                    <a:gd name="connsiteY8" fmla="*/ 19271 h 49298"/>
                    <a:gd name="connsiteX9" fmla="*/ 2241 w 53780"/>
                    <a:gd name="connsiteY9" fmla="*/ 17927 h 49298"/>
                    <a:gd name="connsiteX10" fmla="*/ 19720 w 53780"/>
                    <a:gd name="connsiteY10" fmla="*/ 17927 h 49298"/>
                    <a:gd name="connsiteX11" fmla="*/ 25098 w 53780"/>
                    <a:gd name="connsiteY11" fmla="*/ 1345 h 49298"/>
                    <a:gd name="connsiteX12" fmla="*/ 29579 w 53780"/>
                    <a:gd name="connsiteY12" fmla="*/ 1345 h 49298"/>
                    <a:gd name="connsiteX13" fmla="*/ 34957 w 53780"/>
                    <a:gd name="connsiteY13" fmla="*/ 17927 h 49298"/>
                    <a:gd name="connsiteX14" fmla="*/ 52436 w 53780"/>
                    <a:gd name="connsiteY14" fmla="*/ 17927 h 49298"/>
                    <a:gd name="connsiteX15" fmla="*/ 54677 w 53780"/>
                    <a:gd name="connsiteY15" fmla="*/ 19271 h 49298"/>
                    <a:gd name="connsiteX16" fmla="*/ 53780 w 53780"/>
                    <a:gd name="connsiteY16" fmla="*/ 21960 h 49298"/>
                    <a:gd name="connsiteX17" fmla="*/ 39439 w 53780"/>
                    <a:gd name="connsiteY17" fmla="*/ 32268 h 49298"/>
                    <a:gd name="connsiteX18" fmla="*/ 44817 w 53780"/>
                    <a:gd name="connsiteY18" fmla="*/ 48851 h 49298"/>
                    <a:gd name="connsiteX19" fmla="*/ 43921 w 53780"/>
                    <a:gd name="connsiteY19" fmla="*/ 51539 h 49298"/>
                    <a:gd name="connsiteX20" fmla="*/ 43025 w 53780"/>
                    <a:gd name="connsiteY20" fmla="*/ 51988 h 49298"/>
                    <a:gd name="connsiteX21" fmla="*/ 9412 w 53780"/>
                    <a:gd name="connsiteY21" fmla="*/ 22857 h 49298"/>
                    <a:gd name="connsiteX22" fmla="*/ 17927 w 53780"/>
                    <a:gd name="connsiteY22" fmla="*/ 29131 h 49298"/>
                    <a:gd name="connsiteX23" fmla="*/ 19272 w 53780"/>
                    <a:gd name="connsiteY23" fmla="*/ 34061 h 49298"/>
                    <a:gd name="connsiteX24" fmla="*/ 16134 w 53780"/>
                    <a:gd name="connsiteY24" fmla="*/ 44369 h 49298"/>
                    <a:gd name="connsiteX25" fmla="*/ 24649 w 53780"/>
                    <a:gd name="connsiteY25" fmla="*/ 38094 h 49298"/>
                    <a:gd name="connsiteX26" fmla="*/ 29579 w 53780"/>
                    <a:gd name="connsiteY26" fmla="*/ 38094 h 49298"/>
                    <a:gd name="connsiteX27" fmla="*/ 38094 w 53780"/>
                    <a:gd name="connsiteY27" fmla="*/ 44369 h 49298"/>
                    <a:gd name="connsiteX28" fmla="*/ 34957 w 53780"/>
                    <a:gd name="connsiteY28" fmla="*/ 34061 h 49298"/>
                    <a:gd name="connsiteX29" fmla="*/ 36302 w 53780"/>
                    <a:gd name="connsiteY29" fmla="*/ 29131 h 49298"/>
                    <a:gd name="connsiteX30" fmla="*/ 44817 w 53780"/>
                    <a:gd name="connsiteY30" fmla="*/ 22857 h 49298"/>
                    <a:gd name="connsiteX31" fmla="*/ 34061 w 53780"/>
                    <a:gd name="connsiteY31" fmla="*/ 22857 h 49298"/>
                    <a:gd name="connsiteX32" fmla="*/ 30027 w 53780"/>
                    <a:gd name="connsiteY32" fmla="*/ 19719 h 49298"/>
                    <a:gd name="connsiteX33" fmla="*/ 26890 w 53780"/>
                    <a:gd name="connsiteY33" fmla="*/ 9412 h 49298"/>
                    <a:gd name="connsiteX34" fmla="*/ 23753 w 53780"/>
                    <a:gd name="connsiteY34" fmla="*/ 19719 h 49298"/>
                    <a:gd name="connsiteX35" fmla="*/ 19720 w 53780"/>
                    <a:gd name="connsiteY35" fmla="*/ 22857 h 49298"/>
                    <a:gd name="connsiteX36" fmla="*/ 9412 w 53780"/>
                    <a:gd name="connsiteY36" fmla="*/ 22857 h 4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3780" h="49298">
                      <a:moveTo>
                        <a:pt x="43025" y="51988"/>
                      </a:moveTo>
                      <a:cubicBezTo>
                        <a:pt x="42576" y="51988"/>
                        <a:pt x="42128" y="51988"/>
                        <a:pt x="41680" y="51539"/>
                      </a:cubicBezTo>
                      <a:lnTo>
                        <a:pt x="27339" y="41232"/>
                      </a:lnTo>
                      <a:lnTo>
                        <a:pt x="13445" y="51539"/>
                      </a:lnTo>
                      <a:cubicBezTo>
                        <a:pt x="12549" y="51988"/>
                        <a:pt x="11653" y="51988"/>
                        <a:pt x="10756" y="51539"/>
                      </a:cubicBezTo>
                      <a:cubicBezTo>
                        <a:pt x="9860" y="51091"/>
                        <a:pt x="9860" y="49747"/>
                        <a:pt x="9860" y="48851"/>
                      </a:cubicBezTo>
                      <a:lnTo>
                        <a:pt x="15238" y="32268"/>
                      </a:lnTo>
                      <a:lnTo>
                        <a:pt x="896" y="21960"/>
                      </a:lnTo>
                      <a:cubicBezTo>
                        <a:pt x="0" y="21512"/>
                        <a:pt x="0" y="20168"/>
                        <a:pt x="0" y="19271"/>
                      </a:cubicBezTo>
                      <a:cubicBezTo>
                        <a:pt x="0" y="18375"/>
                        <a:pt x="1345" y="17927"/>
                        <a:pt x="2241" y="17927"/>
                      </a:cubicBezTo>
                      <a:lnTo>
                        <a:pt x="19720" y="17927"/>
                      </a:lnTo>
                      <a:lnTo>
                        <a:pt x="25098" y="1345"/>
                      </a:lnTo>
                      <a:cubicBezTo>
                        <a:pt x="25546" y="-448"/>
                        <a:pt x="28683" y="-448"/>
                        <a:pt x="29579" y="1345"/>
                      </a:cubicBezTo>
                      <a:lnTo>
                        <a:pt x="34957" y="17927"/>
                      </a:lnTo>
                      <a:lnTo>
                        <a:pt x="52436" y="17927"/>
                      </a:lnTo>
                      <a:cubicBezTo>
                        <a:pt x="53332" y="17927"/>
                        <a:pt x="54229" y="18375"/>
                        <a:pt x="54677" y="19271"/>
                      </a:cubicBezTo>
                      <a:cubicBezTo>
                        <a:pt x="55125" y="20168"/>
                        <a:pt x="54677" y="21064"/>
                        <a:pt x="53780" y="21960"/>
                      </a:cubicBezTo>
                      <a:lnTo>
                        <a:pt x="39439" y="32268"/>
                      </a:lnTo>
                      <a:lnTo>
                        <a:pt x="44817" y="48851"/>
                      </a:lnTo>
                      <a:cubicBezTo>
                        <a:pt x="45265" y="49747"/>
                        <a:pt x="44817" y="50643"/>
                        <a:pt x="43921" y="51539"/>
                      </a:cubicBezTo>
                      <a:cubicBezTo>
                        <a:pt x="43921" y="51988"/>
                        <a:pt x="43473" y="51988"/>
                        <a:pt x="43025" y="51988"/>
                      </a:cubicBezTo>
                      <a:close/>
                      <a:moveTo>
                        <a:pt x="9412" y="22857"/>
                      </a:moveTo>
                      <a:lnTo>
                        <a:pt x="17927" y="29131"/>
                      </a:lnTo>
                      <a:cubicBezTo>
                        <a:pt x="19272" y="30027"/>
                        <a:pt x="20168" y="32268"/>
                        <a:pt x="19272" y="34061"/>
                      </a:cubicBezTo>
                      <a:lnTo>
                        <a:pt x="16134" y="44369"/>
                      </a:lnTo>
                      <a:lnTo>
                        <a:pt x="24649" y="38094"/>
                      </a:lnTo>
                      <a:cubicBezTo>
                        <a:pt x="25994" y="37198"/>
                        <a:pt x="28235" y="37198"/>
                        <a:pt x="29579" y="38094"/>
                      </a:cubicBezTo>
                      <a:lnTo>
                        <a:pt x="38094" y="44369"/>
                      </a:lnTo>
                      <a:lnTo>
                        <a:pt x="34957" y="34061"/>
                      </a:lnTo>
                      <a:cubicBezTo>
                        <a:pt x="34509" y="32268"/>
                        <a:pt x="34957" y="30476"/>
                        <a:pt x="36302" y="29131"/>
                      </a:cubicBezTo>
                      <a:lnTo>
                        <a:pt x="44817" y="22857"/>
                      </a:lnTo>
                      <a:lnTo>
                        <a:pt x="34061" y="22857"/>
                      </a:lnTo>
                      <a:cubicBezTo>
                        <a:pt x="32268" y="22857"/>
                        <a:pt x="30476" y="21512"/>
                        <a:pt x="30027" y="19719"/>
                      </a:cubicBezTo>
                      <a:lnTo>
                        <a:pt x="26890" y="9412"/>
                      </a:lnTo>
                      <a:lnTo>
                        <a:pt x="23753" y="19719"/>
                      </a:lnTo>
                      <a:cubicBezTo>
                        <a:pt x="23305" y="21512"/>
                        <a:pt x="21512" y="22857"/>
                        <a:pt x="19720" y="22857"/>
                      </a:cubicBezTo>
                      <a:lnTo>
                        <a:pt x="9412" y="22857"/>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476" name="Group 2532">
                <a:extLst>
                  <a:ext uri="{FF2B5EF4-FFF2-40B4-BE49-F238E27FC236}">
                    <a16:creationId xmlns:a16="http://schemas.microsoft.com/office/drawing/2014/main" id="{DB521B49-520E-3055-4625-89A5E66F6D47}"/>
                  </a:ext>
                  <a:ext uri="{C183D7F6-B498-43B3-948B-1728B52AA6E4}">
                    <adec:decorative xmlns:adec="http://schemas.microsoft.com/office/drawing/2017/decorative" val="1"/>
                  </a:ext>
                </a:extLst>
              </p:cNvPr>
              <p:cNvGrpSpPr>
                <a:grpSpLocks noChangeAspect="1"/>
              </p:cNvGrpSpPr>
              <p:nvPr/>
            </p:nvGrpSpPr>
            <p:grpSpPr>
              <a:xfrm>
                <a:off x="9851209" y="5566641"/>
                <a:ext cx="135796" cy="147000"/>
                <a:chOff x="9907709" y="3510950"/>
                <a:chExt cx="135796" cy="147000"/>
              </a:xfrm>
            </p:grpSpPr>
            <p:sp>
              <p:nvSpPr>
                <p:cNvPr id="1477" name="Freeform: Shape 2930">
                  <a:extLst>
                    <a:ext uri="{FF2B5EF4-FFF2-40B4-BE49-F238E27FC236}">
                      <a16:creationId xmlns:a16="http://schemas.microsoft.com/office/drawing/2014/main" id="{50C873E0-B2FB-941D-9DAF-82E453E40456}"/>
                    </a:ext>
                  </a:extLst>
                </p:cNvPr>
                <p:cNvSpPr/>
                <p:nvPr/>
              </p:nvSpPr>
              <p:spPr>
                <a:xfrm>
                  <a:off x="9936840" y="3510950"/>
                  <a:ext cx="67226" cy="67226"/>
                </a:xfrm>
                <a:custGeom>
                  <a:avLst/>
                  <a:gdLst>
                    <a:gd name="connsiteX0" fmla="*/ 33613 w 67225"/>
                    <a:gd name="connsiteY0" fmla="*/ 67226 h 67225"/>
                    <a:gd name="connsiteX1" fmla="*/ 0 w 67225"/>
                    <a:gd name="connsiteY1" fmla="*/ 33613 h 67225"/>
                    <a:gd name="connsiteX2" fmla="*/ 33613 w 67225"/>
                    <a:gd name="connsiteY2" fmla="*/ 0 h 67225"/>
                    <a:gd name="connsiteX3" fmla="*/ 67226 w 67225"/>
                    <a:gd name="connsiteY3" fmla="*/ 33613 h 67225"/>
                    <a:gd name="connsiteX4" fmla="*/ 33613 w 67225"/>
                    <a:gd name="connsiteY4" fmla="*/ 67226 h 67225"/>
                    <a:gd name="connsiteX5" fmla="*/ 33613 w 67225"/>
                    <a:gd name="connsiteY5" fmla="*/ 4482 h 67225"/>
                    <a:gd name="connsiteX6" fmla="*/ 4482 w 67225"/>
                    <a:gd name="connsiteY6" fmla="*/ 33613 h 67225"/>
                    <a:gd name="connsiteX7" fmla="*/ 33613 w 67225"/>
                    <a:gd name="connsiteY7" fmla="*/ 62744 h 67225"/>
                    <a:gd name="connsiteX8" fmla="*/ 62744 w 67225"/>
                    <a:gd name="connsiteY8" fmla="*/ 33613 h 67225"/>
                    <a:gd name="connsiteX9" fmla="*/ 33613 w 67225"/>
                    <a:gd name="connsiteY9" fmla="*/ 4482 h 6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5" h="67225">
                      <a:moveTo>
                        <a:pt x="33613" y="67226"/>
                      </a:moveTo>
                      <a:cubicBezTo>
                        <a:pt x="15238" y="67226"/>
                        <a:pt x="0" y="51988"/>
                        <a:pt x="0" y="33613"/>
                      </a:cubicBezTo>
                      <a:cubicBezTo>
                        <a:pt x="0" y="15238"/>
                        <a:pt x="15238" y="0"/>
                        <a:pt x="33613" y="0"/>
                      </a:cubicBezTo>
                      <a:cubicBezTo>
                        <a:pt x="51988" y="0"/>
                        <a:pt x="67226" y="15238"/>
                        <a:pt x="67226" y="33613"/>
                      </a:cubicBezTo>
                      <a:cubicBezTo>
                        <a:pt x="67226" y="52436"/>
                        <a:pt x="51988" y="67226"/>
                        <a:pt x="33613" y="67226"/>
                      </a:cubicBezTo>
                      <a:close/>
                      <a:moveTo>
                        <a:pt x="33613" y="4482"/>
                      </a:moveTo>
                      <a:cubicBezTo>
                        <a:pt x="17478" y="4482"/>
                        <a:pt x="4482" y="17479"/>
                        <a:pt x="4482" y="33613"/>
                      </a:cubicBezTo>
                      <a:cubicBezTo>
                        <a:pt x="4482" y="49747"/>
                        <a:pt x="17478" y="62744"/>
                        <a:pt x="33613" y="62744"/>
                      </a:cubicBezTo>
                      <a:cubicBezTo>
                        <a:pt x="49747" y="62744"/>
                        <a:pt x="62744" y="49747"/>
                        <a:pt x="62744" y="33613"/>
                      </a:cubicBezTo>
                      <a:cubicBezTo>
                        <a:pt x="62744" y="17479"/>
                        <a:pt x="49747" y="4482"/>
                        <a:pt x="3361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78" name="Freeform: Shape 2931">
                  <a:extLst>
                    <a:ext uri="{FF2B5EF4-FFF2-40B4-BE49-F238E27FC236}">
                      <a16:creationId xmlns:a16="http://schemas.microsoft.com/office/drawing/2014/main" id="{BF388619-CC86-C0A6-BD79-1F346501B896}"/>
                    </a:ext>
                  </a:extLst>
                </p:cNvPr>
                <p:cNvSpPr/>
                <p:nvPr/>
              </p:nvSpPr>
              <p:spPr>
                <a:xfrm>
                  <a:off x="9907709" y="3585346"/>
                  <a:ext cx="103079" cy="71707"/>
                </a:xfrm>
                <a:custGeom>
                  <a:avLst/>
                  <a:gdLst>
                    <a:gd name="connsiteX0" fmla="*/ 82911 w 103079"/>
                    <a:gd name="connsiteY0" fmla="*/ 73948 h 71707"/>
                    <a:gd name="connsiteX1" fmla="*/ 13893 w 103079"/>
                    <a:gd name="connsiteY1" fmla="*/ 73948 h 71707"/>
                    <a:gd name="connsiteX2" fmla="*/ 0 w 103079"/>
                    <a:gd name="connsiteY2" fmla="*/ 60055 h 71707"/>
                    <a:gd name="connsiteX3" fmla="*/ 0 w 103079"/>
                    <a:gd name="connsiteY3" fmla="*/ 40335 h 71707"/>
                    <a:gd name="connsiteX4" fmla="*/ 40335 w 103079"/>
                    <a:gd name="connsiteY4" fmla="*/ 0 h 71707"/>
                    <a:gd name="connsiteX5" fmla="*/ 85152 w 103079"/>
                    <a:gd name="connsiteY5" fmla="*/ 0 h 71707"/>
                    <a:gd name="connsiteX6" fmla="*/ 105320 w 103079"/>
                    <a:gd name="connsiteY6" fmla="*/ 5378 h 71707"/>
                    <a:gd name="connsiteX7" fmla="*/ 106216 w 103079"/>
                    <a:gd name="connsiteY7" fmla="*/ 8515 h 71707"/>
                    <a:gd name="connsiteX8" fmla="*/ 103079 w 103079"/>
                    <a:gd name="connsiteY8" fmla="*/ 9412 h 71707"/>
                    <a:gd name="connsiteX9" fmla="*/ 85152 w 103079"/>
                    <a:gd name="connsiteY9" fmla="*/ 4482 h 71707"/>
                    <a:gd name="connsiteX10" fmla="*/ 40335 w 103079"/>
                    <a:gd name="connsiteY10" fmla="*/ 4482 h 71707"/>
                    <a:gd name="connsiteX11" fmla="*/ 4482 w 103079"/>
                    <a:gd name="connsiteY11" fmla="*/ 40335 h 71707"/>
                    <a:gd name="connsiteX12" fmla="*/ 4482 w 103079"/>
                    <a:gd name="connsiteY12" fmla="*/ 60055 h 71707"/>
                    <a:gd name="connsiteX13" fmla="*/ 13893 w 103079"/>
                    <a:gd name="connsiteY13" fmla="*/ 69466 h 71707"/>
                    <a:gd name="connsiteX14" fmla="*/ 82911 w 103079"/>
                    <a:gd name="connsiteY14" fmla="*/ 69466 h 71707"/>
                    <a:gd name="connsiteX15" fmla="*/ 85152 w 103079"/>
                    <a:gd name="connsiteY15" fmla="*/ 71707 h 71707"/>
                    <a:gd name="connsiteX16" fmla="*/ 82911 w 103079"/>
                    <a:gd name="connsiteY16" fmla="*/ 73948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079" h="71707">
                      <a:moveTo>
                        <a:pt x="82911" y="73948"/>
                      </a:moveTo>
                      <a:lnTo>
                        <a:pt x="13893" y="73948"/>
                      </a:lnTo>
                      <a:cubicBezTo>
                        <a:pt x="6274" y="73948"/>
                        <a:pt x="0" y="67674"/>
                        <a:pt x="0" y="60055"/>
                      </a:cubicBezTo>
                      <a:lnTo>
                        <a:pt x="0" y="40335"/>
                      </a:lnTo>
                      <a:cubicBezTo>
                        <a:pt x="0" y="18375"/>
                        <a:pt x="17927" y="0"/>
                        <a:pt x="40335" y="0"/>
                      </a:cubicBezTo>
                      <a:lnTo>
                        <a:pt x="85152" y="0"/>
                      </a:lnTo>
                      <a:cubicBezTo>
                        <a:pt x="91875" y="0"/>
                        <a:pt x="99046" y="1793"/>
                        <a:pt x="105320" y="5378"/>
                      </a:cubicBezTo>
                      <a:cubicBezTo>
                        <a:pt x="106216" y="5826"/>
                        <a:pt x="106664" y="7171"/>
                        <a:pt x="106216" y="8515"/>
                      </a:cubicBezTo>
                      <a:cubicBezTo>
                        <a:pt x="105768" y="9412"/>
                        <a:pt x="104424" y="9860"/>
                        <a:pt x="103079" y="9412"/>
                      </a:cubicBezTo>
                      <a:cubicBezTo>
                        <a:pt x="97253" y="6274"/>
                        <a:pt x="91427" y="4482"/>
                        <a:pt x="85152" y="4482"/>
                      </a:cubicBezTo>
                      <a:lnTo>
                        <a:pt x="40335" y="4482"/>
                      </a:lnTo>
                      <a:cubicBezTo>
                        <a:pt x="20616" y="4482"/>
                        <a:pt x="4482" y="20616"/>
                        <a:pt x="4482" y="40335"/>
                      </a:cubicBezTo>
                      <a:lnTo>
                        <a:pt x="4482" y="60055"/>
                      </a:lnTo>
                      <a:cubicBezTo>
                        <a:pt x="4482" y="64985"/>
                        <a:pt x="8515" y="69466"/>
                        <a:pt x="13893" y="69466"/>
                      </a:cubicBezTo>
                      <a:lnTo>
                        <a:pt x="82911" y="69466"/>
                      </a:lnTo>
                      <a:cubicBezTo>
                        <a:pt x="84256" y="69466"/>
                        <a:pt x="85152" y="70363"/>
                        <a:pt x="85152" y="71707"/>
                      </a:cubicBezTo>
                      <a:cubicBezTo>
                        <a:pt x="85152" y="73052"/>
                        <a:pt x="84256" y="73948"/>
                        <a:pt x="82911" y="7394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79" name="Freeform: Shape 2932">
                  <a:extLst>
                    <a:ext uri="{FF2B5EF4-FFF2-40B4-BE49-F238E27FC236}">
                      <a16:creationId xmlns:a16="http://schemas.microsoft.com/office/drawing/2014/main" id="{9724279C-25A3-98B0-806F-D1D46D46AF5F}"/>
                    </a:ext>
                  </a:extLst>
                </p:cNvPr>
                <p:cNvSpPr/>
                <p:nvPr/>
              </p:nvSpPr>
              <p:spPr>
                <a:xfrm>
                  <a:off x="9980761" y="3599688"/>
                  <a:ext cx="62744" cy="58262"/>
                </a:xfrm>
                <a:custGeom>
                  <a:avLst/>
                  <a:gdLst>
                    <a:gd name="connsiteX0" fmla="*/ 32716 w 62743"/>
                    <a:gd name="connsiteY0" fmla="*/ 59607 h 58262"/>
                    <a:gd name="connsiteX1" fmla="*/ 29579 w 62743"/>
                    <a:gd name="connsiteY1" fmla="*/ 58262 h 58262"/>
                    <a:gd name="connsiteX2" fmla="*/ 5826 w 62743"/>
                    <a:gd name="connsiteY2" fmla="*/ 34509 h 58262"/>
                    <a:gd name="connsiteX3" fmla="*/ 0 w 62743"/>
                    <a:gd name="connsiteY3" fmla="*/ 20168 h 58262"/>
                    <a:gd name="connsiteX4" fmla="*/ 5826 w 62743"/>
                    <a:gd name="connsiteY4" fmla="*/ 5826 h 58262"/>
                    <a:gd name="connsiteX5" fmla="*/ 20168 w 62743"/>
                    <a:gd name="connsiteY5" fmla="*/ 0 h 58262"/>
                    <a:gd name="connsiteX6" fmla="*/ 33164 w 62743"/>
                    <a:gd name="connsiteY6" fmla="*/ 4930 h 58262"/>
                    <a:gd name="connsiteX7" fmla="*/ 46161 w 62743"/>
                    <a:gd name="connsiteY7" fmla="*/ 0 h 58262"/>
                    <a:gd name="connsiteX8" fmla="*/ 60503 w 62743"/>
                    <a:gd name="connsiteY8" fmla="*/ 5826 h 58262"/>
                    <a:gd name="connsiteX9" fmla="*/ 60503 w 62743"/>
                    <a:gd name="connsiteY9" fmla="*/ 34061 h 58262"/>
                    <a:gd name="connsiteX10" fmla="*/ 36750 w 62743"/>
                    <a:gd name="connsiteY10" fmla="*/ 57814 h 58262"/>
                    <a:gd name="connsiteX11" fmla="*/ 32716 w 62743"/>
                    <a:gd name="connsiteY11" fmla="*/ 59607 h 58262"/>
                    <a:gd name="connsiteX12" fmla="*/ 19719 w 62743"/>
                    <a:gd name="connsiteY12" fmla="*/ 4482 h 58262"/>
                    <a:gd name="connsiteX13" fmla="*/ 8963 w 62743"/>
                    <a:gd name="connsiteY13" fmla="*/ 8963 h 58262"/>
                    <a:gd name="connsiteX14" fmla="*/ 4482 w 62743"/>
                    <a:gd name="connsiteY14" fmla="*/ 19720 h 58262"/>
                    <a:gd name="connsiteX15" fmla="*/ 8963 w 62743"/>
                    <a:gd name="connsiteY15" fmla="*/ 30476 h 58262"/>
                    <a:gd name="connsiteX16" fmla="*/ 32716 w 62743"/>
                    <a:gd name="connsiteY16" fmla="*/ 54229 h 58262"/>
                    <a:gd name="connsiteX17" fmla="*/ 56918 w 62743"/>
                    <a:gd name="connsiteY17" fmla="*/ 30476 h 58262"/>
                    <a:gd name="connsiteX18" fmla="*/ 56918 w 62743"/>
                    <a:gd name="connsiteY18" fmla="*/ 8515 h 58262"/>
                    <a:gd name="connsiteX19" fmla="*/ 34957 w 62743"/>
                    <a:gd name="connsiteY19" fmla="*/ 8515 h 58262"/>
                    <a:gd name="connsiteX20" fmla="*/ 34509 w 62743"/>
                    <a:gd name="connsiteY20" fmla="*/ 8963 h 58262"/>
                    <a:gd name="connsiteX21" fmla="*/ 32716 w 62743"/>
                    <a:gd name="connsiteY21" fmla="*/ 9412 h 58262"/>
                    <a:gd name="connsiteX22" fmla="*/ 32716 w 62743"/>
                    <a:gd name="connsiteY22" fmla="*/ 9412 h 58262"/>
                    <a:gd name="connsiteX23" fmla="*/ 30924 w 62743"/>
                    <a:gd name="connsiteY23" fmla="*/ 8963 h 58262"/>
                    <a:gd name="connsiteX24" fmla="*/ 30476 w 62743"/>
                    <a:gd name="connsiteY24" fmla="*/ 8515 h 58262"/>
                    <a:gd name="connsiteX25" fmla="*/ 19719 w 62743"/>
                    <a:gd name="connsiteY25" fmla="*/ 4482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2743" h="58262">
                      <a:moveTo>
                        <a:pt x="32716" y="59607"/>
                      </a:moveTo>
                      <a:cubicBezTo>
                        <a:pt x="31372" y="59607"/>
                        <a:pt x="30476" y="59159"/>
                        <a:pt x="29579" y="58262"/>
                      </a:cubicBezTo>
                      <a:lnTo>
                        <a:pt x="5826" y="34509"/>
                      </a:lnTo>
                      <a:cubicBezTo>
                        <a:pt x="2241" y="30924"/>
                        <a:pt x="0" y="25546"/>
                        <a:pt x="0" y="20168"/>
                      </a:cubicBezTo>
                      <a:cubicBezTo>
                        <a:pt x="0" y="14790"/>
                        <a:pt x="2241" y="9860"/>
                        <a:pt x="5826" y="5826"/>
                      </a:cubicBezTo>
                      <a:cubicBezTo>
                        <a:pt x="9411" y="2241"/>
                        <a:pt x="14790" y="0"/>
                        <a:pt x="20168" y="0"/>
                      </a:cubicBezTo>
                      <a:cubicBezTo>
                        <a:pt x="25097" y="0"/>
                        <a:pt x="29579" y="1793"/>
                        <a:pt x="33164" y="4930"/>
                      </a:cubicBezTo>
                      <a:cubicBezTo>
                        <a:pt x="36750" y="1793"/>
                        <a:pt x="41232" y="0"/>
                        <a:pt x="46161" y="0"/>
                      </a:cubicBezTo>
                      <a:cubicBezTo>
                        <a:pt x="51540" y="0"/>
                        <a:pt x="56469" y="2241"/>
                        <a:pt x="60503" y="5826"/>
                      </a:cubicBezTo>
                      <a:cubicBezTo>
                        <a:pt x="68122" y="13445"/>
                        <a:pt x="68122" y="26442"/>
                        <a:pt x="60503" y="34061"/>
                      </a:cubicBezTo>
                      <a:lnTo>
                        <a:pt x="36750" y="57814"/>
                      </a:lnTo>
                      <a:cubicBezTo>
                        <a:pt x="35405" y="59159"/>
                        <a:pt x="34061" y="59607"/>
                        <a:pt x="32716" y="59607"/>
                      </a:cubicBezTo>
                      <a:close/>
                      <a:moveTo>
                        <a:pt x="19719" y="4482"/>
                      </a:moveTo>
                      <a:cubicBezTo>
                        <a:pt x="15686" y="4482"/>
                        <a:pt x="11652" y="6274"/>
                        <a:pt x="8963" y="8963"/>
                      </a:cubicBezTo>
                      <a:cubicBezTo>
                        <a:pt x="5826" y="12101"/>
                        <a:pt x="4482" y="15686"/>
                        <a:pt x="4482" y="19720"/>
                      </a:cubicBezTo>
                      <a:cubicBezTo>
                        <a:pt x="4482" y="23753"/>
                        <a:pt x="6274" y="27787"/>
                        <a:pt x="8963" y="30476"/>
                      </a:cubicBezTo>
                      <a:lnTo>
                        <a:pt x="32716" y="54229"/>
                      </a:lnTo>
                      <a:lnTo>
                        <a:pt x="56918" y="30476"/>
                      </a:lnTo>
                      <a:cubicBezTo>
                        <a:pt x="62744" y="24649"/>
                        <a:pt x="62744" y="14790"/>
                        <a:pt x="56918" y="8515"/>
                      </a:cubicBezTo>
                      <a:cubicBezTo>
                        <a:pt x="51091" y="2689"/>
                        <a:pt x="40783" y="2689"/>
                        <a:pt x="34957" y="8515"/>
                      </a:cubicBezTo>
                      <a:lnTo>
                        <a:pt x="34509" y="8963"/>
                      </a:lnTo>
                      <a:cubicBezTo>
                        <a:pt x="34061" y="9412"/>
                        <a:pt x="33613" y="9412"/>
                        <a:pt x="32716" y="9412"/>
                      </a:cubicBezTo>
                      <a:cubicBezTo>
                        <a:pt x="32716" y="9412"/>
                        <a:pt x="32716" y="9412"/>
                        <a:pt x="32716" y="9412"/>
                      </a:cubicBezTo>
                      <a:cubicBezTo>
                        <a:pt x="32268" y="9412"/>
                        <a:pt x="31372" y="8963"/>
                        <a:pt x="30924" y="8963"/>
                      </a:cubicBezTo>
                      <a:lnTo>
                        <a:pt x="30476" y="8515"/>
                      </a:lnTo>
                      <a:cubicBezTo>
                        <a:pt x="27787" y="6274"/>
                        <a:pt x="24201" y="4482"/>
                        <a:pt x="19719"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480" name="Group 2535">
                <a:extLst>
                  <a:ext uri="{FF2B5EF4-FFF2-40B4-BE49-F238E27FC236}">
                    <a16:creationId xmlns:a16="http://schemas.microsoft.com/office/drawing/2014/main" id="{1B197F15-BE9C-A819-E228-CE60E7897012}"/>
                  </a:ext>
                  <a:ext uri="{C183D7F6-B498-43B3-948B-1728B52AA6E4}">
                    <adec:decorative xmlns:adec="http://schemas.microsoft.com/office/drawing/2017/decorative" val="1"/>
                  </a:ext>
                </a:extLst>
              </p:cNvPr>
              <p:cNvGrpSpPr>
                <a:grpSpLocks noChangeAspect="1"/>
              </p:cNvGrpSpPr>
              <p:nvPr/>
            </p:nvGrpSpPr>
            <p:grpSpPr>
              <a:xfrm>
                <a:off x="8790390" y="4877803"/>
                <a:ext cx="152378" cy="121006"/>
                <a:chOff x="8846890" y="2822112"/>
                <a:chExt cx="152378" cy="121006"/>
              </a:xfrm>
            </p:grpSpPr>
            <p:sp>
              <p:nvSpPr>
                <p:cNvPr id="1481" name="Freeform: Shape 2928">
                  <a:extLst>
                    <a:ext uri="{FF2B5EF4-FFF2-40B4-BE49-F238E27FC236}">
                      <a16:creationId xmlns:a16="http://schemas.microsoft.com/office/drawing/2014/main" id="{39EC2CA8-78CC-88B4-DFA7-2CAD9638E179}"/>
                    </a:ext>
                  </a:extLst>
                </p:cNvPr>
                <p:cNvSpPr/>
                <p:nvPr/>
              </p:nvSpPr>
              <p:spPr>
                <a:xfrm>
                  <a:off x="8846890" y="2822112"/>
                  <a:ext cx="152378" cy="121006"/>
                </a:xfrm>
                <a:custGeom>
                  <a:avLst/>
                  <a:gdLst>
                    <a:gd name="connsiteX0" fmla="*/ 136692 w 152377"/>
                    <a:gd name="connsiteY0" fmla="*/ 23753 h 121005"/>
                    <a:gd name="connsiteX1" fmla="*/ 114283 w 152377"/>
                    <a:gd name="connsiteY1" fmla="*/ 23753 h 121005"/>
                    <a:gd name="connsiteX2" fmla="*/ 98597 w 152377"/>
                    <a:gd name="connsiteY2" fmla="*/ 23753 h 121005"/>
                    <a:gd name="connsiteX3" fmla="*/ 98597 w 152377"/>
                    <a:gd name="connsiteY3" fmla="*/ 8515 h 121005"/>
                    <a:gd name="connsiteX4" fmla="*/ 90082 w 152377"/>
                    <a:gd name="connsiteY4" fmla="*/ 0 h 121005"/>
                    <a:gd name="connsiteX5" fmla="*/ 62295 w 152377"/>
                    <a:gd name="connsiteY5" fmla="*/ 0 h 121005"/>
                    <a:gd name="connsiteX6" fmla="*/ 53780 w 152377"/>
                    <a:gd name="connsiteY6" fmla="*/ 8515 h 121005"/>
                    <a:gd name="connsiteX7" fmla="*/ 53780 w 152377"/>
                    <a:gd name="connsiteY7" fmla="*/ 23753 h 121005"/>
                    <a:gd name="connsiteX8" fmla="*/ 38094 w 152377"/>
                    <a:gd name="connsiteY8" fmla="*/ 23753 h 121005"/>
                    <a:gd name="connsiteX9" fmla="*/ 15686 w 152377"/>
                    <a:gd name="connsiteY9" fmla="*/ 23753 h 121005"/>
                    <a:gd name="connsiteX10" fmla="*/ 0 w 152377"/>
                    <a:gd name="connsiteY10" fmla="*/ 38991 h 121005"/>
                    <a:gd name="connsiteX11" fmla="*/ 0 w 152377"/>
                    <a:gd name="connsiteY11" fmla="*/ 109802 h 121005"/>
                    <a:gd name="connsiteX12" fmla="*/ 15686 w 152377"/>
                    <a:gd name="connsiteY12" fmla="*/ 125040 h 121005"/>
                    <a:gd name="connsiteX13" fmla="*/ 135796 w 152377"/>
                    <a:gd name="connsiteY13" fmla="*/ 125040 h 121005"/>
                    <a:gd name="connsiteX14" fmla="*/ 152378 w 152377"/>
                    <a:gd name="connsiteY14" fmla="*/ 109354 h 121005"/>
                    <a:gd name="connsiteX15" fmla="*/ 152378 w 152377"/>
                    <a:gd name="connsiteY15" fmla="*/ 38991 h 121005"/>
                    <a:gd name="connsiteX16" fmla="*/ 136692 w 152377"/>
                    <a:gd name="connsiteY16" fmla="*/ 23753 h 121005"/>
                    <a:gd name="connsiteX17" fmla="*/ 58710 w 152377"/>
                    <a:gd name="connsiteY17" fmla="*/ 8515 h 121005"/>
                    <a:gd name="connsiteX18" fmla="*/ 62744 w 152377"/>
                    <a:gd name="connsiteY18" fmla="*/ 4482 h 121005"/>
                    <a:gd name="connsiteX19" fmla="*/ 90530 w 152377"/>
                    <a:gd name="connsiteY19" fmla="*/ 4482 h 121005"/>
                    <a:gd name="connsiteX20" fmla="*/ 94564 w 152377"/>
                    <a:gd name="connsiteY20" fmla="*/ 8515 h 121005"/>
                    <a:gd name="connsiteX21" fmla="*/ 94564 w 152377"/>
                    <a:gd name="connsiteY21" fmla="*/ 23753 h 121005"/>
                    <a:gd name="connsiteX22" fmla="*/ 58710 w 152377"/>
                    <a:gd name="connsiteY22" fmla="*/ 23753 h 121005"/>
                    <a:gd name="connsiteX23" fmla="*/ 58710 w 152377"/>
                    <a:gd name="connsiteY23" fmla="*/ 8515 h 121005"/>
                    <a:gd name="connsiteX24" fmla="*/ 148344 w 152377"/>
                    <a:gd name="connsiteY24" fmla="*/ 109802 h 121005"/>
                    <a:gd name="connsiteX25" fmla="*/ 136244 w 152377"/>
                    <a:gd name="connsiteY25" fmla="*/ 121006 h 121005"/>
                    <a:gd name="connsiteX26" fmla="*/ 16134 w 152377"/>
                    <a:gd name="connsiteY26" fmla="*/ 121006 h 121005"/>
                    <a:gd name="connsiteX27" fmla="*/ 4930 w 152377"/>
                    <a:gd name="connsiteY27" fmla="*/ 110250 h 121005"/>
                    <a:gd name="connsiteX28" fmla="*/ 4930 w 152377"/>
                    <a:gd name="connsiteY28" fmla="*/ 39439 h 121005"/>
                    <a:gd name="connsiteX29" fmla="*/ 16134 w 152377"/>
                    <a:gd name="connsiteY29" fmla="*/ 28683 h 121005"/>
                    <a:gd name="connsiteX30" fmla="*/ 38543 w 152377"/>
                    <a:gd name="connsiteY30" fmla="*/ 28683 h 121005"/>
                    <a:gd name="connsiteX31" fmla="*/ 114283 w 152377"/>
                    <a:gd name="connsiteY31" fmla="*/ 28683 h 121005"/>
                    <a:gd name="connsiteX32" fmla="*/ 136692 w 152377"/>
                    <a:gd name="connsiteY32" fmla="*/ 28683 h 121005"/>
                    <a:gd name="connsiteX33" fmla="*/ 147896 w 152377"/>
                    <a:gd name="connsiteY33" fmla="*/ 39439 h 121005"/>
                    <a:gd name="connsiteX34" fmla="*/ 147896 w 152377"/>
                    <a:gd name="connsiteY34" fmla="*/ 109802 h 121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2377" h="121005">
                      <a:moveTo>
                        <a:pt x="136692" y="23753"/>
                      </a:moveTo>
                      <a:lnTo>
                        <a:pt x="114283" y="23753"/>
                      </a:lnTo>
                      <a:lnTo>
                        <a:pt x="98597" y="23753"/>
                      </a:lnTo>
                      <a:lnTo>
                        <a:pt x="98597" y="8515"/>
                      </a:lnTo>
                      <a:cubicBezTo>
                        <a:pt x="98597" y="3585"/>
                        <a:pt x="94564" y="0"/>
                        <a:pt x="90082" y="0"/>
                      </a:cubicBezTo>
                      <a:lnTo>
                        <a:pt x="62295" y="0"/>
                      </a:lnTo>
                      <a:cubicBezTo>
                        <a:pt x="57366" y="0"/>
                        <a:pt x="53780" y="4034"/>
                        <a:pt x="53780" y="8515"/>
                      </a:cubicBezTo>
                      <a:lnTo>
                        <a:pt x="53780" y="23753"/>
                      </a:lnTo>
                      <a:lnTo>
                        <a:pt x="38094" y="23753"/>
                      </a:lnTo>
                      <a:lnTo>
                        <a:pt x="15686" y="23753"/>
                      </a:lnTo>
                      <a:cubicBezTo>
                        <a:pt x="6723" y="23753"/>
                        <a:pt x="0" y="30476"/>
                        <a:pt x="0" y="38991"/>
                      </a:cubicBezTo>
                      <a:lnTo>
                        <a:pt x="0" y="109802"/>
                      </a:lnTo>
                      <a:cubicBezTo>
                        <a:pt x="0" y="118317"/>
                        <a:pt x="7171" y="125040"/>
                        <a:pt x="15686" y="125040"/>
                      </a:cubicBezTo>
                      <a:lnTo>
                        <a:pt x="135796" y="125040"/>
                      </a:lnTo>
                      <a:cubicBezTo>
                        <a:pt x="144759" y="125040"/>
                        <a:pt x="152378" y="117869"/>
                        <a:pt x="152378" y="109354"/>
                      </a:cubicBezTo>
                      <a:lnTo>
                        <a:pt x="152378" y="38991"/>
                      </a:lnTo>
                      <a:cubicBezTo>
                        <a:pt x="152826" y="30924"/>
                        <a:pt x="145655" y="23753"/>
                        <a:pt x="136692" y="23753"/>
                      </a:cubicBezTo>
                      <a:close/>
                      <a:moveTo>
                        <a:pt x="58710" y="8515"/>
                      </a:moveTo>
                      <a:cubicBezTo>
                        <a:pt x="58710" y="6274"/>
                        <a:pt x="60503" y="4482"/>
                        <a:pt x="62744" y="4482"/>
                      </a:cubicBezTo>
                      <a:lnTo>
                        <a:pt x="90530" y="4482"/>
                      </a:lnTo>
                      <a:cubicBezTo>
                        <a:pt x="92771" y="4482"/>
                        <a:pt x="94564" y="6274"/>
                        <a:pt x="94564" y="8515"/>
                      </a:cubicBezTo>
                      <a:lnTo>
                        <a:pt x="94564" y="23753"/>
                      </a:lnTo>
                      <a:lnTo>
                        <a:pt x="58710" y="23753"/>
                      </a:lnTo>
                      <a:lnTo>
                        <a:pt x="58710" y="8515"/>
                      </a:lnTo>
                      <a:close/>
                      <a:moveTo>
                        <a:pt x="148344" y="109802"/>
                      </a:moveTo>
                      <a:cubicBezTo>
                        <a:pt x="148344" y="116076"/>
                        <a:pt x="142966" y="121006"/>
                        <a:pt x="136244" y="121006"/>
                      </a:cubicBezTo>
                      <a:lnTo>
                        <a:pt x="16134" y="121006"/>
                      </a:lnTo>
                      <a:cubicBezTo>
                        <a:pt x="9860" y="121006"/>
                        <a:pt x="4930" y="116076"/>
                        <a:pt x="4930" y="110250"/>
                      </a:cubicBezTo>
                      <a:lnTo>
                        <a:pt x="4930" y="39439"/>
                      </a:lnTo>
                      <a:cubicBezTo>
                        <a:pt x="4930" y="33613"/>
                        <a:pt x="9860" y="28683"/>
                        <a:pt x="16134" y="28683"/>
                      </a:cubicBezTo>
                      <a:lnTo>
                        <a:pt x="38543" y="28683"/>
                      </a:lnTo>
                      <a:lnTo>
                        <a:pt x="114283" y="28683"/>
                      </a:lnTo>
                      <a:lnTo>
                        <a:pt x="136692" y="28683"/>
                      </a:lnTo>
                      <a:cubicBezTo>
                        <a:pt x="142966" y="28683"/>
                        <a:pt x="147896" y="33613"/>
                        <a:pt x="147896" y="39439"/>
                      </a:cubicBezTo>
                      <a:lnTo>
                        <a:pt x="147896" y="10980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82" name="Freeform: Shape 2929">
                  <a:extLst>
                    <a:ext uri="{FF2B5EF4-FFF2-40B4-BE49-F238E27FC236}">
                      <a16:creationId xmlns:a16="http://schemas.microsoft.com/office/drawing/2014/main" id="{0FB484DA-1507-B55D-69FB-D324CBAD92FF}"/>
                    </a:ext>
                  </a:extLst>
                </p:cNvPr>
                <p:cNvSpPr/>
                <p:nvPr/>
              </p:nvSpPr>
              <p:spPr>
                <a:xfrm>
                  <a:off x="8896637" y="2871411"/>
                  <a:ext cx="53780" cy="53780"/>
                </a:xfrm>
                <a:custGeom>
                  <a:avLst/>
                  <a:gdLst>
                    <a:gd name="connsiteX0" fmla="*/ 51540 w 53780"/>
                    <a:gd name="connsiteY0" fmla="*/ 17927 h 53780"/>
                    <a:gd name="connsiteX1" fmla="*/ 35854 w 53780"/>
                    <a:gd name="connsiteY1" fmla="*/ 17927 h 53780"/>
                    <a:gd name="connsiteX2" fmla="*/ 35854 w 53780"/>
                    <a:gd name="connsiteY2" fmla="*/ 2241 h 53780"/>
                    <a:gd name="connsiteX3" fmla="*/ 33613 w 53780"/>
                    <a:gd name="connsiteY3" fmla="*/ 0 h 53780"/>
                    <a:gd name="connsiteX4" fmla="*/ 20168 w 53780"/>
                    <a:gd name="connsiteY4" fmla="*/ 0 h 53780"/>
                    <a:gd name="connsiteX5" fmla="*/ 17927 w 53780"/>
                    <a:gd name="connsiteY5" fmla="*/ 2241 h 53780"/>
                    <a:gd name="connsiteX6" fmla="*/ 17927 w 53780"/>
                    <a:gd name="connsiteY6" fmla="*/ 17927 h 53780"/>
                    <a:gd name="connsiteX7" fmla="*/ 2241 w 53780"/>
                    <a:gd name="connsiteY7" fmla="*/ 17927 h 53780"/>
                    <a:gd name="connsiteX8" fmla="*/ 0 w 53780"/>
                    <a:gd name="connsiteY8" fmla="*/ 20168 h 53780"/>
                    <a:gd name="connsiteX9" fmla="*/ 0 w 53780"/>
                    <a:gd name="connsiteY9" fmla="*/ 33613 h 53780"/>
                    <a:gd name="connsiteX10" fmla="*/ 2241 w 53780"/>
                    <a:gd name="connsiteY10" fmla="*/ 35854 h 53780"/>
                    <a:gd name="connsiteX11" fmla="*/ 17927 w 53780"/>
                    <a:gd name="connsiteY11" fmla="*/ 35854 h 53780"/>
                    <a:gd name="connsiteX12" fmla="*/ 17927 w 53780"/>
                    <a:gd name="connsiteY12" fmla="*/ 51540 h 53780"/>
                    <a:gd name="connsiteX13" fmla="*/ 20168 w 53780"/>
                    <a:gd name="connsiteY13" fmla="*/ 53780 h 53780"/>
                    <a:gd name="connsiteX14" fmla="*/ 33613 w 53780"/>
                    <a:gd name="connsiteY14" fmla="*/ 53780 h 53780"/>
                    <a:gd name="connsiteX15" fmla="*/ 35854 w 53780"/>
                    <a:gd name="connsiteY15" fmla="*/ 51540 h 53780"/>
                    <a:gd name="connsiteX16" fmla="*/ 35854 w 53780"/>
                    <a:gd name="connsiteY16" fmla="*/ 35854 h 53780"/>
                    <a:gd name="connsiteX17" fmla="*/ 51540 w 53780"/>
                    <a:gd name="connsiteY17" fmla="*/ 35854 h 53780"/>
                    <a:gd name="connsiteX18" fmla="*/ 53780 w 53780"/>
                    <a:gd name="connsiteY18" fmla="*/ 33613 h 53780"/>
                    <a:gd name="connsiteX19" fmla="*/ 53780 w 53780"/>
                    <a:gd name="connsiteY19" fmla="*/ 20168 h 53780"/>
                    <a:gd name="connsiteX20" fmla="*/ 51540 w 53780"/>
                    <a:gd name="connsiteY20" fmla="*/ 17927 h 53780"/>
                    <a:gd name="connsiteX21" fmla="*/ 49299 w 53780"/>
                    <a:gd name="connsiteY21" fmla="*/ 31372 h 53780"/>
                    <a:gd name="connsiteX22" fmla="*/ 33613 w 53780"/>
                    <a:gd name="connsiteY22" fmla="*/ 31372 h 53780"/>
                    <a:gd name="connsiteX23" fmla="*/ 32716 w 53780"/>
                    <a:gd name="connsiteY23" fmla="*/ 31372 h 53780"/>
                    <a:gd name="connsiteX24" fmla="*/ 32716 w 53780"/>
                    <a:gd name="connsiteY24" fmla="*/ 31372 h 53780"/>
                    <a:gd name="connsiteX25" fmla="*/ 32268 w 53780"/>
                    <a:gd name="connsiteY25" fmla="*/ 31372 h 53780"/>
                    <a:gd name="connsiteX26" fmla="*/ 31820 w 53780"/>
                    <a:gd name="connsiteY26" fmla="*/ 31820 h 53780"/>
                    <a:gd name="connsiteX27" fmla="*/ 31820 w 53780"/>
                    <a:gd name="connsiteY27" fmla="*/ 31820 h 53780"/>
                    <a:gd name="connsiteX28" fmla="*/ 31372 w 53780"/>
                    <a:gd name="connsiteY28" fmla="*/ 32268 h 53780"/>
                    <a:gd name="connsiteX29" fmla="*/ 31372 w 53780"/>
                    <a:gd name="connsiteY29" fmla="*/ 32717 h 53780"/>
                    <a:gd name="connsiteX30" fmla="*/ 31372 w 53780"/>
                    <a:gd name="connsiteY30" fmla="*/ 33165 h 53780"/>
                    <a:gd name="connsiteX31" fmla="*/ 31372 w 53780"/>
                    <a:gd name="connsiteY31" fmla="*/ 48851 h 53780"/>
                    <a:gd name="connsiteX32" fmla="*/ 22409 w 53780"/>
                    <a:gd name="connsiteY32" fmla="*/ 48851 h 53780"/>
                    <a:gd name="connsiteX33" fmla="*/ 22409 w 53780"/>
                    <a:gd name="connsiteY33" fmla="*/ 33165 h 53780"/>
                    <a:gd name="connsiteX34" fmla="*/ 22409 w 53780"/>
                    <a:gd name="connsiteY34" fmla="*/ 32717 h 53780"/>
                    <a:gd name="connsiteX35" fmla="*/ 22409 w 53780"/>
                    <a:gd name="connsiteY35" fmla="*/ 32268 h 53780"/>
                    <a:gd name="connsiteX36" fmla="*/ 21960 w 53780"/>
                    <a:gd name="connsiteY36" fmla="*/ 31820 h 53780"/>
                    <a:gd name="connsiteX37" fmla="*/ 21960 w 53780"/>
                    <a:gd name="connsiteY37" fmla="*/ 31372 h 53780"/>
                    <a:gd name="connsiteX38" fmla="*/ 21512 w 53780"/>
                    <a:gd name="connsiteY38" fmla="*/ 31372 h 53780"/>
                    <a:gd name="connsiteX39" fmla="*/ 21064 w 53780"/>
                    <a:gd name="connsiteY39" fmla="*/ 30924 h 53780"/>
                    <a:gd name="connsiteX40" fmla="*/ 21064 w 53780"/>
                    <a:gd name="connsiteY40" fmla="*/ 30924 h 53780"/>
                    <a:gd name="connsiteX41" fmla="*/ 20168 w 53780"/>
                    <a:gd name="connsiteY41" fmla="*/ 30924 h 53780"/>
                    <a:gd name="connsiteX42" fmla="*/ 4482 w 53780"/>
                    <a:gd name="connsiteY42" fmla="*/ 30924 h 53780"/>
                    <a:gd name="connsiteX43" fmla="*/ 4482 w 53780"/>
                    <a:gd name="connsiteY43" fmla="*/ 21960 h 53780"/>
                    <a:gd name="connsiteX44" fmla="*/ 20168 w 53780"/>
                    <a:gd name="connsiteY44" fmla="*/ 21960 h 53780"/>
                    <a:gd name="connsiteX45" fmla="*/ 21064 w 53780"/>
                    <a:gd name="connsiteY45" fmla="*/ 21960 h 53780"/>
                    <a:gd name="connsiteX46" fmla="*/ 21064 w 53780"/>
                    <a:gd name="connsiteY46" fmla="*/ 21960 h 53780"/>
                    <a:gd name="connsiteX47" fmla="*/ 21512 w 53780"/>
                    <a:gd name="connsiteY47" fmla="*/ 21512 h 53780"/>
                    <a:gd name="connsiteX48" fmla="*/ 21960 w 53780"/>
                    <a:gd name="connsiteY48" fmla="*/ 21512 h 53780"/>
                    <a:gd name="connsiteX49" fmla="*/ 21960 w 53780"/>
                    <a:gd name="connsiteY49" fmla="*/ 21064 h 53780"/>
                    <a:gd name="connsiteX50" fmla="*/ 22409 w 53780"/>
                    <a:gd name="connsiteY50" fmla="*/ 20616 h 53780"/>
                    <a:gd name="connsiteX51" fmla="*/ 22409 w 53780"/>
                    <a:gd name="connsiteY51" fmla="*/ 20168 h 53780"/>
                    <a:gd name="connsiteX52" fmla="*/ 22409 w 53780"/>
                    <a:gd name="connsiteY52" fmla="*/ 19720 h 53780"/>
                    <a:gd name="connsiteX53" fmla="*/ 22409 w 53780"/>
                    <a:gd name="connsiteY53" fmla="*/ 4034 h 53780"/>
                    <a:gd name="connsiteX54" fmla="*/ 31372 w 53780"/>
                    <a:gd name="connsiteY54" fmla="*/ 4034 h 53780"/>
                    <a:gd name="connsiteX55" fmla="*/ 31372 w 53780"/>
                    <a:gd name="connsiteY55" fmla="*/ 19720 h 53780"/>
                    <a:gd name="connsiteX56" fmla="*/ 31372 w 53780"/>
                    <a:gd name="connsiteY56" fmla="*/ 20168 h 53780"/>
                    <a:gd name="connsiteX57" fmla="*/ 31372 w 53780"/>
                    <a:gd name="connsiteY57" fmla="*/ 20616 h 53780"/>
                    <a:gd name="connsiteX58" fmla="*/ 31820 w 53780"/>
                    <a:gd name="connsiteY58" fmla="*/ 21064 h 53780"/>
                    <a:gd name="connsiteX59" fmla="*/ 31820 w 53780"/>
                    <a:gd name="connsiteY59" fmla="*/ 21064 h 53780"/>
                    <a:gd name="connsiteX60" fmla="*/ 32268 w 53780"/>
                    <a:gd name="connsiteY60" fmla="*/ 21512 h 53780"/>
                    <a:gd name="connsiteX61" fmla="*/ 32716 w 53780"/>
                    <a:gd name="connsiteY61" fmla="*/ 21512 h 53780"/>
                    <a:gd name="connsiteX62" fmla="*/ 32716 w 53780"/>
                    <a:gd name="connsiteY62" fmla="*/ 21512 h 53780"/>
                    <a:gd name="connsiteX63" fmla="*/ 33613 w 53780"/>
                    <a:gd name="connsiteY63" fmla="*/ 21512 h 53780"/>
                    <a:gd name="connsiteX64" fmla="*/ 49299 w 53780"/>
                    <a:gd name="connsiteY64" fmla="*/ 21512 h 53780"/>
                    <a:gd name="connsiteX65" fmla="*/ 49299 w 53780"/>
                    <a:gd name="connsiteY65" fmla="*/ 31372 h 5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3780" h="53780">
                      <a:moveTo>
                        <a:pt x="51540" y="17927"/>
                      </a:moveTo>
                      <a:lnTo>
                        <a:pt x="35854" y="17927"/>
                      </a:lnTo>
                      <a:lnTo>
                        <a:pt x="35854" y="2241"/>
                      </a:lnTo>
                      <a:cubicBezTo>
                        <a:pt x="35854" y="896"/>
                        <a:pt x="34957" y="0"/>
                        <a:pt x="33613" y="0"/>
                      </a:cubicBezTo>
                      <a:lnTo>
                        <a:pt x="20168" y="0"/>
                      </a:lnTo>
                      <a:cubicBezTo>
                        <a:pt x="18823" y="0"/>
                        <a:pt x="17927" y="896"/>
                        <a:pt x="17927" y="2241"/>
                      </a:cubicBezTo>
                      <a:lnTo>
                        <a:pt x="17927" y="17927"/>
                      </a:lnTo>
                      <a:lnTo>
                        <a:pt x="2241" y="17927"/>
                      </a:lnTo>
                      <a:cubicBezTo>
                        <a:pt x="896" y="17927"/>
                        <a:pt x="0" y="18823"/>
                        <a:pt x="0" y="20168"/>
                      </a:cubicBezTo>
                      <a:lnTo>
                        <a:pt x="0" y="33613"/>
                      </a:lnTo>
                      <a:cubicBezTo>
                        <a:pt x="0" y="34957"/>
                        <a:pt x="896" y="35854"/>
                        <a:pt x="2241" y="35854"/>
                      </a:cubicBezTo>
                      <a:lnTo>
                        <a:pt x="17927" y="35854"/>
                      </a:lnTo>
                      <a:lnTo>
                        <a:pt x="17927" y="51540"/>
                      </a:lnTo>
                      <a:cubicBezTo>
                        <a:pt x="17927" y="52884"/>
                        <a:pt x="18823" y="53780"/>
                        <a:pt x="20168" y="53780"/>
                      </a:cubicBezTo>
                      <a:lnTo>
                        <a:pt x="33613" y="53780"/>
                      </a:lnTo>
                      <a:cubicBezTo>
                        <a:pt x="34957" y="53780"/>
                        <a:pt x="35854" y="52884"/>
                        <a:pt x="35854" y="51540"/>
                      </a:cubicBezTo>
                      <a:lnTo>
                        <a:pt x="35854" y="35854"/>
                      </a:lnTo>
                      <a:lnTo>
                        <a:pt x="51540" y="35854"/>
                      </a:lnTo>
                      <a:cubicBezTo>
                        <a:pt x="52884" y="35854"/>
                        <a:pt x="53780" y="34957"/>
                        <a:pt x="53780" y="33613"/>
                      </a:cubicBezTo>
                      <a:lnTo>
                        <a:pt x="53780" y="20168"/>
                      </a:lnTo>
                      <a:cubicBezTo>
                        <a:pt x="53780" y="18823"/>
                        <a:pt x="52884" y="17927"/>
                        <a:pt x="51540" y="17927"/>
                      </a:cubicBezTo>
                      <a:close/>
                      <a:moveTo>
                        <a:pt x="49299" y="31372"/>
                      </a:moveTo>
                      <a:lnTo>
                        <a:pt x="33613" y="31372"/>
                      </a:lnTo>
                      <a:cubicBezTo>
                        <a:pt x="33165" y="31372"/>
                        <a:pt x="33165" y="31372"/>
                        <a:pt x="32716" y="31372"/>
                      </a:cubicBezTo>
                      <a:cubicBezTo>
                        <a:pt x="32716" y="31372"/>
                        <a:pt x="32716" y="31372"/>
                        <a:pt x="32716" y="31372"/>
                      </a:cubicBezTo>
                      <a:cubicBezTo>
                        <a:pt x="32716" y="31372"/>
                        <a:pt x="32716" y="31372"/>
                        <a:pt x="32268" y="31372"/>
                      </a:cubicBezTo>
                      <a:cubicBezTo>
                        <a:pt x="32268" y="31372"/>
                        <a:pt x="31820" y="31372"/>
                        <a:pt x="31820" y="31820"/>
                      </a:cubicBezTo>
                      <a:cubicBezTo>
                        <a:pt x="31820" y="31820"/>
                        <a:pt x="31820" y="31820"/>
                        <a:pt x="31820" y="31820"/>
                      </a:cubicBezTo>
                      <a:cubicBezTo>
                        <a:pt x="31820" y="31820"/>
                        <a:pt x="31372" y="32268"/>
                        <a:pt x="31372" y="32268"/>
                      </a:cubicBezTo>
                      <a:cubicBezTo>
                        <a:pt x="31372" y="32268"/>
                        <a:pt x="31372" y="32717"/>
                        <a:pt x="31372" y="32717"/>
                      </a:cubicBezTo>
                      <a:cubicBezTo>
                        <a:pt x="31372" y="32717"/>
                        <a:pt x="31372" y="33165"/>
                        <a:pt x="31372" y="33165"/>
                      </a:cubicBezTo>
                      <a:lnTo>
                        <a:pt x="31372" y="48851"/>
                      </a:lnTo>
                      <a:lnTo>
                        <a:pt x="22409" y="48851"/>
                      </a:lnTo>
                      <a:lnTo>
                        <a:pt x="22409" y="33165"/>
                      </a:lnTo>
                      <a:cubicBezTo>
                        <a:pt x="22409" y="32717"/>
                        <a:pt x="22409" y="32717"/>
                        <a:pt x="22409" y="32717"/>
                      </a:cubicBezTo>
                      <a:cubicBezTo>
                        <a:pt x="22409" y="32717"/>
                        <a:pt x="22409" y="32717"/>
                        <a:pt x="22409" y="32268"/>
                      </a:cubicBezTo>
                      <a:cubicBezTo>
                        <a:pt x="22409" y="32268"/>
                        <a:pt x="22409" y="31820"/>
                        <a:pt x="21960" y="31820"/>
                      </a:cubicBezTo>
                      <a:cubicBezTo>
                        <a:pt x="21960" y="31820"/>
                        <a:pt x="21960" y="31820"/>
                        <a:pt x="21960" y="31372"/>
                      </a:cubicBezTo>
                      <a:cubicBezTo>
                        <a:pt x="21960" y="31372"/>
                        <a:pt x="21960" y="31372"/>
                        <a:pt x="21512" y="31372"/>
                      </a:cubicBezTo>
                      <a:cubicBezTo>
                        <a:pt x="21512" y="31372"/>
                        <a:pt x="21064" y="31372"/>
                        <a:pt x="21064" y="30924"/>
                      </a:cubicBezTo>
                      <a:cubicBezTo>
                        <a:pt x="21064" y="30924"/>
                        <a:pt x="21064" y="30924"/>
                        <a:pt x="21064" y="30924"/>
                      </a:cubicBezTo>
                      <a:cubicBezTo>
                        <a:pt x="20616" y="30924"/>
                        <a:pt x="20616" y="30924"/>
                        <a:pt x="20168" y="30924"/>
                      </a:cubicBezTo>
                      <a:lnTo>
                        <a:pt x="4482" y="30924"/>
                      </a:lnTo>
                      <a:lnTo>
                        <a:pt x="4482" y="21960"/>
                      </a:lnTo>
                      <a:lnTo>
                        <a:pt x="20168" y="21960"/>
                      </a:lnTo>
                      <a:cubicBezTo>
                        <a:pt x="20616" y="21960"/>
                        <a:pt x="20616" y="21960"/>
                        <a:pt x="21064" y="21960"/>
                      </a:cubicBezTo>
                      <a:cubicBezTo>
                        <a:pt x="21064" y="21960"/>
                        <a:pt x="21064" y="21960"/>
                        <a:pt x="21064" y="21960"/>
                      </a:cubicBezTo>
                      <a:cubicBezTo>
                        <a:pt x="21064" y="21960"/>
                        <a:pt x="21512" y="21960"/>
                        <a:pt x="21512" y="21512"/>
                      </a:cubicBezTo>
                      <a:cubicBezTo>
                        <a:pt x="21512" y="21512"/>
                        <a:pt x="21512" y="21512"/>
                        <a:pt x="21960" y="21512"/>
                      </a:cubicBezTo>
                      <a:cubicBezTo>
                        <a:pt x="21960" y="21512"/>
                        <a:pt x="21960" y="21512"/>
                        <a:pt x="21960" y="21064"/>
                      </a:cubicBezTo>
                      <a:cubicBezTo>
                        <a:pt x="21960" y="21064"/>
                        <a:pt x="22409" y="20616"/>
                        <a:pt x="22409" y="20616"/>
                      </a:cubicBezTo>
                      <a:cubicBezTo>
                        <a:pt x="22409" y="20616"/>
                        <a:pt x="22409" y="20616"/>
                        <a:pt x="22409" y="20168"/>
                      </a:cubicBezTo>
                      <a:cubicBezTo>
                        <a:pt x="22409" y="20168"/>
                        <a:pt x="22409" y="19720"/>
                        <a:pt x="22409" y="19720"/>
                      </a:cubicBezTo>
                      <a:lnTo>
                        <a:pt x="22409" y="4034"/>
                      </a:lnTo>
                      <a:lnTo>
                        <a:pt x="31372" y="4034"/>
                      </a:lnTo>
                      <a:lnTo>
                        <a:pt x="31372" y="19720"/>
                      </a:lnTo>
                      <a:cubicBezTo>
                        <a:pt x="31372" y="19720"/>
                        <a:pt x="31372" y="20168"/>
                        <a:pt x="31372" y="20168"/>
                      </a:cubicBezTo>
                      <a:cubicBezTo>
                        <a:pt x="31372" y="20168"/>
                        <a:pt x="31372" y="20616"/>
                        <a:pt x="31372" y="20616"/>
                      </a:cubicBezTo>
                      <a:cubicBezTo>
                        <a:pt x="31372" y="21064"/>
                        <a:pt x="31820" y="21064"/>
                        <a:pt x="31820" y="21064"/>
                      </a:cubicBezTo>
                      <a:cubicBezTo>
                        <a:pt x="31820" y="21064"/>
                        <a:pt x="31820" y="21064"/>
                        <a:pt x="31820" y="21064"/>
                      </a:cubicBezTo>
                      <a:cubicBezTo>
                        <a:pt x="31820" y="21064"/>
                        <a:pt x="32268" y="21064"/>
                        <a:pt x="32268" y="21512"/>
                      </a:cubicBezTo>
                      <a:cubicBezTo>
                        <a:pt x="32268" y="21512"/>
                        <a:pt x="32268" y="21512"/>
                        <a:pt x="32716" y="21512"/>
                      </a:cubicBezTo>
                      <a:cubicBezTo>
                        <a:pt x="32716" y="21512"/>
                        <a:pt x="32716" y="21512"/>
                        <a:pt x="32716" y="21512"/>
                      </a:cubicBezTo>
                      <a:cubicBezTo>
                        <a:pt x="32716" y="21512"/>
                        <a:pt x="33165" y="21512"/>
                        <a:pt x="33613" y="21512"/>
                      </a:cubicBezTo>
                      <a:lnTo>
                        <a:pt x="49299" y="21512"/>
                      </a:lnTo>
                      <a:lnTo>
                        <a:pt x="49299" y="3137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483" name="Freeform: Shape 2536">
                <a:extLst>
                  <a:ext uri="{FF2B5EF4-FFF2-40B4-BE49-F238E27FC236}">
                    <a16:creationId xmlns:a16="http://schemas.microsoft.com/office/drawing/2014/main" id="{18D21D0F-F8DF-674D-9195-777C424452F8}"/>
                  </a:ext>
                  <a:ext uri="{C183D7F6-B498-43B3-948B-1728B52AA6E4}">
                    <adec:decorative xmlns:adec="http://schemas.microsoft.com/office/drawing/2017/decorative" val="1"/>
                  </a:ext>
                </a:extLst>
              </p:cNvPr>
              <p:cNvSpPr>
                <a:spLocks noChangeAspect="1"/>
              </p:cNvSpPr>
              <p:nvPr/>
            </p:nvSpPr>
            <p:spPr>
              <a:xfrm>
                <a:off x="9872721" y="4867495"/>
                <a:ext cx="103079" cy="147896"/>
              </a:xfrm>
              <a:custGeom>
                <a:avLst/>
                <a:gdLst>
                  <a:gd name="connsiteX0" fmla="*/ 50195 w 103079"/>
                  <a:gd name="connsiteY0" fmla="*/ 113835 h 147896"/>
                  <a:gd name="connsiteX1" fmla="*/ 50195 w 103079"/>
                  <a:gd name="connsiteY1" fmla="*/ 113835 h 147896"/>
                  <a:gd name="connsiteX2" fmla="*/ 103976 w 103079"/>
                  <a:gd name="connsiteY2" fmla="*/ 59607 h 147896"/>
                  <a:gd name="connsiteX3" fmla="*/ 54677 w 103079"/>
                  <a:gd name="connsiteY3" fmla="*/ 5378 h 147896"/>
                  <a:gd name="connsiteX4" fmla="*/ 43473 w 103079"/>
                  <a:gd name="connsiteY4" fmla="*/ 0 h 147896"/>
                  <a:gd name="connsiteX5" fmla="*/ 31820 w 103079"/>
                  <a:gd name="connsiteY5" fmla="*/ 8067 h 147896"/>
                  <a:gd name="connsiteX6" fmla="*/ 43473 w 103079"/>
                  <a:gd name="connsiteY6" fmla="*/ 16134 h 147896"/>
                  <a:gd name="connsiteX7" fmla="*/ 54677 w 103079"/>
                  <a:gd name="connsiteY7" fmla="*/ 10308 h 147896"/>
                  <a:gd name="connsiteX8" fmla="*/ 99494 w 103079"/>
                  <a:gd name="connsiteY8" fmla="*/ 60055 h 147896"/>
                  <a:gd name="connsiteX9" fmla="*/ 49747 w 103079"/>
                  <a:gd name="connsiteY9" fmla="*/ 109802 h 147896"/>
                  <a:gd name="connsiteX10" fmla="*/ 44817 w 103079"/>
                  <a:gd name="connsiteY10" fmla="*/ 109802 h 147896"/>
                  <a:gd name="connsiteX11" fmla="*/ 44817 w 103079"/>
                  <a:gd name="connsiteY11" fmla="*/ 102631 h 147896"/>
                  <a:gd name="connsiteX12" fmla="*/ 85152 w 103079"/>
                  <a:gd name="connsiteY12" fmla="*/ 53780 h 147896"/>
                  <a:gd name="connsiteX13" fmla="*/ 84704 w 103079"/>
                  <a:gd name="connsiteY13" fmla="*/ 51988 h 147896"/>
                  <a:gd name="connsiteX14" fmla="*/ 82911 w 103079"/>
                  <a:gd name="connsiteY14" fmla="*/ 51091 h 147896"/>
                  <a:gd name="connsiteX15" fmla="*/ 2241 w 103079"/>
                  <a:gd name="connsiteY15" fmla="*/ 51091 h 147896"/>
                  <a:gd name="connsiteX16" fmla="*/ 448 w 103079"/>
                  <a:gd name="connsiteY16" fmla="*/ 51988 h 147896"/>
                  <a:gd name="connsiteX17" fmla="*/ 0 w 103079"/>
                  <a:gd name="connsiteY17" fmla="*/ 53780 h 147896"/>
                  <a:gd name="connsiteX18" fmla="*/ 40335 w 103079"/>
                  <a:gd name="connsiteY18" fmla="*/ 102631 h 147896"/>
                  <a:gd name="connsiteX19" fmla="*/ 40335 w 103079"/>
                  <a:gd name="connsiteY19" fmla="*/ 109802 h 147896"/>
                  <a:gd name="connsiteX20" fmla="*/ 34957 w 103079"/>
                  <a:gd name="connsiteY20" fmla="*/ 109802 h 147896"/>
                  <a:gd name="connsiteX21" fmla="*/ 20168 w 103079"/>
                  <a:gd name="connsiteY21" fmla="*/ 124591 h 147896"/>
                  <a:gd name="connsiteX22" fmla="*/ 34957 w 103079"/>
                  <a:gd name="connsiteY22" fmla="*/ 139381 h 147896"/>
                  <a:gd name="connsiteX23" fmla="*/ 40335 w 103079"/>
                  <a:gd name="connsiteY23" fmla="*/ 139381 h 147896"/>
                  <a:gd name="connsiteX24" fmla="*/ 40335 w 103079"/>
                  <a:gd name="connsiteY24" fmla="*/ 145207 h 147896"/>
                  <a:gd name="connsiteX25" fmla="*/ 15686 w 103079"/>
                  <a:gd name="connsiteY25" fmla="*/ 145207 h 147896"/>
                  <a:gd name="connsiteX26" fmla="*/ 13445 w 103079"/>
                  <a:gd name="connsiteY26" fmla="*/ 147448 h 147896"/>
                  <a:gd name="connsiteX27" fmla="*/ 15686 w 103079"/>
                  <a:gd name="connsiteY27" fmla="*/ 149689 h 147896"/>
                  <a:gd name="connsiteX28" fmla="*/ 69466 w 103079"/>
                  <a:gd name="connsiteY28" fmla="*/ 149689 h 147896"/>
                  <a:gd name="connsiteX29" fmla="*/ 71707 w 103079"/>
                  <a:gd name="connsiteY29" fmla="*/ 147448 h 147896"/>
                  <a:gd name="connsiteX30" fmla="*/ 69466 w 103079"/>
                  <a:gd name="connsiteY30" fmla="*/ 145207 h 147896"/>
                  <a:gd name="connsiteX31" fmla="*/ 44817 w 103079"/>
                  <a:gd name="connsiteY31" fmla="*/ 145207 h 147896"/>
                  <a:gd name="connsiteX32" fmla="*/ 44817 w 103079"/>
                  <a:gd name="connsiteY32" fmla="*/ 139381 h 147896"/>
                  <a:gd name="connsiteX33" fmla="*/ 65433 w 103079"/>
                  <a:gd name="connsiteY33" fmla="*/ 139381 h 147896"/>
                  <a:gd name="connsiteX34" fmla="*/ 67674 w 103079"/>
                  <a:gd name="connsiteY34" fmla="*/ 137140 h 147896"/>
                  <a:gd name="connsiteX35" fmla="*/ 65433 w 103079"/>
                  <a:gd name="connsiteY35" fmla="*/ 134899 h 147896"/>
                  <a:gd name="connsiteX36" fmla="*/ 44817 w 103079"/>
                  <a:gd name="connsiteY36" fmla="*/ 134899 h 147896"/>
                  <a:gd name="connsiteX37" fmla="*/ 44817 w 103079"/>
                  <a:gd name="connsiteY37" fmla="*/ 114283 h 147896"/>
                  <a:gd name="connsiteX38" fmla="*/ 50195 w 103079"/>
                  <a:gd name="connsiteY38" fmla="*/ 114283 h 147896"/>
                  <a:gd name="connsiteX39" fmla="*/ 43473 w 103079"/>
                  <a:gd name="connsiteY39" fmla="*/ 11204 h 147896"/>
                  <a:gd name="connsiteX40" fmla="*/ 36302 w 103079"/>
                  <a:gd name="connsiteY40" fmla="*/ 7619 h 147896"/>
                  <a:gd name="connsiteX41" fmla="*/ 43473 w 103079"/>
                  <a:gd name="connsiteY41" fmla="*/ 4034 h 147896"/>
                  <a:gd name="connsiteX42" fmla="*/ 50643 w 103079"/>
                  <a:gd name="connsiteY42" fmla="*/ 7619 h 147896"/>
                  <a:gd name="connsiteX43" fmla="*/ 43473 w 103079"/>
                  <a:gd name="connsiteY43" fmla="*/ 11204 h 147896"/>
                  <a:gd name="connsiteX44" fmla="*/ 4482 w 103079"/>
                  <a:gd name="connsiteY44" fmla="*/ 55125 h 147896"/>
                  <a:gd name="connsiteX45" fmla="*/ 80222 w 103079"/>
                  <a:gd name="connsiteY45" fmla="*/ 55125 h 147896"/>
                  <a:gd name="connsiteX46" fmla="*/ 43024 w 103079"/>
                  <a:gd name="connsiteY46" fmla="*/ 97701 h 147896"/>
                  <a:gd name="connsiteX47" fmla="*/ 42128 w 103079"/>
                  <a:gd name="connsiteY47" fmla="*/ 97701 h 147896"/>
                  <a:gd name="connsiteX48" fmla="*/ 41680 w 103079"/>
                  <a:gd name="connsiteY48" fmla="*/ 97701 h 147896"/>
                  <a:gd name="connsiteX49" fmla="*/ 4482 w 103079"/>
                  <a:gd name="connsiteY49" fmla="*/ 55125 h 147896"/>
                  <a:gd name="connsiteX50" fmla="*/ 40335 w 103079"/>
                  <a:gd name="connsiteY50" fmla="*/ 134451 h 147896"/>
                  <a:gd name="connsiteX51" fmla="*/ 34957 w 103079"/>
                  <a:gd name="connsiteY51" fmla="*/ 134451 h 147896"/>
                  <a:gd name="connsiteX52" fmla="*/ 24649 w 103079"/>
                  <a:gd name="connsiteY52" fmla="*/ 124143 h 147896"/>
                  <a:gd name="connsiteX53" fmla="*/ 34957 w 103079"/>
                  <a:gd name="connsiteY53" fmla="*/ 113835 h 147896"/>
                  <a:gd name="connsiteX54" fmla="*/ 40335 w 103079"/>
                  <a:gd name="connsiteY54" fmla="*/ 113835 h 147896"/>
                  <a:gd name="connsiteX55" fmla="*/ 40335 w 103079"/>
                  <a:gd name="connsiteY55" fmla="*/ 134451 h 1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03079" h="147896">
                    <a:moveTo>
                      <a:pt x="50195" y="113835"/>
                    </a:moveTo>
                    <a:cubicBezTo>
                      <a:pt x="50195" y="113835"/>
                      <a:pt x="50195" y="113835"/>
                      <a:pt x="50195" y="113835"/>
                    </a:cubicBezTo>
                    <a:cubicBezTo>
                      <a:pt x="79774" y="113387"/>
                      <a:pt x="103976" y="89186"/>
                      <a:pt x="103976" y="59607"/>
                    </a:cubicBezTo>
                    <a:cubicBezTo>
                      <a:pt x="103976" y="31372"/>
                      <a:pt x="82463" y="8067"/>
                      <a:pt x="54677" y="5378"/>
                    </a:cubicBezTo>
                    <a:cubicBezTo>
                      <a:pt x="53332" y="2241"/>
                      <a:pt x="48850" y="0"/>
                      <a:pt x="43473" y="0"/>
                    </a:cubicBezTo>
                    <a:cubicBezTo>
                      <a:pt x="36750" y="0"/>
                      <a:pt x="31820" y="3585"/>
                      <a:pt x="31820" y="8067"/>
                    </a:cubicBezTo>
                    <a:cubicBezTo>
                      <a:pt x="31820" y="12549"/>
                      <a:pt x="37198" y="16134"/>
                      <a:pt x="43473" y="16134"/>
                    </a:cubicBezTo>
                    <a:cubicBezTo>
                      <a:pt x="48850" y="16134"/>
                      <a:pt x="53332" y="13893"/>
                      <a:pt x="54677" y="10308"/>
                    </a:cubicBezTo>
                    <a:cubicBezTo>
                      <a:pt x="79774" y="12997"/>
                      <a:pt x="99494" y="34509"/>
                      <a:pt x="99494" y="60055"/>
                    </a:cubicBezTo>
                    <a:cubicBezTo>
                      <a:pt x="99494" y="87393"/>
                      <a:pt x="77085" y="109802"/>
                      <a:pt x="49747" y="109802"/>
                    </a:cubicBezTo>
                    <a:lnTo>
                      <a:pt x="44817" y="109802"/>
                    </a:lnTo>
                    <a:lnTo>
                      <a:pt x="44817" y="102631"/>
                    </a:lnTo>
                    <a:cubicBezTo>
                      <a:pt x="64985" y="101287"/>
                      <a:pt x="82015" y="80671"/>
                      <a:pt x="85152" y="53780"/>
                    </a:cubicBezTo>
                    <a:cubicBezTo>
                      <a:pt x="85152" y="53332"/>
                      <a:pt x="85152" y="52436"/>
                      <a:pt x="84704" y="51988"/>
                    </a:cubicBezTo>
                    <a:cubicBezTo>
                      <a:pt x="84256" y="51540"/>
                      <a:pt x="83808" y="51091"/>
                      <a:pt x="82911" y="51091"/>
                    </a:cubicBezTo>
                    <a:lnTo>
                      <a:pt x="2241" y="51091"/>
                    </a:lnTo>
                    <a:cubicBezTo>
                      <a:pt x="1793" y="51091"/>
                      <a:pt x="896" y="51540"/>
                      <a:pt x="448" y="51988"/>
                    </a:cubicBezTo>
                    <a:cubicBezTo>
                      <a:pt x="0" y="52436"/>
                      <a:pt x="0" y="52884"/>
                      <a:pt x="0" y="53780"/>
                    </a:cubicBezTo>
                    <a:cubicBezTo>
                      <a:pt x="3137" y="80671"/>
                      <a:pt x="20168" y="101287"/>
                      <a:pt x="40335" y="102631"/>
                    </a:cubicBezTo>
                    <a:lnTo>
                      <a:pt x="40335" y="109802"/>
                    </a:lnTo>
                    <a:lnTo>
                      <a:pt x="34957" y="109802"/>
                    </a:lnTo>
                    <a:cubicBezTo>
                      <a:pt x="26890" y="109802"/>
                      <a:pt x="20168" y="116524"/>
                      <a:pt x="20168" y="124591"/>
                    </a:cubicBezTo>
                    <a:cubicBezTo>
                      <a:pt x="20168" y="132658"/>
                      <a:pt x="26890" y="139381"/>
                      <a:pt x="34957" y="139381"/>
                    </a:cubicBezTo>
                    <a:lnTo>
                      <a:pt x="40335" y="139381"/>
                    </a:lnTo>
                    <a:lnTo>
                      <a:pt x="40335" y="145207"/>
                    </a:lnTo>
                    <a:lnTo>
                      <a:pt x="15686" y="145207"/>
                    </a:lnTo>
                    <a:cubicBezTo>
                      <a:pt x="14342" y="145207"/>
                      <a:pt x="13445" y="146104"/>
                      <a:pt x="13445" y="147448"/>
                    </a:cubicBezTo>
                    <a:cubicBezTo>
                      <a:pt x="13445" y="148793"/>
                      <a:pt x="14342" y="149689"/>
                      <a:pt x="15686" y="149689"/>
                    </a:cubicBezTo>
                    <a:lnTo>
                      <a:pt x="69466" y="149689"/>
                    </a:lnTo>
                    <a:cubicBezTo>
                      <a:pt x="70811" y="149689"/>
                      <a:pt x="71707" y="148793"/>
                      <a:pt x="71707" y="147448"/>
                    </a:cubicBezTo>
                    <a:cubicBezTo>
                      <a:pt x="71707" y="146104"/>
                      <a:pt x="70811" y="145207"/>
                      <a:pt x="69466" y="145207"/>
                    </a:cubicBezTo>
                    <a:lnTo>
                      <a:pt x="44817" y="145207"/>
                    </a:lnTo>
                    <a:lnTo>
                      <a:pt x="44817" y="139381"/>
                    </a:lnTo>
                    <a:lnTo>
                      <a:pt x="65433" y="139381"/>
                    </a:lnTo>
                    <a:cubicBezTo>
                      <a:pt x="66777" y="139381"/>
                      <a:pt x="67674" y="138485"/>
                      <a:pt x="67674" y="137140"/>
                    </a:cubicBezTo>
                    <a:cubicBezTo>
                      <a:pt x="67674" y="135796"/>
                      <a:pt x="66777" y="134899"/>
                      <a:pt x="65433" y="134899"/>
                    </a:cubicBezTo>
                    <a:lnTo>
                      <a:pt x="44817" y="134899"/>
                    </a:lnTo>
                    <a:lnTo>
                      <a:pt x="44817" y="114283"/>
                    </a:lnTo>
                    <a:lnTo>
                      <a:pt x="50195" y="114283"/>
                    </a:lnTo>
                    <a:close/>
                    <a:moveTo>
                      <a:pt x="43473" y="11204"/>
                    </a:moveTo>
                    <a:cubicBezTo>
                      <a:pt x="38991" y="11204"/>
                      <a:pt x="36302" y="8963"/>
                      <a:pt x="36302" y="7619"/>
                    </a:cubicBezTo>
                    <a:cubicBezTo>
                      <a:pt x="36302" y="6274"/>
                      <a:pt x="38991" y="4034"/>
                      <a:pt x="43473" y="4034"/>
                    </a:cubicBezTo>
                    <a:cubicBezTo>
                      <a:pt x="47954" y="4034"/>
                      <a:pt x="50643" y="6274"/>
                      <a:pt x="50643" y="7619"/>
                    </a:cubicBezTo>
                    <a:cubicBezTo>
                      <a:pt x="50643" y="8963"/>
                      <a:pt x="47954" y="11204"/>
                      <a:pt x="43473" y="11204"/>
                    </a:cubicBezTo>
                    <a:close/>
                    <a:moveTo>
                      <a:pt x="4482" y="55125"/>
                    </a:moveTo>
                    <a:lnTo>
                      <a:pt x="80222" y="55125"/>
                    </a:lnTo>
                    <a:cubicBezTo>
                      <a:pt x="76637" y="79326"/>
                      <a:pt x="60951" y="97701"/>
                      <a:pt x="43024" y="97701"/>
                    </a:cubicBezTo>
                    <a:cubicBezTo>
                      <a:pt x="42576" y="97701"/>
                      <a:pt x="42128" y="97701"/>
                      <a:pt x="42128" y="97701"/>
                    </a:cubicBezTo>
                    <a:cubicBezTo>
                      <a:pt x="42128" y="97701"/>
                      <a:pt x="41680" y="97701"/>
                      <a:pt x="41680" y="97701"/>
                    </a:cubicBezTo>
                    <a:cubicBezTo>
                      <a:pt x="23753" y="97253"/>
                      <a:pt x="8067" y="79326"/>
                      <a:pt x="4482" y="55125"/>
                    </a:cubicBezTo>
                    <a:close/>
                    <a:moveTo>
                      <a:pt x="40335" y="134451"/>
                    </a:moveTo>
                    <a:lnTo>
                      <a:pt x="34957" y="134451"/>
                    </a:lnTo>
                    <a:cubicBezTo>
                      <a:pt x="29131" y="134451"/>
                      <a:pt x="24649" y="129969"/>
                      <a:pt x="24649" y="124143"/>
                    </a:cubicBezTo>
                    <a:cubicBezTo>
                      <a:pt x="24649" y="118317"/>
                      <a:pt x="29131" y="113835"/>
                      <a:pt x="34957" y="113835"/>
                    </a:cubicBezTo>
                    <a:lnTo>
                      <a:pt x="40335" y="113835"/>
                    </a:lnTo>
                    <a:lnTo>
                      <a:pt x="40335" y="134451"/>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84" name="Freeform: Shape 2537">
                <a:extLst>
                  <a:ext uri="{FF2B5EF4-FFF2-40B4-BE49-F238E27FC236}">
                    <a16:creationId xmlns:a16="http://schemas.microsoft.com/office/drawing/2014/main" id="{218C7CA9-ACB1-B5B7-AA2D-39C4A05A6B01}"/>
                  </a:ext>
                  <a:ext uri="{C183D7F6-B498-43B3-948B-1728B52AA6E4}">
                    <adec:decorative xmlns:adec="http://schemas.microsoft.com/office/drawing/2017/decorative" val="1"/>
                  </a:ext>
                </a:extLst>
              </p:cNvPr>
              <p:cNvSpPr>
                <a:spLocks noChangeAspect="1"/>
              </p:cNvSpPr>
              <p:nvPr/>
            </p:nvSpPr>
            <p:spPr>
              <a:xfrm>
                <a:off x="10397040" y="4878700"/>
                <a:ext cx="121006" cy="121006"/>
              </a:xfrm>
              <a:custGeom>
                <a:avLst/>
                <a:gdLst>
                  <a:gd name="connsiteX0" fmla="*/ 73989 w 121005"/>
                  <a:gd name="connsiteY0" fmla="*/ 124591 h 121005"/>
                  <a:gd name="connsiteX1" fmla="*/ 47098 w 121005"/>
                  <a:gd name="connsiteY1" fmla="*/ 124591 h 121005"/>
                  <a:gd name="connsiteX2" fmla="*/ 44858 w 121005"/>
                  <a:gd name="connsiteY2" fmla="*/ 122350 h 121005"/>
                  <a:gd name="connsiteX3" fmla="*/ 44858 w 121005"/>
                  <a:gd name="connsiteY3" fmla="*/ 90979 h 121005"/>
                  <a:gd name="connsiteX4" fmla="*/ 18415 w 121005"/>
                  <a:gd name="connsiteY4" fmla="*/ 108457 h 121005"/>
                  <a:gd name="connsiteX5" fmla="*/ 16623 w 121005"/>
                  <a:gd name="connsiteY5" fmla="*/ 108905 h 121005"/>
                  <a:gd name="connsiteX6" fmla="*/ 15278 w 121005"/>
                  <a:gd name="connsiteY6" fmla="*/ 108009 h 121005"/>
                  <a:gd name="connsiteX7" fmla="*/ 489 w 121005"/>
                  <a:gd name="connsiteY7" fmla="*/ 85601 h 121005"/>
                  <a:gd name="connsiteX8" fmla="*/ 937 w 121005"/>
                  <a:gd name="connsiteY8" fmla="*/ 82463 h 121005"/>
                  <a:gd name="connsiteX9" fmla="*/ 31412 w 121005"/>
                  <a:gd name="connsiteY9" fmla="*/ 62296 h 121005"/>
                  <a:gd name="connsiteX10" fmla="*/ 937 w 121005"/>
                  <a:gd name="connsiteY10" fmla="*/ 42128 h 121005"/>
                  <a:gd name="connsiteX11" fmla="*/ 489 w 121005"/>
                  <a:gd name="connsiteY11" fmla="*/ 38991 h 121005"/>
                  <a:gd name="connsiteX12" fmla="*/ 15278 w 121005"/>
                  <a:gd name="connsiteY12" fmla="*/ 16582 h 121005"/>
                  <a:gd name="connsiteX13" fmla="*/ 16623 w 121005"/>
                  <a:gd name="connsiteY13" fmla="*/ 15686 h 121005"/>
                  <a:gd name="connsiteX14" fmla="*/ 18415 w 121005"/>
                  <a:gd name="connsiteY14" fmla="*/ 16134 h 121005"/>
                  <a:gd name="connsiteX15" fmla="*/ 44858 w 121005"/>
                  <a:gd name="connsiteY15" fmla="*/ 33613 h 121005"/>
                  <a:gd name="connsiteX16" fmla="*/ 44858 w 121005"/>
                  <a:gd name="connsiteY16" fmla="*/ 2241 h 121005"/>
                  <a:gd name="connsiteX17" fmla="*/ 47098 w 121005"/>
                  <a:gd name="connsiteY17" fmla="*/ 0 h 121005"/>
                  <a:gd name="connsiteX18" fmla="*/ 73989 w 121005"/>
                  <a:gd name="connsiteY18" fmla="*/ 0 h 121005"/>
                  <a:gd name="connsiteX19" fmla="*/ 76229 w 121005"/>
                  <a:gd name="connsiteY19" fmla="*/ 2241 h 121005"/>
                  <a:gd name="connsiteX20" fmla="*/ 76229 w 121005"/>
                  <a:gd name="connsiteY20" fmla="*/ 33613 h 121005"/>
                  <a:gd name="connsiteX21" fmla="*/ 102671 w 121005"/>
                  <a:gd name="connsiteY21" fmla="*/ 16134 h 121005"/>
                  <a:gd name="connsiteX22" fmla="*/ 104464 w 121005"/>
                  <a:gd name="connsiteY22" fmla="*/ 15686 h 121005"/>
                  <a:gd name="connsiteX23" fmla="*/ 105809 w 121005"/>
                  <a:gd name="connsiteY23" fmla="*/ 16582 h 121005"/>
                  <a:gd name="connsiteX24" fmla="*/ 120598 w 121005"/>
                  <a:gd name="connsiteY24" fmla="*/ 38991 h 121005"/>
                  <a:gd name="connsiteX25" fmla="*/ 120150 w 121005"/>
                  <a:gd name="connsiteY25" fmla="*/ 42128 h 121005"/>
                  <a:gd name="connsiteX26" fmla="*/ 89675 w 121005"/>
                  <a:gd name="connsiteY26" fmla="*/ 62296 h 121005"/>
                  <a:gd name="connsiteX27" fmla="*/ 120150 w 121005"/>
                  <a:gd name="connsiteY27" fmla="*/ 82463 h 121005"/>
                  <a:gd name="connsiteX28" fmla="*/ 121046 w 121005"/>
                  <a:gd name="connsiteY28" fmla="*/ 83808 h 121005"/>
                  <a:gd name="connsiteX29" fmla="*/ 120598 w 121005"/>
                  <a:gd name="connsiteY29" fmla="*/ 85601 h 121005"/>
                  <a:gd name="connsiteX30" fmla="*/ 105809 w 121005"/>
                  <a:gd name="connsiteY30" fmla="*/ 108009 h 121005"/>
                  <a:gd name="connsiteX31" fmla="*/ 102671 w 121005"/>
                  <a:gd name="connsiteY31" fmla="*/ 108457 h 121005"/>
                  <a:gd name="connsiteX32" fmla="*/ 76229 w 121005"/>
                  <a:gd name="connsiteY32" fmla="*/ 90979 h 121005"/>
                  <a:gd name="connsiteX33" fmla="*/ 76229 w 121005"/>
                  <a:gd name="connsiteY33" fmla="*/ 122350 h 121005"/>
                  <a:gd name="connsiteX34" fmla="*/ 73989 w 121005"/>
                  <a:gd name="connsiteY34" fmla="*/ 124591 h 121005"/>
                  <a:gd name="connsiteX35" fmla="*/ 49339 w 121005"/>
                  <a:gd name="connsiteY35" fmla="*/ 120110 h 121005"/>
                  <a:gd name="connsiteX36" fmla="*/ 71748 w 121005"/>
                  <a:gd name="connsiteY36" fmla="*/ 120110 h 121005"/>
                  <a:gd name="connsiteX37" fmla="*/ 71748 w 121005"/>
                  <a:gd name="connsiteY37" fmla="*/ 89634 h 121005"/>
                  <a:gd name="connsiteX38" fmla="*/ 73540 w 121005"/>
                  <a:gd name="connsiteY38" fmla="*/ 86497 h 121005"/>
                  <a:gd name="connsiteX39" fmla="*/ 77126 w 121005"/>
                  <a:gd name="connsiteY39" fmla="*/ 86497 h 121005"/>
                  <a:gd name="connsiteX40" fmla="*/ 102671 w 121005"/>
                  <a:gd name="connsiteY40" fmla="*/ 103527 h 121005"/>
                  <a:gd name="connsiteX41" fmla="*/ 115220 w 121005"/>
                  <a:gd name="connsiteY41" fmla="*/ 84704 h 121005"/>
                  <a:gd name="connsiteX42" fmla="*/ 85193 w 121005"/>
                  <a:gd name="connsiteY42" fmla="*/ 64985 h 121005"/>
                  <a:gd name="connsiteX43" fmla="*/ 85193 w 121005"/>
                  <a:gd name="connsiteY43" fmla="*/ 64985 h 121005"/>
                  <a:gd name="connsiteX44" fmla="*/ 83400 w 121005"/>
                  <a:gd name="connsiteY44" fmla="*/ 61847 h 121005"/>
                  <a:gd name="connsiteX45" fmla="*/ 85193 w 121005"/>
                  <a:gd name="connsiteY45" fmla="*/ 58710 h 121005"/>
                  <a:gd name="connsiteX46" fmla="*/ 115220 w 121005"/>
                  <a:gd name="connsiteY46" fmla="*/ 38991 h 121005"/>
                  <a:gd name="connsiteX47" fmla="*/ 102671 w 121005"/>
                  <a:gd name="connsiteY47" fmla="*/ 20168 h 121005"/>
                  <a:gd name="connsiteX48" fmla="*/ 77126 w 121005"/>
                  <a:gd name="connsiteY48" fmla="*/ 37198 h 121005"/>
                  <a:gd name="connsiteX49" fmla="*/ 73540 w 121005"/>
                  <a:gd name="connsiteY49" fmla="*/ 37198 h 121005"/>
                  <a:gd name="connsiteX50" fmla="*/ 71748 w 121005"/>
                  <a:gd name="connsiteY50" fmla="*/ 34061 h 121005"/>
                  <a:gd name="connsiteX51" fmla="*/ 71748 w 121005"/>
                  <a:gd name="connsiteY51" fmla="*/ 3137 h 121005"/>
                  <a:gd name="connsiteX52" fmla="*/ 49339 w 121005"/>
                  <a:gd name="connsiteY52" fmla="*/ 3137 h 121005"/>
                  <a:gd name="connsiteX53" fmla="*/ 49339 w 121005"/>
                  <a:gd name="connsiteY53" fmla="*/ 34061 h 121005"/>
                  <a:gd name="connsiteX54" fmla="*/ 47546 w 121005"/>
                  <a:gd name="connsiteY54" fmla="*/ 37198 h 121005"/>
                  <a:gd name="connsiteX55" fmla="*/ 43961 w 121005"/>
                  <a:gd name="connsiteY55" fmla="*/ 37198 h 121005"/>
                  <a:gd name="connsiteX56" fmla="*/ 18415 w 121005"/>
                  <a:gd name="connsiteY56" fmla="*/ 20168 h 121005"/>
                  <a:gd name="connsiteX57" fmla="*/ 6315 w 121005"/>
                  <a:gd name="connsiteY57" fmla="*/ 38991 h 121005"/>
                  <a:gd name="connsiteX58" fmla="*/ 36342 w 121005"/>
                  <a:gd name="connsiteY58" fmla="*/ 58710 h 121005"/>
                  <a:gd name="connsiteX59" fmla="*/ 38135 w 121005"/>
                  <a:gd name="connsiteY59" fmla="*/ 61847 h 121005"/>
                  <a:gd name="connsiteX60" fmla="*/ 36342 w 121005"/>
                  <a:gd name="connsiteY60" fmla="*/ 64985 h 121005"/>
                  <a:gd name="connsiteX61" fmla="*/ 6315 w 121005"/>
                  <a:gd name="connsiteY61" fmla="*/ 84704 h 121005"/>
                  <a:gd name="connsiteX62" fmla="*/ 18415 w 121005"/>
                  <a:gd name="connsiteY62" fmla="*/ 103527 h 121005"/>
                  <a:gd name="connsiteX63" fmla="*/ 43961 w 121005"/>
                  <a:gd name="connsiteY63" fmla="*/ 86497 h 121005"/>
                  <a:gd name="connsiteX64" fmla="*/ 47546 w 121005"/>
                  <a:gd name="connsiteY64" fmla="*/ 86497 h 121005"/>
                  <a:gd name="connsiteX65" fmla="*/ 49339 w 121005"/>
                  <a:gd name="connsiteY65" fmla="*/ 89634 h 121005"/>
                  <a:gd name="connsiteX66" fmla="*/ 49339 w 121005"/>
                  <a:gd name="connsiteY66" fmla="*/ 120110 h 121005"/>
                  <a:gd name="connsiteX67" fmla="*/ 87882 w 121005"/>
                  <a:gd name="connsiteY67" fmla="*/ 61399 h 121005"/>
                  <a:gd name="connsiteX68" fmla="*/ 87882 w 121005"/>
                  <a:gd name="connsiteY68" fmla="*/ 61399 h 121005"/>
                  <a:gd name="connsiteX69" fmla="*/ 87882 w 121005"/>
                  <a:gd name="connsiteY69" fmla="*/ 61399 h 121005"/>
                  <a:gd name="connsiteX70" fmla="*/ 87882 w 121005"/>
                  <a:gd name="connsiteY70" fmla="*/ 61399 h 121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21005" h="121005">
                    <a:moveTo>
                      <a:pt x="73989" y="124591"/>
                    </a:moveTo>
                    <a:lnTo>
                      <a:pt x="47098" y="124591"/>
                    </a:lnTo>
                    <a:cubicBezTo>
                      <a:pt x="45754" y="124591"/>
                      <a:pt x="44858" y="123695"/>
                      <a:pt x="44858" y="122350"/>
                    </a:cubicBezTo>
                    <a:lnTo>
                      <a:pt x="44858" y="90979"/>
                    </a:lnTo>
                    <a:lnTo>
                      <a:pt x="18415" y="108457"/>
                    </a:lnTo>
                    <a:cubicBezTo>
                      <a:pt x="17967" y="108905"/>
                      <a:pt x="17519" y="108905"/>
                      <a:pt x="16623" y="108905"/>
                    </a:cubicBezTo>
                    <a:cubicBezTo>
                      <a:pt x="16175" y="108905"/>
                      <a:pt x="15726" y="108457"/>
                      <a:pt x="15278" y="108009"/>
                    </a:cubicBezTo>
                    <a:lnTo>
                      <a:pt x="489" y="85601"/>
                    </a:lnTo>
                    <a:cubicBezTo>
                      <a:pt x="-408" y="84704"/>
                      <a:pt x="41" y="83360"/>
                      <a:pt x="937" y="82463"/>
                    </a:cubicBezTo>
                    <a:lnTo>
                      <a:pt x="31412" y="62296"/>
                    </a:lnTo>
                    <a:lnTo>
                      <a:pt x="937" y="42128"/>
                    </a:lnTo>
                    <a:cubicBezTo>
                      <a:pt x="41" y="41232"/>
                      <a:pt x="-408" y="39887"/>
                      <a:pt x="489" y="38991"/>
                    </a:cubicBezTo>
                    <a:lnTo>
                      <a:pt x="15278" y="16582"/>
                    </a:lnTo>
                    <a:cubicBezTo>
                      <a:pt x="15726" y="16134"/>
                      <a:pt x="16175" y="15686"/>
                      <a:pt x="16623" y="15686"/>
                    </a:cubicBezTo>
                    <a:cubicBezTo>
                      <a:pt x="17071" y="15686"/>
                      <a:pt x="17967" y="15686"/>
                      <a:pt x="18415" y="16134"/>
                    </a:cubicBezTo>
                    <a:lnTo>
                      <a:pt x="44858" y="33613"/>
                    </a:lnTo>
                    <a:lnTo>
                      <a:pt x="44858" y="2241"/>
                    </a:lnTo>
                    <a:cubicBezTo>
                      <a:pt x="44858" y="896"/>
                      <a:pt x="45754" y="0"/>
                      <a:pt x="47098" y="0"/>
                    </a:cubicBezTo>
                    <a:lnTo>
                      <a:pt x="73989" y="0"/>
                    </a:lnTo>
                    <a:cubicBezTo>
                      <a:pt x="75333" y="0"/>
                      <a:pt x="76229" y="896"/>
                      <a:pt x="76229" y="2241"/>
                    </a:cubicBezTo>
                    <a:lnTo>
                      <a:pt x="76229" y="33613"/>
                    </a:lnTo>
                    <a:lnTo>
                      <a:pt x="102671" y="16134"/>
                    </a:lnTo>
                    <a:cubicBezTo>
                      <a:pt x="103120" y="15686"/>
                      <a:pt x="103568" y="15686"/>
                      <a:pt x="104464" y="15686"/>
                    </a:cubicBezTo>
                    <a:cubicBezTo>
                      <a:pt x="104912" y="15686"/>
                      <a:pt x="105360" y="16134"/>
                      <a:pt x="105809" y="16582"/>
                    </a:cubicBezTo>
                    <a:lnTo>
                      <a:pt x="120598" y="38991"/>
                    </a:lnTo>
                    <a:cubicBezTo>
                      <a:pt x="121495" y="39887"/>
                      <a:pt x="121046" y="41232"/>
                      <a:pt x="120150" y="42128"/>
                    </a:cubicBezTo>
                    <a:lnTo>
                      <a:pt x="89675" y="62296"/>
                    </a:lnTo>
                    <a:lnTo>
                      <a:pt x="120150" y="82463"/>
                    </a:lnTo>
                    <a:cubicBezTo>
                      <a:pt x="120598" y="82912"/>
                      <a:pt x="121046" y="83360"/>
                      <a:pt x="121046" y="83808"/>
                    </a:cubicBezTo>
                    <a:cubicBezTo>
                      <a:pt x="121046" y="84256"/>
                      <a:pt x="121046" y="85152"/>
                      <a:pt x="120598" y="85601"/>
                    </a:cubicBezTo>
                    <a:lnTo>
                      <a:pt x="105809" y="108009"/>
                    </a:lnTo>
                    <a:cubicBezTo>
                      <a:pt x="104912" y="108905"/>
                      <a:pt x="103568" y="109354"/>
                      <a:pt x="102671" y="108457"/>
                    </a:cubicBezTo>
                    <a:lnTo>
                      <a:pt x="76229" y="90979"/>
                    </a:lnTo>
                    <a:lnTo>
                      <a:pt x="76229" y="122350"/>
                    </a:lnTo>
                    <a:cubicBezTo>
                      <a:pt x="76229" y="123695"/>
                      <a:pt x="75333" y="124591"/>
                      <a:pt x="73989" y="124591"/>
                    </a:cubicBezTo>
                    <a:close/>
                    <a:moveTo>
                      <a:pt x="49339" y="120110"/>
                    </a:moveTo>
                    <a:lnTo>
                      <a:pt x="71748" y="120110"/>
                    </a:lnTo>
                    <a:lnTo>
                      <a:pt x="71748" y="89634"/>
                    </a:lnTo>
                    <a:cubicBezTo>
                      <a:pt x="71748" y="88290"/>
                      <a:pt x="72644" y="86945"/>
                      <a:pt x="73540" y="86497"/>
                    </a:cubicBezTo>
                    <a:cubicBezTo>
                      <a:pt x="74885" y="86049"/>
                      <a:pt x="76229" y="86049"/>
                      <a:pt x="77126" y="86497"/>
                    </a:cubicBezTo>
                    <a:lnTo>
                      <a:pt x="102671" y="103527"/>
                    </a:lnTo>
                    <a:lnTo>
                      <a:pt x="115220" y="84704"/>
                    </a:lnTo>
                    <a:lnTo>
                      <a:pt x="85193" y="64985"/>
                    </a:lnTo>
                    <a:lnTo>
                      <a:pt x="85193" y="64985"/>
                    </a:lnTo>
                    <a:cubicBezTo>
                      <a:pt x="84296" y="64088"/>
                      <a:pt x="83400" y="63192"/>
                      <a:pt x="83400" y="61847"/>
                    </a:cubicBezTo>
                    <a:cubicBezTo>
                      <a:pt x="83400" y="60503"/>
                      <a:pt x="83848" y="59607"/>
                      <a:pt x="85193" y="58710"/>
                    </a:cubicBezTo>
                    <a:lnTo>
                      <a:pt x="115220" y="38991"/>
                    </a:lnTo>
                    <a:lnTo>
                      <a:pt x="102671" y="20168"/>
                    </a:lnTo>
                    <a:lnTo>
                      <a:pt x="77126" y="37198"/>
                    </a:lnTo>
                    <a:cubicBezTo>
                      <a:pt x="76229" y="38094"/>
                      <a:pt x="74437" y="38094"/>
                      <a:pt x="73540" y="37198"/>
                    </a:cubicBezTo>
                    <a:cubicBezTo>
                      <a:pt x="72196" y="36750"/>
                      <a:pt x="71748" y="35405"/>
                      <a:pt x="71748" y="34061"/>
                    </a:cubicBezTo>
                    <a:lnTo>
                      <a:pt x="71748" y="3137"/>
                    </a:lnTo>
                    <a:lnTo>
                      <a:pt x="49339" y="3137"/>
                    </a:lnTo>
                    <a:lnTo>
                      <a:pt x="49339" y="34061"/>
                    </a:lnTo>
                    <a:cubicBezTo>
                      <a:pt x="49339" y="35405"/>
                      <a:pt x="48443" y="36750"/>
                      <a:pt x="47546" y="37198"/>
                    </a:cubicBezTo>
                    <a:cubicBezTo>
                      <a:pt x="46202" y="37646"/>
                      <a:pt x="44858" y="37646"/>
                      <a:pt x="43961" y="37198"/>
                    </a:cubicBezTo>
                    <a:lnTo>
                      <a:pt x="18415" y="20168"/>
                    </a:lnTo>
                    <a:lnTo>
                      <a:pt x="6315" y="38991"/>
                    </a:lnTo>
                    <a:lnTo>
                      <a:pt x="36342" y="58710"/>
                    </a:lnTo>
                    <a:cubicBezTo>
                      <a:pt x="37239" y="59607"/>
                      <a:pt x="38135" y="60503"/>
                      <a:pt x="38135" y="61847"/>
                    </a:cubicBezTo>
                    <a:cubicBezTo>
                      <a:pt x="38135" y="63192"/>
                      <a:pt x="37687" y="64088"/>
                      <a:pt x="36342" y="64985"/>
                    </a:cubicBezTo>
                    <a:lnTo>
                      <a:pt x="6315" y="84704"/>
                    </a:lnTo>
                    <a:lnTo>
                      <a:pt x="18415" y="103527"/>
                    </a:lnTo>
                    <a:lnTo>
                      <a:pt x="43961" y="86497"/>
                    </a:lnTo>
                    <a:cubicBezTo>
                      <a:pt x="44858" y="85601"/>
                      <a:pt x="46650" y="85601"/>
                      <a:pt x="47546" y="86497"/>
                    </a:cubicBezTo>
                    <a:cubicBezTo>
                      <a:pt x="48443" y="87393"/>
                      <a:pt x="49339" y="88290"/>
                      <a:pt x="49339" y="89634"/>
                    </a:cubicBezTo>
                    <a:lnTo>
                      <a:pt x="49339" y="120110"/>
                    </a:lnTo>
                    <a:close/>
                    <a:moveTo>
                      <a:pt x="87882" y="61399"/>
                    </a:moveTo>
                    <a:cubicBezTo>
                      <a:pt x="87882" y="61399"/>
                      <a:pt x="87882" y="61399"/>
                      <a:pt x="87882" y="61399"/>
                    </a:cubicBezTo>
                    <a:lnTo>
                      <a:pt x="87882" y="61399"/>
                    </a:lnTo>
                    <a:cubicBezTo>
                      <a:pt x="87882" y="61399"/>
                      <a:pt x="87882" y="61399"/>
                      <a:pt x="87882" y="6139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485" name="Group 2538">
                <a:extLst>
                  <a:ext uri="{FF2B5EF4-FFF2-40B4-BE49-F238E27FC236}">
                    <a16:creationId xmlns:a16="http://schemas.microsoft.com/office/drawing/2014/main" id="{2D5C8FD7-688D-2EA9-1899-514649D50603}"/>
                  </a:ext>
                  <a:ext uri="{C183D7F6-B498-43B3-948B-1728B52AA6E4}">
                    <adec:decorative xmlns:adec="http://schemas.microsoft.com/office/drawing/2017/decorative" val="1"/>
                  </a:ext>
                </a:extLst>
              </p:cNvPr>
              <p:cNvGrpSpPr>
                <a:grpSpLocks noChangeAspect="1"/>
              </p:cNvGrpSpPr>
              <p:nvPr/>
            </p:nvGrpSpPr>
            <p:grpSpPr>
              <a:xfrm>
                <a:off x="6953341" y="5213035"/>
                <a:ext cx="150136" cy="151930"/>
                <a:chOff x="7009841" y="3157344"/>
                <a:chExt cx="150136" cy="151930"/>
              </a:xfrm>
            </p:grpSpPr>
            <p:sp>
              <p:nvSpPr>
                <p:cNvPr id="1486" name="Freeform: Shape 2922">
                  <a:extLst>
                    <a:ext uri="{FF2B5EF4-FFF2-40B4-BE49-F238E27FC236}">
                      <a16:creationId xmlns:a16="http://schemas.microsoft.com/office/drawing/2014/main" id="{50BF7725-5F39-F790-A645-81EB0958565D}"/>
                    </a:ext>
                  </a:extLst>
                </p:cNvPr>
                <p:cNvSpPr/>
                <p:nvPr/>
              </p:nvSpPr>
              <p:spPr>
                <a:xfrm>
                  <a:off x="7014995" y="3244289"/>
                  <a:ext cx="71707" cy="62744"/>
                </a:xfrm>
                <a:custGeom>
                  <a:avLst/>
                  <a:gdLst>
                    <a:gd name="connsiteX0" fmla="*/ 71035 w 71707"/>
                    <a:gd name="connsiteY0" fmla="*/ 61399 h 62743"/>
                    <a:gd name="connsiteX1" fmla="*/ 41904 w 71707"/>
                    <a:gd name="connsiteY1" fmla="*/ 61399 h 62743"/>
                    <a:gd name="connsiteX2" fmla="*/ 27114 w 71707"/>
                    <a:gd name="connsiteY2" fmla="*/ 47058 h 62743"/>
                    <a:gd name="connsiteX3" fmla="*/ 27114 w 71707"/>
                    <a:gd name="connsiteY3" fmla="*/ 7619 h 62743"/>
                    <a:gd name="connsiteX4" fmla="*/ 45041 w 71707"/>
                    <a:gd name="connsiteY4" fmla="*/ 25098 h 62743"/>
                    <a:gd name="connsiteX5" fmla="*/ 46386 w 71707"/>
                    <a:gd name="connsiteY5" fmla="*/ 25546 h 62743"/>
                    <a:gd name="connsiteX6" fmla="*/ 48178 w 71707"/>
                    <a:gd name="connsiteY6" fmla="*/ 24649 h 62743"/>
                    <a:gd name="connsiteX7" fmla="*/ 48178 w 71707"/>
                    <a:gd name="connsiteY7" fmla="*/ 21512 h 62743"/>
                    <a:gd name="connsiteX8" fmla="*/ 26218 w 71707"/>
                    <a:gd name="connsiteY8" fmla="*/ 448 h 62743"/>
                    <a:gd name="connsiteX9" fmla="*/ 26218 w 71707"/>
                    <a:gd name="connsiteY9" fmla="*/ 448 h 62743"/>
                    <a:gd name="connsiteX10" fmla="*/ 26218 w 71707"/>
                    <a:gd name="connsiteY10" fmla="*/ 448 h 62743"/>
                    <a:gd name="connsiteX11" fmla="*/ 25770 w 71707"/>
                    <a:gd name="connsiteY11" fmla="*/ 448 h 62743"/>
                    <a:gd name="connsiteX12" fmla="*/ 25322 w 71707"/>
                    <a:gd name="connsiteY12" fmla="*/ 0 h 62743"/>
                    <a:gd name="connsiteX13" fmla="*/ 24425 w 71707"/>
                    <a:gd name="connsiteY13" fmla="*/ 0 h 62743"/>
                    <a:gd name="connsiteX14" fmla="*/ 24425 w 71707"/>
                    <a:gd name="connsiteY14" fmla="*/ 0 h 62743"/>
                    <a:gd name="connsiteX15" fmla="*/ 24425 w 71707"/>
                    <a:gd name="connsiteY15" fmla="*/ 0 h 62743"/>
                    <a:gd name="connsiteX16" fmla="*/ 23529 w 71707"/>
                    <a:gd name="connsiteY16" fmla="*/ 0 h 62743"/>
                    <a:gd name="connsiteX17" fmla="*/ 23081 w 71707"/>
                    <a:gd name="connsiteY17" fmla="*/ 448 h 62743"/>
                    <a:gd name="connsiteX18" fmla="*/ 22633 w 71707"/>
                    <a:gd name="connsiteY18" fmla="*/ 448 h 62743"/>
                    <a:gd name="connsiteX19" fmla="*/ 672 w 71707"/>
                    <a:gd name="connsiteY19" fmla="*/ 21512 h 62743"/>
                    <a:gd name="connsiteX20" fmla="*/ 672 w 71707"/>
                    <a:gd name="connsiteY20" fmla="*/ 24649 h 62743"/>
                    <a:gd name="connsiteX21" fmla="*/ 3809 w 71707"/>
                    <a:gd name="connsiteY21" fmla="*/ 24649 h 62743"/>
                    <a:gd name="connsiteX22" fmla="*/ 21736 w 71707"/>
                    <a:gd name="connsiteY22" fmla="*/ 7171 h 62743"/>
                    <a:gd name="connsiteX23" fmla="*/ 21736 w 71707"/>
                    <a:gd name="connsiteY23" fmla="*/ 46610 h 62743"/>
                    <a:gd name="connsiteX24" fmla="*/ 41008 w 71707"/>
                    <a:gd name="connsiteY24" fmla="*/ 65433 h 62743"/>
                    <a:gd name="connsiteX25" fmla="*/ 70139 w 71707"/>
                    <a:gd name="connsiteY25" fmla="*/ 65433 h 62743"/>
                    <a:gd name="connsiteX26" fmla="*/ 72380 w 71707"/>
                    <a:gd name="connsiteY26" fmla="*/ 63192 h 62743"/>
                    <a:gd name="connsiteX27" fmla="*/ 71035 w 71707"/>
                    <a:gd name="connsiteY27" fmla="*/ 61399 h 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1707" h="62743">
                      <a:moveTo>
                        <a:pt x="71035" y="61399"/>
                      </a:moveTo>
                      <a:lnTo>
                        <a:pt x="41904" y="61399"/>
                      </a:lnTo>
                      <a:cubicBezTo>
                        <a:pt x="33837" y="61399"/>
                        <a:pt x="27114" y="55125"/>
                        <a:pt x="27114" y="47058"/>
                      </a:cubicBezTo>
                      <a:lnTo>
                        <a:pt x="27114" y="7619"/>
                      </a:lnTo>
                      <a:lnTo>
                        <a:pt x="45041" y="25098"/>
                      </a:lnTo>
                      <a:cubicBezTo>
                        <a:pt x="45489" y="25546"/>
                        <a:pt x="45937" y="25546"/>
                        <a:pt x="46386" y="25546"/>
                      </a:cubicBezTo>
                      <a:cubicBezTo>
                        <a:pt x="46834" y="25546"/>
                        <a:pt x="47730" y="25098"/>
                        <a:pt x="48178" y="24649"/>
                      </a:cubicBezTo>
                      <a:cubicBezTo>
                        <a:pt x="49075" y="23753"/>
                        <a:pt x="49075" y="22409"/>
                        <a:pt x="48178" y="21512"/>
                      </a:cubicBezTo>
                      <a:lnTo>
                        <a:pt x="26218" y="448"/>
                      </a:lnTo>
                      <a:cubicBezTo>
                        <a:pt x="26218" y="448"/>
                        <a:pt x="26218" y="448"/>
                        <a:pt x="26218" y="448"/>
                      </a:cubicBezTo>
                      <a:lnTo>
                        <a:pt x="26218" y="448"/>
                      </a:lnTo>
                      <a:cubicBezTo>
                        <a:pt x="26218" y="448"/>
                        <a:pt x="26218" y="448"/>
                        <a:pt x="25770" y="448"/>
                      </a:cubicBezTo>
                      <a:cubicBezTo>
                        <a:pt x="25770" y="448"/>
                        <a:pt x="25322" y="0"/>
                        <a:pt x="25322" y="0"/>
                      </a:cubicBezTo>
                      <a:cubicBezTo>
                        <a:pt x="24873" y="0"/>
                        <a:pt x="24873" y="0"/>
                        <a:pt x="24425" y="0"/>
                      </a:cubicBezTo>
                      <a:cubicBezTo>
                        <a:pt x="24425" y="0"/>
                        <a:pt x="24425" y="0"/>
                        <a:pt x="24425" y="0"/>
                      </a:cubicBezTo>
                      <a:cubicBezTo>
                        <a:pt x="24425" y="0"/>
                        <a:pt x="24425" y="0"/>
                        <a:pt x="24425" y="0"/>
                      </a:cubicBezTo>
                      <a:cubicBezTo>
                        <a:pt x="23977" y="0"/>
                        <a:pt x="23977" y="0"/>
                        <a:pt x="23529" y="0"/>
                      </a:cubicBezTo>
                      <a:cubicBezTo>
                        <a:pt x="23529" y="0"/>
                        <a:pt x="23081" y="0"/>
                        <a:pt x="23081" y="448"/>
                      </a:cubicBezTo>
                      <a:cubicBezTo>
                        <a:pt x="23081" y="448"/>
                        <a:pt x="23081" y="448"/>
                        <a:pt x="22633" y="448"/>
                      </a:cubicBezTo>
                      <a:lnTo>
                        <a:pt x="672" y="21512"/>
                      </a:lnTo>
                      <a:cubicBezTo>
                        <a:pt x="-224" y="22409"/>
                        <a:pt x="-224" y="23753"/>
                        <a:pt x="672" y="24649"/>
                      </a:cubicBezTo>
                      <a:cubicBezTo>
                        <a:pt x="1569" y="25546"/>
                        <a:pt x="2913" y="25546"/>
                        <a:pt x="3809" y="24649"/>
                      </a:cubicBezTo>
                      <a:lnTo>
                        <a:pt x="21736" y="7171"/>
                      </a:lnTo>
                      <a:lnTo>
                        <a:pt x="21736" y="46610"/>
                      </a:lnTo>
                      <a:cubicBezTo>
                        <a:pt x="21736" y="56918"/>
                        <a:pt x="30251" y="65433"/>
                        <a:pt x="41008" y="65433"/>
                      </a:cubicBezTo>
                      <a:lnTo>
                        <a:pt x="70139" y="65433"/>
                      </a:lnTo>
                      <a:cubicBezTo>
                        <a:pt x="71483" y="65433"/>
                        <a:pt x="72380" y="64536"/>
                        <a:pt x="72380" y="63192"/>
                      </a:cubicBezTo>
                      <a:cubicBezTo>
                        <a:pt x="73276" y="62296"/>
                        <a:pt x="72380" y="61399"/>
                        <a:pt x="71035" y="6139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87" name="Freeform: Shape 2923">
                  <a:extLst>
                    <a:ext uri="{FF2B5EF4-FFF2-40B4-BE49-F238E27FC236}">
                      <a16:creationId xmlns:a16="http://schemas.microsoft.com/office/drawing/2014/main" id="{D16F8ECF-8F6D-9F8A-C12C-4158618F9EF6}"/>
                    </a:ext>
                  </a:extLst>
                </p:cNvPr>
                <p:cNvSpPr/>
                <p:nvPr/>
              </p:nvSpPr>
              <p:spPr>
                <a:xfrm>
                  <a:off x="7085669" y="3157792"/>
                  <a:ext cx="71707" cy="62744"/>
                </a:xfrm>
                <a:custGeom>
                  <a:avLst/>
                  <a:gdLst>
                    <a:gd name="connsiteX0" fmla="*/ 1705 w 71707"/>
                    <a:gd name="connsiteY0" fmla="*/ 4482 h 62743"/>
                    <a:gd name="connsiteX1" fmla="*/ 30836 w 71707"/>
                    <a:gd name="connsiteY1" fmla="*/ 4482 h 62743"/>
                    <a:gd name="connsiteX2" fmla="*/ 45626 w 71707"/>
                    <a:gd name="connsiteY2" fmla="*/ 18823 h 62743"/>
                    <a:gd name="connsiteX3" fmla="*/ 45626 w 71707"/>
                    <a:gd name="connsiteY3" fmla="*/ 58262 h 62743"/>
                    <a:gd name="connsiteX4" fmla="*/ 27699 w 71707"/>
                    <a:gd name="connsiteY4" fmla="*/ 40783 h 62743"/>
                    <a:gd name="connsiteX5" fmla="*/ 24562 w 71707"/>
                    <a:gd name="connsiteY5" fmla="*/ 40783 h 62743"/>
                    <a:gd name="connsiteX6" fmla="*/ 24562 w 71707"/>
                    <a:gd name="connsiteY6" fmla="*/ 43921 h 62743"/>
                    <a:gd name="connsiteX7" fmla="*/ 46522 w 71707"/>
                    <a:gd name="connsiteY7" fmla="*/ 64985 h 62743"/>
                    <a:gd name="connsiteX8" fmla="*/ 46970 w 71707"/>
                    <a:gd name="connsiteY8" fmla="*/ 64985 h 62743"/>
                    <a:gd name="connsiteX9" fmla="*/ 47419 w 71707"/>
                    <a:gd name="connsiteY9" fmla="*/ 65433 h 62743"/>
                    <a:gd name="connsiteX10" fmla="*/ 48315 w 71707"/>
                    <a:gd name="connsiteY10" fmla="*/ 65433 h 62743"/>
                    <a:gd name="connsiteX11" fmla="*/ 49211 w 71707"/>
                    <a:gd name="connsiteY11" fmla="*/ 65433 h 62743"/>
                    <a:gd name="connsiteX12" fmla="*/ 49660 w 71707"/>
                    <a:gd name="connsiteY12" fmla="*/ 64985 h 62743"/>
                    <a:gd name="connsiteX13" fmla="*/ 50108 w 71707"/>
                    <a:gd name="connsiteY13" fmla="*/ 64985 h 62743"/>
                    <a:gd name="connsiteX14" fmla="*/ 50108 w 71707"/>
                    <a:gd name="connsiteY14" fmla="*/ 64985 h 62743"/>
                    <a:gd name="connsiteX15" fmla="*/ 50108 w 71707"/>
                    <a:gd name="connsiteY15" fmla="*/ 64985 h 62743"/>
                    <a:gd name="connsiteX16" fmla="*/ 72068 w 71707"/>
                    <a:gd name="connsiteY16" fmla="*/ 43921 h 62743"/>
                    <a:gd name="connsiteX17" fmla="*/ 72068 w 71707"/>
                    <a:gd name="connsiteY17" fmla="*/ 40783 h 62743"/>
                    <a:gd name="connsiteX18" fmla="*/ 68931 w 71707"/>
                    <a:gd name="connsiteY18" fmla="*/ 40783 h 62743"/>
                    <a:gd name="connsiteX19" fmla="*/ 51004 w 71707"/>
                    <a:gd name="connsiteY19" fmla="*/ 58262 h 62743"/>
                    <a:gd name="connsiteX20" fmla="*/ 51004 w 71707"/>
                    <a:gd name="connsiteY20" fmla="*/ 18823 h 62743"/>
                    <a:gd name="connsiteX21" fmla="*/ 31733 w 71707"/>
                    <a:gd name="connsiteY21" fmla="*/ 0 h 62743"/>
                    <a:gd name="connsiteX22" fmla="*/ 2602 w 71707"/>
                    <a:gd name="connsiteY22" fmla="*/ 0 h 62743"/>
                    <a:gd name="connsiteX23" fmla="*/ 361 w 71707"/>
                    <a:gd name="connsiteY23" fmla="*/ 2241 h 62743"/>
                    <a:gd name="connsiteX24" fmla="*/ 1705 w 71707"/>
                    <a:gd name="connsiteY24" fmla="*/ 4482 h 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1707" h="62743">
                      <a:moveTo>
                        <a:pt x="1705" y="4482"/>
                      </a:moveTo>
                      <a:lnTo>
                        <a:pt x="30836" y="4482"/>
                      </a:lnTo>
                      <a:cubicBezTo>
                        <a:pt x="38903" y="4482"/>
                        <a:pt x="45626" y="10756"/>
                        <a:pt x="45626" y="18823"/>
                      </a:cubicBezTo>
                      <a:lnTo>
                        <a:pt x="45626" y="58262"/>
                      </a:lnTo>
                      <a:lnTo>
                        <a:pt x="27699" y="40783"/>
                      </a:lnTo>
                      <a:cubicBezTo>
                        <a:pt x="26803" y="39887"/>
                        <a:pt x="25458" y="39887"/>
                        <a:pt x="24562" y="40783"/>
                      </a:cubicBezTo>
                      <a:cubicBezTo>
                        <a:pt x="23666" y="41680"/>
                        <a:pt x="23666" y="43024"/>
                        <a:pt x="24562" y="43921"/>
                      </a:cubicBezTo>
                      <a:lnTo>
                        <a:pt x="46522" y="64985"/>
                      </a:lnTo>
                      <a:cubicBezTo>
                        <a:pt x="46522" y="64985"/>
                        <a:pt x="46522" y="64985"/>
                        <a:pt x="46970" y="64985"/>
                      </a:cubicBezTo>
                      <a:cubicBezTo>
                        <a:pt x="46970" y="64985"/>
                        <a:pt x="47419" y="64985"/>
                        <a:pt x="47419" y="65433"/>
                      </a:cubicBezTo>
                      <a:cubicBezTo>
                        <a:pt x="47867" y="65433"/>
                        <a:pt x="47867" y="65433"/>
                        <a:pt x="48315" y="65433"/>
                      </a:cubicBezTo>
                      <a:cubicBezTo>
                        <a:pt x="48763" y="65433"/>
                        <a:pt x="48763" y="65433"/>
                        <a:pt x="49211" y="65433"/>
                      </a:cubicBezTo>
                      <a:cubicBezTo>
                        <a:pt x="49211" y="65433"/>
                        <a:pt x="49660" y="65433"/>
                        <a:pt x="49660" y="64985"/>
                      </a:cubicBezTo>
                      <a:cubicBezTo>
                        <a:pt x="49660" y="64985"/>
                        <a:pt x="49660" y="64985"/>
                        <a:pt x="50108" y="64985"/>
                      </a:cubicBezTo>
                      <a:lnTo>
                        <a:pt x="50108" y="64985"/>
                      </a:lnTo>
                      <a:cubicBezTo>
                        <a:pt x="50108" y="64985"/>
                        <a:pt x="50108" y="64985"/>
                        <a:pt x="50108" y="64985"/>
                      </a:cubicBezTo>
                      <a:lnTo>
                        <a:pt x="72068" y="43921"/>
                      </a:lnTo>
                      <a:cubicBezTo>
                        <a:pt x="72964" y="43024"/>
                        <a:pt x="72964" y="41680"/>
                        <a:pt x="72068" y="40783"/>
                      </a:cubicBezTo>
                      <a:cubicBezTo>
                        <a:pt x="71172" y="39887"/>
                        <a:pt x="69827" y="39887"/>
                        <a:pt x="68931" y="40783"/>
                      </a:cubicBezTo>
                      <a:lnTo>
                        <a:pt x="51004" y="58262"/>
                      </a:lnTo>
                      <a:lnTo>
                        <a:pt x="51004" y="18823"/>
                      </a:lnTo>
                      <a:cubicBezTo>
                        <a:pt x="51004" y="8515"/>
                        <a:pt x="42489" y="0"/>
                        <a:pt x="31733" y="0"/>
                      </a:cubicBezTo>
                      <a:lnTo>
                        <a:pt x="2602" y="0"/>
                      </a:lnTo>
                      <a:cubicBezTo>
                        <a:pt x="1257" y="0"/>
                        <a:pt x="361" y="896"/>
                        <a:pt x="361" y="2241"/>
                      </a:cubicBezTo>
                      <a:cubicBezTo>
                        <a:pt x="-536" y="3585"/>
                        <a:pt x="361" y="4482"/>
                        <a:pt x="1705"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88" name="Freeform: Shape 2924">
                  <a:extLst>
                    <a:ext uri="{FF2B5EF4-FFF2-40B4-BE49-F238E27FC236}">
                      <a16:creationId xmlns:a16="http://schemas.microsoft.com/office/drawing/2014/main" id="{A9A1E9E7-93E6-EA60-EFF6-C09E35865811}"/>
                    </a:ext>
                  </a:extLst>
                </p:cNvPr>
                <p:cNvSpPr/>
                <p:nvPr/>
              </p:nvSpPr>
              <p:spPr>
                <a:xfrm>
                  <a:off x="7023734" y="3157344"/>
                  <a:ext cx="31372" cy="31372"/>
                </a:xfrm>
                <a:custGeom>
                  <a:avLst/>
                  <a:gdLst>
                    <a:gd name="connsiteX0" fmla="*/ 17030 w 31371"/>
                    <a:gd name="connsiteY0" fmla="*/ 34061 h 31371"/>
                    <a:gd name="connsiteX1" fmla="*/ 34061 w 31371"/>
                    <a:gd name="connsiteY1" fmla="*/ 17030 h 31371"/>
                    <a:gd name="connsiteX2" fmla="*/ 17030 w 31371"/>
                    <a:gd name="connsiteY2" fmla="*/ 0 h 31371"/>
                    <a:gd name="connsiteX3" fmla="*/ 0 w 31371"/>
                    <a:gd name="connsiteY3" fmla="*/ 17030 h 31371"/>
                    <a:gd name="connsiteX4" fmla="*/ 17030 w 31371"/>
                    <a:gd name="connsiteY4" fmla="*/ 34061 h 31371"/>
                    <a:gd name="connsiteX5" fmla="*/ 17030 w 31371"/>
                    <a:gd name="connsiteY5" fmla="*/ 4930 h 31371"/>
                    <a:gd name="connsiteX6" fmla="*/ 29579 w 31371"/>
                    <a:gd name="connsiteY6" fmla="*/ 17479 h 31371"/>
                    <a:gd name="connsiteX7" fmla="*/ 17030 w 31371"/>
                    <a:gd name="connsiteY7" fmla="*/ 30027 h 31371"/>
                    <a:gd name="connsiteX8" fmla="*/ 4482 w 31371"/>
                    <a:gd name="connsiteY8" fmla="*/ 17479 h 31371"/>
                    <a:gd name="connsiteX9" fmla="*/ 17030 w 31371"/>
                    <a:gd name="connsiteY9" fmla="*/ 4930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31371">
                      <a:moveTo>
                        <a:pt x="17030" y="34061"/>
                      </a:moveTo>
                      <a:cubicBezTo>
                        <a:pt x="26442" y="34061"/>
                        <a:pt x="34061" y="26442"/>
                        <a:pt x="34061" y="17030"/>
                      </a:cubicBezTo>
                      <a:cubicBezTo>
                        <a:pt x="34061" y="7619"/>
                        <a:pt x="26442" y="0"/>
                        <a:pt x="17030" y="0"/>
                      </a:cubicBezTo>
                      <a:cubicBezTo>
                        <a:pt x="7619" y="0"/>
                        <a:pt x="0" y="7619"/>
                        <a:pt x="0" y="17030"/>
                      </a:cubicBezTo>
                      <a:cubicBezTo>
                        <a:pt x="0" y="26442"/>
                        <a:pt x="7619" y="34061"/>
                        <a:pt x="17030" y="34061"/>
                      </a:cubicBezTo>
                      <a:close/>
                      <a:moveTo>
                        <a:pt x="17030" y="4930"/>
                      </a:moveTo>
                      <a:cubicBezTo>
                        <a:pt x="23753" y="4930"/>
                        <a:pt x="29579" y="10308"/>
                        <a:pt x="29579" y="17479"/>
                      </a:cubicBezTo>
                      <a:cubicBezTo>
                        <a:pt x="29579" y="24649"/>
                        <a:pt x="24201" y="30027"/>
                        <a:pt x="17030" y="30027"/>
                      </a:cubicBezTo>
                      <a:cubicBezTo>
                        <a:pt x="10308" y="30027"/>
                        <a:pt x="4482" y="24649"/>
                        <a:pt x="4482" y="17479"/>
                      </a:cubicBezTo>
                      <a:cubicBezTo>
                        <a:pt x="4482" y="10308"/>
                        <a:pt x="10308" y="4930"/>
                        <a:pt x="17030" y="49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89" name="Freeform: Shape 2925">
                  <a:extLst>
                    <a:ext uri="{FF2B5EF4-FFF2-40B4-BE49-F238E27FC236}">
                      <a16:creationId xmlns:a16="http://schemas.microsoft.com/office/drawing/2014/main" id="{AD1B4D64-0BE0-1E64-32E4-36E7CA5ACC1E}"/>
                    </a:ext>
                  </a:extLst>
                </p:cNvPr>
                <p:cNvSpPr/>
                <p:nvPr/>
              </p:nvSpPr>
              <p:spPr>
                <a:xfrm>
                  <a:off x="7009841" y="3195438"/>
                  <a:ext cx="58262" cy="35854"/>
                </a:xfrm>
                <a:custGeom>
                  <a:avLst/>
                  <a:gdLst>
                    <a:gd name="connsiteX0" fmla="*/ 51988 w 58262"/>
                    <a:gd name="connsiteY0" fmla="*/ 36750 h 35853"/>
                    <a:gd name="connsiteX1" fmla="*/ 61399 w 58262"/>
                    <a:gd name="connsiteY1" fmla="*/ 27338 h 35853"/>
                    <a:gd name="connsiteX2" fmla="*/ 61399 w 58262"/>
                    <a:gd name="connsiteY2" fmla="*/ 20168 h 35853"/>
                    <a:gd name="connsiteX3" fmla="*/ 41232 w 58262"/>
                    <a:gd name="connsiteY3" fmla="*/ 0 h 35853"/>
                    <a:gd name="connsiteX4" fmla="*/ 20168 w 58262"/>
                    <a:gd name="connsiteY4" fmla="*/ 0 h 35853"/>
                    <a:gd name="connsiteX5" fmla="*/ 0 w 58262"/>
                    <a:gd name="connsiteY5" fmla="*/ 20168 h 35853"/>
                    <a:gd name="connsiteX6" fmla="*/ 0 w 58262"/>
                    <a:gd name="connsiteY6" fmla="*/ 27338 h 35853"/>
                    <a:gd name="connsiteX7" fmla="*/ 9412 w 58262"/>
                    <a:gd name="connsiteY7" fmla="*/ 36750 h 35853"/>
                    <a:gd name="connsiteX8" fmla="*/ 51988 w 58262"/>
                    <a:gd name="connsiteY8" fmla="*/ 36750 h 35853"/>
                    <a:gd name="connsiteX9" fmla="*/ 4930 w 58262"/>
                    <a:gd name="connsiteY9" fmla="*/ 27338 h 35853"/>
                    <a:gd name="connsiteX10" fmla="*/ 4930 w 58262"/>
                    <a:gd name="connsiteY10" fmla="*/ 20168 h 35853"/>
                    <a:gd name="connsiteX11" fmla="*/ 20616 w 58262"/>
                    <a:gd name="connsiteY11" fmla="*/ 4482 h 35853"/>
                    <a:gd name="connsiteX12" fmla="*/ 41680 w 58262"/>
                    <a:gd name="connsiteY12" fmla="*/ 4482 h 35853"/>
                    <a:gd name="connsiteX13" fmla="*/ 57366 w 58262"/>
                    <a:gd name="connsiteY13" fmla="*/ 20168 h 35853"/>
                    <a:gd name="connsiteX14" fmla="*/ 57366 w 58262"/>
                    <a:gd name="connsiteY14" fmla="*/ 27338 h 35853"/>
                    <a:gd name="connsiteX15" fmla="*/ 52436 w 58262"/>
                    <a:gd name="connsiteY15" fmla="*/ 32268 h 35853"/>
                    <a:gd name="connsiteX16" fmla="*/ 9860 w 58262"/>
                    <a:gd name="connsiteY16" fmla="*/ 32268 h 35853"/>
                    <a:gd name="connsiteX17" fmla="*/ 4930 w 58262"/>
                    <a:gd name="connsiteY17" fmla="*/ 27338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262" h="35853">
                      <a:moveTo>
                        <a:pt x="51988" y="36750"/>
                      </a:moveTo>
                      <a:cubicBezTo>
                        <a:pt x="57366" y="36750"/>
                        <a:pt x="61399" y="32716"/>
                        <a:pt x="61399" y="27338"/>
                      </a:cubicBezTo>
                      <a:lnTo>
                        <a:pt x="61399" y="20168"/>
                      </a:lnTo>
                      <a:cubicBezTo>
                        <a:pt x="61399" y="8963"/>
                        <a:pt x="52436" y="0"/>
                        <a:pt x="41232" y="0"/>
                      </a:cubicBezTo>
                      <a:lnTo>
                        <a:pt x="20168" y="0"/>
                      </a:lnTo>
                      <a:cubicBezTo>
                        <a:pt x="8963" y="0"/>
                        <a:pt x="0" y="8963"/>
                        <a:pt x="0" y="20168"/>
                      </a:cubicBezTo>
                      <a:lnTo>
                        <a:pt x="0" y="27338"/>
                      </a:lnTo>
                      <a:cubicBezTo>
                        <a:pt x="0" y="32716"/>
                        <a:pt x="4034" y="36750"/>
                        <a:pt x="9412" y="36750"/>
                      </a:cubicBezTo>
                      <a:lnTo>
                        <a:pt x="51988" y="36750"/>
                      </a:lnTo>
                      <a:close/>
                      <a:moveTo>
                        <a:pt x="4930" y="27338"/>
                      </a:moveTo>
                      <a:lnTo>
                        <a:pt x="4930" y="20168"/>
                      </a:lnTo>
                      <a:cubicBezTo>
                        <a:pt x="4930" y="11652"/>
                        <a:pt x="12101" y="4482"/>
                        <a:pt x="20616" y="4482"/>
                      </a:cubicBezTo>
                      <a:lnTo>
                        <a:pt x="41680" y="4482"/>
                      </a:lnTo>
                      <a:cubicBezTo>
                        <a:pt x="50195" y="4482"/>
                        <a:pt x="57366" y="11652"/>
                        <a:pt x="57366" y="20168"/>
                      </a:cubicBezTo>
                      <a:lnTo>
                        <a:pt x="57366" y="27338"/>
                      </a:lnTo>
                      <a:cubicBezTo>
                        <a:pt x="57366" y="30027"/>
                        <a:pt x="55125" y="32268"/>
                        <a:pt x="52436" y="32268"/>
                      </a:cubicBezTo>
                      <a:lnTo>
                        <a:pt x="9860" y="32268"/>
                      </a:lnTo>
                      <a:cubicBezTo>
                        <a:pt x="7171" y="32268"/>
                        <a:pt x="4930" y="30027"/>
                        <a:pt x="4930" y="2733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90" name="Freeform: Shape 2926">
                  <a:extLst>
                    <a:ext uri="{FF2B5EF4-FFF2-40B4-BE49-F238E27FC236}">
                      <a16:creationId xmlns:a16="http://schemas.microsoft.com/office/drawing/2014/main" id="{2C1B4E04-8AE6-FB04-C678-6EC12BBA8961}"/>
                    </a:ext>
                  </a:extLst>
                </p:cNvPr>
                <p:cNvSpPr/>
                <p:nvPr/>
              </p:nvSpPr>
              <p:spPr>
                <a:xfrm>
                  <a:off x="7115609" y="3235774"/>
                  <a:ext cx="31372" cy="31372"/>
                </a:xfrm>
                <a:custGeom>
                  <a:avLst/>
                  <a:gdLst>
                    <a:gd name="connsiteX0" fmla="*/ 0 w 31371"/>
                    <a:gd name="connsiteY0" fmla="*/ 17030 h 31371"/>
                    <a:gd name="connsiteX1" fmla="*/ 17030 w 31371"/>
                    <a:gd name="connsiteY1" fmla="*/ 34061 h 31371"/>
                    <a:gd name="connsiteX2" fmla="*/ 34061 w 31371"/>
                    <a:gd name="connsiteY2" fmla="*/ 17030 h 31371"/>
                    <a:gd name="connsiteX3" fmla="*/ 17030 w 31371"/>
                    <a:gd name="connsiteY3" fmla="*/ 0 h 31371"/>
                    <a:gd name="connsiteX4" fmla="*/ 0 w 31371"/>
                    <a:gd name="connsiteY4" fmla="*/ 17030 h 31371"/>
                    <a:gd name="connsiteX5" fmla="*/ 29131 w 31371"/>
                    <a:gd name="connsiteY5" fmla="*/ 17030 h 31371"/>
                    <a:gd name="connsiteX6" fmla="*/ 16582 w 31371"/>
                    <a:gd name="connsiteY6" fmla="*/ 29579 h 31371"/>
                    <a:gd name="connsiteX7" fmla="*/ 4034 w 31371"/>
                    <a:gd name="connsiteY7" fmla="*/ 17030 h 31371"/>
                    <a:gd name="connsiteX8" fmla="*/ 16582 w 31371"/>
                    <a:gd name="connsiteY8" fmla="*/ 4482 h 31371"/>
                    <a:gd name="connsiteX9" fmla="*/ 29131 w 31371"/>
                    <a:gd name="connsiteY9" fmla="*/ 17030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31371">
                      <a:moveTo>
                        <a:pt x="0" y="17030"/>
                      </a:moveTo>
                      <a:cubicBezTo>
                        <a:pt x="0" y="26442"/>
                        <a:pt x="7619" y="34061"/>
                        <a:pt x="17030" y="34061"/>
                      </a:cubicBezTo>
                      <a:cubicBezTo>
                        <a:pt x="26442" y="34061"/>
                        <a:pt x="34061" y="26442"/>
                        <a:pt x="34061" y="17030"/>
                      </a:cubicBezTo>
                      <a:cubicBezTo>
                        <a:pt x="34061" y="7619"/>
                        <a:pt x="26442" y="0"/>
                        <a:pt x="17030" y="0"/>
                      </a:cubicBezTo>
                      <a:cubicBezTo>
                        <a:pt x="7619" y="0"/>
                        <a:pt x="0" y="7619"/>
                        <a:pt x="0" y="17030"/>
                      </a:cubicBezTo>
                      <a:close/>
                      <a:moveTo>
                        <a:pt x="29131" y="17030"/>
                      </a:moveTo>
                      <a:cubicBezTo>
                        <a:pt x="29131" y="23753"/>
                        <a:pt x="23753" y="29579"/>
                        <a:pt x="16582" y="29579"/>
                      </a:cubicBezTo>
                      <a:cubicBezTo>
                        <a:pt x="9860" y="29579"/>
                        <a:pt x="4034" y="24201"/>
                        <a:pt x="4034" y="17030"/>
                      </a:cubicBezTo>
                      <a:cubicBezTo>
                        <a:pt x="4034" y="10308"/>
                        <a:pt x="9412" y="4482"/>
                        <a:pt x="16582" y="4482"/>
                      </a:cubicBezTo>
                      <a:cubicBezTo>
                        <a:pt x="23753" y="4482"/>
                        <a:pt x="29131" y="9860"/>
                        <a:pt x="29131" y="170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91" name="Freeform: Shape 2927">
                  <a:extLst>
                    <a:ext uri="{FF2B5EF4-FFF2-40B4-BE49-F238E27FC236}">
                      <a16:creationId xmlns:a16="http://schemas.microsoft.com/office/drawing/2014/main" id="{DAB00E77-6714-E9E7-6FEB-A465509D1804}"/>
                    </a:ext>
                  </a:extLst>
                </p:cNvPr>
                <p:cNvSpPr/>
                <p:nvPr/>
              </p:nvSpPr>
              <p:spPr>
                <a:xfrm>
                  <a:off x="7101715" y="3273420"/>
                  <a:ext cx="58262" cy="35854"/>
                </a:xfrm>
                <a:custGeom>
                  <a:avLst/>
                  <a:gdLst>
                    <a:gd name="connsiteX0" fmla="*/ 41232 w 58262"/>
                    <a:gd name="connsiteY0" fmla="*/ 0 h 35853"/>
                    <a:gd name="connsiteX1" fmla="*/ 20168 w 58262"/>
                    <a:gd name="connsiteY1" fmla="*/ 0 h 35853"/>
                    <a:gd name="connsiteX2" fmla="*/ 0 w 58262"/>
                    <a:gd name="connsiteY2" fmla="*/ 20168 h 35853"/>
                    <a:gd name="connsiteX3" fmla="*/ 0 w 58262"/>
                    <a:gd name="connsiteY3" fmla="*/ 27338 h 35853"/>
                    <a:gd name="connsiteX4" fmla="*/ 9412 w 58262"/>
                    <a:gd name="connsiteY4" fmla="*/ 36750 h 35853"/>
                    <a:gd name="connsiteX5" fmla="*/ 51540 w 58262"/>
                    <a:gd name="connsiteY5" fmla="*/ 36750 h 35853"/>
                    <a:gd name="connsiteX6" fmla="*/ 60951 w 58262"/>
                    <a:gd name="connsiteY6" fmla="*/ 27338 h 35853"/>
                    <a:gd name="connsiteX7" fmla="*/ 60951 w 58262"/>
                    <a:gd name="connsiteY7" fmla="*/ 20168 h 35853"/>
                    <a:gd name="connsiteX8" fmla="*/ 41232 w 58262"/>
                    <a:gd name="connsiteY8" fmla="*/ 0 h 35853"/>
                    <a:gd name="connsiteX9" fmla="*/ 56469 w 58262"/>
                    <a:gd name="connsiteY9" fmla="*/ 27338 h 35853"/>
                    <a:gd name="connsiteX10" fmla="*/ 51540 w 58262"/>
                    <a:gd name="connsiteY10" fmla="*/ 32268 h 35853"/>
                    <a:gd name="connsiteX11" fmla="*/ 9412 w 58262"/>
                    <a:gd name="connsiteY11" fmla="*/ 32268 h 35853"/>
                    <a:gd name="connsiteX12" fmla="*/ 4482 w 58262"/>
                    <a:gd name="connsiteY12" fmla="*/ 27338 h 35853"/>
                    <a:gd name="connsiteX13" fmla="*/ 4482 w 58262"/>
                    <a:gd name="connsiteY13" fmla="*/ 20168 h 35853"/>
                    <a:gd name="connsiteX14" fmla="*/ 20168 w 58262"/>
                    <a:gd name="connsiteY14" fmla="*/ 4482 h 35853"/>
                    <a:gd name="connsiteX15" fmla="*/ 41232 w 58262"/>
                    <a:gd name="connsiteY15" fmla="*/ 4482 h 35853"/>
                    <a:gd name="connsiteX16" fmla="*/ 56918 w 58262"/>
                    <a:gd name="connsiteY16" fmla="*/ 20168 h 35853"/>
                    <a:gd name="connsiteX17" fmla="*/ 56918 w 58262"/>
                    <a:gd name="connsiteY17" fmla="*/ 27338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262" h="35853">
                      <a:moveTo>
                        <a:pt x="41232" y="0"/>
                      </a:moveTo>
                      <a:lnTo>
                        <a:pt x="20168" y="0"/>
                      </a:lnTo>
                      <a:cubicBezTo>
                        <a:pt x="8963" y="0"/>
                        <a:pt x="0" y="8963"/>
                        <a:pt x="0" y="20168"/>
                      </a:cubicBezTo>
                      <a:lnTo>
                        <a:pt x="0" y="27338"/>
                      </a:lnTo>
                      <a:cubicBezTo>
                        <a:pt x="0" y="32716"/>
                        <a:pt x="4034" y="36750"/>
                        <a:pt x="9412" y="36750"/>
                      </a:cubicBezTo>
                      <a:lnTo>
                        <a:pt x="51540" y="36750"/>
                      </a:lnTo>
                      <a:cubicBezTo>
                        <a:pt x="56918" y="36750"/>
                        <a:pt x="60951" y="32716"/>
                        <a:pt x="60951" y="27338"/>
                      </a:cubicBezTo>
                      <a:lnTo>
                        <a:pt x="60951" y="20168"/>
                      </a:lnTo>
                      <a:cubicBezTo>
                        <a:pt x="60951" y="8963"/>
                        <a:pt x="51988" y="0"/>
                        <a:pt x="41232" y="0"/>
                      </a:cubicBezTo>
                      <a:close/>
                      <a:moveTo>
                        <a:pt x="56469" y="27338"/>
                      </a:moveTo>
                      <a:cubicBezTo>
                        <a:pt x="56469" y="30027"/>
                        <a:pt x="54229" y="32268"/>
                        <a:pt x="51540" y="32268"/>
                      </a:cubicBezTo>
                      <a:lnTo>
                        <a:pt x="9412" y="32268"/>
                      </a:lnTo>
                      <a:cubicBezTo>
                        <a:pt x="6723" y="32268"/>
                        <a:pt x="4482" y="30027"/>
                        <a:pt x="4482" y="27338"/>
                      </a:cubicBezTo>
                      <a:lnTo>
                        <a:pt x="4482" y="20168"/>
                      </a:lnTo>
                      <a:cubicBezTo>
                        <a:pt x="4482" y="11652"/>
                        <a:pt x="11652" y="4482"/>
                        <a:pt x="20168" y="4482"/>
                      </a:cubicBezTo>
                      <a:lnTo>
                        <a:pt x="41232" y="4482"/>
                      </a:lnTo>
                      <a:cubicBezTo>
                        <a:pt x="49747" y="4482"/>
                        <a:pt x="56918" y="11652"/>
                        <a:pt x="56918" y="20168"/>
                      </a:cubicBezTo>
                      <a:lnTo>
                        <a:pt x="56918" y="27338"/>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492" name="Group 2539">
                <a:extLst>
                  <a:ext uri="{FF2B5EF4-FFF2-40B4-BE49-F238E27FC236}">
                    <a16:creationId xmlns:a16="http://schemas.microsoft.com/office/drawing/2014/main" id="{699280C4-A608-225E-CC1E-4BB27A3A299D}"/>
                  </a:ext>
                  <a:ext uri="{C183D7F6-B498-43B3-948B-1728B52AA6E4}">
                    <adec:decorative xmlns:adec="http://schemas.microsoft.com/office/drawing/2017/decorative" val="1"/>
                  </a:ext>
                </a:extLst>
              </p:cNvPr>
              <p:cNvGrpSpPr>
                <a:grpSpLocks noChangeAspect="1"/>
              </p:cNvGrpSpPr>
              <p:nvPr/>
            </p:nvGrpSpPr>
            <p:grpSpPr>
              <a:xfrm>
                <a:off x="7730019" y="5209449"/>
                <a:ext cx="165823" cy="157308"/>
                <a:chOff x="7786519" y="3153758"/>
                <a:chExt cx="165823" cy="157308"/>
              </a:xfrm>
            </p:grpSpPr>
            <p:sp>
              <p:nvSpPr>
                <p:cNvPr id="1493" name="Freeform: Shape 2917">
                  <a:extLst>
                    <a:ext uri="{FF2B5EF4-FFF2-40B4-BE49-F238E27FC236}">
                      <a16:creationId xmlns:a16="http://schemas.microsoft.com/office/drawing/2014/main" id="{BEB29473-7DB3-5CCC-E70E-6DA1366328F4}"/>
                    </a:ext>
                  </a:extLst>
                </p:cNvPr>
                <p:cNvSpPr/>
                <p:nvPr/>
              </p:nvSpPr>
              <p:spPr>
                <a:xfrm>
                  <a:off x="7821897" y="3153758"/>
                  <a:ext cx="107561" cy="80671"/>
                </a:xfrm>
                <a:custGeom>
                  <a:avLst/>
                  <a:gdLst>
                    <a:gd name="connsiteX0" fmla="*/ 10336 w 107560"/>
                    <a:gd name="connsiteY0" fmla="*/ 70811 h 80670"/>
                    <a:gd name="connsiteX1" fmla="*/ 12577 w 107560"/>
                    <a:gd name="connsiteY1" fmla="*/ 70811 h 80670"/>
                    <a:gd name="connsiteX2" fmla="*/ 12577 w 107560"/>
                    <a:gd name="connsiteY2" fmla="*/ 81567 h 80670"/>
                    <a:gd name="connsiteX3" fmla="*/ 13922 w 107560"/>
                    <a:gd name="connsiteY3" fmla="*/ 83808 h 80670"/>
                    <a:gd name="connsiteX4" fmla="*/ 14818 w 107560"/>
                    <a:gd name="connsiteY4" fmla="*/ 83808 h 80670"/>
                    <a:gd name="connsiteX5" fmla="*/ 16611 w 107560"/>
                    <a:gd name="connsiteY5" fmla="*/ 83360 h 80670"/>
                    <a:gd name="connsiteX6" fmla="*/ 29159 w 107560"/>
                    <a:gd name="connsiteY6" fmla="*/ 70811 h 80670"/>
                    <a:gd name="connsiteX7" fmla="*/ 58739 w 107560"/>
                    <a:gd name="connsiteY7" fmla="*/ 70811 h 80670"/>
                    <a:gd name="connsiteX8" fmla="*/ 69943 w 107560"/>
                    <a:gd name="connsiteY8" fmla="*/ 59607 h 80670"/>
                    <a:gd name="connsiteX9" fmla="*/ 69943 w 107560"/>
                    <a:gd name="connsiteY9" fmla="*/ 44369 h 80670"/>
                    <a:gd name="connsiteX10" fmla="*/ 79803 w 107560"/>
                    <a:gd name="connsiteY10" fmla="*/ 44369 h 80670"/>
                    <a:gd name="connsiteX11" fmla="*/ 92351 w 107560"/>
                    <a:gd name="connsiteY11" fmla="*/ 56918 h 80670"/>
                    <a:gd name="connsiteX12" fmla="*/ 94144 w 107560"/>
                    <a:gd name="connsiteY12" fmla="*/ 57366 h 80670"/>
                    <a:gd name="connsiteX13" fmla="*/ 95040 w 107560"/>
                    <a:gd name="connsiteY13" fmla="*/ 57366 h 80670"/>
                    <a:gd name="connsiteX14" fmla="*/ 96385 w 107560"/>
                    <a:gd name="connsiteY14" fmla="*/ 55125 h 80670"/>
                    <a:gd name="connsiteX15" fmla="*/ 96385 w 107560"/>
                    <a:gd name="connsiteY15" fmla="*/ 44369 h 80670"/>
                    <a:gd name="connsiteX16" fmla="*/ 98626 w 107560"/>
                    <a:gd name="connsiteY16" fmla="*/ 44369 h 80670"/>
                    <a:gd name="connsiteX17" fmla="*/ 109830 w 107560"/>
                    <a:gd name="connsiteY17" fmla="*/ 33165 h 80670"/>
                    <a:gd name="connsiteX18" fmla="*/ 109830 w 107560"/>
                    <a:gd name="connsiteY18" fmla="*/ 11204 h 80670"/>
                    <a:gd name="connsiteX19" fmla="*/ 98626 w 107560"/>
                    <a:gd name="connsiteY19" fmla="*/ 0 h 80670"/>
                    <a:gd name="connsiteX20" fmla="*/ 50672 w 107560"/>
                    <a:gd name="connsiteY20" fmla="*/ 0 h 80670"/>
                    <a:gd name="connsiteX21" fmla="*/ 39467 w 107560"/>
                    <a:gd name="connsiteY21" fmla="*/ 11204 h 80670"/>
                    <a:gd name="connsiteX22" fmla="*/ 39467 w 107560"/>
                    <a:gd name="connsiteY22" fmla="*/ 26442 h 80670"/>
                    <a:gd name="connsiteX23" fmla="*/ 11233 w 107560"/>
                    <a:gd name="connsiteY23" fmla="*/ 26442 h 80670"/>
                    <a:gd name="connsiteX24" fmla="*/ 28 w 107560"/>
                    <a:gd name="connsiteY24" fmla="*/ 37646 h 80670"/>
                    <a:gd name="connsiteX25" fmla="*/ 28 w 107560"/>
                    <a:gd name="connsiteY25" fmla="*/ 59607 h 80670"/>
                    <a:gd name="connsiteX26" fmla="*/ 10336 w 107560"/>
                    <a:gd name="connsiteY26" fmla="*/ 70811 h 80670"/>
                    <a:gd name="connsiteX27" fmla="*/ 43501 w 107560"/>
                    <a:gd name="connsiteY27" fmla="*/ 11652 h 80670"/>
                    <a:gd name="connsiteX28" fmla="*/ 50223 w 107560"/>
                    <a:gd name="connsiteY28" fmla="*/ 4930 h 80670"/>
                    <a:gd name="connsiteX29" fmla="*/ 98178 w 107560"/>
                    <a:gd name="connsiteY29" fmla="*/ 4930 h 80670"/>
                    <a:gd name="connsiteX30" fmla="*/ 104900 w 107560"/>
                    <a:gd name="connsiteY30" fmla="*/ 11652 h 80670"/>
                    <a:gd name="connsiteX31" fmla="*/ 104900 w 107560"/>
                    <a:gd name="connsiteY31" fmla="*/ 33613 h 80670"/>
                    <a:gd name="connsiteX32" fmla="*/ 98178 w 107560"/>
                    <a:gd name="connsiteY32" fmla="*/ 40335 h 80670"/>
                    <a:gd name="connsiteX33" fmla="*/ 93696 w 107560"/>
                    <a:gd name="connsiteY33" fmla="*/ 40335 h 80670"/>
                    <a:gd name="connsiteX34" fmla="*/ 91455 w 107560"/>
                    <a:gd name="connsiteY34" fmla="*/ 42576 h 80670"/>
                    <a:gd name="connsiteX35" fmla="*/ 91455 w 107560"/>
                    <a:gd name="connsiteY35" fmla="*/ 50195 h 80670"/>
                    <a:gd name="connsiteX36" fmla="*/ 82043 w 107560"/>
                    <a:gd name="connsiteY36" fmla="*/ 40784 h 80670"/>
                    <a:gd name="connsiteX37" fmla="*/ 80251 w 107560"/>
                    <a:gd name="connsiteY37" fmla="*/ 40335 h 80670"/>
                    <a:gd name="connsiteX38" fmla="*/ 69495 w 107560"/>
                    <a:gd name="connsiteY38" fmla="*/ 40335 h 80670"/>
                    <a:gd name="connsiteX39" fmla="*/ 69495 w 107560"/>
                    <a:gd name="connsiteY39" fmla="*/ 38094 h 80670"/>
                    <a:gd name="connsiteX40" fmla="*/ 58290 w 107560"/>
                    <a:gd name="connsiteY40" fmla="*/ 26890 h 80670"/>
                    <a:gd name="connsiteX41" fmla="*/ 43053 w 107560"/>
                    <a:gd name="connsiteY41" fmla="*/ 26890 h 80670"/>
                    <a:gd name="connsiteX42" fmla="*/ 43053 w 107560"/>
                    <a:gd name="connsiteY42" fmla="*/ 11652 h 80670"/>
                    <a:gd name="connsiteX43" fmla="*/ 4062 w 107560"/>
                    <a:gd name="connsiteY43" fmla="*/ 37646 h 80670"/>
                    <a:gd name="connsiteX44" fmla="*/ 10784 w 107560"/>
                    <a:gd name="connsiteY44" fmla="*/ 30924 h 80670"/>
                    <a:gd name="connsiteX45" fmla="*/ 58739 w 107560"/>
                    <a:gd name="connsiteY45" fmla="*/ 30924 h 80670"/>
                    <a:gd name="connsiteX46" fmla="*/ 65461 w 107560"/>
                    <a:gd name="connsiteY46" fmla="*/ 37646 h 80670"/>
                    <a:gd name="connsiteX47" fmla="*/ 65461 w 107560"/>
                    <a:gd name="connsiteY47" fmla="*/ 59607 h 80670"/>
                    <a:gd name="connsiteX48" fmla="*/ 58739 w 107560"/>
                    <a:gd name="connsiteY48" fmla="*/ 66329 h 80670"/>
                    <a:gd name="connsiteX49" fmla="*/ 28263 w 107560"/>
                    <a:gd name="connsiteY49" fmla="*/ 66329 h 80670"/>
                    <a:gd name="connsiteX50" fmla="*/ 26470 w 107560"/>
                    <a:gd name="connsiteY50" fmla="*/ 66777 h 80670"/>
                    <a:gd name="connsiteX51" fmla="*/ 17059 w 107560"/>
                    <a:gd name="connsiteY51" fmla="*/ 76189 h 80670"/>
                    <a:gd name="connsiteX52" fmla="*/ 17059 w 107560"/>
                    <a:gd name="connsiteY52" fmla="*/ 68570 h 80670"/>
                    <a:gd name="connsiteX53" fmla="*/ 14818 w 107560"/>
                    <a:gd name="connsiteY53" fmla="*/ 66329 h 80670"/>
                    <a:gd name="connsiteX54" fmla="*/ 10336 w 107560"/>
                    <a:gd name="connsiteY54" fmla="*/ 66329 h 80670"/>
                    <a:gd name="connsiteX55" fmla="*/ 3614 w 107560"/>
                    <a:gd name="connsiteY55" fmla="*/ 59607 h 80670"/>
                    <a:gd name="connsiteX56" fmla="*/ 3614 w 107560"/>
                    <a:gd name="connsiteY56" fmla="*/ 37646 h 8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07560" h="80670">
                      <a:moveTo>
                        <a:pt x="10336" y="70811"/>
                      </a:moveTo>
                      <a:lnTo>
                        <a:pt x="12577" y="70811"/>
                      </a:lnTo>
                      <a:lnTo>
                        <a:pt x="12577" y="81567"/>
                      </a:lnTo>
                      <a:cubicBezTo>
                        <a:pt x="12577" y="82463"/>
                        <a:pt x="13025" y="83360"/>
                        <a:pt x="13922" y="83808"/>
                      </a:cubicBezTo>
                      <a:cubicBezTo>
                        <a:pt x="14370" y="83808"/>
                        <a:pt x="14370" y="83808"/>
                        <a:pt x="14818" y="83808"/>
                      </a:cubicBezTo>
                      <a:cubicBezTo>
                        <a:pt x="15266" y="83808"/>
                        <a:pt x="16163" y="83360"/>
                        <a:pt x="16611" y="83360"/>
                      </a:cubicBezTo>
                      <a:lnTo>
                        <a:pt x="29159" y="70811"/>
                      </a:lnTo>
                      <a:lnTo>
                        <a:pt x="58739" y="70811"/>
                      </a:lnTo>
                      <a:cubicBezTo>
                        <a:pt x="65013" y="70811"/>
                        <a:pt x="69943" y="65881"/>
                        <a:pt x="69943" y="59607"/>
                      </a:cubicBezTo>
                      <a:lnTo>
                        <a:pt x="69943" y="44369"/>
                      </a:lnTo>
                      <a:lnTo>
                        <a:pt x="79803" y="44369"/>
                      </a:lnTo>
                      <a:lnTo>
                        <a:pt x="92351" y="56918"/>
                      </a:lnTo>
                      <a:cubicBezTo>
                        <a:pt x="92800" y="57366"/>
                        <a:pt x="93248" y="57366"/>
                        <a:pt x="94144" y="57366"/>
                      </a:cubicBezTo>
                      <a:cubicBezTo>
                        <a:pt x="94592" y="57366"/>
                        <a:pt x="94592" y="57366"/>
                        <a:pt x="95040" y="57366"/>
                      </a:cubicBezTo>
                      <a:cubicBezTo>
                        <a:pt x="95937" y="56918"/>
                        <a:pt x="96385" y="56021"/>
                        <a:pt x="96385" y="55125"/>
                      </a:cubicBezTo>
                      <a:lnTo>
                        <a:pt x="96385" y="44369"/>
                      </a:lnTo>
                      <a:lnTo>
                        <a:pt x="98626" y="44369"/>
                      </a:lnTo>
                      <a:cubicBezTo>
                        <a:pt x="104900" y="44369"/>
                        <a:pt x="109830" y="39439"/>
                        <a:pt x="109830" y="33165"/>
                      </a:cubicBezTo>
                      <a:lnTo>
                        <a:pt x="109830" y="11204"/>
                      </a:lnTo>
                      <a:cubicBezTo>
                        <a:pt x="109830" y="4930"/>
                        <a:pt x="104900" y="0"/>
                        <a:pt x="98626" y="0"/>
                      </a:cubicBezTo>
                      <a:lnTo>
                        <a:pt x="50672" y="0"/>
                      </a:lnTo>
                      <a:cubicBezTo>
                        <a:pt x="44397" y="0"/>
                        <a:pt x="39467" y="4930"/>
                        <a:pt x="39467" y="11204"/>
                      </a:cubicBezTo>
                      <a:lnTo>
                        <a:pt x="39467" y="26442"/>
                      </a:lnTo>
                      <a:lnTo>
                        <a:pt x="11233" y="26442"/>
                      </a:lnTo>
                      <a:cubicBezTo>
                        <a:pt x="4958" y="26442"/>
                        <a:pt x="28" y="31372"/>
                        <a:pt x="28" y="37646"/>
                      </a:cubicBezTo>
                      <a:lnTo>
                        <a:pt x="28" y="59607"/>
                      </a:lnTo>
                      <a:cubicBezTo>
                        <a:pt x="-420" y="65881"/>
                        <a:pt x="4510" y="70811"/>
                        <a:pt x="10336" y="70811"/>
                      </a:cubicBezTo>
                      <a:close/>
                      <a:moveTo>
                        <a:pt x="43501" y="11652"/>
                      </a:moveTo>
                      <a:cubicBezTo>
                        <a:pt x="43501" y="8067"/>
                        <a:pt x="46638" y="4930"/>
                        <a:pt x="50223" y="4930"/>
                      </a:cubicBezTo>
                      <a:lnTo>
                        <a:pt x="98178" y="4930"/>
                      </a:lnTo>
                      <a:cubicBezTo>
                        <a:pt x="101763" y="4930"/>
                        <a:pt x="104900" y="8067"/>
                        <a:pt x="104900" y="11652"/>
                      </a:cubicBezTo>
                      <a:lnTo>
                        <a:pt x="104900" y="33613"/>
                      </a:lnTo>
                      <a:cubicBezTo>
                        <a:pt x="104900" y="37198"/>
                        <a:pt x="101763" y="40335"/>
                        <a:pt x="98178" y="40335"/>
                      </a:cubicBezTo>
                      <a:lnTo>
                        <a:pt x="93696" y="40335"/>
                      </a:lnTo>
                      <a:cubicBezTo>
                        <a:pt x="92351" y="40335"/>
                        <a:pt x="91455" y="41232"/>
                        <a:pt x="91455" y="42576"/>
                      </a:cubicBezTo>
                      <a:lnTo>
                        <a:pt x="91455" y="50195"/>
                      </a:lnTo>
                      <a:lnTo>
                        <a:pt x="82043" y="40784"/>
                      </a:lnTo>
                      <a:cubicBezTo>
                        <a:pt x="81595" y="40335"/>
                        <a:pt x="81147" y="40335"/>
                        <a:pt x="80251" y="40335"/>
                      </a:cubicBezTo>
                      <a:lnTo>
                        <a:pt x="69495" y="40335"/>
                      </a:lnTo>
                      <a:lnTo>
                        <a:pt x="69495" y="38094"/>
                      </a:lnTo>
                      <a:cubicBezTo>
                        <a:pt x="69495" y="31820"/>
                        <a:pt x="64565" y="26890"/>
                        <a:pt x="58290" y="26890"/>
                      </a:cubicBezTo>
                      <a:lnTo>
                        <a:pt x="43053" y="26890"/>
                      </a:lnTo>
                      <a:lnTo>
                        <a:pt x="43053" y="11652"/>
                      </a:lnTo>
                      <a:close/>
                      <a:moveTo>
                        <a:pt x="4062" y="37646"/>
                      </a:moveTo>
                      <a:cubicBezTo>
                        <a:pt x="4062" y="34061"/>
                        <a:pt x="7199" y="30924"/>
                        <a:pt x="10784" y="30924"/>
                      </a:cubicBezTo>
                      <a:lnTo>
                        <a:pt x="58739" y="30924"/>
                      </a:lnTo>
                      <a:cubicBezTo>
                        <a:pt x="62324" y="30924"/>
                        <a:pt x="65461" y="34061"/>
                        <a:pt x="65461" y="37646"/>
                      </a:cubicBezTo>
                      <a:lnTo>
                        <a:pt x="65461" y="59607"/>
                      </a:lnTo>
                      <a:cubicBezTo>
                        <a:pt x="65461" y="63192"/>
                        <a:pt x="62324" y="66329"/>
                        <a:pt x="58739" y="66329"/>
                      </a:cubicBezTo>
                      <a:lnTo>
                        <a:pt x="28263" y="66329"/>
                      </a:lnTo>
                      <a:cubicBezTo>
                        <a:pt x="27815" y="66329"/>
                        <a:pt x="26919" y="66777"/>
                        <a:pt x="26470" y="66777"/>
                      </a:cubicBezTo>
                      <a:lnTo>
                        <a:pt x="17059" y="76189"/>
                      </a:lnTo>
                      <a:lnTo>
                        <a:pt x="17059" y="68570"/>
                      </a:lnTo>
                      <a:cubicBezTo>
                        <a:pt x="17059" y="67226"/>
                        <a:pt x="16163" y="66329"/>
                        <a:pt x="14818" y="66329"/>
                      </a:cubicBezTo>
                      <a:lnTo>
                        <a:pt x="10336" y="66329"/>
                      </a:lnTo>
                      <a:cubicBezTo>
                        <a:pt x="6751" y="66329"/>
                        <a:pt x="3614" y="63192"/>
                        <a:pt x="3614" y="59607"/>
                      </a:cubicBezTo>
                      <a:lnTo>
                        <a:pt x="3614" y="3764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94" name="Freeform: Shape 2918">
                  <a:extLst>
                    <a:ext uri="{FF2B5EF4-FFF2-40B4-BE49-F238E27FC236}">
                      <a16:creationId xmlns:a16="http://schemas.microsoft.com/office/drawing/2014/main" id="{831ECF62-3B37-D83A-1C24-D5C1ECCCA7EB}"/>
                    </a:ext>
                  </a:extLst>
                </p:cNvPr>
                <p:cNvSpPr/>
                <p:nvPr/>
              </p:nvSpPr>
              <p:spPr>
                <a:xfrm>
                  <a:off x="7851504" y="3237566"/>
                  <a:ext cx="35854" cy="35854"/>
                </a:xfrm>
                <a:custGeom>
                  <a:avLst/>
                  <a:gdLst>
                    <a:gd name="connsiteX0" fmla="*/ 0 w 35853"/>
                    <a:gd name="connsiteY0" fmla="*/ 17927 h 35853"/>
                    <a:gd name="connsiteX1" fmla="*/ 17927 w 35853"/>
                    <a:gd name="connsiteY1" fmla="*/ 35854 h 35853"/>
                    <a:gd name="connsiteX2" fmla="*/ 35854 w 35853"/>
                    <a:gd name="connsiteY2" fmla="*/ 17927 h 35853"/>
                    <a:gd name="connsiteX3" fmla="*/ 17927 w 35853"/>
                    <a:gd name="connsiteY3" fmla="*/ 0 h 35853"/>
                    <a:gd name="connsiteX4" fmla="*/ 0 w 35853"/>
                    <a:gd name="connsiteY4" fmla="*/ 17927 h 35853"/>
                    <a:gd name="connsiteX5" fmla="*/ 31820 w 35853"/>
                    <a:gd name="connsiteY5" fmla="*/ 17927 h 35853"/>
                    <a:gd name="connsiteX6" fmla="*/ 18375 w 35853"/>
                    <a:gd name="connsiteY6" fmla="*/ 31372 h 35853"/>
                    <a:gd name="connsiteX7" fmla="*/ 4930 w 35853"/>
                    <a:gd name="connsiteY7" fmla="*/ 17927 h 35853"/>
                    <a:gd name="connsiteX8" fmla="*/ 18375 w 35853"/>
                    <a:gd name="connsiteY8" fmla="*/ 4482 h 35853"/>
                    <a:gd name="connsiteX9" fmla="*/ 31820 w 35853"/>
                    <a:gd name="connsiteY9" fmla="*/ 17927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53" h="35853">
                      <a:moveTo>
                        <a:pt x="0" y="17927"/>
                      </a:moveTo>
                      <a:cubicBezTo>
                        <a:pt x="0" y="27787"/>
                        <a:pt x="8067" y="35854"/>
                        <a:pt x="17927" y="35854"/>
                      </a:cubicBezTo>
                      <a:cubicBezTo>
                        <a:pt x="27786" y="35854"/>
                        <a:pt x="35854" y="27787"/>
                        <a:pt x="35854" y="17927"/>
                      </a:cubicBezTo>
                      <a:cubicBezTo>
                        <a:pt x="35854" y="8067"/>
                        <a:pt x="27786" y="0"/>
                        <a:pt x="17927" y="0"/>
                      </a:cubicBezTo>
                      <a:cubicBezTo>
                        <a:pt x="8067" y="0"/>
                        <a:pt x="0" y="8067"/>
                        <a:pt x="0" y="17927"/>
                      </a:cubicBezTo>
                      <a:close/>
                      <a:moveTo>
                        <a:pt x="31820" y="17927"/>
                      </a:moveTo>
                      <a:cubicBezTo>
                        <a:pt x="31820" y="25546"/>
                        <a:pt x="25546" y="31372"/>
                        <a:pt x="18375" y="31372"/>
                      </a:cubicBezTo>
                      <a:cubicBezTo>
                        <a:pt x="11204" y="31372"/>
                        <a:pt x="4930" y="25098"/>
                        <a:pt x="4930" y="17927"/>
                      </a:cubicBezTo>
                      <a:cubicBezTo>
                        <a:pt x="4930" y="10308"/>
                        <a:pt x="11204" y="4482"/>
                        <a:pt x="18375" y="4482"/>
                      </a:cubicBezTo>
                      <a:cubicBezTo>
                        <a:pt x="25546" y="4482"/>
                        <a:pt x="31820" y="10756"/>
                        <a:pt x="31820" y="1792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95" name="Freeform: Shape 2919">
                  <a:extLst>
                    <a:ext uri="{FF2B5EF4-FFF2-40B4-BE49-F238E27FC236}">
                      <a16:creationId xmlns:a16="http://schemas.microsoft.com/office/drawing/2014/main" id="{3C72BB7D-25A0-609B-D7F4-AE1C5B280847}"/>
                    </a:ext>
                  </a:extLst>
                </p:cNvPr>
                <p:cNvSpPr/>
                <p:nvPr/>
              </p:nvSpPr>
              <p:spPr>
                <a:xfrm>
                  <a:off x="7901699" y="3233084"/>
                  <a:ext cx="35854" cy="35854"/>
                </a:xfrm>
                <a:custGeom>
                  <a:avLst/>
                  <a:gdLst>
                    <a:gd name="connsiteX0" fmla="*/ 0 w 35853"/>
                    <a:gd name="connsiteY0" fmla="*/ 17927 h 35853"/>
                    <a:gd name="connsiteX1" fmla="*/ 17927 w 35853"/>
                    <a:gd name="connsiteY1" fmla="*/ 35854 h 35853"/>
                    <a:gd name="connsiteX2" fmla="*/ 35854 w 35853"/>
                    <a:gd name="connsiteY2" fmla="*/ 17927 h 35853"/>
                    <a:gd name="connsiteX3" fmla="*/ 17927 w 35853"/>
                    <a:gd name="connsiteY3" fmla="*/ 0 h 35853"/>
                    <a:gd name="connsiteX4" fmla="*/ 0 w 35853"/>
                    <a:gd name="connsiteY4" fmla="*/ 17927 h 35853"/>
                    <a:gd name="connsiteX5" fmla="*/ 31820 w 35853"/>
                    <a:gd name="connsiteY5" fmla="*/ 17927 h 35853"/>
                    <a:gd name="connsiteX6" fmla="*/ 18375 w 35853"/>
                    <a:gd name="connsiteY6" fmla="*/ 31372 h 35853"/>
                    <a:gd name="connsiteX7" fmla="*/ 4930 w 35853"/>
                    <a:gd name="connsiteY7" fmla="*/ 17927 h 35853"/>
                    <a:gd name="connsiteX8" fmla="*/ 18375 w 35853"/>
                    <a:gd name="connsiteY8" fmla="*/ 4482 h 35853"/>
                    <a:gd name="connsiteX9" fmla="*/ 31820 w 35853"/>
                    <a:gd name="connsiteY9" fmla="*/ 17927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53" h="35853">
                      <a:moveTo>
                        <a:pt x="0" y="17927"/>
                      </a:moveTo>
                      <a:cubicBezTo>
                        <a:pt x="0" y="27787"/>
                        <a:pt x="8067" y="35854"/>
                        <a:pt x="17927" y="35854"/>
                      </a:cubicBezTo>
                      <a:cubicBezTo>
                        <a:pt x="27787" y="35854"/>
                        <a:pt x="35854" y="27787"/>
                        <a:pt x="35854" y="17927"/>
                      </a:cubicBezTo>
                      <a:cubicBezTo>
                        <a:pt x="35854" y="8067"/>
                        <a:pt x="27787" y="0"/>
                        <a:pt x="17927" y="0"/>
                      </a:cubicBezTo>
                      <a:cubicBezTo>
                        <a:pt x="8067" y="0"/>
                        <a:pt x="0" y="8067"/>
                        <a:pt x="0" y="17927"/>
                      </a:cubicBezTo>
                      <a:close/>
                      <a:moveTo>
                        <a:pt x="31820" y="17927"/>
                      </a:moveTo>
                      <a:cubicBezTo>
                        <a:pt x="31820" y="25546"/>
                        <a:pt x="25546" y="31372"/>
                        <a:pt x="18375" y="31372"/>
                      </a:cubicBezTo>
                      <a:cubicBezTo>
                        <a:pt x="11204" y="31372"/>
                        <a:pt x="4930" y="25098"/>
                        <a:pt x="4930" y="17927"/>
                      </a:cubicBezTo>
                      <a:cubicBezTo>
                        <a:pt x="4930" y="10308"/>
                        <a:pt x="11204" y="4482"/>
                        <a:pt x="18375" y="4482"/>
                      </a:cubicBezTo>
                      <a:cubicBezTo>
                        <a:pt x="25546" y="4482"/>
                        <a:pt x="31820" y="10308"/>
                        <a:pt x="31820" y="1792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96" name="Freeform: Shape 2920">
                  <a:extLst>
                    <a:ext uri="{FF2B5EF4-FFF2-40B4-BE49-F238E27FC236}">
                      <a16:creationId xmlns:a16="http://schemas.microsoft.com/office/drawing/2014/main" id="{15B87504-8768-2A06-9160-F4D0087180C1}"/>
                    </a:ext>
                  </a:extLst>
                </p:cNvPr>
                <p:cNvSpPr/>
                <p:nvPr/>
              </p:nvSpPr>
              <p:spPr>
                <a:xfrm>
                  <a:off x="7786519" y="3270731"/>
                  <a:ext cx="165823" cy="40335"/>
                </a:xfrm>
                <a:custGeom>
                  <a:avLst/>
                  <a:gdLst>
                    <a:gd name="connsiteX0" fmla="*/ 147896 w 165822"/>
                    <a:gd name="connsiteY0" fmla="*/ 0 h 40335"/>
                    <a:gd name="connsiteX1" fmla="*/ 118765 w 165822"/>
                    <a:gd name="connsiteY1" fmla="*/ 0 h 40335"/>
                    <a:gd name="connsiteX2" fmla="*/ 104872 w 165822"/>
                    <a:gd name="connsiteY2" fmla="*/ 6274 h 40335"/>
                    <a:gd name="connsiteX3" fmla="*/ 97253 w 165822"/>
                    <a:gd name="connsiteY3" fmla="*/ 4482 h 40335"/>
                    <a:gd name="connsiteX4" fmla="*/ 68122 w 165822"/>
                    <a:gd name="connsiteY4" fmla="*/ 4482 h 40335"/>
                    <a:gd name="connsiteX5" fmla="*/ 60951 w 165822"/>
                    <a:gd name="connsiteY5" fmla="*/ 5826 h 40335"/>
                    <a:gd name="connsiteX6" fmla="*/ 47506 w 165822"/>
                    <a:gd name="connsiteY6" fmla="*/ 0 h 40335"/>
                    <a:gd name="connsiteX7" fmla="*/ 18375 w 165822"/>
                    <a:gd name="connsiteY7" fmla="*/ 0 h 40335"/>
                    <a:gd name="connsiteX8" fmla="*/ 0 w 165822"/>
                    <a:gd name="connsiteY8" fmla="*/ 18375 h 40335"/>
                    <a:gd name="connsiteX9" fmla="*/ 0 w 165822"/>
                    <a:gd name="connsiteY9" fmla="*/ 31820 h 40335"/>
                    <a:gd name="connsiteX10" fmla="*/ 7619 w 165822"/>
                    <a:gd name="connsiteY10" fmla="*/ 39439 h 40335"/>
                    <a:gd name="connsiteX11" fmla="*/ 50643 w 165822"/>
                    <a:gd name="connsiteY11" fmla="*/ 39439 h 40335"/>
                    <a:gd name="connsiteX12" fmla="*/ 57366 w 165822"/>
                    <a:gd name="connsiteY12" fmla="*/ 43921 h 40335"/>
                    <a:gd name="connsiteX13" fmla="*/ 107561 w 165822"/>
                    <a:gd name="connsiteY13" fmla="*/ 43921 h 40335"/>
                    <a:gd name="connsiteX14" fmla="*/ 114732 w 165822"/>
                    <a:gd name="connsiteY14" fmla="*/ 39439 h 40335"/>
                    <a:gd name="connsiteX15" fmla="*/ 158204 w 165822"/>
                    <a:gd name="connsiteY15" fmla="*/ 39439 h 40335"/>
                    <a:gd name="connsiteX16" fmla="*/ 165823 w 165822"/>
                    <a:gd name="connsiteY16" fmla="*/ 31820 h 40335"/>
                    <a:gd name="connsiteX17" fmla="*/ 165823 w 165822"/>
                    <a:gd name="connsiteY17" fmla="*/ 18375 h 40335"/>
                    <a:gd name="connsiteX18" fmla="*/ 147896 w 165822"/>
                    <a:gd name="connsiteY18" fmla="*/ 0 h 40335"/>
                    <a:gd name="connsiteX19" fmla="*/ 4930 w 165822"/>
                    <a:gd name="connsiteY19" fmla="*/ 31820 h 40335"/>
                    <a:gd name="connsiteX20" fmla="*/ 4930 w 165822"/>
                    <a:gd name="connsiteY20" fmla="*/ 18375 h 40335"/>
                    <a:gd name="connsiteX21" fmla="*/ 18823 w 165822"/>
                    <a:gd name="connsiteY21" fmla="*/ 4482 h 40335"/>
                    <a:gd name="connsiteX22" fmla="*/ 47954 w 165822"/>
                    <a:gd name="connsiteY22" fmla="*/ 4482 h 40335"/>
                    <a:gd name="connsiteX23" fmla="*/ 57366 w 165822"/>
                    <a:gd name="connsiteY23" fmla="*/ 8515 h 40335"/>
                    <a:gd name="connsiteX24" fmla="*/ 57366 w 165822"/>
                    <a:gd name="connsiteY24" fmla="*/ 8515 h 40335"/>
                    <a:gd name="connsiteX25" fmla="*/ 54677 w 165822"/>
                    <a:gd name="connsiteY25" fmla="*/ 11204 h 40335"/>
                    <a:gd name="connsiteX26" fmla="*/ 54229 w 165822"/>
                    <a:gd name="connsiteY26" fmla="*/ 11652 h 40335"/>
                    <a:gd name="connsiteX27" fmla="*/ 52436 w 165822"/>
                    <a:gd name="connsiteY27" fmla="*/ 14790 h 40335"/>
                    <a:gd name="connsiteX28" fmla="*/ 51988 w 165822"/>
                    <a:gd name="connsiteY28" fmla="*/ 15238 h 40335"/>
                    <a:gd name="connsiteX29" fmla="*/ 50643 w 165822"/>
                    <a:gd name="connsiteY29" fmla="*/ 18823 h 40335"/>
                    <a:gd name="connsiteX30" fmla="*/ 50643 w 165822"/>
                    <a:gd name="connsiteY30" fmla="*/ 19271 h 40335"/>
                    <a:gd name="connsiteX31" fmla="*/ 50195 w 165822"/>
                    <a:gd name="connsiteY31" fmla="*/ 23305 h 40335"/>
                    <a:gd name="connsiteX32" fmla="*/ 50195 w 165822"/>
                    <a:gd name="connsiteY32" fmla="*/ 35405 h 40335"/>
                    <a:gd name="connsiteX33" fmla="*/ 8067 w 165822"/>
                    <a:gd name="connsiteY33" fmla="*/ 35405 h 40335"/>
                    <a:gd name="connsiteX34" fmla="*/ 4930 w 165822"/>
                    <a:gd name="connsiteY34" fmla="*/ 31820 h 40335"/>
                    <a:gd name="connsiteX35" fmla="*/ 108457 w 165822"/>
                    <a:gd name="connsiteY35" fmla="*/ 39439 h 40335"/>
                    <a:gd name="connsiteX36" fmla="*/ 57814 w 165822"/>
                    <a:gd name="connsiteY36" fmla="*/ 39439 h 40335"/>
                    <a:gd name="connsiteX37" fmla="*/ 54677 w 165822"/>
                    <a:gd name="connsiteY37" fmla="*/ 36750 h 40335"/>
                    <a:gd name="connsiteX38" fmla="*/ 54677 w 165822"/>
                    <a:gd name="connsiteY38" fmla="*/ 36302 h 40335"/>
                    <a:gd name="connsiteX39" fmla="*/ 54677 w 165822"/>
                    <a:gd name="connsiteY39" fmla="*/ 22857 h 40335"/>
                    <a:gd name="connsiteX40" fmla="*/ 55573 w 165822"/>
                    <a:gd name="connsiteY40" fmla="*/ 17479 h 40335"/>
                    <a:gd name="connsiteX41" fmla="*/ 61399 w 165822"/>
                    <a:gd name="connsiteY41" fmla="*/ 10756 h 40335"/>
                    <a:gd name="connsiteX42" fmla="*/ 68122 w 165822"/>
                    <a:gd name="connsiteY42" fmla="*/ 8963 h 40335"/>
                    <a:gd name="connsiteX43" fmla="*/ 97253 w 165822"/>
                    <a:gd name="connsiteY43" fmla="*/ 8963 h 40335"/>
                    <a:gd name="connsiteX44" fmla="*/ 104424 w 165822"/>
                    <a:gd name="connsiteY44" fmla="*/ 10756 h 40335"/>
                    <a:gd name="connsiteX45" fmla="*/ 111146 w 165822"/>
                    <a:gd name="connsiteY45" fmla="*/ 22857 h 40335"/>
                    <a:gd name="connsiteX46" fmla="*/ 111146 w 165822"/>
                    <a:gd name="connsiteY46" fmla="*/ 36302 h 40335"/>
                    <a:gd name="connsiteX47" fmla="*/ 111146 w 165822"/>
                    <a:gd name="connsiteY47" fmla="*/ 36750 h 40335"/>
                    <a:gd name="connsiteX48" fmla="*/ 108457 w 165822"/>
                    <a:gd name="connsiteY48" fmla="*/ 39439 h 40335"/>
                    <a:gd name="connsiteX49" fmla="*/ 161789 w 165822"/>
                    <a:gd name="connsiteY49" fmla="*/ 31820 h 40335"/>
                    <a:gd name="connsiteX50" fmla="*/ 158652 w 165822"/>
                    <a:gd name="connsiteY50" fmla="*/ 34957 h 40335"/>
                    <a:gd name="connsiteX51" fmla="*/ 116076 w 165822"/>
                    <a:gd name="connsiteY51" fmla="*/ 34957 h 40335"/>
                    <a:gd name="connsiteX52" fmla="*/ 116076 w 165822"/>
                    <a:gd name="connsiteY52" fmla="*/ 22857 h 40335"/>
                    <a:gd name="connsiteX53" fmla="*/ 115628 w 165822"/>
                    <a:gd name="connsiteY53" fmla="*/ 19271 h 40335"/>
                    <a:gd name="connsiteX54" fmla="*/ 115628 w 165822"/>
                    <a:gd name="connsiteY54" fmla="*/ 18823 h 40335"/>
                    <a:gd name="connsiteX55" fmla="*/ 114283 w 165822"/>
                    <a:gd name="connsiteY55" fmla="*/ 15686 h 40335"/>
                    <a:gd name="connsiteX56" fmla="*/ 113835 w 165822"/>
                    <a:gd name="connsiteY56" fmla="*/ 15238 h 40335"/>
                    <a:gd name="connsiteX57" fmla="*/ 112043 w 165822"/>
                    <a:gd name="connsiteY57" fmla="*/ 12101 h 40335"/>
                    <a:gd name="connsiteX58" fmla="*/ 111594 w 165822"/>
                    <a:gd name="connsiteY58" fmla="*/ 11652 h 40335"/>
                    <a:gd name="connsiteX59" fmla="*/ 108905 w 165822"/>
                    <a:gd name="connsiteY59" fmla="*/ 8963 h 40335"/>
                    <a:gd name="connsiteX60" fmla="*/ 108905 w 165822"/>
                    <a:gd name="connsiteY60" fmla="*/ 8963 h 40335"/>
                    <a:gd name="connsiteX61" fmla="*/ 118765 w 165822"/>
                    <a:gd name="connsiteY61" fmla="*/ 4930 h 40335"/>
                    <a:gd name="connsiteX62" fmla="*/ 147896 w 165822"/>
                    <a:gd name="connsiteY62" fmla="*/ 4930 h 40335"/>
                    <a:gd name="connsiteX63" fmla="*/ 161789 w 165822"/>
                    <a:gd name="connsiteY63" fmla="*/ 18823 h 40335"/>
                    <a:gd name="connsiteX64" fmla="*/ 161789 w 165822"/>
                    <a:gd name="connsiteY64" fmla="*/ 31820 h 40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65822" h="40335">
                      <a:moveTo>
                        <a:pt x="147896" y="0"/>
                      </a:moveTo>
                      <a:lnTo>
                        <a:pt x="118765" y="0"/>
                      </a:lnTo>
                      <a:cubicBezTo>
                        <a:pt x="113387" y="0"/>
                        <a:pt x="108457" y="2241"/>
                        <a:pt x="104872" y="6274"/>
                      </a:cubicBezTo>
                      <a:cubicBezTo>
                        <a:pt x="102631" y="5378"/>
                        <a:pt x="99942" y="4482"/>
                        <a:pt x="97253" y="4482"/>
                      </a:cubicBezTo>
                      <a:lnTo>
                        <a:pt x="68122" y="4482"/>
                      </a:lnTo>
                      <a:cubicBezTo>
                        <a:pt x="65881" y="4482"/>
                        <a:pt x="63192" y="4930"/>
                        <a:pt x="60951" y="5826"/>
                      </a:cubicBezTo>
                      <a:cubicBezTo>
                        <a:pt x="57366" y="1793"/>
                        <a:pt x="52436" y="0"/>
                        <a:pt x="47506" y="0"/>
                      </a:cubicBezTo>
                      <a:lnTo>
                        <a:pt x="18375" y="0"/>
                      </a:lnTo>
                      <a:cubicBezTo>
                        <a:pt x="8515" y="0"/>
                        <a:pt x="0" y="8067"/>
                        <a:pt x="0" y="18375"/>
                      </a:cubicBezTo>
                      <a:lnTo>
                        <a:pt x="0" y="31820"/>
                      </a:lnTo>
                      <a:cubicBezTo>
                        <a:pt x="0" y="35854"/>
                        <a:pt x="3585" y="39439"/>
                        <a:pt x="7619" y="39439"/>
                      </a:cubicBezTo>
                      <a:lnTo>
                        <a:pt x="50643" y="39439"/>
                      </a:lnTo>
                      <a:cubicBezTo>
                        <a:pt x="51988" y="42128"/>
                        <a:pt x="54677" y="43921"/>
                        <a:pt x="57366" y="43921"/>
                      </a:cubicBezTo>
                      <a:lnTo>
                        <a:pt x="107561" y="43921"/>
                      </a:lnTo>
                      <a:cubicBezTo>
                        <a:pt x="110698" y="43921"/>
                        <a:pt x="113387" y="42128"/>
                        <a:pt x="114732" y="39439"/>
                      </a:cubicBezTo>
                      <a:lnTo>
                        <a:pt x="158204" y="39439"/>
                      </a:lnTo>
                      <a:cubicBezTo>
                        <a:pt x="162238" y="39439"/>
                        <a:pt x="165823" y="35854"/>
                        <a:pt x="165823" y="31820"/>
                      </a:cubicBezTo>
                      <a:lnTo>
                        <a:pt x="165823" y="18375"/>
                      </a:lnTo>
                      <a:cubicBezTo>
                        <a:pt x="166271" y="8067"/>
                        <a:pt x="158204" y="0"/>
                        <a:pt x="147896" y="0"/>
                      </a:cubicBezTo>
                      <a:close/>
                      <a:moveTo>
                        <a:pt x="4930" y="31820"/>
                      </a:moveTo>
                      <a:lnTo>
                        <a:pt x="4930" y="18375"/>
                      </a:lnTo>
                      <a:cubicBezTo>
                        <a:pt x="4930" y="10756"/>
                        <a:pt x="11204" y="4482"/>
                        <a:pt x="18823" y="4482"/>
                      </a:cubicBezTo>
                      <a:lnTo>
                        <a:pt x="47954" y="4482"/>
                      </a:lnTo>
                      <a:cubicBezTo>
                        <a:pt x="51540" y="4482"/>
                        <a:pt x="55125" y="5826"/>
                        <a:pt x="57366" y="8515"/>
                      </a:cubicBezTo>
                      <a:cubicBezTo>
                        <a:pt x="57366" y="8515"/>
                        <a:pt x="57366" y="8515"/>
                        <a:pt x="57366" y="8515"/>
                      </a:cubicBezTo>
                      <a:cubicBezTo>
                        <a:pt x="56469" y="9412"/>
                        <a:pt x="55573" y="10308"/>
                        <a:pt x="54677" y="11204"/>
                      </a:cubicBezTo>
                      <a:cubicBezTo>
                        <a:pt x="54677" y="11204"/>
                        <a:pt x="54677" y="11652"/>
                        <a:pt x="54229" y="11652"/>
                      </a:cubicBezTo>
                      <a:cubicBezTo>
                        <a:pt x="53332" y="12549"/>
                        <a:pt x="52884" y="13445"/>
                        <a:pt x="52436" y="14790"/>
                      </a:cubicBezTo>
                      <a:cubicBezTo>
                        <a:pt x="52436" y="14790"/>
                        <a:pt x="52436" y="15238"/>
                        <a:pt x="51988" y="15238"/>
                      </a:cubicBezTo>
                      <a:cubicBezTo>
                        <a:pt x="51540" y="16134"/>
                        <a:pt x="51091" y="17479"/>
                        <a:pt x="50643" y="18823"/>
                      </a:cubicBezTo>
                      <a:cubicBezTo>
                        <a:pt x="50643" y="18823"/>
                        <a:pt x="50643" y="19271"/>
                        <a:pt x="50643" y="19271"/>
                      </a:cubicBezTo>
                      <a:cubicBezTo>
                        <a:pt x="50195" y="20616"/>
                        <a:pt x="50195" y="21960"/>
                        <a:pt x="50195" y="23305"/>
                      </a:cubicBezTo>
                      <a:lnTo>
                        <a:pt x="50195" y="35405"/>
                      </a:lnTo>
                      <a:lnTo>
                        <a:pt x="8067" y="35405"/>
                      </a:lnTo>
                      <a:cubicBezTo>
                        <a:pt x="6274" y="34957"/>
                        <a:pt x="4930" y="33613"/>
                        <a:pt x="4930" y="31820"/>
                      </a:cubicBezTo>
                      <a:close/>
                      <a:moveTo>
                        <a:pt x="108457" y="39439"/>
                      </a:moveTo>
                      <a:lnTo>
                        <a:pt x="57814" y="39439"/>
                      </a:lnTo>
                      <a:cubicBezTo>
                        <a:pt x="56469" y="39439"/>
                        <a:pt x="55125" y="38094"/>
                        <a:pt x="54677" y="36750"/>
                      </a:cubicBezTo>
                      <a:cubicBezTo>
                        <a:pt x="54677" y="36750"/>
                        <a:pt x="54677" y="36302"/>
                        <a:pt x="54677" y="36302"/>
                      </a:cubicBezTo>
                      <a:lnTo>
                        <a:pt x="54677" y="22857"/>
                      </a:lnTo>
                      <a:cubicBezTo>
                        <a:pt x="54677" y="21064"/>
                        <a:pt x="55125" y="19271"/>
                        <a:pt x="55573" y="17479"/>
                      </a:cubicBezTo>
                      <a:cubicBezTo>
                        <a:pt x="56918" y="14790"/>
                        <a:pt x="58710" y="12101"/>
                        <a:pt x="61399" y="10756"/>
                      </a:cubicBezTo>
                      <a:cubicBezTo>
                        <a:pt x="63640" y="9412"/>
                        <a:pt x="65881" y="8963"/>
                        <a:pt x="68122" y="8963"/>
                      </a:cubicBezTo>
                      <a:lnTo>
                        <a:pt x="97253" y="8963"/>
                      </a:lnTo>
                      <a:cubicBezTo>
                        <a:pt x="99942" y="8963"/>
                        <a:pt x="102183" y="9412"/>
                        <a:pt x="104424" y="10756"/>
                      </a:cubicBezTo>
                      <a:cubicBezTo>
                        <a:pt x="108457" y="13445"/>
                        <a:pt x="111146" y="17927"/>
                        <a:pt x="111146" y="22857"/>
                      </a:cubicBezTo>
                      <a:lnTo>
                        <a:pt x="111146" y="36302"/>
                      </a:lnTo>
                      <a:cubicBezTo>
                        <a:pt x="111146" y="36302"/>
                        <a:pt x="111146" y="36750"/>
                        <a:pt x="111146" y="36750"/>
                      </a:cubicBezTo>
                      <a:cubicBezTo>
                        <a:pt x="111146" y="38543"/>
                        <a:pt x="109802" y="39439"/>
                        <a:pt x="108457" y="39439"/>
                      </a:cubicBezTo>
                      <a:close/>
                      <a:moveTo>
                        <a:pt x="161789" y="31820"/>
                      </a:moveTo>
                      <a:cubicBezTo>
                        <a:pt x="161789" y="33613"/>
                        <a:pt x="160445" y="34957"/>
                        <a:pt x="158652" y="34957"/>
                      </a:cubicBezTo>
                      <a:lnTo>
                        <a:pt x="116076" y="34957"/>
                      </a:lnTo>
                      <a:lnTo>
                        <a:pt x="116076" y="22857"/>
                      </a:lnTo>
                      <a:cubicBezTo>
                        <a:pt x="116076" y="21512"/>
                        <a:pt x="116076" y="20168"/>
                        <a:pt x="115628" y="19271"/>
                      </a:cubicBezTo>
                      <a:cubicBezTo>
                        <a:pt x="115628" y="19271"/>
                        <a:pt x="115628" y="18823"/>
                        <a:pt x="115628" y="18823"/>
                      </a:cubicBezTo>
                      <a:cubicBezTo>
                        <a:pt x="115180" y="17479"/>
                        <a:pt x="114732" y="16582"/>
                        <a:pt x="114283" y="15686"/>
                      </a:cubicBezTo>
                      <a:cubicBezTo>
                        <a:pt x="114283" y="15686"/>
                        <a:pt x="114283" y="15238"/>
                        <a:pt x="113835" y="15238"/>
                      </a:cubicBezTo>
                      <a:cubicBezTo>
                        <a:pt x="113387" y="14342"/>
                        <a:pt x="112491" y="12997"/>
                        <a:pt x="112043" y="12101"/>
                      </a:cubicBezTo>
                      <a:cubicBezTo>
                        <a:pt x="112043" y="12101"/>
                        <a:pt x="112043" y="12101"/>
                        <a:pt x="111594" y="11652"/>
                      </a:cubicBezTo>
                      <a:cubicBezTo>
                        <a:pt x="110698" y="10756"/>
                        <a:pt x="109802" y="9860"/>
                        <a:pt x="108905" y="8963"/>
                      </a:cubicBezTo>
                      <a:cubicBezTo>
                        <a:pt x="108905" y="8963"/>
                        <a:pt x="108905" y="8963"/>
                        <a:pt x="108905" y="8963"/>
                      </a:cubicBezTo>
                      <a:cubicBezTo>
                        <a:pt x="111594" y="6274"/>
                        <a:pt x="115180" y="4930"/>
                        <a:pt x="118765" y="4930"/>
                      </a:cubicBezTo>
                      <a:lnTo>
                        <a:pt x="147896" y="4930"/>
                      </a:lnTo>
                      <a:cubicBezTo>
                        <a:pt x="155515" y="4930"/>
                        <a:pt x="161789" y="11204"/>
                        <a:pt x="161789" y="18823"/>
                      </a:cubicBezTo>
                      <a:lnTo>
                        <a:pt x="161789" y="31820"/>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497" name="Freeform: Shape 2921">
                  <a:extLst>
                    <a:ext uri="{FF2B5EF4-FFF2-40B4-BE49-F238E27FC236}">
                      <a16:creationId xmlns:a16="http://schemas.microsoft.com/office/drawing/2014/main" id="{4B01815E-85E5-3F87-7F52-C497241C42B9}"/>
                    </a:ext>
                  </a:extLst>
                </p:cNvPr>
                <p:cNvSpPr/>
                <p:nvPr/>
              </p:nvSpPr>
              <p:spPr>
                <a:xfrm>
                  <a:off x="7801757" y="3233084"/>
                  <a:ext cx="35854" cy="35854"/>
                </a:xfrm>
                <a:custGeom>
                  <a:avLst/>
                  <a:gdLst>
                    <a:gd name="connsiteX0" fmla="*/ 17927 w 35853"/>
                    <a:gd name="connsiteY0" fmla="*/ 35854 h 35853"/>
                    <a:gd name="connsiteX1" fmla="*/ 35854 w 35853"/>
                    <a:gd name="connsiteY1" fmla="*/ 17927 h 35853"/>
                    <a:gd name="connsiteX2" fmla="*/ 17927 w 35853"/>
                    <a:gd name="connsiteY2" fmla="*/ 0 h 35853"/>
                    <a:gd name="connsiteX3" fmla="*/ 0 w 35853"/>
                    <a:gd name="connsiteY3" fmla="*/ 17927 h 35853"/>
                    <a:gd name="connsiteX4" fmla="*/ 17927 w 35853"/>
                    <a:gd name="connsiteY4" fmla="*/ 35854 h 35853"/>
                    <a:gd name="connsiteX5" fmla="*/ 17927 w 35853"/>
                    <a:gd name="connsiteY5" fmla="*/ 4482 h 35853"/>
                    <a:gd name="connsiteX6" fmla="*/ 31372 w 35853"/>
                    <a:gd name="connsiteY6" fmla="*/ 17927 h 35853"/>
                    <a:gd name="connsiteX7" fmla="*/ 17927 w 35853"/>
                    <a:gd name="connsiteY7" fmla="*/ 31372 h 35853"/>
                    <a:gd name="connsiteX8" fmla="*/ 4482 w 35853"/>
                    <a:gd name="connsiteY8" fmla="*/ 17927 h 35853"/>
                    <a:gd name="connsiteX9" fmla="*/ 17927 w 35853"/>
                    <a:gd name="connsiteY9" fmla="*/ 4482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53" h="35853">
                      <a:moveTo>
                        <a:pt x="17927" y="35854"/>
                      </a:moveTo>
                      <a:cubicBezTo>
                        <a:pt x="27787" y="35854"/>
                        <a:pt x="35854" y="27787"/>
                        <a:pt x="35854" y="17927"/>
                      </a:cubicBezTo>
                      <a:cubicBezTo>
                        <a:pt x="35854" y="8067"/>
                        <a:pt x="27787" y="0"/>
                        <a:pt x="17927" y="0"/>
                      </a:cubicBezTo>
                      <a:cubicBezTo>
                        <a:pt x="8067" y="0"/>
                        <a:pt x="0" y="8067"/>
                        <a:pt x="0" y="17927"/>
                      </a:cubicBezTo>
                      <a:cubicBezTo>
                        <a:pt x="0" y="27787"/>
                        <a:pt x="8067" y="35854"/>
                        <a:pt x="17927" y="35854"/>
                      </a:cubicBezTo>
                      <a:close/>
                      <a:moveTo>
                        <a:pt x="17927" y="4482"/>
                      </a:moveTo>
                      <a:cubicBezTo>
                        <a:pt x="25546" y="4482"/>
                        <a:pt x="31372" y="10756"/>
                        <a:pt x="31372" y="17927"/>
                      </a:cubicBezTo>
                      <a:cubicBezTo>
                        <a:pt x="31372" y="25546"/>
                        <a:pt x="25098" y="31372"/>
                        <a:pt x="17927" y="31372"/>
                      </a:cubicBezTo>
                      <a:cubicBezTo>
                        <a:pt x="10308" y="31372"/>
                        <a:pt x="4482" y="25098"/>
                        <a:pt x="4482" y="17927"/>
                      </a:cubicBezTo>
                      <a:cubicBezTo>
                        <a:pt x="4482" y="10308"/>
                        <a:pt x="10308" y="4482"/>
                        <a:pt x="17927"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498" name="Group 2540">
                <a:extLst>
                  <a:ext uri="{FF2B5EF4-FFF2-40B4-BE49-F238E27FC236}">
                    <a16:creationId xmlns:a16="http://schemas.microsoft.com/office/drawing/2014/main" id="{29A6A7D4-2749-079C-CA6C-527DB88A3428}"/>
                  </a:ext>
                  <a:ext uri="{C183D7F6-B498-43B3-948B-1728B52AA6E4}">
                    <adec:decorative xmlns:adec="http://schemas.microsoft.com/office/drawing/2017/decorative" val="1"/>
                  </a:ext>
                </a:extLst>
              </p:cNvPr>
              <p:cNvGrpSpPr>
                <a:grpSpLocks noChangeAspect="1"/>
              </p:cNvGrpSpPr>
              <p:nvPr/>
            </p:nvGrpSpPr>
            <p:grpSpPr>
              <a:xfrm>
                <a:off x="6683990" y="5563952"/>
                <a:ext cx="151649" cy="152378"/>
                <a:chOff x="6740490" y="3508261"/>
                <a:chExt cx="151649" cy="152378"/>
              </a:xfrm>
            </p:grpSpPr>
            <p:sp>
              <p:nvSpPr>
                <p:cNvPr id="1499" name="Freeform: Shape 2913">
                  <a:extLst>
                    <a:ext uri="{FF2B5EF4-FFF2-40B4-BE49-F238E27FC236}">
                      <a16:creationId xmlns:a16="http://schemas.microsoft.com/office/drawing/2014/main" id="{51A52854-2D1E-040B-1ACE-3383E43C5B6C}"/>
                    </a:ext>
                  </a:extLst>
                </p:cNvPr>
                <p:cNvSpPr/>
                <p:nvPr/>
              </p:nvSpPr>
              <p:spPr>
                <a:xfrm>
                  <a:off x="6833877" y="3600751"/>
                  <a:ext cx="58262" cy="58262"/>
                </a:xfrm>
                <a:custGeom>
                  <a:avLst/>
                  <a:gdLst>
                    <a:gd name="connsiteX0" fmla="*/ 49580 w 58262"/>
                    <a:gd name="connsiteY0" fmla="*/ 8348 h 58262"/>
                    <a:gd name="connsiteX1" fmla="*/ 8348 w 58262"/>
                    <a:gd name="connsiteY1" fmla="*/ 8796 h 58262"/>
                    <a:gd name="connsiteX2" fmla="*/ 8796 w 58262"/>
                    <a:gd name="connsiteY2" fmla="*/ 50028 h 58262"/>
                    <a:gd name="connsiteX3" fmla="*/ 29412 w 58262"/>
                    <a:gd name="connsiteY3" fmla="*/ 58543 h 58262"/>
                    <a:gd name="connsiteX4" fmla="*/ 29860 w 58262"/>
                    <a:gd name="connsiteY4" fmla="*/ 58543 h 58262"/>
                    <a:gd name="connsiteX5" fmla="*/ 50476 w 58262"/>
                    <a:gd name="connsiteY5" fmla="*/ 50028 h 58262"/>
                    <a:gd name="connsiteX6" fmla="*/ 58991 w 58262"/>
                    <a:gd name="connsiteY6" fmla="*/ 29412 h 58262"/>
                    <a:gd name="connsiteX7" fmla="*/ 49580 w 58262"/>
                    <a:gd name="connsiteY7" fmla="*/ 8348 h 58262"/>
                    <a:gd name="connsiteX8" fmla="*/ 46891 w 58262"/>
                    <a:gd name="connsiteY8" fmla="*/ 46442 h 58262"/>
                    <a:gd name="connsiteX9" fmla="*/ 29412 w 58262"/>
                    <a:gd name="connsiteY9" fmla="*/ 53613 h 58262"/>
                    <a:gd name="connsiteX10" fmla="*/ 11933 w 58262"/>
                    <a:gd name="connsiteY10" fmla="*/ 46442 h 58262"/>
                    <a:gd name="connsiteX11" fmla="*/ 11485 w 58262"/>
                    <a:gd name="connsiteY11" fmla="*/ 11485 h 58262"/>
                    <a:gd name="connsiteX12" fmla="*/ 46442 w 58262"/>
                    <a:gd name="connsiteY12" fmla="*/ 11037 h 58262"/>
                    <a:gd name="connsiteX13" fmla="*/ 53613 w 58262"/>
                    <a:gd name="connsiteY13" fmla="*/ 28516 h 58262"/>
                    <a:gd name="connsiteX14" fmla="*/ 46891 w 58262"/>
                    <a:gd name="connsiteY14" fmla="*/ 46442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262" h="58262">
                      <a:moveTo>
                        <a:pt x="49580" y="8348"/>
                      </a:moveTo>
                      <a:cubicBezTo>
                        <a:pt x="37927" y="-2856"/>
                        <a:pt x="19552" y="-2856"/>
                        <a:pt x="8348" y="8796"/>
                      </a:cubicBezTo>
                      <a:cubicBezTo>
                        <a:pt x="-2856" y="20448"/>
                        <a:pt x="-2856" y="38824"/>
                        <a:pt x="8796" y="50028"/>
                      </a:cubicBezTo>
                      <a:cubicBezTo>
                        <a:pt x="14174" y="55406"/>
                        <a:pt x="21345" y="58543"/>
                        <a:pt x="29412" y="58543"/>
                      </a:cubicBezTo>
                      <a:cubicBezTo>
                        <a:pt x="29412" y="58543"/>
                        <a:pt x="29412" y="58543"/>
                        <a:pt x="29860" y="58543"/>
                      </a:cubicBezTo>
                      <a:cubicBezTo>
                        <a:pt x="37479" y="58543"/>
                        <a:pt x="45098" y="55406"/>
                        <a:pt x="50476" y="50028"/>
                      </a:cubicBezTo>
                      <a:cubicBezTo>
                        <a:pt x="55854" y="44650"/>
                        <a:pt x="58991" y="37031"/>
                        <a:pt x="58991" y="29412"/>
                      </a:cubicBezTo>
                      <a:cubicBezTo>
                        <a:pt x="58543" y="21345"/>
                        <a:pt x="55406" y="14174"/>
                        <a:pt x="49580" y="8348"/>
                      </a:cubicBezTo>
                      <a:close/>
                      <a:moveTo>
                        <a:pt x="46891" y="46442"/>
                      </a:moveTo>
                      <a:cubicBezTo>
                        <a:pt x="42409" y="50924"/>
                        <a:pt x="36135" y="53613"/>
                        <a:pt x="29412" y="53613"/>
                      </a:cubicBezTo>
                      <a:cubicBezTo>
                        <a:pt x="22689" y="53613"/>
                        <a:pt x="16415" y="51372"/>
                        <a:pt x="11933" y="46442"/>
                      </a:cubicBezTo>
                      <a:cubicBezTo>
                        <a:pt x="2074" y="37031"/>
                        <a:pt x="2074" y="21345"/>
                        <a:pt x="11485" y="11485"/>
                      </a:cubicBezTo>
                      <a:cubicBezTo>
                        <a:pt x="20897" y="1625"/>
                        <a:pt x="36583" y="1625"/>
                        <a:pt x="46442" y="11037"/>
                      </a:cubicBezTo>
                      <a:cubicBezTo>
                        <a:pt x="50924" y="15519"/>
                        <a:pt x="53613" y="21793"/>
                        <a:pt x="53613" y="28516"/>
                      </a:cubicBezTo>
                      <a:cubicBezTo>
                        <a:pt x="54061" y="35686"/>
                        <a:pt x="51372" y="41961"/>
                        <a:pt x="46891" y="4644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00" name="Freeform: Shape 2914">
                  <a:extLst>
                    <a:ext uri="{FF2B5EF4-FFF2-40B4-BE49-F238E27FC236}">
                      <a16:creationId xmlns:a16="http://schemas.microsoft.com/office/drawing/2014/main" id="{5DC9BFE5-F4E8-DA02-66DF-7AB936CA0804}"/>
                    </a:ext>
                  </a:extLst>
                </p:cNvPr>
                <p:cNvSpPr/>
                <p:nvPr/>
              </p:nvSpPr>
              <p:spPr>
                <a:xfrm>
                  <a:off x="6740490" y="3508261"/>
                  <a:ext cx="103079" cy="152378"/>
                </a:xfrm>
                <a:custGeom>
                  <a:avLst/>
                  <a:gdLst>
                    <a:gd name="connsiteX0" fmla="*/ 100390 w 103079"/>
                    <a:gd name="connsiteY0" fmla="*/ 97253 h 152377"/>
                    <a:gd name="connsiteX1" fmla="*/ 102631 w 103079"/>
                    <a:gd name="connsiteY1" fmla="*/ 95908 h 152377"/>
                    <a:gd name="connsiteX2" fmla="*/ 101286 w 103079"/>
                    <a:gd name="connsiteY2" fmla="*/ 93219 h 152377"/>
                    <a:gd name="connsiteX3" fmla="*/ 89634 w 103079"/>
                    <a:gd name="connsiteY3" fmla="*/ 90530 h 152377"/>
                    <a:gd name="connsiteX4" fmla="*/ 77982 w 103079"/>
                    <a:gd name="connsiteY4" fmla="*/ 84256 h 152377"/>
                    <a:gd name="connsiteX5" fmla="*/ 77085 w 103079"/>
                    <a:gd name="connsiteY5" fmla="*/ 71707 h 152377"/>
                    <a:gd name="connsiteX6" fmla="*/ 82911 w 103079"/>
                    <a:gd name="connsiteY6" fmla="*/ 65433 h 152377"/>
                    <a:gd name="connsiteX7" fmla="*/ 89186 w 103079"/>
                    <a:gd name="connsiteY7" fmla="*/ 45713 h 152377"/>
                    <a:gd name="connsiteX8" fmla="*/ 89634 w 103079"/>
                    <a:gd name="connsiteY8" fmla="*/ 43024 h 152377"/>
                    <a:gd name="connsiteX9" fmla="*/ 90530 w 103079"/>
                    <a:gd name="connsiteY9" fmla="*/ 37646 h 152377"/>
                    <a:gd name="connsiteX10" fmla="*/ 88738 w 103079"/>
                    <a:gd name="connsiteY10" fmla="*/ 29131 h 152377"/>
                    <a:gd name="connsiteX11" fmla="*/ 78430 w 103079"/>
                    <a:gd name="connsiteY11" fmla="*/ 24201 h 152377"/>
                    <a:gd name="connsiteX12" fmla="*/ 67674 w 103079"/>
                    <a:gd name="connsiteY12" fmla="*/ 18375 h 152377"/>
                    <a:gd name="connsiteX13" fmla="*/ 64536 w 103079"/>
                    <a:gd name="connsiteY13" fmla="*/ 11652 h 152377"/>
                    <a:gd name="connsiteX14" fmla="*/ 64536 w 103079"/>
                    <a:gd name="connsiteY14" fmla="*/ 11652 h 152377"/>
                    <a:gd name="connsiteX15" fmla="*/ 62744 w 103079"/>
                    <a:gd name="connsiteY15" fmla="*/ 8963 h 152377"/>
                    <a:gd name="connsiteX16" fmla="*/ 60055 w 103079"/>
                    <a:gd name="connsiteY16" fmla="*/ 10756 h 152377"/>
                    <a:gd name="connsiteX17" fmla="*/ 60055 w 103079"/>
                    <a:gd name="connsiteY17" fmla="*/ 10756 h 152377"/>
                    <a:gd name="connsiteX18" fmla="*/ 52436 w 103079"/>
                    <a:gd name="connsiteY18" fmla="*/ 21960 h 152377"/>
                    <a:gd name="connsiteX19" fmla="*/ 50643 w 103079"/>
                    <a:gd name="connsiteY19" fmla="*/ 22857 h 152377"/>
                    <a:gd name="connsiteX20" fmla="*/ 43473 w 103079"/>
                    <a:gd name="connsiteY20" fmla="*/ 26890 h 152377"/>
                    <a:gd name="connsiteX21" fmla="*/ 38094 w 103079"/>
                    <a:gd name="connsiteY21" fmla="*/ 46610 h 152377"/>
                    <a:gd name="connsiteX22" fmla="*/ 47506 w 103079"/>
                    <a:gd name="connsiteY22" fmla="*/ 67226 h 152377"/>
                    <a:gd name="connsiteX23" fmla="*/ 47506 w 103079"/>
                    <a:gd name="connsiteY23" fmla="*/ 68122 h 152377"/>
                    <a:gd name="connsiteX24" fmla="*/ 46610 w 103079"/>
                    <a:gd name="connsiteY24" fmla="*/ 83808 h 152377"/>
                    <a:gd name="connsiteX25" fmla="*/ 34957 w 103079"/>
                    <a:gd name="connsiteY25" fmla="*/ 90530 h 152377"/>
                    <a:gd name="connsiteX26" fmla="*/ 25546 w 103079"/>
                    <a:gd name="connsiteY26" fmla="*/ 93219 h 152377"/>
                    <a:gd name="connsiteX27" fmla="*/ 33165 w 103079"/>
                    <a:gd name="connsiteY27" fmla="*/ 36750 h 152377"/>
                    <a:gd name="connsiteX28" fmla="*/ 41680 w 103079"/>
                    <a:gd name="connsiteY28" fmla="*/ 13893 h 152377"/>
                    <a:gd name="connsiteX29" fmla="*/ 63640 w 103079"/>
                    <a:gd name="connsiteY29" fmla="*/ 4482 h 152377"/>
                    <a:gd name="connsiteX30" fmla="*/ 85601 w 103079"/>
                    <a:gd name="connsiteY30" fmla="*/ 13893 h 152377"/>
                    <a:gd name="connsiteX31" fmla="*/ 94116 w 103079"/>
                    <a:gd name="connsiteY31" fmla="*/ 36750 h 152377"/>
                    <a:gd name="connsiteX32" fmla="*/ 101735 w 103079"/>
                    <a:gd name="connsiteY32" fmla="*/ 91875 h 152377"/>
                    <a:gd name="connsiteX33" fmla="*/ 103975 w 103079"/>
                    <a:gd name="connsiteY33" fmla="*/ 93219 h 152377"/>
                    <a:gd name="connsiteX34" fmla="*/ 104872 w 103079"/>
                    <a:gd name="connsiteY34" fmla="*/ 93219 h 152377"/>
                    <a:gd name="connsiteX35" fmla="*/ 106216 w 103079"/>
                    <a:gd name="connsiteY35" fmla="*/ 90082 h 152377"/>
                    <a:gd name="connsiteX36" fmla="*/ 99046 w 103079"/>
                    <a:gd name="connsiteY36" fmla="*/ 36750 h 152377"/>
                    <a:gd name="connsiteX37" fmla="*/ 89186 w 103079"/>
                    <a:gd name="connsiteY37" fmla="*/ 10756 h 152377"/>
                    <a:gd name="connsiteX38" fmla="*/ 64088 w 103079"/>
                    <a:gd name="connsiteY38" fmla="*/ 0 h 152377"/>
                    <a:gd name="connsiteX39" fmla="*/ 64088 w 103079"/>
                    <a:gd name="connsiteY39" fmla="*/ 0 h 152377"/>
                    <a:gd name="connsiteX40" fmla="*/ 64088 w 103079"/>
                    <a:gd name="connsiteY40" fmla="*/ 0 h 152377"/>
                    <a:gd name="connsiteX41" fmla="*/ 63640 w 103079"/>
                    <a:gd name="connsiteY41" fmla="*/ 0 h 152377"/>
                    <a:gd name="connsiteX42" fmla="*/ 38991 w 103079"/>
                    <a:gd name="connsiteY42" fmla="*/ 10756 h 152377"/>
                    <a:gd name="connsiteX43" fmla="*/ 29131 w 103079"/>
                    <a:gd name="connsiteY43" fmla="*/ 36750 h 152377"/>
                    <a:gd name="connsiteX44" fmla="*/ 20168 w 103079"/>
                    <a:gd name="connsiteY44" fmla="*/ 95908 h 152377"/>
                    <a:gd name="connsiteX45" fmla="*/ 0 w 103079"/>
                    <a:gd name="connsiteY45" fmla="*/ 127729 h 152377"/>
                    <a:gd name="connsiteX46" fmla="*/ 0 w 103079"/>
                    <a:gd name="connsiteY46" fmla="*/ 150137 h 152377"/>
                    <a:gd name="connsiteX47" fmla="*/ 2241 w 103079"/>
                    <a:gd name="connsiteY47" fmla="*/ 152378 h 152377"/>
                    <a:gd name="connsiteX48" fmla="*/ 4482 w 103079"/>
                    <a:gd name="connsiteY48" fmla="*/ 150137 h 152377"/>
                    <a:gd name="connsiteX49" fmla="*/ 4482 w 103079"/>
                    <a:gd name="connsiteY49" fmla="*/ 127729 h 152377"/>
                    <a:gd name="connsiteX50" fmla="*/ 36302 w 103079"/>
                    <a:gd name="connsiteY50" fmla="*/ 95460 h 152377"/>
                    <a:gd name="connsiteX51" fmla="*/ 51091 w 103079"/>
                    <a:gd name="connsiteY51" fmla="*/ 86945 h 152377"/>
                    <a:gd name="connsiteX52" fmla="*/ 53780 w 103079"/>
                    <a:gd name="connsiteY52" fmla="*/ 73052 h 152377"/>
                    <a:gd name="connsiteX53" fmla="*/ 64985 w 103079"/>
                    <a:gd name="connsiteY53" fmla="*/ 76637 h 152377"/>
                    <a:gd name="connsiteX54" fmla="*/ 72604 w 103079"/>
                    <a:gd name="connsiteY54" fmla="*/ 75293 h 152377"/>
                    <a:gd name="connsiteX55" fmla="*/ 74844 w 103079"/>
                    <a:gd name="connsiteY55" fmla="*/ 87393 h 152377"/>
                    <a:gd name="connsiteX56" fmla="*/ 89634 w 103079"/>
                    <a:gd name="connsiteY56" fmla="*/ 95460 h 152377"/>
                    <a:gd name="connsiteX57" fmla="*/ 100390 w 103079"/>
                    <a:gd name="connsiteY57" fmla="*/ 98149 h 152377"/>
                    <a:gd name="connsiteX58" fmla="*/ 100390 w 103079"/>
                    <a:gd name="connsiteY58" fmla="*/ 97253 h 152377"/>
                    <a:gd name="connsiteX59" fmla="*/ 42576 w 103079"/>
                    <a:gd name="connsiteY59" fmla="*/ 44817 h 152377"/>
                    <a:gd name="connsiteX60" fmla="*/ 46610 w 103079"/>
                    <a:gd name="connsiteY60" fmla="*/ 30027 h 152377"/>
                    <a:gd name="connsiteX61" fmla="*/ 52436 w 103079"/>
                    <a:gd name="connsiteY61" fmla="*/ 26890 h 152377"/>
                    <a:gd name="connsiteX62" fmla="*/ 54229 w 103079"/>
                    <a:gd name="connsiteY62" fmla="*/ 25994 h 152377"/>
                    <a:gd name="connsiteX63" fmla="*/ 61847 w 103079"/>
                    <a:gd name="connsiteY63" fmla="*/ 18375 h 152377"/>
                    <a:gd name="connsiteX64" fmla="*/ 63640 w 103079"/>
                    <a:gd name="connsiteY64" fmla="*/ 20616 h 152377"/>
                    <a:gd name="connsiteX65" fmla="*/ 77085 w 103079"/>
                    <a:gd name="connsiteY65" fmla="*/ 28235 h 152377"/>
                    <a:gd name="connsiteX66" fmla="*/ 84256 w 103079"/>
                    <a:gd name="connsiteY66" fmla="*/ 31372 h 152377"/>
                    <a:gd name="connsiteX67" fmla="*/ 85152 w 103079"/>
                    <a:gd name="connsiteY67" fmla="*/ 36750 h 152377"/>
                    <a:gd name="connsiteX68" fmla="*/ 84256 w 103079"/>
                    <a:gd name="connsiteY68" fmla="*/ 41680 h 152377"/>
                    <a:gd name="connsiteX69" fmla="*/ 83808 w 103079"/>
                    <a:gd name="connsiteY69" fmla="*/ 44369 h 152377"/>
                    <a:gd name="connsiteX70" fmla="*/ 78430 w 103079"/>
                    <a:gd name="connsiteY70" fmla="*/ 62296 h 152377"/>
                    <a:gd name="connsiteX71" fmla="*/ 64088 w 103079"/>
                    <a:gd name="connsiteY71" fmla="*/ 70811 h 152377"/>
                    <a:gd name="connsiteX72" fmla="*/ 42576 w 103079"/>
                    <a:gd name="connsiteY72" fmla="*/ 44817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03079" h="152377">
                      <a:moveTo>
                        <a:pt x="100390" y="97253"/>
                      </a:moveTo>
                      <a:cubicBezTo>
                        <a:pt x="101286" y="97253"/>
                        <a:pt x="102183" y="96805"/>
                        <a:pt x="102631" y="95908"/>
                      </a:cubicBezTo>
                      <a:cubicBezTo>
                        <a:pt x="103079" y="94564"/>
                        <a:pt x="102183" y="93667"/>
                        <a:pt x="101286" y="93219"/>
                      </a:cubicBezTo>
                      <a:cubicBezTo>
                        <a:pt x="97253" y="91875"/>
                        <a:pt x="90082" y="90530"/>
                        <a:pt x="89634" y="90530"/>
                      </a:cubicBezTo>
                      <a:cubicBezTo>
                        <a:pt x="83808" y="89634"/>
                        <a:pt x="80222" y="87393"/>
                        <a:pt x="77982" y="84256"/>
                      </a:cubicBezTo>
                      <a:cubicBezTo>
                        <a:pt x="76189" y="81119"/>
                        <a:pt x="75741" y="77085"/>
                        <a:pt x="77085" y="71707"/>
                      </a:cubicBezTo>
                      <a:cubicBezTo>
                        <a:pt x="79326" y="69914"/>
                        <a:pt x="81119" y="68122"/>
                        <a:pt x="82911" y="65433"/>
                      </a:cubicBezTo>
                      <a:cubicBezTo>
                        <a:pt x="85601" y="61399"/>
                        <a:pt x="88290" y="51988"/>
                        <a:pt x="89186" y="45713"/>
                      </a:cubicBezTo>
                      <a:cubicBezTo>
                        <a:pt x="89186" y="44817"/>
                        <a:pt x="89634" y="43921"/>
                        <a:pt x="89634" y="43024"/>
                      </a:cubicBezTo>
                      <a:cubicBezTo>
                        <a:pt x="90082" y="41231"/>
                        <a:pt x="90082" y="39439"/>
                        <a:pt x="90530" y="37646"/>
                      </a:cubicBezTo>
                      <a:cubicBezTo>
                        <a:pt x="90979" y="34061"/>
                        <a:pt x="90082" y="31372"/>
                        <a:pt x="88738" y="29131"/>
                      </a:cubicBezTo>
                      <a:cubicBezTo>
                        <a:pt x="86497" y="25994"/>
                        <a:pt x="82463" y="25097"/>
                        <a:pt x="78430" y="24201"/>
                      </a:cubicBezTo>
                      <a:cubicBezTo>
                        <a:pt x="73052" y="23305"/>
                        <a:pt x="69915" y="21512"/>
                        <a:pt x="67674" y="18375"/>
                      </a:cubicBezTo>
                      <a:cubicBezTo>
                        <a:pt x="65881" y="15686"/>
                        <a:pt x="64536" y="12997"/>
                        <a:pt x="64536" y="11652"/>
                      </a:cubicBezTo>
                      <a:lnTo>
                        <a:pt x="64536" y="11652"/>
                      </a:lnTo>
                      <a:cubicBezTo>
                        <a:pt x="64536" y="10308"/>
                        <a:pt x="64088" y="9411"/>
                        <a:pt x="62744" y="8963"/>
                      </a:cubicBezTo>
                      <a:cubicBezTo>
                        <a:pt x="61399" y="8963"/>
                        <a:pt x="60503" y="9411"/>
                        <a:pt x="60055" y="10756"/>
                      </a:cubicBezTo>
                      <a:cubicBezTo>
                        <a:pt x="60055" y="10756"/>
                        <a:pt x="60055" y="10756"/>
                        <a:pt x="60055" y="10756"/>
                      </a:cubicBezTo>
                      <a:cubicBezTo>
                        <a:pt x="59158" y="16134"/>
                        <a:pt x="56469" y="20168"/>
                        <a:pt x="52436" y="21960"/>
                      </a:cubicBezTo>
                      <a:lnTo>
                        <a:pt x="50643" y="22857"/>
                      </a:lnTo>
                      <a:cubicBezTo>
                        <a:pt x="48402" y="23753"/>
                        <a:pt x="45713" y="25097"/>
                        <a:pt x="43473" y="26890"/>
                      </a:cubicBezTo>
                      <a:cubicBezTo>
                        <a:pt x="38094" y="31372"/>
                        <a:pt x="36302" y="38991"/>
                        <a:pt x="38094" y="46610"/>
                      </a:cubicBezTo>
                      <a:cubicBezTo>
                        <a:pt x="40335" y="55573"/>
                        <a:pt x="43921" y="62296"/>
                        <a:pt x="47506" y="67226"/>
                      </a:cubicBezTo>
                      <a:cubicBezTo>
                        <a:pt x="47506" y="67226"/>
                        <a:pt x="47506" y="67674"/>
                        <a:pt x="47506" y="68122"/>
                      </a:cubicBezTo>
                      <a:cubicBezTo>
                        <a:pt x="49299" y="74844"/>
                        <a:pt x="48851" y="80222"/>
                        <a:pt x="46610" y="83808"/>
                      </a:cubicBezTo>
                      <a:cubicBezTo>
                        <a:pt x="43921" y="88289"/>
                        <a:pt x="38543" y="90082"/>
                        <a:pt x="34957" y="90530"/>
                      </a:cubicBezTo>
                      <a:cubicBezTo>
                        <a:pt x="31372" y="90979"/>
                        <a:pt x="28235" y="91875"/>
                        <a:pt x="25546" y="93219"/>
                      </a:cubicBezTo>
                      <a:cubicBezTo>
                        <a:pt x="33165" y="73948"/>
                        <a:pt x="33613" y="54228"/>
                        <a:pt x="33165" y="36750"/>
                      </a:cubicBezTo>
                      <a:cubicBezTo>
                        <a:pt x="32716" y="28235"/>
                        <a:pt x="35854" y="20168"/>
                        <a:pt x="41680" y="13893"/>
                      </a:cubicBezTo>
                      <a:cubicBezTo>
                        <a:pt x="47506" y="7619"/>
                        <a:pt x="55573" y="4482"/>
                        <a:pt x="63640" y="4482"/>
                      </a:cubicBezTo>
                      <a:cubicBezTo>
                        <a:pt x="71707" y="4482"/>
                        <a:pt x="79774" y="8067"/>
                        <a:pt x="85601" y="13893"/>
                      </a:cubicBezTo>
                      <a:cubicBezTo>
                        <a:pt x="91427" y="20168"/>
                        <a:pt x="94564" y="28235"/>
                        <a:pt x="94116" y="36750"/>
                      </a:cubicBezTo>
                      <a:cubicBezTo>
                        <a:pt x="93668" y="53780"/>
                        <a:pt x="92771" y="71707"/>
                        <a:pt x="101735" y="91875"/>
                      </a:cubicBezTo>
                      <a:cubicBezTo>
                        <a:pt x="102183" y="92771"/>
                        <a:pt x="103079" y="93219"/>
                        <a:pt x="103975" y="93219"/>
                      </a:cubicBezTo>
                      <a:cubicBezTo>
                        <a:pt x="104424" y="93219"/>
                        <a:pt x="104424" y="93219"/>
                        <a:pt x="104872" y="93219"/>
                      </a:cubicBezTo>
                      <a:cubicBezTo>
                        <a:pt x="106216" y="92771"/>
                        <a:pt x="106664" y="91427"/>
                        <a:pt x="106216" y="90082"/>
                      </a:cubicBezTo>
                      <a:cubicBezTo>
                        <a:pt x="97701" y="70363"/>
                        <a:pt x="98597" y="53332"/>
                        <a:pt x="99046" y="36750"/>
                      </a:cubicBezTo>
                      <a:cubicBezTo>
                        <a:pt x="99494" y="26890"/>
                        <a:pt x="95908" y="17478"/>
                        <a:pt x="89186" y="10756"/>
                      </a:cubicBezTo>
                      <a:cubicBezTo>
                        <a:pt x="82463" y="4033"/>
                        <a:pt x="73500" y="0"/>
                        <a:pt x="64088" y="0"/>
                      </a:cubicBezTo>
                      <a:cubicBezTo>
                        <a:pt x="64088" y="0"/>
                        <a:pt x="64088" y="0"/>
                        <a:pt x="64088" y="0"/>
                      </a:cubicBezTo>
                      <a:cubicBezTo>
                        <a:pt x="64088" y="0"/>
                        <a:pt x="64088" y="0"/>
                        <a:pt x="64088" y="0"/>
                      </a:cubicBezTo>
                      <a:cubicBezTo>
                        <a:pt x="64088" y="0"/>
                        <a:pt x="64088" y="0"/>
                        <a:pt x="63640" y="0"/>
                      </a:cubicBezTo>
                      <a:cubicBezTo>
                        <a:pt x="54229" y="0"/>
                        <a:pt x="45265" y="4033"/>
                        <a:pt x="38991" y="10756"/>
                      </a:cubicBezTo>
                      <a:cubicBezTo>
                        <a:pt x="32268" y="17927"/>
                        <a:pt x="28683" y="26890"/>
                        <a:pt x="29131" y="36750"/>
                      </a:cubicBezTo>
                      <a:cubicBezTo>
                        <a:pt x="30027" y="55125"/>
                        <a:pt x="29131" y="76189"/>
                        <a:pt x="20168" y="95908"/>
                      </a:cubicBezTo>
                      <a:cubicBezTo>
                        <a:pt x="7619" y="102183"/>
                        <a:pt x="448" y="113387"/>
                        <a:pt x="0" y="127729"/>
                      </a:cubicBezTo>
                      <a:lnTo>
                        <a:pt x="0" y="150137"/>
                      </a:lnTo>
                      <a:cubicBezTo>
                        <a:pt x="0" y="151482"/>
                        <a:pt x="896" y="152378"/>
                        <a:pt x="2241" y="152378"/>
                      </a:cubicBezTo>
                      <a:cubicBezTo>
                        <a:pt x="3585" y="152378"/>
                        <a:pt x="4482" y="151482"/>
                        <a:pt x="4482" y="150137"/>
                      </a:cubicBezTo>
                      <a:lnTo>
                        <a:pt x="4482" y="127729"/>
                      </a:lnTo>
                      <a:cubicBezTo>
                        <a:pt x="4930" y="110698"/>
                        <a:pt x="16582" y="98597"/>
                        <a:pt x="36302" y="95460"/>
                      </a:cubicBezTo>
                      <a:cubicBezTo>
                        <a:pt x="43024" y="94116"/>
                        <a:pt x="47954" y="91427"/>
                        <a:pt x="51091" y="86945"/>
                      </a:cubicBezTo>
                      <a:cubicBezTo>
                        <a:pt x="53332" y="83360"/>
                        <a:pt x="54229" y="78430"/>
                        <a:pt x="53780" y="73052"/>
                      </a:cubicBezTo>
                      <a:cubicBezTo>
                        <a:pt x="56918" y="75293"/>
                        <a:pt x="60951" y="76637"/>
                        <a:pt x="64985" y="76637"/>
                      </a:cubicBezTo>
                      <a:cubicBezTo>
                        <a:pt x="67674" y="76637"/>
                        <a:pt x="70363" y="76189"/>
                        <a:pt x="72604" y="75293"/>
                      </a:cubicBezTo>
                      <a:cubicBezTo>
                        <a:pt x="72155" y="80222"/>
                        <a:pt x="73052" y="84256"/>
                        <a:pt x="74844" y="87393"/>
                      </a:cubicBezTo>
                      <a:cubicBezTo>
                        <a:pt x="77533" y="91875"/>
                        <a:pt x="82463" y="94564"/>
                        <a:pt x="89634" y="95460"/>
                      </a:cubicBezTo>
                      <a:cubicBezTo>
                        <a:pt x="89634" y="95460"/>
                        <a:pt x="96805" y="96805"/>
                        <a:pt x="100390" y="98149"/>
                      </a:cubicBezTo>
                      <a:cubicBezTo>
                        <a:pt x="99942" y="97253"/>
                        <a:pt x="99942" y="97253"/>
                        <a:pt x="100390" y="97253"/>
                      </a:cubicBezTo>
                      <a:close/>
                      <a:moveTo>
                        <a:pt x="42576" y="44817"/>
                      </a:moveTo>
                      <a:cubicBezTo>
                        <a:pt x="41232" y="38991"/>
                        <a:pt x="42576" y="33164"/>
                        <a:pt x="46610" y="30027"/>
                      </a:cubicBezTo>
                      <a:cubicBezTo>
                        <a:pt x="48402" y="28683"/>
                        <a:pt x="50195" y="27786"/>
                        <a:pt x="52436" y="26890"/>
                      </a:cubicBezTo>
                      <a:cubicBezTo>
                        <a:pt x="52884" y="26442"/>
                        <a:pt x="53780" y="26442"/>
                        <a:pt x="54229" y="25994"/>
                      </a:cubicBezTo>
                      <a:cubicBezTo>
                        <a:pt x="57366" y="24201"/>
                        <a:pt x="60055" y="21960"/>
                        <a:pt x="61847" y="18375"/>
                      </a:cubicBezTo>
                      <a:cubicBezTo>
                        <a:pt x="62296" y="19271"/>
                        <a:pt x="63192" y="20168"/>
                        <a:pt x="63640" y="20616"/>
                      </a:cubicBezTo>
                      <a:cubicBezTo>
                        <a:pt x="67674" y="25994"/>
                        <a:pt x="73052" y="27338"/>
                        <a:pt x="77085" y="28235"/>
                      </a:cubicBezTo>
                      <a:cubicBezTo>
                        <a:pt x="79774" y="28683"/>
                        <a:pt x="82911" y="29131"/>
                        <a:pt x="84256" y="31372"/>
                      </a:cubicBezTo>
                      <a:cubicBezTo>
                        <a:pt x="85601" y="32716"/>
                        <a:pt x="85601" y="34957"/>
                        <a:pt x="85152" y="36750"/>
                      </a:cubicBezTo>
                      <a:cubicBezTo>
                        <a:pt x="85152" y="38543"/>
                        <a:pt x="84704" y="40335"/>
                        <a:pt x="84256" y="41680"/>
                      </a:cubicBezTo>
                      <a:cubicBezTo>
                        <a:pt x="84256" y="42576"/>
                        <a:pt x="83808" y="43472"/>
                        <a:pt x="83808" y="44369"/>
                      </a:cubicBezTo>
                      <a:cubicBezTo>
                        <a:pt x="82911" y="50643"/>
                        <a:pt x="80222" y="58710"/>
                        <a:pt x="78430" y="62296"/>
                      </a:cubicBezTo>
                      <a:cubicBezTo>
                        <a:pt x="74844" y="68122"/>
                        <a:pt x="70363" y="70811"/>
                        <a:pt x="64088" y="70811"/>
                      </a:cubicBezTo>
                      <a:cubicBezTo>
                        <a:pt x="54229" y="70811"/>
                        <a:pt x="47058" y="62296"/>
                        <a:pt x="42576" y="4481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01" name="Freeform: Shape 2915">
                  <a:extLst>
                    <a:ext uri="{FF2B5EF4-FFF2-40B4-BE49-F238E27FC236}">
                      <a16:creationId xmlns:a16="http://schemas.microsoft.com/office/drawing/2014/main" id="{138FF277-417C-B8A9-B168-B5C83A2206F6}"/>
                    </a:ext>
                  </a:extLst>
                </p:cNvPr>
                <p:cNvSpPr/>
                <p:nvPr/>
              </p:nvSpPr>
              <p:spPr>
                <a:xfrm>
                  <a:off x="6859704" y="3608651"/>
                  <a:ext cx="4482" cy="4482"/>
                </a:xfrm>
                <a:custGeom>
                  <a:avLst/>
                  <a:gdLst>
                    <a:gd name="connsiteX0" fmla="*/ 3585 w 4481"/>
                    <a:gd name="connsiteY0" fmla="*/ 0 h 4481"/>
                    <a:gd name="connsiteX1" fmla="*/ 0 w 4481"/>
                    <a:gd name="connsiteY1" fmla="*/ 3585 h 4481"/>
                    <a:gd name="connsiteX2" fmla="*/ 3585 w 4481"/>
                    <a:gd name="connsiteY2" fmla="*/ 7171 h 4481"/>
                    <a:gd name="connsiteX3" fmla="*/ 6274 w 4481"/>
                    <a:gd name="connsiteY3" fmla="*/ 6274 h 4481"/>
                    <a:gd name="connsiteX4" fmla="*/ 7171 w 4481"/>
                    <a:gd name="connsiteY4" fmla="*/ 3585 h 4481"/>
                    <a:gd name="connsiteX5" fmla="*/ 3585 w 4481"/>
                    <a:gd name="connsiteY5" fmla="*/ 0 h 4481"/>
                    <a:gd name="connsiteX6" fmla="*/ 2689 w 4481"/>
                    <a:gd name="connsiteY6" fmla="*/ 3585 h 4481"/>
                    <a:gd name="connsiteX7" fmla="*/ 3137 w 4481"/>
                    <a:gd name="connsiteY7" fmla="*/ 2689 h 4481"/>
                    <a:gd name="connsiteX8" fmla="*/ 3585 w 4481"/>
                    <a:gd name="connsiteY8" fmla="*/ 2241 h 4481"/>
                    <a:gd name="connsiteX9" fmla="*/ 4482 w 4481"/>
                    <a:gd name="connsiteY9" fmla="*/ 3137 h 4481"/>
                    <a:gd name="connsiteX10" fmla="*/ 2689 w 4481"/>
                    <a:gd name="connsiteY10" fmla="*/ 3585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81" h="4481">
                      <a:moveTo>
                        <a:pt x="3585" y="0"/>
                      </a:moveTo>
                      <a:cubicBezTo>
                        <a:pt x="1793" y="0"/>
                        <a:pt x="0" y="1344"/>
                        <a:pt x="0" y="3585"/>
                      </a:cubicBezTo>
                      <a:cubicBezTo>
                        <a:pt x="0" y="5378"/>
                        <a:pt x="1344" y="7171"/>
                        <a:pt x="3585" y="7171"/>
                      </a:cubicBezTo>
                      <a:cubicBezTo>
                        <a:pt x="4482" y="7171"/>
                        <a:pt x="5378" y="6723"/>
                        <a:pt x="6274" y="6274"/>
                      </a:cubicBezTo>
                      <a:cubicBezTo>
                        <a:pt x="6723" y="5826"/>
                        <a:pt x="7171" y="4930"/>
                        <a:pt x="7171" y="3585"/>
                      </a:cubicBezTo>
                      <a:cubicBezTo>
                        <a:pt x="7171" y="1344"/>
                        <a:pt x="5378" y="0"/>
                        <a:pt x="3585" y="0"/>
                      </a:cubicBezTo>
                      <a:close/>
                      <a:moveTo>
                        <a:pt x="2689" y="3585"/>
                      </a:moveTo>
                      <a:cubicBezTo>
                        <a:pt x="2689" y="3137"/>
                        <a:pt x="2689" y="3137"/>
                        <a:pt x="3137" y="2689"/>
                      </a:cubicBezTo>
                      <a:cubicBezTo>
                        <a:pt x="3137" y="2689"/>
                        <a:pt x="3585" y="2241"/>
                        <a:pt x="3585" y="2241"/>
                      </a:cubicBezTo>
                      <a:cubicBezTo>
                        <a:pt x="4034" y="2241"/>
                        <a:pt x="4482" y="2689"/>
                        <a:pt x="4482" y="3137"/>
                      </a:cubicBezTo>
                      <a:cubicBezTo>
                        <a:pt x="4482" y="4482"/>
                        <a:pt x="2689" y="4482"/>
                        <a:pt x="2689" y="358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02" name="Freeform: Shape 2916">
                  <a:extLst>
                    <a:ext uri="{FF2B5EF4-FFF2-40B4-BE49-F238E27FC236}">
                      <a16:creationId xmlns:a16="http://schemas.microsoft.com/office/drawing/2014/main" id="{DDD47630-D1C9-5888-AE6E-44901A80B848}"/>
                    </a:ext>
                  </a:extLst>
                </p:cNvPr>
                <p:cNvSpPr/>
                <p:nvPr/>
              </p:nvSpPr>
              <p:spPr>
                <a:xfrm>
                  <a:off x="6861048" y="3618511"/>
                  <a:ext cx="4482" cy="26890"/>
                </a:xfrm>
                <a:custGeom>
                  <a:avLst/>
                  <a:gdLst>
                    <a:gd name="connsiteX0" fmla="*/ 2241 w 4481"/>
                    <a:gd name="connsiteY0" fmla="*/ 0 h 26890"/>
                    <a:gd name="connsiteX1" fmla="*/ 0 w 4481"/>
                    <a:gd name="connsiteY1" fmla="*/ 2241 h 26890"/>
                    <a:gd name="connsiteX2" fmla="*/ 0 w 4481"/>
                    <a:gd name="connsiteY2" fmla="*/ 27338 h 26890"/>
                    <a:gd name="connsiteX3" fmla="*/ 2241 w 4481"/>
                    <a:gd name="connsiteY3" fmla="*/ 29579 h 26890"/>
                    <a:gd name="connsiteX4" fmla="*/ 4482 w 4481"/>
                    <a:gd name="connsiteY4" fmla="*/ 27338 h 26890"/>
                    <a:gd name="connsiteX5" fmla="*/ 4482 w 4481"/>
                    <a:gd name="connsiteY5" fmla="*/ 2241 h 26890"/>
                    <a:gd name="connsiteX6" fmla="*/ 2241 w 4481"/>
                    <a:gd name="connsiteY6" fmla="*/ 0 h 2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26890">
                      <a:moveTo>
                        <a:pt x="2241" y="0"/>
                      </a:moveTo>
                      <a:cubicBezTo>
                        <a:pt x="896" y="0"/>
                        <a:pt x="0" y="896"/>
                        <a:pt x="0" y="2241"/>
                      </a:cubicBezTo>
                      <a:lnTo>
                        <a:pt x="0" y="27338"/>
                      </a:lnTo>
                      <a:cubicBezTo>
                        <a:pt x="0" y="28683"/>
                        <a:pt x="896" y="29579"/>
                        <a:pt x="2241" y="29579"/>
                      </a:cubicBezTo>
                      <a:cubicBezTo>
                        <a:pt x="3585" y="29579"/>
                        <a:pt x="4482" y="28683"/>
                        <a:pt x="4482" y="27338"/>
                      </a:cubicBezTo>
                      <a:lnTo>
                        <a:pt x="4482" y="2241"/>
                      </a:lnTo>
                      <a:cubicBezTo>
                        <a:pt x="4482" y="896"/>
                        <a:pt x="3585" y="0"/>
                        <a:pt x="224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03" name="Group 2541">
                <a:extLst>
                  <a:ext uri="{FF2B5EF4-FFF2-40B4-BE49-F238E27FC236}">
                    <a16:creationId xmlns:a16="http://schemas.microsoft.com/office/drawing/2014/main" id="{93A89563-ECC1-05D6-91CB-C7C39AECA268}"/>
                  </a:ext>
                  <a:ext uri="{C183D7F6-B498-43B3-948B-1728B52AA6E4}">
                    <adec:decorative xmlns:adec="http://schemas.microsoft.com/office/drawing/2017/decorative" val="1"/>
                  </a:ext>
                </a:extLst>
              </p:cNvPr>
              <p:cNvGrpSpPr>
                <a:grpSpLocks noChangeAspect="1"/>
              </p:cNvGrpSpPr>
              <p:nvPr/>
            </p:nvGrpSpPr>
            <p:grpSpPr>
              <a:xfrm>
                <a:off x="6424052" y="5560367"/>
                <a:ext cx="148063" cy="154170"/>
                <a:chOff x="6480552" y="3504676"/>
                <a:chExt cx="148063" cy="154170"/>
              </a:xfrm>
            </p:grpSpPr>
            <p:sp>
              <p:nvSpPr>
                <p:cNvPr id="1504" name="Freeform: Shape 2910">
                  <a:extLst>
                    <a:ext uri="{FF2B5EF4-FFF2-40B4-BE49-F238E27FC236}">
                      <a16:creationId xmlns:a16="http://schemas.microsoft.com/office/drawing/2014/main" id="{9F81AC4C-878F-CC30-83C9-03CD89E43ED9}"/>
                    </a:ext>
                  </a:extLst>
                </p:cNvPr>
                <p:cNvSpPr/>
                <p:nvPr/>
              </p:nvSpPr>
              <p:spPr>
                <a:xfrm>
                  <a:off x="6574835" y="3600584"/>
                  <a:ext cx="53780" cy="58262"/>
                </a:xfrm>
                <a:custGeom>
                  <a:avLst/>
                  <a:gdLst>
                    <a:gd name="connsiteX0" fmla="*/ 49131 w 53780"/>
                    <a:gd name="connsiteY0" fmla="*/ 8515 h 58262"/>
                    <a:gd name="connsiteX1" fmla="*/ 28516 w 53780"/>
                    <a:gd name="connsiteY1" fmla="*/ 0 h 58262"/>
                    <a:gd name="connsiteX2" fmla="*/ 8348 w 53780"/>
                    <a:gd name="connsiteY2" fmla="*/ 8515 h 58262"/>
                    <a:gd name="connsiteX3" fmla="*/ 8796 w 53780"/>
                    <a:gd name="connsiteY3" fmla="*/ 49747 h 58262"/>
                    <a:gd name="connsiteX4" fmla="*/ 28964 w 53780"/>
                    <a:gd name="connsiteY4" fmla="*/ 58262 h 58262"/>
                    <a:gd name="connsiteX5" fmla="*/ 29412 w 53780"/>
                    <a:gd name="connsiteY5" fmla="*/ 58262 h 58262"/>
                    <a:gd name="connsiteX6" fmla="*/ 49580 w 53780"/>
                    <a:gd name="connsiteY6" fmla="*/ 49747 h 58262"/>
                    <a:gd name="connsiteX7" fmla="*/ 49131 w 53780"/>
                    <a:gd name="connsiteY7" fmla="*/ 8515 h 58262"/>
                    <a:gd name="connsiteX8" fmla="*/ 45994 w 53780"/>
                    <a:gd name="connsiteY8" fmla="*/ 46610 h 58262"/>
                    <a:gd name="connsiteX9" fmla="*/ 28964 w 53780"/>
                    <a:gd name="connsiteY9" fmla="*/ 53780 h 58262"/>
                    <a:gd name="connsiteX10" fmla="*/ 11485 w 53780"/>
                    <a:gd name="connsiteY10" fmla="*/ 46610 h 58262"/>
                    <a:gd name="connsiteX11" fmla="*/ 11037 w 53780"/>
                    <a:gd name="connsiteY11" fmla="*/ 11652 h 58262"/>
                    <a:gd name="connsiteX12" fmla="*/ 11037 w 53780"/>
                    <a:gd name="connsiteY12" fmla="*/ 11652 h 58262"/>
                    <a:gd name="connsiteX13" fmla="*/ 28067 w 53780"/>
                    <a:gd name="connsiteY13" fmla="*/ 4482 h 58262"/>
                    <a:gd name="connsiteX14" fmla="*/ 28067 w 53780"/>
                    <a:gd name="connsiteY14" fmla="*/ 4482 h 58262"/>
                    <a:gd name="connsiteX15" fmla="*/ 45098 w 53780"/>
                    <a:gd name="connsiteY15" fmla="*/ 11652 h 58262"/>
                    <a:gd name="connsiteX16" fmla="*/ 45994 w 53780"/>
                    <a:gd name="connsiteY16" fmla="*/ 46610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780" h="58262">
                      <a:moveTo>
                        <a:pt x="49131" y="8515"/>
                      </a:moveTo>
                      <a:cubicBezTo>
                        <a:pt x="43753" y="3137"/>
                        <a:pt x="36583" y="0"/>
                        <a:pt x="28516" y="0"/>
                      </a:cubicBezTo>
                      <a:cubicBezTo>
                        <a:pt x="20897" y="0"/>
                        <a:pt x="13726" y="3137"/>
                        <a:pt x="8348" y="8515"/>
                      </a:cubicBezTo>
                      <a:cubicBezTo>
                        <a:pt x="-2856" y="20168"/>
                        <a:pt x="-2856" y="38543"/>
                        <a:pt x="8796" y="49747"/>
                      </a:cubicBezTo>
                      <a:cubicBezTo>
                        <a:pt x="14174" y="55125"/>
                        <a:pt x="21345" y="58262"/>
                        <a:pt x="28964" y="58262"/>
                      </a:cubicBezTo>
                      <a:cubicBezTo>
                        <a:pt x="28964" y="58262"/>
                        <a:pt x="28964" y="58262"/>
                        <a:pt x="29412" y="58262"/>
                      </a:cubicBezTo>
                      <a:cubicBezTo>
                        <a:pt x="37031" y="58262"/>
                        <a:pt x="44202" y="55125"/>
                        <a:pt x="49580" y="49747"/>
                      </a:cubicBezTo>
                      <a:cubicBezTo>
                        <a:pt x="60336" y="38543"/>
                        <a:pt x="60336" y="20168"/>
                        <a:pt x="49131" y="8515"/>
                      </a:cubicBezTo>
                      <a:close/>
                      <a:moveTo>
                        <a:pt x="45994" y="46610"/>
                      </a:moveTo>
                      <a:cubicBezTo>
                        <a:pt x="41513" y="51092"/>
                        <a:pt x="35238" y="53780"/>
                        <a:pt x="28964" y="53780"/>
                      </a:cubicBezTo>
                      <a:cubicBezTo>
                        <a:pt x="22689" y="53780"/>
                        <a:pt x="16415" y="51540"/>
                        <a:pt x="11485" y="46610"/>
                      </a:cubicBezTo>
                      <a:cubicBezTo>
                        <a:pt x="2074" y="37198"/>
                        <a:pt x="1625" y="21512"/>
                        <a:pt x="11037" y="11652"/>
                      </a:cubicBezTo>
                      <a:lnTo>
                        <a:pt x="11037" y="11652"/>
                      </a:lnTo>
                      <a:cubicBezTo>
                        <a:pt x="15519" y="7171"/>
                        <a:pt x="21793" y="4482"/>
                        <a:pt x="28067" y="4482"/>
                      </a:cubicBezTo>
                      <a:cubicBezTo>
                        <a:pt x="28067" y="4482"/>
                        <a:pt x="28067" y="4482"/>
                        <a:pt x="28067" y="4482"/>
                      </a:cubicBezTo>
                      <a:cubicBezTo>
                        <a:pt x="34342" y="4482"/>
                        <a:pt x="40616" y="7171"/>
                        <a:pt x="45098" y="11652"/>
                      </a:cubicBezTo>
                      <a:cubicBezTo>
                        <a:pt x="55406" y="21512"/>
                        <a:pt x="55406" y="37198"/>
                        <a:pt x="45994" y="4661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05" name="Freeform: Shape 2911">
                  <a:extLst>
                    <a:ext uri="{FF2B5EF4-FFF2-40B4-BE49-F238E27FC236}">
                      <a16:creationId xmlns:a16="http://schemas.microsoft.com/office/drawing/2014/main" id="{552148D9-B607-0D34-FBBF-D64A5AF487EA}"/>
                    </a:ext>
                  </a:extLst>
                </p:cNvPr>
                <p:cNvSpPr/>
                <p:nvPr/>
              </p:nvSpPr>
              <p:spPr>
                <a:xfrm>
                  <a:off x="6591026" y="3617391"/>
                  <a:ext cx="22409" cy="22409"/>
                </a:xfrm>
                <a:custGeom>
                  <a:avLst/>
                  <a:gdLst>
                    <a:gd name="connsiteX0" fmla="*/ 15910 w 22408"/>
                    <a:gd name="connsiteY0" fmla="*/ 12773 h 22408"/>
                    <a:gd name="connsiteX1" fmla="*/ 24873 w 22408"/>
                    <a:gd name="connsiteY1" fmla="*/ 3809 h 22408"/>
                    <a:gd name="connsiteX2" fmla="*/ 24873 w 22408"/>
                    <a:gd name="connsiteY2" fmla="*/ 672 h 22408"/>
                    <a:gd name="connsiteX3" fmla="*/ 21736 w 22408"/>
                    <a:gd name="connsiteY3" fmla="*/ 672 h 22408"/>
                    <a:gd name="connsiteX4" fmla="*/ 12773 w 22408"/>
                    <a:gd name="connsiteY4" fmla="*/ 9636 h 22408"/>
                    <a:gd name="connsiteX5" fmla="*/ 3809 w 22408"/>
                    <a:gd name="connsiteY5" fmla="*/ 672 h 22408"/>
                    <a:gd name="connsiteX6" fmla="*/ 672 w 22408"/>
                    <a:gd name="connsiteY6" fmla="*/ 672 h 22408"/>
                    <a:gd name="connsiteX7" fmla="*/ 672 w 22408"/>
                    <a:gd name="connsiteY7" fmla="*/ 3809 h 22408"/>
                    <a:gd name="connsiteX8" fmla="*/ 9636 w 22408"/>
                    <a:gd name="connsiteY8" fmla="*/ 12773 h 22408"/>
                    <a:gd name="connsiteX9" fmla="*/ 672 w 22408"/>
                    <a:gd name="connsiteY9" fmla="*/ 21736 h 22408"/>
                    <a:gd name="connsiteX10" fmla="*/ 672 w 22408"/>
                    <a:gd name="connsiteY10" fmla="*/ 24873 h 22408"/>
                    <a:gd name="connsiteX11" fmla="*/ 2017 w 22408"/>
                    <a:gd name="connsiteY11" fmla="*/ 25322 h 22408"/>
                    <a:gd name="connsiteX12" fmla="*/ 3809 w 22408"/>
                    <a:gd name="connsiteY12" fmla="*/ 24425 h 22408"/>
                    <a:gd name="connsiteX13" fmla="*/ 12773 w 22408"/>
                    <a:gd name="connsiteY13" fmla="*/ 15462 h 22408"/>
                    <a:gd name="connsiteX14" fmla="*/ 21736 w 22408"/>
                    <a:gd name="connsiteY14" fmla="*/ 24425 h 22408"/>
                    <a:gd name="connsiteX15" fmla="*/ 23529 w 22408"/>
                    <a:gd name="connsiteY15" fmla="*/ 24873 h 22408"/>
                    <a:gd name="connsiteX16" fmla="*/ 25322 w 22408"/>
                    <a:gd name="connsiteY16" fmla="*/ 24425 h 22408"/>
                    <a:gd name="connsiteX17" fmla="*/ 25322 w 22408"/>
                    <a:gd name="connsiteY17" fmla="*/ 21288 h 22408"/>
                    <a:gd name="connsiteX18" fmla="*/ 15910 w 22408"/>
                    <a:gd name="connsiteY18" fmla="*/ 12773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408" h="22408">
                      <a:moveTo>
                        <a:pt x="15910" y="12773"/>
                      </a:moveTo>
                      <a:lnTo>
                        <a:pt x="24873" y="3809"/>
                      </a:lnTo>
                      <a:cubicBezTo>
                        <a:pt x="25770" y="2913"/>
                        <a:pt x="25770" y="1568"/>
                        <a:pt x="24873" y="672"/>
                      </a:cubicBezTo>
                      <a:cubicBezTo>
                        <a:pt x="23977" y="-224"/>
                        <a:pt x="22633" y="-224"/>
                        <a:pt x="21736" y="672"/>
                      </a:cubicBezTo>
                      <a:lnTo>
                        <a:pt x="12773" y="9636"/>
                      </a:lnTo>
                      <a:lnTo>
                        <a:pt x="3809" y="672"/>
                      </a:lnTo>
                      <a:cubicBezTo>
                        <a:pt x="2913" y="-224"/>
                        <a:pt x="1569" y="-224"/>
                        <a:pt x="672" y="672"/>
                      </a:cubicBezTo>
                      <a:cubicBezTo>
                        <a:pt x="-224" y="1568"/>
                        <a:pt x="-224" y="2913"/>
                        <a:pt x="672" y="3809"/>
                      </a:cubicBezTo>
                      <a:lnTo>
                        <a:pt x="9636" y="12773"/>
                      </a:lnTo>
                      <a:lnTo>
                        <a:pt x="672" y="21736"/>
                      </a:lnTo>
                      <a:cubicBezTo>
                        <a:pt x="-224" y="22632"/>
                        <a:pt x="-224" y="23977"/>
                        <a:pt x="672" y="24873"/>
                      </a:cubicBezTo>
                      <a:cubicBezTo>
                        <a:pt x="1120" y="25322"/>
                        <a:pt x="1569" y="25322"/>
                        <a:pt x="2017" y="25322"/>
                      </a:cubicBezTo>
                      <a:cubicBezTo>
                        <a:pt x="2465" y="25322"/>
                        <a:pt x="3361" y="24873"/>
                        <a:pt x="3809" y="24425"/>
                      </a:cubicBezTo>
                      <a:lnTo>
                        <a:pt x="12773" y="15462"/>
                      </a:lnTo>
                      <a:lnTo>
                        <a:pt x="21736" y="24425"/>
                      </a:lnTo>
                      <a:cubicBezTo>
                        <a:pt x="22184" y="24873"/>
                        <a:pt x="22633" y="24873"/>
                        <a:pt x="23529" y="24873"/>
                      </a:cubicBezTo>
                      <a:cubicBezTo>
                        <a:pt x="24425" y="24873"/>
                        <a:pt x="24873" y="24873"/>
                        <a:pt x="25322" y="24425"/>
                      </a:cubicBezTo>
                      <a:cubicBezTo>
                        <a:pt x="26218" y="23529"/>
                        <a:pt x="26218" y="22184"/>
                        <a:pt x="25322" y="21288"/>
                      </a:cubicBezTo>
                      <a:lnTo>
                        <a:pt x="15910" y="12773"/>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06" name="Freeform: Shape 2912">
                  <a:extLst>
                    <a:ext uri="{FF2B5EF4-FFF2-40B4-BE49-F238E27FC236}">
                      <a16:creationId xmlns:a16="http://schemas.microsoft.com/office/drawing/2014/main" id="{5E6455FB-66DD-20CF-B31C-85DFD65D83B8}"/>
                    </a:ext>
                  </a:extLst>
                </p:cNvPr>
                <p:cNvSpPr/>
                <p:nvPr/>
              </p:nvSpPr>
              <p:spPr>
                <a:xfrm>
                  <a:off x="6480552" y="3504676"/>
                  <a:ext cx="103079" cy="152378"/>
                </a:xfrm>
                <a:custGeom>
                  <a:avLst/>
                  <a:gdLst>
                    <a:gd name="connsiteX0" fmla="*/ 96805 w 103079"/>
                    <a:gd name="connsiteY0" fmla="*/ 99942 h 152377"/>
                    <a:gd name="connsiteX1" fmla="*/ 96357 w 103079"/>
                    <a:gd name="connsiteY1" fmla="*/ 96805 h 152377"/>
                    <a:gd name="connsiteX2" fmla="*/ 88290 w 103079"/>
                    <a:gd name="connsiteY2" fmla="*/ 78878 h 152377"/>
                    <a:gd name="connsiteX3" fmla="*/ 88738 w 103079"/>
                    <a:gd name="connsiteY3" fmla="*/ 73052 h 152377"/>
                    <a:gd name="connsiteX4" fmla="*/ 98597 w 103079"/>
                    <a:gd name="connsiteY4" fmla="*/ 56021 h 152377"/>
                    <a:gd name="connsiteX5" fmla="*/ 104872 w 103079"/>
                    <a:gd name="connsiteY5" fmla="*/ 47058 h 152377"/>
                    <a:gd name="connsiteX6" fmla="*/ 101286 w 103079"/>
                    <a:gd name="connsiteY6" fmla="*/ 38991 h 152377"/>
                    <a:gd name="connsiteX7" fmla="*/ 99942 w 103079"/>
                    <a:gd name="connsiteY7" fmla="*/ 17031 h 152377"/>
                    <a:gd name="connsiteX8" fmla="*/ 69018 w 103079"/>
                    <a:gd name="connsiteY8" fmla="*/ 0 h 152377"/>
                    <a:gd name="connsiteX9" fmla="*/ 38094 w 103079"/>
                    <a:gd name="connsiteY9" fmla="*/ 17927 h 152377"/>
                    <a:gd name="connsiteX10" fmla="*/ 39439 w 103079"/>
                    <a:gd name="connsiteY10" fmla="*/ 40335 h 152377"/>
                    <a:gd name="connsiteX11" fmla="*/ 35854 w 103079"/>
                    <a:gd name="connsiteY11" fmla="*/ 48403 h 152377"/>
                    <a:gd name="connsiteX12" fmla="*/ 42128 w 103079"/>
                    <a:gd name="connsiteY12" fmla="*/ 57366 h 152377"/>
                    <a:gd name="connsiteX13" fmla="*/ 51540 w 103079"/>
                    <a:gd name="connsiteY13" fmla="*/ 73500 h 152377"/>
                    <a:gd name="connsiteX14" fmla="*/ 51988 w 103079"/>
                    <a:gd name="connsiteY14" fmla="*/ 79326 h 152377"/>
                    <a:gd name="connsiteX15" fmla="*/ 36302 w 103079"/>
                    <a:gd name="connsiteY15" fmla="*/ 96357 h 152377"/>
                    <a:gd name="connsiteX16" fmla="*/ 0 w 103079"/>
                    <a:gd name="connsiteY16" fmla="*/ 134003 h 152377"/>
                    <a:gd name="connsiteX17" fmla="*/ 0 w 103079"/>
                    <a:gd name="connsiteY17" fmla="*/ 136692 h 152377"/>
                    <a:gd name="connsiteX18" fmla="*/ 0 w 103079"/>
                    <a:gd name="connsiteY18" fmla="*/ 152826 h 152377"/>
                    <a:gd name="connsiteX19" fmla="*/ 2241 w 103079"/>
                    <a:gd name="connsiteY19" fmla="*/ 155067 h 152377"/>
                    <a:gd name="connsiteX20" fmla="*/ 2241 w 103079"/>
                    <a:gd name="connsiteY20" fmla="*/ 155067 h 152377"/>
                    <a:gd name="connsiteX21" fmla="*/ 4482 w 103079"/>
                    <a:gd name="connsiteY21" fmla="*/ 152826 h 152377"/>
                    <a:gd name="connsiteX22" fmla="*/ 4482 w 103079"/>
                    <a:gd name="connsiteY22" fmla="*/ 136692 h 152377"/>
                    <a:gd name="connsiteX23" fmla="*/ 4482 w 103079"/>
                    <a:gd name="connsiteY23" fmla="*/ 134003 h 152377"/>
                    <a:gd name="connsiteX24" fmla="*/ 36302 w 103079"/>
                    <a:gd name="connsiteY24" fmla="*/ 100838 h 152377"/>
                    <a:gd name="connsiteX25" fmla="*/ 56469 w 103079"/>
                    <a:gd name="connsiteY25" fmla="*/ 79326 h 152377"/>
                    <a:gd name="connsiteX26" fmla="*/ 56469 w 103079"/>
                    <a:gd name="connsiteY26" fmla="*/ 76637 h 152377"/>
                    <a:gd name="connsiteX27" fmla="*/ 68122 w 103079"/>
                    <a:gd name="connsiteY27" fmla="*/ 79326 h 152377"/>
                    <a:gd name="connsiteX28" fmla="*/ 72155 w 103079"/>
                    <a:gd name="connsiteY28" fmla="*/ 79326 h 152377"/>
                    <a:gd name="connsiteX29" fmla="*/ 83808 w 103079"/>
                    <a:gd name="connsiteY29" fmla="*/ 76637 h 152377"/>
                    <a:gd name="connsiteX30" fmla="*/ 83808 w 103079"/>
                    <a:gd name="connsiteY30" fmla="*/ 79326 h 152377"/>
                    <a:gd name="connsiteX31" fmla="*/ 93668 w 103079"/>
                    <a:gd name="connsiteY31" fmla="*/ 100838 h 152377"/>
                    <a:gd name="connsiteX32" fmla="*/ 95012 w 103079"/>
                    <a:gd name="connsiteY32" fmla="*/ 101287 h 152377"/>
                    <a:gd name="connsiteX33" fmla="*/ 96805 w 103079"/>
                    <a:gd name="connsiteY33" fmla="*/ 99942 h 152377"/>
                    <a:gd name="connsiteX34" fmla="*/ 99942 w 103079"/>
                    <a:gd name="connsiteY34" fmla="*/ 46610 h 152377"/>
                    <a:gd name="connsiteX35" fmla="*/ 98597 w 103079"/>
                    <a:gd name="connsiteY35" fmla="*/ 50643 h 152377"/>
                    <a:gd name="connsiteX36" fmla="*/ 98597 w 103079"/>
                    <a:gd name="connsiteY36" fmla="*/ 43025 h 152377"/>
                    <a:gd name="connsiteX37" fmla="*/ 98597 w 103079"/>
                    <a:gd name="connsiteY37" fmla="*/ 43025 h 152377"/>
                    <a:gd name="connsiteX38" fmla="*/ 99942 w 103079"/>
                    <a:gd name="connsiteY38" fmla="*/ 46610 h 152377"/>
                    <a:gd name="connsiteX39" fmla="*/ 41232 w 103079"/>
                    <a:gd name="connsiteY39" fmla="*/ 19272 h 152377"/>
                    <a:gd name="connsiteX40" fmla="*/ 68122 w 103079"/>
                    <a:gd name="connsiteY40" fmla="*/ 4034 h 152377"/>
                    <a:gd name="connsiteX41" fmla="*/ 95012 w 103079"/>
                    <a:gd name="connsiteY41" fmla="*/ 18823 h 152377"/>
                    <a:gd name="connsiteX42" fmla="*/ 97701 w 103079"/>
                    <a:gd name="connsiteY42" fmla="*/ 30476 h 152377"/>
                    <a:gd name="connsiteX43" fmla="*/ 94564 w 103079"/>
                    <a:gd name="connsiteY43" fmla="*/ 24649 h 152377"/>
                    <a:gd name="connsiteX44" fmla="*/ 92771 w 103079"/>
                    <a:gd name="connsiteY44" fmla="*/ 23753 h 152377"/>
                    <a:gd name="connsiteX45" fmla="*/ 63640 w 103079"/>
                    <a:gd name="connsiteY45" fmla="*/ 23753 h 152377"/>
                    <a:gd name="connsiteX46" fmla="*/ 61399 w 103079"/>
                    <a:gd name="connsiteY46" fmla="*/ 22857 h 152377"/>
                    <a:gd name="connsiteX47" fmla="*/ 59607 w 103079"/>
                    <a:gd name="connsiteY47" fmla="*/ 18823 h 152377"/>
                    <a:gd name="connsiteX48" fmla="*/ 59158 w 103079"/>
                    <a:gd name="connsiteY48" fmla="*/ 17031 h 152377"/>
                    <a:gd name="connsiteX49" fmla="*/ 57366 w 103079"/>
                    <a:gd name="connsiteY49" fmla="*/ 16582 h 152377"/>
                    <a:gd name="connsiteX50" fmla="*/ 40335 w 103079"/>
                    <a:gd name="connsiteY50" fmla="*/ 34509 h 152377"/>
                    <a:gd name="connsiteX51" fmla="*/ 40335 w 103079"/>
                    <a:gd name="connsiteY51" fmla="*/ 34509 h 152377"/>
                    <a:gd name="connsiteX52" fmla="*/ 41232 w 103079"/>
                    <a:gd name="connsiteY52" fmla="*/ 19272 h 152377"/>
                    <a:gd name="connsiteX53" fmla="*/ 41232 w 103079"/>
                    <a:gd name="connsiteY53" fmla="*/ 43473 h 152377"/>
                    <a:gd name="connsiteX54" fmla="*/ 41232 w 103079"/>
                    <a:gd name="connsiteY54" fmla="*/ 51540 h 152377"/>
                    <a:gd name="connsiteX55" fmla="*/ 39887 w 103079"/>
                    <a:gd name="connsiteY55" fmla="*/ 47506 h 152377"/>
                    <a:gd name="connsiteX56" fmla="*/ 41232 w 103079"/>
                    <a:gd name="connsiteY56" fmla="*/ 43473 h 152377"/>
                    <a:gd name="connsiteX57" fmla="*/ 68122 w 103079"/>
                    <a:gd name="connsiteY57" fmla="*/ 74396 h 152377"/>
                    <a:gd name="connsiteX58" fmla="*/ 45713 w 103079"/>
                    <a:gd name="connsiteY58" fmla="*/ 51988 h 152377"/>
                    <a:gd name="connsiteX59" fmla="*/ 45713 w 103079"/>
                    <a:gd name="connsiteY59" fmla="*/ 34509 h 152377"/>
                    <a:gd name="connsiteX60" fmla="*/ 56021 w 103079"/>
                    <a:gd name="connsiteY60" fmla="*/ 21512 h 152377"/>
                    <a:gd name="connsiteX61" fmla="*/ 58710 w 103079"/>
                    <a:gd name="connsiteY61" fmla="*/ 25994 h 152377"/>
                    <a:gd name="connsiteX62" fmla="*/ 64088 w 103079"/>
                    <a:gd name="connsiteY62" fmla="*/ 28235 h 152377"/>
                    <a:gd name="connsiteX63" fmla="*/ 92323 w 103079"/>
                    <a:gd name="connsiteY63" fmla="*/ 28235 h 152377"/>
                    <a:gd name="connsiteX64" fmla="*/ 94564 w 103079"/>
                    <a:gd name="connsiteY64" fmla="*/ 34509 h 152377"/>
                    <a:gd name="connsiteX65" fmla="*/ 94564 w 103079"/>
                    <a:gd name="connsiteY65" fmla="*/ 51988 h 152377"/>
                    <a:gd name="connsiteX66" fmla="*/ 72155 w 103079"/>
                    <a:gd name="connsiteY66" fmla="*/ 74396 h 152377"/>
                    <a:gd name="connsiteX67" fmla="*/ 68122 w 103079"/>
                    <a:gd name="connsiteY67" fmla="*/ 74396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03079" h="152377">
                      <a:moveTo>
                        <a:pt x="96805" y="99942"/>
                      </a:moveTo>
                      <a:cubicBezTo>
                        <a:pt x="97701" y="99046"/>
                        <a:pt x="97253" y="97701"/>
                        <a:pt x="96357" y="96805"/>
                      </a:cubicBezTo>
                      <a:cubicBezTo>
                        <a:pt x="91427" y="93220"/>
                        <a:pt x="88290" y="86497"/>
                        <a:pt x="88290" y="78878"/>
                      </a:cubicBezTo>
                      <a:cubicBezTo>
                        <a:pt x="88290" y="76637"/>
                        <a:pt x="88290" y="75293"/>
                        <a:pt x="88738" y="73052"/>
                      </a:cubicBezTo>
                      <a:cubicBezTo>
                        <a:pt x="94116" y="69018"/>
                        <a:pt x="97253" y="62744"/>
                        <a:pt x="98597" y="56021"/>
                      </a:cubicBezTo>
                      <a:cubicBezTo>
                        <a:pt x="102183" y="55125"/>
                        <a:pt x="104872" y="51540"/>
                        <a:pt x="104872" y="47058"/>
                      </a:cubicBezTo>
                      <a:cubicBezTo>
                        <a:pt x="104872" y="43473"/>
                        <a:pt x="103527" y="40784"/>
                        <a:pt x="101286" y="38991"/>
                      </a:cubicBezTo>
                      <a:cubicBezTo>
                        <a:pt x="103975" y="31820"/>
                        <a:pt x="103527" y="24201"/>
                        <a:pt x="99942" y="17031"/>
                      </a:cubicBezTo>
                      <a:cubicBezTo>
                        <a:pt x="94116" y="6723"/>
                        <a:pt x="82463" y="0"/>
                        <a:pt x="69018" y="0"/>
                      </a:cubicBezTo>
                      <a:cubicBezTo>
                        <a:pt x="55125" y="0"/>
                        <a:pt x="43024" y="7171"/>
                        <a:pt x="38094" y="17927"/>
                      </a:cubicBezTo>
                      <a:cubicBezTo>
                        <a:pt x="34509" y="25098"/>
                        <a:pt x="35405" y="33165"/>
                        <a:pt x="39439" y="40335"/>
                      </a:cubicBezTo>
                      <a:cubicBezTo>
                        <a:pt x="37198" y="42128"/>
                        <a:pt x="35854" y="44817"/>
                        <a:pt x="35854" y="48403"/>
                      </a:cubicBezTo>
                      <a:cubicBezTo>
                        <a:pt x="35854" y="53332"/>
                        <a:pt x="38543" y="56918"/>
                        <a:pt x="42128" y="57366"/>
                      </a:cubicBezTo>
                      <a:cubicBezTo>
                        <a:pt x="43473" y="64089"/>
                        <a:pt x="46610" y="69466"/>
                        <a:pt x="51540" y="73500"/>
                      </a:cubicBezTo>
                      <a:cubicBezTo>
                        <a:pt x="51988" y="75293"/>
                        <a:pt x="51988" y="77982"/>
                        <a:pt x="51988" y="79326"/>
                      </a:cubicBezTo>
                      <a:cubicBezTo>
                        <a:pt x="51988" y="88738"/>
                        <a:pt x="44817" y="96357"/>
                        <a:pt x="36302" y="96357"/>
                      </a:cubicBezTo>
                      <a:cubicBezTo>
                        <a:pt x="16582" y="96357"/>
                        <a:pt x="448" y="112939"/>
                        <a:pt x="0" y="134003"/>
                      </a:cubicBezTo>
                      <a:lnTo>
                        <a:pt x="0" y="136692"/>
                      </a:lnTo>
                      <a:cubicBezTo>
                        <a:pt x="0" y="142070"/>
                        <a:pt x="0" y="147896"/>
                        <a:pt x="0" y="152826"/>
                      </a:cubicBezTo>
                      <a:cubicBezTo>
                        <a:pt x="0" y="154171"/>
                        <a:pt x="896" y="155067"/>
                        <a:pt x="2241" y="155067"/>
                      </a:cubicBezTo>
                      <a:cubicBezTo>
                        <a:pt x="2241" y="155067"/>
                        <a:pt x="2241" y="155067"/>
                        <a:pt x="2241" y="155067"/>
                      </a:cubicBezTo>
                      <a:cubicBezTo>
                        <a:pt x="3585" y="155067"/>
                        <a:pt x="4482" y="154171"/>
                        <a:pt x="4482" y="152826"/>
                      </a:cubicBezTo>
                      <a:cubicBezTo>
                        <a:pt x="4482" y="147448"/>
                        <a:pt x="4482" y="141622"/>
                        <a:pt x="4482" y="136692"/>
                      </a:cubicBezTo>
                      <a:lnTo>
                        <a:pt x="4482" y="134003"/>
                      </a:lnTo>
                      <a:cubicBezTo>
                        <a:pt x="4930" y="115628"/>
                        <a:pt x="18823" y="100838"/>
                        <a:pt x="36302" y="100838"/>
                      </a:cubicBezTo>
                      <a:cubicBezTo>
                        <a:pt x="47506" y="100838"/>
                        <a:pt x="56469" y="91427"/>
                        <a:pt x="56469" y="79326"/>
                      </a:cubicBezTo>
                      <a:cubicBezTo>
                        <a:pt x="56469" y="78878"/>
                        <a:pt x="56469" y="77534"/>
                        <a:pt x="56469" y="76637"/>
                      </a:cubicBezTo>
                      <a:cubicBezTo>
                        <a:pt x="60055" y="78430"/>
                        <a:pt x="64088" y="79326"/>
                        <a:pt x="68122" y="79326"/>
                      </a:cubicBezTo>
                      <a:lnTo>
                        <a:pt x="72155" y="79326"/>
                      </a:lnTo>
                      <a:cubicBezTo>
                        <a:pt x="76189" y="79326"/>
                        <a:pt x="80222" y="78430"/>
                        <a:pt x="83808" y="76637"/>
                      </a:cubicBezTo>
                      <a:cubicBezTo>
                        <a:pt x="83808" y="77534"/>
                        <a:pt x="83808" y="78430"/>
                        <a:pt x="83808" y="79326"/>
                      </a:cubicBezTo>
                      <a:cubicBezTo>
                        <a:pt x="83808" y="88290"/>
                        <a:pt x="87393" y="96357"/>
                        <a:pt x="93668" y="100838"/>
                      </a:cubicBezTo>
                      <a:cubicBezTo>
                        <a:pt x="94116" y="101287"/>
                        <a:pt x="94564" y="101287"/>
                        <a:pt x="95012" y="101287"/>
                      </a:cubicBezTo>
                      <a:cubicBezTo>
                        <a:pt x="95460" y="100838"/>
                        <a:pt x="96357" y="100390"/>
                        <a:pt x="96805" y="99942"/>
                      </a:cubicBezTo>
                      <a:close/>
                      <a:moveTo>
                        <a:pt x="99942" y="46610"/>
                      </a:moveTo>
                      <a:cubicBezTo>
                        <a:pt x="99942" y="48403"/>
                        <a:pt x="99494" y="49747"/>
                        <a:pt x="98597" y="50643"/>
                      </a:cubicBezTo>
                      <a:lnTo>
                        <a:pt x="98597" y="43025"/>
                      </a:lnTo>
                      <a:cubicBezTo>
                        <a:pt x="98597" y="43025"/>
                        <a:pt x="98597" y="43025"/>
                        <a:pt x="98597" y="43025"/>
                      </a:cubicBezTo>
                      <a:cubicBezTo>
                        <a:pt x="99494" y="43473"/>
                        <a:pt x="99942" y="44817"/>
                        <a:pt x="99942" y="46610"/>
                      </a:cubicBezTo>
                      <a:close/>
                      <a:moveTo>
                        <a:pt x="41232" y="19272"/>
                      </a:moveTo>
                      <a:cubicBezTo>
                        <a:pt x="45265" y="10308"/>
                        <a:pt x="56469" y="4034"/>
                        <a:pt x="68122" y="4034"/>
                      </a:cubicBezTo>
                      <a:cubicBezTo>
                        <a:pt x="79774" y="4034"/>
                        <a:pt x="90082" y="9860"/>
                        <a:pt x="95012" y="18823"/>
                      </a:cubicBezTo>
                      <a:cubicBezTo>
                        <a:pt x="97253" y="22409"/>
                        <a:pt x="98149" y="26442"/>
                        <a:pt x="97701" y="30476"/>
                      </a:cubicBezTo>
                      <a:cubicBezTo>
                        <a:pt x="96805" y="28235"/>
                        <a:pt x="95908" y="26442"/>
                        <a:pt x="94564" y="24649"/>
                      </a:cubicBezTo>
                      <a:cubicBezTo>
                        <a:pt x="94116" y="24201"/>
                        <a:pt x="93219" y="23305"/>
                        <a:pt x="92771" y="23753"/>
                      </a:cubicBezTo>
                      <a:lnTo>
                        <a:pt x="63640" y="23753"/>
                      </a:lnTo>
                      <a:cubicBezTo>
                        <a:pt x="62744" y="23753"/>
                        <a:pt x="61847" y="23305"/>
                        <a:pt x="61399" y="22857"/>
                      </a:cubicBezTo>
                      <a:cubicBezTo>
                        <a:pt x="60503" y="21960"/>
                        <a:pt x="59607" y="20168"/>
                        <a:pt x="59607" y="18823"/>
                      </a:cubicBezTo>
                      <a:cubicBezTo>
                        <a:pt x="59607" y="18375"/>
                        <a:pt x="59607" y="17479"/>
                        <a:pt x="59158" y="17031"/>
                      </a:cubicBezTo>
                      <a:cubicBezTo>
                        <a:pt x="58710" y="16582"/>
                        <a:pt x="58262" y="16134"/>
                        <a:pt x="57366" y="16582"/>
                      </a:cubicBezTo>
                      <a:cubicBezTo>
                        <a:pt x="51540" y="16582"/>
                        <a:pt x="40335" y="20616"/>
                        <a:pt x="40335" y="34509"/>
                      </a:cubicBezTo>
                      <a:lnTo>
                        <a:pt x="40335" y="34509"/>
                      </a:lnTo>
                      <a:cubicBezTo>
                        <a:pt x="38991" y="29131"/>
                        <a:pt x="38991" y="24201"/>
                        <a:pt x="41232" y="19272"/>
                      </a:cubicBezTo>
                      <a:close/>
                      <a:moveTo>
                        <a:pt x="41232" y="43473"/>
                      </a:moveTo>
                      <a:lnTo>
                        <a:pt x="41232" y="51540"/>
                      </a:lnTo>
                      <a:cubicBezTo>
                        <a:pt x="40335" y="50643"/>
                        <a:pt x="39887" y="49299"/>
                        <a:pt x="39887" y="47506"/>
                      </a:cubicBezTo>
                      <a:cubicBezTo>
                        <a:pt x="39887" y="45713"/>
                        <a:pt x="40335" y="44369"/>
                        <a:pt x="41232" y="43473"/>
                      </a:cubicBezTo>
                      <a:close/>
                      <a:moveTo>
                        <a:pt x="68122" y="74396"/>
                      </a:moveTo>
                      <a:cubicBezTo>
                        <a:pt x="56021" y="74396"/>
                        <a:pt x="45713" y="64089"/>
                        <a:pt x="45713" y="51988"/>
                      </a:cubicBezTo>
                      <a:lnTo>
                        <a:pt x="45713" y="34509"/>
                      </a:lnTo>
                      <a:cubicBezTo>
                        <a:pt x="45713" y="24649"/>
                        <a:pt x="52436" y="21960"/>
                        <a:pt x="56021" y="21512"/>
                      </a:cubicBezTo>
                      <a:cubicBezTo>
                        <a:pt x="56469" y="23305"/>
                        <a:pt x="57366" y="24649"/>
                        <a:pt x="58710" y="25994"/>
                      </a:cubicBezTo>
                      <a:cubicBezTo>
                        <a:pt x="60055" y="27339"/>
                        <a:pt x="61847" y="28235"/>
                        <a:pt x="64088" y="28235"/>
                      </a:cubicBezTo>
                      <a:lnTo>
                        <a:pt x="92323" y="28235"/>
                      </a:lnTo>
                      <a:cubicBezTo>
                        <a:pt x="93668" y="30027"/>
                        <a:pt x="94564" y="32268"/>
                        <a:pt x="94564" y="34509"/>
                      </a:cubicBezTo>
                      <a:lnTo>
                        <a:pt x="94564" y="51988"/>
                      </a:lnTo>
                      <a:cubicBezTo>
                        <a:pt x="94564" y="64537"/>
                        <a:pt x="84704" y="74396"/>
                        <a:pt x="72155" y="74396"/>
                      </a:cubicBezTo>
                      <a:lnTo>
                        <a:pt x="68122" y="7439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507" name="Freeform: Shape 2543">
                <a:extLst>
                  <a:ext uri="{FF2B5EF4-FFF2-40B4-BE49-F238E27FC236}">
                    <a16:creationId xmlns:a16="http://schemas.microsoft.com/office/drawing/2014/main" id="{8B290F7C-8439-5573-4E36-0FE981CFDAC4}"/>
                  </a:ext>
                  <a:ext uri="{C183D7F6-B498-43B3-948B-1728B52AA6E4}">
                    <adec:decorative xmlns:adec="http://schemas.microsoft.com/office/drawing/2017/decorative" val="1"/>
                  </a:ext>
                </a:extLst>
              </p:cNvPr>
              <p:cNvSpPr>
                <a:spLocks noChangeAspect="1"/>
              </p:cNvSpPr>
              <p:nvPr/>
            </p:nvSpPr>
            <p:spPr>
              <a:xfrm>
                <a:off x="8019089" y="5562607"/>
                <a:ext cx="125488" cy="152378"/>
              </a:xfrm>
              <a:custGeom>
                <a:avLst/>
                <a:gdLst>
                  <a:gd name="connsiteX0" fmla="*/ 129073 w 125487"/>
                  <a:gd name="connsiteY0" fmla="*/ 127729 h 152377"/>
                  <a:gd name="connsiteX1" fmla="*/ 109353 w 125487"/>
                  <a:gd name="connsiteY1" fmla="*/ 96357 h 152377"/>
                  <a:gd name="connsiteX2" fmla="*/ 108905 w 125487"/>
                  <a:gd name="connsiteY2" fmla="*/ 95012 h 152377"/>
                  <a:gd name="connsiteX3" fmla="*/ 99046 w 125487"/>
                  <a:gd name="connsiteY3" fmla="*/ 36750 h 152377"/>
                  <a:gd name="connsiteX4" fmla="*/ 89186 w 125487"/>
                  <a:gd name="connsiteY4" fmla="*/ 10756 h 152377"/>
                  <a:gd name="connsiteX5" fmla="*/ 64088 w 125487"/>
                  <a:gd name="connsiteY5" fmla="*/ 0 h 152377"/>
                  <a:gd name="connsiteX6" fmla="*/ 64088 w 125487"/>
                  <a:gd name="connsiteY6" fmla="*/ 0 h 152377"/>
                  <a:gd name="connsiteX7" fmla="*/ 64088 w 125487"/>
                  <a:gd name="connsiteY7" fmla="*/ 0 h 152377"/>
                  <a:gd name="connsiteX8" fmla="*/ 63640 w 125487"/>
                  <a:gd name="connsiteY8" fmla="*/ 0 h 152377"/>
                  <a:gd name="connsiteX9" fmla="*/ 38991 w 125487"/>
                  <a:gd name="connsiteY9" fmla="*/ 10756 h 152377"/>
                  <a:gd name="connsiteX10" fmla="*/ 29131 w 125487"/>
                  <a:gd name="connsiteY10" fmla="*/ 36750 h 152377"/>
                  <a:gd name="connsiteX11" fmla="*/ 20168 w 125487"/>
                  <a:gd name="connsiteY11" fmla="*/ 95909 h 152377"/>
                  <a:gd name="connsiteX12" fmla="*/ 0 w 125487"/>
                  <a:gd name="connsiteY12" fmla="*/ 127729 h 152377"/>
                  <a:gd name="connsiteX13" fmla="*/ 0 w 125487"/>
                  <a:gd name="connsiteY13" fmla="*/ 150137 h 152377"/>
                  <a:gd name="connsiteX14" fmla="*/ 2241 w 125487"/>
                  <a:gd name="connsiteY14" fmla="*/ 152378 h 152377"/>
                  <a:gd name="connsiteX15" fmla="*/ 4482 w 125487"/>
                  <a:gd name="connsiteY15" fmla="*/ 150137 h 152377"/>
                  <a:gd name="connsiteX16" fmla="*/ 4482 w 125487"/>
                  <a:gd name="connsiteY16" fmla="*/ 127729 h 152377"/>
                  <a:gd name="connsiteX17" fmla="*/ 36302 w 125487"/>
                  <a:gd name="connsiteY17" fmla="*/ 95460 h 152377"/>
                  <a:gd name="connsiteX18" fmla="*/ 51091 w 125487"/>
                  <a:gd name="connsiteY18" fmla="*/ 86945 h 152377"/>
                  <a:gd name="connsiteX19" fmla="*/ 53780 w 125487"/>
                  <a:gd name="connsiteY19" fmla="*/ 73052 h 152377"/>
                  <a:gd name="connsiteX20" fmla="*/ 64985 w 125487"/>
                  <a:gd name="connsiteY20" fmla="*/ 76637 h 152377"/>
                  <a:gd name="connsiteX21" fmla="*/ 75741 w 125487"/>
                  <a:gd name="connsiteY21" fmla="*/ 73948 h 152377"/>
                  <a:gd name="connsiteX22" fmla="*/ 78430 w 125487"/>
                  <a:gd name="connsiteY22" fmla="*/ 87393 h 152377"/>
                  <a:gd name="connsiteX23" fmla="*/ 93219 w 125487"/>
                  <a:gd name="connsiteY23" fmla="*/ 95909 h 152377"/>
                  <a:gd name="connsiteX24" fmla="*/ 125039 w 125487"/>
                  <a:gd name="connsiteY24" fmla="*/ 128177 h 152377"/>
                  <a:gd name="connsiteX25" fmla="*/ 125039 w 125487"/>
                  <a:gd name="connsiteY25" fmla="*/ 150585 h 152377"/>
                  <a:gd name="connsiteX26" fmla="*/ 127280 w 125487"/>
                  <a:gd name="connsiteY26" fmla="*/ 152826 h 152377"/>
                  <a:gd name="connsiteX27" fmla="*/ 129521 w 125487"/>
                  <a:gd name="connsiteY27" fmla="*/ 150585 h 152377"/>
                  <a:gd name="connsiteX28" fmla="*/ 129521 w 125487"/>
                  <a:gd name="connsiteY28" fmla="*/ 127729 h 152377"/>
                  <a:gd name="connsiteX29" fmla="*/ 43024 w 125487"/>
                  <a:gd name="connsiteY29" fmla="*/ 45713 h 152377"/>
                  <a:gd name="connsiteX30" fmla="*/ 47058 w 125487"/>
                  <a:gd name="connsiteY30" fmla="*/ 30924 h 152377"/>
                  <a:gd name="connsiteX31" fmla="*/ 52884 w 125487"/>
                  <a:gd name="connsiteY31" fmla="*/ 27787 h 152377"/>
                  <a:gd name="connsiteX32" fmla="*/ 54677 w 125487"/>
                  <a:gd name="connsiteY32" fmla="*/ 26890 h 152377"/>
                  <a:gd name="connsiteX33" fmla="*/ 62296 w 125487"/>
                  <a:gd name="connsiteY33" fmla="*/ 19272 h 152377"/>
                  <a:gd name="connsiteX34" fmla="*/ 64088 w 125487"/>
                  <a:gd name="connsiteY34" fmla="*/ 21512 h 152377"/>
                  <a:gd name="connsiteX35" fmla="*/ 77533 w 125487"/>
                  <a:gd name="connsiteY35" fmla="*/ 29131 h 152377"/>
                  <a:gd name="connsiteX36" fmla="*/ 84704 w 125487"/>
                  <a:gd name="connsiteY36" fmla="*/ 32268 h 152377"/>
                  <a:gd name="connsiteX37" fmla="*/ 85601 w 125487"/>
                  <a:gd name="connsiteY37" fmla="*/ 37646 h 152377"/>
                  <a:gd name="connsiteX38" fmla="*/ 84704 w 125487"/>
                  <a:gd name="connsiteY38" fmla="*/ 42576 h 152377"/>
                  <a:gd name="connsiteX39" fmla="*/ 84256 w 125487"/>
                  <a:gd name="connsiteY39" fmla="*/ 45265 h 152377"/>
                  <a:gd name="connsiteX40" fmla="*/ 78878 w 125487"/>
                  <a:gd name="connsiteY40" fmla="*/ 63192 h 152377"/>
                  <a:gd name="connsiteX41" fmla="*/ 64536 w 125487"/>
                  <a:gd name="connsiteY41" fmla="*/ 71707 h 152377"/>
                  <a:gd name="connsiteX42" fmla="*/ 43024 w 125487"/>
                  <a:gd name="connsiteY42" fmla="*/ 45713 h 152377"/>
                  <a:gd name="connsiteX43" fmla="*/ 82015 w 125487"/>
                  <a:gd name="connsiteY43" fmla="*/ 84256 h 152377"/>
                  <a:gd name="connsiteX44" fmla="*/ 80671 w 125487"/>
                  <a:gd name="connsiteY44" fmla="*/ 68570 h 152377"/>
                  <a:gd name="connsiteX45" fmla="*/ 82911 w 125487"/>
                  <a:gd name="connsiteY45" fmla="*/ 65881 h 152377"/>
                  <a:gd name="connsiteX46" fmla="*/ 89186 w 125487"/>
                  <a:gd name="connsiteY46" fmla="*/ 46162 h 152377"/>
                  <a:gd name="connsiteX47" fmla="*/ 89186 w 125487"/>
                  <a:gd name="connsiteY47" fmla="*/ 46162 h 152377"/>
                  <a:gd name="connsiteX48" fmla="*/ 89634 w 125487"/>
                  <a:gd name="connsiteY48" fmla="*/ 43473 h 152377"/>
                  <a:gd name="connsiteX49" fmla="*/ 90530 w 125487"/>
                  <a:gd name="connsiteY49" fmla="*/ 38094 h 152377"/>
                  <a:gd name="connsiteX50" fmla="*/ 88738 w 125487"/>
                  <a:gd name="connsiteY50" fmla="*/ 29579 h 152377"/>
                  <a:gd name="connsiteX51" fmla="*/ 78430 w 125487"/>
                  <a:gd name="connsiteY51" fmla="*/ 24649 h 152377"/>
                  <a:gd name="connsiteX52" fmla="*/ 67674 w 125487"/>
                  <a:gd name="connsiteY52" fmla="*/ 18823 h 152377"/>
                  <a:gd name="connsiteX53" fmla="*/ 64536 w 125487"/>
                  <a:gd name="connsiteY53" fmla="*/ 12101 h 152377"/>
                  <a:gd name="connsiteX54" fmla="*/ 64536 w 125487"/>
                  <a:gd name="connsiteY54" fmla="*/ 12101 h 152377"/>
                  <a:gd name="connsiteX55" fmla="*/ 62744 w 125487"/>
                  <a:gd name="connsiteY55" fmla="*/ 9412 h 152377"/>
                  <a:gd name="connsiteX56" fmla="*/ 60055 w 125487"/>
                  <a:gd name="connsiteY56" fmla="*/ 11204 h 152377"/>
                  <a:gd name="connsiteX57" fmla="*/ 60055 w 125487"/>
                  <a:gd name="connsiteY57" fmla="*/ 11204 h 152377"/>
                  <a:gd name="connsiteX58" fmla="*/ 60055 w 125487"/>
                  <a:gd name="connsiteY58" fmla="*/ 11204 h 152377"/>
                  <a:gd name="connsiteX59" fmla="*/ 52436 w 125487"/>
                  <a:gd name="connsiteY59" fmla="*/ 22409 h 152377"/>
                  <a:gd name="connsiteX60" fmla="*/ 50643 w 125487"/>
                  <a:gd name="connsiteY60" fmla="*/ 23305 h 152377"/>
                  <a:gd name="connsiteX61" fmla="*/ 43472 w 125487"/>
                  <a:gd name="connsiteY61" fmla="*/ 27339 h 152377"/>
                  <a:gd name="connsiteX62" fmla="*/ 38094 w 125487"/>
                  <a:gd name="connsiteY62" fmla="*/ 47058 h 152377"/>
                  <a:gd name="connsiteX63" fmla="*/ 47506 w 125487"/>
                  <a:gd name="connsiteY63" fmla="*/ 67674 h 152377"/>
                  <a:gd name="connsiteX64" fmla="*/ 47506 w 125487"/>
                  <a:gd name="connsiteY64" fmla="*/ 68570 h 152377"/>
                  <a:gd name="connsiteX65" fmla="*/ 46610 w 125487"/>
                  <a:gd name="connsiteY65" fmla="*/ 84256 h 152377"/>
                  <a:gd name="connsiteX66" fmla="*/ 34957 w 125487"/>
                  <a:gd name="connsiteY66" fmla="*/ 90979 h 152377"/>
                  <a:gd name="connsiteX67" fmla="*/ 25546 w 125487"/>
                  <a:gd name="connsiteY67" fmla="*/ 93668 h 152377"/>
                  <a:gd name="connsiteX68" fmla="*/ 33165 w 125487"/>
                  <a:gd name="connsiteY68" fmla="*/ 37198 h 152377"/>
                  <a:gd name="connsiteX69" fmla="*/ 41680 w 125487"/>
                  <a:gd name="connsiteY69" fmla="*/ 14342 h 152377"/>
                  <a:gd name="connsiteX70" fmla="*/ 63640 w 125487"/>
                  <a:gd name="connsiteY70" fmla="*/ 4930 h 152377"/>
                  <a:gd name="connsiteX71" fmla="*/ 85601 w 125487"/>
                  <a:gd name="connsiteY71" fmla="*/ 14342 h 152377"/>
                  <a:gd name="connsiteX72" fmla="*/ 94116 w 125487"/>
                  <a:gd name="connsiteY72" fmla="*/ 37198 h 152377"/>
                  <a:gd name="connsiteX73" fmla="*/ 102631 w 125487"/>
                  <a:gd name="connsiteY73" fmla="*/ 94116 h 152377"/>
                  <a:gd name="connsiteX74" fmla="*/ 92771 w 125487"/>
                  <a:gd name="connsiteY74" fmla="*/ 91427 h 152377"/>
                  <a:gd name="connsiteX75" fmla="*/ 82015 w 125487"/>
                  <a:gd name="connsiteY75" fmla="*/ 84256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25487" h="152377">
                    <a:moveTo>
                      <a:pt x="129073" y="127729"/>
                    </a:moveTo>
                    <a:cubicBezTo>
                      <a:pt x="128625" y="113835"/>
                      <a:pt x="121454" y="102631"/>
                      <a:pt x="109353" y="96357"/>
                    </a:cubicBezTo>
                    <a:cubicBezTo>
                      <a:pt x="109353" y="95909"/>
                      <a:pt x="109353" y="95460"/>
                      <a:pt x="108905" y="95012"/>
                    </a:cubicBezTo>
                    <a:cubicBezTo>
                      <a:pt x="99046" y="77534"/>
                      <a:pt x="98597" y="56918"/>
                      <a:pt x="99046" y="36750"/>
                    </a:cubicBezTo>
                    <a:cubicBezTo>
                      <a:pt x="99494" y="26890"/>
                      <a:pt x="95908" y="17479"/>
                      <a:pt x="89186" y="10756"/>
                    </a:cubicBezTo>
                    <a:cubicBezTo>
                      <a:pt x="82463" y="4034"/>
                      <a:pt x="73500" y="0"/>
                      <a:pt x="64088" y="0"/>
                    </a:cubicBezTo>
                    <a:cubicBezTo>
                      <a:pt x="64088" y="0"/>
                      <a:pt x="64088" y="0"/>
                      <a:pt x="64088" y="0"/>
                    </a:cubicBezTo>
                    <a:cubicBezTo>
                      <a:pt x="64088" y="0"/>
                      <a:pt x="64088" y="0"/>
                      <a:pt x="64088" y="0"/>
                    </a:cubicBezTo>
                    <a:cubicBezTo>
                      <a:pt x="64088" y="0"/>
                      <a:pt x="64088" y="0"/>
                      <a:pt x="63640" y="0"/>
                    </a:cubicBezTo>
                    <a:cubicBezTo>
                      <a:pt x="54229" y="0"/>
                      <a:pt x="45265" y="4034"/>
                      <a:pt x="38991" y="10756"/>
                    </a:cubicBezTo>
                    <a:cubicBezTo>
                      <a:pt x="32268" y="17927"/>
                      <a:pt x="28683" y="26890"/>
                      <a:pt x="29131" y="36750"/>
                    </a:cubicBezTo>
                    <a:cubicBezTo>
                      <a:pt x="30027" y="55125"/>
                      <a:pt x="29131" y="76189"/>
                      <a:pt x="20168" y="95909"/>
                    </a:cubicBezTo>
                    <a:cubicBezTo>
                      <a:pt x="7619" y="102183"/>
                      <a:pt x="448" y="113387"/>
                      <a:pt x="0" y="127729"/>
                    </a:cubicBezTo>
                    <a:lnTo>
                      <a:pt x="0" y="150137"/>
                    </a:lnTo>
                    <a:cubicBezTo>
                      <a:pt x="0" y="151482"/>
                      <a:pt x="896" y="152378"/>
                      <a:pt x="2241" y="152378"/>
                    </a:cubicBezTo>
                    <a:cubicBezTo>
                      <a:pt x="3585" y="152378"/>
                      <a:pt x="4482" y="151482"/>
                      <a:pt x="4482" y="150137"/>
                    </a:cubicBezTo>
                    <a:lnTo>
                      <a:pt x="4482" y="127729"/>
                    </a:lnTo>
                    <a:cubicBezTo>
                      <a:pt x="4930" y="110698"/>
                      <a:pt x="16582" y="98597"/>
                      <a:pt x="36302" y="95460"/>
                    </a:cubicBezTo>
                    <a:cubicBezTo>
                      <a:pt x="43024" y="94116"/>
                      <a:pt x="47954" y="91427"/>
                      <a:pt x="51091" y="86945"/>
                    </a:cubicBezTo>
                    <a:cubicBezTo>
                      <a:pt x="53332" y="83360"/>
                      <a:pt x="54229" y="78430"/>
                      <a:pt x="53780" y="73052"/>
                    </a:cubicBezTo>
                    <a:cubicBezTo>
                      <a:pt x="56918" y="75293"/>
                      <a:pt x="60951" y="76637"/>
                      <a:pt x="64985" y="76637"/>
                    </a:cubicBezTo>
                    <a:cubicBezTo>
                      <a:pt x="69018" y="76637"/>
                      <a:pt x="72603" y="75741"/>
                      <a:pt x="75741" y="73948"/>
                    </a:cubicBezTo>
                    <a:cubicBezTo>
                      <a:pt x="75293" y="79326"/>
                      <a:pt x="76189" y="83808"/>
                      <a:pt x="78430" y="87393"/>
                    </a:cubicBezTo>
                    <a:cubicBezTo>
                      <a:pt x="81567" y="91875"/>
                      <a:pt x="86497" y="95012"/>
                      <a:pt x="93219" y="95909"/>
                    </a:cubicBezTo>
                    <a:cubicBezTo>
                      <a:pt x="112491" y="99494"/>
                      <a:pt x="124591" y="111595"/>
                      <a:pt x="125039" y="128177"/>
                    </a:cubicBezTo>
                    <a:lnTo>
                      <a:pt x="125039" y="150585"/>
                    </a:lnTo>
                    <a:cubicBezTo>
                      <a:pt x="125039" y="151930"/>
                      <a:pt x="125936" y="152826"/>
                      <a:pt x="127280" y="152826"/>
                    </a:cubicBezTo>
                    <a:cubicBezTo>
                      <a:pt x="128625" y="152826"/>
                      <a:pt x="129521" y="151930"/>
                      <a:pt x="129521" y="150585"/>
                    </a:cubicBezTo>
                    <a:lnTo>
                      <a:pt x="129521" y="127729"/>
                    </a:lnTo>
                    <a:close/>
                    <a:moveTo>
                      <a:pt x="43024" y="45713"/>
                    </a:moveTo>
                    <a:cubicBezTo>
                      <a:pt x="41680" y="39887"/>
                      <a:pt x="43024" y="34061"/>
                      <a:pt x="47058" y="30924"/>
                    </a:cubicBezTo>
                    <a:cubicBezTo>
                      <a:pt x="48851" y="29579"/>
                      <a:pt x="50643" y="28683"/>
                      <a:pt x="52884" y="27787"/>
                    </a:cubicBezTo>
                    <a:cubicBezTo>
                      <a:pt x="53332" y="27339"/>
                      <a:pt x="54229" y="27339"/>
                      <a:pt x="54677" y="26890"/>
                    </a:cubicBezTo>
                    <a:cubicBezTo>
                      <a:pt x="57814" y="25098"/>
                      <a:pt x="60503" y="22857"/>
                      <a:pt x="62296" y="19272"/>
                    </a:cubicBezTo>
                    <a:cubicBezTo>
                      <a:pt x="62744" y="20168"/>
                      <a:pt x="63640" y="21064"/>
                      <a:pt x="64088" y="21512"/>
                    </a:cubicBezTo>
                    <a:cubicBezTo>
                      <a:pt x="68122" y="26890"/>
                      <a:pt x="73500" y="28235"/>
                      <a:pt x="77533" y="29131"/>
                    </a:cubicBezTo>
                    <a:cubicBezTo>
                      <a:pt x="80222" y="29579"/>
                      <a:pt x="83360" y="30027"/>
                      <a:pt x="84704" y="32268"/>
                    </a:cubicBezTo>
                    <a:cubicBezTo>
                      <a:pt x="86049" y="33613"/>
                      <a:pt x="86049" y="35854"/>
                      <a:pt x="85601" y="37646"/>
                    </a:cubicBezTo>
                    <a:cubicBezTo>
                      <a:pt x="85601" y="39439"/>
                      <a:pt x="85152" y="41232"/>
                      <a:pt x="84704" y="42576"/>
                    </a:cubicBezTo>
                    <a:cubicBezTo>
                      <a:pt x="84704" y="43473"/>
                      <a:pt x="84256" y="44369"/>
                      <a:pt x="84256" y="45265"/>
                    </a:cubicBezTo>
                    <a:cubicBezTo>
                      <a:pt x="83360" y="51540"/>
                      <a:pt x="80671" y="59607"/>
                      <a:pt x="78878" y="63192"/>
                    </a:cubicBezTo>
                    <a:cubicBezTo>
                      <a:pt x="75293" y="69018"/>
                      <a:pt x="70811" y="71707"/>
                      <a:pt x="64536" y="71707"/>
                    </a:cubicBezTo>
                    <a:cubicBezTo>
                      <a:pt x="55125" y="71707"/>
                      <a:pt x="47506" y="63192"/>
                      <a:pt x="43024" y="45713"/>
                    </a:cubicBezTo>
                    <a:close/>
                    <a:moveTo>
                      <a:pt x="82015" y="84256"/>
                    </a:moveTo>
                    <a:cubicBezTo>
                      <a:pt x="79326" y="80223"/>
                      <a:pt x="79326" y="75293"/>
                      <a:pt x="80671" y="68570"/>
                    </a:cubicBezTo>
                    <a:cubicBezTo>
                      <a:pt x="81567" y="67674"/>
                      <a:pt x="82015" y="66777"/>
                      <a:pt x="82911" y="65881"/>
                    </a:cubicBezTo>
                    <a:cubicBezTo>
                      <a:pt x="85601" y="61848"/>
                      <a:pt x="88289" y="52436"/>
                      <a:pt x="89186" y="46162"/>
                    </a:cubicBezTo>
                    <a:cubicBezTo>
                      <a:pt x="89186" y="46162"/>
                      <a:pt x="89186" y="46162"/>
                      <a:pt x="89186" y="46162"/>
                    </a:cubicBezTo>
                    <a:cubicBezTo>
                      <a:pt x="89186" y="45265"/>
                      <a:pt x="89634" y="44369"/>
                      <a:pt x="89634" y="43473"/>
                    </a:cubicBezTo>
                    <a:cubicBezTo>
                      <a:pt x="90082" y="41680"/>
                      <a:pt x="90082" y="39887"/>
                      <a:pt x="90530" y="38094"/>
                    </a:cubicBezTo>
                    <a:cubicBezTo>
                      <a:pt x="90978" y="34509"/>
                      <a:pt x="90082" y="31820"/>
                      <a:pt x="88738" y="29579"/>
                    </a:cubicBezTo>
                    <a:cubicBezTo>
                      <a:pt x="86497" y="26442"/>
                      <a:pt x="82463" y="25546"/>
                      <a:pt x="78430" y="24649"/>
                    </a:cubicBezTo>
                    <a:cubicBezTo>
                      <a:pt x="73052" y="23753"/>
                      <a:pt x="69915" y="21960"/>
                      <a:pt x="67674" y="18823"/>
                    </a:cubicBezTo>
                    <a:cubicBezTo>
                      <a:pt x="65881" y="16134"/>
                      <a:pt x="64536" y="13445"/>
                      <a:pt x="64536" y="12101"/>
                    </a:cubicBezTo>
                    <a:cubicBezTo>
                      <a:pt x="64536" y="12101"/>
                      <a:pt x="64536" y="12101"/>
                      <a:pt x="64536" y="12101"/>
                    </a:cubicBezTo>
                    <a:cubicBezTo>
                      <a:pt x="64536" y="10756"/>
                      <a:pt x="64088" y="9860"/>
                      <a:pt x="62744" y="9412"/>
                    </a:cubicBezTo>
                    <a:cubicBezTo>
                      <a:pt x="61399" y="9412"/>
                      <a:pt x="60503" y="9860"/>
                      <a:pt x="60055" y="11204"/>
                    </a:cubicBezTo>
                    <a:lnTo>
                      <a:pt x="60055" y="11204"/>
                    </a:lnTo>
                    <a:cubicBezTo>
                      <a:pt x="60055" y="11204"/>
                      <a:pt x="60055" y="11204"/>
                      <a:pt x="60055" y="11204"/>
                    </a:cubicBezTo>
                    <a:cubicBezTo>
                      <a:pt x="59158" y="16582"/>
                      <a:pt x="56469" y="20616"/>
                      <a:pt x="52436" y="22409"/>
                    </a:cubicBezTo>
                    <a:lnTo>
                      <a:pt x="50643" y="23305"/>
                    </a:lnTo>
                    <a:cubicBezTo>
                      <a:pt x="48402" y="24201"/>
                      <a:pt x="45713" y="25546"/>
                      <a:pt x="43472" y="27339"/>
                    </a:cubicBezTo>
                    <a:cubicBezTo>
                      <a:pt x="38094" y="31820"/>
                      <a:pt x="36302" y="39439"/>
                      <a:pt x="38094" y="47058"/>
                    </a:cubicBezTo>
                    <a:cubicBezTo>
                      <a:pt x="40335" y="56021"/>
                      <a:pt x="43921" y="62744"/>
                      <a:pt x="47506" y="67674"/>
                    </a:cubicBezTo>
                    <a:cubicBezTo>
                      <a:pt x="47506" y="68122"/>
                      <a:pt x="47506" y="68122"/>
                      <a:pt x="47506" y="68570"/>
                    </a:cubicBezTo>
                    <a:cubicBezTo>
                      <a:pt x="49299" y="75293"/>
                      <a:pt x="48851" y="80671"/>
                      <a:pt x="46610" y="84256"/>
                    </a:cubicBezTo>
                    <a:cubicBezTo>
                      <a:pt x="43921" y="88738"/>
                      <a:pt x="38543" y="90530"/>
                      <a:pt x="34957" y="90979"/>
                    </a:cubicBezTo>
                    <a:cubicBezTo>
                      <a:pt x="31372" y="91427"/>
                      <a:pt x="28235" y="92323"/>
                      <a:pt x="25546" y="93668"/>
                    </a:cubicBezTo>
                    <a:cubicBezTo>
                      <a:pt x="33165" y="74396"/>
                      <a:pt x="33613" y="54677"/>
                      <a:pt x="33165" y="37198"/>
                    </a:cubicBezTo>
                    <a:cubicBezTo>
                      <a:pt x="32716" y="28683"/>
                      <a:pt x="35854" y="20616"/>
                      <a:pt x="41680" y="14342"/>
                    </a:cubicBezTo>
                    <a:cubicBezTo>
                      <a:pt x="47506" y="8067"/>
                      <a:pt x="55573" y="4930"/>
                      <a:pt x="63640" y="4930"/>
                    </a:cubicBezTo>
                    <a:cubicBezTo>
                      <a:pt x="71707" y="4930"/>
                      <a:pt x="79774" y="8515"/>
                      <a:pt x="85601" y="14342"/>
                    </a:cubicBezTo>
                    <a:cubicBezTo>
                      <a:pt x="91427" y="20616"/>
                      <a:pt x="94564" y="28683"/>
                      <a:pt x="94116" y="37198"/>
                    </a:cubicBezTo>
                    <a:cubicBezTo>
                      <a:pt x="93668" y="49299"/>
                      <a:pt x="92771" y="73948"/>
                      <a:pt x="102631" y="94116"/>
                    </a:cubicBezTo>
                    <a:cubicBezTo>
                      <a:pt x="99494" y="92771"/>
                      <a:pt x="96357" y="91875"/>
                      <a:pt x="92771" y="91427"/>
                    </a:cubicBezTo>
                    <a:cubicBezTo>
                      <a:pt x="90082" y="90530"/>
                      <a:pt x="85152" y="88738"/>
                      <a:pt x="82015" y="8425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08" name="Freeform: Shape 2544">
                <a:extLst>
                  <a:ext uri="{FF2B5EF4-FFF2-40B4-BE49-F238E27FC236}">
                    <a16:creationId xmlns:a16="http://schemas.microsoft.com/office/drawing/2014/main" id="{2736753E-22DF-3F58-9F5E-69CD54E392F3}"/>
                  </a:ext>
                  <a:ext uri="{C183D7F6-B498-43B3-948B-1728B52AA6E4}">
                    <adec:decorative xmlns:adec="http://schemas.microsoft.com/office/drawing/2017/decorative" val="1"/>
                  </a:ext>
                </a:extLst>
              </p:cNvPr>
              <p:cNvSpPr>
                <a:spLocks noChangeAspect="1"/>
              </p:cNvSpPr>
              <p:nvPr/>
            </p:nvSpPr>
            <p:spPr>
              <a:xfrm>
                <a:off x="7744361" y="5560815"/>
                <a:ext cx="138933" cy="152378"/>
              </a:xfrm>
              <a:custGeom>
                <a:avLst/>
                <a:gdLst>
                  <a:gd name="connsiteX0" fmla="*/ 138485 w 138932"/>
                  <a:gd name="connsiteY0" fmla="*/ 132658 h 152377"/>
                  <a:gd name="connsiteX1" fmla="*/ 101735 w 138932"/>
                  <a:gd name="connsiteY1" fmla="*/ 95460 h 152377"/>
                  <a:gd name="connsiteX2" fmla="*/ 86049 w 138932"/>
                  <a:gd name="connsiteY2" fmla="*/ 78878 h 152377"/>
                  <a:gd name="connsiteX3" fmla="*/ 86497 w 138932"/>
                  <a:gd name="connsiteY3" fmla="*/ 74844 h 152377"/>
                  <a:gd name="connsiteX4" fmla="*/ 99046 w 138932"/>
                  <a:gd name="connsiteY4" fmla="*/ 55573 h 152377"/>
                  <a:gd name="connsiteX5" fmla="*/ 105320 w 138932"/>
                  <a:gd name="connsiteY5" fmla="*/ 46610 h 152377"/>
                  <a:gd name="connsiteX6" fmla="*/ 101735 w 138932"/>
                  <a:gd name="connsiteY6" fmla="*/ 38543 h 152377"/>
                  <a:gd name="connsiteX7" fmla="*/ 100390 w 138932"/>
                  <a:gd name="connsiteY7" fmla="*/ 17030 h 152377"/>
                  <a:gd name="connsiteX8" fmla="*/ 69018 w 138932"/>
                  <a:gd name="connsiteY8" fmla="*/ 0 h 152377"/>
                  <a:gd name="connsiteX9" fmla="*/ 37646 w 138932"/>
                  <a:gd name="connsiteY9" fmla="*/ 17927 h 152377"/>
                  <a:gd name="connsiteX10" fmla="*/ 38543 w 138932"/>
                  <a:gd name="connsiteY10" fmla="*/ 38991 h 152377"/>
                  <a:gd name="connsiteX11" fmla="*/ 34957 w 138932"/>
                  <a:gd name="connsiteY11" fmla="*/ 47058 h 152377"/>
                  <a:gd name="connsiteX12" fmla="*/ 42128 w 138932"/>
                  <a:gd name="connsiteY12" fmla="*/ 56021 h 152377"/>
                  <a:gd name="connsiteX13" fmla="*/ 51988 w 138932"/>
                  <a:gd name="connsiteY13" fmla="*/ 73052 h 152377"/>
                  <a:gd name="connsiteX14" fmla="*/ 52436 w 138932"/>
                  <a:gd name="connsiteY14" fmla="*/ 78878 h 152377"/>
                  <a:gd name="connsiteX15" fmla="*/ 36750 w 138932"/>
                  <a:gd name="connsiteY15" fmla="*/ 95460 h 152377"/>
                  <a:gd name="connsiteX16" fmla="*/ 0 w 138932"/>
                  <a:gd name="connsiteY16" fmla="*/ 132658 h 152377"/>
                  <a:gd name="connsiteX17" fmla="*/ 0 w 138932"/>
                  <a:gd name="connsiteY17" fmla="*/ 135347 h 152377"/>
                  <a:gd name="connsiteX18" fmla="*/ 0 w 138932"/>
                  <a:gd name="connsiteY18" fmla="*/ 151482 h 152377"/>
                  <a:gd name="connsiteX19" fmla="*/ 2241 w 138932"/>
                  <a:gd name="connsiteY19" fmla="*/ 153722 h 152377"/>
                  <a:gd name="connsiteX20" fmla="*/ 2241 w 138932"/>
                  <a:gd name="connsiteY20" fmla="*/ 153722 h 152377"/>
                  <a:gd name="connsiteX21" fmla="*/ 4482 w 138932"/>
                  <a:gd name="connsiteY21" fmla="*/ 151482 h 152377"/>
                  <a:gd name="connsiteX22" fmla="*/ 4482 w 138932"/>
                  <a:gd name="connsiteY22" fmla="*/ 135347 h 152377"/>
                  <a:gd name="connsiteX23" fmla="*/ 4482 w 138932"/>
                  <a:gd name="connsiteY23" fmla="*/ 132658 h 152377"/>
                  <a:gd name="connsiteX24" fmla="*/ 36750 w 138932"/>
                  <a:gd name="connsiteY24" fmla="*/ 99494 h 152377"/>
                  <a:gd name="connsiteX25" fmla="*/ 56918 w 138932"/>
                  <a:gd name="connsiteY25" fmla="*/ 78430 h 152377"/>
                  <a:gd name="connsiteX26" fmla="*/ 56918 w 138932"/>
                  <a:gd name="connsiteY26" fmla="*/ 75741 h 152377"/>
                  <a:gd name="connsiteX27" fmla="*/ 69018 w 138932"/>
                  <a:gd name="connsiteY27" fmla="*/ 78430 h 152377"/>
                  <a:gd name="connsiteX28" fmla="*/ 73052 w 138932"/>
                  <a:gd name="connsiteY28" fmla="*/ 78430 h 152377"/>
                  <a:gd name="connsiteX29" fmla="*/ 82463 w 138932"/>
                  <a:gd name="connsiteY29" fmla="*/ 76637 h 152377"/>
                  <a:gd name="connsiteX30" fmla="*/ 82463 w 138932"/>
                  <a:gd name="connsiteY30" fmla="*/ 78430 h 152377"/>
                  <a:gd name="connsiteX31" fmla="*/ 102631 w 138932"/>
                  <a:gd name="connsiteY31" fmla="*/ 99494 h 152377"/>
                  <a:gd name="connsiteX32" fmla="*/ 134899 w 138932"/>
                  <a:gd name="connsiteY32" fmla="*/ 132658 h 152377"/>
                  <a:gd name="connsiteX33" fmla="*/ 134899 w 138932"/>
                  <a:gd name="connsiteY33" fmla="*/ 135347 h 152377"/>
                  <a:gd name="connsiteX34" fmla="*/ 134899 w 138932"/>
                  <a:gd name="connsiteY34" fmla="*/ 151482 h 152377"/>
                  <a:gd name="connsiteX35" fmla="*/ 137140 w 138932"/>
                  <a:gd name="connsiteY35" fmla="*/ 153722 h 152377"/>
                  <a:gd name="connsiteX36" fmla="*/ 137140 w 138932"/>
                  <a:gd name="connsiteY36" fmla="*/ 153722 h 152377"/>
                  <a:gd name="connsiteX37" fmla="*/ 139381 w 138932"/>
                  <a:gd name="connsiteY37" fmla="*/ 151482 h 152377"/>
                  <a:gd name="connsiteX38" fmla="*/ 139381 w 138932"/>
                  <a:gd name="connsiteY38" fmla="*/ 135347 h 152377"/>
                  <a:gd name="connsiteX39" fmla="*/ 138485 w 138932"/>
                  <a:gd name="connsiteY39" fmla="*/ 132658 h 152377"/>
                  <a:gd name="connsiteX40" fmla="*/ 100838 w 138932"/>
                  <a:gd name="connsiteY40" fmla="*/ 46161 h 152377"/>
                  <a:gd name="connsiteX41" fmla="*/ 99494 w 138932"/>
                  <a:gd name="connsiteY41" fmla="*/ 50195 h 152377"/>
                  <a:gd name="connsiteX42" fmla="*/ 99494 w 138932"/>
                  <a:gd name="connsiteY42" fmla="*/ 42576 h 152377"/>
                  <a:gd name="connsiteX43" fmla="*/ 99494 w 138932"/>
                  <a:gd name="connsiteY43" fmla="*/ 42576 h 152377"/>
                  <a:gd name="connsiteX44" fmla="*/ 100838 w 138932"/>
                  <a:gd name="connsiteY44" fmla="*/ 46161 h 152377"/>
                  <a:gd name="connsiteX45" fmla="*/ 41232 w 138932"/>
                  <a:gd name="connsiteY45" fmla="*/ 19271 h 152377"/>
                  <a:gd name="connsiteX46" fmla="*/ 68570 w 138932"/>
                  <a:gd name="connsiteY46" fmla="*/ 4033 h 152377"/>
                  <a:gd name="connsiteX47" fmla="*/ 95909 w 138932"/>
                  <a:gd name="connsiteY47" fmla="*/ 18823 h 152377"/>
                  <a:gd name="connsiteX48" fmla="*/ 98597 w 138932"/>
                  <a:gd name="connsiteY48" fmla="*/ 30476 h 152377"/>
                  <a:gd name="connsiteX49" fmla="*/ 95460 w 138932"/>
                  <a:gd name="connsiteY49" fmla="*/ 24201 h 152377"/>
                  <a:gd name="connsiteX50" fmla="*/ 93668 w 138932"/>
                  <a:gd name="connsiteY50" fmla="*/ 23305 h 152377"/>
                  <a:gd name="connsiteX51" fmla="*/ 64088 w 138932"/>
                  <a:gd name="connsiteY51" fmla="*/ 23305 h 152377"/>
                  <a:gd name="connsiteX52" fmla="*/ 61848 w 138932"/>
                  <a:gd name="connsiteY52" fmla="*/ 22409 h 152377"/>
                  <a:gd name="connsiteX53" fmla="*/ 60055 w 138932"/>
                  <a:gd name="connsiteY53" fmla="*/ 18375 h 152377"/>
                  <a:gd name="connsiteX54" fmla="*/ 59607 w 138932"/>
                  <a:gd name="connsiteY54" fmla="*/ 16582 h 152377"/>
                  <a:gd name="connsiteX55" fmla="*/ 57814 w 138932"/>
                  <a:gd name="connsiteY55" fmla="*/ 16134 h 152377"/>
                  <a:gd name="connsiteX56" fmla="*/ 40784 w 138932"/>
                  <a:gd name="connsiteY56" fmla="*/ 34061 h 152377"/>
                  <a:gd name="connsiteX57" fmla="*/ 40784 w 138932"/>
                  <a:gd name="connsiteY57" fmla="*/ 34061 h 152377"/>
                  <a:gd name="connsiteX58" fmla="*/ 41232 w 138932"/>
                  <a:gd name="connsiteY58" fmla="*/ 19271 h 152377"/>
                  <a:gd name="connsiteX59" fmla="*/ 38991 w 138932"/>
                  <a:gd name="connsiteY59" fmla="*/ 46161 h 152377"/>
                  <a:gd name="connsiteX60" fmla="*/ 40784 w 138932"/>
                  <a:gd name="connsiteY60" fmla="*/ 41680 h 152377"/>
                  <a:gd name="connsiteX61" fmla="*/ 41232 w 138932"/>
                  <a:gd name="connsiteY61" fmla="*/ 42128 h 152377"/>
                  <a:gd name="connsiteX62" fmla="*/ 41232 w 138932"/>
                  <a:gd name="connsiteY62" fmla="*/ 50195 h 152377"/>
                  <a:gd name="connsiteX63" fmla="*/ 38991 w 138932"/>
                  <a:gd name="connsiteY63" fmla="*/ 46161 h 152377"/>
                  <a:gd name="connsiteX64" fmla="*/ 68122 w 138932"/>
                  <a:gd name="connsiteY64" fmla="*/ 73948 h 152377"/>
                  <a:gd name="connsiteX65" fmla="*/ 45713 w 138932"/>
                  <a:gd name="connsiteY65" fmla="*/ 51540 h 152377"/>
                  <a:gd name="connsiteX66" fmla="*/ 45713 w 138932"/>
                  <a:gd name="connsiteY66" fmla="*/ 34061 h 152377"/>
                  <a:gd name="connsiteX67" fmla="*/ 56469 w 138932"/>
                  <a:gd name="connsiteY67" fmla="*/ 21064 h 152377"/>
                  <a:gd name="connsiteX68" fmla="*/ 59159 w 138932"/>
                  <a:gd name="connsiteY68" fmla="*/ 25546 h 152377"/>
                  <a:gd name="connsiteX69" fmla="*/ 64537 w 138932"/>
                  <a:gd name="connsiteY69" fmla="*/ 27787 h 152377"/>
                  <a:gd name="connsiteX70" fmla="*/ 92771 w 138932"/>
                  <a:gd name="connsiteY70" fmla="*/ 27787 h 152377"/>
                  <a:gd name="connsiteX71" fmla="*/ 95012 w 138932"/>
                  <a:gd name="connsiteY71" fmla="*/ 34061 h 152377"/>
                  <a:gd name="connsiteX72" fmla="*/ 95012 w 138932"/>
                  <a:gd name="connsiteY72" fmla="*/ 51540 h 152377"/>
                  <a:gd name="connsiteX73" fmla="*/ 72604 w 138932"/>
                  <a:gd name="connsiteY73" fmla="*/ 73948 h 152377"/>
                  <a:gd name="connsiteX74" fmla="*/ 68122 w 138932"/>
                  <a:gd name="connsiteY74" fmla="*/ 73948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38932" h="152377">
                    <a:moveTo>
                      <a:pt x="138485" y="132658"/>
                    </a:moveTo>
                    <a:cubicBezTo>
                      <a:pt x="138037" y="111594"/>
                      <a:pt x="121902" y="95460"/>
                      <a:pt x="101735" y="95460"/>
                    </a:cubicBezTo>
                    <a:cubicBezTo>
                      <a:pt x="92771" y="95460"/>
                      <a:pt x="86049" y="87841"/>
                      <a:pt x="86049" y="78878"/>
                    </a:cubicBezTo>
                    <a:cubicBezTo>
                      <a:pt x="86049" y="77981"/>
                      <a:pt x="86049" y="76637"/>
                      <a:pt x="86497" y="74844"/>
                    </a:cubicBezTo>
                    <a:cubicBezTo>
                      <a:pt x="93219" y="70811"/>
                      <a:pt x="98149" y="63640"/>
                      <a:pt x="99046" y="55573"/>
                    </a:cubicBezTo>
                    <a:cubicBezTo>
                      <a:pt x="102631" y="54677"/>
                      <a:pt x="105320" y="51091"/>
                      <a:pt x="105320" y="46610"/>
                    </a:cubicBezTo>
                    <a:cubicBezTo>
                      <a:pt x="105320" y="43024"/>
                      <a:pt x="103976" y="40335"/>
                      <a:pt x="101735" y="38543"/>
                    </a:cubicBezTo>
                    <a:cubicBezTo>
                      <a:pt x="104424" y="31372"/>
                      <a:pt x="103976" y="23753"/>
                      <a:pt x="100390" y="17030"/>
                    </a:cubicBezTo>
                    <a:cubicBezTo>
                      <a:pt x="94564" y="6274"/>
                      <a:pt x="82463" y="0"/>
                      <a:pt x="69018" y="0"/>
                    </a:cubicBezTo>
                    <a:cubicBezTo>
                      <a:pt x="55125" y="0"/>
                      <a:pt x="42576" y="7171"/>
                      <a:pt x="37646" y="17927"/>
                    </a:cubicBezTo>
                    <a:cubicBezTo>
                      <a:pt x="34509" y="24649"/>
                      <a:pt x="34957" y="32268"/>
                      <a:pt x="38543" y="38991"/>
                    </a:cubicBezTo>
                    <a:cubicBezTo>
                      <a:pt x="36302" y="40335"/>
                      <a:pt x="34957" y="43473"/>
                      <a:pt x="34957" y="47058"/>
                    </a:cubicBezTo>
                    <a:cubicBezTo>
                      <a:pt x="34957" y="51988"/>
                      <a:pt x="38094" y="56021"/>
                      <a:pt x="42128" y="56021"/>
                    </a:cubicBezTo>
                    <a:cubicBezTo>
                      <a:pt x="43024" y="62744"/>
                      <a:pt x="46610" y="69018"/>
                      <a:pt x="51988" y="73052"/>
                    </a:cubicBezTo>
                    <a:cubicBezTo>
                      <a:pt x="52436" y="74844"/>
                      <a:pt x="52436" y="77533"/>
                      <a:pt x="52436" y="78878"/>
                    </a:cubicBezTo>
                    <a:cubicBezTo>
                      <a:pt x="52436" y="88290"/>
                      <a:pt x="45265" y="95460"/>
                      <a:pt x="36750" y="95460"/>
                    </a:cubicBezTo>
                    <a:cubicBezTo>
                      <a:pt x="16582" y="95460"/>
                      <a:pt x="448" y="112043"/>
                      <a:pt x="0" y="132658"/>
                    </a:cubicBezTo>
                    <a:lnTo>
                      <a:pt x="0" y="135347"/>
                    </a:lnTo>
                    <a:cubicBezTo>
                      <a:pt x="0" y="140725"/>
                      <a:pt x="0" y="146552"/>
                      <a:pt x="0" y="151482"/>
                    </a:cubicBezTo>
                    <a:cubicBezTo>
                      <a:pt x="0" y="152826"/>
                      <a:pt x="896" y="153722"/>
                      <a:pt x="2241" y="153722"/>
                    </a:cubicBezTo>
                    <a:cubicBezTo>
                      <a:pt x="2241" y="153722"/>
                      <a:pt x="2241" y="153722"/>
                      <a:pt x="2241" y="153722"/>
                    </a:cubicBezTo>
                    <a:cubicBezTo>
                      <a:pt x="3585" y="153722"/>
                      <a:pt x="4482" y="152826"/>
                      <a:pt x="4482" y="151482"/>
                    </a:cubicBezTo>
                    <a:cubicBezTo>
                      <a:pt x="4482" y="146552"/>
                      <a:pt x="4482" y="140725"/>
                      <a:pt x="4482" y="135347"/>
                    </a:cubicBezTo>
                    <a:lnTo>
                      <a:pt x="4482" y="132658"/>
                    </a:lnTo>
                    <a:cubicBezTo>
                      <a:pt x="4930" y="114283"/>
                      <a:pt x="19271" y="99494"/>
                      <a:pt x="36750" y="99494"/>
                    </a:cubicBezTo>
                    <a:cubicBezTo>
                      <a:pt x="47954" y="99494"/>
                      <a:pt x="56918" y="90082"/>
                      <a:pt x="56918" y="78430"/>
                    </a:cubicBezTo>
                    <a:cubicBezTo>
                      <a:pt x="56918" y="77981"/>
                      <a:pt x="56918" y="76637"/>
                      <a:pt x="56918" y="75741"/>
                    </a:cubicBezTo>
                    <a:cubicBezTo>
                      <a:pt x="60503" y="77533"/>
                      <a:pt x="64537" y="78430"/>
                      <a:pt x="69018" y="78430"/>
                    </a:cubicBezTo>
                    <a:lnTo>
                      <a:pt x="73052" y="78430"/>
                    </a:lnTo>
                    <a:cubicBezTo>
                      <a:pt x="76189" y="78430"/>
                      <a:pt x="79326" y="77981"/>
                      <a:pt x="82463" y="76637"/>
                    </a:cubicBezTo>
                    <a:cubicBezTo>
                      <a:pt x="82463" y="77085"/>
                      <a:pt x="82463" y="77981"/>
                      <a:pt x="82463" y="78430"/>
                    </a:cubicBezTo>
                    <a:cubicBezTo>
                      <a:pt x="82463" y="90082"/>
                      <a:pt x="91427" y="99494"/>
                      <a:pt x="102631" y="99494"/>
                    </a:cubicBezTo>
                    <a:cubicBezTo>
                      <a:pt x="120110" y="99494"/>
                      <a:pt x="134451" y="113835"/>
                      <a:pt x="134899" y="132658"/>
                    </a:cubicBezTo>
                    <a:lnTo>
                      <a:pt x="134899" y="135347"/>
                    </a:lnTo>
                    <a:cubicBezTo>
                      <a:pt x="134899" y="140725"/>
                      <a:pt x="134899" y="146552"/>
                      <a:pt x="134899" y="151482"/>
                    </a:cubicBezTo>
                    <a:cubicBezTo>
                      <a:pt x="134899" y="152826"/>
                      <a:pt x="135796" y="153722"/>
                      <a:pt x="137140" y="153722"/>
                    </a:cubicBezTo>
                    <a:cubicBezTo>
                      <a:pt x="137140" y="153722"/>
                      <a:pt x="137140" y="153722"/>
                      <a:pt x="137140" y="153722"/>
                    </a:cubicBezTo>
                    <a:cubicBezTo>
                      <a:pt x="138485" y="153722"/>
                      <a:pt x="139381" y="152826"/>
                      <a:pt x="139381" y="151482"/>
                    </a:cubicBezTo>
                    <a:cubicBezTo>
                      <a:pt x="139381" y="146103"/>
                      <a:pt x="139381" y="140277"/>
                      <a:pt x="139381" y="135347"/>
                    </a:cubicBezTo>
                    <a:lnTo>
                      <a:pt x="138485" y="132658"/>
                    </a:lnTo>
                    <a:close/>
                    <a:moveTo>
                      <a:pt x="100838" y="46161"/>
                    </a:moveTo>
                    <a:cubicBezTo>
                      <a:pt x="100838" y="47954"/>
                      <a:pt x="100390" y="49299"/>
                      <a:pt x="99494" y="50195"/>
                    </a:cubicBezTo>
                    <a:lnTo>
                      <a:pt x="99494" y="42576"/>
                    </a:lnTo>
                    <a:cubicBezTo>
                      <a:pt x="99494" y="42576"/>
                      <a:pt x="99494" y="42576"/>
                      <a:pt x="99494" y="42576"/>
                    </a:cubicBezTo>
                    <a:cubicBezTo>
                      <a:pt x="99942" y="43473"/>
                      <a:pt x="100838" y="44817"/>
                      <a:pt x="100838" y="46161"/>
                    </a:cubicBezTo>
                    <a:close/>
                    <a:moveTo>
                      <a:pt x="41232" y="19271"/>
                    </a:moveTo>
                    <a:cubicBezTo>
                      <a:pt x="45265" y="10308"/>
                      <a:pt x="56469" y="4033"/>
                      <a:pt x="68570" y="4033"/>
                    </a:cubicBezTo>
                    <a:cubicBezTo>
                      <a:pt x="80671" y="4033"/>
                      <a:pt x="90979" y="9860"/>
                      <a:pt x="95909" y="18823"/>
                    </a:cubicBezTo>
                    <a:cubicBezTo>
                      <a:pt x="98149" y="22409"/>
                      <a:pt x="98597" y="26442"/>
                      <a:pt x="98597" y="30476"/>
                    </a:cubicBezTo>
                    <a:cubicBezTo>
                      <a:pt x="97701" y="28235"/>
                      <a:pt x="96805" y="25994"/>
                      <a:pt x="95460" y="24201"/>
                    </a:cubicBezTo>
                    <a:cubicBezTo>
                      <a:pt x="95012" y="23753"/>
                      <a:pt x="94564" y="23305"/>
                      <a:pt x="93668" y="23305"/>
                    </a:cubicBezTo>
                    <a:lnTo>
                      <a:pt x="64088" y="23305"/>
                    </a:lnTo>
                    <a:cubicBezTo>
                      <a:pt x="63192" y="23305"/>
                      <a:pt x="62296" y="22857"/>
                      <a:pt x="61848" y="22409"/>
                    </a:cubicBezTo>
                    <a:cubicBezTo>
                      <a:pt x="60951" y="21512"/>
                      <a:pt x="60055" y="19719"/>
                      <a:pt x="60055" y="18375"/>
                    </a:cubicBezTo>
                    <a:cubicBezTo>
                      <a:pt x="60055" y="17927"/>
                      <a:pt x="60055" y="17030"/>
                      <a:pt x="59607" y="16582"/>
                    </a:cubicBezTo>
                    <a:cubicBezTo>
                      <a:pt x="59159" y="16134"/>
                      <a:pt x="58710" y="16134"/>
                      <a:pt x="57814" y="16134"/>
                    </a:cubicBezTo>
                    <a:cubicBezTo>
                      <a:pt x="51988" y="16134"/>
                      <a:pt x="40784" y="20168"/>
                      <a:pt x="40784" y="34061"/>
                    </a:cubicBezTo>
                    <a:lnTo>
                      <a:pt x="40784" y="34061"/>
                    </a:lnTo>
                    <a:cubicBezTo>
                      <a:pt x="38991" y="29131"/>
                      <a:pt x="38991" y="24201"/>
                      <a:pt x="41232" y="19271"/>
                    </a:cubicBezTo>
                    <a:close/>
                    <a:moveTo>
                      <a:pt x="38991" y="46161"/>
                    </a:moveTo>
                    <a:cubicBezTo>
                      <a:pt x="38991" y="44369"/>
                      <a:pt x="39887" y="42576"/>
                      <a:pt x="40784" y="41680"/>
                    </a:cubicBezTo>
                    <a:cubicBezTo>
                      <a:pt x="40784" y="41680"/>
                      <a:pt x="41232" y="42128"/>
                      <a:pt x="41232" y="42128"/>
                    </a:cubicBezTo>
                    <a:lnTo>
                      <a:pt x="41232" y="50195"/>
                    </a:lnTo>
                    <a:cubicBezTo>
                      <a:pt x="39887" y="50195"/>
                      <a:pt x="38991" y="48850"/>
                      <a:pt x="38991" y="46161"/>
                    </a:cubicBezTo>
                    <a:close/>
                    <a:moveTo>
                      <a:pt x="68122" y="73948"/>
                    </a:moveTo>
                    <a:cubicBezTo>
                      <a:pt x="55573" y="73948"/>
                      <a:pt x="45713" y="63640"/>
                      <a:pt x="45713" y="51540"/>
                    </a:cubicBezTo>
                    <a:lnTo>
                      <a:pt x="45713" y="34061"/>
                    </a:lnTo>
                    <a:cubicBezTo>
                      <a:pt x="45713" y="24201"/>
                      <a:pt x="52884" y="21512"/>
                      <a:pt x="56469" y="21064"/>
                    </a:cubicBezTo>
                    <a:cubicBezTo>
                      <a:pt x="56918" y="22857"/>
                      <a:pt x="57814" y="24201"/>
                      <a:pt x="59159" y="25546"/>
                    </a:cubicBezTo>
                    <a:cubicBezTo>
                      <a:pt x="60503" y="26890"/>
                      <a:pt x="62744" y="27787"/>
                      <a:pt x="64537" y="27787"/>
                    </a:cubicBezTo>
                    <a:lnTo>
                      <a:pt x="92771" y="27787"/>
                    </a:lnTo>
                    <a:cubicBezTo>
                      <a:pt x="94116" y="30027"/>
                      <a:pt x="95012" y="31820"/>
                      <a:pt x="95012" y="34061"/>
                    </a:cubicBezTo>
                    <a:lnTo>
                      <a:pt x="95012" y="51540"/>
                    </a:lnTo>
                    <a:cubicBezTo>
                      <a:pt x="95012" y="64088"/>
                      <a:pt x="84704" y="73948"/>
                      <a:pt x="72604" y="73948"/>
                    </a:cubicBezTo>
                    <a:lnTo>
                      <a:pt x="68122" y="73948"/>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509" name="Group 2550">
                <a:extLst>
                  <a:ext uri="{FF2B5EF4-FFF2-40B4-BE49-F238E27FC236}">
                    <a16:creationId xmlns:a16="http://schemas.microsoft.com/office/drawing/2014/main" id="{C9E47E83-C44D-00DC-200B-072D973CBE58}"/>
                  </a:ext>
                  <a:ext uri="{C183D7F6-B498-43B3-948B-1728B52AA6E4}">
                    <adec:decorative xmlns:adec="http://schemas.microsoft.com/office/drawing/2017/decorative" val="1"/>
                  </a:ext>
                </a:extLst>
              </p:cNvPr>
              <p:cNvGrpSpPr>
                <a:grpSpLocks noChangeAspect="1"/>
              </p:cNvGrpSpPr>
              <p:nvPr/>
            </p:nvGrpSpPr>
            <p:grpSpPr>
              <a:xfrm>
                <a:off x="11169725" y="5566641"/>
                <a:ext cx="103079" cy="146103"/>
                <a:chOff x="11226225" y="3510950"/>
                <a:chExt cx="103079" cy="146103"/>
              </a:xfrm>
            </p:grpSpPr>
            <p:sp>
              <p:nvSpPr>
                <p:cNvPr id="1510" name="Freeform: Shape 2882">
                  <a:extLst>
                    <a:ext uri="{FF2B5EF4-FFF2-40B4-BE49-F238E27FC236}">
                      <a16:creationId xmlns:a16="http://schemas.microsoft.com/office/drawing/2014/main" id="{0D0D4DBD-3A02-1873-6EFD-1E5B4B95E2D7}"/>
                    </a:ext>
                  </a:extLst>
                </p:cNvPr>
                <p:cNvSpPr/>
                <p:nvPr/>
              </p:nvSpPr>
              <p:spPr>
                <a:xfrm>
                  <a:off x="11255356" y="3510950"/>
                  <a:ext cx="67226" cy="67226"/>
                </a:xfrm>
                <a:custGeom>
                  <a:avLst/>
                  <a:gdLst>
                    <a:gd name="connsiteX0" fmla="*/ 33613 w 67225"/>
                    <a:gd name="connsiteY0" fmla="*/ 67226 h 67225"/>
                    <a:gd name="connsiteX1" fmla="*/ 0 w 67225"/>
                    <a:gd name="connsiteY1" fmla="*/ 33613 h 67225"/>
                    <a:gd name="connsiteX2" fmla="*/ 33613 w 67225"/>
                    <a:gd name="connsiteY2" fmla="*/ 0 h 67225"/>
                    <a:gd name="connsiteX3" fmla="*/ 67226 w 67225"/>
                    <a:gd name="connsiteY3" fmla="*/ 33613 h 67225"/>
                    <a:gd name="connsiteX4" fmla="*/ 33613 w 67225"/>
                    <a:gd name="connsiteY4" fmla="*/ 67226 h 67225"/>
                    <a:gd name="connsiteX5" fmla="*/ 33613 w 67225"/>
                    <a:gd name="connsiteY5" fmla="*/ 4482 h 67225"/>
                    <a:gd name="connsiteX6" fmla="*/ 4482 w 67225"/>
                    <a:gd name="connsiteY6" fmla="*/ 33613 h 67225"/>
                    <a:gd name="connsiteX7" fmla="*/ 33613 w 67225"/>
                    <a:gd name="connsiteY7" fmla="*/ 62744 h 67225"/>
                    <a:gd name="connsiteX8" fmla="*/ 62744 w 67225"/>
                    <a:gd name="connsiteY8" fmla="*/ 33613 h 67225"/>
                    <a:gd name="connsiteX9" fmla="*/ 33613 w 67225"/>
                    <a:gd name="connsiteY9" fmla="*/ 4482 h 6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5" h="67225">
                      <a:moveTo>
                        <a:pt x="33613" y="67226"/>
                      </a:moveTo>
                      <a:cubicBezTo>
                        <a:pt x="15238" y="67226"/>
                        <a:pt x="0" y="51988"/>
                        <a:pt x="0" y="33613"/>
                      </a:cubicBezTo>
                      <a:cubicBezTo>
                        <a:pt x="0" y="15238"/>
                        <a:pt x="15238" y="0"/>
                        <a:pt x="33613" y="0"/>
                      </a:cubicBezTo>
                      <a:cubicBezTo>
                        <a:pt x="51988" y="0"/>
                        <a:pt x="67226" y="15238"/>
                        <a:pt x="67226" y="33613"/>
                      </a:cubicBezTo>
                      <a:cubicBezTo>
                        <a:pt x="67226" y="51988"/>
                        <a:pt x="51988" y="67226"/>
                        <a:pt x="33613" y="67226"/>
                      </a:cubicBezTo>
                      <a:close/>
                      <a:moveTo>
                        <a:pt x="33613" y="4482"/>
                      </a:moveTo>
                      <a:cubicBezTo>
                        <a:pt x="17479" y="4482"/>
                        <a:pt x="4482" y="17479"/>
                        <a:pt x="4482" y="33613"/>
                      </a:cubicBezTo>
                      <a:cubicBezTo>
                        <a:pt x="4482" y="49747"/>
                        <a:pt x="17479" y="62744"/>
                        <a:pt x="33613" y="62744"/>
                      </a:cubicBezTo>
                      <a:cubicBezTo>
                        <a:pt x="49747" y="62744"/>
                        <a:pt x="62744" y="49747"/>
                        <a:pt x="62744" y="33613"/>
                      </a:cubicBezTo>
                      <a:cubicBezTo>
                        <a:pt x="62744" y="17479"/>
                        <a:pt x="49299" y="4482"/>
                        <a:pt x="3361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11" name="Freeform: Shape 2883">
                  <a:extLst>
                    <a:ext uri="{FF2B5EF4-FFF2-40B4-BE49-F238E27FC236}">
                      <a16:creationId xmlns:a16="http://schemas.microsoft.com/office/drawing/2014/main" id="{340F962F-F30F-2325-3F9C-727BA364399F}"/>
                    </a:ext>
                  </a:extLst>
                </p:cNvPr>
                <p:cNvSpPr/>
                <p:nvPr/>
              </p:nvSpPr>
              <p:spPr>
                <a:xfrm>
                  <a:off x="11226225" y="3585346"/>
                  <a:ext cx="103079" cy="71707"/>
                </a:xfrm>
                <a:custGeom>
                  <a:avLst/>
                  <a:gdLst>
                    <a:gd name="connsiteX0" fmla="*/ 82911 w 103079"/>
                    <a:gd name="connsiteY0" fmla="*/ 73948 h 71707"/>
                    <a:gd name="connsiteX1" fmla="*/ 13893 w 103079"/>
                    <a:gd name="connsiteY1" fmla="*/ 73948 h 71707"/>
                    <a:gd name="connsiteX2" fmla="*/ 0 w 103079"/>
                    <a:gd name="connsiteY2" fmla="*/ 60055 h 71707"/>
                    <a:gd name="connsiteX3" fmla="*/ 0 w 103079"/>
                    <a:gd name="connsiteY3" fmla="*/ 40335 h 71707"/>
                    <a:gd name="connsiteX4" fmla="*/ 40335 w 103079"/>
                    <a:gd name="connsiteY4" fmla="*/ 0 h 71707"/>
                    <a:gd name="connsiteX5" fmla="*/ 85152 w 103079"/>
                    <a:gd name="connsiteY5" fmla="*/ 0 h 71707"/>
                    <a:gd name="connsiteX6" fmla="*/ 105320 w 103079"/>
                    <a:gd name="connsiteY6" fmla="*/ 5378 h 71707"/>
                    <a:gd name="connsiteX7" fmla="*/ 106217 w 103079"/>
                    <a:gd name="connsiteY7" fmla="*/ 8515 h 71707"/>
                    <a:gd name="connsiteX8" fmla="*/ 103079 w 103079"/>
                    <a:gd name="connsiteY8" fmla="*/ 9412 h 71707"/>
                    <a:gd name="connsiteX9" fmla="*/ 85152 w 103079"/>
                    <a:gd name="connsiteY9" fmla="*/ 4482 h 71707"/>
                    <a:gd name="connsiteX10" fmla="*/ 40335 w 103079"/>
                    <a:gd name="connsiteY10" fmla="*/ 4482 h 71707"/>
                    <a:gd name="connsiteX11" fmla="*/ 4482 w 103079"/>
                    <a:gd name="connsiteY11" fmla="*/ 40335 h 71707"/>
                    <a:gd name="connsiteX12" fmla="*/ 4482 w 103079"/>
                    <a:gd name="connsiteY12" fmla="*/ 60055 h 71707"/>
                    <a:gd name="connsiteX13" fmla="*/ 13893 w 103079"/>
                    <a:gd name="connsiteY13" fmla="*/ 69466 h 71707"/>
                    <a:gd name="connsiteX14" fmla="*/ 82911 w 103079"/>
                    <a:gd name="connsiteY14" fmla="*/ 69466 h 71707"/>
                    <a:gd name="connsiteX15" fmla="*/ 85152 w 103079"/>
                    <a:gd name="connsiteY15" fmla="*/ 71707 h 71707"/>
                    <a:gd name="connsiteX16" fmla="*/ 82911 w 103079"/>
                    <a:gd name="connsiteY16" fmla="*/ 73948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079" h="71707">
                      <a:moveTo>
                        <a:pt x="82911" y="73948"/>
                      </a:moveTo>
                      <a:lnTo>
                        <a:pt x="13893" y="73948"/>
                      </a:lnTo>
                      <a:cubicBezTo>
                        <a:pt x="6274" y="73948"/>
                        <a:pt x="0" y="67674"/>
                        <a:pt x="0" y="60055"/>
                      </a:cubicBezTo>
                      <a:lnTo>
                        <a:pt x="0" y="40335"/>
                      </a:lnTo>
                      <a:cubicBezTo>
                        <a:pt x="0" y="18375"/>
                        <a:pt x="17927" y="0"/>
                        <a:pt x="40335" y="0"/>
                      </a:cubicBezTo>
                      <a:lnTo>
                        <a:pt x="85152" y="0"/>
                      </a:lnTo>
                      <a:cubicBezTo>
                        <a:pt x="91875" y="0"/>
                        <a:pt x="99046" y="1793"/>
                        <a:pt x="105320" y="5378"/>
                      </a:cubicBezTo>
                      <a:cubicBezTo>
                        <a:pt x="106217" y="5826"/>
                        <a:pt x="106665" y="7171"/>
                        <a:pt x="106217" y="8515"/>
                      </a:cubicBezTo>
                      <a:cubicBezTo>
                        <a:pt x="105768" y="9860"/>
                        <a:pt x="104424" y="9860"/>
                        <a:pt x="103079" y="9412"/>
                      </a:cubicBezTo>
                      <a:cubicBezTo>
                        <a:pt x="97253" y="6274"/>
                        <a:pt x="91427" y="4482"/>
                        <a:pt x="85152" y="4482"/>
                      </a:cubicBezTo>
                      <a:lnTo>
                        <a:pt x="40335" y="4482"/>
                      </a:lnTo>
                      <a:cubicBezTo>
                        <a:pt x="20616" y="4482"/>
                        <a:pt x="4482" y="20616"/>
                        <a:pt x="4482" y="40335"/>
                      </a:cubicBezTo>
                      <a:lnTo>
                        <a:pt x="4482" y="60055"/>
                      </a:lnTo>
                      <a:cubicBezTo>
                        <a:pt x="4482" y="64985"/>
                        <a:pt x="8515" y="69466"/>
                        <a:pt x="13893" y="69466"/>
                      </a:cubicBezTo>
                      <a:lnTo>
                        <a:pt x="82911" y="69466"/>
                      </a:lnTo>
                      <a:cubicBezTo>
                        <a:pt x="84256" y="69466"/>
                        <a:pt x="85152" y="70363"/>
                        <a:pt x="85152" y="71707"/>
                      </a:cubicBezTo>
                      <a:cubicBezTo>
                        <a:pt x="85152" y="73052"/>
                        <a:pt x="83808" y="73948"/>
                        <a:pt x="82911" y="7394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12" name="Group 2563">
                <a:extLst>
                  <a:ext uri="{FF2B5EF4-FFF2-40B4-BE49-F238E27FC236}">
                    <a16:creationId xmlns:a16="http://schemas.microsoft.com/office/drawing/2014/main" id="{FD4632A4-1F93-3C22-B0FA-26EBB33C01C3}"/>
                  </a:ext>
                  <a:ext uri="{C183D7F6-B498-43B3-948B-1728B52AA6E4}">
                    <adec:decorative xmlns:adec="http://schemas.microsoft.com/office/drawing/2017/decorative" val="1"/>
                  </a:ext>
                </a:extLst>
              </p:cNvPr>
              <p:cNvGrpSpPr>
                <a:grpSpLocks noChangeAspect="1"/>
              </p:cNvGrpSpPr>
              <p:nvPr/>
            </p:nvGrpSpPr>
            <p:grpSpPr>
              <a:xfrm>
                <a:off x="11417116" y="5563056"/>
                <a:ext cx="151929" cy="148792"/>
                <a:chOff x="11473616" y="3507365"/>
                <a:chExt cx="151929" cy="148792"/>
              </a:xfrm>
            </p:grpSpPr>
            <p:sp>
              <p:nvSpPr>
                <p:cNvPr id="1513" name="Freeform: Shape 2851">
                  <a:extLst>
                    <a:ext uri="{FF2B5EF4-FFF2-40B4-BE49-F238E27FC236}">
                      <a16:creationId xmlns:a16="http://schemas.microsoft.com/office/drawing/2014/main" id="{356211ED-3DD8-0145-EF00-C828CCC83C17}"/>
                    </a:ext>
                  </a:extLst>
                </p:cNvPr>
                <p:cNvSpPr/>
                <p:nvPr/>
              </p:nvSpPr>
              <p:spPr>
                <a:xfrm>
                  <a:off x="11499609" y="3527084"/>
                  <a:ext cx="58262" cy="58262"/>
                </a:xfrm>
                <a:custGeom>
                  <a:avLst/>
                  <a:gdLst>
                    <a:gd name="connsiteX0" fmla="*/ 30028 w 58262"/>
                    <a:gd name="connsiteY0" fmla="*/ 60055 h 58262"/>
                    <a:gd name="connsiteX1" fmla="*/ 0 w 58262"/>
                    <a:gd name="connsiteY1" fmla="*/ 30027 h 58262"/>
                    <a:gd name="connsiteX2" fmla="*/ 30028 w 58262"/>
                    <a:gd name="connsiteY2" fmla="*/ 0 h 58262"/>
                    <a:gd name="connsiteX3" fmla="*/ 60055 w 58262"/>
                    <a:gd name="connsiteY3" fmla="*/ 30027 h 58262"/>
                    <a:gd name="connsiteX4" fmla="*/ 30028 w 58262"/>
                    <a:gd name="connsiteY4" fmla="*/ 60055 h 58262"/>
                    <a:gd name="connsiteX5" fmla="*/ 30028 w 58262"/>
                    <a:gd name="connsiteY5" fmla="*/ 4482 h 58262"/>
                    <a:gd name="connsiteX6" fmla="*/ 4482 w 58262"/>
                    <a:gd name="connsiteY6" fmla="*/ 30027 h 58262"/>
                    <a:gd name="connsiteX7" fmla="*/ 30028 w 58262"/>
                    <a:gd name="connsiteY7" fmla="*/ 55573 h 58262"/>
                    <a:gd name="connsiteX8" fmla="*/ 55573 w 58262"/>
                    <a:gd name="connsiteY8" fmla="*/ 30027 h 58262"/>
                    <a:gd name="connsiteX9" fmla="*/ 30028 w 58262"/>
                    <a:gd name="connsiteY9" fmla="*/ 4482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62" h="58262">
                      <a:moveTo>
                        <a:pt x="30028" y="60055"/>
                      </a:moveTo>
                      <a:cubicBezTo>
                        <a:pt x="13445" y="60055"/>
                        <a:pt x="0" y="46610"/>
                        <a:pt x="0" y="30027"/>
                      </a:cubicBezTo>
                      <a:cubicBezTo>
                        <a:pt x="0" y="13445"/>
                        <a:pt x="13445" y="0"/>
                        <a:pt x="30028" y="0"/>
                      </a:cubicBezTo>
                      <a:cubicBezTo>
                        <a:pt x="46610" y="0"/>
                        <a:pt x="60055" y="13445"/>
                        <a:pt x="60055" y="30027"/>
                      </a:cubicBezTo>
                      <a:cubicBezTo>
                        <a:pt x="60055" y="46610"/>
                        <a:pt x="46610" y="60055"/>
                        <a:pt x="30028" y="60055"/>
                      </a:cubicBezTo>
                      <a:close/>
                      <a:moveTo>
                        <a:pt x="30028" y="4482"/>
                      </a:moveTo>
                      <a:cubicBezTo>
                        <a:pt x="15686" y="4482"/>
                        <a:pt x="4482" y="16134"/>
                        <a:pt x="4482" y="30027"/>
                      </a:cubicBezTo>
                      <a:cubicBezTo>
                        <a:pt x="4482" y="44369"/>
                        <a:pt x="16134" y="55573"/>
                        <a:pt x="30028" y="55573"/>
                      </a:cubicBezTo>
                      <a:cubicBezTo>
                        <a:pt x="44369" y="55573"/>
                        <a:pt x="55573" y="43921"/>
                        <a:pt x="55573" y="30027"/>
                      </a:cubicBezTo>
                      <a:cubicBezTo>
                        <a:pt x="55573" y="15686"/>
                        <a:pt x="43921" y="4482"/>
                        <a:pt x="30028"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14" name="Freeform: Shape 2852">
                  <a:extLst>
                    <a:ext uri="{FF2B5EF4-FFF2-40B4-BE49-F238E27FC236}">
                      <a16:creationId xmlns:a16="http://schemas.microsoft.com/office/drawing/2014/main" id="{822CBF8D-FDF8-C56C-3A56-2FC93C932C44}"/>
                    </a:ext>
                  </a:extLst>
                </p:cNvPr>
                <p:cNvSpPr/>
                <p:nvPr/>
              </p:nvSpPr>
              <p:spPr>
                <a:xfrm>
                  <a:off x="11473616" y="3593413"/>
                  <a:ext cx="107561" cy="62744"/>
                </a:xfrm>
                <a:custGeom>
                  <a:avLst/>
                  <a:gdLst>
                    <a:gd name="connsiteX0" fmla="*/ 99494 w 107560"/>
                    <a:gd name="connsiteY0" fmla="*/ 65881 h 62743"/>
                    <a:gd name="connsiteX1" fmla="*/ 12548 w 107560"/>
                    <a:gd name="connsiteY1" fmla="*/ 65881 h 62743"/>
                    <a:gd name="connsiteX2" fmla="*/ 0 w 107560"/>
                    <a:gd name="connsiteY2" fmla="*/ 53332 h 62743"/>
                    <a:gd name="connsiteX3" fmla="*/ 0 w 107560"/>
                    <a:gd name="connsiteY3" fmla="*/ 35854 h 62743"/>
                    <a:gd name="connsiteX4" fmla="*/ 35854 w 107560"/>
                    <a:gd name="connsiteY4" fmla="*/ 0 h 62743"/>
                    <a:gd name="connsiteX5" fmla="*/ 75740 w 107560"/>
                    <a:gd name="connsiteY5" fmla="*/ 0 h 62743"/>
                    <a:gd name="connsiteX6" fmla="*/ 111594 w 107560"/>
                    <a:gd name="connsiteY6" fmla="*/ 35854 h 62743"/>
                    <a:gd name="connsiteX7" fmla="*/ 111594 w 107560"/>
                    <a:gd name="connsiteY7" fmla="*/ 53332 h 62743"/>
                    <a:gd name="connsiteX8" fmla="*/ 99494 w 107560"/>
                    <a:gd name="connsiteY8" fmla="*/ 65881 h 62743"/>
                    <a:gd name="connsiteX9" fmla="*/ 35854 w 107560"/>
                    <a:gd name="connsiteY9" fmla="*/ 4482 h 62743"/>
                    <a:gd name="connsiteX10" fmla="*/ 4482 w 107560"/>
                    <a:gd name="connsiteY10" fmla="*/ 35854 h 62743"/>
                    <a:gd name="connsiteX11" fmla="*/ 4482 w 107560"/>
                    <a:gd name="connsiteY11" fmla="*/ 53332 h 62743"/>
                    <a:gd name="connsiteX12" fmla="*/ 12548 w 107560"/>
                    <a:gd name="connsiteY12" fmla="*/ 61399 h 62743"/>
                    <a:gd name="connsiteX13" fmla="*/ 99494 w 107560"/>
                    <a:gd name="connsiteY13" fmla="*/ 61399 h 62743"/>
                    <a:gd name="connsiteX14" fmla="*/ 107561 w 107560"/>
                    <a:gd name="connsiteY14" fmla="*/ 53332 h 62743"/>
                    <a:gd name="connsiteX15" fmla="*/ 107561 w 107560"/>
                    <a:gd name="connsiteY15" fmla="*/ 35854 h 62743"/>
                    <a:gd name="connsiteX16" fmla="*/ 76189 w 107560"/>
                    <a:gd name="connsiteY16" fmla="*/ 4482 h 62743"/>
                    <a:gd name="connsiteX17" fmla="*/ 35854 w 107560"/>
                    <a:gd name="connsiteY17" fmla="*/ 4482 h 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560" h="62743">
                      <a:moveTo>
                        <a:pt x="99494" y="65881"/>
                      </a:moveTo>
                      <a:lnTo>
                        <a:pt x="12548" y="65881"/>
                      </a:lnTo>
                      <a:cubicBezTo>
                        <a:pt x="5826" y="65881"/>
                        <a:pt x="0" y="60503"/>
                        <a:pt x="0" y="53332"/>
                      </a:cubicBezTo>
                      <a:lnTo>
                        <a:pt x="0" y="35854"/>
                      </a:lnTo>
                      <a:cubicBezTo>
                        <a:pt x="0" y="16134"/>
                        <a:pt x="16134" y="0"/>
                        <a:pt x="35854" y="0"/>
                      </a:cubicBezTo>
                      <a:lnTo>
                        <a:pt x="75740" y="0"/>
                      </a:lnTo>
                      <a:cubicBezTo>
                        <a:pt x="95460" y="0"/>
                        <a:pt x="111594" y="16134"/>
                        <a:pt x="111594" y="35854"/>
                      </a:cubicBezTo>
                      <a:lnTo>
                        <a:pt x="111594" y="53332"/>
                      </a:lnTo>
                      <a:cubicBezTo>
                        <a:pt x="112043" y="60055"/>
                        <a:pt x="106216" y="65881"/>
                        <a:pt x="99494" y="65881"/>
                      </a:cubicBezTo>
                      <a:close/>
                      <a:moveTo>
                        <a:pt x="35854" y="4482"/>
                      </a:moveTo>
                      <a:cubicBezTo>
                        <a:pt x="18375" y="4482"/>
                        <a:pt x="4482" y="18823"/>
                        <a:pt x="4482" y="35854"/>
                      </a:cubicBezTo>
                      <a:lnTo>
                        <a:pt x="4482" y="53332"/>
                      </a:lnTo>
                      <a:cubicBezTo>
                        <a:pt x="4482" y="57814"/>
                        <a:pt x="8067" y="61399"/>
                        <a:pt x="12548" y="61399"/>
                      </a:cubicBezTo>
                      <a:lnTo>
                        <a:pt x="99494" y="61399"/>
                      </a:lnTo>
                      <a:cubicBezTo>
                        <a:pt x="103975" y="61399"/>
                        <a:pt x="107561" y="57814"/>
                        <a:pt x="107561" y="53332"/>
                      </a:cubicBezTo>
                      <a:lnTo>
                        <a:pt x="107561" y="35854"/>
                      </a:lnTo>
                      <a:cubicBezTo>
                        <a:pt x="107561" y="18375"/>
                        <a:pt x="93219" y="4482"/>
                        <a:pt x="76189" y="4482"/>
                      </a:cubicBezTo>
                      <a:lnTo>
                        <a:pt x="35854" y="448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15" name="Freeform: Shape 2853">
                  <a:extLst>
                    <a:ext uri="{FF2B5EF4-FFF2-40B4-BE49-F238E27FC236}">
                      <a16:creationId xmlns:a16="http://schemas.microsoft.com/office/drawing/2014/main" id="{47A93567-6F49-EC1D-92B8-F6340EDB1745}"/>
                    </a:ext>
                  </a:extLst>
                </p:cNvPr>
                <p:cNvSpPr/>
                <p:nvPr/>
              </p:nvSpPr>
              <p:spPr>
                <a:xfrm>
                  <a:off x="11531429" y="3507365"/>
                  <a:ext cx="94116" cy="80671"/>
                </a:xfrm>
                <a:custGeom>
                  <a:avLst/>
                  <a:gdLst>
                    <a:gd name="connsiteX0" fmla="*/ 33165 w 94115"/>
                    <a:gd name="connsiteY0" fmla="*/ 82463 h 80670"/>
                    <a:gd name="connsiteX1" fmla="*/ 31821 w 94115"/>
                    <a:gd name="connsiteY1" fmla="*/ 82015 h 80670"/>
                    <a:gd name="connsiteX2" fmla="*/ 30476 w 94115"/>
                    <a:gd name="connsiteY2" fmla="*/ 78878 h 80670"/>
                    <a:gd name="connsiteX3" fmla="*/ 35854 w 94115"/>
                    <a:gd name="connsiteY3" fmla="*/ 57814 h 80670"/>
                    <a:gd name="connsiteX4" fmla="*/ 34061 w 94115"/>
                    <a:gd name="connsiteY4" fmla="*/ 57814 h 80670"/>
                    <a:gd name="connsiteX5" fmla="*/ 31821 w 94115"/>
                    <a:gd name="connsiteY5" fmla="*/ 55573 h 80670"/>
                    <a:gd name="connsiteX6" fmla="*/ 34061 w 94115"/>
                    <a:gd name="connsiteY6" fmla="*/ 53332 h 80670"/>
                    <a:gd name="connsiteX7" fmla="*/ 41232 w 94115"/>
                    <a:gd name="connsiteY7" fmla="*/ 53332 h 80670"/>
                    <a:gd name="connsiteX8" fmla="*/ 36302 w 94115"/>
                    <a:gd name="connsiteY8" fmla="*/ 72155 h 80670"/>
                    <a:gd name="connsiteX9" fmla="*/ 50643 w 94115"/>
                    <a:gd name="connsiteY9" fmla="*/ 53332 h 80670"/>
                    <a:gd name="connsiteX10" fmla="*/ 80223 w 94115"/>
                    <a:gd name="connsiteY10" fmla="*/ 53332 h 80670"/>
                    <a:gd name="connsiteX11" fmla="*/ 89634 w 94115"/>
                    <a:gd name="connsiteY11" fmla="*/ 45265 h 80670"/>
                    <a:gd name="connsiteX12" fmla="*/ 89634 w 94115"/>
                    <a:gd name="connsiteY12" fmla="*/ 12549 h 80670"/>
                    <a:gd name="connsiteX13" fmla="*/ 80223 w 94115"/>
                    <a:gd name="connsiteY13" fmla="*/ 4482 h 80670"/>
                    <a:gd name="connsiteX14" fmla="*/ 13894 w 94115"/>
                    <a:gd name="connsiteY14" fmla="*/ 4482 h 80670"/>
                    <a:gd name="connsiteX15" fmla="*/ 4482 w 94115"/>
                    <a:gd name="connsiteY15" fmla="*/ 12549 h 80670"/>
                    <a:gd name="connsiteX16" fmla="*/ 2241 w 94115"/>
                    <a:gd name="connsiteY16" fmla="*/ 14790 h 80670"/>
                    <a:gd name="connsiteX17" fmla="*/ 0 w 94115"/>
                    <a:gd name="connsiteY17" fmla="*/ 12549 h 80670"/>
                    <a:gd name="connsiteX18" fmla="*/ 13894 w 94115"/>
                    <a:gd name="connsiteY18" fmla="*/ 0 h 80670"/>
                    <a:gd name="connsiteX19" fmla="*/ 80223 w 94115"/>
                    <a:gd name="connsiteY19" fmla="*/ 0 h 80670"/>
                    <a:gd name="connsiteX20" fmla="*/ 94116 w 94115"/>
                    <a:gd name="connsiteY20" fmla="*/ 12549 h 80670"/>
                    <a:gd name="connsiteX21" fmla="*/ 94116 w 94115"/>
                    <a:gd name="connsiteY21" fmla="*/ 45265 h 80670"/>
                    <a:gd name="connsiteX22" fmla="*/ 80223 w 94115"/>
                    <a:gd name="connsiteY22" fmla="*/ 57814 h 80670"/>
                    <a:gd name="connsiteX23" fmla="*/ 52884 w 94115"/>
                    <a:gd name="connsiteY23" fmla="*/ 57814 h 80670"/>
                    <a:gd name="connsiteX24" fmla="*/ 35406 w 94115"/>
                    <a:gd name="connsiteY24" fmla="*/ 81567 h 80670"/>
                    <a:gd name="connsiteX25" fmla="*/ 33165 w 94115"/>
                    <a:gd name="connsiteY25" fmla="*/ 82463 h 8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4115" h="80670">
                      <a:moveTo>
                        <a:pt x="33165" y="82463"/>
                      </a:moveTo>
                      <a:cubicBezTo>
                        <a:pt x="32717" y="82463"/>
                        <a:pt x="32269" y="82463"/>
                        <a:pt x="31821" y="82015"/>
                      </a:cubicBezTo>
                      <a:cubicBezTo>
                        <a:pt x="30476" y="81567"/>
                        <a:pt x="30028" y="80222"/>
                        <a:pt x="30476" y="78878"/>
                      </a:cubicBezTo>
                      <a:lnTo>
                        <a:pt x="35854" y="57814"/>
                      </a:lnTo>
                      <a:lnTo>
                        <a:pt x="34061" y="57814"/>
                      </a:lnTo>
                      <a:cubicBezTo>
                        <a:pt x="32717" y="57814"/>
                        <a:pt x="31821" y="56918"/>
                        <a:pt x="31821" y="55573"/>
                      </a:cubicBezTo>
                      <a:cubicBezTo>
                        <a:pt x="31821" y="54228"/>
                        <a:pt x="32717" y="53332"/>
                        <a:pt x="34061" y="53332"/>
                      </a:cubicBezTo>
                      <a:lnTo>
                        <a:pt x="41232" y="53332"/>
                      </a:lnTo>
                      <a:lnTo>
                        <a:pt x="36302" y="72155"/>
                      </a:lnTo>
                      <a:lnTo>
                        <a:pt x="50643" y="53332"/>
                      </a:lnTo>
                      <a:lnTo>
                        <a:pt x="80223" y="53332"/>
                      </a:lnTo>
                      <a:cubicBezTo>
                        <a:pt x="85601" y="53332"/>
                        <a:pt x="89634" y="49747"/>
                        <a:pt x="89634" y="45265"/>
                      </a:cubicBezTo>
                      <a:lnTo>
                        <a:pt x="89634" y="12549"/>
                      </a:lnTo>
                      <a:cubicBezTo>
                        <a:pt x="89634" y="8067"/>
                        <a:pt x="85601" y="4482"/>
                        <a:pt x="80223" y="4482"/>
                      </a:cubicBezTo>
                      <a:lnTo>
                        <a:pt x="13894" y="4482"/>
                      </a:lnTo>
                      <a:cubicBezTo>
                        <a:pt x="8515" y="4482"/>
                        <a:pt x="4482" y="8067"/>
                        <a:pt x="4482" y="12549"/>
                      </a:cubicBezTo>
                      <a:cubicBezTo>
                        <a:pt x="4482" y="13893"/>
                        <a:pt x="3586" y="14790"/>
                        <a:pt x="2241" y="14790"/>
                      </a:cubicBezTo>
                      <a:cubicBezTo>
                        <a:pt x="897" y="14790"/>
                        <a:pt x="0" y="13893"/>
                        <a:pt x="0" y="12549"/>
                      </a:cubicBezTo>
                      <a:cubicBezTo>
                        <a:pt x="0" y="5378"/>
                        <a:pt x="6274" y="0"/>
                        <a:pt x="13894" y="0"/>
                      </a:cubicBezTo>
                      <a:lnTo>
                        <a:pt x="80223" y="0"/>
                      </a:lnTo>
                      <a:cubicBezTo>
                        <a:pt x="87842" y="0"/>
                        <a:pt x="94116" y="5826"/>
                        <a:pt x="94116" y="12549"/>
                      </a:cubicBezTo>
                      <a:lnTo>
                        <a:pt x="94116" y="45265"/>
                      </a:lnTo>
                      <a:cubicBezTo>
                        <a:pt x="94116" y="52436"/>
                        <a:pt x="87842" y="57814"/>
                        <a:pt x="80223" y="57814"/>
                      </a:cubicBezTo>
                      <a:lnTo>
                        <a:pt x="52884" y="57814"/>
                      </a:lnTo>
                      <a:lnTo>
                        <a:pt x="35406" y="81567"/>
                      </a:lnTo>
                      <a:cubicBezTo>
                        <a:pt x="34957" y="82015"/>
                        <a:pt x="34061" y="82463"/>
                        <a:pt x="33165" y="8246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16" name="Freeform: Shape 2854">
                  <a:extLst>
                    <a:ext uri="{FF2B5EF4-FFF2-40B4-BE49-F238E27FC236}">
                      <a16:creationId xmlns:a16="http://schemas.microsoft.com/office/drawing/2014/main" id="{6297D8AE-4C67-1F2C-2B26-F7BCD5724269}"/>
                    </a:ext>
                  </a:extLst>
                </p:cNvPr>
                <p:cNvSpPr/>
                <p:nvPr/>
              </p:nvSpPr>
              <p:spPr>
                <a:xfrm>
                  <a:off x="11562353" y="3527532"/>
                  <a:ext cx="44817" cy="4482"/>
                </a:xfrm>
                <a:custGeom>
                  <a:avLst/>
                  <a:gdLst>
                    <a:gd name="connsiteX0" fmla="*/ 42576 w 44817"/>
                    <a:gd name="connsiteY0" fmla="*/ 4482 h 4481"/>
                    <a:gd name="connsiteX1" fmla="*/ 2241 w 44817"/>
                    <a:gd name="connsiteY1" fmla="*/ 4482 h 4481"/>
                    <a:gd name="connsiteX2" fmla="*/ 0 w 44817"/>
                    <a:gd name="connsiteY2" fmla="*/ 2241 h 4481"/>
                    <a:gd name="connsiteX3" fmla="*/ 2241 w 44817"/>
                    <a:gd name="connsiteY3" fmla="*/ 0 h 4481"/>
                    <a:gd name="connsiteX4" fmla="*/ 42576 w 44817"/>
                    <a:gd name="connsiteY4" fmla="*/ 0 h 4481"/>
                    <a:gd name="connsiteX5" fmla="*/ 44817 w 44817"/>
                    <a:gd name="connsiteY5" fmla="*/ 2241 h 4481"/>
                    <a:gd name="connsiteX6" fmla="*/ 42576 w 44817"/>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7" h="4481">
                      <a:moveTo>
                        <a:pt x="42576" y="4482"/>
                      </a:moveTo>
                      <a:lnTo>
                        <a:pt x="2241" y="4482"/>
                      </a:lnTo>
                      <a:cubicBezTo>
                        <a:pt x="897" y="4482"/>
                        <a:pt x="0" y="3585"/>
                        <a:pt x="0" y="2241"/>
                      </a:cubicBezTo>
                      <a:cubicBezTo>
                        <a:pt x="0" y="896"/>
                        <a:pt x="897" y="0"/>
                        <a:pt x="2241" y="0"/>
                      </a:cubicBezTo>
                      <a:lnTo>
                        <a:pt x="42576" y="0"/>
                      </a:lnTo>
                      <a:cubicBezTo>
                        <a:pt x="43921" y="0"/>
                        <a:pt x="44817" y="896"/>
                        <a:pt x="44817" y="2241"/>
                      </a:cubicBezTo>
                      <a:cubicBezTo>
                        <a:pt x="44817" y="3585"/>
                        <a:pt x="43921" y="4482"/>
                        <a:pt x="42576"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17" name="Freeform: Shape 2855">
                  <a:extLst>
                    <a:ext uri="{FF2B5EF4-FFF2-40B4-BE49-F238E27FC236}">
                      <a16:creationId xmlns:a16="http://schemas.microsoft.com/office/drawing/2014/main" id="{2D096BBC-1146-229D-1769-4AEFF5337F18}"/>
                    </a:ext>
                  </a:extLst>
                </p:cNvPr>
                <p:cNvSpPr/>
                <p:nvPr/>
              </p:nvSpPr>
              <p:spPr>
                <a:xfrm>
                  <a:off x="11571316" y="3540978"/>
                  <a:ext cx="22409" cy="4482"/>
                </a:xfrm>
                <a:custGeom>
                  <a:avLst/>
                  <a:gdLst>
                    <a:gd name="connsiteX0" fmla="*/ 20168 w 22408"/>
                    <a:gd name="connsiteY0" fmla="*/ 4482 h 4481"/>
                    <a:gd name="connsiteX1" fmla="*/ 2241 w 22408"/>
                    <a:gd name="connsiteY1" fmla="*/ 4482 h 4481"/>
                    <a:gd name="connsiteX2" fmla="*/ 0 w 22408"/>
                    <a:gd name="connsiteY2" fmla="*/ 2241 h 4481"/>
                    <a:gd name="connsiteX3" fmla="*/ 2241 w 22408"/>
                    <a:gd name="connsiteY3" fmla="*/ 0 h 4481"/>
                    <a:gd name="connsiteX4" fmla="*/ 20168 w 22408"/>
                    <a:gd name="connsiteY4" fmla="*/ 0 h 4481"/>
                    <a:gd name="connsiteX5" fmla="*/ 22409 w 22408"/>
                    <a:gd name="connsiteY5" fmla="*/ 2241 h 4481"/>
                    <a:gd name="connsiteX6" fmla="*/ 20168 w 22408"/>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8" h="4481">
                      <a:moveTo>
                        <a:pt x="20168" y="4482"/>
                      </a:moveTo>
                      <a:lnTo>
                        <a:pt x="2241" y="4482"/>
                      </a:lnTo>
                      <a:cubicBezTo>
                        <a:pt x="897" y="4482"/>
                        <a:pt x="0" y="3585"/>
                        <a:pt x="0" y="2241"/>
                      </a:cubicBezTo>
                      <a:cubicBezTo>
                        <a:pt x="0" y="896"/>
                        <a:pt x="897" y="0"/>
                        <a:pt x="2241" y="0"/>
                      </a:cubicBezTo>
                      <a:lnTo>
                        <a:pt x="20168" y="0"/>
                      </a:lnTo>
                      <a:cubicBezTo>
                        <a:pt x="21512" y="0"/>
                        <a:pt x="22409" y="896"/>
                        <a:pt x="22409" y="2241"/>
                      </a:cubicBezTo>
                      <a:cubicBezTo>
                        <a:pt x="22409" y="3585"/>
                        <a:pt x="21512" y="4482"/>
                        <a:pt x="20168"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18" name="Group 2566">
                <a:extLst>
                  <a:ext uri="{FF2B5EF4-FFF2-40B4-BE49-F238E27FC236}">
                    <a16:creationId xmlns:a16="http://schemas.microsoft.com/office/drawing/2014/main" id="{2AAF5730-2D65-A85E-413A-336626C2D778}"/>
                  </a:ext>
                  <a:ext uri="{C183D7F6-B498-43B3-948B-1728B52AA6E4}">
                    <adec:decorative xmlns:adec="http://schemas.microsoft.com/office/drawing/2017/decorative" val="1"/>
                  </a:ext>
                </a:extLst>
              </p:cNvPr>
              <p:cNvGrpSpPr>
                <a:grpSpLocks noChangeAspect="1"/>
              </p:cNvGrpSpPr>
              <p:nvPr/>
            </p:nvGrpSpPr>
            <p:grpSpPr>
              <a:xfrm>
                <a:off x="10381394" y="5567089"/>
                <a:ext cx="138933" cy="145655"/>
                <a:chOff x="10437894" y="3511398"/>
                <a:chExt cx="138933" cy="145655"/>
              </a:xfrm>
            </p:grpSpPr>
            <p:sp>
              <p:nvSpPr>
                <p:cNvPr id="1519" name="Freeform: Shape 2843">
                  <a:extLst>
                    <a:ext uri="{FF2B5EF4-FFF2-40B4-BE49-F238E27FC236}">
                      <a16:creationId xmlns:a16="http://schemas.microsoft.com/office/drawing/2014/main" id="{82473126-BF74-F243-F693-F92F6EE991AB}"/>
                    </a:ext>
                  </a:extLst>
                </p:cNvPr>
                <p:cNvSpPr/>
                <p:nvPr/>
              </p:nvSpPr>
              <p:spPr>
                <a:xfrm>
                  <a:off x="10467025" y="3511398"/>
                  <a:ext cx="67226" cy="67226"/>
                </a:xfrm>
                <a:custGeom>
                  <a:avLst/>
                  <a:gdLst>
                    <a:gd name="connsiteX0" fmla="*/ 33613 w 67225"/>
                    <a:gd name="connsiteY0" fmla="*/ 67226 h 67225"/>
                    <a:gd name="connsiteX1" fmla="*/ 67226 w 67225"/>
                    <a:gd name="connsiteY1" fmla="*/ 33613 h 67225"/>
                    <a:gd name="connsiteX2" fmla="*/ 33613 w 67225"/>
                    <a:gd name="connsiteY2" fmla="*/ 0 h 67225"/>
                    <a:gd name="connsiteX3" fmla="*/ 0 w 67225"/>
                    <a:gd name="connsiteY3" fmla="*/ 33613 h 67225"/>
                    <a:gd name="connsiteX4" fmla="*/ 33613 w 67225"/>
                    <a:gd name="connsiteY4" fmla="*/ 67226 h 67225"/>
                    <a:gd name="connsiteX5" fmla="*/ 33613 w 67225"/>
                    <a:gd name="connsiteY5" fmla="*/ 4034 h 67225"/>
                    <a:gd name="connsiteX6" fmla="*/ 62744 w 67225"/>
                    <a:gd name="connsiteY6" fmla="*/ 33165 h 67225"/>
                    <a:gd name="connsiteX7" fmla="*/ 33613 w 67225"/>
                    <a:gd name="connsiteY7" fmla="*/ 62296 h 67225"/>
                    <a:gd name="connsiteX8" fmla="*/ 4482 w 67225"/>
                    <a:gd name="connsiteY8" fmla="*/ 33165 h 67225"/>
                    <a:gd name="connsiteX9" fmla="*/ 33613 w 67225"/>
                    <a:gd name="connsiteY9" fmla="*/ 4034 h 6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5" h="67225">
                      <a:moveTo>
                        <a:pt x="33613" y="67226"/>
                      </a:moveTo>
                      <a:cubicBezTo>
                        <a:pt x="52436" y="67226"/>
                        <a:pt x="67226" y="51988"/>
                        <a:pt x="67226" y="33613"/>
                      </a:cubicBezTo>
                      <a:cubicBezTo>
                        <a:pt x="67226" y="14790"/>
                        <a:pt x="51988" y="0"/>
                        <a:pt x="33613" y="0"/>
                      </a:cubicBezTo>
                      <a:cubicBezTo>
                        <a:pt x="14790" y="0"/>
                        <a:pt x="0" y="15238"/>
                        <a:pt x="0" y="33613"/>
                      </a:cubicBezTo>
                      <a:cubicBezTo>
                        <a:pt x="0" y="51988"/>
                        <a:pt x="14790" y="67226"/>
                        <a:pt x="33613" y="67226"/>
                      </a:cubicBezTo>
                      <a:close/>
                      <a:moveTo>
                        <a:pt x="33613" y="4034"/>
                      </a:moveTo>
                      <a:cubicBezTo>
                        <a:pt x="49747" y="4034"/>
                        <a:pt x="62744" y="17031"/>
                        <a:pt x="62744" y="33165"/>
                      </a:cubicBezTo>
                      <a:cubicBezTo>
                        <a:pt x="62744" y="49299"/>
                        <a:pt x="49747" y="62296"/>
                        <a:pt x="33613" y="62296"/>
                      </a:cubicBezTo>
                      <a:cubicBezTo>
                        <a:pt x="17478" y="62296"/>
                        <a:pt x="4482" y="49299"/>
                        <a:pt x="4482" y="33165"/>
                      </a:cubicBezTo>
                      <a:cubicBezTo>
                        <a:pt x="4482" y="17031"/>
                        <a:pt x="17478" y="4034"/>
                        <a:pt x="33613" y="403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20" name="Freeform: Shape 2844">
                  <a:extLst>
                    <a:ext uri="{FF2B5EF4-FFF2-40B4-BE49-F238E27FC236}">
                      <a16:creationId xmlns:a16="http://schemas.microsoft.com/office/drawing/2014/main" id="{D74C280C-47CF-CA1B-B491-2CEB67B2265D}"/>
                    </a:ext>
                  </a:extLst>
                </p:cNvPr>
                <p:cNvSpPr/>
                <p:nvPr/>
              </p:nvSpPr>
              <p:spPr>
                <a:xfrm>
                  <a:off x="10437894" y="3585346"/>
                  <a:ext cx="112043" cy="71707"/>
                </a:xfrm>
                <a:custGeom>
                  <a:avLst/>
                  <a:gdLst>
                    <a:gd name="connsiteX0" fmla="*/ 69466 w 112042"/>
                    <a:gd name="connsiteY0" fmla="*/ 69466 h 71707"/>
                    <a:gd name="connsiteX1" fmla="*/ 13893 w 112042"/>
                    <a:gd name="connsiteY1" fmla="*/ 69466 h 71707"/>
                    <a:gd name="connsiteX2" fmla="*/ 4482 w 112042"/>
                    <a:gd name="connsiteY2" fmla="*/ 60055 h 71707"/>
                    <a:gd name="connsiteX3" fmla="*/ 4482 w 112042"/>
                    <a:gd name="connsiteY3" fmla="*/ 40335 h 71707"/>
                    <a:gd name="connsiteX4" fmla="*/ 40335 w 112042"/>
                    <a:gd name="connsiteY4" fmla="*/ 4482 h 71707"/>
                    <a:gd name="connsiteX5" fmla="*/ 85152 w 112042"/>
                    <a:gd name="connsiteY5" fmla="*/ 4482 h 71707"/>
                    <a:gd name="connsiteX6" fmla="*/ 108009 w 112042"/>
                    <a:gd name="connsiteY6" fmla="*/ 12997 h 71707"/>
                    <a:gd name="connsiteX7" fmla="*/ 110698 w 112042"/>
                    <a:gd name="connsiteY7" fmla="*/ 15686 h 71707"/>
                    <a:gd name="connsiteX8" fmla="*/ 113835 w 112042"/>
                    <a:gd name="connsiteY8" fmla="*/ 16134 h 71707"/>
                    <a:gd name="connsiteX9" fmla="*/ 114283 w 112042"/>
                    <a:gd name="connsiteY9" fmla="*/ 12997 h 71707"/>
                    <a:gd name="connsiteX10" fmla="*/ 111146 w 112042"/>
                    <a:gd name="connsiteY10" fmla="*/ 9412 h 71707"/>
                    <a:gd name="connsiteX11" fmla="*/ 85152 w 112042"/>
                    <a:gd name="connsiteY11" fmla="*/ 0 h 71707"/>
                    <a:gd name="connsiteX12" fmla="*/ 40335 w 112042"/>
                    <a:gd name="connsiteY12" fmla="*/ 0 h 71707"/>
                    <a:gd name="connsiteX13" fmla="*/ 0 w 112042"/>
                    <a:gd name="connsiteY13" fmla="*/ 40335 h 71707"/>
                    <a:gd name="connsiteX14" fmla="*/ 0 w 112042"/>
                    <a:gd name="connsiteY14" fmla="*/ 60055 h 71707"/>
                    <a:gd name="connsiteX15" fmla="*/ 13893 w 112042"/>
                    <a:gd name="connsiteY15" fmla="*/ 73948 h 71707"/>
                    <a:gd name="connsiteX16" fmla="*/ 69466 w 112042"/>
                    <a:gd name="connsiteY16" fmla="*/ 73948 h 71707"/>
                    <a:gd name="connsiteX17" fmla="*/ 71707 w 112042"/>
                    <a:gd name="connsiteY17" fmla="*/ 71707 h 71707"/>
                    <a:gd name="connsiteX18" fmla="*/ 69466 w 112042"/>
                    <a:gd name="connsiteY18" fmla="*/ 69466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2042" h="71707">
                      <a:moveTo>
                        <a:pt x="69466" y="69466"/>
                      </a:moveTo>
                      <a:lnTo>
                        <a:pt x="13893" y="69466"/>
                      </a:lnTo>
                      <a:cubicBezTo>
                        <a:pt x="8963" y="69466"/>
                        <a:pt x="4482" y="65433"/>
                        <a:pt x="4482" y="60055"/>
                      </a:cubicBezTo>
                      <a:lnTo>
                        <a:pt x="4482" y="40335"/>
                      </a:lnTo>
                      <a:cubicBezTo>
                        <a:pt x="4482" y="20616"/>
                        <a:pt x="20616" y="4482"/>
                        <a:pt x="40335" y="4482"/>
                      </a:cubicBezTo>
                      <a:lnTo>
                        <a:pt x="85152" y="4482"/>
                      </a:lnTo>
                      <a:cubicBezTo>
                        <a:pt x="93219" y="4482"/>
                        <a:pt x="101735" y="7619"/>
                        <a:pt x="108009" y="12997"/>
                      </a:cubicBezTo>
                      <a:cubicBezTo>
                        <a:pt x="108905" y="13893"/>
                        <a:pt x="110250" y="15238"/>
                        <a:pt x="110698" y="15686"/>
                      </a:cubicBezTo>
                      <a:cubicBezTo>
                        <a:pt x="111594" y="16582"/>
                        <a:pt x="112939" y="17031"/>
                        <a:pt x="113835" y="16134"/>
                      </a:cubicBezTo>
                      <a:cubicBezTo>
                        <a:pt x="114731" y="15238"/>
                        <a:pt x="115180" y="13893"/>
                        <a:pt x="114283" y="12997"/>
                      </a:cubicBezTo>
                      <a:cubicBezTo>
                        <a:pt x="113387" y="12101"/>
                        <a:pt x="111594" y="9860"/>
                        <a:pt x="111146" y="9412"/>
                      </a:cubicBezTo>
                      <a:cubicBezTo>
                        <a:pt x="103976" y="3137"/>
                        <a:pt x="94116" y="0"/>
                        <a:pt x="85152" y="0"/>
                      </a:cubicBezTo>
                      <a:lnTo>
                        <a:pt x="40335" y="0"/>
                      </a:lnTo>
                      <a:cubicBezTo>
                        <a:pt x="18375" y="0"/>
                        <a:pt x="0" y="17927"/>
                        <a:pt x="0" y="40335"/>
                      </a:cubicBezTo>
                      <a:lnTo>
                        <a:pt x="0" y="60055"/>
                      </a:lnTo>
                      <a:cubicBezTo>
                        <a:pt x="0" y="67674"/>
                        <a:pt x="6274" y="73948"/>
                        <a:pt x="13893" y="73948"/>
                      </a:cubicBezTo>
                      <a:lnTo>
                        <a:pt x="69466" y="73948"/>
                      </a:lnTo>
                      <a:cubicBezTo>
                        <a:pt x="70811" y="73948"/>
                        <a:pt x="71707" y="73052"/>
                        <a:pt x="71707" y="71707"/>
                      </a:cubicBezTo>
                      <a:cubicBezTo>
                        <a:pt x="71707" y="70363"/>
                        <a:pt x="70811" y="69466"/>
                        <a:pt x="69466" y="6946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21" name="Freeform: Shape 2845">
                  <a:extLst>
                    <a:ext uri="{FF2B5EF4-FFF2-40B4-BE49-F238E27FC236}">
                      <a16:creationId xmlns:a16="http://schemas.microsoft.com/office/drawing/2014/main" id="{8E640481-4EF5-C2FE-DBE9-F9F28D41DCEB}"/>
                    </a:ext>
                  </a:extLst>
                </p:cNvPr>
                <p:cNvSpPr/>
                <p:nvPr/>
              </p:nvSpPr>
              <p:spPr>
                <a:xfrm>
                  <a:off x="10518565" y="3601256"/>
                  <a:ext cx="58262" cy="53780"/>
                </a:xfrm>
                <a:custGeom>
                  <a:avLst/>
                  <a:gdLst>
                    <a:gd name="connsiteX0" fmla="*/ 58262 w 58262"/>
                    <a:gd name="connsiteY0" fmla="*/ 10532 h 53780"/>
                    <a:gd name="connsiteX1" fmla="*/ 56469 w 58262"/>
                    <a:gd name="connsiteY1" fmla="*/ 6050 h 53780"/>
                    <a:gd name="connsiteX2" fmla="*/ 52436 w 58262"/>
                    <a:gd name="connsiteY2" fmla="*/ 2017 h 53780"/>
                    <a:gd name="connsiteX3" fmla="*/ 42576 w 58262"/>
                    <a:gd name="connsiteY3" fmla="*/ 2017 h 53780"/>
                    <a:gd name="connsiteX4" fmla="*/ 3585 w 58262"/>
                    <a:gd name="connsiteY4" fmla="*/ 41008 h 53780"/>
                    <a:gd name="connsiteX5" fmla="*/ 3585 w 58262"/>
                    <a:gd name="connsiteY5" fmla="*/ 41008 h 53780"/>
                    <a:gd name="connsiteX6" fmla="*/ 3137 w 58262"/>
                    <a:gd name="connsiteY6" fmla="*/ 41456 h 53780"/>
                    <a:gd name="connsiteX7" fmla="*/ 3137 w 58262"/>
                    <a:gd name="connsiteY7" fmla="*/ 41904 h 53780"/>
                    <a:gd name="connsiteX8" fmla="*/ 3137 w 58262"/>
                    <a:gd name="connsiteY8" fmla="*/ 41904 h 53780"/>
                    <a:gd name="connsiteX9" fmla="*/ 0 w 58262"/>
                    <a:gd name="connsiteY9" fmla="*/ 55349 h 53780"/>
                    <a:gd name="connsiteX10" fmla="*/ 448 w 58262"/>
                    <a:gd name="connsiteY10" fmla="*/ 57590 h 53780"/>
                    <a:gd name="connsiteX11" fmla="*/ 2241 w 58262"/>
                    <a:gd name="connsiteY11" fmla="*/ 58038 h 53780"/>
                    <a:gd name="connsiteX12" fmla="*/ 2689 w 58262"/>
                    <a:gd name="connsiteY12" fmla="*/ 58038 h 53780"/>
                    <a:gd name="connsiteX13" fmla="*/ 16134 w 58262"/>
                    <a:gd name="connsiteY13" fmla="*/ 54901 h 53780"/>
                    <a:gd name="connsiteX14" fmla="*/ 16134 w 58262"/>
                    <a:gd name="connsiteY14" fmla="*/ 54901 h 53780"/>
                    <a:gd name="connsiteX15" fmla="*/ 16582 w 58262"/>
                    <a:gd name="connsiteY15" fmla="*/ 54901 h 53780"/>
                    <a:gd name="connsiteX16" fmla="*/ 17030 w 58262"/>
                    <a:gd name="connsiteY16" fmla="*/ 54453 h 53780"/>
                    <a:gd name="connsiteX17" fmla="*/ 17030 w 58262"/>
                    <a:gd name="connsiteY17" fmla="*/ 54453 h 53780"/>
                    <a:gd name="connsiteX18" fmla="*/ 50643 w 58262"/>
                    <a:gd name="connsiteY18" fmla="*/ 20840 h 53780"/>
                    <a:gd name="connsiteX19" fmla="*/ 50643 w 58262"/>
                    <a:gd name="connsiteY19" fmla="*/ 20840 h 53780"/>
                    <a:gd name="connsiteX20" fmla="*/ 50643 w 58262"/>
                    <a:gd name="connsiteY20" fmla="*/ 20840 h 53780"/>
                    <a:gd name="connsiteX21" fmla="*/ 56021 w 58262"/>
                    <a:gd name="connsiteY21" fmla="*/ 15462 h 53780"/>
                    <a:gd name="connsiteX22" fmla="*/ 58262 w 58262"/>
                    <a:gd name="connsiteY22" fmla="*/ 10532 h 53780"/>
                    <a:gd name="connsiteX23" fmla="*/ 38991 w 58262"/>
                    <a:gd name="connsiteY23" fmla="*/ 11876 h 53780"/>
                    <a:gd name="connsiteX24" fmla="*/ 46161 w 58262"/>
                    <a:gd name="connsiteY24" fmla="*/ 19047 h 53780"/>
                    <a:gd name="connsiteX25" fmla="*/ 15686 w 58262"/>
                    <a:gd name="connsiteY25" fmla="*/ 49523 h 53780"/>
                    <a:gd name="connsiteX26" fmla="*/ 8515 w 58262"/>
                    <a:gd name="connsiteY26" fmla="*/ 42352 h 53780"/>
                    <a:gd name="connsiteX27" fmla="*/ 38991 w 58262"/>
                    <a:gd name="connsiteY27" fmla="*/ 11876 h 53780"/>
                    <a:gd name="connsiteX28" fmla="*/ 6723 w 58262"/>
                    <a:gd name="connsiteY28" fmla="*/ 46834 h 53780"/>
                    <a:gd name="connsiteX29" fmla="*/ 11204 w 58262"/>
                    <a:gd name="connsiteY29" fmla="*/ 51764 h 53780"/>
                    <a:gd name="connsiteX30" fmla="*/ 5378 w 58262"/>
                    <a:gd name="connsiteY30" fmla="*/ 53108 h 53780"/>
                    <a:gd name="connsiteX31" fmla="*/ 6723 w 58262"/>
                    <a:gd name="connsiteY31" fmla="*/ 46834 h 53780"/>
                    <a:gd name="connsiteX32" fmla="*/ 52884 w 58262"/>
                    <a:gd name="connsiteY32" fmla="*/ 12325 h 53780"/>
                    <a:gd name="connsiteX33" fmla="*/ 49299 w 58262"/>
                    <a:gd name="connsiteY33" fmla="*/ 15910 h 53780"/>
                    <a:gd name="connsiteX34" fmla="*/ 42128 w 58262"/>
                    <a:gd name="connsiteY34" fmla="*/ 8739 h 53780"/>
                    <a:gd name="connsiteX35" fmla="*/ 45713 w 58262"/>
                    <a:gd name="connsiteY35" fmla="*/ 5154 h 53780"/>
                    <a:gd name="connsiteX36" fmla="*/ 48850 w 58262"/>
                    <a:gd name="connsiteY36" fmla="*/ 5154 h 53780"/>
                    <a:gd name="connsiteX37" fmla="*/ 52884 w 58262"/>
                    <a:gd name="connsiteY37" fmla="*/ 9188 h 53780"/>
                    <a:gd name="connsiteX38" fmla="*/ 53332 w 58262"/>
                    <a:gd name="connsiteY38" fmla="*/ 10532 h 53780"/>
                    <a:gd name="connsiteX39" fmla="*/ 52884 w 58262"/>
                    <a:gd name="connsiteY39" fmla="*/ 12325 h 5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8262" h="53780">
                      <a:moveTo>
                        <a:pt x="58262" y="10532"/>
                      </a:moveTo>
                      <a:cubicBezTo>
                        <a:pt x="58262" y="8739"/>
                        <a:pt x="57366" y="6947"/>
                        <a:pt x="56469" y="6050"/>
                      </a:cubicBezTo>
                      <a:lnTo>
                        <a:pt x="52436" y="2017"/>
                      </a:lnTo>
                      <a:cubicBezTo>
                        <a:pt x="49747" y="-672"/>
                        <a:pt x="45265" y="-672"/>
                        <a:pt x="42576" y="2017"/>
                      </a:cubicBezTo>
                      <a:lnTo>
                        <a:pt x="3585" y="41008"/>
                      </a:lnTo>
                      <a:cubicBezTo>
                        <a:pt x="3585" y="41008"/>
                        <a:pt x="3585" y="41008"/>
                        <a:pt x="3585" y="41008"/>
                      </a:cubicBezTo>
                      <a:cubicBezTo>
                        <a:pt x="3585" y="41008"/>
                        <a:pt x="3585" y="41456"/>
                        <a:pt x="3137" y="41456"/>
                      </a:cubicBezTo>
                      <a:cubicBezTo>
                        <a:pt x="2689" y="41456"/>
                        <a:pt x="3137" y="41904"/>
                        <a:pt x="3137" y="41904"/>
                      </a:cubicBezTo>
                      <a:cubicBezTo>
                        <a:pt x="3137" y="41904"/>
                        <a:pt x="3137" y="41904"/>
                        <a:pt x="3137" y="41904"/>
                      </a:cubicBezTo>
                      <a:lnTo>
                        <a:pt x="0" y="55349"/>
                      </a:lnTo>
                      <a:cubicBezTo>
                        <a:pt x="0" y="56245"/>
                        <a:pt x="0" y="56694"/>
                        <a:pt x="448" y="57590"/>
                      </a:cubicBezTo>
                      <a:cubicBezTo>
                        <a:pt x="896" y="58038"/>
                        <a:pt x="1344" y="58038"/>
                        <a:pt x="2241" y="58038"/>
                      </a:cubicBezTo>
                      <a:cubicBezTo>
                        <a:pt x="2241" y="58038"/>
                        <a:pt x="2689" y="58038"/>
                        <a:pt x="2689" y="58038"/>
                      </a:cubicBezTo>
                      <a:lnTo>
                        <a:pt x="16134" y="54901"/>
                      </a:lnTo>
                      <a:cubicBezTo>
                        <a:pt x="16134" y="54901"/>
                        <a:pt x="16134" y="54901"/>
                        <a:pt x="16134" y="54901"/>
                      </a:cubicBezTo>
                      <a:cubicBezTo>
                        <a:pt x="16134" y="54901"/>
                        <a:pt x="16582" y="54901"/>
                        <a:pt x="16582" y="54901"/>
                      </a:cubicBezTo>
                      <a:cubicBezTo>
                        <a:pt x="16582" y="54901"/>
                        <a:pt x="17030" y="54901"/>
                        <a:pt x="17030" y="54453"/>
                      </a:cubicBezTo>
                      <a:cubicBezTo>
                        <a:pt x="17030" y="54453"/>
                        <a:pt x="17030" y="54453"/>
                        <a:pt x="17030" y="54453"/>
                      </a:cubicBezTo>
                      <a:lnTo>
                        <a:pt x="50643" y="20840"/>
                      </a:lnTo>
                      <a:cubicBezTo>
                        <a:pt x="50643" y="20840"/>
                        <a:pt x="50643" y="20840"/>
                        <a:pt x="50643" y="20840"/>
                      </a:cubicBezTo>
                      <a:cubicBezTo>
                        <a:pt x="50643" y="20840"/>
                        <a:pt x="50643" y="20840"/>
                        <a:pt x="50643" y="20840"/>
                      </a:cubicBezTo>
                      <a:lnTo>
                        <a:pt x="56021" y="15462"/>
                      </a:lnTo>
                      <a:cubicBezTo>
                        <a:pt x="57366" y="14117"/>
                        <a:pt x="58262" y="12325"/>
                        <a:pt x="58262" y="10532"/>
                      </a:cubicBezTo>
                      <a:close/>
                      <a:moveTo>
                        <a:pt x="38991" y="11876"/>
                      </a:moveTo>
                      <a:lnTo>
                        <a:pt x="46161" y="19047"/>
                      </a:lnTo>
                      <a:lnTo>
                        <a:pt x="15686" y="49523"/>
                      </a:lnTo>
                      <a:lnTo>
                        <a:pt x="8515" y="42352"/>
                      </a:lnTo>
                      <a:lnTo>
                        <a:pt x="38991" y="11876"/>
                      </a:lnTo>
                      <a:close/>
                      <a:moveTo>
                        <a:pt x="6723" y="46834"/>
                      </a:moveTo>
                      <a:lnTo>
                        <a:pt x="11204" y="51764"/>
                      </a:lnTo>
                      <a:lnTo>
                        <a:pt x="5378" y="53108"/>
                      </a:lnTo>
                      <a:lnTo>
                        <a:pt x="6723" y="46834"/>
                      </a:lnTo>
                      <a:close/>
                      <a:moveTo>
                        <a:pt x="52884" y="12325"/>
                      </a:moveTo>
                      <a:lnTo>
                        <a:pt x="49299" y="15910"/>
                      </a:lnTo>
                      <a:lnTo>
                        <a:pt x="42128" y="8739"/>
                      </a:lnTo>
                      <a:lnTo>
                        <a:pt x="45713" y="5154"/>
                      </a:lnTo>
                      <a:cubicBezTo>
                        <a:pt x="46610" y="4258"/>
                        <a:pt x="47954" y="4258"/>
                        <a:pt x="48850" y="5154"/>
                      </a:cubicBezTo>
                      <a:lnTo>
                        <a:pt x="52884" y="9188"/>
                      </a:lnTo>
                      <a:cubicBezTo>
                        <a:pt x="53332" y="9636"/>
                        <a:pt x="53332" y="10084"/>
                        <a:pt x="53332" y="10532"/>
                      </a:cubicBezTo>
                      <a:cubicBezTo>
                        <a:pt x="53780" y="10980"/>
                        <a:pt x="53332" y="11876"/>
                        <a:pt x="52884" y="1232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22" name="Group 2567">
                <a:extLst>
                  <a:ext uri="{FF2B5EF4-FFF2-40B4-BE49-F238E27FC236}">
                    <a16:creationId xmlns:a16="http://schemas.microsoft.com/office/drawing/2014/main" id="{089C1FAF-566D-03BF-6483-E0C06C6A5842}"/>
                  </a:ext>
                  <a:ext uri="{C183D7F6-B498-43B3-948B-1728B52AA6E4}">
                    <adec:decorative xmlns:adec="http://schemas.microsoft.com/office/drawing/2017/decorative" val="1"/>
                  </a:ext>
                </a:extLst>
              </p:cNvPr>
              <p:cNvGrpSpPr>
                <a:grpSpLocks noChangeAspect="1"/>
              </p:cNvGrpSpPr>
              <p:nvPr/>
            </p:nvGrpSpPr>
            <p:grpSpPr>
              <a:xfrm>
                <a:off x="10902168" y="5567089"/>
                <a:ext cx="138933" cy="147896"/>
                <a:chOff x="10958668" y="3511398"/>
                <a:chExt cx="138933" cy="147896"/>
              </a:xfrm>
            </p:grpSpPr>
            <p:sp>
              <p:nvSpPr>
                <p:cNvPr id="1523" name="Freeform: Shape 2839">
                  <a:extLst>
                    <a:ext uri="{FF2B5EF4-FFF2-40B4-BE49-F238E27FC236}">
                      <a16:creationId xmlns:a16="http://schemas.microsoft.com/office/drawing/2014/main" id="{31CE61BA-ADC0-5AF3-DD45-62C71121F325}"/>
                    </a:ext>
                  </a:extLst>
                </p:cNvPr>
                <p:cNvSpPr/>
                <p:nvPr/>
              </p:nvSpPr>
              <p:spPr>
                <a:xfrm>
                  <a:off x="10987799" y="3511398"/>
                  <a:ext cx="67226" cy="67226"/>
                </a:xfrm>
                <a:custGeom>
                  <a:avLst/>
                  <a:gdLst>
                    <a:gd name="connsiteX0" fmla="*/ 33613 w 67225"/>
                    <a:gd name="connsiteY0" fmla="*/ 67226 h 67225"/>
                    <a:gd name="connsiteX1" fmla="*/ 0 w 67225"/>
                    <a:gd name="connsiteY1" fmla="*/ 33613 h 67225"/>
                    <a:gd name="connsiteX2" fmla="*/ 33613 w 67225"/>
                    <a:gd name="connsiteY2" fmla="*/ 0 h 67225"/>
                    <a:gd name="connsiteX3" fmla="*/ 67226 w 67225"/>
                    <a:gd name="connsiteY3" fmla="*/ 33613 h 67225"/>
                    <a:gd name="connsiteX4" fmla="*/ 33613 w 67225"/>
                    <a:gd name="connsiteY4" fmla="*/ 67226 h 67225"/>
                    <a:gd name="connsiteX5" fmla="*/ 33613 w 67225"/>
                    <a:gd name="connsiteY5" fmla="*/ 4482 h 67225"/>
                    <a:gd name="connsiteX6" fmla="*/ 4482 w 67225"/>
                    <a:gd name="connsiteY6" fmla="*/ 33613 h 67225"/>
                    <a:gd name="connsiteX7" fmla="*/ 33613 w 67225"/>
                    <a:gd name="connsiteY7" fmla="*/ 62744 h 67225"/>
                    <a:gd name="connsiteX8" fmla="*/ 62744 w 67225"/>
                    <a:gd name="connsiteY8" fmla="*/ 33613 h 67225"/>
                    <a:gd name="connsiteX9" fmla="*/ 33613 w 67225"/>
                    <a:gd name="connsiteY9" fmla="*/ 4482 h 6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5" h="67225">
                      <a:moveTo>
                        <a:pt x="33613" y="67226"/>
                      </a:moveTo>
                      <a:cubicBezTo>
                        <a:pt x="15238" y="67226"/>
                        <a:pt x="0" y="51988"/>
                        <a:pt x="0" y="33613"/>
                      </a:cubicBezTo>
                      <a:cubicBezTo>
                        <a:pt x="0" y="15238"/>
                        <a:pt x="15238" y="0"/>
                        <a:pt x="33613" y="0"/>
                      </a:cubicBezTo>
                      <a:cubicBezTo>
                        <a:pt x="51988" y="0"/>
                        <a:pt x="67226" y="15238"/>
                        <a:pt x="67226" y="33613"/>
                      </a:cubicBezTo>
                      <a:cubicBezTo>
                        <a:pt x="67226" y="51988"/>
                        <a:pt x="51988" y="67226"/>
                        <a:pt x="33613" y="67226"/>
                      </a:cubicBezTo>
                      <a:close/>
                      <a:moveTo>
                        <a:pt x="33613" y="4482"/>
                      </a:moveTo>
                      <a:cubicBezTo>
                        <a:pt x="17478" y="4482"/>
                        <a:pt x="4482" y="17479"/>
                        <a:pt x="4482" y="33613"/>
                      </a:cubicBezTo>
                      <a:cubicBezTo>
                        <a:pt x="4482" y="49747"/>
                        <a:pt x="17478" y="62744"/>
                        <a:pt x="33613" y="62744"/>
                      </a:cubicBezTo>
                      <a:cubicBezTo>
                        <a:pt x="49747" y="62744"/>
                        <a:pt x="62744" y="49747"/>
                        <a:pt x="62744" y="33613"/>
                      </a:cubicBezTo>
                      <a:cubicBezTo>
                        <a:pt x="62744" y="17479"/>
                        <a:pt x="49747" y="4482"/>
                        <a:pt x="3361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24" name="Freeform: Shape 2840">
                  <a:extLst>
                    <a:ext uri="{FF2B5EF4-FFF2-40B4-BE49-F238E27FC236}">
                      <a16:creationId xmlns:a16="http://schemas.microsoft.com/office/drawing/2014/main" id="{6CD077AE-8AC2-EB2D-5F3A-39047F346B27}"/>
                    </a:ext>
                  </a:extLst>
                </p:cNvPr>
                <p:cNvSpPr/>
                <p:nvPr/>
              </p:nvSpPr>
              <p:spPr>
                <a:xfrm>
                  <a:off x="10958668" y="3585346"/>
                  <a:ext cx="103079" cy="71707"/>
                </a:xfrm>
                <a:custGeom>
                  <a:avLst/>
                  <a:gdLst>
                    <a:gd name="connsiteX0" fmla="*/ 82911 w 103079"/>
                    <a:gd name="connsiteY0" fmla="*/ 73948 h 71707"/>
                    <a:gd name="connsiteX1" fmla="*/ 13893 w 103079"/>
                    <a:gd name="connsiteY1" fmla="*/ 73948 h 71707"/>
                    <a:gd name="connsiteX2" fmla="*/ 0 w 103079"/>
                    <a:gd name="connsiteY2" fmla="*/ 60055 h 71707"/>
                    <a:gd name="connsiteX3" fmla="*/ 0 w 103079"/>
                    <a:gd name="connsiteY3" fmla="*/ 40335 h 71707"/>
                    <a:gd name="connsiteX4" fmla="*/ 40335 w 103079"/>
                    <a:gd name="connsiteY4" fmla="*/ 0 h 71707"/>
                    <a:gd name="connsiteX5" fmla="*/ 85152 w 103079"/>
                    <a:gd name="connsiteY5" fmla="*/ 0 h 71707"/>
                    <a:gd name="connsiteX6" fmla="*/ 105320 w 103079"/>
                    <a:gd name="connsiteY6" fmla="*/ 5378 h 71707"/>
                    <a:gd name="connsiteX7" fmla="*/ 106216 w 103079"/>
                    <a:gd name="connsiteY7" fmla="*/ 8515 h 71707"/>
                    <a:gd name="connsiteX8" fmla="*/ 103079 w 103079"/>
                    <a:gd name="connsiteY8" fmla="*/ 9412 h 71707"/>
                    <a:gd name="connsiteX9" fmla="*/ 85152 w 103079"/>
                    <a:gd name="connsiteY9" fmla="*/ 4482 h 71707"/>
                    <a:gd name="connsiteX10" fmla="*/ 40335 w 103079"/>
                    <a:gd name="connsiteY10" fmla="*/ 4482 h 71707"/>
                    <a:gd name="connsiteX11" fmla="*/ 4482 w 103079"/>
                    <a:gd name="connsiteY11" fmla="*/ 40335 h 71707"/>
                    <a:gd name="connsiteX12" fmla="*/ 4482 w 103079"/>
                    <a:gd name="connsiteY12" fmla="*/ 60055 h 71707"/>
                    <a:gd name="connsiteX13" fmla="*/ 13893 w 103079"/>
                    <a:gd name="connsiteY13" fmla="*/ 69466 h 71707"/>
                    <a:gd name="connsiteX14" fmla="*/ 82911 w 103079"/>
                    <a:gd name="connsiteY14" fmla="*/ 69466 h 71707"/>
                    <a:gd name="connsiteX15" fmla="*/ 85152 w 103079"/>
                    <a:gd name="connsiteY15" fmla="*/ 71707 h 71707"/>
                    <a:gd name="connsiteX16" fmla="*/ 82911 w 103079"/>
                    <a:gd name="connsiteY16" fmla="*/ 73948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079" h="71707">
                      <a:moveTo>
                        <a:pt x="82911" y="73948"/>
                      </a:moveTo>
                      <a:lnTo>
                        <a:pt x="13893" y="73948"/>
                      </a:lnTo>
                      <a:cubicBezTo>
                        <a:pt x="6274" y="73948"/>
                        <a:pt x="0" y="67674"/>
                        <a:pt x="0" y="60055"/>
                      </a:cubicBezTo>
                      <a:lnTo>
                        <a:pt x="0" y="40335"/>
                      </a:lnTo>
                      <a:cubicBezTo>
                        <a:pt x="0" y="18375"/>
                        <a:pt x="17927" y="0"/>
                        <a:pt x="40335" y="0"/>
                      </a:cubicBezTo>
                      <a:lnTo>
                        <a:pt x="85152" y="0"/>
                      </a:lnTo>
                      <a:cubicBezTo>
                        <a:pt x="91875" y="0"/>
                        <a:pt x="99046" y="1793"/>
                        <a:pt x="105320" y="5378"/>
                      </a:cubicBezTo>
                      <a:cubicBezTo>
                        <a:pt x="106216" y="5826"/>
                        <a:pt x="106664" y="7171"/>
                        <a:pt x="106216" y="8515"/>
                      </a:cubicBezTo>
                      <a:cubicBezTo>
                        <a:pt x="105768" y="9412"/>
                        <a:pt x="104423" y="9860"/>
                        <a:pt x="103079" y="9412"/>
                      </a:cubicBezTo>
                      <a:cubicBezTo>
                        <a:pt x="97253" y="6274"/>
                        <a:pt x="91427" y="4482"/>
                        <a:pt x="85152" y="4482"/>
                      </a:cubicBezTo>
                      <a:lnTo>
                        <a:pt x="40335" y="4482"/>
                      </a:lnTo>
                      <a:cubicBezTo>
                        <a:pt x="20616" y="4482"/>
                        <a:pt x="4482" y="20616"/>
                        <a:pt x="4482" y="40335"/>
                      </a:cubicBezTo>
                      <a:lnTo>
                        <a:pt x="4482" y="60055"/>
                      </a:lnTo>
                      <a:cubicBezTo>
                        <a:pt x="4482" y="64985"/>
                        <a:pt x="8515" y="69466"/>
                        <a:pt x="13893" y="69466"/>
                      </a:cubicBezTo>
                      <a:lnTo>
                        <a:pt x="82911" y="69466"/>
                      </a:lnTo>
                      <a:cubicBezTo>
                        <a:pt x="84256" y="69466"/>
                        <a:pt x="85152" y="70363"/>
                        <a:pt x="85152" y="71707"/>
                      </a:cubicBezTo>
                      <a:cubicBezTo>
                        <a:pt x="85152" y="73052"/>
                        <a:pt x="84256" y="73948"/>
                        <a:pt x="82911" y="7394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25" name="Freeform: Shape 2841">
                  <a:extLst>
                    <a:ext uri="{FF2B5EF4-FFF2-40B4-BE49-F238E27FC236}">
                      <a16:creationId xmlns:a16="http://schemas.microsoft.com/office/drawing/2014/main" id="{F96A8212-3F2F-BCDA-CBDD-2E5CB57344F1}"/>
                    </a:ext>
                  </a:extLst>
                </p:cNvPr>
                <p:cNvSpPr/>
                <p:nvPr/>
              </p:nvSpPr>
              <p:spPr>
                <a:xfrm>
                  <a:off x="11039339" y="3601032"/>
                  <a:ext cx="58262" cy="58262"/>
                </a:xfrm>
                <a:custGeom>
                  <a:avLst/>
                  <a:gdLst>
                    <a:gd name="connsiteX0" fmla="*/ 29131 w 58262"/>
                    <a:gd name="connsiteY0" fmla="*/ 58262 h 58262"/>
                    <a:gd name="connsiteX1" fmla="*/ 0 w 58262"/>
                    <a:gd name="connsiteY1" fmla="*/ 29131 h 58262"/>
                    <a:gd name="connsiteX2" fmla="*/ 29131 w 58262"/>
                    <a:gd name="connsiteY2" fmla="*/ 0 h 58262"/>
                    <a:gd name="connsiteX3" fmla="*/ 58262 w 58262"/>
                    <a:gd name="connsiteY3" fmla="*/ 29131 h 58262"/>
                    <a:gd name="connsiteX4" fmla="*/ 29131 w 58262"/>
                    <a:gd name="connsiteY4" fmla="*/ 58262 h 58262"/>
                    <a:gd name="connsiteX5" fmla="*/ 29131 w 58262"/>
                    <a:gd name="connsiteY5" fmla="*/ 4482 h 58262"/>
                    <a:gd name="connsiteX6" fmla="*/ 4482 w 58262"/>
                    <a:gd name="connsiteY6" fmla="*/ 29131 h 58262"/>
                    <a:gd name="connsiteX7" fmla="*/ 29131 w 58262"/>
                    <a:gd name="connsiteY7" fmla="*/ 53780 h 58262"/>
                    <a:gd name="connsiteX8" fmla="*/ 53780 w 58262"/>
                    <a:gd name="connsiteY8" fmla="*/ 29131 h 58262"/>
                    <a:gd name="connsiteX9" fmla="*/ 29131 w 58262"/>
                    <a:gd name="connsiteY9" fmla="*/ 4482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62" h="58262">
                      <a:moveTo>
                        <a:pt x="29131" y="58262"/>
                      </a:moveTo>
                      <a:cubicBezTo>
                        <a:pt x="12997" y="58262"/>
                        <a:pt x="0" y="45265"/>
                        <a:pt x="0" y="29131"/>
                      </a:cubicBezTo>
                      <a:cubicBezTo>
                        <a:pt x="0" y="12997"/>
                        <a:pt x="12997" y="0"/>
                        <a:pt x="29131" y="0"/>
                      </a:cubicBezTo>
                      <a:cubicBezTo>
                        <a:pt x="45265" y="0"/>
                        <a:pt x="58262" y="12997"/>
                        <a:pt x="58262" y="29131"/>
                      </a:cubicBezTo>
                      <a:cubicBezTo>
                        <a:pt x="58262" y="45265"/>
                        <a:pt x="45265" y="58262"/>
                        <a:pt x="29131" y="58262"/>
                      </a:cubicBezTo>
                      <a:close/>
                      <a:moveTo>
                        <a:pt x="29131" y="4482"/>
                      </a:moveTo>
                      <a:cubicBezTo>
                        <a:pt x="15686" y="4482"/>
                        <a:pt x="4482" y="15686"/>
                        <a:pt x="4482" y="29131"/>
                      </a:cubicBezTo>
                      <a:cubicBezTo>
                        <a:pt x="4482" y="42576"/>
                        <a:pt x="15686" y="53780"/>
                        <a:pt x="29131" y="53780"/>
                      </a:cubicBezTo>
                      <a:cubicBezTo>
                        <a:pt x="42576" y="53780"/>
                        <a:pt x="53780" y="42576"/>
                        <a:pt x="53780" y="29131"/>
                      </a:cubicBezTo>
                      <a:cubicBezTo>
                        <a:pt x="53780" y="15686"/>
                        <a:pt x="42576" y="4482"/>
                        <a:pt x="29131"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26" name="Freeform: Shape 2842">
                  <a:extLst>
                    <a:ext uri="{FF2B5EF4-FFF2-40B4-BE49-F238E27FC236}">
                      <a16:creationId xmlns:a16="http://schemas.microsoft.com/office/drawing/2014/main" id="{BCEFB70C-7D9C-0F4B-A645-E598223AACA2}"/>
                    </a:ext>
                  </a:extLst>
                </p:cNvPr>
                <p:cNvSpPr/>
                <p:nvPr/>
              </p:nvSpPr>
              <p:spPr>
                <a:xfrm>
                  <a:off x="11051215" y="3619231"/>
                  <a:ext cx="31372" cy="22409"/>
                </a:xfrm>
                <a:custGeom>
                  <a:avLst/>
                  <a:gdLst>
                    <a:gd name="connsiteX0" fmla="*/ 10532 w 31371"/>
                    <a:gd name="connsiteY0" fmla="*/ 23033 h 22408"/>
                    <a:gd name="connsiteX1" fmla="*/ 8739 w 31371"/>
                    <a:gd name="connsiteY1" fmla="*/ 22585 h 22408"/>
                    <a:gd name="connsiteX2" fmla="*/ 672 w 31371"/>
                    <a:gd name="connsiteY2" fmla="*/ 14518 h 22408"/>
                    <a:gd name="connsiteX3" fmla="*/ 672 w 31371"/>
                    <a:gd name="connsiteY3" fmla="*/ 11381 h 22408"/>
                    <a:gd name="connsiteX4" fmla="*/ 3810 w 31371"/>
                    <a:gd name="connsiteY4" fmla="*/ 11381 h 22408"/>
                    <a:gd name="connsiteX5" fmla="*/ 10084 w 31371"/>
                    <a:gd name="connsiteY5" fmla="*/ 17655 h 22408"/>
                    <a:gd name="connsiteX6" fmla="*/ 30252 w 31371"/>
                    <a:gd name="connsiteY6" fmla="*/ 625 h 22408"/>
                    <a:gd name="connsiteX7" fmla="*/ 33389 w 31371"/>
                    <a:gd name="connsiteY7" fmla="*/ 1073 h 22408"/>
                    <a:gd name="connsiteX8" fmla="*/ 32941 w 31371"/>
                    <a:gd name="connsiteY8" fmla="*/ 4210 h 22408"/>
                    <a:gd name="connsiteX9" fmla="*/ 11428 w 31371"/>
                    <a:gd name="connsiteY9" fmla="*/ 22585 h 22408"/>
                    <a:gd name="connsiteX10" fmla="*/ 10532 w 31371"/>
                    <a:gd name="connsiteY10" fmla="*/ 23033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71" h="22408">
                      <a:moveTo>
                        <a:pt x="10532" y="23033"/>
                      </a:moveTo>
                      <a:cubicBezTo>
                        <a:pt x="10084" y="23033"/>
                        <a:pt x="9187" y="23033"/>
                        <a:pt x="8739" y="22585"/>
                      </a:cubicBezTo>
                      <a:lnTo>
                        <a:pt x="672" y="14518"/>
                      </a:lnTo>
                      <a:cubicBezTo>
                        <a:pt x="-224" y="13622"/>
                        <a:pt x="-224" y="12277"/>
                        <a:pt x="672" y="11381"/>
                      </a:cubicBezTo>
                      <a:cubicBezTo>
                        <a:pt x="1569" y="10485"/>
                        <a:pt x="2913" y="10485"/>
                        <a:pt x="3810" y="11381"/>
                      </a:cubicBezTo>
                      <a:lnTo>
                        <a:pt x="10084" y="17655"/>
                      </a:lnTo>
                      <a:lnTo>
                        <a:pt x="30252" y="625"/>
                      </a:lnTo>
                      <a:cubicBezTo>
                        <a:pt x="31148" y="-272"/>
                        <a:pt x="32493" y="-272"/>
                        <a:pt x="33389" y="1073"/>
                      </a:cubicBezTo>
                      <a:cubicBezTo>
                        <a:pt x="34285" y="1969"/>
                        <a:pt x="34285" y="3314"/>
                        <a:pt x="32941" y="4210"/>
                      </a:cubicBezTo>
                      <a:lnTo>
                        <a:pt x="11428" y="22585"/>
                      </a:lnTo>
                      <a:cubicBezTo>
                        <a:pt x="11428" y="22585"/>
                        <a:pt x="10980" y="23033"/>
                        <a:pt x="10532" y="2303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27" name="Group 2568">
                <a:extLst>
                  <a:ext uri="{FF2B5EF4-FFF2-40B4-BE49-F238E27FC236}">
                    <a16:creationId xmlns:a16="http://schemas.microsoft.com/office/drawing/2014/main" id="{C5FCBBB5-4E36-607A-B003-F1949E628332}"/>
                  </a:ext>
                  <a:ext uri="{C183D7F6-B498-43B3-948B-1728B52AA6E4}">
                    <adec:decorative xmlns:adec="http://schemas.microsoft.com/office/drawing/2017/decorative" val="1"/>
                  </a:ext>
                </a:extLst>
              </p:cNvPr>
              <p:cNvGrpSpPr>
                <a:grpSpLocks noChangeAspect="1"/>
              </p:cNvGrpSpPr>
              <p:nvPr/>
            </p:nvGrpSpPr>
            <p:grpSpPr>
              <a:xfrm>
                <a:off x="10641333" y="5567537"/>
                <a:ext cx="134451" cy="145656"/>
                <a:chOff x="10697833" y="3511846"/>
                <a:chExt cx="134451" cy="145656"/>
              </a:xfrm>
            </p:grpSpPr>
            <p:sp>
              <p:nvSpPr>
                <p:cNvPr id="1528" name="Freeform: Shape 2835">
                  <a:extLst>
                    <a:ext uri="{FF2B5EF4-FFF2-40B4-BE49-F238E27FC236}">
                      <a16:creationId xmlns:a16="http://schemas.microsoft.com/office/drawing/2014/main" id="{80B9D148-20D6-2BF8-2862-C34875E74EA9}"/>
                    </a:ext>
                  </a:extLst>
                </p:cNvPr>
                <p:cNvSpPr/>
                <p:nvPr/>
              </p:nvSpPr>
              <p:spPr>
                <a:xfrm>
                  <a:off x="10726954" y="3511846"/>
                  <a:ext cx="67226" cy="67226"/>
                </a:xfrm>
                <a:custGeom>
                  <a:avLst/>
                  <a:gdLst>
                    <a:gd name="connsiteX0" fmla="*/ 33622 w 67225"/>
                    <a:gd name="connsiteY0" fmla="*/ 67226 h 67225"/>
                    <a:gd name="connsiteX1" fmla="*/ 67235 w 67225"/>
                    <a:gd name="connsiteY1" fmla="*/ 33613 h 67225"/>
                    <a:gd name="connsiteX2" fmla="*/ 33622 w 67225"/>
                    <a:gd name="connsiteY2" fmla="*/ 0 h 67225"/>
                    <a:gd name="connsiteX3" fmla="*/ 10 w 67225"/>
                    <a:gd name="connsiteY3" fmla="*/ 33613 h 67225"/>
                    <a:gd name="connsiteX4" fmla="*/ 33622 w 67225"/>
                    <a:gd name="connsiteY4" fmla="*/ 67226 h 67225"/>
                    <a:gd name="connsiteX5" fmla="*/ 33622 w 67225"/>
                    <a:gd name="connsiteY5" fmla="*/ 4033 h 67225"/>
                    <a:gd name="connsiteX6" fmla="*/ 62753 w 67225"/>
                    <a:gd name="connsiteY6" fmla="*/ 33164 h 67225"/>
                    <a:gd name="connsiteX7" fmla="*/ 33622 w 67225"/>
                    <a:gd name="connsiteY7" fmla="*/ 62296 h 67225"/>
                    <a:gd name="connsiteX8" fmla="*/ 4491 w 67225"/>
                    <a:gd name="connsiteY8" fmla="*/ 33164 h 67225"/>
                    <a:gd name="connsiteX9" fmla="*/ 33622 w 67225"/>
                    <a:gd name="connsiteY9" fmla="*/ 4033 h 6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5" h="67225">
                      <a:moveTo>
                        <a:pt x="33622" y="67226"/>
                      </a:moveTo>
                      <a:cubicBezTo>
                        <a:pt x="52446" y="67226"/>
                        <a:pt x="67235" y="51988"/>
                        <a:pt x="67235" y="33613"/>
                      </a:cubicBezTo>
                      <a:cubicBezTo>
                        <a:pt x="67235" y="14790"/>
                        <a:pt x="51997" y="0"/>
                        <a:pt x="33622" y="0"/>
                      </a:cubicBezTo>
                      <a:cubicBezTo>
                        <a:pt x="14799" y="0"/>
                        <a:pt x="10" y="15238"/>
                        <a:pt x="10" y="33613"/>
                      </a:cubicBezTo>
                      <a:cubicBezTo>
                        <a:pt x="-439" y="51988"/>
                        <a:pt x="14799" y="67226"/>
                        <a:pt x="33622" y="67226"/>
                      </a:cubicBezTo>
                      <a:close/>
                      <a:moveTo>
                        <a:pt x="33622" y="4033"/>
                      </a:moveTo>
                      <a:cubicBezTo>
                        <a:pt x="49756" y="4033"/>
                        <a:pt x="62753" y="17030"/>
                        <a:pt x="62753" y="33164"/>
                      </a:cubicBezTo>
                      <a:cubicBezTo>
                        <a:pt x="62753" y="49299"/>
                        <a:pt x="49756" y="62296"/>
                        <a:pt x="33622" y="62296"/>
                      </a:cubicBezTo>
                      <a:cubicBezTo>
                        <a:pt x="17488" y="62296"/>
                        <a:pt x="4491" y="49299"/>
                        <a:pt x="4491" y="33164"/>
                      </a:cubicBezTo>
                      <a:cubicBezTo>
                        <a:pt x="4043" y="17030"/>
                        <a:pt x="17488" y="4033"/>
                        <a:pt x="33622" y="403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29" name="Freeform: Shape 2836">
                  <a:extLst>
                    <a:ext uri="{FF2B5EF4-FFF2-40B4-BE49-F238E27FC236}">
                      <a16:creationId xmlns:a16="http://schemas.microsoft.com/office/drawing/2014/main" id="{0BE3D987-2FF5-C065-3490-3D2343115062}"/>
                    </a:ext>
                  </a:extLst>
                </p:cNvPr>
                <p:cNvSpPr/>
                <p:nvPr/>
              </p:nvSpPr>
              <p:spPr>
                <a:xfrm>
                  <a:off x="10697833" y="3585795"/>
                  <a:ext cx="103079" cy="71707"/>
                </a:xfrm>
                <a:custGeom>
                  <a:avLst/>
                  <a:gdLst>
                    <a:gd name="connsiteX0" fmla="*/ 40335 w 103079"/>
                    <a:gd name="connsiteY0" fmla="*/ 4482 h 71707"/>
                    <a:gd name="connsiteX1" fmla="*/ 85152 w 103079"/>
                    <a:gd name="connsiteY1" fmla="*/ 4482 h 71707"/>
                    <a:gd name="connsiteX2" fmla="*/ 103079 w 103079"/>
                    <a:gd name="connsiteY2" fmla="*/ 9411 h 71707"/>
                    <a:gd name="connsiteX3" fmla="*/ 106216 w 103079"/>
                    <a:gd name="connsiteY3" fmla="*/ 8515 h 71707"/>
                    <a:gd name="connsiteX4" fmla="*/ 105320 w 103079"/>
                    <a:gd name="connsiteY4" fmla="*/ 5378 h 71707"/>
                    <a:gd name="connsiteX5" fmla="*/ 85152 w 103079"/>
                    <a:gd name="connsiteY5" fmla="*/ 0 h 71707"/>
                    <a:gd name="connsiteX6" fmla="*/ 40335 w 103079"/>
                    <a:gd name="connsiteY6" fmla="*/ 0 h 71707"/>
                    <a:gd name="connsiteX7" fmla="*/ 0 w 103079"/>
                    <a:gd name="connsiteY7" fmla="*/ 40335 h 71707"/>
                    <a:gd name="connsiteX8" fmla="*/ 0 w 103079"/>
                    <a:gd name="connsiteY8" fmla="*/ 60055 h 71707"/>
                    <a:gd name="connsiteX9" fmla="*/ 13893 w 103079"/>
                    <a:gd name="connsiteY9" fmla="*/ 73948 h 71707"/>
                    <a:gd name="connsiteX10" fmla="*/ 82911 w 103079"/>
                    <a:gd name="connsiteY10" fmla="*/ 73948 h 71707"/>
                    <a:gd name="connsiteX11" fmla="*/ 85152 w 103079"/>
                    <a:gd name="connsiteY11" fmla="*/ 71707 h 71707"/>
                    <a:gd name="connsiteX12" fmla="*/ 82911 w 103079"/>
                    <a:gd name="connsiteY12" fmla="*/ 69466 h 71707"/>
                    <a:gd name="connsiteX13" fmla="*/ 13893 w 103079"/>
                    <a:gd name="connsiteY13" fmla="*/ 69466 h 71707"/>
                    <a:gd name="connsiteX14" fmla="*/ 4482 w 103079"/>
                    <a:gd name="connsiteY14" fmla="*/ 60055 h 71707"/>
                    <a:gd name="connsiteX15" fmla="*/ 4482 w 103079"/>
                    <a:gd name="connsiteY15" fmla="*/ 40335 h 71707"/>
                    <a:gd name="connsiteX16" fmla="*/ 40335 w 103079"/>
                    <a:gd name="connsiteY16" fmla="*/ 4482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079" h="71707">
                      <a:moveTo>
                        <a:pt x="40335" y="4482"/>
                      </a:moveTo>
                      <a:lnTo>
                        <a:pt x="85152" y="4482"/>
                      </a:lnTo>
                      <a:cubicBezTo>
                        <a:pt x="91427" y="4482"/>
                        <a:pt x="97701" y="6274"/>
                        <a:pt x="103079" y="9411"/>
                      </a:cubicBezTo>
                      <a:cubicBezTo>
                        <a:pt x="103976" y="9860"/>
                        <a:pt x="105320" y="9860"/>
                        <a:pt x="106216" y="8515"/>
                      </a:cubicBezTo>
                      <a:cubicBezTo>
                        <a:pt x="106664" y="7619"/>
                        <a:pt x="106664" y="6274"/>
                        <a:pt x="105320" y="5378"/>
                      </a:cubicBezTo>
                      <a:cubicBezTo>
                        <a:pt x="99046" y="1793"/>
                        <a:pt x="91875" y="0"/>
                        <a:pt x="85152" y="0"/>
                      </a:cubicBezTo>
                      <a:lnTo>
                        <a:pt x="40335" y="0"/>
                      </a:lnTo>
                      <a:cubicBezTo>
                        <a:pt x="18375" y="0"/>
                        <a:pt x="0" y="17927"/>
                        <a:pt x="0" y="40335"/>
                      </a:cubicBezTo>
                      <a:lnTo>
                        <a:pt x="0" y="60055"/>
                      </a:lnTo>
                      <a:cubicBezTo>
                        <a:pt x="0" y="67674"/>
                        <a:pt x="6274" y="73948"/>
                        <a:pt x="13893" y="73948"/>
                      </a:cubicBezTo>
                      <a:lnTo>
                        <a:pt x="82911" y="73948"/>
                      </a:lnTo>
                      <a:cubicBezTo>
                        <a:pt x="84256" y="73948"/>
                        <a:pt x="85152" y="73052"/>
                        <a:pt x="85152" y="71707"/>
                      </a:cubicBezTo>
                      <a:cubicBezTo>
                        <a:pt x="85152" y="70363"/>
                        <a:pt x="84256" y="69466"/>
                        <a:pt x="82911" y="69466"/>
                      </a:cubicBezTo>
                      <a:lnTo>
                        <a:pt x="13893" y="69466"/>
                      </a:lnTo>
                      <a:cubicBezTo>
                        <a:pt x="8963" y="69466"/>
                        <a:pt x="4482" y="65433"/>
                        <a:pt x="4482" y="60055"/>
                      </a:cubicBezTo>
                      <a:lnTo>
                        <a:pt x="4482" y="40335"/>
                      </a:lnTo>
                      <a:cubicBezTo>
                        <a:pt x="4482" y="20616"/>
                        <a:pt x="20616" y="4482"/>
                        <a:pt x="40335"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30" name="Freeform: Shape 2837">
                  <a:extLst>
                    <a:ext uri="{FF2B5EF4-FFF2-40B4-BE49-F238E27FC236}">
                      <a16:creationId xmlns:a16="http://schemas.microsoft.com/office/drawing/2014/main" id="{A6D61CE3-A990-9146-BDE4-05686A0BBA9B}"/>
                    </a:ext>
                  </a:extLst>
                </p:cNvPr>
                <p:cNvSpPr/>
                <p:nvPr/>
              </p:nvSpPr>
              <p:spPr>
                <a:xfrm>
                  <a:off x="10791949" y="3599240"/>
                  <a:ext cx="40335" cy="58262"/>
                </a:xfrm>
                <a:custGeom>
                  <a:avLst/>
                  <a:gdLst>
                    <a:gd name="connsiteX0" fmla="*/ 38094 w 40335"/>
                    <a:gd name="connsiteY0" fmla="*/ 24201 h 58262"/>
                    <a:gd name="connsiteX1" fmla="*/ 11204 w 40335"/>
                    <a:gd name="connsiteY1" fmla="*/ 24201 h 58262"/>
                    <a:gd name="connsiteX2" fmla="*/ 11204 w 40335"/>
                    <a:gd name="connsiteY2" fmla="*/ 15686 h 58262"/>
                    <a:gd name="connsiteX3" fmla="*/ 22409 w 40335"/>
                    <a:gd name="connsiteY3" fmla="*/ 4482 h 58262"/>
                    <a:gd name="connsiteX4" fmla="*/ 33613 w 40335"/>
                    <a:gd name="connsiteY4" fmla="*/ 15686 h 58262"/>
                    <a:gd name="connsiteX5" fmla="*/ 35854 w 40335"/>
                    <a:gd name="connsiteY5" fmla="*/ 17927 h 58262"/>
                    <a:gd name="connsiteX6" fmla="*/ 38094 w 40335"/>
                    <a:gd name="connsiteY6" fmla="*/ 15686 h 58262"/>
                    <a:gd name="connsiteX7" fmla="*/ 22409 w 40335"/>
                    <a:gd name="connsiteY7" fmla="*/ 0 h 58262"/>
                    <a:gd name="connsiteX8" fmla="*/ 6723 w 40335"/>
                    <a:gd name="connsiteY8" fmla="*/ 15686 h 58262"/>
                    <a:gd name="connsiteX9" fmla="*/ 6723 w 40335"/>
                    <a:gd name="connsiteY9" fmla="*/ 24201 h 58262"/>
                    <a:gd name="connsiteX10" fmla="*/ 0 w 40335"/>
                    <a:gd name="connsiteY10" fmla="*/ 30924 h 58262"/>
                    <a:gd name="connsiteX11" fmla="*/ 0 w 40335"/>
                    <a:gd name="connsiteY11" fmla="*/ 53332 h 58262"/>
                    <a:gd name="connsiteX12" fmla="*/ 6723 w 40335"/>
                    <a:gd name="connsiteY12" fmla="*/ 60055 h 58262"/>
                    <a:gd name="connsiteX13" fmla="*/ 37646 w 40335"/>
                    <a:gd name="connsiteY13" fmla="*/ 60055 h 58262"/>
                    <a:gd name="connsiteX14" fmla="*/ 44369 w 40335"/>
                    <a:gd name="connsiteY14" fmla="*/ 53332 h 58262"/>
                    <a:gd name="connsiteX15" fmla="*/ 44369 w 40335"/>
                    <a:gd name="connsiteY15" fmla="*/ 30924 h 58262"/>
                    <a:gd name="connsiteX16" fmla="*/ 38094 w 40335"/>
                    <a:gd name="connsiteY16" fmla="*/ 24201 h 58262"/>
                    <a:gd name="connsiteX17" fmla="*/ 40335 w 40335"/>
                    <a:gd name="connsiteY17" fmla="*/ 53780 h 58262"/>
                    <a:gd name="connsiteX18" fmla="*/ 38094 w 40335"/>
                    <a:gd name="connsiteY18" fmla="*/ 56021 h 58262"/>
                    <a:gd name="connsiteX19" fmla="*/ 7171 w 40335"/>
                    <a:gd name="connsiteY19" fmla="*/ 56021 h 58262"/>
                    <a:gd name="connsiteX20" fmla="*/ 4930 w 40335"/>
                    <a:gd name="connsiteY20" fmla="*/ 53780 h 58262"/>
                    <a:gd name="connsiteX21" fmla="*/ 4930 w 40335"/>
                    <a:gd name="connsiteY21" fmla="*/ 31372 h 58262"/>
                    <a:gd name="connsiteX22" fmla="*/ 7171 w 40335"/>
                    <a:gd name="connsiteY22" fmla="*/ 29131 h 58262"/>
                    <a:gd name="connsiteX23" fmla="*/ 38094 w 40335"/>
                    <a:gd name="connsiteY23" fmla="*/ 29131 h 58262"/>
                    <a:gd name="connsiteX24" fmla="*/ 40335 w 40335"/>
                    <a:gd name="connsiteY24" fmla="*/ 31372 h 58262"/>
                    <a:gd name="connsiteX25" fmla="*/ 40335 w 40335"/>
                    <a:gd name="connsiteY25" fmla="*/ 53780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335" h="58262">
                      <a:moveTo>
                        <a:pt x="38094" y="24201"/>
                      </a:moveTo>
                      <a:lnTo>
                        <a:pt x="11204" y="24201"/>
                      </a:lnTo>
                      <a:lnTo>
                        <a:pt x="11204" y="15686"/>
                      </a:lnTo>
                      <a:cubicBezTo>
                        <a:pt x="11204" y="9411"/>
                        <a:pt x="16134" y="4482"/>
                        <a:pt x="22409" y="4482"/>
                      </a:cubicBezTo>
                      <a:cubicBezTo>
                        <a:pt x="28683" y="4482"/>
                        <a:pt x="33613" y="9411"/>
                        <a:pt x="33613" y="15686"/>
                      </a:cubicBezTo>
                      <a:cubicBezTo>
                        <a:pt x="33613" y="17030"/>
                        <a:pt x="34509" y="17927"/>
                        <a:pt x="35854" y="17927"/>
                      </a:cubicBezTo>
                      <a:cubicBezTo>
                        <a:pt x="37198" y="17927"/>
                        <a:pt x="38094" y="17030"/>
                        <a:pt x="38094" y="15686"/>
                      </a:cubicBezTo>
                      <a:cubicBezTo>
                        <a:pt x="38094" y="7171"/>
                        <a:pt x="30924" y="0"/>
                        <a:pt x="22409" y="0"/>
                      </a:cubicBezTo>
                      <a:cubicBezTo>
                        <a:pt x="13893" y="0"/>
                        <a:pt x="6723" y="7171"/>
                        <a:pt x="6723" y="15686"/>
                      </a:cubicBezTo>
                      <a:lnTo>
                        <a:pt x="6723" y="24201"/>
                      </a:lnTo>
                      <a:cubicBezTo>
                        <a:pt x="3137" y="24201"/>
                        <a:pt x="0" y="27338"/>
                        <a:pt x="0" y="30924"/>
                      </a:cubicBezTo>
                      <a:lnTo>
                        <a:pt x="0" y="53332"/>
                      </a:lnTo>
                      <a:cubicBezTo>
                        <a:pt x="0" y="56918"/>
                        <a:pt x="3137" y="60055"/>
                        <a:pt x="6723" y="60055"/>
                      </a:cubicBezTo>
                      <a:lnTo>
                        <a:pt x="37646" y="60055"/>
                      </a:lnTo>
                      <a:cubicBezTo>
                        <a:pt x="41232" y="60055"/>
                        <a:pt x="44369" y="56918"/>
                        <a:pt x="44369" y="53332"/>
                      </a:cubicBezTo>
                      <a:lnTo>
                        <a:pt x="44369" y="30924"/>
                      </a:lnTo>
                      <a:cubicBezTo>
                        <a:pt x="44817" y="27338"/>
                        <a:pt x="41680" y="24201"/>
                        <a:pt x="38094" y="24201"/>
                      </a:cubicBezTo>
                      <a:close/>
                      <a:moveTo>
                        <a:pt x="40335" y="53780"/>
                      </a:moveTo>
                      <a:cubicBezTo>
                        <a:pt x="40335" y="55125"/>
                        <a:pt x="39439" y="56021"/>
                        <a:pt x="38094" y="56021"/>
                      </a:cubicBezTo>
                      <a:lnTo>
                        <a:pt x="7171" y="56021"/>
                      </a:lnTo>
                      <a:cubicBezTo>
                        <a:pt x="5826" y="56021"/>
                        <a:pt x="4930" y="55125"/>
                        <a:pt x="4930" y="53780"/>
                      </a:cubicBezTo>
                      <a:lnTo>
                        <a:pt x="4930" y="31372"/>
                      </a:lnTo>
                      <a:cubicBezTo>
                        <a:pt x="4930" y="30027"/>
                        <a:pt x="5826" y="29131"/>
                        <a:pt x="7171" y="29131"/>
                      </a:cubicBezTo>
                      <a:lnTo>
                        <a:pt x="38094" y="29131"/>
                      </a:lnTo>
                      <a:cubicBezTo>
                        <a:pt x="39439" y="29131"/>
                        <a:pt x="40335" y="30027"/>
                        <a:pt x="40335" y="31372"/>
                      </a:cubicBezTo>
                      <a:lnTo>
                        <a:pt x="40335" y="53780"/>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31" name="Freeform: Shape 2838">
                  <a:extLst>
                    <a:ext uri="{FF2B5EF4-FFF2-40B4-BE49-F238E27FC236}">
                      <a16:creationId xmlns:a16="http://schemas.microsoft.com/office/drawing/2014/main" id="{E164CEAF-1D17-6295-BF1C-8C7670675B71}"/>
                    </a:ext>
                  </a:extLst>
                </p:cNvPr>
                <p:cNvSpPr/>
                <p:nvPr/>
              </p:nvSpPr>
              <p:spPr>
                <a:xfrm>
                  <a:off x="10812116" y="3635093"/>
                  <a:ext cx="4482" cy="8963"/>
                </a:xfrm>
                <a:custGeom>
                  <a:avLst/>
                  <a:gdLst>
                    <a:gd name="connsiteX0" fmla="*/ 2241 w 4481"/>
                    <a:gd name="connsiteY0" fmla="*/ 0 h 8963"/>
                    <a:gd name="connsiteX1" fmla="*/ 0 w 4481"/>
                    <a:gd name="connsiteY1" fmla="*/ 2241 h 8963"/>
                    <a:gd name="connsiteX2" fmla="*/ 0 w 4481"/>
                    <a:gd name="connsiteY2" fmla="*/ 8963 h 8963"/>
                    <a:gd name="connsiteX3" fmla="*/ 2241 w 4481"/>
                    <a:gd name="connsiteY3" fmla="*/ 11204 h 8963"/>
                    <a:gd name="connsiteX4" fmla="*/ 4482 w 4481"/>
                    <a:gd name="connsiteY4" fmla="*/ 8963 h 8963"/>
                    <a:gd name="connsiteX5" fmla="*/ 4482 w 4481"/>
                    <a:gd name="connsiteY5" fmla="*/ 2241 h 8963"/>
                    <a:gd name="connsiteX6" fmla="*/ 2241 w 4481"/>
                    <a:gd name="connsiteY6" fmla="*/ 0 h 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8963">
                      <a:moveTo>
                        <a:pt x="2241" y="0"/>
                      </a:moveTo>
                      <a:cubicBezTo>
                        <a:pt x="896" y="0"/>
                        <a:pt x="0" y="896"/>
                        <a:pt x="0" y="2241"/>
                      </a:cubicBezTo>
                      <a:lnTo>
                        <a:pt x="0" y="8963"/>
                      </a:lnTo>
                      <a:cubicBezTo>
                        <a:pt x="0" y="10308"/>
                        <a:pt x="896" y="11204"/>
                        <a:pt x="2241" y="11204"/>
                      </a:cubicBezTo>
                      <a:cubicBezTo>
                        <a:pt x="3585" y="11204"/>
                        <a:pt x="4482" y="10308"/>
                        <a:pt x="4482" y="8963"/>
                      </a:cubicBezTo>
                      <a:lnTo>
                        <a:pt x="4482" y="2241"/>
                      </a:lnTo>
                      <a:cubicBezTo>
                        <a:pt x="4482" y="896"/>
                        <a:pt x="3585" y="0"/>
                        <a:pt x="224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32" name="Group 2591">
                <a:extLst>
                  <a:ext uri="{FF2B5EF4-FFF2-40B4-BE49-F238E27FC236}">
                    <a16:creationId xmlns:a16="http://schemas.microsoft.com/office/drawing/2014/main" id="{B0390C8D-A766-7DE0-2EBD-20E08B5FBD8E}"/>
                  </a:ext>
                  <a:ext uri="{C183D7F6-B498-43B3-948B-1728B52AA6E4}">
                    <adec:decorative xmlns:adec="http://schemas.microsoft.com/office/drawing/2017/decorative" val="1"/>
                  </a:ext>
                </a:extLst>
              </p:cNvPr>
              <p:cNvGrpSpPr>
                <a:grpSpLocks noChangeAspect="1"/>
              </p:cNvGrpSpPr>
              <p:nvPr/>
            </p:nvGrpSpPr>
            <p:grpSpPr>
              <a:xfrm>
                <a:off x="7227173" y="4166557"/>
                <a:ext cx="120517" cy="152378"/>
                <a:chOff x="7283673" y="2110866"/>
                <a:chExt cx="120517" cy="152378"/>
              </a:xfrm>
            </p:grpSpPr>
            <p:sp>
              <p:nvSpPr>
                <p:cNvPr id="1533" name="Freeform: Shape 2753">
                  <a:extLst>
                    <a:ext uri="{FF2B5EF4-FFF2-40B4-BE49-F238E27FC236}">
                      <a16:creationId xmlns:a16="http://schemas.microsoft.com/office/drawing/2014/main" id="{3428B100-7C6D-BF48-A701-931ACCA82E4C}"/>
                    </a:ext>
                  </a:extLst>
                </p:cNvPr>
                <p:cNvSpPr/>
                <p:nvPr/>
              </p:nvSpPr>
              <p:spPr>
                <a:xfrm>
                  <a:off x="7283673" y="2110866"/>
                  <a:ext cx="98597" cy="152378"/>
                </a:xfrm>
                <a:custGeom>
                  <a:avLst/>
                  <a:gdLst>
                    <a:gd name="connsiteX0" fmla="*/ 96357 w 98597"/>
                    <a:gd name="connsiteY0" fmla="*/ 86945 h 152377"/>
                    <a:gd name="connsiteX1" fmla="*/ 94116 w 98597"/>
                    <a:gd name="connsiteY1" fmla="*/ 89186 h 152377"/>
                    <a:gd name="connsiteX2" fmla="*/ 94116 w 98597"/>
                    <a:gd name="connsiteY2" fmla="*/ 93668 h 152377"/>
                    <a:gd name="connsiteX3" fmla="*/ 4482 w 98597"/>
                    <a:gd name="connsiteY3" fmla="*/ 93668 h 152377"/>
                    <a:gd name="connsiteX4" fmla="*/ 4482 w 98597"/>
                    <a:gd name="connsiteY4" fmla="*/ 31372 h 152377"/>
                    <a:gd name="connsiteX5" fmla="*/ 94116 w 98597"/>
                    <a:gd name="connsiteY5" fmla="*/ 31372 h 152377"/>
                    <a:gd name="connsiteX6" fmla="*/ 94116 w 98597"/>
                    <a:gd name="connsiteY6" fmla="*/ 33613 h 152377"/>
                    <a:gd name="connsiteX7" fmla="*/ 96357 w 98597"/>
                    <a:gd name="connsiteY7" fmla="*/ 35854 h 152377"/>
                    <a:gd name="connsiteX8" fmla="*/ 98597 w 98597"/>
                    <a:gd name="connsiteY8" fmla="*/ 33613 h 152377"/>
                    <a:gd name="connsiteX9" fmla="*/ 98597 w 98597"/>
                    <a:gd name="connsiteY9" fmla="*/ 8515 h 152377"/>
                    <a:gd name="connsiteX10" fmla="*/ 90082 w 98597"/>
                    <a:gd name="connsiteY10" fmla="*/ 0 h 152377"/>
                    <a:gd name="connsiteX11" fmla="*/ 8515 w 98597"/>
                    <a:gd name="connsiteY11" fmla="*/ 0 h 152377"/>
                    <a:gd name="connsiteX12" fmla="*/ 0 w 98597"/>
                    <a:gd name="connsiteY12" fmla="*/ 8515 h 152377"/>
                    <a:gd name="connsiteX13" fmla="*/ 0 w 98597"/>
                    <a:gd name="connsiteY13" fmla="*/ 143863 h 152377"/>
                    <a:gd name="connsiteX14" fmla="*/ 8515 w 98597"/>
                    <a:gd name="connsiteY14" fmla="*/ 152378 h 152377"/>
                    <a:gd name="connsiteX15" fmla="*/ 90082 w 98597"/>
                    <a:gd name="connsiteY15" fmla="*/ 152378 h 152377"/>
                    <a:gd name="connsiteX16" fmla="*/ 98597 w 98597"/>
                    <a:gd name="connsiteY16" fmla="*/ 143863 h 152377"/>
                    <a:gd name="connsiteX17" fmla="*/ 98597 w 98597"/>
                    <a:gd name="connsiteY17" fmla="*/ 89186 h 152377"/>
                    <a:gd name="connsiteX18" fmla="*/ 96357 w 98597"/>
                    <a:gd name="connsiteY18" fmla="*/ 86945 h 152377"/>
                    <a:gd name="connsiteX19" fmla="*/ 8515 w 98597"/>
                    <a:gd name="connsiteY19" fmla="*/ 4034 h 152377"/>
                    <a:gd name="connsiteX20" fmla="*/ 90082 w 98597"/>
                    <a:gd name="connsiteY20" fmla="*/ 4034 h 152377"/>
                    <a:gd name="connsiteX21" fmla="*/ 94116 w 98597"/>
                    <a:gd name="connsiteY21" fmla="*/ 8067 h 152377"/>
                    <a:gd name="connsiteX22" fmla="*/ 94116 w 98597"/>
                    <a:gd name="connsiteY22" fmla="*/ 26442 h 152377"/>
                    <a:gd name="connsiteX23" fmla="*/ 4482 w 98597"/>
                    <a:gd name="connsiteY23" fmla="*/ 26442 h 152377"/>
                    <a:gd name="connsiteX24" fmla="*/ 4482 w 98597"/>
                    <a:gd name="connsiteY24" fmla="*/ 8515 h 152377"/>
                    <a:gd name="connsiteX25" fmla="*/ 8515 w 98597"/>
                    <a:gd name="connsiteY25" fmla="*/ 4034 h 152377"/>
                    <a:gd name="connsiteX26" fmla="*/ 90082 w 98597"/>
                    <a:gd name="connsiteY26" fmla="*/ 147448 h 152377"/>
                    <a:gd name="connsiteX27" fmla="*/ 8515 w 98597"/>
                    <a:gd name="connsiteY27" fmla="*/ 147448 h 152377"/>
                    <a:gd name="connsiteX28" fmla="*/ 4482 w 98597"/>
                    <a:gd name="connsiteY28" fmla="*/ 143415 h 152377"/>
                    <a:gd name="connsiteX29" fmla="*/ 4482 w 98597"/>
                    <a:gd name="connsiteY29" fmla="*/ 98149 h 152377"/>
                    <a:gd name="connsiteX30" fmla="*/ 94116 w 98597"/>
                    <a:gd name="connsiteY30" fmla="*/ 98149 h 152377"/>
                    <a:gd name="connsiteX31" fmla="*/ 94116 w 98597"/>
                    <a:gd name="connsiteY31" fmla="*/ 143415 h 152377"/>
                    <a:gd name="connsiteX32" fmla="*/ 90082 w 98597"/>
                    <a:gd name="connsiteY32" fmla="*/ 147448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8597" h="152377">
                      <a:moveTo>
                        <a:pt x="96357" y="86945"/>
                      </a:moveTo>
                      <a:cubicBezTo>
                        <a:pt x="95012" y="86945"/>
                        <a:pt x="94116" y="87841"/>
                        <a:pt x="94116" y="89186"/>
                      </a:cubicBezTo>
                      <a:lnTo>
                        <a:pt x="94116" y="93668"/>
                      </a:lnTo>
                      <a:lnTo>
                        <a:pt x="4482" y="93668"/>
                      </a:lnTo>
                      <a:lnTo>
                        <a:pt x="4482" y="31372"/>
                      </a:lnTo>
                      <a:lnTo>
                        <a:pt x="94116" y="31372"/>
                      </a:lnTo>
                      <a:lnTo>
                        <a:pt x="94116" y="33613"/>
                      </a:lnTo>
                      <a:cubicBezTo>
                        <a:pt x="94116" y="34957"/>
                        <a:pt x="95012" y="35854"/>
                        <a:pt x="96357" y="35854"/>
                      </a:cubicBezTo>
                      <a:cubicBezTo>
                        <a:pt x="97701" y="35854"/>
                        <a:pt x="98597" y="34957"/>
                        <a:pt x="98597" y="33613"/>
                      </a:cubicBezTo>
                      <a:lnTo>
                        <a:pt x="98597" y="8515"/>
                      </a:lnTo>
                      <a:cubicBezTo>
                        <a:pt x="98597" y="3585"/>
                        <a:pt x="94564" y="0"/>
                        <a:pt x="90082" y="0"/>
                      </a:cubicBezTo>
                      <a:lnTo>
                        <a:pt x="8515" y="0"/>
                      </a:lnTo>
                      <a:cubicBezTo>
                        <a:pt x="3585" y="0"/>
                        <a:pt x="0" y="4034"/>
                        <a:pt x="0" y="8515"/>
                      </a:cubicBezTo>
                      <a:lnTo>
                        <a:pt x="0" y="143863"/>
                      </a:lnTo>
                      <a:cubicBezTo>
                        <a:pt x="0" y="148792"/>
                        <a:pt x="4034" y="152378"/>
                        <a:pt x="8515" y="152378"/>
                      </a:cubicBezTo>
                      <a:lnTo>
                        <a:pt x="90082" y="152378"/>
                      </a:lnTo>
                      <a:cubicBezTo>
                        <a:pt x="95012" y="152378"/>
                        <a:pt x="98597" y="148344"/>
                        <a:pt x="98597" y="143863"/>
                      </a:cubicBezTo>
                      <a:lnTo>
                        <a:pt x="98597" y="89186"/>
                      </a:lnTo>
                      <a:cubicBezTo>
                        <a:pt x="98597" y="88290"/>
                        <a:pt x="97701" y="86945"/>
                        <a:pt x="96357" y="86945"/>
                      </a:cubicBezTo>
                      <a:close/>
                      <a:moveTo>
                        <a:pt x="8515" y="4034"/>
                      </a:moveTo>
                      <a:lnTo>
                        <a:pt x="90082" y="4034"/>
                      </a:lnTo>
                      <a:cubicBezTo>
                        <a:pt x="92323" y="4034"/>
                        <a:pt x="94116" y="5826"/>
                        <a:pt x="94116" y="8067"/>
                      </a:cubicBezTo>
                      <a:lnTo>
                        <a:pt x="94116" y="26442"/>
                      </a:lnTo>
                      <a:lnTo>
                        <a:pt x="4482" y="26442"/>
                      </a:lnTo>
                      <a:lnTo>
                        <a:pt x="4482" y="8515"/>
                      </a:lnTo>
                      <a:cubicBezTo>
                        <a:pt x="4482" y="5826"/>
                        <a:pt x="6274" y="4034"/>
                        <a:pt x="8515" y="4034"/>
                      </a:cubicBezTo>
                      <a:close/>
                      <a:moveTo>
                        <a:pt x="90082" y="147448"/>
                      </a:moveTo>
                      <a:lnTo>
                        <a:pt x="8515" y="147448"/>
                      </a:lnTo>
                      <a:cubicBezTo>
                        <a:pt x="6274" y="147448"/>
                        <a:pt x="4482" y="145655"/>
                        <a:pt x="4482" y="143415"/>
                      </a:cubicBezTo>
                      <a:lnTo>
                        <a:pt x="4482" y="98149"/>
                      </a:lnTo>
                      <a:lnTo>
                        <a:pt x="94116" y="98149"/>
                      </a:lnTo>
                      <a:lnTo>
                        <a:pt x="94116" y="143415"/>
                      </a:lnTo>
                      <a:cubicBezTo>
                        <a:pt x="94116" y="145655"/>
                        <a:pt x="92323" y="147448"/>
                        <a:pt x="90082" y="14744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34" name="Freeform: Shape 2754">
                  <a:extLst>
                    <a:ext uri="{FF2B5EF4-FFF2-40B4-BE49-F238E27FC236}">
                      <a16:creationId xmlns:a16="http://schemas.microsoft.com/office/drawing/2014/main" id="{A4E36518-9802-941A-F406-5E84B5E7C444}"/>
                    </a:ext>
                  </a:extLst>
                </p:cNvPr>
                <p:cNvSpPr/>
                <p:nvPr/>
              </p:nvSpPr>
              <p:spPr>
                <a:xfrm>
                  <a:off x="7331179" y="2124087"/>
                  <a:ext cx="4482" cy="4482"/>
                </a:xfrm>
                <a:custGeom>
                  <a:avLst/>
                  <a:gdLst>
                    <a:gd name="connsiteX0" fmla="*/ 1793 w 0"/>
                    <a:gd name="connsiteY0" fmla="*/ 4706 h 4481"/>
                    <a:gd name="connsiteX1" fmla="*/ 3585 w 0"/>
                    <a:gd name="connsiteY1" fmla="*/ 4258 h 4481"/>
                    <a:gd name="connsiteX2" fmla="*/ 4034 w 0"/>
                    <a:gd name="connsiteY2" fmla="*/ 2465 h 4481"/>
                    <a:gd name="connsiteX3" fmla="*/ 3585 w 0"/>
                    <a:gd name="connsiteY3" fmla="*/ 672 h 4481"/>
                    <a:gd name="connsiteX4" fmla="*/ 448 w 0"/>
                    <a:gd name="connsiteY4" fmla="*/ 672 h 4481"/>
                    <a:gd name="connsiteX5" fmla="*/ 0 w 0"/>
                    <a:gd name="connsiteY5" fmla="*/ 2465 h 4481"/>
                    <a:gd name="connsiteX6" fmla="*/ 448 w 0"/>
                    <a:gd name="connsiteY6" fmla="*/ 4258 h 4481"/>
                    <a:gd name="connsiteX7" fmla="*/ 1793 w 0"/>
                    <a:gd name="connsiteY7" fmla="*/ 4706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h="4481">
                      <a:moveTo>
                        <a:pt x="1793" y="4706"/>
                      </a:moveTo>
                      <a:cubicBezTo>
                        <a:pt x="2241" y="4706"/>
                        <a:pt x="3137" y="4258"/>
                        <a:pt x="3585" y="4258"/>
                      </a:cubicBezTo>
                      <a:cubicBezTo>
                        <a:pt x="4034" y="4258"/>
                        <a:pt x="4034" y="3361"/>
                        <a:pt x="4034" y="2465"/>
                      </a:cubicBezTo>
                      <a:cubicBezTo>
                        <a:pt x="4034" y="2017"/>
                        <a:pt x="3585" y="1120"/>
                        <a:pt x="3585" y="672"/>
                      </a:cubicBezTo>
                      <a:cubicBezTo>
                        <a:pt x="2689" y="-224"/>
                        <a:pt x="1345" y="-224"/>
                        <a:pt x="448" y="672"/>
                      </a:cubicBezTo>
                      <a:cubicBezTo>
                        <a:pt x="0" y="1120"/>
                        <a:pt x="0" y="1569"/>
                        <a:pt x="0" y="2465"/>
                      </a:cubicBezTo>
                      <a:cubicBezTo>
                        <a:pt x="0" y="2913"/>
                        <a:pt x="448" y="3809"/>
                        <a:pt x="448" y="4258"/>
                      </a:cubicBezTo>
                      <a:cubicBezTo>
                        <a:pt x="448" y="4258"/>
                        <a:pt x="896" y="4706"/>
                        <a:pt x="1793" y="470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35" name="Freeform: Shape 2755">
                  <a:extLst>
                    <a:ext uri="{FF2B5EF4-FFF2-40B4-BE49-F238E27FC236}">
                      <a16:creationId xmlns:a16="http://schemas.microsoft.com/office/drawing/2014/main" id="{D3E4AEF6-0AD9-2F3A-FF1E-89FB8B6DABAE}"/>
                    </a:ext>
                  </a:extLst>
                </p:cNvPr>
                <p:cNvSpPr/>
                <p:nvPr/>
              </p:nvSpPr>
              <p:spPr>
                <a:xfrm>
                  <a:off x="7297118" y="2168680"/>
                  <a:ext cx="4482" cy="26890"/>
                </a:xfrm>
                <a:custGeom>
                  <a:avLst/>
                  <a:gdLst>
                    <a:gd name="connsiteX0" fmla="*/ 0 w 4481"/>
                    <a:gd name="connsiteY0" fmla="*/ 2241 h 26890"/>
                    <a:gd name="connsiteX1" fmla="*/ 0 w 4481"/>
                    <a:gd name="connsiteY1" fmla="*/ 27787 h 26890"/>
                    <a:gd name="connsiteX2" fmla="*/ 2241 w 4481"/>
                    <a:gd name="connsiteY2" fmla="*/ 30027 h 26890"/>
                    <a:gd name="connsiteX3" fmla="*/ 4482 w 4481"/>
                    <a:gd name="connsiteY3" fmla="*/ 27787 h 26890"/>
                    <a:gd name="connsiteX4" fmla="*/ 4482 w 4481"/>
                    <a:gd name="connsiteY4" fmla="*/ 2241 h 26890"/>
                    <a:gd name="connsiteX5" fmla="*/ 2241 w 4481"/>
                    <a:gd name="connsiteY5" fmla="*/ 0 h 26890"/>
                    <a:gd name="connsiteX6" fmla="*/ 0 w 4481"/>
                    <a:gd name="connsiteY6" fmla="*/ 2241 h 2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26890">
                      <a:moveTo>
                        <a:pt x="0" y="2241"/>
                      </a:moveTo>
                      <a:lnTo>
                        <a:pt x="0" y="27787"/>
                      </a:lnTo>
                      <a:cubicBezTo>
                        <a:pt x="0" y="29131"/>
                        <a:pt x="896" y="30027"/>
                        <a:pt x="2241" y="30027"/>
                      </a:cubicBezTo>
                      <a:cubicBezTo>
                        <a:pt x="3585" y="30027"/>
                        <a:pt x="4482" y="29131"/>
                        <a:pt x="4482" y="27787"/>
                      </a:cubicBezTo>
                      <a:lnTo>
                        <a:pt x="4482" y="2241"/>
                      </a:lnTo>
                      <a:cubicBezTo>
                        <a:pt x="4482" y="896"/>
                        <a:pt x="3585" y="0"/>
                        <a:pt x="2241" y="0"/>
                      </a:cubicBezTo>
                      <a:cubicBezTo>
                        <a:pt x="896" y="0"/>
                        <a:pt x="0" y="896"/>
                        <a:pt x="0" y="224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36" name="Freeform: Shape 2756">
                  <a:extLst>
                    <a:ext uri="{FF2B5EF4-FFF2-40B4-BE49-F238E27FC236}">
                      <a16:creationId xmlns:a16="http://schemas.microsoft.com/office/drawing/2014/main" id="{20D507E2-D82A-75AB-D71D-2EB51F4DB4D0}"/>
                    </a:ext>
                  </a:extLst>
                </p:cNvPr>
                <p:cNvSpPr/>
                <p:nvPr/>
              </p:nvSpPr>
              <p:spPr>
                <a:xfrm>
                  <a:off x="7297118" y="2213497"/>
                  <a:ext cx="4482" cy="26890"/>
                </a:xfrm>
                <a:custGeom>
                  <a:avLst/>
                  <a:gdLst>
                    <a:gd name="connsiteX0" fmla="*/ 2241 w 4481"/>
                    <a:gd name="connsiteY0" fmla="*/ 0 h 26890"/>
                    <a:gd name="connsiteX1" fmla="*/ 0 w 4481"/>
                    <a:gd name="connsiteY1" fmla="*/ 2241 h 26890"/>
                    <a:gd name="connsiteX2" fmla="*/ 0 w 4481"/>
                    <a:gd name="connsiteY2" fmla="*/ 27787 h 26890"/>
                    <a:gd name="connsiteX3" fmla="*/ 2241 w 4481"/>
                    <a:gd name="connsiteY3" fmla="*/ 30027 h 26890"/>
                    <a:gd name="connsiteX4" fmla="*/ 4482 w 4481"/>
                    <a:gd name="connsiteY4" fmla="*/ 27787 h 26890"/>
                    <a:gd name="connsiteX5" fmla="*/ 4482 w 4481"/>
                    <a:gd name="connsiteY5" fmla="*/ 2241 h 26890"/>
                    <a:gd name="connsiteX6" fmla="*/ 2241 w 4481"/>
                    <a:gd name="connsiteY6" fmla="*/ 0 h 2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26890">
                      <a:moveTo>
                        <a:pt x="2241" y="0"/>
                      </a:moveTo>
                      <a:cubicBezTo>
                        <a:pt x="896" y="0"/>
                        <a:pt x="0" y="896"/>
                        <a:pt x="0" y="2241"/>
                      </a:cubicBezTo>
                      <a:lnTo>
                        <a:pt x="0" y="27787"/>
                      </a:lnTo>
                      <a:cubicBezTo>
                        <a:pt x="0" y="29131"/>
                        <a:pt x="896" y="30027"/>
                        <a:pt x="2241" y="30027"/>
                      </a:cubicBezTo>
                      <a:cubicBezTo>
                        <a:pt x="3585" y="30027"/>
                        <a:pt x="4482" y="29131"/>
                        <a:pt x="4482" y="27787"/>
                      </a:cubicBezTo>
                      <a:lnTo>
                        <a:pt x="4482" y="2241"/>
                      </a:lnTo>
                      <a:cubicBezTo>
                        <a:pt x="4482" y="896"/>
                        <a:pt x="3585" y="0"/>
                        <a:pt x="224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37" name="Freeform: Shape 2757">
                  <a:extLst>
                    <a:ext uri="{FF2B5EF4-FFF2-40B4-BE49-F238E27FC236}">
                      <a16:creationId xmlns:a16="http://schemas.microsoft.com/office/drawing/2014/main" id="{D765248B-0F0C-B647-1A6C-4FB27340A243}"/>
                    </a:ext>
                  </a:extLst>
                </p:cNvPr>
                <p:cNvSpPr/>
                <p:nvPr/>
              </p:nvSpPr>
              <p:spPr>
                <a:xfrm>
                  <a:off x="7372410" y="2174954"/>
                  <a:ext cx="13445" cy="13445"/>
                </a:xfrm>
                <a:custGeom>
                  <a:avLst/>
                  <a:gdLst>
                    <a:gd name="connsiteX0" fmla="*/ 7619 w 13445"/>
                    <a:gd name="connsiteY0" fmla="*/ 0 h 13445"/>
                    <a:gd name="connsiteX1" fmla="*/ 0 w 13445"/>
                    <a:gd name="connsiteY1" fmla="*/ 7619 h 13445"/>
                    <a:gd name="connsiteX2" fmla="*/ 7619 w 13445"/>
                    <a:gd name="connsiteY2" fmla="*/ 15238 h 13445"/>
                    <a:gd name="connsiteX3" fmla="*/ 15238 w 13445"/>
                    <a:gd name="connsiteY3" fmla="*/ 7619 h 13445"/>
                    <a:gd name="connsiteX4" fmla="*/ 7619 w 13445"/>
                    <a:gd name="connsiteY4" fmla="*/ 0 h 13445"/>
                    <a:gd name="connsiteX5" fmla="*/ 7619 w 13445"/>
                    <a:gd name="connsiteY5" fmla="*/ 10756 h 13445"/>
                    <a:gd name="connsiteX6" fmla="*/ 4482 w 13445"/>
                    <a:gd name="connsiteY6" fmla="*/ 7619 h 13445"/>
                    <a:gd name="connsiteX7" fmla="*/ 7619 w 13445"/>
                    <a:gd name="connsiteY7" fmla="*/ 4482 h 13445"/>
                    <a:gd name="connsiteX8" fmla="*/ 10756 w 13445"/>
                    <a:gd name="connsiteY8" fmla="*/ 7619 h 13445"/>
                    <a:gd name="connsiteX9" fmla="*/ 7619 w 13445"/>
                    <a:gd name="connsiteY9" fmla="*/ 10756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45" h="13445">
                      <a:moveTo>
                        <a:pt x="7619" y="0"/>
                      </a:moveTo>
                      <a:cubicBezTo>
                        <a:pt x="3585" y="0"/>
                        <a:pt x="0" y="3137"/>
                        <a:pt x="0" y="7619"/>
                      </a:cubicBezTo>
                      <a:cubicBezTo>
                        <a:pt x="0" y="12101"/>
                        <a:pt x="3137" y="15238"/>
                        <a:pt x="7619" y="15238"/>
                      </a:cubicBezTo>
                      <a:cubicBezTo>
                        <a:pt x="11652" y="15238"/>
                        <a:pt x="15238" y="12101"/>
                        <a:pt x="15238" y="7619"/>
                      </a:cubicBezTo>
                      <a:cubicBezTo>
                        <a:pt x="15238" y="3137"/>
                        <a:pt x="11652" y="0"/>
                        <a:pt x="7619" y="0"/>
                      </a:cubicBezTo>
                      <a:close/>
                      <a:moveTo>
                        <a:pt x="7619" y="10756"/>
                      </a:moveTo>
                      <a:cubicBezTo>
                        <a:pt x="5826" y="10756"/>
                        <a:pt x="4482" y="9412"/>
                        <a:pt x="4482" y="7619"/>
                      </a:cubicBezTo>
                      <a:cubicBezTo>
                        <a:pt x="4482" y="5826"/>
                        <a:pt x="5826" y="4482"/>
                        <a:pt x="7619" y="4482"/>
                      </a:cubicBezTo>
                      <a:cubicBezTo>
                        <a:pt x="9412" y="4482"/>
                        <a:pt x="10756" y="5826"/>
                        <a:pt x="10756" y="7619"/>
                      </a:cubicBezTo>
                      <a:cubicBezTo>
                        <a:pt x="10756" y="9412"/>
                        <a:pt x="9412" y="10756"/>
                        <a:pt x="7619" y="1075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38" name="Freeform: Shape 2758">
                  <a:extLst>
                    <a:ext uri="{FF2B5EF4-FFF2-40B4-BE49-F238E27FC236}">
                      <a16:creationId xmlns:a16="http://schemas.microsoft.com/office/drawing/2014/main" id="{62FAD6EE-A559-AD05-EA93-E462032F9470}"/>
                    </a:ext>
                  </a:extLst>
                </p:cNvPr>
                <p:cNvSpPr/>
                <p:nvPr/>
              </p:nvSpPr>
              <p:spPr>
                <a:xfrm>
                  <a:off x="7361926" y="2163750"/>
                  <a:ext cx="31372" cy="8963"/>
                </a:xfrm>
                <a:custGeom>
                  <a:avLst/>
                  <a:gdLst>
                    <a:gd name="connsiteX0" fmla="*/ 18103 w 31371"/>
                    <a:gd name="connsiteY0" fmla="*/ 0 h 8963"/>
                    <a:gd name="connsiteX1" fmla="*/ 625 w 31371"/>
                    <a:gd name="connsiteY1" fmla="*/ 8067 h 8963"/>
                    <a:gd name="connsiteX2" fmla="*/ 1073 w 31371"/>
                    <a:gd name="connsiteY2" fmla="*/ 11204 h 8963"/>
                    <a:gd name="connsiteX3" fmla="*/ 2417 w 31371"/>
                    <a:gd name="connsiteY3" fmla="*/ 11652 h 8963"/>
                    <a:gd name="connsiteX4" fmla="*/ 4210 w 31371"/>
                    <a:gd name="connsiteY4" fmla="*/ 10756 h 8963"/>
                    <a:gd name="connsiteX5" fmla="*/ 18103 w 31371"/>
                    <a:gd name="connsiteY5" fmla="*/ 4482 h 8963"/>
                    <a:gd name="connsiteX6" fmla="*/ 31997 w 31371"/>
                    <a:gd name="connsiteY6" fmla="*/ 10756 h 8963"/>
                    <a:gd name="connsiteX7" fmla="*/ 35134 w 31371"/>
                    <a:gd name="connsiteY7" fmla="*/ 10756 h 8963"/>
                    <a:gd name="connsiteX8" fmla="*/ 35134 w 31371"/>
                    <a:gd name="connsiteY8" fmla="*/ 7619 h 8963"/>
                    <a:gd name="connsiteX9" fmla="*/ 18103 w 31371"/>
                    <a:gd name="connsiteY9" fmla="*/ 0 h 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8963">
                      <a:moveTo>
                        <a:pt x="18103" y="0"/>
                      </a:moveTo>
                      <a:cubicBezTo>
                        <a:pt x="11381" y="0"/>
                        <a:pt x="5106" y="3137"/>
                        <a:pt x="625" y="8067"/>
                      </a:cubicBezTo>
                      <a:cubicBezTo>
                        <a:pt x="-272" y="8963"/>
                        <a:pt x="-272" y="10308"/>
                        <a:pt x="1073" y="11204"/>
                      </a:cubicBezTo>
                      <a:cubicBezTo>
                        <a:pt x="1521" y="11652"/>
                        <a:pt x="1969" y="11652"/>
                        <a:pt x="2417" y="11652"/>
                      </a:cubicBezTo>
                      <a:cubicBezTo>
                        <a:pt x="2866" y="11652"/>
                        <a:pt x="3762" y="11204"/>
                        <a:pt x="4210" y="10756"/>
                      </a:cubicBezTo>
                      <a:cubicBezTo>
                        <a:pt x="7795" y="6723"/>
                        <a:pt x="12725" y="4482"/>
                        <a:pt x="18103" y="4482"/>
                      </a:cubicBezTo>
                      <a:cubicBezTo>
                        <a:pt x="23481" y="4482"/>
                        <a:pt x="28411" y="6723"/>
                        <a:pt x="31997" y="10756"/>
                      </a:cubicBezTo>
                      <a:cubicBezTo>
                        <a:pt x="32893" y="11652"/>
                        <a:pt x="34237" y="11652"/>
                        <a:pt x="35134" y="10756"/>
                      </a:cubicBezTo>
                      <a:cubicBezTo>
                        <a:pt x="36030" y="9860"/>
                        <a:pt x="36030" y="8515"/>
                        <a:pt x="35134" y="7619"/>
                      </a:cubicBezTo>
                      <a:cubicBezTo>
                        <a:pt x="31100" y="2689"/>
                        <a:pt x="24826" y="0"/>
                        <a:pt x="18103"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39" name="Freeform: Shape 2759">
                  <a:extLst>
                    <a:ext uri="{FF2B5EF4-FFF2-40B4-BE49-F238E27FC236}">
                      <a16:creationId xmlns:a16="http://schemas.microsoft.com/office/drawing/2014/main" id="{BED0D713-E440-DBBE-C51C-DC73750ED789}"/>
                    </a:ext>
                  </a:extLst>
                </p:cNvPr>
                <p:cNvSpPr/>
                <p:nvPr/>
              </p:nvSpPr>
              <p:spPr>
                <a:xfrm>
                  <a:off x="7354891" y="2151650"/>
                  <a:ext cx="49299" cy="13445"/>
                </a:xfrm>
                <a:custGeom>
                  <a:avLst/>
                  <a:gdLst>
                    <a:gd name="connsiteX0" fmla="*/ 49787 w 49298"/>
                    <a:gd name="connsiteY0" fmla="*/ 12101 h 13445"/>
                    <a:gd name="connsiteX1" fmla="*/ 25138 w 49298"/>
                    <a:gd name="connsiteY1" fmla="*/ 0 h 13445"/>
                    <a:gd name="connsiteX2" fmla="*/ 489 w 49298"/>
                    <a:gd name="connsiteY2" fmla="*/ 12549 h 13445"/>
                    <a:gd name="connsiteX3" fmla="*/ 937 w 49298"/>
                    <a:gd name="connsiteY3" fmla="*/ 15686 h 13445"/>
                    <a:gd name="connsiteX4" fmla="*/ 2281 w 49298"/>
                    <a:gd name="connsiteY4" fmla="*/ 16134 h 13445"/>
                    <a:gd name="connsiteX5" fmla="*/ 4074 w 49298"/>
                    <a:gd name="connsiteY5" fmla="*/ 15238 h 13445"/>
                    <a:gd name="connsiteX6" fmla="*/ 25138 w 49298"/>
                    <a:gd name="connsiteY6" fmla="*/ 4482 h 13445"/>
                    <a:gd name="connsiteX7" fmla="*/ 46202 w 49298"/>
                    <a:gd name="connsiteY7" fmla="*/ 14790 h 13445"/>
                    <a:gd name="connsiteX8" fmla="*/ 49339 w 49298"/>
                    <a:gd name="connsiteY8" fmla="*/ 15238 h 13445"/>
                    <a:gd name="connsiteX9" fmla="*/ 49787 w 49298"/>
                    <a:gd name="connsiteY9" fmla="*/ 12101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98" h="13445">
                      <a:moveTo>
                        <a:pt x="49787" y="12101"/>
                      </a:moveTo>
                      <a:cubicBezTo>
                        <a:pt x="43961" y="4482"/>
                        <a:pt x="34998" y="0"/>
                        <a:pt x="25138" y="0"/>
                      </a:cubicBezTo>
                      <a:cubicBezTo>
                        <a:pt x="15278" y="0"/>
                        <a:pt x="6315" y="4482"/>
                        <a:pt x="489" y="12549"/>
                      </a:cubicBezTo>
                      <a:cubicBezTo>
                        <a:pt x="-408" y="13445"/>
                        <a:pt x="40" y="14790"/>
                        <a:pt x="937" y="15686"/>
                      </a:cubicBezTo>
                      <a:cubicBezTo>
                        <a:pt x="1385" y="16134"/>
                        <a:pt x="1833" y="16134"/>
                        <a:pt x="2281" y="16134"/>
                      </a:cubicBezTo>
                      <a:cubicBezTo>
                        <a:pt x="3178" y="16134"/>
                        <a:pt x="3626" y="15686"/>
                        <a:pt x="4074" y="15238"/>
                      </a:cubicBezTo>
                      <a:cubicBezTo>
                        <a:pt x="9004" y="8515"/>
                        <a:pt x="16623" y="4482"/>
                        <a:pt x="25138" y="4482"/>
                      </a:cubicBezTo>
                      <a:cubicBezTo>
                        <a:pt x="33205" y="4482"/>
                        <a:pt x="40824" y="8067"/>
                        <a:pt x="46202" y="14790"/>
                      </a:cubicBezTo>
                      <a:cubicBezTo>
                        <a:pt x="47098" y="15686"/>
                        <a:pt x="48443" y="16134"/>
                        <a:pt x="49339" y="15238"/>
                      </a:cubicBezTo>
                      <a:cubicBezTo>
                        <a:pt x="50235" y="14790"/>
                        <a:pt x="50684" y="13445"/>
                        <a:pt x="49787" y="1210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40" name="Group 2592">
                <a:extLst>
                  <a:ext uri="{FF2B5EF4-FFF2-40B4-BE49-F238E27FC236}">
                    <a16:creationId xmlns:a16="http://schemas.microsoft.com/office/drawing/2014/main" id="{AAA65A9A-39CA-D14C-9D37-00890D02025B}"/>
                  </a:ext>
                  <a:ext uri="{C183D7F6-B498-43B3-948B-1728B52AA6E4}">
                    <adec:decorative xmlns:adec="http://schemas.microsoft.com/office/drawing/2017/decorative" val="1"/>
                  </a:ext>
                </a:extLst>
              </p:cNvPr>
              <p:cNvGrpSpPr>
                <a:grpSpLocks noChangeAspect="1"/>
              </p:cNvGrpSpPr>
              <p:nvPr/>
            </p:nvGrpSpPr>
            <p:grpSpPr>
              <a:xfrm>
                <a:off x="7483974" y="4171935"/>
                <a:ext cx="147896" cy="146551"/>
                <a:chOff x="7540474" y="2116244"/>
                <a:chExt cx="147896" cy="146551"/>
              </a:xfrm>
            </p:grpSpPr>
            <p:sp>
              <p:nvSpPr>
                <p:cNvPr id="1541" name="Freeform: Shape 2744">
                  <a:extLst>
                    <a:ext uri="{FF2B5EF4-FFF2-40B4-BE49-F238E27FC236}">
                      <a16:creationId xmlns:a16="http://schemas.microsoft.com/office/drawing/2014/main" id="{EB03CAFA-77ED-4A2B-AD55-35D774C3C120}"/>
                    </a:ext>
                  </a:extLst>
                </p:cNvPr>
                <p:cNvSpPr/>
                <p:nvPr/>
              </p:nvSpPr>
              <p:spPr>
                <a:xfrm>
                  <a:off x="7540474" y="2164198"/>
                  <a:ext cx="147896" cy="98597"/>
                </a:xfrm>
                <a:custGeom>
                  <a:avLst/>
                  <a:gdLst>
                    <a:gd name="connsiteX0" fmla="*/ 143863 w 147896"/>
                    <a:gd name="connsiteY0" fmla="*/ 0 h 98597"/>
                    <a:gd name="connsiteX1" fmla="*/ 8515 w 147896"/>
                    <a:gd name="connsiteY1" fmla="*/ 0 h 98597"/>
                    <a:gd name="connsiteX2" fmla="*/ 0 w 147896"/>
                    <a:gd name="connsiteY2" fmla="*/ 8515 h 98597"/>
                    <a:gd name="connsiteX3" fmla="*/ 0 w 147896"/>
                    <a:gd name="connsiteY3" fmla="*/ 90082 h 98597"/>
                    <a:gd name="connsiteX4" fmla="*/ 8515 w 147896"/>
                    <a:gd name="connsiteY4" fmla="*/ 98597 h 98597"/>
                    <a:gd name="connsiteX5" fmla="*/ 95908 w 147896"/>
                    <a:gd name="connsiteY5" fmla="*/ 98597 h 98597"/>
                    <a:gd name="connsiteX6" fmla="*/ 95908 w 147896"/>
                    <a:gd name="connsiteY6" fmla="*/ 98597 h 98597"/>
                    <a:gd name="connsiteX7" fmla="*/ 95908 w 147896"/>
                    <a:gd name="connsiteY7" fmla="*/ 98597 h 98597"/>
                    <a:gd name="connsiteX8" fmla="*/ 142966 w 147896"/>
                    <a:gd name="connsiteY8" fmla="*/ 98597 h 98597"/>
                    <a:gd name="connsiteX9" fmla="*/ 151482 w 147896"/>
                    <a:gd name="connsiteY9" fmla="*/ 90082 h 98597"/>
                    <a:gd name="connsiteX10" fmla="*/ 151482 w 147896"/>
                    <a:gd name="connsiteY10" fmla="*/ 8963 h 98597"/>
                    <a:gd name="connsiteX11" fmla="*/ 143863 w 147896"/>
                    <a:gd name="connsiteY11" fmla="*/ 0 h 98597"/>
                    <a:gd name="connsiteX12" fmla="*/ 4482 w 147896"/>
                    <a:gd name="connsiteY12" fmla="*/ 90082 h 98597"/>
                    <a:gd name="connsiteX13" fmla="*/ 4482 w 147896"/>
                    <a:gd name="connsiteY13" fmla="*/ 8963 h 98597"/>
                    <a:gd name="connsiteX14" fmla="*/ 8515 w 147896"/>
                    <a:gd name="connsiteY14" fmla="*/ 4930 h 98597"/>
                    <a:gd name="connsiteX15" fmla="*/ 94116 w 147896"/>
                    <a:gd name="connsiteY15" fmla="*/ 4930 h 98597"/>
                    <a:gd name="connsiteX16" fmla="*/ 94116 w 147896"/>
                    <a:gd name="connsiteY16" fmla="*/ 94564 h 98597"/>
                    <a:gd name="connsiteX17" fmla="*/ 8515 w 147896"/>
                    <a:gd name="connsiteY17" fmla="*/ 94564 h 98597"/>
                    <a:gd name="connsiteX18" fmla="*/ 4482 w 147896"/>
                    <a:gd name="connsiteY18" fmla="*/ 90082 h 98597"/>
                    <a:gd name="connsiteX19" fmla="*/ 147896 w 147896"/>
                    <a:gd name="connsiteY19" fmla="*/ 90082 h 98597"/>
                    <a:gd name="connsiteX20" fmla="*/ 143863 w 147896"/>
                    <a:gd name="connsiteY20" fmla="*/ 94116 h 98597"/>
                    <a:gd name="connsiteX21" fmla="*/ 98598 w 147896"/>
                    <a:gd name="connsiteY21" fmla="*/ 94116 h 98597"/>
                    <a:gd name="connsiteX22" fmla="*/ 98598 w 147896"/>
                    <a:gd name="connsiteY22" fmla="*/ 4482 h 98597"/>
                    <a:gd name="connsiteX23" fmla="*/ 143863 w 147896"/>
                    <a:gd name="connsiteY23" fmla="*/ 4482 h 98597"/>
                    <a:gd name="connsiteX24" fmla="*/ 147896 w 147896"/>
                    <a:gd name="connsiteY24" fmla="*/ 8515 h 98597"/>
                    <a:gd name="connsiteX25" fmla="*/ 147896 w 147896"/>
                    <a:gd name="connsiteY25" fmla="*/ 90082 h 9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7896" h="98597">
                      <a:moveTo>
                        <a:pt x="143863" y="0"/>
                      </a:moveTo>
                      <a:lnTo>
                        <a:pt x="8515" y="0"/>
                      </a:lnTo>
                      <a:cubicBezTo>
                        <a:pt x="3585" y="0"/>
                        <a:pt x="0" y="4034"/>
                        <a:pt x="0" y="8515"/>
                      </a:cubicBezTo>
                      <a:lnTo>
                        <a:pt x="0" y="90082"/>
                      </a:lnTo>
                      <a:cubicBezTo>
                        <a:pt x="0" y="95012"/>
                        <a:pt x="4034" y="98597"/>
                        <a:pt x="8515" y="98597"/>
                      </a:cubicBezTo>
                      <a:lnTo>
                        <a:pt x="95908" y="98597"/>
                      </a:lnTo>
                      <a:cubicBezTo>
                        <a:pt x="95908" y="98597"/>
                        <a:pt x="95908" y="98597"/>
                        <a:pt x="95908" y="98597"/>
                      </a:cubicBezTo>
                      <a:cubicBezTo>
                        <a:pt x="95908" y="98597"/>
                        <a:pt x="95908" y="98597"/>
                        <a:pt x="95908" y="98597"/>
                      </a:cubicBezTo>
                      <a:lnTo>
                        <a:pt x="142966" y="98597"/>
                      </a:lnTo>
                      <a:cubicBezTo>
                        <a:pt x="147896" y="98597"/>
                        <a:pt x="151482" y="94564"/>
                        <a:pt x="151482" y="90082"/>
                      </a:cubicBezTo>
                      <a:lnTo>
                        <a:pt x="151482" y="8963"/>
                      </a:lnTo>
                      <a:cubicBezTo>
                        <a:pt x="152378" y="4034"/>
                        <a:pt x="148792" y="0"/>
                        <a:pt x="143863" y="0"/>
                      </a:cubicBezTo>
                      <a:close/>
                      <a:moveTo>
                        <a:pt x="4482" y="90082"/>
                      </a:moveTo>
                      <a:lnTo>
                        <a:pt x="4482" y="8963"/>
                      </a:lnTo>
                      <a:cubicBezTo>
                        <a:pt x="4482" y="6723"/>
                        <a:pt x="6274" y="4930"/>
                        <a:pt x="8515" y="4930"/>
                      </a:cubicBezTo>
                      <a:lnTo>
                        <a:pt x="94116" y="4930"/>
                      </a:lnTo>
                      <a:lnTo>
                        <a:pt x="94116" y="94564"/>
                      </a:lnTo>
                      <a:lnTo>
                        <a:pt x="8515" y="94564"/>
                      </a:lnTo>
                      <a:cubicBezTo>
                        <a:pt x="6274" y="94116"/>
                        <a:pt x="4482" y="92323"/>
                        <a:pt x="4482" y="90082"/>
                      </a:cubicBezTo>
                      <a:close/>
                      <a:moveTo>
                        <a:pt x="147896" y="90082"/>
                      </a:moveTo>
                      <a:cubicBezTo>
                        <a:pt x="147896" y="92323"/>
                        <a:pt x="146103" y="94116"/>
                        <a:pt x="143863" y="94116"/>
                      </a:cubicBezTo>
                      <a:lnTo>
                        <a:pt x="98598" y="94116"/>
                      </a:lnTo>
                      <a:lnTo>
                        <a:pt x="98598" y="4482"/>
                      </a:lnTo>
                      <a:lnTo>
                        <a:pt x="143863" y="4482"/>
                      </a:lnTo>
                      <a:cubicBezTo>
                        <a:pt x="146103" y="4482"/>
                        <a:pt x="147896" y="6274"/>
                        <a:pt x="147896" y="8515"/>
                      </a:cubicBezTo>
                      <a:lnTo>
                        <a:pt x="147896" y="9008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42" name="Freeform: Shape 2745">
                  <a:extLst>
                    <a:ext uri="{FF2B5EF4-FFF2-40B4-BE49-F238E27FC236}">
                      <a16:creationId xmlns:a16="http://schemas.microsoft.com/office/drawing/2014/main" id="{8664C28B-CAE5-5503-A4C0-0C4C33F32CB1}"/>
                    </a:ext>
                  </a:extLst>
                </p:cNvPr>
                <p:cNvSpPr/>
                <p:nvPr/>
              </p:nvSpPr>
              <p:spPr>
                <a:xfrm>
                  <a:off x="7648035" y="2177643"/>
                  <a:ext cx="31372" cy="31372"/>
                </a:xfrm>
                <a:custGeom>
                  <a:avLst/>
                  <a:gdLst>
                    <a:gd name="connsiteX0" fmla="*/ 15686 w 31371"/>
                    <a:gd name="connsiteY0" fmla="*/ 31372 h 31371"/>
                    <a:gd name="connsiteX1" fmla="*/ 31372 w 31371"/>
                    <a:gd name="connsiteY1" fmla="*/ 15686 h 31371"/>
                    <a:gd name="connsiteX2" fmla="*/ 15686 w 31371"/>
                    <a:gd name="connsiteY2" fmla="*/ 0 h 31371"/>
                    <a:gd name="connsiteX3" fmla="*/ 0 w 31371"/>
                    <a:gd name="connsiteY3" fmla="*/ 15686 h 31371"/>
                    <a:gd name="connsiteX4" fmla="*/ 15686 w 31371"/>
                    <a:gd name="connsiteY4" fmla="*/ 31372 h 31371"/>
                    <a:gd name="connsiteX5" fmla="*/ 15686 w 31371"/>
                    <a:gd name="connsiteY5" fmla="*/ 4482 h 31371"/>
                    <a:gd name="connsiteX6" fmla="*/ 26890 w 31371"/>
                    <a:gd name="connsiteY6" fmla="*/ 15686 h 31371"/>
                    <a:gd name="connsiteX7" fmla="*/ 15686 w 31371"/>
                    <a:gd name="connsiteY7" fmla="*/ 26890 h 31371"/>
                    <a:gd name="connsiteX8" fmla="*/ 4482 w 31371"/>
                    <a:gd name="connsiteY8" fmla="*/ 15686 h 31371"/>
                    <a:gd name="connsiteX9" fmla="*/ 15686 w 31371"/>
                    <a:gd name="connsiteY9" fmla="*/ 4482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31371">
                      <a:moveTo>
                        <a:pt x="15686" y="31372"/>
                      </a:moveTo>
                      <a:cubicBezTo>
                        <a:pt x="24201" y="31372"/>
                        <a:pt x="31372" y="24201"/>
                        <a:pt x="31372" y="15686"/>
                      </a:cubicBezTo>
                      <a:cubicBezTo>
                        <a:pt x="31372" y="7171"/>
                        <a:pt x="24201" y="0"/>
                        <a:pt x="15686" y="0"/>
                      </a:cubicBezTo>
                      <a:cubicBezTo>
                        <a:pt x="7171" y="0"/>
                        <a:pt x="0" y="7171"/>
                        <a:pt x="0" y="15686"/>
                      </a:cubicBezTo>
                      <a:cubicBezTo>
                        <a:pt x="0" y="24649"/>
                        <a:pt x="7171" y="31372"/>
                        <a:pt x="15686" y="31372"/>
                      </a:cubicBezTo>
                      <a:close/>
                      <a:moveTo>
                        <a:pt x="15686" y="4482"/>
                      </a:moveTo>
                      <a:cubicBezTo>
                        <a:pt x="21960" y="4482"/>
                        <a:pt x="26890" y="9412"/>
                        <a:pt x="26890" y="15686"/>
                      </a:cubicBezTo>
                      <a:cubicBezTo>
                        <a:pt x="26890" y="21960"/>
                        <a:pt x="21960" y="26890"/>
                        <a:pt x="15686" y="26890"/>
                      </a:cubicBezTo>
                      <a:cubicBezTo>
                        <a:pt x="9411" y="26890"/>
                        <a:pt x="4482" y="21960"/>
                        <a:pt x="4482" y="15686"/>
                      </a:cubicBezTo>
                      <a:cubicBezTo>
                        <a:pt x="4482" y="9412"/>
                        <a:pt x="9411" y="4482"/>
                        <a:pt x="15686"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43" name="Freeform: Shape 2746">
                  <a:extLst>
                    <a:ext uri="{FF2B5EF4-FFF2-40B4-BE49-F238E27FC236}">
                      <a16:creationId xmlns:a16="http://schemas.microsoft.com/office/drawing/2014/main" id="{6A9385F4-1EBA-4473-3811-2DB21C70F132}"/>
                    </a:ext>
                  </a:extLst>
                </p:cNvPr>
                <p:cNvSpPr/>
                <p:nvPr/>
              </p:nvSpPr>
              <p:spPr>
                <a:xfrm>
                  <a:off x="7553919" y="2177643"/>
                  <a:ext cx="71707" cy="71707"/>
                </a:xfrm>
                <a:custGeom>
                  <a:avLst/>
                  <a:gdLst>
                    <a:gd name="connsiteX0" fmla="*/ 69466 w 71707"/>
                    <a:gd name="connsiteY0" fmla="*/ 0 h 71707"/>
                    <a:gd name="connsiteX1" fmla="*/ 2241 w 71707"/>
                    <a:gd name="connsiteY1" fmla="*/ 0 h 71707"/>
                    <a:gd name="connsiteX2" fmla="*/ 0 w 71707"/>
                    <a:gd name="connsiteY2" fmla="*/ 2241 h 71707"/>
                    <a:gd name="connsiteX3" fmla="*/ 0 w 71707"/>
                    <a:gd name="connsiteY3" fmla="*/ 69466 h 71707"/>
                    <a:gd name="connsiteX4" fmla="*/ 2241 w 71707"/>
                    <a:gd name="connsiteY4" fmla="*/ 71707 h 71707"/>
                    <a:gd name="connsiteX5" fmla="*/ 69466 w 71707"/>
                    <a:gd name="connsiteY5" fmla="*/ 71707 h 71707"/>
                    <a:gd name="connsiteX6" fmla="*/ 71707 w 71707"/>
                    <a:gd name="connsiteY6" fmla="*/ 69466 h 71707"/>
                    <a:gd name="connsiteX7" fmla="*/ 71707 w 71707"/>
                    <a:gd name="connsiteY7" fmla="*/ 2241 h 71707"/>
                    <a:gd name="connsiteX8" fmla="*/ 69466 w 71707"/>
                    <a:gd name="connsiteY8" fmla="*/ 0 h 71707"/>
                    <a:gd name="connsiteX9" fmla="*/ 67226 w 71707"/>
                    <a:gd name="connsiteY9" fmla="*/ 67226 h 71707"/>
                    <a:gd name="connsiteX10" fmla="*/ 4482 w 71707"/>
                    <a:gd name="connsiteY10" fmla="*/ 67226 h 71707"/>
                    <a:gd name="connsiteX11" fmla="*/ 4482 w 71707"/>
                    <a:gd name="connsiteY11" fmla="*/ 4482 h 71707"/>
                    <a:gd name="connsiteX12" fmla="*/ 67226 w 71707"/>
                    <a:gd name="connsiteY12" fmla="*/ 4482 h 71707"/>
                    <a:gd name="connsiteX13" fmla="*/ 67226 w 71707"/>
                    <a:gd name="connsiteY13" fmla="*/ 67226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707" h="71707">
                      <a:moveTo>
                        <a:pt x="69466" y="0"/>
                      </a:moveTo>
                      <a:lnTo>
                        <a:pt x="2241" y="0"/>
                      </a:lnTo>
                      <a:cubicBezTo>
                        <a:pt x="896" y="0"/>
                        <a:pt x="0" y="896"/>
                        <a:pt x="0" y="2241"/>
                      </a:cubicBezTo>
                      <a:lnTo>
                        <a:pt x="0" y="69466"/>
                      </a:lnTo>
                      <a:cubicBezTo>
                        <a:pt x="0" y="70811"/>
                        <a:pt x="896" y="71707"/>
                        <a:pt x="2241" y="71707"/>
                      </a:cubicBezTo>
                      <a:lnTo>
                        <a:pt x="69466" y="71707"/>
                      </a:lnTo>
                      <a:cubicBezTo>
                        <a:pt x="70811" y="71707"/>
                        <a:pt x="71707" y="70811"/>
                        <a:pt x="71707" y="69466"/>
                      </a:cubicBezTo>
                      <a:lnTo>
                        <a:pt x="71707" y="2241"/>
                      </a:lnTo>
                      <a:cubicBezTo>
                        <a:pt x="71707" y="1345"/>
                        <a:pt x="70811" y="0"/>
                        <a:pt x="69466" y="0"/>
                      </a:cubicBezTo>
                      <a:close/>
                      <a:moveTo>
                        <a:pt x="67226" y="67226"/>
                      </a:moveTo>
                      <a:lnTo>
                        <a:pt x="4482" y="67226"/>
                      </a:lnTo>
                      <a:lnTo>
                        <a:pt x="4482" y="4482"/>
                      </a:lnTo>
                      <a:lnTo>
                        <a:pt x="67226" y="4482"/>
                      </a:lnTo>
                      <a:lnTo>
                        <a:pt x="67226" y="6722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44" name="Freeform: Shape 2747">
                  <a:extLst>
                    <a:ext uri="{FF2B5EF4-FFF2-40B4-BE49-F238E27FC236}">
                      <a16:creationId xmlns:a16="http://schemas.microsoft.com/office/drawing/2014/main" id="{4235774C-121F-B2AC-4EF7-DFA21BD06A02}"/>
                    </a:ext>
                  </a:extLst>
                </p:cNvPr>
                <p:cNvSpPr/>
                <p:nvPr/>
              </p:nvSpPr>
              <p:spPr>
                <a:xfrm>
                  <a:off x="7648035" y="2217979"/>
                  <a:ext cx="31372" cy="4482"/>
                </a:xfrm>
                <a:custGeom>
                  <a:avLst/>
                  <a:gdLst>
                    <a:gd name="connsiteX0" fmla="*/ 29131 w 31371"/>
                    <a:gd name="connsiteY0" fmla="*/ 0 h 4481"/>
                    <a:gd name="connsiteX1" fmla="*/ 2241 w 31371"/>
                    <a:gd name="connsiteY1" fmla="*/ 0 h 4481"/>
                    <a:gd name="connsiteX2" fmla="*/ 0 w 31371"/>
                    <a:gd name="connsiteY2" fmla="*/ 2241 h 4481"/>
                    <a:gd name="connsiteX3" fmla="*/ 2241 w 31371"/>
                    <a:gd name="connsiteY3" fmla="*/ 4482 h 4481"/>
                    <a:gd name="connsiteX4" fmla="*/ 29131 w 31371"/>
                    <a:gd name="connsiteY4" fmla="*/ 4482 h 4481"/>
                    <a:gd name="connsiteX5" fmla="*/ 31372 w 31371"/>
                    <a:gd name="connsiteY5" fmla="*/ 2241 h 4481"/>
                    <a:gd name="connsiteX6" fmla="*/ 29131 w 31371"/>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71" h="4481">
                      <a:moveTo>
                        <a:pt x="29131" y="0"/>
                      </a:moveTo>
                      <a:lnTo>
                        <a:pt x="2241" y="0"/>
                      </a:lnTo>
                      <a:cubicBezTo>
                        <a:pt x="896" y="0"/>
                        <a:pt x="0" y="896"/>
                        <a:pt x="0" y="2241"/>
                      </a:cubicBezTo>
                      <a:cubicBezTo>
                        <a:pt x="0" y="3585"/>
                        <a:pt x="896" y="4482"/>
                        <a:pt x="2241" y="4482"/>
                      </a:cubicBezTo>
                      <a:lnTo>
                        <a:pt x="29131" y="4482"/>
                      </a:lnTo>
                      <a:cubicBezTo>
                        <a:pt x="30476" y="4482"/>
                        <a:pt x="31372" y="3585"/>
                        <a:pt x="31372" y="2241"/>
                      </a:cubicBezTo>
                      <a:cubicBezTo>
                        <a:pt x="31372" y="1344"/>
                        <a:pt x="30476" y="0"/>
                        <a:pt x="2913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45" name="Freeform: Shape 2748">
                  <a:extLst>
                    <a:ext uri="{FF2B5EF4-FFF2-40B4-BE49-F238E27FC236}">
                      <a16:creationId xmlns:a16="http://schemas.microsoft.com/office/drawing/2014/main" id="{7E7CC342-6CDC-51DD-7CE6-F5756D627615}"/>
                    </a:ext>
                  </a:extLst>
                </p:cNvPr>
                <p:cNvSpPr/>
                <p:nvPr/>
              </p:nvSpPr>
              <p:spPr>
                <a:xfrm>
                  <a:off x="7648035" y="2231424"/>
                  <a:ext cx="31372" cy="4482"/>
                </a:xfrm>
                <a:custGeom>
                  <a:avLst/>
                  <a:gdLst>
                    <a:gd name="connsiteX0" fmla="*/ 29131 w 31371"/>
                    <a:gd name="connsiteY0" fmla="*/ 0 h 4481"/>
                    <a:gd name="connsiteX1" fmla="*/ 2241 w 31371"/>
                    <a:gd name="connsiteY1" fmla="*/ 0 h 4481"/>
                    <a:gd name="connsiteX2" fmla="*/ 0 w 31371"/>
                    <a:gd name="connsiteY2" fmla="*/ 2241 h 4481"/>
                    <a:gd name="connsiteX3" fmla="*/ 2241 w 31371"/>
                    <a:gd name="connsiteY3" fmla="*/ 4482 h 4481"/>
                    <a:gd name="connsiteX4" fmla="*/ 29131 w 31371"/>
                    <a:gd name="connsiteY4" fmla="*/ 4482 h 4481"/>
                    <a:gd name="connsiteX5" fmla="*/ 31372 w 31371"/>
                    <a:gd name="connsiteY5" fmla="*/ 2241 h 4481"/>
                    <a:gd name="connsiteX6" fmla="*/ 29131 w 31371"/>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71" h="4481">
                      <a:moveTo>
                        <a:pt x="29131" y="0"/>
                      </a:moveTo>
                      <a:lnTo>
                        <a:pt x="2241" y="0"/>
                      </a:lnTo>
                      <a:cubicBezTo>
                        <a:pt x="896" y="0"/>
                        <a:pt x="0" y="896"/>
                        <a:pt x="0" y="2241"/>
                      </a:cubicBezTo>
                      <a:cubicBezTo>
                        <a:pt x="0" y="3585"/>
                        <a:pt x="896" y="4482"/>
                        <a:pt x="2241" y="4482"/>
                      </a:cubicBezTo>
                      <a:lnTo>
                        <a:pt x="29131" y="4482"/>
                      </a:lnTo>
                      <a:cubicBezTo>
                        <a:pt x="30476" y="4482"/>
                        <a:pt x="31372" y="3585"/>
                        <a:pt x="31372" y="2241"/>
                      </a:cubicBezTo>
                      <a:cubicBezTo>
                        <a:pt x="31372" y="1344"/>
                        <a:pt x="30476" y="0"/>
                        <a:pt x="2913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46" name="Freeform: Shape 2749">
                  <a:extLst>
                    <a:ext uri="{FF2B5EF4-FFF2-40B4-BE49-F238E27FC236}">
                      <a16:creationId xmlns:a16="http://schemas.microsoft.com/office/drawing/2014/main" id="{76F50CDC-7089-01C8-79E0-1C56981C9C88}"/>
                    </a:ext>
                  </a:extLst>
                </p:cNvPr>
                <p:cNvSpPr/>
                <p:nvPr/>
              </p:nvSpPr>
              <p:spPr>
                <a:xfrm>
                  <a:off x="7560194" y="2231424"/>
                  <a:ext cx="58262" cy="4482"/>
                </a:xfrm>
                <a:custGeom>
                  <a:avLst/>
                  <a:gdLst>
                    <a:gd name="connsiteX0" fmla="*/ 2241 w 58262"/>
                    <a:gd name="connsiteY0" fmla="*/ 4482 h 4481"/>
                    <a:gd name="connsiteX1" fmla="*/ 56918 w 58262"/>
                    <a:gd name="connsiteY1" fmla="*/ 4482 h 4481"/>
                    <a:gd name="connsiteX2" fmla="*/ 59158 w 58262"/>
                    <a:gd name="connsiteY2" fmla="*/ 2241 h 4481"/>
                    <a:gd name="connsiteX3" fmla="*/ 56918 w 58262"/>
                    <a:gd name="connsiteY3" fmla="*/ 0 h 4481"/>
                    <a:gd name="connsiteX4" fmla="*/ 2241 w 58262"/>
                    <a:gd name="connsiteY4" fmla="*/ 0 h 4481"/>
                    <a:gd name="connsiteX5" fmla="*/ 0 w 58262"/>
                    <a:gd name="connsiteY5" fmla="*/ 2241 h 4481"/>
                    <a:gd name="connsiteX6" fmla="*/ 2241 w 58262"/>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262" h="4481">
                      <a:moveTo>
                        <a:pt x="2241" y="4482"/>
                      </a:moveTo>
                      <a:lnTo>
                        <a:pt x="56918" y="4482"/>
                      </a:lnTo>
                      <a:cubicBezTo>
                        <a:pt x="58262" y="4482"/>
                        <a:pt x="59158" y="3585"/>
                        <a:pt x="59158" y="2241"/>
                      </a:cubicBezTo>
                      <a:cubicBezTo>
                        <a:pt x="59158" y="896"/>
                        <a:pt x="58262" y="0"/>
                        <a:pt x="56918" y="0"/>
                      </a:cubicBezTo>
                      <a:lnTo>
                        <a:pt x="2241" y="0"/>
                      </a:lnTo>
                      <a:cubicBezTo>
                        <a:pt x="896" y="0"/>
                        <a:pt x="0" y="896"/>
                        <a:pt x="0" y="2241"/>
                      </a:cubicBezTo>
                      <a:cubicBezTo>
                        <a:pt x="0" y="3585"/>
                        <a:pt x="896" y="4482"/>
                        <a:pt x="2241"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47" name="Freeform: Shape 2750">
                  <a:extLst>
                    <a:ext uri="{FF2B5EF4-FFF2-40B4-BE49-F238E27FC236}">
                      <a16:creationId xmlns:a16="http://schemas.microsoft.com/office/drawing/2014/main" id="{9277C325-A3BB-F89C-E40F-864F6A76FE41}"/>
                    </a:ext>
                  </a:extLst>
                </p:cNvPr>
                <p:cNvSpPr/>
                <p:nvPr/>
              </p:nvSpPr>
              <p:spPr>
                <a:xfrm>
                  <a:off x="7582602" y="2139549"/>
                  <a:ext cx="13445" cy="13445"/>
                </a:xfrm>
                <a:custGeom>
                  <a:avLst/>
                  <a:gdLst>
                    <a:gd name="connsiteX0" fmla="*/ 0 w 13445"/>
                    <a:gd name="connsiteY0" fmla="*/ 7619 h 13445"/>
                    <a:gd name="connsiteX1" fmla="*/ 7619 w 13445"/>
                    <a:gd name="connsiteY1" fmla="*/ 15238 h 13445"/>
                    <a:gd name="connsiteX2" fmla="*/ 15238 w 13445"/>
                    <a:gd name="connsiteY2" fmla="*/ 7619 h 13445"/>
                    <a:gd name="connsiteX3" fmla="*/ 7619 w 13445"/>
                    <a:gd name="connsiteY3" fmla="*/ 0 h 13445"/>
                    <a:gd name="connsiteX4" fmla="*/ 0 w 13445"/>
                    <a:gd name="connsiteY4" fmla="*/ 7619 h 13445"/>
                    <a:gd name="connsiteX5" fmla="*/ 10308 w 13445"/>
                    <a:gd name="connsiteY5" fmla="*/ 7619 h 13445"/>
                    <a:gd name="connsiteX6" fmla="*/ 7171 w 13445"/>
                    <a:gd name="connsiteY6" fmla="*/ 10756 h 13445"/>
                    <a:gd name="connsiteX7" fmla="*/ 4034 w 13445"/>
                    <a:gd name="connsiteY7" fmla="*/ 7619 h 13445"/>
                    <a:gd name="connsiteX8" fmla="*/ 7171 w 13445"/>
                    <a:gd name="connsiteY8" fmla="*/ 4482 h 13445"/>
                    <a:gd name="connsiteX9" fmla="*/ 10308 w 13445"/>
                    <a:gd name="connsiteY9" fmla="*/ 7619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45" h="13445">
                      <a:moveTo>
                        <a:pt x="0" y="7619"/>
                      </a:moveTo>
                      <a:cubicBezTo>
                        <a:pt x="0" y="11652"/>
                        <a:pt x="3137" y="15238"/>
                        <a:pt x="7619" y="15238"/>
                      </a:cubicBezTo>
                      <a:cubicBezTo>
                        <a:pt x="12101" y="15238"/>
                        <a:pt x="15238" y="12101"/>
                        <a:pt x="15238" y="7619"/>
                      </a:cubicBezTo>
                      <a:cubicBezTo>
                        <a:pt x="15238" y="3585"/>
                        <a:pt x="12101" y="0"/>
                        <a:pt x="7619" y="0"/>
                      </a:cubicBezTo>
                      <a:cubicBezTo>
                        <a:pt x="3137" y="0"/>
                        <a:pt x="0" y="3585"/>
                        <a:pt x="0" y="7619"/>
                      </a:cubicBezTo>
                      <a:close/>
                      <a:moveTo>
                        <a:pt x="10308" y="7619"/>
                      </a:moveTo>
                      <a:cubicBezTo>
                        <a:pt x="10308" y="9412"/>
                        <a:pt x="8963" y="10756"/>
                        <a:pt x="7171" y="10756"/>
                      </a:cubicBezTo>
                      <a:cubicBezTo>
                        <a:pt x="5378" y="10756"/>
                        <a:pt x="4034" y="9412"/>
                        <a:pt x="4034" y="7619"/>
                      </a:cubicBezTo>
                      <a:cubicBezTo>
                        <a:pt x="4034" y="5826"/>
                        <a:pt x="5378" y="4482"/>
                        <a:pt x="7171" y="4482"/>
                      </a:cubicBezTo>
                      <a:cubicBezTo>
                        <a:pt x="8963" y="4482"/>
                        <a:pt x="10308" y="5826"/>
                        <a:pt x="10308" y="761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48" name="Freeform: Shape 2751">
                  <a:extLst>
                    <a:ext uri="{FF2B5EF4-FFF2-40B4-BE49-F238E27FC236}">
                      <a16:creationId xmlns:a16="http://schemas.microsoft.com/office/drawing/2014/main" id="{0CFD7F68-9C00-A608-DC96-E54C322D7DED}"/>
                    </a:ext>
                  </a:extLst>
                </p:cNvPr>
                <p:cNvSpPr/>
                <p:nvPr/>
              </p:nvSpPr>
              <p:spPr>
                <a:xfrm>
                  <a:off x="7571669" y="2127896"/>
                  <a:ext cx="35854" cy="8963"/>
                </a:xfrm>
                <a:custGeom>
                  <a:avLst/>
                  <a:gdLst>
                    <a:gd name="connsiteX0" fmla="*/ 35582 w 35853"/>
                    <a:gd name="connsiteY0" fmla="*/ 11204 h 8963"/>
                    <a:gd name="connsiteX1" fmla="*/ 35582 w 35853"/>
                    <a:gd name="connsiteY1" fmla="*/ 8067 h 8963"/>
                    <a:gd name="connsiteX2" fmla="*/ 18103 w 35853"/>
                    <a:gd name="connsiteY2" fmla="*/ 0 h 8963"/>
                    <a:gd name="connsiteX3" fmla="*/ 625 w 35853"/>
                    <a:gd name="connsiteY3" fmla="*/ 8067 h 8963"/>
                    <a:gd name="connsiteX4" fmla="*/ 1073 w 35853"/>
                    <a:gd name="connsiteY4" fmla="*/ 11204 h 8963"/>
                    <a:gd name="connsiteX5" fmla="*/ 2417 w 35853"/>
                    <a:gd name="connsiteY5" fmla="*/ 11652 h 8963"/>
                    <a:gd name="connsiteX6" fmla="*/ 4210 w 35853"/>
                    <a:gd name="connsiteY6" fmla="*/ 10756 h 8963"/>
                    <a:gd name="connsiteX7" fmla="*/ 18103 w 35853"/>
                    <a:gd name="connsiteY7" fmla="*/ 4482 h 8963"/>
                    <a:gd name="connsiteX8" fmla="*/ 31997 w 35853"/>
                    <a:gd name="connsiteY8" fmla="*/ 10756 h 8963"/>
                    <a:gd name="connsiteX9" fmla="*/ 35582 w 35853"/>
                    <a:gd name="connsiteY9" fmla="*/ 11204 h 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53" h="8963">
                      <a:moveTo>
                        <a:pt x="35582" y="11204"/>
                      </a:moveTo>
                      <a:cubicBezTo>
                        <a:pt x="36478" y="10308"/>
                        <a:pt x="36478" y="8963"/>
                        <a:pt x="35582" y="8067"/>
                      </a:cubicBezTo>
                      <a:cubicBezTo>
                        <a:pt x="31100" y="3137"/>
                        <a:pt x="24826" y="0"/>
                        <a:pt x="18103" y="0"/>
                      </a:cubicBezTo>
                      <a:cubicBezTo>
                        <a:pt x="11381" y="0"/>
                        <a:pt x="5106" y="3137"/>
                        <a:pt x="625" y="8067"/>
                      </a:cubicBezTo>
                      <a:cubicBezTo>
                        <a:pt x="-272" y="8963"/>
                        <a:pt x="-272" y="10308"/>
                        <a:pt x="1073" y="11204"/>
                      </a:cubicBezTo>
                      <a:cubicBezTo>
                        <a:pt x="1521" y="11652"/>
                        <a:pt x="1969" y="11652"/>
                        <a:pt x="2417" y="11652"/>
                      </a:cubicBezTo>
                      <a:cubicBezTo>
                        <a:pt x="2866" y="11652"/>
                        <a:pt x="3762" y="11204"/>
                        <a:pt x="4210" y="10756"/>
                      </a:cubicBezTo>
                      <a:cubicBezTo>
                        <a:pt x="7795" y="6723"/>
                        <a:pt x="12725" y="4482"/>
                        <a:pt x="18103" y="4482"/>
                      </a:cubicBezTo>
                      <a:cubicBezTo>
                        <a:pt x="23481" y="4482"/>
                        <a:pt x="28411" y="6723"/>
                        <a:pt x="31997" y="10756"/>
                      </a:cubicBezTo>
                      <a:cubicBezTo>
                        <a:pt x="32893" y="12101"/>
                        <a:pt x="34686" y="12101"/>
                        <a:pt x="35582" y="1120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49" name="Freeform: Shape 2752">
                  <a:extLst>
                    <a:ext uri="{FF2B5EF4-FFF2-40B4-BE49-F238E27FC236}">
                      <a16:creationId xmlns:a16="http://schemas.microsoft.com/office/drawing/2014/main" id="{5939AFA6-F2CD-E5BF-EC24-8CDB25C409BD}"/>
                    </a:ext>
                  </a:extLst>
                </p:cNvPr>
                <p:cNvSpPr/>
                <p:nvPr/>
              </p:nvSpPr>
              <p:spPr>
                <a:xfrm>
                  <a:off x="7564635" y="2116244"/>
                  <a:ext cx="49299" cy="13445"/>
                </a:xfrm>
                <a:custGeom>
                  <a:avLst/>
                  <a:gdLst>
                    <a:gd name="connsiteX0" fmla="*/ 2281 w 49298"/>
                    <a:gd name="connsiteY0" fmla="*/ 16134 h 13445"/>
                    <a:gd name="connsiteX1" fmla="*/ 4074 w 49298"/>
                    <a:gd name="connsiteY1" fmla="*/ 15238 h 13445"/>
                    <a:gd name="connsiteX2" fmla="*/ 25138 w 49298"/>
                    <a:gd name="connsiteY2" fmla="*/ 4482 h 13445"/>
                    <a:gd name="connsiteX3" fmla="*/ 46202 w 49298"/>
                    <a:gd name="connsiteY3" fmla="*/ 14790 h 13445"/>
                    <a:gd name="connsiteX4" fmla="*/ 49339 w 49298"/>
                    <a:gd name="connsiteY4" fmla="*/ 15238 h 13445"/>
                    <a:gd name="connsiteX5" fmla="*/ 49787 w 49298"/>
                    <a:gd name="connsiteY5" fmla="*/ 12101 h 13445"/>
                    <a:gd name="connsiteX6" fmla="*/ 25138 w 49298"/>
                    <a:gd name="connsiteY6" fmla="*/ 0 h 13445"/>
                    <a:gd name="connsiteX7" fmla="*/ 489 w 49298"/>
                    <a:gd name="connsiteY7" fmla="*/ 12549 h 13445"/>
                    <a:gd name="connsiteX8" fmla="*/ 937 w 49298"/>
                    <a:gd name="connsiteY8" fmla="*/ 15686 h 13445"/>
                    <a:gd name="connsiteX9" fmla="*/ 2281 w 49298"/>
                    <a:gd name="connsiteY9" fmla="*/ 16134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98" h="13445">
                      <a:moveTo>
                        <a:pt x="2281" y="16134"/>
                      </a:moveTo>
                      <a:cubicBezTo>
                        <a:pt x="3178" y="16134"/>
                        <a:pt x="3626" y="15686"/>
                        <a:pt x="4074" y="15238"/>
                      </a:cubicBezTo>
                      <a:cubicBezTo>
                        <a:pt x="9004" y="8515"/>
                        <a:pt x="16623" y="4482"/>
                        <a:pt x="25138" y="4482"/>
                      </a:cubicBezTo>
                      <a:cubicBezTo>
                        <a:pt x="33205" y="4482"/>
                        <a:pt x="40824" y="8067"/>
                        <a:pt x="46202" y="14790"/>
                      </a:cubicBezTo>
                      <a:cubicBezTo>
                        <a:pt x="47098" y="15686"/>
                        <a:pt x="48443" y="16134"/>
                        <a:pt x="49339" y="15238"/>
                      </a:cubicBezTo>
                      <a:cubicBezTo>
                        <a:pt x="50235" y="14341"/>
                        <a:pt x="50684" y="12997"/>
                        <a:pt x="49787" y="12101"/>
                      </a:cubicBezTo>
                      <a:cubicBezTo>
                        <a:pt x="43961" y="4482"/>
                        <a:pt x="34998" y="0"/>
                        <a:pt x="25138" y="0"/>
                      </a:cubicBezTo>
                      <a:cubicBezTo>
                        <a:pt x="15278" y="0"/>
                        <a:pt x="6315" y="4482"/>
                        <a:pt x="489" y="12549"/>
                      </a:cubicBezTo>
                      <a:cubicBezTo>
                        <a:pt x="-408" y="13445"/>
                        <a:pt x="40" y="14790"/>
                        <a:pt x="937" y="15686"/>
                      </a:cubicBezTo>
                      <a:cubicBezTo>
                        <a:pt x="1385" y="16134"/>
                        <a:pt x="1833" y="16134"/>
                        <a:pt x="2281" y="1613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50" name="Group 2593">
                <a:extLst>
                  <a:ext uri="{FF2B5EF4-FFF2-40B4-BE49-F238E27FC236}">
                    <a16:creationId xmlns:a16="http://schemas.microsoft.com/office/drawing/2014/main" id="{E35D4D99-03E7-9B40-73A9-749891F4B2AE}"/>
                  </a:ext>
                  <a:ext uri="{C183D7F6-B498-43B3-948B-1728B52AA6E4}">
                    <adec:decorative xmlns:adec="http://schemas.microsoft.com/office/drawing/2017/decorative" val="1"/>
                  </a:ext>
                </a:extLst>
              </p:cNvPr>
              <p:cNvGrpSpPr>
                <a:grpSpLocks noChangeAspect="1"/>
              </p:cNvGrpSpPr>
              <p:nvPr/>
            </p:nvGrpSpPr>
            <p:grpSpPr>
              <a:xfrm>
                <a:off x="7743913" y="4161179"/>
                <a:ext cx="127240" cy="153274"/>
                <a:chOff x="7800413" y="2105488"/>
                <a:chExt cx="127240" cy="153274"/>
              </a:xfrm>
            </p:grpSpPr>
            <p:sp>
              <p:nvSpPr>
                <p:cNvPr id="1551" name="Freeform: Shape 2732">
                  <a:extLst>
                    <a:ext uri="{FF2B5EF4-FFF2-40B4-BE49-F238E27FC236}">
                      <a16:creationId xmlns:a16="http://schemas.microsoft.com/office/drawing/2014/main" id="{D60EDA15-8247-2579-E4B2-A005198DD404}"/>
                    </a:ext>
                  </a:extLst>
                </p:cNvPr>
                <p:cNvSpPr/>
                <p:nvPr/>
              </p:nvSpPr>
              <p:spPr>
                <a:xfrm>
                  <a:off x="7800413" y="2124311"/>
                  <a:ext cx="112043" cy="134451"/>
                </a:xfrm>
                <a:custGeom>
                  <a:avLst/>
                  <a:gdLst>
                    <a:gd name="connsiteX0" fmla="*/ 103527 w 112042"/>
                    <a:gd name="connsiteY0" fmla="*/ 138485 h 134451"/>
                    <a:gd name="connsiteX1" fmla="*/ 8515 w 112042"/>
                    <a:gd name="connsiteY1" fmla="*/ 138485 h 134451"/>
                    <a:gd name="connsiteX2" fmla="*/ 0 w 112042"/>
                    <a:gd name="connsiteY2" fmla="*/ 129969 h 134451"/>
                    <a:gd name="connsiteX3" fmla="*/ 0 w 112042"/>
                    <a:gd name="connsiteY3" fmla="*/ 8515 h 134451"/>
                    <a:gd name="connsiteX4" fmla="*/ 8515 w 112042"/>
                    <a:gd name="connsiteY4" fmla="*/ 0 h 134451"/>
                    <a:gd name="connsiteX5" fmla="*/ 70811 w 112042"/>
                    <a:gd name="connsiteY5" fmla="*/ 0 h 134451"/>
                    <a:gd name="connsiteX6" fmla="*/ 73052 w 112042"/>
                    <a:gd name="connsiteY6" fmla="*/ 2241 h 134451"/>
                    <a:gd name="connsiteX7" fmla="*/ 70811 w 112042"/>
                    <a:gd name="connsiteY7" fmla="*/ 4482 h 134451"/>
                    <a:gd name="connsiteX8" fmla="*/ 8515 w 112042"/>
                    <a:gd name="connsiteY8" fmla="*/ 4482 h 134451"/>
                    <a:gd name="connsiteX9" fmla="*/ 4482 w 112042"/>
                    <a:gd name="connsiteY9" fmla="*/ 8515 h 134451"/>
                    <a:gd name="connsiteX10" fmla="*/ 4482 w 112042"/>
                    <a:gd name="connsiteY10" fmla="*/ 130418 h 134451"/>
                    <a:gd name="connsiteX11" fmla="*/ 8515 w 112042"/>
                    <a:gd name="connsiteY11" fmla="*/ 134451 h 134451"/>
                    <a:gd name="connsiteX12" fmla="*/ 103527 w 112042"/>
                    <a:gd name="connsiteY12" fmla="*/ 134451 h 134451"/>
                    <a:gd name="connsiteX13" fmla="*/ 107561 w 112042"/>
                    <a:gd name="connsiteY13" fmla="*/ 130418 h 134451"/>
                    <a:gd name="connsiteX14" fmla="*/ 107561 w 112042"/>
                    <a:gd name="connsiteY14" fmla="*/ 29131 h 134451"/>
                    <a:gd name="connsiteX15" fmla="*/ 109802 w 112042"/>
                    <a:gd name="connsiteY15" fmla="*/ 26890 h 134451"/>
                    <a:gd name="connsiteX16" fmla="*/ 112043 w 112042"/>
                    <a:gd name="connsiteY16" fmla="*/ 29131 h 134451"/>
                    <a:gd name="connsiteX17" fmla="*/ 112043 w 112042"/>
                    <a:gd name="connsiteY17" fmla="*/ 130418 h 134451"/>
                    <a:gd name="connsiteX18" fmla="*/ 103527 w 112042"/>
                    <a:gd name="connsiteY18" fmla="*/ 138485 h 13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2042" h="134451">
                      <a:moveTo>
                        <a:pt x="103527" y="138485"/>
                      </a:moveTo>
                      <a:lnTo>
                        <a:pt x="8515" y="138485"/>
                      </a:lnTo>
                      <a:cubicBezTo>
                        <a:pt x="3585" y="138485"/>
                        <a:pt x="0" y="134451"/>
                        <a:pt x="0" y="129969"/>
                      </a:cubicBezTo>
                      <a:lnTo>
                        <a:pt x="0" y="8515"/>
                      </a:lnTo>
                      <a:cubicBezTo>
                        <a:pt x="0" y="3585"/>
                        <a:pt x="4034" y="0"/>
                        <a:pt x="8515" y="0"/>
                      </a:cubicBezTo>
                      <a:lnTo>
                        <a:pt x="70811" y="0"/>
                      </a:lnTo>
                      <a:cubicBezTo>
                        <a:pt x="72155" y="0"/>
                        <a:pt x="73052" y="896"/>
                        <a:pt x="73052" y="2241"/>
                      </a:cubicBezTo>
                      <a:cubicBezTo>
                        <a:pt x="73052" y="3585"/>
                        <a:pt x="72155" y="4482"/>
                        <a:pt x="70811" y="4482"/>
                      </a:cubicBezTo>
                      <a:lnTo>
                        <a:pt x="8515" y="4482"/>
                      </a:lnTo>
                      <a:cubicBezTo>
                        <a:pt x="6274" y="4482"/>
                        <a:pt x="4482" y="6274"/>
                        <a:pt x="4482" y="8515"/>
                      </a:cubicBezTo>
                      <a:lnTo>
                        <a:pt x="4482" y="130418"/>
                      </a:lnTo>
                      <a:cubicBezTo>
                        <a:pt x="4482" y="132658"/>
                        <a:pt x="6274" y="134451"/>
                        <a:pt x="8515" y="134451"/>
                      </a:cubicBezTo>
                      <a:lnTo>
                        <a:pt x="103527" y="134451"/>
                      </a:lnTo>
                      <a:cubicBezTo>
                        <a:pt x="105768" y="134451"/>
                        <a:pt x="107561" y="132658"/>
                        <a:pt x="107561" y="130418"/>
                      </a:cubicBezTo>
                      <a:lnTo>
                        <a:pt x="107561" y="29131"/>
                      </a:lnTo>
                      <a:cubicBezTo>
                        <a:pt x="107561" y="27787"/>
                        <a:pt x="108457" y="26890"/>
                        <a:pt x="109802" y="26890"/>
                      </a:cubicBezTo>
                      <a:cubicBezTo>
                        <a:pt x="111146" y="26890"/>
                        <a:pt x="112043" y="27787"/>
                        <a:pt x="112043" y="29131"/>
                      </a:cubicBezTo>
                      <a:lnTo>
                        <a:pt x="112043" y="130418"/>
                      </a:lnTo>
                      <a:cubicBezTo>
                        <a:pt x="112043" y="134899"/>
                        <a:pt x="108009" y="138485"/>
                        <a:pt x="103527" y="13848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52" name="Freeform: Shape 2733">
                  <a:extLst>
                    <a:ext uri="{FF2B5EF4-FFF2-40B4-BE49-F238E27FC236}">
                      <a16:creationId xmlns:a16="http://schemas.microsoft.com/office/drawing/2014/main" id="{23DC3A9F-7BAC-7ADA-B5CA-5E4BD8D39A15}"/>
                    </a:ext>
                  </a:extLst>
                </p:cNvPr>
                <p:cNvSpPr/>
                <p:nvPr/>
              </p:nvSpPr>
              <p:spPr>
                <a:xfrm>
                  <a:off x="7819684" y="2169128"/>
                  <a:ext cx="76189" cy="76189"/>
                </a:xfrm>
                <a:custGeom>
                  <a:avLst/>
                  <a:gdLst>
                    <a:gd name="connsiteX0" fmla="*/ 38543 w 76188"/>
                    <a:gd name="connsiteY0" fmla="*/ 77085 h 76188"/>
                    <a:gd name="connsiteX1" fmla="*/ 0 w 76188"/>
                    <a:gd name="connsiteY1" fmla="*/ 38543 h 76188"/>
                    <a:gd name="connsiteX2" fmla="*/ 38543 w 76188"/>
                    <a:gd name="connsiteY2" fmla="*/ 0 h 76188"/>
                    <a:gd name="connsiteX3" fmla="*/ 77085 w 76188"/>
                    <a:gd name="connsiteY3" fmla="*/ 38543 h 76188"/>
                    <a:gd name="connsiteX4" fmla="*/ 38543 w 76188"/>
                    <a:gd name="connsiteY4" fmla="*/ 77085 h 76188"/>
                    <a:gd name="connsiteX5" fmla="*/ 38543 w 76188"/>
                    <a:gd name="connsiteY5" fmla="*/ 4482 h 76188"/>
                    <a:gd name="connsiteX6" fmla="*/ 4482 w 76188"/>
                    <a:gd name="connsiteY6" fmla="*/ 38543 h 76188"/>
                    <a:gd name="connsiteX7" fmla="*/ 38543 w 76188"/>
                    <a:gd name="connsiteY7" fmla="*/ 72604 h 76188"/>
                    <a:gd name="connsiteX8" fmla="*/ 72604 w 76188"/>
                    <a:gd name="connsiteY8" fmla="*/ 38543 h 76188"/>
                    <a:gd name="connsiteX9" fmla="*/ 38543 w 76188"/>
                    <a:gd name="connsiteY9" fmla="*/ 4482 h 7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188" h="76188">
                      <a:moveTo>
                        <a:pt x="38543" y="77085"/>
                      </a:moveTo>
                      <a:cubicBezTo>
                        <a:pt x="17479" y="77085"/>
                        <a:pt x="0" y="59607"/>
                        <a:pt x="0" y="38543"/>
                      </a:cubicBezTo>
                      <a:cubicBezTo>
                        <a:pt x="0" y="17479"/>
                        <a:pt x="17479" y="0"/>
                        <a:pt x="38543" y="0"/>
                      </a:cubicBezTo>
                      <a:cubicBezTo>
                        <a:pt x="59607" y="0"/>
                        <a:pt x="77085" y="17479"/>
                        <a:pt x="77085" y="38543"/>
                      </a:cubicBezTo>
                      <a:cubicBezTo>
                        <a:pt x="77085" y="59607"/>
                        <a:pt x="59607" y="77085"/>
                        <a:pt x="38543" y="77085"/>
                      </a:cubicBezTo>
                      <a:close/>
                      <a:moveTo>
                        <a:pt x="38543" y="4482"/>
                      </a:moveTo>
                      <a:cubicBezTo>
                        <a:pt x="19719" y="4482"/>
                        <a:pt x="4482" y="19719"/>
                        <a:pt x="4482" y="38543"/>
                      </a:cubicBezTo>
                      <a:cubicBezTo>
                        <a:pt x="4482" y="57366"/>
                        <a:pt x="19719" y="72604"/>
                        <a:pt x="38543" y="72604"/>
                      </a:cubicBezTo>
                      <a:cubicBezTo>
                        <a:pt x="57366" y="72604"/>
                        <a:pt x="72604" y="57366"/>
                        <a:pt x="72604" y="38543"/>
                      </a:cubicBezTo>
                      <a:cubicBezTo>
                        <a:pt x="72604" y="19719"/>
                        <a:pt x="57366" y="4482"/>
                        <a:pt x="38543"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53" name="Freeform: Shape 2734">
                  <a:extLst>
                    <a:ext uri="{FF2B5EF4-FFF2-40B4-BE49-F238E27FC236}">
                      <a16:creationId xmlns:a16="http://schemas.microsoft.com/office/drawing/2014/main" id="{CBD57D92-9F0D-ABC4-A597-A84AFE07CEF5}"/>
                    </a:ext>
                  </a:extLst>
                </p:cNvPr>
                <p:cNvSpPr/>
                <p:nvPr/>
              </p:nvSpPr>
              <p:spPr>
                <a:xfrm>
                  <a:off x="7846126" y="2143134"/>
                  <a:ext cx="17927" cy="17927"/>
                </a:xfrm>
                <a:custGeom>
                  <a:avLst/>
                  <a:gdLst>
                    <a:gd name="connsiteX0" fmla="*/ 10308 w 17926"/>
                    <a:gd name="connsiteY0" fmla="*/ 20616 h 17926"/>
                    <a:gd name="connsiteX1" fmla="*/ 0 w 17926"/>
                    <a:gd name="connsiteY1" fmla="*/ 10308 h 17926"/>
                    <a:gd name="connsiteX2" fmla="*/ 10308 w 17926"/>
                    <a:gd name="connsiteY2" fmla="*/ 0 h 17926"/>
                    <a:gd name="connsiteX3" fmla="*/ 20616 w 17926"/>
                    <a:gd name="connsiteY3" fmla="*/ 10308 h 17926"/>
                    <a:gd name="connsiteX4" fmla="*/ 10308 w 17926"/>
                    <a:gd name="connsiteY4" fmla="*/ 20616 h 17926"/>
                    <a:gd name="connsiteX5" fmla="*/ 10308 w 17926"/>
                    <a:gd name="connsiteY5" fmla="*/ 4034 h 17926"/>
                    <a:gd name="connsiteX6" fmla="*/ 4482 w 17926"/>
                    <a:gd name="connsiteY6" fmla="*/ 9860 h 17926"/>
                    <a:gd name="connsiteX7" fmla="*/ 10308 w 17926"/>
                    <a:gd name="connsiteY7" fmla="*/ 15686 h 17926"/>
                    <a:gd name="connsiteX8" fmla="*/ 16134 w 17926"/>
                    <a:gd name="connsiteY8" fmla="*/ 9860 h 17926"/>
                    <a:gd name="connsiteX9" fmla="*/ 10308 w 17926"/>
                    <a:gd name="connsiteY9" fmla="*/ 4034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26" h="17926">
                      <a:moveTo>
                        <a:pt x="10308" y="20616"/>
                      </a:moveTo>
                      <a:cubicBezTo>
                        <a:pt x="4482" y="20616"/>
                        <a:pt x="0" y="16134"/>
                        <a:pt x="0" y="10308"/>
                      </a:cubicBezTo>
                      <a:cubicBezTo>
                        <a:pt x="0" y="4482"/>
                        <a:pt x="4482" y="0"/>
                        <a:pt x="10308" y="0"/>
                      </a:cubicBezTo>
                      <a:cubicBezTo>
                        <a:pt x="16134" y="0"/>
                        <a:pt x="20616" y="4482"/>
                        <a:pt x="20616" y="10308"/>
                      </a:cubicBezTo>
                      <a:cubicBezTo>
                        <a:pt x="20616" y="16134"/>
                        <a:pt x="16134" y="20616"/>
                        <a:pt x="10308" y="20616"/>
                      </a:cubicBezTo>
                      <a:close/>
                      <a:moveTo>
                        <a:pt x="10308" y="4034"/>
                      </a:moveTo>
                      <a:cubicBezTo>
                        <a:pt x="7171" y="4034"/>
                        <a:pt x="4482" y="6723"/>
                        <a:pt x="4482" y="9860"/>
                      </a:cubicBezTo>
                      <a:cubicBezTo>
                        <a:pt x="4482" y="12997"/>
                        <a:pt x="7171" y="15686"/>
                        <a:pt x="10308" y="15686"/>
                      </a:cubicBezTo>
                      <a:cubicBezTo>
                        <a:pt x="13445" y="15686"/>
                        <a:pt x="16134" y="12997"/>
                        <a:pt x="16134" y="9860"/>
                      </a:cubicBezTo>
                      <a:cubicBezTo>
                        <a:pt x="16134" y="6723"/>
                        <a:pt x="13445" y="4034"/>
                        <a:pt x="10308" y="403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54" name="Freeform: Shape 2735">
                  <a:extLst>
                    <a:ext uri="{FF2B5EF4-FFF2-40B4-BE49-F238E27FC236}">
                      <a16:creationId xmlns:a16="http://schemas.microsoft.com/office/drawing/2014/main" id="{723A1868-D922-47FF-AF06-07E0AC86176E}"/>
                    </a:ext>
                  </a:extLst>
                </p:cNvPr>
                <p:cNvSpPr/>
                <p:nvPr/>
              </p:nvSpPr>
              <p:spPr>
                <a:xfrm>
                  <a:off x="7828647" y="2178092"/>
                  <a:ext cx="53780" cy="58262"/>
                </a:xfrm>
                <a:custGeom>
                  <a:avLst/>
                  <a:gdLst>
                    <a:gd name="connsiteX0" fmla="*/ 29579 w 53780"/>
                    <a:gd name="connsiteY0" fmla="*/ 59158 h 58262"/>
                    <a:gd name="connsiteX1" fmla="*/ 0 w 53780"/>
                    <a:gd name="connsiteY1" fmla="*/ 29579 h 58262"/>
                    <a:gd name="connsiteX2" fmla="*/ 29579 w 53780"/>
                    <a:gd name="connsiteY2" fmla="*/ 0 h 58262"/>
                    <a:gd name="connsiteX3" fmla="*/ 54677 w 53780"/>
                    <a:gd name="connsiteY3" fmla="*/ 13445 h 58262"/>
                    <a:gd name="connsiteX4" fmla="*/ 55125 w 53780"/>
                    <a:gd name="connsiteY4" fmla="*/ 15238 h 58262"/>
                    <a:gd name="connsiteX5" fmla="*/ 53780 w 53780"/>
                    <a:gd name="connsiteY5" fmla="*/ 16582 h 58262"/>
                    <a:gd name="connsiteX6" fmla="*/ 45713 w 53780"/>
                    <a:gd name="connsiteY6" fmla="*/ 29579 h 58262"/>
                    <a:gd name="connsiteX7" fmla="*/ 53780 w 53780"/>
                    <a:gd name="connsiteY7" fmla="*/ 42576 h 58262"/>
                    <a:gd name="connsiteX8" fmla="*/ 55125 w 53780"/>
                    <a:gd name="connsiteY8" fmla="*/ 43921 h 58262"/>
                    <a:gd name="connsiteX9" fmla="*/ 54677 w 53780"/>
                    <a:gd name="connsiteY9" fmla="*/ 45713 h 58262"/>
                    <a:gd name="connsiteX10" fmla="*/ 29579 w 53780"/>
                    <a:gd name="connsiteY10" fmla="*/ 59158 h 58262"/>
                    <a:gd name="connsiteX11" fmla="*/ 29579 w 53780"/>
                    <a:gd name="connsiteY11" fmla="*/ 4034 h 58262"/>
                    <a:gd name="connsiteX12" fmla="*/ 4482 w 53780"/>
                    <a:gd name="connsiteY12" fmla="*/ 29131 h 58262"/>
                    <a:gd name="connsiteX13" fmla="*/ 29579 w 53780"/>
                    <a:gd name="connsiteY13" fmla="*/ 54229 h 58262"/>
                    <a:gd name="connsiteX14" fmla="*/ 49299 w 53780"/>
                    <a:gd name="connsiteY14" fmla="*/ 44369 h 58262"/>
                    <a:gd name="connsiteX15" fmla="*/ 40784 w 53780"/>
                    <a:gd name="connsiteY15" fmla="*/ 28683 h 58262"/>
                    <a:gd name="connsiteX16" fmla="*/ 49299 w 53780"/>
                    <a:gd name="connsiteY16" fmla="*/ 12997 h 58262"/>
                    <a:gd name="connsiteX17" fmla="*/ 29579 w 53780"/>
                    <a:gd name="connsiteY17" fmla="*/ 4034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780" h="58262">
                      <a:moveTo>
                        <a:pt x="29579" y="59158"/>
                      </a:moveTo>
                      <a:cubicBezTo>
                        <a:pt x="12997" y="59158"/>
                        <a:pt x="0" y="45713"/>
                        <a:pt x="0" y="29579"/>
                      </a:cubicBezTo>
                      <a:cubicBezTo>
                        <a:pt x="0" y="12997"/>
                        <a:pt x="13445" y="0"/>
                        <a:pt x="29579" y="0"/>
                      </a:cubicBezTo>
                      <a:cubicBezTo>
                        <a:pt x="39887" y="0"/>
                        <a:pt x="48851" y="4930"/>
                        <a:pt x="54677" y="13445"/>
                      </a:cubicBezTo>
                      <a:cubicBezTo>
                        <a:pt x="55125" y="13893"/>
                        <a:pt x="55125" y="14790"/>
                        <a:pt x="55125" y="15238"/>
                      </a:cubicBezTo>
                      <a:cubicBezTo>
                        <a:pt x="55125" y="15686"/>
                        <a:pt x="54677" y="16582"/>
                        <a:pt x="53780" y="16582"/>
                      </a:cubicBezTo>
                      <a:cubicBezTo>
                        <a:pt x="48851" y="18823"/>
                        <a:pt x="45713" y="23753"/>
                        <a:pt x="45713" y="29579"/>
                      </a:cubicBezTo>
                      <a:cubicBezTo>
                        <a:pt x="45713" y="34957"/>
                        <a:pt x="48851" y="39887"/>
                        <a:pt x="53780" y="42576"/>
                      </a:cubicBezTo>
                      <a:cubicBezTo>
                        <a:pt x="54229" y="43024"/>
                        <a:pt x="54677" y="43472"/>
                        <a:pt x="55125" y="43921"/>
                      </a:cubicBezTo>
                      <a:cubicBezTo>
                        <a:pt x="55573" y="44369"/>
                        <a:pt x="55125" y="45265"/>
                        <a:pt x="54677" y="45713"/>
                      </a:cubicBezTo>
                      <a:cubicBezTo>
                        <a:pt x="48851" y="53780"/>
                        <a:pt x="39439" y="59158"/>
                        <a:pt x="29579" y="59158"/>
                      </a:cubicBezTo>
                      <a:close/>
                      <a:moveTo>
                        <a:pt x="29579" y="4034"/>
                      </a:moveTo>
                      <a:cubicBezTo>
                        <a:pt x="15686" y="4034"/>
                        <a:pt x="4482" y="15238"/>
                        <a:pt x="4482" y="29131"/>
                      </a:cubicBezTo>
                      <a:cubicBezTo>
                        <a:pt x="4482" y="43024"/>
                        <a:pt x="15686" y="54229"/>
                        <a:pt x="29579" y="54229"/>
                      </a:cubicBezTo>
                      <a:cubicBezTo>
                        <a:pt x="37198" y="54229"/>
                        <a:pt x="44817" y="50643"/>
                        <a:pt x="49299" y="44369"/>
                      </a:cubicBezTo>
                      <a:cubicBezTo>
                        <a:pt x="44369" y="40784"/>
                        <a:pt x="40784" y="34957"/>
                        <a:pt x="40784" y="28683"/>
                      </a:cubicBezTo>
                      <a:cubicBezTo>
                        <a:pt x="40784" y="22409"/>
                        <a:pt x="43921" y="16582"/>
                        <a:pt x="49299" y="12997"/>
                      </a:cubicBezTo>
                      <a:cubicBezTo>
                        <a:pt x="44369" y="7619"/>
                        <a:pt x="37198" y="4034"/>
                        <a:pt x="29579" y="403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55" name="Freeform: Shape 2736">
                  <a:extLst>
                    <a:ext uri="{FF2B5EF4-FFF2-40B4-BE49-F238E27FC236}">
                      <a16:creationId xmlns:a16="http://schemas.microsoft.com/office/drawing/2014/main" id="{DF2EB33A-E7FA-1814-32C8-90A8181F6556}"/>
                    </a:ext>
                  </a:extLst>
                </p:cNvPr>
                <p:cNvSpPr/>
                <p:nvPr/>
              </p:nvSpPr>
              <p:spPr>
                <a:xfrm>
                  <a:off x="7839404" y="2188848"/>
                  <a:ext cx="17927" cy="17927"/>
                </a:xfrm>
                <a:custGeom>
                  <a:avLst/>
                  <a:gdLst>
                    <a:gd name="connsiteX0" fmla="*/ 2241 w 17926"/>
                    <a:gd name="connsiteY0" fmla="*/ 21064 h 17926"/>
                    <a:gd name="connsiteX1" fmla="*/ 0 w 17926"/>
                    <a:gd name="connsiteY1" fmla="*/ 18823 h 17926"/>
                    <a:gd name="connsiteX2" fmla="*/ 18823 w 17926"/>
                    <a:gd name="connsiteY2" fmla="*/ 0 h 17926"/>
                    <a:gd name="connsiteX3" fmla="*/ 21064 w 17926"/>
                    <a:gd name="connsiteY3" fmla="*/ 2241 h 17926"/>
                    <a:gd name="connsiteX4" fmla="*/ 18823 w 17926"/>
                    <a:gd name="connsiteY4" fmla="*/ 4482 h 17926"/>
                    <a:gd name="connsiteX5" fmla="*/ 4482 w 17926"/>
                    <a:gd name="connsiteY5" fmla="*/ 18823 h 17926"/>
                    <a:gd name="connsiteX6" fmla="*/ 2241 w 17926"/>
                    <a:gd name="connsiteY6" fmla="*/ 21064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26" h="17926">
                      <a:moveTo>
                        <a:pt x="2241" y="21064"/>
                      </a:moveTo>
                      <a:cubicBezTo>
                        <a:pt x="896" y="21064"/>
                        <a:pt x="0" y="20168"/>
                        <a:pt x="0" y="18823"/>
                      </a:cubicBezTo>
                      <a:cubicBezTo>
                        <a:pt x="0" y="8515"/>
                        <a:pt x="8515" y="0"/>
                        <a:pt x="18823" y="0"/>
                      </a:cubicBezTo>
                      <a:cubicBezTo>
                        <a:pt x="20168" y="0"/>
                        <a:pt x="21064" y="896"/>
                        <a:pt x="21064" y="2241"/>
                      </a:cubicBezTo>
                      <a:cubicBezTo>
                        <a:pt x="21064" y="3585"/>
                        <a:pt x="20168" y="4482"/>
                        <a:pt x="18823" y="4482"/>
                      </a:cubicBezTo>
                      <a:cubicBezTo>
                        <a:pt x="10756" y="4482"/>
                        <a:pt x="4482" y="10756"/>
                        <a:pt x="4482" y="18823"/>
                      </a:cubicBezTo>
                      <a:cubicBezTo>
                        <a:pt x="4482" y="19719"/>
                        <a:pt x="3585" y="21064"/>
                        <a:pt x="2241" y="2106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56" name="Freeform: Shape 2737">
                  <a:extLst>
                    <a:ext uri="{FF2B5EF4-FFF2-40B4-BE49-F238E27FC236}">
                      <a16:creationId xmlns:a16="http://schemas.microsoft.com/office/drawing/2014/main" id="{AE5AA911-C286-C21A-2813-2D71E0B334B8}"/>
                    </a:ext>
                  </a:extLst>
                </p:cNvPr>
                <p:cNvSpPr/>
                <p:nvPr/>
              </p:nvSpPr>
              <p:spPr>
                <a:xfrm>
                  <a:off x="7821477" y="2150753"/>
                  <a:ext cx="4482" cy="4482"/>
                </a:xfrm>
                <a:custGeom>
                  <a:avLst/>
                  <a:gdLst>
                    <a:gd name="connsiteX0" fmla="*/ 4930 w 4481"/>
                    <a:gd name="connsiteY0" fmla="*/ 4482 h 4481"/>
                    <a:gd name="connsiteX1" fmla="*/ 2241 w 4481"/>
                    <a:gd name="connsiteY1" fmla="*/ 4482 h 4481"/>
                    <a:gd name="connsiteX2" fmla="*/ 0 w 4481"/>
                    <a:gd name="connsiteY2" fmla="*/ 2241 h 4481"/>
                    <a:gd name="connsiteX3" fmla="*/ 2241 w 4481"/>
                    <a:gd name="connsiteY3" fmla="*/ 0 h 4481"/>
                    <a:gd name="connsiteX4" fmla="*/ 4930 w 4481"/>
                    <a:gd name="connsiteY4" fmla="*/ 0 h 4481"/>
                    <a:gd name="connsiteX5" fmla="*/ 7171 w 4481"/>
                    <a:gd name="connsiteY5" fmla="*/ 2241 h 4481"/>
                    <a:gd name="connsiteX6" fmla="*/ 4930 w 4481"/>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4481">
                      <a:moveTo>
                        <a:pt x="4930" y="4482"/>
                      </a:moveTo>
                      <a:lnTo>
                        <a:pt x="2241" y="4482"/>
                      </a:lnTo>
                      <a:cubicBezTo>
                        <a:pt x="896" y="4482"/>
                        <a:pt x="0" y="3585"/>
                        <a:pt x="0" y="2241"/>
                      </a:cubicBezTo>
                      <a:cubicBezTo>
                        <a:pt x="0" y="896"/>
                        <a:pt x="896" y="0"/>
                        <a:pt x="2241" y="0"/>
                      </a:cubicBezTo>
                      <a:lnTo>
                        <a:pt x="4930" y="0"/>
                      </a:lnTo>
                      <a:cubicBezTo>
                        <a:pt x="6274" y="0"/>
                        <a:pt x="7171" y="896"/>
                        <a:pt x="7171" y="2241"/>
                      </a:cubicBezTo>
                      <a:cubicBezTo>
                        <a:pt x="7171" y="3585"/>
                        <a:pt x="5826" y="4482"/>
                        <a:pt x="4930"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57" name="Freeform: Shape 2738">
                  <a:extLst>
                    <a:ext uri="{FF2B5EF4-FFF2-40B4-BE49-F238E27FC236}">
                      <a16:creationId xmlns:a16="http://schemas.microsoft.com/office/drawing/2014/main" id="{36EB7851-48F3-CC1B-F045-8B21E4F1D83D}"/>
                    </a:ext>
                  </a:extLst>
                </p:cNvPr>
                <p:cNvSpPr/>
                <p:nvPr/>
              </p:nvSpPr>
              <p:spPr>
                <a:xfrm>
                  <a:off x="7833129" y="2150753"/>
                  <a:ext cx="4482" cy="4482"/>
                </a:xfrm>
                <a:custGeom>
                  <a:avLst/>
                  <a:gdLst>
                    <a:gd name="connsiteX0" fmla="*/ 4930 w 4481"/>
                    <a:gd name="connsiteY0" fmla="*/ 4482 h 4481"/>
                    <a:gd name="connsiteX1" fmla="*/ 2241 w 4481"/>
                    <a:gd name="connsiteY1" fmla="*/ 4482 h 4481"/>
                    <a:gd name="connsiteX2" fmla="*/ 0 w 4481"/>
                    <a:gd name="connsiteY2" fmla="*/ 2241 h 4481"/>
                    <a:gd name="connsiteX3" fmla="*/ 2241 w 4481"/>
                    <a:gd name="connsiteY3" fmla="*/ 0 h 4481"/>
                    <a:gd name="connsiteX4" fmla="*/ 4930 w 4481"/>
                    <a:gd name="connsiteY4" fmla="*/ 0 h 4481"/>
                    <a:gd name="connsiteX5" fmla="*/ 7171 w 4481"/>
                    <a:gd name="connsiteY5" fmla="*/ 2241 h 4481"/>
                    <a:gd name="connsiteX6" fmla="*/ 4930 w 4481"/>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4481">
                      <a:moveTo>
                        <a:pt x="4930" y="4482"/>
                      </a:moveTo>
                      <a:lnTo>
                        <a:pt x="2241" y="4482"/>
                      </a:lnTo>
                      <a:cubicBezTo>
                        <a:pt x="896" y="4482"/>
                        <a:pt x="0" y="3585"/>
                        <a:pt x="0" y="2241"/>
                      </a:cubicBezTo>
                      <a:cubicBezTo>
                        <a:pt x="0" y="896"/>
                        <a:pt x="896" y="0"/>
                        <a:pt x="2241" y="0"/>
                      </a:cubicBezTo>
                      <a:lnTo>
                        <a:pt x="4930" y="0"/>
                      </a:lnTo>
                      <a:cubicBezTo>
                        <a:pt x="6274" y="0"/>
                        <a:pt x="7171" y="896"/>
                        <a:pt x="7171" y="2241"/>
                      </a:cubicBezTo>
                      <a:cubicBezTo>
                        <a:pt x="7171" y="3585"/>
                        <a:pt x="6274" y="4482"/>
                        <a:pt x="4930"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58" name="Freeform: Shape 2739">
                  <a:extLst>
                    <a:ext uri="{FF2B5EF4-FFF2-40B4-BE49-F238E27FC236}">
                      <a16:creationId xmlns:a16="http://schemas.microsoft.com/office/drawing/2014/main" id="{A605EFE0-2735-27C5-6F16-FD0C0E97D88E}"/>
                    </a:ext>
                  </a:extLst>
                </p:cNvPr>
                <p:cNvSpPr/>
                <p:nvPr/>
              </p:nvSpPr>
              <p:spPr>
                <a:xfrm>
                  <a:off x="7872568" y="2150753"/>
                  <a:ext cx="4482" cy="4482"/>
                </a:xfrm>
                <a:custGeom>
                  <a:avLst/>
                  <a:gdLst>
                    <a:gd name="connsiteX0" fmla="*/ 4930 w 4481"/>
                    <a:gd name="connsiteY0" fmla="*/ 4482 h 4481"/>
                    <a:gd name="connsiteX1" fmla="*/ 2241 w 4481"/>
                    <a:gd name="connsiteY1" fmla="*/ 4482 h 4481"/>
                    <a:gd name="connsiteX2" fmla="*/ 0 w 4481"/>
                    <a:gd name="connsiteY2" fmla="*/ 2241 h 4481"/>
                    <a:gd name="connsiteX3" fmla="*/ 2241 w 4481"/>
                    <a:gd name="connsiteY3" fmla="*/ 0 h 4481"/>
                    <a:gd name="connsiteX4" fmla="*/ 4930 w 4481"/>
                    <a:gd name="connsiteY4" fmla="*/ 0 h 4481"/>
                    <a:gd name="connsiteX5" fmla="*/ 7171 w 4481"/>
                    <a:gd name="connsiteY5" fmla="*/ 2241 h 4481"/>
                    <a:gd name="connsiteX6" fmla="*/ 4930 w 4481"/>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4481">
                      <a:moveTo>
                        <a:pt x="4930" y="4482"/>
                      </a:moveTo>
                      <a:lnTo>
                        <a:pt x="2241" y="4482"/>
                      </a:lnTo>
                      <a:cubicBezTo>
                        <a:pt x="896" y="4482"/>
                        <a:pt x="0" y="3585"/>
                        <a:pt x="0" y="2241"/>
                      </a:cubicBezTo>
                      <a:cubicBezTo>
                        <a:pt x="0" y="896"/>
                        <a:pt x="896" y="0"/>
                        <a:pt x="2241" y="0"/>
                      </a:cubicBezTo>
                      <a:lnTo>
                        <a:pt x="4930" y="0"/>
                      </a:lnTo>
                      <a:cubicBezTo>
                        <a:pt x="6274" y="0"/>
                        <a:pt x="7171" y="896"/>
                        <a:pt x="7171" y="2241"/>
                      </a:cubicBezTo>
                      <a:cubicBezTo>
                        <a:pt x="7171" y="3585"/>
                        <a:pt x="6274" y="4482"/>
                        <a:pt x="4930"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59" name="Freeform: Shape 2740">
                  <a:extLst>
                    <a:ext uri="{FF2B5EF4-FFF2-40B4-BE49-F238E27FC236}">
                      <a16:creationId xmlns:a16="http://schemas.microsoft.com/office/drawing/2014/main" id="{A7D74B85-9D63-7CC2-CEB7-15FFFD72B7B4}"/>
                    </a:ext>
                  </a:extLst>
                </p:cNvPr>
                <p:cNvSpPr/>
                <p:nvPr/>
              </p:nvSpPr>
              <p:spPr>
                <a:xfrm>
                  <a:off x="7884669" y="2150753"/>
                  <a:ext cx="4482" cy="4482"/>
                </a:xfrm>
                <a:custGeom>
                  <a:avLst/>
                  <a:gdLst>
                    <a:gd name="connsiteX0" fmla="*/ 4930 w 4481"/>
                    <a:gd name="connsiteY0" fmla="*/ 4482 h 4481"/>
                    <a:gd name="connsiteX1" fmla="*/ 2241 w 4481"/>
                    <a:gd name="connsiteY1" fmla="*/ 4482 h 4481"/>
                    <a:gd name="connsiteX2" fmla="*/ 0 w 4481"/>
                    <a:gd name="connsiteY2" fmla="*/ 2241 h 4481"/>
                    <a:gd name="connsiteX3" fmla="*/ 2241 w 4481"/>
                    <a:gd name="connsiteY3" fmla="*/ 0 h 4481"/>
                    <a:gd name="connsiteX4" fmla="*/ 4930 w 4481"/>
                    <a:gd name="connsiteY4" fmla="*/ 0 h 4481"/>
                    <a:gd name="connsiteX5" fmla="*/ 7171 w 4481"/>
                    <a:gd name="connsiteY5" fmla="*/ 2241 h 4481"/>
                    <a:gd name="connsiteX6" fmla="*/ 4930 w 4481"/>
                    <a:gd name="connsiteY6"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4481">
                      <a:moveTo>
                        <a:pt x="4930" y="4482"/>
                      </a:moveTo>
                      <a:lnTo>
                        <a:pt x="2241" y="4482"/>
                      </a:lnTo>
                      <a:cubicBezTo>
                        <a:pt x="896" y="4482"/>
                        <a:pt x="0" y="3585"/>
                        <a:pt x="0" y="2241"/>
                      </a:cubicBezTo>
                      <a:cubicBezTo>
                        <a:pt x="0" y="896"/>
                        <a:pt x="896" y="0"/>
                        <a:pt x="2241" y="0"/>
                      </a:cubicBezTo>
                      <a:lnTo>
                        <a:pt x="4930" y="0"/>
                      </a:lnTo>
                      <a:cubicBezTo>
                        <a:pt x="6274" y="0"/>
                        <a:pt x="7171" y="896"/>
                        <a:pt x="7171" y="2241"/>
                      </a:cubicBezTo>
                      <a:cubicBezTo>
                        <a:pt x="7171" y="3585"/>
                        <a:pt x="5826" y="4482"/>
                        <a:pt x="4930"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60" name="Freeform: Shape 2741">
                  <a:extLst>
                    <a:ext uri="{FF2B5EF4-FFF2-40B4-BE49-F238E27FC236}">
                      <a16:creationId xmlns:a16="http://schemas.microsoft.com/office/drawing/2014/main" id="{14F3D022-8897-64B2-A73D-32C50706B3F9}"/>
                    </a:ext>
                  </a:extLst>
                </p:cNvPr>
                <p:cNvSpPr/>
                <p:nvPr/>
              </p:nvSpPr>
              <p:spPr>
                <a:xfrm>
                  <a:off x="7895873" y="2128793"/>
                  <a:ext cx="13445" cy="13445"/>
                </a:xfrm>
                <a:custGeom>
                  <a:avLst/>
                  <a:gdLst>
                    <a:gd name="connsiteX0" fmla="*/ 7619 w 13445"/>
                    <a:gd name="connsiteY0" fmla="*/ 15238 h 13445"/>
                    <a:gd name="connsiteX1" fmla="*/ 0 w 13445"/>
                    <a:gd name="connsiteY1" fmla="*/ 7619 h 13445"/>
                    <a:gd name="connsiteX2" fmla="*/ 7619 w 13445"/>
                    <a:gd name="connsiteY2" fmla="*/ 0 h 13445"/>
                    <a:gd name="connsiteX3" fmla="*/ 15238 w 13445"/>
                    <a:gd name="connsiteY3" fmla="*/ 7619 h 13445"/>
                    <a:gd name="connsiteX4" fmla="*/ 7619 w 13445"/>
                    <a:gd name="connsiteY4" fmla="*/ 15238 h 13445"/>
                    <a:gd name="connsiteX5" fmla="*/ 7619 w 13445"/>
                    <a:gd name="connsiteY5" fmla="*/ 4930 h 13445"/>
                    <a:gd name="connsiteX6" fmla="*/ 4482 w 13445"/>
                    <a:gd name="connsiteY6" fmla="*/ 8067 h 13445"/>
                    <a:gd name="connsiteX7" fmla="*/ 7619 w 13445"/>
                    <a:gd name="connsiteY7" fmla="*/ 11204 h 13445"/>
                    <a:gd name="connsiteX8" fmla="*/ 10756 w 13445"/>
                    <a:gd name="connsiteY8" fmla="*/ 8067 h 13445"/>
                    <a:gd name="connsiteX9" fmla="*/ 7619 w 13445"/>
                    <a:gd name="connsiteY9" fmla="*/ 4930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45" h="13445">
                      <a:moveTo>
                        <a:pt x="7619" y="15238"/>
                      </a:moveTo>
                      <a:cubicBezTo>
                        <a:pt x="3585" y="15238"/>
                        <a:pt x="0" y="12101"/>
                        <a:pt x="0" y="7619"/>
                      </a:cubicBezTo>
                      <a:cubicBezTo>
                        <a:pt x="0" y="3585"/>
                        <a:pt x="3137" y="0"/>
                        <a:pt x="7619" y="0"/>
                      </a:cubicBezTo>
                      <a:cubicBezTo>
                        <a:pt x="12101" y="0"/>
                        <a:pt x="15238" y="3137"/>
                        <a:pt x="15238" y="7619"/>
                      </a:cubicBezTo>
                      <a:cubicBezTo>
                        <a:pt x="15238" y="12101"/>
                        <a:pt x="11652" y="15238"/>
                        <a:pt x="7619" y="15238"/>
                      </a:cubicBezTo>
                      <a:close/>
                      <a:moveTo>
                        <a:pt x="7619" y="4930"/>
                      </a:moveTo>
                      <a:cubicBezTo>
                        <a:pt x="5826" y="4930"/>
                        <a:pt x="4482" y="6274"/>
                        <a:pt x="4482" y="8067"/>
                      </a:cubicBezTo>
                      <a:cubicBezTo>
                        <a:pt x="4482" y="9860"/>
                        <a:pt x="5826" y="11204"/>
                        <a:pt x="7619" y="11204"/>
                      </a:cubicBezTo>
                      <a:cubicBezTo>
                        <a:pt x="9412" y="11204"/>
                        <a:pt x="10756" y="9860"/>
                        <a:pt x="10756" y="8067"/>
                      </a:cubicBezTo>
                      <a:cubicBezTo>
                        <a:pt x="10756" y="6274"/>
                        <a:pt x="9412" y="4930"/>
                        <a:pt x="7619" y="493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61" name="Freeform: Shape 2742">
                  <a:extLst>
                    <a:ext uri="{FF2B5EF4-FFF2-40B4-BE49-F238E27FC236}">
                      <a16:creationId xmlns:a16="http://schemas.microsoft.com/office/drawing/2014/main" id="{11C99B9F-2774-DE4D-C2B6-A2388080889C}"/>
                    </a:ext>
                  </a:extLst>
                </p:cNvPr>
                <p:cNvSpPr/>
                <p:nvPr/>
              </p:nvSpPr>
              <p:spPr>
                <a:xfrm>
                  <a:off x="7885719" y="2117589"/>
                  <a:ext cx="35854" cy="8963"/>
                </a:xfrm>
                <a:custGeom>
                  <a:avLst/>
                  <a:gdLst>
                    <a:gd name="connsiteX0" fmla="*/ 2087 w 35853"/>
                    <a:gd name="connsiteY0" fmla="*/ 11652 h 8963"/>
                    <a:gd name="connsiteX1" fmla="*/ 742 w 35853"/>
                    <a:gd name="connsiteY1" fmla="*/ 11204 h 8963"/>
                    <a:gd name="connsiteX2" fmla="*/ 294 w 35853"/>
                    <a:gd name="connsiteY2" fmla="*/ 8067 h 8963"/>
                    <a:gd name="connsiteX3" fmla="*/ 17773 w 35853"/>
                    <a:gd name="connsiteY3" fmla="*/ 0 h 8963"/>
                    <a:gd name="connsiteX4" fmla="*/ 35252 w 35853"/>
                    <a:gd name="connsiteY4" fmla="*/ 8067 h 8963"/>
                    <a:gd name="connsiteX5" fmla="*/ 35252 w 35853"/>
                    <a:gd name="connsiteY5" fmla="*/ 11204 h 8963"/>
                    <a:gd name="connsiteX6" fmla="*/ 32114 w 35853"/>
                    <a:gd name="connsiteY6" fmla="*/ 11204 h 8963"/>
                    <a:gd name="connsiteX7" fmla="*/ 18221 w 35853"/>
                    <a:gd name="connsiteY7" fmla="*/ 4930 h 8963"/>
                    <a:gd name="connsiteX8" fmla="*/ 4328 w 35853"/>
                    <a:gd name="connsiteY8" fmla="*/ 11204 h 8963"/>
                    <a:gd name="connsiteX9" fmla="*/ 2087 w 35853"/>
                    <a:gd name="connsiteY9" fmla="*/ 11652 h 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53" h="8963">
                      <a:moveTo>
                        <a:pt x="2087" y="11652"/>
                      </a:moveTo>
                      <a:cubicBezTo>
                        <a:pt x="1639" y="11652"/>
                        <a:pt x="1191" y="11652"/>
                        <a:pt x="742" y="11204"/>
                      </a:cubicBezTo>
                      <a:cubicBezTo>
                        <a:pt x="-154" y="10308"/>
                        <a:pt x="-154" y="8963"/>
                        <a:pt x="294" y="8067"/>
                      </a:cubicBezTo>
                      <a:cubicBezTo>
                        <a:pt x="4776" y="3137"/>
                        <a:pt x="11050" y="0"/>
                        <a:pt x="17773" y="0"/>
                      </a:cubicBezTo>
                      <a:cubicBezTo>
                        <a:pt x="24496" y="0"/>
                        <a:pt x="30770" y="2689"/>
                        <a:pt x="35252" y="8067"/>
                      </a:cubicBezTo>
                      <a:cubicBezTo>
                        <a:pt x="36148" y="8963"/>
                        <a:pt x="36148" y="10308"/>
                        <a:pt x="35252" y="11204"/>
                      </a:cubicBezTo>
                      <a:cubicBezTo>
                        <a:pt x="34355" y="12101"/>
                        <a:pt x="33011" y="12101"/>
                        <a:pt x="32114" y="11204"/>
                      </a:cubicBezTo>
                      <a:cubicBezTo>
                        <a:pt x="28529" y="7171"/>
                        <a:pt x="23599" y="4930"/>
                        <a:pt x="18221" y="4930"/>
                      </a:cubicBezTo>
                      <a:cubicBezTo>
                        <a:pt x="12843" y="4930"/>
                        <a:pt x="7913" y="7171"/>
                        <a:pt x="4328" y="11204"/>
                      </a:cubicBezTo>
                      <a:cubicBezTo>
                        <a:pt x="3432" y="11652"/>
                        <a:pt x="2983" y="11652"/>
                        <a:pt x="2087" y="1165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62" name="Freeform: Shape 2743">
                  <a:extLst>
                    <a:ext uri="{FF2B5EF4-FFF2-40B4-BE49-F238E27FC236}">
                      <a16:creationId xmlns:a16="http://schemas.microsoft.com/office/drawing/2014/main" id="{EDB33188-B852-1C73-BF43-387ECABCF195}"/>
                    </a:ext>
                  </a:extLst>
                </p:cNvPr>
                <p:cNvSpPr/>
                <p:nvPr/>
              </p:nvSpPr>
              <p:spPr>
                <a:xfrm>
                  <a:off x="7878354" y="2105488"/>
                  <a:ext cx="49299" cy="13445"/>
                </a:xfrm>
                <a:custGeom>
                  <a:avLst/>
                  <a:gdLst>
                    <a:gd name="connsiteX0" fmla="*/ 2281 w 49298"/>
                    <a:gd name="connsiteY0" fmla="*/ 16134 h 13445"/>
                    <a:gd name="connsiteX1" fmla="*/ 937 w 49298"/>
                    <a:gd name="connsiteY1" fmla="*/ 15686 h 13445"/>
                    <a:gd name="connsiteX2" fmla="*/ 489 w 49298"/>
                    <a:gd name="connsiteY2" fmla="*/ 12549 h 13445"/>
                    <a:gd name="connsiteX3" fmla="*/ 25138 w 49298"/>
                    <a:gd name="connsiteY3" fmla="*/ 0 h 13445"/>
                    <a:gd name="connsiteX4" fmla="*/ 49787 w 49298"/>
                    <a:gd name="connsiteY4" fmla="*/ 12101 h 13445"/>
                    <a:gd name="connsiteX5" fmla="*/ 49339 w 49298"/>
                    <a:gd name="connsiteY5" fmla="*/ 15238 h 13445"/>
                    <a:gd name="connsiteX6" fmla="*/ 46202 w 49298"/>
                    <a:gd name="connsiteY6" fmla="*/ 14790 h 13445"/>
                    <a:gd name="connsiteX7" fmla="*/ 25138 w 49298"/>
                    <a:gd name="connsiteY7" fmla="*/ 4482 h 13445"/>
                    <a:gd name="connsiteX8" fmla="*/ 4074 w 49298"/>
                    <a:gd name="connsiteY8" fmla="*/ 15238 h 13445"/>
                    <a:gd name="connsiteX9" fmla="*/ 2281 w 49298"/>
                    <a:gd name="connsiteY9" fmla="*/ 16134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98" h="13445">
                      <a:moveTo>
                        <a:pt x="2281" y="16134"/>
                      </a:moveTo>
                      <a:cubicBezTo>
                        <a:pt x="1833" y="16134"/>
                        <a:pt x="1385" y="16134"/>
                        <a:pt x="937" y="15686"/>
                      </a:cubicBezTo>
                      <a:cubicBezTo>
                        <a:pt x="40" y="14790"/>
                        <a:pt x="-408" y="13445"/>
                        <a:pt x="489" y="12549"/>
                      </a:cubicBezTo>
                      <a:cubicBezTo>
                        <a:pt x="6315" y="4482"/>
                        <a:pt x="15278" y="0"/>
                        <a:pt x="25138" y="0"/>
                      </a:cubicBezTo>
                      <a:cubicBezTo>
                        <a:pt x="34998" y="0"/>
                        <a:pt x="43961" y="4482"/>
                        <a:pt x="49787" y="12101"/>
                      </a:cubicBezTo>
                      <a:cubicBezTo>
                        <a:pt x="50684" y="12997"/>
                        <a:pt x="50235" y="14342"/>
                        <a:pt x="49339" y="15238"/>
                      </a:cubicBezTo>
                      <a:cubicBezTo>
                        <a:pt x="48443" y="16134"/>
                        <a:pt x="47098" y="15686"/>
                        <a:pt x="46202" y="14790"/>
                      </a:cubicBezTo>
                      <a:cubicBezTo>
                        <a:pt x="41272" y="8067"/>
                        <a:pt x="33653" y="4482"/>
                        <a:pt x="25138" y="4482"/>
                      </a:cubicBezTo>
                      <a:cubicBezTo>
                        <a:pt x="16623" y="4482"/>
                        <a:pt x="9004" y="8515"/>
                        <a:pt x="4074" y="15238"/>
                      </a:cubicBezTo>
                      <a:cubicBezTo>
                        <a:pt x="3626" y="16134"/>
                        <a:pt x="3178" y="16134"/>
                        <a:pt x="2281" y="1613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63" name="Group 2594">
                <a:extLst>
                  <a:ext uri="{FF2B5EF4-FFF2-40B4-BE49-F238E27FC236}">
                    <a16:creationId xmlns:a16="http://schemas.microsoft.com/office/drawing/2014/main" id="{2469C8DD-2EB5-5493-71FB-60037B00D3D7}"/>
                  </a:ext>
                  <a:ext uri="{C183D7F6-B498-43B3-948B-1728B52AA6E4}">
                    <adec:decorative xmlns:adec="http://schemas.microsoft.com/office/drawing/2017/decorative" val="1"/>
                  </a:ext>
                </a:extLst>
              </p:cNvPr>
              <p:cNvGrpSpPr>
                <a:grpSpLocks noChangeAspect="1"/>
              </p:cNvGrpSpPr>
              <p:nvPr/>
            </p:nvGrpSpPr>
            <p:grpSpPr>
              <a:xfrm>
                <a:off x="11168829" y="4165661"/>
                <a:ext cx="133107" cy="153274"/>
                <a:chOff x="11225329" y="2109970"/>
                <a:chExt cx="133107" cy="153274"/>
              </a:xfrm>
            </p:grpSpPr>
            <p:sp>
              <p:nvSpPr>
                <p:cNvPr id="1564" name="Freeform: Shape 2729">
                  <a:extLst>
                    <a:ext uri="{FF2B5EF4-FFF2-40B4-BE49-F238E27FC236}">
                      <a16:creationId xmlns:a16="http://schemas.microsoft.com/office/drawing/2014/main" id="{6A89111D-F203-3957-91C1-0FF1C5608643}"/>
                    </a:ext>
                  </a:extLst>
                </p:cNvPr>
                <p:cNvSpPr/>
                <p:nvPr/>
              </p:nvSpPr>
              <p:spPr>
                <a:xfrm>
                  <a:off x="11255356" y="2109970"/>
                  <a:ext cx="80671" cy="67226"/>
                </a:xfrm>
                <a:custGeom>
                  <a:avLst/>
                  <a:gdLst>
                    <a:gd name="connsiteX0" fmla="*/ 33613 w 80670"/>
                    <a:gd name="connsiteY0" fmla="*/ 69466 h 67225"/>
                    <a:gd name="connsiteX1" fmla="*/ 67226 w 80670"/>
                    <a:gd name="connsiteY1" fmla="*/ 34957 h 67225"/>
                    <a:gd name="connsiteX2" fmla="*/ 67226 w 80670"/>
                    <a:gd name="connsiteY2" fmla="*/ 32268 h 67225"/>
                    <a:gd name="connsiteX3" fmla="*/ 80671 w 80670"/>
                    <a:gd name="connsiteY3" fmla="*/ 32268 h 67225"/>
                    <a:gd name="connsiteX4" fmla="*/ 82911 w 80670"/>
                    <a:gd name="connsiteY4" fmla="*/ 30027 h 67225"/>
                    <a:gd name="connsiteX5" fmla="*/ 80671 w 80670"/>
                    <a:gd name="connsiteY5" fmla="*/ 27787 h 67225"/>
                    <a:gd name="connsiteX6" fmla="*/ 66329 w 80670"/>
                    <a:gd name="connsiteY6" fmla="*/ 27787 h 67225"/>
                    <a:gd name="connsiteX7" fmla="*/ 33613 w 80670"/>
                    <a:gd name="connsiteY7" fmla="*/ 0 h 67225"/>
                    <a:gd name="connsiteX8" fmla="*/ 0 w 80670"/>
                    <a:gd name="connsiteY8" fmla="*/ 34509 h 67225"/>
                    <a:gd name="connsiteX9" fmla="*/ 33613 w 80670"/>
                    <a:gd name="connsiteY9" fmla="*/ 69466 h 67225"/>
                    <a:gd name="connsiteX10" fmla="*/ 33613 w 80670"/>
                    <a:gd name="connsiteY10" fmla="*/ 4482 h 67225"/>
                    <a:gd name="connsiteX11" fmla="*/ 61848 w 80670"/>
                    <a:gd name="connsiteY11" fmla="*/ 27787 h 67225"/>
                    <a:gd name="connsiteX12" fmla="*/ 5378 w 80670"/>
                    <a:gd name="connsiteY12" fmla="*/ 27787 h 67225"/>
                    <a:gd name="connsiteX13" fmla="*/ 33613 w 80670"/>
                    <a:gd name="connsiteY13" fmla="*/ 4482 h 67225"/>
                    <a:gd name="connsiteX14" fmla="*/ 4482 w 80670"/>
                    <a:gd name="connsiteY14" fmla="*/ 31820 h 67225"/>
                    <a:gd name="connsiteX15" fmla="*/ 62296 w 80670"/>
                    <a:gd name="connsiteY15" fmla="*/ 31820 h 67225"/>
                    <a:gd name="connsiteX16" fmla="*/ 62296 w 80670"/>
                    <a:gd name="connsiteY16" fmla="*/ 34509 h 67225"/>
                    <a:gd name="connsiteX17" fmla="*/ 33165 w 80670"/>
                    <a:gd name="connsiteY17" fmla="*/ 64537 h 67225"/>
                    <a:gd name="connsiteX18" fmla="*/ 4034 w 80670"/>
                    <a:gd name="connsiteY18" fmla="*/ 34509 h 67225"/>
                    <a:gd name="connsiteX19" fmla="*/ 4482 w 80670"/>
                    <a:gd name="connsiteY19" fmla="*/ 31820 h 6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0670" h="67225">
                      <a:moveTo>
                        <a:pt x="33613" y="69466"/>
                      </a:moveTo>
                      <a:cubicBezTo>
                        <a:pt x="51988" y="69466"/>
                        <a:pt x="67226" y="53780"/>
                        <a:pt x="67226" y="34957"/>
                      </a:cubicBezTo>
                      <a:cubicBezTo>
                        <a:pt x="67226" y="34061"/>
                        <a:pt x="67226" y="33165"/>
                        <a:pt x="67226" y="32268"/>
                      </a:cubicBezTo>
                      <a:lnTo>
                        <a:pt x="80671" y="32268"/>
                      </a:lnTo>
                      <a:cubicBezTo>
                        <a:pt x="82015" y="32268"/>
                        <a:pt x="82911" y="31372"/>
                        <a:pt x="82911" y="30027"/>
                      </a:cubicBezTo>
                      <a:cubicBezTo>
                        <a:pt x="82911" y="28683"/>
                        <a:pt x="82015" y="27787"/>
                        <a:pt x="80671" y="27787"/>
                      </a:cubicBezTo>
                      <a:lnTo>
                        <a:pt x="66329" y="27787"/>
                      </a:lnTo>
                      <a:cubicBezTo>
                        <a:pt x="63192" y="12101"/>
                        <a:pt x="49747" y="0"/>
                        <a:pt x="33613" y="0"/>
                      </a:cubicBezTo>
                      <a:cubicBezTo>
                        <a:pt x="15238" y="0"/>
                        <a:pt x="0" y="15686"/>
                        <a:pt x="0" y="34509"/>
                      </a:cubicBezTo>
                      <a:cubicBezTo>
                        <a:pt x="0" y="53780"/>
                        <a:pt x="14790" y="69466"/>
                        <a:pt x="33613" y="69466"/>
                      </a:cubicBezTo>
                      <a:close/>
                      <a:moveTo>
                        <a:pt x="33613" y="4482"/>
                      </a:moveTo>
                      <a:cubicBezTo>
                        <a:pt x="47506" y="4482"/>
                        <a:pt x="58710" y="14342"/>
                        <a:pt x="61848" y="27787"/>
                      </a:cubicBezTo>
                      <a:lnTo>
                        <a:pt x="5378" y="27787"/>
                      </a:lnTo>
                      <a:cubicBezTo>
                        <a:pt x="8067" y="14342"/>
                        <a:pt x="19720" y="4482"/>
                        <a:pt x="33613" y="4482"/>
                      </a:cubicBezTo>
                      <a:close/>
                      <a:moveTo>
                        <a:pt x="4482" y="31820"/>
                      </a:moveTo>
                      <a:lnTo>
                        <a:pt x="62296" y="31820"/>
                      </a:lnTo>
                      <a:cubicBezTo>
                        <a:pt x="62296" y="32716"/>
                        <a:pt x="62296" y="33613"/>
                        <a:pt x="62296" y="34509"/>
                      </a:cubicBezTo>
                      <a:cubicBezTo>
                        <a:pt x="62296" y="51091"/>
                        <a:pt x="49299" y="64537"/>
                        <a:pt x="33165" y="64537"/>
                      </a:cubicBezTo>
                      <a:cubicBezTo>
                        <a:pt x="17031" y="64537"/>
                        <a:pt x="4034" y="51091"/>
                        <a:pt x="4034" y="34509"/>
                      </a:cubicBezTo>
                      <a:cubicBezTo>
                        <a:pt x="4482" y="33613"/>
                        <a:pt x="4482" y="32716"/>
                        <a:pt x="4482" y="3182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65" name="Freeform: Shape 2730">
                  <a:extLst>
                    <a:ext uri="{FF2B5EF4-FFF2-40B4-BE49-F238E27FC236}">
                      <a16:creationId xmlns:a16="http://schemas.microsoft.com/office/drawing/2014/main" id="{6C60748C-7FEF-57D6-D53A-1C14D93AAE7C}"/>
                    </a:ext>
                  </a:extLst>
                </p:cNvPr>
                <p:cNvSpPr/>
                <p:nvPr/>
              </p:nvSpPr>
              <p:spPr>
                <a:xfrm>
                  <a:off x="11225329" y="2187055"/>
                  <a:ext cx="125488" cy="76189"/>
                </a:xfrm>
                <a:custGeom>
                  <a:avLst/>
                  <a:gdLst>
                    <a:gd name="connsiteX0" fmla="*/ 123695 w 125487"/>
                    <a:gd name="connsiteY0" fmla="*/ 60055 h 76188"/>
                    <a:gd name="connsiteX1" fmla="*/ 121454 w 125487"/>
                    <a:gd name="connsiteY1" fmla="*/ 62296 h 76188"/>
                    <a:gd name="connsiteX2" fmla="*/ 112043 w 125487"/>
                    <a:gd name="connsiteY2" fmla="*/ 71707 h 76188"/>
                    <a:gd name="connsiteX3" fmla="*/ 14341 w 125487"/>
                    <a:gd name="connsiteY3" fmla="*/ 71707 h 76188"/>
                    <a:gd name="connsiteX4" fmla="*/ 4930 w 125487"/>
                    <a:gd name="connsiteY4" fmla="*/ 62296 h 76188"/>
                    <a:gd name="connsiteX5" fmla="*/ 4930 w 125487"/>
                    <a:gd name="connsiteY5" fmla="*/ 40335 h 76188"/>
                    <a:gd name="connsiteX6" fmla="*/ 40783 w 125487"/>
                    <a:gd name="connsiteY6" fmla="*/ 4482 h 76188"/>
                    <a:gd name="connsiteX7" fmla="*/ 85600 w 125487"/>
                    <a:gd name="connsiteY7" fmla="*/ 4482 h 76188"/>
                    <a:gd name="connsiteX8" fmla="*/ 88737 w 125487"/>
                    <a:gd name="connsiteY8" fmla="*/ 4482 h 76188"/>
                    <a:gd name="connsiteX9" fmla="*/ 97701 w 125487"/>
                    <a:gd name="connsiteY9" fmla="*/ 5378 h 76188"/>
                    <a:gd name="connsiteX10" fmla="*/ 100390 w 125487"/>
                    <a:gd name="connsiteY10" fmla="*/ 3585 h 76188"/>
                    <a:gd name="connsiteX11" fmla="*/ 98597 w 125487"/>
                    <a:gd name="connsiteY11" fmla="*/ 896 h 76188"/>
                    <a:gd name="connsiteX12" fmla="*/ 88737 w 125487"/>
                    <a:gd name="connsiteY12" fmla="*/ 0 h 76188"/>
                    <a:gd name="connsiteX13" fmla="*/ 85152 w 125487"/>
                    <a:gd name="connsiteY13" fmla="*/ 0 h 76188"/>
                    <a:gd name="connsiteX14" fmla="*/ 40335 w 125487"/>
                    <a:gd name="connsiteY14" fmla="*/ 0 h 76188"/>
                    <a:gd name="connsiteX15" fmla="*/ 0 w 125487"/>
                    <a:gd name="connsiteY15" fmla="*/ 40335 h 76188"/>
                    <a:gd name="connsiteX16" fmla="*/ 0 w 125487"/>
                    <a:gd name="connsiteY16" fmla="*/ 62296 h 76188"/>
                    <a:gd name="connsiteX17" fmla="*/ 13893 w 125487"/>
                    <a:gd name="connsiteY17" fmla="*/ 76189 h 76188"/>
                    <a:gd name="connsiteX18" fmla="*/ 111594 w 125487"/>
                    <a:gd name="connsiteY18" fmla="*/ 76189 h 76188"/>
                    <a:gd name="connsiteX19" fmla="*/ 125488 w 125487"/>
                    <a:gd name="connsiteY19" fmla="*/ 62296 h 76188"/>
                    <a:gd name="connsiteX20" fmla="*/ 123695 w 125487"/>
                    <a:gd name="connsiteY20" fmla="*/ 60055 h 7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5487" h="76188">
                      <a:moveTo>
                        <a:pt x="123695" y="60055"/>
                      </a:moveTo>
                      <a:cubicBezTo>
                        <a:pt x="122350" y="60055"/>
                        <a:pt x="121454" y="60951"/>
                        <a:pt x="121454" y="62296"/>
                      </a:cubicBezTo>
                      <a:cubicBezTo>
                        <a:pt x="121454" y="67226"/>
                        <a:pt x="117420" y="71707"/>
                        <a:pt x="112043" y="71707"/>
                      </a:cubicBezTo>
                      <a:lnTo>
                        <a:pt x="14341" y="71707"/>
                      </a:lnTo>
                      <a:cubicBezTo>
                        <a:pt x="9411" y="71707"/>
                        <a:pt x="4930" y="67674"/>
                        <a:pt x="4930" y="62296"/>
                      </a:cubicBezTo>
                      <a:lnTo>
                        <a:pt x="4930" y="40335"/>
                      </a:lnTo>
                      <a:cubicBezTo>
                        <a:pt x="4930" y="20616"/>
                        <a:pt x="21064" y="4482"/>
                        <a:pt x="40783" y="4482"/>
                      </a:cubicBezTo>
                      <a:lnTo>
                        <a:pt x="85600" y="4482"/>
                      </a:lnTo>
                      <a:cubicBezTo>
                        <a:pt x="86497" y="4482"/>
                        <a:pt x="87841" y="4482"/>
                        <a:pt x="88737" y="4482"/>
                      </a:cubicBezTo>
                      <a:cubicBezTo>
                        <a:pt x="88737" y="4482"/>
                        <a:pt x="94564" y="4482"/>
                        <a:pt x="97701" y="5378"/>
                      </a:cubicBezTo>
                      <a:cubicBezTo>
                        <a:pt x="99046" y="5826"/>
                        <a:pt x="99942" y="4930"/>
                        <a:pt x="100390" y="3585"/>
                      </a:cubicBezTo>
                      <a:cubicBezTo>
                        <a:pt x="100838" y="2241"/>
                        <a:pt x="99942" y="1344"/>
                        <a:pt x="98597" y="896"/>
                      </a:cubicBezTo>
                      <a:cubicBezTo>
                        <a:pt x="94564" y="0"/>
                        <a:pt x="88737" y="0"/>
                        <a:pt x="88737" y="0"/>
                      </a:cubicBezTo>
                      <a:cubicBezTo>
                        <a:pt x="87393" y="0"/>
                        <a:pt x="86497" y="0"/>
                        <a:pt x="85152" y="0"/>
                      </a:cubicBezTo>
                      <a:lnTo>
                        <a:pt x="40335" y="0"/>
                      </a:lnTo>
                      <a:cubicBezTo>
                        <a:pt x="18375" y="0"/>
                        <a:pt x="0" y="17927"/>
                        <a:pt x="0" y="40335"/>
                      </a:cubicBezTo>
                      <a:lnTo>
                        <a:pt x="0" y="62296"/>
                      </a:lnTo>
                      <a:cubicBezTo>
                        <a:pt x="0" y="69915"/>
                        <a:pt x="6274" y="76189"/>
                        <a:pt x="13893" y="76189"/>
                      </a:cubicBezTo>
                      <a:lnTo>
                        <a:pt x="111594" y="76189"/>
                      </a:lnTo>
                      <a:cubicBezTo>
                        <a:pt x="119213" y="76189"/>
                        <a:pt x="125488" y="69915"/>
                        <a:pt x="125488" y="62296"/>
                      </a:cubicBezTo>
                      <a:cubicBezTo>
                        <a:pt x="125936" y="60951"/>
                        <a:pt x="125040" y="60055"/>
                        <a:pt x="123695" y="6005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66" name="Freeform: Shape 2731">
                  <a:extLst>
                    <a:ext uri="{FF2B5EF4-FFF2-40B4-BE49-F238E27FC236}">
                      <a16:creationId xmlns:a16="http://schemas.microsoft.com/office/drawing/2014/main" id="{613371CA-5906-7E93-8D73-E6EADDC6A944}"/>
                    </a:ext>
                  </a:extLst>
                </p:cNvPr>
                <p:cNvSpPr/>
                <p:nvPr/>
              </p:nvSpPr>
              <p:spPr>
                <a:xfrm>
                  <a:off x="11313619" y="2197811"/>
                  <a:ext cx="44817" cy="44817"/>
                </a:xfrm>
                <a:custGeom>
                  <a:avLst/>
                  <a:gdLst>
                    <a:gd name="connsiteX0" fmla="*/ 42576 w 44817"/>
                    <a:gd name="connsiteY0" fmla="*/ 0 h 44817"/>
                    <a:gd name="connsiteX1" fmla="*/ 27338 w 44817"/>
                    <a:gd name="connsiteY1" fmla="*/ 0 h 44817"/>
                    <a:gd name="connsiteX2" fmla="*/ 17479 w 44817"/>
                    <a:gd name="connsiteY2" fmla="*/ 0 h 44817"/>
                    <a:gd name="connsiteX3" fmla="*/ 2241 w 44817"/>
                    <a:gd name="connsiteY3" fmla="*/ 0 h 44817"/>
                    <a:gd name="connsiteX4" fmla="*/ 0 w 44817"/>
                    <a:gd name="connsiteY4" fmla="*/ 2241 h 44817"/>
                    <a:gd name="connsiteX5" fmla="*/ 0 w 44817"/>
                    <a:gd name="connsiteY5" fmla="*/ 42576 h 44817"/>
                    <a:gd name="connsiteX6" fmla="*/ 2241 w 44817"/>
                    <a:gd name="connsiteY6" fmla="*/ 44817 h 44817"/>
                    <a:gd name="connsiteX7" fmla="*/ 42576 w 44817"/>
                    <a:gd name="connsiteY7" fmla="*/ 44817 h 44817"/>
                    <a:gd name="connsiteX8" fmla="*/ 44817 w 44817"/>
                    <a:gd name="connsiteY8" fmla="*/ 42576 h 44817"/>
                    <a:gd name="connsiteX9" fmla="*/ 44817 w 44817"/>
                    <a:gd name="connsiteY9" fmla="*/ 2241 h 44817"/>
                    <a:gd name="connsiteX10" fmla="*/ 42576 w 44817"/>
                    <a:gd name="connsiteY10" fmla="*/ 0 h 44817"/>
                    <a:gd name="connsiteX11" fmla="*/ 25097 w 44817"/>
                    <a:gd name="connsiteY11" fmla="*/ 4482 h 44817"/>
                    <a:gd name="connsiteX12" fmla="*/ 25097 w 44817"/>
                    <a:gd name="connsiteY12" fmla="*/ 9860 h 44817"/>
                    <a:gd name="connsiteX13" fmla="*/ 19720 w 44817"/>
                    <a:gd name="connsiteY13" fmla="*/ 9860 h 44817"/>
                    <a:gd name="connsiteX14" fmla="*/ 19720 w 44817"/>
                    <a:gd name="connsiteY14" fmla="*/ 4482 h 44817"/>
                    <a:gd name="connsiteX15" fmla="*/ 25097 w 44817"/>
                    <a:gd name="connsiteY15" fmla="*/ 4482 h 44817"/>
                    <a:gd name="connsiteX16" fmla="*/ 4482 w 44817"/>
                    <a:gd name="connsiteY16" fmla="*/ 40335 h 44817"/>
                    <a:gd name="connsiteX17" fmla="*/ 4482 w 44817"/>
                    <a:gd name="connsiteY17" fmla="*/ 4482 h 44817"/>
                    <a:gd name="connsiteX18" fmla="*/ 15238 w 44817"/>
                    <a:gd name="connsiteY18" fmla="*/ 4482 h 44817"/>
                    <a:gd name="connsiteX19" fmla="*/ 15238 w 44817"/>
                    <a:gd name="connsiteY19" fmla="*/ 12101 h 44817"/>
                    <a:gd name="connsiteX20" fmla="*/ 17479 w 44817"/>
                    <a:gd name="connsiteY20" fmla="*/ 14342 h 44817"/>
                    <a:gd name="connsiteX21" fmla="*/ 27338 w 44817"/>
                    <a:gd name="connsiteY21" fmla="*/ 14342 h 44817"/>
                    <a:gd name="connsiteX22" fmla="*/ 29579 w 44817"/>
                    <a:gd name="connsiteY22" fmla="*/ 12101 h 44817"/>
                    <a:gd name="connsiteX23" fmla="*/ 29579 w 44817"/>
                    <a:gd name="connsiteY23" fmla="*/ 4482 h 44817"/>
                    <a:gd name="connsiteX24" fmla="*/ 40335 w 44817"/>
                    <a:gd name="connsiteY24" fmla="*/ 4482 h 44817"/>
                    <a:gd name="connsiteX25" fmla="*/ 40335 w 44817"/>
                    <a:gd name="connsiteY25" fmla="*/ 30027 h 44817"/>
                    <a:gd name="connsiteX26" fmla="*/ 31372 w 44817"/>
                    <a:gd name="connsiteY26" fmla="*/ 30027 h 44817"/>
                    <a:gd name="connsiteX27" fmla="*/ 29131 w 44817"/>
                    <a:gd name="connsiteY27" fmla="*/ 32268 h 44817"/>
                    <a:gd name="connsiteX28" fmla="*/ 31372 w 44817"/>
                    <a:gd name="connsiteY28" fmla="*/ 34509 h 44817"/>
                    <a:gd name="connsiteX29" fmla="*/ 40335 w 44817"/>
                    <a:gd name="connsiteY29" fmla="*/ 34509 h 44817"/>
                    <a:gd name="connsiteX30" fmla="*/ 40335 w 44817"/>
                    <a:gd name="connsiteY30" fmla="*/ 39887 h 44817"/>
                    <a:gd name="connsiteX31" fmla="*/ 4482 w 44817"/>
                    <a:gd name="connsiteY31" fmla="*/ 39887 h 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817" h="44817">
                      <a:moveTo>
                        <a:pt x="42576" y="0"/>
                      </a:moveTo>
                      <a:lnTo>
                        <a:pt x="27338" y="0"/>
                      </a:lnTo>
                      <a:lnTo>
                        <a:pt x="17479" y="0"/>
                      </a:lnTo>
                      <a:lnTo>
                        <a:pt x="2241" y="0"/>
                      </a:lnTo>
                      <a:cubicBezTo>
                        <a:pt x="897" y="0"/>
                        <a:pt x="0" y="896"/>
                        <a:pt x="0" y="2241"/>
                      </a:cubicBezTo>
                      <a:lnTo>
                        <a:pt x="0" y="42576"/>
                      </a:lnTo>
                      <a:cubicBezTo>
                        <a:pt x="0" y="43921"/>
                        <a:pt x="897" y="44817"/>
                        <a:pt x="2241" y="44817"/>
                      </a:cubicBezTo>
                      <a:lnTo>
                        <a:pt x="42576" y="44817"/>
                      </a:lnTo>
                      <a:cubicBezTo>
                        <a:pt x="43921" y="44817"/>
                        <a:pt x="44817" y="43921"/>
                        <a:pt x="44817" y="42576"/>
                      </a:cubicBezTo>
                      <a:lnTo>
                        <a:pt x="44817" y="2241"/>
                      </a:lnTo>
                      <a:cubicBezTo>
                        <a:pt x="44817" y="1345"/>
                        <a:pt x="43473" y="0"/>
                        <a:pt x="42576" y="0"/>
                      </a:cubicBezTo>
                      <a:close/>
                      <a:moveTo>
                        <a:pt x="25097" y="4482"/>
                      </a:moveTo>
                      <a:lnTo>
                        <a:pt x="25097" y="9860"/>
                      </a:lnTo>
                      <a:lnTo>
                        <a:pt x="19720" y="9860"/>
                      </a:lnTo>
                      <a:lnTo>
                        <a:pt x="19720" y="4482"/>
                      </a:lnTo>
                      <a:lnTo>
                        <a:pt x="25097" y="4482"/>
                      </a:lnTo>
                      <a:close/>
                      <a:moveTo>
                        <a:pt x="4482" y="40335"/>
                      </a:moveTo>
                      <a:lnTo>
                        <a:pt x="4482" y="4482"/>
                      </a:lnTo>
                      <a:lnTo>
                        <a:pt x="15238" y="4482"/>
                      </a:lnTo>
                      <a:lnTo>
                        <a:pt x="15238" y="12101"/>
                      </a:lnTo>
                      <a:cubicBezTo>
                        <a:pt x="15238" y="13445"/>
                        <a:pt x="16134" y="14342"/>
                        <a:pt x="17479" y="14342"/>
                      </a:cubicBezTo>
                      <a:lnTo>
                        <a:pt x="27338" y="14342"/>
                      </a:lnTo>
                      <a:cubicBezTo>
                        <a:pt x="28683" y="14342"/>
                        <a:pt x="29579" y="13445"/>
                        <a:pt x="29579" y="12101"/>
                      </a:cubicBezTo>
                      <a:lnTo>
                        <a:pt x="29579" y="4482"/>
                      </a:lnTo>
                      <a:lnTo>
                        <a:pt x="40335" y="4482"/>
                      </a:lnTo>
                      <a:lnTo>
                        <a:pt x="40335" y="30027"/>
                      </a:lnTo>
                      <a:lnTo>
                        <a:pt x="31372" y="30027"/>
                      </a:lnTo>
                      <a:cubicBezTo>
                        <a:pt x="30028" y="30027"/>
                        <a:pt x="29131" y="30924"/>
                        <a:pt x="29131" y="32268"/>
                      </a:cubicBezTo>
                      <a:cubicBezTo>
                        <a:pt x="29131" y="33613"/>
                        <a:pt x="30028" y="34509"/>
                        <a:pt x="31372" y="34509"/>
                      </a:cubicBezTo>
                      <a:lnTo>
                        <a:pt x="40335" y="34509"/>
                      </a:lnTo>
                      <a:lnTo>
                        <a:pt x="40335" y="39887"/>
                      </a:lnTo>
                      <a:lnTo>
                        <a:pt x="4482" y="39887"/>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67" name="Group 2595">
                <a:extLst>
                  <a:ext uri="{FF2B5EF4-FFF2-40B4-BE49-F238E27FC236}">
                    <a16:creationId xmlns:a16="http://schemas.microsoft.com/office/drawing/2014/main" id="{612988C6-DAF7-4373-534A-2AA64126AEAF}"/>
                  </a:ext>
                  <a:ext uri="{C183D7F6-B498-43B3-948B-1728B52AA6E4}">
                    <adec:decorative xmlns:adec="http://schemas.microsoft.com/office/drawing/2017/decorative" val="1"/>
                  </a:ext>
                </a:extLst>
              </p:cNvPr>
              <p:cNvGrpSpPr>
                <a:grpSpLocks noChangeAspect="1"/>
              </p:cNvGrpSpPr>
              <p:nvPr/>
            </p:nvGrpSpPr>
            <p:grpSpPr>
              <a:xfrm>
                <a:off x="6437049" y="4528679"/>
                <a:ext cx="112490" cy="138933"/>
                <a:chOff x="6493549" y="2472988"/>
                <a:chExt cx="112490" cy="138933"/>
              </a:xfrm>
            </p:grpSpPr>
            <p:sp>
              <p:nvSpPr>
                <p:cNvPr id="1568" name="Freeform: Shape 2724">
                  <a:extLst>
                    <a:ext uri="{FF2B5EF4-FFF2-40B4-BE49-F238E27FC236}">
                      <a16:creationId xmlns:a16="http://schemas.microsoft.com/office/drawing/2014/main" id="{2EC33079-C0A5-EBC7-4567-F9F65841869B}"/>
                    </a:ext>
                  </a:extLst>
                </p:cNvPr>
                <p:cNvSpPr/>
                <p:nvPr/>
              </p:nvSpPr>
              <p:spPr>
                <a:xfrm>
                  <a:off x="6493549" y="2472988"/>
                  <a:ext cx="85152" cy="138933"/>
                </a:xfrm>
                <a:custGeom>
                  <a:avLst/>
                  <a:gdLst>
                    <a:gd name="connsiteX0" fmla="*/ 85152 w 85152"/>
                    <a:gd name="connsiteY0" fmla="*/ 109802 h 138932"/>
                    <a:gd name="connsiteX1" fmla="*/ 85152 w 85152"/>
                    <a:gd name="connsiteY1" fmla="*/ 96357 h 138932"/>
                    <a:gd name="connsiteX2" fmla="*/ 82911 w 85152"/>
                    <a:gd name="connsiteY2" fmla="*/ 94116 h 138932"/>
                    <a:gd name="connsiteX3" fmla="*/ 80671 w 85152"/>
                    <a:gd name="connsiteY3" fmla="*/ 96357 h 138932"/>
                    <a:gd name="connsiteX4" fmla="*/ 80671 w 85152"/>
                    <a:gd name="connsiteY4" fmla="*/ 107561 h 138932"/>
                    <a:gd name="connsiteX5" fmla="*/ 4482 w 85152"/>
                    <a:gd name="connsiteY5" fmla="*/ 107561 h 138932"/>
                    <a:gd name="connsiteX6" fmla="*/ 4482 w 85152"/>
                    <a:gd name="connsiteY6" fmla="*/ 11204 h 138932"/>
                    <a:gd name="connsiteX7" fmla="*/ 10756 w 85152"/>
                    <a:gd name="connsiteY7" fmla="*/ 4482 h 138932"/>
                    <a:gd name="connsiteX8" fmla="*/ 74844 w 85152"/>
                    <a:gd name="connsiteY8" fmla="*/ 4482 h 138932"/>
                    <a:gd name="connsiteX9" fmla="*/ 81119 w 85152"/>
                    <a:gd name="connsiteY9" fmla="*/ 11204 h 138932"/>
                    <a:gd name="connsiteX10" fmla="*/ 81119 w 85152"/>
                    <a:gd name="connsiteY10" fmla="*/ 29131 h 138932"/>
                    <a:gd name="connsiteX11" fmla="*/ 83360 w 85152"/>
                    <a:gd name="connsiteY11" fmla="*/ 31372 h 138932"/>
                    <a:gd name="connsiteX12" fmla="*/ 83360 w 85152"/>
                    <a:gd name="connsiteY12" fmla="*/ 31372 h 138932"/>
                    <a:gd name="connsiteX13" fmla="*/ 85601 w 85152"/>
                    <a:gd name="connsiteY13" fmla="*/ 29131 h 138932"/>
                    <a:gd name="connsiteX14" fmla="*/ 85601 w 85152"/>
                    <a:gd name="connsiteY14" fmla="*/ 11204 h 138932"/>
                    <a:gd name="connsiteX15" fmla="*/ 74844 w 85152"/>
                    <a:gd name="connsiteY15" fmla="*/ 0 h 138932"/>
                    <a:gd name="connsiteX16" fmla="*/ 10756 w 85152"/>
                    <a:gd name="connsiteY16" fmla="*/ 0 h 138932"/>
                    <a:gd name="connsiteX17" fmla="*/ 0 w 85152"/>
                    <a:gd name="connsiteY17" fmla="*/ 11204 h 138932"/>
                    <a:gd name="connsiteX18" fmla="*/ 0 w 85152"/>
                    <a:gd name="connsiteY18" fmla="*/ 128177 h 138932"/>
                    <a:gd name="connsiteX19" fmla="*/ 10756 w 85152"/>
                    <a:gd name="connsiteY19" fmla="*/ 139381 h 138932"/>
                    <a:gd name="connsiteX20" fmla="*/ 74844 w 85152"/>
                    <a:gd name="connsiteY20" fmla="*/ 139381 h 138932"/>
                    <a:gd name="connsiteX21" fmla="*/ 85601 w 85152"/>
                    <a:gd name="connsiteY21" fmla="*/ 128177 h 138932"/>
                    <a:gd name="connsiteX22" fmla="*/ 85601 w 85152"/>
                    <a:gd name="connsiteY22" fmla="*/ 109802 h 138932"/>
                    <a:gd name="connsiteX23" fmla="*/ 85152 w 85152"/>
                    <a:gd name="connsiteY23" fmla="*/ 109802 h 138932"/>
                    <a:gd name="connsiteX24" fmla="*/ 85152 w 85152"/>
                    <a:gd name="connsiteY24" fmla="*/ 109802 h 138932"/>
                    <a:gd name="connsiteX25" fmla="*/ 74396 w 85152"/>
                    <a:gd name="connsiteY25" fmla="*/ 134451 h 138932"/>
                    <a:gd name="connsiteX26" fmla="*/ 10756 w 85152"/>
                    <a:gd name="connsiteY26" fmla="*/ 134451 h 138932"/>
                    <a:gd name="connsiteX27" fmla="*/ 4482 w 85152"/>
                    <a:gd name="connsiteY27" fmla="*/ 127729 h 138932"/>
                    <a:gd name="connsiteX28" fmla="*/ 4482 w 85152"/>
                    <a:gd name="connsiteY28" fmla="*/ 112043 h 138932"/>
                    <a:gd name="connsiteX29" fmla="*/ 80671 w 85152"/>
                    <a:gd name="connsiteY29" fmla="*/ 112043 h 138932"/>
                    <a:gd name="connsiteX30" fmla="*/ 80671 w 85152"/>
                    <a:gd name="connsiteY30" fmla="*/ 127729 h 138932"/>
                    <a:gd name="connsiteX31" fmla="*/ 74396 w 85152"/>
                    <a:gd name="connsiteY31" fmla="*/ 134451 h 13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5152" h="138932">
                      <a:moveTo>
                        <a:pt x="85152" y="109802"/>
                      </a:moveTo>
                      <a:lnTo>
                        <a:pt x="85152" y="96357"/>
                      </a:lnTo>
                      <a:cubicBezTo>
                        <a:pt x="85152" y="95012"/>
                        <a:pt x="84256" y="94116"/>
                        <a:pt x="82911" y="94116"/>
                      </a:cubicBezTo>
                      <a:cubicBezTo>
                        <a:pt x="81567" y="94116"/>
                        <a:pt x="80671" y="95012"/>
                        <a:pt x="80671" y="96357"/>
                      </a:cubicBezTo>
                      <a:lnTo>
                        <a:pt x="80671" y="107561"/>
                      </a:lnTo>
                      <a:lnTo>
                        <a:pt x="4482" y="107561"/>
                      </a:lnTo>
                      <a:lnTo>
                        <a:pt x="4482" y="11204"/>
                      </a:lnTo>
                      <a:cubicBezTo>
                        <a:pt x="4482" y="7619"/>
                        <a:pt x="7171" y="4482"/>
                        <a:pt x="10756" y="4482"/>
                      </a:cubicBezTo>
                      <a:lnTo>
                        <a:pt x="74844" y="4482"/>
                      </a:lnTo>
                      <a:cubicBezTo>
                        <a:pt x="78430" y="4482"/>
                        <a:pt x="81119" y="7619"/>
                        <a:pt x="81119" y="11204"/>
                      </a:cubicBezTo>
                      <a:lnTo>
                        <a:pt x="81119" y="29131"/>
                      </a:lnTo>
                      <a:cubicBezTo>
                        <a:pt x="81119" y="30476"/>
                        <a:pt x="82015" y="31372"/>
                        <a:pt x="83360" y="31372"/>
                      </a:cubicBezTo>
                      <a:lnTo>
                        <a:pt x="83360" y="31372"/>
                      </a:lnTo>
                      <a:cubicBezTo>
                        <a:pt x="84704" y="31372"/>
                        <a:pt x="85601" y="30476"/>
                        <a:pt x="85601" y="29131"/>
                      </a:cubicBezTo>
                      <a:lnTo>
                        <a:pt x="85601" y="11204"/>
                      </a:lnTo>
                      <a:cubicBezTo>
                        <a:pt x="85601" y="4930"/>
                        <a:pt x="80671" y="0"/>
                        <a:pt x="74844" y="0"/>
                      </a:cubicBezTo>
                      <a:lnTo>
                        <a:pt x="10756" y="0"/>
                      </a:lnTo>
                      <a:cubicBezTo>
                        <a:pt x="4930" y="0"/>
                        <a:pt x="0" y="4930"/>
                        <a:pt x="0" y="11204"/>
                      </a:cubicBezTo>
                      <a:lnTo>
                        <a:pt x="0" y="128177"/>
                      </a:lnTo>
                      <a:cubicBezTo>
                        <a:pt x="0" y="134451"/>
                        <a:pt x="4930" y="139381"/>
                        <a:pt x="10756" y="139381"/>
                      </a:cubicBezTo>
                      <a:lnTo>
                        <a:pt x="74844" y="139381"/>
                      </a:lnTo>
                      <a:cubicBezTo>
                        <a:pt x="80671" y="139381"/>
                        <a:pt x="85601" y="134451"/>
                        <a:pt x="85601" y="128177"/>
                      </a:cubicBezTo>
                      <a:lnTo>
                        <a:pt x="85601" y="109802"/>
                      </a:lnTo>
                      <a:cubicBezTo>
                        <a:pt x="85152" y="109802"/>
                        <a:pt x="85152" y="109802"/>
                        <a:pt x="85152" y="109802"/>
                      </a:cubicBezTo>
                      <a:cubicBezTo>
                        <a:pt x="85152" y="109802"/>
                        <a:pt x="85152" y="109802"/>
                        <a:pt x="85152" y="109802"/>
                      </a:cubicBezTo>
                      <a:close/>
                      <a:moveTo>
                        <a:pt x="74396" y="134451"/>
                      </a:moveTo>
                      <a:lnTo>
                        <a:pt x="10756" y="134451"/>
                      </a:lnTo>
                      <a:cubicBezTo>
                        <a:pt x="7171" y="134451"/>
                        <a:pt x="4482" y="131314"/>
                        <a:pt x="4482" y="127729"/>
                      </a:cubicBezTo>
                      <a:lnTo>
                        <a:pt x="4482" y="112043"/>
                      </a:lnTo>
                      <a:lnTo>
                        <a:pt x="80671" y="112043"/>
                      </a:lnTo>
                      <a:lnTo>
                        <a:pt x="80671" y="127729"/>
                      </a:lnTo>
                      <a:cubicBezTo>
                        <a:pt x="80671" y="131762"/>
                        <a:pt x="77982" y="134451"/>
                        <a:pt x="74396" y="13445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69" name="Freeform: Shape 2725">
                  <a:extLst>
                    <a:ext uri="{FF2B5EF4-FFF2-40B4-BE49-F238E27FC236}">
                      <a16:creationId xmlns:a16="http://schemas.microsoft.com/office/drawing/2014/main" id="{DAAE92CE-77F7-0871-F736-F99DB287D0CE}"/>
                    </a:ext>
                  </a:extLst>
                </p:cNvPr>
                <p:cNvSpPr/>
                <p:nvPr/>
              </p:nvSpPr>
              <p:spPr>
                <a:xfrm>
                  <a:off x="6520439" y="2593994"/>
                  <a:ext cx="31372" cy="4482"/>
                </a:xfrm>
                <a:custGeom>
                  <a:avLst/>
                  <a:gdLst>
                    <a:gd name="connsiteX0" fmla="*/ 29131 w 31371"/>
                    <a:gd name="connsiteY0" fmla="*/ 0 h 4481"/>
                    <a:gd name="connsiteX1" fmla="*/ 2241 w 31371"/>
                    <a:gd name="connsiteY1" fmla="*/ 0 h 4481"/>
                    <a:gd name="connsiteX2" fmla="*/ 0 w 31371"/>
                    <a:gd name="connsiteY2" fmla="*/ 2241 h 4481"/>
                    <a:gd name="connsiteX3" fmla="*/ 2241 w 31371"/>
                    <a:gd name="connsiteY3" fmla="*/ 4482 h 4481"/>
                    <a:gd name="connsiteX4" fmla="*/ 29131 w 31371"/>
                    <a:gd name="connsiteY4" fmla="*/ 4482 h 4481"/>
                    <a:gd name="connsiteX5" fmla="*/ 31372 w 31371"/>
                    <a:gd name="connsiteY5" fmla="*/ 2241 h 4481"/>
                    <a:gd name="connsiteX6" fmla="*/ 29131 w 31371"/>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71" h="4481">
                      <a:moveTo>
                        <a:pt x="29131" y="0"/>
                      </a:moveTo>
                      <a:lnTo>
                        <a:pt x="2241" y="0"/>
                      </a:lnTo>
                      <a:cubicBezTo>
                        <a:pt x="896" y="0"/>
                        <a:pt x="0" y="896"/>
                        <a:pt x="0" y="2241"/>
                      </a:cubicBezTo>
                      <a:cubicBezTo>
                        <a:pt x="0" y="3585"/>
                        <a:pt x="896" y="4482"/>
                        <a:pt x="2241" y="4482"/>
                      </a:cubicBezTo>
                      <a:lnTo>
                        <a:pt x="29131" y="4482"/>
                      </a:lnTo>
                      <a:cubicBezTo>
                        <a:pt x="30476" y="4482"/>
                        <a:pt x="31372" y="3585"/>
                        <a:pt x="31372" y="2241"/>
                      </a:cubicBezTo>
                      <a:cubicBezTo>
                        <a:pt x="31372" y="896"/>
                        <a:pt x="30476" y="0"/>
                        <a:pt x="2913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70" name="Freeform: Shape 2726">
                  <a:extLst>
                    <a:ext uri="{FF2B5EF4-FFF2-40B4-BE49-F238E27FC236}">
                      <a16:creationId xmlns:a16="http://schemas.microsoft.com/office/drawing/2014/main" id="{2BA4C5F1-4C75-6327-224B-743ACED3DB69}"/>
                    </a:ext>
                  </a:extLst>
                </p:cNvPr>
                <p:cNvSpPr/>
                <p:nvPr/>
              </p:nvSpPr>
              <p:spPr>
                <a:xfrm>
                  <a:off x="6537917" y="2513323"/>
                  <a:ext cx="4482" cy="44817"/>
                </a:xfrm>
                <a:custGeom>
                  <a:avLst/>
                  <a:gdLst>
                    <a:gd name="connsiteX0" fmla="*/ 0 w 4481"/>
                    <a:gd name="connsiteY0" fmla="*/ 2241 h 44817"/>
                    <a:gd name="connsiteX1" fmla="*/ 0 w 4481"/>
                    <a:gd name="connsiteY1" fmla="*/ 42576 h 44817"/>
                    <a:gd name="connsiteX2" fmla="*/ 2241 w 4481"/>
                    <a:gd name="connsiteY2" fmla="*/ 44817 h 44817"/>
                    <a:gd name="connsiteX3" fmla="*/ 4482 w 4481"/>
                    <a:gd name="connsiteY3" fmla="*/ 42576 h 44817"/>
                    <a:gd name="connsiteX4" fmla="*/ 4482 w 4481"/>
                    <a:gd name="connsiteY4" fmla="*/ 2241 h 44817"/>
                    <a:gd name="connsiteX5" fmla="*/ 2241 w 4481"/>
                    <a:gd name="connsiteY5" fmla="*/ 0 h 44817"/>
                    <a:gd name="connsiteX6" fmla="*/ 0 w 4481"/>
                    <a:gd name="connsiteY6" fmla="*/ 2241 h 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44817">
                      <a:moveTo>
                        <a:pt x="0" y="2241"/>
                      </a:moveTo>
                      <a:lnTo>
                        <a:pt x="0" y="42576"/>
                      </a:lnTo>
                      <a:cubicBezTo>
                        <a:pt x="0" y="43921"/>
                        <a:pt x="896" y="44817"/>
                        <a:pt x="2241" y="44817"/>
                      </a:cubicBezTo>
                      <a:cubicBezTo>
                        <a:pt x="3585" y="44817"/>
                        <a:pt x="4482" y="43921"/>
                        <a:pt x="4482" y="42576"/>
                      </a:cubicBezTo>
                      <a:lnTo>
                        <a:pt x="4482" y="2241"/>
                      </a:lnTo>
                      <a:cubicBezTo>
                        <a:pt x="4482" y="896"/>
                        <a:pt x="3585" y="0"/>
                        <a:pt x="2241" y="0"/>
                      </a:cubicBezTo>
                      <a:cubicBezTo>
                        <a:pt x="896" y="0"/>
                        <a:pt x="0" y="896"/>
                        <a:pt x="0" y="224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71" name="Freeform: Shape 2727">
                  <a:extLst>
                    <a:ext uri="{FF2B5EF4-FFF2-40B4-BE49-F238E27FC236}">
                      <a16:creationId xmlns:a16="http://schemas.microsoft.com/office/drawing/2014/main" id="{832E4ED1-C3F1-911A-D4BD-17FAD5659B71}"/>
                    </a:ext>
                  </a:extLst>
                </p:cNvPr>
                <p:cNvSpPr/>
                <p:nvPr/>
              </p:nvSpPr>
              <p:spPr>
                <a:xfrm>
                  <a:off x="6526265" y="2526768"/>
                  <a:ext cx="4482" cy="17927"/>
                </a:xfrm>
                <a:custGeom>
                  <a:avLst/>
                  <a:gdLst>
                    <a:gd name="connsiteX0" fmla="*/ 0 w 4481"/>
                    <a:gd name="connsiteY0" fmla="*/ 2241 h 17926"/>
                    <a:gd name="connsiteX1" fmla="*/ 0 w 4481"/>
                    <a:gd name="connsiteY1" fmla="*/ 15686 h 17926"/>
                    <a:gd name="connsiteX2" fmla="*/ 2241 w 4481"/>
                    <a:gd name="connsiteY2" fmla="*/ 17927 h 17926"/>
                    <a:gd name="connsiteX3" fmla="*/ 4482 w 4481"/>
                    <a:gd name="connsiteY3" fmla="*/ 15686 h 17926"/>
                    <a:gd name="connsiteX4" fmla="*/ 4482 w 4481"/>
                    <a:gd name="connsiteY4" fmla="*/ 2241 h 17926"/>
                    <a:gd name="connsiteX5" fmla="*/ 2241 w 4481"/>
                    <a:gd name="connsiteY5" fmla="*/ 0 h 17926"/>
                    <a:gd name="connsiteX6" fmla="*/ 0 w 4481"/>
                    <a:gd name="connsiteY6" fmla="*/ 2241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17926">
                      <a:moveTo>
                        <a:pt x="0" y="2241"/>
                      </a:moveTo>
                      <a:lnTo>
                        <a:pt x="0" y="15686"/>
                      </a:lnTo>
                      <a:cubicBezTo>
                        <a:pt x="0" y="17031"/>
                        <a:pt x="896" y="17927"/>
                        <a:pt x="2241" y="17927"/>
                      </a:cubicBezTo>
                      <a:cubicBezTo>
                        <a:pt x="3585" y="17927"/>
                        <a:pt x="4482" y="17031"/>
                        <a:pt x="4482" y="15686"/>
                      </a:cubicBezTo>
                      <a:lnTo>
                        <a:pt x="4482" y="2241"/>
                      </a:lnTo>
                      <a:cubicBezTo>
                        <a:pt x="4482" y="896"/>
                        <a:pt x="3585" y="0"/>
                        <a:pt x="2241" y="0"/>
                      </a:cubicBezTo>
                      <a:cubicBezTo>
                        <a:pt x="896" y="0"/>
                        <a:pt x="0" y="896"/>
                        <a:pt x="0" y="224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72" name="Freeform: Shape 2728">
                  <a:extLst>
                    <a:ext uri="{FF2B5EF4-FFF2-40B4-BE49-F238E27FC236}">
                      <a16:creationId xmlns:a16="http://schemas.microsoft.com/office/drawing/2014/main" id="{90CDF514-2CFF-5DC6-DBE9-3983FFA7B10A}"/>
                    </a:ext>
                  </a:extLst>
                </p:cNvPr>
                <p:cNvSpPr/>
                <p:nvPr/>
              </p:nvSpPr>
              <p:spPr>
                <a:xfrm>
                  <a:off x="6561222" y="2512427"/>
                  <a:ext cx="44817" cy="44817"/>
                </a:xfrm>
                <a:custGeom>
                  <a:avLst/>
                  <a:gdLst>
                    <a:gd name="connsiteX0" fmla="*/ 43921 w 44817"/>
                    <a:gd name="connsiteY0" fmla="*/ 0 h 44817"/>
                    <a:gd name="connsiteX1" fmla="*/ 28235 w 44817"/>
                    <a:gd name="connsiteY1" fmla="*/ 0 h 44817"/>
                    <a:gd name="connsiteX2" fmla="*/ 17927 w 44817"/>
                    <a:gd name="connsiteY2" fmla="*/ 0 h 44817"/>
                    <a:gd name="connsiteX3" fmla="*/ 2241 w 44817"/>
                    <a:gd name="connsiteY3" fmla="*/ 0 h 44817"/>
                    <a:gd name="connsiteX4" fmla="*/ 0 w 44817"/>
                    <a:gd name="connsiteY4" fmla="*/ 2241 h 44817"/>
                    <a:gd name="connsiteX5" fmla="*/ 0 w 44817"/>
                    <a:gd name="connsiteY5" fmla="*/ 44369 h 44817"/>
                    <a:gd name="connsiteX6" fmla="*/ 2241 w 44817"/>
                    <a:gd name="connsiteY6" fmla="*/ 46610 h 44817"/>
                    <a:gd name="connsiteX7" fmla="*/ 44369 w 44817"/>
                    <a:gd name="connsiteY7" fmla="*/ 46610 h 44817"/>
                    <a:gd name="connsiteX8" fmla="*/ 46610 w 44817"/>
                    <a:gd name="connsiteY8" fmla="*/ 44369 h 44817"/>
                    <a:gd name="connsiteX9" fmla="*/ 46610 w 44817"/>
                    <a:gd name="connsiteY9" fmla="*/ 2241 h 44817"/>
                    <a:gd name="connsiteX10" fmla="*/ 43921 w 44817"/>
                    <a:gd name="connsiteY10" fmla="*/ 0 h 44817"/>
                    <a:gd name="connsiteX11" fmla="*/ 25994 w 44817"/>
                    <a:gd name="connsiteY11" fmla="*/ 4482 h 44817"/>
                    <a:gd name="connsiteX12" fmla="*/ 25994 w 44817"/>
                    <a:gd name="connsiteY12" fmla="*/ 10308 h 44817"/>
                    <a:gd name="connsiteX13" fmla="*/ 20168 w 44817"/>
                    <a:gd name="connsiteY13" fmla="*/ 10308 h 44817"/>
                    <a:gd name="connsiteX14" fmla="*/ 20168 w 44817"/>
                    <a:gd name="connsiteY14" fmla="*/ 4482 h 44817"/>
                    <a:gd name="connsiteX15" fmla="*/ 25994 w 44817"/>
                    <a:gd name="connsiteY15" fmla="*/ 4482 h 44817"/>
                    <a:gd name="connsiteX16" fmla="*/ 4034 w 44817"/>
                    <a:gd name="connsiteY16" fmla="*/ 42128 h 44817"/>
                    <a:gd name="connsiteX17" fmla="*/ 4034 w 44817"/>
                    <a:gd name="connsiteY17" fmla="*/ 4482 h 44817"/>
                    <a:gd name="connsiteX18" fmla="*/ 15238 w 44817"/>
                    <a:gd name="connsiteY18" fmla="*/ 4482 h 44817"/>
                    <a:gd name="connsiteX19" fmla="*/ 15238 w 44817"/>
                    <a:gd name="connsiteY19" fmla="*/ 12549 h 44817"/>
                    <a:gd name="connsiteX20" fmla="*/ 17479 w 44817"/>
                    <a:gd name="connsiteY20" fmla="*/ 14790 h 44817"/>
                    <a:gd name="connsiteX21" fmla="*/ 28235 w 44817"/>
                    <a:gd name="connsiteY21" fmla="*/ 14790 h 44817"/>
                    <a:gd name="connsiteX22" fmla="*/ 30476 w 44817"/>
                    <a:gd name="connsiteY22" fmla="*/ 12549 h 44817"/>
                    <a:gd name="connsiteX23" fmla="*/ 30476 w 44817"/>
                    <a:gd name="connsiteY23" fmla="*/ 4482 h 44817"/>
                    <a:gd name="connsiteX24" fmla="*/ 41680 w 44817"/>
                    <a:gd name="connsiteY24" fmla="*/ 4482 h 44817"/>
                    <a:gd name="connsiteX25" fmla="*/ 41680 w 44817"/>
                    <a:gd name="connsiteY25" fmla="*/ 31372 h 44817"/>
                    <a:gd name="connsiteX26" fmla="*/ 32268 w 44817"/>
                    <a:gd name="connsiteY26" fmla="*/ 31372 h 44817"/>
                    <a:gd name="connsiteX27" fmla="*/ 30027 w 44817"/>
                    <a:gd name="connsiteY27" fmla="*/ 33613 h 44817"/>
                    <a:gd name="connsiteX28" fmla="*/ 32268 w 44817"/>
                    <a:gd name="connsiteY28" fmla="*/ 35854 h 44817"/>
                    <a:gd name="connsiteX29" fmla="*/ 41680 w 44817"/>
                    <a:gd name="connsiteY29" fmla="*/ 35854 h 44817"/>
                    <a:gd name="connsiteX30" fmla="*/ 41680 w 44817"/>
                    <a:gd name="connsiteY30" fmla="*/ 41680 h 44817"/>
                    <a:gd name="connsiteX31" fmla="*/ 4034 w 44817"/>
                    <a:gd name="connsiteY31" fmla="*/ 41680 h 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817" h="44817">
                      <a:moveTo>
                        <a:pt x="43921" y="0"/>
                      </a:moveTo>
                      <a:lnTo>
                        <a:pt x="28235" y="0"/>
                      </a:lnTo>
                      <a:lnTo>
                        <a:pt x="17927" y="0"/>
                      </a:lnTo>
                      <a:lnTo>
                        <a:pt x="2241" y="0"/>
                      </a:lnTo>
                      <a:cubicBezTo>
                        <a:pt x="896" y="0"/>
                        <a:pt x="0" y="896"/>
                        <a:pt x="0" y="2241"/>
                      </a:cubicBezTo>
                      <a:lnTo>
                        <a:pt x="0" y="44369"/>
                      </a:lnTo>
                      <a:cubicBezTo>
                        <a:pt x="0" y="45713"/>
                        <a:pt x="896" y="46610"/>
                        <a:pt x="2241" y="46610"/>
                      </a:cubicBezTo>
                      <a:lnTo>
                        <a:pt x="44369" y="46610"/>
                      </a:lnTo>
                      <a:cubicBezTo>
                        <a:pt x="45713" y="46610"/>
                        <a:pt x="46610" y="45713"/>
                        <a:pt x="46610" y="44369"/>
                      </a:cubicBezTo>
                      <a:lnTo>
                        <a:pt x="46610" y="2241"/>
                      </a:lnTo>
                      <a:cubicBezTo>
                        <a:pt x="46162" y="1344"/>
                        <a:pt x="44817" y="0"/>
                        <a:pt x="43921" y="0"/>
                      </a:cubicBezTo>
                      <a:close/>
                      <a:moveTo>
                        <a:pt x="25994" y="4482"/>
                      </a:moveTo>
                      <a:lnTo>
                        <a:pt x="25994" y="10308"/>
                      </a:lnTo>
                      <a:lnTo>
                        <a:pt x="20168" y="10308"/>
                      </a:lnTo>
                      <a:lnTo>
                        <a:pt x="20168" y="4482"/>
                      </a:lnTo>
                      <a:lnTo>
                        <a:pt x="25994" y="4482"/>
                      </a:lnTo>
                      <a:close/>
                      <a:moveTo>
                        <a:pt x="4034" y="42128"/>
                      </a:moveTo>
                      <a:lnTo>
                        <a:pt x="4034" y="4482"/>
                      </a:lnTo>
                      <a:lnTo>
                        <a:pt x="15238" y="4482"/>
                      </a:lnTo>
                      <a:lnTo>
                        <a:pt x="15238" y="12549"/>
                      </a:lnTo>
                      <a:cubicBezTo>
                        <a:pt x="15238" y="13893"/>
                        <a:pt x="16134" y="14790"/>
                        <a:pt x="17479" y="14790"/>
                      </a:cubicBezTo>
                      <a:lnTo>
                        <a:pt x="28235" y="14790"/>
                      </a:lnTo>
                      <a:cubicBezTo>
                        <a:pt x="29579" y="14790"/>
                        <a:pt x="30476" y="13893"/>
                        <a:pt x="30476" y="12549"/>
                      </a:cubicBezTo>
                      <a:lnTo>
                        <a:pt x="30476" y="4482"/>
                      </a:lnTo>
                      <a:lnTo>
                        <a:pt x="41680" y="4482"/>
                      </a:lnTo>
                      <a:lnTo>
                        <a:pt x="41680" y="31372"/>
                      </a:lnTo>
                      <a:lnTo>
                        <a:pt x="32268" y="31372"/>
                      </a:lnTo>
                      <a:cubicBezTo>
                        <a:pt x="30924" y="31372"/>
                        <a:pt x="30027" y="32268"/>
                        <a:pt x="30027" y="33613"/>
                      </a:cubicBezTo>
                      <a:cubicBezTo>
                        <a:pt x="30027" y="34957"/>
                        <a:pt x="30924" y="35854"/>
                        <a:pt x="32268" y="35854"/>
                      </a:cubicBezTo>
                      <a:lnTo>
                        <a:pt x="41680" y="35854"/>
                      </a:lnTo>
                      <a:lnTo>
                        <a:pt x="41680" y="41680"/>
                      </a:lnTo>
                      <a:lnTo>
                        <a:pt x="4034" y="41680"/>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73" name="Group 2603">
                <a:extLst>
                  <a:ext uri="{FF2B5EF4-FFF2-40B4-BE49-F238E27FC236}">
                    <a16:creationId xmlns:a16="http://schemas.microsoft.com/office/drawing/2014/main" id="{5D999747-7B92-706F-CC53-A4A6653255EF}"/>
                  </a:ext>
                  <a:ext uri="{C183D7F6-B498-43B3-948B-1728B52AA6E4}">
                    <adec:decorative xmlns:adec="http://schemas.microsoft.com/office/drawing/2017/decorative" val="1"/>
                  </a:ext>
                </a:extLst>
              </p:cNvPr>
              <p:cNvGrpSpPr>
                <a:grpSpLocks noChangeAspect="1"/>
              </p:cNvGrpSpPr>
              <p:nvPr/>
            </p:nvGrpSpPr>
            <p:grpSpPr>
              <a:xfrm>
                <a:off x="6953789" y="4542124"/>
                <a:ext cx="152378" cy="122554"/>
                <a:chOff x="7010289" y="2486433"/>
                <a:chExt cx="152378" cy="122554"/>
              </a:xfrm>
            </p:grpSpPr>
            <p:sp>
              <p:nvSpPr>
                <p:cNvPr id="1574" name="Freeform: Shape 2702">
                  <a:extLst>
                    <a:ext uri="{FF2B5EF4-FFF2-40B4-BE49-F238E27FC236}">
                      <a16:creationId xmlns:a16="http://schemas.microsoft.com/office/drawing/2014/main" id="{A563AA44-4E8F-E581-C161-E46E15E0DA53}"/>
                    </a:ext>
                  </a:extLst>
                </p:cNvPr>
                <p:cNvSpPr/>
                <p:nvPr/>
              </p:nvSpPr>
              <p:spPr>
                <a:xfrm>
                  <a:off x="7010289" y="2559688"/>
                  <a:ext cx="152378" cy="49299"/>
                </a:xfrm>
                <a:custGeom>
                  <a:avLst/>
                  <a:gdLst>
                    <a:gd name="connsiteX0" fmla="*/ 152378 w 152377"/>
                    <a:gd name="connsiteY0" fmla="*/ 8760 h 49298"/>
                    <a:gd name="connsiteX1" fmla="*/ 128625 w 152377"/>
                    <a:gd name="connsiteY1" fmla="*/ 2038 h 49298"/>
                    <a:gd name="connsiteX2" fmla="*/ 105320 w 152377"/>
                    <a:gd name="connsiteY2" fmla="*/ 11897 h 49298"/>
                    <a:gd name="connsiteX3" fmla="*/ 97253 w 152377"/>
                    <a:gd name="connsiteY3" fmla="*/ 7864 h 49298"/>
                    <a:gd name="connsiteX4" fmla="*/ 74396 w 152377"/>
                    <a:gd name="connsiteY4" fmla="*/ 7864 h 49298"/>
                    <a:gd name="connsiteX5" fmla="*/ 52884 w 152377"/>
                    <a:gd name="connsiteY5" fmla="*/ 1589 h 49298"/>
                    <a:gd name="connsiteX6" fmla="*/ 32716 w 152377"/>
                    <a:gd name="connsiteY6" fmla="*/ 1141 h 49298"/>
                    <a:gd name="connsiteX7" fmla="*/ 1793 w 152377"/>
                    <a:gd name="connsiteY7" fmla="*/ 8312 h 49298"/>
                    <a:gd name="connsiteX8" fmla="*/ 0 w 152377"/>
                    <a:gd name="connsiteY8" fmla="*/ 11001 h 49298"/>
                    <a:gd name="connsiteX9" fmla="*/ 2689 w 152377"/>
                    <a:gd name="connsiteY9" fmla="*/ 12794 h 49298"/>
                    <a:gd name="connsiteX10" fmla="*/ 33613 w 152377"/>
                    <a:gd name="connsiteY10" fmla="*/ 5623 h 49298"/>
                    <a:gd name="connsiteX11" fmla="*/ 51540 w 152377"/>
                    <a:gd name="connsiteY11" fmla="*/ 6071 h 49298"/>
                    <a:gd name="connsiteX12" fmla="*/ 73052 w 152377"/>
                    <a:gd name="connsiteY12" fmla="*/ 12345 h 49298"/>
                    <a:gd name="connsiteX13" fmla="*/ 73500 w 152377"/>
                    <a:gd name="connsiteY13" fmla="*/ 12345 h 49298"/>
                    <a:gd name="connsiteX14" fmla="*/ 96805 w 152377"/>
                    <a:gd name="connsiteY14" fmla="*/ 12345 h 49298"/>
                    <a:gd name="connsiteX15" fmla="*/ 102183 w 152377"/>
                    <a:gd name="connsiteY15" fmla="*/ 17724 h 49298"/>
                    <a:gd name="connsiteX16" fmla="*/ 96805 w 152377"/>
                    <a:gd name="connsiteY16" fmla="*/ 23102 h 49298"/>
                    <a:gd name="connsiteX17" fmla="*/ 57814 w 152377"/>
                    <a:gd name="connsiteY17" fmla="*/ 23102 h 49298"/>
                    <a:gd name="connsiteX18" fmla="*/ 55573 w 152377"/>
                    <a:gd name="connsiteY18" fmla="*/ 25342 h 49298"/>
                    <a:gd name="connsiteX19" fmla="*/ 57814 w 152377"/>
                    <a:gd name="connsiteY19" fmla="*/ 27583 h 49298"/>
                    <a:gd name="connsiteX20" fmla="*/ 96805 w 152377"/>
                    <a:gd name="connsiteY20" fmla="*/ 27583 h 49298"/>
                    <a:gd name="connsiteX21" fmla="*/ 106664 w 152377"/>
                    <a:gd name="connsiteY21" fmla="*/ 17724 h 49298"/>
                    <a:gd name="connsiteX22" fmla="*/ 106664 w 152377"/>
                    <a:gd name="connsiteY22" fmla="*/ 15931 h 49298"/>
                    <a:gd name="connsiteX23" fmla="*/ 129969 w 152377"/>
                    <a:gd name="connsiteY23" fmla="*/ 6519 h 49298"/>
                    <a:gd name="connsiteX24" fmla="*/ 147000 w 152377"/>
                    <a:gd name="connsiteY24" fmla="*/ 9656 h 49298"/>
                    <a:gd name="connsiteX25" fmla="*/ 85600 w 152377"/>
                    <a:gd name="connsiteY25" fmla="*/ 46406 h 49298"/>
                    <a:gd name="connsiteX26" fmla="*/ 73052 w 152377"/>
                    <a:gd name="connsiteY26" fmla="*/ 48199 h 49298"/>
                    <a:gd name="connsiteX27" fmla="*/ 34957 w 152377"/>
                    <a:gd name="connsiteY27" fmla="*/ 38787 h 49298"/>
                    <a:gd name="connsiteX28" fmla="*/ 25546 w 152377"/>
                    <a:gd name="connsiteY28" fmla="*/ 38787 h 49298"/>
                    <a:gd name="connsiteX29" fmla="*/ 1793 w 152377"/>
                    <a:gd name="connsiteY29" fmla="*/ 44166 h 49298"/>
                    <a:gd name="connsiteX30" fmla="*/ 0 w 152377"/>
                    <a:gd name="connsiteY30" fmla="*/ 46855 h 49298"/>
                    <a:gd name="connsiteX31" fmla="*/ 2689 w 152377"/>
                    <a:gd name="connsiteY31" fmla="*/ 48647 h 49298"/>
                    <a:gd name="connsiteX32" fmla="*/ 26442 w 152377"/>
                    <a:gd name="connsiteY32" fmla="*/ 43269 h 49298"/>
                    <a:gd name="connsiteX33" fmla="*/ 34061 w 152377"/>
                    <a:gd name="connsiteY33" fmla="*/ 43269 h 49298"/>
                    <a:gd name="connsiteX34" fmla="*/ 72155 w 152377"/>
                    <a:gd name="connsiteY34" fmla="*/ 52681 h 49298"/>
                    <a:gd name="connsiteX35" fmla="*/ 77085 w 152377"/>
                    <a:gd name="connsiteY35" fmla="*/ 53129 h 49298"/>
                    <a:gd name="connsiteX36" fmla="*/ 87841 w 152377"/>
                    <a:gd name="connsiteY36" fmla="*/ 50440 h 49298"/>
                    <a:gd name="connsiteX37" fmla="*/ 151482 w 152377"/>
                    <a:gd name="connsiteY37" fmla="*/ 12794 h 49298"/>
                    <a:gd name="connsiteX38" fmla="*/ 152378 w 152377"/>
                    <a:gd name="connsiteY38" fmla="*/ 8760 h 4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2377" h="49298">
                      <a:moveTo>
                        <a:pt x="152378" y="8760"/>
                      </a:moveTo>
                      <a:cubicBezTo>
                        <a:pt x="148344" y="245"/>
                        <a:pt x="136692" y="-1548"/>
                        <a:pt x="128625" y="2038"/>
                      </a:cubicBezTo>
                      <a:lnTo>
                        <a:pt x="105320" y="11897"/>
                      </a:lnTo>
                      <a:cubicBezTo>
                        <a:pt x="103527" y="9656"/>
                        <a:pt x="100390" y="7864"/>
                        <a:pt x="97253" y="7864"/>
                      </a:cubicBezTo>
                      <a:lnTo>
                        <a:pt x="74396" y="7864"/>
                      </a:lnTo>
                      <a:lnTo>
                        <a:pt x="52884" y="1589"/>
                      </a:lnTo>
                      <a:cubicBezTo>
                        <a:pt x="46162" y="-203"/>
                        <a:pt x="39439" y="-651"/>
                        <a:pt x="32716" y="1141"/>
                      </a:cubicBezTo>
                      <a:lnTo>
                        <a:pt x="1793" y="8312"/>
                      </a:lnTo>
                      <a:cubicBezTo>
                        <a:pt x="448" y="8760"/>
                        <a:pt x="0" y="9656"/>
                        <a:pt x="0" y="11001"/>
                      </a:cubicBezTo>
                      <a:cubicBezTo>
                        <a:pt x="448" y="12345"/>
                        <a:pt x="1344" y="12794"/>
                        <a:pt x="2689" y="12794"/>
                      </a:cubicBezTo>
                      <a:lnTo>
                        <a:pt x="33613" y="5623"/>
                      </a:lnTo>
                      <a:cubicBezTo>
                        <a:pt x="39439" y="4278"/>
                        <a:pt x="45713" y="4278"/>
                        <a:pt x="51540" y="6071"/>
                      </a:cubicBezTo>
                      <a:lnTo>
                        <a:pt x="73052" y="12345"/>
                      </a:lnTo>
                      <a:cubicBezTo>
                        <a:pt x="73052" y="12345"/>
                        <a:pt x="73500" y="12345"/>
                        <a:pt x="73500" y="12345"/>
                      </a:cubicBezTo>
                      <a:lnTo>
                        <a:pt x="96805" y="12345"/>
                      </a:lnTo>
                      <a:cubicBezTo>
                        <a:pt x="99942" y="12345"/>
                        <a:pt x="102183" y="15034"/>
                        <a:pt x="102183" y="17724"/>
                      </a:cubicBezTo>
                      <a:cubicBezTo>
                        <a:pt x="102183" y="20412"/>
                        <a:pt x="99494" y="23102"/>
                        <a:pt x="96805" y="23102"/>
                      </a:cubicBezTo>
                      <a:lnTo>
                        <a:pt x="57814" y="23102"/>
                      </a:lnTo>
                      <a:cubicBezTo>
                        <a:pt x="56469" y="23102"/>
                        <a:pt x="55573" y="23998"/>
                        <a:pt x="55573" y="25342"/>
                      </a:cubicBezTo>
                      <a:cubicBezTo>
                        <a:pt x="55573" y="26687"/>
                        <a:pt x="56469" y="27583"/>
                        <a:pt x="57814" y="27583"/>
                      </a:cubicBezTo>
                      <a:lnTo>
                        <a:pt x="96805" y="27583"/>
                      </a:lnTo>
                      <a:cubicBezTo>
                        <a:pt x="102183" y="27583"/>
                        <a:pt x="106664" y="23102"/>
                        <a:pt x="106664" y="17724"/>
                      </a:cubicBezTo>
                      <a:cubicBezTo>
                        <a:pt x="106664" y="17275"/>
                        <a:pt x="106664" y="16379"/>
                        <a:pt x="106664" y="15931"/>
                      </a:cubicBezTo>
                      <a:lnTo>
                        <a:pt x="129969" y="6519"/>
                      </a:lnTo>
                      <a:cubicBezTo>
                        <a:pt x="135347" y="4278"/>
                        <a:pt x="142966" y="5175"/>
                        <a:pt x="147000" y="9656"/>
                      </a:cubicBezTo>
                      <a:lnTo>
                        <a:pt x="85600" y="46406"/>
                      </a:lnTo>
                      <a:cubicBezTo>
                        <a:pt x="82015" y="48647"/>
                        <a:pt x="77533" y="49095"/>
                        <a:pt x="73052" y="48199"/>
                      </a:cubicBezTo>
                      <a:lnTo>
                        <a:pt x="34957" y="38787"/>
                      </a:lnTo>
                      <a:cubicBezTo>
                        <a:pt x="31820" y="37891"/>
                        <a:pt x="28683" y="37891"/>
                        <a:pt x="25546" y="38787"/>
                      </a:cubicBezTo>
                      <a:lnTo>
                        <a:pt x="1793" y="44166"/>
                      </a:lnTo>
                      <a:cubicBezTo>
                        <a:pt x="448" y="44614"/>
                        <a:pt x="0" y="45510"/>
                        <a:pt x="0" y="46855"/>
                      </a:cubicBezTo>
                      <a:cubicBezTo>
                        <a:pt x="448" y="48199"/>
                        <a:pt x="1344" y="48647"/>
                        <a:pt x="2689" y="48647"/>
                      </a:cubicBezTo>
                      <a:lnTo>
                        <a:pt x="26442" y="43269"/>
                      </a:lnTo>
                      <a:cubicBezTo>
                        <a:pt x="29131" y="42821"/>
                        <a:pt x="31372" y="42821"/>
                        <a:pt x="34061" y="43269"/>
                      </a:cubicBezTo>
                      <a:lnTo>
                        <a:pt x="72155" y="52681"/>
                      </a:lnTo>
                      <a:cubicBezTo>
                        <a:pt x="73948" y="53129"/>
                        <a:pt x="75741" y="53129"/>
                        <a:pt x="77085" y="53129"/>
                      </a:cubicBezTo>
                      <a:cubicBezTo>
                        <a:pt x="80671" y="53129"/>
                        <a:pt x="84256" y="52233"/>
                        <a:pt x="87841" y="50440"/>
                      </a:cubicBezTo>
                      <a:lnTo>
                        <a:pt x="151482" y="12794"/>
                      </a:lnTo>
                      <a:cubicBezTo>
                        <a:pt x="152378" y="11001"/>
                        <a:pt x="152826" y="9656"/>
                        <a:pt x="152378" y="876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75" name="Freeform: Shape 2703">
                  <a:extLst>
                    <a:ext uri="{FF2B5EF4-FFF2-40B4-BE49-F238E27FC236}">
                      <a16:creationId xmlns:a16="http://schemas.microsoft.com/office/drawing/2014/main" id="{1078448E-AD4D-1C94-FD85-ADBFFE682AF3}"/>
                    </a:ext>
                  </a:extLst>
                </p:cNvPr>
                <p:cNvSpPr/>
                <p:nvPr/>
              </p:nvSpPr>
              <p:spPr>
                <a:xfrm>
                  <a:off x="7064069" y="2486433"/>
                  <a:ext cx="71707" cy="71707"/>
                </a:xfrm>
                <a:custGeom>
                  <a:avLst/>
                  <a:gdLst>
                    <a:gd name="connsiteX0" fmla="*/ 2241 w 71707"/>
                    <a:gd name="connsiteY0" fmla="*/ 71707 h 71707"/>
                    <a:gd name="connsiteX1" fmla="*/ 69466 w 71707"/>
                    <a:gd name="connsiteY1" fmla="*/ 71707 h 71707"/>
                    <a:gd name="connsiteX2" fmla="*/ 71707 w 71707"/>
                    <a:gd name="connsiteY2" fmla="*/ 69466 h 71707"/>
                    <a:gd name="connsiteX3" fmla="*/ 71707 w 71707"/>
                    <a:gd name="connsiteY3" fmla="*/ 2241 h 71707"/>
                    <a:gd name="connsiteX4" fmla="*/ 69466 w 71707"/>
                    <a:gd name="connsiteY4" fmla="*/ 0 h 71707"/>
                    <a:gd name="connsiteX5" fmla="*/ 44369 w 71707"/>
                    <a:gd name="connsiteY5" fmla="*/ 0 h 71707"/>
                    <a:gd name="connsiteX6" fmla="*/ 27338 w 71707"/>
                    <a:gd name="connsiteY6" fmla="*/ 0 h 71707"/>
                    <a:gd name="connsiteX7" fmla="*/ 2241 w 71707"/>
                    <a:gd name="connsiteY7" fmla="*/ 0 h 71707"/>
                    <a:gd name="connsiteX8" fmla="*/ 0 w 71707"/>
                    <a:gd name="connsiteY8" fmla="*/ 2241 h 71707"/>
                    <a:gd name="connsiteX9" fmla="*/ 0 w 71707"/>
                    <a:gd name="connsiteY9" fmla="*/ 69466 h 71707"/>
                    <a:gd name="connsiteX10" fmla="*/ 2241 w 71707"/>
                    <a:gd name="connsiteY10" fmla="*/ 71707 h 71707"/>
                    <a:gd name="connsiteX11" fmla="*/ 42128 w 71707"/>
                    <a:gd name="connsiteY11" fmla="*/ 4482 h 71707"/>
                    <a:gd name="connsiteX12" fmla="*/ 42128 w 71707"/>
                    <a:gd name="connsiteY12" fmla="*/ 16582 h 71707"/>
                    <a:gd name="connsiteX13" fmla="*/ 30027 w 71707"/>
                    <a:gd name="connsiteY13" fmla="*/ 16582 h 71707"/>
                    <a:gd name="connsiteX14" fmla="*/ 30027 w 71707"/>
                    <a:gd name="connsiteY14" fmla="*/ 4482 h 71707"/>
                    <a:gd name="connsiteX15" fmla="*/ 42128 w 71707"/>
                    <a:gd name="connsiteY15" fmla="*/ 4482 h 71707"/>
                    <a:gd name="connsiteX16" fmla="*/ 4482 w 71707"/>
                    <a:gd name="connsiteY16" fmla="*/ 4482 h 71707"/>
                    <a:gd name="connsiteX17" fmla="*/ 25098 w 71707"/>
                    <a:gd name="connsiteY17" fmla="*/ 4482 h 71707"/>
                    <a:gd name="connsiteX18" fmla="*/ 25098 w 71707"/>
                    <a:gd name="connsiteY18" fmla="*/ 18823 h 71707"/>
                    <a:gd name="connsiteX19" fmla="*/ 27338 w 71707"/>
                    <a:gd name="connsiteY19" fmla="*/ 21064 h 71707"/>
                    <a:gd name="connsiteX20" fmla="*/ 43921 w 71707"/>
                    <a:gd name="connsiteY20" fmla="*/ 21064 h 71707"/>
                    <a:gd name="connsiteX21" fmla="*/ 46162 w 71707"/>
                    <a:gd name="connsiteY21" fmla="*/ 18823 h 71707"/>
                    <a:gd name="connsiteX22" fmla="*/ 46162 w 71707"/>
                    <a:gd name="connsiteY22" fmla="*/ 4482 h 71707"/>
                    <a:gd name="connsiteX23" fmla="*/ 66777 w 71707"/>
                    <a:gd name="connsiteY23" fmla="*/ 4482 h 71707"/>
                    <a:gd name="connsiteX24" fmla="*/ 66777 w 71707"/>
                    <a:gd name="connsiteY24" fmla="*/ 50195 h 71707"/>
                    <a:gd name="connsiteX25" fmla="*/ 50195 w 71707"/>
                    <a:gd name="connsiteY25" fmla="*/ 50195 h 71707"/>
                    <a:gd name="connsiteX26" fmla="*/ 47954 w 71707"/>
                    <a:gd name="connsiteY26" fmla="*/ 52436 h 71707"/>
                    <a:gd name="connsiteX27" fmla="*/ 50195 w 71707"/>
                    <a:gd name="connsiteY27" fmla="*/ 54677 h 71707"/>
                    <a:gd name="connsiteX28" fmla="*/ 66777 w 71707"/>
                    <a:gd name="connsiteY28" fmla="*/ 54677 h 71707"/>
                    <a:gd name="connsiteX29" fmla="*/ 66777 w 71707"/>
                    <a:gd name="connsiteY29" fmla="*/ 66777 h 71707"/>
                    <a:gd name="connsiteX30" fmla="*/ 4034 w 71707"/>
                    <a:gd name="connsiteY30" fmla="*/ 66777 h 71707"/>
                    <a:gd name="connsiteX31" fmla="*/ 4034 w 71707"/>
                    <a:gd name="connsiteY31" fmla="*/ 4482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1707" h="71707">
                      <a:moveTo>
                        <a:pt x="2241" y="71707"/>
                      </a:moveTo>
                      <a:lnTo>
                        <a:pt x="69466" y="71707"/>
                      </a:lnTo>
                      <a:cubicBezTo>
                        <a:pt x="70811" y="71707"/>
                        <a:pt x="71707" y="70811"/>
                        <a:pt x="71707" y="69466"/>
                      </a:cubicBezTo>
                      <a:lnTo>
                        <a:pt x="71707" y="2241"/>
                      </a:lnTo>
                      <a:cubicBezTo>
                        <a:pt x="71707" y="896"/>
                        <a:pt x="70811" y="0"/>
                        <a:pt x="69466" y="0"/>
                      </a:cubicBezTo>
                      <a:lnTo>
                        <a:pt x="44369" y="0"/>
                      </a:lnTo>
                      <a:lnTo>
                        <a:pt x="27338" y="0"/>
                      </a:lnTo>
                      <a:lnTo>
                        <a:pt x="2241" y="0"/>
                      </a:lnTo>
                      <a:cubicBezTo>
                        <a:pt x="896" y="0"/>
                        <a:pt x="0" y="896"/>
                        <a:pt x="0" y="2241"/>
                      </a:cubicBezTo>
                      <a:lnTo>
                        <a:pt x="0" y="69466"/>
                      </a:lnTo>
                      <a:cubicBezTo>
                        <a:pt x="0" y="70811"/>
                        <a:pt x="896" y="71707"/>
                        <a:pt x="2241" y="71707"/>
                      </a:cubicBezTo>
                      <a:close/>
                      <a:moveTo>
                        <a:pt x="42128" y="4482"/>
                      </a:moveTo>
                      <a:lnTo>
                        <a:pt x="42128" y="16582"/>
                      </a:lnTo>
                      <a:lnTo>
                        <a:pt x="30027" y="16582"/>
                      </a:lnTo>
                      <a:lnTo>
                        <a:pt x="30027" y="4482"/>
                      </a:lnTo>
                      <a:lnTo>
                        <a:pt x="42128" y="4482"/>
                      </a:lnTo>
                      <a:close/>
                      <a:moveTo>
                        <a:pt x="4482" y="4482"/>
                      </a:moveTo>
                      <a:lnTo>
                        <a:pt x="25098" y="4482"/>
                      </a:lnTo>
                      <a:lnTo>
                        <a:pt x="25098" y="18823"/>
                      </a:lnTo>
                      <a:cubicBezTo>
                        <a:pt x="25098" y="20168"/>
                        <a:pt x="25994" y="21064"/>
                        <a:pt x="27338" y="21064"/>
                      </a:cubicBezTo>
                      <a:lnTo>
                        <a:pt x="43921" y="21064"/>
                      </a:lnTo>
                      <a:cubicBezTo>
                        <a:pt x="45265" y="21064"/>
                        <a:pt x="46162" y="20168"/>
                        <a:pt x="46162" y="18823"/>
                      </a:cubicBezTo>
                      <a:lnTo>
                        <a:pt x="46162" y="4482"/>
                      </a:lnTo>
                      <a:lnTo>
                        <a:pt x="66777" y="4482"/>
                      </a:lnTo>
                      <a:lnTo>
                        <a:pt x="66777" y="50195"/>
                      </a:lnTo>
                      <a:lnTo>
                        <a:pt x="50195" y="50195"/>
                      </a:lnTo>
                      <a:cubicBezTo>
                        <a:pt x="48851" y="50195"/>
                        <a:pt x="47954" y="51091"/>
                        <a:pt x="47954" y="52436"/>
                      </a:cubicBezTo>
                      <a:cubicBezTo>
                        <a:pt x="47954" y="53780"/>
                        <a:pt x="48851" y="54677"/>
                        <a:pt x="50195" y="54677"/>
                      </a:cubicBezTo>
                      <a:lnTo>
                        <a:pt x="66777" y="54677"/>
                      </a:lnTo>
                      <a:lnTo>
                        <a:pt x="66777" y="66777"/>
                      </a:lnTo>
                      <a:lnTo>
                        <a:pt x="4034" y="66777"/>
                      </a:lnTo>
                      <a:lnTo>
                        <a:pt x="4034" y="4482"/>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576" name="Freeform: Shape 2604">
                <a:extLst>
                  <a:ext uri="{FF2B5EF4-FFF2-40B4-BE49-F238E27FC236}">
                    <a16:creationId xmlns:a16="http://schemas.microsoft.com/office/drawing/2014/main" id="{ED93A273-5A5A-85B3-C4EA-6B91F02BFF66}"/>
                  </a:ext>
                  <a:ext uri="{C183D7F6-B498-43B3-948B-1728B52AA6E4}">
                    <adec:decorative xmlns:adec="http://schemas.microsoft.com/office/drawing/2017/decorative" val="1"/>
                  </a:ext>
                </a:extLst>
              </p:cNvPr>
              <p:cNvSpPr>
                <a:spLocks noChangeAspect="1"/>
              </p:cNvSpPr>
              <p:nvPr/>
            </p:nvSpPr>
            <p:spPr>
              <a:xfrm>
                <a:off x="6683822" y="4522915"/>
                <a:ext cx="147896" cy="143414"/>
              </a:xfrm>
              <a:custGeom>
                <a:avLst/>
                <a:gdLst>
                  <a:gd name="connsiteX0" fmla="*/ 148961 w 147896"/>
                  <a:gd name="connsiteY0" fmla="*/ 97639 h 143414"/>
                  <a:gd name="connsiteX1" fmla="*/ 103247 w 147896"/>
                  <a:gd name="connsiteY1" fmla="*/ 114221 h 143414"/>
                  <a:gd name="connsiteX2" fmla="*/ 98765 w 147896"/>
                  <a:gd name="connsiteY2" fmla="*/ 107498 h 143414"/>
                  <a:gd name="connsiteX3" fmla="*/ 150305 w 147896"/>
                  <a:gd name="connsiteY3" fmla="*/ 88227 h 143414"/>
                  <a:gd name="connsiteX4" fmla="*/ 151650 w 147896"/>
                  <a:gd name="connsiteY4" fmla="*/ 85538 h 143414"/>
                  <a:gd name="connsiteX5" fmla="*/ 129689 w 147896"/>
                  <a:gd name="connsiteY5" fmla="*/ 26828 h 143414"/>
                  <a:gd name="connsiteX6" fmla="*/ 127000 w 147896"/>
                  <a:gd name="connsiteY6" fmla="*/ 25483 h 143414"/>
                  <a:gd name="connsiteX7" fmla="*/ 97869 w 147896"/>
                  <a:gd name="connsiteY7" fmla="*/ 36687 h 143414"/>
                  <a:gd name="connsiteX8" fmla="*/ 90698 w 147896"/>
                  <a:gd name="connsiteY8" fmla="*/ 39376 h 143414"/>
                  <a:gd name="connsiteX9" fmla="*/ 90698 w 147896"/>
                  <a:gd name="connsiteY9" fmla="*/ 39376 h 143414"/>
                  <a:gd name="connsiteX10" fmla="*/ 68738 w 147896"/>
                  <a:gd name="connsiteY10" fmla="*/ 47444 h 143414"/>
                  <a:gd name="connsiteX11" fmla="*/ 67394 w 147896"/>
                  <a:gd name="connsiteY11" fmla="*/ 48788 h 143414"/>
                  <a:gd name="connsiteX12" fmla="*/ 67394 w 147896"/>
                  <a:gd name="connsiteY12" fmla="*/ 50581 h 143414"/>
                  <a:gd name="connsiteX13" fmla="*/ 86217 w 147896"/>
                  <a:gd name="connsiteY13" fmla="*/ 101224 h 143414"/>
                  <a:gd name="connsiteX14" fmla="*/ 82631 w 147896"/>
                  <a:gd name="connsiteY14" fmla="*/ 100776 h 143414"/>
                  <a:gd name="connsiteX15" fmla="*/ 77253 w 147896"/>
                  <a:gd name="connsiteY15" fmla="*/ 101672 h 143414"/>
                  <a:gd name="connsiteX16" fmla="*/ 44089 w 147896"/>
                  <a:gd name="connsiteY16" fmla="*/ 9797 h 143414"/>
                  <a:gd name="connsiteX17" fmla="*/ 25266 w 147896"/>
                  <a:gd name="connsiteY17" fmla="*/ 834 h 143414"/>
                  <a:gd name="connsiteX18" fmla="*/ 1513 w 147896"/>
                  <a:gd name="connsiteY18" fmla="*/ 9349 h 143414"/>
                  <a:gd name="connsiteX19" fmla="*/ 168 w 147896"/>
                  <a:gd name="connsiteY19" fmla="*/ 12038 h 143414"/>
                  <a:gd name="connsiteX20" fmla="*/ 2857 w 147896"/>
                  <a:gd name="connsiteY20" fmla="*/ 13383 h 143414"/>
                  <a:gd name="connsiteX21" fmla="*/ 26610 w 147896"/>
                  <a:gd name="connsiteY21" fmla="*/ 4867 h 143414"/>
                  <a:gd name="connsiteX22" fmla="*/ 39607 w 147896"/>
                  <a:gd name="connsiteY22" fmla="*/ 11142 h 143414"/>
                  <a:gd name="connsiteX23" fmla="*/ 72772 w 147896"/>
                  <a:gd name="connsiteY23" fmla="*/ 103017 h 143414"/>
                  <a:gd name="connsiteX24" fmla="*/ 59775 w 147896"/>
                  <a:gd name="connsiteY24" fmla="*/ 123184 h 143414"/>
                  <a:gd name="connsiteX25" fmla="*/ 82183 w 147896"/>
                  <a:gd name="connsiteY25" fmla="*/ 145593 h 143414"/>
                  <a:gd name="connsiteX26" fmla="*/ 104592 w 147896"/>
                  <a:gd name="connsiteY26" fmla="*/ 123184 h 143414"/>
                  <a:gd name="connsiteX27" fmla="*/ 104144 w 147896"/>
                  <a:gd name="connsiteY27" fmla="*/ 119151 h 143414"/>
                  <a:gd name="connsiteX28" fmla="*/ 150305 w 147896"/>
                  <a:gd name="connsiteY28" fmla="*/ 102568 h 143414"/>
                  <a:gd name="connsiteX29" fmla="*/ 151650 w 147896"/>
                  <a:gd name="connsiteY29" fmla="*/ 99879 h 143414"/>
                  <a:gd name="connsiteX30" fmla="*/ 148961 w 147896"/>
                  <a:gd name="connsiteY30" fmla="*/ 97639 h 143414"/>
                  <a:gd name="connsiteX31" fmla="*/ 108625 w 147896"/>
                  <a:gd name="connsiteY31" fmla="*/ 48788 h 143414"/>
                  <a:gd name="connsiteX32" fmla="*/ 98317 w 147896"/>
                  <a:gd name="connsiteY32" fmla="*/ 52821 h 143414"/>
                  <a:gd name="connsiteX33" fmla="*/ 94284 w 147896"/>
                  <a:gd name="connsiteY33" fmla="*/ 42514 h 143414"/>
                  <a:gd name="connsiteX34" fmla="*/ 99662 w 147896"/>
                  <a:gd name="connsiteY34" fmla="*/ 40721 h 143414"/>
                  <a:gd name="connsiteX35" fmla="*/ 105040 w 147896"/>
                  <a:gd name="connsiteY35" fmla="*/ 38928 h 143414"/>
                  <a:gd name="connsiteX36" fmla="*/ 108625 w 147896"/>
                  <a:gd name="connsiteY36" fmla="*/ 48788 h 143414"/>
                  <a:gd name="connsiteX37" fmla="*/ 72323 w 147896"/>
                  <a:gd name="connsiteY37" fmla="*/ 50132 h 143414"/>
                  <a:gd name="connsiteX38" fmla="*/ 90250 w 147896"/>
                  <a:gd name="connsiteY38" fmla="*/ 43410 h 143414"/>
                  <a:gd name="connsiteX39" fmla="*/ 94732 w 147896"/>
                  <a:gd name="connsiteY39" fmla="*/ 55959 h 143414"/>
                  <a:gd name="connsiteX40" fmla="*/ 96973 w 147896"/>
                  <a:gd name="connsiteY40" fmla="*/ 57303 h 143414"/>
                  <a:gd name="connsiteX41" fmla="*/ 97869 w 147896"/>
                  <a:gd name="connsiteY41" fmla="*/ 57303 h 143414"/>
                  <a:gd name="connsiteX42" fmla="*/ 112659 w 147896"/>
                  <a:gd name="connsiteY42" fmla="*/ 51925 h 143414"/>
                  <a:gd name="connsiteX43" fmla="*/ 114003 w 147896"/>
                  <a:gd name="connsiteY43" fmla="*/ 49236 h 143414"/>
                  <a:gd name="connsiteX44" fmla="*/ 109522 w 147896"/>
                  <a:gd name="connsiteY44" fmla="*/ 36687 h 143414"/>
                  <a:gd name="connsiteX45" fmla="*/ 127448 w 147896"/>
                  <a:gd name="connsiteY45" fmla="*/ 29965 h 143414"/>
                  <a:gd name="connsiteX46" fmla="*/ 142238 w 147896"/>
                  <a:gd name="connsiteY46" fmla="*/ 69852 h 143414"/>
                  <a:gd name="connsiteX47" fmla="*/ 127897 w 147896"/>
                  <a:gd name="connsiteY47" fmla="*/ 75230 h 143414"/>
                  <a:gd name="connsiteX48" fmla="*/ 126552 w 147896"/>
                  <a:gd name="connsiteY48" fmla="*/ 77919 h 143414"/>
                  <a:gd name="connsiteX49" fmla="*/ 128793 w 147896"/>
                  <a:gd name="connsiteY49" fmla="*/ 79263 h 143414"/>
                  <a:gd name="connsiteX50" fmla="*/ 129689 w 147896"/>
                  <a:gd name="connsiteY50" fmla="*/ 79263 h 143414"/>
                  <a:gd name="connsiteX51" fmla="*/ 144031 w 147896"/>
                  <a:gd name="connsiteY51" fmla="*/ 73886 h 143414"/>
                  <a:gd name="connsiteX52" fmla="*/ 148064 w 147896"/>
                  <a:gd name="connsiteY52" fmla="*/ 84193 h 143414"/>
                  <a:gd name="connsiteX53" fmla="*/ 96076 w 147896"/>
                  <a:gd name="connsiteY53" fmla="*/ 103465 h 143414"/>
                  <a:gd name="connsiteX54" fmla="*/ 92491 w 147896"/>
                  <a:gd name="connsiteY54" fmla="*/ 101672 h 143414"/>
                  <a:gd name="connsiteX55" fmla="*/ 72323 w 147896"/>
                  <a:gd name="connsiteY55" fmla="*/ 50132 h 143414"/>
                  <a:gd name="connsiteX56" fmla="*/ 82631 w 147896"/>
                  <a:gd name="connsiteY56" fmla="*/ 140215 h 143414"/>
                  <a:gd name="connsiteX57" fmla="*/ 64705 w 147896"/>
                  <a:gd name="connsiteY57" fmla="*/ 122288 h 143414"/>
                  <a:gd name="connsiteX58" fmla="*/ 82631 w 147896"/>
                  <a:gd name="connsiteY58" fmla="*/ 104361 h 143414"/>
                  <a:gd name="connsiteX59" fmla="*/ 100558 w 147896"/>
                  <a:gd name="connsiteY59" fmla="*/ 122288 h 143414"/>
                  <a:gd name="connsiteX60" fmla="*/ 82631 w 147896"/>
                  <a:gd name="connsiteY60" fmla="*/ 140215 h 14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47896" h="143414">
                    <a:moveTo>
                      <a:pt x="148961" y="97639"/>
                    </a:moveTo>
                    <a:lnTo>
                      <a:pt x="103247" y="114221"/>
                    </a:lnTo>
                    <a:cubicBezTo>
                      <a:pt x="102351" y="111532"/>
                      <a:pt x="100558" y="109291"/>
                      <a:pt x="98765" y="107498"/>
                    </a:cubicBezTo>
                    <a:lnTo>
                      <a:pt x="150305" y="88227"/>
                    </a:lnTo>
                    <a:cubicBezTo>
                      <a:pt x="151650" y="87779"/>
                      <a:pt x="152098" y="86434"/>
                      <a:pt x="151650" y="85538"/>
                    </a:cubicBezTo>
                    <a:lnTo>
                      <a:pt x="129689" y="26828"/>
                    </a:lnTo>
                    <a:cubicBezTo>
                      <a:pt x="129241" y="25483"/>
                      <a:pt x="127897" y="25035"/>
                      <a:pt x="127000" y="25483"/>
                    </a:cubicBezTo>
                    <a:lnTo>
                      <a:pt x="97869" y="36687"/>
                    </a:lnTo>
                    <a:lnTo>
                      <a:pt x="90698" y="39376"/>
                    </a:lnTo>
                    <a:lnTo>
                      <a:pt x="90698" y="39376"/>
                    </a:lnTo>
                    <a:lnTo>
                      <a:pt x="68738" y="47444"/>
                    </a:lnTo>
                    <a:cubicBezTo>
                      <a:pt x="68290" y="47444"/>
                      <a:pt x="67842" y="47892"/>
                      <a:pt x="67394" y="48788"/>
                    </a:cubicBezTo>
                    <a:cubicBezTo>
                      <a:pt x="66945" y="49236"/>
                      <a:pt x="66945" y="50132"/>
                      <a:pt x="67394" y="50581"/>
                    </a:cubicBezTo>
                    <a:lnTo>
                      <a:pt x="86217" y="101224"/>
                    </a:lnTo>
                    <a:cubicBezTo>
                      <a:pt x="84872" y="101224"/>
                      <a:pt x="83976" y="100776"/>
                      <a:pt x="82631" y="100776"/>
                    </a:cubicBezTo>
                    <a:cubicBezTo>
                      <a:pt x="80839" y="100776"/>
                      <a:pt x="79046" y="101224"/>
                      <a:pt x="77253" y="101672"/>
                    </a:cubicBezTo>
                    <a:lnTo>
                      <a:pt x="44089" y="9797"/>
                    </a:lnTo>
                    <a:cubicBezTo>
                      <a:pt x="41400" y="2178"/>
                      <a:pt x="32884" y="-1855"/>
                      <a:pt x="25266" y="834"/>
                    </a:cubicBezTo>
                    <a:lnTo>
                      <a:pt x="1513" y="9349"/>
                    </a:lnTo>
                    <a:cubicBezTo>
                      <a:pt x="168" y="9797"/>
                      <a:pt x="-280" y="11142"/>
                      <a:pt x="168" y="12038"/>
                    </a:cubicBezTo>
                    <a:cubicBezTo>
                      <a:pt x="616" y="13383"/>
                      <a:pt x="1961" y="13831"/>
                      <a:pt x="2857" y="13383"/>
                    </a:cubicBezTo>
                    <a:lnTo>
                      <a:pt x="26610" y="4867"/>
                    </a:lnTo>
                    <a:cubicBezTo>
                      <a:pt x="31988" y="3075"/>
                      <a:pt x="37814" y="5764"/>
                      <a:pt x="39607" y="11142"/>
                    </a:cubicBezTo>
                    <a:lnTo>
                      <a:pt x="72772" y="103017"/>
                    </a:lnTo>
                    <a:cubicBezTo>
                      <a:pt x="65153" y="106602"/>
                      <a:pt x="59775" y="114221"/>
                      <a:pt x="59775" y="123184"/>
                    </a:cubicBezTo>
                    <a:cubicBezTo>
                      <a:pt x="59775" y="135733"/>
                      <a:pt x="69634" y="145593"/>
                      <a:pt x="82183" y="145593"/>
                    </a:cubicBezTo>
                    <a:cubicBezTo>
                      <a:pt x="94732" y="145593"/>
                      <a:pt x="104592" y="135733"/>
                      <a:pt x="104592" y="123184"/>
                    </a:cubicBezTo>
                    <a:cubicBezTo>
                      <a:pt x="104592" y="121840"/>
                      <a:pt x="104592" y="120495"/>
                      <a:pt x="104144" y="119151"/>
                    </a:cubicBezTo>
                    <a:lnTo>
                      <a:pt x="150305" y="102568"/>
                    </a:lnTo>
                    <a:cubicBezTo>
                      <a:pt x="151650" y="102120"/>
                      <a:pt x="152098" y="100776"/>
                      <a:pt x="151650" y="99879"/>
                    </a:cubicBezTo>
                    <a:cubicBezTo>
                      <a:pt x="151650" y="97639"/>
                      <a:pt x="150305" y="97190"/>
                      <a:pt x="148961" y="97639"/>
                    </a:cubicBezTo>
                    <a:close/>
                    <a:moveTo>
                      <a:pt x="108625" y="48788"/>
                    </a:moveTo>
                    <a:lnTo>
                      <a:pt x="98317" y="52821"/>
                    </a:lnTo>
                    <a:lnTo>
                      <a:pt x="94284" y="42514"/>
                    </a:lnTo>
                    <a:lnTo>
                      <a:pt x="99662" y="40721"/>
                    </a:lnTo>
                    <a:lnTo>
                      <a:pt x="105040" y="38928"/>
                    </a:lnTo>
                    <a:lnTo>
                      <a:pt x="108625" y="48788"/>
                    </a:lnTo>
                    <a:close/>
                    <a:moveTo>
                      <a:pt x="72323" y="50132"/>
                    </a:moveTo>
                    <a:lnTo>
                      <a:pt x="90250" y="43410"/>
                    </a:lnTo>
                    <a:lnTo>
                      <a:pt x="94732" y="55959"/>
                    </a:lnTo>
                    <a:cubicBezTo>
                      <a:pt x="95180" y="56855"/>
                      <a:pt x="96076" y="57303"/>
                      <a:pt x="96973" y="57303"/>
                    </a:cubicBezTo>
                    <a:cubicBezTo>
                      <a:pt x="97421" y="57303"/>
                      <a:pt x="97421" y="57303"/>
                      <a:pt x="97869" y="57303"/>
                    </a:cubicBezTo>
                    <a:lnTo>
                      <a:pt x="112659" y="51925"/>
                    </a:lnTo>
                    <a:cubicBezTo>
                      <a:pt x="114003" y="51477"/>
                      <a:pt x="114451" y="50132"/>
                      <a:pt x="114003" y="49236"/>
                    </a:cubicBezTo>
                    <a:lnTo>
                      <a:pt x="109522" y="36687"/>
                    </a:lnTo>
                    <a:lnTo>
                      <a:pt x="127448" y="29965"/>
                    </a:lnTo>
                    <a:lnTo>
                      <a:pt x="142238" y="69852"/>
                    </a:lnTo>
                    <a:lnTo>
                      <a:pt x="127897" y="75230"/>
                    </a:lnTo>
                    <a:cubicBezTo>
                      <a:pt x="126552" y="75678"/>
                      <a:pt x="126104" y="77023"/>
                      <a:pt x="126552" y="77919"/>
                    </a:cubicBezTo>
                    <a:cubicBezTo>
                      <a:pt x="127000" y="78815"/>
                      <a:pt x="127897" y="79263"/>
                      <a:pt x="128793" y="79263"/>
                    </a:cubicBezTo>
                    <a:cubicBezTo>
                      <a:pt x="129241" y="79263"/>
                      <a:pt x="129241" y="79263"/>
                      <a:pt x="129689" y="79263"/>
                    </a:cubicBezTo>
                    <a:lnTo>
                      <a:pt x="144031" y="73886"/>
                    </a:lnTo>
                    <a:lnTo>
                      <a:pt x="148064" y="84193"/>
                    </a:lnTo>
                    <a:lnTo>
                      <a:pt x="96076" y="103465"/>
                    </a:lnTo>
                    <a:cubicBezTo>
                      <a:pt x="94732" y="102568"/>
                      <a:pt x="93836" y="102120"/>
                      <a:pt x="92491" y="101672"/>
                    </a:cubicBezTo>
                    <a:lnTo>
                      <a:pt x="72323" y="50132"/>
                    </a:lnTo>
                    <a:close/>
                    <a:moveTo>
                      <a:pt x="82631" y="140215"/>
                    </a:moveTo>
                    <a:cubicBezTo>
                      <a:pt x="72772" y="140215"/>
                      <a:pt x="64705" y="132148"/>
                      <a:pt x="64705" y="122288"/>
                    </a:cubicBezTo>
                    <a:cubicBezTo>
                      <a:pt x="64705" y="112428"/>
                      <a:pt x="72772" y="104361"/>
                      <a:pt x="82631" y="104361"/>
                    </a:cubicBezTo>
                    <a:cubicBezTo>
                      <a:pt x="92491" y="104361"/>
                      <a:pt x="100558" y="112428"/>
                      <a:pt x="100558" y="122288"/>
                    </a:cubicBezTo>
                    <a:cubicBezTo>
                      <a:pt x="100558" y="132148"/>
                      <a:pt x="92491" y="140215"/>
                      <a:pt x="82631" y="14021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77" name="Freeform: Shape 2605">
                <a:extLst>
                  <a:ext uri="{FF2B5EF4-FFF2-40B4-BE49-F238E27FC236}">
                    <a16:creationId xmlns:a16="http://schemas.microsoft.com/office/drawing/2014/main" id="{FA403F69-C081-EB0F-BB7A-915A7C392A82}"/>
                  </a:ext>
                  <a:ext uri="{C183D7F6-B498-43B3-948B-1728B52AA6E4}">
                    <adec:decorative xmlns:adec="http://schemas.microsoft.com/office/drawing/2017/decorative" val="1"/>
                  </a:ext>
                </a:extLst>
              </p:cNvPr>
              <p:cNvSpPr>
                <a:spLocks noChangeAspect="1"/>
              </p:cNvSpPr>
              <p:nvPr/>
            </p:nvSpPr>
            <p:spPr>
              <a:xfrm>
                <a:off x="8019089" y="5213030"/>
                <a:ext cx="138933" cy="152378"/>
              </a:xfrm>
              <a:custGeom>
                <a:avLst/>
                <a:gdLst>
                  <a:gd name="connsiteX0" fmla="*/ 142518 w 138932"/>
                  <a:gd name="connsiteY0" fmla="*/ 132215 h 152377"/>
                  <a:gd name="connsiteX1" fmla="*/ 142518 w 138932"/>
                  <a:gd name="connsiteY1" fmla="*/ 131318 h 152377"/>
                  <a:gd name="connsiteX2" fmla="*/ 105768 w 138932"/>
                  <a:gd name="connsiteY2" fmla="*/ 93672 h 152377"/>
                  <a:gd name="connsiteX3" fmla="*/ 89634 w 138932"/>
                  <a:gd name="connsiteY3" fmla="*/ 76642 h 152377"/>
                  <a:gd name="connsiteX4" fmla="*/ 90082 w 138932"/>
                  <a:gd name="connsiteY4" fmla="*/ 73504 h 152377"/>
                  <a:gd name="connsiteX5" fmla="*/ 93668 w 138932"/>
                  <a:gd name="connsiteY5" fmla="*/ 70367 h 152377"/>
                  <a:gd name="connsiteX6" fmla="*/ 103527 w 138932"/>
                  <a:gd name="connsiteY6" fmla="*/ 43029 h 152377"/>
                  <a:gd name="connsiteX7" fmla="*/ 103975 w 138932"/>
                  <a:gd name="connsiteY7" fmla="*/ 40340 h 152377"/>
                  <a:gd name="connsiteX8" fmla="*/ 103975 w 138932"/>
                  <a:gd name="connsiteY8" fmla="*/ 22861 h 152377"/>
                  <a:gd name="connsiteX9" fmla="*/ 71259 w 138932"/>
                  <a:gd name="connsiteY9" fmla="*/ 4 h 152377"/>
                  <a:gd name="connsiteX10" fmla="*/ 38991 w 138932"/>
                  <a:gd name="connsiteY10" fmla="*/ 22861 h 152377"/>
                  <a:gd name="connsiteX11" fmla="*/ 38991 w 138932"/>
                  <a:gd name="connsiteY11" fmla="*/ 40340 h 152377"/>
                  <a:gd name="connsiteX12" fmla="*/ 38991 w 138932"/>
                  <a:gd name="connsiteY12" fmla="*/ 41684 h 152377"/>
                  <a:gd name="connsiteX13" fmla="*/ 49747 w 138932"/>
                  <a:gd name="connsiteY13" fmla="*/ 69919 h 152377"/>
                  <a:gd name="connsiteX14" fmla="*/ 52436 w 138932"/>
                  <a:gd name="connsiteY14" fmla="*/ 72608 h 152377"/>
                  <a:gd name="connsiteX15" fmla="*/ 52884 w 138932"/>
                  <a:gd name="connsiteY15" fmla="*/ 76642 h 152377"/>
                  <a:gd name="connsiteX16" fmla="*/ 36750 w 138932"/>
                  <a:gd name="connsiteY16" fmla="*/ 93672 h 152377"/>
                  <a:gd name="connsiteX17" fmla="*/ 0 w 138932"/>
                  <a:gd name="connsiteY17" fmla="*/ 131318 h 152377"/>
                  <a:gd name="connsiteX18" fmla="*/ 0 w 138932"/>
                  <a:gd name="connsiteY18" fmla="*/ 134007 h 152377"/>
                  <a:gd name="connsiteX19" fmla="*/ 0 w 138932"/>
                  <a:gd name="connsiteY19" fmla="*/ 150141 h 152377"/>
                  <a:gd name="connsiteX20" fmla="*/ 2241 w 138932"/>
                  <a:gd name="connsiteY20" fmla="*/ 152382 h 152377"/>
                  <a:gd name="connsiteX21" fmla="*/ 2241 w 138932"/>
                  <a:gd name="connsiteY21" fmla="*/ 152382 h 152377"/>
                  <a:gd name="connsiteX22" fmla="*/ 4482 w 138932"/>
                  <a:gd name="connsiteY22" fmla="*/ 150141 h 152377"/>
                  <a:gd name="connsiteX23" fmla="*/ 4482 w 138932"/>
                  <a:gd name="connsiteY23" fmla="*/ 134007 h 152377"/>
                  <a:gd name="connsiteX24" fmla="*/ 4482 w 138932"/>
                  <a:gd name="connsiteY24" fmla="*/ 131318 h 152377"/>
                  <a:gd name="connsiteX25" fmla="*/ 36750 w 138932"/>
                  <a:gd name="connsiteY25" fmla="*/ 98154 h 152377"/>
                  <a:gd name="connsiteX26" fmla="*/ 57366 w 138932"/>
                  <a:gd name="connsiteY26" fmla="*/ 76642 h 152377"/>
                  <a:gd name="connsiteX27" fmla="*/ 57366 w 138932"/>
                  <a:gd name="connsiteY27" fmla="*/ 75745 h 152377"/>
                  <a:gd name="connsiteX28" fmla="*/ 71707 w 138932"/>
                  <a:gd name="connsiteY28" fmla="*/ 79330 h 152377"/>
                  <a:gd name="connsiteX29" fmla="*/ 72155 w 138932"/>
                  <a:gd name="connsiteY29" fmla="*/ 79330 h 152377"/>
                  <a:gd name="connsiteX30" fmla="*/ 85601 w 138932"/>
                  <a:gd name="connsiteY30" fmla="*/ 76642 h 152377"/>
                  <a:gd name="connsiteX31" fmla="*/ 85601 w 138932"/>
                  <a:gd name="connsiteY31" fmla="*/ 77090 h 152377"/>
                  <a:gd name="connsiteX32" fmla="*/ 106216 w 138932"/>
                  <a:gd name="connsiteY32" fmla="*/ 98602 h 152377"/>
                  <a:gd name="connsiteX33" fmla="*/ 138485 w 138932"/>
                  <a:gd name="connsiteY33" fmla="*/ 131766 h 152377"/>
                  <a:gd name="connsiteX34" fmla="*/ 138485 w 138932"/>
                  <a:gd name="connsiteY34" fmla="*/ 132663 h 152377"/>
                  <a:gd name="connsiteX35" fmla="*/ 138485 w 138932"/>
                  <a:gd name="connsiteY35" fmla="*/ 150590 h 152377"/>
                  <a:gd name="connsiteX36" fmla="*/ 140725 w 138932"/>
                  <a:gd name="connsiteY36" fmla="*/ 152831 h 152377"/>
                  <a:gd name="connsiteX37" fmla="*/ 140725 w 138932"/>
                  <a:gd name="connsiteY37" fmla="*/ 152831 h 152377"/>
                  <a:gd name="connsiteX38" fmla="*/ 142966 w 138932"/>
                  <a:gd name="connsiteY38" fmla="*/ 150590 h 152377"/>
                  <a:gd name="connsiteX39" fmla="*/ 142518 w 138932"/>
                  <a:gd name="connsiteY39" fmla="*/ 132215 h 152377"/>
                  <a:gd name="connsiteX40" fmla="*/ 72155 w 138932"/>
                  <a:gd name="connsiteY40" fmla="*/ 75297 h 152377"/>
                  <a:gd name="connsiteX41" fmla="*/ 72155 w 138932"/>
                  <a:gd name="connsiteY41" fmla="*/ 75297 h 152377"/>
                  <a:gd name="connsiteX42" fmla="*/ 72155 w 138932"/>
                  <a:gd name="connsiteY42" fmla="*/ 75297 h 152377"/>
                  <a:gd name="connsiteX43" fmla="*/ 53332 w 138932"/>
                  <a:gd name="connsiteY43" fmla="*/ 67678 h 152377"/>
                  <a:gd name="connsiteX44" fmla="*/ 43921 w 138932"/>
                  <a:gd name="connsiteY44" fmla="*/ 41684 h 152377"/>
                  <a:gd name="connsiteX45" fmla="*/ 43921 w 138932"/>
                  <a:gd name="connsiteY45" fmla="*/ 40340 h 152377"/>
                  <a:gd name="connsiteX46" fmla="*/ 43921 w 138932"/>
                  <a:gd name="connsiteY46" fmla="*/ 24206 h 152377"/>
                  <a:gd name="connsiteX47" fmla="*/ 72155 w 138932"/>
                  <a:gd name="connsiteY47" fmla="*/ 4934 h 152377"/>
                  <a:gd name="connsiteX48" fmla="*/ 100390 w 138932"/>
                  <a:gd name="connsiteY48" fmla="*/ 24206 h 152377"/>
                  <a:gd name="connsiteX49" fmla="*/ 100390 w 138932"/>
                  <a:gd name="connsiteY49" fmla="*/ 40340 h 152377"/>
                  <a:gd name="connsiteX50" fmla="*/ 99942 w 138932"/>
                  <a:gd name="connsiteY50" fmla="*/ 43029 h 152377"/>
                  <a:gd name="connsiteX51" fmla="*/ 90978 w 138932"/>
                  <a:gd name="connsiteY51" fmla="*/ 68126 h 152377"/>
                  <a:gd name="connsiteX52" fmla="*/ 72155 w 138932"/>
                  <a:gd name="connsiteY52" fmla="*/ 75297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38932" h="152377">
                    <a:moveTo>
                      <a:pt x="142518" y="132215"/>
                    </a:moveTo>
                    <a:lnTo>
                      <a:pt x="142518" y="131318"/>
                    </a:lnTo>
                    <a:cubicBezTo>
                      <a:pt x="142070" y="110254"/>
                      <a:pt x="125936" y="93672"/>
                      <a:pt x="105768" y="93672"/>
                    </a:cubicBezTo>
                    <a:cubicBezTo>
                      <a:pt x="96805" y="93672"/>
                      <a:pt x="89634" y="86053"/>
                      <a:pt x="89634" y="76642"/>
                    </a:cubicBezTo>
                    <a:cubicBezTo>
                      <a:pt x="89634" y="75745"/>
                      <a:pt x="89634" y="74401"/>
                      <a:pt x="90082" y="73504"/>
                    </a:cubicBezTo>
                    <a:cubicBezTo>
                      <a:pt x="91427" y="72608"/>
                      <a:pt x="92323" y="71712"/>
                      <a:pt x="93668" y="70367"/>
                    </a:cubicBezTo>
                    <a:cubicBezTo>
                      <a:pt x="100838" y="62300"/>
                      <a:pt x="102183" y="51096"/>
                      <a:pt x="103527" y="43029"/>
                    </a:cubicBezTo>
                    <a:lnTo>
                      <a:pt x="103975" y="40340"/>
                    </a:lnTo>
                    <a:cubicBezTo>
                      <a:pt x="105768" y="30928"/>
                      <a:pt x="103975" y="22861"/>
                      <a:pt x="103975" y="22861"/>
                    </a:cubicBezTo>
                    <a:cubicBezTo>
                      <a:pt x="99046" y="-892"/>
                      <a:pt x="71259" y="4"/>
                      <a:pt x="71259" y="4"/>
                    </a:cubicBezTo>
                    <a:cubicBezTo>
                      <a:pt x="70811" y="4"/>
                      <a:pt x="43472" y="-444"/>
                      <a:pt x="38991" y="22861"/>
                    </a:cubicBezTo>
                    <a:cubicBezTo>
                      <a:pt x="38991" y="23309"/>
                      <a:pt x="37198" y="30928"/>
                      <a:pt x="38991" y="40340"/>
                    </a:cubicBezTo>
                    <a:lnTo>
                      <a:pt x="38991" y="41684"/>
                    </a:lnTo>
                    <a:cubicBezTo>
                      <a:pt x="40335" y="50199"/>
                      <a:pt x="42128" y="61404"/>
                      <a:pt x="49747" y="69919"/>
                    </a:cubicBezTo>
                    <a:cubicBezTo>
                      <a:pt x="50643" y="70815"/>
                      <a:pt x="51540" y="71712"/>
                      <a:pt x="52436" y="72608"/>
                    </a:cubicBezTo>
                    <a:cubicBezTo>
                      <a:pt x="52884" y="73953"/>
                      <a:pt x="52884" y="75297"/>
                      <a:pt x="52884" y="76642"/>
                    </a:cubicBezTo>
                    <a:cubicBezTo>
                      <a:pt x="52884" y="86053"/>
                      <a:pt x="45713" y="93672"/>
                      <a:pt x="36750" y="93672"/>
                    </a:cubicBezTo>
                    <a:cubicBezTo>
                      <a:pt x="16582" y="93672"/>
                      <a:pt x="448" y="110254"/>
                      <a:pt x="0" y="131318"/>
                    </a:cubicBezTo>
                    <a:lnTo>
                      <a:pt x="0" y="134007"/>
                    </a:lnTo>
                    <a:cubicBezTo>
                      <a:pt x="0" y="139385"/>
                      <a:pt x="0" y="145212"/>
                      <a:pt x="0" y="150141"/>
                    </a:cubicBezTo>
                    <a:cubicBezTo>
                      <a:pt x="0" y="151486"/>
                      <a:pt x="896" y="152382"/>
                      <a:pt x="2241" y="152382"/>
                    </a:cubicBezTo>
                    <a:cubicBezTo>
                      <a:pt x="2241" y="152382"/>
                      <a:pt x="2241" y="152382"/>
                      <a:pt x="2241" y="152382"/>
                    </a:cubicBezTo>
                    <a:cubicBezTo>
                      <a:pt x="3585" y="152382"/>
                      <a:pt x="4482" y="151486"/>
                      <a:pt x="4482" y="150141"/>
                    </a:cubicBezTo>
                    <a:cubicBezTo>
                      <a:pt x="4482" y="144763"/>
                      <a:pt x="4482" y="138937"/>
                      <a:pt x="4482" y="134007"/>
                    </a:cubicBezTo>
                    <a:lnTo>
                      <a:pt x="4482" y="131318"/>
                    </a:lnTo>
                    <a:cubicBezTo>
                      <a:pt x="4930" y="112943"/>
                      <a:pt x="19271" y="98154"/>
                      <a:pt x="36750" y="98154"/>
                    </a:cubicBezTo>
                    <a:cubicBezTo>
                      <a:pt x="47954" y="98154"/>
                      <a:pt x="57366" y="88742"/>
                      <a:pt x="57366" y="76642"/>
                    </a:cubicBezTo>
                    <a:cubicBezTo>
                      <a:pt x="57366" y="76193"/>
                      <a:pt x="57366" y="76193"/>
                      <a:pt x="57366" y="75745"/>
                    </a:cubicBezTo>
                    <a:cubicBezTo>
                      <a:pt x="64088" y="78882"/>
                      <a:pt x="70811" y="79330"/>
                      <a:pt x="71707" y="79330"/>
                    </a:cubicBezTo>
                    <a:cubicBezTo>
                      <a:pt x="71707" y="79330"/>
                      <a:pt x="71707" y="79330"/>
                      <a:pt x="72155" y="79330"/>
                    </a:cubicBezTo>
                    <a:cubicBezTo>
                      <a:pt x="73948" y="79330"/>
                      <a:pt x="79774" y="78882"/>
                      <a:pt x="85601" y="76642"/>
                    </a:cubicBezTo>
                    <a:cubicBezTo>
                      <a:pt x="85601" y="76642"/>
                      <a:pt x="85601" y="76642"/>
                      <a:pt x="85601" y="77090"/>
                    </a:cubicBezTo>
                    <a:cubicBezTo>
                      <a:pt x="85601" y="88742"/>
                      <a:pt x="94564" y="98602"/>
                      <a:pt x="106216" y="98602"/>
                    </a:cubicBezTo>
                    <a:cubicBezTo>
                      <a:pt x="123695" y="98602"/>
                      <a:pt x="138036" y="112943"/>
                      <a:pt x="138485" y="131766"/>
                    </a:cubicBezTo>
                    <a:lnTo>
                      <a:pt x="138485" y="132663"/>
                    </a:lnTo>
                    <a:cubicBezTo>
                      <a:pt x="138485" y="138937"/>
                      <a:pt x="138485" y="145212"/>
                      <a:pt x="138485" y="150590"/>
                    </a:cubicBezTo>
                    <a:cubicBezTo>
                      <a:pt x="138485" y="151934"/>
                      <a:pt x="139381" y="152831"/>
                      <a:pt x="140725" y="152831"/>
                    </a:cubicBezTo>
                    <a:cubicBezTo>
                      <a:pt x="140725" y="152831"/>
                      <a:pt x="140725" y="152831"/>
                      <a:pt x="140725" y="152831"/>
                    </a:cubicBezTo>
                    <a:cubicBezTo>
                      <a:pt x="142070" y="152831"/>
                      <a:pt x="142966" y="151934"/>
                      <a:pt x="142966" y="150590"/>
                    </a:cubicBezTo>
                    <a:cubicBezTo>
                      <a:pt x="142518" y="145212"/>
                      <a:pt x="142518" y="138937"/>
                      <a:pt x="142518" y="132215"/>
                    </a:cubicBezTo>
                    <a:close/>
                    <a:moveTo>
                      <a:pt x="72155" y="75297"/>
                    </a:moveTo>
                    <a:cubicBezTo>
                      <a:pt x="71707" y="75297"/>
                      <a:pt x="71707" y="75297"/>
                      <a:pt x="72155" y="75297"/>
                    </a:cubicBezTo>
                    <a:cubicBezTo>
                      <a:pt x="71707" y="75297"/>
                      <a:pt x="71707" y="75297"/>
                      <a:pt x="72155" y="75297"/>
                    </a:cubicBezTo>
                    <a:cubicBezTo>
                      <a:pt x="71707" y="75297"/>
                      <a:pt x="59607" y="75297"/>
                      <a:pt x="53332" y="67678"/>
                    </a:cubicBezTo>
                    <a:cubicBezTo>
                      <a:pt x="46610" y="60059"/>
                      <a:pt x="44817" y="49303"/>
                      <a:pt x="43921" y="41684"/>
                    </a:cubicBezTo>
                    <a:lnTo>
                      <a:pt x="43921" y="40340"/>
                    </a:lnTo>
                    <a:cubicBezTo>
                      <a:pt x="42576" y="31825"/>
                      <a:pt x="43921" y="24206"/>
                      <a:pt x="43921" y="24206"/>
                    </a:cubicBezTo>
                    <a:cubicBezTo>
                      <a:pt x="47954" y="4486"/>
                      <a:pt x="70811" y="4934"/>
                      <a:pt x="72155" y="4934"/>
                    </a:cubicBezTo>
                    <a:cubicBezTo>
                      <a:pt x="73052" y="4934"/>
                      <a:pt x="96357" y="4486"/>
                      <a:pt x="100390" y="24206"/>
                    </a:cubicBezTo>
                    <a:cubicBezTo>
                      <a:pt x="100390" y="24206"/>
                      <a:pt x="101735" y="31376"/>
                      <a:pt x="100390" y="40340"/>
                    </a:cubicBezTo>
                    <a:lnTo>
                      <a:pt x="99942" y="43029"/>
                    </a:lnTo>
                    <a:cubicBezTo>
                      <a:pt x="98597" y="51096"/>
                      <a:pt x="97253" y="60956"/>
                      <a:pt x="90978" y="68126"/>
                    </a:cubicBezTo>
                    <a:cubicBezTo>
                      <a:pt x="84256" y="74849"/>
                      <a:pt x="73500" y="75297"/>
                      <a:pt x="72155" y="7529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578" name="Group 2606">
                <a:extLst>
                  <a:ext uri="{FF2B5EF4-FFF2-40B4-BE49-F238E27FC236}">
                    <a16:creationId xmlns:a16="http://schemas.microsoft.com/office/drawing/2014/main" id="{CAA240FC-FBF0-8987-2388-DAFB94F3808A}"/>
                  </a:ext>
                  <a:ext uri="{C183D7F6-B498-43B3-948B-1728B52AA6E4}">
                    <adec:decorative xmlns:adec="http://schemas.microsoft.com/office/drawing/2017/decorative" val="1"/>
                  </a:ext>
                </a:extLst>
              </p:cNvPr>
              <p:cNvGrpSpPr>
                <a:grpSpLocks noChangeAspect="1"/>
              </p:cNvGrpSpPr>
              <p:nvPr/>
            </p:nvGrpSpPr>
            <p:grpSpPr>
              <a:xfrm>
                <a:off x="8279028" y="5199585"/>
                <a:ext cx="138933" cy="177032"/>
                <a:chOff x="8335528" y="3143894"/>
                <a:chExt cx="138933" cy="177032"/>
              </a:xfrm>
            </p:grpSpPr>
            <p:sp>
              <p:nvSpPr>
                <p:cNvPr id="1579" name="Freeform: Shape 2700">
                  <a:extLst>
                    <a:ext uri="{FF2B5EF4-FFF2-40B4-BE49-F238E27FC236}">
                      <a16:creationId xmlns:a16="http://schemas.microsoft.com/office/drawing/2014/main" id="{E8772BBC-F7A6-4032-10AB-BB8168EE67CB}"/>
                    </a:ext>
                  </a:extLst>
                </p:cNvPr>
                <p:cNvSpPr/>
                <p:nvPr/>
              </p:nvSpPr>
              <p:spPr>
                <a:xfrm>
                  <a:off x="8394392" y="3240255"/>
                  <a:ext cx="22409" cy="80671"/>
                </a:xfrm>
                <a:custGeom>
                  <a:avLst/>
                  <a:gdLst>
                    <a:gd name="connsiteX0" fmla="*/ 22703 w 22408"/>
                    <a:gd name="connsiteY0" fmla="*/ 0 h 80670"/>
                    <a:gd name="connsiteX1" fmla="*/ 2535 w 22408"/>
                    <a:gd name="connsiteY1" fmla="*/ 0 h 80670"/>
                    <a:gd name="connsiteX2" fmla="*/ 294 w 22408"/>
                    <a:gd name="connsiteY2" fmla="*/ 1344 h 80670"/>
                    <a:gd name="connsiteX3" fmla="*/ 742 w 22408"/>
                    <a:gd name="connsiteY3" fmla="*/ 3585 h 80670"/>
                    <a:gd name="connsiteX4" fmla="*/ 10154 w 22408"/>
                    <a:gd name="connsiteY4" fmla="*/ 14790 h 80670"/>
                    <a:gd name="connsiteX5" fmla="*/ 742 w 22408"/>
                    <a:gd name="connsiteY5" fmla="*/ 69466 h 80670"/>
                    <a:gd name="connsiteX6" fmla="*/ 1191 w 22408"/>
                    <a:gd name="connsiteY6" fmla="*/ 71259 h 80670"/>
                    <a:gd name="connsiteX7" fmla="*/ 10602 w 22408"/>
                    <a:gd name="connsiteY7" fmla="*/ 82463 h 80670"/>
                    <a:gd name="connsiteX8" fmla="*/ 12395 w 22408"/>
                    <a:gd name="connsiteY8" fmla="*/ 83360 h 80670"/>
                    <a:gd name="connsiteX9" fmla="*/ 12395 w 22408"/>
                    <a:gd name="connsiteY9" fmla="*/ 83360 h 80670"/>
                    <a:gd name="connsiteX10" fmla="*/ 14188 w 22408"/>
                    <a:gd name="connsiteY10" fmla="*/ 82463 h 80670"/>
                    <a:gd name="connsiteX11" fmla="*/ 23599 w 22408"/>
                    <a:gd name="connsiteY11" fmla="*/ 70811 h 80670"/>
                    <a:gd name="connsiteX12" fmla="*/ 24047 w 22408"/>
                    <a:gd name="connsiteY12" fmla="*/ 69018 h 80670"/>
                    <a:gd name="connsiteX13" fmla="*/ 15084 w 22408"/>
                    <a:gd name="connsiteY13" fmla="*/ 14341 h 80670"/>
                    <a:gd name="connsiteX14" fmla="*/ 24496 w 22408"/>
                    <a:gd name="connsiteY14" fmla="*/ 3585 h 80670"/>
                    <a:gd name="connsiteX15" fmla="*/ 24944 w 22408"/>
                    <a:gd name="connsiteY15" fmla="*/ 1344 h 80670"/>
                    <a:gd name="connsiteX16" fmla="*/ 22703 w 22408"/>
                    <a:gd name="connsiteY16" fmla="*/ 0 h 80670"/>
                    <a:gd name="connsiteX17" fmla="*/ 12395 w 22408"/>
                    <a:gd name="connsiteY17" fmla="*/ 77533 h 80670"/>
                    <a:gd name="connsiteX18" fmla="*/ 5224 w 22408"/>
                    <a:gd name="connsiteY18" fmla="*/ 69018 h 80670"/>
                    <a:gd name="connsiteX19" fmla="*/ 12395 w 22408"/>
                    <a:gd name="connsiteY19" fmla="*/ 27338 h 80670"/>
                    <a:gd name="connsiteX20" fmla="*/ 19118 w 22408"/>
                    <a:gd name="connsiteY20" fmla="*/ 68570 h 80670"/>
                    <a:gd name="connsiteX21" fmla="*/ 12395 w 22408"/>
                    <a:gd name="connsiteY21" fmla="*/ 77533 h 80670"/>
                    <a:gd name="connsiteX22" fmla="*/ 12395 w 22408"/>
                    <a:gd name="connsiteY22" fmla="*/ 10756 h 80670"/>
                    <a:gd name="connsiteX23" fmla="*/ 7017 w 22408"/>
                    <a:gd name="connsiteY23" fmla="*/ 4482 h 80670"/>
                    <a:gd name="connsiteX24" fmla="*/ 17773 w 22408"/>
                    <a:gd name="connsiteY24" fmla="*/ 4482 h 80670"/>
                    <a:gd name="connsiteX25" fmla="*/ 12395 w 22408"/>
                    <a:gd name="connsiteY25" fmla="*/ 10756 h 8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408" h="80670">
                      <a:moveTo>
                        <a:pt x="22703" y="0"/>
                      </a:moveTo>
                      <a:lnTo>
                        <a:pt x="2535" y="0"/>
                      </a:lnTo>
                      <a:cubicBezTo>
                        <a:pt x="1639" y="0"/>
                        <a:pt x="742" y="448"/>
                        <a:pt x="294" y="1344"/>
                      </a:cubicBezTo>
                      <a:cubicBezTo>
                        <a:pt x="-154" y="2241"/>
                        <a:pt x="-154" y="3137"/>
                        <a:pt x="742" y="3585"/>
                      </a:cubicBezTo>
                      <a:lnTo>
                        <a:pt x="10154" y="14790"/>
                      </a:lnTo>
                      <a:lnTo>
                        <a:pt x="742" y="69466"/>
                      </a:lnTo>
                      <a:cubicBezTo>
                        <a:pt x="742" y="69915"/>
                        <a:pt x="742" y="70811"/>
                        <a:pt x="1191" y="71259"/>
                      </a:cubicBezTo>
                      <a:lnTo>
                        <a:pt x="10602" y="82463"/>
                      </a:lnTo>
                      <a:cubicBezTo>
                        <a:pt x="11050" y="82912"/>
                        <a:pt x="11499" y="83360"/>
                        <a:pt x="12395" y="83360"/>
                      </a:cubicBezTo>
                      <a:cubicBezTo>
                        <a:pt x="12395" y="83360"/>
                        <a:pt x="12395" y="83360"/>
                        <a:pt x="12395" y="83360"/>
                      </a:cubicBezTo>
                      <a:cubicBezTo>
                        <a:pt x="12843" y="83360"/>
                        <a:pt x="13739" y="82912"/>
                        <a:pt x="14188" y="82463"/>
                      </a:cubicBezTo>
                      <a:lnTo>
                        <a:pt x="23599" y="70811"/>
                      </a:lnTo>
                      <a:cubicBezTo>
                        <a:pt x="24047" y="70363"/>
                        <a:pt x="24047" y="69466"/>
                        <a:pt x="24047" y="69018"/>
                      </a:cubicBezTo>
                      <a:lnTo>
                        <a:pt x="15084" y="14341"/>
                      </a:lnTo>
                      <a:lnTo>
                        <a:pt x="24496" y="3585"/>
                      </a:lnTo>
                      <a:cubicBezTo>
                        <a:pt x="24944" y="3137"/>
                        <a:pt x="25392" y="1793"/>
                        <a:pt x="24944" y="1344"/>
                      </a:cubicBezTo>
                      <a:cubicBezTo>
                        <a:pt x="24047" y="448"/>
                        <a:pt x="23599" y="0"/>
                        <a:pt x="22703" y="0"/>
                      </a:cubicBezTo>
                      <a:close/>
                      <a:moveTo>
                        <a:pt x="12395" y="77533"/>
                      </a:moveTo>
                      <a:lnTo>
                        <a:pt x="5224" y="69018"/>
                      </a:lnTo>
                      <a:lnTo>
                        <a:pt x="12395" y="27338"/>
                      </a:lnTo>
                      <a:lnTo>
                        <a:pt x="19118" y="68570"/>
                      </a:lnTo>
                      <a:lnTo>
                        <a:pt x="12395" y="77533"/>
                      </a:lnTo>
                      <a:close/>
                      <a:moveTo>
                        <a:pt x="12395" y="10756"/>
                      </a:moveTo>
                      <a:lnTo>
                        <a:pt x="7017" y="4482"/>
                      </a:lnTo>
                      <a:lnTo>
                        <a:pt x="17773" y="4482"/>
                      </a:lnTo>
                      <a:lnTo>
                        <a:pt x="12395" y="10756"/>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80" name="Freeform: Shape 2701">
                  <a:extLst>
                    <a:ext uri="{FF2B5EF4-FFF2-40B4-BE49-F238E27FC236}">
                      <a16:creationId xmlns:a16="http://schemas.microsoft.com/office/drawing/2014/main" id="{8C3762E9-C8E1-0ED9-56A9-32B629A98F7F}"/>
                    </a:ext>
                  </a:extLst>
                </p:cNvPr>
                <p:cNvSpPr/>
                <p:nvPr/>
              </p:nvSpPr>
              <p:spPr>
                <a:xfrm>
                  <a:off x="8335528" y="3143894"/>
                  <a:ext cx="138933" cy="152378"/>
                </a:xfrm>
                <a:custGeom>
                  <a:avLst/>
                  <a:gdLst>
                    <a:gd name="connsiteX0" fmla="*/ 142518 w 138932"/>
                    <a:gd name="connsiteY0" fmla="*/ 132215 h 152377"/>
                    <a:gd name="connsiteX1" fmla="*/ 142518 w 138932"/>
                    <a:gd name="connsiteY1" fmla="*/ 131318 h 152377"/>
                    <a:gd name="connsiteX2" fmla="*/ 105768 w 138932"/>
                    <a:gd name="connsiteY2" fmla="*/ 93672 h 152377"/>
                    <a:gd name="connsiteX3" fmla="*/ 89634 w 138932"/>
                    <a:gd name="connsiteY3" fmla="*/ 76642 h 152377"/>
                    <a:gd name="connsiteX4" fmla="*/ 90082 w 138932"/>
                    <a:gd name="connsiteY4" fmla="*/ 73504 h 152377"/>
                    <a:gd name="connsiteX5" fmla="*/ 93668 w 138932"/>
                    <a:gd name="connsiteY5" fmla="*/ 70367 h 152377"/>
                    <a:gd name="connsiteX6" fmla="*/ 103527 w 138932"/>
                    <a:gd name="connsiteY6" fmla="*/ 43029 h 152377"/>
                    <a:gd name="connsiteX7" fmla="*/ 103975 w 138932"/>
                    <a:gd name="connsiteY7" fmla="*/ 40340 h 152377"/>
                    <a:gd name="connsiteX8" fmla="*/ 103975 w 138932"/>
                    <a:gd name="connsiteY8" fmla="*/ 22861 h 152377"/>
                    <a:gd name="connsiteX9" fmla="*/ 71259 w 138932"/>
                    <a:gd name="connsiteY9" fmla="*/ 4 h 152377"/>
                    <a:gd name="connsiteX10" fmla="*/ 38991 w 138932"/>
                    <a:gd name="connsiteY10" fmla="*/ 22861 h 152377"/>
                    <a:gd name="connsiteX11" fmla="*/ 38991 w 138932"/>
                    <a:gd name="connsiteY11" fmla="*/ 40340 h 152377"/>
                    <a:gd name="connsiteX12" fmla="*/ 38991 w 138932"/>
                    <a:gd name="connsiteY12" fmla="*/ 41684 h 152377"/>
                    <a:gd name="connsiteX13" fmla="*/ 49747 w 138932"/>
                    <a:gd name="connsiteY13" fmla="*/ 69919 h 152377"/>
                    <a:gd name="connsiteX14" fmla="*/ 52436 w 138932"/>
                    <a:gd name="connsiteY14" fmla="*/ 72608 h 152377"/>
                    <a:gd name="connsiteX15" fmla="*/ 52884 w 138932"/>
                    <a:gd name="connsiteY15" fmla="*/ 76642 h 152377"/>
                    <a:gd name="connsiteX16" fmla="*/ 36750 w 138932"/>
                    <a:gd name="connsiteY16" fmla="*/ 93672 h 152377"/>
                    <a:gd name="connsiteX17" fmla="*/ 0 w 138932"/>
                    <a:gd name="connsiteY17" fmla="*/ 131318 h 152377"/>
                    <a:gd name="connsiteX18" fmla="*/ 0 w 138932"/>
                    <a:gd name="connsiteY18" fmla="*/ 134007 h 152377"/>
                    <a:gd name="connsiteX19" fmla="*/ 0 w 138932"/>
                    <a:gd name="connsiteY19" fmla="*/ 150141 h 152377"/>
                    <a:gd name="connsiteX20" fmla="*/ 2241 w 138932"/>
                    <a:gd name="connsiteY20" fmla="*/ 152382 h 152377"/>
                    <a:gd name="connsiteX21" fmla="*/ 2241 w 138932"/>
                    <a:gd name="connsiteY21" fmla="*/ 152382 h 152377"/>
                    <a:gd name="connsiteX22" fmla="*/ 4482 w 138932"/>
                    <a:gd name="connsiteY22" fmla="*/ 150141 h 152377"/>
                    <a:gd name="connsiteX23" fmla="*/ 4482 w 138932"/>
                    <a:gd name="connsiteY23" fmla="*/ 134007 h 152377"/>
                    <a:gd name="connsiteX24" fmla="*/ 4482 w 138932"/>
                    <a:gd name="connsiteY24" fmla="*/ 131318 h 152377"/>
                    <a:gd name="connsiteX25" fmla="*/ 36750 w 138932"/>
                    <a:gd name="connsiteY25" fmla="*/ 98154 h 152377"/>
                    <a:gd name="connsiteX26" fmla="*/ 57366 w 138932"/>
                    <a:gd name="connsiteY26" fmla="*/ 76642 h 152377"/>
                    <a:gd name="connsiteX27" fmla="*/ 57366 w 138932"/>
                    <a:gd name="connsiteY27" fmla="*/ 75745 h 152377"/>
                    <a:gd name="connsiteX28" fmla="*/ 71707 w 138932"/>
                    <a:gd name="connsiteY28" fmla="*/ 79330 h 152377"/>
                    <a:gd name="connsiteX29" fmla="*/ 72155 w 138932"/>
                    <a:gd name="connsiteY29" fmla="*/ 79330 h 152377"/>
                    <a:gd name="connsiteX30" fmla="*/ 85601 w 138932"/>
                    <a:gd name="connsiteY30" fmla="*/ 76642 h 152377"/>
                    <a:gd name="connsiteX31" fmla="*/ 85601 w 138932"/>
                    <a:gd name="connsiteY31" fmla="*/ 77090 h 152377"/>
                    <a:gd name="connsiteX32" fmla="*/ 106216 w 138932"/>
                    <a:gd name="connsiteY32" fmla="*/ 98602 h 152377"/>
                    <a:gd name="connsiteX33" fmla="*/ 138485 w 138932"/>
                    <a:gd name="connsiteY33" fmla="*/ 131766 h 152377"/>
                    <a:gd name="connsiteX34" fmla="*/ 138485 w 138932"/>
                    <a:gd name="connsiteY34" fmla="*/ 132663 h 152377"/>
                    <a:gd name="connsiteX35" fmla="*/ 138485 w 138932"/>
                    <a:gd name="connsiteY35" fmla="*/ 150590 h 152377"/>
                    <a:gd name="connsiteX36" fmla="*/ 140725 w 138932"/>
                    <a:gd name="connsiteY36" fmla="*/ 152831 h 152377"/>
                    <a:gd name="connsiteX37" fmla="*/ 140725 w 138932"/>
                    <a:gd name="connsiteY37" fmla="*/ 152831 h 152377"/>
                    <a:gd name="connsiteX38" fmla="*/ 142966 w 138932"/>
                    <a:gd name="connsiteY38" fmla="*/ 150590 h 152377"/>
                    <a:gd name="connsiteX39" fmla="*/ 142518 w 138932"/>
                    <a:gd name="connsiteY39" fmla="*/ 132215 h 152377"/>
                    <a:gd name="connsiteX40" fmla="*/ 71707 w 138932"/>
                    <a:gd name="connsiteY40" fmla="*/ 75297 h 152377"/>
                    <a:gd name="connsiteX41" fmla="*/ 71707 w 138932"/>
                    <a:gd name="connsiteY41" fmla="*/ 75297 h 152377"/>
                    <a:gd name="connsiteX42" fmla="*/ 71707 w 138932"/>
                    <a:gd name="connsiteY42" fmla="*/ 75297 h 152377"/>
                    <a:gd name="connsiteX43" fmla="*/ 52884 w 138932"/>
                    <a:gd name="connsiteY43" fmla="*/ 67678 h 152377"/>
                    <a:gd name="connsiteX44" fmla="*/ 43472 w 138932"/>
                    <a:gd name="connsiteY44" fmla="*/ 41684 h 152377"/>
                    <a:gd name="connsiteX45" fmla="*/ 43472 w 138932"/>
                    <a:gd name="connsiteY45" fmla="*/ 40340 h 152377"/>
                    <a:gd name="connsiteX46" fmla="*/ 43472 w 138932"/>
                    <a:gd name="connsiteY46" fmla="*/ 24206 h 152377"/>
                    <a:gd name="connsiteX47" fmla="*/ 71707 w 138932"/>
                    <a:gd name="connsiteY47" fmla="*/ 4934 h 152377"/>
                    <a:gd name="connsiteX48" fmla="*/ 99942 w 138932"/>
                    <a:gd name="connsiteY48" fmla="*/ 24206 h 152377"/>
                    <a:gd name="connsiteX49" fmla="*/ 99942 w 138932"/>
                    <a:gd name="connsiteY49" fmla="*/ 40340 h 152377"/>
                    <a:gd name="connsiteX50" fmla="*/ 99494 w 138932"/>
                    <a:gd name="connsiteY50" fmla="*/ 43029 h 152377"/>
                    <a:gd name="connsiteX51" fmla="*/ 90530 w 138932"/>
                    <a:gd name="connsiteY51" fmla="*/ 68126 h 152377"/>
                    <a:gd name="connsiteX52" fmla="*/ 71707 w 138932"/>
                    <a:gd name="connsiteY52" fmla="*/ 75297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38932" h="152377">
                      <a:moveTo>
                        <a:pt x="142518" y="132215"/>
                      </a:moveTo>
                      <a:lnTo>
                        <a:pt x="142518" y="131318"/>
                      </a:lnTo>
                      <a:cubicBezTo>
                        <a:pt x="142070" y="110254"/>
                        <a:pt x="125936" y="93672"/>
                        <a:pt x="105768" y="93672"/>
                      </a:cubicBezTo>
                      <a:cubicBezTo>
                        <a:pt x="96805" y="93672"/>
                        <a:pt x="89634" y="86053"/>
                        <a:pt x="89634" y="76642"/>
                      </a:cubicBezTo>
                      <a:cubicBezTo>
                        <a:pt x="89634" y="75745"/>
                        <a:pt x="89634" y="74401"/>
                        <a:pt x="90082" y="73504"/>
                      </a:cubicBezTo>
                      <a:cubicBezTo>
                        <a:pt x="91427" y="72608"/>
                        <a:pt x="92323" y="71712"/>
                        <a:pt x="93668" y="70367"/>
                      </a:cubicBezTo>
                      <a:cubicBezTo>
                        <a:pt x="100838" y="62300"/>
                        <a:pt x="102183" y="51096"/>
                        <a:pt x="103527" y="43029"/>
                      </a:cubicBezTo>
                      <a:lnTo>
                        <a:pt x="103975" y="40340"/>
                      </a:lnTo>
                      <a:cubicBezTo>
                        <a:pt x="105768" y="30928"/>
                        <a:pt x="103975" y="22861"/>
                        <a:pt x="103975" y="22861"/>
                      </a:cubicBezTo>
                      <a:cubicBezTo>
                        <a:pt x="99046" y="-892"/>
                        <a:pt x="71259" y="4"/>
                        <a:pt x="71259" y="4"/>
                      </a:cubicBezTo>
                      <a:cubicBezTo>
                        <a:pt x="70811" y="4"/>
                        <a:pt x="43472" y="-444"/>
                        <a:pt x="38991" y="22861"/>
                      </a:cubicBezTo>
                      <a:cubicBezTo>
                        <a:pt x="38991" y="23309"/>
                        <a:pt x="37198" y="30928"/>
                        <a:pt x="38991" y="40340"/>
                      </a:cubicBezTo>
                      <a:lnTo>
                        <a:pt x="38991" y="41684"/>
                      </a:lnTo>
                      <a:cubicBezTo>
                        <a:pt x="40335" y="50199"/>
                        <a:pt x="42128" y="61404"/>
                        <a:pt x="49747" y="69919"/>
                      </a:cubicBezTo>
                      <a:cubicBezTo>
                        <a:pt x="50643" y="70815"/>
                        <a:pt x="51540" y="71712"/>
                        <a:pt x="52436" y="72608"/>
                      </a:cubicBezTo>
                      <a:cubicBezTo>
                        <a:pt x="52884" y="73953"/>
                        <a:pt x="52884" y="75297"/>
                        <a:pt x="52884" y="76642"/>
                      </a:cubicBezTo>
                      <a:cubicBezTo>
                        <a:pt x="52884" y="86053"/>
                        <a:pt x="45713" y="93672"/>
                        <a:pt x="36750" y="93672"/>
                      </a:cubicBezTo>
                      <a:cubicBezTo>
                        <a:pt x="16582" y="93672"/>
                        <a:pt x="448" y="110254"/>
                        <a:pt x="0" y="131318"/>
                      </a:cubicBezTo>
                      <a:lnTo>
                        <a:pt x="0" y="134007"/>
                      </a:lnTo>
                      <a:cubicBezTo>
                        <a:pt x="0" y="139385"/>
                        <a:pt x="0" y="145212"/>
                        <a:pt x="0" y="150141"/>
                      </a:cubicBezTo>
                      <a:cubicBezTo>
                        <a:pt x="0" y="151486"/>
                        <a:pt x="896" y="152382"/>
                        <a:pt x="2241" y="152382"/>
                      </a:cubicBezTo>
                      <a:cubicBezTo>
                        <a:pt x="2241" y="152382"/>
                        <a:pt x="2241" y="152382"/>
                        <a:pt x="2241" y="152382"/>
                      </a:cubicBezTo>
                      <a:cubicBezTo>
                        <a:pt x="3585" y="152382"/>
                        <a:pt x="4482" y="151486"/>
                        <a:pt x="4482" y="150141"/>
                      </a:cubicBezTo>
                      <a:cubicBezTo>
                        <a:pt x="4482" y="144763"/>
                        <a:pt x="4482" y="138937"/>
                        <a:pt x="4482" y="134007"/>
                      </a:cubicBezTo>
                      <a:lnTo>
                        <a:pt x="4482" y="131318"/>
                      </a:lnTo>
                      <a:cubicBezTo>
                        <a:pt x="4930" y="112943"/>
                        <a:pt x="19271" y="98154"/>
                        <a:pt x="36750" y="98154"/>
                      </a:cubicBezTo>
                      <a:cubicBezTo>
                        <a:pt x="47954" y="98154"/>
                        <a:pt x="57366" y="88742"/>
                        <a:pt x="57366" y="76642"/>
                      </a:cubicBezTo>
                      <a:cubicBezTo>
                        <a:pt x="57366" y="76193"/>
                        <a:pt x="57366" y="76193"/>
                        <a:pt x="57366" y="75745"/>
                      </a:cubicBezTo>
                      <a:cubicBezTo>
                        <a:pt x="64088" y="78882"/>
                        <a:pt x="70811" y="79330"/>
                        <a:pt x="71707" y="79330"/>
                      </a:cubicBezTo>
                      <a:cubicBezTo>
                        <a:pt x="71707" y="79330"/>
                        <a:pt x="71707" y="79330"/>
                        <a:pt x="72155" y="79330"/>
                      </a:cubicBezTo>
                      <a:cubicBezTo>
                        <a:pt x="73948" y="79330"/>
                        <a:pt x="79774" y="78882"/>
                        <a:pt x="85601" y="76642"/>
                      </a:cubicBezTo>
                      <a:cubicBezTo>
                        <a:pt x="85601" y="76642"/>
                        <a:pt x="85601" y="76642"/>
                        <a:pt x="85601" y="77090"/>
                      </a:cubicBezTo>
                      <a:cubicBezTo>
                        <a:pt x="85601" y="88742"/>
                        <a:pt x="94564" y="98602"/>
                        <a:pt x="106216" y="98602"/>
                      </a:cubicBezTo>
                      <a:cubicBezTo>
                        <a:pt x="123695" y="98602"/>
                        <a:pt x="138036" y="112943"/>
                        <a:pt x="138485" y="131766"/>
                      </a:cubicBezTo>
                      <a:lnTo>
                        <a:pt x="138485" y="132663"/>
                      </a:lnTo>
                      <a:cubicBezTo>
                        <a:pt x="138485" y="138937"/>
                        <a:pt x="138485" y="145212"/>
                        <a:pt x="138485" y="150590"/>
                      </a:cubicBezTo>
                      <a:cubicBezTo>
                        <a:pt x="138485" y="151934"/>
                        <a:pt x="139381" y="152831"/>
                        <a:pt x="140725" y="152831"/>
                      </a:cubicBezTo>
                      <a:cubicBezTo>
                        <a:pt x="140725" y="152831"/>
                        <a:pt x="140725" y="152831"/>
                        <a:pt x="140725" y="152831"/>
                      </a:cubicBezTo>
                      <a:cubicBezTo>
                        <a:pt x="142070" y="152831"/>
                        <a:pt x="142966" y="151934"/>
                        <a:pt x="142966" y="150590"/>
                      </a:cubicBezTo>
                      <a:cubicBezTo>
                        <a:pt x="142518" y="145212"/>
                        <a:pt x="142518" y="138937"/>
                        <a:pt x="142518" y="132215"/>
                      </a:cubicBezTo>
                      <a:close/>
                      <a:moveTo>
                        <a:pt x="71707" y="75297"/>
                      </a:moveTo>
                      <a:cubicBezTo>
                        <a:pt x="71259" y="75297"/>
                        <a:pt x="71707" y="75297"/>
                        <a:pt x="71707" y="75297"/>
                      </a:cubicBezTo>
                      <a:cubicBezTo>
                        <a:pt x="71707" y="75297"/>
                        <a:pt x="71707" y="75297"/>
                        <a:pt x="71707" y="75297"/>
                      </a:cubicBezTo>
                      <a:cubicBezTo>
                        <a:pt x="71259" y="75297"/>
                        <a:pt x="59158" y="75297"/>
                        <a:pt x="52884" y="67678"/>
                      </a:cubicBezTo>
                      <a:cubicBezTo>
                        <a:pt x="46161" y="60059"/>
                        <a:pt x="44369" y="49303"/>
                        <a:pt x="43472" y="41684"/>
                      </a:cubicBezTo>
                      <a:lnTo>
                        <a:pt x="43472" y="40340"/>
                      </a:lnTo>
                      <a:cubicBezTo>
                        <a:pt x="42128" y="31825"/>
                        <a:pt x="43472" y="24206"/>
                        <a:pt x="43472" y="24206"/>
                      </a:cubicBezTo>
                      <a:cubicBezTo>
                        <a:pt x="47506" y="4486"/>
                        <a:pt x="70363" y="4934"/>
                        <a:pt x="71707" y="4934"/>
                      </a:cubicBezTo>
                      <a:cubicBezTo>
                        <a:pt x="72603" y="4934"/>
                        <a:pt x="95908" y="4486"/>
                        <a:pt x="99942" y="24206"/>
                      </a:cubicBezTo>
                      <a:cubicBezTo>
                        <a:pt x="99942" y="24206"/>
                        <a:pt x="101286" y="31376"/>
                        <a:pt x="99942" y="40340"/>
                      </a:cubicBezTo>
                      <a:lnTo>
                        <a:pt x="99494" y="43029"/>
                      </a:lnTo>
                      <a:cubicBezTo>
                        <a:pt x="98149" y="51096"/>
                        <a:pt x="96805" y="60956"/>
                        <a:pt x="90530" y="68126"/>
                      </a:cubicBezTo>
                      <a:cubicBezTo>
                        <a:pt x="84256" y="74849"/>
                        <a:pt x="73500" y="75297"/>
                        <a:pt x="71707" y="7529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81" name="Group 2607">
                <a:extLst>
                  <a:ext uri="{FF2B5EF4-FFF2-40B4-BE49-F238E27FC236}">
                    <a16:creationId xmlns:a16="http://schemas.microsoft.com/office/drawing/2014/main" id="{FF1873A7-CDF5-5EEC-C03D-4DB87C458B66}"/>
                  </a:ext>
                  <a:ext uri="{C183D7F6-B498-43B3-948B-1728B52AA6E4}">
                    <adec:decorative xmlns:adec="http://schemas.microsoft.com/office/drawing/2017/decorative" val="1"/>
                  </a:ext>
                </a:extLst>
              </p:cNvPr>
              <p:cNvGrpSpPr>
                <a:grpSpLocks noChangeAspect="1"/>
              </p:cNvGrpSpPr>
              <p:nvPr/>
            </p:nvGrpSpPr>
            <p:grpSpPr>
              <a:xfrm>
                <a:off x="8539863" y="5213030"/>
                <a:ext cx="138933" cy="152378"/>
                <a:chOff x="8596363" y="3157339"/>
                <a:chExt cx="138933" cy="152378"/>
              </a:xfrm>
            </p:grpSpPr>
            <p:sp>
              <p:nvSpPr>
                <p:cNvPr id="1582" name="Freeform: Shape 2698">
                  <a:extLst>
                    <a:ext uri="{FF2B5EF4-FFF2-40B4-BE49-F238E27FC236}">
                      <a16:creationId xmlns:a16="http://schemas.microsoft.com/office/drawing/2014/main" id="{921D364D-DA42-B84F-DBBD-7FEA129C9760}"/>
                    </a:ext>
                  </a:extLst>
                </p:cNvPr>
                <p:cNvSpPr/>
                <p:nvPr/>
              </p:nvSpPr>
              <p:spPr>
                <a:xfrm>
                  <a:off x="8642973" y="3190060"/>
                  <a:ext cx="44817" cy="13445"/>
                </a:xfrm>
                <a:custGeom>
                  <a:avLst/>
                  <a:gdLst>
                    <a:gd name="connsiteX0" fmla="*/ 48851 w 44817"/>
                    <a:gd name="connsiteY0" fmla="*/ 7171 h 13445"/>
                    <a:gd name="connsiteX1" fmla="*/ 48851 w 44817"/>
                    <a:gd name="connsiteY1" fmla="*/ 7171 h 13445"/>
                    <a:gd name="connsiteX2" fmla="*/ 48851 w 44817"/>
                    <a:gd name="connsiteY2" fmla="*/ 2241 h 13445"/>
                    <a:gd name="connsiteX3" fmla="*/ 46610 w 44817"/>
                    <a:gd name="connsiteY3" fmla="*/ 0 h 13445"/>
                    <a:gd name="connsiteX4" fmla="*/ 45713 w 44817"/>
                    <a:gd name="connsiteY4" fmla="*/ 0 h 13445"/>
                    <a:gd name="connsiteX5" fmla="*/ 27338 w 44817"/>
                    <a:gd name="connsiteY5" fmla="*/ 0 h 13445"/>
                    <a:gd name="connsiteX6" fmla="*/ 27338 w 44817"/>
                    <a:gd name="connsiteY6" fmla="*/ 0 h 13445"/>
                    <a:gd name="connsiteX7" fmla="*/ 27338 w 44817"/>
                    <a:gd name="connsiteY7" fmla="*/ 0 h 13445"/>
                    <a:gd name="connsiteX8" fmla="*/ 21512 w 44817"/>
                    <a:gd name="connsiteY8" fmla="*/ 0 h 13445"/>
                    <a:gd name="connsiteX9" fmla="*/ 21512 w 44817"/>
                    <a:gd name="connsiteY9" fmla="*/ 0 h 13445"/>
                    <a:gd name="connsiteX10" fmla="*/ 21512 w 44817"/>
                    <a:gd name="connsiteY10" fmla="*/ 0 h 13445"/>
                    <a:gd name="connsiteX11" fmla="*/ 3137 w 44817"/>
                    <a:gd name="connsiteY11" fmla="*/ 0 h 13445"/>
                    <a:gd name="connsiteX12" fmla="*/ 2241 w 44817"/>
                    <a:gd name="connsiteY12" fmla="*/ 0 h 13445"/>
                    <a:gd name="connsiteX13" fmla="*/ 0 w 44817"/>
                    <a:gd name="connsiteY13" fmla="*/ 2241 h 13445"/>
                    <a:gd name="connsiteX14" fmla="*/ 0 w 44817"/>
                    <a:gd name="connsiteY14" fmla="*/ 7171 h 13445"/>
                    <a:gd name="connsiteX15" fmla="*/ 0 w 44817"/>
                    <a:gd name="connsiteY15" fmla="*/ 7171 h 13445"/>
                    <a:gd name="connsiteX16" fmla="*/ 11652 w 44817"/>
                    <a:gd name="connsiteY16" fmla="*/ 17479 h 13445"/>
                    <a:gd name="connsiteX17" fmla="*/ 23305 w 44817"/>
                    <a:gd name="connsiteY17" fmla="*/ 7171 h 13445"/>
                    <a:gd name="connsiteX18" fmla="*/ 23305 w 44817"/>
                    <a:gd name="connsiteY18" fmla="*/ 4482 h 13445"/>
                    <a:gd name="connsiteX19" fmla="*/ 25097 w 44817"/>
                    <a:gd name="connsiteY19" fmla="*/ 4482 h 13445"/>
                    <a:gd name="connsiteX20" fmla="*/ 25097 w 44817"/>
                    <a:gd name="connsiteY20" fmla="*/ 7171 h 13445"/>
                    <a:gd name="connsiteX21" fmla="*/ 36750 w 44817"/>
                    <a:gd name="connsiteY21" fmla="*/ 17479 h 13445"/>
                    <a:gd name="connsiteX22" fmla="*/ 48851 w 44817"/>
                    <a:gd name="connsiteY22" fmla="*/ 7171 h 13445"/>
                    <a:gd name="connsiteX23" fmla="*/ 19271 w 44817"/>
                    <a:gd name="connsiteY23" fmla="*/ 7171 h 13445"/>
                    <a:gd name="connsiteX24" fmla="*/ 12101 w 44817"/>
                    <a:gd name="connsiteY24" fmla="*/ 12997 h 13445"/>
                    <a:gd name="connsiteX25" fmla="*/ 4930 w 44817"/>
                    <a:gd name="connsiteY25" fmla="*/ 7171 h 13445"/>
                    <a:gd name="connsiteX26" fmla="*/ 4930 w 44817"/>
                    <a:gd name="connsiteY26" fmla="*/ 4482 h 13445"/>
                    <a:gd name="connsiteX27" fmla="*/ 19719 w 44817"/>
                    <a:gd name="connsiteY27" fmla="*/ 4482 h 13445"/>
                    <a:gd name="connsiteX28" fmla="*/ 19719 w 44817"/>
                    <a:gd name="connsiteY28" fmla="*/ 7171 h 13445"/>
                    <a:gd name="connsiteX29" fmla="*/ 37198 w 44817"/>
                    <a:gd name="connsiteY29" fmla="*/ 12997 h 13445"/>
                    <a:gd name="connsiteX30" fmla="*/ 30027 w 44817"/>
                    <a:gd name="connsiteY30" fmla="*/ 7171 h 13445"/>
                    <a:gd name="connsiteX31" fmla="*/ 30027 w 44817"/>
                    <a:gd name="connsiteY31" fmla="*/ 4482 h 13445"/>
                    <a:gd name="connsiteX32" fmla="*/ 44817 w 44817"/>
                    <a:gd name="connsiteY32" fmla="*/ 4482 h 13445"/>
                    <a:gd name="connsiteX33" fmla="*/ 44817 w 44817"/>
                    <a:gd name="connsiteY33" fmla="*/ 7171 h 13445"/>
                    <a:gd name="connsiteX34" fmla="*/ 44817 w 44817"/>
                    <a:gd name="connsiteY34" fmla="*/ 7171 h 13445"/>
                    <a:gd name="connsiteX35" fmla="*/ 37198 w 44817"/>
                    <a:gd name="connsiteY35" fmla="*/ 12997 h 1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817" h="13445">
                      <a:moveTo>
                        <a:pt x="48851" y="7171"/>
                      </a:moveTo>
                      <a:cubicBezTo>
                        <a:pt x="48851" y="7171"/>
                        <a:pt x="48851" y="7171"/>
                        <a:pt x="48851" y="7171"/>
                      </a:cubicBezTo>
                      <a:lnTo>
                        <a:pt x="48851" y="2241"/>
                      </a:lnTo>
                      <a:cubicBezTo>
                        <a:pt x="48851" y="896"/>
                        <a:pt x="47954" y="0"/>
                        <a:pt x="46610" y="0"/>
                      </a:cubicBezTo>
                      <a:lnTo>
                        <a:pt x="45713" y="0"/>
                      </a:lnTo>
                      <a:lnTo>
                        <a:pt x="27338" y="0"/>
                      </a:lnTo>
                      <a:cubicBezTo>
                        <a:pt x="27338" y="0"/>
                        <a:pt x="27338" y="0"/>
                        <a:pt x="27338" y="0"/>
                      </a:cubicBezTo>
                      <a:cubicBezTo>
                        <a:pt x="27338" y="0"/>
                        <a:pt x="27338" y="0"/>
                        <a:pt x="27338" y="0"/>
                      </a:cubicBezTo>
                      <a:lnTo>
                        <a:pt x="21512" y="0"/>
                      </a:lnTo>
                      <a:cubicBezTo>
                        <a:pt x="21512" y="0"/>
                        <a:pt x="21512" y="0"/>
                        <a:pt x="21512" y="0"/>
                      </a:cubicBezTo>
                      <a:cubicBezTo>
                        <a:pt x="21512" y="0"/>
                        <a:pt x="21512" y="0"/>
                        <a:pt x="21512" y="0"/>
                      </a:cubicBezTo>
                      <a:lnTo>
                        <a:pt x="3137" y="0"/>
                      </a:lnTo>
                      <a:lnTo>
                        <a:pt x="2241" y="0"/>
                      </a:lnTo>
                      <a:cubicBezTo>
                        <a:pt x="896" y="0"/>
                        <a:pt x="0" y="896"/>
                        <a:pt x="0" y="2241"/>
                      </a:cubicBezTo>
                      <a:lnTo>
                        <a:pt x="0" y="7171"/>
                      </a:lnTo>
                      <a:cubicBezTo>
                        <a:pt x="0" y="7171"/>
                        <a:pt x="0" y="7171"/>
                        <a:pt x="0" y="7171"/>
                      </a:cubicBezTo>
                      <a:cubicBezTo>
                        <a:pt x="0" y="12997"/>
                        <a:pt x="5378" y="17479"/>
                        <a:pt x="11652" y="17479"/>
                      </a:cubicBezTo>
                      <a:cubicBezTo>
                        <a:pt x="18375" y="17479"/>
                        <a:pt x="23305" y="12997"/>
                        <a:pt x="23305" y="7171"/>
                      </a:cubicBezTo>
                      <a:lnTo>
                        <a:pt x="23305" y="4482"/>
                      </a:lnTo>
                      <a:lnTo>
                        <a:pt x="25097" y="4482"/>
                      </a:lnTo>
                      <a:lnTo>
                        <a:pt x="25097" y="7171"/>
                      </a:lnTo>
                      <a:cubicBezTo>
                        <a:pt x="25097" y="12997"/>
                        <a:pt x="30476" y="17479"/>
                        <a:pt x="36750" y="17479"/>
                      </a:cubicBezTo>
                      <a:cubicBezTo>
                        <a:pt x="43024" y="17479"/>
                        <a:pt x="48851" y="12997"/>
                        <a:pt x="48851" y="7171"/>
                      </a:cubicBezTo>
                      <a:close/>
                      <a:moveTo>
                        <a:pt x="19271" y="7171"/>
                      </a:moveTo>
                      <a:cubicBezTo>
                        <a:pt x="19271" y="10308"/>
                        <a:pt x="16134" y="12997"/>
                        <a:pt x="12101" y="12997"/>
                      </a:cubicBezTo>
                      <a:cubicBezTo>
                        <a:pt x="8067" y="12997"/>
                        <a:pt x="4930" y="10308"/>
                        <a:pt x="4930" y="7171"/>
                      </a:cubicBezTo>
                      <a:lnTo>
                        <a:pt x="4930" y="4482"/>
                      </a:lnTo>
                      <a:lnTo>
                        <a:pt x="19719" y="4482"/>
                      </a:lnTo>
                      <a:lnTo>
                        <a:pt x="19719" y="7171"/>
                      </a:lnTo>
                      <a:close/>
                      <a:moveTo>
                        <a:pt x="37198" y="12997"/>
                      </a:moveTo>
                      <a:cubicBezTo>
                        <a:pt x="33165" y="12997"/>
                        <a:pt x="30027" y="10308"/>
                        <a:pt x="30027" y="7171"/>
                      </a:cubicBezTo>
                      <a:lnTo>
                        <a:pt x="30027" y="4482"/>
                      </a:lnTo>
                      <a:lnTo>
                        <a:pt x="44817" y="4482"/>
                      </a:lnTo>
                      <a:lnTo>
                        <a:pt x="44817" y="7171"/>
                      </a:lnTo>
                      <a:cubicBezTo>
                        <a:pt x="44817" y="7171"/>
                        <a:pt x="44817" y="7171"/>
                        <a:pt x="44817" y="7171"/>
                      </a:cubicBezTo>
                      <a:cubicBezTo>
                        <a:pt x="44369" y="10308"/>
                        <a:pt x="41232" y="12997"/>
                        <a:pt x="37198" y="1299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83" name="Freeform: Shape 2699">
                  <a:extLst>
                    <a:ext uri="{FF2B5EF4-FFF2-40B4-BE49-F238E27FC236}">
                      <a16:creationId xmlns:a16="http://schemas.microsoft.com/office/drawing/2014/main" id="{FCA5A540-B258-F626-2282-987E58FF512B}"/>
                    </a:ext>
                  </a:extLst>
                </p:cNvPr>
                <p:cNvSpPr/>
                <p:nvPr/>
              </p:nvSpPr>
              <p:spPr>
                <a:xfrm>
                  <a:off x="8596363" y="3157339"/>
                  <a:ext cx="138933" cy="152378"/>
                </a:xfrm>
                <a:custGeom>
                  <a:avLst/>
                  <a:gdLst>
                    <a:gd name="connsiteX0" fmla="*/ 142518 w 138932"/>
                    <a:gd name="connsiteY0" fmla="*/ 132215 h 152377"/>
                    <a:gd name="connsiteX1" fmla="*/ 142518 w 138932"/>
                    <a:gd name="connsiteY1" fmla="*/ 131318 h 152377"/>
                    <a:gd name="connsiteX2" fmla="*/ 105768 w 138932"/>
                    <a:gd name="connsiteY2" fmla="*/ 93672 h 152377"/>
                    <a:gd name="connsiteX3" fmla="*/ 89634 w 138932"/>
                    <a:gd name="connsiteY3" fmla="*/ 76642 h 152377"/>
                    <a:gd name="connsiteX4" fmla="*/ 90082 w 138932"/>
                    <a:gd name="connsiteY4" fmla="*/ 73504 h 152377"/>
                    <a:gd name="connsiteX5" fmla="*/ 93668 w 138932"/>
                    <a:gd name="connsiteY5" fmla="*/ 70367 h 152377"/>
                    <a:gd name="connsiteX6" fmla="*/ 103527 w 138932"/>
                    <a:gd name="connsiteY6" fmla="*/ 43029 h 152377"/>
                    <a:gd name="connsiteX7" fmla="*/ 103976 w 138932"/>
                    <a:gd name="connsiteY7" fmla="*/ 40340 h 152377"/>
                    <a:gd name="connsiteX8" fmla="*/ 103976 w 138932"/>
                    <a:gd name="connsiteY8" fmla="*/ 22861 h 152377"/>
                    <a:gd name="connsiteX9" fmla="*/ 71259 w 138932"/>
                    <a:gd name="connsiteY9" fmla="*/ 4 h 152377"/>
                    <a:gd name="connsiteX10" fmla="*/ 38991 w 138932"/>
                    <a:gd name="connsiteY10" fmla="*/ 22861 h 152377"/>
                    <a:gd name="connsiteX11" fmla="*/ 38991 w 138932"/>
                    <a:gd name="connsiteY11" fmla="*/ 40340 h 152377"/>
                    <a:gd name="connsiteX12" fmla="*/ 38991 w 138932"/>
                    <a:gd name="connsiteY12" fmla="*/ 41684 h 152377"/>
                    <a:gd name="connsiteX13" fmla="*/ 49747 w 138932"/>
                    <a:gd name="connsiteY13" fmla="*/ 69919 h 152377"/>
                    <a:gd name="connsiteX14" fmla="*/ 52436 w 138932"/>
                    <a:gd name="connsiteY14" fmla="*/ 72608 h 152377"/>
                    <a:gd name="connsiteX15" fmla="*/ 52884 w 138932"/>
                    <a:gd name="connsiteY15" fmla="*/ 76642 h 152377"/>
                    <a:gd name="connsiteX16" fmla="*/ 36750 w 138932"/>
                    <a:gd name="connsiteY16" fmla="*/ 93672 h 152377"/>
                    <a:gd name="connsiteX17" fmla="*/ 0 w 138932"/>
                    <a:gd name="connsiteY17" fmla="*/ 131318 h 152377"/>
                    <a:gd name="connsiteX18" fmla="*/ 0 w 138932"/>
                    <a:gd name="connsiteY18" fmla="*/ 134007 h 152377"/>
                    <a:gd name="connsiteX19" fmla="*/ 0 w 138932"/>
                    <a:gd name="connsiteY19" fmla="*/ 150590 h 152377"/>
                    <a:gd name="connsiteX20" fmla="*/ 2241 w 138932"/>
                    <a:gd name="connsiteY20" fmla="*/ 152831 h 152377"/>
                    <a:gd name="connsiteX21" fmla="*/ 2241 w 138932"/>
                    <a:gd name="connsiteY21" fmla="*/ 152831 h 152377"/>
                    <a:gd name="connsiteX22" fmla="*/ 4482 w 138932"/>
                    <a:gd name="connsiteY22" fmla="*/ 150590 h 152377"/>
                    <a:gd name="connsiteX23" fmla="*/ 4482 w 138932"/>
                    <a:gd name="connsiteY23" fmla="*/ 134456 h 152377"/>
                    <a:gd name="connsiteX24" fmla="*/ 4482 w 138932"/>
                    <a:gd name="connsiteY24" fmla="*/ 131766 h 152377"/>
                    <a:gd name="connsiteX25" fmla="*/ 36750 w 138932"/>
                    <a:gd name="connsiteY25" fmla="*/ 98602 h 152377"/>
                    <a:gd name="connsiteX26" fmla="*/ 57366 w 138932"/>
                    <a:gd name="connsiteY26" fmla="*/ 77090 h 152377"/>
                    <a:gd name="connsiteX27" fmla="*/ 57366 w 138932"/>
                    <a:gd name="connsiteY27" fmla="*/ 76193 h 152377"/>
                    <a:gd name="connsiteX28" fmla="*/ 71707 w 138932"/>
                    <a:gd name="connsiteY28" fmla="*/ 79779 h 152377"/>
                    <a:gd name="connsiteX29" fmla="*/ 72155 w 138932"/>
                    <a:gd name="connsiteY29" fmla="*/ 79779 h 152377"/>
                    <a:gd name="connsiteX30" fmla="*/ 85601 w 138932"/>
                    <a:gd name="connsiteY30" fmla="*/ 77090 h 152377"/>
                    <a:gd name="connsiteX31" fmla="*/ 85601 w 138932"/>
                    <a:gd name="connsiteY31" fmla="*/ 77538 h 152377"/>
                    <a:gd name="connsiteX32" fmla="*/ 106216 w 138932"/>
                    <a:gd name="connsiteY32" fmla="*/ 99050 h 152377"/>
                    <a:gd name="connsiteX33" fmla="*/ 138485 w 138932"/>
                    <a:gd name="connsiteY33" fmla="*/ 132215 h 152377"/>
                    <a:gd name="connsiteX34" fmla="*/ 138485 w 138932"/>
                    <a:gd name="connsiteY34" fmla="*/ 133111 h 152377"/>
                    <a:gd name="connsiteX35" fmla="*/ 138485 w 138932"/>
                    <a:gd name="connsiteY35" fmla="*/ 151038 h 152377"/>
                    <a:gd name="connsiteX36" fmla="*/ 140726 w 138932"/>
                    <a:gd name="connsiteY36" fmla="*/ 153279 h 152377"/>
                    <a:gd name="connsiteX37" fmla="*/ 140726 w 138932"/>
                    <a:gd name="connsiteY37" fmla="*/ 153279 h 152377"/>
                    <a:gd name="connsiteX38" fmla="*/ 142966 w 138932"/>
                    <a:gd name="connsiteY38" fmla="*/ 151038 h 152377"/>
                    <a:gd name="connsiteX39" fmla="*/ 142518 w 138932"/>
                    <a:gd name="connsiteY39" fmla="*/ 132215 h 152377"/>
                    <a:gd name="connsiteX40" fmla="*/ 72155 w 138932"/>
                    <a:gd name="connsiteY40" fmla="*/ 75297 h 152377"/>
                    <a:gd name="connsiteX41" fmla="*/ 72155 w 138932"/>
                    <a:gd name="connsiteY41" fmla="*/ 75297 h 152377"/>
                    <a:gd name="connsiteX42" fmla="*/ 72155 w 138932"/>
                    <a:gd name="connsiteY42" fmla="*/ 75297 h 152377"/>
                    <a:gd name="connsiteX43" fmla="*/ 53332 w 138932"/>
                    <a:gd name="connsiteY43" fmla="*/ 67678 h 152377"/>
                    <a:gd name="connsiteX44" fmla="*/ 43921 w 138932"/>
                    <a:gd name="connsiteY44" fmla="*/ 41684 h 152377"/>
                    <a:gd name="connsiteX45" fmla="*/ 43921 w 138932"/>
                    <a:gd name="connsiteY45" fmla="*/ 40340 h 152377"/>
                    <a:gd name="connsiteX46" fmla="*/ 43921 w 138932"/>
                    <a:gd name="connsiteY46" fmla="*/ 24206 h 152377"/>
                    <a:gd name="connsiteX47" fmla="*/ 72155 w 138932"/>
                    <a:gd name="connsiteY47" fmla="*/ 4934 h 152377"/>
                    <a:gd name="connsiteX48" fmla="*/ 100390 w 138932"/>
                    <a:gd name="connsiteY48" fmla="*/ 24206 h 152377"/>
                    <a:gd name="connsiteX49" fmla="*/ 100390 w 138932"/>
                    <a:gd name="connsiteY49" fmla="*/ 40340 h 152377"/>
                    <a:gd name="connsiteX50" fmla="*/ 99942 w 138932"/>
                    <a:gd name="connsiteY50" fmla="*/ 43029 h 152377"/>
                    <a:gd name="connsiteX51" fmla="*/ 90979 w 138932"/>
                    <a:gd name="connsiteY51" fmla="*/ 68126 h 152377"/>
                    <a:gd name="connsiteX52" fmla="*/ 72155 w 138932"/>
                    <a:gd name="connsiteY52" fmla="*/ 75297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38932" h="152377">
                      <a:moveTo>
                        <a:pt x="142518" y="132215"/>
                      </a:moveTo>
                      <a:lnTo>
                        <a:pt x="142518" y="131318"/>
                      </a:lnTo>
                      <a:cubicBezTo>
                        <a:pt x="142070" y="110254"/>
                        <a:pt x="125936" y="93672"/>
                        <a:pt x="105768" y="93672"/>
                      </a:cubicBezTo>
                      <a:cubicBezTo>
                        <a:pt x="96805" y="93672"/>
                        <a:pt x="89634" y="86053"/>
                        <a:pt x="89634" y="76642"/>
                      </a:cubicBezTo>
                      <a:cubicBezTo>
                        <a:pt x="89634" y="75745"/>
                        <a:pt x="89634" y="74401"/>
                        <a:pt x="90082" y="73504"/>
                      </a:cubicBezTo>
                      <a:cubicBezTo>
                        <a:pt x="91427" y="72608"/>
                        <a:pt x="92323" y="71712"/>
                        <a:pt x="93668" y="70367"/>
                      </a:cubicBezTo>
                      <a:cubicBezTo>
                        <a:pt x="100838" y="62300"/>
                        <a:pt x="102183" y="51096"/>
                        <a:pt x="103527" y="43029"/>
                      </a:cubicBezTo>
                      <a:lnTo>
                        <a:pt x="103976" y="40340"/>
                      </a:lnTo>
                      <a:cubicBezTo>
                        <a:pt x="105768" y="30928"/>
                        <a:pt x="103976" y="22861"/>
                        <a:pt x="103976" y="22861"/>
                      </a:cubicBezTo>
                      <a:cubicBezTo>
                        <a:pt x="99046" y="-892"/>
                        <a:pt x="71259" y="4"/>
                        <a:pt x="71259" y="4"/>
                      </a:cubicBezTo>
                      <a:cubicBezTo>
                        <a:pt x="70811" y="4"/>
                        <a:pt x="43473" y="-444"/>
                        <a:pt x="38991" y="22861"/>
                      </a:cubicBezTo>
                      <a:cubicBezTo>
                        <a:pt x="38991" y="23309"/>
                        <a:pt x="37198" y="30928"/>
                        <a:pt x="38991" y="40340"/>
                      </a:cubicBezTo>
                      <a:lnTo>
                        <a:pt x="38991" y="41684"/>
                      </a:lnTo>
                      <a:cubicBezTo>
                        <a:pt x="40335" y="50199"/>
                        <a:pt x="42128" y="61404"/>
                        <a:pt x="49747" y="69919"/>
                      </a:cubicBezTo>
                      <a:cubicBezTo>
                        <a:pt x="50643" y="70815"/>
                        <a:pt x="51540" y="71712"/>
                        <a:pt x="52436" y="72608"/>
                      </a:cubicBezTo>
                      <a:cubicBezTo>
                        <a:pt x="52884" y="73953"/>
                        <a:pt x="52884" y="75297"/>
                        <a:pt x="52884" y="76642"/>
                      </a:cubicBezTo>
                      <a:cubicBezTo>
                        <a:pt x="52884" y="86053"/>
                        <a:pt x="45713" y="93672"/>
                        <a:pt x="36750" y="93672"/>
                      </a:cubicBezTo>
                      <a:cubicBezTo>
                        <a:pt x="16582" y="93672"/>
                        <a:pt x="448" y="110254"/>
                        <a:pt x="0" y="131318"/>
                      </a:cubicBezTo>
                      <a:lnTo>
                        <a:pt x="0" y="134007"/>
                      </a:lnTo>
                      <a:cubicBezTo>
                        <a:pt x="0" y="139385"/>
                        <a:pt x="0" y="145212"/>
                        <a:pt x="0" y="150590"/>
                      </a:cubicBezTo>
                      <a:cubicBezTo>
                        <a:pt x="0" y="151934"/>
                        <a:pt x="896" y="152831"/>
                        <a:pt x="2241" y="152831"/>
                      </a:cubicBezTo>
                      <a:cubicBezTo>
                        <a:pt x="2241" y="152831"/>
                        <a:pt x="2241" y="152831"/>
                        <a:pt x="2241" y="152831"/>
                      </a:cubicBezTo>
                      <a:cubicBezTo>
                        <a:pt x="3585" y="152831"/>
                        <a:pt x="4482" y="151934"/>
                        <a:pt x="4482" y="150590"/>
                      </a:cubicBezTo>
                      <a:cubicBezTo>
                        <a:pt x="4482" y="145212"/>
                        <a:pt x="4482" y="139385"/>
                        <a:pt x="4482" y="134456"/>
                      </a:cubicBezTo>
                      <a:lnTo>
                        <a:pt x="4482" y="131766"/>
                      </a:lnTo>
                      <a:cubicBezTo>
                        <a:pt x="4930" y="113391"/>
                        <a:pt x="19271" y="98602"/>
                        <a:pt x="36750" y="98602"/>
                      </a:cubicBezTo>
                      <a:cubicBezTo>
                        <a:pt x="47954" y="98602"/>
                        <a:pt x="57366" y="89190"/>
                        <a:pt x="57366" y="77090"/>
                      </a:cubicBezTo>
                      <a:cubicBezTo>
                        <a:pt x="57366" y="76642"/>
                        <a:pt x="57366" y="76642"/>
                        <a:pt x="57366" y="76193"/>
                      </a:cubicBezTo>
                      <a:cubicBezTo>
                        <a:pt x="64088" y="79330"/>
                        <a:pt x="70811" y="79779"/>
                        <a:pt x="71707" y="79779"/>
                      </a:cubicBezTo>
                      <a:cubicBezTo>
                        <a:pt x="71707" y="79779"/>
                        <a:pt x="71707" y="79779"/>
                        <a:pt x="72155" y="79779"/>
                      </a:cubicBezTo>
                      <a:cubicBezTo>
                        <a:pt x="73948" y="79779"/>
                        <a:pt x="79774" y="79330"/>
                        <a:pt x="85601" y="77090"/>
                      </a:cubicBezTo>
                      <a:cubicBezTo>
                        <a:pt x="85601" y="77090"/>
                        <a:pt x="85601" y="77090"/>
                        <a:pt x="85601" y="77538"/>
                      </a:cubicBezTo>
                      <a:cubicBezTo>
                        <a:pt x="85601" y="89190"/>
                        <a:pt x="94564" y="99050"/>
                        <a:pt x="106216" y="99050"/>
                      </a:cubicBezTo>
                      <a:cubicBezTo>
                        <a:pt x="123695" y="99050"/>
                        <a:pt x="138037" y="113391"/>
                        <a:pt x="138485" y="132215"/>
                      </a:cubicBezTo>
                      <a:lnTo>
                        <a:pt x="138485" y="133111"/>
                      </a:lnTo>
                      <a:cubicBezTo>
                        <a:pt x="138485" y="139385"/>
                        <a:pt x="138485" y="145660"/>
                        <a:pt x="138485" y="151038"/>
                      </a:cubicBezTo>
                      <a:cubicBezTo>
                        <a:pt x="138485" y="152382"/>
                        <a:pt x="139381" y="153279"/>
                        <a:pt x="140726" y="153279"/>
                      </a:cubicBezTo>
                      <a:cubicBezTo>
                        <a:pt x="140726" y="153279"/>
                        <a:pt x="140726" y="153279"/>
                        <a:pt x="140726" y="153279"/>
                      </a:cubicBezTo>
                      <a:cubicBezTo>
                        <a:pt x="142070" y="153279"/>
                        <a:pt x="142966" y="152382"/>
                        <a:pt x="142966" y="151038"/>
                      </a:cubicBezTo>
                      <a:cubicBezTo>
                        <a:pt x="142518" y="145212"/>
                        <a:pt x="142518" y="138937"/>
                        <a:pt x="142518" y="132215"/>
                      </a:cubicBezTo>
                      <a:close/>
                      <a:moveTo>
                        <a:pt x="72155" y="75297"/>
                      </a:moveTo>
                      <a:cubicBezTo>
                        <a:pt x="71707" y="75297"/>
                        <a:pt x="71707" y="75297"/>
                        <a:pt x="72155" y="75297"/>
                      </a:cubicBezTo>
                      <a:lnTo>
                        <a:pt x="72155" y="75297"/>
                      </a:lnTo>
                      <a:cubicBezTo>
                        <a:pt x="71707" y="75297"/>
                        <a:pt x="59607" y="75297"/>
                        <a:pt x="53332" y="67678"/>
                      </a:cubicBezTo>
                      <a:cubicBezTo>
                        <a:pt x="46610" y="60059"/>
                        <a:pt x="44817" y="49303"/>
                        <a:pt x="43921" y="41684"/>
                      </a:cubicBezTo>
                      <a:lnTo>
                        <a:pt x="43921" y="40340"/>
                      </a:lnTo>
                      <a:cubicBezTo>
                        <a:pt x="42576" y="31825"/>
                        <a:pt x="43921" y="24206"/>
                        <a:pt x="43921" y="24206"/>
                      </a:cubicBezTo>
                      <a:cubicBezTo>
                        <a:pt x="47954" y="4486"/>
                        <a:pt x="70811" y="4934"/>
                        <a:pt x="72155" y="4934"/>
                      </a:cubicBezTo>
                      <a:cubicBezTo>
                        <a:pt x="73052" y="4934"/>
                        <a:pt x="96357" y="4486"/>
                        <a:pt x="100390" y="24206"/>
                      </a:cubicBezTo>
                      <a:cubicBezTo>
                        <a:pt x="100390" y="24206"/>
                        <a:pt x="101735" y="31376"/>
                        <a:pt x="100390" y="40340"/>
                      </a:cubicBezTo>
                      <a:lnTo>
                        <a:pt x="99942" y="43029"/>
                      </a:lnTo>
                      <a:cubicBezTo>
                        <a:pt x="98597" y="51096"/>
                        <a:pt x="97253" y="60956"/>
                        <a:pt x="90979" y="68126"/>
                      </a:cubicBezTo>
                      <a:cubicBezTo>
                        <a:pt x="84256" y="74849"/>
                        <a:pt x="73500" y="75297"/>
                        <a:pt x="72155" y="7529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84" name="Group 2608">
                <a:extLst>
                  <a:ext uri="{FF2B5EF4-FFF2-40B4-BE49-F238E27FC236}">
                    <a16:creationId xmlns:a16="http://schemas.microsoft.com/office/drawing/2014/main" id="{4054C79D-F4AA-71DA-3CF4-B70C811A73E3}"/>
                  </a:ext>
                  <a:ext uri="{C183D7F6-B498-43B3-948B-1728B52AA6E4}">
                    <adec:decorative xmlns:adec="http://schemas.microsoft.com/office/drawing/2017/decorative" val="1"/>
                  </a:ext>
                </a:extLst>
              </p:cNvPr>
              <p:cNvGrpSpPr>
                <a:grpSpLocks noChangeAspect="1"/>
              </p:cNvGrpSpPr>
              <p:nvPr/>
            </p:nvGrpSpPr>
            <p:grpSpPr>
              <a:xfrm>
                <a:off x="9580514" y="5200038"/>
                <a:ext cx="166271" cy="164473"/>
                <a:chOff x="9637014" y="3144347"/>
                <a:chExt cx="166271" cy="164473"/>
              </a:xfrm>
            </p:grpSpPr>
            <p:sp>
              <p:nvSpPr>
                <p:cNvPr id="1585" name="Freeform: Shape 2693">
                  <a:extLst>
                    <a:ext uri="{FF2B5EF4-FFF2-40B4-BE49-F238E27FC236}">
                      <a16:creationId xmlns:a16="http://schemas.microsoft.com/office/drawing/2014/main" id="{22E942DB-2B0F-3FAA-7194-4A73E9647E7B}"/>
                    </a:ext>
                  </a:extLst>
                </p:cNvPr>
                <p:cNvSpPr/>
                <p:nvPr/>
              </p:nvSpPr>
              <p:spPr>
                <a:xfrm>
                  <a:off x="9745023" y="3144347"/>
                  <a:ext cx="58262" cy="58262"/>
                </a:xfrm>
                <a:custGeom>
                  <a:avLst/>
                  <a:gdLst>
                    <a:gd name="connsiteX0" fmla="*/ 29131 w 58262"/>
                    <a:gd name="connsiteY0" fmla="*/ 0 h 58262"/>
                    <a:gd name="connsiteX1" fmla="*/ 0 w 58262"/>
                    <a:gd name="connsiteY1" fmla="*/ 29131 h 58262"/>
                    <a:gd name="connsiteX2" fmla="*/ 3137 w 58262"/>
                    <a:gd name="connsiteY2" fmla="*/ 41680 h 58262"/>
                    <a:gd name="connsiteX3" fmla="*/ 448 w 58262"/>
                    <a:gd name="connsiteY3" fmla="*/ 55573 h 58262"/>
                    <a:gd name="connsiteX4" fmla="*/ 896 w 58262"/>
                    <a:gd name="connsiteY4" fmla="*/ 57814 h 58262"/>
                    <a:gd name="connsiteX5" fmla="*/ 2241 w 58262"/>
                    <a:gd name="connsiteY5" fmla="*/ 58262 h 58262"/>
                    <a:gd name="connsiteX6" fmla="*/ 2689 w 58262"/>
                    <a:gd name="connsiteY6" fmla="*/ 58262 h 58262"/>
                    <a:gd name="connsiteX7" fmla="*/ 15238 w 58262"/>
                    <a:gd name="connsiteY7" fmla="*/ 54677 h 58262"/>
                    <a:gd name="connsiteX8" fmla="*/ 29131 w 58262"/>
                    <a:gd name="connsiteY8" fmla="*/ 58262 h 58262"/>
                    <a:gd name="connsiteX9" fmla="*/ 58262 w 58262"/>
                    <a:gd name="connsiteY9" fmla="*/ 29131 h 58262"/>
                    <a:gd name="connsiteX10" fmla="*/ 29131 w 58262"/>
                    <a:gd name="connsiteY10" fmla="*/ 0 h 58262"/>
                    <a:gd name="connsiteX11" fmla="*/ 29131 w 58262"/>
                    <a:gd name="connsiteY11" fmla="*/ 53780 h 58262"/>
                    <a:gd name="connsiteX12" fmla="*/ 16582 w 58262"/>
                    <a:gd name="connsiteY12" fmla="*/ 50195 h 58262"/>
                    <a:gd name="connsiteX13" fmla="*/ 15686 w 58262"/>
                    <a:gd name="connsiteY13" fmla="*/ 49747 h 58262"/>
                    <a:gd name="connsiteX14" fmla="*/ 14790 w 58262"/>
                    <a:gd name="connsiteY14" fmla="*/ 50195 h 58262"/>
                    <a:gd name="connsiteX15" fmla="*/ 5378 w 58262"/>
                    <a:gd name="connsiteY15" fmla="*/ 52884 h 58262"/>
                    <a:gd name="connsiteX16" fmla="*/ 7619 w 58262"/>
                    <a:gd name="connsiteY16" fmla="*/ 42576 h 58262"/>
                    <a:gd name="connsiteX17" fmla="*/ 7619 w 58262"/>
                    <a:gd name="connsiteY17" fmla="*/ 40783 h 58262"/>
                    <a:gd name="connsiteX18" fmla="*/ 4930 w 58262"/>
                    <a:gd name="connsiteY18" fmla="*/ 29579 h 58262"/>
                    <a:gd name="connsiteX19" fmla="*/ 29579 w 58262"/>
                    <a:gd name="connsiteY19" fmla="*/ 4930 h 58262"/>
                    <a:gd name="connsiteX20" fmla="*/ 54229 w 58262"/>
                    <a:gd name="connsiteY20" fmla="*/ 29579 h 58262"/>
                    <a:gd name="connsiteX21" fmla="*/ 29131 w 58262"/>
                    <a:gd name="connsiteY21" fmla="*/ 53780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8262" h="58262">
                      <a:moveTo>
                        <a:pt x="29131" y="0"/>
                      </a:moveTo>
                      <a:cubicBezTo>
                        <a:pt x="12997" y="0"/>
                        <a:pt x="0" y="12997"/>
                        <a:pt x="0" y="29131"/>
                      </a:cubicBezTo>
                      <a:cubicBezTo>
                        <a:pt x="0" y="33613"/>
                        <a:pt x="896" y="38094"/>
                        <a:pt x="3137" y="41680"/>
                      </a:cubicBezTo>
                      <a:lnTo>
                        <a:pt x="448" y="55573"/>
                      </a:lnTo>
                      <a:cubicBezTo>
                        <a:pt x="448" y="56469"/>
                        <a:pt x="448" y="56918"/>
                        <a:pt x="896" y="57814"/>
                      </a:cubicBezTo>
                      <a:cubicBezTo>
                        <a:pt x="1345" y="58262"/>
                        <a:pt x="1793" y="58262"/>
                        <a:pt x="2241" y="58262"/>
                      </a:cubicBezTo>
                      <a:cubicBezTo>
                        <a:pt x="2241" y="58262"/>
                        <a:pt x="2689" y="58262"/>
                        <a:pt x="2689" y="58262"/>
                      </a:cubicBezTo>
                      <a:lnTo>
                        <a:pt x="15238" y="54677"/>
                      </a:lnTo>
                      <a:cubicBezTo>
                        <a:pt x="19720" y="56918"/>
                        <a:pt x="24201" y="58262"/>
                        <a:pt x="29131" y="58262"/>
                      </a:cubicBezTo>
                      <a:cubicBezTo>
                        <a:pt x="45265" y="58262"/>
                        <a:pt x="58262" y="45265"/>
                        <a:pt x="58262" y="29131"/>
                      </a:cubicBezTo>
                      <a:cubicBezTo>
                        <a:pt x="58262" y="12997"/>
                        <a:pt x="45265" y="0"/>
                        <a:pt x="29131" y="0"/>
                      </a:cubicBezTo>
                      <a:close/>
                      <a:moveTo>
                        <a:pt x="29131" y="53780"/>
                      </a:moveTo>
                      <a:cubicBezTo>
                        <a:pt x="24649" y="53780"/>
                        <a:pt x="20616" y="52436"/>
                        <a:pt x="16582" y="50195"/>
                      </a:cubicBezTo>
                      <a:cubicBezTo>
                        <a:pt x="16134" y="50195"/>
                        <a:pt x="15686" y="49747"/>
                        <a:pt x="15686" y="49747"/>
                      </a:cubicBezTo>
                      <a:cubicBezTo>
                        <a:pt x="15238" y="49747"/>
                        <a:pt x="14790" y="49747"/>
                        <a:pt x="14790" y="50195"/>
                      </a:cubicBezTo>
                      <a:lnTo>
                        <a:pt x="5378" y="52884"/>
                      </a:lnTo>
                      <a:lnTo>
                        <a:pt x="7619" y="42576"/>
                      </a:lnTo>
                      <a:cubicBezTo>
                        <a:pt x="8067" y="42128"/>
                        <a:pt x="8067" y="41232"/>
                        <a:pt x="7619" y="40783"/>
                      </a:cubicBezTo>
                      <a:cubicBezTo>
                        <a:pt x="5826" y="37198"/>
                        <a:pt x="4930" y="33165"/>
                        <a:pt x="4930" y="29579"/>
                      </a:cubicBezTo>
                      <a:cubicBezTo>
                        <a:pt x="4930" y="16134"/>
                        <a:pt x="16134" y="4930"/>
                        <a:pt x="29579" y="4930"/>
                      </a:cubicBezTo>
                      <a:cubicBezTo>
                        <a:pt x="43025" y="4930"/>
                        <a:pt x="54229" y="16134"/>
                        <a:pt x="54229" y="29579"/>
                      </a:cubicBezTo>
                      <a:cubicBezTo>
                        <a:pt x="53780" y="42576"/>
                        <a:pt x="42576" y="53780"/>
                        <a:pt x="29131" y="5378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86" name="Freeform: Shape 2694">
                  <a:extLst>
                    <a:ext uri="{FF2B5EF4-FFF2-40B4-BE49-F238E27FC236}">
                      <a16:creationId xmlns:a16="http://schemas.microsoft.com/office/drawing/2014/main" id="{0A0F5357-B4E0-C54C-0E30-EC17DDA4F4A5}"/>
                    </a:ext>
                  </a:extLst>
                </p:cNvPr>
                <p:cNvSpPr/>
                <p:nvPr/>
              </p:nvSpPr>
              <p:spPr>
                <a:xfrm>
                  <a:off x="9785358" y="3170789"/>
                  <a:ext cx="4482" cy="4482"/>
                </a:xfrm>
                <a:custGeom>
                  <a:avLst/>
                  <a:gdLst>
                    <a:gd name="connsiteX0" fmla="*/ 3137 w 4481"/>
                    <a:gd name="connsiteY0" fmla="*/ 0 h 4481"/>
                    <a:gd name="connsiteX1" fmla="*/ 0 w 4481"/>
                    <a:gd name="connsiteY1" fmla="*/ 3137 h 4481"/>
                    <a:gd name="connsiteX2" fmla="*/ 3137 w 4481"/>
                    <a:gd name="connsiteY2" fmla="*/ 6274 h 4481"/>
                    <a:gd name="connsiteX3" fmla="*/ 6274 w 4481"/>
                    <a:gd name="connsiteY3" fmla="*/ 3137 h 4481"/>
                    <a:gd name="connsiteX4" fmla="*/ 3137 w 4481"/>
                    <a:gd name="connsiteY4" fmla="*/ 0 h 4481"/>
                    <a:gd name="connsiteX5" fmla="*/ 3137 w 4481"/>
                    <a:gd name="connsiteY5" fmla="*/ 4482 h 4481"/>
                    <a:gd name="connsiteX6" fmla="*/ 1793 w 4481"/>
                    <a:gd name="connsiteY6" fmla="*/ 3137 h 4481"/>
                    <a:gd name="connsiteX7" fmla="*/ 3137 w 4481"/>
                    <a:gd name="connsiteY7" fmla="*/ 1793 h 4481"/>
                    <a:gd name="connsiteX8" fmla="*/ 4482 w 4481"/>
                    <a:gd name="connsiteY8" fmla="*/ 3137 h 4481"/>
                    <a:gd name="connsiteX9" fmla="*/ 3137 w 4481"/>
                    <a:gd name="connsiteY9"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81" h="4481">
                      <a:moveTo>
                        <a:pt x="3137" y="0"/>
                      </a:moveTo>
                      <a:cubicBezTo>
                        <a:pt x="1345" y="0"/>
                        <a:pt x="0" y="1344"/>
                        <a:pt x="0" y="3137"/>
                      </a:cubicBezTo>
                      <a:cubicBezTo>
                        <a:pt x="0" y="4930"/>
                        <a:pt x="1345" y="6274"/>
                        <a:pt x="3137" y="6274"/>
                      </a:cubicBezTo>
                      <a:cubicBezTo>
                        <a:pt x="4930" y="6274"/>
                        <a:pt x="6274" y="4930"/>
                        <a:pt x="6274" y="3137"/>
                      </a:cubicBezTo>
                      <a:cubicBezTo>
                        <a:pt x="6274" y="1344"/>
                        <a:pt x="4930" y="0"/>
                        <a:pt x="3137" y="0"/>
                      </a:cubicBezTo>
                      <a:close/>
                      <a:moveTo>
                        <a:pt x="3137" y="4482"/>
                      </a:moveTo>
                      <a:cubicBezTo>
                        <a:pt x="2241" y="4482"/>
                        <a:pt x="1793" y="4034"/>
                        <a:pt x="1793" y="3137"/>
                      </a:cubicBezTo>
                      <a:cubicBezTo>
                        <a:pt x="1793" y="2241"/>
                        <a:pt x="2241" y="1793"/>
                        <a:pt x="3137" y="1793"/>
                      </a:cubicBezTo>
                      <a:cubicBezTo>
                        <a:pt x="4034" y="1793"/>
                        <a:pt x="4482" y="2241"/>
                        <a:pt x="4482" y="3137"/>
                      </a:cubicBezTo>
                      <a:cubicBezTo>
                        <a:pt x="4482" y="4034"/>
                        <a:pt x="4034" y="4482"/>
                        <a:pt x="3137"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87" name="Freeform: Shape 2695">
                  <a:extLst>
                    <a:ext uri="{FF2B5EF4-FFF2-40B4-BE49-F238E27FC236}">
                      <a16:creationId xmlns:a16="http://schemas.microsoft.com/office/drawing/2014/main" id="{34CA8553-5CF2-2BE5-2D1D-6A84CD7FEC45}"/>
                    </a:ext>
                  </a:extLst>
                </p:cNvPr>
                <p:cNvSpPr/>
                <p:nvPr/>
              </p:nvSpPr>
              <p:spPr>
                <a:xfrm>
                  <a:off x="9771017" y="3170789"/>
                  <a:ext cx="4482" cy="4482"/>
                </a:xfrm>
                <a:custGeom>
                  <a:avLst/>
                  <a:gdLst>
                    <a:gd name="connsiteX0" fmla="*/ 3137 w 4481"/>
                    <a:gd name="connsiteY0" fmla="*/ 0 h 4481"/>
                    <a:gd name="connsiteX1" fmla="*/ 0 w 4481"/>
                    <a:gd name="connsiteY1" fmla="*/ 3137 h 4481"/>
                    <a:gd name="connsiteX2" fmla="*/ 3137 w 4481"/>
                    <a:gd name="connsiteY2" fmla="*/ 6274 h 4481"/>
                    <a:gd name="connsiteX3" fmla="*/ 6274 w 4481"/>
                    <a:gd name="connsiteY3" fmla="*/ 3137 h 4481"/>
                    <a:gd name="connsiteX4" fmla="*/ 3137 w 4481"/>
                    <a:gd name="connsiteY4" fmla="*/ 0 h 4481"/>
                    <a:gd name="connsiteX5" fmla="*/ 3137 w 4481"/>
                    <a:gd name="connsiteY5" fmla="*/ 4482 h 4481"/>
                    <a:gd name="connsiteX6" fmla="*/ 1793 w 4481"/>
                    <a:gd name="connsiteY6" fmla="*/ 3137 h 4481"/>
                    <a:gd name="connsiteX7" fmla="*/ 3137 w 4481"/>
                    <a:gd name="connsiteY7" fmla="*/ 1793 h 4481"/>
                    <a:gd name="connsiteX8" fmla="*/ 4482 w 4481"/>
                    <a:gd name="connsiteY8" fmla="*/ 3137 h 4481"/>
                    <a:gd name="connsiteX9" fmla="*/ 3137 w 4481"/>
                    <a:gd name="connsiteY9"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81" h="4481">
                      <a:moveTo>
                        <a:pt x="3137" y="0"/>
                      </a:moveTo>
                      <a:cubicBezTo>
                        <a:pt x="1344" y="0"/>
                        <a:pt x="0" y="1344"/>
                        <a:pt x="0" y="3137"/>
                      </a:cubicBezTo>
                      <a:cubicBezTo>
                        <a:pt x="0" y="4930"/>
                        <a:pt x="1344" y="6274"/>
                        <a:pt x="3137" y="6274"/>
                      </a:cubicBezTo>
                      <a:cubicBezTo>
                        <a:pt x="4930" y="6274"/>
                        <a:pt x="6274" y="4930"/>
                        <a:pt x="6274" y="3137"/>
                      </a:cubicBezTo>
                      <a:cubicBezTo>
                        <a:pt x="6274" y="1344"/>
                        <a:pt x="4930" y="0"/>
                        <a:pt x="3137" y="0"/>
                      </a:cubicBezTo>
                      <a:close/>
                      <a:moveTo>
                        <a:pt x="3137" y="4482"/>
                      </a:moveTo>
                      <a:cubicBezTo>
                        <a:pt x="2241" y="4482"/>
                        <a:pt x="1793" y="4034"/>
                        <a:pt x="1793" y="3137"/>
                      </a:cubicBezTo>
                      <a:cubicBezTo>
                        <a:pt x="1793" y="2241"/>
                        <a:pt x="2241" y="1793"/>
                        <a:pt x="3137" y="1793"/>
                      </a:cubicBezTo>
                      <a:cubicBezTo>
                        <a:pt x="4033" y="1793"/>
                        <a:pt x="4482" y="2241"/>
                        <a:pt x="4482" y="3137"/>
                      </a:cubicBezTo>
                      <a:cubicBezTo>
                        <a:pt x="4482" y="4034"/>
                        <a:pt x="4033" y="4482"/>
                        <a:pt x="3137"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88" name="Freeform: Shape 2696">
                  <a:extLst>
                    <a:ext uri="{FF2B5EF4-FFF2-40B4-BE49-F238E27FC236}">
                      <a16:creationId xmlns:a16="http://schemas.microsoft.com/office/drawing/2014/main" id="{1D7A4AEF-AD80-9193-9816-1914B1387A5E}"/>
                    </a:ext>
                  </a:extLst>
                </p:cNvPr>
                <p:cNvSpPr/>
                <p:nvPr/>
              </p:nvSpPr>
              <p:spPr>
                <a:xfrm>
                  <a:off x="9756227" y="3170789"/>
                  <a:ext cx="4482" cy="4482"/>
                </a:xfrm>
                <a:custGeom>
                  <a:avLst/>
                  <a:gdLst>
                    <a:gd name="connsiteX0" fmla="*/ 3137 w 4481"/>
                    <a:gd name="connsiteY0" fmla="*/ 0 h 4481"/>
                    <a:gd name="connsiteX1" fmla="*/ 0 w 4481"/>
                    <a:gd name="connsiteY1" fmla="*/ 3137 h 4481"/>
                    <a:gd name="connsiteX2" fmla="*/ 3137 w 4481"/>
                    <a:gd name="connsiteY2" fmla="*/ 6274 h 4481"/>
                    <a:gd name="connsiteX3" fmla="*/ 6274 w 4481"/>
                    <a:gd name="connsiteY3" fmla="*/ 3137 h 4481"/>
                    <a:gd name="connsiteX4" fmla="*/ 3137 w 4481"/>
                    <a:gd name="connsiteY4" fmla="*/ 0 h 4481"/>
                    <a:gd name="connsiteX5" fmla="*/ 3137 w 4481"/>
                    <a:gd name="connsiteY5" fmla="*/ 4482 h 4481"/>
                    <a:gd name="connsiteX6" fmla="*/ 1793 w 4481"/>
                    <a:gd name="connsiteY6" fmla="*/ 3137 h 4481"/>
                    <a:gd name="connsiteX7" fmla="*/ 3137 w 4481"/>
                    <a:gd name="connsiteY7" fmla="*/ 1793 h 4481"/>
                    <a:gd name="connsiteX8" fmla="*/ 4482 w 4481"/>
                    <a:gd name="connsiteY8" fmla="*/ 3137 h 4481"/>
                    <a:gd name="connsiteX9" fmla="*/ 3137 w 4481"/>
                    <a:gd name="connsiteY9" fmla="*/ 4482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81" h="4481">
                      <a:moveTo>
                        <a:pt x="3137" y="0"/>
                      </a:moveTo>
                      <a:cubicBezTo>
                        <a:pt x="1345" y="0"/>
                        <a:pt x="0" y="1344"/>
                        <a:pt x="0" y="3137"/>
                      </a:cubicBezTo>
                      <a:cubicBezTo>
                        <a:pt x="0" y="4930"/>
                        <a:pt x="1345" y="6274"/>
                        <a:pt x="3137" y="6274"/>
                      </a:cubicBezTo>
                      <a:cubicBezTo>
                        <a:pt x="4930" y="6274"/>
                        <a:pt x="6274" y="4930"/>
                        <a:pt x="6274" y="3137"/>
                      </a:cubicBezTo>
                      <a:cubicBezTo>
                        <a:pt x="6274" y="1344"/>
                        <a:pt x="4930" y="0"/>
                        <a:pt x="3137" y="0"/>
                      </a:cubicBezTo>
                      <a:close/>
                      <a:moveTo>
                        <a:pt x="3137" y="4482"/>
                      </a:moveTo>
                      <a:cubicBezTo>
                        <a:pt x="2241" y="4482"/>
                        <a:pt x="1793" y="4034"/>
                        <a:pt x="1793" y="3137"/>
                      </a:cubicBezTo>
                      <a:cubicBezTo>
                        <a:pt x="1793" y="2241"/>
                        <a:pt x="2241" y="1793"/>
                        <a:pt x="3137" y="1793"/>
                      </a:cubicBezTo>
                      <a:cubicBezTo>
                        <a:pt x="4034" y="1793"/>
                        <a:pt x="4482" y="2241"/>
                        <a:pt x="4482" y="3137"/>
                      </a:cubicBezTo>
                      <a:cubicBezTo>
                        <a:pt x="4482" y="4034"/>
                        <a:pt x="4034" y="4482"/>
                        <a:pt x="3137" y="448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89" name="Freeform: Shape 2697">
                  <a:extLst>
                    <a:ext uri="{FF2B5EF4-FFF2-40B4-BE49-F238E27FC236}">
                      <a16:creationId xmlns:a16="http://schemas.microsoft.com/office/drawing/2014/main" id="{A0DE1DA8-3E23-0808-63DF-D1D7B50DB231}"/>
                    </a:ext>
                  </a:extLst>
                </p:cNvPr>
                <p:cNvSpPr/>
                <p:nvPr/>
              </p:nvSpPr>
              <p:spPr>
                <a:xfrm>
                  <a:off x="9637014" y="3169887"/>
                  <a:ext cx="129969" cy="138933"/>
                </a:xfrm>
                <a:custGeom>
                  <a:avLst/>
                  <a:gdLst>
                    <a:gd name="connsiteX0" fmla="*/ 131314 w 129969"/>
                    <a:gd name="connsiteY0" fmla="*/ 120563 h 138932"/>
                    <a:gd name="connsiteX1" fmla="*/ 97253 w 129969"/>
                    <a:gd name="connsiteY1" fmla="*/ 86054 h 138932"/>
                    <a:gd name="connsiteX2" fmla="*/ 82911 w 129969"/>
                    <a:gd name="connsiteY2" fmla="*/ 70816 h 138932"/>
                    <a:gd name="connsiteX3" fmla="*/ 83360 w 129969"/>
                    <a:gd name="connsiteY3" fmla="*/ 68127 h 138932"/>
                    <a:gd name="connsiteX4" fmla="*/ 86497 w 129969"/>
                    <a:gd name="connsiteY4" fmla="*/ 64990 h 138932"/>
                    <a:gd name="connsiteX5" fmla="*/ 95460 w 129969"/>
                    <a:gd name="connsiteY5" fmla="*/ 39892 h 138932"/>
                    <a:gd name="connsiteX6" fmla="*/ 95909 w 129969"/>
                    <a:gd name="connsiteY6" fmla="*/ 37203 h 138932"/>
                    <a:gd name="connsiteX7" fmla="*/ 95909 w 129969"/>
                    <a:gd name="connsiteY7" fmla="*/ 21069 h 138932"/>
                    <a:gd name="connsiteX8" fmla="*/ 65433 w 129969"/>
                    <a:gd name="connsiteY8" fmla="*/ 5 h 138932"/>
                    <a:gd name="connsiteX9" fmla="*/ 35406 w 129969"/>
                    <a:gd name="connsiteY9" fmla="*/ 21069 h 138932"/>
                    <a:gd name="connsiteX10" fmla="*/ 35406 w 129969"/>
                    <a:gd name="connsiteY10" fmla="*/ 37203 h 138932"/>
                    <a:gd name="connsiteX11" fmla="*/ 35406 w 129969"/>
                    <a:gd name="connsiteY11" fmla="*/ 38548 h 138932"/>
                    <a:gd name="connsiteX12" fmla="*/ 45265 w 129969"/>
                    <a:gd name="connsiteY12" fmla="*/ 64542 h 138932"/>
                    <a:gd name="connsiteX13" fmla="*/ 47954 w 129969"/>
                    <a:gd name="connsiteY13" fmla="*/ 66782 h 138932"/>
                    <a:gd name="connsiteX14" fmla="*/ 48402 w 129969"/>
                    <a:gd name="connsiteY14" fmla="*/ 70368 h 138932"/>
                    <a:gd name="connsiteX15" fmla="*/ 34061 w 129969"/>
                    <a:gd name="connsiteY15" fmla="*/ 85606 h 138932"/>
                    <a:gd name="connsiteX16" fmla="*/ 0 w 129969"/>
                    <a:gd name="connsiteY16" fmla="*/ 120115 h 138932"/>
                    <a:gd name="connsiteX17" fmla="*/ 0 w 129969"/>
                    <a:gd name="connsiteY17" fmla="*/ 126837 h 138932"/>
                    <a:gd name="connsiteX18" fmla="*/ 0 w 129969"/>
                    <a:gd name="connsiteY18" fmla="*/ 138042 h 138932"/>
                    <a:gd name="connsiteX19" fmla="*/ 2241 w 129969"/>
                    <a:gd name="connsiteY19" fmla="*/ 140282 h 138932"/>
                    <a:gd name="connsiteX20" fmla="*/ 2241 w 129969"/>
                    <a:gd name="connsiteY20" fmla="*/ 140282 h 138932"/>
                    <a:gd name="connsiteX21" fmla="*/ 4482 w 129969"/>
                    <a:gd name="connsiteY21" fmla="*/ 138042 h 138932"/>
                    <a:gd name="connsiteX22" fmla="*/ 4482 w 129969"/>
                    <a:gd name="connsiteY22" fmla="*/ 127285 h 138932"/>
                    <a:gd name="connsiteX23" fmla="*/ 4482 w 129969"/>
                    <a:gd name="connsiteY23" fmla="*/ 121011 h 138932"/>
                    <a:gd name="connsiteX24" fmla="*/ 34061 w 129969"/>
                    <a:gd name="connsiteY24" fmla="*/ 90536 h 138932"/>
                    <a:gd name="connsiteX25" fmla="*/ 52884 w 129969"/>
                    <a:gd name="connsiteY25" fmla="*/ 70816 h 138932"/>
                    <a:gd name="connsiteX26" fmla="*/ 52884 w 129969"/>
                    <a:gd name="connsiteY26" fmla="*/ 70368 h 138932"/>
                    <a:gd name="connsiteX27" fmla="*/ 65881 w 129969"/>
                    <a:gd name="connsiteY27" fmla="*/ 73505 h 138932"/>
                    <a:gd name="connsiteX28" fmla="*/ 66329 w 129969"/>
                    <a:gd name="connsiteY28" fmla="*/ 73505 h 138932"/>
                    <a:gd name="connsiteX29" fmla="*/ 78430 w 129969"/>
                    <a:gd name="connsiteY29" fmla="*/ 70816 h 138932"/>
                    <a:gd name="connsiteX30" fmla="*/ 97253 w 129969"/>
                    <a:gd name="connsiteY30" fmla="*/ 90536 h 138932"/>
                    <a:gd name="connsiteX31" fmla="*/ 126832 w 129969"/>
                    <a:gd name="connsiteY31" fmla="*/ 121011 h 138932"/>
                    <a:gd name="connsiteX32" fmla="*/ 126832 w 129969"/>
                    <a:gd name="connsiteY32" fmla="*/ 121907 h 138932"/>
                    <a:gd name="connsiteX33" fmla="*/ 126832 w 129969"/>
                    <a:gd name="connsiteY33" fmla="*/ 138490 h 138932"/>
                    <a:gd name="connsiteX34" fmla="*/ 129073 w 129969"/>
                    <a:gd name="connsiteY34" fmla="*/ 140731 h 138932"/>
                    <a:gd name="connsiteX35" fmla="*/ 129073 w 129969"/>
                    <a:gd name="connsiteY35" fmla="*/ 140731 h 138932"/>
                    <a:gd name="connsiteX36" fmla="*/ 131314 w 129969"/>
                    <a:gd name="connsiteY36" fmla="*/ 138490 h 138932"/>
                    <a:gd name="connsiteX37" fmla="*/ 131314 w 129969"/>
                    <a:gd name="connsiteY37" fmla="*/ 121459 h 138932"/>
                    <a:gd name="connsiteX38" fmla="*/ 131314 w 129969"/>
                    <a:gd name="connsiteY38" fmla="*/ 120563 h 138932"/>
                    <a:gd name="connsiteX39" fmla="*/ 66329 w 129969"/>
                    <a:gd name="connsiteY39" fmla="*/ 68575 h 138932"/>
                    <a:gd name="connsiteX40" fmla="*/ 66329 w 129969"/>
                    <a:gd name="connsiteY40" fmla="*/ 68575 h 138932"/>
                    <a:gd name="connsiteX41" fmla="*/ 66329 w 129969"/>
                    <a:gd name="connsiteY41" fmla="*/ 68575 h 138932"/>
                    <a:gd name="connsiteX42" fmla="*/ 48851 w 129969"/>
                    <a:gd name="connsiteY42" fmla="*/ 61404 h 138932"/>
                    <a:gd name="connsiteX43" fmla="*/ 39887 w 129969"/>
                    <a:gd name="connsiteY43" fmla="*/ 37651 h 138932"/>
                    <a:gd name="connsiteX44" fmla="*/ 39887 w 129969"/>
                    <a:gd name="connsiteY44" fmla="*/ 36307 h 138932"/>
                    <a:gd name="connsiteX45" fmla="*/ 39887 w 129969"/>
                    <a:gd name="connsiteY45" fmla="*/ 21517 h 138932"/>
                    <a:gd name="connsiteX46" fmla="*/ 65433 w 129969"/>
                    <a:gd name="connsiteY46" fmla="*/ 4039 h 138932"/>
                    <a:gd name="connsiteX47" fmla="*/ 91427 w 129969"/>
                    <a:gd name="connsiteY47" fmla="*/ 21517 h 138932"/>
                    <a:gd name="connsiteX48" fmla="*/ 91427 w 129969"/>
                    <a:gd name="connsiteY48" fmla="*/ 36307 h 138932"/>
                    <a:gd name="connsiteX49" fmla="*/ 90978 w 129969"/>
                    <a:gd name="connsiteY49" fmla="*/ 38996 h 138932"/>
                    <a:gd name="connsiteX50" fmla="*/ 82911 w 129969"/>
                    <a:gd name="connsiteY50" fmla="*/ 61853 h 138932"/>
                    <a:gd name="connsiteX51" fmla="*/ 66329 w 129969"/>
                    <a:gd name="connsiteY51" fmla="*/ 68575 h 13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29969" h="138932">
                      <a:moveTo>
                        <a:pt x="131314" y="120563"/>
                      </a:moveTo>
                      <a:cubicBezTo>
                        <a:pt x="130866" y="101292"/>
                        <a:pt x="116076" y="86054"/>
                        <a:pt x="97253" y="86054"/>
                      </a:cubicBezTo>
                      <a:cubicBezTo>
                        <a:pt x="89186" y="86054"/>
                        <a:pt x="82911" y="79331"/>
                        <a:pt x="82911" y="70816"/>
                      </a:cubicBezTo>
                      <a:cubicBezTo>
                        <a:pt x="82911" y="69920"/>
                        <a:pt x="82911" y="69023"/>
                        <a:pt x="83360" y="68127"/>
                      </a:cubicBezTo>
                      <a:cubicBezTo>
                        <a:pt x="84704" y="67231"/>
                        <a:pt x="85600" y="66334"/>
                        <a:pt x="86497" y="64990"/>
                      </a:cubicBezTo>
                      <a:cubicBezTo>
                        <a:pt x="92771" y="57371"/>
                        <a:pt x="94564" y="47511"/>
                        <a:pt x="95460" y="39892"/>
                      </a:cubicBezTo>
                      <a:lnTo>
                        <a:pt x="95909" y="37203"/>
                      </a:lnTo>
                      <a:cubicBezTo>
                        <a:pt x="97253" y="28240"/>
                        <a:pt x="95909" y="21069"/>
                        <a:pt x="95909" y="21069"/>
                      </a:cubicBezTo>
                      <a:cubicBezTo>
                        <a:pt x="91427" y="-891"/>
                        <a:pt x="65881" y="5"/>
                        <a:pt x="65433" y="5"/>
                      </a:cubicBezTo>
                      <a:cubicBezTo>
                        <a:pt x="64985" y="5"/>
                        <a:pt x="39887" y="-443"/>
                        <a:pt x="35406" y="21069"/>
                      </a:cubicBezTo>
                      <a:cubicBezTo>
                        <a:pt x="35406" y="21517"/>
                        <a:pt x="34061" y="28688"/>
                        <a:pt x="35406" y="37203"/>
                      </a:cubicBezTo>
                      <a:lnTo>
                        <a:pt x="35406" y="38548"/>
                      </a:lnTo>
                      <a:cubicBezTo>
                        <a:pt x="36750" y="46167"/>
                        <a:pt x="38543" y="56923"/>
                        <a:pt x="45265" y="64542"/>
                      </a:cubicBezTo>
                      <a:cubicBezTo>
                        <a:pt x="46161" y="65438"/>
                        <a:pt x="47058" y="66334"/>
                        <a:pt x="47954" y="66782"/>
                      </a:cubicBezTo>
                      <a:cubicBezTo>
                        <a:pt x="48402" y="68127"/>
                        <a:pt x="48402" y="69023"/>
                        <a:pt x="48402" y="70368"/>
                      </a:cubicBezTo>
                      <a:cubicBezTo>
                        <a:pt x="48402" y="78883"/>
                        <a:pt x="42128" y="85606"/>
                        <a:pt x="34061" y="85606"/>
                      </a:cubicBezTo>
                      <a:cubicBezTo>
                        <a:pt x="15686" y="85606"/>
                        <a:pt x="448" y="100843"/>
                        <a:pt x="0" y="120115"/>
                      </a:cubicBezTo>
                      <a:lnTo>
                        <a:pt x="0" y="126837"/>
                      </a:lnTo>
                      <a:cubicBezTo>
                        <a:pt x="0" y="130423"/>
                        <a:pt x="0" y="134008"/>
                        <a:pt x="0" y="138042"/>
                      </a:cubicBezTo>
                      <a:cubicBezTo>
                        <a:pt x="0" y="139386"/>
                        <a:pt x="896" y="140282"/>
                        <a:pt x="2241" y="140282"/>
                      </a:cubicBezTo>
                      <a:cubicBezTo>
                        <a:pt x="2241" y="140282"/>
                        <a:pt x="2241" y="140282"/>
                        <a:pt x="2241" y="140282"/>
                      </a:cubicBezTo>
                      <a:cubicBezTo>
                        <a:pt x="3585" y="140282"/>
                        <a:pt x="4482" y="139386"/>
                        <a:pt x="4482" y="138042"/>
                      </a:cubicBezTo>
                      <a:cubicBezTo>
                        <a:pt x="4482" y="134456"/>
                        <a:pt x="4482" y="130871"/>
                        <a:pt x="4482" y="127285"/>
                      </a:cubicBezTo>
                      <a:lnTo>
                        <a:pt x="4482" y="121011"/>
                      </a:lnTo>
                      <a:cubicBezTo>
                        <a:pt x="4930" y="103981"/>
                        <a:pt x="17927" y="90536"/>
                        <a:pt x="34061" y="90536"/>
                      </a:cubicBezTo>
                      <a:cubicBezTo>
                        <a:pt x="44369" y="90536"/>
                        <a:pt x="52884" y="81572"/>
                        <a:pt x="52884" y="70816"/>
                      </a:cubicBezTo>
                      <a:cubicBezTo>
                        <a:pt x="52884" y="70816"/>
                        <a:pt x="52884" y="70368"/>
                        <a:pt x="52884" y="70368"/>
                      </a:cubicBezTo>
                      <a:cubicBezTo>
                        <a:pt x="59159" y="73057"/>
                        <a:pt x="64985" y="73505"/>
                        <a:pt x="65881" y="73505"/>
                      </a:cubicBezTo>
                      <a:cubicBezTo>
                        <a:pt x="65881" y="73505"/>
                        <a:pt x="65881" y="73505"/>
                        <a:pt x="66329" y="73505"/>
                      </a:cubicBezTo>
                      <a:cubicBezTo>
                        <a:pt x="67674" y="73505"/>
                        <a:pt x="73052" y="73505"/>
                        <a:pt x="78430" y="70816"/>
                      </a:cubicBezTo>
                      <a:cubicBezTo>
                        <a:pt x="78430" y="81572"/>
                        <a:pt x="86945" y="90536"/>
                        <a:pt x="97253" y="90536"/>
                      </a:cubicBezTo>
                      <a:cubicBezTo>
                        <a:pt x="113387" y="90536"/>
                        <a:pt x="126384" y="103981"/>
                        <a:pt x="126832" y="121011"/>
                      </a:cubicBezTo>
                      <a:lnTo>
                        <a:pt x="126832" y="121907"/>
                      </a:lnTo>
                      <a:cubicBezTo>
                        <a:pt x="126832" y="127734"/>
                        <a:pt x="126832" y="133560"/>
                        <a:pt x="126832" y="138490"/>
                      </a:cubicBezTo>
                      <a:cubicBezTo>
                        <a:pt x="126832" y="139834"/>
                        <a:pt x="127729" y="140731"/>
                        <a:pt x="129073" y="140731"/>
                      </a:cubicBezTo>
                      <a:cubicBezTo>
                        <a:pt x="129073" y="140731"/>
                        <a:pt x="129073" y="140731"/>
                        <a:pt x="129073" y="140731"/>
                      </a:cubicBezTo>
                      <a:cubicBezTo>
                        <a:pt x="130417" y="140731"/>
                        <a:pt x="131314" y="139834"/>
                        <a:pt x="131314" y="138490"/>
                      </a:cubicBezTo>
                      <a:cubicBezTo>
                        <a:pt x="131314" y="133560"/>
                        <a:pt x="131314" y="127734"/>
                        <a:pt x="131314" y="121459"/>
                      </a:cubicBezTo>
                      <a:lnTo>
                        <a:pt x="131314" y="120563"/>
                      </a:lnTo>
                      <a:close/>
                      <a:moveTo>
                        <a:pt x="66329" y="68575"/>
                      </a:moveTo>
                      <a:cubicBezTo>
                        <a:pt x="65881" y="68575"/>
                        <a:pt x="66329" y="68575"/>
                        <a:pt x="66329" y="68575"/>
                      </a:cubicBezTo>
                      <a:cubicBezTo>
                        <a:pt x="66329" y="68575"/>
                        <a:pt x="66329" y="68575"/>
                        <a:pt x="66329" y="68575"/>
                      </a:cubicBezTo>
                      <a:cubicBezTo>
                        <a:pt x="65881" y="68575"/>
                        <a:pt x="55125" y="68575"/>
                        <a:pt x="48851" y="61404"/>
                      </a:cubicBezTo>
                      <a:cubicBezTo>
                        <a:pt x="43024" y="54234"/>
                        <a:pt x="41232" y="44822"/>
                        <a:pt x="39887" y="37651"/>
                      </a:cubicBezTo>
                      <a:lnTo>
                        <a:pt x="39887" y="36307"/>
                      </a:lnTo>
                      <a:cubicBezTo>
                        <a:pt x="38543" y="28240"/>
                        <a:pt x="39887" y="21517"/>
                        <a:pt x="39887" y="21517"/>
                      </a:cubicBezTo>
                      <a:cubicBezTo>
                        <a:pt x="43473" y="3591"/>
                        <a:pt x="64537" y="4039"/>
                        <a:pt x="65433" y="4039"/>
                      </a:cubicBezTo>
                      <a:cubicBezTo>
                        <a:pt x="65433" y="4039"/>
                        <a:pt x="87393" y="3591"/>
                        <a:pt x="91427" y="21517"/>
                      </a:cubicBezTo>
                      <a:cubicBezTo>
                        <a:pt x="91427" y="21517"/>
                        <a:pt x="92771" y="28240"/>
                        <a:pt x="91427" y="36307"/>
                      </a:cubicBezTo>
                      <a:lnTo>
                        <a:pt x="90978" y="38996"/>
                      </a:lnTo>
                      <a:cubicBezTo>
                        <a:pt x="89634" y="46167"/>
                        <a:pt x="88290" y="55130"/>
                        <a:pt x="82911" y="61853"/>
                      </a:cubicBezTo>
                      <a:cubicBezTo>
                        <a:pt x="77533" y="68575"/>
                        <a:pt x="67674" y="68575"/>
                        <a:pt x="66329" y="6857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90" name="Group 2609">
                <a:extLst>
                  <a:ext uri="{FF2B5EF4-FFF2-40B4-BE49-F238E27FC236}">
                    <a16:creationId xmlns:a16="http://schemas.microsoft.com/office/drawing/2014/main" id="{752AFE3D-C70E-2F0A-708E-BA2787916737}"/>
                  </a:ext>
                  <a:ext uri="{C183D7F6-B498-43B3-948B-1728B52AA6E4}">
                    <adec:decorative xmlns:adec="http://schemas.microsoft.com/office/drawing/2017/decorative" val="1"/>
                  </a:ext>
                </a:extLst>
              </p:cNvPr>
              <p:cNvGrpSpPr>
                <a:grpSpLocks noChangeAspect="1"/>
              </p:cNvGrpSpPr>
              <p:nvPr/>
            </p:nvGrpSpPr>
            <p:grpSpPr>
              <a:xfrm>
                <a:off x="10111596" y="5213927"/>
                <a:ext cx="148344" cy="152378"/>
                <a:chOff x="10168096" y="3158236"/>
                <a:chExt cx="148344" cy="152378"/>
              </a:xfrm>
            </p:grpSpPr>
            <p:sp>
              <p:nvSpPr>
                <p:cNvPr id="1591" name="Freeform: Shape 2691">
                  <a:extLst>
                    <a:ext uri="{FF2B5EF4-FFF2-40B4-BE49-F238E27FC236}">
                      <a16:creationId xmlns:a16="http://schemas.microsoft.com/office/drawing/2014/main" id="{076D0A76-82BC-FB69-9ED5-B16D33606FB2}"/>
                    </a:ext>
                  </a:extLst>
                </p:cNvPr>
                <p:cNvSpPr/>
                <p:nvPr/>
              </p:nvSpPr>
              <p:spPr>
                <a:xfrm>
                  <a:off x="10262660" y="3253476"/>
                  <a:ext cx="53780" cy="53780"/>
                </a:xfrm>
                <a:custGeom>
                  <a:avLst/>
                  <a:gdLst>
                    <a:gd name="connsiteX0" fmla="*/ 56021 w 53780"/>
                    <a:gd name="connsiteY0" fmla="*/ 10980 h 53780"/>
                    <a:gd name="connsiteX1" fmla="*/ 54229 w 53780"/>
                    <a:gd name="connsiteY1" fmla="*/ 6050 h 53780"/>
                    <a:gd name="connsiteX2" fmla="*/ 50195 w 53780"/>
                    <a:gd name="connsiteY2" fmla="*/ 2017 h 53780"/>
                    <a:gd name="connsiteX3" fmla="*/ 40784 w 53780"/>
                    <a:gd name="connsiteY3" fmla="*/ 2017 h 53780"/>
                    <a:gd name="connsiteX4" fmla="*/ 3586 w 53780"/>
                    <a:gd name="connsiteY4" fmla="*/ 39215 h 53780"/>
                    <a:gd name="connsiteX5" fmla="*/ 3586 w 53780"/>
                    <a:gd name="connsiteY5" fmla="*/ 39215 h 53780"/>
                    <a:gd name="connsiteX6" fmla="*/ 3137 w 53780"/>
                    <a:gd name="connsiteY6" fmla="*/ 39663 h 53780"/>
                    <a:gd name="connsiteX7" fmla="*/ 3137 w 53780"/>
                    <a:gd name="connsiteY7" fmla="*/ 40111 h 53780"/>
                    <a:gd name="connsiteX8" fmla="*/ 3137 w 53780"/>
                    <a:gd name="connsiteY8" fmla="*/ 40111 h 53780"/>
                    <a:gd name="connsiteX9" fmla="*/ 0 w 53780"/>
                    <a:gd name="connsiteY9" fmla="*/ 53556 h 53780"/>
                    <a:gd name="connsiteX10" fmla="*/ 448 w 53780"/>
                    <a:gd name="connsiteY10" fmla="*/ 55797 h 53780"/>
                    <a:gd name="connsiteX11" fmla="*/ 2241 w 53780"/>
                    <a:gd name="connsiteY11" fmla="*/ 56245 h 53780"/>
                    <a:gd name="connsiteX12" fmla="*/ 2689 w 53780"/>
                    <a:gd name="connsiteY12" fmla="*/ 56245 h 53780"/>
                    <a:gd name="connsiteX13" fmla="*/ 16134 w 53780"/>
                    <a:gd name="connsiteY13" fmla="*/ 53108 h 53780"/>
                    <a:gd name="connsiteX14" fmla="*/ 16134 w 53780"/>
                    <a:gd name="connsiteY14" fmla="*/ 53108 h 53780"/>
                    <a:gd name="connsiteX15" fmla="*/ 16582 w 53780"/>
                    <a:gd name="connsiteY15" fmla="*/ 53108 h 53780"/>
                    <a:gd name="connsiteX16" fmla="*/ 17031 w 53780"/>
                    <a:gd name="connsiteY16" fmla="*/ 52660 h 53780"/>
                    <a:gd name="connsiteX17" fmla="*/ 17031 w 53780"/>
                    <a:gd name="connsiteY17" fmla="*/ 52660 h 53780"/>
                    <a:gd name="connsiteX18" fmla="*/ 48851 w 53780"/>
                    <a:gd name="connsiteY18" fmla="*/ 20840 h 53780"/>
                    <a:gd name="connsiteX19" fmla="*/ 48851 w 53780"/>
                    <a:gd name="connsiteY19" fmla="*/ 20840 h 53780"/>
                    <a:gd name="connsiteX20" fmla="*/ 48851 w 53780"/>
                    <a:gd name="connsiteY20" fmla="*/ 20840 h 53780"/>
                    <a:gd name="connsiteX21" fmla="*/ 53780 w 53780"/>
                    <a:gd name="connsiteY21" fmla="*/ 15910 h 53780"/>
                    <a:gd name="connsiteX22" fmla="*/ 56021 w 53780"/>
                    <a:gd name="connsiteY22" fmla="*/ 10980 h 53780"/>
                    <a:gd name="connsiteX23" fmla="*/ 36750 w 53780"/>
                    <a:gd name="connsiteY23" fmla="*/ 11877 h 53780"/>
                    <a:gd name="connsiteX24" fmla="*/ 43921 w 53780"/>
                    <a:gd name="connsiteY24" fmla="*/ 19047 h 53780"/>
                    <a:gd name="connsiteX25" fmla="*/ 15238 w 53780"/>
                    <a:gd name="connsiteY25" fmla="*/ 48178 h 53780"/>
                    <a:gd name="connsiteX26" fmla="*/ 8067 w 53780"/>
                    <a:gd name="connsiteY26" fmla="*/ 41008 h 53780"/>
                    <a:gd name="connsiteX27" fmla="*/ 36750 w 53780"/>
                    <a:gd name="connsiteY27" fmla="*/ 11877 h 53780"/>
                    <a:gd name="connsiteX28" fmla="*/ 5826 w 53780"/>
                    <a:gd name="connsiteY28" fmla="*/ 45489 h 53780"/>
                    <a:gd name="connsiteX29" fmla="*/ 10308 w 53780"/>
                    <a:gd name="connsiteY29" fmla="*/ 49971 h 53780"/>
                    <a:gd name="connsiteX30" fmla="*/ 4034 w 53780"/>
                    <a:gd name="connsiteY30" fmla="*/ 51316 h 53780"/>
                    <a:gd name="connsiteX31" fmla="*/ 5826 w 53780"/>
                    <a:gd name="connsiteY31" fmla="*/ 45489 h 53780"/>
                    <a:gd name="connsiteX32" fmla="*/ 50643 w 53780"/>
                    <a:gd name="connsiteY32" fmla="*/ 12773 h 53780"/>
                    <a:gd name="connsiteX33" fmla="*/ 47058 w 53780"/>
                    <a:gd name="connsiteY33" fmla="*/ 16358 h 53780"/>
                    <a:gd name="connsiteX34" fmla="*/ 39887 w 53780"/>
                    <a:gd name="connsiteY34" fmla="*/ 9188 h 53780"/>
                    <a:gd name="connsiteX35" fmla="*/ 43473 w 53780"/>
                    <a:gd name="connsiteY35" fmla="*/ 5602 h 53780"/>
                    <a:gd name="connsiteX36" fmla="*/ 46610 w 53780"/>
                    <a:gd name="connsiteY36" fmla="*/ 5602 h 53780"/>
                    <a:gd name="connsiteX37" fmla="*/ 50643 w 53780"/>
                    <a:gd name="connsiteY37" fmla="*/ 9636 h 53780"/>
                    <a:gd name="connsiteX38" fmla="*/ 51092 w 53780"/>
                    <a:gd name="connsiteY38" fmla="*/ 11428 h 53780"/>
                    <a:gd name="connsiteX39" fmla="*/ 50643 w 53780"/>
                    <a:gd name="connsiteY39" fmla="*/ 12773 h 5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3780" h="53780">
                      <a:moveTo>
                        <a:pt x="56021" y="10980"/>
                      </a:moveTo>
                      <a:cubicBezTo>
                        <a:pt x="56021" y="9188"/>
                        <a:pt x="55125" y="7395"/>
                        <a:pt x="54229" y="6050"/>
                      </a:cubicBezTo>
                      <a:lnTo>
                        <a:pt x="50195" y="2017"/>
                      </a:lnTo>
                      <a:cubicBezTo>
                        <a:pt x="47506" y="-672"/>
                        <a:pt x="43473" y="-672"/>
                        <a:pt x="40784" y="2017"/>
                      </a:cubicBezTo>
                      <a:lnTo>
                        <a:pt x="3586" y="39215"/>
                      </a:lnTo>
                      <a:cubicBezTo>
                        <a:pt x="3586" y="39215"/>
                        <a:pt x="3586" y="39215"/>
                        <a:pt x="3586" y="39215"/>
                      </a:cubicBezTo>
                      <a:cubicBezTo>
                        <a:pt x="3586" y="39215"/>
                        <a:pt x="3586" y="39215"/>
                        <a:pt x="3137" y="39663"/>
                      </a:cubicBezTo>
                      <a:cubicBezTo>
                        <a:pt x="3137" y="39663"/>
                        <a:pt x="3137" y="40111"/>
                        <a:pt x="3137" y="40111"/>
                      </a:cubicBezTo>
                      <a:cubicBezTo>
                        <a:pt x="3137" y="40111"/>
                        <a:pt x="3137" y="40111"/>
                        <a:pt x="3137" y="40111"/>
                      </a:cubicBezTo>
                      <a:lnTo>
                        <a:pt x="0" y="53556"/>
                      </a:lnTo>
                      <a:cubicBezTo>
                        <a:pt x="0" y="54453"/>
                        <a:pt x="0" y="54901"/>
                        <a:pt x="448" y="55797"/>
                      </a:cubicBezTo>
                      <a:cubicBezTo>
                        <a:pt x="896" y="56245"/>
                        <a:pt x="1345" y="56245"/>
                        <a:pt x="2241" y="56245"/>
                      </a:cubicBezTo>
                      <a:cubicBezTo>
                        <a:pt x="2241" y="56245"/>
                        <a:pt x="2689" y="56245"/>
                        <a:pt x="2689" y="56245"/>
                      </a:cubicBezTo>
                      <a:lnTo>
                        <a:pt x="16134" y="53108"/>
                      </a:lnTo>
                      <a:cubicBezTo>
                        <a:pt x="16134" y="53108"/>
                        <a:pt x="16134" y="53108"/>
                        <a:pt x="16134" y="53108"/>
                      </a:cubicBezTo>
                      <a:cubicBezTo>
                        <a:pt x="16134" y="53108"/>
                        <a:pt x="16582" y="53108"/>
                        <a:pt x="16582" y="53108"/>
                      </a:cubicBezTo>
                      <a:cubicBezTo>
                        <a:pt x="16582" y="53108"/>
                        <a:pt x="17031" y="53108"/>
                        <a:pt x="17031" y="52660"/>
                      </a:cubicBezTo>
                      <a:cubicBezTo>
                        <a:pt x="17031" y="52660"/>
                        <a:pt x="17031" y="52660"/>
                        <a:pt x="17031" y="52660"/>
                      </a:cubicBezTo>
                      <a:lnTo>
                        <a:pt x="48851" y="20840"/>
                      </a:lnTo>
                      <a:cubicBezTo>
                        <a:pt x="48851" y="20840"/>
                        <a:pt x="48851" y="20840"/>
                        <a:pt x="48851" y="20840"/>
                      </a:cubicBezTo>
                      <a:cubicBezTo>
                        <a:pt x="48851" y="20840"/>
                        <a:pt x="48851" y="20840"/>
                        <a:pt x="48851" y="20840"/>
                      </a:cubicBezTo>
                      <a:lnTo>
                        <a:pt x="53780" y="15910"/>
                      </a:lnTo>
                      <a:cubicBezTo>
                        <a:pt x="55125" y="14566"/>
                        <a:pt x="56021" y="12773"/>
                        <a:pt x="56021" y="10980"/>
                      </a:cubicBezTo>
                      <a:close/>
                      <a:moveTo>
                        <a:pt x="36750" y="11877"/>
                      </a:moveTo>
                      <a:lnTo>
                        <a:pt x="43921" y="19047"/>
                      </a:lnTo>
                      <a:lnTo>
                        <a:pt x="15238" y="48178"/>
                      </a:lnTo>
                      <a:lnTo>
                        <a:pt x="8067" y="41008"/>
                      </a:lnTo>
                      <a:lnTo>
                        <a:pt x="36750" y="11877"/>
                      </a:lnTo>
                      <a:close/>
                      <a:moveTo>
                        <a:pt x="5826" y="45489"/>
                      </a:moveTo>
                      <a:lnTo>
                        <a:pt x="10308" y="49971"/>
                      </a:lnTo>
                      <a:lnTo>
                        <a:pt x="4034" y="51316"/>
                      </a:lnTo>
                      <a:lnTo>
                        <a:pt x="5826" y="45489"/>
                      </a:lnTo>
                      <a:close/>
                      <a:moveTo>
                        <a:pt x="50643" y="12773"/>
                      </a:moveTo>
                      <a:lnTo>
                        <a:pt x="47058" y="16358"/>
                      </a:lnTo>
                      <a:lnTo>
                        <a:pt x="39887" y="9188"/>
                      </a:lnTo>
                      <a:lnTo>
                        <a:pt x="43473" y="5602"/>
                      </a:lnTo>
                      <a:cubicBezTo>
                        <a:pt x="44369" y="4706"/>
                        <a:pt x="45713" y="4706"/>
                        <a:pt x="46610" y="5602"/>
                      </a:cubicBezTo>
                      <a:lnTo>
                        <a:pt x="50643" y="9636"/>
                      </a:lnTo>
                      <a:cubicBezTo>
                        <a:pt x="51092" y="10084"/>
                        <a:pt x="51092" y="10532"/>
                        <a:pt x="51092" y="11428"/>
                      </a:cubicBezTo>
                      <a:cubicBezTo>
                        <a:pt x="51540" y="11877"/>
                        <a:pt x="51092" y="12325"/>
                        <a:pt x="50643" y="12773"/>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92" name="Freeform: Shape 2692">
                  <a:extLst>
                    <a:ext uri="{FF2B5EF4-FFF2-40B4-BE49-F238E27FC236}">
                      <a16:creationId xmlns:a16="http://schemas.microsoft.com/office/drawing/2014/main" id="{380AC07C-466F-8C9A-B6BA-ACFA3661531B}"/>
                    </a:ext>
                  </a:extLst>
                </p:cNvPr>
                <p:cNvSpPr/>
                <p:nvPr/>
              </p:nvSpPr>
              <p:spPr>
                <a:xfrm>
                  <a:off x="10168096" y="3158236"/>
                  <a:ext cx="116524" cy="152378"/>
                </a:xfrm>
                <a:custGeom>
                  <a:avLst/>
                  <a:gdLst>
                    <a:gd name="connsiteX0" fmla="*/ 115180 w 116524"/>
                    <a:gd name="connsiteY0" fmla="*/ 99498 h 152377"/>
                    <a:gd name="connsiteX1" fmla="*/ 116076 w 116524"/>
                    <a:gd name="connsiteY1" fmla="*/ 99498 h 152377"/>
                    <a:gd name="connsiteX2" fmla="*/ 118317 w 116524"/>
                    <a:gd name="connsiteY2" fmla="*/ 98154 h 152377"/>
                    <a:gd name="connsiteX3" fmla="*/ 116972 w 116524"/>
                    <a:gd name="connsiteY3" fmla="*/ 95465 h 152377"/>
                    <a:gd name="connsiteX4" fmla="*/ 104872 w 116524"/>
                    <a:gd name="connsiteY4" fmla="*/ 93224 h 152377"/>
                    <a:gd name="connsiteX5" fmla="*/ 89186 w 116524"/>
                    <a:gd name="connsiteY5" fmla="*/ 76642 h 152377"/>
                    <a:gd name="connsiteX6" fmla="*/ 89634 w 116524"/>
                    <a:gd name="connsiteY6" fmla="*/ 73504 h 152377"/>
                    <a:gd name="connsiteX7" fmla="*/ 93219 w 116524"/>
                    <a:gd name="connsiteY7" fmla="*/ 70367 h 152377"/>
                    <a:gd name="connsiteX8" fmla="*/ 103079 w 116524"/>
                    <a:gd name="connsiteY8" fmla="*/ 43029 h 152377"/>
                    <a:gd name="connsiteX9" fmla="*/ 103527 w 116524"/>
                    <a:gd name="connsiteY9" fmla="*/ 40340 h 152377"/>
                    <a:gd name="connsiteX10" fmla="*/ 103527 w 116524"/>
                    <a:gd name="connsiteY10" fmla="*/ 22861 h 152377"/>
                    <a:gd name="connsiteX11" fmla="*/ 70811 w 116524"/>
                    <a:gd name="connsiteY11" fmla="*/ 4 h 152377"/>
                    <a:gd name="connsiteX12" fmla="*/ 38543 w 116524"/>
                    <a:gd name="connsiteY12" fmla="*/ 22861 h 152377"/>
                    <a:gd name="connsiteX13" fmla="*/ 38543 w 116524"/>
                    <a:gd name="connsiteY13" fmla="*/ 40340 h 152377"/>
                    <a:gd name="connsiteX14" fmla="*/ 38543 w 116524"/>
                    <a:gd name="connsiteY14" fmla="*/ 41684 h 152377"/>
                    <a:gd name="connsiteX15" fmla="*/ 49299 w 116524"/>
                    <a:gd name="connsiteY15" fmla="*/ 69919 h 152377"/>
                    <a:gd name="connsiteX16" fmla="*/ 51988 w 116524"/>
                    <a:gd name="connsiteY16" fmla="*/ 72608 h 152377"/>
                    <a:gd name="connsiteX17" fmla="*/ 52436 w 116524"/>
                    <a:gd name="connsiteY17" fmla="*/ 76642 h 152377"/>
                    <a:gd name="connsiteX18" fmla="*/ 36750 w 116524"/>
                    <a:gd name="connsiteY18" fmla="*/ 93224 h 152377"/>
                    <a:gd name="connsiteX19" fmla="*/ 0 w 116524"/>
                    <a:gd name="connsiteY19" fmla="*/ 130870 h 152377"/>
                    <a:gd name="connsiteX20" fmla="*/ 0 w 116524"/>
                    <a:gd name="connsiteY20" fmla="*/ 138041 h 152377"/>
                    <a:gd name="connsiteX21" fmla="*/ 0 w 116524"/>
                    <a:gd name="connsiteY21" fmla="*/ 150141 h 152377"/>
                    <a:gd name="connsiteX22" fmla="*/ 2241 w 116524"/>
                    <a:gd name="connsiteY22" fmla="*/ 152382 h 152377"/>
                    <a:gd name="connsiteX23" fmla="*/ 4482 w 116524"/>
                    <a:gd name="connsiteY23" fmla="*/ 150141 h 152377"/>
                    <a:gd name="connsiteX24" fmla="*/ 4482 w 116524"/>
                    <a:gd name="connsiteY24" fmla="*/ 138041 h 152377"/>
                    <a:gd name="connsiteX25" fmla="*/ 4482 w 116524"/>
                    <a:gd name="connsiteY25" fmla="*/ 130870 h 152377"/>
                    <a:gd name="connsiteX26" fmla="*/ 36750 w 116524"/>
                    <a:gd name="connsiteY26" fmla="*/ 97706 h 152377"/>
                    <a:gd name="connsiteX27" fmla="*/ 56918 w 116524"/>
                    <a:gd name="connsiteY27" fmla="*/ 76642 h 152377"/>
                    <a:gd name="connsiteX28" fmla="*/ 56918 w 116524"/>
                    <a:gd name="connsiteY28" fmla="*/ 75745 h 152377"/>
                    <a:gd name="connsiteX29" fmla="*/ 71259 w 116524"/>
                    <a:gd name="connsiteY29" fmla="*/ 79331 h 152377"/>
                    <a:gd name="connsiteX30" fmla="*/ 71707 w 116524"/>
                    <a:gd name="connsiteY30" fmla="*/ 79331 h 152377"/>
                    <a:gd name="connsiteX31" fmla="*/ 84704 w 116524"/>
                    <a:gd name="connsiteY31" fmla="*/ 76642 h 152377"/>
                    <a:gd name="connsiteX32" fmla="*/ 84704 w 116524"/>
                    <a:gd name="connsiteY32" fmla="*/ 77090 h 152377"/>
                    <a:gd name="connsiteX33" fmla="*/ 104872 w 116524"/>
                    <a:gd name="connsiteY33" fmla="*/ 98154 h 152377"/>
                    <a:gd name="connsiteX34" fmla="*/ 115180 w 116524"/>
                    <a:gd name="connsiteY34" fmla="*/ 99498 h 152377"/>
                    <a:gd name="connsiteX35" fmla="*/ 71259 w 116524"/>
                    <a:gd name="connsiteY35" fmla="*/ 74401 h 152377"/>
                    <a:gd name="connsiteX36" fmla="*/ 71259 w 116524"/>
                    <a:gd name="connsiteY36" fmla="*/ 74401 h 152377"/>
                    <a:gd name="connsiteX37" fmla="*/ 52436 w 116524"/>
                    <a:gd name="connsiteY37" fmla="*/ 66782 h 152377"/>
                    <a:gd name="connsiteX38" fmla="*/ 43024 w 116524"/>
                    <a:gd name="connsiteY38" fmla="*/ 40788 h 152377"/>
                    <a:gd name="connsiteX39" fmla="*/ 43024 w 116524"/>
                    <a:gd name="connsiteY39" fmla="*/ 39443 h 152377"/>
                    <a:gd name="connsiteX40" fmla="*/ 43024 w 116524"/>
                    <a:gd name="connsiteY40" fmla="*/ 23309 h 152377"/>
                    <a:gd name="connsiteX41" fmla="*/ 70811 w 116524"/>
                    <a:gd name="connsiteY41" fmla="*/ 4038 h 152377"/>
                    <a:gd name="connsiteX42" fmla="*/ 99046 w 116524"/>
                    <a:gd name="connsiteY42" fmla="*/ 23309 h 152377"/>
                    <a:gd name="connsiteX43" fmla="*/ 99046 w 116524"/>
                    <a:gd name="connsiteY43" fmla="*/ 39443 h 152377"/>
                    <a:gd name="connsiteX44" fmla="*/ 98597 w 116524"/>
                    <a:gd name="connsiteY44" fmla="*/ 42133 h 152377"/>
                    <a:gd name="connsiteX45" fmla="*/ 89634 w 116524"/>
                    <a:gd name="connsiteY45" fmla="*/ 67230 h 152377"/>
                    <a:gd name="connsiteX46" fmla="*/ 71259 w 116524"/>
                    <a:gd name="connsiteY46" fmla="*/ 74401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6524" h="152377">
                      <a:moveTo>
                        <a:pt x="115180" y="99498"/>
                      </a:moveTo>
                      <a:cubicBezTo>
                        <a:pt x="115628" y="99498"/>
                        <a:pt x="115628" y="99498"/>
                        <a:pt x="116076" y="99498"/>
                      </a:cubicBezTo>
                      <a:cubicBezTo>
                        <a:pt x="116972" y="99498"/>
                        <a:pt x="117869" y="99050"/>
                        <a:pt x="118317" y="98154"/>
                      </a:cubicBezTo>
                      <a:cubicBezTo>
                        <a:pt x="118765" y="96809"/>
                        <a:pt x="118317" y="95913"/>
                        <a:pt x="116972" y="95465"/>
                      </a:cubicBezTo>
                      <a:cubicBezTo>
                        <a:pt x="112939" y="94120"/>
                        <a:pt x="108905" y="93224"/>
                        <a:pt x="104872" y="93224"/>
                      </a:cubicBezTo>
                      <a:cubicBezTo>
                        <a:pt x="95909" y="93224"/>
                        <a:pt x="89186" y="85605"/>
                        <a:pt x="89186" y="76642"/>
                      </a:cubicBezTo>
                      <a:cubicBezTo>
                        <a:pt x="89186" y="75745"/>
                        <a:pt x="89186" y="74849"/>
                        <a:pt x="89634" y="73504"/>
                      </a:cubicBezTo>
                      <a:cubicBezTo>
                        <a:pt x="90978" y="72608"/>
                        <a:pt x="91875" y="71712"/>
                        <a:pt x="93219" y="70367"/>
                      </a:cubicBezTo>
                      <a:cubicBezTo>
                        <a:pt x="100390" y="62300"/>
                        <a:pt x="101735" y="51096"/>
                        <a:pt x="103079" y="43029"/>
                      </a:cubicBezTo>
                      <a:lnTo>
                        <a:pt x="103527" y="40340"/>
                      </a:lnTo>
                      <a:cubicBezTo>
                        <a:pt x="105320" y="30928"/>
                        <a:pt x="103527" y="22861"/>
                        <a:pt x="103527" y="22861"/>
                      </a:cubicBezTo>
                      <a:cubicBezTo>
                        <a:pt x="98597" y="-892"/>
                        <a:pt x="70811" y="4"/>
                        <a:pt x="70811" y="4"/>
                      </a:cubicBezTo>
                      <a:cubicBezTo>
                        <a:pt x="70363" y="4"/>
                        <a:pt x="43473" y="-444"/>
                        <a:pt x="38543" y="22861"/>
                      </a:cubicBezTo>
                      <a:cubicBezTo>
                        <a:pt x="38543" y="23309"/>
                        <a:pt x="36750" y="30928"/>
                        <a:pt x="38543" y="40340"/>
                      </a:cubicBezTo>
                      <a:lnTo>
                        <a:pt x="38543" y="41684"/>
                      </a:lnTo>
                      <a:cubicBezTo>
                        <a:pt x="39887" y="50200"/>
                        <a:pt x="41680" y="61404"/>
                        <a:pt x="49299" y="69919"/>
                      </a:cubicBezTo>
                      <a:cubicBezTo>
                        <a:pt x="50195" y="70815"/>
                        <a:pt x="51092" y="71712"/>
                        <a:pt x="51988" y="72608"/>
                      </a:cubicBezTo>
                      <a:cubicBezTo>
                        <a:pt x="52436" y="73953"/>
                        <a:pt x="52436" y="75297"/>
                        <a:pt x="52436" y="76642"/>
                      </a:cubicBezTo>
                      <a:cubicBezTo>
                        <a:pt x="52436" y="86053"/>
                        <a:pt x="45265" y="93224"/>
                        <a:pt x="36750" y="93224"/>
                      </a:cubicBezTo>
                      <a:cubicBezTo>
                        <a:pt x="16582" y="93224"/>
                        <a:pt x="448" y="109806"/>
                        <a:pt x="0" y="130870"/>
                      </a:cubicBezTo>
                      <a:lnTo>
                        <a:pt x="0" y="138041"/>
                      </a:lnTo>
                      <a:cubicBezTo>
                        <a:pt x="0" y="142074"/>
                        <a:pt x="0" y="146108"/>
                        <a:pt x="0" y="150141"/>
                      </a:cubicBezTo>
                      <a:cubicBezTo>
                        <a:pt x="0" y="151486"/>
                        <a:pt x="896" y="152382"/>
                        <a:pt x="2241" y="152382"/>
                      </a:cubicBezTo>
                      <a:cubicBezTo>
                        <a:pt x="3585" y="152382"/>
                        <a:pt x="4482" y="151486"/>
                        <a:pt x="4482" y="150141"/>
                      </a:cubicBezTo>
                      <a:cubicBezTo>
                        <a:pt x="4482" y="146108"/>
                        <a:pt x="4482" y="142074"/>
                        <a:pt x="4482" y="138041"/>
                      </a:cubicBezTo>
                      <a:lnTo>
                        <a:pt x="4482" y="130870"/>
                      </a:lnTo>
                      <a:cubicBezTo>
                        <a:pt x="4930" y="112495"/>
                        <a:pt x="19271" y="97706"/>
                        <a:pt x="36750" y="97706"/>
                      </a:cubicBezTo>
                      <a:cubicBezTo>
                        <a:pt x="47954" y="97706"/>
                        <a:pt x="56918" y="88294"/>
                        <a:pt x="56918" y="76642"/>
                      </a:cubicBezTo>
                      <a:cubicBezTo>
                        <a:pt x="56918" y="76193"/>
                        <a:pt x="56918" y="76193"/>
                        <a:pt x="56918" y="75745"/>
                      </a:cubicBezTo>
                      <a:cubicBezTo>
                        <a:pt x="63640" y="78882"/>
                        <a:pt x="70363" y="79331"/>
                        <a:pt x="71259" y="79331"/>
                      </a:cubicBezTo>
                      <a:cubicBezTo>
                        <a:pt x="71259" y="79331"/>
                        <a:pt x="71259" y="79331"/>
                        <a:pt x="71707" y="79331"/>
                      </a:cubicBezTo>
                      <a:cubicBezTo>
                        <a:pt x="73500" y="79331"/>
                        <a:pt x="78878" y="78882"/>
                        <a:pt x="84704" y="76642"/>
                      </a:cubicBezTo>
                      <a:cubicBezTo>
                        <a:pt x="84704" y="76642"/>
                        <a:pt x="84704" y="76642"/>
                        <a:pt x="84704" y="77090"/>
                      </a:cubicBezTo>
                      <a:cubicBezTo>
                        <a:pt x="84704" y="88742"/>
                        <a:pt x="93668" y="98154"/>
                        <a:pt x="104872" y="98154"/>
                      </a:cubicBezTo>
                      <a:cubicBezTo>
                        <a:pt x="108457" y="97706"/>
                        <a:pt x="112043" y="98154"/>
                        <a:pt x="115180" y="99498"/>
                      </a:cubicBezTo>
                      <a:close/>
                      <a:moveTo>
                        <a:pt x="71259" y="74401"/>
                      </a:moveTo>
                      <a:cubicBezTo>
                        <a:pt x="70811" y="74401"/>
                        <a:pt x="70811" y="74401"/>
                        <a:pt x="71259" y="74401"/>
                      </a:cubicBezTo>
                      <a:cubicBezTo>
                        <a:pt x="70811" y="74401"/>
                        <a:pt x="58710" y="74401"/>
                        <a:pt x="52436" y="66782"/>
                      </a:cubicBezTo>
                      <a:cubicBezTo>
                        <a:pt x="45713" y="59163"/>
                        <a:pt x="43921" y="48407"/>
                        <a:pt x="43024" y="40788"/>
                      </a:cubicBezTo>
                      <a:lnTo>
                        <a:pt x="43024" y="39443"/>
                      </a:lnTo>
                      <a:cubicBezTo>
                        <a:pt x="41680" y="30928"/>
                        <a:pt x="43024" y="23758"/>
                        <a:pt x="43024" y="23309"/>
                      </a:cubicBezTo>
                      <a:cubicBezTo>
                        <a:pt x="47058" y="3590"/>
                        <a:pt x="69914" y="4038"/>
                        <a:pt x="70811" y="4038"/>
                      </a:cubicBezTo>
                      <a:cubicBezTo>
                        <a:pt x="71259" y="4038"/>
                        <a:pt x="95012" y="3142"/>
                        <a:pt x="99046" y="23309"/>
                      </a:cubicBezTo>
                      <a:cubicBezTo>
                        <a:pt x="99046" y="23309"/>
                        <a:pt x="100390" y="30480"/>
                        <a:pt x="99046" y="39443"/>
                      </a:cubicBezTo>
                      <a:lnTo>
                        <a:pt x="98597" y="42133"/>
                      </a:lnTo>
                      <a:cubicBezTo>
                        <a:pt x="97253" y="50200"/>
                        <a:pt x="95909" y="60059"/>
                        <a:pt x="89634" y="67230"/>
                      </a:cubicBezTo>
                      <a:cubicBezTo>
                        <a:pt x="83360" y="74401"/>
                        <a:pt x="72604" y="74401"/>
                        <a:pt x="71259" y="7440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93" name="Group 2610">
                <a:extLst>
                  <a:ext uri="{FF2B5EF4-FFF2-40B4-BE49-F238E27FC236}">
                    <a16:creationId xmlns:a16="http://schemas.microsoft.com/office/drawing/2014/main" id="{C60CDEDD-AB34-4A5B-88C3-12EE6241EF43}"/>
                  </a:ext>
                  <a:ext uri="{C183D7F6-B498-43B3-948B-1728B52AA6E4}">
                    <adec:decorative xmlns:adec="http://schemas.microsoft.com/office/drawing/2017/decorative" val="1"/>
                  </a:ext>
                </a:extLst>
              </p:cNvPr>
              <p:cNvGrpSpPr>
                <a:grpSpLocks noChangeAspect="1"/>
              </p:cNvGrpSpPr>
              <p:nvPr/>
            </p:nvGrpSpPr>
            <p:grpSpPr>
              <a:xfrm>
                <a:off x="7214176" y="5563051"/>
                <a:ext cx="149689" cy="152378"/>
                <a:chOff x="7270676" y="3507360"/>
                <a:chExt cx="149689" cy="152378"/>
              </a:xfrm>
            </p:grpSpPr>
            <p:sp>
              <p:nvSpPr>
                <p:cNvPr id="1594" name="Freeform: Shape 2688">
                  <a:extLst>
                    <a:ext uri="{FF2B5EF4-FFF2-40B4-BE49-F238E27FC236}">
                      <a16:creationId xmlns:a16="http://schemas.microsoft.com/office/drawing/2014/main" id="{EC98C3C3-3916-8800-23F6-B90834126B2C}"/>
                    </a:ext>
                  </a:extLst>
                </p:cNvPr>
                <p:cNvSpPr/>
                <p:nvPr/>
              </p:nvSpPr>
              <p:spPr>
                <a:xfrm>
                  <a:off x="7384511" y="3608203"/>
                  <a:ext cx="35854" cy="49299"/>
                </a:xfrm>
                <a:custGeom>
                  <a:avLst/>
                  <a:gdLst>
                    <a:gd name="connsiteX0" fmla="*/ 31820 w 35853"/>
                    <a:gd name="connsiteY0" fmla="*/ 19719 h 49298"/>
                    <a:gd name="connsiteX1" fmla="*/ 10308 w 35853"/>
                    <a:gd name="connsiteY1" fmla="*/ 19719 h 49298"/>
                    <a:gd name="connsiteX2" fmla="*/ 10308 w 35853"/>
                    <a:gd name="connsiteY2" fmla="*/ 13445 h 49298"/>
                    <a:gd name="connsiteX3" fmla="*/ 19271 w 35853"/>
                    <a:gd name="connsiteY3" fmla="*/ 4482 h 49298"/>
                    <a:gd name="connsiteX4" fmla="*/ 28235 w 35853"/>
                    <a:gd name="connsiteY4" fmla="*/ 13445 h 49298"/>
                    <a:gd name="connsiteX5" fmla="*/ 30476 w 35853"/>
                    <a:gd name="connsiteY5" fmla="*/ 15686 h 49298"/>
                    <a:gd name="connsiteX6" fmla="*/ 32716 w 35853"/>
                    <a:gd name="connsiteY6" fmla="*/ 13445 h 49298"/>
                    <a:gd name="connsiteX7" fmla="*/ 19271 w 35853"/>
                    <a:gd name="connsiteY7" fmla="*/ 0 h 49298"/>
                    <a:gd name="connsiteX8" fmla="*/ 5826 w 35853"/>
                    <a:gd name="connsiteY8" fmla="*/ 13445 h 49298"/>
                    <a:gd name="connsiteX9" fmla="*/ 5826 w 35853"/>
                    <a:gd name="connsiteY9" fmla="*/ 20168 h 49298"/>
                    <a:gd name="connsiteX10" fmla="*/ 0 w 35853"/>
                    <a:gd name="connsiteY10" fmla="*/ 25994 h 49298"/>
                    <a:gd name="connsiteX11" fmla="*/ 0 w 35853"/>
                    <a:gd name="connsiteY11" fmla="*/ 45265 h 49298"/>
                    <a:gd name="connsiteX12" fmla="*/ 6274 w 35853"/>
                    <a:gd name="connsiteY12" fmla="*/ 51540 h 49298"/>
                    <a:gd name="connsiteX13" fmla="*/ 32268 w 35853"/>
                    <a:gd name="connsiteY13" fmla="*/ 51540 h 49298"/>
                    <a:gd name="connsiteX14" fmla="*/ 38543 w 35853"/>
                    <a:gd name="connsiteY14" fmla="*/ 45265 h 49298"/>
                    <a:gd name="connsiteX15" fmla="*/ 38543 w 35853"/>
                    <a:gd name="connsiteY15" fmla="*/ 25994 h 49298"/>
                    <a:gd name="connsiteX16" fmla="*/ 31820 w 35853"/>
                    <a:gd name="connsiteY16" fmla="*/ 19719 h 49298"/>
                    <a:gd name="connsiteX17" fmla="*/ 33613 w 35853"/>
                    <a:gd name="connsiteY17" fmla="*/ 44817 h 49298"/>
                    <a:gd name="connsiteX18" fmla="*/ 31820 w 35853"/>
                    <a:gd name="connsiteY18" fmla="*/ 46610 h 49298"/>
                    <a:gd name="connsiteX19" fmla="*/ 5826 w 35853"/>
                    <a:gd name="connsiteY19" fmla="*/ 46610 h 49298"/>
                    <a:gd name="connsiteX20" fmla="*/ 4034 w 35853"/>
                    <a:gd name="connsiteY20" fmla="*/ 44817 h 49298"/>
                    <a:gd name="connsiteX21" fmla="*/ 4034 w 35853"/>
                    <a:gd name="connsiteY21" fmla="*/ 25546 h 49298"/>
                    <a:gd name="connsiteX22" fmla="*/ 5826 w 35853"/>
                    <a:gd name="connsiteY22" fmla="*/ 23753 h 49298"/>
                    <a:gd name="connsiteX23" fmla="*/ 31820 w 35853"/>
                    <a:gd name="connsiteY23" fmla="*/ 23753 h 49298"/>
                    <a:gd name="connsiteX24" fmla="*/ 33613 w 35853"/>
                    <a:gd name="connsiteY24" fmla="*/ 25546 h 49298"/>
                    <a:gd name="connsiteX25" fmla="*/ 33613 w 35853"/>
                    <a:gd name="connsiteY25" fmla="*/ 44817 h 4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5853" h="49298">
                      <a:moveTo>
                        <a:pt x="31820" y="19719"/>
                      </a:moveTo>
                      <a:lnTo>
                        <a:pt x="10308" y="19719"/>
                      </a:lnTo>
                      <a:lnTo>
                        <a:pt x="10308" y="13445"/>
                      </a:lnTo>
                      <a:cubicBezTo>
                        <a:pt x="10308" y="8515"/>
                        <a:pt x="14342" y="4482"/>
                        <a:pt x="19271" y="4482"/>
                      </a:cubicBezTo>
                      <a:cubicBezTo>
                        <a:pt x="24201" y="4482"/>
                        <a:pt x="28235" y="8515"/>
                        <a:pt x="28235" y="13445"/>
                      </a:cubicBezTo>
                      <a:cubicBezTo>
                        <a:pt x="28235" y="14790"/>
                        <a:pt x="29131" y="15686"/>
                        <a:pt x="30476" y="15686"/>
                      </a:cubicBezTo>
                      <a:cubicBezTo>
                        <a:pt x="31820" y="15686"/>
                        <a:pt x="32716" y="14790"/>
                        <a:pt x="32716" y="13445"/>
                      </a:cubicBezTo>
                      <a:cubicBezTo>
                        <a:pt x="32716" y="6274"/>
                        <a:pt x="26890" y="0"/>
                        <a:pt x="19271" y="0"/>
                      </a:cubicBezTo>
                      <a:cubicBezTo>
                        <a:pt x="11652" y="0"/>
                        <a:pt x="5826" y="5826"/>
                        <a:pt x="5826" y="13445"/>
                      </a:cubicBezTo>
                      <a:lnTo>
                        <a:pt x="5826" y="20168"/>
                      </a:lnTo>
                      <a:cubicBezTo>
                        <a:pt x="2689" y="20168"/>
                        <a:pt x="0" y="22857"/>
                        <a:pt x="0" y="25994"/>
                      </a:cubicBezTo>
                      <a:lnTo>
                        <a:pt x="0" y="45265"/>
                      </a:lnTo>
                      <a:cubicBezTo>
                        <a:pt x="0" y="48402"/>
                        <a:pt x="2689" y="51540"/>
                        <a:pt x="6274" y="51540"/>
                      </a:cubicBezTo>
                      <a:lnTo>
                        <a:pt x="32268" y="51540"/>
                      </a:lnTo>
                      <a:cubicBezTo>
                        <a:pt x="35854" y="51540"/>
                        <a:pt x="38543" y="48850"/>
                        <a:pt x="38543" y="45265"/>
                      </a:cubicBezTo>
                      <a:lnTo>
                        <a:pt x="38543" y="25994"/>
                      </a:lnTo>
                      <a:cubicBezTo>
                        <a:pt x="38094" y="22409"/>
                        <a:pt x="35405" y="19719"/>
                        <a:pt x="31820" y="19719"/>
                      </a:cubicBezTo>
                      <a:close/>
                      <a:moveTo>
                        <a:pt x="33613" y="44817"/>
                      </a:moveTo>
                      <a:cubicBezTo>
                        <a:pt x="33613" y="45713"/>
                        <a:pt x="32716" y="46610"/>
                        <a:pt x="31820" y="46610"/>
                      </a:cubicBezTo>
                      <a:lnTo>
                        <a:pt x="5826" y="46610"/>
                      </a:lnTo>
                      <a:cubicBezTo>
                        <a:pt x="4930" y="46610"/>
                        <a:pt x="4034" y="45713"/>
                        <a:pt x="4034" y="44817"/>
                      </a:cubicBezTo>
                      <a:lnTo>
                        <a:pt x="4034" y="25546"/>
                      </a:lnTo>
                      <a:cubicBezTo>
                        <a:pt x="4034" y="24649"/>
                        <a:pt x="4930" y="23753"/>
                        <a:pt x="5826" y="23753"/>
                      </a:cubicBezTo>
                      <a:lnTo>
                        <a:pt x="31820" y="23753"/>
                      </a:lnTo>
                      <a:cubicBezTo>
                        <a:pt x="32716" y="23753"/>
                        <a:pt x="33613" y="24649"/>
                        <a:pt x="33613" y="25546"/>
                      </a:cubicBezTo>
                      <a:lnTo>
                        <a:pt x="33613" y="44817"/>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95" name="Freeform: Shape 2689">
                  <a:extLst>
                    <a:ext uri="{FF2B5EF4-FFF2-40B4-BE49-F238E27FC236}">
                      <a16:creationId xmlns:a16="http://schemas.microsoft.com/office/drawing/2014/main" id="{EC8C3BBC-6CC2-8C0A-4935-AC2F1AD06D56}"/>
                    </a:ext>
                  </a:extLst>
                </p:cNvPr>
                <p:cNvSpPr/>
                <p:nvPr/>
              </p:nvSpPr>
              <p:spPr>
                <a:xfrm>
                  <a:off x="7401093" y="3638231"/>
                  <a:ext cx="4482" cy="8963"/>
                </a:xfrm>
                <a:custGeom>
                  <a:avLst/>
                  <a:gdLst>
                    <a:gd name="connsiteX0" fmla="*/ 2241 w 4481"/>
                    <a:gd name="connsiteY0" fmla="*/ 0 h 8963"/>
                    <a:gd name="connsiteX1" fmla="*/ 0 w 4481"/>
                    <a:gd name="connsiteY1" fmla="*/ 2241 h 8963"/>
                    <a:gd name="connsiteX2" fmla="*/ 0 w 4481"/>
                    <a:gd name="connsiteY2" fmla="*/ 7619 h 8963"/>
                    <a:gd name="connsiteX3" fmla="*/ 2241 w 4481"/>
                    <a:gd name="connsiteY3" fmla="*/ 9860 h 8963"/>
                    <a:gd name="connsiteX4" fmla="*/ 4482 w 4481"/>
                    <a:gd name="connsiteY4" fmla="*/ 7619 h 8963"/>
                    <a:gd name="connsiteX5" fmla="*/ 4482 w 4481"/>
                    <a:gd name="connsiteY5" fmla="*/ 2241 h 8963"/>
                    <a:gd name="connsiteX6" fmla="*/ 2241 w 4481"/>
                    <a:gd name="connsiteY6" fmla="*/ 0 h 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8963">
                      <a:moveTo>
                        <a:pt x="2241" y="0"/>
                      </a:moveTo>
                      <a:cubicBezTo>
                        <a:pt x="896" y="0"/>
                        <a:pt x="0" y="896"/>
                        <a:pt x="0" y="2241"/>
                      </a:cubicBezTo>
                      <a:lnTo>
                        <a:pt x="0" y="7619"/>
                      </a:lnTo>
                      <a:cubicBezTo>
                        <a:pt x="0" y="8963"/>
                        <a:pt x="896" y="9860"/>
                        <a:pt x="2241" y="9860"/>
                      </a:cubicBezTo>
                      <a:cubicBezTo>
                        <a:pt x="3585" y="9860"/>
                        <a:pt x="4482" y="8963"/>
                        <a:pt x="4482" y="7619"/>
                      </a:cubicBezTo>
                      <a:lnTo>
                        <a:pt x="4482" y="2241"/>
                      </a:lnTo>
                      <a:cubicBezTo>
                        <a:pt x="4482" y="896"/>
                        <a:pt x="3585" y="0"/>
                        <a:pt x="224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96" name="Freeform: Shape 2690">
                  <a:extLst>
                    <a:ext uri="{FF2B5EF4-FFF2-40B4-BE49-F238E27FC236}">
                      <a16:creationId xmlns:a16="http://schemas.microsoft.com/office/drawing/2014/main" id="{CE7FC3A4-2CD0-CC4B-7EB9-389129AA9B82}"/>
                    </a:ext>
                  </a:extLst>
                </p:cNvPr>
                <p:cNvSpPr/>
                <p:nvPr/>
              </p:nvSpPr>
              <p:spPr>
                <a:xfrm>
                  <a:off x="7270676" y="3507360"/>
                  <a:ext cx="116524" cy="152378"/>
                </a:xfrm>
                <a:custGeom>
                  <a:avLst/>
                  <a:gdLst>
                    <a:gd name="connsiteX0" fmla="*/ 116076 w 116524"/>
                    <a:gd name="connsiteY0" fmla="*/ 99498 h 152377"/>
                    <a:gd name="connsiteX1" fmla="*/ 118317 w 116524"/>
                    <a:gd name="connsiteY1" fmla="*/ 98154 h 152377"/>
                    <a:gd name="connsiteX2" fmla="*/ 116972 w 116524"/>
                    <a:gd name="connsiteY2" fmla="*/ 95465 h 152377"/>
                    <a:gd name="connsiteX3" fmla="*/ 104872 w 116524"/>
                    <a:gd name="connsiteY3" fmla="*/ 93224 h 152377"/>
                    <a:gd name="connsiteX4" fmla="*/ 89186 w 116524"/>
                    <a:gd name="connsiteY4" fmla="*/ 76641 h 152377"/>
                    <a:gd name="connsiteX5" fmla="*/ 89634 w 116524"/>
                    <a:gd name="connsiteY5" fmla="*/ 73504 h 152377"/>
                    <a:gd name="connsiteX6" fmla="*/ 93219 w 116524"/>
                    <a:gd name="connsiteY6" fmla="*/ 70367 h 152377"/>
                    <a:gd name="connsiteX7" fmla="*/ 103079 w 116524"/>
                    <a:gd name="connsiteY7" fmla="*/ 43029 h 152377"/>
                    <a:gd name="connsiteX8" fmla="*/ 103527 w 116524"/>
                    <a:gd name="connsiteY8" fmla="*/ 40340 h 152377"/>
                    <a:gd name="connsiteX9" fmla="*/ 103527 w 116524"/>
                    <a:gd name="connsiteY9" fmla="*/ 22861 h 152377"/>
                    <a:gd name="connsiteX10" fmla="*/ 70811 w 116524"/>
                    <a:gd name="connsiteY10" fmla="*/ 4 h 152377"/>
                    <a:gd name="connsiteX11" fmla="*/ 38543 w 116524"/>
                    <a:gd name="connsiteY11" fmla="*/ 22861 h 152377"/>
                    <a:gd name="connsiteX12" fmla="*/ 38543 w 116524"/>
                    <a:gd name="connsiteY12" fmla="*/ 40340 h 152377"/>
                    <a:gd name="connsiteX13" fmla="*/ 38543 w 116524"/>
                    <a:gd name="connsiteY13" fmla="*/ 41684 h 152377"/>
                    <a:gd name="connsiteX14" fmla="*/ 49299 w 116524"/>
                    <a:gd name="connsiteY14" fmla="*/ 69919 h 152377"/>
                    <a:gd name="connsiteX15" fmla="*/ 51988 w 116524"/>
                    <a:gd name="connsiteY15" fmla="*/ 72608 h 152377"/>
                    <a:gd name="connsiteX16" fmla="*/ 52436 w 116524"/>
                    <a:gd name="connsiteY16" fmla="*/ 76641 h 152377"/>
                    <a:gd name="connsiteX17" fmla="*/ 36750 w 116524"/>
                    <a:gd name="connsiteY17" fmla="*/ 93224 h 152377"/>
                    <a:gd name="connsiteX18" fmla="*/ 0 w 116524"/>
                    <a:gd name="connsiteY18" fmla="*/ 130870 h 152377"/>
                    <a:gd name="connsiteX19" fmla="*/ 0 w 116524"/>
                    <a:gd name="connsiteY19" fmla="*/ 138041 h 152377"/>
                    <a:gd name="connsiteX20" fmla="*/ 0 w 116524"/>
                    <a:gd name="connsiteY20" fmla="*/ 150141 h 152377"/>
                    <a:gd name="connsiteX21" fmla="*/ 2241 w 116524"/>
                    <a:gd name="connsiteY21" fmla="*/ 152382 h 152377"/>
                    <a:gd name="connsiteX22" fmla="*/ 2241 w 116524"/>
                    <a:gd name="connsiteY22" fmla="*/ 152382 h 152377"/>
                    <a:gd name="connsiteX23" fmla="*/ 4482 w 116524"/>
                    <a:gd name="connsiteY23" fmla="*/ 150141 h 152377"/>
                    <a:gd name="connsiteX24" fmla="*/ 4482 w 116524"/>
                    <a:gd name="connsiteY24" fmla="*/ 138041 h 152377"/>
                    <a:gd name="connsiteX25" fmla="*/ 4482 w 116524"/>
                    <a:gd name="connsiteY25" fmla="*/ 130870 h 152377"/>
                    <a:gd name="connsiteX26" fmla="*/ 36750 w 116524"/>
                    <a:gd name="connsiteY26" fmla="*/ 97705 h 152377"/>
                    <a:gd name="connsiteX27" fmla="*/ 56918 w 116524"/>
                    <a:gd name="connsiteY27" fmla="*/ 76641 h 152377"/>
                    <a:gd name="connsiteX28" fmla="*/ 56918 w 116524"/>
                    <a:gd name="connsiteY28" fmla="*/ 75745 h 152377"/>
                    <a:gd name="connsiteX29" fmla="*/ 71259 w 116524"/>
                    <a:gd name="connsiteY29" fmla="*/ 79331 h 152377"/>
                    <a:gd name="connsiteX30" fmla="*/ 71707 w 116524"/>
                    <a:gd name="connsiteY30" fmla="*/ 79331 h 152377"/>
                    <a:gd name="connsiteX31" fmla="*/ 84704 w 116524"/>
                    <a:gd name="connsiteY31" fmla="*/ 76641 h 152377"/>
                    <a:gd name="connsiteX32" fmla="*/ 84704 w 116524"/>
                    <a:gd name="connsiteY32" fmla="*/ 77090 h 152377"/>
                    <a:gd name="connsiteX33" fmla="*/ 104872 w 116524"/>
                    <a:gd name="connsiteY33" fmla="*/ 98154 h 152377"/>
                    <a:gd name="connsiteX34" fmla="*/ 115180 w 116524"/>
                    <a:gd name="connsiteY34" fmla="*/ 99946 h 152377"/>
                    <a:gd name="connsiteX35" fmla="*/ 116076 w 116524"/>
                    <a:gd name="connsiteY35" fmla="*/ 99498 h 152377"/>
                    <a:gd name="connsiteX36" fmla="*/ 71259 w 116524"/>
                    <a:gd name="connsiteY36" fmla="*/ 74401 h 152377"/>
                    <a:gd name="connsiteX37" fmla="*/ 71259 w 116524"/>
                    <a:gd name="connsiteY37" fmla="*/ 74401 h 152377"/>
                    <a:gd name="connsiteX38" fmla="*/ 71259 w 116524"/>
                    <a:gd name="connsiteY38" fmla="*/ 74401 h 152377"/>
                    <a:gd name="connsiteX39" fmla="*/ 52436 w 116524"/>
                    <a:gd name="connsiteY39" fmla="*/ 66782 h 152377"/>
                    <a:gd name="connsiteX40" fmla="*/ 43024 w 116524"/>
                    <a:gd name="connsiteY40" fmla="*/ 40788 h 152377"/>
                    <a:gd name="connsiteX41" fmla="*/ 43024 w 116524"/>
                    <a:gd name="connsiteY41" fmla="*/ 39443 h 152377"/>
                    <a:gd name="connsiteX42" fmla="*/ 43024 w 116524"/>
                    <a:gd name="connsiteY42" fmla="*/ 23309 h 152377"/>
                    <a:gd name="connsiteX43" fmla="*/ 70811 w 116524"/>
                    <a:gd name="connsiteY43" fmla="*/ 4038 h 152377"/>
                    <a:gd name="connsiteX44" fmla="*/ 99046 w 116524"/>
                    <a:gd name="connsiteY44" fmla="*/ 23309 h 152377"/>
                    <a:gd name="connsiteX45" fmla="*/ 99046 w 116524"/>
                    <a:gd name="connsiteY45" fmla="*/ 39443 h 152377"/>
                    <a:gd name="connsiteX46" fmla="*/ 98597 w 116524"/>
                    <a:gd name="connsiteY46" fmla="*/ 42132 h 152377"/>
                    <a:gd name="connsiteX47" fmla="*/ 89634 w 116524"/>
                    <a:gd name="connsiteY47" fmla="*/ 67230 h 152377"/>
                    <a:gd name="connsiteX48" fmla="*/ 71259 w 116524"/>
                    <a:gd name="connsiteY48" fmla="*/ 74401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16524" h="152377">
                      <a:moveTo>
                        <a:pt x="116076" y="99498"/>
                      </a:moveTo>
                      <a:cubicBezTo>
                        <a:pt x="116972" y="99498"/>
                        <a:pt x="117869" y="99050"/>
                        <a:pt x="118317" y="98154"/>
                      </a:cubicBezTo>
                      <a:cubicBezTo>
                        <a:pt x="118765" y="96809"/>
                        <a:pt x="118317" y="95913"/>
                        <a:pt x="116972" y="95465"/>
                      </a:cubicBezTo>
                      <a:cubicBezTo>
                        <a:pt x="112939" y="94120"/>
                        <a:pt x="108905" y="93224"/>
                        <a:pt x="104872" y="93224"/>
                      </a:cubicBezTo>
                      <a:cubicBezTo>
                        <a:pt x="95908" y="93224"/>
                        <a:pt x="89186" y="85605"/>
                        <a:pt x="89186" y="76641"/>
                      </a:cubicBezTo>
                      <a:cubicBezTo>
                        <a:pt x="89186" y="75745"/>
                        <a:pt x="89186" y="74849"/>
                        <a:pt x="89634" y="73504"/>
                      </a:cubicBezTo>
                      <a:cubicBezTo>
                        <a:pt x="90979" y="72608"/>
                        <a:pt x="91875" y="71712"/>
                        <a:pt x="93219" y="70367"/>
                      </a:cubicBezTo>
                      <a:cubicBezTo>
                        <a:pt x="100390" y="62300"/>
                        <a:pt x="101735" y="51096"/>
                        <a:pt x="103079" y="43029"/>
                      </a:cubicBezTo>
                      <a:lnTo>
                        <a:pt x="103527" y="40340"/>
                      </a:lnTo>
                      <a:cubicBezTo>
                        <a:pt x="105320" y="30928"/>
                        <a:pt x="103527" y="22861"/>
                        <a:pt x="103527" y="22861"/>
                      </a:cubicBezTo>
                      <a:cubicBezTo>
                        <a:pt x="98597" y="-892"/>
                        <a:pt x="70811" y="4"/>
                        <a:pt x="70811" y="4"/>
                      </a:cubicBezTo>
                      <a:cubicBezTo>
                        <a:pt x="70363" y="4"/>
                        <a:pt x="43472" y="-444"/>
                        <a:pt x="38543" y="22861"/>
                      </a:cubicBezTo>
                      <a:cubicBezTo>
                        <a:pt x="38543" y="23309"/>
                        <a:pt x="36750" y="30928"/>
                        <a:pt x="38543" y="40340"/>
                      </a:cubicBezTo>
                      <a:lnTo>
                        <a:pt x="38543" y="41684"/>
                      </a:lnTo>
                      <a:cubicBezTo>
                        <a:pt x="39887" y="50200"/>
                        <a:pt x="41680" y="61404"/>
                        <a:pt x="49299" y="69919"/>
                      </a:cubicBezTo>
                      <a:cubicBezTo>
                        <a:pt x="50195" y="70815"/>
                        <a:pt x="51091" y="71712"/>
                        <a:pt x="51988" y="72608"/>
                      </a:cubicBezTo>
                      <a:cubicBezTo>
                        <a:pt x="52436" y="73953"/>
                        <a:pt x="52436" y="75297"/>
                        <a:pt x="52436" y="76641"/>
                      </a:cubicBezTo>
                      <a:cubicBezTo>
                        <a:pt x="52436" y="86053"/>
                        <a:pt x="45265" y="93224"/>
                        <a:pt x="36750" y="93224"/>
                      </a:cubicBezTo>
                      <a:cubicBezTo>
                        <a:pt x="16582" y="93224"/>
                        <a:pt x="448" y="109806"/>
                        <a:pt x="0" y="130870"/>
                      </a:cubicBezTo>
                      <a:lnTo>
                        <a:pt x="0" y="138041"/>
                      </a:lnTo>
                      <a:cubicBezTo>
                        <a:pt x="0" y="142074"/>
                        <a:pt x="0" y="146108"/>
                        <a:pt x="0" y="150141"/>
                      </a:cubicBezTo>
                      <a:cubicBezTo>
                        <a:pt x="0" y="151486"/>
                        <a:pt x="896" y="152382"/>
                        <a:pt x="2241" y="152382"/>
                      </a:cubicBezTo>
                      <a:cubicBezTo>
                        <a:pt x="2241" y="152382"/>
                        <a:pt x="2241" y="152382"/>
                        <a:pt x="2241" y="152382"/>
                      </a:cubicBezTo>
                      <a:cubicBezTo>
                        <a:pt x="3585" y="152382"/>
                        <a:pt x="4482" y="151486"/>
                        <a:pt x="4482" y="150141"/>
                      </a:cubicBezTo>
                      <a:cubicBezTo>
                        <a:pt x="4482" y="146108"/>
                        <a:pt x="4482" y="142074"/>
                        <a:pt x="4482" y="138041"/>
                      </a:cubicBezTo>
                      <a:lnTo>
                        <a:pt x="4482" y="130870"/>
                      </a:lnTo>
                      <a:cubicBezTo>
                        <a:pt x="4930" y="112495"/>
                        <a:pt x="19271" y="97705"/>
                        <a:pt x="36750" y="97705"/>
                      </a:cubicBezTo>
                      <a:cubicBezTo>
                        <a:pt x="47954" y="97705"/>
                        <a:pt x="56918" y="88294"/>
                        <a:pt x="56918" y="76641"/>
                      </a:cubicBezTo>
                      <a:cubicBezTo>
                        <a:pt x="56918" y="76193"/>
                        <a:pt x="56918" y="76193"/>
                        <a:pt x="56918" y="75745"/>
                      </a:cubicBezTo>
                      <a:cubicBezTo>
                        <a:pt x="63640" y="78882"/>
                        <a:pt x="70363" y="79331"/>
                        <a:pt x="71259" y="79331"/>
                      </a:cubicBezTo>
                      <a:cubicBezTo>
                        <a:pt x="71259" y="79331"/>
                        <a:pt x="71259" y="79331"/>
                        <a:pt x="71707" y="79331"/>
                      </a:cubicBezTo>
                      <a:cubicBezTo>
                        <a:pt x="73500" y="79331"/>
                        <a:pt x="78878" y="78882"/>
                        <a:pt x="84704" y="76641"/>
                      </a:cubicBezTo>
                      <a:cubicBezTo>
                        <a:pt x="84704" y="76641"/>
                        <a:pt x="84704" y="76641"/>
                        <a:pt x="84704" y="77090"/>
                      </a:cubicBezTo>
                      <a:cubicBezTo>
                        <a:pt x="84704" y="88742"/>
                        <a:pt x="93668" y="98154"/>
                        <a:pt x="104872" y="98154"/>
                      </a:cubicBezTo>
                      <a:cubicBezTo>
                        <a:pt x="108457" y="98154"/>
                        <a:pt x="112043" y="98602"/>
                        <a:pt x="115180" y="99946"/>
                      </a:cubicBezTo>
                      <a:cubicBezTo>
                        <a:pt x="115628" y="99498"/>
                        <a:pt x="115628" y="99498"/>
                        <a:pt x="116076" y="99498"/>
                      </a:cubicBezTo>
                      <a:close/>
                      <a:moveTo>
                        <a:pt x="71259" y="74401"/>
                      </a:moveTo>
                      <a:cubicBezTo>
                        <a:pt x="70811" y="74401"/>
                        <a:pt x="70811" y="74401"/>
                        <a:pt x="71259" y="74401"/>
                      </a:cubicBezTo>
                      <a:cubicBezTo>
                        <a:pt x="70811" y="74401"/>
                        <a:pt x="70811" y="74401"/>
                        <a:pt x="71259" y="74401"/>
                      </a:cubicBezTo>
                      <a:cubicBezTo>
                        <a:pt x="70811" y="74401"/>
                        <a:pt x="58710" y="74401"/>
                        <a:pt x="52436" y="66782"/>
                      </a:cubicBezTo>
                      <a:cubicBezTo>
                        <a:pt x="45713" y="59163"/>
                        <a:pt x="43921" y="48407"/>
                        <a:pt x="43024" y="40788"/>
                      </a:cubicBezTo>
                      <a:lnTo>
                        <a:pt x="43024" y="39443"/>
                      </a:lnTo>
                      <a:cubicBezTo>
                        <a:pt x="41680" y="30928"/>
                        <a:pt x="43024" y="23757"/>
                        <a:pt x="43024" y="23309"/>
                      </a:cubicBezTo>
                      <a:cubicBezTo>
                        <a:pt x="47058" y="3590"/>
                        <a:pt x="69915" y="4038"/>
                        <a:pt x="70811" y="4038"/>
                      </a:cubicBezTo>
                      <a:cubicBezTo>
                        <a:pt x="71707" y="4038"/>
                        <a:pt x="95012" y="3590"/>
                        <a:pt x="99046" y="23309"/>
                      </a:cubicBezTo>
                      <a:cubicBezTo>
                        <a:pt x="99046" y="23309"/>
                        <a:pt x="100390" y="30480"/>
                        <a:pt x="99046" y="39443"/>
                      </a:cubicBezTo>
                      <a:lnTo>
                        <a:pt x="98597" y="42132"/>
                      </a:lnTo>
                      <a:cubicBezTo>
                        <a:pt x="97253" y="50200"/>
                        <a:pt x="95908" y="60059"/>
                        <a:pt x="89634" y="67230"/>
                      </a:cubicBezTo>
                      <a:cubicBezTo>
                        <a:pt x="83360" y="73953"/>
                        <a:pt x="72604" y="74401"/>
                        <a:pt x="71259" y="74401"/>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597" name="Group 2611">
                <a:extLst>
                  <a:ext uri="{FF2B5EF4-FFF2-40B4-BE49-F238E27FC236}">
                    <a16:creationId xmlns:a16="http://schemas.microsoft.com/office/drawing/2014/main" id="{6C95BD27-0F44-33F4-3B34-748157F4156C}"/>
                  </a:ext>
                  <a:ext uri="{C183D7F6-B498-43B3-948B-1728B52AA6E4}">
                    <adec:decorative xmlns:adec="http://schemas.microsoft.com/office/drawing/2017/decorative" val="1"/>
                  </a:ext>
                </a:extLst>
              </p:cNvPr>
              <p:cNvGrpSpPr>
                <a:grpSpLocks noChangeAspect="1"/>
              </p:cNvGrpSpPr>
              <p:nvPr/>
            </p:nvGrpSpPr>
            <p:grpSpPr>
              <a:xfrm>
                <a:off x="8791287" y="5213478"/>
                <a:ext cx="151929" cy="152383"/>
                <a:chOff x="8847787" y="3157787"/>
                <a:chExt cx="151929" cy="152383"/>
              </a:xfrm>
            </p:grpSpPr>
            <p:sp>
              <p:nvSpPr>
                <p:cNvPr id="1598" name="Freeform: Shape 2685">
                  <a:extLst>
                    <a:ext uri="{FF2B5EF4-FFF2-40B4-BE49-F238E27FC236}">
                      <a16:creationId xmlns:a16="http://schemas.microsoft.com/office/drawing/2014/main" id="{CAFF71B5-033A-4874-00F4-AF4B668B3FC3}"/>
                    </a:ext>
                  </a:extLst>
                </p:cNvPr>
                <p:cNvSpPr/>
                <p:nvPr/>
              </p:nvSpPr>
              <p:spPr>
                <a:xfrm>
                  <a:off x="8941454" y="3251908"/>
                  <a:ext cx="58262" cy="58262"/>
                </a:xfrm>
                <a:custGeom>
                  <a:avLst/>
                  <a:gdLst>
                    <a:gd name="connsiteX0" fmla="*/ 29131 w 58262"/>
                    <a:gd name="connsiteY0" fmla="*/ 0 h 58262"/>
                    <a:gd name="connsiteX1" fmla="*/ 0 w 58262"/>
                    <a:gd name="connsiteY1" fmla="*/ 29131 h 58262"/>
                    <a:gd name="connsiteX2" fmla="*/ 29131 w 58262"/>
                    <a:gd name="connsiteY2" fmla="*/ 58262 h 58262"/>
                    <a:gd name="connsiteX3" fmla="*/ 58262 w 58262"/>
                    <a:gd name="connsiteY3" fmla="*/ 29131 h 58262"/>
                    <a:gd name="connsiteX4" fmla="*/ 29131 w 58262"/>
                    <a:gd name="connsiteY4" fmla="*/ 0 h 58262"/>
                    <a:gd name="connsiteX5" fmla="*/ 29131 w 58262"/>
                    <a:gd name="connsiteY5" fmla="*/ 53780 h 58262"/>
                    <a:gd name="connsiteX6" fmla="*/ 4482 w 58262"/>
                    <a:gd name="connsiteY6" fmla="*/ 29131 h 58262"/>
                    <a:gd name="connsiteX7" fmla="*/ 29131 w 58262"/>
                    <a:gd name="connsiteY7" fmla="*/ 4482 h 58262"/>
                    <a:gd name="connsiteX8" fmla="*/ 53780 w 58262"/>
                    <a:gd name="connsiteY8" fmla="*/ 29131 h 58262"/>
                    <a:gd name="connsiteX9" fmla="*/ 29131 w 58262"/>
                    <a:gd name="connsiteY9" fmla="*/ 53780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62" h="58262">
                      <a:moveTo>
                        <a:pt x="29131" y="0"/>
                      </a:moveTo>
                      <a:cubicBezTo>
                        <a:pt x="12997" y="0"/>
                        <a:pt x="0" y="12997"/>
                        <a:pt x="0" y="29131"/>
                      </a:cubicBezTo>
                      <a:cubicBezTo>
                        <a:pt x="0" y="45265"/>
                        <a:pt x="12997" y="58262"/>
                        <a:pt x="29131" y="58262"/>
                      </a:cubicBezTo>
                      <a:cubicBezTo>
                        <a:pt x="45265" y="58262"/>
                        <a:pt x="58262" y="45265"/>
                        <a:pt x="58262" y="29131"/>
                      </a:cubicBezTo>
                      <a:cubicBezTo>
                        <a:pt x="58262" y="12997"/>
                        <a:pt x="45265" y="0"/>
                        <a:pt x="29131" y="0"/>
                      </a:cubicBezTo>
                      <a:close/>
                      <a:moveTo>
                        <a:pt x="29131" y="53780"/>
                      </a:moveTo>
                      <a:cubicBezTo>
                        <a:pt x="15686" y="53780"/>
                        <a:pt x="4482" y="42576"/>
                        <a:pt x="4482" y="29131"/>
                      </a:cubicBezTo>
                      <a:cubicBezTo>
                        <a:pt x="4482" y="15686"/>
                        <a:pt x="15686" y="4482"/>
                        <a:pt x="29131" y="4482"/>
                      </a:cubicBezTo>
                      <a:cubicBezTo>
                        <a:pt x="42576" y="4482"/>
                        <a:pt x="53780" y="15686"/>
                        <a:pt x="53780" y="29131"/>
                      </a:cubicBezTo>
                      <a:cubicBezTo>
                        <a:pt x="53780" y="42576"/>
                        <a:pt x="42576" y="53780"/>
                        <a:pt x="29131" y="5378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599" name="Freeform: Shape 2686">
                  <a:extLst>
                    <a:ext uri="{FF2B5EF4-FFF2-40B4-BE49-F238E27FC236}">
                      <a16:creationId xmlns:a16="http://schemas.microsoft.com/office/drawing/2014/main" id="{FEA6865B-3BAC-86D7-93AE-4A05509D6A25}"/>
                    </a:ext>
                  </a:extLst>
                </p:cNvPr>
                <p:cNvSpPr/>
                <p:nvPr/>
              </p:nvSpPr>
              <p:spPr>
                <a:xfrm>
                  <a:off x="8953555" y="3264008"/>
                  <a:ext cx="31372" cy="31372"/>
                </a:xfrm>
                <a:custGeom>
                  <a:avLst/>
                  <a:gdLst>
                    <a:gd name="connsiteX0" fmla="*/ 31820 w 31371"/>
                    <a:gd name="connsiteY0" fmla="*/ 14790 h 31371"/>
                    <a:gd name="connsiteX1" fmla="*/ 19271 w 31371"/>
                    <a:gd name="connsiteY1" fmla="*/ 14790 h 31371"/>
                    <a:gd name="connsiteX2" fmla="*/ 19271 w 31371"/>
                    <a:gd name="connsiteY2" fmla="*/ 2241 h 31371"/>
                    <a:gd name="connsiteX3" fmla="*/ 17030 w 31371"/>
                    <a:gd name="connsiteY3" fmla="*/ 0 h 31371"/>
                    <a:gd name="connsiteX4" fmla="*/ 14790 w 31371"/>
                    <a:gd name="connsiteY4" fmla="*/ 2241 h 31371"/>
                    <a:gd name="connsiteX5" fmla="*/ 14790 w 31371"/>
                    <a:gd name="connsiteY5" fmla="*/ 14790 h 31371"/>
                    <a:gd name="connsiteX6" fmla="*/ 2241 w 31371"/>
                    <a:gd name="connsiteY6" fmla="*/ 14790 h 31371"/>
                    <a:gd name="connsiteX7" fmla="*/ 0 w 31371"/>
                    <a:gd name="connsiteY7" fmla="*/ 17031 h 31371"/>
                    <a:gd name="connsiteX8" fmla="*/ 2241 w 31371"/>
                    <a:gd name="connsiteY8" fmla="*/ 19271 h 31371"/>
                    <a:gd name="connsiteX9" fmla="*/ 14790 w 31371"/>
                    <a:gd name="connsiteY9" fmla="*/ 19271 h 31371"/>
                    <a:gd name="connsiteX10" fmla="*/ 14790 w 31371"/>
                    <a:gd name="connsiteY10" fmla="*/ 31820 h 31371"/>
                    <a:gd name="connsiteX11" fmla="*/ 17030 w 31371"/>
                    <a:gd name="connsiteY11" fmla="*/ 34061 h 31371"/>
                    <a:gd name="connsiteX12" fmla="*/ 19271 w 31371"/>
                    <a:gd name="connsiteY12" fmla="*/ 31820 h 31371"/>
                    <a:gd name="connsiteX13" fmla="*/ 19271 w 31371"/>
                    <a:gd name="connsiteY13" fmla="*/ 19271 h 31371"/>
                    <a:gd name="connsiteX14" fmla="*/ 31820 w 31371"/>
                    <a:gd name="connsiteY14" fmla="*/ 19271 h 31371"/>
                    <a:gd name="connsiteX15" fmla="*/ 34061 w 31371"/>
                    <a:gd name="connsiteY15" fmla="*/ 17031 h 31371"/>
                    <a:gd name="connsiteX16" fmla="*/ 31820 w 31371"/>
                    <a:gd name="connsiteY16" fmla="*/ 14790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371" h="31371">
                      <a:moveTo>
                        <a:pt x="31820" y="14790"/>
                      </a:moveTo>
                      <a:lnTo>
                        <a:pt x="19271" y="14790"/>
                      </a:lnTo>
                      <a:lnTo>
                        <a:pt x="19271" y="2241"/>
                      </a:lnTo>
                      <a:cubicBezTo>
                        <a:pt x="19271" y="896"/>
                        <a:pt x="18375" y="0"/>
                        <a:pt x="17030" y="0"/>
                      </a:cubicBezTo>
                      <a:cubicBezTo>
                        <a:pt x="15686" y="0"/>
                        <a:pt x="14790" y="896"/>
                        <a:pt x="14790" y="2241"/>
                      </a:cubicBezTo>
                      <a:lnTo>
                        <a:pt x="14790" y="14790"/>
                      </a:lnTo>
                      <a:lnTo>
                        <a:pt x="2241" y="14790"/>
                      </a:lnTo>
                      <a:cubicBezTo>
                        <a:pt x="896" y="14790"/>
                        <a:pt x="0" y="15686"/>
                        <a:pt x="0" y="17031"/>
                      </a:cubicBezTo>
                      <a:cubicBezTo>
                        <a:pt x="0" y="18375"/>
                        <a:pt x="896" y="19271"/>
                        <a:pt x="2241" y="19271"/>
                      </a:cubicBezTo>
                      <a:lnTo>
                        <a:pt x="14790" y="19271"/>
                      </a:lnTo>
                      <a:lnTo>
                        <a:pt x="14790" y="31820"/>
                      </a:lnTo>
                      <a:cubicBezTo>
                        <a:pt x="14790" y="33165"/>
                        <a:pt x="15686" y="34061"/>
                        <a:pt x="17030" y="34061"/>
                      </a:cubicBezTo>
                      <a:cubicBezTo>
                        <a:pt x="18375" y="34061"/>
                        <a:pt x="19271" y="33165"/>
                        <a:pt x="19271" y="31820"/>
                      </a:cubicBezTo>
                      <a:lnTo>
                        <a:pt x="19271" y="19271"/>
                      </a:lnTo>
                      <a:lnTo>
                        <a:pt x="31820" y="19271"/>
                      </a:lnTo>
                      <a:cubicBezTo>
                        <a:pt x="33165" y="19271"/>
                        <a:pt x="34061" y="18375"/>
                        <a:pt x="34061" y="17031"/>
                      </a:cubicBezTo>
                      <a:cubicBezTo>
                        <a:pt x="34061" y="15686"/>
                        <a:pt x="33165" y="14790"/>
                        <a:pt x="31820" y="1479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00" name="Freeform: Shape 2687">
                  <a:extLst>
                    <a:ext uri="{FF2B5EF4-FFF2-40B4-BE49-F238E27FC236}">
                      <a16:creationId xmlns:a16="http://schemas.microsoft.com/office/drawing/2014/main" id="{2D383703-FD91-345A-F7FB-E8B0159EE8E0}"/>
                    </a:ext>
                  </a:extLst>
                </p:cNvPr>
                <p:cNvSpPr/>
                <p:nvPr/>
              </p:nvSpPr>
              <p:spPr>
                <a:xfrm>
                  <a:off x="8847787" y="3157787"/>
                  <a:ext cx="103079" cy="152378"/>
                </a:xfrm>
                <a:custGeom>
                  <a:avLst/>
                  <a:gdLst>
                    <a:gd name="connsiteX0" fmla="*/ 97701 w 103079"/>
                    <a:gd name="connsiteY0" fmla="*/ 96361 h 152377"/>
                    <a:gd name="connsiteX1" fmla="*/ 99942 w 103079"/>
                    <a:gd name="connsiteY1" fmla="*/ 95016 h 152377"/>
                    <a:gd name="connsiteX2" fmla="*/ 99046 w 103079"/>
                    <a:gd name="connsiteY2" fmla="*/ 91879 h 152377"/>
                    <a:gd name="connsiteX3" fmla="*/ 89634 w 103079"/>
                    <a:gd name="connsiteY3" fmla="*/ 76641 h 152377"/>
                    <a:gd name="connsiteX4" fmla="*/ 90082 w 103079"/>
                    <a:gd name="connsiteY4" fmla="*/ 73504 h 152377"/>
                    <a:gd name="connsiteX5" fmla="*/ 93667 w 103079"/>
                    <a:gd name="connsiteY5" fmla="*/ 70367 h 152377"/>
                    <a:gd name="connsiteX6" fmla="*/ 103527 w 103079"/>
                    <a:gd name="connsiteY6" fmla="*/ 43029 h 152377"/>
                    <a:gd name="connsiteX7" fmla="*/ 103975 w 103079"/>
                    <a:gd name="connsiteY7" fmla="*/ 40340 h 152377"/>
                    <a:gd name="connsiteX8" fmla="*/ 103975 w 103079"/>
                    <a:gd name="connsiteY8" fmla="*/ 22861 h 152377"/>
                    <a:gd name="connsiteX9" fmla="*/ 71259 w 103079"/>
                    <a:gd name="connsiteY9" fmla="*/ 4 h 152377"/>
                    <a:gd name="connsiteX10" fmla="*/ 38991 w 103079"/>
                    <a:gd name="connsiteY10" fmla="*/ 22861 h 152377"/>
                    <a:gd name="connsiteX11" fmla="*/ 38991 w 103079"/>
                    <a:gd name="connsiteY11" fmla="*/ 40340 h 152377"/>
                    <a:gd name="connsiteX12" fmla="*/ 38991 w 103079"/>
                    <a:gd name="connsiteY12" fmla="*/ 41684 h 152377"/>
                    <a:gd name="connsiteX13" fmla="*/ 49747 w 103079"/>
                    <a:gd name="connsiteY13" fmla="*/ 69919 h 152377"/>
                    <a:gd name="connsiteX14" fmla="*/ 52436 w 103079"/>
                    <a:gd name="connsiteY14" fmla="*/ 72608 h 152377"/>
                    <a:gd name="connsiteX15" fmla="*/ 52884 w 103079"/>
                    <a:gd name="connsiteY15" fmla="*/ 76641 h 152377"/>
                    <a:gd name="connsiteX16" fmla="*/ 36750 w 103079"/>
                    <a:gd name="connsiteY16" fmla="*/ 93672 h 152377"/>
                    <a:gd name="connsiteX17" fmla="*/ 0 w 103079"/>
                    <a:gd name="connsiteY17" fmla="*/ 131318 h 152377"/>
                    <a:gd name="connsiteX18" fmla="*/ 0 w 103079"/>
                    <a:gd name="connsiteY18" fmla="*/ 134007 h 152377"/>
                    <a:gd name="connsiteX19" fmla="*/ 0 w 103079"/>
                    <a:gd name="connsiteY19" fmla="*/ 150141 h 152377"/>
                    <a:gd name="connsiteX20" fmla="*/ 2241 w 103079"/>
                    <a:gd name="connsiteY20" fmla="*/ 152382 h 152377"/>
                    <a:gd name="connsiteX21" fmla="*/ 2241 w 103079"/>
                    <a:gd name="connsiteY21" fmla="*/ 152382 h 152377"/>
                    <a:gd name="connsiteX22" fmla="*/ 4482 w 103079"/>
                    <a:gd name="connsiteY22" fmla="*/ 150141 h 152377"/>
                    <a:gd name="connsiteX23" fmla="*/ 4482 w 103079"/>
                    <a:gd name="connsiteY23" fmla="*/ 134007 h 152377"/>
                    <a:gd name="connsiteX24" fmla="*/ 4482 w 103079"/>
                    <a:gd name="connsiteY24" fmla="*/ 131318 h 152377"/>
                    <a:gd name="connsiteX25" fmla="*/ 36750 w 103079"/>
                    <a:gd name="connsiteY25" fmla="*/ 98154 h 152377"/>
                    <a:gd name="connsiteX26" fmla="*/ 57366 w 103079"/>
                    <a:gd name="connsiteY26" fmla="*/ 76641 h 152377"/>
                    <a:gd name="connsiteX27" fmla="*/ 57366 w 103079"/>
                    <a:gd name="connsiteY27" fmla="*/ 75745 h 152377"/>
                    <a:gd name="connsiteX28" fmla="*/ 71707 w 103079"/>
                    <a:gd name="connsiteY28" fmla="*/ 79330 h 152377"/>
                    <a:gd name="connsiteX29" fmla="*/ 72155 w 103079"/>
                    <a:gd name="connsiteY29" fmla="*/ 79330 h 152377"/>
                    <a:gd name="connsiteX30" fmla="*/ 85600 w 103079"/>
                    <a:gd name="connsiteY30" fmla="*/ 76641 h 152377"/>
                    <a:gd name="connsiteX31" fmla="*/ 85600 w 103079"/>
                    <a:gd name="connsiteY31" fmla="*/ 77090 h 152377"/>
                    <a:gd name="connsiteX32" fmla="*/ 97701 w 103079"/>
                    <a:gd name="connsiteY32" fmla="*/ 96361 h 152377"/>
                    <a:gd name="connsiteX33" fmla="*/ 97701 w 103079"/>
                    <a:gd name="connsiteY33" fmla="*/ 96361 h 152377"/>
                    <a:gd name="connsiteX34" fmla="*/ 71259 w 103079"/>
                    <a:gd name="connsiteY34" fmla="*/ 74849 h 152377"/>
                    <a:gd name="connsiteX35" fmla="*/ 71259 w 103079"/>
                    <a:gd name="connsiteY35" fmla="*/ 74849 h 152377"/>
                    <a:gd name="connsiteX36" fmla="*/ 71259 w 103079"/>
                    <a:gd name="connsiteY36" fmla="*/ 74849 h 152377"/>
                    <a:gd name="connsiteX37" fmla="*/ 52436 w 103079"/>
                    <a:gd name="connsiteY37" fmla="*/ 67230 h 152377"/>
                    <a:gd name="connsiteX38" fmla="*/ 43024 w 103079"/>
                    <a:gd name="connsiteY38" fmla="*/ 41236 h 152377"/>
                    <a:gd name="connsiteX39" fmla="*/ 43024 w 103079"/>
                    <a:gd name="connsiteY39" fmla="*/ 39892 h 152377"/>
                    <a:gd name="connsiteX40" fmla="*/ 43024 w 103079"/>
                    <a:gd name="connsiteY40" fmla="*/ 23757 h 152377"/>
                    <a:gd name="connsiteX41" fmla="*/ 71259 w 103079"/>
                    <a:gd name="connsiteY41" fmla="*/ 4486 h 152377"/>
                    <a:gd name="connsiteX42" fmla="*/ 99494 w 103079"/>
                    <a:gd name="connsiteY42" fmla="*/ 23757 h 152377"/>
                    <a:gd name="connsiteX43" fmla="*/ 99494 w 103079"/>
                    <a:gd name="connsiteY43" fmla="*/ 39892 h 152377"/>
                    <a:gd name="connsiteX44" fmla="*/ 99046 w 103079"/>
                    <a:gd name="connsiteY44" fmla="*/ 42581 h 152377"/>
                    <a:gd name="connsiteX45" fmla="*/ 90082 w 103079"/>
                    <a:gd name="connsiteY45" fmla="*/ 67678 h 152377"/>
                    <a:gd name="connsiteX46" fmla="*/ 71259 w 103079"/>
                    <a:gd name="connsiteY46" fmla="*/ 74849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079" h="152377">
                      <a:moveTo>
                        <a:pt x="97701" y="96361"/>
                      </a:moveTo>
                      <a:cubicBezTo>
                        <a:pt x="98597" y="96361"/>
                        <a:pt x="99494" y="95913"/>
                        <a:pt x="99942" y="95016"/>
                      </a:cubicBezTo>
                      <a:cubicBezTo>
                        <a:pt x="100390" y="93672"/>
                        <a:pt x="99942" y="92776"/>
                        <a:pt x="99046" y="91879"/>
                      </a:cubicBezTo>
                      <a:cubicBezTo>
                        <a:pt x="93219" y="89190"/>
                        <a:pt x="89634" y="82916"/>
                        <a:pt x="89634" y="76641"/>
                      </a:cubicBezTo>
                      <a:cubicBezTo>
                        <a:pt x="89634" y="75745"/>
                        <a:pt x="89634" y="74401"/>
                        <a:pt x="90082" y="73504"/>
                      </a:cubicBezTo>
                      <a:cubicBezTo>
                        <a:pt x="91427" y="72608"/>
                        <a:pt x="92323" y="71712"/>
                        <a:pt x="93667" y="70367"/>
                      </a:cubicBezTo>
                      <a:cubicBezTo>
                        <a:pt x="100838" y="62300"/>
                        <a:pt x="102183" y="51096"/>
                        <a:pt x="103527" y="43029"/>
                      </a:cubicBezTo>
                      <a:lnTo>
                        <a:pt x="103975" y="40340"/>
                      </a:lnTo>
                      <a:cubicBezTo>
                        <a:pt x="105768" y="30928"/>
                        <a:pt x="103975" y="22861"/>
                        <a:pt x="103975" y="22861"/>
                      </a:cubicBezTo>
                      <a:cubicBezTo>
                        <a:pt x="99046" y="-892"/>
                        <a:pt x="71259" y="4"/>
                        <a:pt x="71259" y="4"/>
                      </a:cubicBezTo>
                      <a:cubicBezTo>
                        <a:pt x="70811" y="4"/>
                        <a:pt x="43472" y="-444"/>
                        <a:pt x="38991" y="22861"/>
                      </a:cubicBezTo>
                      <a:cubicBezTo>
                        <a:pt x="38991" y="23309"/>
                        <a:pt x="37198" y="30928"/>
                        <a:pt x="38991" y="40340"/>
                      </a:cubicBezTo>
                      <a:lnTo>
                        <a:pt x="38991" y="41684"/>
                      </a:lnTo>
                      <a:cubicBezTo>
                        <a:pt x="40335" y="50199"/>
                        <a:pt x="42128" y="61404"/>
                        <a:pt x="49747" y="69919"/>
                      </a:cubicBezTo>
                      <a:cubicBezTo>
                        <a:pt x="50643" y="70815"/>
                        <a:pt x="51540" y="71712"/>
                        <a:pt x="52436" y="72608"/>
                      </a:cubicBezTo>
                      <a:cubicBezTo>
                        <a:pt x="52884" y="73953"/>
                        <a:pt x="52884" y="75297"/>
                        <a:pt x="52884" y="76641"/>
                      </a:cubicBezTo>
                      <a:cubicBezTo>
                        <a:pt x="52884" y="86053"/>
                        <a:pt x="45713" y="93672"/>
                        <a:pt x="36750" y="93672"/>
                      </a:cubicBezTo>
                      <a:cubicBezTo>
                        <a:pt x="16582" y="93672"/>
                        <a:pt x="448" y="110254"/>
                        <a:pt x="0" y="131318"/>
                      </a:cubicBezTo>
                      <a:lnTo>
                        <a:pt x="0" y="134007"/>
                      </a:lnTo>
                      <a:cubicBezTo>
                        <a:pt x="0" y="139385"/>
                        <a:pt x="0" y="145212"/>
                        <a:pt x="0" y="150141"/>
                      </a:cubicBezTo>
                      <a:cubicBezTo>
                        <a:pt x="0" y="151486"/>
                        <a:pt x="896" y="152382"/>
                        <a:pt x="2241" y="152382"/>
                      </a:cubicBezTo>
                      <a:cubicBezTo>
                        <a:pt x="2241" y="152382"/>
                        <a:pt x="2241" y="152382"/>
                        <a:pt x="2241" y="152382"/>
                      </a:cubicBezTo>
                      <a:cubicBezTo>
                        <a:pt x="3585" y="152382"/>
                        <a:pt x="4482" y="151486"/>
                        <a:pt x="4482" y="150141"/>
                      </a:cubicBezTo>
                      <a:cubicBezTo>
                        <a:pt x="4482" y="144763"/>
                        <a:pt x="4482" y="138937"/>
                        <a:pt x="4482" y="134007"/>
                      </a:cubicBezTo>
                      <a:lnTo>
                        <a:pt x="4482" y="131318"/>
                      </a:lnTo>
                      <a:cubicBezTo>
                        <a:pt x="4930" y="112943"/>
                        <a:pt x="19271" y="98154"/>
                        <a:pt x="36750" y="98154"/>
                      </a:cubicBezTo>
                      <a:cubicBezTo>
                        <a:pt x="47954" y="98154"/>
                        <a:pt x="57366" y="88742"/>
                        <a:pt x="57366" y="76641"/>
                      </a:cubicBezTo>
                      <a:cubicBezTo>
                        <a:pt x="57366" y="76193"/>
                        <a:pt x="57366" y="76193"/>
                        <a:pt x="57366" y="75745"/>
                      </a:cubicBezTo>
                      <a:cubicBezTo>
                        <a:pt x="64088" y="78882"/>
                        <a:pt x="70811" y="79330"/>
                        <a:pt x="71707" y="79330"/>
                      </a:cubicBezTo>
                      <a:cubicBezTo>
                        <a:pt x="71707" y="79330"/>
                        <a:pt x="71707" y="79330"/>
                        <a:pt x="72155" y="79330"/>
                      </a:cubicBezTo>
                      <a:cubicBezTo>
                        <a:pt x="73948" y="79330"/>
                        <a:pt x="79774" y="78882"/>
                        <a:pt x="85600" y="76641"/>
                      </a:cubicBezTo>
                      <a:cubicBezTo>
                        <a:pt x="85600" y="76641"/>
                        <a:pt x="85600" y="76641"/>
                        <a:pt x="85600" y="77090"/>
                      </a:cubicBezTo>
                      <a:cubicBezTo>
                        <a:pt x="85600" y="85605"/>
                        <a:pt x="90530" y="93224"/>
                        <a:pt x="97701" y="96361"/>
                      </a:cubicBezTo>
                      <a:cubicBezTo>
                        <a:pt x="96805" y="96361"/>
                        <a:pt x="97253" y="96361"/>
                        <a:pt x="97701" y="96361"/>
                      </a:cubicBezTo>
                      <a:close/>
                      <a:moveTo>
                        <a:pt x="71259" y="74849"/>
                      </a:moveTo>
                      <a:cubicBezTo>
                        <a:pt x="70811" y="74849"/>
                        <a:pt x="70811" y="74849"/>
                        <a:pt x="71259" y="74849"/>
                      </a:cubicBezTo>
                      <a:cubicBezTo>
                        <a:pt x="70811" y="74849"/>
                        <a:pt x="70811" y="74849"/>
                        <a:pt x="71259" y="74849"/>
                      </a:cubicBezTo>
                      <a:cubicBezTo>
                        <a:pt x="70811" y="74849"/>
                        <a:pt x="58710" y="74849"/>
                        <a:pt x="52436" y="67230"/>
                      </a:cubicBezTo>
                      <a:cubicBezTo>
                        <a:pt x="45713" y="59611"/>
                        <a:pt x="43921" y="48855"/>
                        <a:pt x="43024" y="41236"/>
                      </a:cubicBezTo>
                      <a:lnTo>
                        <a:pt x="43024" y="39892"/>
                      </a:lnTo>
                      <a:cubicBezTo>
                        <a:pt x="41680" y="31376"/>
                        <a:pt x="43024" y="23757"/>
                        <a:pt x="43024" y="23757"/>
                      </a:cubicBezTo>
                      <a:cubicBezTo>
                        <a:pt x="47058" y="4038"/>
                        <a:pt x="69914" y="4486"/>
                        <a:pt x="71259" y="4486"/>
                      </a:cubicBezTo>
                      <a:cubicBezTo>
                        <a:pt x="72155" y="4486"/>
                        <a:pt x="95460" y="4038"/>
                        <a:pt x="99494" y="23757"/>
                      </a:cubicBezTo>
                      <a:cubicBezTo>
                        <a:pt x="99494" y="23757"/>
                        <a:pt x="100838" y="30928"/>
                        <a:pt x="99494" y="39892"/>
                      </a:cubicBezTo>
                      <a:lnTo>
                        <a:pt x="99046" y="42581"/>
                      </a:lnTo>
                      <a:cubicBezTo>
                        <a:pt x="97701" y="50648"/>
                        <a:pt x="96357" y="60507"/>
                        <a:pt x="90082" y="67678"/>
                      </a:cubicBezTo>
                      <a:cubicBezTo>
                        <a:pt x="83360" y="74401"/>
                        <a:pt x="72603" y="74849"/>
                        <a:pt x="71259" y="7484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01" name="Group 2612">
                <a:extLst>
                  <a:ext uri="{FF2B5EF4-FFF2-40B4-BE49-F238E27FC236}">
                    <a16:creationId xmlns:a16="http://schemas.microsoft.com/office/drawing/2014/main" id="{43DEE55F-06B0-6956-3585-3E98E44D4C35}"/>
                  </a:ext>
                  <a:ext uri="{C183D7F6-B498-43B3-948B-1728B52AA6E4}">
                    <adec:decorative xmlns:adec="http://schemas.microsoft.com/office/drawing/2017/decorative" val="1"/>
                  </a:ext>
                </a:extLst>
              </p:cNvPr>
              <p:cNvGrpSpPr>
                <a:grpSpLocks noChangeAspect="1"/>
              </p:cNvGrpSpPr>
              <p:nvPr/>
            </p:nvGrpSpPr>
            <p:grpSpPr>
              <a:xfrm>
                <a:off x="6954237" y="5562603"/>
                <a:ext cx="150409" cy="152378"/>
                <a:chOff x="7010737" y="3506912"/>
                <a:chExt cx="150409" cy="152378"/>
              </a:xfrm>
            </p:grpSpPr>
            <p:sp>
              <p:nvSpPr>
                <p:cNvPr id="1602" name="Freeform: Shape 2683">
                  <a:extLst>
                    <a:ext uri="{FF2B5EF4-FFF2-40B4-BE49-F238E27FC236}">
                      <a16:creationId xmlns:a16="http://schemas.microsoft.com/office/drawing/2014/main" id="{0DF5CE3B-3550-349D-BA7A-EA60EAD60FF2}"/>
                    </a:ext>
                  </a:extLst>
                </p:cNvPr>
                <p:cNvSpPr/>
                <p:nvPr/>
              </p:nvSpPr>
              <p:spPr>
                <a:xfrm>
                  <a:off x="7107366" y="3605962"/>
                  <a:ext cx="53780" cy="49299"/>
                </a:xfrm>
                <a:custGeom>
                  <a:avLst/>
                  <a:gdLst>
                    <a:gd name="connsiteX0" fmla="*/ 54853 w 53780"/>
                    <a:gd name="connsiteY0" fmla="*/ 19271 h 49298"/>
                    <a:gd name="connsiteX1" fmla="*/ 52612 w 53780"/>
                    <a:gd name="connsiteY1" fmla="*/ 17927 h 49298"/>
                    <a:gd name="connsiteX2" fmla="*/ 35133 w 53780"/>
                    <a:gd name="connsiteY2" fmla="*/ 17927 h 49298"/>
                    <a:gd name="connsiteX3" fmla="*/ 29755 w 53780"/>
                    <a:gd name="connsiteY3" fmla="*/ 1345 h 49298"/>
                    <a:gd name="connsiteX4" fmla="*/ 25273 w 53780"/>
                    <a:gd name="connsiteY4" fmla="*/ 1345 h 49298"/>
                    <a:gd name="connsiteX5" fmla="*/ 19895 w 53780"/>
                    <a:gd name="connsiteY5" fmla="*/ 17927 h 49298"/>
                    <a:gd name="connsiteX6" fmla="*/ 2417 w 53780"/>
                    <a:gd name="connsiteY6" fmla="*/ 17927 h 49298"/>
                    <a:gd name="connsiteX7" fmla="*/ 176 w 53780"/>
                    <a:gd name="connsiteY7" fmla="*/ 19271 h 49298"/>
                    <a:gd name="connsiteX8" fmla="*/ 1072 w 53780"/>
                    <a:gd name="connsiteY8" fmla="*/ 21960 h 49298"/>
                    <a:gd name="connsiteX9" fmla="*/ 15414 w 53780"/>
                    <a:gd name="connsiteY9" fmla="*/ 32268 h 49298"/>
                    <a:gd name="connsiteX10" fmla="*/ 10036 w 53780"/>
                    <a:gd name="connsiteY10" fmla="*/ 48851 h 49298"/>
                    <a:gd name="connsiteX11" fmla="*/ 10932 w 53780"/>
                    <a:gd name="connsiteY11" fmla="*/ 51540 h 49298"/>
                    <a:gd name="connsiteX12" fmla="*/ 13621 w 53780"/>
                    <a:gd name="connsiteY12" fmla="*/ 51540 h 49298"/>
                    <a:gd name="connsiteX13" fmla="*/ 27514 w 53780"/>
                    <a:gd name="connsiteY13" fmla="*/ 41232 h 49298"/>
                    <a:gd name="connsiteX14" fmla="*/ 41856 w 53780"/>
                    <a:gd name="connsiteY14" fmla="*/ 51540 h 49298"/>
                    <a:gd name="connsiteX15" fmla="*/ 43200 w 53780"/>
                    <a:gd name="connsiteY15" fmla="*/ 51988 h 49298"/>
                    <a:gd name="connsiteX16" fmla="*/ 44545 w 53780"/>
                    <a:gd name="connsiteY16" fmla="*/ 51540 h 49298"/>
                    <a:gd name="connsiteX17" fmla="*/ 45441 w 53780"/>
                    <a:gd name="connsiteY17" fmla="*/ 48851 h 49298"/>
                    <a:gd name="connsiteX18" fmla="*/ 40063 w 53780"/>
                    <a:gd name="connsiteY18" fmla="*/ 32268 h 49298"/>
                    <a:gd name="connsiteX19" fmla="*/ 54404 w 53780"/>
                    <a:gd name="connsiteY19" fmla="*/ 21960 h 49298"/>
                    <a:gd name="connsiteX20" fmla="*/ 54853 w 53780"/>
                    <a:gd name="connsiteY20" fmla="*/ 19271 h 49298"/>
                    <a:gd name="connsiteX21" fmla="*/ 37374 w 53780"/>
                    <a:gd name="connsiteY21" fmla="*/ 28683 h 49298"/>
                    <a:gd name="connsiteX22" fmla="*/ 36029 w 53780"/>
                    <a:gd name="connsiteY22" fmla="*/ 33613 h 49298"/>
                    <a:gd name="connsiteX23" fmla="*/ 39167 w 53780"/>
                    <a:gd name="connsiteY23" fmla="*/ 43921 h 49298"/>
                    <a:gd name="connsiteX24" fmla="*/ 30651 w 53780"/>
                    <a:gd name="connsiteY24" fmla="*/ 37646 h 49298"/>
                    <a:gd name="connsiteX25" fmla="*/ 27962 w 53780"/>
                    <a:gd name="connsiteY25" fmla="*/ 36750 h 49298"/>
                    <a:gd name="connsiteX26" fmla="*/ 25273 w 53780"/>
                    <a:gd name="connsiteY26" fmla="*/ 37646 h 49298"/>
                    <a:gd name="connsiteX27" fmla="*/ 16758 w 53780"/>
                    <a:gd name="connsiteY27" fmla="*/ 43921 h 49298"/>
                    <a:gd name="connsiteX28" fmla="*/ 19895 w 53780"/>
                    <a:gd name="connsiteY28" fmla="*/ 33613 h 49298"/>
                    <a:gd name="connsiteX29" fmla="*/ 18551 w 53780"/>
                    <a:gd name="connsiteY29" fmla="*/ 28683 h 49298"/>
                    <a:gd name="connsiteX30" fmla="*/ 10036 w 53780"/>
                    <a:gd name="connsiteY30" fmla="*/ 22409 h 49298"/>
                    <a:gd name="connsiteX31" fmla="*/ 20792 w 53780"/>
                    <a:gd name="connsiteY31" fmla="*/ 22409 h 49298"/>
                    <a:gd name="connsiteX32" fmla="*/ 24825 w 53780"/>
                    <a:gd name="connsiteY32" fmla="*/ 19271 h 49298"/>
                    <a:gd name="connsiteX33" fmla="*/ 27962 w 53780"/>
                    <a:gd name="connsiteY33" fmla="*/ 8964 h 49298"/>
                    <a:gd name="connsiteX34" fmla="*/ 31100 w 53780"/>
                    <a:gd name="connsiteY34" fmla="*/ 19271 h 49298"/>
                    <a:gd name="connsiteX35" fmla="*/ 35133 w 53780"/>
                    <a:gd name="connsiteY35" fmla="*/ 22409 h 49298"/>
                    <a:gd name="connsiteX36" fmla="*/ 45889 w 53780"/>
                    <a:gd name="connsiteY36" fmla="*/ 22409 h 49298"/>
                    <a:gd name="connsiteX37" fmla="*/ 37374 w 53780"/>
                    <a:gd name="connsiteY37" fmla="*/ 28683 h 4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3780" h="49298">
                      <a:moveTo>
                        <a:pt x="54853" y="19271"/>
                      </a:moveTo>
                      <a:cubicBezTo>
                        <a:pt x="54404" y="18375"/>
                        <a:pt x="53508" y="17927"/>
                        <a:pt x="52612" y="17927"/>
                      </a:cubicBezTo>
                      <a:lnTo>
                        <a:pt x="35133" y="17927"/>
                      </a:lnTo>
                      <a:lnTo>
                        <a:pt x="29755" y="1345"/>
                      </a:lnTo>
                      <a:cubicBezTo>
                        <a:pt x="29307" y="-448"/>
                        <a:pt x="26170" y="-448"/>
                        <a:pt x="25273" y="1345"/>
                      </a:cubicBezTo>
                      <a:lnTo>
                        <a:pt x="19895" y="17927"/>
                      </a:lnTo>
                      <a:lnTo>
                        <a:pt x="2417" y="17927"/>
                      </a:lnTo>
                      <a:cubicBezTo>
                        <a:pt x="1520" y="17927"/>
                        <a:pt x="624" y="18375"/>
                        <a:pt x="176" y="19271"/>
                      </a:cubicBezTo>
                      <a:cubicBezTo>
                        <a:pt x="-272" y="20168"/>
                        <a:pt x="176" y="21064"/>
                        <a:pt x="1072" y="21960"/>
                      </a:cubicBezTo>
                      <a:lnTo>
                        <a:pt x="15414" y="32268"/>
                      </a:lnTo>
                      <a:lnTo>
                        <a:pt x="10036" y="48851"/>
                      </a:lnTo>
                      <a:cubicBezTo>
                        <a:pt x="9587" y="49747"/>
                        <a:pt x="10036" y="50643"/>
                        <a:pt x="10932" y="51540"/>
                      </a:cubicBezTo>
                      <a:cubicBezTo>
                        <a:pt x="11828" y="51988"/>
                        <a:pt x="12725" y="51988"/>
                        <a:pt x="13621" y="51540"/>
                      </a:cubicBezTo>
                      <a:lnTo>
                        <a:pt x="27514" y="41232"/>
                      </a:lnTo>
                      <a:lnTo>
                        <a:pt x="41856" y="51540"/>
                      </a:lnTo>
                      <a:cubicBezTo>
                        <a:pt x="42304" y="51988"/>
                        <a:pt x="42752" y="51988"/>
                        <a:pt x="43200" y="51988"/>
                      </a:cubicBezTo>
                      <a:cubicBezTo>
                        <a:pt x="43648" y="51988"/>
                        <a:pt x="44096" y="51988"/>
                        <a:pt x="44545" y="51540"/>
                      </a:cubicBezTo>
                      <a:cubicBezTo>
                        <a:pt x="45441" y="51091"/>
                        <a:pt x="45441" y="49747"/>
                        <a:pt x="45441" y="48851"/>
                      </a:cubicBezTo>
                      <a:lnTo>
                        <a:pt x="40063" y="32268"/>
                      </a:lnTo>
                      <a:lnTo>
                        <a:pt x="54404" y="21960"/>
                      </a:lnTo>
                      <a:cubicBezTo>
                        <a:pt x="54853" y="21064"/>
                        <a:pt x="55301" y="20168"/>
                        <a:pt x="54853" y="19271"/>
                      </a:cubicBezTo>
                      <a:close/>
                      <a:moveTo>
                        <a:pt x="37374" y="28683"/>
                      </a:moveTo>
                      <a:cubicBezTo>
                        <a:pt x="36029" y="29579"/>
                        <a:pt x="35133" y="31820"/>
                        <a:pt x="36029" y="33613"/>
                      </a:cubicBezTo>
                      <a:lnTo>
                        <a:pt x="39167" y="43921"/>
                      </a:lnTo>
                      <a:lnTo>
                        <a:pt x="30651" y="37646"/>
                      </a:lnTo>
                      <a:cubicBezTo>
                        <a:pt x="29755" y="37198"/>
                        <a:pt x="28859" y="36750"/>
                        <a:pt x="27962" y="36750"/>
                      </a:cubicBezTo>
                      <a:cubicBezTo>
                        <a:pt x="27066" y="36750"/>
                        <a:pt x="26170" y="37198"/>
                        <a:pt x="25273" y="37646"/>
                      </a:cubicBezTo>
                      <a:lnTo>
                        <a:pt x="16758" y="43921"/>
                      </a:lnTo>
                      <a:lnTo>
                        <a:pt x="19895" y="33613"/>
                      </a:lnTo>
                      <a:cubicBezTo>
                        <a:pt x="20343" y="31820"/>
                        <a:pt x="19895" y="30028"/>
                        <a:pt x="18551" y="28683"/>
                      </a:cubicBezTo>
                      <a:lnTo>
                        <a:pt x="10036" y="22409"/>
                      </a:lnTo>
                      <a:lnTo>
                        <a:pt x="20792" y="22409"/>
                      </a:lnTo>
                      <a:cubicBezTo>
                        <a:pt x="22584" y="22409"/>
                        <a:pt x="24377" y="21064"/>
                        <a:pt x="24825" y="19271"/>
                      </a:cubicBezTo>
                      <a:lnTo>
                        <a:pt x="27962" y="8964"/>
                      </a:lnTo>
                      <a:lnTo>
                        <a:pt x="31100" y="19271"/>
                      </a:lnTo>
                      <a:cubicBezTo>
                        <a:pt x="31548" y="21064"/>
                        <a:pt x="33340" y="22409"/>
                        <a:pt x="35133" y="22409"/>
                      </a:cubicBezTo>
                      <a:lnTo>
                        <a:pt x="45889" y="22409"/>
                      </a:lnTo>
                      <a:lnTo>
                        <a:pt x="37374" y="28683"/>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03" name="Freeform: Shape 2684">
                  <a:extLst>
                    <a:ext uri="{FF2B5EF4-FFF2-40B4-BE49-F238E27FC236}">
                      <a16:creationId xmlns:a16="http://schemas.microsoft.com/office/drawing/2014/main" id="{2F33C89F-BADC-779D-BC16-B1355E60D477}"/>
                    </a:ext>
                  </a:extLst>
                </p:cNvPr>
                <p:cNvSpPr/>
                <p:nvPr/>
              </p:nvSpPr>
              <p:spPr>
                <a:xfrm>
                  <a:off x="7010737" y="3506912"/>
                  <a:ext cx="103079" cy="152378"/>
                </a:xfrm>
                <a:custGeom>
                  <a:avLst/>
                  <a:gdLst>
                    <a:gd name="connsiteX0" fmla="*/ 99942 w 103079"/>
                    <a:gd name="connsiteY0" fmla="*/ 95017 h 152377"/>
                    <a:gd name="connsiteX1" fmla="*/ 99046 w 103079"/>
                    <a:gd name="connsiteY1" fmla="*/ 91879 h 152377"/>
                    <a:gd name="connsiteX2" fmla="*/ 89634 w 103079"/>
                    <a:gd name="connsiteY2" fmla="*/ 76642 h 152377"/>
                    <a:gd name="connsiteX3" fmla="*/ 90082 w 103079"/>
                    <a:gd name="connsiteY3" fmla="*/ 73504 h 152377"/>
                    <a:gd name="connsiteX4" fmla="*/ 93668 w 103079"/>
                    <a:gd name="connsiteY4" fmla="*/ 70367 h 152377"/>
                    <a:gd name="connsiteX5" fmla="*/ 103527 w 103079"/>
                    <a:gd name="connsiteY5" fmla="*/ 43029 h 152377"/>
                    <a:gd name="connsiteX6" fmla="*/ 103975 w 103079"/>
                    <a:gd name="connsiteY6" fmla="*/ 40340 h 152377"/>
                    <a:gd name="connsiteX7" fmla="*/ 103975 w 103079"/>
                    <a:gd name="connsiteY7" fmla="*/ 22861 h 152377"/>
                    <a:gd name="connsiteX8" fmla="*/ 71259 w 103079"/>
                    <a:gd name="connsiteY8" fmla="*/ 4 h 152377"/>
                    <a:gd name="connsiteX9" fmla="*/ 38991 w 103079"/>
                    <a:gd name="connsiteY9" fmla="*/ 22861 h 152377"/>
                    <a:gd name="connsiteX10" fmla="*/ 38991 w 103079"/>
                    <a:gd name="connsiteY10" fmla="*/ 40340 h 152377"/>
                    <a:gd name="connsiteX11" fmla="*/ 38991 w 103079"/>
                    <a:gd name="connsiteY11" fmla="*/ 41684 h 152377"/>
                    <a:gd name="connsiteX12" fmla="*/ 49747 w 103079"/>
                    <a:gd name="connsiteY12" fmla="*/ 69919 h 152377"/>
                    <a:gd name="connsiteX13" fmla="*/ 52436 w 103079"/>
                    <a:gd name="connsiteY13" fmla="*/ 72608 h 152377"/>
                    <a:gd name="connsiteX14" fmla="*/ 52884 w 103079"/>
                    <a:gd name="connsiteY14" fmla="*/ 76642 h 152377"/>
                    <a:gd name="connsiteX15" fmla="*/ 36750 w 103079"/>
                    <a:gd name="connsiteY15" fmla="*/ 93672 h 152377"/>
                    <a:gd name="connsiteX16" fmla="*/ 0 w 103079"/>
                    <a:gd name="connsiteY16" fmla="*/ 131319 h 152377"/>
                    <a:gd name="connsiteX17" fmla="*/ 0 w 103079"/>
                    <a:gd name="connsiteY17" fmla="*/ 134007 h 152377"/>
                    <a:gd name="connsiteX18" fmla="*/ 0 w 103079"/>
                    <a:gd name="connsiteY18" fmla="*/ 150141 h 152377"/>
                    <a:gd name="connsiteX19" fmla="*/ 2241 w 103079"/>
                    <a:gd name="connsiteY19" fmla="*/ 152382 h 152377"/>
                    <a:gd name="connsiteX20" fmla="*/ 2241 w 103079"/>
                    <a:gd name="connsiteY20" fmla="*/ 152382 h 152377"/>
                    <a:gd name="connsiteX21" fmla="*/ 4482 w 103079"/>
                    <a:gd name="connsiteY21" fmla="*/ 150141 h 152377"/>
                    <a:gd name="connsiteX22" fmla="*/ 4482 w 103079"/>
                    <a:gd name="connsiteY22" fmla="*/ 134007 h 152377"/>
                    <a:gd name="connsiteX23" fmla="*/ 4482 w 103079"/>
                    <a:gd name="connsiteY23" fmla="*/ 131319 h 152377"/>
                    <a:gd name="connsiteX24" fmla="*/ 36750 w 103079"/>
                    <a:gd name="connsiteY24" fmla="*/ 98154 h 152377"/>
                    <a:gd name="connsiteX25" fmla="*/ 57366 w 103079"/>
                    <a:gd name="connsiteY25" fmla="*/ 76642 h 152377"/>
                    <a:gd name="connsiteX26" fmla="*/ 57366 w 103079"/>
                    <a:gd name="connsiteY26" fmla="*/ 75745 h 152377"/>
                    <a:gd name="connsiteX27" fmla="*/ 71707 w 103079"/>
                    <a:gd name="connsiteY27" fmla="*/ 79331 h 152377"/>
                    <a:gd name="connsiteX28" fmla="*/ 72155 w 103079"/>
                    <a:gd name="connsiteY28" fmla="*/ 79331 h 152377"/>
                    <a:gd name="connsiteX29" fmla="*/ 85601 w 103079"/>
                    <a:gd name="connsiteY29" fmla="*/ 76642 h 152377"/>
                    <a:gd name="connsiteX30" fmla="*/ 85601 w 103079"/>
                    <a:gd name="connsiteY30" fmla="*/ 77090 h 152377"/>
                    <a:gd name="connsiteX31" fmla="*/ 97701 w 103079"/>
                    <a:gd name="connsiteY31" fmla="*/ 96361 h 152377"/>
                    <a:gd name="connsiteX32" fmla="*/ 98597 w 103079"/>
                    <a:gd name="connsiteY32" fmla="*/ 96361 h 152377"/>
                    <a:gd name="connsiteX33" fmla="*/ 99942 w 103079"/>
                    <a:gd name="connsiteY33" fmla="*/ 95017 h 152377"/>
                    <a:gd name="connsiteX34" fmla="*/ 71259 w 103079"/>
                    <a:gd name="connsiteY34" fmla="*/ 74849 h 152377"/>
                    <a:gd name="connsiteX35" fmla="*/ 71259 w 103079"/>
                    <a:gd name="connsiteY35" fmla="*/ 74849 h 152377"/>
                    <a:gd name="connsiteX36" fmla="*/ 71259 w 103079"/>
                    <a:gd name="connsiteY36" fmla="*/ 74849 h 152377"/>
                    <a:gd name="connsiteX37" fmla="*/ 52436 w 103079"/>
                    <a:gd name="connsiteY37" fmla="*/ 67230 h 152377"/>
                    <a:gd name="connsiteX38" fmla="*/ 43024 w 103079"/>
                    <a:gd name="connsiteY38" fmla="*/ 41236 h 152377"/>
                    <a:gd name="connsiteX39" fmla="*/ 43024 w 103079"/>
                    <a:gd name="connsiteY39" fmla="*/ 39892 h 152377"/>
                    <a:gd name="connsiteX40" fmla="*/ 43024 w 103079"/>
                    <a:gd name="connsiteY40" fmla="*/ 23758 h 152377"/>
                    <a:gd name="connsiteX41" fmla="*/ 71259 w 103079"/>
                    <a:gd name="connsiteY41" fmla="*/ 4486 h 152377"/>
                    <a:gd name="connsiteX42" fmla="*/ 99494 w 103079"/>
                    <a:gd name="connsiteY42" fmla="*/ 23758 h 152377"/>
                    <a:gd name="connsiteX43" fmla="*/ 99494 w 103079"/>
                    <a:gd name="connsiteY43" fmla="*/ 39892 h 152377"/>
                    <a:gd name="connsiteX44" fmla="*/ 99046 w 103079"/>
                    <a:gd name="connsiteY44" fmla="*/ 42581 h 152377"/>
                    <a:gd name="connsiteX45" fmla="*/ 90082 w 103079"/>
                    <a:gd name="connsiteY45" fmla="*/ 67678 h 152377"/>
                    <a:gd name="connsiteX46" fmla="*/ 71259 w 103079"/>
                    <a:gd name="connsiteY46" fmla="*/ 74849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079" h="152377">
                      <a:moveTo>
                        <a:pt x="99942" y="95017"/>
                      </a:moveTo>
                      <a:cubicBezTo>
                        <a:pt x="100390" y="93672"/>
                        <a:pt x="99942" y="92776"/>
                        <a:pt x="99046" y="91879"/>
                      </a:cubicBezTo>
                      <a:cubicBezTo>
                        <a:pt x="93219" y="89190"/>
                        <a:pt x="89634" y="83364"/>
                        <a:pt x="89634" y="76642"/>
                      </a:cubicBezTo>
                      <a:cubicBezTo>
                        <a:pt x="89634" y="75745"/>
                        <a:pt x="89634" y="74401"/>
                        <a:pt x="90082" y="73504"/>
                      </a:cubicBezTo>
                      <a:cubicBezTo>
                        <a:pt x="91427" y="72608"/>
                        <a:pt x="92323" y="71712"/>
                        <a:pt x="93668" y="70367"/>
                      </a:cubicBezTo>
                      <a:cubicBezTo>
                        <a:pt x="100838" y="62300"/>
                        <a:pt x="102183" y="51096"/>
                        <a:pt x="103527" y="43029"/>
                      </a:cubicBezTo>
                      <a:lnTo>
                        <a:pt x="103975" y="40340"/>
                      </a:lnTo>
                      <a:cubicBezTo>
                        <a:pt x="105768" y="30928"/>
                        <a:pt x="103975" y="22861"/>
                        <a:pt x="103975" y="22861"/>
                      </a:cubicBezTo>
                      <a:cubicBezTo>
                        <a:pt x="99046" y="-892"/>
                        <a:pt x="71259" y="4"/>
                        <a:pt x="71259" y="4"/>
                      </a:cubicBezTo>
                      <a:cubicBezTo>
                        <a:pt x="70811" y="4"/>
                        <a:pt x="43472" y="-444"/>
                        <a:pt x="38991" y="22861"/>
                      </a:cubicBezTo>
                      <a:cubicBezTo>
                        <a:pt x="38991" y="23309"/>
                        <a:pt x="37198" y="30928"/>
                        <a:pt x="38991" y="40340"/>
                      </a:cubicBezTo>
                      <a:lnTo>
                        <a:pt x="38991" y="41684"/>
                      </a:lnTo>
                      <a:cubicBezTo>
                        <a:pt x="40335" y="50200"/>
                        <a:pt x="42128" y="61404"/>
                        <a:pt x="49747" y="69919"/>
                      </a:cubicBezTo>
                      <a:cubicBezTo>
                        <a:pt x="50643" y="70816"/>
                        <a:pt x="51540" y="71712"/>
                        <a:pt x="52436" y="72608"/>
                      </a:cubicBezTo>
                      <a:cubicBezTo>
                        <a:pt x="52884" y="73953"/>
                        <a:pt x="52884" y="75297"/>
                        <a:pt x="52884" y="76642"/>
                      </a:cubicBezTo>
                      <a:cubicBezTo>
                        <a:pt x="52884" y="86053"/>
                        <a:pt x="45713" y="93672"/>
                        <a:pt x="36750" y="93672"/>
                      </a:cubicBezTo>
                      <a:cubicBezTo>
                        <a:pt x="16582" y="93672"/>
                        <a:pt x="448" y="110254"/>
                        <a:pt x="0" y="131319"/>
                      </a:cubicBezTo>
                      <a:lnTo>
                        <a:pt x="0" y="134007"/>
                      </a:lnTo>
                      <a:cubicBezTo>
                        <a:pt x="0" y="139386"/>
                        <a:pt x="0" y="145212"/>
                        <a:pt x="0" y="150141"/>
                      </a:cubicBezTo>
                      <a:cubicBezTo>
                        <a:pt x="0" y="151486"/>
                        <a:pt x="896" y="152382"/>
                        <a:pt x="2241" y="152382"/>
                      </a:cubicBezTo>
                      <a:cubicBezTo>
                        <a:pt x="2241" y="152382"/>
                        <a:pt x="2241" y="152382"/>
                        <a:pt x="2241" y="152382"/>
                      </a:cubicBezTo>
                      <a:cubicBezTo>
                        <a:pt x="3585" y="152382"/>
                        <a:pt x="4482" y="151486"/>
                        <a:pt x="4482" y="150141"/>
                      </a:cubicBezTo>
                      <a:cubicBezTo>
                        <a:pt x="4482" y="144764"/>
                        <a:pt x="4482" y="138937"/>
                        <a:pt x="4482" y="134007"/>
                      </a:cubicBezTo>
                      <a:lnTo>
                        <a:pt x="4482" y="131319"/>
                      </a:lnTo>
                      <a:cubicBezTo>
                        <a:pt x="4930" y="112943"/>
                        <a:pt x="19271" y="98154"/>
                        <a:pt x="36750" y="98154"/>
                      </a:cubicBezTo>
                      <a:cubicBezTo>
                        <a:pt x="47954" y="98154"/>
                        <a:pt x="57366" y="88742"/>
                        <a:pt x="57366" y="76642"/>
                      </a:cubicBezTo>
                      <a:cubicBezTo>
                        <a:pt x="57366" y="76193"/>
                        <a:pt x="57366" y="76193"/>
                        <a:pt x="57366" y="75745"/>
                      </a:cubicBezTo>
                      <a:cubicBezTo>
                        <a:pt x="64088" y="78883"/>
                        <a:pt x="70811" y="79331"/>
                        <a:pt x="71707" y="79331"/>
                      </a:cubicBezTo>
                      <a:cubicBezTo>
                        <a:pt x="71707" y="79331"/>
                        <a:pt x="71707" y="79331"/>
                        <a:pt x="72155" y="79331"/>
                      </a:cubicBezTo>
                      <a:cubicBezTo>
                        <a:pt x="73948" y="79331"/>
                        <a:pt x="79774" y="78883"/>
                        <a:pt x="85601" y="76642"/>
                      </a:cubicBezTo>
                      <a:cubicBezTo>
                        <a:pt x="85601" y="76642"/>
                        <a:pt x="85601" y="76642"/>
                        <a:pt x="85601" y="77090"/>
                      </a:cubicBezTo>
                      <a:cubicBezTo>
                        <a:pt x="85601" y="85605"/>
                        <a:pt x="90530" y="93224"/>
                        <a:pt x="97701" y="96361"/>
                      </a:cubicBezTo>
                      <a:cubicBezTo>
                        <a:pt x="98149" y="96361"/>
                        <a:pt x="98149" y="96361"/>
                        <a:pt x="98597" y="96361"/>
                      </a:cubicBezTo>
                      <a:cubicBezTo>
                        <a:pt x="98597" y="96361"/>
                        <a:pt x="99494" y="95913"/>
                        <a:pt x="99942" y="95017"/>
                      </a:cubicBezTo>
                      <a:close/>
                      <a:moveTo>
                        <a:pt x="71259" y="74849"/>
                      </a:moveTo>
                      <a:cubicBezTo>
                        <a:pt x="70811" y="74849"/>
                        <a:pt x="71259" y="74849"/>
                        <a:pt x="71259" y="74849"/>
                      </a:cubicBezTo>
                      <a:cubicBezTo>
                        <a:pt x="71259" y="74849"/>
                        <a:pt x="71259" y="74849"/>
                        <a:pt x="71259" y="74849"/>
                      </a:cubicBezTo>
                      <a:cubicBezTo>
                        <a:pt x="70811" y="74849"/>
                        <a:pt x="58710" y="74849"/>
                        <a:pt x="52436" y="67230"/>
                      </a:cubicBezTo>
                      <a:cubicBezTo>
                        <a:pt x="45713" y="59611"/>
                        <a:pt x="43921" y="48855"/>
                        <a:pt x="43024" y="41236"/>
                      </a:cubicBezTo>
                      <a:lnTo>
                        <a:pt x="43024" y="39892"/>
                      </a:lnTo>
                      <a:cubicBezTo>
                        <a:pt x="41680" y="31376"/>
                        <a:pt x="43024" y="23758"/>
                        <a:pt x="43024" y="23758"/>
                      </a:cubicBezTo>
                      <a:cubicBezTo>
                        <a:pt x="47058" y="4038"/>
                        <a:pt x="69915" y="4486"/>
                        <a:pt x="71259" y="4486"/>
                      </a:cubicBezTo>
                      <a:cubicBezTo>
                        <a:pt x="71707" y="4486"/>
                        <a:pt x="95460" y="3590"/>
                        <a:pt x="99494" y="23758"/>
                      </a:cubicBezTo>
                      <a:cubicBezTo>
                        <a:pt x="99494" y="23758"/>
                        <a:pt x="100838" y="30928"/>
                        <a:pt x="99494" y="39892"/>
                      </a:cubicBezTo>
                      <a:lnTo>
                        <a:pt x="99046" y="42581"/>
                      </a:lnTo>
                      <a:cubicBezTo>
                        <a:pt x="97701" y="50648"/>
                        <a:pt x="96357" y="60507"/>
                        <a:pt x="90082" y="67678"/>
                      </a:cubicBezTo>
                      <a:cubicBezTo>
                        <a:pt x="83360" y="74401"/>
                        <a:pt x="73052" y="74849"/>
                        <a:pt x="71259" y="7484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04" name="Group 2613">
                <a:extLst>
                  <a:ext uri="{FF2B5EF4-FFF2-40B4-BE49-F238E27FC236}">
                    <a16:creationId xmlns:a16="http://schemas.microsoft.com/office/drawing/2014/main" id="{D958DB6F-84F7-84D4-8E8E-B31CD96BE9D2}"/>
                  </a:ext>
                  <a:ext uri="{C183D7F6-B498-43B3-948B-1728B52AA6E4}">
                    <adec:decorative xmlns:adec="http://schemas.microsoft.com/office/drawing/2017/decorative" val="1"/>
                  </a:ext>
                </a:extLst>
              </p:cNvPr>
              <p:cNvGrpSpPr>
                <a:grpSpLocks noChangeAspect="1"/>
              </p:cNvGrpSpPr>
              <p:nvPr/>
            </p:nvGrpSpPr>
            <p:grpSpPr>
              <a:xfrm>
                <a:off x="9050777" y="5213478"/>
                <a:ext cx="150585" cy="152378"/>
                <a:chOff x="9107277" y="3157787"/>
                <a:chExt cx="150585" cy="152378"/>
              </a:xfrm>
            </p:grpSpPr>
            <p:sp>
              <p:nvSpPr>
                <p:cNvPr id="1605" name="Freeform: Shape 2681">
                  <a:extLst>
                    <a:ext uri="{FF2B5EF4-FFF2-40B4-BE49-F238E27FC236}">
                      <a16:creationId xmlns:a16="http://schemas.microsoft.com/office/drawing/2014/main" id="{D9216939-E31C-6795-ED74-18E87998E6C7}"/>
                    </a:ext>
                  </a:extLst>
                </p:cNvPr>
                <p:cNvSpPr/>
                <p:nvPr/>
              </p:nvSpPr>
              <p:spPr>
                <a:xfrm>
                  <a:off x="9195118" y="3245633"/>
                  <a:ext cx="62744" cy="62744"/>
                </a:xfrm>
                <a:custGeom>
                  <a:avLst/>
                  <a:gdLst>
                    <a:gd name="connsiteX0" fmla="*/ 63640 w 62743"/>
                    <a:gd name="connsiteY0" fmla="*/ 60503 h 62743"/>
                    <a:gd name="connsiteX1" fmla="*/ 50195 w 62743"/>
                    <a:gd name="connsiteY1" fmla="*/ 47058 h 62743"/>
                    <a:gd name="connsiteX2" fmla="*/ 49747 w 62743"/>
                    <a:gd name="connsiteY2" fmla="*/ 46610 h 62743"/>
                    <a:gd name="connsiteX3" fmla="*/ 56469 w 62743"/>
                    <a:gd name="connsiteY3" fmla="*/ 28235 h 62743"/>
                    <a:gd name="connsiteX4" fmla="*/ 28235 w 62743"/>
                    <a:gd name="connsiteY4" fmla="*/ 0 h 62743"/>
                    <a:gd name="connsiteX5" fmla="*/ 0 w 62743"/>
                    <a:gd name="connsiteY5" fmla="*/ 28235 h 62743"/>
                    <a:gd name="connsiteX6" fmla="*/ 28235 w 62743"/>
                    <a:gd name="connsiteY6" fmla="*/ 56469 h 62743"/>
                    <a:gd name="connsiteX7" fmla="*/ 46610 w 62743"/>
                    <a:gd name="connsiteY7" fmla="*/ 49747 h 62743"/>
                    <a:gd name="connsiteX8" fmla="*/ 47058 w 62743"/>
                    <a:gd name="connsiteY8" fmla="*/ 50195 h 62743"/>
                    <a:gd name="connsiteX9" fmla="*/ 60503 w 62743"/>
                    <a:gd name="connsiteY9" fmla="*/ 63640 h 62743"/>
                    <a:gd name="connsiteX10" fmla="*/ 62295 w 62743"/>
                    <a:gd name="connsiteY10" fmla="*/ 64088 h 62743"/>
                    <a:gd name="connsiteX11" fmla="*/ 64088 w 62743"/>
                    <a:gd name="connsiteY11" fmla="*/ 63640 h 62743"/>
                    <a:gd name="connsiteX12" fmla="*/ 63640 w 62743"/>
                    <a:gd name="connsiteY12" fmla="*/ 60503 h 62743"/>
                    <a:gd name="connsiteX13" fmla="*/ 28683 w 62743"/>
                    <a:gd name="connsiteY13" fmla="*/ 52436 h 62743"/>
                    <a:gd name="connsiteX14" fmla="*/ 4930 w 62743"/>
                    <a:gd name="connsiteY14" fmla="*/ 28683 h 62743"/>
                    <a:gd name="connsiteX15" fmla="*/ 28683 w 62743"/>
                    <a:gd name="connsiteY15" fmla="*/ 4930 h 62743"/>
                    <a:gd name="connsiteX16" fmla="*/ 52436 w 62743"/>
                    <a:gd name="connsiteY16" fmla="*/ 28683 h 62743"/>
                    <a:gd name="connsiteX17" fmla="*/ 28683 w 62743"/>
                    <a:gd name="connsiteY17" fmla="*/ 52436 h 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743" h="62743">
                      <a:moveTo>
                        <a:pt x="63640" y="60503"/>
                      </a:moveTo>
                      <a:lnTo>
                        <a:pt x="50195" y="47058"/>
                      </a:lnTo>
                      <a:cubicBezTo>
                        <a:pt x="50195" y="47058"/>
                        <a:pt x="49747" y="47058"/>
                        <a:pt x="49747" y="46610"/>
                      </a:cubicBezTo>
                      <a:cubicBezTo>
                        <a:pt x="53780" y="41680"/>
                        <a:pt x="56469" y="35406"/>
                        <a:pt x="56469" y="28235"/>
                      </a:cubicBezTo>
                      <a:cubicBezTo>
                        <a:pt x="56469" y="12549"/>
                        <a:pt x="43921" y="0"/>
                        <a:pt x="28235" y="0"/>
                      </a:cubicBezTo>
                      <a:cubicBezTo>
                        <a:pt x="12549" y="0"/>
                        <a:pt x="0" y="12549"/>
                        <a:pt x="0" y="28235"/>
                      </a:cubicBezTo>
                      <a:cubicBezTo>
                        <a:pt x="0" y="43921"/>
                        <a:pt x="12549" y="56469"/>
                        <a:pt x="28235" y="56469"/>
                      </a:cubicBezTo>
                      <a:cubicBezTo>
                        <a:pt x="35405" y="56469"/>
                        <a:pt x="41680" y="53780"/>
                        <a:pt x="46610" y="49747"/>
                      </a:cubicBezTo>
                      <a:cubicBezTo>
                        <a:pt x="46610" y="49747"/>
                        <a:pt x="46610" y="50195"/>
                        <a:pt x="47058" y="50195"/>
                      </a:cubicBezTo>
                      <a:lnTo>
                        <a:pt x="60503" y="63640"/>
                      </a:lnTo>
                      <a:cubicBezTo>
                        <a:pt x="60951" y="64088"/>
                        <a:pt x="61399" y="64088"/>
                        <a:pt x="62295" y="64088"/>
                      </a:cubicBezTo>
                      <a:cubicBezTo>
                        <a:pt x="63192" y="64088"/>
                        <a:pt x="63640" y="64088"/>
                        <a:pt x="64088" y="63640"/>
                      </a:cubicBezTo>
                      <a:cubicBezTo>
                        <a:pt x="64536" y="62744"/>
                        <a:pt x="64536" y="61399"/>
                        <a:pt x="63640" y="60503"/>
                      </a:cubicBezTo>
                      <a:close/>
                      <a:moveTo>
                        <a:pt x="28683" y="52436"/>
                      </a:moveTo>
                      <a:cubicBezTo>
                        <a:pt x="15686" y="52436"/>
                        <a:pt x="4930" y="41680"/>
                        <a:pt x="4930" y="28683"/>
                      </a:cubicBezTo>
                      <a:cubicBezTo>
                        <a:pt x="4930" y="15686"/>
                        <a:pt x="15686" y="4930"/>
                        <a:pt x="28683" y="4930"/>
                      </a:cubicBezTo>
                      <a:cubicBezTo>
                        <a:pt x="41680" y="4930"/>
                        <a:pt x="52436" y="15686"/>
                        <a:pt x="52436" y="28683"/>
                      </a:cubicBezTo>
                      <a:cubicBezTo>
                        <a:pt x="52436" y="41680"/>
                        <a:pt x="41680" y="52436"/>
                        <a:pt x="28683" y="5243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06" name="Freeform: Shape 2682">
                  <a:extLst>
                    <a:ext uri="{FF2B5EF4-FFF2-40B4-BE49-F238E27FC236}">
                      <a16:creationId xmlns:a16="http://schemas.microsoft.com/office/drawing/2014/main" id="{24ED3DE7-FB27-BE95-A965-7D731A52E5B0}"/>
                    </a:ext>
                  </a:extLst>
                </p:cNvPr>
                <p:cNvSpPr/>
                <p:nvPr/>
              </p:nvSpPr>
              <p:spPr>
                <a:xfrm>
                  <a:off x="9107277" y="3157787"/>
                  <a:ext cx="103079" cy="152378"/>
                </a:xfrm>
                <a:custGeom>
                  <a:avLst/>
                  <a:gdLst>
                    <a:gd name="connsiteX0" fmla="*/ 89186 w 103079"/>
                    <a:gd name="connsiteY0" fmla="*/ 89190 h 152377"/>
                    <a:gd name="connsiteX1" fmla="*/ 90978 w 103079"/>
                    <a:gd name="connsiteY1" fmla="*/ 90087 h 152377"/>
                    <a:gd name="connsiteX2" fmla="*/ 92323 w 103079"/>
                    <a:gd name="connsiteY2" fmla="*/ 89638 h 152377"/>
                    <a:gd name="connsiteX3" fmla="*/ 92771 w 103079"/>
                    <a:gd name="connsiteY3" fmla="*/ 86501 h 152377"/>
                    <a:gd name="connsiteX4" fmla="*/ 89634 w 103079"/>
                    <a:gd name="connsiteY4" fmla="*/ 76641 h 152377"/>
                    <a:gd name="connsiteX5" fmla="*/ 90082 w 103079"/>
                    <a:gd name="connsiteY5" fmla="*/ 73504 h 152377"/>
                    <a:gd name="connsiteX6" fmla="*/ 93668 w 103079"/>
                    <a:gd name="connsiteY6" fmla="*/ 70367 h 152377"/>
                    <a:gd name="connsiteX7" fmla="*/ 103527 w 103079"/>
                    <a:gd name="connsiteY7" fmla="*/ 43029 h 152377"/>
                    <a:gd name="connsiteX8" fmla="*/ 103976 w 103079"/>
                    <a:gd name="connsiteY8" fmla="*/ 40340 h 152377"/>
                    <a:gd name="connsiteX9" fmla="*/ 103976 w 103079"/>
                    <a:gd name="connsiteY9" fmla="*/ 22861 h 152377"/>
                    <a:gd name="connsiteX10" fmla="*/ 71259 w 103079"/>
                    <a:gd name="connsiteY10" fmla="*/ 4 h 152377"/>
                    <a:gd name="connsiteX11" fmla="*/ 38991 w 103079"/>
                    <a:gd name="connsiteY11" fmla="*/ 22861 h 152377"/>
                    <a:gd name="connsiteX12" fmla="*/ 38991 w 103079"/>
                    <a:gd name="connsiteY12" fmla="*/ 40340 h 152377"/>
                    <a:gd name="connsiteX13" fmla="*/ 38991 w 103079"/>
                    <a:gd name="connsiteY13" fmla="*/ 41684 h 152377"/>
                    <a:gd name="connsiteX14" fmla="*/ 49747 w 103079"/>
                    <a:gd name="connsiteY14" fmla="*/ 69919 h 152377"/>
                    <a:gd name="connsiteX15" fmla="*/ 52436 w 103079"/>
                    <a:gd name="connsiteY15" fmla="*/ 72608 h 152377"/>
                    <a:gd name="connsiteX16" fmla="*/ 52884 w 103079"/>
                    <a:gd name="connsiteY16" fmla="*/ 76641 h 152377"/>
                    <a:gd name="connsiteX17" fmla="*/ 36750 w 103079"/>
                    <a:gd name="connsiteY17" fmla="*/ 93672 h 152377"/>
                    <a:gd name="connsiteX18" fmla="*/ 0 w 103079"/>
                    <a:gd name="connsiteY18" fmla="*/ 131318 h 152377"/>
                    <a:gd name="connsiteX19" fmla="*/ 0 w 103079"/>
                    <a:gd name="connsiteY19" fmla="*/ 138489 h 152377"/>
                    <a:gd name="connsiteX20" fmla="*/ 0 w 103079"/>
                    <a:gd name="connsiteY20" fmla="*/ 150590 h 152377"/>
                    <a:gd name="connsiteX21" fmla="*/ 2241 w 103079"/>
                    <a:gd name="connsiteY21" fmla="*/ 152830 h 152377"/>
                    <a:gd name="connsiteX22" fmla="*/ 2241 w 103079"/>
                    <a:gd name="connsiteY22" fmla="*/ 152830 h 152377"/>
                    <a:gd name="connsiteX23" fmla="*/ 4482 w 103079"/>
                    <a:gd name="connsiteY23" fmla="*/ 150590 h 152377"/>
                    <a:gd name="connsiteX24" fmla="*/ 4482 w 103079"/>
                    <a:gd name="connsiteY24" fmla="*/ 138489 h 152377"/>
                    <a:gd name="connsiteX25" fmla="*/ 4482 w 103079"/>
                    <a:gd name="connsiteY25" fmla="*/ 131766 h 152377"/>
                    <a:gd name="connsiteX26" fmla="*/ 36750 w 103079"/>
                    <a:gd name="connsiteY26" fmla="*/ 98602 h 152377"/>
                    <a:gd name="connsiteX27" fmla="*/ 57366 w 103079"/>
                    <a:gd name="connsiteY27" fmla="*/ 77090 h 152377"/>
                    <a:gd name="connsiteX28" fmla="*/ 57366 w 103079"/>
                    <a:gd name="connsiteY28" fmla="*/ 76193 h 152377"/>
                    <a:gd name="connsiteX29" fmla="*/ 71707 w 103079"/>
                    <a:gd name="connsiteY29" fmla="*/ 79779 h 152377"/>
                    <a:gd name="connsiteX30" fmla="*/ 72156 w 103079"/>
                    <a:gd name="connsiteY30" fmla="*/ 79779 h 152377"/>
                    <a:gd name="connsiteX31" fmla="*/ 85601 w 103079"/>
                    <a:gd name="connsiteY31" fmla="*/ 77090 h 152377"/>
                    <a:gd name="connsiteX32" fmla="*/ 85601 w 103079"/>
                    <a:gd name="connsiteY32" fmla="*/ 77538 h 152377"/>
                    <a:gd name="connsiteX33" fmla="*/ 89186 w 103079"/>
                    <a:gd name="connsiteY33" fmla="*/ 89190 h 152377"/>
                    <a:gd name="connsiteX34" fmla="*/ 71707 w 103079"/>
                    <a:gd name="connsiteY34" fmla="*/ 74849 h 152377"/>
                    <a:gd name="connsiteX35" fmla="*/ 71707 w 103079"/>
                    <a:gd name="connsiteY35" fmla="*/ 74849 h 152377"/>
                    <a:gd name="connsiteX36" fmla="*/ 71707 w 103079"/>
                    <a:gd name="connsiteY36" fmla="*/ 74849 h 152377"/>
                    <a:gd name="connsiteX37" fmla="*/ 52884 w 103079"/>
                    <a:gd name="connsiteY37" fmla="*/ 67230 h 152377"/>
                    <a:gd name="connsiteX38" fmla="*/ 43473 w 103079"/>
                    <a:gd name="connsiteY38" fmla="*/ 41236 h 152377"/>
                    <a:gd name="connsiteX39" fmla="*/ 43473 w 103079"/>
                    <a:gd name="connsiteY39" fmla="*/ 39892 h 152377"/>
                    <a:gd name="connsiteX40" fmla="*/ 43473 w 103079"/>
                    <a:gd name="connsiteY40" fmla="*/ 23757 h 152377"/>
                    <a:gd name="connsiteX41" fmla="*/ 71707 w 103079"/>
                    <a:gd name="connsiteY41" fmla="*/ 4486 h 152377"/>
                    <a:gd name="connsiteX42" fmla="*/ 99942 w 103079"/>
                    <a:gd name="connsiteY42" fmla="*/ 23757 h 152377"/>
                    <a:gd name="connsiteX43" fmla="*/ 99942 w 103079"/>
                    <a:gd name="connsiteY43" fmla="*/ 39892 h 152377"/>
                    <a:gd name="connsiteX44" fmla="*/ 99494 w 103079"/>
                    <a:gd name="connsiteY44" fmla="*/ 42581 h 152377"/>
                    <a:gd name="connsiteX45" fmla="*/ 90530 w 103079"/>
                    <a:gd name="connsiteY45" fmla="*/ 67678 h 152377"/>
                    <a:gd name="connsiteX46" fmla="*/ 71707 w 103079"/>
                    <a:gd name="connsiteY46" fmla="*/ 74849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079" h="152377">
                      <a:moveTo>
                        <a:pt x="89186" y="89190"/>
                      </a:moveTo>
                      <a:cubicBezTo>
                        <a:pt x="89634" y="89638"/>
                        <a:pt x="90530" y="90087"/>
                        <a:pt x="90978" y="90087"/>
                      </a:cubicBezTo>
                      <a:cubicBezTo>
                        <a:pt x="91427" y="90087"/>
                        <a:pt x="91875" y="90087"/>
                        <a:pt x="92323" y="89638"/>
                      </a:cubicBezTo>
                      <a:cubicBezTo>
                        <a:pt x="93219" y="88742"/>
                        <a:pt x="93668" y="87398"/>
                        <a:pt x="92771" y="86501"/>
                      </a:cubicBezTo>
                      <a:cubicBezTo>
                        <a:pt x="90530" y="83812"/>
                        <a:pt x="89634" y="80227"/>
                        <a:pt x="89634" y="76641"/>
                      </a:cubicBezTo>
                      <a:cubicBezTo>
                        <a:pt x="89634" y="75745"/>
                        <a:pt x="89634" y="74401"/>
                        <a:pt x="90082" y="73504"/>
                      </a:cubicBezTo>
                      <a:cubicBezTo>
                        <a:pt x="91427" y="72608"/>
                        <a:pt x="92323" y="71712"/>
                        <a:pt x="93668" y="70367"/>
                      </a:cubicBezTo>
                      <a:cubicBezTo>
                        <a:pt x="100838" y="62300"/>
                        <a:pt x="102183" y="51096"/>
                        <a:pt x="103527" y="43029"/>
                      </a:cubicBezTo>
                      <a:lnTo>
                        <a:pt x="103976" y="40340"/>
                      </a:lnTo>
                      <a:cubicBezTo>
                        <a:pt x="105768" y="30928"/>
                        <a:pt x="103976" y="22861"/>
                        <a:pt x="103976" y="22861"/>
                      </a:cubicBezTo>
                      <a:cubicBezTo>
                        <a:pt x="99046" y="-892"/>
                        <a:pt x="71259" y="4"/>
                        <a:pt x="71259" y="4"/>
                      </a:cubicBezTo>
                      <a:cubicBezTo>
                        <a:pt x="70811" y="4"/>
                        <a:pt x="43473" y="-444"/>
                        <a:pt x="38991" y="22861"/>
                      </a:cubicBezTo>
                      <a:cubicBezTo>
                        <a:pt x="38991" y="23309"/>
                        <a:pt x="37198" y="30928"/>
                        <a:pt x="38991" y="40340"/>
                      </a:cubicBezTo>
                      <a:lnTo>
                        <a:pt x="38991" y="41684"/>
                      </a:lnTo>
                      <a:cubicBezTo>
                        <a:pt x="40335" y="50199"/>
                        <a:pt x="42128" y="61404"/>
                        <a:pt x="49747" y="69919"/>
                      </a:cubicBezTo>
                      <a:cubicBezTo>
                        <a:pt x="50643" y="70815"/>
                        <a:pt x="51540" y="71712"/>
                        <a:pt x="52436" y="72608"/>
                      </a:cubicBezTo>
                      <a:cubicBezTo>
                        <a:pt x="52884" y="73953"/>
                        <a:pt x="52884" y="75297"/>
                        <a:pt x="52884" y="76641"/>
                      </a:cubicBezTo>
                      <a:cubicBezTo>
                        <a:pt x="52884" y="86053"/>
                        <a:pt x="45713" y="93672"/>
                        <a:pt x="36750" y="93672"/>
                      </a:cubicBezTo>
                      <a:cubicBezTo>
                        <a:pt x="16582" y="93672"/>
                        <a:pt x="448" y="110254"/>
                        <a:pt x="0" y="131318"/>
                      </a:cubicBezTo>
                      <a:lnTo>
                        <a:pt x="0" y="138489"/>
                      </a:lnTo>
                      <a:lnTo>
                        <a:pt x="0" y="150590"/>
                      </a:lnTo>
                      <a:cubicBezTo>
                        <a:pt x="0" y="151934"/>
                        <a:pt x="896" y="152830"/>
                        <a:pt x="2241" y="152830"/>
                      </a:cubicBezTo>
                      <a:cubicBezTo>
                        <a:pt x="2241" y="152830"/>
                        <a:pt x="2241" y="152830"/>
                        <a:pt x="2241" y="152830"/>
                      </a:cubicBezTo>
                      <a:cubicBezTo>
                        <a:pt x="3585" y="152830"/>
                        <a:pt x="4482" y="151934"/>
                        <a:pt x="4482" y="150590"/>
                      </a:cubicBezTo>
                      <a:lnTo>
                        <a:pt x="4482" y="138489"/>
                      </a:lnTo>
                      <a:lnTo>
                        <a:pt x="4482" y="131766"/>
                      </a:lnTo>
                      <a:cubicBezTo>
                        <a:pt x="4930" y="113391"/>
                        <a:pt x="19271" y="98602"/>
                        <a:pt x="36750" y="98602"/>
                      </a:cubicBezTo>
                      <a:cubicBezTo>
                        <a:pt x="47954" y="98602"/>
                        <a:pt x="57366" y="89190"/>
                        <a:pt x="57366" y="77090"/>
                      </a:cubicBezTo>
                      <a:cubicBezTo>
                        <a:pt x="57366" y="76641"/>
                        <a:pt x="57366" y="76641"/>
                        <a:pt x="57366" y="76193"/>
                      </a:cubicBezTo>
                      <a:cubicBezTo>
                        <a:pt x="64088" y="79330"/>
                        <a:pt x="70811" y="79779"/>
                        <a:pt x="71707" y="79779"/>
                      </a:cubicBezTo>
                      <a:cubicBezTo>
                        <a:pt x="71707" y="79779"/>
                        <a:pt x="71707" y="79779"/>
                        <a:pt x="72156" y="79779"/>
                      </a:cubicBezTo>
                      <a:cubicBezTo>
                        <a:pt x="73948" y="79779"/>
                        <a:pt x="79774" y="79330"/>
                        <a:pt x="85601" y="77090"/>
                      </a:cubicBezTo>
                      <a:cubicBezTo>
                        <a:pt x="85601" y="77090"/>
                        <a:pt x="85601" y="77090"/>
                        <a:pt x="85601" y="77538"/>
                      </a:cubicBezTo>
                      <a:cubicBezTo>
                        <a:pt x="85152" y="81123"/>
                        <a:pt x="86497" y="85605"/>
                        <a:pt x="89186" y="89190"/>
                      </a:cubicBezTo>
                      <a:close/>
                      <a:moveTo>
                        <a:pt x="71707" y="74849"/>
                      </a:moveTo>
                      <a:cubicBezTo>
                        <a:pt x="71259" y="74849"/>
                        <a:pt x="71259" y="74849"/>
                        <a:pt x="71707" y="74849"/>
                      </a:cubicBezTo>
                      <a:lnTo>
                        <a:pt x="71707" y="74849"/>
                      </a:lnTo>
                      <a:cubicBezTo>
                        <a:pt x="71259" y="74849"/>
                        <a:pt x="59159" y="74849"/>
                        <a:pt x="52884" y="67230"/>
                      </a:cubicBezTo>
                      <a:cubicBezTo>
                        <a:pt x="46161" y="59611"/>
                        <a:pt x="44369" y="48855"/>
                        <a:pt x="43473" y="41236"/>
                      </a:cubicBezTo>
                      <a:lnTo>
                        <a:pt x="43473" y="39892"/>
                      </a:lnTo>
                      <a:cubicBezTo>
                        <a:pt x="42128" y="31376"/>
                        <a:pt x="43473" y="23757"/>
                        <a:pt x="43473" y="23757"/>
                      </a:cubicBezTo>
                      <a:cubicBezTo>
                        <a:pt x="47506" y="4038"/>
                        <a:pt x="70363" y="4486"/>
                        <a:pt x="71707" y="4486"/>
                      </a:cubicBezTo>
                      <a:cubicBezTo>
                        <a:pt x="72604" y="4486"/>
                        <a:pt x="95909" y="4038"/>
                        <a:pt x="99942" y="23757"/>
                      </a:cubicBezTo>
                      <a:cubicBezTo>
                        <a:pt x="99942" y="23757"/>
                        <a:pt x="101287" y="30928"/>
                        <a:pt x="99942" y="39892"/>
                      </a:cubicBezTo>
                      <a:lnTo>
                        <a:pt x="99494" y="42581"/>
                      </a:lnTo>
                      <a:cubicBezTo>
                        <a:pt x="98149" y="50648"/>
                        <a:pt x="96805" y="60507"/>
                        <a:pt x="90530" y="67678"/>
                      </a:cubicBezTo>
                      <a:cubicBezTo>
                        <a:pt x="83808" y="74401"/>
                        <a:pt x="73500" y="74849"/>
                        <a:pt x="71707" y="7484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07" name="Group 2614">
                <a:extLst>
                  <a:ext uri="{FF2B5EF4-FFF2-40B4-BE49-F238E27FC236}">
                    <a16:creationId xmlns:a16="http://schemas.microsoft.com/office/drawing/2014/main" id="{0402040E-21EE-5085-36D0-9421EF57D7BB}"/>
                  </a:ext>
                  <a:ext uri="{C183D7F6-B498-43B3-948B-1728B52AA6E4}">
                    <adec:decorative xmlns:adec="http://schemas.microsoft.com/office/drawing/2017/decorative" val="1"/>
                  </a:ext>
                </a:extLst>
              </p:cNvPr>
              <p:cNvGrpSpPr>
                <a:grpSpLocks noChangeAspect="1"/>
              </p:cNvGrpSpPr>
              <p:nvPr/>
            </p:nvGrpSpPr>
            <p:grpSpPr>
              <a:xfrm>
                <a:off x="9321472" y="5213478"/>
                <a:ext cx="152097" cy="152550"/>
                <a:chOff x="9377972" y="3157787"/>
                <a:chExt cx="152097" cy="152550"/>
              </a:xfrm>
            </p:grpSpPr>
            <p:sp>
              <p:nvSpPr>
                <p:cNvPr id="1608" name="Freeform: Shape 2678">
                  <a:extLst>
                    <a:ext uri="{FF2B5EF4-FFF2-40B4-BE49-F238E27FC236}">
                      <a16:creationId xmlns:a16="http://schemas.microsoft.com/office/drawing/2014/main" id="{53A05935-CFE9-E112-BB68-AD486CA66D71}"/>
                    </a:ext>
                  </a:extLst>
                </p:cNvPr>
                <p:cNvSpPr/>
                <p:nvPr/>
              </p:nvSpPr>
              <p:spPr>
                <a:xfrm>
                  <a:off x="9471807" y="3252075"/>
                  <a:ext cx="58262" cy="58262"/>
                </a:xfrm>
                <a:custGeom>
                  <a:avLst/>
                  <a:gdLst>
                    <a:gd name="connsiteX0" fmla="*/ 49580 w 58262"/>
                    <a:gd name="connsiteY0" fmla="*/ 8348 h 58262"/>
                    <a:gd name="connsiteX1" fmla="*/ 8348 w 58262"/>
                    <a:gd name="connsiteY1" fmla="*/ 8796 h 58262"/>
                    <a:gd name="connsiteX2" fmla="*/ 8796 w 58262"/>
                    <a:gd name="connsiteY2" fmla="*/ 50028 h 58262"/>
                    <a:gd name="connsiteX3" fmla="*/ 29412 w 58262"/>
                    <a:gd name="connsiteY3" fmla="*/ 58543 h 58262"/>
                    <a:gd name="connsiteX4" fmla="*/ 29860 w 58262"/>
                    <a:gd name="connsiteY4" fmla="*/ 58543 h 58262"/>
                    <a:gd name="connsiteX5" fmla="*/ 50476 w 58262"/>
                    <a:gd name="connsiteY5" fmla="*/ 50028 h 58262"/>
                    <a:gd name="connsiteX6" fmla="*/ 58991 w 58262"/>
                    <a:gd name="connsiteY6" fmla="*/ 29412 h 58262"/>
                    <a:gd name="connsiteX7" fmla="*/ 49580 w 58262"/>
                    <a:gd name="connsiteY7" fmla="*/ 8348 h 58262"/>
                    <a:gd name="connsiteX8" fmla="*/ 46891 w 58262"/>
                    <a:gd name="connsiteY8" fmla="*/ 46442 h 58262"/>
                    <a:gd name="connsiteX9" fmla="*/ 11933 w 58262"/>
                    <a:gd name="connsiteY9" fmla="*/ 46891 h 58262"/>
                    <a:gd name="connsiteX10" fmla="*/ 11485 w 58262"/>
                    <a:gd name="connsiteY10" fmla="*/ 11933 h 58262"/>
                    <a:gd name="connsiteX11" fmla="*/ 46442 w 58262"/>
                    <a:gd name="connsiteY11" fmla="*/ 11485 h 58262"/>
                    <a:gd name="connsiteX12" fmla="*/ 53613 w 58262"/>
                    <a:gd name="connsiteY12" fmla="*/ 28964 h 58262"/>
                    <a:gd name="connsiteX13" fmla="*/ 46891 w 58262"/>
                    <a:gd name="connsiteY13" fmla="*/ 46442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262" h="58262">
                      <a:moveTo>
                        <a:pt x="49580" y="8348"/>
                      </a:moveTo>
                      <a:cubicBezTo>
                        <a:pt x="37927" y="-2856"/>
                        <a:pt x="19552" y="-2856"/>
                        <a:pt x="8348" y="8796"/>
                      </a:cubicBezTo>
                      <a:cubicBezTo>
                        <a:pt x="-2856" y="20449"/>
                        <a:pt x="-2856" y="38824"/>
                        <a:pt x="8796" y="50028"/>
                      </a:cubicBezTo>
                      <a:cubicBezTo>
                        <a:pt x="14174" y="55406"/>
                        <a:pt x="21345" y="58543"/>
                        <a:pt x="29412" y="58543"/>
                      </a:cubicBezTo>
                      <a:cubicBezTo>
                        <a:pt x="29412" y="58543"/>
                        <a:pt x="29412" y="58543"/>
                        <a:pt x="29860" y="58543"/>
                      </a:cubicBezTo>
                      <a:cubicBezTo>
                        <a:pt x="37479" y="58543"/>
                        <a:pt x="45098" y="55406"/>
                        <a:pt x="50476" y="50028"/>
                      </a:cubicBezTo>
                      <a:cubicBezTo>
                        <a:pt x="55854" y="44650"/>
                        <a:pt x="58991" y="37031"/>
                        <a:pt x="58991" y="29412"/>
                      </a:cubicBezTo>
                      <a:cubicBezTo>
                        <a:pt x="58991" y="21793"/>
                        <a:pt x="54958" y="13726"/>
                        <a:pt x="49580" y="8348"/>
                      </a:cubicBezTo>
                      <a:close/>
                      <a:moveTo>
                        <a:pt x="46891" y="46442"/>
                      </a:moveTo>
                      <a:cubicBezTo>
                        <a:pt x="37479" y="56302"/>
                        <a:pt x="21793" y="56302"/>
                        <a:pt x="11933" y="46891"/>
                      </a:cubicBezTo>
                      <a:cubicBezTo>
                        <a:pt x="2074" y="37479"/>
                        <a:pt x="2074" y="21793"/>
                        <a:pt x="11485" y="11933"/>
                      </a:cubicBezTo>
                      <a:cubicBezTo>
                        <a:pt x="20897" y="2074"/>
                        <a:pt x="36583" y="2074"/>
                        <a:pt x="46442" y="11485"/>
                      </a:cubicBezTo>
                      <a:cubicBezTo>
                        <a:pt x="50924" y="15967"/>
                        <a:pt x="53613" y="22241"/>
                        <a:pt x="53613" y="28964"/>
                      </a:cubicBezTo>
                      <a:cubicBezTo>
                        <a:pt x="53613" y="35238"/>
                        <a:pt x="51372" y="41513"/>
                        <a:pt x="46891" y="4644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09" name="Freeform: Shape 2679">
                  <a:extLst>
                    <a:ext uri="{FF2B5EF4-FFF2-40B4-BE49-F238E27FC236}">
                      <a16:creationId xmlns:a16="http://schemas.microsoft.com/office/drawing/2014/main" id="{CE350F03-01FB-FB26-033B-B99506408258}"/>
                    </a:ext>
                  </a:extLst>
                </p:cNvPr>
                <p:cNvSpPr/>
                <p:nvPr/>
              </p:nvSpPr>
              <p:spPr>
                <a:xfrm>
                  <a:off x="9487998" y="3268266"/>
                  <a:ext cx="22409" cy="22409"/>
                </a:xfrm>
                <a:custGeom>
                  <a:avLst/>
                  <a:gdLst>
                    <a:gd name="connsiteX0" fmla="*/ 15910 w 22408"/>
                    <a:gd name="connsiteY0" fmla="*/ 12773 h 22408"/>
                    <a:gd name="connsiteX1" fmla="*/ 24873 w 22408"/>
                    <a:gd name="connsiteY1" fmla="*/ 3810 h 22408"/>
                    <a:gd name="connsiteX2" fmla="*/ 24873 w 22408"/>
                    <a:gd name="connsiteY2" fmla="*/ 672 h 22408"/>
                    <a:gd name="connsiteX3" fmla="*/ 21736 w 22408"/>
                    <a:gd name="connsiteY3" fmla="*/ 672 h 22408"/>
                    <a:gd name="connsiteX4" fmla="*/ 12773 w 22408"/>
                    <a:gd name="connsiteY4" fmla="*/ 9636 h 22408"/>
                    <a:gd name="connsiteX5" fmla="*/ 3809 w 22408"/>
                    <a:gd name="connsiteY5" fmla="*/ 672 h 22408"/>
                    <a:gd name="connsiteX6" fmla="*/ 672 w 22408"/>
                    <a:gd name="connsiteY6" fmla="*/ 672 h 22408"/>
                    <a:gd name="connsiteX7" fmla="*/ 672 w 22408"/>
                    <a:gd name="connsiteY7" fmla="*/ 3810 h 22408"/>
                    <a:gd name="connsiteX8" fmla="*/ 9636 w 22408"/>
                    <a:gd name="connsiteY8" fmla="*/ 12773 h 22408"/>
                    <a:gd name="connsiteX9" fmla="*/ 672 w 22408"/>
                    <a:gd name="connsiteY9" fmla="*/ 21736 h 22408"/>
                    <a:gd name="connsiteX10" fmla="*/ 672 w 22408"/>
                    <a:gd name="connsiteY10" fmla="*/ 24873 h 22408"/>
                    <a:gd name="connsiteX11" fmla="*/ 2465 w 22408"/>
                    <a:gd name="connsiteY11" fmla="*/ 25322 h 22408"/>
                    <a:gd name="connsiteX12" fmla="*/ 4258 w 22408"/>
                    <a:gd name="connsiteY12" fmla="*/ 24873 h 22408"/>
                    <a:gd name="connsiteX13" fmla="*/ 13221 w 22408"/>
                    <a:gd name="connsiteY13" fmla="*/ 15910 h 22408"/>
                    <a:gd name="connsiteX14" fmla="*/ 22184 w 22408"/>
                    <a:gd name="connsiteY14" fmla="*/ 24873 h 22408"/>
                    <a:gd name="connsiteX15" fmla="*/ 23977 w 22408"/>
                    <a:gd name="connsiteY15" fmla="*/ 25322 h 22408"/>
                    <a:gd name="connsiteX16" fmla="*/ 25770 w 22408"/>
                    <a:gd name="connsiteY16" fmla="*/ 24873 h 22408"/>
                    <a:gd name="connsiteX17" fmla="*/ 25770 w 22408"/>
                    <a:gd name="connsiteY17" fmla="*/ 21736 h 22408"/>
                    <a:gd name="connsiteX18" fmla="*/ 15910 w 22408"/>
                    <a:gd name="connsiteY18" fmla="*/ 12773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408" h="22408">
                      <a:moveTo>
                        <a:pt x="15910" y="12773"/>
                      </a:moveTo>
                      <a:lnTo>
                        <a:pt x="24873" y="3810"/>
                      </a:lnTo>
                      <a:cubicBezTo>
                        <a:pt x="25770" y="2913"/>
                        <a:pt x="25770" y="1569"/>
                        <a:pt x="24873" y="672"/>
                      </a:cubicBezTo>
                      <a:cubicBezTo>
                        <a:pt x="23977" y="-224"/>
                        <a:pt x="22632" y="-224"/>
                        <a:pt x="21736" y="672"/>
                      </a:cubicBezTo>
                      <a:lnTo>
                        <a:pt x="12773" y="9636"/>
                      </a:lnTo>
                      <a:lnTo>
                        <a:pt x="3809" y="672"/>
                      </a:lnTo>
                      <a:cubicBezTo>
                        <a:pt x="2913" y="-224"/>
                        <a:pt x="1568" y="-224"/>
                        <a:pt x="672" y="672"/>
                      </a:cubicBezTo>
                      <a:cubicBezTo>
                        <a:pt x="-224" y="1569"/>
                        <a:pt x="-224" y="2913"/>
                        <a:pt x="672" y="3810"/>
                      </a:cubicBezTo>
                      <a:lnTo>
                        <a:pt x="9636" y="12773"/>
                      </a:lnTo>
                      <a:lnTo>
                        <a:pt x="672" y="21736"/>
                      </a:lnTo>
                      <a:cubicBezTo>
                        <a:pt x="-224" y="22633"/>
                        <a:pt x="-224" y="23977"/>
                        <a:pt x="672" y="24873"/>
                      </a:cubicBezTo>
                      <a:cubicBezTo>
                        <a:pt x="1120" y="25322"/>
                        <a:pt x="1568" y="25322"/>
                        <a:pt x="2465" y="25322"/>
                      </a:cubicBezTo>
                      <a:cubicBezTo>
                        <a:pt x="2913" y="25322"/>
                        <a:pt x="3809" y="25322"/>
                        <a:pt x="4258" y="24873"/>
                      </a:cubicBezTo>
                      <a:lnTo>
                        <a:pt x="13221" y="15910"/>
                      </a:lnTo>
                      <a:lnTo>
                        <a:pt x="22184" y="24873"/>
                      </a:lnTo>
                      <a:cubicBezTo>
                        <a:pt x="22632" y="25322"/>
                        <a:pt x="23081" y="25322"/>
                        <a:pt x="23977" y="25322"/>
                      </a:cubicBezTo>
                      <a:cubicBezTo>
                        <a:pt x="24425" y="25322"/>
                        <a:pt x="25322" y="25322"/>
                        <a:pt x="25770" y="24873"/>
                      </a:cubicBezTo>
                      <a:cubicBezTo>
                        <a:pt x="26666" y="23977"/>
                        <a:pt x="26666" y="22633"/>
                        <a:pt x="25770" y="21736"/>
                      </a:cubicBezTo>
                      <a:lnTo>
                        <a:pt x="15910" y="12773"/>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10" name="Freeform: Shape 2680">
                  <a:extLst>
                    <a:ext uri="{FF2B5EF4-FFF2-40B4-BE49-F238E27FC236}">
                      <a16:creationId xmlns:a16="http://schemas.microsoft.com/office/drawing/2014/main" id="{0CC6669A-4511-9A13-FEAA-59E93202D45B}"/>
                    </a:ext>
                  </a:extLst>
                </p:cNvPr>
                <p:cNvSpPr/>
                <p:nvPr/>
              </p:nvSpPr>
              <p:spPr>
                <a:xfrm>
                  <a:off x="9377972" y="3157787"/>
                  <a:ext cx="103079" cy="152378"/>
                </a:xfrm>
                <a:custGeom>
                  <a:avLst/>
                  <a:gdLst>
                    <a:gd name="connsiteX0" fmla="*/ 97701 w 103079"/>
                    <a:gd name="connsiteY0" fmla="*/ 96361 h 152377"/>
                    <a:gd name="connsiteX1" fmla="*/ 99942 w 103079"/>
                    <a:gd name="connsiteY1" fmla="*/ 95016 h 152377"/>
                    <a:gd name="connsiteX2" fmla="*/ 99046 w 103079"/>
                    <a:gd name="connsiteY2" fmla="*/ 91879 h 152377"/>
                    <a:gd name="connsiteX3" fmla="*/ 89634 w 103079"/>
                    <a:gd name="connsiteY3" fmla="*/ 76641 h 152377"/>
                    <a:gd name="connsiteX4" fmla="*/ 90082 w 103079"/>
                    <a:gd name="connsiteY4" fmla="*/ 73504 h 152377"/>
                    <a:gd name="connsiteX5" fmla="*/ 93667 w 103079"/>
                    <a:gd name="connsiteY5" fmla="*/ 70367 h 152377"/>
                    <a:gd name="connsiteX6" fmla="*/ 103527 w 103079"/>
                    <a:gd name="connsiteY6" fmla="*/ 43029 h 152377"/>
                    <a:gd name="connsiteX7" fmla="*/ 103976 w 103079"/>
                    <a:gd name="connsiteY7" fmla="*/ 40340 h 152377"/>
                    <a:gd name="connsiteX8" fmla="*/ 103976 w 103079"/>
                    <a:gd name="connsiteY8" fmla="*/ 22861 h 152377"/>
                    <a:gd name="connsiteX9" fmla="*/ 71259 w 103079"/>
                    <a:gd name="connsiteY9" fmla="*/ 4 h 152377"/>
                    <a:gd name="connsiteX10" fmla="*/ 38991 w 103079"/>
                    <a:gd name="connsiteY10" fmla="*/ 22861 h 152377"/>
                    <a:gd name="connsiteX11" fmla="*/ 38991 w 103079"/>
                    <a:gd name="connsiteY11" fmla="*/ 40340 h 152377"/>
                    <a:gd name="connsiteX12" fmla="*/ 38991 w 103079"/>
                    <a:gd name="connsiteY12" fmla="*/ 41684 h 152377"/>
                    <a:gd name="connsiteX13" fmla="*/ 49747 w 103079"/>
                    <a:gd name="connsiteY13" fmla="*/ 69919 h 152377"/>
                    <a:gd name="connsiteX14" fmla="*/ 52436 w 103079"/>
                    <a:gd name="connsiteY14" fmla="*/ 72608 h 152377"/>
                    <a:gd name="connsiteX15" fmla="*/ 52884 w 103079"/>
                    <a:gd name="connsiteY15" fmla="*/ 76641 h 152377"/>
                    <a:gd name="connsiteX16" fmla="*/ 36750 w 103079"/>
                    <a:gd name="connsiteY16" fmla="*/ 93672 h 152377"/>
                    <a:gd name="connsiteX17" fmla="*/ 0 w 103079"/>
                    <a:gd name="connsiteY17" fmla="*/ 131318 h 152377"/>
                    <a:gd name="connsiteX18" fmla="*/ 0 w 103079"/>
                    <a:gd name="connsiteY18" fmla="*/ 138489 h 152377"/>
                    <a:gd name="connsiteX19" fmla="*/ 0 w 103079"/>
                    <a:gd name="connsiteY19" fmla="*/ 150590 h 152377"/>
                    <a:gd name="connsiteX20" fmla="*/ 2241 w 103079"/>
                    <a:gd name="connsiteY20" fmla="*/ 152830 h 152377"/>
                    <a:gd name="connsiteX21" fmla="*/ 2241 w 103079"/>
                    <a:gd name="connsiteY21" fmla="*/ 152830 h 152377"/>
                    <a:gd name="connsiteX22" fmla="*/ 4482 w 103079"/>
                    <a:gd name="connsiteY22" fmla="*/ 150590 h 152377"/>
                    <a:gd name="connsiteX23" fmla="*/ 4482 w 103079"/>
                    <a:gd name="connsiteY23" fmla="*/ 138489 h 152377"/>
                    <a:gd name="connsiteX24" fmla="*/ 4482 w 103079"/>
                    <a:gd name="connsiteY24" fmla="*/ 131318 h 152377"/>
                    <a:gd name="connsiteX25" fmla="*/ 36750 w 103079"/>
                    <a:gd name="connsiteY25" fmla="*/ 98154 h 152377"/>
                    <a:gd name="connsiteX26" fmla="*/ 57366 w 103079"/>
                    <a:gd name="connsiteY26" fmla="*/ 76641 h 152377"/>
                    <a:gd name="connsiteX27" fmla="*/ 57366 w 103079"/>
                    <a:gd name="connsiteY27" fmla="*/ 75745 h 152377"/>
                    <a:gd name="connsiteX28" fmla="*/ 71707 w 103079"/>
                    <a:gd name="connsiteY28" fmla="*/ 79330 h 152377"/>
                    <a:gd name="connsiteX29" fmla="*/ 72155 w 103079"/>
                    <a:gd name="connsiteY29" fmla="*/ 79330 h 152377"/>
                    <a:gd name="connsiteX30" fmla="*/ 85600 w 103079"/>
                    <a:gd name="connsiteY30" fmla="*/ 76641 h 152377"/>
                    <a:gd name="connsiteX31" fmla="*/ 85600 w 103079"/>
                    <a:gd name="connsiteY31" fmla="*/ 77090 h 152377"/>
                    <a:gd name="connsiteX32" fmla="*/ 97701 w 103079"/>
                    <a:gd name="connsiteY32" fmla="*/ 96361 h 152377"/>
                    <a:gd name="connsiteX33" fmla="*/ 97701 w 103079"/>
                    <a:gd name="connsiteY33" fmla="*/ 96361 h 152377"/>
                    <a:gd name="connsiteX34" fmla="*/ 71259 w 103079"/>
                    <a:gd name="connsiteY34" fmla="*/ 74849 h 152377"/>
                    <a:gd name="connsiteX35" fmla="*/ 71259 w 103079"/>
                    <a:gd name="connsiteY35" fmla="*/ 74849 h 152377"/>
                    <a:gd name="connsiteX36" fmla="*/ 71259 w 103079"/>
                    <a:gd name="connsiteY36" fmla="*/ 74849 h 152377"/>
                    <a:gd name="connsiteX37" fmla="*/ 52436 w 103079"/>
                    <a:gd name="connsiteY37" fmla="*/ 67230 h 152377"/>
                    <a:gd name="connsiteX38" fmla="*/ 43024 w 103079"/>
                    <a:gd name="connsiteY38" fmla="*/ 41236 h 152377"/>
                    <a:gd name="connsiteX39" fmla="*/ 43024 w 103079"/>
                    <a:gd name="connsiteY39" fmla="*/ 39892 h 152377"/>
                    <a:gd name="connsiteX40" fmla="*/ 43024 w 103079"/>
                    <a:gd name="connsiteY40" fmla="*/ 23757 h 152377"/>
                    <a:gd name="connsiteX41" fmla="*/ 71259 w 103079"/>
                    <a:gd name="connsiteY41" fmla="*/ 4486 h 152377"/>
                    <a:gd name="connsiteX42" fmla="*/ 99494 w 103079"/>
                    <a:gd name="connsiteY42" fmla="*/ 23757 h 152377"/>
                    <a:gd name="connsiteX43" fmla="*/ 99494 w 103079"/>
                    <a:gd name="connsiteY43" fmla="*/ 39892 h 152377"/>
                    <a:gd name="connsiteX44" fmla="*/ 99046 w 103079"/>
                    <a:gd name="connsiteY44" fmla="*/ 42581 h 152377"/>
                    <a:gd name="connsiteX45" fmla="*/ 90082 w 103079"/>
                    <a:gd name="connsiteY45" fmla="*/ 67678 h 152377"/>
                    <a:gd name="connsiteX46" fmla="*/ 71259 w 103079"/>
                    <a:gd name="connsiteY46" fmla="*/ 74849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079" h="152377">
                      <a:moveTo>
                        <a:pt x="97701" y="96361"/>
                      </a:moveTo>
                      <a:cubicBezTo>
                        <a:pt x="98597" y="96361"/>
                        <a:pt x="99494" y="95913"/>
                        <a:pt x="99942" y="95016"/>
                      </a:cubicBezTo>
                      <a:cubicBezTo>
                        <a:pt x="100390" y="93672"/>
                        <a:pt x="99942" y="92776"/>
                        <a:pt x="99046" y="91879"/>
                      </a:cubicBezTo>
                      <a:cubicBezTo>
                        <a:pt x="93219" y="89190"/>
                        <a:pt x="89634" y="82916"/>
                        <a:pt x="89634" y="76641"/>
                      </a:cubicBezTo>
                      <a:cubicBezTo>
                        <a:pt x="89634" y="75745"/>
                        <a:pt x="89634" y="74401"/>
                        <a:pt x="90082" y="73504"/>
                      </a:cubicBezTo>
                      <a:cubicBezTo>
                        <a:pt x="91427" y="72608"/>
                        <a:pt x="92323" y="71712"/>
                        <a:pt x="93667" y="70367"/>
                      </a:cubicBezTo>
                      <a:cubicBezTo>
                        <a:pt x="100838" y="62300"/>
                        <a:pt x="102183" y="51096"/>
                        <a:pt x="103527" y="43029"/>
                      </a:cubicBezTo>
                      <a:lnTo>
                        <a:pt x="103976" y="40340"/>
                      </a:lnTo>
                      <a:cubicBezTo>
                        <a:pt x="105768" y="30928"/>
                        <a:pt x="103976" y="22861"/>
                        <a:pt x="103976" y="22861"/>
                      </a:cubicBezTo>
                      <a:cubicBezTo>
                        <a:pt x="99046" y="-892"/>
                        <a:pt x="71259" y="4"/>
                        <a:pt x="71259" y="4"/>
                      </a:cubicBezTo>
                      <a:cubicBezTo>
                        <a:pt x="70811" y="4"/>
                        <a:pt x="43473" y="-444"/>
                        <a:pt x="38991" y="22861"/>
                      </a:cubicBezTo>
                      <a:cubicBezTo>
                        <a:pt x="38991" y="23309"/>
                        <a:pt x="37198" y="30928"/>
                        <a:pt x="38991" y="40340"/>
                      </a:cubicBezTo>
                      <a:lnTo>
                        <a:pt x="38991" y="41684"/>
                      </a:lnTo>
                      <a:cubicBezTo>
                        <a:pt x="40335" y="50199"/>
                        <a:pt x="42128" y="61404"/>
                        <a:pt x="49747" y="69919"/>
                      </a:cubicBezTo>
                      <a:cubicBezTo>
                        <a:pt x="50643" y="70815"/>
                        <a:pt x="51540" y="71712"/>
                        <a:pt x="52436" y="72608"/>
                      </a:cubicBezTo>
                      <a:cubicBezTo>
                        <a:pt x="52884" y="73953"/>
                        <a:pt x="52884" y="75297"/>
                        <a:pt x="52884" y="76641"/>
                      </a:cubicBezTo>
                      <a:cubicBezTo>
                        <a:pt x="52884" y="86053"/>
                        <a:pt x="45713" y="93672"/>
                        <a:pt x="36750" y="93672"/>
                      </a:cubicBezTo>
                      <a:cubicBezTo>
                        <a:pt x="16582" y="93672"/>
                        <a:pt x="448" y="110254"/>
                        <a:pt x="0" y="131318"/>
                      </a:cubicBezTo>
                      <a:lnTo>
                        <a:pt x="0" y="138489"/>
                      </a:lnTo>
                      <a:lnTo>
                        <a:pt x="0" y="150590"/>
                      </a:lnTo>
                      <a:cubicBezTo>
                        <a:pt x="0" y="151934"/>
                        <a:pt x="896" y="152830"/>
                        <a:pt x="2241" y="152830"/>
                      </a:cubicBezTo>
                      <a:cubicBezTo>
                        <a:pt x="2241" y="152830"/>
                        <a:pt x="2241" y="152830"/>
                        <a:pt x="2241" y="152830"/>
                      </a:cubicBezTo>
                      <a:cubicBezTo>
                        <a:pt x="3585" y="152830"/>
                        <a:pt x="4482" y="151934"/>
                        <a:pt x="4482" y="150590"/>
                      </a:cubicBezTo>
                      <a:lnTo>
                        <a:pt x="4482" y="138489"/>
                      </a:lnTo>
                      <a:lnTo>
                        <a:pt x="4482" y="131318"/>
                      </a:lnTo>
                      <a:cubicBezTo>
                        <a:pt x="4930" y="112943"/>
                        <a:pt x="19271" y="98154"/>
                        <a:pt x="36750" y="98154"/>
                      </a:cubicBezTo>
                      <a:cubicBezTo>
                        <a:pt x="47954" y="98154"/>
                        <a:pt x="57366" y="88742"/>
                        <a:pt x="57366" y="76641"/>
                      </a:cubicBezTo>
                      <a:cubicBezTo>
                        <a:pt x="57366" y="76193"/>
                        <a:pt x="57366" y="76193"/>
                        <a:pt x="57366" y="75745"/>
                      </a:cubicBezTo>
                      <a:cubicBezTo>
                        <a:pt x="64088" y="78882"/>
                        <a:pt x="70811" y="79330"/>
                        <a:pt x="71707" y="79330"/>
                      </a:cubicBezTo>
                      <a:cubicBezTo>
                        <a:pt x="71707" y="79330"/>
                        <a:pt x="71707" y="79330"/>
                        <a:pt x="72155" y="79330"/>
                      </a:cubicBezTo>
                      <a:cubicBezTo>
                        <a:pt x="73948" y="79330"/>
                        <a:pt x="79774" y="78882"/>
                        <a:pt x="85600" y="76641"/>
                      </a:cubicBezTo>
                      <a:cubicBezTo>
                        <a:pt x="85600" y="76641"/>
                        <a:pt x="85600" y="76641"/>
                        <a:pt x="85600" y="77090"/>
                      </a:cubicBezTo>
                      <a:cubicBezTo>
                        <a:pt x="85600" y="85605"/>
                        <a:pt x="90530" y="93224"/>
                        <a:pt x="97701" y="96361"/>
                      </a:cubicBezTo>
                      <a:cubicBezTo>
                        <a:pt x="96805" y="96361"/>
                        <a:pt x="97253" y="96361"/>
                        <a:pt x="97701" y="96361"/>
                      </a:cubicBezTo>
                      <a:close/>
                      <a:moveTo>
                        <a:pt x="71259" y="74849"/>
                      </a:moveTo>
                      <a:cubicBezTo>
                        <a:pt x="70811" y="74849"/>
                        <a:pt x="70811" y="74849"/>
                        <a:pt x="71259" y="74849"/>
                      </a:cubicBezTo>
                      <a:cubicBezTo>
                        <a:pt x="70811" y="74849"/>
                        <a:pt x="70811" y="74849"/>
                        <a:pt x="71259" y="74849"/>
                      </a:cubicBezTo>
                      <a:cubicBezTo>
                        <a:pt x="70811" y="74849"/>
                        <a:pt x="58710" y="74849"/>
                        <a:pt x="52436" y="67230"/>
                      </a:cubicBezTo>
                      <a:cubicBezTo>
                        <a:pt x="45713" y="59611"/>
                        <a:pt x="43921" y="48855"/>
                        <a:pt x="43024" y="41236"/>
                      </a:cubicBezTo>
                      <a:lnTo>
                        <a:pt x="43024" y="39892"/>
                      </a:lnTo>
                      <a:cubicBezTo>
                        <a:pt x="41680" y="31376"/>
                        <a:pt x="43024" y="23757"/>
                        <a:pt x="43024" y="23757"/>
                      </a:cubicBezTo>
                      <a:cubicBezTo>
                        <a:pt x="47058" y="4038"/>
                        <a:pt x="69914" y="4486"/>
                        <a:pt x="71259" y="4486"/>
                      </a:cubicBezTo>
                      <a:cubicBezTo>
                        <a:pt x="72155" y="4486"/>
                        <a:pt x="95460" y="4038"/>
                        <a:pt x="99494" y="23757"/>
                      </a:cubicBezTo>
                      <a:cubicBezTo>
                        <a:pt x="99494" y="23757"/>
                        <a:pt x="100838" y="30928"/>
                        <a:pt x="99494" y="39892"/>
                      </a:cubicBezTo>
                      <a:lnTo>
                        <a:pt x="99046" y="42581"/>
                      </a:lnTo>
                      <a:cubicBezTo>
                        <a:pt x="97701" y="50648"/>
                        <a:pt x="96357" y="60507"/>
                        <a:pt x="90082" y="67678"/>
                      </a:cubicBezTo>
                      <a:cubicBezTo>
                        <a:pt x="83360" y="74401"/>
                        <a:pt x="73052" y="74849"/>
                        <a:pt x="71259" y="7484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11" name="Group 2615">
                <a:extLst>
                  <a:ext uri="{FF2B5EF4-FFF2-40B4-BE49-F238E27FC236}">
                    <a16:creationId xmlns:a16="http://schemas.microsoft.com/office/drawing/2014/main" id="{AE274A75-A925-A732-98E8-1A32CEDF6B52}"/>
                  </a:ext>
                  <a:ext uri="{C183D7F6-B498-43B3-948B-1728B52AA6E4}">
                    <adec:decorative xmlns:adec="http://schemas.microsoft.com/office/drawing/2017/decorative" val="1"/>
                  </a:ext>
                </a:extLst>
              </p:cNvPr>
              <p:cNvGrpSpPr>
                <a:grpSpLocks noChangeAspect="1"/>
              </p:cNvGrpSpPr>
              <p:nvPr/>
            </p:nvGrpSpPr>
            <p:grpSpPr>
              <a:xfrm>
                <a:off x="10381842" y="5213478"/>
                <a:ext cx="152097" cy="152550"/>
                <a:chOff x="10438342" y="3157787"/>
                <a:chExt cx="152097" cy="152550"/>
              </a:xfrm>
            </p:grpSpPr>
            <p:sp>
              <p:nvSpPr>
                <p:cNvPr id="1612" name="Freeform: Shape 2675">
                  <a:extLst>
                    <a:ext uri="{FF2B5EF4-FFF2-40B4-BE49-F238E27FC236}">
                      <a16:creationId xmlns:a16="http://schemas.microsoft.com/office/drawing/2014/main" id="{0C682967-F489-FB55-C9BC-2D3AF95118AD}"/>
                    </a:ext>
                  </a:extLst>
                </p:cNvPr>
                <p:cNvSpPr/>
                <p:nvPr/>
              </p:nvSpPr>
              <p:spPr>
                <a:xfrm>
                  <a:off x="10544335" y="3268266"/>
                  <a:ext cx="35854" cy="22409"/>
                </a:xfrm>
                <a:custGeom>
                  <a:avLst/>
                  <a:gdLst>
                    <a:gd name="connsiteX0" fmla="*/ 35181 w 35853"/>
                    <a:gd name="connsiteY0" fmla="*/ 672 h 22408"/>
                    <a:gd name="connsiteX1" fmla="*/ 32044 w 35853"/>
                    <a:gd name="connsiteY1" fmla="*/ 672 h 22408"/>
                    <a:gd name="connsiteX2" fmla="*/ 12773 w 35853"/>
                    <a:gd name="connsiteY2" fmla="*/ 19944 h 22408"/>
                    <a:gd name="connsiteX3" fmla="*/ 3809 w 35853"/>
                    <a:gd name="connsiteY3" fmla="*/ 10980 h 22408"/>
                    <a:gd name="connsiteX4" fmla="*/ 672 w 35853"/>
                    <a:gd name="connsiteY4" fmla="*/ 10980 h 22408"/>
                    <a:gd name="connsiteX5" fmla="*/ 672 w 35853"/>
                    <a:gd name="connsiteY5" fmla="*/ 14117 h 22408"/>
                    <a:gd name="connsiteX6" fmla="*/ 11428 w 35853"/>
                    <a:gd name="connsiteY6" fmla="*/ 24873 h 22408"/>
                    <a:gd name="connsiteX7" fmla="*/ 13221 w 35853"/>
                    <a:gd name="connsiteY7" fmla="*/ 25322 h 22408"/>
                    <a:gd name="connsiteX8" fmla="*/ 15014 w 35853"/>
                    <a:gd name="connsiteY8" fmla="*/ 24873 h 22408"/>
                    <a:gd name="connsiteX9" fmla="*/ 36078 w 35853"/>
                    <a:gd name="connsiteY9" fmla="*/ 3810 h 22408"/>
                    <a:gd name="connsiteX10" fmla="*/ 35181 w 35853"/>
                    <a:gd name="connsiteY10" fmla="*/ 672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53" h="22408">
                      <a:moveTo>
                        <a:pt x="35181" y="672"/>
                      </a:moveTo>
                      <a:cubicBezTo>
                        <a:pt x="34285" y="-224"/>
                        <a:pt x="32940" y="-224"/>
                        <a:pt x="32044" y="672"/>
                      </a:cubicBezTo>
                      <a:lnTo>
                        <a:pt x="12773" y="19944"/>
                      </a:lnTo>
                      <a:lnTo>
                        <a:pt x="3809" y="10980"/>
                      </a:lnTo>
                      <a:cubicBezTo>
                        <a:pt x="2913" y="10084"/>
                        <a:pt x="1568" y="10084"/>
                        <a:pt x="672" y="10980"/>
                      </a:cubicBezTo>
                      <a:cubicBezTo>
                        <a:pt x="-224" y="11877"/>
                        <a:pt x="-224" y="13221"/>
                        <a:pt x="672" y="14117"/>
                      </a:cubicBezTo>
                      <a:lnTo>
                        <a:pt x="11428" y="24873"/>
                      </a:lnTo>
                      <a:cubicBezTo>
                        <a:pt x="11876" y="25322"/>
                        <a:pt x="12325" y="25322"/>
                        <a:pt x="13221" y="25322"/>
                      </a:cubicBezTo>
                      <a:cubicBezTo>
                        <a:pt x="13669" y="25322"/>
                        <a:pt x="14566" y="24873"/>
                        <a:pt x="15014" y="24873"/>
                      </a:cubicBezTo>
                      <a:lnTo>
                        <a:pt x="36078" y="3810"/>
                      </a:lnTo>
                      <a:cubicBezTo>
                        <a:pt x="36078" y="2913"/>
                        <a:pt x="36078" y="1569"/>
                        <a:pt x="35181" y="67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13" name="Freeform: Shape 2676">
                  <a:extLst>
                    <a:ext uri="{FF2B5EF4-FFF2-40B4-BE49-F238E27FC236}">
                      <a16:creationId xmlns:a16="http://schemas.microsoft.com/office/drawing/2014/main" id="{C07E0AAC-8A50-77F3-5DCF-8BD6D35822A8}"/>
                    </a:ext>
                  </a:extLst>
                </p:cNvPr>
                <p:cNvSpPr/>
                <p:nvPr/>
              </p:nvSpPr>
              <p:spPr>
                <a:xfrm>
                  <a:off x="10532177" y="3252075"/>
                  <a:ext cx="58262" cy="58262"/>
                </a:xfrm>
                <a:custGeom>
                  <a:avLst/>
                  <a:gdLst>
                    <a:gd name="connsiteX0" fmla="*/ 49580 w 58262"/>
                    <a:gd name="connsiteY0" fmla="*/ 8348 h 58262"/>
                    <a:gd name="connsiteX1" fmla="*/ 8348 w 58262"/>
                    <a:gd name="connsiteY1" fmla="*/ 8796 h 58262"/>
                    <a:gd name="connsiteX2" fmla="*/ 8796 w 58262"/>
                    <a:gd name="connsiteY2" fmla="*/ 50028 h 58262"/>
                    <a:gd name="connsiteX3" fmla="*/ 29412 w 58262"/>
                    <a:gd name="connsiteY3" fmla="*/ 58543 h 58262"/>
                    <a:gd name="connsiteX4" fmla="*/ 29860 w 58262"/>
                    <a:gd name="connsiteY4" fmla="*/ 58543 h 58262"/>
                    <a:gd name="connsiteX5" fmla="*/ 50476 w 58262"/>
                    <a:gd name="connsiteY5" fmla="*/ 50028 h 58262"/>
                    <a:gd name="connsiteX6" fmla="*/ 58991 w 58262"/>
                    <a:gd name="connsiteY6" fmla="*/ 29412 h 58262"/>
                    <a:gd name="connsiteX7" fmla="*/ 49580 w 58262"/>
                    <a:gd name="connsiteY7" fmla="*/ 8348 h 58262"/>
                    <a:gd name="connsiteX8" fmla="*/ 46442 w 58262"/>
                    <a:gd name="connsiteY8" fmla="*/ 46442 h 58262"/>
                    <a:gd name="connsiteX9" fmla="*/ 11485 w 58262"/>
                    <a:gd name="connsiteY9" fmla="*/ 46891 h 58262"/>
                    <a:gd name="connsiteX10" fmla="*/ 11037 w 58262"/>
                    <a:gd name="connsiteY10" fmla="*/ 11933 h 58262"/>
                    <a:gd name="connsiteX11" fmla="*/ 45994 w 58262"/>
                    <a:gd name="connsiteY11" fmla="*/ 11485 h 58262"/>
                    <a:gd name="connsiteX12" fmla="*/ 53165 w 58262"/>
                    <a:gd name="connsiteY12" fmla="*/ 28964 h 58262"/>
                    <a:gd name="connsiteX13" fmla="*/ 46442 w 58262"/>
                    <a:gd name="connsiteY13" fmla="*/ 46442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262" h="58262">
                      <a:moveTo>
                        <a:pt x="49580" y="8348"/>
                      </a:moveTo>
                      <a:cubicBezTo>
                        <a:pt x="37927" y="-2856"/>
                        <a:pt x="19552" y="-2856"/>
                        <a:pt x="8348" y="8796"/>
                      </a:cubicBezTo>
                      <a:cubicBezTo>
                        <a:pt x="-2856" y="20449"/>
                        <a:pt x="-2856" y="38824"/>
                        <a:pt x="8796" y="50028"/>
                      </a:cubicBezTo>
                      <a:cubicBezTo>
                        <a:pt x="14174" y="55406"/>
                        <a:pt x="21345" y="58543"/>
                        <a:pt x="29412" y="58543"/>
                      </a:cubicBezTo>
                      <a:cubicBezTo>
                        <a:pt x="29412" y="58543"/>
                        <a:pt x="29412" y="58543"/>
                        <a:pt x="29860" y="58543"/>
                      </a:cubicBezTo>
                      <a:cubicBezTo>
                        <a:pt x="37479" y="58543"/>
                        <a:pt x="45098" y="55406"/>
                        <a:pt x="50476" y="50028"/>
                      </a:cubicBezTo>
                      <a:cubicBezTo>
                        <a:pt x="55854" y="44650"/>
                        <a:pt x="58991" y="37031"/>
                        <a:pt x="58991" y="29412"/>
                      </a:cubicBezTo>
                      <a:cubicBezTo>
                        <a:pt x="58095" y="20897"/>
                        <a:pt x="54958" y="13726"/>
                        <a:pt x="49580" y="8348"/>
                      </a:cubicBezTo>
                      <a:close/>
                      <a:moveTo>
                        <a:pt x="46442" y="46442"/>
                      </a:moveTo>
                      <a:cubicBezTo>
                        <a:pt x="37031" y="56302"/>
                        <a:pt x="21345" y="56302"/>
                        <a:pt x="11485" y="46891"/>
                      </a:cubicBezTo>
                      <a:cubicBezTo>
                        <a:pt x="1625" y="37479"/>
                        <a:pt x="1625" y="21793"/>
                        <a:pt x="11037" y="11933"/>
                      </a:cubicBezTo>
                      <a:cubicBezTo>
                        <a:pt x="20449" y="2074"/>
                        <a:pt x="36135" y="2074"/>
                        <a:pt x="45994" y="11485"/>
                      </a:cubicBezTo>
                      <a:cubicBezTo>
                        <a:pt x="50476" y="15967"/>
                        <a:pt x="53165" y="22241"/>
                        <a:pt x="53165" y="28964"/>
                      </a:cubicBezTo>
                      <a:cubicBezTo>
                        <a:pt x="53613" y="35238"/>
                        <a:pt x="51372" y="41513"/>
                        <a:pt x="46442" y="4644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14" name="Freeform: Shape 2677">
                  <a:extLst>
                    <a:ext uri="{FF2B5EF4-FFF2-40B4-BE49-F238E27FC236}">
                      <a16:creationId xmlns:a16="http://schemas.microsoft.com/office/drawing/2014/main" id="{439208AE-4946-A610-7671-051B0307C9E5}"/>
                    </a:ext>
                  </a:extLst>
                </p:cNvPr>
                <p:cNvSpPr/>
                <p:nvPr/>
              </p:nvSpPr>
              <p:spPr>
                <a:xfrm>
                  <a:off x="10438342" y="3157787"/>
                  <a:ext cx="103079" cy="152378"/>
                </a:xfrm>
                <a:custGeom>
                  <a:avLst/>
                  <a:gdLst>
                    <a:gd name="connsiteX0" fmla="*/ 97701 w 103079"/>
                    <a:gd name="connsiteY0" fmla="*/ 96361 h 152377"/>
                    <a:gd name="connsiteX1" fmla="*/ 99942 w 103079"/>
                    <a:gd name="connsiteY1" fmla="*/ 95016 h 152377"/>
                    <a:gd name="connsiteX2" fmla="*/ 99046 w 103079"/>
                    <a:gd name="connsiteY2" fmla="*/ 91879 h 152377"/>
                    <a:gd name="connsiteX3" fmla="*/ 89634 w 103079"/>
                    <a:gd name="connsiteY3" fmla="*/ 76641 h 152377"/>
                    <a:gd name="connsiteX4" fmla="*/ 90082 w 103079"/>
                    <a:gd name="connsiteY4" fmla="*/ 73504 h 152377"/>
                    <a:gd name="connsiteX5" fmla="*/ 93668 w 103079"/>
                    <a:gd name="connsiteY5" fmla="*/ 70367 h 152377"/>
                    <a:gd name="connsiteX6" fmla="*/ 103527 w 103079"/>
                    <a:gd name="connsiteY6" fmla="*/ 43029 h 152377"/>
                    <a:gd name="connsiteX7" fmla="*/ 103976 w 103079"/>
                    <a:gd name="connsiteY7" fmla="*/ 40340 h 152377"/>
                    <a:gd name="connsiteX8" fmla="*/ 103976 w 103079"/>
                    <a:gd name="connsiteY8" fmla="*/ 22861 h 152377"/>
                    <a:gd name="connsiteX9" fmla="*/ 71259 w 103079"/>
                    <a:gd name="connsiteY9" fmla="*/ 4 h 152377"/>
                    <a:gd name="connsiteX10" fmla="*/ 38991 w 103079"/>
                    <a:gd name="connsiteY10" fmla="*/ 22861 h 152377"/>
                    <a:gd name="connsiteX11" fmla="*/ 38991 w 103079"/>
                    <a:gd name="connsiteY11" fmla="*/ 40340 h 152377"/>
                    <a:gd name="connsiteX12" fmla="*/ 38991 w 103079"/>
                    <a:gd name="connsiteY12" fmla="*/ 41684 h 152377"/>
                    <a:gd name="connsiteX13" fmla="*/ 49747 w 103079"/>
                    <a:gd name="connsiteY13" fmla="*/ 69919 h 152377"/>
                    <a:gd name="connsiteX14" fmla="*/ 52436 w 103079"/>
                    <a:gd name="connsiteY14" fmla="*/ 72608 h 152377"/>
                    <a:gd name="connsiteX15" fmla="*/ 52884 w 103079"/>
                    <a:gd name="connsiteY15" fmla="*/ 76641 h 152377"/>
                    <a:gd name="connsiteX16" fmla="*/ 36750 w 103079"/>
                    <a:gd name="connsiteY16" fmla="*/ 93672 h 152377"/>
                    <a:gd name="connsiteX17" fmla="*/ 0 w 103079"/>
                    <a:gd name="connsiteY17" fmla="*/ 131318 h 152377"/>
                    <a:gd name="connsiteX18" fmla="*/ 0 w 103079"/>
                    <a:gd name="connsiteY18" fmla="*/ 138489 h 152377"/>
                    <a:gd name="connsiteX19" fmla="*/ 0 w 103079"/>
                    <a:gd name="connsiteY19" fmla="*/ 150590 h 152377"/>
                    <a:gd name="connsiteX20" fmla="*/ 2241 w 103079"/>
                    <a:gd name="connsiteY20" fmla="*/ 152830 h 152377"/>
                    <a:gd name="connsiteX21" fmla="*/ 2241 w 103079"/>
                    <a:gd name="connsiteY21" fmla="*/ 152830 h 152377"/>
                    <a:gd name="connsiteX22" fmla="*/ 4482 w 103079"/>
                    <a:gd name="connsiteY22" fmla="*/ 150590 h 152377"/>
                    <a:gd name="connsiteX23" fmla="*/ 4482 w 103079"/>
                    <a:gd name="connsiteY23" fmla="*/ 138489 h 152377"/>
                    <a:gd name="connsiteX24" fmla="*/ 4482 w 103079"/>
                    <a:gd name="connsiteY24" fmla="*/ 131766 h 152377"/>
                    <a:gd name="connsiteX25" fmla="*/ 36750 w 103079"/>
                    <a:gd name="connsiteY25" fmla="*/ 98602 h 152377"/>
                    <a:gd name="connsiteX26" fmla="*/ 57366 w 103079"/>
                    <a:gd name="connsiteY26" fmla="*/ 77090 h 152377"/>
                    <a:gd name="connsiteX27" fmla="*/ 57366 w 103079"/>
                    <a:gd name="connsiteY27" fmla="*/ 76193 h 152377"/>
                    <a:gd name="connsiteX28" fmla="*/ 71707 w 103079"/>
                    <a:gd name="connsiteY28" fmla="*/ 79779 h 152377"/>
                    <a:gd name="connsiteX29" fmla="*/ 72156 w 103079"/>
                    <a:gd name="connsiteY29" fmla="*/ 79779 h 152377"/>
                    <a:gd name="connsiteX30" fmla="*/ 85601 w 103079"/>
                    <a:gd name="connsiteY30" fmla="*/ 77090 h 152377"/>
                    <a:gd name="connsiteX31" fmla="*/ 85601 w 103079"/>
                    <a:gd name="connsiteY31" fmla="*/ 77538 h 152377"/>
                    <a:gd name="connsiteX32" fmla="*/ 97701 w 103079"/>
                    <a:gd name="connsiteY32" fmla="*/ 96809 h 152377"/>
                    <a:gd name="connsiteX33" fmla="*/ 97701 w 103079"/>
                    <a:gd name="connsiteY33" fmla="*/ 96361 h 152377"/>
                    <a:gd name="connsiteX34" fmla="*/ 71259 w 103079"/>
                    <a:gd name="connsiteY34" fmla="*/ 74849 h 152377"/>
                    <a:gd name="connsiteX35" fmla="*/ 71259 w 103079"/>
                    <a:gd name="connsiteY35" fmla="*/ 74849 h 152377"/>
                    <a:gd name="connsiteX36" fmla="*/ 71259 w 103079"/>
                    <a:gd name="connsiteY36" fmla="*/ 74849 h 152377"/>
                    <a:gd name="connsiteX37" fmla="*/ 52436 w 103079"/>
                    <a:gd name="connsiteY37" fmla="*/ 67230 h 152377"/>
                    <a:gd name="connsiteX38" fmla="*/ 43025 w 103079"/>
                    <a:gd name="connsiteY38" fmla="*/ 41236 h 152377"/>
                    <a:gd name="connsiteX39" fmla="*/ 43025 w 103079"/>
                    <a:gd name="connsiteY39" fmla="*/ 39892 h 152377"/>
                    <a:gd name="connsiteX40" fmla="*/ 43025 w 103079"/>
                    <a:gd name="connsiteY40" fmla="*/ 23757 h 152377"/>
                    <a:gd name="connsiteX41" fmla="*/ 71259 w 103079"/>
                    <a:gd name="connsiteY41" fmla="*/ 4486 h 152377"/>
                    <a:gd name="connsiteX42" fmla="*/ 99494 w 103079"/>
                    <a:gd name="connsiteY42" fmla="*/ 23757 h 152377"/>
                    <a:gd name="connsiteX43" fmla="*/ 99494 w 103079"/>
                    <a:gd name="connsiteY43" fmla="*/ 39892 h 152377"/>
                    <a:gd name="connsiteX44" fmla="*/ 99046 w 103079"/>
                    <a:gd name="connsiteY44" fmla="*/ 42581 h 152377"/>
                    <a:gd name="connsiteX45" fmla="*/ 90082 w 103079"/>
                    <a:gd name="connsiteY45" fmla="*/ 67678 h 152377"/>
                    <a:gd name="connsiteX46" fmla="*/ 71259 w 103079"/>
                    <a:gd name="connsiteY46" fmla="*/ 74849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079" h="152377">
                      <a:moveTo>
                        <a:pt x="97701" y="96361"/>
                      </a:moveTo>
                      <a:cubicBezTo>
                        <a:pt x="98597" y="96361"/>
                        <a:pt x="99494" y="95913"/>
                        <a:pt x="99942" y="95016"/>
                      </a:cubicBezTo>
                      <a:cubicBezTo>
                        <a:pt x="100390" y="93672"/>
                        <a:pt x="99942" y="92776"/>
                        <a:pt x="99046" y="91879"/>
                      </a:cubicBezTo>
                      <a:cubicBezTo>
                        <a:pt x="93219" y="89190"/>
                        <a:pt x="89634" y="82916"/>
                        <a:pt x="89634" y="76641"/>
                      </a:cubicBezTo>
                      <a:cubicBezTo>
                        <a:pt x="89634" y="75745"/>
                        <a:pt x="89634" y="74401"/>
                        <a:pt x="90082" y="73504"/>
                      </a:cubicBezTo>
                      <a:cubicBezTo>
                        <a:pt x="91427" y="72608"/>
                        <a:pt x="92323" y="71712"/>
                        <a:pt x="93668" y="70367"/>
                      </a:cubicBezTo>
                      <a:cubicBezTo>
                        <a:pt x="100838" y="62300"/>
                        <a:pt x="102183" y="51096"/>
                        <a:pt x="103527" y="43029"/>
                      </a:cubicBezTo>
                      <a:lnTo>
                        <a:pt x="103976" y="40340"/>
                      </a:lnTo>
                      <a:cubicBezTo>
                        <a:pt x="105768" y="30928"/>
                        <a:pt x="103976" y="22861"/>
                        <a:pt x="103976" y="22861"/>
                      </a:cubicBezTo>
                      <a:cubicBezTo>
                        <a:pt x="99046" y="-892"/>
                        <a:pt x="71259" y="4"/>
                        <a:pt x="71259" y="4"/>
                      </a:cubicBezTo>
                      <a:cubicBezTo>
                        <a:pt x="70811" y="4"/>
                        <a:pt x="43473" y="-444"/>
                        <a:pt x="38991" y="22861"/>
                      </a:cubicBezTo>
                      <a:cubicBezTo>
                        <a:pt x="38991" y="23309"/>
                        <a:pt x="37198" y="30928"/>
                        <a:pt x="38991" y="40340"/>
                      </a:cubicBezTo>
                      <a:lnTo>
                        <a:pt x="38991" y="41684"/>
                      </a:lnTo>
                      <a:cubicBezTo>
                        <a:pt x="40335" y="50199"/>
                        <a:pt x="42128" y="61404"/>
                        <a:pt x="49747" y="69919"/>
                      </a:cubicBezTo>
                      <a:cubicBezTo>
                        <a:pt x="50643" y="70815"/>
                        <a:pt x="51540" y="71712"/>
                        <a:pt x="52436" y="72608"/>
                      </a:cubicBezTo>
                      <a:cubicBezTo>
                        <a:pt x="52884" y="73953"/>
                        <a:pt x="52884" y="75297"/>
                        <a:pt x="52884" y="76641"/>
                      </a:cubicBezTo>
                      <a:cubicBezTo>
                        <a:pt x="52884" y="86053"/>
                        <a:pt x="45713" y="93672"/>
                        <a:pt x="36750" y="93672"/>
                      </a:cubicBezTo>
                      <a:cubicBezTo>
                        <a:pt x="16582" y="93672"/>
                        <a:pt x="448" y="110254"/>
                        <a:pt x="0" y="131318"/>
                      </a:cubicBezTo>
                      <a:lnTo>
                        <a:pt x="0" y="138489"/>
                      </a:lnTo>
                      <a:lnTo>
                        <a:pt x="0" y="150590"/>
                      </a:lnTo>
                      <a:cubicBezTo>
                        <a:pt x="0" y="151934"/>
                        <a:pt x="896" y="152830"/>
                        <a:pt x="2241" y="152830"/>
                      </a:cubicBezTo>
                      <a:cubicBezTo>
                        <a:pt x="2241" y="152830"/>
                        <a:pt x="2241" y="152830"/>
                        <a:pt x="2241" y="152830"/>
                      </a:cubicBezTo>
                      <a:cubicBezTo>
                        <a:pt x="3585" y="152830"/>
                        <a:pt x="4482" y="151934"/>
                        <a:pt x="4482" y="150590"/>
                      </a:cubicBezTo>
                      <a:lnTo>
                        <a:pt x="4482" y="138489"/>
                      </a:lnTo>
                      <a:lnTo>
                        <a:pt x="4482" y="131766"/>
                      </a:lnTo>
                      <a:cubicBezTo>
                        <a:pt x="4930" y="113391"/>
                        <a:pt x="19271" y="98602"/>
                        <a:pt x="36750" y="98602"/>
                      </a:cubicBezTo>
                      <a:cubicBezTo>
                        <a:pt x="47954" y="98602"/>
                        <a:pt x="57366" y="89190"/>
                        <a:pt x="57366" y="77090"/>
                      </a:cubicBezTo>
                      <a:cubicBezTo>
                        <a:pt x="57366" y="76641"/>
                        <a:pt x="57366" y="76641"/>
                        <a:pt x="57366" y="76193"/>
                      </a:cubicBezTo>
                      <a:cubicBezTo>
                        <a:pt x="64088" y="79330"/>
                        <a:pt x="70811" y="79779"/>
                        <a:pt x="71707" y="79779"/>
                      </a:cubicBezTo>
                      <a:cubicBezTo>
                        <a:pt x="71707" y="79779"/>
                        <a:pt x="71707" y="79779"/>
                        <a:pt x="72156" y="79779"/>
                      </a:cubicBezTo>
                      <a:cubicBezTo>
                        <a:pt x="73948" y="79779"/>
                        <a:pt x="79774" y="79330"/>
                        <a:pt x="85601" y="77090"/>
                      </a:cubicBezTo>
                      <a:cubicBezTo>
                        <a:pt x="85601" y="77090"/>
                        <a:pt x="85601" y="77090"/>
                        <a:pt x="85601" y="77538"/>
                      </a:cubicBezTo>
                      <a:cubicBezTo>
                        <a:pt x="85601" y="86053"/>
                        <a:pt x="90530" y="93672"/>
                        <a:pt x="97701" y="96809"/>
                      </a:cubicBezTo>
                      <a:cubicBezTo>
                        <a:pt x="97253" y="96361"/>
                        <a:pt x="97701" y="96361"/>
                        <a:pt x="97701" y="96361"/>
                      </a:cubicBezTo>
                      <a:close/>
                      <a:moveTo>
                        <a:pt x="71259" y="74849"/>
                      </a:moveTo>
                      <a:cubicBezTo>
                        <a:pt x="71259" y="74849"/>
                        <a:pt x="71259" y="74849"/>
                        <a:pt x="71259" y="74849"/>
                      </a:cubicBezTo>
                      <a:cubicBezTo>
                        <a:pt x="71259" y="74849"/>
                        <a:pt x="71259" y="74849"/>
                        <a:pt x="71259" y="74849"/>
                      </a:cubicBezTo>
                      <a:cubicBezTo>
                        <a:pt x="70811" y="74849"/>
                        <a:pt x="58710" y="74849"/>
                        <a:pt x="52436" y="67230"/>
                      </a:cubicBezTo>
                      <a:cubicBezTo>
                        <a:pt x="45713" y="59611"/>
                        <a:pt x="43921" y="48855"/>
                        <a:pt x="43025" y="41236"/>
                      </a:cubicBezTo>
                      <a:lnTo>
                        <a:pt x="43025" y="39892"/>
                      </a:lnTo>
                      <a:cubicBezTo>
                        <a:pt x="41680" y="31376"/>
                        <a:pt x="43025" y="23757"/>
                        <a:pt x="43025" y="23757"/>
                      </a:cubicBezTo>
                      <a:cubicBezTo>
                        <a:pt x="47058" y="4038"/>
                        <a:pt x="69915" y="4486"/>
                        <a:pt x="71259" y="4486"/>
                      </a:cubicBezTo>
                      <a:cubicBezTo>
                        <a:pt x="72156" y="4486"/>
                        <a:pt x="95460" y="4038"/>
                        <a:pt x="99494" y="23757"/>
                      </a:cubicBezTo>
                      <a:cubicBezTo>
                        <a:pt x="99494" y="23757"/>
                        <a:pt x="100838" y="30928"/>
                        <a:pt x="99494" y="39892"/>
                      </a:cubicBezTo>
                      <a:lnTo>
                        <a:pt x="99046" y="42581"/>
                      </a:lnTo>
                      <a:cubicBezTo>
                        <a:pt x="97701" y="50648"/>
                        <a:pt x="96357" y="60507"/>
                        <a:pt x="90082" y="67678"/>
                      </a:cubicBezTo>
                      <a:cubicBezTo>
                        <a:pt x="83808" y="74401"/>
                        <a:pt x="73052" y="74849"/>
                        <a:pt x="71259" y="7484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15" name="Group 2616">
                <a:extLst>
                  <a:ext uri="{FF2B5EF4-FFF2-40B4-BE49-F238E27FC236}">
                    <a16:creationId xmlns:a16="http://schemas.microsoft.com/office/drawing/2014/main" id="{D4939D6E-71FE-FB53-0A3C-F5C376D5F674}"/>
                  </a:ext>
                  <a:ext uri="{C183D7F6-B498-43B3-948B-1728B52AA6E4}">
                    <adec:decorative xmlns:adec="http://schemas.microsoft.com/office/drawing/2017/decorative" val="1"/>
                  </a:ext>
                </a:extLst>
              </p:cNvPr>
              <p:cNvGrpSpPr>
                <a:grpSpLocks noChangeAspect="1"/>
              </p:cNvGrpSpPr>
              <p:nvPr/>
            </p:nvGrpSpPr>
            <p:grpSpPr>
              <a:xfrm>
                <a:off x="10641781" y="5213478"/>
                <a:ext cx="151930" cy="152550"/>
                <a:chOff x="10698281" y="3157787"/>
                <a:chExt cx="151930" cy="152550"/>
              </a:xfrm>
            </p:grpSpPr>
            <p:sp>
              <p:nvSpPr>
                <p:cNvPr id="1616" name="Freeform: Shape 2671">
                  <a:extLst>
                    <a:ext uri="{FF2B5EF4-FFF2-40B4-BE49-F238E27FC236}">
                      <a16:creationId xmlns:a16="http://schemas.microsoft.com/office/drawing/2014/main" id="{0DDD69C7-9C3C-5894-C395-DCABCCADA6E6}"/>
                    </a:ext>
                  </a:extLst>
                </p:cNvPr>
                <p:cNvSpPr/>
                <p:nvPr/>
              </p:nvSpPr>
              <p:spPr>
                <a:xfrm>
                  <a:off x="10791949" y="3252075"/>
                  <a:ext cx="58262" cy="58262"/>
                </a:xfrm>
                <a:custGeom>
                  <a:avLst/>
                  <a:gdLst>
                    <a:gd name="connsiteX0" fmla="*/ 49747 w 58262"/>
                    <a:gd name="connsiteY0" fmla="*/ 8348 h 58262"/>
                    <a:gd name="connsiteX1" fmla="*/ 8515 w 58262"/>
                    <a:gd name="connsiteY1" fmla="*/ 8796 h 58262"/>
                    <a:gd name="connsiteX2" fmla="*/ 0 w 58262"/>
                    <a:gd name="connsiteY2" fmla="*/ 29412 h 58262"/>
                    <a:gd name="connsiteX3" fmla="*/ 8515 w 58262"/>
                    <a:gd name="connsiteY3" fmla="*/ 50028 h 58262"/>
                    <a:gd name="connsiteX4" fmla="*/ 29131 w 58262"/>
                    <a:gd name="connsiteY4" fmla="*/ 58543 h 58262"/>
                    <a:gd name="connsiteX5" fmla="*/ 29579 w 58262"/>
                    <a:gd name="connsiteY5" fmla="*/ 58543 h 58262"/>
                    <a:gd name="connsiteX6" fmla="*/ 50195 w 58262"/>
                    <a:gd name="connsiteY6" fmla="*/ 50028 h 58262"/>
                    <a:gd name="connsiteX7" fmla="*/ 58710 w 58262"/>
                    <a:gd name="connsiteY7" fmla="*/ 29412 h 58262"/>
                    <a:gd name="connsiteX8" fmla="*/ 49747 w 58262"/>
                    <a:gd name="connsiteY8" fmla="*/ 8348 h 58262"/>
                    <a:gd name="connsiteX9" fmla="*/ 46610 w 58262"/>
                    <a:gd name="connsiteY9" fmla="*/ 46442 h 58262"/>
                    <a:gd name="connsiteX10" fmla="*/ 29131 w 58262"/>
                    <a:gd name="connsiteY10" fmla="*/ 53613 h 58262"/>
                    <a:gd name="connsiteX11" fmla="*/ 11652 w 58262"/>
                    <a:gd name="connsiteY11" fmla="*/ 46442 h 58262"/>
                    <a:gd name="connsiteX12" fmla="*/ 4482 w 58262"/>
                    <a:gd name="connsiteY12" fmla="*/ 28964 h 58262"/>
                    <a:gd name="connsiteX13" fmla="*/ 11652 w 58262"/>
                    <a:gd name="connsiteY13" fmla="*/ 11485 h 58262"/>
                    <a:gd name="connsiteX14" fmla="*/ 46610 w 58262"/>
                    <a:gd name="connsiteY14" fmla="*/ 11037 h 58262"/>
                    <a:gd name="connsiteX15" fmla="*/ 53780 w 58262"/>
                    <a:gd name="connsiteY15" fmla="*/ 28516 h 58262"/>
                    <a:gd name="connsiteX16" fmla="*/ 46610 w 58262"/>
                    <a:gd name="connsiteY16" fmla="*/ 46442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8262" h="58262">
                      <a:moveTo>
                        <a:pt x="49747" y="8348"/>
                      </a:moveTo>
                      <a:cubicBezTo>
                        <a:pt x="38094" y="-2856"/>
                        <a:pt x="19719" y="-2856"/>
                        <a:pt x="8515" y="8796"/>
                      </a:cubicBezTo>
                      <a:cubicBezTo>
                        <a:pt x="3137" y="14174"/>
                        <a:pt x="0" y="21793"/>
                        <a:pt x="0" y="29412"/>
                      </a:cubicBezTo>
                      <a:cubicBezTo>
                        <a:pt x="0" y="37031"/>
                        <a:pt x="3137" y="44650"/>
                        <a:pt x="8515" y="50028"/>
                      </a:cubicBezTo>
                      <a:cubicBezTo>
                        <a:pt x="13893" y="55406"/>
                        <a:pt x="21064" y="58543"/>
                        <a:pt x="29131" y="58543"/>
                      </a:cubicBezTo>
                      <a:cubicBezTo>
                        <a:pt x="29131" y="58543"/>
                        <a:pt x="29131" y="58543"/>
                        <a:pt x="29579" y="58543"/>
                      </a:cubicBezTo>
                      <a:cubicBezTo>
                        <a:pt x="37198" y="58543"/>
                        <a:pt x="44817" y="55406"/>
                        <a:pt x="50195" y="50028"/>
                      </a:cubicBezTo>
                      <a:cubicBezTo>
                        <a:pt x="55573" y="44650"/>
                        <a:pt x="58710" y="37031"/>
                        <a:pt x="58710" y="29412"/>
                      </a:cubicBezTo>
                      <a:cubicBezTo>
                        <a:pt x="58262" y="20897"/>
                        <a:pt x="55125" y="13726"/>
                        <a:pt x="49747" y="8348"/>
                      </a:cubicBezTo>
                      <a:close/>
                      <a:moveTo>
                        <a:pt x="46610" y="46442"/>
                      </a:moveTo>
                      <a:cubicBezTo>
                        <a:pt x="42128" y="50924"/>
                        <a:pt x="35854" y="53613"/>
                        <a:pt x="29131" y="53613"/>
                      </a:cubicBezTo>
                      <a:cubicBezTo>
                        <a:pt x="22409" y="53613"/>
                        <a:pt x="16134" y="51372"/>
                        <a:pt x="11652" y="46442"/>
                      </a:cubicBezTo>
                      <a:cubicBezTo>
                        <a:pt x="7171" y="41513"/>
                        <a:pt x="4482" y="35686"/>
                        <a:pt x="4482" y="28964"/>
                      </a:cubicBezTo>
                      <a:cubicBezTo>
                        <a:pt x="4482" y="22241"/>
                        <a:pt x="6723" y="15967"/>
                        <a:pt x="11652" y="11485"/>
                      </a:cubicBezTo>
                      <a:cubicBezTo>
                        <a:pt x="21064" y="1625"/>
                        <a:pt x="36750" y="1625"/>
                        <a:pt x="46610" y="11037"/>
                      </a:cubicBezTo>
                      <a:cubicBezTo>
                        <a:pt x="51091" y="15519"/>
                        <a:pt x="53780" y="21793"/>
                        <a:pt x="53780" y="28516"/>
                      </a:cubicBezTo>
                      <a:cubicBezTo>
                        <a:pt x="53780" y="35238"/>
                        <a:pt x="51091" y="41513"/>
                        <a:pt x="46610" y="4644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17" name="Freeform: Shape 2672">
                  <a:extLst>
                    <a:ext uri="{FF2B5EF4-FFF2-40B4-BE49-F238E27FC236}">
                      <a16:creationId xmlns:a16="http://schemas.microsoft.com/office/drawing/2014/main" id="{A720A46C-9076-1BB9-B446-B21865996CD8}"/>
                    </a:ext>
                  </a:extLst>
                </p:cNvPr>
                <p:cNvSpPr/>
                <p:nvPr/>
              </p:nvSpPr>
              <p:spPr>
                <a:xfrm>
                  <a:off x="10817942" y="3268490"/>
                  <a:ext cx="4482" cy="4482"/>
                </a:xfrm>
                <a:custGeom>
                  <a:avLst/>
                  <a:gdLst>
                    <a:gd name="connsiteX0" fmla="*/ 3137 w 4481"/>
                    <a:gd name="connsiteY0" fmla="*/ 0 h 4481"/>
                    <a:gd name="connsiteX1" fmla="*/ 0 w 4481"/>
                    <a:gd name="connsiteY1" fmla="*/ 3137 h 4481"/>
                    <a:gd name="connsiteX2" fmla="*/ 3137 w 4481"/>
                    <a:gd name="connsiteY2" fmla="*/ 6274 h 4481"/>
                    <a:gd name="connsiteX3" fmla="*/ 5378 w 4481"/>
                    <a:gd name="connsiteY3" fmla="*/ 5378 h 4481"/>
                    <a:gd name="connsiteX4" fmla="*/ 6274 w 4481"/>
                    <a:gd name="connsiteY4" fmla="*/ 3137 h 4481"/>
                    <a:gd name="connsiteX5" fmla="*/ 3137 w 4481"/>
                    <a:gd name="connsiteY5" fmla="*/ 0 h 4481"/>
                    <a:gd name="connsiteX6" fmla="*/ 4482 w 4481"/>
                    <a:gd name="connsiteY6" fmla="*/ 3137 h 4481"/>
                    <a:gd name="connsiteX7" fmla="*/ 3137 w 4481"/>
                    <a:gd name="connsiteY7" fmla="*/ 4482 h 4481"/>
                    <a:gd name="connsiteX8" fmla="*/ 1793 w 4481"/>
                    <a:gd name="connsiteY8" fmla="*/ 3137 h 4481"/>
                    <a:gd name="connsiteX9" fmla="*/ 2241 w 4481"/>
                    <a:gd name="connsiteY9" fmla="*/ 2241 h 4481"/>
                    <a:gd name="connsiteX10" fmla="*/ 4482 w 4481"/>
                    <a:gd name="connsiteY10" fmla="*/ 3137 h 4481"/>
                    <a:gd name="connsiteX11" fmla="*/ 4034 w 4481"/>
                    <a:gd name="connsiteY11" fmla="*/ 3137 h 4481"/>
                    <a:gd name="connsiteX12" fmla="*/ 4482 w 4481"/>
                    <a:gd name="connsiteY12" fmla="*/ 3137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1" h="4481">
                      <a:moveTo>
                        <a:pt x="3137" y="0"/>
                      </a:moveTo>
                      <a:cubicBezTo>
                        <a:pt x="1344" y="0"/>
                        <a:pt x="0" y="1345"/>
                        <a:pt x="0" y="3137"/>
                      </a:cubicBezTo>
                      <a:cubicBezTo>
                        <a:pt x="0" y="4930"/>
                        <a:pt x="1344" y="6274"/>
                        <a:pt x="3137" y="6274"/>
                      </a:cubicBezTo>
                      <a:cubicBezTo>
                        <a:pt x="4034" y="6274"/>
                        <a:pt x="4930" y="5826"/>
                        <a:pt x="5378" y="5378"/>
                      </a:cubicBezTo>
                      <a:cubicBezTo>
                        <a:pt x="5826" y="4930"/>
                        <a:pt x="6274" y="4034"/>
                        <a:pt x="6274" y="3137"/>
                      </a:cubicBezTo>
                      <a:cubicBezTo>
                        <a:pt x="6274" y="1345"/>
                        <a:pt x="4930" y="0"/>
                        <a:pt x="3137" y="0"/>
                      </a:cubicBezTo>
                      <a:close/>
                      <a:moveTo>
                        <a:pt x="4482" y="3137"/>
                      </a:moveTo>
                      <a:cubicBezTo>
                        <a:pt x="4482" y="4034"/>
                        <a:pt x="4034" y="4482"/>
                        <a:pt x="3137" y="4482"/>
                      </a:cubicBezTo>
                      <a:cubicBezTo>
                        <a:pt x="2241" y="4482"/>
                        <a:pt x="1793" y="4034"/>
                        <a:pt x="1793" y="3137"/>
                      </a:cubicBezTo>
                      <a:cubicBezTo>
                        <a:pt x="1793" y="2689"/>
                        <a:pt x="1793" y="2241"/>
                        <a:pt x="2241" y="2241"/>
                      </a:cubicBezTo>
                      <a:cubicBezTo>
                        <a:pt x="3137" y="896"/>
                        <a:pt x="4482" y="1793"/>
                        <a:pt x="4482" y="3137"/>
                      </a:cubicBezTo>
                      <a:lnTo>
                        <a:pt x="4034" y="3137"/>
                      </a:lnTo>
                      <a:lnTo>
                        <a:pt x="4482" y="3137"/>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18" name="Freeform: Shape 2673">
                  <a:extLst>
                    <a:ext uri="{FF2B5EF4-FFF2-40B4-BE49-F238E27FC236}">
                      <a16:creationId xmlns:a16="http://schemas.microsoft.com/office/drawing/2014/main" id="{BE9445EF-5F3D-C6C9-E2AF-5E837F03A82C}"/>
                    </a:ext>
                  </a:extLst>
                </p:cNvPr>
                <p:cNvSpPr/>
                <p:nvPr/>
              </p:nvSpPr>
              <p:spPr>
                <a:xfrm>
                  <a:off x="10818839" y="3278350"/>
                  <a:ext cx="4482" cy="17927"/>
                </a:xfrm>
                <a:custGeom>
                  <a:avLst/>
                  <a:gdLst>
                    <a:gd name="connsiteX0" fmla="*/ 2241 w 4481"/>
                    <a:gd name="connsiteY0" fmla="*/ 0 h 17926"/>
                    <a:gd name="connsiteX1" fmla="*/ 0 w 4481"/>
                    <a:gd name="connsiteY1" fmla="*/ 2241 h 17926"/>
                    <a:gd name="connsiteX2" fmla="*/ 0 w 4481"/>
                    <a:gd name="connsiteY2" fmla="*/ 18823 h 17926"/>
                    <a:gd name="connsiteX3" fmla="*/ 2241 w 4481"/>
                    <a:gd name="connsiteY3" fmla="*/ 21064 h 17926"/>
                    <a:gd name="connsiteX4" fmla="*/ 4482 w 4481"/>
                    <a:gd name="connsiteY4" fmla="*/ 18823 h 17926"/>
                    <a:gd name="connsiteX5" fmla="*/ 4482 w 4481"/>
                    <a:gd name="connsiteY5" fmla="*/ 2241 h 17926"/>
                    <a:gd name="connsiteX6" fmla="*/ 2241 w 4481"/>
                    <a:gd name="connsiteY6" fmla="*/ 0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17926">
                      <a:moveTo>
                        <a:pt x="2241" y="0"/>
                      </a:moveTo>
                      <a:cubicBezTo>
                        <a:pt x="896" y="0"/>
                        <a:pt x="0" y="896"/>
                        <a:pt x="0" y="2241"/>
                      </a:cubicBezTo>
                      <a:lnTo>
                        <a:pt x="0" y="18823"/>
                      </a:lnTo>
                      <a:cubicBezTo>
                        <a:pt x="0" y="20168"/>
                        <a:pt x="896" y="21064"/>
                        <a:pt x="2241" y="21064"/>
                      </a:cubicBezTo>
                      <a:cubicBezTo>
                        <a:pt x="3585" y="21064"/>
                        <a:pt x="4482" y="20168"/>
                        <a:pt x="4482" y="18823"/>
                      </a:cubicBezTo>
                      <a:lnTo>
                        <a:pt x="4482" y="2241"/>
                      </a:lnTo>
                      <a:cubicBezTo>
                        <a:pt x="4482" y="896"/>
                        <a:pt x="3585" y="0"/>
                        <a:pt x="2241"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19" name="Freeform: Shape 2674">
                  <a:extLst>
                    <a:ext uri="{FF2B5EF4-FFF2-40B4-BE49-F238E27FC236}">
                      <a16:creationId xmlns:a16="http://schemas.microsoft.com/office/drawing/2014/main" id="{56EC4E4A-B2B8-CFAB-7BD3-9552DAF6904A}"/>
                    </a:ext>
                  </a:extLst>
                </p:cNvPr>
                <p:cNvSpPr/>
                <p:nvPr/>
              </p:nvSpPr>
              <p:spPr>
                <a:xfrm>
                  <a:off x="10698281" y="3157787"/>
                  <a:ext cx="103079" cy="152378"/>
                </a:xfrm>
                <a:custGeom>
                  <a:avLst/>
                  <a:gdLst>
                    <a:gd name="connsiteX0" fmla="*/ 97701 w 103079"/>
                    <a:gd name="connsiteY0" fmla="*/ 96361 h 152377"/>
                    <a:gd name="connsiteX1" fmla="*/ 99942 w 103079"/>
                    <a:gd name="connsiteY1" fmla="*/ 95016 h 152377"/>
                    <a:gd name="connsiteX2" fmla="*/ 99046 w 103079"/>
                    <a:gd name="connsiteY2" fmla="*/ 91879 h 152377"/>
                    <a:gd name="connsiteX3" fmla="*/ 89634 w 103079"/>
                    <a:gd name="connsiteY3" fmla="*/ 76641 h 152377"/>
                    <a:gd name="connsiteX4" fmla="*/ 90082 w 103079"/>
                    <a:gd name="connsiteY4" fmla="*/ 73504 h 152377"/>
                    <a:gd name="connsiteX5" fmla="*/ 93668 w 103079"/>
                    <a:gd name="connsiteY5" fmla="*/ 70367 h 152377"/>
                    <a:gd name="connsiteX6" fmla="*/ 103527 w 103079"/>
                    <a:gd name="connsiteY6" fmla="*/ 43029 h 152377"/>
                    <a:gd name="connsiteX7" fmla="*/ 103976 w 103079"/>
                    <a:gd name="connsiteY7" fmla="*/ 40340 h 152377"/>
                    <a:gd name="connsiteX8" fmla="*/ 103976 w 103079"/>
                    <a:gd name="connsiteY8" fmla="*/ 22861 h 152377"/>
                    <a:gd name="connsiteX9" fmla="*/ 71259 w 103079"/>
                    <a:gd name="connsiteY9" fmla="*/ 4 h 152377"/>
                    <a:gd name="connsiteX10" fmla="*/ 38991 w 103079"/>
                    <a:gd name="connsiteY10" fmla="*/ 22861 h 152377"/>
                    <a:gd name="connsiteX11" fmla="*/ 38991 w 103079"/>
                    <a:gd name="connsiteY11" fmla="*/ 40340 h 152377"/>
                    <a:gd name="connsiteX12" fmla="*/ 38991 w 103079"/>
                    <a:gd name="connsiteY12" fmla="*/ 41684 h 152377"/>
                    <a:gd name="connsiteX13" fmla="*/ 49747 w 103079"/>
                    <a:gd name="connsiteY13" fmla="*/ 69919 h 152377"/>
                    <a:gd name="connsiteX14" fmla="*/ 52436 w 103079"/>
                    <a:gd name="connsiteY14" fmla="*/ 72608 h 152377"/>
                    <a:gd name="connsiteX15" fmla="*/ 52884 w 103079"/>
                    <a:gd name="connsiteY15" fmla="*/ 76641 h 152377"/>
                    <a:gd name="connsiteX16" fmla="*/ 36750 w 103079"/>
                    <a:gd name="connsiteY16" fmla="*/ 93672 h 152377"/>
                    <a:gd name="connsiteX17" fmla="*/ 0 w 103079"/>
                    <a:gd name="connsiteY17" fmla="*/ 131318 h 152377"/>
                    <a:gd name="connsiteX18" fmla="*/ 0 w 103079"/>
                    <a:gd name="connsiteY18" fmla="*/ 138489 h 152377"/>
                    <a:gd name="connsiteX19" fmla="*/ 0 w 103079"/>
                    <a:gd name="connsiteY19" fmla="*/ 150590 h 152377"/>
                    <a:gd name="connsiteX20" fmla="*/ 2241 w 103079"/>
                    <a:gd name="connsiteY20" fmla="*/ 152830 h 152377"/>
                    <a:gd name="connsiteX21" fmla="*/ 2241 w 103079"/>
                    <a:gd name="connsiteY21" fmla="*/ 152830 h 152377"/>
                    <a:gd name="connsiteX22" fmla="*/ 4482 w 103079"/>
                    <a:gd name="connsiteY22" fmla="*/ 150590 h 152377"/>
                    <a:gd name="connsiteX23" fmla="*/ 4482 w 103079"/>
                    <a:gd name="connsiteY23" fmla="*/ 138489 h 152377"/>
                    <a:gd name="connsiteX24" fmla="*/ 4482 w 103079"/>
                    <a:gd name="connsiteY24" fmla="*/ 131318 h 152377"/>
                    <a:gd name="connsiteX25" fmla="*/ 36750 w 103079"/>
                    <a:gd name="connsiteY25" fmla="*/ 98154 h 152377"/>
                    <a:gd name="connsiteX26" fmla="*/ 57366 w 103079"/>
                    <a:gd name="connsiteY26" fmla="*/ 76641 h 152377"/>
                    <a:gd name="connsiteX27" fmla="*/ 57366 w 103079"/>
                    <a:gd name="connsiteY27" fmla="*/ 75745 h 152377"/>
                    <a:gd name="connsiteX28" fmla="*/ 71707 w 103079"/>
                    <a:gd name="connsiteY28" fmla="*/ 79330 h 152377"/>
                    <a:gd name="connsiteX29" fmla="*/ 72156 w 103079"/>
                    <a:gd name="connsiteY29" fmla="*/ 79330 h 152377"/>
                    <a:gd name="connsiteX30" fmla="*/ 85601 w 103079"/>
                    <a:gd name="connsiteY30" fmla="*/ 76641 h 152377"/>
                    <a:gd name="connsiteX31" fmla="*/ 85601 w 103079"/>
                    <a:gd name="connsiteY31" fmla="*/ 77090 h 152377"/>
                    <a:gd name="connsiteX32" fmla="*/ 97701 w 103079"/>
                    <a:gd name="connsiteY32" fmla="*/ 96361 h 152377"/>
                    <a:gd name="connsiteX33" fmla="*/ 97701 w 103079"/>
                    <a:gd name="connsiteY33" fmla="*/ 96361 h 152377"/>
                    <a:gd name="connsiteX34" fmla="*/ 71259 w 103079"/>
                    <a:gd name="connsiteY34" fmla="*/ 74849 h 152377"/>
                    <a:gd name="connsiteX35" fmla="*/ 71259 w 103079"/>
                    <a:gd name="connsiteY35" fmla="*/ 74849 h 152377"/>
                    <a:gd name="connsiteX36" fmla="*/ 71259 w 103079"/>
                    <a:gd name="connsiteY36" fmla="*/ 74849 h 152377"/>
                    <a:gd name="connsiteX37" fmla="*/ 52436 w 103079"/>
                    <a:gd name="connsiteY37" fmla="*/ 67230 h 152377"/>
                    <a:gd name="connsiteX38" fmla="*/ 43025 w 103079"/>
                    <a:gd name="connsiteY38" fmla="*/ 41236 h 152377"/>
                    <a:gd name="connsiteX39" fmla="*/ 43025 w 103079"/>
                    <a:gd name="connsiteY39" fmla="*/ 39892 h 152377"/>
                    <a:gd name="connsiteX40" fmla="*/ 43025 w 103079"/>
                    <a:gd name="connsiteY40" fmla="*/ 23757 h 152377"/>
                    <a:gd name="connsiteX41" fmla="*/ 71259 w 103079"/>
                    <a:gd name="connsiteY41" fmla="*/ 4486 h 152377"/>
                    <a:gd name="connsiteX42" fmla="*/ 99494 w 103079"/>
                    <a:gd name="connsiteY42" fmla="*/ 23757 h 152377"/>
                    <a:gd name="connsiteX43" fmla="*/ 99494 w 103079"/>
                    <a:gd name="connsiteY43" fmla="*/ 39892 h 152377"/>
                    <a:gd name="connsiteX44" fmla="*/ 99046 w 103079"/>
                    <a:gd name="connsiteY44" fmla="*/ 42581 h 152377"/>
                    <a:gd name="connsiteX45" fmla="*/ 90082 w 103079"/>
                    <a:gd name="connsiteY45" fmla="*/ 67678 h 152377"/>
                    <a:gd name="connsiteX46" fmla="*/ 71259 w 103079"/>
                    <a:gd name="connsiteY46" fmla="*/ 74849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079" h="152377">
                      <a:moveTo>
                        <a:pt x="97701" y="96361"/>
                      </a:moveTo>
                      <a:cubicBezTo>
                        <a:pt x="98597" y="96361"/>
                        <a:pt x="99494" y="95913"/>
                        <a:pt x="99942" y="95016"/>
                      </a:cubicBezTo>
                      <a:cubicBezTo>
                        <a:pt x="100390" y="93672"/>
                        <a:pt x="99942" y="92776"/>
                        <a:pt x="99046" y="91879"/>
                      </a:cubicBezTo>
                      <a:cubicBezTo>
                        <a:pt x="93219" y="89190"/>
                        <a:pt x="89634" y="82916"/>
                        <a:pt x="89634" y="76641"/>
                      </a:cubicBezTo>
                      <a:cubicBezTo>
                        <a:pt x="89634" y="75745"/>
                        <a:pt x="89634" y="74401"/>
                        <a:pt x="90082" y="73504"/>
                      </a:cubicBezTo>
                      <a:cubicBezTo>
                        <a:pt x="91427" y="72608"/>
                        <a:pt x="92323" y="71712"/>
                        <a:pt x="93668" y="70367"/>
                      </a:cubicBezTo>
                      <a:cubicBezTo>
                        <a:pt x="100838" y="62300"/>
                        <a:pt x="102183" y="51096"/>
                        <a:pt x="103527" y="43029"/>
                      </a:cubicBezTo>
                      <a:lnTo>
                        <a:pt x="103976" y="40340"/>
                      </a:lnTo>
                      <a:cubicBezTo>
                        <a:pt x="105768" y="30928"/>
                        <a:pt x="103976" y="22861"/>
                        <a:pt x="103976" y="22861"/>
                      </a:cubicBezTo>
                      <a:cubicBezTo>
                        <a:pt x="99046" y="-892"/>
                        <a:pt x="71259" y="4"/>
                        <a:pt x="71259" y="4"/>
                      </a:cubicBezTo>
                      <a:cubicBezTo>
                        <a:pt x="70811" y="4"/>
                        <a:pt x="43473" y="-444"/>
                        <a:pt x="38991" y="22861"/>
                      </a:cubicBezTo>
                      <a:cubicBezTo>
                        <a:pt x="38991" y="23309"/>
                        <a:pt x="37198" y="30928"/>
                        <a:pt x="38991" y="40340"/>
                      </a:cubicBezTo>
                      <a:lnTo>
                        <a:pt x="38991" y="41684"/>
                      </a:lnTo>
                      <a:cubicBezTo>
                        <a:pt x="40335" y="50199"/>
                        <a:pt x="42128" y="61404"/>
                        <a:pt x="49747" y="69919"/>
                      </a:cubicBezTo>
                      <a:cubicBezTo>
                        <a:pt x="50643" y="70815"/>
                        <a:pt x="51540" y="71712"/>
                        <a:pt x="52436" y="72608"/>
                      </a:cubicBezTo>
                      <a:cubicBezTo>
                        <a:pt x="52884" y="73953"/>
                        <a:pt x="52884" y="75297"/>
                        <a:pt x="52884" y="76641"/>
                      </a:cubicBezTo>
                      <a:cubicBezTo>
                        <a:pt x="52884" y="86053"/>
                        <a:pt x="45713" y="93672"/>
                        <a:pt x="36750" y="93672"/>
                      </a:cubicBezTo>
                      <a:cubicBezTo>
                        <a:pt x="16582" y="93672"/>
                        <a:pt x="448" y="110254"/>
                        <a:pt x="0" y="131318"/>
                      </a:cubicBezTo>
                      <a:lnTo>
                        <a:pt x="0" y="138489"/>
                      </a:lnTo>
                      <a:lnTo>
                        <a:pt x="0" y="150590"/>
                      </a:lnTo>
                      <a:cubicBezTo>
                        <a:pt x="0" y="151934"/>
                        <a:pt x="896" y="152830"/>
                        <a:pt x="2241" y="152830"/>
                      </a:cubicBezTo>
                      <a:cubicBezTo>
                        <a:pt x="2241" y="152830"/>
                        <a:pt x="2241" y="152830"/>
                        <a:pt x="2241" y="152830"/>
                      </a:cubicBezTo>
                      <a:cubicBezTo>
                        <a:pt x="3585" y="152830"/>
                        <a:pt x="4482" y="151934"/>
                        <a:pt x="4482" y="150590"/>
                      </a:cubicBezTo>
                      <a:lnTo>
                        <a:pt x="4482" y="138489"/>
                      </a:lnTo>
                      <a:lnTo>
                        <a:pt x="4482" y="131318"/>
                      </a:lnTo>
                      <a:cubicBezTo>
                        <a:pt x="4930" y="112943"/>
                        <a:pt x="19271" y="98154"/>
                        <a:pt x="36750" y="98154"/>
                      </a:cubicBezTo>
                      <a:cubicBezTo>
                        <a:pt x="47954" y="98154"/>
                        <a:pt x="57366" y="88742"/>
                        <a:pt x="57366" y="76641"/>
                      </a:cubicBezTo>
                      <a:cubicBezTo>
                        <a:pt x="57366" y="76193"/>
                        <a:pt x="57366" y="76193"/>
                        <a:pt x="57366" y="75745"/>
                      </a:cubicBezTo>
                      <a:cubicBezTo>
                        <a:pt x="64088" y="78882"/>
                        <a:pt x="70811" y="79330"/>
                        <a:pt x="71707" y="79330"/>
                      </a:cubicBezTo>
                      <a:cubicBezTo>
                        <a:pt x="71707" y="79330"/>
                        <a:pt x="71707" y="79330"/>
                        <a:pt x="72156" y="79330"/>
                      </a:cubicBezTo>
                      <a:cubicBezTo>
                        <a:pt x="73948" y="79330"/>
                        <a:pt x="79774" y="78882"/>
                        <a:pt x="85601" y="76641"/>
                      </a:cubicBezTo>
                      <a:cubicBezTo>
                        <a:pt x="85601" y="76641"/>
                        <a:pt x="85601" y="76641"/>
                        <a:pt x="85601" y="77090"/>
                      </a:cubicBezTo>
                      <a:cubicBezTo>
                        <a:pt x="85601" y="85605"/>
                        <a:pt x="90530" y="93224"/>
                        <a:pt x="97701" y="96361"/>
                      </a:cubicBezTo>
                      <a:cubicBezTo>
                        <a:pt x="97253" y="96361"/>
                        <a:pt x="97253" y="96361"/>
                        <a:pt x="97701" y="96361"/>
                      </a:cubicBezTo>
                      <a:close/>
                      <a:moveTo>
                        <a:pt x="71259" y="74849"/>
                      </a:moveTo>
                      <a:cubicBezTo>
                        <a:pt x="71259" y="74849"/>
                        <a:pt x="71259" y="74849"/>
                        <a:pt x="71259" y="74849"/>
                      </a:cubicBezTo>
                      <a:cubicBezTo>
                        <a:pt x="71259" y="74849"/>
                        <a:pt x="71259" y="74849"/>
                        <a:pt x="71259" y="74849"/>
                      </a:cubicBezTo>
                      <a:cubicBezTo>
                        <a:pt x="70811" y="74849"/>
                        <a:pt x="58710" y="74849"/>
                        <a:pt x="52436" y="67230"/>
                      </a:cubicBezTo>
                      <a:cubicBezTo>
                        <a:pt x="45713" y="59611"/>
                        <a:pt x="43921" y="48855"/>
                        <a:pt x="43025" y="41236"/>
                      </a:cubicBezTo>
                      <a:lnTo>
                        <a:pt x="43025" y="39892"/>
                      </a:lnTo>
                      <a:cubicBezTo>
                        <a:pt x="41680" y="31376"/>
                        <a:pt x="43025" y="23757"/>
                        <a:pt x="43025" y="23757"/>
                      </a:cubicBezTo>
                      <a:cubicBezTo>
                        <a:pt x="47058" y="4038"/>
                        <a:pt x="69915" y="4486"/>
                        <a:pt x="71259" y="4486"/>
                      </a:cubicBezTo>
                      <a:cubicBezTo>
                        <a:pt x="72156" y="4486"/>
                        <a:pt x="95460" y="4038"/>
                        <a:pt x="99494" y="23757"/>
                      </a:cubicBezTo>
                      <a:cubicBezTo>
                        <a:pt x="99494" y="23757"/>
                        <a:pt x="100838" y="30928"/>
                        <a:pt x="99494" y="39892"/>
                      </a:cubicBezTo>
                      <a:lnTo>
                        <a:pt x="99046" y="42581"/>
                      </a:lnTo>
                      <a:cubicBezTo>
                        <a:pt x="97701" y="50648"/>
                        <a:pt x="96357" y="60507"/>
                        <a:pt x="90082" y="67678"/>
                      </a:cubicBezTo>
                      <a:cubicBezTo>
                        <a:pt x="83360" y="74401"/>
                        <a:pt x="73052" y="74849"/>
                        <a:pt x="71259" y="7484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20" name="Group 2617">
                <a:extLst>
                  <a:ext uri="{FF2B5EF4-FFF2-40B4-BE49-F238E27FC236}">
                    <a16:creationId xmlns:a16="http://schemas.microsoft.com/office/drawing/2014/main" id="{613F14F8-5752-F838-A5FA-8686DB363C1A}"/>
                  </a:ext>
                  <a:ext uri="{C183D7F6-B498-43B3-948B-1728B52AA6E4}">
                    <adec:decorative xmlns:adec="http://schemas.microsoft.com/office/drawing/2017/decorative" val="1"/>
                  </a:ext>
                </a:extLst>
              </p:cNvPr>
              <p:cNvGrpSpPr>
                <a:grpSpLocks noChangeAspect="1"/>
              </p:cNvGrpSpPr>
              <p:nvPr/>
            </p:nvGrpSpPr>
            <p:grpSpPr>
              <a:xfrm>
                <a:off x="9837764" y="5245303"/>
                <a:ext cx="165823" cy="120110"/>
                <a:chOff x="9894264" y="3189612"/>
                <a:chExt cx="165823" cy="120110"/>
              </a:xfrm>
            </p:grpSpPr>
            <p:sp>
              <p:nvSpPr>
                <p:cNvPr id="1621" name="Freeform: Shape 2669">
                  <a:extLst>
                    <a:ext uri="{FF2B5EF4-FFF2-40B4-BE49-F238E27FC236}">
                      <a16:creationId xmlns:a16="http://schemas.microsoft.com/office/drawing/2014/main" id="{FB404619-050E-384E-1CE7-D7D6275C1183}"/>
                    </a:ext>
                  </a:extLst>
                </p:cNvPr>
                <p:cNvSpPr/>
                <p:nvPr/>
              </p:nvSpPr>
              <p:spPr>
                <a:xfrm>
                  <a:off x="9948044" y="3189612"/>
                  <a:ext cx="112043" cy="116524"/>
                </a:xfrm>
                <a:custGeom>
                  <a:avLst/>
                  <a:gdLst>
                    <a:gd name="connsiteX0" fmla="*/ 112043 w 112042"/>
                    <a:gd name="connsiteY0" fmla="*/ 110698 h 116524"/>
                    <a:gd name="connsiteX1" fmla="*/ 112043 w 112042"/>
                    <a:gd name="connsiteY1" fmla="*/ 103976 h 116524"/>
                    <a:gd name="connsiteX2" fmla="*/ 112043 w 112042"/>
                    <a:gd name="connsiteY2" fmla="*/ 103079 h 116524"/>
                    <a:gd name="connsiteX3" fmla="*/ 82911 w 112042"/>
                    <a:gd name="connsiteY3" fmla="*/ 73500 h 116524"/>
                    <a:gd name="connsiteX4" fmla="*/ 70811 w 112042"/>
                    <a:gd name="connsiteY4" fmla="*/ 60951 h 116524"/>
                    <a:gd name="connsiteX5" fmla="*/ 70811 w 112042"/>
                    <a:gd name="connsiteY5" fmla="*/ 58710 h 116524"/>
                    <a:gd name="connsiteX6" fmla="*/ 73500 w 112042"/>
                    <a:gd name="connsiteY6" fmla="*/ 56021 h 116524"/>
                    <a:gd name="connsiteX7" fmla="*/ 81567 w 112042"/>
                    <a:gd name="connsiteY7" fmla="*/ 34509 h 116524"/>
                    <a:gd name="connsiteX8" fmla="*/ 82015 w 112042"/>
                    <a:gd name="connsiteY8" fmla="*/ 32268 h 116524"/>
                    <a:gd name="connsiteX9" fmla="*/ 82015 w 112042"/>
                    <a:gd name="connsiteY9" fmla="*/ 18375 h 116524"/>
                    <a:gd name="connsiteX10" fmla="*/ 56021 w 112042"/>
                    <a:gd name="connsiteY10" fmla="*/ 0 h 116524"/>
                    <a:gd name="connsiteX11" fmla="*/ 30027 w 112042"/>
                    <a:gd name="connsiteY11" fmla="*/ 18375 h 116524"/>
                    <a:gd name="connsiteX12" fmla="*/ 30027 w 112042"/>
                    <a:gd name="connsiteY12" fmla="*/ 32268 h 116524"/>
                    <a:gd name="connsiteX13" fmla="*/ 30027 w 112042"/>
                    <a:gd name="connsiteY13" fmla="*/ 33165 h 116524"/>
                    <a:gd name="connsiteX14" fmla="*/ 38543 w 112042"/>
                    <a:gd name="connsiteY14" fmla="*/ 55573 h 116524"/>
                    <a:gd name="connsiteX15" fmla="*/ 40783 w 112042"/>
                    <a:gd name="connsiteY15" fmla="*/ 57366 h 116524"/>
                    <a:gd name="connsiteX16" fmla="*/ 41231 w 112042"/>
                    <a:gd name="connsiteY16" fmla="*/ 60055 h 116524"/>
                    <a:gd name="connsiteX17" fmla="*/ 29131 w 112042"/>
                    <a:gd name="connsiteY17" fmla="*/ 72604 h 116524"/>
                    <a:gd name="connsiteX18" fmla="*/ 0 w 112042"/>
                    <a:gd name="connsiteY18" fmla="*/ 102631 h 116524"/>
                    <a:gd name="connsiteX19" fmla="*/ 0 w 112042"/>
                    <a:gd name="connsiteY19" fmla="*/ 108457 h 116524"/>
                    <a:gd name="connsiteX20" fmla="*/ 0 w 112042"/>
                    <a:gd name="connsiteY20" fmla="*/ 117869 h 116524"/>
                    <a:gd name="connsiteX21" fmla="*/ 2241 w 112042"/>
                    <a:gd name="connsiteY21" fmla="*/ 120110 h 116524"/>
                    <a:gd name="connsiteX22" fmla="*/ 2241 w 112042"/>
                    <a:gd name="connsiteY22" fmla="*/ 120110 h 116524"/>
                    <a:gd name="connsiteX23" fmla="*/ 4482 w 112042"/>
                    <a:gd name="connsiteY23" fmla="*/ 117869 h 116524"/>
                    <a:gd name="connsiteX24" fmla="*/ 4482 w 112042"/>
                    <a:gd name="connsiteY24" fmla="*/ 108457 h 116524"/>
                    <a:gd name="connsiteX25" fmla="*/ 4482 w 112042"/>
                    <a:gd name="connsiteY25" fmla="*/ 103079 h 116524"/>
                    <a:gd name="connsiteX26" fmla="*/ 29131 w 112042"/>
                    <a:gd name="connsiteY26" fmla="*/ 77534 h 116524"/>
                    <a:gd name="connsiteX27" fmla="*/ 45713 w 112042"/>
                    <a:gd name="connsiteY27" fmla="*/ 60503 h 116524"/>
                    <a:gd name="connsiteX28" fmla="*/ 56469 w 112042"/>
                    <a:gd name="connsiteY28" fmla="*/ 62744 h 116524"/>
                    <a:gd name="connsiteX29" fmla="*/ 56917 w 112042"/>
                    <a:gd name="connsiteY29" fmla="*/ 62744 h 116524"/>
                    <a:gd name="connsiteX30" fmla="*/ 66777 w 112042"/>
                    <a:gd name="connsiteY30" fmla="*/ 60951 h 116524"/>
                    <a:gd name="connsiteX31" fmla="*/ 83360 w 112042"/>
                    <a:gd name="connsiteY31" fmla="*/ 77534 h 116524"/>
                    <a:gd name="connsiteX32" fmla="*/ 108009 w 112042"/>
                    <a:gd name="connsiteY32" fmla="*/ 103079 h 116524"/>
                    <a:gd name="connsiteX33" fmla="*/ 108009 w 112042"/>
                    <a:gd name="connsiteY33" fmla="*/ 103976 h 116524"/>
                    <a:gd name="connsiteX34" fmla="*/ 108009 w 112042"/>
                    <a:gd name="connsiteY34" fmla="*/ 110698 h 116524"/>
                    <a:gd name="connsiteX35" fmla="*/ 108009 w 112042"/>
                    <a:gd name="connsiteY35" fmla="*/ 117869 h 116524"/>
                    <a:gd name="connsiteX36" fmla="*/ 110250 w 112042"/>
                    <a:gd name="connsiteY36" fmla="*/ 120110 h 116524"/>
                    <a:gd name="connsiteX37" fmla="*/ 110250 w 112042"/>
                    <a:gd name="connsiteY37" fmla="*/ 120110 h 116524"/>
                    <a:gd name="connsiteX38" fmla="*/ 112491 w 112042"/>
                    <a:gd name="connsiteY38" fmla="*/ 117869 h 116524"/>
                    <a:gd name="connsiteX39" fmla="*/ 112043 w 112042"/>
                    <a:gd name="connsiteY39" fmla="*/ 110698 h 116524"/>
                    <a:gd name="connsiteX40" fmla="*/ 56469 w 112042"/>
                    <a:gd name="connsiteY40" fmla="*/ 59159 h 116524"/>
                    <a:gd name="connsiteX41" fmla="*/ 56469 w 112042"/>
                    <a:gd name="connsiteY41" fmla="*/ 59159 h 116524"/>
                    <a:gd name="connsiteX42" fmla="*/ 56469 w 112042"/>
                    <a:gd name="connsiteY42" fmla="*/ 59159 h 116524"/>
                    <a:gd name="connsiteX43" fmla="*/ 42128 w 112042"/>
                    <a:gd name="connsiteY43" fmla="*/ 53332 h 116524"/>
                    <a:gd name="connsiteX44" fmla="*/ 34957 w 112042"/>
                    <a:gd name="connsiteY44" fmla="*/ 33165 h 116524"/>
                    <a:gd name="connsiteX45" fmla="*/ 34957 w 112042"/>
                    <a:gd name="connsiteY45" fmla="*/ 32268 h 116524"/>
                    <a:gd name="connsiteX46" fmla="*/ 34957 w 112042"/>
                    <a:gd name="connsiteY46" fmla="*/ 19720 h 116524"/>
                    <a:gd name="connsiteX47" fmla="*/ 56469 w 112042"/>
                    <a:gd name="connsiteY47" fmla="*/ 4930 h 116524"/>
                    <a:gd name="connsiteX48" fmla="*/ 77981 w 112042"/>
                    <a:gd name="connsiteY48" fmla="*/ 19720 h 116524"/>
                    <a:gd name="connsiteX49" fmla="*/ 77981 w 112042"/>
                    <a:gd name="connsiteY49" fmla="*/ 32268 h 116524"/>
                    <a:gd name="connsiteX50" fmla="*/ 77533 w 112042"/>
                    <a:gd name="connsiteY50" fmla="*/ 34509 h 116524"/>
                    <a:gd name="connsiteX51" fmla="*/ 70811 w 112042"/>
                    <a:gd name="connsiteY51" fmla="*/ 53780 h 116524"/>
                    <a:gd name="connsiteX52" fmla="*/ 56469 w 112042"/>
                    <a:gd name="connsiteY52" fmla="*/ 59159 h 11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042" h="116524">
                      <a:moveTo>
                        <a:pt x="112043" y="110698"/>
                      </a:moveTo>
                      <a:cubicBezTo>
                        <a:pt x="112043" y="108457"/>
                        <a:pt x="112043" y="106216"/>
                        <a:pt x="112043" y="103976"/>
                      </a:cubicBezTo>
                      <a:lnTo>
                        <a:pt x="112043" y="103079"/>
                      </a:lnTo>
                      <a:cubicBezTo>
                        <a:pt x="111594" y="86497"/>
                        <a:pt x="99046" y="73500"/>
                        <a:pt x="82911" y="73500"/>
                      </a:cubicBezTo>
                      <a:cubicBezTo>
                        <a:pt x="76189" y="73500"/>
                        <a:pt x="70811" y="67674"/>
                        <a:pt x="70811" y="60951"/>
                      </a:cubicBezTo>
                      <a:cubicBezTo>
                        <a:pt x="70811" y="60055"/>
                        <a:pt x="70811" y="59607"/>
                        <a:pt x="70811" y="58710"/>
                      </a:cubicBezTo>
                      <a:cubicBezTo>
                        <a:pt x="71707" y="57814"/>
                        <a:pt x="72603" y="57366"/>
                        <a:pt x="73500" y="56021"/>
                      </a:cubicBezTo>
                      <a:cubicBezTo>
                        <a:pt x="78878" y="49747"/>
                        <a:pt x="80222" y="40784"/>
                        <a:pt x="81567" y="34509"/>
                      </a:cubicBezTo>
                      <a:lnTo>
                        <a:pt x="82015" y="32268"/>
                      </a:lnTo>
                      <a:cubicBezTo>
                        <a:pt x="83360" y="24649"/>
                        <a:pt x="82015" y="18375"/>
                        <a:pt x="82015" y="18375"/>
                      </a:cubicBezTo>
                      <a:cubicBezTo>
                        <a:pt x="78878" y="3137"/>
                        <a:pt x="63640" y="0"/>
                        <a:pt x="56021" y="0"/>
                      </a:cubicBezTo>
                      <a:cubicBezTo>
                        <a:pt x="48402" y="0"/>
                        <a:pt x="33164" y="3137"/>
                        <a:pt x="30027" y="18375"/>
                      </a:cubicBezTo>
                      <a:cubicBezTo>
                        <a:pt x="30027" y="18823"/>
                        <a:pt x="28683" y="24649"/>
                        <a:pt x="30027" y="32268"/>
                      </a:cubicBezTo>
                      <a:lnTo>
                        <a:pt x="30027" y="33165"/>
                      </a:lnTo>
                      <a:cubicBezTo>
                        <a:pt x="30924" y="39887"/>
                        <a:pt x="32716" y="48851"/>
                        <a:pt x="38543" y="55573"/>
                      </a:cubicBezTo>
                      <a:cubicBezTo>
                        <a:pt x="38991" y="56469"/>
                        <a:pt x="39887" y="56918"/>
                        <a:pt x="40783" y="57366"/>
                      </a:cubicBezTo>
                      <a:cubicBezTo>
                        <a:pt x="40783" y="58262"/>
                        <a:pt x="41231" y="59159"/>
                        <a:pt x="41231" y="60055"/>
                      </a:cubicBezTo>
                      <a:cubicBezTo>
                        <a:pt x="41231" y="67226"/>
                        <a:pt x="35854" y="72604"/>
                        <a:pt x="29131" y="72604"/>
                      </a:cubicBezTo>
                      <a:cubicBezTo>
                        <a:pt x="12997" y="72604"/>
                        <a:pt x="448" y="85601"/>
                        <a:pt x="0" y="102631"/>
                      </a:cubicBezTo>
                      <a:lnTo>
                        <a:pt x="0" y="108457"/>
                      </a:lnTo>
                      <a:cubicBezTo>
                        <a:pt x="0" y="111595"/>
                        <a:pt x="0" y="114732"/>
                        <a:pt x="0" y="117869"/>
                      </a:cubicBezTo>
                      <a:cubicBezTo>
                        <a:pt x="0" y="119213"/>
                        <a:pt x="896" y="120110"/>
                        <a:pt x="2241" y="120110"/>
                      </a:cubicBezTo>
                      <a:cubicBezTo>
                        <a:pt x="2241" y="120110"/>
                        <a:pt x="2241" y="120110"/>
                        <a:pt x="2241" y="120110"/>
                      </a:cubicBezTo>
                      <a:cubicBezTo>
                        <a:pt x="3585" y="120110"/>
                        <a:pt x="4482" y="119213"/>
                        <a:pt x="4482" y="117869"/>
                      </a:cubicBezTo>
                      <a:cubicBezTo>
                        <a:pt x="4482" y="114732"/>
                        <a:pt x="4482" y="111595"/>
                        <a:pt x="4482" y="108457"/>
                      </a:cubicBezTo>
                      <a:lnTo>
                        <a:pt x="4482" y="103079"/>
                      </a:lnTo>
                      <a:cubicBezTo>
                        <a:pt x="4930" y="88738"/>
                        <a:pt x="15686" y="77534"/>
                        <a:pt x="29131" y="77534"/>
                      </a:cubicBezTo>
                      <a:cubicBezTo>
                        <a:pt x="38094" y="77534"/>
                        <a:pt x="45265" y="69915"/>
                        <a:pt x="45713" y="60503"/>
                      </a:cubicBezTo>
                      <a:cubicBezTo>
                        <a:pt x="50643" y="62744"/>
                        <a:pt x="56021" y="62744"/>
                        <a:pt x="56469" y="62744"/>
                      </a:cubicBezTo>
                      <a:cubicBezTo>
                        <a:pt x="56469" y="62744"/>
                        <a:pt x="56469" y="62744"/>
                        <a:pt x="56917" y="62744"/>
                      </a:cubicBezTo>
                      <a:cubicBezTo>
                        <a:pt x="58262" y="62744"/>
                        <a:pt x="62295" y="62744"/>
                        <a:pt x="66777" y="60951"/>
                      </a:cubicBezTo>
                      <a:cubicBezTo>
                        <a:pt x="67226" y="70363"/>
                        <a:pt x="74396" y="77534"/>
                        <a:pt x="83360" y="77534"/>
                      </a:cubicBezTo>
                      <a:cubicBezTo>
                        <a:pt x="96805" y="77534"/>
                        <a:pt x="107561" y="88738"/>
                        <a:pt x="108009" y="103079"/>
                      </a:cubicBezTo>
                      <a:lnTo>
                        <a:pt x="108009" y="103976"/>
                      </a:lnTo>
                      <a:cubicBezTo>
                        <a:pt x="108009" y="106216"/>
                        <a:pt x="108009" y="108457"/>
                        <a:pt x="108009" y="110698"/>
                      </a:cubicBezTo>
                      <a:cubicBezTo>
                        <a:pt x="108009" y="112939"/>
                        <a:pt x="108009" y="115180"/>
                        <a:pt x="108009" y="117869"/>
                      </a:cubicBezTo>
                      <a:cubicBezTo>
                        <a:pt x="108009" y="119213"/>
                        <a:pt x="108905" y="120110"/>
                        <a:pt x="110250" y="120110"/>
                      </a:cubicBezTo>
                      <a:cubicBezTo>
                        <a:pt x="110250" y="120110"/>
                        <a:pt x="110250" y="120110"/>
                        <a:pt x="110250" y="120110"/>
                      </a:cubicBezTo>
                      <a:cubicBezTo>
                        <a:pt x="111594" y="120110"/>
                        <a:pt x="112491" y="119213"/>
                        <a:pt x="112491" y="117869"/>
                      </a:cubicBezTo>
                      <a:cubicBezTo>
                        <a:pt x="112043" y="115628"/>
                        <a:pt x="112043" y="112939"/>
                        <a:pt x="112043" y="110698"/>
                      </a:cubicBezTo>
                      <a:close/>
                      <a:moveTo>
                        <a:pt x="56469" y="59159"/>
                      </a:moveTo>
                      <a:cubicBezTo>
                        <a:pt x="56021" y="59159"/>
                        <a:pt x="56469" y="59159"/>
                        <a:pt x="56469" y="59159"/>
                      </a:cubicBezTo>
                      <a:cubicBezTo>
                        <a:pt x="56469" y="59159"/>
                        <a:pt x="56469" y="59159"/>
                        <a:pt x="56469" y="59159"/>
                      </a:cubicBezTo>
                      <a:cubicBezTo>
                        <a:pt x="56021" y="59159"/>
                        <a:pt x="47058" y="59159"/>
                        <a:pt x="42128" y="53332"/>
                      </a:cubicBezTo>
                      <a:cubicBezTo>
                        <a:pt x="37198" y="47506"/>
                        <a:pt x="35854" y="38991"/>
                        <a:pt x="34957" y="33165"/>
                      </a:cubicBezTo>
                      <a:lnTo>
                        <a:pt x="34957" y="32268"/>
                      </a:lnTo>
                      <a:cubicBezTo>
                        <a:pt x="34061" y="25546"/>
                        <a:pt x="34957" y="20168"/>
                        <a:pt x="34957" y="19720"/>
                      </a:cubicBezTo>
                      <a:cubicBezTo>
                        <a:pt x="38094" y="4930"/>
                        <a:pt x="55573" y="4930"/>
                        <a:pt x="56469" y="4930"/>
                      </a:cubicBezTo>
                      <a:cubicBezTo>
                        <a:pt x="57366" y="4930"/>
                        <a:pt x="74844" y="4482"/>
                        <a:pt x="77981" y="19720"/>
                      </a:cubicBezTo>
                      <a:cubicBezTo>
                        <a:pt x="77981" y="19720"/>
                        <a:pt x="78878" y="25546"/>
                        <a:pt x="77981" y="32268"/>
                      </a:cubicBezTo>
                      <a:lnTo>
                        <a:pt x="77533" y="34509"/>
                      </a:lnTo>
                      <a:cubicBezTo>
                        <a:pt x="76637" y="40784"/>
                        <a:pt x="75293" y="48402"/>
                        <a:pt x="70811" y="53780"/>
                      </a:cubicBezTo>
                      <a:cubicBezTo>
                        <a:pt x="65881" y="58710"/>
                        <a:pt x="57814" y="59159"/>
                        <a:pt x="56469" y="5915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22" name="Freeform: Shape 2670">
                  <a:extLst>
                    <a:ext uri="{FF2B5EF4-FFF2-40B4-BE49-F238E27FC236}">
                      <a16:creationId xmlns:a16="http://schemas.microsoft.com/office/drawing/2014/main" id="{CF36F866-E5ED-0F4F-BFB8-11C2DCFCC5D7}"/>
                    </a:ext>
                  </a:extLst>
                </p:cNvPr>
                <p:cNvSpPr/>
                <p:nvPr/>
              </p:nvSpPr>
              <p:spPr>
                <a:xfrm>
                  <a:off x="9894264" y="3202161"/>
                  <a:ext cx="71707" cy="107561"/>
                </a:xfrm>
                <a:custGeom>
                  <a:avLst/>
                  <a:gdLst>
                    <a:gd name="connsiteX0" fmla="*/ 62295 w 71707"/>
                    <a:gd name="connsiteY0" fmla="*/ 63640 h 107560"/>
                    <a:gd name="connsiteX1" fmla="*/ 64088 w 71707"/>
                    <a:gd name="connsiteY1" fmla="*/ 64536 h 107560"/>
                    <a:gd name="connsiteX2" fmla="*/ 65433 w 71707"/>
                    <a:gd name="connsiteY2" fmla="*/ 64088 h 107560"/>
                    <a:gd name="connsiteX3" fmla="*/ 65881 w 71707"/>
                    <a:gd name="connsiteY3" fmla="*/ 60951 h 107560"/>
                    <a:gd name="connsiteX4" fmla="*/ 63640 w 71707"/>
                    <a:gd name="connsiteY4" fmla="*/ 54229 h 107560"/>
                    <a:gd name="connsiteX5" fmla="*/ 63640 w 71707"/>
                    <a:gd name="connsiteY5" fmla="*/ 52436 h 107560"/>
                    <a:gd name="connsiteX6" fmla="*/ 65881 w 71707"/>
                    <a:gd name="connsiteY6" fmla="*/ 50195 h 107560"/>
                    <a:gd name="connsiteX7" fmla="*/ 73052 w 71707"/>
                    <a:gd name="connsiteY7" fmla="*/ 30924 h 107560"/>
                    <a:gd name="connsiteX8" fmla="*/ 73500 w 71707"/>
                    <a:gd name="connsiteY8" fmla="*/ 29131 h 107560"/>
                    <a:gd name="connsiteX9" fmla="*/ 73500 w 71707"/>
                    <a:gd name="connsiteY9" fmla="*/ 16582 h 107560"/>
                    <a:gd name="connsiteX10" fmla="*/ 50195 w 71707"/>
                    <a:gd name="connsiteY10" fmla="*/ 0 h 107560"/>
                    <a:gd name="connsiteX11" fmla="*/ 26890 w 71707"/>
                    <a:gd name="connsiteY11" fmla="*/ 16582 h 107560"/>
                    <a:gd name="connsiteX12" fmla="*/ 26890 w 71707"/>
                    <a:gd name="connsiteY12" fmla="*/ 29131 h 107560"/>
                    <a:gd name="connsiteX13" fmla="*/ 26890 w 71707"/>
                    <a:gd name="connsiteY13" fmla="*/ 30027 h 107560"/>
                    <a:gd name="connsiteX14" fmla="*/ 34509 w 71707"/>
                    <a:gd name="connsiteY14" fmla="*/ 50195 h 107560"/>
                    <a:gd name="connsiteX15" fmla="*/ 36302 w 71707"/>
                    <a:gd name="connsiteY15" fmla="*/ 51988 h 107560"/>
                    <a:gd name="connsiteX16" fmla="*/ 36750 w 71707"/>
                    <a:gd name="connsiteY16" fmla="*/ 54229 h 107560"/>
                    <a:gd name="connsiteX17" fmla="*/ 26442 w 71707"/>
                    <a:gd name="connsiteY17" fmla="*/ 65433 h 107560"/>
                    <a:gd name="connsiteX18" fmla="*/ 0 w 71707"/>
                    <a:gd name="connsiteY18" fmla="*/ 92323 h 107560"/>
                    <a:gd name="connsiteX19" fmla="*/ 0 w 71707"/>
                    <a:gd name="connsiteY19" fmla="*/ 97253 h 107560"/>
                    <a:gd name="connsiteX20" fmla="*/ 0 w 71707"/>
                    <a:gd name="connsiteY20" fmla="*/ 105320 h 107560"/>
                    <a:gd name="connsiteX21" fmla="*/ 2241 w 71707"/>
                    <a:gd name="connsiteY21" fmla="*/ 107561 h 107560"/>
                    <a:gd name="connsiteX22" fmla="*/ 2241 w 71707"/>
                    <a:gd name="connsiteY22" fmla="*/ 107561 h 107560"/>
                    <a:gd name="connsiteX23" fmla="*/ 4482 w 71707"/>
                    <a:gd name="connsiteY23" fmla="*/ 105320 h 107560"/>
                    <a:gd name="connsiteX24" fmla="*/ 4482 w 71707"/>
                    <a:gd name="connsiteY24" fmla="*/ 97253 h 107560"/>
                    <a:gd name="connsiteX25" fmla="*/ 4482 w 71707"/>
                    <a:gd name="connsiteY25" fmla="*/ 92323 h 107560"/>
                    <a:gd name="connsiteX26" fmla="*/ 26442 w 71707"/>
                    <a:gd name="connsiteY26" fmla="*/ 69915 h 107560"/>
                    <a:gd name="connsiteX27" fmla="*/ 41231 w 71707"/>
                    <a:gd name="connsiteY27" fmla="*/ 55125 h 107560"/>
                    <a:gd name="connsiteX28" fmla="*/ 50643 w 71707"/>
                    <a:gd name="connsiteY28" fmla="*/ 57366 h 107560"/>
                    <a:gd name="connsiteX29" fmla="*/ 51091 w 71707"/>
                    <a:gd name="connsiteY29" fmla="*/ 57366 h 107560"/>
                    <a:gd name="connsiteX30" fmla="*/ 59607 w 71707"/>
                    <a:gd name="connsiteY30" fmla="*/ 55573 h 107560"/>
                    <a:gd name="connsiteX31" fmla="*/ 62295 w 71707"/>
                    <a:gd name="connsiteY31" fmla="*/ 63640 h 107560"/>
                    <a:gd name="connsiteX32" fmla="*/ 50643 w 71707"/>
                    <a:gd name="connsiteY32" fmla="*/ 52884 h 107560"/>
                    <a:gd name="connsiteX33" fmla="*/ 50643 w 71707"/>
                    <a:gd name="connsiteY33" fmla="*/ 52884 h 107560"/>
                    <a:gd name="connsiteX34" fmla="*/ 50643 w 71707"/>
                    <a:gd name="connsiteY34" fmla="*/ 52884 h 107560"/>
                    <a:gd name="connsiteX35" fmla="*/ 38094 w 71707"/>
                    <a:gd name="connsiteY35" fmla="*/ 47954 h 107560"/>
                    <a:gd name="connsiteX36" fmla="*/ 31372 w 71707"/>
                    <a:gd name="connsiteY36" fmla="*/ 30027 h 107560"/>
                    <a:gd name="connsiteX37" fmla="*/ 31372 w 71707"/>
                    <a:gd name="connsiteY37" fmla="*/ 29131 h 107560"/>
                    <a:gd name="connsiteX38" fmla="*/ 31372 w 71707"/>
                    <a:gd name="connsiteY38" fmla="*/ 18375 h 107560"/>
                    <a:gd name="connsiteX39" fmla="*/ 50195 w 71707"/>
                    <a:gd name="connsiteY39" fmla="*/ 5378 h 107560"/>
                    <a:gd name="connsiteX40" fmla="*/ 69018 w 71707"/>
                    <a:gd name="connsiteY40" fmla="*/ 18375 h 107560"/>
                    <a:gd name="connsiteX41" fmla="*/ 69018 w 71707"/>
                    <a:gd name="connsiteY41" fmla="*/ 29131 h 107560"/>
                    <a:gd name="connsiteX42" fmla="*/ 68570 w 71707"/>
                    <a:gd name="connsiteY42" fmla="*/ 30924 h 107560"/>
                    <a:gd name="connsiteX43" fmla="*/ 62744 w 71707"/>
                    <a:gd name="connsiteY43" fmla="*/ 47954 h 107560"/>
                    <a:gd name="connsiteX44" fmla="*/ 50643 w 71707"/>
                    <a:gd name="connsiteY44" fmla="*/ 52884 h 10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1707" h="107560">
                      <a:moveTo>
                        <a:pt x="62295" y="63640"/>
                      </a:moveTo>
                      <a:cubicBezTo>
                        <a:pt x="62744" y="64088"/>
                        <a:pt x="63640" y="64536"/>
                        <a:pt x="64088" y="64536"/>
                      </a:cubicBezTo>
                      <a:cubicBezTo>
                        <a:pt x="64536" y="64536"/>
                        <a:pt x="64985" y="64536"/>
                        <a:pt x="65433" y="64088"/>
                      </a:cubicBezTo>
                      <a:cubicBezTo>
                        <a:pt x="66329" y="63192"/>
                        <a:pt x="66777" y="61847"/>
                        <a:pt x="65881" y="60951"/>
                      </a:cubicBezTo>
                      <a:cubicBezTo>
                        <a:pt x="64536" y="59158"/>
                        <a:pt x="63640" y="56918"/>
                        <a:pt x="63640" y="54229"/>
                      </a:cubicBezTo>
                      <a:cubicBezTo>
                        <a:pt x="63640" y="53780"/>
                        <a:pt x="63640" y="52884"/>
                        <a:pt x="63640" y="52436"/>
                      </a:cubicBezTo>
                      <a:cubicBezTo>
                        <a:pt x="64536" y="51988"/>
                        <a:pt x="65433" y="51091"/>
                        <a:pt x="65881" y="50195"/>
                      </a:cubicBezTo>
                      <a:cubicBezTo>
                        <a:pt x="70811" y="44369"/>
                        <a:pt x="72155" y="36750"/>
                        <a:pt x="73052" y="30924"/>
                      </a:cubicBezTo>
                      <a:lnTo>
                        <a:pt x="73500" y="29131"/>
                      </a:lnTo>
                      <a:cubicBezTo>
                        <a:pt x="74844" y="22409"/>
                        <a:pt x="73500" y="17030"/>
                        <a:pt x="73500" y="16582"/>
                      </a:cubicBezTo>
                      <a:cubicBezTo>
                        <a:pt x="70811" y="3137"/>
                        <a:pt x="56917" y="0"/>
                        <a:pt x="50195" y="0"/>
                      </a:cubicBezTo>
                      <a:cubicBezTo>
                        <a:pt x="43472" y="0"/>
                        <a:pt x="29579" y="3137"/>
                        <a:pt x="26890" y="16582"/>
                      </a:cubicBezTo>
                      <a:cubicBezTo>
                        <a:pt x="26890" y="17030"/>
                        <a:pt x="25545" y="22409"/>
                        <a:pt x="26890" y="29131"/>
                      </a:cubicBezTo>
                      <a:lnTo>
                        <a:pt x="26890" y="30027"/>
                      </a:lnTo>
                      <a:cubicBezTo>
                        <a:pt x="27786" y="35854"/>
                        <a:pt x="29131" y="43921"/>
                        <a:pt x="34509" y="50195"/>
                      </a:cubicBezTo>
                      <a:cubicBezTo>
                        <a:pt x="34957" y="50643"/>
                        <a:pt x="35854" y="51540"/>
                        <a:pt x="36302" y="51988"/>
                      </a:cubicBezTo>
                      <a:cubicBezTo>
                        <a:pt x="36302" y="52884"/>
                        <a:pt x="36750" y="53780"/>
                        <a:pt x="36750" y="54229"/>
                      </a:cubicBezTo>
                      <a:cubicBezTo>
                        <a:pt x="36750" y="60503"/>
                        <a:pt x="32268" y="65433"/>
                        <a:pt x="26442" y="65433"/>
                      </a:cubicBezTo>
                      <a:cubicBezTo>
                        <a:pt x="12100" y="65433"/>
                        <a:pt x="448" y="77085"/>
                        <a:pt x="0" y="92323"/>
                      </a:cubicBezTo>
                      <a:lnTo>
                        <a:pt x="0" y="97253"/>
                      </a:lnTo>
                      <a:lnTo>
                        <a:pt x="0" y="105320"/>
                      </a:lnTo>
                      <a:cubicBezTo>
                        <a:pt x="0" y="106664"/>
                        <a:pt x="896" y="107561"/>
                        <a:pt x="2241" y="107561"/>
                      </a:cubicBezTo>
                      <a:cubicBezTo>
                        <a:pt x="2241" y="107561"/>
                        <a:pt x="2241" y="107561"/>
                        <a:pt x="2241" y="107561"/>
                      </a:cubicBezTo>
                      <a:cubicBezTo>
                        <a:pt x="3585" y="107561"/>
                        <a:pt x="4482" y="106664"/>
                        <a:pt x="4482" y="105320"/>
                      </a:cubicBezTo>
                      <a:lnTo>
                        <a:pt x="4482" y="97253"/>
                      </a:lnTo>
                      <a:lnTo>
                        <a:pt x="4482" y="92323"/>
                      </a:lnTo>
                      <a:cubicBezTo>
                        <a:pt x="4930" y="79774"/>
                        <a:pt x="14341" y="69915"/>
                        <a:pt x="26442" y="69915"/>
                      </a:cubicBezTo>
                      <a:cubicBezTo>
                        <a:pt x="34509" y="69915"/>
                        <a:pt x="41231" y="63192"/>
                        <a:pt x="41231" y="55125"/>
                      </a:cubicBezTo>
                      <a:cubicBezTo>
                        <a:pt x="45713" y="56918"/>
                        <a:pt x="50195" y="57366"/>
                        <a:pt x="50643" y="57366"/>
                      </a:cubicBezTo>
                      <a:cubicBezTo>
                        <a:pt x="50643" y="57366"/>
                        <a:pt x="50643" y="57366"/>
                        <a:pt x="51091" y="57366"/>
                      </a:cubicBezTo>
                      <a:cubicBezTo>
                        <a:pt x="51988" y="57366"/>
                        <a:pt x="56021" y="57366"/>
                        <a:pt x="59607" y="55573"/>
                      </a:cubicBezTo>
                      <a:cubicBezTo>
                        <a:pt x="59607" y="58710"/>
                        <a:pt x="60503" y="61399"/>
                        <a:pt x="62295" y="63640"/>
                      </a:cubicBezTo>
                      <a:close/>
                      <a:moveTo>
                        <a:pt x="50643" y="52884"/>
                      </a:moveTo>
                      <a:cubicBezTo>
                        <a:pt x="50195" y="52884"/>
                        <a:pt x="50643" y="52884"/>
                        <a:pt x="50643" y="52884"/>
                      </a:cubicBezTo>
                      <a:cubicBezTo>
                        <a:pt x="50643" y="52884"/>
                        <a:pt x="50643" y="52884"/>
                        <a:pt x="50643" y="52884"/>
                      </a:cubicBezTo>
                      <a:cubicBezTo>
                        <a:pt x="50195" y="52884"/>
                        <a:pt x="42576" y="52884"/>
                        <a:pt x="38094" y="47954"/>
                      </a:cubicBezTo>
                      <a:cubicBezTo>
                        <a:pt x="33613" y="42576"/>
                        <a:pt x="32268" y="35405"/>
                        <a:pt x="31372" y="30027"/>
                      </a:cubicBezTo>
                      <a:lnTo>
                        <a:pt x="31372" y="29131"/>
                      </a:lnTo>
                      <a:cubicBezTo>
                        <a:pt x="30476" y="23305"/>
                        <a:pt x="31372" y="18375"/>
                        <a:pt x="31372" y="18375"/>
                      </a:cubicBezTo>
                      <a:cubicBezTo>
                        <a:pt x="34061" y="5378"/>
                        <a:pt x="49299" y="5378"/>
                        <a:pt x="50195" y="5378"/>
                      </a:cubicBezTo>
                      <a:cubicBezTo>
                        <a:pt x="50195" y="5378"/>
                        <a:pt x="66329" y="4930"/>
                        <a:pt x="69018" y="18375"/>
                      </a:cubicBezTo>
                      <a:cubicBezTo>
                        <a:pt x="69018" y="18375"/>
                        <a:pt x="69914" y="23305"/>
                        <a:pt x="69018" y="29131"/>
                      </a:cubicBezTo>
                      <a:lnTo>
                        <a:pt x="68570" y="30924"/>
                      </a:lnTo>
                      <a:cubicBezTo>
                        <a:pt x="67674" y="36302"/>
                        <a:pt x="66777" y="43024"/>
                        <a:pt x="62744" y="47954"/>
                      </a:cubicBezTo>
                      <a:cubicBezTo>
                        <a:pt x="58710" y="52436"/>
                        <a:pt x="51540" y="52884"/>
                        <a:pt x="50643" y="52884"/>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23" name="Group 2618">
                <a:extLst>
                  <a:ext uri="{FF2B5EF4-FFF2-40B4-BE49-F238E27FC236}">
                    <a16:creationId xmlns:a16="http://schemas.microsoft.com/office/drawing/2014/main" id="{CDF156F7-4EB1-9F4F-E1CE-79A8283B16B8}"/>
                  </a:ext>
                  <a:ext uri="{C183D7F6-B498-43B3-948B-1728B52AA6E4}">
                    <adec:decorative xmlns:adec="http://schemas.microsoft.com/office/drawing/2017/decorative" val="1"/>
                  </a:ext>
                </a:extLst>
              </p:cNvPr>
              <p:cNvGrpSpPr>
                <a:grpSpLocks noChangeAspect="1"/>
              </p:cNvGrpSpPr>
              <p:nvPr/>
            </p:nvGrpSpPr>
            <p:grpSpPr>
              <a:xfrm>
                <a:off x="7469633" y="5595732"/>
                <a:ext cx="178869" cy="103079"/>
                <a:chOff x="7526133" y="3540041"/>
                <a:chExt cx="178869" cy="103079"/>
              </a:xfrm>
            </p:grpSpPr>
            <p:sp>
              <p:nvSpPr>
                <p:cNvPr id="1624" name="Freeform: Shape 2664">
                  <a:extLst>
                    <a:ext uri="{FF2B5EF4-FFF2-40B4-BE49-F238E27FC236}">
                      <a16:creationId xmlns:a16="http://schemas.microsoft.com/office/drawing/2014/main" id="{66F04BEA-A962-2C24-BCB0-3F6C040654EC}"/>
                    </a:ext>
                  </a:extLst>
                </p:cNvPr>
                <p:cNvSpPr/>
                <p:nvPr/>
              </p:nvSpPr>
              <p:spPr>
                <a:xfrm>
                  <a:off x="7567812" y="3540041"/>
                  <a:ext cx="98597" cy="103079"/>
                </a:xfrm>
                <a:custGeom>
                  <a:avLst/>
                  <a:gdLst>
                    <a:gd name="connsiteX0" fmla="*/ 98149 w 98597"/>
                    <a:gd name="connsiteY0" fmla="*/ 91019 h 103079"/>
                    <a:gd name="connsiteX1" fmla="*/ 98149 w 98597"/>
                    <a:gd name="connsiteY1" fmla="*/ 90571 h 103079"/>
                    <a:gd name="connsiteX2" fmla="*/ 72604 w 98597"/>
                    <a:gd name="connsiteY2" fmla="*/ 64129 h 103079"/>
                    <a:gd name="connsiteX3" fmla="*/ 62296 w 98597"/>
                    <a:gd name="connsiteY3" fmla="*/ 53373 h 103079"/>
                    <a:gd name="connsiteX4" fmla="*/ 62296 w 98597"/>
                    <a:gd name="connsiteY4" fmla="*/ 51580 h 103079"/>
                    <a:gd name="connsiteX5" fmla="*/ 64537 w 98597"/>
                    <a:gd name="connsiteY5" fmla="*/ 49339 h 103079"/>
                    <a:gd name="connsiteX6" fmla="*/ 71707 w 98597"/>
                    <a:gd name="connsiteY6" fmla="*/ 30516 h 103079"/>
                    <a:gd name="connsiteX7" fmla="*/ 72155 w 98597"/>
                    <a:gd name="connsiteY7" fmla="*/ 28723 h 103079"/>
                    <a:gd name="connsiteX8" fmla="*/ 72155 w 98597"/>
                    <a:gd name="connsiteY8" fmla="*/ 16175 h 103079"/>
                    <a:gd name="connsiteX9" fmla="*/ 49299 w 98597"/>
                    <a:gd name="connsiteY9" fmla="*/ 40 h 103079"/>
                    <a:gd name="connsiteX10" fmla="*/ 26442 w 98597"/>
                    <a:gd name="connsiteY10" fmla="*/ 16175 h 103079"/>
                    <a:gd name="connsiteX11" fmla="*/ 26442 w 98597"/>
                    <a:gd name="connsiteY11" fmla="*/ 28275 h 103079"/>
                    <a:gd name="connsiteX12" fmla="*/ 26442 w 98597"/>
                    <a:gd name="connsiteY12" fmla="*/ 29172 h 103079"/>
                    <a:gd name="connsiteX13" fmla="*/ 34061 w 98597"/>
                    <a:gd name="connsiteY13" fmla="*/ 48891 h 103079"/>
                    <a:gd name="connsiteX14" fmla="*/ 35854 w 98597"/>
                    <a:gd name="connsiteY14" fmla="*/ 50684 h 103079"/>
                    <a:gd name="connsiteX15" fmla="*/ 36302 w 98597"/>
                    <a:gd name="connsiteY15" fmla="*/ 52925 h 103079"/>
                    <a:gd name="connsiteX16" fmla="*/ 25994 w 98597"/>
                    <a:gd name="connsiteY16" fmla="*/ 63681 h 103079"/>
                    <a:gd name="connsiteX17" fmla="*/ 0 w 98597"/>
                    <a:gd name="connsiteY17" fmla="*/ 90123 h 103079"/>
                    <a:gd name="connsiteX18" fmla="*/ 0 w 98597"/>
                    <a:gd name="connsiteY18" fmla="*/ 95053 h 103079"/>
                    <a:gd name="connsiteX19" fmla="*/ 0 w 98597"/>
                    <a:gd name="connsiteY19" fmla="*/ 103120 h 103079"/>
                    <a:gd name="connsiteX20" fmla="*/ 2241 w 98597"/>
                    <a:gd name="connsiteY20" fmla="*/ 105361 h 103079"/>
                    <a:gd name="connsiteX21" fmla="*/ 2241 w 98597"/>
                    <a:gd name="connsiteY21" fmla="*/ 105361 h 103079"/>
                    <a:gd name="connsiteX22" fmla="*/ 4482 w 98597"/>
                    <a:gd name="connsiteY22" fmla="*/ 103120 h 103079"/>
                    <a:gd name="connsiteX23" fmla="*/ 4482 w 98597"/>
                    <a:gd name="connsiteY23" fmla="*/ 95053 h 103079"/>
                    <a:gd name="connsiteX24" fmla="*/ 4482 w 98597"/>
                    <a:gd name="connsiteY24" fmla="*/ 91019 h 103079"/>
                    <a:gd name="connsiteX25" fmla="*/ 4482 w 98597"/>
                    <a:gd name="connsiteY25" fmla="*/ 90571 h 103079"/>
                    <a:gd name="connsiteX26" fmla="*/ 25994 w 98597"/>
                    <a:gd name="connsiteY26" fmla="*/ 68610 h 103079"/>
                    <a:gd name="connsiteX27" fmla="*/ 40783 w 98597"/>
                    <a:gd name="connsiteY27" fmla="*/ 53821 h 103079"/>
                    <a:gd name="connsiteX28" fmla="*/ 49747 w 98597"/>
                    <a:gd name="connsiteY28" fmla="*/ 55614 h 103079"/>
                    <a:gd name="connsiteX29" fmla="*/ 50195 w 98597"/>
                    <a:gd name="connsiteY29" fmla="*/ 55614 h 103079"/>
                    <a:gd name="connsiteX30" fmla="*/ 58710 w 98597"/>
                    <a:gd name="connsiteY30" fmla="*/ 53821 h 103079"/>
                    <a:gd name="connsiteX31" fmla="*/ 73500 w 98597"/>
                    <a:gd name="connsiteY31" fmla="*/ 68162 h 103079"/>
                    <a:gd name="connsiteX32" fmla="*/ 94564 w 98597"/>
                    <a:gd name="connsiteY32" fmla="*/ 90123 h 103079"/>
                    <a:gd name="connsiteX33" fmla="*/ 94564 w 98597"/>
                    <a:gd name="connsiteY33" fmla="*/ 90571 h 103079"/>
                    <a:gd name="connsiteX34" fmla="*/ 94564 w 98597"/>
                    <a:gd name="connsiteY34" fmla="*/ 96397 h 103079"/>
                    <a:gd name="connsiteX35" fmla="*/ 94564 w 98597"/>
                    <a:gd name="connsiteY35" fmla="*/ 102672 h 103079"/>
                    <a:gd name="connsiteX36" fmla="*/ 96805 w 98597"/>
                    <a:gd name="connsiteY36" fmla="*/ 104912 h 103079"/>
                    <a:gd name="connsiteX37" fmla="*/ 96805 w 98597"/>
                    <a:gd name="connsiteY37" fmla="*/ 104912 h 103079"/>
                    <a:gd name="connsiteX38" fmla="*/ 99046 w 98597"/>
                    <a:gd name="connsiteY38" fmla="*/ 102672 h 103079"/>
                    <a:gd name="connsiteX39" fmla="*/ 99046 w 98597"/>
                    <a:gd name="connsiteY39" fmla="*/ 96397 h 103079"/>
                    <a:gd name="connsiteX40" fmla="*/ 98149 w 98597"/>
                    <a:gd name="connsiteY40" fmla="*/ 91019 h 103079"/>
                    <a:gd name="connsiteX41" fmla="*/ 49299 w 98597"/>
                    <a:gd name="connsiteY41" fmla="*/ 51132 h 103079"/>
                    <a:gd name="connsiteX42" fmla="*/ 49299 w 98597"/>
                    <a:gd name="connsiteY42" fmla="*/ 51132 h 103079"/>
                    <a:gd name="connsiteX43" fmla="*/ 49299 w 98597"/>
                    <a:gd name="connsiteY43" fmla="*/ 51132 h 103079"/>
                    <a:gd name="connsiteX44" fmla="*/ 36750 w 98597"/>
                    <a:gd name="connsiteY44" fmla="*/ 46202 h 103079"/>
                    <a:gd name="connsiteX45" fmla="*/ 30476 w 98597"/>
                    <a:gd name="connsiteY45" fmla="*/ 28723 h 103079"/>
                    <a:gd name="connsiteX46" fmla="*/ 30476 w 98597"/>
                    <a:gd name="connsiteY46" fmla="*/ 27827 h 103079"/>
                    <a:gd name="connsiteX47" fmla="*/ 30476 w 98597"/>
                    <a:gd name="connsiteY47" fmla="*/ 17071 h 103079"/>
                    <a:gd name="connsiteX48" fmla="*/ 48851 w 98597"/>
                    <a:gd name="connsiteY48" fmla="*/ 4522 h 103079"/>
                    <a:gd name="connsiteX49" fmla="*/ 67674 w 98597"/>
                    <a:gd name="connsiteY49" fmla="*/ 17071 h 103079"/>
                    <a:gd name="connsiteX50" fmla="*/ 67674 w 98597"/>
                    <a:gd name="connsiteY50" fmla="*/ 27827 h 103079"/>
                    <a:gd name="connsiteX51" fmla="*/ 67225 w 98597"/>
                    <a:gd name="connsiteY51" fmla="*/ 29620 h 103079"/>
                    <a:gd name="connsiteX52" fmla="*/ 61399 w 98597"/>
                    <a:gd name="connsiteY52" fmla="*/ 46202 h 103079"/>
                    <a:gd name="connsiteX53" fmla="*/ 49299 w 98597"/>
                    <a:gd name="connsiteY53" fmla="*/ 51132 h 10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8597" h="103079">
                      <a:moveTo>
                        <a:pt x="98149" y="91019"/>
                      </a:moveTo>
                      <a:lnTo>
                        <a:pt x="98149" y="90571"/>
                      </a:lnTo>
                      <a:cubicBezTo>
                        <a:pt x="97701" y="75781"/>
                        <a:pt x="86497" y="64129"/>
                        <a:pt x="72604" y="64129"/>
                      </a:cubicBezTo>
                      <a:cubicBezTo>
                        <a:pt x="66777" y="64129"/>
                        <a:pt x="62296" y="59199"/>
                        <a:pt x="62296" y="53373"/>
                      </a:cubicBezTo>
                      <a:cubicBezTo>
                        <a:pt x="62296" y="52925"/>
                        <a:pt x="62296" y="52476"/>
                        <a:pt x="62296" y="51580"/>
                      </a:cubicBezTo>
                      <a:cubicBezTo>
                        <a:pt x="63192" y="51132"/>
                        <a:pt x="64088" y="50236"/>
                        <a:pt x="64537" y="49339"/>
                      </a:cubicBezTo>
                      <a:cubicBezTo>
                        <a:pt x="69466" y="43513"/>
                        <a:pt x="70811" y="35894"/>
                        <a:pt x="71707" y="30516"/>
                      </a:cubicBezTo>
                      <a:lnTo>
                        <a:pt x="72155" y="28723"/>
                      </a:lnTo>
                      <a:cubicBezTo>
                        <a:pt x="73052" y="22001"/>
                        <a:pt x="72155" y="16623"/>
                        <a:pt x="72155" y="16175"/>
                      </a:cubicBezTo>
                      <a:cubicBezTo>
                        <a:pt x="69466" y="2729"/>
                        <a:pt x="55573" y="-408"/>
                        <a:pt x="49299" y="40"/>
                      </a:cubicBezTo>
                      <a:cubicBezTo>
                        <a:pt x="42576" y="40"/>
                        <a:pt x="29131" y="2729"/>
                        <a:pt x="26442" y="16175"/>
                      </a:cubicBezTo>
                      <a:cubicBezTo>
                        <a:pt x="26442" y="16623"/>
                        <a:pt x="25097" y="22001"/>
                        <a:pt x="26442" y="28275"/>
                      </a:cubicBezTo>
                      <a:lnTo>
                        <a:pt x="26442" y="29172"/>
                      </a:lnTo>
                      <a:cubicBezTo>
                        <a:pt x="27338" y="34998"/>
                        <a:pt x="28683" y="43065"/>
                        <a:pt x="34061" y="48891"/>
                      </a:cubicBezTo>
                      <a:cubicBezTo>
                        <a:pt x="34509" y="49339"/>
                        <a:pt x="35405" y="50236"/>
                        <a:pt x="35854" y="50684"/>
                      </a:cubicBezTo>
                      <a:cubicBezTo>
                        <a:pt x="35854" y="51580"/>
                        <a:pt x="36302" y="52028"/>
                        <a:pt x="36302" y="52925"/>
                      </a:cubicBezTo>
                      <a:cubicBezTo>
                        <a:pt x="36302" y="58751"/>
                        <a:pt x="31820" y="63681"/>
                        <a:pt x="25994" y="63681"/>
                      </a:cubicBezTo>
                      <a:cubicBezTo>
                        <a:pt x="12101" y="63681"/>
                        <a:pt x="448" y="75333"/>
                        <a:pt x="0" y="90123"/>
                      </a:cubicBezTo>
                      <a:lnTo>
                        <a:pt x="0" y="95053"/>
                      </a:lnTo>
                      <a:cubicBezTo>
                        <a:pt x="0" y="97742"/>
                        <a:pt x="0" y="100431"/>
                        <a:pt x="0" y="103120"/>
                      </a:cubicBezTo>
                      <a:cubicBezTo>
                        <a:pt x="0" y="104464"/>
                        <a:pt x="896" y="105361"/>
                        <a:pt x="2241" y="105361"/>
                      </a:cubicBezTo>
                      <a:cubicBezTo>
                        <a:pt x="2241" y="105361"/>
                        <a:pt x="2241" y="105361"/>
                        <a:pt x="2241" y="105361"/>
                      </a:cubicBezTo>
                      <a:cubicBezTo>
                        <a:pt x="3585" y="105361"/>
                        <a:pt x="4482" y="104464"/>
                        <a:pt x="4482" y="103120"/>
                      </a:cubicBezTo>
                      <a:cubicBezTo>
                        <a:pt x="4482" y="100431"/>
                        <a:pt x="4482" y="97742"/>
                        <a:pt x="4482" y="95053"/>
                      </a:cubicBezTo>
                      <a:lnTo>
                        <a:pt x="4482" y="91019"/>
                      </a:lnTo>
                      <a:cubicBezTo>
                        <a:pt x="4482" y="91019"/>
                        <a:pt x="4482" y="90571"/>
                        <a:pt x="4482" y="90571"/>
                      </a:cubicBezTo>
                      <a:cubicBezTo>
                        <a:pt x="4930" y="78022"/>
                        <a:pt x="14341" y="68610"/>
                        <a:pt x="25994" y="68610"/>
                      </a:cubicBezTo>
                      <a:cubicBezTo>
                        <a:pt x="34061" y="68610"/>
                        <a:pt x="40335" y="61888"/>
                        <a:pt x="40783" y="53821"/>
                      </a:cubicBezTo>
                      <a:cubicBezTo>
                        <a:pt x="45265" y="55614"/>
                        <a:pt x="49299" y="55614"/>
                        <a:pt x="49747" y="55614"/>
                      </a:cubicBezTo>
                      <a:cubicBezTo>
                        <a:pt x="49747" y="55614"/>
                        <a:pt x="49747" y="55614"/>
                        <a:pt x="50195" y="55614"/>
                      </a:cubicBezTo>
                      <a:cubicBezTo>
                        <a:pt x="51091" y="55614"/>
                        <a:pt x="54677" y="55614"/>
                        <a:pt x="58710" y="53821"/>
                      </a:cubicBezTo>
                      <a:cubicBezTo>
                        <a:pt x="59158" y="61888"/>
                        <a:pt x="65433" y="68162"/>
                        <a:pt x="73500" y="68162"/>
                      </a:cubicBezTo>
                      <a:cubicBezTo>
                        <a:pt x="85152" y="68162"/>
                        <a:pt x="94564" y="77574"/>
                        <a:pt x="94564" y="90123"/>
                      </a:cubicBezTo>
                      <a:lnTo>
                        <a:pt x="94564" y="90571"/>
                      </a:lnTo>
                      <a:cubicBezTo>
                        <a:pt x="94564" y="92363"/>
                        <a:pt x="94564" y="94604"/>
                        <a:pt x="94564" y="96397"/>
                      </a:cubicBezTo>
                      <a:cubicBezTo>
                        <a:pt x="94564" y="98190"/>
                        <a:pt x="94564" y="100431"/>
                        <a:pt x="94564" y="102672"/>
                      </a:cubicBezTo>
                      <a:cubicBezTo>
                        <a:pt x="94564" y="104016"/>
                        <a:pt x="95460" y="104912"/>
                        <a:pt x="96805" y="104912"/>
                      </a:cubicBezTo>
                      <a:cubicBezTo>
                        <a:pt x="96805" y="104912"/>
                        <a:pt x="96805" y="104912"/>
                        <a:pt x="96805" y="104912"/>
                      </a:cubicBezTo>
                      <a:cubicBezTo>
                        <a:pt x="98149" y="104912"/>
                        <a:pt x="99046" y="104016"/>
                        <a:pt x="99046" y="102672"/>
                      </a:cubicBezTo>
                      <a:cubicBezTo>
                        <a:pt x="99046" y="100431"/>
                        <a:pt x="99046" y="98190"/>
                        <a:pt x="99046" y="96397"/>
                      </a:cubicBezTo>
                      <a:cubicBezTo>
                        <a:pt x="98149" y="95053"/>
                        <a:pt x="98149" y="93260"/>
                        <a:pt x="98149" y="91019"/>
                      </a:cubicBezTo>
                      <a:close/>
                      <a:moveTo>
                        <a:pt x="49299" y="51132"/>
                      </a:moveTo>
                      <a:cubicBezTo>
                        <a:pt x="48851" y="51132"/>
                        <a:pt x="49299" y="51132"/>
                        <a:pt x="49299" y="51132"/>
                      </a:cubicBezTo>
                      <a:cubicBezTo>
                        <a:pt x="49299" y="51132"/>
                        <a:pt x="49299" y="51132"/>
                        <a:pt x="49299" y="51132"/>
                      </a:cubicBezTo>
                      <a:cubicBezTo>
                        <a:pt x="48851" y="51132"/>
                        <a:pt x="41232" y="51132"/>
                        <a:pt x="36750" y="46202"/>
                      </a:cubicBezTo>
                      <a:cubicBezTo>
                        <a:pt x="32268" y="41272"/>
                        <a:pt x="31372" y="34101"/>
                        <a:pt x="30476" y="28723"/>
                      </a:cubicBezTo>
                      <a:lnTo>
                        <a:pt x="30476" y="27827"/>
                      </a:lnTo>
                      <a:cubicBezTo>
                        <a:pt x="29579" y="22001"/>
                        <a:pt x="30476" y="17071"/>
                        <a:pt x="30476" y="17071"/>
                      </a:cubicBezTo>
                      <a:cubicBezTo>
                        <a:pt x="33165" y="4074"/>
                        <a:pt x="48402" y="4522"/>
                        <a:pt x="48851" y="4522"/>
                      </a:cubicBezTo>
                      <a:cubicBezTo>
                        <a:pt x="48851" y="4522"/>
                        <a:pt x="64985" y="4074"/>
                        <a:pt x="67674" y="17071"/>
                      </a:cubicBezTo>
                      <a:cubicBezTo>
                        <a:pt x="67674" y="17071"/>
                        <a:pt x="68570" y="22001"/>
                        <a:pt x="67674" y="27827"/>
                      </a:cubicBezTo>
                      <a:lnTo>
                        <a:pt x="67225" y="29620"/>
                      </a:lnTo>
                      <a:cubicBezTo>
                        <a:pt x="66329" y="34998"/>
                        <a:pt x="65433" y="41720"/>
                        <a:pt x="61399" y="46202"/>
                      </a:cubicBezTo>
                      <a:cubicBezTo>
                        <a:pt x="57366" y="51132"/>
                        <a:pt x="50643" y="51132"/>
                        <a:pt x="49299" y="51132"/>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25" name="Freeform: Shape 2665">
                  <a:extLst>
                    <a:ext uri="{FF2B5EF4-FFF2-40B4-BE49-F238E27FC236}">
                      <a16:creationId xmlns:a16="http://schemas.microsoft.com/office/drawing/2014/main" id="{1FCCF0FB-1A55-0F41-7088-45A330855981}"/>
                    </a:ext>
                  </a:extLst>
                </p:cNvPr>
                <p:cNvSpPr/>
                <p:nvPr/>
              </p:nvSpPr>
              <p:spPr>
                <a:xfrm>
                  <a:off x="7570501" y="3591621"/>
                  <a:ext cx="4482" cy="4482"/>
                </a:xfrm>
                <a:custGeom>
                  <a:avLst/>
                  <a:gdLst>
                    <a:gd name="connsiteX0" fmla="*/ 0 w 0"/>
                    <a:gd name="connsiteY0" fmla="*/ 0 h 0"/>
                    <a:gd name="connsiteX1" fmla="*/ 0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0" y="0"/>
                      </a:moveTo>
                      <a:lnTo>
                        <a:pt x="0" y="0"/>
                      </a:lnTo>
                      <a:lnTo>
                        <a:pt x="0" y="0"/>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26" name="Freeform: Shape 2666">
                  <a:extLst>
                    <a:ext uri="{FF2B5EF4-FFF2-40B4-BE49-F238E27FC236}">
                      <a16:creationId xmlns:a16="http://schemas.microsoft.com/office/drawing/2014/main" id="{C0376793-8D83-7886-A718-78DDA1790088}"/>
                    </a:ext>
                  </a:extLst>
                </p:cNvPr>
                <p:cNvSpPr/>
                <p:nvPr/>
              </p:nvSpPr>
              <p:spPr>
                <a:xfrm>
                  <a:off x="7570501" y="3591621"/>
                  <a:ext cx="4482" cy="4482"/>
                </a:xfrm>
                <a:custGeom>
                  <a:avLst/>
                  <a:gdLst>
                    <a:gd name="connsiteX0" fmla="*/ 0 w 0"/>
                    <a:gd name="connsiteY0" fmla="*/ 0 h 0"/>
                    <a:gd name="connsiteX1" fmla="*/ 0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0" y="0"/>
                      </a:moveTo>
                      <a:cubicBezTo>
                        <a:pt x="0" y="0"/>
                        <a:pt x="0" y="0"/>
                        <a:pt x="0" y="0"/>
                      </a:cubicBezTo>
                      <a:cubicBezTo>
                        <a:pt x="0" y="0"/>
                        <a:pt x="0" y="0"/>
                        <a:pt x="0"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27" name="Freeform: Shape 2667">
                  <a:extLst>
                    <a:ext uri="{FF2B5EF4-FFF2-40B4-BE49-F238E27FC236}">
                      <a16:creationId xmlns:a16="http://schemas.microsoft.com/office/drawing/2014/main" id="{413377BC-90A8-EB85-9289-050716A225E0}"/>
                    </a:ext>
                  </a:extLst>
                </p:cNvPr>
                <p:cNvSpPr/>
                <p:nvPr/>
              </p:nvSpPr>
              <p:spPr>
                <a:xfrm>
                  <a:off x="7526133" y="3546804"/>
                  <a:ext cx="62744" cy="89634"/>
                </a:xfrm>
                <a:custGeom>
                  <a:avLst/>
                  <a:gdLst>
                    <a:gd name="connsiteX0" fmla="*/ 44369 w 62743"/>
                    <a:gd name="connsiteY0" fmla="*/ 49299 h 89634"/>
                    <a:gd name="connsiteX1" fmla="*/ 44369 w 62743"/>
                    <a:gd name="connsiteY1" fmla="*/ 49299 h 89634"/>
                    <a:gd name="connsiteX2" fmla="*/ 51540 w 62743"/>
                    <a:gd name="connsiteY2" fmla="*/ 47954 h 89634"/>
                    <a:gd name="connsiteX3" fmla="*/ 53780 w 62743"/>
                    <a:gd name="connsiteY3" fmla="*/ 54677 h 89634"/>
                    <a:gd name="connsiteX4" fmla="*/ 55573 w 62743"/>
                    <a:gd name="connsiteY4" fmla="*/ 55573 h 89634"/>
                    <a:gd name="connsiteX5" fmla="*/ 56918 w 62743"/>
                    <a:gd name="connsiteY5" fmla="*/ 55125 h 89634"/>
                    <a:gd name="connsiteX6" fmla="*/ 57366 w 62743"/>
                    <a:gd name="connsiteY6" fmla="*/ 51988 h 89634"/>
                    <a:gd name="connsiteX7" fmla="*/ 55573 w 62743"/>
                    <a:gd name="connsiteY7" fmla="*/ 46610 h 89634"/>
                    <a:gd name="connsiteX8" fmla="*/ 55573 w 62743"/>
                    <a:gd name="connsiteY8" fmla="*/ 45265 h 89634"/>
                    <a:gd name="connsiteX9" fmla="*/ 57366 w 62743"/>
                    <a:gd name="connsiteY9" fmla="*/ 43473 h 89634"/>
                    <a:gd name="connsiteX10" fmla="*/ 63640 w 62743"/>
                    <a:gd name="connsiteY10" fmla="*/ 26890 h 89634"/>
                    <a:gd name="connsiteX11" fmla="*/ 64088 w 62743"/>
                    <a:gd name="connsiteY11" fmla="*/ 25097 h 89634"/>
                    <a:gd name="connsiteX12" fmla="*/ 64088 w 62743"/>
                    <a:gd name="connsiteY12" fmla="*/ 14342 h 89634"/>
                    <a:gd name="connsiteX13" fmla="*/ 43921 w 62743"/>
                    <a:gd name="connsiteY13" fmla="*/ 0 h 89634"/>
                    <a:gd name="connsiteX14" fmla="*/ 23753 w 62743"/>
                    <a:gd name="connsiteY14" fmla="*/ 14342 h 89634"/>
                    <a:gd name="connsiteX15" fmla="*/ 23753 w 62743"/>
                    <a:gd name="connsiteY15" fmla="*/ 25097 h 89634"/>
                    <a:gd name="connsiteX16" fmla="*/ 23753 w 62743"/>
                    <a:gd name="connsiteY16" fmla="*/ 25994 h 89634"/>
                    <a:gd name="connsiteX17" fmla="*/ 30027 w 62743"/>
                    <a:gd name="connsiteY17" fmla="*/ 43024 h 89634"/>
                    <a:gd name="connsiteX18" fmla="*/ 31372 w 62743"/>
                    <a:gd name="connsiteY18" fmla="*/ 44369 h 89634"/>
                    <a:gd name="connsiteX19" fmla="*/ 31372 w 62743"/>
                    <a:gd name="connsiteY19" fmla="*/ 46161 h 89634"/>
                    <a:gd name="connsiteX20" fmla="*/ 22857 w 62743"/>
                    <a:gd name="connsiteY20" fmla="*/ 55125 h 89634"/>
                    <a:gd name="connsiteX21" fmla="*/ 0 w 62743"/>
                    <a:gd name="connsiteY21" fmla="*/ 77982 h 89634"/>
                    <a:gd name="connsiteX22" fmla="*/ 0 w 62743"/>
                    <a:gd name="connsiteY22" fmla="*/ 82015 h 89634"/>
                    <a:gd name="connsiteX23" fmla="*/ 0 w 62743"/>
                    <a:gd name="connsiteY23" fmla="*/ 89186 h 89634"/>
                    <a:gd name="connsiteX24" fmla="*/ 2241 w 62743"/>
                    <a:gd name="connsiteY24" fmla="*/ 91427 h 89634"/>
                    <a:gd name="connsiteX25" fmla="*/ 2241 w 62743"/>
                    <a:gd name="connsiteY25" fmla="*/ 91427 h 89634"/>
                    <a:gd name="connsiteX26" fmla="*/ 4482 w 62743"/>
                    <a:gd name="connsiteY26" fmla="*/ 89186 h 89634"/>
                    <a:gd name="connsiteX27" fmla="*/ 4482 w 62743"/>
                    <a:gd name="connsiteY27" fmla="*/ 82912 h 89634"/>
                    <a:gd name="connsiteX28" fmla="*/ 4482 w 62743"/>
                    <a:gd name="connsiteY28" fmla="*/ 78878 h 89634"/>
                    <a:gd name="connsiteX29" fmla="*/ 22857 w 62743"/>
                    <a:gd name="connsiteY29" fmla="*/ 60055 h 89634"/>
                    <a:gd name="connsiteX30" fmla="*/ 35854 w 62743"/>
                    <a:gd name="connsiteY30" fmla="*/ 47506 h 89634"/>
                    <a:gd name="connsiteX31" fmla="*/ 44369 w 62743"/>
                    <a:gd name="connsiteY31" fmla="*/ 49299 h 89634"/>
                    <a:gd name="connsiteX32" fmla="*/ 28235 w 62743"/>
                    <a:gd name="connsiteY32" fmla="*/ 25546 h 89634"/>
                    <a:gd name="connsiteX33" fmla="*/ 28235 w 62743"/>
                    <a:gd name="connsiteY33" fmla="*/ 24649 h 89634"/>
                    <a:gd name="connsiteX34" fmla="*/ 28235 w 62743"/>
                    <a:gd name="connsiteY34" fmla="*/ 15686 h 89634"/>
                    <a:gd name="connsiteX35" fmla="*/ 43921 w 62743"/>
                    <a:gd name="connsiteY35" fmla="*/ 4930 h 89634"/>
                    <a:gd name="connsiteX36" fmla="*/ 59607 w 62743"/>
                    <a:gd name="connsiteY36" fmla="*/ 15686 h 89634"/>
                    <a:gd name="connsiteX37" fmla="*/ 59607 w 62743"/>
                    <a:gd name="connsiteY37" fmla="*/ 24649 h 89634"/>
                    <a:gd name="connsiteX38" fmla="*/ 59158 w 62743"/>
                    <a:gd name="connsiteY38" fmla="*/ 26442 h 89634"/>
                    <a:gd name="connsiteX39" fmla="*/ 54229 w 62743"/>
                    <a:gd name="connsiteY39" fmla="*/ 40783 h 89634"/>
                    <a:gd name="connsiteX40" fmla="*/ 44369 w 62743"/>
                    <a:gd name="connsiteY40" fmla="*/ 44817 h 89634"/>
                    <a:gd name="connsiteX41" fmla="*/ 44369 w 62743"/>
                    <a:gd name="connsiteY41" fmla="*/ 44817 h 89634"/>
                    <a:gd name="connsiteX42" fmla="*/ 34061 w 62743"/>
                    <a:gd name="connsiteY42" fmla="*/ 40783 h 89634"/>
                    <a:gd name="connsiteX43" fmla="*/ 28235 w 62743"/>
                    <a:gd name="connsiteY43" fmla="*/ 25546 h 8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2743" h="89634">
                      <a:moveTo>
                        <a:pt x="44369" y="49299"/>
                      </a:moveTo>
                      <a:cubicBezTo>
                        <a:pt x="44369" y="49299"/>
                        <a:pt x="44369" y="49299"/>
                        <a:pt x="44369" y="49299"/>
                      </a:cubicBezTo>
                      <a:cubicBezTo>
                        <a:pt x="45265" y="49299"/>
                        <a:pt x="48402" y="49299"/>
                        <a:pt x="51540" y="47954"/>
                      </a:cubicBezTo>
                      <a:cubicBezTo>
                        <a:pt x="51540" y="50195"/>
                        <a:pt x="52436" y="52884"/>
                        <a:pt x="53780" y="54677"/>
                      </a:cubicBezTo>
                      <a:cubicBezTo>
                        <a:pt x="54229" y="55125"/>
                        <a:pt x="55125" y="55573"/>
                        <a:pt x="55573" y="55573"/>
                      </a:cubicBezTo>
                      <a:cubicBezTo>
                        <a:pt x="56021" y="55573"/>
                        <a:pt x="56469" y="55573"/>
                        <a:pt x="56918" y="55125"/>
                      </a:cubicBezTo>
                      <a:cubicBezTo>
                        <a:pt x="57814" y="54228"/>
                        <a:pt x="58262" y="52884"/>
                        <a:pt x="57366" y="51988"/>
                      </a:cubicBezTo>
                      <a:cubicBezTo>
                        <a:pt x="56469" y="50643"/>
                        <a:pt x="55573" y="48402"/>
                        <a:pt x="55573" y="46610"/>
                      </a:cubicBezTo>
                      <a:cubicBezTo>
                        <a:pt x="55573" y="46161"/>
                        <a:pt x="55573" y="45713"/>
                        <a:pt x="55573" y="45265"/>
                      </a:cubicBezTo>
                      <a:cubicBezTo>
                        <a:pt x="56469" y="44817"/>
                        <a:pt x="56918" y="43921"/>
                        <a:pt x="57366" y="43473"/>
                      </a:cubicBezTo>
                      <a:cubicBezTo>
                        <a:pt x="61847" y="38543"/>
                        <a:pt x="62744" y="31820"/>
                        <a:pt x="63640" y="26890"/>
                      </a:cubicBezTo>
                      <a:lnTo>
                        <a:pt x="64088" y="25097"/>
                      </a:lnTo>
                      <a:cubicBezTo>
                        <a:pt x="64985" y="19271"/>
                        <a:pt x="64088" y="14342"/>
                        <a:pt x="64088" y="14342"/>
                      </a:cubicBezTo>
                      <a:cubicBezTo>
                        <a:pt x="61399" y="2689"/>
                        <a:pt x="49747" y="0"/>
                        <a:pt x="43921" y="0"/>
                      </a:cubicBezTo>
                      <a:cubicBezTo>
                        <a:pt x="38094" y="0"/>
                        <a:pt x="26442" y="2689"/>
                        <a:pt x="23753" y="14342"/>
                      </a:cubicBezTo>
                      <a:cubicBezTo>
                        <a:pt x="23753" y="14342"/>
                        <a:pt x="22857" y="19271"/>
                        <a:pt x="23753" y="25097"/>
                      </a:cubicBezTo>
                      <a:lnTo>
                        <a:pt x="23753" y="25994"/>
                      </a:lnTo>
                      <a:cubicBezTo>
                        <a:pt x="24649" y="30924"/>
                        <a:pt x="25546" y="38094"/>
                        <a:pt x="30027" y="43024"/>
                      </a:cubicBezTo>
                      <a:cubicBezTo>
                        <a:pt x="30476" y="43473"/>
                        <a:pt x="30924" y="43921"/>
                        <a:pt x="31372" y="44369"/>
                      </a:cubicBezTo>
                      <a:cubicBezTo>
                        <a:pt x="31372" y="44817"/>
                        <a:pt x="31372" y="45713"/>
                        <a:pt x="31372" y="46161"/>
                      </a:cubicBezTo>
                      <a:cubicBezTo>
                        <a:pt x="31372" y="51092"/>
                        <a:pt x="27787" y="55125"/>
                        <a:pt x="22857" y="55125"/>
                      </a:cubicBezTo>
                      <a:cubicBezTo>
                        <a:pt x="10308" y="55125"/>
                        <a:pt x="448" y="65433"/>
                        <a:pt x="0" y="77982"/>
                      </a:cubicBezTo>
                      <a:lnTo>
                        <a:pt x="0" y="82015"/>
                      </a:lnTo>
                      <a:lnTo>
                        <a:pt x="0" y="89186"/>
                      </a:lnTo>
                      <a:cubicBezTo>
                        <a:pt x="0" y="90530"/>
                        <a:pt x="896" y="91427"/>
                        <a:pt x="2241" y="91427"/>
                      </a:cubicBezTo>
                      <a:cubicBezTo>
                        <a:pt x="2241" y="91427"/>
                        <a:pt x="2241" y="91427"/>
                        <a:pt x="2241" y="91427"/>
                      </a:cubicBezTo>
                      <a:cubicBezTo>
                        <a:pt x="3585" y="91427"/>
                        <a:pt x="4482" y="90530"/>
                        <a:pt x="4482" y="89186"/>
                      </a:cubicBezTo>
                      <a:lnTo>
                        <a:pt x="4482" y="82912"/>
                      </a:lnTo>
                      <a:lnTo>
                        <a:pt x="4482" y="78878"/>
                      </a:lnTo>
                      <a:cubicBezTo>
                        <a:pt x="4930" y="68570"/>
                        <a:pt x="12549" y="60055"/>
                        <a:pt x="22857" y="60055"/>
                      </a:cubicBezTo>
                      <a:cubicBezTo>
                        <a:pt x="29579" y="60055"/>
                        <a:pt x="35405" y="54677"/>
                        <a:pt x="35854" y="47506"/>
                      </a:cubicBezTo>
                      <a:cubicBezTo>
                        <a:pt x="40335" y="48851"/>
                        <a:pt x="43472" y="49299"/>
                        <a:pt x="44369" y="49299"/>
                      </a:cubicBezTo>
                      <a:close/>
                      <a:moveTo>
                        <a:pt x="28235" y="25546"/>
                      </a:moveTo>
                      <a:lnTo>
                        <a:pt x="28235" y="24649"/>
                      </a:lnTo>
                      <a:cubicBezTo>
                        <a:pt x="27338" y="19720"/>
                        <a:pt x="28235" y="15686"/>
                        <a:pt x="28235" y="15686"/>
                      </a:cubicBezTo>
                      <a:cubicBezTo>
                        <a:pt x="30476" y="4930"/>
                        <a:pt x="43024" y="4930"/>
                        <a:pt x="43921" y="4930"/>
                      </a:cubicBezTo>
                      <a:cubicBezTo>
                        <a:pt x="44369" y="4930"/>
                        <a:pt x="57366" y="4482"/>
                        <a:pt x="59607" y="15686"/>
                      </a:cubicBezTo>
                      <a:cubicBezTo>
                        <a:pt x="59607" y="15686"/>
                        <a:pt x="60503" y="19720"/>
                        <a:pt x="59607" y="24649"/>
                      </a:cubicBezTo>
                      <a:lnTo>
                        <a:pt x="59158" y="26442"/>
                      </a:lnTo>
                      <a:cubicBezTo>
                        <a:pt x="58262" y="30924"/>
                        <a:pt x="57366" y="36750"/>
                        <a:pt x="54229" y="40783"/>
                      </a:cubicBezTo>
                      <a:cubicBezTo>
                        <a:pt x="51091" y="44817"/>
                        <a:pt x="44817" y="44817"/>
                        <a:pt x="44369" y="44817"/>
                      </a:cubicBezTo>
                      <a:cubicBezTo>
                        <a:pt x="44369" y="44817"/>
                        <a:pt x="44369" y="44817"/>
                        <a:pt x="44369" y="44817"/>
                      </a:cubicBezTo>
                      <a:cubicBezTo>
                        <a:pt x="44369" y="44817"/>
                        <a:pt x="37646" y="44817"/>
                        <a:pt x="34061" y="40783"/>
                      </a:cubicBezTo>
                      <a:cubicBezTo>
                        <a:pt x="30027" y="36302"/>
                        <a:pt x="29131" y="30027"/>
                        <a:pt x="28235" y="2554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28" name="Freeform: Shape 2668">
                  <a:extLst>
                    <a:ext uri="{FF2B5EF4-FFF2-40B4-BE49-F238E27FC236}">
                      <a16:creationId xmlns:a16="http://schemas.microsoft.com/office/drawing/2014/main" id="{826D7E97-8C23-181B-815A-0904791E868B}"/>
                    </a:ext>
                  </a:extLst>
                </p:cNvPr>
                <p:cNvSpPr/>
                <p:nvPr/>
              </p:nvSpPr>
              <p:spPr>
                <a:xfrm>
                  <a:off x="7642258" y="3547654"/>
                  <a:ext cx="62744" cy="89634"/>
                </a:xfrm>
                <a:custGeom>
                  <a:avLst/>
                  <a:gdLst>
                    <a:gd name="connsiteX0" fmla="*/ 64039 w 62743"/>
                    <a:gd name="connsiteY0" fmla="*/ 78027 h 89634"/>
                    <a:gd name="connsiteX1" fmla="*/ 41182 w 62743"/>
                    <a:gd name="connsiteY1" fmla="*/ 55171 h 89634"/>
                    <a:gd name="connsiteX2" fmla="*/ 32667 w 62743"/>
                    <a:gd name="connsiteY2" fmla="*/ 46207 h 89634"/>
                    <a:gd name="connsiteX3" fmla="*/ 32667 w 62743"/>
                    <a:gd name="connsiteY3" fmla="*/ 44415 h 89634"/>
                    <a:gd name="connsiteX4" fmla="*/ 34011 w 62743"/>
                    <a:gd name="connsiteY4" fmla="*/ 43070 h 89634"/>
                    <a:gd name="connsiteX5" fmla="*/ 40286 w 62743"/>
                    <a:gd name="connsiteY5" fmla="*/ 26040 h 89634"/>
                    <a:gd name="connsiteX6" fmla="*/ 40286 w 62743"/>
                    <a:gd name="connsiteY6" fmla="*/ 25143 h 89634"/>
                    <a:gd name="connsiteX7" fmla="*/ 40286 w 62743"/>
                    <a:gd name="connsiteY7" fmla="*/ 14387 h 89634"/>
                    <a:gd name="connsiteX8" fmla="*/ 20566 w 62743"/>
                    <a:gd name="connsiteY8" fmla="*/ 46 h 89634"/>
                    <a:gd name="connsiteX9" fmla="*/ 398 w 62743"/>
                    <a:gd name="connsiteY9" fmla="*/ 14387 h 89634"/>
                    <a:gd name="connsiteX10" fmla="*/ 398 w 62743"/>
                    <a:gd name="connsiteY10" fmla="*/ 25143 h 89634"/>
                    <a:gd name="connsiteX11" fmla="*/ 847 w 62743"/>
                    <a:gd name="connsiteY11" fmla="*/ 26936 h 89634"/>
                    <a:gd name="connsiteX12" fmla="*/ 7121 w 62743"/>
                    <a:gd name="connsiteY12" fmla="*/ 43519 h 89634"/>
                    <a:gd name="connsiteX13" fmla="*/ 8914 w 62743"/>
                    <a:gd name="connsiteY13" fmla="*/ 45311 h 89634"/>
                    <a:gd name="connsiteX14" fmla="*/ 8914 w 62743"/>
                    <a:gd name="connsiteY14" fmla="*/ 46656 h 89634"/>
                    <a:gd name="connsiteX15" fmla="*/ 7121 w 62743"/>
                    <a:gd name="connsiteY15" fmla="*/ 52034 h 89634"/>
                    <a:gd name="connsiteX16" fmla="*/ 7569 w 62743"/>
                    <a:gd name="connsiteY16" fmla="*/ 55171 h 89634"/>
                    <a:gd name="connsiteX17" fmla="*/ 8914 w 62743"/>
                    <a:gd name="connsiteY17" fmla="*/ 55619 h 89634"/>
                    <a:gd name="connsiteX18" fmla="*/ 10706 w 62743"/>
                    <a:gd name="connsiteY18" fmla="*/ 54723 h 89634"/>
                    <a:gd name="connsiteX19" fmla="*/ 12947 w 62743"/>
                    <a:gd name="connsiteY19" fmla="*/ 48000 h 89634"/>
                    <a:gd name="connsiteX20" fmla="*/ 20118 w 62743"/>
                    <a:gd name="connsiteY20" fmla="*/ 49345 h 89634"/>
                    <a:gd name="connsiteX21" fmla="*/ 20118 w 62743"/>
                    <a:gd name="connsiteY21" fmla="*/ 49345 h 89634"/>
                    <a:gd name="connsiteX22" fmla="*/ 27737 w 62743"/>
                    <a:gd name="connsiteY22" fmla="*/ 48000 h 89634"/>
                    <a:gd name="connsiteX23" fmla="*/ 40734 w 62743"/>
                    <a:gd name="connsiteY23" fmla="*/ 60549 h 89634"/>
                    <a:gd name="connsiteX24" fmla="*/ 59109 w 62743"/>
                    <a:gd name="connsiteY24" fmla="*/ 79372 h 89634"/>
                    <a:gd name="connsiteX25" fmla="*/ 59109 w 62743"/>
                    <a:gd name="connsiteY25" fmla="*/ 83406 h 89634"/>
                    <a:gd name="connsiteX26" fmla="*/ 59109 w 62743"/>
                    <a:gd name="connsiteY26" fmla="*/ 90576 h 89634"/>
                    <a:gd name="connsiteX27" fmla="*/ 61350 w 62743"/>
                    <a:gd name="connsiteY27" fmla="*/ 92817 h 89634"/>
                    <a:gd name="connsiteX28" fmla="*/ 61350 w 62743"/>
                    <a:gd name="connsiteY28" fmla="*/ 92817 h 89634"/>
                    <a:gd name="connsiteX29" fmla="*/ 63590 w 62743"/>
                    <a:gd name="connsiteY29" fmla="*/ 90576 h 89634"/>
                    <a:gd name="connsiteX30" fmla="*/ 63590 w 62743"/>
                    <a:gd name="connsiteY30" fmla="*/ 83406 h 89634"/>
                    <a:gd name="connsiteX31" fmla="*/ 64039 w 62743"/>
                    <a:gd name="connsiteY31" fmla="*/ 78027 h 89634"/>
                    <a:gd name="connsiteX32" fmla="*/ 21014 w 62743"/>
                    <a:gd name="connsiteY32" fmla="*/ 43967 h 89634"/>
                    <a:gd name="connsiteX33" fmla="*/ 21014 w 62743"/>
                    <a:gd name="connsiteY33" fmla="*/ 43967 h 89634"/>
                    <a:gd name="connsiteX34" fmla="*/ 10706 w 62743"/>
                    <a:gd name="connsiteY34" fmla="*/ 39933 h 89634"/>
                    <a:gd name="connsiteX35" fmla="*/ 5776 w 62743"/>
                    <a:gd name="connsiteY35" fmla="*/ 25592 h 89634"/>
                    <a:gd name="connsiteX36" fmla="*/ 5328 w 62743"/>
                    <a:gd name="connsiteY36" fmla="*/ 23799 h 89634"/>
                    <a:gd name="connsiteX37" fmla="*/ 5328 w 62743"/>
                    <a:gd name="connsiteY37" fmla="*/ 14836 h 89634"/>
                    <a:gd name="connsiteX38" fmla="*/ 21014 w 62743"/>
                    <a:gd name="connsiteY38" fmla="*/ 4079 h 89634"/>
                    <a:gd name="connsiteX39" fmla="*/ 21462 w 62743"/>
                    <a:gd name="connsiteY39" fmla="*/ 4079 h 89634"/>
                    <a:gd name="connsiteX40" fmla="*/ 37148 w 62743"/>
                    <a:gd name="connsiteY40" fmla="*/ 14836 h 89634"/>
                    <a:gd name="connsiteX41" fmla="*/ 37148 w 62743"/>
                    <a:gd name="connsiteY41" fmla="*/ 23799 h 89634"/>
                    <a:gd name="connsiteX42" fmla="*/ 37148 w 62743"/>
                    <a:gd name="connsiteY42" fmla="*/ 24695 h 89634"/>
                    <a:gd name="connsiteX43" fmla="*/ 31770 w 62743"/>
                    <a:gd name="connsiteY43" fmla="*/ 39485 h 89634"/>
                    <a:gd name="connsiteX44" fmla="*/ 21014 w 62743"/>
                    <a:gd name="connsiteY44" fmla="*/ 43967 h 8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62743" h="89634">
                      <a:moveTo>
                        <a:pt x="64039" y="78027"/>
                      </a:moveTo>
                      <a:cubicBezTo>
                        <a:pt x="63590" y="65031"/>
                        <a:pt x="53731" y="55171"/>
                        <a:pt x="41182" y="55171"/>
                      </a:cubicBezTo>
                      <a:cubicBezTo>
                        <a:pt x="36700" y="55171"/>
                        <a:pt x="32667" y="51137"/>
                        <a:pt x="32667" y="46207"/>
                      </a:cubicBezTo>
                      <a:cubicBezTo>
                        <a:pt x="32667" y="45759"/>
                        <a:pt x="32667" y="44863"/>
                        <a:pt x="32667" y="44415"/>
                      </a:cubicBezTo>
                      <a:cubicBezTo>
                        <a:pt x="33115" y="43967"/>
                        <a:pt x="33563" y="43519"/>
                        <a:pt x="34011" y="43070"/>
                      </a:cubicBezTo>
                      <a:cubicBezTo>
                        <a:pt x="38493" y="37692"/>
                        <a:pt x="39837" y="30970"/>
                        <a:pt x="40286" y="26040"/>
                      </a:cubicBezTo>
                      <a:lnTo>
                        <a:pt x="40286" y="25143"/>
                      </a:lnTo>
                      <a:cubicBezTo>
                        <a:pt x="41182" y="19317"/>
                        <a:pt x="40286" y="14387"/>
                        <a:pt x="40286" y="14387"/>
                      </a:cubicBezTo>
                      <a:cubicBezTo>
                        <a:pt x="38045" y="2735"/>
                        <a:pt x="25944" y="46"/>
                        <a:pt x="20566" y="46"/>
                      </a:cubicBezTo>
                      <a:cubicBezTo>
                        <a:pt x="14740" y="-402"/>
                        <a:pt x="2639" y="2287"/>
                        <a:pt x="398" y="14387"/>
                      </a:cubicBezTo>
                      <a:cubicBezTo>
                        <a:pt x="398" y="14387"/>
                        <a:pt x="-498" y="19317"/>
                        <a:pt x="398" y="25143"/>
                      </a:cubicBezTo>
                      <a:lnTo>
                        <a:pt x="847" y="26936"/>
                      </a:lnTo>
                      <a:cubicBezTo>
                        <a:pt x="1743" y="31866"/>
                        <a:pt x="2639" y="38589"/>
                        <a:pt x="7121" y="43519"/>
                      </a:cubicBezTo>
                      <a:cubicBezTo>
                        <a:pt x="7569" y="44415"/>
                        <a:pt x="8465" y="44863"/>
                        <a:pt x="8914" y="45311"/>
                      </a:cubicBezTo>
                      <a:cubicBezTo>
                        <a:pt x="8914" y="45759"/>
                        <a:pt x="8914" y="46207"/>
                        <a:pt x="8914" y="46656"/>
                      </a:cubicBezTo>
                      <a:cubicBezTo>
                        <a:pt x="8914" y="48448"/>
                        <a:pt x="8465" y="50689"/>
                        <a:pt x="7121" y="52034"/>
                      </a:cubicBezTo>
                      <a:cubicBezTo>
                        <a:pt x="6225" y="52930"/>
                        <a:pt x="6673" y="54274"/>
                        <a:pt x="7569" y="55171"/>
                      </a:cubicBezTo>
                      <a:cubicBezTo>
                        <a:pt x="8017" y="55619"/>
                        <a:pt x="8465" y="55619"/>
                        <a:pt x="8914" y="55619"/>
                      </a:cubicBezTo>
                      <a:cubicBezTo>
                        <a:pt x="9810" y="55619"/>
                        <a:pt x="10258" y="55171"/>
                        <a:pt x="10706" y="54723"/>
                      </a:cubicBezTo>
                      <a:cubicBezTo>
                        <a:pt x="12051" y="52930"/>
                        <a:pt x="12947" y="50241"/>
                        <a:pt x="12947" y="48000"/>
                      </a:cubicBezTo>
                      <a:cubicBezTo>
                        <a:pt x="16084" y="49345"/>
                        <a:pt x="19222" y="49345"/>
                        <a:pt x="20118" y="49345"/>
                      </a:cubicBezTo>
                      <a:cubicBezTo>
                        <a:pt x="20118" y="49345"/>
                        <a:pt x="20118" y="49345"/>
                        <a:pt x="20118" y="49345"/>
                      </a:cubicBezTo>
                      <a:cubicBezTo>
                        <a:pt x="20566" y="49345"/>
                        <a:pt x="24151" y="49345"/>
                        <a:pt x="27737" y="48000"/>
                      </a:cubicBezTo>
                      <a:cubicBezTo>
                        <a:pt x="28185" y="55171"/>
                        <a:pt x="33563" y="60549"/>
                        <a:pt x="40734" y="60549"/>
                      </a:cubicBezTo>
                      <a:cubicBezTo>
                        <a:pt x="50594" y="60549"/>
                        <a:pt x="58661" y="68616"/>
                        <a:pt x="59109" y="79372"/>
                      </a:cubicBezTo>
                      <a:lnTo>
                        <a:pt x="59109" y="83406"/>
                      </a:lnTo>
                      <a:lnTo>
                        <a:pt x="59109" y="90576"/>
                      </a:lnTo>
                      <a:cubicBezTo>
                        <a:pt x="59109" y="91921"/>
                        <a:pt x="60005" y="92817"/>
                        <a:pt x="61350" y="92817"/>
                      </a:cubicBezTo>
                      <a:cubicBezTo>
                        <a:pt x="61350" y="92817"/>
                        <a:pt x="61350" y="92817"/>
                        <a:pt x="61350" y="92817"/>
                      </a:cubicBezTo>
                      <a:cubicBezTo>
                        <a:pt x="62694" y="92817"/>
                        <a:pt x="63590" y="91921"/>
                        <a:pt x="63590" y="90576"/>
                      </a:cubicBezTo>
                      <a:lnTo>
                        <a:pt x="63590" y="83406"/>
                      </a:lnTo>
                      <a:lnTo>
                        <a:pt x="64039" y="78027"/>
                      </a:lnTo>
                      <a:close/>
                      <a:moveTo>
                        <a:pt x="21014" y="43967"/>
                      </a:moveTo>
                      <a:cubicBezTo>
                        <a:pt x="21014" y="43967"/>
                        <a:pt x="21014" y="43967"/>
                        <a:pt x="21014" y="43967"/>
                      </a:cubicBezTo>
                      <a:cubicBezTo>
                        <a:pt x="21014" y="43967"/>
                        <a:pt x="14292" y="43967"/>
                        <a:pt x="10706" y="39933"/>
                      </a:cubicBezTo>
                      <a:cubicBezTo>
                        <a:pt x="7121" y="35900"/>
                        <a:pt x="6225" y="30073"/>
                        <a:pt x="5776" y="25592"/>
                      </a:cubicBezTo>
                      <a:lnTo>
                        <a:pt x="5328" y="23799"/>
                      </a:lnTo>
                      <a:cubicBezTo>
                        <a:pt x="4432" y="18869"/>
                        <a:pt x="5328" y="14836"/>
                        <a:pt x="5328" y="14836"/>
                      </a:cubicBezTo>
                      <a:cubicBezTo>
                        <a:pt x="7569" y="4528"/>
                        <a:pt x="18773" y="4079"/>
                        <a:pt x="21014" y="4079"/>
                      </a:cubicBezTo>
                      <a:cubicBezTo>
                        <a:pt x="21014" y="4079"/>
                        <a:pt x="21462" y="4079"/>
                        <a:pt x="21462" y="4079"/>
                      </a:cubicBezTo>
                      <a:cubicBezTo>
                        <a:pt x="21911" y="4079"/>
                        <a:pt x="34908" y="3631"/>
                        <a:pt x="37148" y="14836"/>
                      </a:cubicBezTo>
                      <a:cubicBezTo>
                        <a:pt x="37148" y="14836"/>
                        <a:pt x="38045" y="18869"/>
                        <a:pt x="37148" y="23799"/>
                      </a:cubicBezTo>
                      <a:lnTo>
                        <a:pt x="37148" y="24695"/>
                      </a:lnTo>
                      <a:cubicBezTo>
                        <a:pt x="36252" y="29177"/>
                        <a:pt x="35356" y="35451"/>
                        <a:pt x="31770" y="39485"/>
                      </a:cubicBezTo>
                      <a:cubicBezTo>
                        <a:pt x="27737" y="43967"/>
                        <a:pt x="21014" y="43967"/>
                        <a:pt x="21014" y="4396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629" name="Freeform: Shape 2619">
                <a:extLst>
                  <a:ext uri="{FF2B5EF4-FFF2-40B4-BE49-F238E27FC236}">
                    <a16:creationId xmlns:a16="http://schemas.microsoft.com/office/drawing/2014/main" id="{43A8E6CB-3D33-1415-7361-37646B516328}"/>
                  </a:ext>
                  <a:ext uri="{C183D7F6-B498-43B3-948B-1728B52AA6E4}">
                    <adec:decorative xmlns:adec="http://schemas.microsoft.com/office/drawing/2017/decorative" val="1"/>
                  </a:ext>
                </a:extLst>
              </p:cNvPr>
              <p:cNvSpPr>
                <a:spLocks noChangeAspect="1"/>
              </p:cNvSpPr>
              <p:nvPr/>
            </p:nvSpPr>
            <p:spPr>
              <a:xfrm>
                <a:off x="8283047" y="5562607"/>
                <a:ext cx="134451" cy="147896"/>
              </a:xfrm>
              <a:custGeom>
                <a:avLst/>
                <a:gdLst>
                  <a:gd name="connsiteX0" fmla="*/ 134465 w 134451"/>
                  <a:gd name="connsiteY0" fmla="*/ 82912 h 147896"/>
                  <a:gd name="connsiteX1" fmla="*/ 134465 w 134451"/>
                  <a:gd name="connsiteY1" fmla="*/ 18823 h 147896"/>
                  <a:gd name="connsiteX2" fmla="*/ 126398 w 134451"/>
                  <a:gd name="connsiteY2" fmla="*/ 10308 h 147896"/>
                  <a:gd name="connsiteX3" fmla="*/ 68584 w 134451"/>
                  <a:gd name="connsiteY3" fmla="*/ 0 h 147896"/>
                  <a:gd name="connsiteX4" fmla="*/ 68136 w 134451"/>
                  <a:gd name="connsiteY4" fmla="*/ 0 h 147896"/>
                  <a:gd name="connsiteX5" fmla="*/ 67688 w 134451"/>
                  <a:gd name="connsiteY5" fmla="*/ 0 h 147896"/>
                  <a:gd name="connsiteX6" fmla="*/ 67240 w 134451"/>
                  <a:gd name="connsiteY6" fmla="*/ 0 h 147896"/>
                  <a:gd name="connsiteX7" fmla="*/ 66791 w 134451"/>
                  <a:gd name="connsiteY7" fmla="*/ 0 h 147896"/>
                  <a:gd name="connsiteX8" fmla="*/ 66343 w 134451"/>
                  <a:gd name="connsiteY8" fmla="*/ 0 h 147896"/>
                  <a:gd name="connsiteX9" fmla="*/ 65895 w 134451"/>
                  <a:gd name="connsiteY9" fmla="*/ 0 h 147896"/>
                  <a:gd name="connsiteX10" fmla="*/ 8081 w 134451"/>
                  <a:gd name="connsiteY10" fmla="*/ 10308 h 147896"/>
                  <a:gd name="connsiteX11" fmla="*/ 14 w 134451"/>
                  <a:gd name="connsiteY11" fmla="*/ 18823 h 147896"/>
                  <a:gd name="connsiteX12" fmla="*/ 14 w 134451"/>
                  <a:gd name="connsiteY12" fmla="*/ 82463 h 147896"/>
                  <a:gd name="connsiteX13" fmla="*/ 66343 w 134451"/>
                  <a:gd name="connsiteY13" fmla="*/ 151930 h 147896"/>
                  <a:gd name="connsiteX14" fmla="*/ 66791 w 134451"/>
                  <a:gd name="connsiteY14" fmla="*/ 151930 h 147896"/>
                  <a:gd name="connsiteX15" fmla="*/ 66791 w 134451"/>
                  <a:gd name="connsiteY15" fmla="*/ 151930 h 147896"/>
                  <a:gd name="connsiteX16" fmla="*/ 66791 w 134451"/>
                  <a:gd name="connsiteY16" fmla="*/ 151930 h 147896"/>
                  <a:gd name="connsiteX17" fmla="*/ 66791 w 134451"/>
                  <a:gd name="connsiteY17" fmla="*/ 151930 h 147896"/>
                  <a:gd name="connsiteX18" fmla="*/ 66791 w 134451"/>
                  <a:gd name="connsiteY18" fmla="*/ 151930 h 147896"/>
                  <a:gd name="connsiteX19" fmla="*/ 67240 w 134451"/>
                  <a:gd name="connsiteY19" fmla="*/ 151930 h 147896"/>
                  <a:gd name="connsiteX20" fmla="*/ 134465 w 134451"/>
                  <a:gd name="connsiteY20" fmla="*/ 82912 h 147896"/>
                  <a:gd name="connsiteX21" fmla="*/ 67240 w 134451"/>
                  <a:gd name="connsiteY21" fmla="*/ 147896 h 147896"/>
                  <a:gd name="connsiteX22" fmla="*/ 22423 w 134451"/>
                  <a:gd name="connsiteY22" fmla="*/ 123695 h 147896"/>
                  <a:gd name="connsiteX23" fmla="*/ 22423 w 134451"/>
                  <a:gd name="connsiteY23" fmla="*/ 122799 h 147896"/>
                  <a:gd name="connsiteX24" fmla="*/ 22423 w 134451"/>
                  <a:gd name="connsiteY24" fmla="*/ 116973 h 147896"/>
                  <a:gd name="connsiteX25" fmla="*/ 43935 w 134451"/>
                  <a:gd name="connsiteY25" fmla="*/ 95012 h 147896"/>
                  <a:gd name="connsiteX26" fmla="*/ 58724 w 134451"/>
                  <a:gd name="connsiteY26" fmla="*/ 80223 h 147896"/>
                  <a:gd name="connsiteX27" fmla="*/ 67688 w 134451"/>
                  <a:gd name="connsiteY27" fmla="*/ 82015 h 147896"/>
                  <a:gd name="connsiteX28" fmla="*/ 68136 w 134451"/>
                  <a:gd name="connsiteY28" fmla="*/ 82015 h 147896"/>
                  <a:gd name="connsiteX29" fmla="*/ 76651 w 134451"/>
                  <a:gd name="connsiteY29" fmla="*/ 80223 h 147896"/>
                  <a:gd name="connsiteX30" fmla="*/ 90993 w 134451"/>
                  <a:gd name="connsiteY30" fmla="*/ 94564 h 147896"/>
                  <a:gd name="connsiteX31" fmla="*/ 112505 w 134451"/>
                  <a:gd name="connsiteY31" fmla="*/ 116524 h 147896"/>
                  <a:gd name="connsiteX32" fmla="*/ 112505 w 134451"/>
                  <a:gd name="connsiteY32" fmla="*/ 121006 h 147896"/>
                  <a:gd name="connsiteX33" fmla="*/ 112505 w 134451"/>
                  <a:gd name="connsiteY33" fmla="*/ 122799 h 147896"/>
                  <a:gd name="connsiteX34" fmla="*/ 67240 w 134451"/>
                  <a:gd name="connsiteY34" fmla="*/ 147896 h 147896"/>
                  <a:gd name="connsiteX35" fmla="*/ 79788 w 134451"/>
                  <a:gd name="connsiteY35" fmla="*/ 73052 h 147896"/>
                  <a:gd name="connsiteX36" fmla="*/ 67688 w 134451"/>
                  <a:gd name="connsiteY36" fmla="*/ 77982 h 147896"/>
                  <a:gd name="connsiteX37" fmla="*/ 67688 w 134451"/>
                  <a:gd name="connsiteY37" fmla="*/ 77982 h 147896"/>
                  <a:gd name="connsiteX38" fmla="*/ 67688 w 134451"/>
                  <a:gd name="connsiteY38" fmla="*/ 77982 h 147896"/>
                  <a:gd name="connsiteX39" fmla="*/ 55587 w 134451"/>
                  <a:gd name="connsiteY39" fmla="*/ 73052 h 147896"/>
                  <a:gd name="connsiteX40" fmla="*/ 49313 w 134451"/>
                  <a:gd name="connsiteY40" fmla="*/ 55573 h 147896"/>
                  <a:gd name="connsiteX41" fmla="*/ 49313 w 134451"/>
                  <a:gd name="connsiteY41" fmla="*/ 54677 h 147896"/>
                  <a:gd name="connsiteX42" fmla="*/ 49313 w 134451"/>
                  <a:gd name="connsiteY42" fmla="*/ 43921 h 147896"/>
                  <a:gd name="connsiteX43" fmla="*/ 67688 w 134451"/>
                  <a:gd name="connsiteY43" fmla="*/ 31372 h 147896"/>
                  <a:gd name="connsiteX44" fmla="*/ 86511 w 134451"/>
                  <a:gd name="connsiteY44" fmla="*/ 43921 h 147896"/>
                  <a:gd name="connsiteX45" fmla="*/ 86511 w 134451"/>
                  <a:gd name="connsiteY45" fmla="*/ 54677 h 147896"/>
                  <a:gd name="connsiteX46" fmla="*/ 86063 w 134451"/>
                  <a:gd name="connsiteY46" fmla="*/ 56470 h 147896"/>
                  <a:gd name="connsiteX47" fmla="*/ 79788 w 134451"/>
                  <a:gd name="connsiteY47" fmla="*/ 73052 h 147896"/>
                  <a:gd name="connsiteX48" fmla="*/ 116538 w 134451"/>
                  <a:gd name="connsiteY48" fmla="*/ 118317 h 147896"/>
                  <a:gd name="connsiteX49" fmla="*/ 116538 w 134451"/>
                  <a:gd name="connsiteY49" fmla="*/ 116524 h 147896"/>
                  <a:gd name="connsiteX50" fmla="*/ 90544 w 134451"/>
                  <a:gd name="connsiteY50" fmla="*/ 90082 h 147896"/>
                  <a:gd name="connsiteX51" fmla="*/ 80236 w 134451"/>
                  <a:gd name="connsiteY51" fmla="*/ 79326 h 147896"/>
                  <a:gd name="connsiteX52" fmla="*/ 80236 w 134451"/>
                  <a:gd name="connsiteY52" fmla="*/ 77534 h 147896"/>
                  <a:gd name="connsiteX53" fmla="*/ 82477 w 134451"/>
                  <a:gd name="connsiteY53" fmla="*/ 75293 h 147896"/>
                  <a:gd name="connsiteX54" fmla="*/ 89200 w 134451"/>
                  <a:gd name="connsiteY54" fmla="*/ 56470 h 147896"/>
                  <a:gd name="connsiteX55" fmla="*/ 89648 w 134451"/>
                  <a:gd name="connsiteY55" fmla="*/ 54677 h 147896"/>
                  <a:gd name="connsiteX56" fmla="*/ 89648 w 134451"/>
                  <a:gd name="connsiteY56" fmla="*/ 42576 h 147896"/>
                  <a:gd name="connsiteX57" fmla="*/ 66791 w 134451"/>
                  <a:gd name="connsiteY57" fmla="*/ 26442 h 147896"/>
                  <a:gd name="connsiteX58" fmla="*/ 43935 w 134451"/>
                  <a:gd name="connsiteY58" fmla="*/ 42576 h 147896"/>
                  <a:gd name="connsiteX59" fmla="*/ 43935 w 134451"/>
                  <a:gd name="connsiteY59" fmla="*/ 54677 h 147896"/>
                  <a:gd name="connsiteX60" fmla="*/ 43935 w 134451"/>
                  <a:gd name="connsiteY60" fmla="*/ 55573 h 147896"/>
                  <a:gd name="connsiteX61" fmla="*/ 51554 w 134451"/>
                  <a:gd name="connsiteY61" fmla="*/ 75293 h 147896"/>
                  <a:gd name="connsiteX62" fmla="*/ 53346 w 134451"/>
                  <a:gd name="connsiteY62" fmla="*/ 77085 h 147896"/>
                  <a:gd name="connsiteX63" fmla="*/ 53794 w 134451"/>
                  <a:gd name="connsiteY63" fmla="*/ 79326 h 147896"/>
                  <a:gd name="connsiteX64" fmla="*/ 43487 w 134451"/>
                  <a:gd name="connsiteY64" fmla="*/ 90082 h 147896"/>
                  <a:gd name="connsiteX65" fmla="*/ 17493 w 134451"/>
                  <a:gd name="connsiteY65" fmla="*/ 116524 h 147896"/>
                  <a:gd name="connsiteX66" fmla="*/ 17493 w 134451"/>
                  <a:gd name="connsiteY66" fmla="*/ 118317 h 147896"/>
                  <a:gd name="connsiteX67" fmla="*/ 4496 w 134451"/>
                  <a:gd name="connsiteY67" fmla="*/ 82463 h 147896"/>
                  <a:gd name="connsiteX68" fmla="*/ 4496 w 134451"/>
                  <a:gd name="connsiteY68" fmla="*/ 18823 h 147896"/>
                  <a:gd name="connsiteX69" fmla="*/ 8081 w 134451"/>
                  <a:gd name="connsiteY69" fmla="*/ 14790 h 147896"/>
                  <a:gd name="connsiteX70" fmla="*/ 66791 w 134451"/>
                  <a:gd name="connsiteY70" fmla="*/ 4482 h 147896"/>
                  <a:gd name="connsiteX71" fmla="*/ 125502 w 134451"/>
                  <a:gd name="connsiteY71" fmla="*/ 14790 h 147896"/>
                  <a:gd name="connsiteX72" fmla="*/ 129087 w 134451"/>
                  <a:gd name="connsiteY72" fmla="*/ 18823 h 147896"/>
                  <a:gd name="connsiteX73" fmla="*/ 129087 w 134451"/>
                  <a:gd name="connsiteY73" fmla="*/ 82912 h 147896"/>
                  <a:gd name="connsiteX74" fmla="*/ 116538 w 134451"/>
                  <a:gd name="connsiteY74" fmla="*/ 118317 h 1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34451" h="147896">
                    <a:moveTo>
                      <a:pt x="134465" y="82912"/>
                    </a:moveTo>
                    <a:lnTo>
                      <a:pt x="134465" y="18823"/>
                    </a:lnTo>
                    <a:cubicBezTo>
                      <a:pt x="134465" y="14342"/>
                      <a:pt x="130880" y="10756"/>
                      <a:pt x="126398" y="10308"/>
                    </a:cubicBezTo>
                    <a:cubicBezTo>
                      <a:pt x="112953" y="9860"/>
                      <a:pt x="80685" y="7171"/>
                      <a:pt x="68584" y="0"/>
                    </a:cubicBezTo>
                    <a:cubicBezTo>
                      <a:pt x="68584" y="0"/>
                      <a:pt x="68584" y="0"/>
                      <a:pt x="68136" y="0"/>
                    </a:cubicBezTo>
                    <a:cubicBezTo>
                      <a:pt x="68136" y="0"/>
                      <a:pt x="67688" y="0"/>
                      <a:pt x="67688" y="0"/>
                    </a:cubicBezTo>
                    <a:cubicBezTo>
                      <a:pt x="67688" y="0"/>
                      <a:pt x="67240" y="0"/>
                      <a:pt x="67240" y="0"/>
                    </a:cubicBezTo>
                    <a:cubicBezTo>
                      <a:pt x="67240" y="0"/>
                      <a:pt x="66791" y="0"/>
                      <a:pt x="66791" y="0"/>
                    </a:cubicBezTo>
                    <a:cubicBezTo>
                      <a:pt x="66791" y="0"/>
                      <a:pt x="66343" y="0"/>
                      <a:pt x="66343" y="0"/>
                    </a:cubicBezTo>
                    <a:cubicBezTo>
                      <a:pt x="66343" y="0"/>
                      <a:pt x="66343" y="0"/>
                      <a:pt x="65895" y="0"/>
                    </a:cubicBezTo>
                    <a:cubicBezTo>
                      <a:pt x="53794" y="7619"/>
                      <a:pt x="21526" y="9860"/>
                      <a:pt x="8081" y="10308"/>
                    </a:cubicBezTo>
                    <a:cubicBezTo>
                      <a:pt x="3599" y="10308"/>
                      <a:pt x="14" y="14342"/>
                      <a:pt x="14" y="18823"/>
                    </a:cubicBezTo>
                    <a:lnTo>
                      <a:pt x="14" y="82463"/>
                    </a:lnTo>
                    <a:cubicBezTo>
                      <a:pt x="14" y="82912"/>
                      <a:pt x="-2675" y="133555"/>
                      <a:pt x="66343" y="151930"/>
                    </a:cubicBezTo>
                    <a:cubicBezTo>
                      <a:pt x="66343" y="151930"/>
                      <a:pt x="66791" y="151930"/>
                      <a:pt x="66791" y="151930"/>
                    </a:cubicBezTo>
                    <a:lnTo>
                      <a:pt x="66791" y="151930"/>
                    </a:lnTo>
                    <a:cubicBezTo>
                      <a:pt x="66791" y="151930"/>
                      <a:pt x="66791" y="151930"/>
                      <a:pt x="66791" y="151930"/>
                    </a:cubicBezTo>
                    <a:lnTo>
                      <a:pt x="66791" y="151930"/>
                    </a:lnTo>
                    <a:cubicBezTo>
                      <a:pt x="66791" y="151930"/>
                      <a:pt x="66791" y="151930"/>
                      <a:pt x="66791" y="151930"/>
                    </a:cubicBezTo>
                    <a:cubicBezTo>
                      <a:pt x="66791" y="151930"/>
                      <a:pt x="67240" y="151930"/>
                      <a:pt x="67240" y="151930"/>
                    </a:cubicBezTo>
                    <a:cubicBezTo>
                      <a:pt x="137602" y="133107"/>
                      <a:pt x="134465" y="83360"/>
                      <a:pt x="134465" y="82912"/>
                    </a:cubicBezTo>
                    <a:close/>
                    <a:moveTo>
                      <a:pt x="67240" y="147896"/>
                    </a:moveTo>
                    <a:cubicBezTo>
                      <a:pt x="45727" y="142070"/>
                      <a:pt x="31834" y="133107"/>
                      <a:pt x="22423" y="123695"/>
                    </a:cubicBezTo>
                    <a:lnTo>
                      <a:pt x="22423" y="122799"/>
                    </a:lnTo>
                    <a:cubicBezTo>
                      <a:pt x="22423" y="121006"/>
                      <a:pt x="22423" y="117421"/>
                      <a:pt x="22423" y="116973"/>
                    </a:cubicBezTo>
                    <a:cubicBezTo>
                      <a:pt x="22871" y="104872"/>
                      <a:pt x="32282" y="95012"/>
                      <a:pt x="43935" y="95012"/>
                    </a:cubicBezTo>
                    <a:cubicBezTo>
                      <a:pt x="52002" y="95012"/>
                      <a:pt x="58276" y="88290"/>
                      <a:pt x="58724" y="80223"/>
                    </a:cubicBezTo>
                    <a:cubicBezTo>
                      <a:pt x="63206" y="82015"/>
                      <a:pt x="67240" y="82015"/>
                      <a:pt x="67688" y="82015"/>
                    </a:cubicBezTo>
                    <a:cubicBezTo>
                      <a:pt x="67688" y="82015"/>
                      <a:pt x="67688" y="82015"/>
                      <a:pt x="68136" y="82015"/>
                    </a:cubicBezTo>
                    <a:cubicBezTo>
                      <a:pt x="69032" y="82015"/>
                      <a:pt x="72618" y="82015"/>
                      <a:pt x="76651" y="80223"/>
                    </a:cubicBezTo>
                    <a:cubicBezTo>
                      <a:pt x="77099" y="88290"/>
                      <a:pt x="83374" y="94564"/>
                      <a:pt x="90993" y="94564"/>
                    </a:cubicBezTo>
                    <a:cubicBezTo>
                      <a:pt x="102645" y="94564"/>
                      <a:pt x="112057" y="104424"/>
                      <a:pt x="112505" y="116524"/>
                    </a:cubicBezTo>
                    <a:cubicBezTo>
                      <a:pt x="112505" y="116973"/>
                      <a:pt x="112505" y="119213"/>
                      <a:pt x="112505" y="121006"/>
                    </a:cubicBezTo>
                    <a:lnTo>
                      <a:pt x="112505" y="122799"/>
                    </a:lnTo>
                    <a:cubicBezTo>
                      <a:pt x="102645" y="132659"/>
                      <a:pt x="88752" y="141622"/>
                      <a:pt x="67240" y="147896"/>
                    </a:cubicBezTo>
                    <a:close/>
                    <a:moveTo>
                      <a:pt x="79788" y="73052"/>
                    </a:moveTo>
                    <a:cubicBezTo>
                      <a:pt x="75755" y="77534"/>
                      <a:pt x="69032" y="77982"/>
                      <a:pt x="67688" y="77982"/>
                    </a:cubicBezTo>
                    <a:cubicBezTo>
                      <a:pt x="67240" y="77982"/>
                      <a:pt x="67688" y="77982"/>
                      <a:pt x="67688" y="77982"/>
                    </a:cubicBezTo>
                    <a:cubicBezTo>
                      <a:pt x="67688" y="77982"/>
                      <a:pt x="67688" y="77982"/>
                      <a:pt x="67688" y="77982"/>
                    </a:cubicBezTo>
                    <a:cubicBezTo>
                      <a:pt x="67688" y="77982"/>
                      <a:pt x="59621" y="77982"/>
                      <a:pt x="55587" y="73052"/>
                    </a:cubicBezTo>
                    <a:cubicBezTo>
                      <a:pt x="51105" y="68122"/>
                      <a:pt x="50209" y="60951"/>
                      <a:pt x="49313" y="55573"/>
                    </a:cubicBezTo>
                    <a:lnTo>
                      <a:pt x="49313" y="54677"/>
                    </a:lnTo>
                    <a:cubicBezTo>
                      <a:pt x="48416" y="48851"/>
                      <a:pt x="49313" y="43921"/>
                      <a:pt x="49313" y="43921"/>
                    </a:cubicBezTo>
                    <a:cubicBezTo>
                      <a:pt x="52002" y="30924"/>
                      <a:pt x="66791" y="31372"/>
                      <a:pt x="67688" y="31372"/>
                    </a:cubicBezTo>
                    <a:cubicBezTo>
                      <a:pt x="68136" y="31372"/>
                      <a:pt x="83374" y="30924"/>
                      <a:pt x="86511" y="43921"/>
                    </a:cubicBezTo>
                    <a:cubicBezTo>
                      <a:pt x="86511" y="43921"/>
                      <a:pt x="87407" y="48851"/>
                      <a:pt x="86511" y="54677"/>
                    </a:cubicBezTo>
                    <a:lnTo>
                      <a:pt x="86063" y="56470"/>
                    </a:lnTo>
                    <a:cubicBezTo>
                      <a:pt x="84718" y="61848"/>
                      <a:pt x="83822" y="68570"/>
                      <a:pt x="79788" y="73052"/>
                    </a:cubicBezTo>
                    <a:close/>
                    <a:moveTo>
                      <a:pt x="116538" y="118317"/>
                    </a:moveTo>
                    <a:cubicBezTo>
                      <a:pt x="116538" y="117421"/>
                      <a:pt x="116538" y="116524"/>
                      <a:pt x="116538" y="116524"/>
                    </a:cubicBezTo>
                    <a:cubicBezTo>
                      <a:pt x="116090" y="102183"/>
                      <a:pt x="104438" y="90082"/>
                      <a:pt x="90544" y="90082"/>
                    </a:cubicBezTo>
                    <a:cubicBezTo>
                      <a:pt x="85166" y="90082"/>
                      <a:pt x="80236" y="85152"/>
                      <a:pt x="80236" y="79326"/>
                    </a:cubicBezTo>
                    <a:cubicBezTo>
                      <a:pt x="80236" y="78878"/>
                      <a:pt x="80236" y="78430"/>
                      <a:pt x="80236" y="77534"/>
                    </a:cubicBezTo>
                    <a:cubicBezTo>
                      <a:pt x="81133" y="77085"/>
                      <a:pt x="82029" y="76189"/>
                      <a:pt x="82477" y="75293"/>
                    </a:cubicBezTo>
                    <a:cubicBezTo>
                      <a:pt x="87407" y="69466"/>
                      <a:pt x="88752" y="61848"/>
                      <a:pt x="89200" y="56470"/>
                    </a:cubicBezTo>
                    <a:lnTo>
                      <a:pt x="89648" y="54677"/>
                    </a:lnTo>
                    <a:cubicBezTo>
                      <a:pt x="90544" y="47954"/>
                      <a:pt x="89648" y="42576"/>
                      <a:pt x="89648" y="42576"/>
                    </a:cubicBezTo>
                    <a:cubicBezTo>
                      <a:pt x="86959" y="29131"/>
                      <a:pt x="73066" y="25994"/>
                      <a:pt x="66791" y="26442"/>
                    </a:cubicBezTo>
                    <a:cubicBezTo>
                      <a:pt x="60069" y="26442"/>
                      <a:pt x="46624" y="29131"/>
                      <a:pt x="43935" y="42576"/>
                    </a:cubicBezTo>
                    <a:cubicBezTo>
                      <a:pt x="43935" y="43025"/>
                      <a:pt x="43038" y="48403"/>
                      <a:pt x="43935" y="54677"/>
                    </a:cubicBezTo>
                    <a:lnTo>
                      <a:pt x="43935" y="55573"/>
                    </a:lnTo>
                    <a:cubicBezTo>
                      <a:pt x="44831" y="61399"/>
                      <a:pt x="46176" y="69466"/>
                      <a:pt x="51554" y="75293"/>
                    </a:cubicBezTo>
                    <a:cubicBezTo>
                      <a:pt x="52002" y="75741"/>
                      <a:pt x="52898" y="76637"/>
                      <a:pt x="53346" y="77085"/>
                    </a:cubicBezTo>
                    <a:cubicBezTo>
                      <a:pt x="53346" y="77982"/>
                      <a:pt x="53794" y="78430"/>
                      <a:pt x="53794" y="79326"/>
                    </a:cubicBezTo>
                    <a:cubicBezTo>
                      <a:pt x="53794" y="85152"/>
                      <a:pt x="49313" y="90082"/>
                      <a:pt x="43487" y="90082"/>
                    </a:cubicBezTo>
                    <a:cubicBezTo>
                      <a:pt x="29593" y="90082"/>
                      <a:pt x="17941" y="101735"/>
                      <a:pt x="17493" y="116524"/>
                    </a:cubicBezTo>
                    <a:cubicBezTo>
                      <a:pt x="17493" y="116524"/>
                      <a:pt x="17493" y="117421"/>
                      <a:pt x="17493" y="118317"/>
                    </a:cubicBezTo>
                    <a:cubicBezTo>
                      <a:pt x="3599" y="100838"/>
                      <a:pt x="4048" y="83808"/>
                      <a:pt x="4496" y="82463"/>
                    </a:cubicBezTo>
                    <a:lnTo>
                      <a:pt x="4496" y="18823"/>
                    </a:lnTo>
                    <a:cubicBezTo>
                      <a:pt x="4496" y="16582"/>
                      <a:pt x="6288" y="14790"/>
                      <a:pt x="8081" y="14790"/>
                    </a:cubicBezTo>
                    <a:cubicBezTo>
                      <a:pt x="21526" y="14342"/>
                      <a:pt x="53346" y="11653"/>
                      <a:pt x="66791" y="4482"/>
                    </a:cubicBezTo>
                    <a:cubicBezTo>
                      <a:pt x="80236" y="12101"/>
                      <a:pt x="112057" y="14342"/>
                      <a:pt x="125502" y="14790"/>
                    </a:cubicBezTo>
                    <a:cubicBezTo>
                      <a:pt x="127743" y="14790"/>
                      <a:pt x="129087" y="16582"/>
                      <a:pt x="129087" y="18823"/>
                    </a:cubicBezTo>
                    <a:lnTo>
                      <a:pt x="129087" y="82912"/>
                    </a:lnTo>
                    <a:cubicBezTo>
                      <a:pt x="129983" y="83360"/>
                      <a:pt x="130880" y="100838"/>
                      <a:pt x="116538" y="11831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630" name="Group 2620">
                <a:extLst>
                  <a:ext uri="{FF2B5EF4-FFF2-40B4-BE49-F238E27FC236}">
                    <a16:creationId xmlns:a16="http://schemas.microsoft.com/office/drawing/2014/main" id="{29B032C3-21BA-3FA4-8280-EC78A9A2B094}"/>
                  </a:ext>
                  <a:ext uri="{C183D7F6-B498-43B3-948B-1728B52AA6E4}">
                    <adec:decorative xmlns:adec="http://schemas.microsoft.com/office/drawing/2017/decorative" val="1"/>
                  </a:ext>
                </a:extLst>
              </p:cNvPr>
              <p:cNvGrpSpPr>
                <a:grpSpLocks noChangeAspect="1"/>
              </p:cNvGrpSpPr>
              <p:nvPr/>
            </p:nvGrpSpPr>
            <p:grpSpPr>
              <a:xfrm>
                <a:off x="8535381" y="5562603"/>
                <a:ext cx="151930" cy="152378"/>
                <a:chOff x="8591881" y="3506912"/>
                <a:chExt cx="151930" cy="152378"/>
              </a:xfrm>
            </p:grpSpPr>
            <p:sp>
              <p:nvSpPr>
                <p:cNvPr id="1631" name="Freeform: Shape 2662">
                  <a:extLst>
                    <a:ext uri="{FF2B5EF4-FFF2-40B4-BE49-F238E27FC236}">
                      <a16:creationId xmlns:a16="http://schemas.microsoft.com/office/drawing/2014/main" id="{003C7D98-0C94-F14C-E6D5-58BD0ADBC4ED}"/>
                    </a:ext>
                  </a:extLst>
                </p:cNvPr>
                <p:cNvSpPr/>
                <p:nvPr/>
              </p:nvSpPr>
              <p:spPr>
                <a:xfrm>
                  <a:off x="8672104" y="3586131"/>
                  <a:ext cx="71707" cy="71707"/>
                </a:xfrm>
                <a:custGeom>
                  <a:avLst/>
                  <a:gdLst>
                    <a:gd name="connsiteX0" fmla="*/ 71707 w 71707"/>
                    <a:gd name="connsiteY0" fmla="*/ 13557 h 71707"/>
                    <a:gd name="connsiteX1" fmla="*/ 69466 w 71707"/>
                    <a:gd name="connsiteY1" fmla="*/ 7731 h 71707"/>
                    <a:gd name="connsiteX2" fmla="*/ 64088 w 71707"/>
                    <a:gd name="connsiteY2" fmla="*/ 2353 h 71707"/>
                    <a:gd name="connsiteX3" fmla="*/ 52884 w 71707"/>
                    <a:gd name="connsiteY3" fmla="*/ 2353 h 71707"/>
                    <a:gd name="connsiteX4" fmla="*/ 4482 w 71707"/>
                    <a:gd name="connsiteY4" fmla="*/ 50755 h 71707"/>
                    <a:gd name="connsiteX5" fmla="*/ 4482 w 71707"/>
                    <a:gd name="connsiteY5" fmla="*/ 50755 h 71707"/>
                    <a:gd name="connsiteX6" fmla="*/ 4034 w 71707"/>
                    <a:gd name="connsiteY6" fmla="*/ 51204 h 71707"/>
                    <a:gd name="connsiteX7" fmla="*/ 4034 w 71707"/>
                    <a:gd name="connsiteY7" fmla="*/ 51652 h 71707"/>
                    <a:gd name="connsiteX8" fmla="*/ 4034 w 71707"/>
                    <a:gd name="connsiteY8" fmla="*/ 51652 h 71707"/>
                    <a:gd name="connsiteX9" fmla="*/ 0 w 71707"/>
                    <a:gd name="connsiteY9" fmla="*/ 69130 h 71707"/>
                    <a:gd name="connsiteX10" fmla="*/ 448 w 71707"/>
                    <a:gd name="connsiteY10" fmla="*/ 71371 h 71707"/>
                    <a:gd name="connsiteX11" fmla="*/ 2241 w 71707"/>
                    <a:gd name="connsiteY11" fmla="*/ 71819 h 71707"/>
                    <a:gd name="connsiteX12" fmla="*/ 2689 w 71707"/>
                    <a:gd name="connsiteY12" fmla="*/ 71819 h 71707"/>
                    <a:gd name="connsiteX13" fmla="*/ 20168 w 71707"/>
                    <a:gd name="connsiteY13" fmla="*/ 67786 h 71707"/>
                    <a:gd name="connsiteX14" fmla="*/ 20168 w 71707"/>
                    <a:gd name="connsiteY14" fmla="*/ 67786 h 71707"/>
                    <a:gd name="connsiteX15" fmla="*/ 20616 w 71707"/>
                    <a:gd name="connsiteY15" fmla="*/ 67786 h 71707"/>
                    <a:gd name="connsiteX16" fmla="*/ 21064 w 71707"/>
                    <a:gd name="connsiteY16" fmla="*/ 67338 h 71707"/>
                    <a:gd name="connsiteX17" fmla="*/ 21064 w 71707"/>
                    <a:gd name="connsiteY17" fmla="*/ 67338 h 71707"/>
                    <a:gd name="connsiteX18" fmla="*/ 62744 w 71707"/>
                    <a:gd name="connsiteY18" fmla="*/ 25658 h 71707"/>
                    <a:gd name="connsiteX19" fmla="*/ 62744 w 71707"/>
                    <a:gd name="connsiteY19" fmla="*/ 25658 h 71707"/>
                    <a:gd name="connsiteX20" fmla="*/ 62744 w 71707"/>
                    <a:gd name="connsiteY20" fmla="*/ 25658 h 71707"/>
                    <a:gd name="connsiteX21" fmla="*/ 69466 w 71707"/>
                    <a:gd name="connsiteY21" fmla="*/ 18935 h 71707"/>
                    <a:gd name="connsiteX22" fmla="*/ 71707 w 71707"/>
                    <a:gd name="connsiteY22" fmla="*/ 13557 h 71707"/>
                    <a:gd name="connsiteX23" fmla="*/ 47506 w 71707"/>
                    <a:gd name="connsiteY23" fmla="*/ 14006 h 71707"/>
                    <a:gd name="connsiteX24" fmla="*/ 57814 w 71707"/>
                    <a:gd name="connsiteY24" fmla="*/ 24313 h 71707"/>
                    <a:gd name="connsiteX25" fmla="*/ 19271 w 71707"/>
                    <a:gd name="connsiteY25" fmla="*/ 62856 h 71707"/>
                    <a:gd name="connsiteX26" fmla="*/ 8963 w 71707"/>
                    <a:gd name="connsiteY26" fmla="*/ 52548 h 71707"/>
                    <a:gd name="connsiteX27" fmla="*/ 47506 w 71707"/>
                    <a:gd name="connsiteY27" fmla="*/ 14006 h 71707"/>
                    <a:gd name="connsiteX28" fmla="*/ 7171 w 71707"/>
                    <a:gd name="connsiteY28" fmla="*/ 57030 h 71707"/>
                    <a:gd name="connsiteX29" fmla="*/ 15238 w 71707"/>
                    <a:gd name="connsiteY29" fmla="*/ 64649 h 71707"/>
                    <a:gd name="connsiteX30" fmla="*/ 4930 w 71707"/>
                    <a:gd name="connsiteY30" fmla="*/ 66890 h 71707"/>
                    <a:gd name="connsiteX31" fmla="*/ 7171 w 71707"/>
                    <a:gd name="connsiteY31" fmla="*/ 57030 h 71707"/>
                    <a:gd name="connsiteX32" fmla="*/ 66329 w 71707"/>
                    <a:gd name="connsiteY32" fmla="*/ 16246 h 71707"/>
                    <a:gd name="connsiteX33" fmla="*/ 61399 w 71707"/>
                    <a:gd name="connsiteY33" fmla="*/ 21176 h 71707"/>
                    <a:gd name="connsiteX34" fmla="*/ 51091 w 71707"/>
                    <a:gd name="connsiteY34" fmla="*/ 10868 h 71707"/>
                    <a:gd name="connsiteX35" fmla="*/ 56021 w 71707"/>
                    <a:gd name="connsiteY35" fmla="*/ 5938 h 71707"/>
                    <a:gd name="connsiteX36" fmla="*/ 60951 w 71707"/>
                    <a:gd name="connsiteY36" fmla="*/ 5938 h 71707"/>
                    <a:gd name="connsiteX37" fmla="*/ 66329 w 71707"/>
                    <a:gd name="connsiteY37" fmla="*/ 11316 h 71707"/>
                    <a:gd name="connsiteX38" fmla="*/ 67226 w 71707"/>
                    <a:gd name="connsiteY38" fmla="*/ 14006 h 71707"/>
                    <a:gd name="connsiteX39" fmla="*/ 66329 w 71707"/>
                    <a:gd name="connsiteY39" fmla="*/ 16246 h 7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1707" h="71707">
                      <a:moveTo>
                        <a:pt x="71707" y="13557"/>
                      </a:moveTo>
                      <a:cubicBezTo>
                        <a:pt x="71707" y="11316"/>
                        <a:pt x="70811" y="9524"/>
                        <a:pt x="69466" y="7731"/>
                      </a:cubicBezTo>
                      <a:lnTo>
                        <a:pt x="64088" y="2353"/>
                      </a:lnTo>
                      <a:cubicBezTo>
                        <a:pt x="60951" y="-784"/>
                        <a:pt x="56021" y="-784"/>
                        <a:pt x="52884" y="2353"/>
                      </a:cubicBezTo>
                      <a:lnTo>
                        <a:pt x="4482" y="50755"/>
                      </a:lnTo>
                      <a:cubicBezTo>
                        <a:pt x="4482" y="50755"/>
                        <a:pt x="4482" y="50755"/>
                        <a:pt x="4482" y="50755"/>
                      </a:cubicBezTo>
                      <a:cubicBezTo>
                        <a:pt x="4482" y="50755"/>
                        <a:pt x="4482" y="51204"/>
                        <a:pt x="4034" y="51204"/>
                      </a:cubicBezTo>
                      <a:cubicBezTo>
                        <a:pt x="4034" y="51204"/>
                        <a:pt x="4034" y="51652"/>
                        <a:pt x="4034" y="51652"/>
                      </a:cubicBezTo>
                      <a:cubicBezTo>
                        <a:pt x="4034" y="51652"/>
                        <a:pt x="4034" y="51652"/>
                        <a:pt x="4034" y="51652"/>
                      </a:cubicBezTo>
                      <a:lnTo>
                        <a:pt x="0" y="69130"/>
                      </a:lnTo>
                      <a:cubicBezTo>
                        <a:pt x="0" y="70027"/>
                        <a:pt x="0" y="70475"/>
                        <a:pt x="448" y="71371"/>
                      </a:cubicBezTo>
                      <a:cubicBezTo>
                        <a:pt x="896" y="71819"/>
                        <a:pt x="1344" y="71819"/>
                        <a:pt x="2241" y="71819"/>
                      </a:cubicBezTo>
                      <a:cubicBezTo>
                        <a:pt x="2241" y="71819"/>
                        <a:pt x="2689" y="71819"/>
                        <a:pt x="2689" y="71819"/>
                      </a:cubicBezTo>
                      <a:lnTo>
                        <a:pt x="20168" y="67786"/>
                      </a:lnTo>
                      <a:cubicBezTo>
                        <a:pt x="20168" y="67786"/>
                        <a:pt x="20168" y="67786"/>
                        <a:pt x="20168" y="67786"/>
                      </a:cubicBezTo>
                      <a:cubicBezTo>
                        <a:pt x="20168" y="67786"/>
                        <a:pt x="20616" y="67786"/>
                        <a:pt x="20616" y="67786"/>
                      </a:cubicBezTo>
                      <a:cubicBezTo>
                        <a:pt x="20616" y="67786"/>
                        <a:pt x="21064" y="67786"/>
                        <a:pt x="21064" y="67338"/>
                      </a:cubicBezTo>
                      <a:cubicBezTo>
                        <a:pt x="21064" y="67338"/>
                        <a:pt x="21064" y="67338"/>
                        <a:pt x="21064" y="67338"/>
                      </a:cubicBezTo>
                      <a:lnTo>
                        <a:pt x="62744" y="25658"/>
                      </a:lnTo>
                      <a:cubicBezTo>
                        <a:pt x="62744" y="25658"/>
                        <a:pt x="62744" y="25658"/>
                        <a:pt x="62744" y="25658"/>
                      </a:cubicBezTo>
                      <a:cubicBezTo>
                        <a:pt x="62744" y="25658"/>
                        <a:pt x="62744" y="25658"/>
                        <a:pt x="62744" y="25658"/>
                      </a:cubicBezTo>
                      <a:lnTo>
                        <a:pt x="69466" y="18935"/>
                      </a:lnTo>
                      <a:cubicBezTo>
                        <a:pt x="70811" y="18039"/>
                        <a:pt x="71707" y="15798"/>
                        <a:pt x="71707" y="13557"/>
                      </a:cubicBezTo>
                      <a:close/>
                      <a:moveTo>
                        <a:pt x="47506" y="14006"/>
                      </a:moveTo>
                      <a:lnTo>
                        <a:pt x="57814" y="24313"/>
                      </a:lnTo>
                      <a:lnTo>
                        <a:pt x="19271" y="62856"/>
                      </a:lnTo>
                      <a:lnTo>
                        <a:pt x="8963" y="52548"/>
                      </a:lnTo>
                      <a:lnTo>
                        <a:pt x="47506" y="14006"/>
                      </a:lnTo>
                      <a:close/>
                      <a:moveTo>
                        <a:pt x="7171" y="57030"/>
                      </a:moveTo>
                      <a:lnTo>
                        <a:pt x="15238" y="64649"/>
                      </a:lnTo>
                      <a:lnTo>
                        <a:pt x="4930" y="66890"/>
                      </a:lnTo>
                      <a:lnTo>
                        <a:pt x="7171" y="57030"/>
                      </a:lnTo>
                      <a:close/>
                      <a:moveTo>
                        <a:pt x="66329" y="16246"/>
                      </a:moveTo>
                      <a:lnTo>
                        <a:pt x="61399" y="21176"/>
                      </a:lnTo>
                      <a:lnTo>
                        <a:pt x="51091" y="10868"/>
                      </a:lnTo>
                      <a:lnTo>
                        <a:pt x="56021" y="5938"/>
                      </a:lnTo>
                      <a:cubicBezTo>
                        <a:pt x="57366" y="4594"/>
                        <a:pt x="59607" y="4594"/>
                        <a:pt x="60951" y="5938"/>
                      </a:cubicBezTo>
                      <a:lnTo>
                        <a:pt x="66329" y="11316"/>
                      </a:lnTo>
                      <a:cubicBezTo>
                        <a:pt x="67226" y="12213"/>
                        <a:pt x="67226" y="13109"/>
                        <a:pt x="67226" y="14006"/>
                      </a:cubicBezTo>
                      <a:cubicBezTo>
                        <a:pt x="67226" y="14902"/>
                        <a:pt x="66777" y="15798"/>
                        <a:pt x="66329" y="16246"/>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32" name="Freeform: Shape 2663">
                  <a:extLst>
                    <a:ext uri="{FF2B5EF4-FFF2-40B4-BE49-F238E27FC236}">
                      <a16:creationId xmlns:a16="http://schemas.microsoft.com/office/drawing/2014/main" id="{A6F8BAEF-7D49-E1E0-5B72-24D300772FDC}"/>
                    </a:ext>
                  </a:extLst>
                </p:cNvPr>
                <p:cNvSpPr/>
                <p:nvPr/>
              </p:nvSpPr>
              <p:spPr>
                <a:xfrm>
                  <a:off x="8591881" y="3506912"/>
                  <a:ext cx="103079" cy="152378"/>
                </a:xfrm>
                <a:custGeom>
                  <a:avLst/>
                  <a:gdLst>
                    <a:gd name="connsiteX0" fmla="*/ 84704 w 103079"/>
                    <a:gd name="connsiteY0" fmla="*/ 77090 h 152377"/>
                    <a:gd name="connsiteX1" fmla="*/ 96805 w 103079"/>
                    <a:gd name="connsiteY1" fmla="*/ 96361 h 152377"/>
                    <a:gd name="connsiteX2" fmla="*/ 97701 w 103079"/>
                    <a:gd name="connsiteY2" fmla="*/ 96361 h 152377"/>
                    <a:gd name="connsiteX3" fmla="*/ 99942 w 103079"/>
                    <a:gd name="connsiteY3" fmla="*/ 95017 h 152377"/>
                    <a:gd name="connsiteX4" fmla="*/ 99046 w 103079"/>
                    <a:gd name="connsiteY4" fmla="*/ 91879 h 152377"/>
                    <a:gd name="connsiteX5" fmla="*/ 89634 w 103079"/>
                    <a:gd name="connsiteY5" fmla="*/ 76642 h 152377"/>
                    <a:gd name="connsiteX6" fmla="*/ 90082 w 103079"/>
                    <a:gd name="connsiteY6" fmla="*/ 73504 h 152377"/>
                    <a:gd name="connsiteX7" fmla="*/ 93668 w 103079"/>
                    <a:gd name="connsiteY7" fmla="*/ 70367 h 152377"/>
                    <a:gd name="connsiteX8" fmla="*/ 103527 w 103079"/>
                    <a:gd name="connsiteY8" fmla="*/ 43029 h 152377"/>
                    <a:gd name="connsiteX9" fmla="*/ 103976 w 103079"/>
                    <a:gd name="connsiteY9" fmla="*/ 40340 h 152377"/>
                    <a:gd name="connsiteX10" fmla="*/ 103976 w 103079"/>
                    <a:gd name="connsiteY10" fmla="*/ 22861 h 152377"/>
                    <a:gd name="connsiteX11" fmla="*/ 71259 w 103079"/>
                    <a:gd name="connsiteY11" fmla="*/ 4 h 152377"/>
                    <a:gd name="connsiteX12" fmla="*/ 38991 w 103079"/>
                    <a:gd name="connsiteY12" fmla="*/ 22861 h 152377"/>
                    <a:gd name="connsiteX13" fmla="*/ 38991 w 103079"/>
                    <a:gd name="connsiteY13" fmla="*/ 40340 h 152377"/>
                    <a:gd name="connsiteX14" fmla="*/ 38991 w 103079"/>
                    <a:gd name="connsiteY14" fmla="*/ 41684 h 152377"/>
                    <a:gd name="connsiteX15" fmla="*/ 49747 w 103079"/>
                    <a:gd name="connsiteY15" fmla="*/ 69919 h 152377"/>
                    <a:gd name="connsiteX16" fmla="*/ 52436 w 103079"/>
                    <a:gd name="connsiteY16" fmla="*/ 72608 h 152377"/>
                    <a:gd name="connsiteX17" fmla="*/ 52884 w 103079"/>
                    <a:gd name="connsiteY17" fmla="*/ 76642 h 152377"/>
                    <a:gd name="connsiteX18" fmla="*/ 36750 w 103079"/>
                    <a:gd name="connsiteY18" fmla="*/ 93672 h 152377"/>
                    <a:gd name="connsiteX19" fmla="*/ 0 w 103079"/>
                    <a:gd name="connsiteY19" fmla="*/ 131319 h 152377"/>
                    <a:gd name="connsiteX20" fmla="*/ 0 w 103079"/>
                    <a:gd name="connsiteY20" fmla="*/ 150141 h 152377"/>
                    <a:gd name="connsiteX21" fmla="*/ 2241 w 103079"/>
                    <a:gd name="connsiteY21" fmla="*/ 152382 h 152377"/>
                    <a:gd name="connsiteX22" fmla="*/ 4482 w 103079"/>
                    <a:gd name="connsiteY22" fmla="*/ 150141 h 152377"/>
                    <a:gd name="connsiteX23" fmla="*/ 4482 w 103079"/>
                    <a:gd name="connsiteY23" fmla="*/ 131319 h 152377"/>
                    <a:gd name="connsiteX24" fmla="*/ 36750 w 103079"/>
                    <a:gd name="connsiteY24" fmla="*/ 98154 h 152377"/>
                    <a:gd name="connsiteX25" fmla="*/ 57366 w 103079"/>
                    <a:gd name="connsiteY25" fmla="*/ 76642 h 152377"/>
                    <a:gd name="connsiteX26" fmla="*/ 57366 w 103079"/>
                    <a:gd name="connsiteY26" fmla="*/ 75745 h 152377"/>
                    <a:gd name="connsiteX27" fmla="*/ 71707 w 103079"/>
                    <a:gd name="connsiteY27" fmla="*/ 79331 h 152377"/>
                    <a:gd name="connsiteX28" fmla="*/ 72155 w 103079"/>
                    <a:gd name="connsiteY28" fmla="*/ 79331 h 152377"/>
                    <a:gd name="connsiteX29" fmla="*/ 84704 w 103079"/>
                    <a:gd name="connsiteY29" fmla="*/ 77090 h 152377"/>
                    <a:gd name="connsiteX30" fmla="*/ 84704 w 103079"/>
                    <a:gd name="connsiteY30" fmla="*/ 77090 h 152377"/>
                    <a:gd name="connsiteX31" fmla="*/ 71259 w 103079"/>
                    <a:gd name="connsiteY31" fmla="*/ 75297 h 152377"/>
                    <a:gd name="connsiteX32" fmla="*/ 71259 w 103079"/>
                    <a:gd name="connsiteY32" fmla="*/ 75297 h 152377"/>
                    <a:gd name="connsiteX33" fmla="*/ 71259 w 103079"/>
                    <a:gd name="connsiteY33" fmla="*/ 75297 h 152377"/>
                    <a:gd name="connsiteX34" fmla="*/ 52436 w 103079"/>
                    <a:gd name="connsiteY34" fmla="*/ 67678 h 152377"/>
                    <a:gd name="connsiteX35" fmla="*/ 43024 w 103079"/>
                    <a:gd name="connsiteY35" fmla="*/ 41684 h 152377"/>
                    <a:gd name="connsiteX36" fmla="*/ 43024 w 103079"/>
                    <a:gd name="connsiteY36" fmla="*/ 40340 h 152377"/>
                    <a:gd name="connsiteX37" fmla="*/ 43024 w 103079"/>
                    <a:gd name="connsiteY37" fmla="*/ 24206 h 152377"/>
                    <a:gd name="connsiteX38" fmla="*/ 71259 w 103079"/>
                    <a:gd name="connsiteY38" fmla="*/ 4934 h 152377"/>
                    <a:gd name="connsiteX39" fmla="*/ 99494 w 103079"/>
                    <a:gd name="connsiteY39" fmla="*/ 24206 h 152377"/>
                    <a:gd name="connsiteX40" fmla="*/ 99494 w 103079"/>
                    <a:gd name="connsiteY40" fmla="*/ 40340 h 152377"/>
                    <a:gd name="connsiteX41" fmla="*/ 99046 w 103079"/>
                    <a:gd name="connsiteY41" fmla="*/ 43029 h 152377"/>
                    <a:gd name="connsiteX42" fmla="*/ 90082 w 103079"/>
                    <a:gd name="connsiteY42" fmla="*/ 68126 h 152377"/>
                    <a:gd name="connsiteX43" fmla="*/ 71259 w 103079"/>
                    <a:gd name="connsiteY43" fmla="*/ 75297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3079" h="152377">
                      <a:moveTo>
                        <a:pt x="84704" y="77090"/>
                      </a:moveTo>
                      <a:cubicBezTo>
                        <a:pt x="84704" y="85605"/>
                        <a:pt x="89634" y="93224"/>
                        <a:pt x="96805" y="96361"/>
                      </a:cubicBezTo>
                      <a:cubicBezTo>
                        <a:pt x="97253" y="96361"/>
                        <a:pt x="97253" y="96361"/>
                        <a:pt x="97701" y="96361"/>
                      </a:cubicBezTo>
                      <a:cubicBezTo>
                        <a:pt x="98597" y="96361"/>
                        <a:pt x="99494" y="95913"/>
                        <a:pt x="99942" y="95017"/>
                      </a:cubicBezTo>
                      <a:cubicBezTo>
                        <a:pt x="100390" y="93672"/>
                        <a:pt x="99942" y="92776"/>
                        <a:pt x="99046" y="91879"/>
                      </a:cubicBezTo>
                      <a:cubicBezTo>
                        <a:pt x="93219" y="89190"/>
                        <a:pt x="89634" y="83364"/>
                        <a:pt x="89634" y="76642"/>
                      </a:cubicBezTo>
                      <a:cubicBezTo>
                        <a:pt x="89634" y="75745"/>
                        <a:pt x="89634" y="74401"/>
                        <a:pt x="90082" y="73504"/>
                      </a:cubicBezTo>
                      <a:cubicBezTo>
                        <a:pt x="91427" y="72608"/>
                        <a:pt x="92323" y="71712"/>
                        <a:pt x="93668" y="70367"/>
                      </a:cubicBezTo>
                      <a:cubicBezTo>
                        <a:pt x="100838" y="62300"/>
                        <a:pt x="102183" y="51096"/>
                        <a:pt x="103527" y="43029"/>
                      </a:cubicBezTo>
                      <a:lnTo>
                        <a:pt x="103976" y="40340"/>
                      </a:lnTo>
                      <a:cubicBezTo>
                        <a:pt x="105768" y="30928"/>
                        <a:pt x="103976" y="22861"/>
                        <a:pt x="103976" y="22861"/>
                      </a:cubicBezTo>
                      <a:cubicBezTo>
                        <a:pt x="99046" y="-892"/>
                        <a:pt x="71259" y="4"/>
                        <a:pt x="71259" y="4"/>
                      </a:cubicBezTo>
                      <a:cubicBezTo>
                        <a:pt x="70811" y="4"/>
                        <a:pt x="43473" y="-444"/>
                        <a:pt x="38991" y="22861"/>
                      </a:cubicBezTo>
                      <a:cubicBezTo>
                        <a:pt x="38991" y="23309"/>
                        <a:pt x="37198" y="30928"/>
                        <a:pt x="38991" y="40340"/>
                      </a:cubicBezTo>
                      <a:lnTo>
                        <a:pt x="38991" y="41684"/>
                      </a:lnTo>
                      <a:cubicBezTo>
                        <a:pt x="40335" y="50200"/>
                        <a:pt x="42128" y="61404"/>
                        <a:pt x="49747" y="69919"/>
                      </a:cubicBezTo>
                      <a:cubicBezTo>
                        <a:pt x="50643" y="70816"/>
                        <a:pt x="51540" y="71712"/>
                        <a:pt x="52436" y="72608"/>
                      </a:cubicBezTo>
                      <a:cubicBezTo>
                        <a:pt x="52884" y="73953"/>
                        <a:pt x="52884" y="75297"/>
                        <a:pt x="52884" y="76642"/>
                      </a:cubicBezTo>
                      <a:cubicBezTo>
                        <a:pt x="52884" y="86053"/>
                        <a:pt x="45713" y="93672"/>
                        <a:pt x="36750" y="93672"/>
                      </a:cubicBezTo>
                      <a:cubicBezTo>
                        <a:pt x="16582" y="93672"/>
                        <a:pt x="448" y="110254"/>
                        <a:pt x="0" y="131319"/>
                      </a:cubicBezTo>
                      <a:lnTo>
                        <a:pt x="0" y="150141"/>
                      </a:lnTo>
                      <a:cubicBezTo>
                        <a:pt x="0" y="151486"/>
                        <a:pt x="896" y="152382"/>
                        <a:pt x="2241" y="152382"/>
                      </a:cubicBezTo>
                      <a:cubicBezTo>
                        <a:pt x="3585" y="152382"/>
                        <a:pt x="4482" y="151486"/>
                        <a:pt x="4482" y="150141"/>
                      </a:cubicBezTo>
                      <a:lnTo>
                        <a:pt x="4482" y="131319"/>
                      </a:lnTo>
                      <a:cubicBezTo>
                        <a:pt x="4930" y="112943"/>
                        <a:pt x="19271" y="98154"/>
                        <a:pt x="36750" y="98154"/>
                      </a:cubicBezTo>
                      <a:cubicBezTo>
                        <a:pt x="47954" y="98154"/>
                        <a:pt x="57366" y="88742"/>
                        <a:pt x="57366" y="76642"/>
                      </a:cubicBezTo>
                      <a:cubicBezTo>
                        <a:pt x="57366" y="76193"/>
                        <a:pt x="57366" y="76193"/>
                        <a:pt x="57366" y="75745"/>
                      </a:cubicBezTo>
                      <a:cubicBezTo>
                        <a:pt x="64088" y="78883"/>
                        <a:pt x="70811" y="79331"/>
                        <a:pt x="71707" y="79331"/>
                      </a:cubicBezTo>
                      <a:cubicBezTo>
                        <a:pt x="71707" y="79331"/>
                        <a:pt x="71707" y="79331"/>
                        <a:pt x="72155" y="79331"/>
                      </a:cubicBezTo>
                      <a:cubicBezTo>
                        <a:pt x="73052" y="79779"/>
                        <a:pt x="78878" y="79331"/>
                        <a:pt x="84704" y="77090"/>
                      </a:cubicBezTo>
                      <a:cubicBezTo>
                        <a:pt x="84704" y="77090"/>
                        <a:pt x="84704" y="77090"/>
                        <a:pt x="84704" y="77090"/>
                      </a:cubicBezTo>
                      <a:close/>
                      <a:moveTo>
                        <a:pt x="71259" y="75297"/>
                      </a:moveTo>
                      <a:cubicBezTo>
                        <a:pt x="70811" y="75297"/>
                        <a:pt x="71259" y="75297"/>
                        <a:pt x="71259" y="75297"/>
                      </a:cubicBezTo>
                      <a:cubicBezTo>
                        <a:pt x="71259" y="75297"/>
                        <a:pt x="71259" y="75297"/>
                        <a:pt x="71259" y="75297"/>
                      </a:cubicBezTo>
                      <a:cubicBezTo>
                        <a:pt x="70811" y="75297"/>
                        <a:pt x="58710" y="75297"/>
                        <a:pt x="52436" y="67678"/>
                      </a:cubicBezTo>
                      <a:cubicBezTo>
                        <a:pt x="45713" y="60059"/>
                        <a:pt x="43921" y="49303"/>
                        <a:pt x="43024" y="41684"/>
                      </a:cubicBezTo>
                      <a:lnTo>
                        <a:pt x="43024" y="40340"/>
                      </a:lnTo>
                      <a:cubicBezTo>
                        <a:pt x="41680" y="31825"/>
                        <a:pt x="43024" y="24206"/>
                        <a:pt x="43024" y="24206"/>
                      </a:cubicBezTo>
                      <a:cubicBezTo>
                        <a:pt x="47058" y="4486"/>
                        <a:pt x="69915" y="4934"/>
                        <a:pt x="71259" y="4934"/>
                      </a:cubicBezTo>
                      <a:cubicBezTo>
                        <a:pt x="72155" y="4934"/>
                        <a:pt x="95460" y="4486"/>
                        <a:pt x="99494" y="24206"/>
                      </a:cubicBezTo>
                      <a:cubicBezTo>
                        <a:pt x="99494" y="24206"/>
                        <a:pt x="100838" y="31376"/>
                        <a:pt x="99494" y="40340"/>
                      </a:cubicBezTo>
                      <a:lnTo>
                        <a:pt x="99046" y="43029"/>
                      </a:lnTo>
                      <a:cubicBezTo>
                        <a:pt x="97701" y="51096"/>
                        <a:pt x="96357" y="60956"/>
                        <a:pt x="90082" y="68126"/>
                      </a:cubicBezTo>
                      <a:cubicBezTo>
                        <a:pt x="83360" y="74849"/>
                        <a:pt x="73052" y="75297"/>
                        <a:pt x="71259" y="7529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33" name="Group 2621">
                <a:extLst>
                  <a:ext uri="{FF2B5EF4-FFF2-40B4-BE49-F238E27FC236}">
                    <a16:creationId xmlns:a16="http://schemas.microsoft.com/office/drawing/2014/main" id="{8BFC562A-3ECB-9180-E1EB-73C19A068AD9}"/>
                  </a:ext>
                  <a:ext uri="{C183D7F6-B498-43B3-948B-1728B52AA6E4}">
                    <adec:decorative xmlns:adec="http://schemas.microsoft.com/office/drawing/2017/decorative" val="1"/>
                  </a:ext>
                </a:extLst>
              </p:cNvPr>
              <p:cNvGrpSpPr>
                <a:grpSpLocks noChangeAspect="1"/>
              </p:cNvGrpSpPr>
              <p:nvPr/>
            </p:nvGrpSpPr>
            <p:grpSpPr>
              <a:xfrm>
                <a:off x="11156280" y="5213478"/>
                <a:ext cx="151930" cy="153727"/>
                <a:chOff x="11212780" y="3157787"/>
                <a:chExt cx="151930" cy="153727"/>
              </a:xfrm>
            </p:grpSpPr>
            <p:sp>
              <p:nvSpPr>
                <p:cNvPr id="1634" name="Freeform: Shape 2658">
                  <a:extLst>
                    <a:ext uri="{FF2B5EF4-FFF2-40B4-BE49-F238E27FC236}">
                      <a16:creationId xmlns:a16="http://schemas.microsoft.com/office/drawing/2014/main" id="{BEDAFDBB-B4A8-9C94-F17F-1F486A14D146}"/>
                    </a:ext>
                  </a:extLst>
                </p:cNvPr>
                <p:cNvSpPr/>
                <p:nvPr/>
              </p:nvSpPr>
              <p:spPr>
                <a:xfrm>
                  <a:off x="11279558" y="3257734"/>
                  <a:ext cx="85152" cy="53780"/>
                </a:xfrm>
                <a:custGeom>
                  <a:avLst/>
                  <a:gdLst>
                    <a:gd name="connsiteX0" fmla="*/ 74396 w 85152"/>
                    <a:gd name="connsiteY0" fmla="*/ 0 h 53780"/>
                    <a:gd name="connsiteX1" fmla="*/ 11204 w 85152"/>
                    <a:gd name="connsiteY1" fmla="*/ 0 h 53780"/>
                    <a:gd name="connsiteX2" fmla="*/ 0 w 85152"/>
                    <a:gd name="connsiteY2" fmla="*/ 9860 h 53780"/>
                    <a:gd name="connsiteX3" fmla="*/ 0 w 85152"/>
                    <a:gd name="connsiteY3" fmla="*/ 34509 h 53780"/>
                    <a:gd name="connsiteX4" fmla="*/ 11204 w 85152"/>
                    <a:gd name="connsiteY4" fmla="*/ 44817 h 53780"/>
                    <a:gd name="connsiteX5" fmla="*/ 14341 w 85152"/>
                    <a:gd name="connsiteY5" fmla="*/ 44817 h 53780"/>
                    <a:gd name="connsiteX6" fmla="*/ 15686 w 85152"/>
                    <a:gd name="connsiteY6" fmla="*/ 46161 h 53780"/>
                    <a:gd name="connsiteX7" fmla="*/ 15686 w 85152"/>
                    <a:gd name="connsiteY7" fmla="*/ 53780 h 53780"/>
                    <a:gd name="connsiteX8" fmla="*/ 34061 w 85152"/>
                    <a:gd name="connsiteY8" fmla="*/ 45265 h 53780"/>
                    <a:gd name="connsiteX9" fmla="*/ 34509 w 85152"/>
                    <a:gd name="connsiteY9" fmla="*/ 45265 h 53780"/>
                    <a:gd name="connsiteX10" fmla="*/ 73948 w 85152"/>
                    <a:gd name="connsiteY10" fmla="*/ 45265 h 53780"/>
                    <a:gd name="connsiteX11" fmla="*/ 85152 w 85152"/>
                    <a:gd name="connsiteY11" fmla="*/ 34957 h 53780"/>
                    <a:gd name="connsiteX12" fmla="*/ 85152 w 85152"/>
                    <a:gd name="connsiteY12" fmla="*/ 10308 h 53780"/>
                    <a:gd name="connsiteX13" fmla="*/ 74396 w 85152"/>
                    <a:gd name="connsiteY13" fmla="*/ 0 h 53780"/>
                    <a:gd name="connsiteX14" fmla="*/ 81119 w 85152"/>
                    <a:gd name="connsiteY14" fmla="*/ 34957 h 53780"/>
                    <a:gd name="connsiteX15" fmla="*/ 74396 w 85152"/>
                    <a:gd name="connsiteY15" fmla="*/ 40784 h 53780"/>
                    <a:gd name="connsiteX16" fmla="*/ 34957 w 85152"/>
                    <a:gd name="connsiteY16" fmla="*/ 40784 h 53780"/>
                    <a:gd name="connsiteX17" fmla="*/ 32268 w 85152"/>
                    <a:gd name="connsiteY17" fmla="*/ 41232 h 53780"/>
                    <a:gd name="connsiteX18" fmla="*/ 20168 w 85152"/>
                    <a:gd name="connsiteY18" fmla="*/ 47058 h 53780"/>
                    <a:gd name="connsiteX19" fmla="*/ 20168 w 85152"/>
                    <a:gd name="connsiteY19" fmla="*/ 46610 h 53780"/>
                    <a:gd name="connsiteX20" fmla="*/ 14341 w 85152"/>
                    <a:gd name="connsiteY20" fmla="*/ 40784 h 53780"/>
                    <a:gd name="connsiteX21" fmla="*/ 11204 w 85152"/>
                    <a:gd name="connsiteY21" fmla="*/ 40784 h 53780"/>
                    <a:gd name="connsiteX22" fmla="*/ 4482 w 85152"/>
                    <a:gd name="connsiteY22" fmla="*/ 34957 h 53780"/>
                    <a:gd name="connsiteX23" fmla="*/ 4482 w 85152"/>
                    <a:gd name="connsiteY23" fmla="*/ 10308 h 53780"/>
                    <a:gd name="connsiteX24" fmla="*/ 11204 w 85152"/>
                    <a:gd name="connsiteY24" fmla="*/ 4930 h 53780"/>
                    <a:gd name="connsiteX25" fmla="*/ 74396 w 85152"/>
                    <a:gd name="connsiteY25" fmla="*/ 4930 h 53780"/>
                    <a:gd name="connsiteX26" fmla="*/ 81119 w 85152"/>
                    <a:gd name="connsiteY26" fmla="*/ 10308 h 53780"/>
                    <a:gd name="connsiteX27" fmla="*/ 81119 w 85152"/>
                    <a:gd name="connsiteY27" fmla="*/ 34957 h 5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5152" h="53780">
                      <a:moveTo>
                        <a:pt x="74396" y="0"/>
                      </a:moveTo>
                      <a:lnTo>
                        <a:pt x="11204" y="0"/>
                      </a:lnTo>
                      <a:cubicBezTo>
                        <a:pt x="4930" y="0"/>
                        <a:pt x="0" y="4482"/>
                        <a:pt x="0" y="9860"/>
                      </a:cubicBezTo>
                      <a:lnTo>
                        <a:pt x="0" y="34509"/>
                      </a:lnTo>
                      <a:cubicBezTo>
                        <a:pt x="0" y="39887"/>
                        <a:pt x="4930" y="44817"/>
                        <a:pt x="11204" y="44817"/>
                      </a:cubicBezTo>
                      <a:lnTo>
                        <a:pt x="14341" y="44817"/>
                      </a:lnTo>
                      <a:cubicBezTo>
                        <a:pt x="15238" y="44817"/>
                        <a:pt x="15686" y="45265"/>
                        <a:pt x="15686" y="46161"/>
                      </a:cubicBezTo>
                      <a:lnTo>
                        <a:pt x="15686" y="53780"/>
                      </a:lnTo>
                      <a:lnTo>
                        <a:pt x="34061" y="45265"/>
                      </a:lnTo>
                      <a:cubicBezTo>
                        <a:pt x="34061" y="45265"/>
                        <a:pt x="34509" y="45265"/>
                        <a:pt x="34509" y="45265"/>
                      </a:cubicBezTo>
                      <a:lnTo>
                        <a:pt x="73948" y="45265"/>
                      </a:lnTo>
                      <a:cubicBezTo>
                        <a:pt x="80223" y="45265"/>
                        <a:pt x="85152" y="40784"/>
                        <a:pt x="85152" y="34957"/>
                      </a:cubicBezTo>
                      <a:lnTo>
                        <a:pt x="85152" y="10308"/>
                      </a:lnTo>
                      <a:cubicBezTo>
                        <a:pt x="85600" y="4930"/>
                        <a:pt x="80671" y="0"/>
                        <a:pt x="74396" y="0"/>
                      </a:cubicBezTo>
                      <a:close/>
                      <a:moveTo>
                        <a:pt x="81119" y="34957"/>
                      </a:moveTo>
                      <a:cubicBezTo>
                        <a:pt x="81119" y="38094"/>
                        <a:pt x="77982" y="40784"/>
                        <a:pt x="74396" y="40784"/>
                      </a:cubicBezTo>
                      <a:lnTo>
                        <a:pt x="34957" y="40784"/>
                      </a:lnTo>
                      <a:cubicBezTo>
                        <a:pt x="34061" y="40784"/>
                        <a:pt x="33165" y="40784"/>
                        <a:pt x="32268" y="41232"/>
                      </a:cubicBezTo>
                      <a:lnTo>
                        <a:pt x="20168" y="47058"/>
                      </a:lnTo>
                      <a:lnTo>
                        <a:pt x="20168" y="46610"/>
                      </a:lnTo>
                      <a:cubicBezTo>
                        <a:pt x="20168" y="43473"/>
                        <a:pt x="17479" y="40784"/>
                        <a:pt x="14341" y="40784"/>
                      </a:cubicBezTo>
                      <a:lnTo>
                        <a:pt x="11204" y="40784"/>
                      </a:lnTo>
                      <a:cubicBezTo>
                        <a:pt x="7619" y="40784"/>
                        <a:pt x="4482" y="38094"/>
                        <a:pt x="4482" y="34957"/>
                      </a:cubicBezTo>
                      <a:lnTo>
                        <a:pt x="4482" y="10308"/>
                      </a:lnTo>
                      <a:cubicBezTo>
                        <a:pt x="4482" y="7171"/>
                        <a:pt x="7619" y="4930"/>
                        <a:pt x="11204" y="4930"/>
                      </a:cubicBezTo>
                      <a:lnTo>
                        <a:pt x="74396" y="4930"/>
                      </a:lnTo>
                      <a:cubicBezTo>
                        <a:pt x="77982" y="4930"/>
                        <a:pt x="81119" y="7619"/>
                        <a:pt x="81119" y="10308"/>
                      </a:cubicBezTo>
                      <a:lnTo>
                        <a:pt x="81119" y="34957"/>
                      </a:ln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35" name="Freeform: Shape 2659">
                  <a:extLst>
                    <a:ext uri="{FF2B5EF4-FFF2-40B4-BE49-F238E27FC236}">
                      <a16:creationId xmlns:a16="http://schemas.microsoft.com/office/drawing/2014/main" id="{4CC6AEAF-117F-CC0E-F76D-56FA45F4542A}"/>
                    </a:ext>
                  </a:extLst>
                </p:cNvPr>
                <p:cNvSpPr/>
                <p:nvPr/>
              </p:nvSpPr>
              <p:spPr>
                <a:xfrm>
                  <a:off x="11293451" y="3271179"/>
                  <a:ext cx="40335" cy="4482"/>
                </a:xfrm>
                <a:custGeom>
                  <a:avLst/>
                  <a:gdLst>
                    <a:gd name="connsiteX0" fmla="*/ 42128 w 40335"/>
                    <a:gd name="connsiteY0" fmla="*/ 0 h 4481"/>
                    <a:gd name="connsiteX1" fmla="*/ 2241 w 40335"/>
                    <a:gd name="connsiteY1" fmla="*/ 0 h 4481"/>
                    <a:gd name="connsiteX2" fmla="*/ 0 w 40335"/>
                    <a:gd name="connsiteY2" fmla="*/ 2241 h 4481"/>
                    <a:gd name="connsiteX3" fmla="*/ 2241 w 40335"/>
                    <a:gd name="connsiteY3" fmla="*/ 4482 h 4481"/>
                    <a:gd name="connsiteX4" fmla="*/ 42128 w 40335"/>
                    <a:gd name="connsiteY4" fmla="*/ 4482 h 4481"/>
                    <a:gd name="connsiteX5" fmla="*/ 44369 w 40335"/>
                    <a:gd name="connsiteY5" fmla="*/ 2241 h 4481"/>
                    <a:gd name="connsiteX6" fmla="*/ 42128 w 40335"/>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335" h="4481">
                      <a:moveTo>
                        <a:pt x="42128" y="0"/>
                      </a:moveTo>
                      <a:lnTo>
                        <a:pt x="2241" y="0"/>
                      </a:lnTo>
                      <a:cubicBezTo>
                        <a:pt x="897" y="0"/>
                        <a:pt x="0" y="896"/>
                        <a:pt x="0" y="2241"/>
                      </a:cubicBezTo>
                      <a:cubicBezTo>
                        <a:pt x="0" y="3585"/>
                        <a:pt x="897" y="4482"/>
                        <a:pt x="2241" y="4482"/>
                      </a:cubicBezTo>
                      <a:lnTo>
                        <a:pt x="42128" y="4482"/>
                      </a:lnTo>
                      <a:cubicBezTo>
                        <a:pt x="43473" y="4482"/>
                        <a:pt x="44369" y="3585"/>
                        <a:pt x="44369" y="2241"/>
                      </a:cubicBezTo>
                      <a:cubicBezTo>
                        <a:pt x="44369" y="1344"/>
                        <a:pt x="43473" y="0"/>
                        <a:pt x="42128"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36" name="Freeform: Shape 2660">
                  <a:extLst>
                    <a:ext uri="{FF2B5EF4-FFF2-40B4-BE49-F238E27FC236}">
                      <a16:creationId xmlns:a16="http://schemas.microsoft.com/office/drawing/2014/main" id="{DC6E28E9-F5C7-B062-3349-315585E19BA4}"/>
                    </a:ext>
                  </a:extLst>
                </p:cNvPr>
                <p:cNvSpPr/>
                <p:nvPr/>
              </p:nvSpPr>
              <p:spPr>
                <a:xfrm>
                  <a:off x="11293451" y="3284624"/>
                  <a:ext cx="17927" cy="4482"/>
                </a:xfrm>
                <a:custGeom>
                  <a:avLst/>
                  <a:gdLst>
                    <a:gd name="connsiteX0" fmla="*/ 15686 w 17926"/>
                    <a:gd name="connsiteY0" fmla="*/ 0 h 4481"/>
                    <a:gd name="connsiteX1" fmla="*/ 2241 w 17926"/>
                    <a:gd name="connsiteY1" fmla="*/ 0 h 4481"/>
                    <a:gd name="connsiteX2" fmla="*/ 0 w 17926"/>
                    <a:gd name="connsiteY2" fmla="*/ 2241 h 4481"/>
                    <a:gd name="connsiteX3" fmla="*/ 2241 w 17926"/>
                    <a:gd name="connsiteY3" fmla="*/ 4482 h 4481"/>
                    <a:gd name="connsiteX4" fmla="*/ 15686 w 17926"/>
                    <a:gd name="connsiteY4" fmla="*/ 4482 h 4481"/>
                    <a:gd name="connsiteX5" fmla="*/ 17927 w 17926"/>
                    <a:gd name="connsiteY5" fmla="*/ 2241 h 4481"/>
                    <a:gd name="connsiteX6" fmla="*/ 15686 w 17926"/>
                    <a:gd name="connsiteY6" fmla="*/ 0 h 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26" h="4481">
                      <a:moveTo>
                        <a:pt x="15686" y="0"/>
                      </a:moveTo>
                      <a:lnTo>
                        <a:pt x="2241" y="0"/>
                      </a:lnTo>
                      <a:cubicBezTo>
                        <a:pt x="897" y="0"/>
                        <a:pt x="0" y="896"/>
                        <a:pt x="0" y="2241"/>
                      </a:cubicBezTo>
                      <a:cubicBezTo>
                        <a:pt x="0" y="3585"/>
                        <a:pt x="897" y="4482"/>
                        <a:pt x="2241" y="4482"/>
                      </a:cubicBezTo>
                      <a:lnTo>
                        <a:pt x="15686" y="4482"/>
                      </a:lnTo>
                      <a:cubicBezTo>
                        <a:pt x="17031" y="4482"/>
                        <a:pt x="17927" y="3585"/>
                        <a:pt x="17927" y="2241"/>
                      </a:cubicBezTo>
                      <a:cubicBezTo>
                        <a:pt x="17927" y="1344"/>
                        <a:pt x="17031" y="0"/>
                        <a:pt x="15686" y="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37" name="Freeform: Shape 2661">
                  <a:extLst>
                    <a:ext uri="{FF2B5EF4-FFF2-40B4-BE49-F238E27FC236}">
                      <a16:creationId xmlns:a16="http://schemas.microsoft.com/office/drawing/2014/main" id="{662EC8B5-1482-05DD-5FD8-A5A341B0631B}"/>
                    </a:ext>
                  </a:extLst>
                </p:cNvPr>
                <p:cNvSpPr/>
                <p:nvPr/>
              </p:nvSpPr>
              <p:spPr>
                <a:xfrm>
                  <a:off x="11212780" y="3157787"/>
                  <a:ext cx="103079" cy="152378"/>
                </a:xfrm>
                <a:custGeom>
                  <a:avLst/>
                  <a:gdLst>
                    <a:gd name="connsiteX0" fmla="*/ 71259 w 103079"/>
                    <a:gd name="connsiteY0" fmla="*/ 79330 h 152377"/>
                    <a:gd name="connsiteX1" fmla="*/ 71259 w 103079"/>
                    <a:gd name="connsiteY1" fmla="*/ 79330 h 152377"/>
                    <a:gd name="connsiteX2" fmla="*/ 84704 w 103079"/>
                    <a:gd name="connsiteY2" fmla="*/ 76641 h 152377"/>
                    <a:gd name="connsiteX3" fmla="*/ 84704 w 103079"/>
                    <a:gd name="connsiteY3" fmla="*/ 77090 h 152377"/>
                    <a:gd name="connsiteX4" fmla="*/ 96805 w 103079"/>
                    <a:gd name="connsiteY4" fmla="*/ 96361 h 152377"/>
                    <a:gd name="connsiteX5" fmla="*/ 97701 w 103079"/>
                    <a:gd name="connsiteY5" fmla="*/ 96361 h 152377"/>
                    <a:gd name="connsiteX6" fmla="*/ 99942 w 103079"/>
                    <a:gd name="connsiteY6" fmla="*/ 95016 h 152377"/>
                    <a:gd name="connsiteX7" fmla="*/ 99046 w 103079"/>
                    <a:gd name="connsiteY7" fmla="*/ 91879 h 152377"/>
                    <a:gd name="connsiteX8" fmla="*/ 89634 w 103079"/>
                    <a:gd name="connsiteY8" fmla="*/ 76641 h 152377"/>
                    <a:gd name="connsiteX9" fmla="*/ 90082 w 103079"/>
                    <a:gd name="connsiteY9" fmla="*/ 73504 h 152377"/>
                    <a:gd name="connsiteX10" fmla="*/ 93668 w 103079"/>
                    <a:gd name="connsiteY10" fmla="*/ 70367 h 152377"/>
                    <a:gd name="connsiteX11" fmla="*/ 103527 w 103079"/>
                    <a:gd name="connsiteY11" fmla="*/ 43029 h 152377"/>
                    <a:gd name="connsiteX12" fmla="*/ 103976 w 103079"/>
                    <a:gd name="connsiteY12" fmla="*/ 40340 h 152377"/>
                    <a:gd name="connsiteX13" fmla="*/ 103976 w 103079"/>
                    <a:gd name="connsiteY13" fmla="*/ 22861 h 152377"/>
                    <a:gd name="connsiteX14" fmla="*/ 71259 w 103079"/>
                    <a:gd name="connsiteY14" fmla="*/ 4 h 152377"/>
                    <a:gd name="connsiteX15" fmla="*/ 38991 w 103079"/>
                    <a:gd name="connsiteY15" fmla="*/ 22861 h 152377"/>
                    <a:gd name="connsiteX16" fmla="*/ 38991 w 103079"/>
                    <a:gd name="connsiteY16" fmla="*/ 40340 h 152377"/>
                    <a:gd name="connsiteX17" fmla="*/ 38991 w 103079"/>
                    <a:gd name="connsiteY17" fmla="*/ 41684 h 152377"/>
                    <a:gd name="connsiteX18" fmla="*/ 49747 w 103079"/>
                    <a:gd name="connsiteY18" fmla="*/ 69919 h 152377"/>
                    <a:gd name="connsiteX19" fmla="*/ 52436 w 103079"/>
                    <a:gd name="connsiteY19" fmla="*/ 72608 h 152377"/>
                    <a:gd name="connsiteX20" fmla="*/ 52884 w 103079"/>
                    <a:gd name="connsiteY20" fmla="*/ 76641 h 152377"/>
                    <a:gd name="connsiteX21" fmla="*/ 36750 w 103079"/>
                    <a:gd name="connsiteY21" fmla="*/ 93672 h 152377"/>
                    <a:gd name="connsiteX22" fmla="*/ 0 w 103079"/>
                    <a:gd name="connsiteY22" fmla="*/ 131318 h 152377"/>
                    <a:gd name="connsiteX23" fmla="*/ 0 w 103079"/>
                    <a:gd name="connsiteY23" fmla="*/ 138489 h 152377"/>
                    <a:gd name="connsiteX24" fmla="*/ 0 w 103079"/>
                    <a:gd name="connsiteY24" fmla="*/ 150590 h 152377"/>
                    <a:gd name="connsiteX25" fmla="*/ 2241 w 103079"/>
                    <a:gd name="connsiteY25" fmla="*/ 152830 h 152377"/>
                    <a:gd name="connsiteX26" fmla="*/ 2241 w 103079"/>
                    <a:gd name="connsiteY26" fmla="*/ 152830 h 152377"/>
                    <a:gd name="connsiteX27" fmla="*/ 4482 w 103079"/>
                    <a:gd name="connsiteY27" fmla="*/ 150590 h 152377"/>
                    <a:gd name="connsiteX28" fmla="*/ 4482 w 103079"/>
                    <a:gd name="connsiteY28" fmla="*/ 138489 h 152377"/>
                    <a:gd name="connsiteX29" fmla="*/ 4482 w 103079"/>
                    <a:gd name="connsiteY29" fmla="*/ 131318 h 152377"/>
                    <a:gd name="connsiteX30" fmla="*/ 36750 w 103079"/>
                    <a:gd name="connsiteY30" fmla="*/ 98154 h 152377"/>
                    <a:gd name="connsiteX31" fmla="*/ 57366 w 103079"/>
                    <a:gd name="connsiteY31" fmla="*/ 76641 h 152377"/>
                    <a:gd name="connsiteX32" fmla="*/ 57366 w 103079"/>
                    <a:gd name="connsiteY32" fmla="*/ 75745 h 152377"/>
                    <a:gd name="connsiteX33" fmla="*/ 71259 w 103079"/>
                    <a:gd name="connsiteY33" fmla="*/ 79330 h 152377"/>
                    <a:gd name="connsiteX34" fmla="*/ 43024 w 103079"/>
                    <a:gd name="connsiteY34" fmla="*/ 40788 h 152377"/>
                    <a:gd name="connsiteX35" fmla="*/ 43024 w 103079"/>
                    <a:gd name="connsiteY35" fmla="*/ 39443 h 152377"/>
                    <a:gd name="connsiteX36" fmla="*/ 43024 w 103079"/>
                    <a:gd name="connsiteY36" fmla="*/ 23309 h 152377"/>
                    <a:gd name="connsiteX37" fmla="*/ 71259 w 103079"/>
                    <a:gd name="connsiteY37" fmla="*/ 4038 h 152377"/>
                    <a:gd name="connsiteX38" fmla="*/ 99494 w 103079"/>
                    <a:gd name="connsiteY38" fmla="*/ 23309 h 152377"/>
                    <a:gd name="connsiteX39" fmla="*/ 99494 w 103079"/>
                    <a:gd name="connsiteY39" fmla="*/ 39443 h 152377"/>
                    <a:gd name="connsiteX40" fmla="*/ 99046 w 103079"/>
                    <a:gd name="connsiteY40" fmla="*/ 42132 h 152377"/>
                    <a:gd name="connsiteX41" fmla="*/ 90082 w 103079"/>
                    <a:gd name="connsiteY41" fmla="*/ 67230 h 152377"/>
                    <a:gd name="connsiteX42" fmla="*/ 71707 w 103079"/>
                    <a:gd name="connsiteY42" fmla="*/ 74401 h 152377"/>
                    <a:gd name="connsiteX43" fmla="*/ 71259 w 103079"/>
                    <a:gd name="connsiteY43" fmla="*/ 74401 h 152377"/>
                    <a:gd name="connsiteX44" fmla="*/ 71259 w 103079"/>
                    <a:gd name="connsiteY44" fmla="*/ 74401 h 152377"/>
                    <a:gd name="connsiteX45" fmla="*/ 52436 w 103079"/>
                    <a:gd name="connsiteY45" fmla="*/ 66782 h 152377"/>
                    <a:gd name="connsiteX46" fmla="*/ 43024 w 103079"/>
                    <a:gd name="connsiteY46" fmla="*/ 40788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079" h="152377">
                      <a:moveTo>
                        <a:pt x="71259" y="79330"/>
                      </a:moveTo>
                      <a:cubicBezTo>
                        <a:pt x="71707" y="79330"/>
                        <a:pt x="71707" y="79330"/>
                        <a:pt x="71259" y="79330"/>
                      </a:cubicBezTo>
                      <a:cubicBezTo>
                        <a:pt x="73500" y="79330"/>
                        <a:pt x="78878" y="78882"/>
                        <a:pt x="84704" y="76641"/>
                      </a:cubicBezTo>
                      <a:cubicBezTo>
                        <a:pt x="84704" y="76641"/>
                        <a:pt x="84704" y="76641"/>
                        <a:pt x="84704" y="77090"/>
                      </a:cubicBezTo>
                      <a:cubicBezTo>
                        <a:pt x="84704" y="85605"/>
                        <a:pt x="89634" y="93224"/>
                        <a:pt x="96805" y="96361"/>
                      </a:cubicBezTo>
                      <a:cubicBezTo>
                        <a:pt x="97253" y="96361"/>
                        <a:pt x="97253" y="96361"/>
                        <a:pt x="97701" y="96361"/>
                      </a:cubicBezTo>
                      <a:cubicBezTo>
                        <a:pt x="98597" y="96361"/>
                        <a:pt x="99494" y="95913"/>
                        <a:pt x="99942" y="95016"/>
                      </a:cubicBezTo>
                      <a:cubicBezTo>
                        <a:pt x="100390" y="93672"/>
                        <a:pt x="99942" y="92776"/>
                        <a:pt x="99046" y="91879"/>
                      </a:cubicBezTo>
                      <a:cubicBezTo>
                        <a:pt x="93220" y="89190"/>
                        <a:pt x="89634" y="82916"/>
                        <a:pt x="89634" y="76641"/>
                      </a:cubicBezTo>
                      <a:cubicBezTo>
                        <a:pt x="89634" y="75745"/>
                        <a:pt x="89634" y="74401"/>
                        <a:pt x="90082" y="73504"/>
                      </a:cubicBezTo>
                      <a:cubicBezTo>
                        <a:pt x="91427" y="72608"/>
                        <a:pt x="92323" y="71712"/>
                        <a:pt x="93668" y="70367"/>
                      </a:cubicBezTo>
                      <a:cubicBezTo>
                        <a:pt x="100838" y="62300"/>
                        <a:pt x="102183" y="51096"/>
                        <a:pt x="103527" y="43029"/>
                      </a:cubicBezTo>
                      <a:lnTo>
                        <a:pt x="103976" y="40340"/>
                      </a:lnTo>
                      <a:cubicBezTo>
                        <a:pt x="105768" y="30928"/>
                        <a:pt x="103976" y="22861"/>
                        <a:pt x="103976" y="22861"/>
                      </a:cubicBezTo>
                      <a:cubicBezTo>
                        <a:pt x="99046" y="-892"/>
                        <a:pt x="71259" y="4"/>
                        <a:pt x="71259" y="4"/>
                      </a:cubicBezTo>
                      <a:cubicBezTo>
                        <a:pt x="70811" y="4"/>
                        <a:pt x="43473" y="-444"/>
                        <a:pt x="38991" y="22861"/>
                      </a:cubicBezTo>
                      <a:cubicBezTo>
                        <a:pt x="38991" y="23309"/>
                        <a:pt x="37198" y="30928"/>
                        <a:pt x="38991" y="40340"/>
                      </a:cubicBezTo>
                      <a:lnTo>
                        <a:pt x="38991" y="41684"/>
                      </a:lnTo>
                      <a:cubicBezTo>
                        <a:pt x="40335" y="50199"/>
                        <a:pt x="42128" y="61404"/>
                        <a:pt x="49747" y="69919"/>
                      </a:cubicBezTo>
                      <a:cubicBezTo>
                        <a:pt x="50643" y="70815"/>
                        <a:pt x="51540" y="71712"/>
                        <a:pt x="52436" y="72608"/>
                      </a:cubicBezTo>
                      <a:cubicBezTo>
                        <a:pt x="52884" y="73953"/>
                        <a:pt x="52884" y="75297"/>
                        <a:pt x="52884" y="76641"/>
                      </a:cubicBezTo>
                      <a:cubicBezTo>
                        <a:pt x="52884" y="86053"/>
                        <a:pt x="45714" y="93672"/>
                        <a:pt x="36750" y="93672"/>
                      </a:cubicBezTo>
                      <a:cubicBezTo>
                        <a:pt x="16583" y="93672"/>
                        <a:pt x="448" y="110254"/>
                        <a:pt x="0" y="131318"/>
                      </a:cubicBezTo>
                      <a:lnTo>
                        <a:pt x="0" y="138489"/>
                      </a:lnTo>
                      <a:lnTo>
                        <a:pt x="0" y="150590"/>
                      </a:lnTo>
                      <a:cubicBezTo>
                        <a:pt x="0" y="151934"/>
                        <a:pt x="897" y="152830"/>
                        <a:pt x="2241" y="152830"/>
                      </a:cubicBezTo>
                      <a:cubicBezTo>
                        <a:pt x="2241" y="152830"/>
                        <a:pt x="2241" y="152830"/>
                        <a:pt x="2241" y="152830"/>
                      </a:cubicBezTo>
                      <a:cubicBezTo>
                        <a:pt x="3586" y="152830"/>
                        <a:pt x="4482" y="151934"/>
                        <a:pt x="4482" y="150590"/>
                      </a:cubicBezTo>
                      <a:lnTo>
                        <a:pt x="4482" y="138489"/>
                      </a:lnTo>
                      <a:lnTo>
                        <a:pt x="4482" y="131318"/>
                      </a:lnTo>
                      <a:cubicBezTo>
                        <a:pt x="4930" y="112943"/>
                        <a:pt x="19272" y="98154"/>
                        <a:pt x="36750" y="98154"/>
                      </a:cubicBezTo>
                      <a:cubicBezTo>
                        <a:pt x="47955" y="98154"/>
                        <a:pt x="57366" y="88742"/>
                        <a:pt x="57366" y="76641"/>
                      </a:cubicBezTo>
                      <a:cubicBezTo>
                        <a:pt x="57366" y="76193"/>
                        <a:pt x="57366" y="76193"/>
                        <a:pt x="57366" y="75745"/>
                      </a:cubicBezTo>
                      <a:cubicBezTo>
                        <a:pt x="63640" y="78882"/>
                        <a:pt x="70811" y="79330"/>
                        <a:pt x="71259" y="79330"/>
                      </a:cubicBezTo>
                      <a:close/>
                      <a:moveTo>
                        <a:pt x="43024" y="40788"/>
                      </a:moveTo>
                      <a:lnTo>
                        <a:pt x="43024" y="39443"/>
                      </a:lnTo>
                      <a:cubicBezTo>
                        <a:pt x="41680" y="30928"/>
                        <a:pt x="43024" y="23309"/>
                        <a:pt x="43024" y="23309"/>
                      </a:cubicBezTo>
                      <a:cubicBezTo>
                        <a:pt x="47058" y="3590"/>
                        <a:pt x="69914" y="4038"/>
                        <a:pt x="71259" y="4038"/>
                      </a:cubicBezTo>
                      <a:cubicBezTo>
                        <a:pt x="71707" y="4038"/>
                        <a:pt x="95460" y="3142"/>
                        <a:pt x="99494" y="23309"/>
                      </a:cubicBezTo>
                      <a:cubicBezTo>
                        <a:pt x="99494" y="23309"/>
                        <a:pt x="100838" y="30480"/>
                        <a:pt x="99494" y="39443"/>
                      </a:cubicBezTo>
                      <a:lnTo>
                        <a:pt x="99046" y="42132"/>
                      </a:lnTo>
                      <a:cubicBezTo>
                        <a:pt x="97701" y="50199"/>
                        <a:pt x="96357" y="60059"/>
                        <a:pt x="90082" y="67230"/>
                      </a:cubicBezTo>
                      <a:cubicBezTo>
                        <a:pt x="83808" y="74401"/>
                        <a:pt x="73500" y="74401"/>
                        <a:pt x="71707" y="74401"/>
                      </a:cubicBezTo>
                      <a:cubicBezTo>
                        <a:pt x="71259" y="74401"/>
                        <a:pt x="71259" y="74401"/>
                        <a:pt x="71259" y="74401"/>
                      </a:cubicBezTo>
                      <a:cubicBezTo>
                        <a:pt x="71259" y="74401"/>
                        <a:pt x="71259" y="74401"/>
                        <a:pt x="71259" y="74401"/>
                      </a:cubicBezTo>
                      <a:cubicBezTo>
                        <a:pt x="71259" y="74401"/>
                        <a:pt x="59159" y="74401"/>
                        <a:pt x="52436" y="66782"/>
                      </a:cubicBezTo>
                      <a:cubicBezTo>
                        <a:pt x="46162" y="59611"/>
                        <a:pt x="44369" y="48855"/>
                        <a:pt x="43024" y="40788"/>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38" name="Group 2622">
                <a:extLst>
                  <a:ext uri="{FF2B5EF4-FFF2-40B4-BE49-F238E27FC236}">
                    <a16:creationId xmlns:a16="http://schemas.microsoft.com/office/drawing/2014/main" id="{23917F48-F301-95DC-C80B-BC3B41F07675}"/>
                  </a:ext>
                  <a:ext uri="{C183D7F6-B498-43B3-948B-1728B52AA6E4}">
                    <adec:decorative xmlns:adec="http://schemas.microsoft.com/office/drawing/2017/decorative" val="1"/>
                  </a:ext>
                </a:extLst>
              </p:cNvPr>
              <p:cNvGrpSpPr>
                <a:grpSpLocks noChangeAspect="1"/>
              </p:cNvGrpSpPr>
              <p:nvPr/>
            </p:nvGrpSpPr>
            <p:grpSpPr>
              <a:xfrm>
                <a:off x="11417564" y="5213478"/>
                <a:ext cx="151929" cy="152383"/>
                <a:chOff x="11474064" y="3157787"/>
                <a:chExt cx="151929" cy="152383"/>
              </a:xfrm>
            </p:grpSpPr>
            <p:sp>
              <p:nvSpPr>
                <p:cNvPr id="1639" name="Freeform: Shape 2655">
                  <a:extLst>
                    <a:ext uri="{FF2B5EF4-FFF2-40B4-BE49-F238E27FC236}">
                      <a16:creationId xmlns:a16="http://schemas.microsoft.com/office/drawing/2014/main" id="{ED92422B-26DA-B829-A766-56AFC1F25C75}"/>
                    </a:ext>
                  </a:extLst>
                </p:cNvPr>
                <p:cNvSpPr/>
                <p:nvPr/>
              </p:nvSpPr>
              <p:spPr>
                <a:xfrm>
                  <a:off x="11567731" y="3251908"/>
                  <a:ext cx="58262" cy="58262"/>
                </a:xfrm>
                <a:custGeom>
                  <a:avLst/>
                  <a:gdLst>
                    <a:gd name="connsiteX0" fmla="*/ 29131 w 58262"/>
                    <a:gd name="connsiteY0" fmla="*/ 0 h 58262"/>
                    <a:gd name="connsiteX1" fmla="*/ 0 w 58262"/>
                    <a:gd name="connsiteY1" fmla="*/ 29131 h 58262"/>
                    <a:gd name="connsiteX2" fmla="*/ 29131 w 58262"/>
                    <a:gd name="connsiteY2" fmla="*/ 58262 h 58262"/>
                    <a:gd name="connsiteX3" fmla="*/ 58262 w 58262"/>
                    <a:gd name="connsiteY3" fmla="*/ 29131 h 58262"/>
                    <a:gd name="connsiteX4" fmla="*/ 29131 w 58262"/>
                    <a:gd name="connsiteY4" fmla="*/ 0 h 58262"/>
                    <a:gd name="connsiteX5" fmla="*/ 29131 w 58262"/>
                    <a:gd name="connsiteY5" fmla="*/ 53780 h 58262"/>
                    <a:gd name="connsiteX6" fmla="*/ 4482 w 58262"/>
                    <a:gd name="connsiteY6" fmla="*/ 29131 h 58262"/>
                    <a:gd name="connsiteX7" fmla="*/ 29131 w 58262"/>
                    <a:gd name="connsiteY7" fmla="*/ 4482 h 58262"/>
                    <a:gd name="connsiteX8" fmla="*/ 53780 w 58262"/>
                    <a:gd name="connsiteY8" fmla="*/ 29131 h 58262"/>
                    <a:gd name="connsiteX9" fmla="*/ 29131 w 58262"/>
                    <a:gd name="connsiteY9" fmla="*/ 53780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62" h="58262">
                      <a:moveTo>
                        <a:pt x="29131" y="0"/>
                      </a:moveTo>
                      <a:cubicBezTo>
                        <a:pt x="12996" y="0"/>
                        <a:pt x="0" y="12997"/>
                        <a:pt x="0" y="29131"/>
                      </a:cubicBezTo>
                      <a:cubicBezTo>
                        <a:pt x="0" y="45265"/>
                        <a:pt x="12996" y="58262"/>
                        <a:pt x="29131" y="58262"/>
                      </a:cubicBezTo>
                      <a:cubicBezTo>
                        <a:pt x="45265" y="58262"/>
                        <a:pt x="58262" y="45265"/>
                        <a:pt x="58262" y="29131"/>
                      </a:cubicBezTo>
                      <a:cubicBezTo>
                        <a:pt x="58262" y="12997"/>
                        <a:pt x="45265" y="0"/>
                        <a:pt x="29131" y="0"/>
                      </a:cubicBezTo>
                      <a:close/>
                      <a:moveTo>
                        <a:pt x="29131" y="53780"/>
                      </a:moveTo>
                      <a:cubicBezTo>
                        <a:pt x="15686" y="53780"/>
                        <a:pt x="4482" y="42576"/>
                        <a:pt x="4482" y="29131"/>
                      </a:cubicBezTo>
                      <a:cubicBezTo>
                        <a:pt x="4482" y="15686"/>
                        <a:pt x="15686" y="4482"/>
                        <a:pt x="29131" y="4482"/>
                      </a:cubicBezTo>
                      <a:cubicBezTo>
                        <a:pt x="42576" y="4482"/>
                        <a:pt x="53780" y="15686"/>
                        <a:pt x="53780" y="29131"/>
                      </a:cubicBezTo>
                      <a:cubicBezTo>
                        <a:pt x="53780" y="42576"/>
                        <a:pt x="42576" y="53780"/>
                        <a:pt x="29131" y="5378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40" name="Freeform: Shape 2656">
                  <a:extLst>
                    <a:ext uri="{FF2B5EF4-FFF2-40B4-BE49-F238E27FC236}">
                      <a16:creationId xmlns:a16="http://schemas.microsoft.com/office/drawing/2014/main" id="{00A752C2-C760-DD72-6D2E-985BBB52D20F}"/>
                    </a:ext>
                  </a:extLst>
                </p:cNvPr>
                <p:cNvSpPr/>
                <p:nvPr/>
              </p:nvSpPr>
              <p:spPr>
                <a:xfrm>
                  <a:off x="11579832" y="3264008"/>
                  <a:ext cx="31372" cy="31372"/>
                </a:xfrm>
                <a:custGeom>
                  <a:avLst/>
                  <a:gdLst>
                    <a:gd name="connsiteX0" fmla="*/ 31820 w 31371"/>
                    <a:gd name="connsiteY0" fmla="*/ 14790 h 31371"/>
                    <a:gd name="connsiteX1" fmla="*/ 19272 w 31371"/>
                    <a:gd name="connsiteY1" fmla="*/ 14790 h 31371"/>
                    <a:gd name="connsiteX2" fmla="*/ 19272 w 31371"/>
                    <a:gd name="connsiteY2" fmla="*/ 2241 h 31371"/>
                    <a:gd name="connsiteX3" fmla="*/ 17031 w 31371"/>
                    <a:gd name="connsiteY3" fmla="*/ 0 h 31371"/>
                    <a:gd name="connsiteX4" fmla="*/ 14790 w 31371"/>
                    <a:gd name="connsiteY4" fmla="*/ 2241 h 31371"/>
                    <a:gd name="connsiteX5" fmla="*/ 14790 w 31371"/>
                    <a:gd name="connsiteY5" fmla="*/ 14790 h 31371"/>
                    <a:gd name="connsiteX6" fmla="*/ 2241 w 31371"/>
                    <a:gd name="connsiteY6" fmla="*/ 14790 h 31371"/>
                    <a:gd name="connsiteX7" fmla="*/ 0 w 31371"/>
                    <a:gd name="connsiteY7" fmla="*/ 17031 h 31371"/>
                    <a:gd name="connsiteX8" fmla="*/ 2241 w 31371"/>
                    <a:gd name="connsiteY8" fmla="*/ 19271 h 31371"/>
                    <a:gd name="connsiteX9" fmla="*/ 14790 w 31371"/>
                    <a:gd name="connsiteY9" fmla="*/ 19271 h 31371"/>
                    <a:gd name="connsiteX10" fmla="*/ 14790 w 31371"/>
                    <a:gd name="connsiteY10" fmla="*/ 31820 h 31371"/>
                    <a:gd name="connsiteX11" fmla="*/ 17031 w 31371"/>
                    <a:gd name="connsiteY11" fmla="*/ 34061 h 31371"/>
                    <a:gd name="connsiteX12" fmla="*/ 19272 w 31371"/>
                    <a:gd name="connsiteY12" fmla="*/ 31820 h 31371"/>
                    <a:gd name="connsiteX13" fmla="*/ 19272 w 31371"/>
                    <a:gd name="connsiteY13" fmla="*/ 19271 h 31371"/>
                    <a:gd name="connsiteX14" fmla="*/ 31820 w 31371"/>
                    <a:gd name="connsiteY14" fmla="*/ 19271 h 31371"/>
                    <a:gd name="connsiteX15" fmla="*/ 34061 w 31371"/>
                    <a:gd name="connsiteY15" fmla="*/ 17031 h 31371"/>
                    <a:gd name="connsiteX16" fmla="*/ 31820 w 31371"/>
                    <a:gd name="connsiteY16" fmla="*/ 14790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371" h="31371">
                      <a:moveTo>
                        <a:pt x="31820" y="14790"/>
                      </a:moveTo>
                      <a:lnTo>
                        <a:pt x="19272" y="14790"/>
                      </a:lnTo>
                      <a:lnTo>
                        <a:pt x="19272" y="2241"/>
                      </a:lnTo>
                      <a:cubicBezTo>
                        <a:pt x="19272" y="896"/>
                        <a:pt x="18375" y="0"/>
                        <a:pt x="17031" y="0"/>
                      </a:cubicBezTo>
                      <a:cubicBezTo>
                        <a:pt x="15686" y="0"/>
                        <a:pt x="14790" y="896"/>
                        <a:pt x="14790" y="2241"/>
                      </a:cubicBezTo>
                      <a:lnTo>
                        <a:pt x="14790" y="14790"/>
                      </a:lnTo>
                      <a:lnTo>
                        <a:pt x="2241" y="14790"/>
                      </a:lnTo>
                      <a:cubicBezTo>
                        <a:pt x="896" y="14790"/>
                        <a:pt x="0" y="15686"/>
                        <a:pt x="0" y="17031"/>
                      </a:cubicBezTo>
                      <a:cubicBezTo>
                        <a:pt x="0" y="18375"/>
                        <a:pt x="896" y="19271"/>
                        <a:pt x="2241" y="19271"/>
                      </a:cubicBezTo>
                      <a:lnTo>
                        <a:pt x="14790" y="19271"/>
                      </a:lnTo>
                      <a:lnTo>
                        <a:pt x="14790" y="31820"/>
                      </a:lnTo>
                      <a:cubicBezTo>
                        <a:pt x="14790" y="33165"/>
                        <a:pt x="15686" y="34061"/>
                        <a:pt x="17031" y="34061"/>
                      </a:cubicBezTo>
                      <a:cubicBezTo>
                        <a:pt x="18375" y="34061"/>
                        <a:pt x="19272" y="33165"/>
                        <a:pt x="19272" y="31820"/>
                      </a:cubicBezTo>
                      <a:lnTo>
                        <a:pt x="19272" y="19271"/>
                      </a:lnTo>
                      <a:lnTo>
                        <a:pt x="31820" y="19271"/>
                      </a:lnTo>
                      <a:cubicBezTo>
                        <a:pt x="33165" y="19271"/>
                        <a:pt x="34061" y="18375"/>
                        <a:pt x="34061" y="17031"/>
                      </a:cubicBezTo>
                      <a:cubicBezTo>
                        <a:pt x="34061" y="15686"/>
                        <a:pt x="33165" y="14790"/>
                        <a:pt x="31820" y="14790"/>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41" name="Freeform: Shape 2657">
                  <a:extLst>
                    <a:ext uri="{FF2B5EF4-FFF2-40B4-BE49-F238E27FC236}">
                      <a16:creationId xmlns:a16="http://schemas.microsoft.com/office/drawing/2014/main" id="{3082C17A-BB96-FF8A-4F40-8F59D62E9481}"/>
                    </a:ext>
                  </a:extLst>
                </p:cNvPr>
                <p:cNvSpPr/>
                <p:nvPr/>
              </p:nvSpPr>
              <p:spPr>
                <a:xfrm>
                  <a:off x="11474064" y="3157787"/>
                  <a:ext cx="103079" cy="152378"/>
                </a:xfrm>
                <a:custGeom>
                  <a:avLst/>
                  <a:gdLst>
                    <a:gd name="connsiteX0" fmla="*/ 97701 w 103079"/>
                    <a:gd name="connsiteY0" fmla="*/ 96361 h 152377"/>
                    <a:gd name="connsiteX1" fmla="*/ 99942 w 103079"/>
                    <a:gd name="connsiteY1" fmla="*/ 95016 h 152377"/>
                    <a:gd name="connsiteX2" fmla="*/ 99046 w 103079"/>
                    <a:gd name="connsiteY2" fmla="*/ 91879 h 152377"/>
                    <a:gd name="connsiteX3" fmla="*/ 89634 w 103079"/>
                    <a:gd name="connsiteY3" fmla="*/ 76641 h 152377"/>
                    <a:gd name="connsiteX4" fmla="*/ 90082 w 103079"/>
                    <a:gd name="connsiteY4" fmla="*/ 73504 h 152377"/>
                    <a:gd name="connsiteX5" fmla="*/ 93668 w 103079"/>
                    <a:gd name="connsiteY5" fmla="*/ 70367 h 152377"/>
                    <a:gd name="connsiteX6" fmla="*/ 103527 w 103079"/>
                    <a:gd name="connsiteY6" fmla="*/ 43029 h 152377"/>
                    <a:gd name="connsiteX7" fmla="*/ 103975 w 103079"/>
                    <a:gd name="connsiteY7" fmla="*/ 40340 h 152377"/>
                    <a:gd name="connsiteX8" fmla="*/ 103975 w 103079"/>
                    <a:gd name="connsiteY8" fmla="*/ 22861 h 152377"/>
                    <a:gd name="connsiteX9" fmla="*/ 71259 w 103079"/>
                    <a:gd name="connsiteY9" fmla="*/ 4 h 152377"/>
                    <a:gd name="connsiteX10" fmla="*/ 38991 w 103079"/>
                    <a:gd name="connsiteY10" fmla="*/ 22861 h 152377"/>
                    <a:gd name="connsiteX11" fmla="*/ 38991 w 103079"/>
                    <a:gd name="connsiteY11" fmla="*/ 40340 h 152377"/>
                    <a:gd name="connsiteX12" fmla="*/ 38991 w 103079"/>
                    <a:gd name="connsiteY12" fmla="*/ 41684 h 152377"/>
                    <a:gd name="connsiteX13" fmla="*/ 49747 w 103079"/>
                    <a:gd name="connsiteY13" fmla="*/ 69919 h 152377"/>
                    <a:gd name="connsiteX14" fmla="*/ 52436 w 103079"/>
                    <a:gd name="connsiteY14" fmla="*/ 72608 h 152377"/>
                    <a:gd name="connsiteX15" fmla="*/ 52884 w 103079"/>
                    <a:gd name="connsiteY15" fmla="*/ 76641 h 152377"/>
                    <a:gd name="connsiteX16" fmla="*/ 36750 w 103079"/>
                    <a:gd name="connsiteY16" fmla="*/ 93672 h 152377"/>
                    <a:gd name="connsiteX17" fmla="*/ 0 w 103079"/>
                    <a:gd name="connsiteY17" fmla="*/ 131318 h 152377"/>
                    <a:gd name="connsiteX18" fmla="*/ 0 w 103079"/>
                    <a:gd name="connsiteY18" fmla="*/ 138489 h 152377"/>
                    <a:gd name="connsiteX19" fmla="*/ 0 w 103079"/>
                    <a:gd name="connsiteY19" fmla="*/ 150590 h 152377"/>
                    <a:gd name="connsiteX20" fmla="*/ 2241 w 103079"/>
                    <a:gd name="connsiteY20" fmla="*/ 152830 h 152377"/>
                    <a:gd name="connsiteX21" fmla="*/ 2241 w 103079"/>
                    <a:gd name="connsiteY21" fmla="*/ 152830 h 152377"/>
                    <a:gd name="connsiteX22" fmla="*/ 4482 w 103079"/>
                    <a:gd name="connsiteY22" fmla="*/ 150590 h 152377"/>
                    <a:gd name="connsiteX23" fmla="*/ 4482 w 103079"/>
                    <a:gd name="connsiteY23" fmla="*/ 138489 h 152377"/>
                    <a:gd name="connsiteX24" fmla="*/ 4482 w 103079"/>
                    <a:gd name="connsiteY24" fmla="*/ 131318 h 152377"/>
                    <a:gd name="connsiteX25" fmla="*/ 36750 w 103079"/>
                    <a:gd name="connsiteY25" fmla="*/ 98154 h 152377"/>
                    <a:gd name="connsiteX26" fmla="*/ 57365 w 103079"/>
                    <a:gd name="connsiteY26" fmla="*/ 76641 h 152377"/>
                    <a:gd name="connsiteX27" fmla="*/ 57365 w 103079"/>
                    <a:gd name="connsiteY27" fmla="*/ 75745 h 152377"/>
                    <a:gd name="connsiteX28" fmla="*/ 71707 w 103079"/>
                    <a:gd name="connsiteY28" fmla="*/ 79330 h 152377"/>
                    <a:gd name="connsiteX29" fmla="*/ 72155 w 103079"/>
                    <a:gd name="connsiteY29" fmla="*/ 79330 h 152377"/>
                    <a:gd name="connsiteX30" fmla="*/ 85600 w 103079"/>
                    <a:gd name="connsiteY30" fmla="*/ 76641 h 152377"/>
                    <a:gd name="connsiteX31" fmla="*/ 85600 w 103079"/>
                    <a:gd name="connsiteY31" fmla="*/ 77090 h 152377"/>
                    <a:gd name="connsiteX32" fmla="*/ 97701 w 103079"/>
                    <a:gd name="connsiteY32" fmla="*/ 96361 h 152377"/>
                    <a:gd name="connsiteX33" fmla="*/ 97701 w 103079"/>
                    <a:gd name="connsiteY33" fmla="*/ 96361 h 152377"/>
                    <a:gd name="connsiteX34" fmla="*/ 71259 w 103079"/>
                    <a:gd name="connsiteY34" fmla="*/ 74849 h 152377"/>
                    <a:gd name="connsiteX35" fmla="*/ 71259 w 103079"/>
                    <a:gd name="connsiteY35" fmla="*/ 74849 h 152377"/>
                    <a:gd name="connsiteX36" fmla="*/ 71259 w 103079"/>
                    <a:gd name="connsiteY36" fmla="*/ 74849 h 152377"/>
                    <a:gd name="connsiteX37" fmla="*/ 52436 w 103079"/>
                    <a:gd name="connsiteY37" fmla="*/ 67230 h 152377"/>
                    <a:gd name="connsiteX38" fmla="*/ 43024 w 103079"/>
                    <a:gd name="connsiteY38" fmla="*/ 41236 h 152377"/>
                    <a:gd name="connsiteX39" fmla="*/ 43024 w 103079"/>
                    <a:gd name="connsiteY39" fmla="*/ 39892 h 152377"/>
                    <a:gd name="connsiteX40" fmla="*/ 43024 w 103079"/>
                    <a:gd name="connsiteY40" fmla="*/ 23757 h 152377"/>
                    <a:gd name="connsiteX41" fmla="*/ 71259 w 103079"/>
                    <a:gd name="connsiteY41" fmla="*/ 4486 h 152377"/>
                    <a:gd name="connsiteX42" fmla="*/ 99494 w 103079"/>
                    <a:gd name="connsiteY42" fmla="*/ 23757 h 152377"/>
                    <a:gd name="connsiteX43" fmla="*/ 99494 w 103079"/>
                    <a:gd name="connsiteY43" fmla="*/ 39892 h 152377"/>
                    <a:gd name="connsiteX44" fmla="*/ 99046 w 103079"/>
                    <a:gd name="connsiteY44" fmla="*/ 42581 h 152377"/>
                    <a:gd name="connsiteX45" fmla="*/ 90082 w 103079"/>
                    <a:gd name="connsiteY45" fmla="*/ 67678 h 152377"/>
                    <a:gd name="connsiteX46" fmla="*/ 71259 w 103079"/>
                    <a:gd name="connsiteY46" fmla="*/ 74849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3079" h="152377">
                      <a:moveTo>
                        <a:pt x="97701" y="96361"/>
                      </a:moveTo>
                      <a:cubicBezTo>
                        <a:pt x="98597" y="96361"/>
                        <a:pt x="99494" y="95913"/>
                        <a:pt x="99942" y="95016"/>
                      </a:cubicBezTo>
                      <a:cubicBezTo>
                        <a:pt x="100390" y="93672"/>
                        <a:pt x="99942" y="92776"/>
                        <a:pt x="99046" y="91879"/>
                      </a:cubicBezTo>
                      <a:cubicBezTo>
                        <a:pt x="93219" y="89190"/>
                        <a:pt x="89634" y="82916"/>
                        <a:pt x="89634" y="76641"/>
                      </a:cubicBezTo>
                      <a:cubicBezTo>
                        <a:pt x="89634" y="75745"/>
                        <a:pt x="89634" y="74401"/>
                        <a:pt x="90082" y="73504"/>
                      </a:cubicBezTo>
                      <a:cubicBezTo>
                        <a:pt x="91427" y="72608"/>
                        <a:pt x="92323" y="71712"/>
                        <a:pt x="93668" y="70367"/>
                      </a:cubicBezTo>
                      <a:cubicBezTo>
                        <a:pt x="100838" y="62300"/>
                        <a:pt x="102182" y="51096"/>
                        <a:pt x="103527" y="43029"/>
                      </a:cubicBezTo>
                      <a:lnTo>
                        <a:pt x="103975" y="40340"/>
                      </a:lnTo>
                      <a:cubicBezTo>
                        <a:pt x="105768" y="30928"/>
                        <a:pt x="103975" y="22861"/>
                        <a:pt x="103975" y="22861"/>
                      </a:cubicBezTo>
                      <a:cubicBezTo>
                        <a:pt x="99046" y="-892"/>
                        <a:pt x="71259" y="4"/>
                        <a:pt x="71259" y="4"/>
                      </a:cubicBezTo>
                      <a:cubicBezTo>
                        <a:pt x="70811" y="4"/>
                        <a:pt x="43472" y="-444"/>
                        <a:pt x="38991" y="22861"/>
                      </a:cubicBezTo>
                      <a:cubicBezTo>
                        <a:pt x="38991" y="23309"/>
                        <a:pt x="37198" y="30928"/>
                        <a:pt x="38991" y="40340"/>
                      </a:cubicBezTo>
                      <a:lnTo>
                        <a:pt x="38991" y="41684"/>
                      </a:lnTo>
                      <a:cubicBezTo>
                        <a:pt x="40335" y="50199"/>
                        <a:pt x="42128" y="61404"/>
                        <a:pt x="49747" y="69919"/>
                      </a:cubicBezTo>
                      <a:cubicBezTo>
                        <a:pt x="50643" y="70815"/>
                        <a:pt x="51540" y="71712"/>
                        <a:pt x="52436" y="72608"/>
                      </a:cubicBezTo>
                      <a:cubicBezTo>
                        <a:pt x="52884" y="73953"/>
                        <a:pt x="52884" y="75297"/>
                        <a:pt x="52884" y="76641"/>
                      </a:cubicBezTo>
                      <a:cubicBezTo>
                        <a:pt x="52884" y="86053"/>
                        <a:pt x="45713" y="93672"/>
                        <a:pt x="36750" y="93672"/>
                      </a:cubicBezTo>
                      <a:cubicBezTo>
                        <a:pt x="16582" y="93672"/>
                        <a:pt x="448" y="110254"/>
                        <a:pt x="0" y="131318"/>
                      </a:cubicBezTo>
                      <a:lnTo>
                        <a:pt x="0" y="138489"/>
                      </a:lnTo>
                      <a:lnTo>
                        <a:pt x="0" y="150590"/>
                      </a:lnTo>
                      <a:cubicBezTo>
                        <a:pt x="0" y="151934"/>
                        <a:pt x="896" y="152830"/>
                        <a:pt x="2241" y="152830"/>
                      </a:cubicBezTo>
                      <a:cubicBezTo>
                        <a:pt x="2241" y="152830"/>
                        <a:pt x="2241" y="152830"/>
                        <a:pt x="2241" y="152830"/>
                      </a:cubicBezTo>
                      <a:cubicBezTo>
                        <a:pt x="3585" y="152830"/>
                        <a:pt x="4482" y="151934"/>
                        <a:pt x="4482" y="150590"/>
                      </a:cubicBezTo>
                      <a:lnTo>
                        <a:pt x="4482" y="138489"/>
                      </a:lnTo>
                      <a:lnTo>
                        <a:pt x="4482" y="131318"/>
                      </a:lnTo>
                      <a:cubicBezTo>
                        <a:pt x="4930" y="112943"/>
                        <a:pt x="19271" y="98154"/>
                        <a:pt x="36750" y="98154"/>
                      </a:cubicBezTo>
                      <a:cubicBezTo>
                        <a:pt x="47954" y="98154"/>
                        <a:pt x="57365" y="88742"/>
                        <a:pt x="57365" y="76641"/>
                      </a:cubicBezTo>
                      <a:cubicBezTo>
                        <a:pt x="57365" y="76193"/>
                        <a:pt x="57365" y="76193"/>
                        <a:pt x="57365" y="75745"/>
                      </a:cubicBezTo>
                      <a:cubicBezTo>
                        <a:pt x="64088" y="78882"/>
                        <a:pt x="70811" y="79330"/>
                        <a:pt x="71707" y="79330"/>
                      </a:cubicBezTo>
                      <a:cubicBezTo>
                        <a:pt x="71707" y="79330"/>
                        <a:pt x="71707" y="79330"/>
                        <a:pt x="72155" y="79330"/>
                      </a:cubicBezTo>
                      <a:cubicBezTo>
                        <a:pt x="73948" y="79330"/>
                        <a:pt x="79774" y="78882"/>
                        <a:pt x="85600" y="76641"/>
                      </a:cubicBezTo>
                      <a:cubicBezTo>
                        <a:pt x="85600" y="76641"/>
                        <a:pt x="85600" y="76641"/>
                        <a:pt x="85600" y="77090"/>
                      </a:cubicBezTo>
                      <a:cubicBezTo>
                        <a:pt x="85600" y="85605"/>
                        <a:pt x="90530" y="93224"/>
                        <a:pt x="97701" y="96361"/>
                      </a:cubicBezTo>
                      <a:cubicBezTo>
                        <a:pt x="97253" y="96361"/>
                        <a:pt x="97253" y="96361"/>
                        <a:pt x="97701" y="96361"/>
                      </a:cubicBezTo>
                      <a:close/>
                      <a:moveTo>
                        <a:pt x="71259" y="74849"/>
                      </a:moveTo>
                      <a:cubicBezTo>
                        <a:pt x="70811" y="74849"/>
                        <a:pt x="71259" y="74849"/>
                        <a:pt x="71259" y="74849"/>
                      </a:cubicBezTo>
                      <a:cubicBezTo>
                        <a:pt x="71259" y="74849"/>
                        <a:pt x="71259" y="74849"/>
                        <a:pt x="71259" y="74849"/>
                      </a:cubicBezTo>
                      <a:cubicBezTo>
                        <a:pt x="70811" y="74849"/>
                        <a:pt x="58710" y="74849"/>
                        <a:pt x="52436" y="67230"/>
                      </a:cubicBezTo>
                      <a:cubicBezTo>
                        <a:pt x="45713" y="59611"/>
                        <a:pt x="43920" y="48855"/>
                        <a:pt x="43024" y="41236"/>
                      </a:cubicBezTo>
                      <a:lnTo>
                        <a:pt x="43024" y="39892"/>
                      </a:lnTo>
                      <a:cubicBezTo>
                        <a:pt x="41679" y="31376"/>
                        <a:pt x="43024" y="23757"/>
                        <a:pt x="43024" y="23757"/>
                      </a:cubicBezTo>
                      <a:cubicBezTo>
                        <a:pt x="47058" y="4038"/>
                        <a:pt x="69914" y="4486"/>
                        <a:pt x="71259" y="4486"/>
                      </a:cubicBezTo>
                      <a:cubicBezTo>
                        <a:pt x="71707" y="4486"/>
                        <a:pt x="95460" y="3590"/>
                        <a:pt x="99494" y="23757"/>
                      </a:cubicBezTo>
                      <a:cubicBezTo>
                        <a:pt x="99494" y="23757"/>
                        <a:pt x="100838" y="30928"/>
                        <a:pt x="99494" y="39892"/>
                      </a:cubicBezTo>
                      <a:lnTo>
                        <a:pt x="99046" y="42581"/>
                      </a:lnTo>
                      <a:cubicBezTo>
                        <a:pt x="97701" y="50648"/>
                        <a:pt x="96357" y="60507"/>
                        <a:pt x="90082" y="67678"/>
                      </a:cubicBezTo>
                      <a:cubicBezTo>
                        <a:pt x="83360" y="74401"/>
                        <a:pt x="73051" y="74849"/>
                        <a:pt x="71259" y="74849"/>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42" name="Group 2623">
                <a:extLst>
                  <a:ext uri="{FF2B5EF4-FFF2-40B4-BE49-F238E27FC236}">
                    <a16:creationId xmlns:a16="http://schemas.microsoft.com/office/drawing/2014/main" id="{1EF434B0-8E46-0053-714A-7F79894B41C6}"/>
                  </a:ext>
                  <a:ext uri="{C183D7F6-B498-43B3-948B-1728B52AA6E4}">
                    <adec:decorative xmlns:adec="http://schemas.microsoft.com/office/drawing/2017/decorative" val="1"/>
                  </a:ext>
                </a:extLst>
              </p:cNvPr>
              <p:cNvGrpSpPr>
                <a:grpSpLocks noChangeAspect="1"/>
              </p:cNvGrpSpPr>
              <p:nvPr/>
            </p:nvGrpSpPr>
            <p:grpSpPr>
              <a:xfrm>
                <a:off x="10889619" y="5213020"/>
                <a:ext cx="160388" cy="152378"/>
                <a:chOff x="10946119" y="3157329"/>
                <a:chExt cx="160388" cy="152378"/>
              </a:xfrm>
            </p:grpSpPr>
            <p:sp>
              <p:nvSpPr>
                <p:cNvPr id="1643" name="Freeform: Shape 2652">
                  <a:extLst>
                    <a:ext uri="{FF2B5EF4-FFF2-40B4-BE49-F238E27FC236}">
                      <a16:creationId xmlns:a16="http://schemas.microsoft.com/office/drawing/2014/main" id="{CCC11CE5-742F-31EC-6578-A0264B57A90A}"/>
                    </a:ext>
                  </a:extLst>
                </p:cNvPr>
                <p:cNvSpPr/>
                <p:nvPr/>
              </p:nvSpPr>
              <p:spPr>
                <a:xfrm>
                  <a:off x="11057208" y="3256781"/>
                  <a:ext cx="49299" cy="49299"/>
                </a:xfrm>
                <a:custGeom>
                  <a:avLst/>
                  <a:gdLst>
                    <a:gd name="connsiteX0" fmla="*/ 45322 w 49298"/>
                    <a:gd name="connsiteY0" fmla="*/ 7676 h 49298"/>
                    <a:gd name="connsiteX1" fmla="*/ 7676 w 49298"/>
                    <a:gd name="connsiteY1" fmla="*/ 8124 h 49298"/>
                    <a:gd name="connsiteX2" fmla="*/ 8124 w 49298"/>
                    <a:gd name="connsiteY2" fmla="*/ 45770 h 49298"/>
                    <a:gd name="connsiteX3" fmla="*/ 26947 w 49298"/>
                    <a:gd name="connsiteY3" fmla="*/ 53389 h 49298"/>
                    <a:gd name="connsiteX4" fmla="*/ 45770 w 49298"/>
                    <a:gd name="connsiteY4" fmla="*/ 45322 h 49298"/>
                    <a:gd name="connsiteX5" fmla="*/ 53389 w 49298"/>
                    <a:gd name="connsiteY5" fmla="*/ 26499 h 49298"/>
                    <a:gd name="connsiteX6" fmla="*/ 45322 w 49298"/>
                    <a:gd name="connsiteY6" fmla="*/ 7676 h 49298"/>
                    <a:gd name="connsiteX7" fmla="*/ 42633 w 49298"/>
                    <a:gd name="connsiteY7" fmla="*/ 42185 h 49298"/>
                    <a:gd name="connsiteX8" fmla="*/ 11261 w 49298"/>
                    <a:gd name="connsiteY8" fmla="*/ 42633 h 49298"/>
                    <a:gd name="connsiteX9" fmla="*/ 10813 w 49298"/>
                    <a:gd name="connsiteY9" fmla="*/ 11261 h 49298"/>
                    <a:gd name="connsiteX10" fmla="*/ 42185 w 49298"/>
                    <a:gd name="connsiteY10" fmla="*/ 10813 h 49298"/>
                    <a:gd name="connsiteX11" fmla="*/ 48908 w 49298"/>
                    <a:gd name="connsiteY11" fmla="*/ 26499 h 49298"/>
                    <a:gd name="connsiteX12" fmla="*/ 42633 w 49298"/>
                    <a:gd name="connsiteY12" fmla="*/ 42185 h 4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298" h="49298">
                      <a:moveTo>
                        <a:pt x="45322" y="7676"/>
                      </a:moveTo>
                      <a:cubicBezTo>
                        <a:pt x="35014" y="-2632"/>
                        <a:pt x="17984" y="-2632"/>
                        <a:pt x="7676" y="8124"/>
                      </a:cubicBezTo>
                      <a:cubicBezTo>
                        <a:pt x="-2632" y="18880"/>
                        <a:pt x="-2632" y="35462"/>
                        <a:pt x="8124" y="45770"/>
                      </a:cubicBezTo>
                      <a:cubicBezTo>
                        <a:pt x="13502" y="50700"/>
                        <a:pt x="20225" y="53389"/>
                        <a:pt x="26947" y="53389"/>
                      </a:cubicBezTo>
                      <a:cubicBezTo>
                        <a:pt x="33670" y="53389"/>
                        <a:pt x="40840" y="50700"/>
                        <a:pt x="45770" y="45322"/>
                      </a:cubicBezTo>
                      <a:cubicBezTo>
                        <a:pt x="50700" y="40392"/>
                        <a:pt x="53389" y="33670"/>
                        <a:pt x="53389" y="26499"/>
                      </a:cubicBezTo>
                      <a:cubicBezTo>
                        <a:pt x="53389" y="19328"/>
                        <a:pt x="50252" y="12606"/>
                        <a:pt x="45322" y="7676"/>
                      </a:cubicBezTo>
                      <a:close/>
                      <a:moveTo>
                        <a:pt x="42633" y="42185"/>
                      </a:moveTo>
                      <a:cubicBezTo>
                        <a:pt x="34118" y="50700"/>
                        <a:pt x="20225" y="51148"/>
                        <a:pt x="11261" y="42633"/>
                      </a:cubicBezTo>
                      <a:cubicBezTo>
                        <a:pt x="2298" y="34118"/>
                        <a:pt x="2298" y="20224"/>
                        <a:pt x="10813" y="11261"/>
                      </a:cubicBezTo>
                      <a:cubicBezTo>
                        <a:pt x="19328" y="2746"/>
                        <a:pt x="33222" y="2298"/>
                        <a:pt x="42185" y="10813"/>
                      </a:cubicBezTo>
                      <a:cubicBezTo>
                        <a:pt x="46218" y="14847"/>
                        <a:pt x="48908" y="20673"/>
                        <a:pt x="48908" y="26499"/>
                      </a:cubicBezTo>
                      <a:cubicBezTo>
                        <a:pt x="48908" y="32325"/>
                        <a:pt x="46667" y="37703"/>
                        <a:pt x="42633" y="4218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44" name="Freeform: Shape 2653">
                  <a:extLst>
                    <a:ext uri="{FF2B5EF4-FFF2-40B4-BE49-F238E27FC236}">
                      <a16:creationId xmlns:a16="http://schemas.microsoft.com/office/drawing/2014/main" id="{9855E781-44EC-30BB-9D23-2A25B29924F7}"/>
                    </a:ext>
                  </a:extLst>
                </p:cNvPr>
                <p:cNvSpPr/>
                <p:nvPr/>
              </p:nvSpPr>
              <p:spPr>
                <a:xfrm>
                  <a:off x="11068470" y="3268042"/>
                  <a:ext cx="31372" cy="31372"/>
                </a:xfrm>
                <a:custGeom>
                  <a:avLst/>
                  <a:gdLst>
                    <a:gd name="connsiteX0" fmla="*/ 29131 w 31371"/>
                    <a:gd name="connsiteY0" fmla="*/ 13445 h 31371"/>
                    <a:gd name="connsiteX1" fmla="*/ 17927 w 31371"/>
                    <a:gd name="connsiteY1" fmla="*/ 13445 h 31371"/>
                    <a:gd name="connsiteX2" fmla="*/ 17927 w 31371"/>
                    <a:gd name="connsiteY2" fmla="*/ 2241 h 31371"/>
                    <a:gd name="connsiteX3" fmla="*/ 15686 w 31371"/>
                    <a:gd name="connsiteY3" fmla="*/ 0 h 31371"/>
                    <a:gd name="connsiteX4" fmla="*/ 13445 w 31371"/>
                    <a:gd name="connsiteY4" fmla="*/ 2241 h 31371"/>
                    <a:gd name="connsiteX5" fmla="*/ 13445 w 31371"/>
                    <a:gd name="connsiteY5" fmla="*/ 13445 h 31371"/>
                    <a:gd name="connsiteX6" fmla="*/ 2241 w 31371"/>
                    <a:gd name="connsiteY6" fmla="*/ 13445 h 31371"/>
                    <a:gd name="connsiteX7" fmla="*/ 0 w 31371"/>
                    <a:gd name="connsiteY7" fmla="*/ 15686 h 31371"/>
                    <a:gd name="connsiteX8" fmla="*/ 2241 w 31371"/>
                    <a:gd name="connsiteY8" fmla="*/ 17927 h 31371"/>
                    <a:gd name="connsiteX9" fmla="*/ 13445 w 31371"/>
                    <a:gd name="connsiteY9" fmla="*/ 17927 h 31371"/>
                    <a:gd name="connsiteX10" fmla="*/ 13445 w 31371"/>
                    <a:gd name="connsiteY10" fmla="*/ 29131 h 31371"/>
                    <a:gd name="connsiteX11" fmla="*/ 15686 w 31371"/>
                    <a:gd name="connsiteY11" fmla="*/ 31372 h 31371"/>
                    <a:gd name="connsiteX12" fmla="*/ 17927 w 31371"/>
                    <a:gd name="connsiteY12" fmla="*/ 29131 h 31371"/>
                    <a:gd name="connsiteX13" fmla="*/ 17927 w 31371"/>
                    <a:gd name="connsiteY13" fmla="*/ 17927 h 31371"/>
                    <a:gd name="connsiteX14" fmla="*/ 29131 w 31371"/>
                    <a:gd name="connsiteY14" fmla="*/ 17927 h 31371"/>
                    <a:gd name="connsiteX15" fmla="*/ 31372 w 31371"/>
                    <a:gd name="connsiteY15" fmla="*/ 15686 h 31371"/>
                    <a:gd name="connsiteX16" fmla="*/ 29131 w 31371"/>
                    <a:gd name="connsiteY16" fmla="*/ 13445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371" h="31371">
                      <a:moveTo>
                        <a:pt x="29131" y="13445"/>
                      </a:moveTo>
                      <a:lnTo>
                        <a:pt x="17927" y="13445"/>
                      </a:lnTo>
                      <a:lnTo>
                        <a:pt x="17927" y="2241"/>
                      </a:lnTo>
                      <a:cubicBezTo>
                        <a:pt x="17927" y="896"/>
                        <a:pt x="17030" y="0"/>
                        <a:pt x="15686" y="0"/>
                      </a:cubicBezTo>
                      <a:cubicBezTo>
                        <a:pt x="14341" y="0"/>
                        <a:pt x="13445" y="896"/>
                        <a:pt x="13445" y="2241"/>
                      </a:cubicBezTo>
                      <a:lnTo>
                        <a:pt x="13445" y="13445"/>
                      </a:lnTo>
                      <a:lnTo>
                        <a:pt x="2241" y="13445"/>
                      </a:lnTo>
                      <a:cubicBezTo>
                        <a:pt x="896" y="13445"/>
                        <a:pt x="0" y="14342"/>
                        <a:pt x="0" y="15686"/>
                      </a:cubicBezTo>
                      <a:cubicBezTo>
                        <a:pt x="0" y="17031"/>
                        <a:pt x="896" y="17927"/>
                        <a:pt x="2241" y="17927"/>
                      </a:cubicBezTo>
                      <a:lnTo>
                        <a:pt x="13445" y="17927"/>
                      </a:lnTo>
                      <a:lnTo>
                        <a:pt x="13445" y="29131"/>
                      </a:lnTo>
                      <a:cubicBezTo>
                        <a:pt x="13445" y="30476"/>
                        <a:pt x="14341" y="31372"/>
                        <a:pt x="15686" y="31372"/>
                      </a:cubicBezTo>
                      <a:cubicBezTo>
                        <a:pt x="17030" y="31372"/>
                        <a:pt x="17927" y="30476"/>
                        <a:pt x="17927" y="29131"/>
                      </a:cubicBezTo>
                      <a:lnTo>
                        <a:pt x="17927" y="17927"/>
                      </a:lnTo>
                      <a:lnTo>
                        <a:pt x="29131" y="17927"/>
                      </a:lnTo>
                      <a:cubicBezTo>
                        <a:pt x="30475" y="17927"/>
                        <a:pt x="31372" y="17031"/>
                        <a:pt x="31372" y="15686"/>
                      </a:cubicBezTo>
                      <a:cubicBezTo>
                        <a:pt x="31372" y="14342"/>
                        <a:pt x="30027" y="13445"/>
                        <a:pt x="29131" y="13445"/>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45" name="Freeform: Shape 2654">
                  <a:extLst>
                    <a:ext uri="{FF2B5EF4-FFF2-40B4-BE49-F238E27FC236}">
                      <a16:creationId xmlns:a16="http://schemas.microsoft.com/office/drawing/2014/main" id="{5E403D89-7113-C17D-E2F0-69A31BC07EB5}"/>
                    </a:ext>
                  </a:extLst>
                </p:cNvPr>
                <p:cNvSpPr/>
                <p:nvPr/>
              </p:nvSpPr>
              <p:spPr>
                <a:xfrm>
                  <a:off x="10946119" y="3157329"/>
                  <a:ext cx="134451" cy="152378"/>
                </a:xfrm>
                <a:custGeom>
                  <a:avLst/>
                  <a:gdLst>
                    <a:gd name="connsiteX0" fmla="*/ 118317 w 134451"/>
                    <a:gd name="connsiteY0" fmla="*/ 77100 h 152377"/>
                    <a:gd name="connsiteX1" fmla="*/ 130417 w 134451"/>
                    <a:gd name="connsiteY1" fmla="*/ 96371 h 152377"/>
                    <a:gd name="connsiteX2" fmla="*/ 131314 w 134451"/>
                    <a:gd name="connsiteY2" fmla="*/ 96371 h 152377"/>
                    <a:gd name="connsiteX3" fmla="*/ 133555 w 134451"/>
                    <a:gd name="connsiteY3" fmla="*/ 95027 h 152377"/>
                    <a:gd name="connsiteX4" fmla="*/ 132658 w 134451"/>
                    <a:gd name="connsiteY4" fmla="*/ 91890 h 152377"/>
                    <a:gd name="connsiteX5" fmla="*/ 123247 w 134451"/>
                    <a:gd name="connsiteY5" fmla="*/ 76652 h 152377"/>
                    <a:gd name="connsiteX6" fmla="*/ 123695 w 134451"/>
                    <a:gd name="connsiteY6" fmla="*/ 73515 h 152377"/>
                    <a:gd name="connsiteX7" fmla="*/ 127280 w 134451"/>
                    <a:gd name="connsiteY7" fmla="*/ 70377 h 152377"/>
                    <a:gd name="connsiteX8" fmla="*/ 137140 w 134451"/>
                    <a:gd name="connsiteY8" fmla="*/ 43039 h 152377"/>
                    <a:gd name="connsiteX9" fmla="*/ 137589 w 134451"/>
                    <a:gd name="connsiteY9" fmla="*/ 40350 h 152377"/>
                    <a:gd name="connsiteX10" fmla="*/ 137589 w 134451"/>
                    <a:gd name="connsiteY10" fmla="*/ 22872 h 152377"/>
                    <a:gd name="connsiteX11" fmla="*/ 104872 w 134451"/>
                    <a:gd name="connsiteY11" fmla="*/ 15 h 152377"/>
                    <a:gd name="connsiteX12" fmla="*/ 88738 w 134451"/>
                    <a:gd name="connsiteY12" fmla="*/ 3600 h 152377"/>
                    <a:gd name="connsiteX13" fmla="*/ 88738 w 134451"/>
                    <a:gd name="connsiteY13" fmla="*/ 3600 h 152377"/>
                    <a:gd name="connsiteX14" fmla="*/ 71259 w 134451"/>
                    <a:gd name="connsiteY14" fmla="*/ 15 h 152377"/>
                    <a:gd name="connsiteX15" fmla="*/ 38991 w 134451"/>
                    <a:gd name="connsiteY15" fmla="*/ 22872 h 152377"/>
                    <a:gd name="connsiteX16" fmla="*/ 38991 w 134451"/>
                    <a:gd name="connsiteY16" fmla="*/ 40350 h 152377"/>
                    <a:gd name="connsiteX17" fmla="*/ 38991 w 134451"/>
                    <a:gd name="connsiteY17" fmla="*/ 41695 h 152377"/>
                    <a:gd name="connsiteX18" fmla="*/ 49747 w 134451"/>
                    <a:gd name="connsiteY18" fmla="*/ 69929 h 152377"/>
                    <a:gd name="connsiteX19" fmla="*/ 52436 w 134451"/>
                    <a:gd name="connsiteY19" fmla="*/ 72618 h 152377"/>
                    <a:gd name="connsiteX20" fmla="*/ 52884 w 134451"/>
                    <a:gd name="connsiteY20" fmla="*/ 76652 h 152377"/>
                    <a:gd name="connsiteX21" fmla="*/ 36750 w 134451"/>
                    <a:gd name="connsiteY21" fmla="*/ 93682 h 152377"/>
                    <a:gd name="connsiteX22" fmla="*/ 0 w 134451"/>
                    <a:gd name="connsiteY22" fmla="*/ 131329 h 152377"/>
                    <a:gd name="connsiteX23" fmla="*/ 0 w 134451"/>
                    <a:gd name="connsiteY23" fmla="*/ 138499 h 152377"/>
                    <a:gd name="connsiteX24" fmla="*/ 0 w 134451"/>
                    <a:gd name="connsiteY24" fmla="*/ 150600 h 152377"/>
                    <a:gd name="connsiteX25" fmla="*/ 2241 w 134451"/>
                    <a:gd name="connsiteY25" fmla="*/ 152841 h 152377"/>
                    <a:gd name="connsiteX26" fmla="*/ 2241 w 134451"/>
                    <a:gd name="connsiteY26" fmla="*/ 152841 h 152377"/>
                    <a:gd name="connsiteX27" fmla="*/ 4482 w 134451"/>
                    <a:gd name="connsiteY27" fmla="*/ 150600 h 152377"/>
                    <a:gd name="connsiteX28" fmla="*/ 4482 w 134451"/>
                    <a:gd name="connsiteY28" fmla="*/ 138499 h 152377"/>
                    <a:gd name="connsiteX29" fmla="*/ 4482 w 134451"/>
                    <a:gd name="connsiteY29" fmla="*/ 131329 h 152377"/>
                    <a:gd name="connsiteX30" fmla="*/ 36750 w 134451"/>
                    <a:gd name="connsiteY30" fmla="*/ 98164 h 152377"/>
                    <a:gd name="connsiteX31" fmla="*/ 57366 w 134451"/>
                    <a:gd name="connsiteY31" fmla="*/ 76652 h 152377"/>
                    <a:gd name="connsiteX32" fmla="*/ 57366 w 134451"/>
                    <a:gd name="connsiteY32" fmla="*/ 75756 h 152377"/>
                    <a:gd name="connsiteX33" fmla="*/ 71707 w 134451"/>
                    <a:gd name="connsiteY33" fmla="*/ 79341 h 152377"/>
                    <a:gd name="connsiteX34" fmla="*/ 72156 w 134451"/>
                    <a:gd name="connsiteY34" fmla="*/ 79341 h 152377"/>
                    <a:gd name="connsiteX35" fmla="*/ 86497 w 134451"/>
                    <a:gd name="connsiteY35" fmla="*/ 76204 h 152377"/>
                    <a:gd name="connsiteX36" fmla="*/ 86497 w 134451"/>
                    <a:gd name="connsiteY36" fmla="*/ 77100 h 152377"/>
                    <a:gd name="connsiteX37" fmla="*/ 70363 w 134451"/>
                    <a:gd name="connsiteY37" fmla="*/ 94131 h 152377"/>
                    <a:gd name="connsiteX38" fmla="*/ 33613 w 134451"/>
                    <a:gd name="connsiteY38" fmla="*/ 131777 h 152377"/>
                    <a:gd name="connsiteX39" fmla="*/ 33613 w 134451"/>
                    <a:gd name="connsiteY39" fmla="*/ 138948 h 152377"/>
                    <a:gd name="connsiteX40" fmla="*/ 33613 w 134451"/>
                    <a:gd name="connsiteY40" fmla="*/ 151048 h 152377"/>
                    <a:gd name="connsiteX41" fmla="*/ 35854 w 134451"/>
                    <a:gd name="connsiteY41" fmla="*/ 153289 h 152377"/>
                    <a:gd name="connsiteX42" fmla="*/ 35854 w 134451"/>
                    <a:gd name="connsiteY42" fmla="*/ 153289 h 152377"/>
                    <a:gd name="connsiteX43" fmla="*/ 38094 w 134451"/>
                    <a:gd name="connsiteY43" fmla="*/ 151048 h 152377"/>
                    <a:gd name="connsiteX44" fmla="*/ 38094 w 134451"/>
                    <a:gd name="connsiteY44" fmla="*/ 138948 h 152377"/>
                    <a:gd name="connsiteX45" fmla="*/ 38094 w 134451"/>
                    <a:gd name="connsiteY45" fmla="*/ 131777 h 152377"/>
                    <a:gd name="connsiteX46" fmla="*/ 70363 w 134451"/>
                    <a:gd name="connsiteY46" fmla="*/ 98612 h 152377"/>
                    <a:gd name="connsiteX47" fmla="*/ 90979 w 134451"/>
                    <a:gd name="connsiteY47" fmla="*/ 77100 h 152377"/>
                    <a:gd name="connsiteX48" fmla="*/ 90979 w 134451"/>
                    <a:gd name="connsiteY48" fmla="*/ 76204 h 152377"/>
                    <a:gd name="connsiteX49" fmla="*/ 105320 w 134451"/>
                    <a:gd name="connsiteY49" fmla="*/ 79789 h 152377"/>
                    <a:gd name="connsiteX50" fmla="*/ 105768 w 134451"/>
                    <a:gd name="connsiteY50" fmla="*/ 79789 h 152377"/>
                    <a:gd name="connsiteX51" fmla="*/ 118317 w 134451"/>
                    <a:gd name="connsiteY51" fmla="*/ 77100 h 152377"/>
                    <a:gd name="connsiteX52" fmla="*/ 118317 w 134451"/>
                    <a:gd name="connsiteY52" fmla="*/ 77100 h 152377"/>
                    <a:gd name="connsiteX53" fmla="*/ 71259 w 134451"/>
                    <a:gd name="connsiteY53" fmla="*/ 75307 h 152377"/>
                    <a:gd name="connsiteX54" fmla="*/ 52436 w 134451"/>
                    <a:gd name="connsiteY54" fmla="*/ 67689 h 152377"/>
                    <a:gd name="connsiteX55" fmla="*/ 43025 w 134451"/>
                    <a:gd name="connsiteY55" fmla="*/ 41695 h 152377"/>
                    <a:gd name="connsiteX56" fmla="*/ 43025 w 134451"/>
                    <a:gd name="connsiteY56" fmla="*/ 40350 h 152377"/>
                    <a:gd name="connsiteX57" fmla="*/ 43025 w 134451"/>
                    <a:gd name="connsiteY57" fmla="*/ 24216 h 152377"/>
                    <a:gd name="connsiteX58" fmla="*/ 71259 w 134451"/>
                    <a:gd name="connsiteY58" fmla="*/ 4945 h 152377"/>
                    <a:gd name="connsiteX59" fmla="*/ 83360 w 134451"/>
                    <a:gd name="connsiteY59" fmla="*/ 6737 h 152377"/>
                    <a:gd name="connsiteX60" fmla="*/ 72604 w 134451"/>
                    <a:gd name="connsiteY60" fmla="*/ 23320 h 152377"/>
                    <a:gd name="connsiteX61" fmla="*/ 72604 w 134451"/>
                    <a:gd name="connsiteY61" fmla="*/ 40798 h 152377"/>
                    <a:gd name="connsiteX62" fmla="*/ 72604 w 134451"/>
                    <a:gd name="connsiteY62" fmla="*/ 42143 h 152377"/>
                    <a:gd name="connsiteX63" fmla="*/ 83360 w 134451"/>
                    <a:gd name="connsiteY63" fmla="*/ 70377 h 152377"/>
                    <a:gd name="connsiteX64" fmla="*/ 84704 w 134451"/>
                    <a:gd name="connsiteY64" fmla="*/ 71722 h 152377"/>
                    <a:gd name="connsiteX65" fmla="*/ 71259 w 134451"/>
                    <a:gd name="connsiteY65" fmla="*/ 75307 h 152377"/>
                    <a:gd name="connsiteX66" fmla="*/ 105320 w 134451"/>
                    <a:gd name="connsiteY66" fmla="*/ 75307 h 152377"/>
                    <a:gd name="connsiteX67" fmla="*/ 105320 w 134451"/>
                    <a:gd name="connsiteY67" fmla="*/ 75307 h 152377"/>
                    <a:gd name="connsiteX68" fmla="*/ 105320 w 134451"/>
                    <a:gd name="connsiteY68" fmla="*/ 75307 h 152377"/>
                    <a:gd name="connsiteX69" fmla="*/ 86497 w 134451"/>
                    <a:gd name="connsiteY69" fmla="*/ 67689 h 152377"/>
                    <a:gd name="connsiteX70" fmla="*/ 77085 w 134451"/>
                    <a:gd name="connsiteY70" fmla="*/ 41695 h 152377"/>
                    <a:gd name="connsiteX71" fmla="*/ 77085 w 134451"/>
                    <a:gd name="connsiteY71" fmla="*/ 40350 h 152377"/>
                    <a:gd name="connsiteX72" fmla="*/ 77085 w 134451"/>
                    <a:gd name="connsiteY72" fmla="*/ 24216 h 152377"/>
                    <a:gd name="connsiteX73" fmla="*/ 105320 w 134451"/>
                    <a:gd name="connsiteY73" fmla="*/ 4945 h 152377"/>
                    <a:gd name="connsiteX74" fmla="*/ 133555 w 134451"/>
                    <a:gd name="connsiteY74" fmla="*/ 24216 h 152377"/>
                    <a:gd name="connsiteX75" fmla="*/ 133555 w 134451"/>
                    <a:gd name="connsiteY75" fmla="*/ 40350 h 152377"/>
                    <a:gd name="connsiteX76" fmla="*/ 133107 w 134451"/>
                    <a:gd name="connsiteY76" fmla="*/ 43039 h 152377"/>
                    <a:gd name="connsiteX77" fmla="*/ 124143 w 134451"/>
                    <a:gd name="connsiteY77" fmla="*/ 68137 h 152377"/>
                    <a:gd name="connsiteX78" fmla="*/ 105320 w 134451"/>
                    <a:gd name="connsiteY78" fmla="*/ 75307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34451" h="152377">
                      <a:moveTo>
                        <a:pt x="118317" y="77100"/>
                      </a:moveTo>
                      <a:cubicBezTo>
                        <a:pt x="118317" y="85615"/>
                        <a:pt x="123247" y="93234"/>
                        <a:pt x="130417" y="96371"/>
                      </a:cubicBezTo>
                      <a:cubicBezTo>
                        <a:pt x="130866" y="96371"/>
                        <a:pt x="130866" y="96371"/>
                        <a:pt x="131314" y="96371"/>
                      </a:cubicBezTo>
                      <a:cubicBezTo>
                        <a:pt x="132210" y="96371"/>
                        <a:pt x="133107" y="95923"/>
                        <a:pt x="133555" y="95027"/>
                      </a:cubicBezTo>
                      <a:cubicBezTo>
                        <a:pt x="134003" y="93682"/>
                        <a:pt x="133555" y="92786"/>
                        <a:pt x="132658" y="91890"/>
                      </a:cubicBezTo>
                      <a:cubicBezTo>
                        <a:pt x="126832" y="89201"/>
                        <a:pt x="123247" y="83375"/>
                        <a:pt x="123247" y="76652"/>
                      </a:cubicBezTo>
                      <a:cubicBezTo>
                        <a:pt x="123247" y="75756"/>
                        <a:pt x="123247" y="74411"/>
                        <a:pt x="123695" y="73515"/>
                      </a:cubicBezTo>
                      <a:cubicBezTo>
                        <a:pt x="125040" y="72618"/>
                        <a:pt x="125936" y="71722"/>
                        <a:pt x="127280" y="70377"/>
                      </a:cubicBezTo>
                      <a:cubicBezTo>
                        <a:pt x="134451" y="62310"/>
                        <a:pt x="135796" y="51106"/>
                        <a:pt x="137140" y="43039"/>
                      </a:cubicBezTo>
                      <a:lnTo>
                        <a:pt x="137589" y="40350"/>
                      </a:lnTo>
                      <a:cubicBezTo>
                        <a:pt x="139381" y="30939"/>
                        <a:pt x="137589" y="22872"/>
                        <a:pt x="137589" y="22872"/>
                      </a:cubicBezTo>
                      <a:cubicBezTo>
                        <a:pt x="132658" y="-882"/>
                        <a:pt x="104872" y="15"/>
                        <a:pt x="104872" y="15"/>
                      </a:cubicBezTo>
                      <a:cubicBezTo>
                        <a:pt x="104872" y="15"/>
                        <a:pt x="96805" y="15"/>
                        <a:pt x="88738" y="3600"/>
                      </a:cubicBezTo>
                      <a:cubicBezTo>
                        <a:pt x="88738" y="3600"/>
                        <a:pt x="88738" y="3600"/>
                        <a:pt x="88738" y="3600"/>
                      </a:cubicBezTo>
                      <a:cubicBezTo>
                        <a:pt x="80223" y="-433"/>
                        <a:pt x="71707" y="15"/>
                        <a:pt x="71259" y="15"/>
                      </a:cubicBezTo>
                      <a:cubicBezTo>
                        <a:pt x="70811" y="15"/>
                        <a:pt x="43473" y="-433"/>
                        <a:pt x="38991" y="22872"/>
                      </a:cubicBezTo>
                      <a:cubicBezTo>
                        <a:pt x="38991" y="23320"/>
                        <a:pt x="37198" y="30939"/>
                        <a:pt x="38991" y="40350"/>
                      </a:cubicBezTo>
                      <a:lnTo>
                        <a:pt x="38991" y="41695"/>
                      </a:lnTo>
                      <a:cubicBezTo>
                        <a:pt x="40335" y="50210"/>
                        <a:pt x="42128" y="61414"/>
                        <a:pt x="49747" y="69929"/>
                      </a:cubicBezTo>
                      <a:cubicBezTo>
                        <a:pt x="50643" y="70826"/>
                        <a:pt x="51540" y="71722"/>
                        <a:pt x="52436" y="72618"/>
                      </a:cubicBezTo>
                      <a:cubicBezTo>
                        <a:pt x="52884" y="73963"/>
                        <a:pt x="52884" y="75307"/>
                        <a:pt x="52884" y="76652"/>
                      </a:cubicBezTo>
                      <a:cubicBezTo>
                        <a:pt x="52884" y="86063"/>
                        <a:pt x="45713" y="93682"/>
                        <a:pt x="36750" y="93682"/>
                      </a:cubicBezTo>
                      <a:cubicBezTo>
                        <a:pt x="16582" y="93682"/>
                        <a:pt x="448" y="110265"/>
                        <a:pt x="0" y="131329"/>
                      </a:cubicBezTo>
                      <a:lnTo>
                        <a:pt x="0" y="138499"/>
                      </a:lnTo>
                      <a:lnTo>
                        <a:pt x="0" y="150600"/>
                      </a:lnTo>
                      <a:cubicBezTo>
                        <a:pt x="0" y="151945"/>
                        <a:pt x="896" y="152841"/>
                        <a:pt x="2241" y="152841"/>
                      </a:cubicBezTo>
                      <a:cubicBezTo>
                        <a:pt x="2241" y="152841"/>
                        <a:pt x="2241" y="152841"/>
                        <a:pt x="2241" y="152841"/>
                      </a:cubicBezTo>
                      <a:cubicBezTo>
                        <a:pt x="3586" y="152841"/>
                        <a:pt x="4482" y="151945"/>
                        <a:pt x="4482" y="150600"/>
                      </a:cubicBezTo>
                      <a:lnTo>
                        <a:pt x="4482" y="138499"/>
                      </a:lnTo>
                      <a:lnTo>
                        <a:pt x="4482" y="131329"/>
                      </a:lnTo>
                      <a:cubicBezTo>
                        <a:pt x="4930" y="112954"/>
                        <a:pt x="19272" y="98164"/>
                        <a:pt x="36750" y="98164"/>
                      </a:cubicBezTo>
                      <a:cubicBezTo>
                        <a:pt x="47954" y="98164"/>
                        <a:pt x="57366" y="88752"/>
                        <a:pt x="57366" y="76652"/>
                      </a:cubicBezTo>
                      <a:cubicBezTo>
                        <a:pt x="57366" y="76204"/>
                        <a:pt x="57366" y="76204"/>
                        <a:pt x="57366" y="75756"/>
                      </a:cubicBezTo>
                      <a:cubicBezTo>
                        <a:pt x="64089" y="78893"/>
                        <a:pt x="70811" y="79341"/>
                        <a:pt x="71707" y="79341"/>
                      </a:cubicBezTo>
                      <a:cubicBezTo>
                        <a:pt x="71707" y="79341"/>
                        <a:pt x="71707" y="79341"/>
                        <a:pt x="72156" y="79341"/>
                      </a:cubicBezTo>
                      <a:cubicBezTo>
                        <a:pt x="73948" y="79341"/>
                        <a:pt x="80223" y="79341"/>
                        <a:pt x="86497" y="76204"/>
                      </a:cubicBezTo>
                      <a:cubicBezTo>
                        <a:pt x="86497" y="76652"/>
                        <a:pt x="86497" y="76652"/>
                        <a:pt x="86497" y="77100"/>
                      </a:cubicBezTo>
                      <a:cubicBezTo>
                        <a:pt x="86497" y="86512"/>
                        <a:pt x="79326" y="94131"/>
                        <a:pt x="70363" y="94131"/>
                      </a:cubicBezTo>
                      <a:cubicBezTo>
                        <a:pt x="50195" y="94131"/>
                        <a:pt x="34061" y="110713"/>
                        <a:pt x="33613" y="131777"/>
                      </a:cubicBezTo>
                      <a:lnTo>
                        <a:pt x="33613" y="138948"/>
                      </a:lnTo>
                      <a:lnTo>
                        <a:pt x="33613" y="151048"/>
                      </a:lnTo>
                      <a:cubicBezTo>
                        <a:pt x="33613" y="152393"/>
                        <a:pt x="34509" y="153289"/>
                        <a:pt x="35854" y="153289"/>
                      </a:cubicBezTo>
                      <a:cubicBezTo>
                        <a:pt x="35854" y="153289"/>
                        <a:pt x="35854" y="153289"/>
                        <a:pt x="35854" y="153289"/>
                      </a:cubicBezTo>
                      <a:cubicBezTo>
                        <a:pt x="37198" y="153289"/>
                        <a:pt x="38094" y="152393"/>
                        <a:pt x="38094" y="151048"/>
                      </a:cubicBezTo>
                      <a:lnTo>
                        <a:pt x="38094" y="138948"/>
                      </a:lnTo>
                      <a:lnTo>
                        <a:pt x="38094" y="131777"/>
                      </a:lnTo>
                      <a:cubicBezTo>
                        <a:pt x="38543" y="113402"/>
                        <a:pt x="52884" y="98612"/>
                        <a:pt x="70363" y="98612"/>
                      </a:cubicBezTo>
                      <a:cubicBezTo>
                        <a:pt x="81567" y="98612"/>
                        <a:pt x="90979" y="89201"/>
                        <a:pt x="90979" y="77100"/>
                      </a:cubicBezTo>
                      <a:cubicBezTo>
                        <a:pt x="90979" y="76652"/>
                        <a:pt x="90979" y="76652"/>
                        <a:pt x="90979" y="76204"/>
                      </a:cubicBezTo>
                      <a:cubicBezTo>
                        <a:pt x="97701" y="79341"/>
                        <a:pt x="104424" y="79789"/>
                        <a:pt x="105320" y="79789"/>
                      </a:cubicBezTo>
                      <a:cubicBezTo>
                        <a:pt x="105320" y="79789"/>
                        <a:pt x="105320" y="79789"/>
                        <a:pt x="105768" y="79789"/>
                      </a:cubicBezTo>
                      <a:cubicBezTo>
                        <a:pt x="106665" y="79789"/>
                        <a:pt x="112491" y="79789"/>
                        <a:pt x="118317" y="77100"/>
                      </a:cubicBezTo>
                      <a:cubicBezTo>
                        <a:pt x="118317" y="77100"/>
                        <a:pt x="118317" y="77100"/>
                        <a:pt x="118317" y="77100"/>
                      </a:cubicBezTo>
                      <a:close/>
                      <a:moveTo>
                        <a:pt x="71259" y="75307"/>
                      </a:moveTo>
                      <a:cubicBezTo>
                        <a:pt x="71259" y="75307"/>
                        <a:pt x="59159" y="75307"/>
                        <a:pt x="52436" y="67689"/>
                      </a:cubicBezTo>
                      <a:cubicBezTo>
                        <a:pt x="45713" y="60070"/>
                        <a:pt x="43921" y="49314"/>
                        <a:pt x="43025" y="41695"/>
                      </a:cubicBezTo>
                      <a:lnTo>
                        <a:pt x="43025" y="40350"/>
                      </a:lnTo>
                      <a:cubicBezTo>
                        <a:pt x="41680" y="31835"/>
                        <a:pt x="43025" y="24216"/>
                        <a:pt x="43025" y="24216"/>
                      </a:cubicBezTo>
                      <a:cubicBezTo>
                        <a:pt x="47058" y="4497"/>
                        <a:pt x="69915" y="4945"/>
                        <a:pt x="71259" y="4945"/>
                      </a:cubicBezTo>
                      <a:cubicBezTo>
                        <a:pt x="71259" y="4945"/>
                        <a:pt x="77085" y="4945"/>
                        <a:pt x="83360" y="6737"/>
                      </a:cubicBezTo>
                      <a:cubicBezTo>
                        <a:pt x="78430" y="10323"/>
                        <a:pt x="73948" y="15253"/>
                        <a:pt x="72604" y="23320"/>
                      </a:cubicBezTo>
                      <a:cubicBezTo>
                        <a:pt x="72604" y="23768"/>
                        <a:pt x="70811" y="31387"/>
                        <a:pt x="72604" y="40798"/>
                      </a:cubicBezTo>
                      <a:lnTo>
                        <a:pt x="72604" y="42143"/>
                      </a:lnTo>
                      <a:cubicBezTo>
                        <a:pt x="73948" y="50658"/>
                        <a:pt x="75741" y="61862"/>
                        <a:pt x="83360" y="70377"/>
                      </a:cubicBezTo>
                      <a:cubicBezTo>
                        <a:pt x="83808" y="70826"/>
                        <a:pt x="84256" y="71274"/>
                        <a:pt x="84704" y="71722"/>
                      </a:cubicBezTo>
                      <a:cubicBezTo>
                        <a:pt x="77982" y="75307"/>
                        <a:pt x="71259" y="75307"/>
                        <a:pt x="71259" y="75307"/>
                      </a:cubicBezTo>
                      <a:close/>
                      <a:moveTo>
                        <a:pt x="105320" y="75307"/>
                      </a:moveTo>
                      <a:cubicBezTo>
                        <a:pt x="104872" y="75307"/>
                        <a:pt x="104872" y="75307"/>
                        <a:pt x="105320" y="75307"/>
                      </a:cubicBezTo>
                      <a:cubicBezTo>
                        <a:pt x="104872" y="75307"/>
                        <a:pt x="104872" y="75307"/>
                        <a:pt x="105320" y="75307"/>
                      </a:cubicBezTo>
                      <a:cubicBezTo>
                        <a:pt x="104872" y="75307"/>
                        <a:pt x="92771" y="75307"/>
                        <a:pt x="86497" y="67689"/>
                      </a:cubicBezTo>
                      <a:cubicBezTo>
                        <a:pt x="79775" y="60070"/>
                        <a:pt x="77982" y="49314"/>
                        <a:pt x="77085" y="41695"/>
                      </a:cubicBezTo>
                      <a:lnTo>
                        <a:pt x="77085" y="40350"/>
                      </a:lnTo>
                      <a:cubicBezTo>
                        <a:pt x="75741" y="31835"/>
                        <a:pt x="77085" y="24216"/>
                        <a:pt x="77085" y="24216"/>
                      </a:cubicBezTo>
                      <a:cubicBezTo>
                        <a:pt x="81119" y="4497"/>
                        <a:pt x="103976" y="4945"/>
                        <a:pt x="105320" y="4945"/>
                      </a:cubicBezTo>
                      <a:cubicBezTo>
                        <a:pt x="105768" y="4945"/>
                        <a:pt x="129521" y="4048"/>
                        <a:pt x="133555" y="24216"/>
                      </a:cubicBezTo>
                      <a:cubicBezTo>
                        <a:pt x="133555" y="24216"/>
                        <a:pt x="134899" y="31387"/>
                        <a:pt x="133555" y="40350"/>
                      </a:cubicBezTo>
                      <a:lnTo>
                        <a:pt x="133107" y="43039"/>
                      </a:lnTo>
                      <a:cubicBezTo>
                        <a:pt x="131762" y="51106"/>
                        <a:pt x="130417" y="60966"/>
                        <a:pt x="124143" y="68137"/>
                      </a:cubicBezTo>
                      <a:cubicBezTo>
                        <a:pt x="117421" y="75307"/>
                        <a:pt x="106665" y="75307"/>
                        <a:pt x="105320" y="75307"/>
                      </a:cubicBezTo>
                      <a:close/>
                    </a:path>
                  </a:pathLst>
                </a:custGeom>
                <a:solidFill>
                  <a:srgbClr val="231F20"/>
                </a:solid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1646" name="Graphic 2733">
                <a:extLst>
                  <a:ext uri="{FF2B5EF4-FFF2-40B4-BE49-F238E27FC236}">
                    <a16:creationId xmlns:a16="http://schemas.microsoft.com/office/drawing/2014/main" id="{A97DAD77-C01E-5245-935B-46D526304B4A}"/>
                  </a:ext>
                  <a:ext uri="{C183D7F6-B498-43B3-948B-1728B52AA6E4}">
                    <adec:decorative xmlns:adec="http://schemas.microsoft.com/office/drawing/2017/decorative" val="1"/>
                  </a:ext>
                </a:extLst>
              </p:cNvPr>
              <p:cNvSpPr>
                <a:spLocks noChangeAspect="1"/>
              </p:cNvSpPr>
              <p:nvPr/>
            </p:nvSpPr>
            <p:spPr>
              <a:xfrm>
                <a:off x="10912028" y="3832670"/>
                <a:ext cx="138789" cy="130114"/>
              </a:xfrm>
              <a:custGeom>
                <a:avLst/>
                <a:gdLst>
                  <a:gd name="connsiteX0" fmla="*/ 99754 w 138788"/>
                  <a:gd name="connsiteY0" fmla="*/ 0 h 130113"/>
                  <a:gd name="connsiteX1" fmla="*/ 70262 w 138788"/>
                  <a:gd name="connsiteY1" fmla="*/ 7373 h 130113"/>
                  <a:gd name="connsiteX2" fmla="*/ 41203 w 138788"/>
                  <a:gd name="connsiteY2" fmla="*/ 0 h 130113"/>
                  <a:gd name="connsiteX3" fmla="*/ 0 w 138788"/>
                  <a:gd name="connsiteY3" fmla="*/ 24722 h 130113"/>
                  <a:gd name="connsiteX4" fmla="*/ 0 w 138788"/>
                  <a:gd name="connsiteY4" fmla="*/ 52479 h 130113"/>
                  <a:gd name="connsiteX5" fmla="*/ 0 w 138788"/>
                  <a:gd name="connsiteY5" fmla="*/ 80237 h 130113"/>
                  <a:gd name="connsiteX6" fmla="*/ 0 w 138788"/>
                  <a:gd name="connsiteY6" fmla="*/ 107995 h 130113"/>
                  <a:gd name="connsiteX7" fmla="*/ 41203 w 138788"/>
                  <a:gd name="connsiteY7" fmla="*/ 132716 h 130113"/>
                  <a:gd name="connsiteX8" fmla="*/ 70262 w 138788"/>
                  <a:gd name="connsiteY8" fmla="*/ 125343 h 130113"/>
                  <a:gd name="connsiteX9" fmla="*/ 99754 w 138788"/>
                  <a:gd name="connsiteY9" fmla="*/ 132716 h 130113"/>
                  <a:gd name="connsiteX10" fmla="*/ 140957 w 138788"/>
                  <a:gd name="connsiteY10" fmla="*/ 107995 h 130113"/>
                  <a:gd name="connsiteX11" fmla="*/ 140957 w 138788"/>
                  <a:gd name="connsiteY11" fmla="*/ 80237 h 130113"/>
                  <a:gd name="connsiteX12" fmla="*/ 140957 w 138788"/>
                  <a:gd name="connsiteY12" fmla="*/ 52479 h 130113"/>
                  <a:gd name="connsiteX13" fmla="*/ 140957 w 138788"/>
                  <a:gd name="connsiteY13" fmla="*/ 24722 h 130113"/>
                  <a:gd name="connsiteX14" fmla="*/ 99754 w 138788"/>
                  <a:gd name="connsiteY14" fmla="*/ 0 h 130113"/>
                  <a:gd name="connsiteX15" fmla="*/ 136620 w 138788"/>
                  <a:gd name="connsiteY15" fmla="*/ 24722 h 130113"/>
                  <a:gd name="connsiteX16" fmla="*/ 129247 w 138788"/>
                  <a:gd name="connsiteY16" fmla="*/ 36866 h 130113"/>
                  <a:gd name="connsiteX17" fmla="*/ 99754 w 138788"/>
                  <a:gd name="connsiteY17" fmla="*/ 45106 h 130113"/>
                  <a:gd name="connsiteX18" fmla="*/ 80671 w 138788"/>
                  <a:gd name="connsiteY18" fmla="*/ 42070 h 130113"/>
                  <a:gd name="connsiteX19" fmla="*/ 71563 w 138788"/>
                  <a:gd name="connsiteY19" fmla="*/ 37733 h 130113"/>
                  <a:gd name="connsiteX20" fmla="*/ 70262 w 138788"/>
                  <a:gd name="connsiteY20" fmla="*/ 36866 h 130113"/>
                  <a:gd name="connsiteX21" fmla="*/ 62889 w 138788"/>
                  <a:gd name="connsiteY21" fmla="*/ 24722 h 130113"/>
                  <a:gd name="connsiteX22" fmla="*/ 62889 w 138788"/>
                  <a:gd name="connsiteY22" fmla="*/ 22987 h 130113"/>
                  <a:gd name="connsiteX23" fmla="*/ 71563 w 138788"/>
                  <a:gd name="connsiteY23" fmla="*/ 11710 h 130113"/>
                  <a:gd name="connsiteX24" fmla="*/ 99754 w 138788"/>
                  <a:gd name="connsiteY24" fmla="*/ 4337 h 130113"/>
                  <a:gd name="connsiteX25" fmla="*/ 136620 w 138788"/>
                  <a:gd name="connsiteY25" fmla="*/ 24722 h 130113"/>
                  <a:gd name="connsiteX26" fmla="*/ 41203 w 138788"/>
                  <a:gd name="connsiteY26" fmla="*/ 4337 h 130113"/>
                  <a:gd name="connsiteX27" fmla="*/ 66358 w 138788"/>
                  <a:gd name="connsiteY27" fmla="*/ 9975 h 130113"/>
                  <a:gd name="connsiteX28" fmla="*/ 64624 w 138788"/>
                  <a:gd name="connsiteY28" fmla="*/ 11710 h 130113"/>
                  <a:gd name="connsiteX29" fmla="*/ 64624 w 138788"/>
                  <a:gd name="connsiteY29" fmla="*/ 11710 h 130113"/>
                  <a:gd name="connsiteX30" fmla="*/ 62889 w 138788"/>
                  <a:gd name="connsiteY30" fmla="*/ 13445 h 130113"/>
                  <a:gd name="connsiteX31" fmla="*/ 62455 w 138788"/>
                  <a:gd name="connsiteY31" fmla="*/ 13879 h 130113"/>
                  <a:gd name="connsiteX32" fmla="*/ 61588 w 138788"/>
                  <a:gd name="connsiteY32" fmla="*/ 15180 h 130113"/>
                  <a:gd name="connsiteX33" fmla="*/ 61154 w 138788"/>
                  <a:gd name="connsiteY33" fmla="*/ 16047 h 130113"/>
                  <a:gd name="connsiteX34" fmla="*/ 60286 w 138788"/>
                  <a:gd name="connsiteY34" fmla="*/ 17349 h 130113"/>
                  <a:gd name="connsiteX35" fmla="*/ 59853 w 138788"/>
                  <a:gd name="connsiteY35" fmla="*/ 18216 h 130113"/>
                  <a:gd name="connsiteX36" fmla="*/ 59419 w 138788"/>
                  <a:gd name="connsiteY36" fmla="*/ 19517 h 130113"/>
                  <a:gd name="connsiteX37" fmla="*/ 58985 w 138788"/>
                  <a:gd name="connsiteY37" fmla="*/ 20385 h 130113"/>
                  <a:gd name="connsiteX38" fmla="*/ 58552 w 138788"/>
                  <a:gd name="connsiteY38" fmla="*/ 21686 h 130113"/>
                  <a:gd name="connsiteX39" fmla="*/ 58552 w 138788"/>
                  <a:gd name="connsiteY39" fmla="*/ 22553 h 130113"/>
                  <a:gd name="connsiteX40" fmla="*/ 58552 w 138788"/>
                  <a:gd name="connsiteY40" fmla="*/ 24722 h 130113"/>
                  <a:gd name="connsiteX41" fmla="*/ 58552 w 138788"/>
                  <a:gd name="connsiteY41" fmla="*/ 42504 h 130113"/>
                  <a:gd name="connsiteX42" fmla="*/ 56817 w 138788"/>
                  <a:gd name="connsiteY42" fmla="*/ 42938 h 130113"/>
                  <a:gd name="connsiteX43" fmla="*/ 55082 w 138788"/>
                  <a:gd name="connsiteY43" fmla="*/ 43371 h 130113"/>
                  <a:gd name="connsiteX44" fmla="*/ 52480 w 138788"/>
                  <a:gd name="connsiteY44" fmla="*/ 43805 h 130113"/>
                  <a:gd name="connsiteX45" fmla="*/ 50745 w 138788"/>
                  <a:gd name="connsiteY45" fmla="*/ 44239 h 130113"/>
                  <a:gd name="connsiteX46" fmla="*/ 47709 w 138788"/>
                  <a:gd name="connsiteY46" fmla="*/ 44672 h 130113"/>
                  <a:gd name="connsiteX47" fmla="*/ 45974 w 138788"/>
                  <a:gd name="connsiteY47" fmla="*/ 44672 h 130113"/>
                  <a:gd name="connsiteX48" fmla="*/ 41203 w 138788"/>
                  <a:gd name="connsiteY48" fmla="*/ 44672 h 130113"/>
                  <a:gd name="connsiteX49" fmla="*/ 11710 w 138788"/>
                  <a:gd name="connsiteY49" fmla="*/ 36432 h 130113"/>
                  <a:gd name="connsiteX50" fmla="*/ 4337 w 138788"/>
                  <a:gd name="connsiteY50" fmla="*/ 24722 h 130113"/>
                  <a:gd name="connsiteX51" fmla="*/ 41203 w 138788"/>
                  <a:gd name="connsiteY51" fmla="*/ 4337 h 130113"/>
                  <a:gd name="connsiteX52" fmla="*/ 6072 w 138788"/>
                  <a:gd name="connsiteY52" fmla="*/ 37733 h 130113"/>
                  <a:gd name="connsiteX53" fmla="*/ 6939 w 138788"/>
                  <a:gd name="connsiteY53" fmla="*/ 38167 h 130113"/>
                  <a:gd name="connsiteX54" fmla="*/ 9108 w 138788"/>
                  <a:gd name="connsiteY54" fmla="*/ 40335 h 130113"/>
                  <a:gd name="connsiteX55" fmla="*/ 41203 w 138788"/>
                  <a:gd name="connsiteY55" fmla="*/ 49443 h 130113"/>
                  <a:gd name="connsiteX56" fmla="*/ 45974 w 138788"/>
                  <a:gd name="connsiteY56" fmla="*/ 49443 h 130113"/>
                  <a:gd name="connsiteX57" fmla="*/ 47709 w 138788"/>
                  <a:gd name="connsiteY57" fmla="*/ 49443 h 130113"/>
                  <a:gd name="connsiteX58" fmla="*/ 51178 w 138788"/>
                  <a:gd name="connsiteY58" fmla="*/ 49010 h 130113"/>
                  <a:gd name="connsiteX59" fmla="*/ 52913 w 138788"/>
                  <a:gd name="connsiteY59" fmla="*/ 48576 h 130113"/>
                  <a:gd name="connsiteX60" fmla="*/ 55949 w 138788"/>
                  <a:gd name="connsiteY60" fmla="*/ 48142 h 130113"/>
                  <a:gd name="connsiteX61" fmla="*/ 57684 w 138788"/>
                  <a:gd name="connsiteY61" fmla="*/ 47708 h 130113"/>
                  <a:gd name="connsiteX62" fmla="*/ 58552 w 138788"/>
                  <a:gd name="connsiteY62" fmla="*/ 47275 h 130113"/>
                  <a:gd name="connsiteX63" fmla="*/ 58552 w 138788"/>
                  <a:gd name="connsiteY63" fmla="*/ 52479 h 130113"/>
                  <a:gd name="connsiteX64" fmla="*/ 58552 w 138788"/>
                  <a:gd name="connsiteY64" fmla="*/ 70695 h 130113"/>
                  <a:gd name="connsiteX65" fmla="*/ 58118 w 138788"/>
                  <a:gd name="connsiteY65" fmla="*/ 70695 h 130113"/>
                  <a:gd name="connsiteX66" fmla="*/ 54214 w 138788"/>
                  <a:gd name="connsiteY66" fmla="*/ 71563 h 130113"/>
                  <a:gd name="connsiteX67" fmla="*/ 50311 w 138788"/>
                  <a:gd name="connsiteY67" fmla="*/ 72430 h 130113"/>
                  <a:gd name="connsiteX68" fmla="*/ 45540 w 138788"/>
                  <a:gd name="connsiteY68" fmla="*/ 72864 h 130113"/>
                  <a:gd name="connsiteX69" fmla="*/ 41203 w 138788"/>
                  <a:gd name="connsiteY69" fmla="*/ 72864 h 130113"/>
                  <a:gd name="connsiteX70" fmla="*/ 11710 w 138788"/>
                  <a:gd name="connsiteY70" fmla="*/ 64623 h 130113"/>
                  <a:gd name="connsiteX71" fmla="*/ 4337 w 138788"/>
                  <a:gd name="connsiteY71" fmla="*/ 52479 h 130113"/>
                  <a:gd name="connsiteX72" fmla="*/ 4337 w 138788"/>
                  <a:gd name="connsiteY72" fmla="*/ 35998 h 130113"/>
                  <a:gd name="connsiteX73" fmla="*/ 4771 w 138788"/>
                  <a:gd name="connsiteY73" fmla="*/ 36432 h 130113"/>
                  <a:gd name="connsiteX74" fmla="*/ 6072 w 138788"/>
                  <a:gd name="connsiteY74" fmla="*/ 37733 h 130113"/>
                  <a:gd name="connsiteX75" fmla="*/ 6072 w 138788"/>
                  <a:gd name="connsiteY75" fmla="*/ 65491 h 130113"/>
                  <a:gd name="connsiteX76" fmla="*/ 6506 w 138788"/>
                  <a:gd name="connsiteY76" fmla="*/ 65924 h 130113"/>
                  <a:gd name="connsiteX77" fmla="*/ 8674 w 138788"/>
                  <a:gd name="connsiteY77" fmla="*/ 68093 h 130113"/>
                  <a:gd name="connsiteX78" fmla="*/ 40769 w 138788"/>
                  <a:gd name="connsiteY78" fmla="*/ 77201 h 130113"/>
                  <a:gd name="connsiteX79" fmla="*/ 45106 w 138788"/>
                  <a:gd name="connsiteY79" fmla="*/ 77201 h 130113"/>
                  <a:gd name="connsiteX80" fmla="*/ 45974 w 138788"/>
                  <a:gd name="connsiteY80" fmla="*/ 77201 h 130113"/>
                  <a:gd name="connsiteX81" fmla="*/ 49877 w 138788"/>
                  <a:gd name="connsiteY81" fmla="*/ 76767 h 130113"/>
                  <a:gd name="connsiteX82" fmla="*/ 50311 w 138788"/>
                  <a:gd name="connsiteY82" fmla="*/ 76767 h 130113"/>
                  <a:gd name="connsiteX83" fmla="*/ 54214 w 138788"/>
                  <a:gd name="connsiteY83" fmla="*/ 75900 h 130113"/>
                  <a:gd name="connsiteX84" fmla="*/ 57684 w 138788"/>
                  <a:gd name="connsiteY84" fmla="*/ 75032 h 130113"/>
                  <a:gd name="connsiteX85" fmla="*/ 57684 w 138788"/>
                  <a:gd name="connsiteY85" fmla="*/ 80237 h 130113"/>
                  <a:gd name="connsiteX86" fmla="*/ 57684 w 138788"/>
                  <a:gd name="connsiteY86" fmla="*/ 98019 h 130113"/>
                  <a:gd name="connsiteX87" fmla="*/ 57250 w 138788"/>
                  <a:gd name="connsiteY87" fmla="*/ 98019 h 130113"/>
                  <a:gd name="connsiteX88" fmla="*/ 53347 w 138788"/>
                  <a:gd name="connsiteY88" fmla="*/ 98887 h 130113"/>
                  <a:gd name="connsiteX89" fmla="*/ 50745 w 138788"/>
                  <a:gd name="connsiteY89" fmla="*/ 99754 h 130113"/>
                  <a:gd name="connsiteX90" fmla="*/ 49877 w 138788"/>
                  <a:gd name="connsiteY90" fmla="*/ 99754 h 130113"/>
                  <a:gd name="connsiteX91" fmla="*/ 45540 w 138788"/>
                  <a:gd name="connsiteY91" fmla="*/ 100188 h 130113"/>
                  <a:gd name="connsiteX92" fmla="*/ 41203 w 138788"/>
                  <a:gd name="connsiteY92" fmla="*/ 100188 h 130113"/>
                  <a:gd name="connsiteX93" fmla="*/ 11710 w 138788"/>
                  <a:gd name="connsiteY93" fmla="*/ 91947 h 130113"/>
                  <a:gd name="connsiteX94" fmla="*/ 4337 w 138788"/>
                  <a:gd name="connsiteY94" fmla="*/ 80237 h 130113"/>
                  <a:gd name="connsiteX95" fmla="*/ 4337 w 138788"/>
                  <a:gd name="connsiteY95" fmla="*/ 63756 h 130113"/>
                  <a:gd name="connsiteX96" fmla="*/ 4771 w 138788"/>
                  <a:gd name="connsiteY96" fmla="*/ 64190 h 130113"/>
                  <a:gd name="connsiteX97" fmla="*/ 6072 w 138788"/>
                  <a:gd name="connsiteY97" fmla="*/ 65491 h 130113"/>
                  <a:gd name="connsiteX98" fmla="*/ 41203 w 138788"/>
                  <a:gd name="connsiteY98" fmla="*/ 128379 h 130113"/>
                  <a:gd name="connsiteX99" fmla="*/ 4337 w 138788"/>
                  <a:gd name="connsiteY99" fmla="*/ 107995 h 130113"/>
                  <a:gd name="connsiteX100" fmla="*/ 4337 w 138788"/>
                  <a:gd name="connsiteY100" fmla="*/ 91513 h 130113"/>
                  <a:gd name="connsiteX101" fmla="*/ 4771 w 138788"/>
                  <a:gd name="connsiteY101" fmla="*/ 91947 h 130113"/>
                  <a:gd name="connsiteX102" fmla="*/ 6072 w 138788"/>
                  <a:gd name="connsiteY102" fmla="*/ 93248 h 130113"/>
                  <a:gd name="connsiteX103" fmla="*/ 6939 w 138788"/>
                  <a:gd name="connsiteY103" fmla="*/ 93682 h 130113"/>
                  <a:gd name="connsiteX104" fmla="*/ 9108 w 138788"/>
                  <a:gd name="connsiteY104" fmla="*/ 95417 h 130113"/>
                  <a:gd name="connsiteX105" fmla="*/ 41203 w 138788"/>
                  <a:gd name="connsiteY105" fmla="*/ 104525 h 130113"/>
                  <a:gd name="connsiteX106" fmla="*/ 45540 w 138788"/>
                  <a:gd name="connsiteY106" fmla="*/ 104525 h 130113"/>
                  <a:gd name="connsiteX107" fmla="*/ 46408 w 138788"/>
                  <a:gd name="connsiteY107" fmla="*/ 104525 h 130113"/>
                  <a:gd name="connsiteX108" fmla="*/ 50311 w 138788"/>
                  <a:gd name="connsiteY108" fmla="*/ 104091 h 130113"/>
                  <a:gd name="connsiteX109" fmla="*/ 50745 w 138788"/>
                  <a:gd name="connsiteY109" fmla="*/ 104091 h 130113"/>
                  <a:gd name="connsiteX110" fmla="*/ 54648 w 138788"/>
                  <a:gd name="connsiteY110" fmla="*/ 103224 h 130113"/>
                  <a:gd name="connsiteX111" fmla="*/ 58118 w 138788"/>
                  <a:gd name="connsiteY111" fmla="*/ 102356 h 130113"/>
                  <a:gd name="connsiteX112" fmla="*/ 58118 w 138788"/>
                  <a:gd name="connsiteY112" fmla="*/ 107561 h 130113"/>
                  <a:gd name="connsiteX113" fmla="*/ 58118 w 138788"/>
                  <a:gd name="connsiteY113" fmla="*/ 109729 h 130113"/>
                  <a:gd name="connsiteX114" fmla="*/ 58118 w 138788"/>
                  <a:gd name="connsiteY114" fmla="*/ 110597 h 130113"/>
                  <a:gd name="connsiteX115" fmla="*/ 58552 w 138788"/>
                  <a:gd name="connsiteY115" fmla="*/ 111898 h 130113"/>
                  <a:gd name="connsiteX116" fmla="*/ 58985 w 138788"/>
                  <a:gd name="connsiteY116" fmla="*/ 112765 h 130113"/>
                  <a:gd name="connsiteX117" fmla="*/ 59419 w 138788"/>
                  <a:gd name="connsiteY117" fmla="*/ 114066 h 130113"/>
                  <a:gd name="connsiteX118" fmla="*/ 59853 w 138788"/>
                  <a:gd name="connsiteY118" fmla="*/ 114934 h 130113"/>
                  <a:gd name="connsiteX119" fmla="*/ 60720 w 138788"/>
                  <a:gd name="connsiteY119" fmla="*/ 116235 h 130113"/>
                  <a:gd name="connsiteX120" fmla="*/ 61154 w 138788"/>
                  <a:gd name="connsiteY120" fmla="*/ 117102 h 130113"/>
                  <a:gd name="connsiteX121" fmla="*/ 62021 w 138788"/>
                  <a:gd name="connsiteY121" fmla="*/ 118404 h 130113"/>
                  <a:gd name="connsiteX122" fmla="*/ 62455 w 138788"/>
                  <a:gd name="connsiteY122" fmla="*/ 119271 h 130113"/>
                  <a:gd name="connsiteX123" fmla="*/ 64190 w 138788"/>
                  <a:gd name="connsiteY123" fmla="*/ 121006 h 130113"/>
                  <a:gd name="connsiteX124" fmla="*/ 64190 w 138788"/>
                  <a:gd name="connsiteY124" fmla="*/ 121006 h 130113"/>
                  <a:gd name="connsiteX125" fmla="*/ 65925 w 138788"/>
                  <a:gd name="connsiteY125" fmla="*/ 122741 h 130113"/>
                  <a:gd name="connsiteX126" fmla="*/ 41203 w 138788"/>
                  <a:gd name="connsiteY126" fmla="*/ 128379 h 130113"/>
                  <a:gd name="connsiteX127" fmla="*/ 136620 w 138788"/>
                  <a:gd name="connsiteY127" fmla="*/ 91513 h 130113"/>
                  <a:gd name="connsiteX128" fmla="*/ 136620 w 138788"/>
                  <a:gd name="connsiteY128" fmla="*/ 107995 h 130113"/>
                  <a:gd name="connsiteX129" fmla="*/ 99754 w 138788"/>
                  <a:gd name="connsiteY129" fmla="*/ 128379 h 130113"/>
                  <a:gd name="connsiteX130" fmla="*/ 71563 w 138788"/>
                  <a:gd name="connsiteY130" fmla="*/ 121006 h 130113"/>
                  <a:gd name="connsiteX131" fmla="*/ 62889 w 138788"/>
                  <a:gd name="connsiteY131" fmla="*/ 107995 h 130113"/>
                  <a:gd name="connsiteX132" fmla="*/ 62889 w 138788"/>
                  <a:gd name="connsiteY132" fmla="*/ 99754 h 130113"/>
                  <a:gd name="connsiteX133" fmla="*/ 62889 w 138788"/>
                  <a:gd name="connsiteY133" fmla="*/ 91513 h 130113"/>
                  <a:gd name="connsiteX134" fmla="*/ 63322 w 138788"/>
                  <a:gd name="connsiteY134" fmla="*/ 91947 h 130113"/>
                  <a:gd name="connsiteX135" fmla="*/ 64624 w 138788"/>
                  <a:gd name="connsiteY135" fmla="*/ 93248 h 130113"/>
                  <a:gd name="connsiteX136" fmla="*/ 65057 w 138788"/>
                  <a:gd name="connsiteY136" fmla="*/ 93682 h 130113"/>
                  <a:gd name="connsiteX137" fmla="*/ 67226 w 138788"/>
                  <a:gd name="connsiteY137" fmla="*/ 95417 h 130113"/>
                  <a:gd name="connsiteX138" fmla="*/ 68961 w 138788"/>
                  <a:gd name="connsiteY138" fmla="*/ 96718 h 130113"/>
                  <a:gd name="connsiteX139" fmla="*/ 71129 w 138788"/>
                  <a:gd name="connsiteY139" fmla="*/ 98019 h 130113"/>
                  <a:gd name="connsiteX140" fmla="*/ 76768 w 138788"/>
                  <a:gd name="connsiteY140" fmla="*/ 100621 h 130113"/>
                  <a:gd name="connsiteX141" fmla="*/ 77635 w 138788"/>
                  <a:gd name="connsiteY141" fmla="*/ 101055 h 130113"/>
                  <a:gd name="connsiteX142" fmla="*/ 78936 w 138788"/>
                  <a:gd name="connsiteY142" fmla="*/ 101489 h 130113"/>
                  <a:gd name="connsiteX143" fmla="*/ 81972 w 138788"/>
                  <a:gd name="connsiteY143" fmla="*/ 102356 h 130113"/>
                  <a:gd name="connsiteX144" fmla="*/ 85008 w 138788"/>
                  <a:gd name="connsiteY144" fmla="*/ 103224 h 130113"/>
                  <a:gd name="connsiteX145" fmla="*/ 88912 w 138788"/>
                  <a:gd name="connsiteY145" fmla="*/ 104091 h 130113"/>
                  <a:gd name="connsiteX146" fmla="*/ 91080 w 138788"/>
                  <a:gd name="connsiteY146" fmla="*/ 104525 h 130113"/>
                  <a:gd name="connsiteX147" fmla="*/ 94550 w 138788"/>
                  <a:gd name="connsiteY147" fmla="*/ 104959 h 130113"/>
                  <a:gd name="connsiteX148" fmla="*/ 99321 w 138788"/>
                  <a:gd name="connsiteY148" fmla="*/ 104959 h 130113"/>
                  <a:gd name="connsiteX149" fmla="*/ 131416 w 138788"/>
                  <a:gd name="connsiteY149" fmla="*/ 95851 h 130113"/>
                  <a:gd name="connsiteX150" fmla="*/ 133584 w 138788"/>
                  <a:gd name="connsiteY150" fmla="*/ 94116 h 130113"/>
                  <a:gd name="connsiteX151" fmla="*/ 134018 w 138788"/>
                  <a:gd name="connsiteY151" fmla="*/ 93682 h 130113"/>
                  <a:gd name="connsiteX152" fmla="*/ 136620 w 138788"/>
                  <a:gd name="connsiteY152" fmla="*/ 91513 h 130113"/>
                  <a:gd name="connsiteX153" fmla="*/ 136620 w 138788"/>
                  <a:gd name="connsiteY153" fmla="*/ 91513 h 130113"/>
                  <a:gd name="connsiteX154" fmla="*/ 136620 w 138788"/>
                  <a:gd name="connsiteY154" fmla="*/ 63756 h 130113"/>
                  <a:gd name="connsiteX155" fmla="*/ 136620 w 138788"/>
                  <a:gd name="connsiteY155" fmla="*/ 80237 h 130113"/>
                  <a:gd name="connsiteX156" fmla="*/ 129247 w 138788"/>
                  <a:gd name="connsiteY156" fmla="*/ 92381 h 130113"/>
                  <a:gd name="connsiteX157" fmla="*/ 99754 w 138788"/>
                  <a:gd name="connsiteY157" fmla="*/ 100621 h 130113"/>
                  <a:gd name="connsiteX158" fmla="*/ 95417 w 138788"/>
                  <a:gd name="connsiteY158" fmla="*/ 100621 h 130113"/>
                  <a:gd name="connsiteX159" fmla="*/ 92381 w 138788"/>
                  <a:gd name="connsiteY159" fmla="*/ 100188 h 130113"/>
                  <a:gd name="connsiteX160" fmla="*/ 90213 w 138788"/>
                  <a:gd name="connsiteY160" fmla="*/ 99754 h 130113"/>
                  <a:gd name="connsiteX161" fmla="*/ 86743 w 138788"/>
                  <a:gd name="connsiteY161" fmla="*/ 98887 h 130113"/>
                  <a:gd name="connsiteX162" fmla="*/ 84141 w 138788"/>
                  <a:gd name="connsiteY162" fmla="*/ 98019 h 130113"/>
                  <a:gd name="connsiteX163" fmla="*/ 81538 w 138788"/>
                  <a:gd name="connsiteY163" fmla="*/ 97152 h 130113"/>
                  <a:gd name="connsiteX164" fmla="*/ 80237 w 138788"/>
                  <a:gd name="connsiteY164" fmla="*/ 96718 h 130113"/>
                  <a:gd name="connsiteX165" fmla="*/ 79370 w 138788"/>
                  <a:gd name="connsiteY165" fmla="*/ 96284 h 130113"/>
                  <a:gd name="connsiteX166" fmla="*/ 74165 w 138788"/>
                  <a:gd name="connsiteY166" fmla="*/ 93682 h 130113"/>
                  <a:gd name="connsiteX167" fmla="*/ 71997 w 138788"/>
                  <a:gd name="connsiteY167" fmla="*/ 92381 h 130113"/>
                  <a:gd name="connsiteX168" fmla="*/ 70696 w 138788"/>
                  <a:gd name="connsiteY168" fmla="*/ 91513 h 130113"/>
                  <a:gd name="connsiteX169" fmla="*/ 63322 w 138788"/>
                  <a:gd name="connsiteY169" fmla="*/ 79369 h 130113"/>
                  <a:gd name="connsiteX170" fmla="*/ 63322 w 138788"/>
                  <a:gd name="connsiteY170" fmla="*/ 71129 h 130113"/>
                  <a:gd name="connsiteX171" fmla="*/ 63322 w 138788"/>
                  <a:gd name="connsiteY171" fmla="*/ 62888 h 130113"/>
                  <a:gd name="connsiteX172" fmla="*/ 63756 w 138788"/>
                  <a:gd name="connsiteY172" fmla="*/ 63322 h 130113"/>
                  <a:gd name="connsiteX173" fmla="*/ 65057 w 138788"/>
                  <a:gd name="connsiteY173" fmla="*/ 64623 h 130113"/>
                  <a:gd name="connsiteX174" fmla="*/ 65491 w 138788"/>
                  <a:gd name="connsiteY174" fmla="*/ 65057 h 130113"/>
                  <a:gd name="connsiteX175" fmla="*/ 67660 w 138788"/>
                  <a:gd name="connsiteY175" fmla="*/ 66792 h 130113"/>
                  <a:gd name="connsiteX176" fmla="*/ 69394 w 138788"/>
                  <a:gd name="connsiteY176" fmla="*/ 68093 h 130113"/>
                  <a:gd name="connsiteX177" fmla="*/ 69828 w 138788"/>
                  <a:gd name="connsiteY177" fmla="*/ 68527 h 130113"/>
                  <a:gd name="connsiteX178" fmla="*/ 71563 w 138788"/>
                  <a:gd name="connsiteY178" fmla="*/ 69394 h 130113"/>
                  <a:gd name="connsiteX179" fmla="*/ 79370 w 138788"/>
                  <a:gd name="connsiteY179" fmla="*/ 72864 h 130113"/>
                  <a:gd name="connsiteX180" fmla="*/ 88912 w 138788"/>
                  <a:gd name="connsiteY180" fmla="*/ 75032 h 130113"/>
                  <a:gd name="connsiteX181" fmla="*/ 91514 w 138788"/>
                  <a:gd name="connsiteY181" fmla="*/ 75466 h 130113"/>
                  <a:gd name="connsiteX182" fmla="*/ 94984 w 138788"/>
                  <a:gd name="connsiteY182" fmla="*/ 75900 h 130113"/>
                  <a:gd name="connsiteX183" fmla="*/ 99754 w 138788"/>
                  <a:gd name="connsiteY183" fmla="*/ 75900 h 130113"/>
                  <a:gd name="connsiteX184" fmla="*/ 131849 w 138788"/>
                  <a:gd name="connsiteY184" fmla="*/ 66792 h 130113"/>
                  <a:gd name="connsiteX185" fmla="*/ 134018 w 138788"/>
                  <a:gd name="connsiteY185" fmla="*/ 65057 h 130113"/>
                  <a:gd name="connsiteX186" fmla="*/ 134452 w 138788"/>
                  <a:gd name="connsiteY186" fmla="*/ 64623 h 130113"/>
                  <a:gd name="connsiteX187" fmla="*/ 136620 w 138788"/>
                  <a:gd name="connsiteY187" fmla="*/ 63756 h 130113"/>
                  <a:gd name="connsiteX188" fmla="*/ 136620 w 138788"/>
                  <a:gd name="connsiteY188" fmla="*/ 63756 h 130113"/>
                  <a:gd name="connsiteX189" fmla="*/ 136620 w 138788"/>
                  <a:gd name="connsiteY189" fmla="*/ 35998 h 130113"/>
                  <a:gd name="connsiteX190" fmla="*/ 136620 w 138788"/>
                  <a:gd name="connsiteY190" fmla="*/ 52479 h 130113"/>
                  <a:gd name="connsiteX191" fmla="*/ 129247 w 138788"/>
                  <a:gd name="connsiteY191" fmla="*/ 64623 h 130113"/>
                  <a:gd name="connsiteX192" fmla="*/ 99754 w 138788"/>
                  <a:gd name="connsiteY192" fmla="*/ 72864 h 130113"/>
                  <a:gd name="connsiteX193" fmla="*/ 95417 w 138788"/>
                  <a:gd name="connsiteY193" fmla="*/ 72864 h 130113"/>
                  <a:gd name="connsiteX194" fmla="*/ 92381 w 138788"/>
                  <a:gd name="connsiteY194" fmla="*/ 72430 h 130113"/>
                  <a:gd name="connsiteX195" fmla="*/ 89779 w 138788"/>
                  <a:gd name="connsiteY195" fmla="*/ 71996 h 130113"/>
                  <a:gd name="connsiteX196" fmla="*/ 80671 w 138788"/>
                  <a:gd name="connsiteY196" fmla="*/ 69828 h 130113"/>
                  <a:gd name="connsiteX197" fmla="*/ 73298 w 138788"/>
                  <a:gd name="connsiteY197" fmla="*/ 66792 h 130113"/>
                  <a:gd name="connsiteX198" fmla="*/ 71563 w 138788"/>
                  <a:gd name="connsiteY198" fmla="*/ 65924 h 130113"/>
                  <a:gd name="connsiteX199" fmla="*/ 71129 w 138788"/>
                  <a:gd name="connsiteY199" fmla="*/ 65491 h 130113"/>
                  <a:gd name="connsiteX200" fmla="*/ 69828 w 138788"/>
                  <a:gd name="connsiteY200" fmla="*/ 64623 h 130113"/>
                  <a:gd name="connsiteX201" fmla="*/ 62455 w 138788"/>
                  <a:gd name="connsiteY201" fmla="*/ 52479 h 130113"/>
                  <a:gd name="connsiteX202" fmla="*/ 62455 w 138788"/>
                  <a:gd name="connsiteY202" fmla="*/ 44239 h 130113"/>
                  <a:gd name="connsiteX203" fmla="*/ 62455 w 138788"/>
                  <a:gd name="connsiteY203" fmla="*/ 35998 h 130113"/>
                  <a:gd name="connsiteX204" fmla="*/ 62889 w 138788"/>
                  <a:gd name="connsiteY204" fmla="*/ 36432 h 130113"/>
                  <a:gd name="connsiteX205" fmla="*/ 64190 w 138788"/>
                  <a:gd name="connsiteY205" fmla="*/ 37733 h 130113"/>
                  <a:gd name="connsiteX206" fmla="*/ 64624 w 138788"/>
                  <a:gd name="connsiteY206" fmla="*/ 38167 h 130113"/>
                  <a:gd name="connsiteX207" fmla="*/ 66792 w 138788"/>
                  <a:gd name="connsiteY207" fmla="*/ 39902 h 130113"/>
                  <a:gd name="connsiteX208" fmla="*/ 68527 w 138788"/>
                  <a:gd name="connsiteY208" fmla="*/ 41203 h 130113"/>
                  <a:gd name="connsiteX209" fmla="*/ 78936 w 138788"/>
                  <a:gd name="connsiteY209" fmla="*/ 45974 h 130113"/>
                  <a:gd name="connsiteX210" fmla="*/ 99321 w 138788"/>
                  <a:gd name="connsiteY210" fmla="*/ 49010 h 130113"/>
                  <a:gd name="connsiteX211" fmla="*/ 131416 w 138788"/>
                  <a:gd name="connsiteY211" fmla="*/ 39902 h 130113"/>
                  <a:gd name="connsiteX212" fmla="*/ 134452 w 138788"/>
                  <a:gd name="connsiteY212" fmla="*/ 38600 h 130113"/>
                  <a:gd name="connsiteX213" fmla="*/ 134885 w 138788"/>
                  <a:gd name="connsiteY213" fmla="*/ 38167 h 130113"/>
                  <a:gd name="connsiteX214" fmla="*/ 136620 w 138788"/>
                  <a:gd name="connsiteY214" fmla="*/ 35998 h 130113"/>
                  <a:gd name="connsiteX215" fmla="*/ 136620 w 138788"/>
                  <a:gd name="connsiteY215" fmla="*/ 35998 h 1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138788" h="130113">
                    <a:moveTo>
                      <a:pt x="99754" y="0"/>
                    </a:moveTo>
                    <a:cubicBezTo>
                      <a:pt x="88478" y="0"/>
                      <a:pt x="78069" y="2602"/>
                      <a:pt x="70262" y="7373"/>
                    </a:cubicBezTo>
                    <a:cubicBezTo>
                      <a:pt x="62889" y="2602"/>
                      <a:pt x="52480" y="0"/>
                      <a:pt x="41203" y="0"/>
                    </a:cubicBezTo>
                    <a:cubicBezTo>
                      <a:pt x="18216" y="0"/>
                      <a:pt x="0" y="10843"/>
                      <a:pt x="0" y="24722"/>
                    </a:cubicBezTo>
                    <a:lnTo>
                      <a:pt x="0" y="52479"/>
                    </a:lnTo>
                    <a:lnTo>
                      <a:pt x="0" y="80237"/>
                    </a:lnTo>
                    <a:lnTo>
                      <a:pt x="0" y="107995"/>
                    </a:lnTo>
                    <a:cubicBezTo>
                      <a:pt x="0" y="121873"/>
                      <a:pt x="18216" y="132716"/>
                      <a:pt x="41203" y="132716"/>
                    </a:cubicBezTo>
                    <a:cubicBezTo>
                      <a:pt x="52046" y="132716"/>
                      <a:pt x="62889" y="130114"/>
                      <a:pt x="70262" y="125343"/>
                    </a:cubicBezTo>
                    <a:cubicBezTo>
                      <a:pt x="78069" y="130114"/>
                      <a:pt x="88478" y="132716"/>
                      <a:pt x="99754" y="132716"/>
                    </a:cubicBezTo>
                    <a:cubicBezTo>
                      <a:pt x="122741" y="132716"/>
                      <a:pt x="140957" y="121873"/>
                      <a:pt x="140957" y="107995"/>
                    </a:cubicBezTo>
                    <a:lnTo>
                      <a:pt x="140957" y="80237"/>
                    </a:lnTo>
                    <a:lnTo>
                      <a:pt x="140957" y="52479"/>
                    </a:lnTo>
                    <a:lnTo>
                      <a:pt x="140957" y="24722"/>
                    </a:lnTo>
                    <a:cubicBezTo>
                      <a:pt x="140957" y="10843"/>
                      <a:pt x="122741" y="0"/>
                      <a:pt x="99754" y="0"/>
                    </a:cubicBezTo>
                    <a:close/>
                    <a:moveTo>
                      <a:pt x="136620" y="24722"/>
                    </a:moveTo>
                    <a:cubicBezTo>
                      <a:pt x="136620" y="30360"/>
                      <a:pt x="132717" y="34263"/>
                      <a:pt x="129247" y="36866"/>
                    </a:cubicBezTo>
                    <a:cubicBezTo>
                      <a:pt x="122308" y="42070"/>
                      <a:pt x="111465" y="45106"/>
                      <a:pt x="99754" y="45106"/>
                    </a:cubicBezTo>
                    <a:cubicBezTo>
                      <a:pt x="93249" y="45106"/>
                      <a:pt x="86743" y="44239"/>
                      <a:pt x="80671" y="42070"/>
                    </a:cubicBezTo>
                    <a:cubicBezTo>
                      <a:pt x="77201" y="40769"/>
                      <a:pt x="74165" y="39468"/>
                      <a:pt x="71563" y="37733"/>
                    </a:cubicBezTo>
                    <a:cubicBezTo>
                      <a:pt x="71129" y="37299"/>
                      <a:pt x="70696" y="37299"/>
                      <a:pt x="70262" y="36866"/>
                    </a:cubicBezTo>
                    <a:cubicBezTo>
                      <a:pt x="66792" y="34263"/>
                      <a:pt x="62889" y="30360"/>
                      <a:pt x="62889" y="24722"/>
                    </a:cubicBezTo>
                    <a:cubicBezTo>
                      <a:pt x="62889" y="24288"/>
                      <a:pt x="62889" y="23420"/>
                      <a:pt x="62889" y="22987"/>
                    </a:cubicBezTo>
                    <a:cubicBezTo>
                      <a:pt x="63756" y="18650"/>
                      <a:pt x="66792" y="14746"/>
                      <a:pt x="71563" y="11710"/>
                    </a:cubicBezTo>
                    <a:cubicBezTo>
                      <a:pt x="78936" y="6939"/>
                      <a:pt x="88912" y="4337"/>
                      <a:pt x="99754" y="4337"/>
                    </a:cubicBezTo>
                    <a:cubicBezTo>
                      <a:pt x="120139" y="4337"/>
                      <a:pt x="136620" y="13445"/>
                      <a:pt x="136620" y="24722"/>
                    </a:cubicBezTo>
                    <a:close/>
                    <a:moveTo>
                      <a:pt x="41203" y="4337"/>
                    </a:moveTo>
                    <a:cubicBezTo>
                      <a:pt x="50745" y="4337"/>
                      <a:pt x="59853" y="6506"/>
                      <a:pt x="66358" y="9975"/>
                    </a:cubicBezTo>
                    <a:cubicBezTo>
                      <a:pt x="65491" y="10409"/>
                      <a:pt x="65057" y="10843"/>
                      <a:pt x="64624" y="11710"/>
                    </a:cubicBezTo>
                    <a:cubicBezTo>
                      <a:pt x="64624" y="11710"/>
                      <a:pt x="64624" y="11710"/>
                      <a:pt x="64624" y="11710"/>
                    </a:cubicBezTo>
                    <a:cubicBezTo>
                      <a:pt x="64190" y="12144"/>
                      <a:pt x="63322" y="13011"/>
                      <a:pt x="62889" y="13445"/>
                    </a:cubicBezTo>
                    <a:cubicBezTo>
                      <a:pt x="62889" y="13445"/>
                      <a:pt x="62455" y="13879"/>
                      <a:pt x="62455" y="13879"/>
                    </a:cubicBezTo>
                    <a:cubicBezTo>
                      <a:pt x="62021" y="14313"/>
                      <a:pt x="61588" y="14746"/>
                      <a:pt x="61588" y="15180"/>
                    </a:cubicBezTo>
                    <a:cubicBezTo>
                      <a:pt x="61588" y="15614"/>
                      <a:pt x="61154" y="15614"/>
                      <a:pt x="61154" y="16047"/>
                    </a:cubicBezTo>
                    <a:cubicBezTo>
                      <a:pt x="60720" y="16481"/>
                      <a:pt x="60720" y="16915"/>
                      <a:pt x="60286" y="17349"/>
                    </a:cubicBezTo>
                    <a:cubicBezTo>
                      <a:pt x="60286" y="17782"/>
                      <a:pt x="59853" y="17782"/>
                      <a:pt x="59853" y="18216"/>
                    </a:cubicBezTo>
                    <a:cubicBezTo>
                      <a:pt x="59853" y="18650"/>
                      <a:pt x="59419" y="19083"/>
                      <a:pt x="59419" y="19517"/>
                    </a:cubicBezTo>
                    <a:cubicBezTo>
                      <a:pt x="59419" y="19951"/>
                      <a:pt x="59419" y="19951"/>
                      <a:pt x="58985" y="20385"/>
                    </a:cubicBezTo>
                    <a:cubicBezTo>
                      <a:pt x="58985" y="20818"/>
                      <a:pt x="58552" y="21252"/>
                      <a:pt x="58552" y="21686"/>
                    </a:cubicBezTo>
                    <a:cubicBezTo>
                      <a:pt x="58552" y="22119"/>
                      <a:pt x="58552" y="22119"/>
                      <a:pt x="58552" y="22553"/>
                    </a:cubicBezTo>
                    <a:cubicBezTo>
                      <a:pt x="58552" y="23420"/>
                      <a:pt x="58552" y="23854"/>
                      <a:pt x="58552" y="24722"/>
                    </a:cubicBezTo>
                    <a:lnTo>
                      <a:pt x="58552" y="42504"/>
                    </a:lnTo>
                    <a:cubicBezTo>
                      <a:pt x="58118" y="42504"/>
                      <a:pt x="57250" y="42938"/>
                      <a:pt x="56817" y="42938"/>
                    </a:cubicBezTo>
                    <a:cubicBezTo>
                      <a:pt x="56383" y="42938"/>
                      <a:pt x="55516" y="43371"/>
                      <a:pt x="55082" y="43371"/>
                    </a:cubicBezTo>
                    <a:cubicBezTo>
                      <a:pt x="54214" y="43371"/>
                      <a:pt x="53347" y="43805"/>
                      <a:pt x="52480" y="43805"/>
                    </a:cubicBezTo>
                    <a:cubicBezTo>
                      <a:pt x="52046" y="43805"/>
                      <a:pt x="51178" y="44239"/>
                      <a:pt x="50745" y="44239"/>
                    </a:cubicBezTo>
                    <a:cubicBezTo>
                      <a:pt x="49877" y="44239"/>
                      <a:pt x="48576" y="44672"/>
                      <a:pt x="47709" y="44672"/>
                    </a:cubicBezTo>
                    <a:cubicBezTo>
                      <a:pt x="47275" y="44672"/>
                      <a:pt x="46841" y="44672"/>
                      <a:pt x="45974" y="44672"/>
                    </a:cubicBezTo>
                    <a:cubicBezTo>
                      <a:pt x="44239" y="44672"/>
                      <a:pt x="42938" y="44672"/>
                      <a:pt x="41203" y="44672"/>
                    </a:cubicBezTo>
                    <a:cubicBezTo>
                      <a:pt x="29493" y="44672"/>
                      <a:pt x="18650" y="41636"/>
                      <a:pt x="11710" y="36432"/>
                    </a:cubicBezTo>
                    <a:cubicBezTo>
                      <a:pt x="8241" y="34263"/>
                      <a:pt x="4337" y="30360"/>
                      <a:pt x="4337" y="24722"/>
                    </a:cubicBezTo>
                    <a:cubicBezTo>
                      <a:pt x="4337" y="13445"/>
                      <a:pt x="20818" y="4337"/>
                      <a:pt x="41203" y="4337"/>
                    </a:cubicBezTo>
                    <a:close/>
                    <a:moveTo>
                      <a:pt x="6072" y="37733"/>
                    </a:moveTo>
                    <a:cubicBezTo>
                      <a:pt x="6506" y="37733"/>
                      <a:pt x="6506" y="38167"/>
                      <a:pt x="6939" y="38167"/>
                    </a:cubicBezTo>
                    <a:cubicBezTo>
                      <a:pt x="7373" y="39034"/>
                      <a:pt x="8241" y="39902"/>
                      <a:pt x="9108" y="40335"/>
                    </a:cubicBezTo>
                    <a:cubicBezTo>
                      <a:pt x="16915" y="45974"/>
                      <a:pt x="28625" y="49443"/>
                      <a:pt x="41203" y="49443"/>
                    </a:cubicBezTo>
                    <a:cubicBezTo>
                      <a:pt x="42938" y="49443"/>
                      <a:pt x="44673" y="49443"/>
                      <a:pt x="45974" y="49443"/>
                    </a:cubicBezTo>
                    <a:cubicBezTo>
                      <a:pt x="46408" y="49443"/>
                      <a:pt x="46841" y="49443"/>
                      <a:pt x="47709" y="49443"/>
                    </a:cubicBezTo>
                    <a:cubicBezTo>
                      <a:pt x="49010" y="49443"/>
                      <a:pt x="49877" y="49010"/>
                      <a:pt x="51178" y="49010"/>
                    </a:cubicBezTo>
                    <a:cubicBezTo>
                      <a:pt x="51612" y="49010"/>
                      <a:pt x="52480" y="49010"/>
                      <a:pt x="52913" y="48576"/>
                    </a:cubicBezTo>
                    <a:cubicBezTo>
                      <a:pt x="53781" y="48576"/>
                      <a:pt x="55082" y="48142"/>
                      <a:pt x="55949" y="48142"/>
                    </a:cubicBezTo>
                    <a:cubicBezTo>
                      <a:pt x="56383" y="48142"/>
                      <a:pt x="57250" y="47708"/>
                      <a:pt x="57684" y="47708"/>
                    </a:cubicBezTo>
                    <a:cubicBezTo>
                      <a:pt x="58118" y="47708"/>
                      <a:pt x="58552" y="47708"/>
                      <a:pt x="58552" y="47275"/>
                    </a:cubicBezTo>
                    <a:lnTo>
                      <a:pt x="58552" y="52479"/>
                    </a:lnTo>
                    <a:lnTo>
                      <a:pt x="58552" y="70695"/>
                    </a:lnTo>
                    <a:cubicBezTo>
                      <a:pt x="58552" y="70695"/>
                      <a:pt x="58118" y="70695"/>
                      <a:pt x="58118" y="70695"/>
                    </a:cubicBezTo>
                    <a:cubicBezTo>
                      <a:pt x="56817" y="71129"/>
                      <a:pt x="55516" y="71563"/>
                      <a:pt x="54214" y="71563"/>
                    </a:cubicBezTo>
                    <a:cubicBezTo>
                      <a:pt x="52913" y="71996"/>
                      <a:pt x="51612" y="71996"/>
                      <a:pt x="50311" y="72430"/>
                    </a:cubicBezTo>
                    <a:lnTo>
                      <a:pt x="45540" y="72864"/>
                    </a:lnTo>
                    <a:cubicBezTo>
                      <a:pt x="44239" y="72864"/>
                      <a:pt x="42504" y="72864"/>
                      <a:pt x="41203" y="72864"/>
                    </a:cubicBezTo>
                    <a:cubicBezTo>
                      <a:pt x="29493" y="72864"/>
                      <a:pt x="18650" y="69828"/>
                      <a:pt x="11710" y="64623"/>
                    </a:cubicBezTo>
                    <a:cubicBezTo>
                      <a:pt x="6939" y="61154"/>
                      <a:pt x="4337" y="56816"/>
                      <a:pt x="4337" y="52479"/>
                    </a:cubicBezTo>
                    <a:lnTo>
                      <a:pt x="4337" y="35998"/>
                    </a:lnTo>
                    <a:cubicBezTo>
                      <a:pt x="4337" y="35998"/>
                      <a:pt x="4771" y="36432"/>
                      <a:pt x="4771" y="36432"/>
                    </a:cubicBezTo>
                    <a:cubicBezTo>
                      <a:pt x="5205" y="36866"/>
                      <a:pt x="5638" y="37299"/>
                      <a:pt x="6072" y="37733"/>
                    </a:cubicBezTo>
                    <a:close/>
                    <a:moveTo>
                      <a:pt x="6072" y="65491"/>
                    </a:moveTo>
                    <a:cubicBezTo>
                      <a:pt x="6072" y="65491"/>
                      <a:pt x="6506" y="65924"/>
                      <a:pt x="6506" y="65924"/>
                    </a:cubicBezTo>
                    <a:cubicBezTo>
                      <a:pt x="7373" y="66792"/>
                      <a:pt x="7807" y="67226"/>
                      <a:pt x="8674" y="68093"/>
                    </a:cubicBezTo>
                    <a:cubicBezTo>
                      <a:pt x="16481" y="73731"/>
                      <a:pt x="28191" y="77201"/>
                      <a:pt x="40769" y="77201"/>
                    </a:cubicBezTo>
                    <a:cubicBezTo>
                      <a:pt x="42504" y="77201"/>
                      <a:pt x="43805" y="77201"/>
                      <a:pt x="45106" y="77201"/>
                    </a:cubicBezTo>
                    <a:cubicBezTo>
                      <a:pt x="45540" y="77201"/>
                      <a:pt x="45974" y="77201"/>
                      <a:pt x="45974" y="77201"/>
                    </a:cubicBezTo>
                    <a:cubicBezTo>
                      <a:pt x="47275" y="77201"/>
                      <a:pt x="48142" y="77201"/>
                      <a:pt x="49877" y="76767"/>
                    </a:cubicBezTo>
                    <a:cubicBezTo>
                      <a:pt x="49877" y="76767"/>
                      <a:pt x="50311" y="76767"/>
                      <a:pt x="50311" y="76767"/>
                    </a:cubicBezTo>
                    <a:cubicBezTo>
                      <a:pt x="51612" y="76333"/>
                      <a:pt x="52913" y="76333"/>
                      <a:pt x="54214" y="75900"/>
                    </a:cubicBezTo>
                    <a:cubicBezTo>
                      <a:pt x="55516" y="75466"/>
                      <a:pt x="56383" y="75466"/>
                      <a:pt x="57684" y="75032"/>
                    </a:cubicBezTo>
                    <a:lnTo>
                      <a:pt x="57684" y="80237"/>
                    </a:lnTo>
                    <a:lnTo>
                      <a:pt x="57684" y="98019"/>
                    </a:lnTo>
                    <a:cubicBezTo>
                      <a:pt x="57684" y="98019"/>
                      <a:pt x="57250" y="98019"/>
                      <a:pt x="57250" y="98019"/>
                    </a:cubicBezTo>
                    <a:cubicBezTo>
                      <a:pt x="55949" y="98453"/>
                      <a:pt x="54648" y="98887"/>
                      <a:pt x="53347" y="98887"/>
                    </a:cubicBezTo>
                    <a:cubicBezTo>
                      <a:pt x="52913" y="99754"/>
                      <a:pt x="51612" y="99754"/>
                      <a:pt x="50745" y="99754"/>
                    </a:cubicBezTo>
                    <a:cubicBezTo>
                      <a:pt x="50311" y="99754"/>
                      <a:pt x="49877" y="99754"/>
                      <a:pt x="49877" y="99754"/>
                    </a:cubicBezTo>
                    <a:cubicBezTo>
                      <a:pt x="48576" y="99754"/>
                      <a:pt x="45540" y="100188"/>
                      <a:pt x="45540" y="100188"/>
                    </a:cubicBezTo>
                    <a:cubicBezTo>
                      <a:pt x="44239" y="100188"/>
                      <a:pt x="42504" y="100188"/>
                      <a:pt x="41203" y="100188"/>
                    </a:cubicBezTo>
                    <a:cubicBezTo>
                      <a:pt x="29493" y="100188"/>
                      <a:pt x="18650" y="97152"/>
                      <a:pt x="11710" y="91947"/>
                    </a:cubicBezTo>
                    <a:cubicBezTo>
                      <a:pt x="8241" y="89779"/>
                      <a:pt x="4337" y="85875"/>
                      <a:pt x="4337" y="80237"/>
                    </a:cubicBezTo>
                    <a:lnTo>
                      <a:pt x="4337" y="63756"/>
                    </a:lnTo>
                    <a:cubicBezTo>
                      <a:pt x="4337" y="63756"/>
                      <a:pt x="4771" y="64190"/>
                      <a:pt x="4771" y="64190"/>
                    </a:cubicBezTo>
                    <a:cubicBezTo>
                      <a:pt x="5205" y="64623"/>
                      <a:pt x="5638" y="65057"/>
                      <a:pt x="6072" y="65491"/>
                    </a:cubicBezTo>
                    <a:close/>
                    <a:moveTo>
                      <a:pt x="41203" y="128379"/>
                    </a:moveTo>
                    <a:cubicBezTo>
                      <a:pt x="21252" y="128379"/>
                      <a:pt x="4337" y="118837"/>
                      <a:pt x="4337" y="107995"/>
                    </a:cubicBezTo>
                    <a:lnTo>
                      <a:pt x="4337" y="91513"/>
                    </a:lnTo>
                    <a:cubicBezTo>
                      <a:pt x="4337" y="91513"/>
                      <a:pt x="4771" y="91947"/>
                      <a:pt x="4771" y="91947"/>
                    </a:cubicBezTo>
                    <a:cubicBezTo>
                      <a:pt x="5205" y="92381"/>
                      <a:pt x="5638" y="92815"/>
                      <a:pt x="6072" y="93248"/>
                    </a:cubicBezTo>
                    <a:cubicBezTo>
                      <a:pt x="6506" y="93248"/>
                      <a:pt x="6506" y="93682"/>
                      <a:pt x="6939" y="93682"/>
                    </a:cubicBezTo>
                    <a:cubicBezTo>
                      <a:pt x="7807" y="94549"/>
                      <a:pt x="8241" y="94983"/>
                      <a:pt x="9108" y="95417"/>
                    </a:cubicBezTo>
                    <a:cubicBezTo>
                      <a:pt x="16915" y="101055"/>
                      <a:pt x="28625" y="104525"/>
                      <a:pt x="41203" y="104525"/>
                    </a:cubicBezTo>
                    <a:cubicBezTo>
                      <a:pt x="42938" y="104525"/>
                      <a:pt x="44239" y="104525"/>
                      <a:pt x="45540" y="104525"/>
                    </a:cubicBezTo>
                    <a:cubicBezTo>
                      <a:pt x="45974" y="104525"/>
                      <a:pt x="46408" y="104525"/>
                      <a:pt x="46408" y="104525"/>
                    </a:cubicBezTo>
                    <a:cubicBezTo>
                      <a:pt x="47709" y="104525"/>
                      <a:pt x="49010" y="104091"/>
                      <a:pt x="50311" y="104091"/>
                    </a:cubicBezTo>
                    <a:lnTo>
                      <a:pt x="50745" y="104091"/>
                    </a:lnTo>
                    <a:cubicBezTo>
                      <a:pt x="52046" y="103657"/>
                      <a:pt x="53347" y="103657"/>
                      <a:pt x="54648" y="103224"/>
                    </a:cubicBezTo>
                    <a:cubicBezTo>
                      <a:pt x="55949" y="102790"/>
                      <a:pt x="56817" y="102790"/>
                      <a:pt x="58118" y="102356"/>
                    </a:cubicBezTo>
                    <a:lnTo>
                      <a:pt x="58118" y="107561"/>
                    </a:lnTo>
                    <a:cubicBezTo>
                      <a:pt x="58118" y="108428"/>
                      <a:pt x="58118" y="108862"/>
                      <a:pt x="58118" y="109729"/>
                    </a:cubicBezTo>
                    <a:cubicBezTo>
                      <a:pt x="58118" y="110163"/>
                      <a:pt x="58118" y="110163"/>
                      <a:pt x="58118" y="110597"/>
                    </a:cubicBezTo>
                    <a:cubicBezTo>
                      <a:pt x="58118" y="111031"/>
                      <a:pt x="58118" y="111464"/>
                      <a:pt x="58552" y="111898"/>
                    </a:cubicBezTo>
                    <a:cubicBezTo>
                      <a:pt x="58552" y="112332"/>
                      <a:pt x="58552" y="112332"/>
                      <a:pt x="58985" y="112765"/>
                    </a:cubicBezTo>
                    <a:cubicBezTo>
                      <a:pt x="58985" y="113199"/>
                      <a:pt x="59419" y="113633"/>
                      <a:pt x="59419" y="114066"/>
                    </a:cubicBezTo>
                    <a:cubicBezTo>
                      <a:pt x="59419" y="114500"/>
                      <a:pt x="59853" y="114500"/>
                      <a:pt x="59853" y="114934"/>
                    </a:cubicBezTo>
                    <a:cubicBezTo>
                      <a:pt x="59853" y="115368"/>
                      <a:pt x="60286" y="115801"/>
                      <a:pt x="60720" y="116235"/>
                    </a:cubicBezTo>
                    <a:cubicBezTo>
                      <a:pt x="60720" y="116669"/>
                      <a:pt x="61154" y="116669"/>
                      <a:pt x="61154" y="117102"/>
                    </a:cubicBezTo>
                    <a:cubicBezTo>
                      <a:pt x="61588" y="117536"/>
                      <a:pt x="61588" y="117970"/>
                      <a:pt x="62021" y="118404"/>
                    </a:cubicBezTo>
                    <a:cubicBezTo>
                      <a:pt x="62021" y="118837"/>
                      <a:pt x="62455" y="118837"/>
                      <a:pt x="62455" y="119271"/>
                    </a:cubicBezTo>
                    <a:cubicBezTo>
                      <a:pt x="62889" y="119705"/>
                      <a:pt x="63322" y="120572"/>
                      <a:pt x="64190" y="121006"/>
                    </a:cubicBezTo>
                    <a:cubicBezTo>
                      <a:pt x="64190" y="121006"/>
                      <a:pt x="64190" y="121006"/>
                      <a:pt x="64190" y="121006"/>
                    </a:cubicBezTo>
                    <a:cubicBezTo>
                      <a:pt x="64624" y="121440"/>
                      <a:pt x="65491" y="122307"/>
                      <a:pt x="65925" y="122741"/>
                    </a:cubicBezTo>
                    <a:cubicBezTo>
                      <a:pt x="59853" y="126210"/>
                      <a:pt x="50745" y="128379"/>
                      <a:pt x="41203" y="128379"/>
                    </a:cubicBezTo>
                    <a:close/>
                    <a:moveTo>
                      <a:pt x="136620" y="91513"/>
                    </a:moveTo>
                    <a:lnTo>
                      <a:pt x="136620" y="107995"/>
                    </a:lnTo>
                    <a:cubicBezTo>
                      <a:pt x="136620" y="119271"/>
                      <a:pt x="120139" y="128379"/>
                      <a:pt x="99754" y="128379"/>
                    </a:cubicBezTo>
                    <a:cubicBezTo>
                      <a:pt x="88912" y="128379"/>
                      <a:pt x="78502" y="125777"/>
                      <a:pt x="71563" y="121006"/>
                    </a:cubicBezTo>
                    <a:cubicBezTo>
                      <a:pt x="65925" y="117102"/>
                      <a:pt x="62889" y="112765"/>
                      <a:pt x="62889" y="107995"/>
                    </a:cubicBezTo>
                    <a:lnTo>
                      <a:pt x="62889" y="99754"/>
                    </a:lnTo>
                    <a:lnTo>
                      <a:pt x="62889" y="91513"/>
                    </a:lnTo>
                    <a:cubicBezTo>
                      <a:pt x="62889" y="91513"/>
                      <a:pt x="63322" y="91947"/>
                      <a:pt x="63322" y="91947"/>
                    </a:cubicBezTo>
                    <a:cubicBezTo>
                      <a:pt x="63756" y="92381"/>
                      <a:pt x="64190" y="92815"/>
                      <a:pt x="64624" y="93248"/>
                    </a:cubicBezTo>
                    <a:cubicBezTo>
                      <a:pt x="64624" y="93248"/>
                      <a:pt x="65057" y="93682"/>
                      <a:pt x="65057" y="93682"/>
                    </a:cubicBezTo>
                    <a:cubicBezTo>
                      <a:pt x="65925" y="94549"/>
                      <a:pt x="66358" y="94983"/>
                      <a:pt x="67226" y="95417"/>
                    </a:cubicBezTo>
                    <a:cubicBezTo>
                      <a:pt x="67660" y="95851"/>
                      <a:pt x="68527" y="96284"/>
                      <a:pt x="68961" y="96718"/>
                    </a:cubicBezTo>
                    <a:cubicBezTo>
                      <a:pt x="69828" y="97152"/>
                      <a:pt x="70262" y="97585"/>
                      <a:pt x="71129" y="98019"/>
                    </a:cubicBezTo>
                    <a:cubicBezTo>
                      <a:pt x="72864" y="98887"/>
                      <a:pt x="74599" y="99754"/>
                      <a:pt x="76768" y="100621"/>
                    </a:cubicBezTo>
                    <a:lnTo>
                      <a:pt x="77635" y="101055"/>
                    </a:lnTo>
                    <a:cubicBezTo>
                      <a:pt x="78069" y="101055"/>
                      <a:pt x="78502" y="101489"/>
                      <a:pt x="78936" y="101489"/>
                    </a:cubicBezTo>
                    <a:cubicBezTo>
                      <a:pt x="79804" y="101923"/>
                      <a:pt x="81105" y="102356"/>
                      <a:pt x="81972" y="102356"/>
                    </a:cubicBezTo>
                    <a:cubicBezTo>
                      <a:pt x="82840" y="102790"/>
                      <a:pt x="84141" y="102790"/>
                      <a:pt x="85008" y="103224"/>
                    </a:cubicBezTo>
                    <a:cubicBezTo>
                      <a:pt x="86309" y="103657"/>
                      <a:pt x="87610" y="103657"/>
                      <a:pt x="88912" y="104091"/>
                    </a:cubicBezTo>
                    <a:cubicBezTo>
                      <a:pt x="89779" y="104091"/>
                      <a:pt x="90213" y="104525"/>
                      <a:pt x="91080" y="104525"/>
                    </a:cubicBezTo>
                    <a:cubicBezTo>
                      <a:pt x="92381" y="104525"/>
                      <a:pt x="93249" y="104959"/>
                      <a:pt x="94550" y="104959"/>
                    </a:cubicBezTo>
                    <a:cubicBezTo>
                      <a:pt x="96285" y="104959"/>
                      <a:pt x="97586" y="104959"/>
                      <a:pt x="99321" y="104959"/>
                    </a:cubicBezTo>
                    <a:cubicBezTo>
                      <a:pt x="111899" y="104959"/>
                      <a:pt x="123609" y="101489"/>
                      <a:pt x="131416" y="95851"/>
                    </a:cubicBezTo>
                    <a:cubicBezTo>
                      <a:pt x="132283" y="95417"/>
                      <a:pt x="133151" y="94549"/>
                      <a:pt x="133584" y="94116"/>
                    </a:cubicBezTo>
                    <a:cubicBezTo>
                      <a:pt x="134018" y="94116"/>
                      <a:pt x="134018" y="93682"/>
                      <a:pt x="134018" y="93682"/>
                    </a:cubicBezTo>
                    <a:cubicBezTo>
                      <a:pt x="135319" y="92815"/>
                      <a:pt x="135753" y="92381"/>
                      <a:pt x="136620" y="91513"/>
                    </a:cubicBezTo>
                    <a:cubicBezTo>
                      <a:pt x="136187" y="91513"/>
                      <a:pt x="136620" y="91513"/>
                      <a:pt x="136620" y="91513"/>
                    </a:cubicBezTo>
                    <a:close/>
                    <a:moveTo>
                      <a:pt x="136620" y="63756"/>
                    </a:moveTo>
                    <a:lnTo>
                      <a:pt x="136620" y="80237"/>
                    </a:lnTo>
                    <a:cubicBezTo>
                      <a:pt x="136620" y="85875"/>
                      <a:pt x="132717" y="89779"/>
                      <a:pt x="129247" y="92381"/>
                    </a:cubicBezTo>
                    <a:cubicBezTo>
                      <a:pt x="122308" y="97585"/>
                      <a:pt x="111465" y="100621"/>
                      <a:pt x="99754" y="100621"/>
                    </a:cubicBezTo>
                    <a:cubicBezTo>
                      <a:pt x="98453" y="100621"/>
                      <a:pt x="96718" y="100621"/>
                      <a:pt x="95417" y="100621"/>
                    </a:cubicBezTo>
                    <a:cubicBezTo>
                      <a:pt x="94550" y="100621"/>
                      <a:pt x="93249" y="100621"/>
                      <a:pt x="92381" y="100188"/>
                    </a:cubicBezTo>
                    <a:cubicBezTo>
                      <a:pt x="91514" y="100188"/>
                      <a:pt x="91080" y="100188"/>
                      <a:pt x="90213" y="99754"/>
                    </a:cubicBezTo>
                    <a:cubicBezTo>
                      <a:pt x="88912" y="99754"/>
                      <a:pt x="88044" y="99320"/>
                      <a:pt x="86743" y="98887"/>
                    </a:cubicBezTo>
                    <a:cubicBezTo>
                      <a:pt x="85876" y="98887"/>
                      <a:pt x="85008" y="98453"/>
                      <a:pt x="84141" y="98019"/>
                    </a:cubicBezTo>
                    <a:cubicBezTo>
                      <a:pt x="83273" y="97585"/>
                      <a:pt x="82406" y="97585"/>
                      <a:pt x="81538" y="97152"/>
                    </a:cubicBezTo>
                    <a:cubicBezTo>
                      <a:pt x="81105" y="97152"/>
                      <a:pt x="80671" y="96718"/>
                      <a:pt x="80237" y="96718"/>
                    </a:cubicBezTo>
                    <a:lnTo>
                      <a:pt x="79370" y="96284"/>
                    </a:lnTo>
                    <a:cubicBezTo>
                      <a:pt x="77635" y="95417"/>
                      <a:pt x="75900" y="94983"/>
                      <a:pt x="74165" y="93682"/>
                    </a:cubicBezTo>
                    <a:cubicBezTo>
                      <a:pt x="73298" y="93248"/>
                      <a:pt x="72864" y="92815"/>
                      <a:pt x="71997" y="92381"/>
                    </a:cubicBezTo>
                    <a:cubicBezTo>
                      <a:pt x="71563" y="91947"/>
                      <a:pt x="71129" y="91947"/>
                      <a:pt x="70696" y="91513"/>
                    </a:cubicBezTo>
                    <a:cubicBezTo>
                      <a:pt x="67226" y="88911"/>
                      <a:pt x="63322" y="85008"/>
                      <a:pt x="63322" y="79369"/>
                    </a:cubicBezTo>
                    <a:lnTo>
                      <a:pt x="63322" y="71129"/>
                    </a:lnTo>
                    <a:lnTo>
                      <a:pt x="63322" y="62888"/>
                    </a:lnTo>
                    <a:cubicBezTo>
                      <a:pt x="63322" y="62888"/>
                      <a:pt x="63756" y="63322"/>
                      <a:pt x="63756" y="63322"/>
                    </a:cubicBezTo>
                    <a:cubicBezTo>
                      <a:pt x="64190" y="63756"/>
                      <a:pt x="64624" y="64190"/>
                      <a:pt x="65057" y="64623"/>
                    </a:cubicBezTo>
                    <a:cubicBezTo>
                      <a:pt x="65057" y="64623"/>
                      <a:pt x="65491" y="65057"/>
                      <a:pt x="65491" y="65057"/>
                    </a:cubicBezTo>
                    <a:cubicBezTo>
                      <a:pt x="66358" y="65924"/>
                      <a:pt x="66792" y="66358"/>
                      <a:pt x="67660" y="66792"/>
                    </a:cubicBezTo>
                    <a:cubicBezTo>
                      <a:pt x="68093" y="67226"/>
                      <a:pt x="68961" y="67659"/>
                      <a:pt x="69394" y="68093"/>
                    </a:cubicBezTo>
                    <a:cubicBezTo>
                      <a:pt x="69394" y="68093"/>
                      <a:pt x="69828" y="68093"/>
                      <a:pt x="69828" y="68527"/>
                    </a:cubicBezTo>
                    <a:cubicBezTo>
                      <a:pt x="70262" y="68960"/>
                      <a:pt x="71129" y="69394"/>
                      <a:pt x="71563" y="69394"/>
                    </a:cubicBezTo>
                    <a:cubicBezTo>
                      <a:pt x="73732" y="70695"/>
                      <a:pt x="76334" y="71996"/>
                      <a:pt x="79370" y="72864"/>
                    </a:cubicBezTo>
                    <a:cubicBezTo>
                      <a:pt x="82406" y="73731"/>
                      <a:pt x="85442" y="74599"/>
                      <a:pt x="88912" y="75032"/>
                    </a:cubicBezTo>
                    <a:cubicBezTo>
                      <a:pt x="89779" y="75032"/>
                      <a:pt x="90646" y="75466"/>
                      <a:pt x="91514" y="75466"/>
                    </a:cubicBezTo>
                    <a:cubicBezTo>
                      <a:pt x="92815" y="75466"/>
                      <a:pt x="93682" y="75900"/>
                      <a:pt x="94984" y="75900"/>
                    </a:cubicBezTo>
                    <a:cubicBezTo>
                      <a:pt x="96718" y="75900"/>
                      <a:pt x="98020" y="75900"/>
                      <a:pt x="99754" y="75900"/>
                    </a:cubicBezTo>
                    <a:cubicBezTo>
                      <a:pt x="112332" y="75900"/>
                      <a:pt x="124043" y="72430"/>
                      <a:pt x="131849" y="66792"/>
                    </a:cubicBezTo>
                    <a:cubicBezTo>
                      <a:pt x="132717" y="66358"/>
                      <a:pt x="133584" y="65491"/>
                      <a:pt x="134018" y="65057"/>
                    </a:cubicBezTo>
                    <a:cubicBezTo>
                      <a:pt x="134452" y="65057"/>
                      <a:pt x="134452" y="64623"/>
                      <a:pt x="134452" y="64623"/>
                    </a:cubicBezTo>
                    <a:cubicBezTo>
                      <a:pt x="135319" y="65057"/>
                      <a:pt x="135753" y="64623"/>
                      <a:pt x="136620" y="63756"/>
                    </a:cubicBezTo>
                    <a:cubicBezTo>
                      <a:pt x="136187" y="63756"/>
                      <a:pt x="136620" y="63756"/>
                      <a:pt x="136620" y="63756"/>
                    </a:cubicBezTo>
                    <a:close/>
                    <a:moveTo>
                      <a:pt x="136620" y="35998"/>
                    </a:moveTo>
                    <a:lnTo>
                      <a:pt x="136620" y="52479"/>
                    </a:lnTo>
                    <a:cubicBezTo>
                      <a:pt x="136620" y="56816"/>
                      <a:pt x="134018" y="61154"/>
                      <a:pt x="129247" y="64623"/>
                    </a:cubicBezTo>
                    <a:cubicBezTo>
                      <a:pt x="122308" y="69828"/>
                      <a:pt x="111465" y="72864"/>
                      <a:pt x="99754" y="72864"/>
                    </a:cubicBezTo>
                    <a:cubicBezTo>
                      <a:pt x="98453" y="72864"/>
                      <a:pt x="96718" y="72864"/>
                      <a:pt x="95417" y="72864"/>
                    </a:cubicBezTo>
                    <a:cubicBezTo>
                      <a:pt x="94550" y="72864"/>
                      <a:pt x="93249" y="72864"/>
                      <a:pt x="92381" y="72430"/>
                    </a:cubicBezTo>
                    <a:cubicBezTo>
                      <a:pt x="91514" y="72430"/>
                      <a:pt x="90646" y="72430"/>
                      <a:pt x="89779" y="71996"/>
                    </a:cubicBezTo>
                    <a:cubicBezTo>
                      <a:pt x="86743" y="71563"/>
                      <a:pt x="83707" y="70695"/>
                      <a:pt x="80671" y="69828"/>
                    </a:cubicBezTo>
                    <a:cubicBezTo>
                      <a:pt x="78069" y="68960"/>
                      <a:pt x="75466" y="67659"/>
                      <a:pt x="73298" y="66792"/>
                    </a:cubicBezTo>
                    <a:cubicBezTo>
                      <a:pt x="72864" y="66358"/>
                      <a:pt x="71997" y="66358"/>
                      <a:pt x="71563" y="65924"/>
                    </a:cubicBezTo>
                    <a:cubicBezTo>
                      <a:pt x="71563" y="65924"/>
                      <a:pt x="71129" y="65924"/>
                      <a:pt x="71129" y="65491"/>
                    </a:cubicBezTo>
                    <a:cubicBezTo>
                      <a:pt x="70696" y="65057"/>
                      <a:pt x="70262" y="65057"/>
                      <a:pt x="69828" y="64623"/>
                    </a:cubicBezTo>
                    <a:cubicBezTo>
                      <a:pt x="65057" y="61154"/>
                      <a:pt x="62455" y="56816"/>
                      <a:pt x="62455" y="52479"/>
                    </a:cubicBezTo>
                    <a:lnTo>
                      <a:pt x="62455" y="44239"/>
                    </a:lnTo>
                    <a:lnTo>
                      <a:pt x="62455" y="35998"/>
                    </a:lnTo>
                    <a:cubicBezTo>
                      <a:pt x="62455" y="35998"/>
                      <a:pt x="62889" y="36432"/>
                      <a:pt x="62889" y="36432"/>
                    </a:cubicBezTo>
                    <a:cubicBezTo>
                      <a:pt x="63322" y="36866"/>
                      <a:pt x="63756" y="37299"/>
                      <a:pt x="64190" y="37733"/>
                    </a:cubicBezTo>
                    <a:cubicBezTo>
                      <a:pt x="64190" y="37733"/>
                      <a:pt x="64624" y="38167"/>
                      <a:pt x="64624" y="38167"/>
                    </a:cubicBezTo>
                    <a:cubicBezTo>
                      <a:pt x="65491" y="39034"/>
                      <a:pt x="65925" y="39468"/>
                      <a:pt x="66792" y="39902"/>
                    </a:cubicBezTo>
                    <a:cubicBezTo>
                      <a:pt x="67226" y="40335"/>
                      <a:pt x="68093" y="40769"/>
                      <a:pt x="68527" y="41203"/>
                    </a:cubicBezTo>
                    <a:cubicBezTo>
                      <a:pt x="71563" y="43371"/>
                      <a:pt x="75033" y="44672"/>
                      <a:pt x="78936" y="45974"/>
                    </a:cubicBezTo>
                    <a:cubicBezTo>
                      <a:pt x="85008" y="48142"/>
                      <a:pt x="92381" y="49010"/>
                      <a:pt x="99321" y="49010"/>
                    </a:cubicBezTo>
                    <a:cubicBezTo>
                      <a:pt x="111899" y="49010"/>
                      <a:pt x="123609" y="45540"/>
                      <a:pt x="131416" y="39902"/>
                    </a:cubicBezTo>
                    <a:cubicBezTo>
                      <a:pt x="132717" y="39902"/>
                      <a:pt x="133584" y="39034"/>
                      <a:pt x="134452" y="38600"/>
                    </a:cubicBezTo>
                    <a:cubicBezTo>
                      <a:pt x="134885" y="38600"/>
                      <a:pt x="134885" y="38167"/>
                      <a:pt x="134885" y="38167"/>
                    </a:cubicBezTo>
                    <a:cubicBezTo>
                      <a:pt x="135319" y="37299"/>
                      <a:pt x="135753" y="36866"/>
                      <a:pt x="136620" y="35998"/>
                    </a:cubicBezTo>
                    <a:cubicBezTo>
                      <a:pt x="136187" y="35998"/>
                      <a:pt x="136620" y="35998"/>
                      <a:pt x="136620" y="35998"/>
                    </a:cubicBezTo>
                    <a:close/>
                  </a:path>
                </a:pathLst>
              </a:custGeom>
              <a:solidFill>
                <a:srgbClr val="231F20"/>
              </a:solidFill>
              <a:ln w="433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647" name="Graphic 7">
                <a:extLst>
                  <a:ext uri="{FF2B5EF4-FFF2-40B4-BE49-F238E27FC236}">
                    <a16:creationId xmlns:a16="http://schemas.microsoft.com/office/drawing/2014/main" id="{B0E8BE53-E4E8-1BEE-7374-59AF169EC889}"/>
                  </a:ext>
                  <a:ext uri="{C183D7F6-B498-43B3-948B-1728B52AA6E4}">
                    <adec:decorative xmlns:adec="http://schemas.microsoft.com/office/drawing/2017/decorative" val="1"/>
                  </a:ext>
                </a:extLst>
              </p:cNvPr>
              <p:cNvGrpSpPr>
                <a:grpSpLocks noChangeAspect="1"/>
              </p:cNvGrpSpPr>
              <p:nvPr/>
            </p:nvGrpSpPr>
            <p:grpSpPr>
              <a:xfrm>
                <a:off x="6422487" y="3825652"/>
                <a:ext cx="150128" cy="132466"/>
                <a:chOff x="5842148" y="3154939"/>
                <a:chExt cx="514201" cy="453707"/>
              </a:xfrm>
              <a:solidFill>
                <a:schemeClr val="tx1"/>
              </a:solidFill>
            </p:grpSpPr>
            <p:sp>
              <p:nvSpPr>
                <p:cNvPr id="1648" name="Freeform: Shape 2643">
                  <a:extLst>
                    <a:ext uri="{FF2B5EF4-FFF2-40B4-BE49-F238E27FC236}">
                      <a16:creationId xmlns:a16="http://schemas.microsoft.com/office/drawing/2014/main" id="{B101058E-0A25-7686-D94E-80CE7A3BA8BF}"/>
                    </a:ext>
                  </a:extLst>
                </p:cNvPr>
                <p:cNvSpPr/>
                <p:nvPr/>
              </p:nvSpPr>
              <p:spPr>
                <a:xfrm>
                  <a:off x="5842148" y="3219970"/>
                  <a:ext cx="393213" cy="347842"/>
                </a:xfrm>
                <a:custGeom>
                  <a:avLst/>
                  <a:gdLst>
                    <a:gd name="connsiteX0" fmla="*/ 223829 w 393212"/>
                    <a:gd name="connsiteY0" fmla="*/ 356916 h 347842"/>
                    <a:gd name="connsiteX1" fmla="*/ 7562 w 393212"/>
                    <a:gd name="connsiteY1" fmla="*/ 356916 h 347842"/>
                    <a:gd name="connsiteX2" fmla="*/ 0 w 393212"/>
                    <a:gd name="connsiteY2" fmla="*/ 349354 h 347842"/>
                    <a:gd name="connsiteX3" fmla="*/ 7562 w 393212"/>
                    <a:gd name="connsiteY3" fmla="*/ 341793 h 347842"/>
                    <a:gd name="connsiteX4" fmla="*/ 223829 w 393212"/>
                    <a:gd name="connsiteY4" fmla="*/ 341793 h 347842"/>
                    <a:gd name="connsiteX5" fmla="*/ 387163 w 393212"/>
                    <a:gd name="connsiteY5" fmla="*/ 178458 h 347842"/>
                    <a:gd name="connsiteX6" fmla="*/ 223829 w 393212"/>
                    <a:gd name="connsiteY6" fmla="*/ 15124 h 347842"/>
                    <a:gd name="connsiteX7" fmla="*/ 60494 w 393212"/>
                    <a:gd name="connsiteY7" fmla="*/ 178458 h 347842"/>
                    <a:gd name="connsiteX8" fmla="*/ 99815 w 393212"/>
                    <a:gd name="connsiteY8" fmla="*/ 284323 h 347842"/>
                    <a:gd name="connsiteX9" fmla="*/ 98303 w 393212"/>
                    <a:gd name="connsiteY9" fmla="*/ 294910 h 347842"/>
                    <a:gd name="connsiteX10" fmla="*/ 87717 w 393212"/>
                    <a:gd name="connsiteY10" fmla="*/ 294910 h 347842"/>
                    <a:gd name="connsiteX11" fmla="*/ 45371 w 393212"/>
                    <a:gd name="connsiteY11" fmla="*/ 178458 h 347842"/>
                    <a:gd name="connsiteX12" fmla="*/ 223829 w 393212"/>
                    <a:gd name="connsiteY12" fmla="*/ 0 h 347842"/>
                    <a:gd name="connsiteX13" fmla="*/ 402287 w 393212"/>
                    <a:gd name="connsiteY13" fmla="*/ 178458 h 347842"/>
                    <a:gd name="connsiteX14" fmla="*/ 223829 w 393212"/>
                    <a:gd name="connsiteY14" fmla="*/ 356916 h 34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3212" h="347842">
                      <a:moveTo>
                        <a:pt x="223829" y="356916"/>
                      </a:moveTo>
                      <a:lnTo>
                        <a:pt x="7562" y="356916"/>
                      </a:lnTo>
                      <a:cubicBezTo>
                        <a:pt x="3025" y="356916"/>
                        <a:pt x="0" y="353891"/>
                        <a:pt x="0" y="349354"/>
                      </a:cubicBezTo>
                      <a:cubicBezTo>
                        <a:pt x="0" y="344817"/>
                        <a:pt x="3025" y="341793"/>
                        <a:pt x="7562" y="341793"/>
                      </a:cubicBezTo>
                      <a:lnTo>
                        <a:pt x="223829" y="341793"/>
                      </a:lnTo>
                      <a:cubicBezTo>
                        <a:pt x="314570" y="341793"/>
                        <a:pt x="387163" y="269200"/>
                        <a:pt x="387163" y="178458"/>
                      </a:cubicBezTo>
                      <a:cubicBezTo>
                        <a:pt x="387163" y="87717"/>
                        <a:pt x="314570" y="15124"/>
                        <a:pt x="223829" y="15124"/>
                      </a:cubicBezTo>
                      <a:cubicBezTo>
                        <a:pt x="127038" y="15124"/>
                        <a:pt x="60494" y="81667"/>
                        <a:pt x="60494" y="178458"/>
                      </a:cubicBezTo>
                      <a:cubicBezTo>
                        <a:pt x="60494" y="217779"/>
                        <a:pt x="74105" y="255588"/>
                        <a:pt x="99815" y="284323"/>
                      </a:cubicBezTo>
                      <a:cubicBezTo>
                        <a:pt x="102840" y="287348"/>
                        <a:pt x="102840" y="291885"/>
                        <a:pt x="98303" y="294910"/>
                      </a:cubicBezTo>
                      <a:cubicBezTo>
                        <a:pt x="95278" y="299447"/>
                        <a:pt x="90741" y="297934"/>
                        <a:pt x="87717" y="294910"/>
                      </a:cubicBezTo>
                      <a:cubicBezTo>
                        <a:pt x="60494" y="263150"/>
                        <a:pt x="45371" y="220804"/>
                        <a:pt x="45371" y="178458"/>
                      </a:cubicBezTo>
                      <a:cubicBezTo>
                        <a:pt x="45371" y="74105"/>
                        <a:pt x="119476" y="0"/>
                        <a:pt x="223829" y="0"/>
                      </a:cubicBezTo>
                      <a:cubicBezTo>
                        <a:pt x="322132" y="0"/>
                        <a:pt x="402287" y="80155"/>
                        <a:pt x="402287" y="178458"/>
                      </a:cubicBezTo>
                      <a:cubicBezTo>
                        <a:pt x="402287" y="276761"/>
                        <a:pt x="322132" y="356916"/>
                        <a:pt x="223829" y="356916"/>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49" name="Freeform: Shape 2644">
                  <a:extLst>
                    <a:ext uri="{FF2B5EF4-FFF2-40B4-BE49-F238E27FC236}">
                      <a16:creationId xmlns:a16="http://schemas.microsoft.com/office/drawing/2014/main" id="{3B93BF85-108A-B86D-4B1E-8448416393F9}"/>
                    </a:ext>
                  </a:extLst>
                </p:cNvPr>
                <p:cNvSpPr/>
                <p:nvPr/>
              </p:nvSpPr>
              <p:spPr>
                <a:xfrm>
                  <a:off x="6158230" y="3561763"/>
                  <a:ext cx="136112" cy="15124"/>
                </a:xfrm>
                <a:custGeom>
                  <a:avLst/>
                  <a:gdLst>
                    <a:gd name="connsiteX0" fmla="*/ 131575 w 136112"/>
                    <a:gd name="connsiteY0" fmla="*/ 15124 h 15123"/>
                    <a:gd name="connsiteX1" fmla="*/ 7562 w 136112"/>
                    <a:gd name="connsiteY1" fmla="*/ 15124 h 15123"/>
                    <a:gd name="connsiteX2" fmla="*/ 0 w 136112"/>
                    <a:gd name="connsiteY2" fmla="*/ 7562 h 15123"/>
                    <a:gd name="connsiteX3" fmla="*/ 7562 w 136112"/>
                    <a:gd name="connsiteY3" fmla="*/ 0 h 15123"/>
                    <a:gd name="connsiteX4" fmla="*/ 131575 w 136112"/>
                    <a:gd name="connsiteY4" fmla="*/ 0 h 15123"/>
                    <a:gd name="connsiteX5" fmla="*/ 139137 w 136112"/>
                    <a:gd name="connsiteY5" fmla="*/ 7562 h 15123"/>
                    <a:gd name="connsiteX6" fmla="*/ 131575 w 136112"/>
                    <a:gd name="connsiteY6" fmla="*/ 15124 h 15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112" h="15123">
                      <a:moveTo>
                        <a:pt x="131575" y="15124"/>
                      </a:moveTo>
                      <a:lnTo>
                        <a:pt x="7562" y="15124"/>
                      </a:lnTo>
                      <a:cubicBezTo>
                        <a:pt x="3025" y="15124"/>
                        <a:pt x="0" y="12099"/>
                        <a:pt x="0" y="7562"/>
                      </a:cubicBezTo>
                      <a:cubicBezTo>
                        <a:pt x="0" y="3025"/>
                        <a:pt x="3025" y="0"/>
                        <a:pt x="7562" y="0"/>
                      </a:cubicBezTo>
                      <a:lnTo>
                        <a:pt x="131575" y="0"/>
                      </a:lnTo>
                      <a:cubicBezTo>
                        <a:pt x="136112" y="0"/>
                        <a:pt x="139137" y="3025"/>
                        <a:pt x="139137" y="7562"/>
                      </a:cubicBezTo>
                      <a:cubicBezTo>
                        <a:pt x="139137" y="12099"/>
                        <a:pt x="136112" y="15124"/>
                        <a:pt x="131575" y="15124"/>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50" name="Freeform: Shape 2645">
                  <a:extLst>
                    <a:ext uri="{FF2B5EF4-FFF2-40B4-BE49-F238E27FC236}">
                      <a16:creationId xmlns:a16="http://schemas.microsoft.com/office/drawing/2014/main" id="{501036D3-4D43-0930-9696-91B771289C38}"/>
                    </a:ext>
                  </a:extLst>
                </p:cNvPr>
                <p:cNvSpPr/>
                <p:nvPr/>
              </p:nvSpPr>
              <p:spPr>
                <a:xfrm>
                  <a:off x="6232944" y="3526842"/>
                  <a:ext cx="60494" cy="75618"/>
                </a:xfrm>
                <a:custGeom>
                  <a:avLst/>
                  <a:gdLst>
                    <a:gd name="connsiteX0" fmla="*/ 6954 w 60494"/>
                    <a:gd name="connsiteY0" fmla="*/ 86341 h 75617"/>
                    <a:gd name="connsiteX1" fmla="*/ 905 w 60494"/>
                    <a:gd name="connsiteY1" fmla="*/ 83316 h 75617"/>
                    <a:gd name="connsiteX2" fmla="*/ 3929 w 60494"/>
                    <a:gd name="connsiteY2" fmla="*/ 72729 h 75617"/>
                    <a:gd name="connsiteX3" fmla="*/ 49300 w 60494"/>
                    <a:gd name="connsiteY3" fmla="*/ 45507 h 75617"/>
                    <a:gd name="connsiteX4" fmla="*/ 3929 w 60494"/>
                    <a:gd name="connsiteY4" fmla="*/ 13748 h 75617"/>
                    <a:gd name="connsiteX5" fmla="*/ 2417 w 60494"/>
                    <a:gd name="connsiteY5" fmla="*/ 3161 h 75617"/>
                    <a:gd name="connsiteX6" fmla="*/ 13003 w 60494"/>
                    <a:gd name="connsiteY6" fmla="*/ 1649 h 75617"/>
                    <a:gd name="connsiteX7" fmla="*/ 58374 w 60494"/>
                    <a:gd name="connsiteY7" fmla="*/ 33408 h 75617"/>
                    <a:gd name="connsiteX8" fmla="*/ 64423 w 60494"/>
                    <a:gd name="connsiteY8" fmla="*/ 45507 h 75617"/>
                    <a:gd name="connsiteX9" fmla="*/ 56862 w 60494"/>
                    <a:gd name="connsiteY9" fmla="*/ 57606 h 75617"/>
                    <a:gd name="connsiteX10" fmla="*/ 11491 w 60494"/>
                    <a:gd name="connsiteY10" fmla="*/ 84828 h 75617"/>
                    <a:gd name="connsiteX11" fmla="*/ 6954 w 60494"/>
                    <a:gd name="connsiteY11" fmla="*/ 86341 h 7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494" h="75617">
                      <a:moveTo>
                        <a:pt x="6954" y="86341"/>
                      </a:moveTo>
                      <a:cubicBezTo>
                        <a:pt x="3929" y="86341"/>
                        <a:pt x="2417" y="84828"/>
                        <a:pt x="905" y="83316"/>
                      </a:cubicBezTo>
                      <a:cubicBezTo>
                        <a:pt x="-608" y="80291"/>
                        <a:pt x="-608" y="75754"/>
                        <a:pt x="3929" y="72729"/>
                      </a:cubicBezTo>
                      <a:lnTo>
                        <a:pt x="49300" y="45507"/>
                      </a:lnTo>
                      <a:lnTo>
                        <a:pt x="3929" y="13748"/>
                      </a:lnTo>
                      <a:cubicBezTo>
                        <a:pt x="905" y="10723"/>
                        <a:pt x="-608" y="6186"/>
                        <a:pt x="2417" y="3161"/>
                      </a:cubicBezTo>
                      <a:cubicBezTo>
                        <a:pt x="5442" y="136"/>
                        <a:pt x="9979" y="-1376"/>
                        <a:pt x="13003" y="1649"/>
                      </a:cubicBezTo>
                      <a:lnTo>
                        <a:pt x="58374" y="33408"/>
                      </a:lnTo>
                      <a:cubicBezTo>
                        <a:pt x="62911" y="36433"/>
                        <a:pt x="64423" y="40970"/>
                        <a:pt x="64423" y="45507"/>
                      </a:cubicBezTo>
                      <a:cubicBezTo>
                        <a:pt x="64423" y="50044"/>
                        <a:pt x="61399" y="54581"/>
                        <a:pt x="56862" y="57606"/>
                      </a:cubicBezTo>
                      <a:lnTo>
                        <a:pt x="11491" y="84828"/>
                      </a:lnTo>
                      <a:cubicBezTo>
                        <a:pt x="9979" y="86341"/>
                        <a:pt x="8466" y="86341"/>
                        <a:pt x="6954" y="86341"/>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51" name="Freeform: Shape 2646">
                  <a:extLst>
                    <a:ext uri="{FF2B5EF4-FFF2-40B4-BE49-F238E27FC236}">
                      <a16:creationId xmlns:a16="http://schemas.microsoft.com/office/drawing/2014/main" id="{18295C19-1691-82ED-2DFD-98B59BE676F5}"/>
                    </a:ext>
                  </a:extLst>
                </p:cNvPr>
                <p:cNvSpPr/>
                <p:nvPr/>
              </p:nvSpPr>
              <p:spPr>
                <a:xfrm>
                  <a:off x="5842148" y="3154939"/>
                  <a:ext cx="15124" cy="15124"/>
                </a:xfrm>
                <a:custGeom>
                  <a:avLst/>
                  <a:gdLst/>
                  <a:ahLst/>
                  <a:cxnLst/>
                  <a:rect l="l" t="t" r="r" b="b"/>
                  <a:pathLst>
                    <a:path/>
                  </a:pathLst>
                </a:custGeom>
                <a:grpFill/>
                <a:ln w="14848" cap="flat">
                  <a:solidFill>
                    <a:srgbClr val="231F2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52" name="Freeform: Shape 2647">
                  <a:extLst>
                    <a:ext uri="{FF2B5EF4-FFF2-40B4-BE49-F238E27FC236}">
                      <a16:creationId xmlns:a16="http://schemas.microsoft.com/office/drawing/2014/main" id="{75A2F6FD-9C9F-2F5C-35F6-D6DA27DCA6C2}"/>
                    </a:ext>
                  </a:extLst>
                </p:cNvPr>
                <p:cNvSpPr/>
                <p:nvPr/>
              </p:nvSpPr>
              <p:spPr>
                <a:xfrm>
                  <a:off x="5895080" y="3464972"/>
                  <a:ext cx="45371" cy="45371"/>
                </a:xfrm>
                <a:custGeom>
                  <a:avLst/>
                  <a:gdLst>
                    <a:gd name="connsiteX0" fmla="*/ 45371 w 45370"/>
                    <a:gd name="connsiteY0" fmla="*/ 57470 h 45370"/>
                    <a:gd name="connsiteX1" fmla="*/ 43858 w 45370"/>
                    <a:gd name="connsiteY1" fmla="*/ 57470 h 45370"/>
                    <a:gd name="connsiteX2" fmla="*/ 6049 w 45370"/>
                    <a:gd name="connsiteY2" fmla="*/ 46883 h 45370"/>
                    <a:gd name="connsiteX3" fmla="*/ 0 w 45370"/>
                    <a:gd name="connsiteY3" fmla="*/ 37809 h 45370"/>
                    <a:gd name="connsiteX4" fmla="*/ 9074 w 45370"/>
                    <a:gd name="connsiteY4" fmla="*/ 31759 h 45370"/>
                    <a:gd name="connsiteX5" fmla="*/ 36297 w 45370"/>
                    <a:gd name="connsiteY5" fmla="*/ 39321 h 45370"/>
                    <a:gd name="connsiteX6" fmla="*/ 31759 w 45370"/>
                    <a:gd name="connsiteY6" fmla="*/ 9074 h 45370"/>
                    <a:gd name="connsiteX7" fmla="*/ 37809 w 45370"/>
                    <a:gd name="connsiteY7" fmla="*/ 0 h 45370"/>
                    <a:gd name="connsiteX8" fmla="*/ 46883 w 45370"/>
                    <a:gd name="connsiteY8" fmla="*/ 6049 h 45370"/>
                    <a:gd name="connsiteX9" fmla="*/ 52932 w 45370"/>
                    <a:gd name="connsiteY9" fmla="*/ 46883 h 45370"/>
                    <a:gd name="connsiteX10" fmla="*/ 49908 w 45370"/>
                    <a:gd name="connsiteY10" fmla="*/ 52932 h 45370"/>
                    <a:gd name="connsiteX11" fmla="*/ 45371 w 45370"/>
                    <a:gd name="connsiteY11" fmla="*/ 57470 h 4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370" h="45370">
                      <a:moveTo>
                        <a:pt x="45371" y="57470"/>
                      </a:moveTo>
                      <a:cubicBezTo>
                        <a:pt x="45371" y="57470"/>
                        <a:pt x="43858" y="57470"/>
                        <a:pt x="43858" y="57470"/>
                      </a:cubicBezTo>
                      <a:lnTo>
                        <a:pt x="6049" y="46883"/>
                      </a:lnTo>
                      <a:cubicBezTo>
                        <a:pt x="1512" y="45371"/>
                        <a:pt x="0" y="42346"/>
                        <a:pt x="0" y="37809"/>
                      </a:cubicBezTo>
                      <a:cubicBezTo>
                        <a:pt x="0" y="33272"/>
                        <a:pt x="4537" y="31759"/>
                        <a:pt x="9074" y="31759"/>
                      </a:cubicBezTo>
                      <a:lnTo>
                        <a:pt x="36297" y="39321"/>
                      </a:lnTo>
                      <a:lnTo>
                        <a:pt x="31759" y="9074"/>
                      </a:lnTo>
                      <a:cubicBezTo>
                        <a:pt x="31759" y="4537"/>
                        <a:pt x="34784" y="1512"/>
                        <a:pt x="37809" y="0"/>
                      </a:cubicBezTo>
                      <a:cubicBezTo>
                        <a:pt x="42346" y="0"/>
                        <a:pt x="45371" y="3025"/>
                        <a:pt x="46883" y="6049"/>
                      </a:cubicBezTo>
                      <a:lnTo>
                        <a:pt x="52932" y="46883"/>
                      </a:lnTo>
                      <a:cubicBezTo>
                        <a:pt x="52932" y="49908"/>
                        <a:pt x="52932" y="51420"/>
                        <a:pt x="49908" y="52932"/>
                      </a:cubicBezTo>
                      <a:cubicBezTo>
                        <a:pt x="48395" y="57470"/>
                        <a:pt x="46883" y="57470"/>
                        <a:pt x="45371" y="57470"/>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53" name="Freeform: Shape 2648">
                  <a:extLst>
                    <a:ext uri="{FF2B5EF4-FFF2-40B4-BE49-F238E27FC236}">
                      <a16:creationId xmlns:a16="http://schemas.microsoft.com/office/drawing/2014/main" id="{222C54FB-DB43-27F9-7BB5-14F91227A292}"/>
                    </a:ext>
                  </a:extLst>
                </p:cNvPr>
                <p:cNvSpPr/>
                <p:nvPr/>
              </p:nvSpPr>
              <p:spPr>
                <a:xfrm>
                  <a:off x="6178407" y="3155455"/>
                  <a:ext cx="166359" cy="166359"/>
                </a:xfrm>
                <a:custGeom>
                  <a:avLst/>
                  <a:gdLst>
                    <a:gd name="connsiteX0" fmla="*/ 88713 w 166359"/>
                    <a:gd name="connsiteY0" fmla="*/ 179455 h 166359"/>
                    <a:gd name="connsiteX1" fmla="*/ 76614 w 166359"/>
                    <a:gd name="connsiteY1" fmla="*/ 177942 h 166359"/>
                    <a:gd name="connsiteX2" fmla="*/ 70565 w 166359"/>
                    <a:gd name="connsiteY2" fmla="*/ 168868 h 166359"/>
                    <a:gd name="connsiteX3" fmla="*/ 79639 w 166359"/>
                    <a:gd name="connsiteY3" fmla="*/ 162819 h 166359"/>
                    <a:gd name="connsiteX4" fmla="*/ 129547 w 166359"/>
                    <a:gd name="connsiteY4" fmla="*/ 150720 h 166359"/>
                    <a:gd name="connsiteX5" fmla="*/ 150720 w 166359"/>
                    <a:gd name="connsiteY5" fmla="*/ 47880 h 166359"/>
                    <a:gd name="connsiteX6" fmla="*/ 47880 w 166359"/>
                    <a:gd name="connsiteY6" fmla="*/ 26707 h 166359"/>
                    <a:gd name="connsiteX7" fmla="*/ 26707 w 166359"/>
                    <a:gd name="connsiteY7" fmla="*/ 129547 h 166359"/>
                    <a:gd name="connsiteX8" fmla="*/ 25194 w 166359"/>
                    <a:gd name="connsiteY8" fmla="*/ 140133 h 166359"/>
                    <a:gd name="connsiteX9" fmla="*/ 14608 w 166359"/>
                    <a:gd name="connsiteY9" fmla="*/ 138621 h 166359"/>
                    <a:gd name="connsiteX10" fmla="*/ 40318 w 166359"/>
                    <a:gd name="connsiteY10" fmla="*/ 14608 h 166359"/>
                    <a:gd name="connsiteX11" fmla="*/ 164331 w 166359"/>
                    <a:gd name="connsiteY11" fmla="*/ 40318 h 166359"/>
                    <a:gd name="connsiteX12" fmla="*/ 138621 w 166359"/>
                    <a:gd name="connsiteY12" fmla="*/ 164331 h 166359"/>
                    <a:gd name="connsiteX13" fmla="*/ 88713 w 166359"/>
                    <a:gd name="connsiteY13" fmla="*/ 179455 h 166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59" h="166359">
                      <a:moveTo>
                        <a:pt x="88713" y="179455"/>
                      </a:moveTo>
                      <a:cubicBezTo>
                        <a:pt x="84176" y="179455"/>
                        <a:pt x="81151" y="179455"/>
                        <a:pt x="76614" y="177942"/>
                      </a:cubicBezTo>
                      <a:cubicBezTo>
                        <a:pt x="72077" y="177942"/>
                        <a:pt x="69053" y="173405"/>
                        <a:pt x="70565" y="168868"/>
                      </a:cubicBezTo>
                      <a:cubicBezTo>
                        <a:pt x="70565" y="164331"/>
                        <a:pt x="75102" y="161306"/>
                        <a:pt x="79639" y="162819"/>
                      </a:cubicBezTo>
                      <a:cubicBezTo>
                        <a:pt x="97787" y="165843"/>
                        <a:pt x="115936" y="161306"/>
                        <a:pt x="129547" y="150720"/>
                      </a:cubicBezTo>
                      <a:cubicBezTo>
                        <a:pt x="164331" y="128034"/>
                        <a:pt x="173405" y="81151"/>
                        <a:pt x="150720" y="47880"/>
                      </a:cubicBezTo>
                      <a:cubicBezTo>
                        <a:pt x="128034" y="14608"/>
                        <a:pt x="81151" y="4021"/>
                        <a:pt x="47880" y="26707"/>
                      </a:cubicBezTo>
                      <a:cubicBezTo>
                        <a:pt x="13095" y="49392"/>
                        <a:pt x="4021" y="96275"/>
                        <a:pt x="26707" y="129547"/>
                      </a:cubicBezTo>
                      <a:cubicBezTo>
                        <a:pt x="29731" y="132572"/>
                        <a:pt x="28219" y="137109"/>
                        <a:pt x="25194" y="140133"/>
                      </a:cubicBezTo>
                      <a:cubicBezTo>
                        <a:pt x="22170" y="143158"/>
                        <a:pt x="17632" y="141646"/>
                        <a:pt x="14608" y="138621"/>
                      </a:cubicBezTo>
                      <a:cubicBezTo>
                        <a:pt x="-12615" y="97787"/>
                        <a:pt x="-516" y="41830"/>
                        <a:pt x="40318" y="14608"/>
                      </a:cubicBezTo>
                      <a:cubicBezTo>
                        <a:pt x="81151" y="-12615"/>
                        <a:pt x="137109" y="-516"/>
                        <a:pt x="164331" y="40318"/>
                      </a:cubicBezTo>
                      <a:cubicBezTo>
                        <a:pt x="191553" y="81151"/>
                        <a:pt x="179454" y="137109"/>
                        <a:pt x="138621" y="164331"/>
                      </a:cubicBezTo>
                      <a:cubicBezTo>
                        <a:pt x="121985" y="174918"/>
                        <a:pt x="105349" y="179455"/>
                        <a:pt x="88713" y="179455"/>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54" name="Freeform: Shape 2649">
                  <a:extLst>
                    <a:ext uri="{FF2B5EF4-FFF2-40B4-BE49-F238E27FC236}">
                      <a16:creationId xmlns:a16="http://schemas.microsoft.com/office/drawing/2014/main" id="{31D85FB2-44D4-A562-A444-B66C1E5ACF46}"/>
                    </a:ext>
                  </a:extLst>
                </p:cNvPr>
                <p:cNvSpPr/>
                <p:nvPr/>
              </p:nvSpPr>
              <p:spPr>
                <a:xfrm>
                  <a:off x="6242922" y="3299989"/>
                  <a:ext cx="30247" cy="45371"/>
                </a:xfrm>
                <a:custGeom>
                  <a:avLst/>
                  <a:gdLst>
                    <a:gd name="connsiteX0" fmla="*/ 28735 w 30247"/>
                    <a:gd name="connsiteY0" fmla="*/ 53069 h 45370"/>
                    <a:gd name="connsiteX1" fmla="*/ 24198 w 30247"/>
                    <a:gd name="connsiteY1" fmla="*/ 51556 h 45370"/>
                    <a:gd name="connsiteX2" fmla="*/ 0 w 30247"/>
                    <a:gd name="connsiteY2" fmla="*/ 27359 h 45370"/>
                    <a:gd name="connsiteX3" fmla="*/ 25710 w 30247"/>
                    <a:gd name="connsiteY3" fmla="*/ 1649 h 45370"/>
                    <a:gd name="connsiteX4" fmla="*/ 36297 w 30247"/>
                    <a:gd name="connsiteY4" fmla="*/ 3161 h 45370"/>
                    <a:gd name="connsiteX5" fmla="*/ 34784 w 30247"/>
                    <a:gd name="connsiteY5" fmla="*/ 13748 h 45370"/>
                    <a:gd name="connsiteX6" fmla="*/ 18148 w 30247"/>
                    <a:gd name="connsiteY6" fmla="*/ 25846 h 45370"/>
                    <a:gd name="connsiteX7" fmla="*/ 33272 w 30247"/>
                    <a:gd name="connsiteY7" fmla="*/ 37945 h 45370"/>
                    <a:gd name="connsiteX8" fmla="*/ 34784 w 30247"/>
                    <a:gd name="connsiteY8" fmla="*/ 48532 h 45370"/>
                    <a:gd name="connsiteX9" fmla="*/ 28735 w 30247"/>
                    <a:gd name="connsiteY9" fmla="*/ 53069 h 4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247" h="45370">
                      <a:moveTo>
                        <a:pt x="28735" y="53069"/>
                      </a:moveTo>
                      <a:cubicBezTo>
                        <a:pt x="27222" y="53069"/>
                        <a:pt x="25710" y="53069"/>
                        <a:pt x="24198" y="51556"/>
                      </a:cubicBezTo>
                      <a:cubicBezTo>
                        <a:pt x="0" y="33408"/>
                        <a:pt x="0" y="31896"/>
                        <a:pt x="0" y="27359"/>
                      </a:cubicBezTo>
                      <a:cubicBezTo>
                        <a:pt x="0" y="24334"/>
                        <a:pt x="0" y="21309"/>
                        <a:pt x="25710" y="1649"/>
                      </a:cubicBezTo>
                      <a:cubicBezTo>
                        <a:pt x="28735" y="-1376"/>
                        <a:pt x="33272" y="136"/>
                        <a:pt x="36297" y="3161"/>
                      </a:cubicBezTo>
                      <a:cubicBezTo>
                        <a:pt x="39321" y="6186"/>
                        <a:pt x="37809" y="10723"/>
                        <a:pt x="34784" y="13748"/>
                      </a:cubicBezTo>
                      <a:cubicBezTo>
                        <a:pt x="28735" y="18285"/>
                        <a:pt x="22685" y="22822"/>
                        <a:pt x="18148" y="25846"/>
                      </a:cubicBezTo>
                      <a:cubicBezTo>
                        <a:pt x="22685" y="28871"/>
                        <a:pt x="28735" y="33408"/>
                        <a:pt x="33272" y="37945"/>
                      </a:cubicBezTo>
                      <a:cubicBezTo>
                        <a:pt x="36297" y="40970"/>
                        <a:pt x="37809" y="45507"/>
                        <a:pt x="34784" y="48532"/>
                      </a:cubicBezTo>
                      <a:cubicBezTo>
                        <a:pt x="34784" y="51556"/>
                        <a:pt x="31759" y="53069"/>
                        <a:pt x="28735" y="53069"/>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55" name="Freeform: Shape 2650">
                  <a:extLst>
                    <a:ext uri="{FF2B5EF4-FFF2-40B4-BE49-F238E27FC236}">
                      <a16:creationId xmlns:a16="http://schemas.microsoft.com/office/drawing/2014/main" id="{61729224-439D-D49D-4B7A-3CF8DB987395}"/>
                    </a:ext>
                  </a:extLst>
                </p:cNvPr>
                <p:cNvSpPr/>
                <p:nvPr/>
              </p:nvSpPr>
              <p:spPr>
                <a:xfrm>
                  <a:off x="6025143" y="3359107"/>
                  <a:ext cx="75618" cy="75618"/>
                </a:xfrm>
                <a:custGeom>
                  <a:avLst/>
                  <a:gdLst>
                    <a:gd name="connsiteX0" fmla="*/ 39321 w 75617"/>
                    <a:gd name="connsiteY0" fmla="*/ 78643 h 75617"/>
                    <a:gd name="connsiteX1" fmla="*/ 0 w 75617"/>
                    <a:gd name="connsiteY1" fmla="*/ 39321 h 75617"/>
                    <a:gd name="connsiteX2" fmla="*/ 39321 w 75617"/>
                    <a:gd name="connsiteY2" fmla="*/ 0 h 75617"/>
                    <a:gd name="connsiteX3" fmla="*/ 78642 w 75617"/>
                    <a:gd name="connsiteY3" fmla="*/ 39321 h 75617"/>
                    <a:gd name="connsiteX4" fmla="*/ 39321 w 75617"/>
                    <a:gd name="connsiteY4" fmla="*/ 78643 h 75617"/>
                    <a:gd name="connsiteX5" fmla="*/ 39321 w 75617"/>
                    <a:gd name="connsiteY5" fmla="*/ 13611 h 75617"/>
                    <a:gd name="connsiteX6" fmla="*/ 15124 w 75617"/>
                    <a:gd name="connsiteY6" fmla="*/ 37809 h 75617"/>
                    <a:gd name="connsiteX7" fmla="*/ 39321 w 75617"/>
                    <a:gd name="connsiteY7" fmla="*/ 62007 h 75617"/>
                    <a:gd name="connsiteX8" fmla="*/ 63519 w 75617"/>
                    <a:gd name="connsiteY8" fmla="*/ 37809 h 75617"/>
                    <a:gd name="connsiteX9" fmla="*/ 39321 w 75617"/>
                    <a:gd name="connsiteY9" fmla="*/ 13611 h 7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617" h="75617">
                      <a:moveTo>
                        <a:pt x="39321" y="78643"/>
                      </a:moveTo>
                      <a:cubicBezTo>
                        <a:pt x="16636" y="78643"/>
                        <a:pt x="0" y="60494"/>
                        <a:pt x="0" y="39321"/>
                      </a:cubicBezTo>
                      <a:cubicBezTo>
                        <a:pt x="0" y="18148"/>
                        <a:pt x="18148" y="0"/>
                        <a:pt x="39321" y="0"/>
                      </a:cubicBezTo>
                      <a:cubicBezTo>
                        <a:pt x="60494" y="0"/>
                        <a:pt x="78642" y="18148"/>
                        <a:pt x="78642" y="39321"/>
                      </a:cubicBezTo>
                      <a:cubicBezTo>
                        <a:pt x="78642" y="60494"/>
                        <a:pt x="60494" y="78643"/>
                        <a:pt x="39321" y="78643"/>
                      </a:cubicBezTo>
                      <a:close/>
                      <a:moveTo>
                        <a:pt x="39321" y="13611"/>
                      </a:moveTo>
                      <a:cubicBezTo>
                        <a:pt x="25710" y="13611"/>
                        <a:pt x="15124" y="24198"/>
                        <a:pt x="15124" y="37809"/>
                      </a:cubicBezTo>
                      <a:cubicBezTo>
                        <a:pt x="15124" y="51420"/>
                        <a:pt x="25710" y="62007"/>
                        <a:pt x="39321" y="62007"/>
                      </a:cubicBezTo>
                      <a:cubicBezTo>
                        <a:pt x="52932" y="62007"/>
                        <a:pt x="63519" y="51420"/>
                        <a:pt x="63519" y="37809"/>
                      </a:cubicBezTo>
                      <a:cubicBezTo>
                        <a:pt x="63519" y="24198"/>
                        <a:pt x="52932" y="13611"/>
                        <a:pt x="39321" y="13611"/>
                      </a:cubicBez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56" name="Freeform: Shape 2651">
                  <a:extLst>
                    <a:ext uri="{FF2B5EF4-FFF2-40B4-BE49-F238E27FC236}">
                      <a16:creationId xmlns:a16="http://schemas.microsoft.com/office/drawing/2014/main" id="{D0005596-02D2-FFC5-51C3-F9468ED9FB2F}"/>
                    </a:ext>
                  </a:extLst>
                </p:cNvPr>
                <p:cNvSpPr/>
                <p:nvPr/>
              </p:nvSpPr>
              <p:spPr>
                <a:xfrm>
                  <a:off x="5943476" y="3275928"/>
                  <a:ext cx="241977" cy="241977"/>
                </a:xfrm>
                <a:custGeom>
                  <a:avLst/>
                  <a:gdLst>
                    <a:gd name="connsiteX0" fmla="*/ 131575 w 241976"/>
                    <a:gd name="connsiteY0" fmla="*/ 241977 h 241977"/>
                    <a:gd name="connsiteX1" fmla="*/ 110402 w 241976"/>
                    <a:gd name="connsiteY1" fmla="*/ 241977 h 241977"/>
                    <a:gd name="connsiteX2" fmla="*/ 102840 w 241976"/>
                    <a:gd name="connsiteY2" fmla="*/ 237440 h 241977"/>
                    <a:gd name="connsiteX3" fmla="*/ 93766 w 241976"/>
                    <a:gd name="connsiteY3" fmla="*/ 210218 h 241977"/>
                    <a:gd name="connsiteX4" fmla="*/ 77130 w 241976"/>
                    <a:gd name="connsiteY4" fmla="*/ 205681 h 241977"/>
                    <a:gd name="connsiteX5" fmla="*/ 48395 w 241976"/>
                    <a:gd name="connsiteY5" fmla="*/ 216267 h 241977"/>
                    <a:gd name="connsiteX6" fmla="*/ 40834 w 241976"/>
                    <a:gd name="connsiteY6" fmla="*/ 214755 h 241977"/>
                    <a:gd name="connsiteX7" fmla="*/ 28735 w 241976"/>
                    <a:gd name="connsiteY7" fmla="*/ 202656 h 241977"/>
                    <a:gd name="connsiteX8" fmla="*/ 27222 w 241976"/>
                    <a:gd name="connsiteY8" fmla="*/ 195094 h 241977"/>
                    <a:gd name="connsiteX9" fmla="*/ 37809 w 241976"/>
                    <a:gd name="connsiteY9" fmla="*/ 166359 h 241977"/>
                    <a:gd name="connsiteX10" fmla="*/ 33272 w 241976"/>
                    <a:gd name="connsiteY10" fmla="*/ 149723 h 241977"/>
                    <a:gd name="connsiteX11" fmla="*/ 4537 w 241976"/>
                    <a:gd name="connsiteY11" fmla="*/ 139137 h 241977"/>
                    <a:gd name="connsiteX12" fmla="*/ 0 w 241976"/>
                    <a:gd name="connsiteY12" fmla="*/ 131575 h 241977"/>
                    <a:gd name="connsiteX13" fmla="*/ 0 w 241976"/>
                    <a:gd name="connsiteY13" fmla="*/ 108890 h 241977"/>
                    <a:gd name="connsiteX14" fmla="*/ 4537 w 241976"/>
                    <a:gd name="connsiteY14" fmla="*/ 101328 h 241977"/>
                    <a:gd name="connsiteX15" fmla="*/ 31759 w 241976"/>
                    <a:gd name="connsiteY15" fmla="*/ 92254 h 241977"/>
                    <a:gd name="connsiteX16" fmla="*/ 36297 w 241976"/>
                    <a:gd name="connsiteY16" fmla="*/ 75618 h 241977"/>
                    <a:gd name="connsiteX17" fmla="*/ 25710 w 241976"/>
                    <a:gd name="connsiteY17" fmla="*/ 46883 h 241977"/>
                    <a:gd name="connsiteX18" fmla="*/ 27222 w 241976"/>
                    <a:gd name="connsiteY18" fmla="*/ 39321 h 241977"/>
                    <a:gd name="connsiteX19" fmla="*/ 39321 w 241976"/>
                    <a:gd name="connsiteY19" fmla="*/ 27222 h 241977"/>
                    <a:gd name="connsiteX20" fmla="*/ 46883 w 241976"/>
                    <a:gd name="connsiteY20" fmla="*/ 25710 h 241977"/>
                    <a:gd name="connsiteX21" fmla="*/ 75618 w 241976"/>
                    <a:gd name="connsiteY21" fmla="*/ 36297 h 241977"/>
                    <a:gd name="connsiteX22" fmla="*/ 92254 w 241976"/>
                    <a:gd name="connsiteY22" fmla="*/ 31759 h 241977"/>
                    <a:gd name="connsiteX23" fmla="*/ 101328 w 241976"/>
                    <a:gd name="connsiteY23" fmla="*/ 4537 h 241977"/>
                    <a:gd name="connsiteX24" fmla="*/ 110402 w 241976"/>
                    <a:gd name="connsiteY24" fmla="*/ 0 h 241977"/>
                    <a:gd name="connsiteX25" fmla="*/ 133087 w 241976"/>
                    <a:gd name="connsiteY25" fmla="*/ 0 h 241977"/>
                    <a:gd name="connsiteX26" fmla="*/ 140649 w 241976"/>
                    <a:gd name="connsiteY26" fmla="*/ 4537 h 241977"/>
                    <a:gd name="connsiteX27" fmla="*/ 149723 w 241976"/>
                    <a:gd name="connsiteY27" fmla="*/ 31759 h 241977"/>
                    <a:gd name="connsiteX28" fmla="*/ 166359 w 241976"/>
                    <a:gd name="connsiteY28" fmla="*/ 36297 h 241977"/>
                    <a:gd name="connsiteX29" fmla="*/ 195094 w 241976"/>
                    <a:gd name="connsiteY29" fmla="*/ 25710 h 241977"/>
                    <a:gd name="connsiteX30" fmla="*/ 202656 w 241976"/>
                    <a:gd name="connsiteY30" fmla="*/ 27222 h 241977"/>
                    <a:gd name="connsiteX31" fmla="*/ 214755 w 241976"/>
                    <a:gd name="connsiteY31" fmla="*/ 39321 h 241977"/>
                    <a:gd name="connsiteX32" fmla="*/ 216267 w 241976"/>
                    <a:gd name="connsiteY32" fmla="*/ 46883 h 241977"/>
                    <a:gd name="connsiteX33" fmla="*/ 205680 w 241976"/>
                    <a:gd name="connsiteY33" fmla="*/ 75618 h 241977"/>
                    <a:gd name="connsiteX34" fmla="*/ 210217 w 241976"/>
                    <a:gd name="connsiteY34" fmla="*/ 92254 h 241977"/>
                    <a:gd name="connsiteX35" fmla="*/ 237440 w 241976"/>
                    <a:gd name="connsiteY35" fmla="*/ 101328 h 241977"/>
                    <a:gd name="connsiteX36" fmla="*/ 241977 w 241976"/>
                    <a:gd name="connsiteY36" fmla="*/ 108890 h 241977"/>
                    <a:gd name="connsiteX37" fmla="*/ 241977 w 241976"/>
                    <a:gd name="connsiteY37" fmla="*/ 131575 h 241977"/>
                    <a:gd name="connsiteX38" fmla="*/ 237440 w 241976"/>
                    <a:gd name="connsiteY38" fmla="*/ 139137 h 241977"/>
                    <a:gd name="connsiteX39" fmla="*/ 210217 w 241976"/>
                    <a:gd name="connsiteY39" fmla="*/ 148211 h 241977"/>
                    <a:gd name="connsiteX40" fmla="*/ 205680 w 241976"/>
                    <a:gd name="connsiteY40" fmla="*/ 164847 h 241977"/>
                    <a:gd name="connsiteX41" fmla="*/ 216267 w 241976"/>
                    <a:gd name="connsiteY41" fmla="*/ 193582 h 241977"/>
                    <a:gd name="connsiteX42" fmla="*/ 214755 w 241976"/>
                    <a:gd name="connsiteY42" fmla="*/ 201143 h 241977"/>
                    <a:gd name="connsiteX43" fmla="*/ 201143 w 241976"/>
                    <a:gd name="connsiteY43" fmla="*/ 213242 h 241977"/>
                    <a:gd name="connsiteX44" fmla="*/ 193582 w 241976"/>
                    <a:gd name="connsiteY44" fmla="*/ 214755 h 241977"/>
                    <a:gd name="connsiteX45" fmla="*/ 164847 w 241976"/>
                    <a:gd name="connsiteY45" fmla="*/ 204168 h 241977"/>
                    <a:gd name="connsiteX46" fmla="*/ 148211 w 241976"/>
                    <a:gd name="connsiteY46" fmla="*/ 208705 h 241977"/>
                    <a:gd name="connsiteX47" fmla="*/ 139137 w 241976"/>
                    <a:gd name="connsiteY47" fmla="*/ 235928 h 241977"/>
                    <a:gd name="connsiteX48" fmla="*/ 131575 w 241976"/>
                    <a:gd name="connsiteY48" fmla="*/ 241977 h 241977"/>
                    <a:gd name="connsiteX49" fmla="*/ 114939 w 241976"/>
                    <a:gd name="connsiteY49" fmla="*/ 226854 h 241977"/>
                    <a:gd name="connsiteX50" fmla="*/ 127038 w 241976"/>
                    <a:gd name="connsiteY50" fmla="*/ 226854 h 241977"/>
                    <a:gd name="connsiteX51" fmla="*/ 136112 w 241976"/>
                    <a:gd name="connsiteY51" fmla="*/ 201143 h 241977"/>
                    <a:gd name="connsiteX52" fmla="*/ 140649 w 241976"/>
                    <a:gd name="connsiteY52" fmla="*/ 196606 h 241977"/>
                    <a:gd name="connsiteX53" fmla="*/ 163334 w 241976"/>
                    <a:gd name="connsiteY53" fmla="*/ 189045 h 241977"/>
                    <a:gd name="connsiteX54" fmla="*/ 167872 w 241976"/>
                    <a:gd name="connsiteY54" fmla="*/ 189045 h 241977"/>
                    <a:gd name="connsiteX55" fmla="*/ 195094 w 241976"/>
                    <a:gd name="connsiteY55" fmla="*/ 199631 h 241977"/>
                    <a:gd name="connsiteX56" fmla="*/ 199631 w 241976"/>
                    <a:gd name="connsiteY56" fmla="*/ 195094 h 241977"/>
                    <a:gd name="connsiteX57" fmla="*/ 189045 w 241976"/>
                    <a:gd name="connsiteY57" fmla="*/ 167872 h 241977"/>
                    <a:gd name="connsiteX58" fmla="*/ 189045 w 241976"/>
                    <a:gd name="connsiteY58" fmla="*/ 163335 h 241977"/>
                    <a:gd name="connsiteX59" fmla="*/ 196606 w 241976"/>
                    <a:gd name="connsiteY59" fmla="*/ 140649 h 241977"/>
                    <a:gd name="connsiteX60" fmla="*/ 201143 w 241976"/>
                    <a:gd name="connsiteY60" fmla="*/ 136112 h 241977"/>
                    <a:gd name="connsiteX61" fmla="*/ 226853 w 241976"/>
                    <a:gd name="connsiteY61" fmla="*/ 127038 h 241977"/>
                    <a:gd name="connsiteX62" fmla="*/ 226853 w 241976"/>
                    <a:gd name="connsiteY62" fmla="*/ 114939 h 241977"/>
                    <a:gd name="connsiteX63" fmla="*/ 201143 w 241976"/>
                    <a:gd name="connsiteY63" fmla="*/ 105865 h 241977"/>
                    <a:gd name="connsiteX64" fmla="*/ 196606 w 241976"/>
                    <a:gd name="connsiteY64" fmla="*/ 101328 h 241977"/>
                    <a:gd name="connsiteX65" fmla="*/ 189045 w 241976"/>
                    <a:gd name="connsiteY65" fmla="*/ 78643 h 241977"/>
                    <a:gd name="connsiteX66" fmla="*/ 189045 w 241976"/>
                    <a:gd name="connsiteY66" fmla="*/ 74105 h 241977"/>
                    <a:gd name="connsiteX67" fmla="*/ 199631 w 241976"/>
                    <a:gd name="connsiteY67" fmla="*/ 46883 h 241977"/>
                    <a:gd name="connsiteX68" fmla="*/ 195094 w 241976"/>
                    <a:gd name="connsiteY68" fmla="*/ 42346 h 241977"/>
                    <a:gd name="connsiteX69" fmla="*/ 167872 w 241976"/>
                    <a:gd name="connsiteY69" fmla="*/ 52932 h 241977"/>
                    <a:gd name="connsiteX70" fmla="*/ 163334 w 241976"/>
                    <a:gd name="connsiteY70" fmla="*/ 52932 h 241977"/>
                    <a:gd name="connsiteX71" fmla="*/ 140649 w 241976"/>
                    <a:gd name="connsiteY71" fmla="*/ 45371 h 241977"/>
                    <a:gd name="connsiteX72" fmla="*/ 136112 w 241976"/>
                    <a:gd name="connsiteY72" fmla="*/ 40834 h 241977"/>
                    <a:gd name="connsiteX73" fmla="*/ 127038 w 241976"/>
                    <a:gd name="connsiteY73" fmla="*/ 15124 h 241977"/>
                    <a:gd name="connsiteX74" fmla="*/ 114939 w 241976"/>
                    <a:gd name="connsiteY74" fmla="*/ 15124 h 241977"/>
                    <a:gd name="connsiteX75" fmla="*/ 105865 w 241976"/>
                    <a:gd name="connsiteY75" fmla="*/ 40834 h 241977"/>
                    <a:gd name="connsiteX76" fmla="*/ 101328 w 241976"/>
                    <a:gd name="connsiteY76" fmla="*/ 45371 h 241977"/>
                    <a:gd name="connsiteX77" fmla="*/ 78643 w 241976"/>
                    <a:gd name="connsiteY77" fmla="*/ 52932 h 241977"/>
                    <a:gd name="connsiteX78" fmla="*/ 74105 w 241976"/>
                    <a:gd name="connsiteY78" fmla="*/ 52932 h 241977"/>
                    <a:gd name="connsiteX79" fmla="*/ 46883 w 241976"/>
                    <a:gd name="connsiteY79" fmla="*/ 42346 h 241977"/>
                    <a:gd name="connsiteX80" fmla="*/ 42346 w 241976"/>
                    <a:gd name="connsiteY80" fmla="*/ 46883 h 241977"/>
                    <a:gd name="connsiteX81" fmla="*/ 52932 w 241976"/>
                    <a:gd name="connsiteY81" fmla="*/ 74105 h 241977"/>
                    <a:gd name="connsiteX82" fmla="*/ 52932 w 241976"/>
                    <a:gd name="connsiteY82" fmla="*/ 78643 h 241977"/>
                    <a:gd name="connsiteX83" fmla="*/ 45371 w 241976"/>
                    <a:gd name="connsiteY83" fmla="*/ 101328 h 241977"/>
                    <a:gd name="connsiteX84" fmla="*/ 40834 w 241976"/>
                    <a:gd name="connsiteY84" fmla="*/ 105865 h 241977"/>
                    <a:gd name="connsiteX85" fmla="*/ 15124 w 241976"/>
                    <a:gd name="connsiteY85" fmla="*/ 114939 h 241977"/>
                    <a:gd name="connsiteX86" fmla="*/ 15124 w 241976"/>
                    <a:gd name="connsiteY86" fmla="*/ 127038 h 241977"/>
                    <a:gd name="connsiteX87" fmla="*/ 40834 w 241976"/>
                    <a:gd name="connsiteY87" fmla="*/ 136112 h 241977"/>
                    <a:gd name="connsiteX88" fmla="*/ 45371 w 241976"/>
                    <a:gd name="connsiteY88" fmla="*/ 140649 h 241977"/>
                    <a:gd name="connsiteX89" fmla="*/ 52932 w 241976"/>
                    <a:gd name="connsiteY89" fmla="*/ 163335 h 241977"/>
                    <a:gd name="connsiteX90" fmla="*/ 52932 w 241976"/>
                    <a:gd name="connsiteY90" fmla="*/ 167872 h 241977"/>
                    <a:gd name="connsiteX91" fmla="*/ 42346 w 241976"/>
                    <a:gd name="connsiteY91" fmla="*/ 195094 h 241977"/>
                    <a:gd name="connsiteX92" fmla="*/ 46883 w 241976"/>
                    <a:gd name="connsiteY92" fmla="*/ 199631 h 241977"/>
                    <a:gd name="connsiteX93" fmla="*/ 74105 w 241976"/>
                    <a:gd name="connsiteY93" fmla="*/ 189045 h 241977"/>
                    <a:gd name="connsiteX94" fmla="*/ 78643 w 241976"/>
                    <a:gd name="connsiteY94" fmla="*/ 189045 h 241977"/>
                    <a:gd name="connsiteX95" fmla="*/ 101328 w 241976"/>
                    <a:gd name="connsiteY95" fmla="*/ 196606 h 241977"/>
                    <a:gd name="connsiteX96" fmla="*/ 105865 w 241976"/>
                    <a:gd name="connsiteY96" fmla="*/ 201143 h 241977"/>
                    <a:gd name="connsiteX97" fmla="*/ 114939 w 241976"/>
                    <a:gd name="connsiteY97" fmla="*/ 226854 h 241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41976" h="241977">
                      <a:moveTo>
                        <a:pt x="131575" y="241977"/>
                      </a:moveTo>
                      <a:lnTo>
                        <a:pt x="110402" y="241977"/>
                      </a:lnTo>
                      <a:cubicBezTo>
                        <a:pt x="107377" y="241977"/>
                        <a:pt x="104353" y="240465"/>
                        <a:pt x="102840" y="237440"/>
                      </a:cubicBezTo>
                      <a:lnTo>
                        <a:pt x="93766" y="210218"/>
                      </a:lnTo>
                      <a:lnTo>
                        <a:pt x="77130" y="205681"/>
                      </a:lnTo>
                      <a:lnTo>
                        <a:pt x="48395" y="216267"/>
                      </a:lnTo>
                      <a:cubicBezTo>
                        <a:pt x="45371" y="217779"/>
                        <a:pt x="42346" y="216267"/>
                        <a:pt x="40834" y="214755"/>
                      </a:cubicBezTo>
                      <a:lnTo>
                        <a:pt x="28735" y="202656"/>
                      </a:lnTo>
                      <a:cubicBezTo>
                        <a:pt x="27222" y="201143"/>
                        <a:pt x="25710" y="198119"/>
                        <a:pt x="27222" y="195094"/>
                      </a:cubicBezTo>
                      <a:lnTo>
                        <a:pt x="37809" y="166359"/>
                      </a:lnTo>
                      <a:lnTo>
                        <a:pt x="33272" y="149723"/>
                      </a:lnTo>
                      <a:lnTo>
                        <a:pt x="4537" y="139137"/>
                      </a:lnTo>
                      <a:cubicBezTo>
                        <a:pt x="1512" y="137624"/>
                        <a:pt x="0" y="134600"/>
                        <a:pt x="0" y="131575"/>
                      </a:cubicBezTo>
                      <a:lnTo>
                        <a:pt x="0" y="108890"/>
                      </a:lnTo>
                      <a:cubicBezTo>
                        <a:pt x="0" y="105865"/>
                        <a:pt x="1512" y="102840"/>
                        <a:pt x="4537" y="101328"/>
                      </a:cubicBezTo>
                      <a:lnTo>
                        <a:pt x="31759" y="92254"/>
                      </a:lnTo>
                      <a:lnTo>
                        <a:pt x="36297" y="75618"/>
                      </a:lnTo>
                      <a:lnTo>
                        <a:pt x="25710" y="46883"/>
                      </a:lnTo>
                      <a:cubicBezTo>
                        <a:pt x="24198" y="43858"/>
                        <a:pt x="25710" y="40834"/>
                        <a:pt x="27222" y="39321"/>
                      </a:cubicBezTo>
                      <a:lnTo>
                        <a:pt x="39321" y="27222"/>
                      </a:lnTo>
                      <a:cubicBezTo>
                        <a:pt x="40834" y="25710"/>
                        <a:pt x="43858" y="24198"/>
                        <a:pt x="46883" y="25710"/>
                      </a:cubicBezTo>
                      <a:lnTo>
                        <a:pt x="75618" y="36297"/>
                      </a:lnTo>
                      <a:lnTo>
                        <a:pt x="92254" y="31759"/>
                      </a:lnTo>
                      <a:lnTo>
                        <a:pt x="101328" y="4537"/>
                      </a:lnTo>
                      <a:cubicBezTo>
                        <a:pt x="102840" y="1512"/>
                        <a:pt x="105865" y="0"/>
                        <a:pt x="110402" y="0"/>
                      </a:cubicBezTo>
                      <a:lnTo>
                        <a:pt x="133087" y="0"/>
                      </a:lnTo>
                      <a:cubicBezTo>
                        <a:pt x="136112" y="0"/>
                        <a:pt x="139137" y="1512"/>
                        <a:pt x="140649" y="4537"/>
                      </a:cubicBezTo>
                      <a:lnTo>
                        <a:pt x="149723" y="31759"/>
                      </a:lnTo>
                      <a:lnTo>
                        <a:pt x="166359" y="36297"/>
                      </a:lnTo>
                      <a:lnTo>
                        <a:pt x="195094" y="25710"/>
                      </a:lnTo>
                      <a:cubicBezTo>
                        <a:pt x="198119" y="24198"/>
                        <a:pt x="201143" y="25710"/>
                        <a:pt x="202656" y="27222"/>
                      </a:cubicBezTo>
                      <a:lnTo>
                        <a:pt x="214755" y="39321"/>
                      </a:lnTo>
                      <a:cubicBezTo>
                        <a:pt x="216267" y="40834"/>
                        <a:pt x="217779" y="43858"/>
                        <a:pt x="216267" y="46883"/>
                      </a:cubicBezTo>
                      <a:lnTo>
                        <a:pt x="205680" y="75618"/>
                      </a:lnTo>
                      <a:lnTo>
                        <a:pt x="210217" y="92254"/>
                      </a:lnTo>
                      <a:lnTo>
                        <a:pt x="237440" y="101328"/>
                      </a:lnTo>
                      <a:cubicBezTo>
                        <a:pt x="240465" y="102840"/>
                        <a:pt x="241977" y="105865"/>
                        <a:pt x="241977" y="108890"/>
                      </a:cubicBezTo>
                      <a:lnTo>
                        <a:pt x="241977" y="131575"/>
                      </a:lnTo>
                      <a:cubicBezTo>
                        <a:pt x="241977" y="134600"/>
                        <a:pt x="240465" y="137624"/>
                        <a:pt x="237440" y="139137"/>
                      </a:cubicBezTo>
                      <a:lnTo>
                        <a:pt x="210217" y="148211"/>
                      </a:lnTo>
                      <a:lnTo>
                        <a:pt x="205680" y="164847"/>
                      </a:lnTo>
                      <a:lnTo>
                        <a:pt x="216267" y="193582"/>
                      </a:lnTo>
                      <a:cubicBezTo>
                        <a:pt x="217779" y="196606"/>
                        <a:pt x="216267" y="199631"/>
                        <a:pt x="214755" y="201143"/>
                      </a:cubicBezTo>
                      <a:lnTo>
                        <a:pt x="201143" y="213242"/>
                      </a:lnTo>
                      <a:cubicBezTo>
                        <a:pt x="199631" y="214755"/>
                        <a:pt x="196606" y="216267"/>
                        <a:pt x="193582" y="214755"/>
                      </a:cubicBezTo>
                      <a:lnTo>
                        <a:pt x="164847" y="204168"/>
                      </a:lnTo>
                      <a:lnTo>
                        <a:pt x="148211" y="208705"/>
                      </a:lnTo>
                      <a:lnTo>
                        <a:pt x="139137" y="235928"/>
                      </a:lnTo>
                      <a:cubicBezTo>
                        <a:pt x="137624" y="240465"/>
                        <a:pt x="134600" y="241977"/>
                        <a:pt x="131575" y="241977"/>
                      </a:cubicBezTo>
                      <a:close/>
                      <a:moveTo>
                        <a:pt x="114939" y="226854"/>
                      </a:moveTo>
                      <a:lnTo>
                        <a:pt x="127038" y="226854"/>
                      </a:lnTo>
                      <a:lnTo>
                        <a:pt x="136112" y="201143"/>
                      </a:lnTo>
                      <a:cubicBezTo>
                        <a:pt x="137624" y="199631"/>
                        <a:pt x="139137" y="196606"/>
                        <a:pt x="140649" y="196606"/>
                      </a:cubicBezTo>
                      <a:lnTo>
                        <a:pt x="163334" y="189045"/>
                      </a:lnTo>
                      <a:cubicBezTo>
                        <a:pt x="164847" y="189045"/>
                        <a:pt x="166359" y="189045"/>
                        <a:pt x="167872" y="189045"/>
                      </a:cubicBezTo>
                      <a:lnTo>
                        <a:pt x="195094" y="199631"/>
                      </a:lnTo>
                      <a:lnTo>
                        <a:pt x="199631" y="195094"/>
                      </a:lnTo>
                      <a:lnTo>
                        <a:pt x="189045" y="167872"/>
                      </a:lnTo>
                      <a:cubicBezTo>
                        <a:pt x="189045" y="166359"/>
                        <a:pt x="189045" y="164847"/>
                        <a:pt x="189045" y="163335"/>
                      </a:cubicBezTo>
                      <a:lnTo>
                        <a:pt x="196606" y="140649"/>
                      </a:lnTo>
                      <a:cubicBezTo>
                        <a:pt x="196606" y="137624"/>
                        <a:pt x="199631" y="136112"/>
                        <a:pt x="201143" y="136112"/>
                      </a:cubicBezTo>
                      <a:lnTo>
                        <a:pt x="226853" y="127038"/>
                      </a:lnTo>
                      <a:lnTo>
                        <a:pt x="226853" y="114939"/>
                      </a:lnTo>
                      <a:lnTo>
                        <a:pt x="201143" y="105865"/>
                      </a:lnTo>
                      <a:cubicBezTo>
                        <a:pt x="199631" y="104353"/>
                        <a:pt x="196606" y="102840"/>
                        <a:pt x="196606" y="101328"/>
                      </a:cubicBezTo>
                      <a:lnTo>
                        <a:pt x="189045" y="78643"/>
                      </a:lnTo>
                      <a:cubicBezTo>
                        <a:pt x="189045" y="77130"/>
                        <a:pt x="189045" y="75618"/>
                        <a:pt x="189045" y="74105"/>
                      </a:cubicBezTo>
                      <a:lnTo>
                        <a:pt x="199631" y="46883"/>
                      </a:lnTo>
                      <a:lnTo>
                        <a:pt x="195094" y="42346"/>
                      </a:lnTo>
                      <a:lnTo>
                        <a:pt x="167872" y="52932"/>
                      </a:lnTo>
                      <a:cubicBezTo>
                        <a:pt x="166359" y="52932"/>
                        <a:pt x="164847" y="52932"/>
                        <a:pt x="163334" y="52932"/>
                      </a:cubicBezTo>
                      <a:lnTo>
                        <a:pt x="140649" y="45371"/>
                      </a:lnTo>
                      <a:cubicBezTo>
                        <a:pt x="137624" y="45371"/>
                        <a:pt x="136112" y="42346"/>
                        <a:pt x="136112" y="40834"/>
                      </a:cubicBezTo>
                      <a:lnTo>
                        <a:pt x="127038" y="15124"/>
                      </a:lnTo>
                      <a:lnTo>
                        <a:pt x="114939" y="15124"/>
                      </a:lnTo>
                      <a:lnTo>
                        <a:pt x="105865" y="40834"/>
                      </a:lnTo>
                      <a:cubicBezTo>
                        <a:pt x="104353" y="42346"/>
                        <a:pt x="102840" y="45371"/>
                        <a:pt x="101328" y="45371"/>
                      </a:cubicBezTo>
                      <a:lnTo>
                        <a:pt x="78643" y="52932"/>
                      </a:lnTo>
                      <a:cubicBezTo>
                        <a:pt x="77130" y="52932"/>
                        <a:pt x="75618" y="52932"/>
                        <a:pt x="74105" y="52932"/>
                      </a:cubicBezTo>
                      <a:lnTo>
                        <a:pt x="46883" y="42346"/>
                      </a:lnTo>
                      <a:lnTo>
                        <a:pt x="42346" y="46883"/>
                      </a:lnTo>
                      <a:lnTo>
                        <a:pt x="52932" y="74105"/>
                      </a:lnTo>
                      <a:cubicBezTo>
                        <a:pt x="52932" y="75618"/>
                        <a:pt x="52932" y="77130"/>
                        <a:pt x="52932" y="78643"/>
                      </a:cubicBezTo>
                      <a:lnTo>
                        <a:pt x="45371" y="101328"/>
                      </a:lnTo>
                      <a:cubicBezTo>
                        <a:pt x="45371" y="104353"/>
                        <a:pt x="42346" y="105865"/>
                        <a:pt x="40834" y="105865"/>
                      </a:cubicBezTo>
                      <a:lnTo>
                        <a:pt x="15124" y="114939"/>
                      </a:lnTo>
                      <a:lnTo>
                        <a:pt x="15124" y="127038"/>
                      </a:lnTo>
                      <a:lnTo>
                        <a:pt x="40834" y="136112"/>
                      </a:lnTo>
                      <a:cubicBezTo>
                        <a:pt x="42346" y="137624"/>
                        <a:pt x="45371" y="139137"/>
                        <a:pt x="45371" y="140649"/>
                      </a:cubicBezTo>
                      <a:lnTo>
                        <a:pt x="52932" y="163335"/>
                      </a:lnTo>
                      <a:cubicBezTo>
                        <a:pt x="52932" y="164847"/>
                        <a:pt x="52932" y="166359"/>
                        <a:pt x="52932" y="167872"/>
                      </a:cubicBezTo>
                      <a:lnTo>
                        <a:pt x="42346" y="195094"/>
                      </a:lnTo>
                      <a:lnTo>
                        <a:pt x="46883" y="199631"/>
                      </a:lnTo>
                      <a:lnTo>
                        <a:pt x="74105" y="189045"/>
                      </a:lnTo>
                      <a:cubicBezTo>
                        <a:pt x="75618" y="189045"/>
                        <a:pt x="77130" y="189045"/>
                        <a:pt x="78643" y="189045"/>
                      </a:cubicBezTo>
                      <a:lnTo>
                        <a:pt x="101328" y="196606"/>
                      </a:lnTo>
                      <a:cubicBezTo>
                        <a:pt x="104353" y="196606"/>
                        <a:pt x="105865" y="199631"/>
                        <a:pt x="105865" y="201143"/>
                      </a:cubicBezTo>
                      <a:lnTo>
                        <a:pt x="114939" y="226854"/>
                      </a:lnTo>
                      <a:close/>
                    </a:path>
                  </a:pathLst>
                </a:custGeom>
                <a:grpFill/>
                <a:ln w="148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57" name="Graphic 8">
                <a:extLst>
                  <a:ext uri="{FF2B5EF4-FFF2-40B4-BE49-F238E27FC236}">
                    <a16:creationId xmlns:a16="http://schemas.microsoft.com/office/drawing/2014/main" id="{E9E64BA9-1EBA-6632-0583-5FB2E7B9658F}"/>
                  </a:ext>
                  <a:ext uri="{C183D7F6-B498-43B3-948B-1728B52AA6E4}">
                    <adec:decorative xmlns:adec="http://schemas.microsoft.com/office/drawing/2017/decorative" val="1"/>
                  </a:ext>
                </a:extLst>
              </p:cNvPr>
              <p:cNvGrpSpPr>
                <a:grpSpLocks noChangeAspect="1"/>
              </p:cNvGrpSpPr>
              <p:nvPr/>
            </p:nvGrpSpPr>
            <p:grpSpPr>
              <a:xfrm>
                <a:off x="7212525" y="3823083"/>
                <a:ext cx="152542" cy="125623"/>
                <a:chOff x="5842020" y="3175000"/>
                <a:chExt cx="517793" cy="426418"/>
              </a:xfrm>
              <a:solidFill>
                <a:schemeClr val="tx1"/>
              </a:solidFill>
            </p:grpSpPr>
            <p:sp>
              <p:nvSpPr>
                <p:cNvPr id="1658" name="Freeform: Shape 2632">
                  <a:extLst>
                    <a:ext uri="{FF2B5EF4-FFF2-40B4-BE49-F238E27FC236}">
                      <a16:creationId xmlns:a16="http://schemas.microsoft.com/office/drawing/2014/main" id="{E910F35D-F2ED-01FB-04A7-3737F3B33202}"/>
                    </a:ext>
                  </a:extLst>
                </p:cNvPr>
                <p:cNvSpPr/>
                <p:nvPr/>
              </p:nvSpPr>
              <p:spPr>
                <a:xfrm>
                  <a:off x="5889231" y="3199367"/>
                  <a:ext cx="152292" cy="304584"/>
                </a:xfrm>
                <a:custGeom>
                  <a:avLst/>
                  <a:gdLst>
                    <a:gd name="connsiteX0" fmla="*/ 53302 w 152292"/>
                    <a:gd name="connsiteY0" fmla="*/ 316768 h 304584"/>
                    <a:gd name="connsiteX1" fmla="*/ 47211 w 152292"/>
                    <a:gd name="connsiteY1" fmla="*/ 313722 h 304584"/>
                    <a:gd name="connsiteX2" fmla="*/ 0 w 152292"/>
                    <a:gd name="connsiteY2" fmla="*/ 188842 h 304584"/>
                    <a:gd name="connsiteX3" fmla="*/ 156861 w 152292"/>
                    <a:gd name="connsiteY3" fmla="*/ 0 h 304584"/>
                    <a:gd name="connsiteX4" fmla="*/ 165998 w 152292"/>
                    <a:gd name="connsiteY4" fmla="*/ 6092 h 304584"/>
                    <a:gd name="connsiteX5" fmla="*/ 159907 w 152292"/>
                    <a:gd name="connsiteY5" fmla="*/ 15229 h 304584"/>
                    <a:gd name="connsiteX6" fmla="*/ 16752 w 152292"/>
                    <a:gd name="connsiteY6" fmla="*/ 188842 h 304584"/>
                    <a:gd name="connsiteX7" fmla="*/ 59394 w 152292"/>
                    <a:gd name="connsiteY7" fmla="*/ 304584 h 304584"/>
                    <a:gd name="connsiteX8" fmla="*/ 57871 w 152292"/>
                    <a:gd name="connsiteY8" fmla="*/ 315245 h 304584"/>
                    <a:gd name="connsiteX9" fmla="*/ 53302 w 152292"/>
                    <a:gd name="connsiteY9" fmla="*/ 316768 h 3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292" h="304584">
                      <a:moveTo>
                        <a:pt x="53302" y="316768"/>
                      </a:moveTo>
                      <a:cubicBezTo>
                        <a:pt x="51779" y="316768"/>
                        <a:pt x="48733" y="315245"/>
                        <a:pt x="47211" y="313722"/>
                      </a:cubicBezTo>
                      <a:cubicBezTo>
                        <a:pt x="16752" y="278695"/>
                        <a:pt x="0" y="234530"/>
                        <a:pt x="0" y="188842"/>
                      </a:cubicBezTo>
                      <a:cubicBezTo>
                        <a:pt x="0" y="88329"/>
                        <a:pt x="62440" y="13706"/>
                        <a:pt x="156861" y="0"/>
                      </a:cubicBezTo>
                      <a:cubicBezTo>
                        <a:pt x="161430" y="0"/>
                        <a:pt x="164475" y="1523"/>
                        <a:pt x="165998" y="6092"/>
                      </a:cubicBezTo>
                      <a:cubicBezTo>
                        <a:pt x="165998" y="10660"/>
                        <a:pt x="164475" y="13706"/>
                        <a:pt x="159907" y="15229"/>
                      </a:cubicBezTo>
                      <a:cubicBezTo>
                        <a:pt x="73100" y="28936"/>
                        <a:pt x="16752" y="94421"/>
                        <a:pt x="16752" y="188842"/>
                      </a:cubicBezTo>
                      <a:cubicBezTo>
                        <a:pt x="16752" y="231484"/>
                        <a:pt x="31981" y="272603"/>
                        <a:pt x="59394" y="304584"/>
                      </a:cubicBezTo>
                      <a:cubicBezTo>
                        <a:pt x="62440" y="307630"/>
                        <a:pt x="62440" y="312199"/>
                        <a:pt x="57871" y="315245"/>
                      </a:cubicBezTo>
                      <a:cubicBezTo>
                        <a:pt x="57871" y="315245"/>
                        <a:pt x="54825" y="316768"/>
                        <a:pt x="53302" y="316768"/>
                      </a:cubicBezTo>
                      <a:close/>
                    </a:path>
                  </a:pathLst>
                </a:custGeom>
                <a:grpFill/>
                <a:ln w="1512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59" name="Freeform: Shape 2633">
                  <a:extLst>
                    <a:ext uri="{FF2B5EF4-FFF2-40B4-BE49-F238E27FC236}">
                      <a16:creationId xmlns:a16="http://schemas.microsoft.com/office/drawing/2014/main" id="{CEB56888-2D72-A557-6B89-52DCE6407125}"/>
                    </a:ext>
                  </a:extLst>
                </p:cNvPr>
                <p:cNvSpPr/>
                <p:nvPr/>
              </p:nvSpPr>
              <p:spPr>
                <a:xfrm>
                  <a:off x="5842020" y="3196321"/>
                  <a:ext cx="426418" cy="380730"/>
                </a:xfrm>
                <a:custGeom>
                  <a:avLst/>
                  <a:gdLst>
                    <a:gd name="connsiteX0" fmla="*/ 242144 w 426417"/>
                    <a:gd name="connsiteY0" fmla="*/ 383776 h 380730"/>
                    <a:gd name="connsiteX1" fmla="*/ 7615 w 426417"/>
                    <a:gd name="connsiteY1" fmla="*/ 383776 h 380730"/>
                    <a:gd name="connsiteX2" fmla="*/ 0 w 426417"/>
                    <a:gd name="connsiteY2" fmla="*/ 376162 h 380730"/>
                    <a:gd name="connsiteX3" fmla="*/ 7615 w 426417"/>
                    <a:gd name="connsiteY3" fmla="*/ 368547 h 380730"/>
                    <a:gd name="connsiteX4" fmla="*/ 242144 w 426417"/>
                    <a:gd name="connsiteY4" fmla="*/ 368547 h 380730"/>
                    <a:gd name="connsiteX5" fmla="*/ 420326 w 426417"/>
                    <a:gd name="connsiteY5" fmla="*/ 191888 h 380730"/>
                    <a:gd name="connsiteX6" fmla="*/ 257374 w 426417"/>
                    <a:gd name="connsiteY6" fmla="*/ 15229 h 380730"/>
                    <a:gd name="connsiteX7" fmla="*/ 249759 w 426417"/>
                    <a:gd name="connsiteY7" fmla="*/ 7615 h 380730"/>
                    <a:gd name="connsiteX8" fmla="*/ 257374 w 426417"/>
                    <a:gd name="connsiteY8" fmla="*/ 0 h 380730"/>
                    <a:gd name="connsiteX9" fmla="*/ 434032 w 426417"/>
                    <a:gd name="connsiteY9" fmla="*/ 191888 h 380730"/>
                    <a:gd name="connsiteX10" fmla="*/ 242144 w 426417"/>
                    <a:gd name="connsiteY10" fmla="*/ 383776 h 380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6417" h="380730">
                      <a:moveTo>
                        <a:pt x="242144" y="383776"/>
                      </a:moveTo>
                      <a:lnTo>
                        <a:pt x="7615" y="383776"/>
                      </a:lnTo>
                      <a:cubicBezTo>
                        <a:pt x="3046" y="383776"/>
                        <a:pt x="0" y="380730"/>
                        <a:pt x="0" y="376162"/>
                      </a:cubicBezTo>
                      <a:cubicBezTo>
                        <a:pt x="0" y="371593"/>
                        <a:pt x="3046" y="368547"/>
                        <a:pt x="7615" y="368547"/>
                      </a:cubicBezTo>
                      <a:lnTo>
                        <a:pt x="242144" y="368547"/>
                      </a:lnTo>
                      <a:cubicBezTo>
                        <a:pt x="339611" y="368547"/>
                        <a:pt x="420326" y="289355"/>
                        <a:pt x="420326" y="191888"/>
                      </a:cubicBezTo>
                      <a:cubicBezTo>
                        <a:pt x="420326" y="100513"/>
                        <a:pt x="348749" y="22844"/>
                        <a:pt x="257374" y="15229"/>
                      </a:cubicBezTo>
                      <a:cubicBezTo>
                        <a:pt x="252805" y="15229"/>
                        <a:pt x="249759" y="10660"/>
                        <a:pt x="249759" y="7615"/>
                      </a:cubicBezTo>
                      <a:cubicBezTo>
                        <a:pt x="249759" y="3046"/>
                        <a:pt x="254328" y="0"/>
                        <a:pt x="257374" y="0"/>
                      </a:cubicBezTo>
                      <a:cubicBezTo>
                        <a:pt x="356363" y="7615"/>
                        <a:pt x="434032" y="91375"/>
                        <a:pt x="434032" y="191888"/>
                      </a:cubicBezTo>
                      <a:cubicBezTo>
                        <a:pt x="434032" y="298493"/>
                        <a:pt x="347226" y="383776"/>
                        <a:pt x="242144" y="383776"/>
                      </a:cubicBezTo>
                      <a:close/>
                    </a:path>
                  </a:pathLst>
                </a:custGeom>
                <a:grpFill/>
                <a:ln w="1512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60" name="Freeform: Shape 2634">
                  <a:extLst>
                    <a:ext uri="{FF2B5EF4-FFF2-40B4-BE49-F238E27FC236}">
                      <a16:creationId xmlns:a16="http://schemas.microsoft.com/office/drawing/2014/main" id="{2986EE02-4A92-F63B-C984-4B67DCFE24FD}"/>
                    </a:ext>
                  </a:extLst>
                </p:cNvPr>
                <p:cNvSpPr/>
                <p:nvPr/>
              </p:nvSpPr>
              <p:spPr>
                <a:xfrm>
                  <a:off x="5842020" y="3175000"/>
                  <a:ext cx="15229" cy="15229"/>
                </a:xfrm>
                <a:custGeom>
                  <a:avLst/>
                  <a:gdLst/>
                  <a:ahLst/>
                  <a:cxnLst/>
                  <a:rect l="l" t="t" r="r" b="b"/>
                  <a:pathLst>
                    <a:path/>
                  </a:pathLst>
                </a:custGeom>
                <a:grpFill/>
                <a:ln w="15128" cap="rnd">
                  <a:solidFill>
                    <a:srgbClr val="231F2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61" name="Freeform: Shape 2635">
                  <a:extLst>
                    <a:ext uri="{FF2B5EF4-FFF2-40B4-BE49-F238E27FC236}">
                      <a16:creationId xmlns:a16="http://schemas.microsoft.com/office/drawing/2014/main" id="{D5E75FB9-36CD-089B-9760-A11FD310A60D}"/>
                    </a:ext>
                  </a:extLst>
                </p:cNvPr>
                <p:cNvSpPr/>
                <p:nvPr/>
              </p:nvSpPr>
              <p:spPr>
                <a:xfrm>
                  <a:off x="5898368" y="3459786"/>
                  <a:ext cx="45688" cy="60917"/>
                </a:xfrm>
                <a:custGeom>
                  <a:avLst/>
                  <a:gdLst>
                    <a:gd name="connsiteX0" fmla="*/ 48733 w 45687"/>
                    <a:gd name="connsiteY0" fmla="*/ 60917 h 60916"/>
                    <a:gd name="connsiteX1" fmla="*/ 47211 w 45687"/>
                    <a:gd name="connsiteY1" fmla="*/ 60917 h 60916"/>
                    <a:gd name="connsiteX2" fmla="*/ 6092 w 45687"/>
                    <a:gd name="connsiteY2" fmla="*/ 50256 h 60916"/>
                    <a:gd name="connsiteX3" fmla="*/ 0 w 45687"/>
                    <a:gd name="connsiteY3" fmla="*/ 41119 h 60916"/>
                    <a:gd name="connsiteX4" fmla="*/ 9138 w 45687"/>
                    <a:gd name="connsiteY4" fmla="*/ 35027 h 60916"/>
                    <a:gd name="connsiteX5" fmla="*/ 39596 w 45687"/>
                    <a:gd name="connsiteY5" fmla="*/ 42642 h 60916"/>
                    <a:gd name="connsiteX6" fmla="*/ 35027 w 45687"/>
                    <a:gd name="connsiteY6" fmla="*/ 9138 h 60916"/>
                    <a:gd name="connsiteX7" fmla="*/ 41119 w 45687"/>
                    <a:gd name="connsiteY7" fmla="*/ 0 h 60916"/>
                    <a:gd name="connsiteX8" fmla="*/ 50256 w 45687"/>
                    <a:gd name="connsiteY8" fmla="*/ 6092 h 60916"/>
                    <a:gd name="connsiteX9" fmla="*/ 56348 w 45687"/>
                    <a:gd name="connsiteY9" fmla="*/ 50256 h 60916"/>
                    <a:gd name="connsiteX10" fmla="*/ 53302 w 45687"/>
                    <a:gd name="connsiteY10" fmla="*/ 56348 h 60916"/>
                    <a:gd name="connsiteX11" fmla="*/ 48733 w 45687"/>
                    <a:gd name="connsiteY11" fmla="*/ 60917 h 60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87" h="60916">
                      <a:moveTo>
                        <a:pt x="48733" y="60917"/>
                      </a:moveTo>
                      <a:cubicBezTo>
                        <a:pt x="48733" y="60917"/>
                        <a:pt x="47211" y="60917"/>
                        <a:pt x="47211" y="60917"/>
                      </a:cubicBezTo>
                      <a:lnTo>
                        <a:pt x="6092" y="50256"/>
                      </a:lnTo>
                      <a:cubicBezTo>
                        <a:pt x="1523" y="48733"/>
                        <a:pt x="0" y="45688"/>
                        <a:pt x="0" y="41119"/>
                      </a:cubicBezTo>
                      <a:cubicBezTo>
                        <a:pt x="1523" y="36550"/>
                        <a:pt x="4569" y="35027"/>
                        <a:pt x="9138" y="35027"/>
                      </a:cubicBezTo>
                      <a:lnTo>
                        <a:pt x="39596" y="42642"/>
                      </a:lnTo>
                      <a:lnTo>
                        <a:pt x="35027" y="9138"/>
                      </a:lnTo>
                      <a:cubicBezTo>
                        <a:pt x="35027" y="4569"/>
                        <a:pt x="38073" y="1523"/>
                        <a:pt x="41119" y="0"/>
                      </a:cubicBezTo>
                      <a:cubicBezTo>
                        <a:pt x="45688" y="0"/>
                        <a:pt x="48733" y="3046"/>
                        <a:pt x="50256" y="6092"/>
                      </a:cubicBezTo>
                      <a:lnTo>
                        <a:pt x="56348" y="50256"/>
                      </a:lnTo>
                      <a:cubicBezTo>
                        <a:pt x="56348" y="53302"/>
                        <a:pt x="56348" y="54825"/>
                        <a:pt x="53302" y="56348"/>
                      </a:cubicBezTo>
                      <a:cubicBezTo>
                        <a:pt x="51779" y="60917"/>
                        <a:pt x="50256" y="60917"/>
                        <a:pt x="48733" y="60917"/>
                      </a:cubicBezTo>
                      <a:close/>
                    </a:path>
                  </a:pathLst>
                </a:custGeom>
                <a:grpFill/>
                <a:ln w="1512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62" name="Freeform: Shape 2636">
                  <a:extLst>
                    <a:ext uri="{FF2B5EF4-FFF2-40B4-BE49-F238E27FC236}">
                      <a16:creationId xmlns:a16="http://schemas.microsoft.com/office/drawing/2014/main" id="{130DC78B-5731-8826-E178-35A3CCDB6A2F}"/>
                    </a:ext>
                  </a:extLst>
                </p:cNvPr>
                <p:cNvSpPr/>
                <p:nvPr/>
              </p:nvSpPr>
              <p:spPr>
                <a:xfrm>
                  <a:off x="6183154" y="3564868"/>
                  <a:ext cx="137063" cy="15229"/>
                </a:xfrm>
                <a:custGeom>
                  <a:avLst/>
                  <a:gdLst>
                    <a:gd name="connsiteX0" fmla="*/ 141632 w 137062"/>
                    <a:gd name="connsiteY0" fmla="*/ 15229 h 15229"/>
                    <a:gd name="connsiteX1" fmla="*/ 7615 w 137062"/>
                    <a:gd name="connsiteY1" fmla="*/ 15229 h 15229"/>
                    <a:gd name="connsiteX2" fmla="*/ 0 w 137062"/>
                    <a:gd name="connsiteY2" fmla="*/ 7615 h 15229"/>
                    <a:gd name="connsiteX3" fmla="*/ 7615 w 137062"/>
                    <a:gd name="connsiteY3" fmla="*/ 0 h 15229"/>
                    <a:gd name="connsiteX4" fmla="*/ 141632 w 137062"/>
                    <a:gd name="connsiteY4" fmla="*/ 0 h 15229"/>
                    <a:gd name="connsiteX5" fmla="*/ 149246 w 137062"/>
                    <a:gd name="connsiteY5" fmla="*/ 7615 h 15229"/>
                    <a:gd name="connsiteX6" fmla="*/ 141632 w 137062"/>
                    <a:gd name="connsiteY6" fmla="*/ 15229 h 1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062" h="15229">
                      <a:moveTo>
                        <a:pt x="141632" y="15229"/>
                      </a:moveTo>
                      <a:lnTo>
                        <a:pt x="7615" y="15229"/>
                      </a:lnTo>
                      <a:cubicBezTo>
                        <a:pt x="3046" y="15229"/>
                        <a:pt x="0" y="12183"/>
                        <a:pt x="0" y="7615"/>
                      </a:cubicBezTo>
                      <a:cubicBezTo>
                        <a:pt x="0" y="3046"/>
                        <a:pt x="3046" y="0"/>
                        <a:pt x="7615" y="0"/>
                      </a:cubicBezTo>
                      <a:lnTo>
                        <a:pt x="141632" y="0"/>
                      </a:lnTo>
                      <a:cubicBezTo>
                        <a:pt x="146200" y="0"/>
                        <a:pt x="149246" y="3046"/>
                        <a:pt x="149246" y="7615"/>
                      </a:cubicBezTo>
                      <a:cubicBezTo>
                        <a:pt x="149246" y="12183"/>
                        <a:pt x="146200" y="15229"/>
                        <a:pt x="141632" y="15229"/>
                      </a:cubicBezTo>
                      <a:close/>
                    </a:path>
                  </a:pathLst>
                </a:custGeom>
                <a:grpFill/>
                <a:ln w="1512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63" name="Freeform: Shape 2637">
                  <a:extLst>
                    <a:ext uri="{FF2B5EF4-FFF2-40B4-BE49-F238E27FC236}">
                      <a16:creationId xmlns:a16="http://schemas.microsoft.com/office/drawing/2014/main" id="{FE7C4A56-07D0-6BF0-5D9E-22C6FD98FF29}"/>
                    </a:ext>
                  </a:extLst>
                </p:cNvPr>
                <p:cNvSpPr/>
                <p:nvPr/>
              </p:nvSpPr>
              <p:spPr>
                <a:xfrm>
                  <a:off x="5842020" y="3175000"/>
                  <a:ext cx="15229" cy="15229"/>
                </a:xfrm>
                <a:custGeom>
                  <a:avLst/>
                  <a:gdLst/>
                  <a:ahLst/>
                  <a:cxnLst/>
                  <a:rect l="l" t="t" r="r" b="b"/>
                  <a:pathLst>
                    <a:path/>
                  </a:pathLst>
                </a:custGeom>
                <a:grpFill/>
                <a:ln w="15128" cap="rnd">
                  <a:solidFill>
                    <a:srgbClr val="231F2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64" name="Freeform: Shape 2638">
                  <a:extLst>
                    <a:ext uri="{FF2B5EF4-FFF2-40B4-BE49-F238E27FC236}">
                      <a16:creationId xmlns:a16="http://schemas.microsoft.com/office/drawing/2014/main" id="{53A21C25-AF5A-DD4F-B807-F8DFF3FA9845}"/>
                    </a:ext>
                  </a:extLst>
                </p:cNvPr>
                <p:cNvSpPr/>
                <p:nvPr/>
              </p:nvSpPr>
              <p:spPr>
                <a:xfrm>
                  <a:off x="6295713" y="3540364"/>
                  <a:ext cx="45688" cy="60917"/>
                </a:xfrm>
                <a:custGeom>
                  <a:avLst/>
                  <a:gdLst>
                    <a:gd name="connsiteX0" fmla="*/ 7752 w 45687"/>
                    <a:gd name="connsiteY0" fmla="*/ 64100 h 60916"/>
                    <a:gd name="connsiteX1" fmla="*/ 1660 w 45687"/>
                    <a:gd name="connsiteY1" fmla="*/ 61054 h 60916"/>
                    <a:gd name="connsiteX2" fmla="*/ 4706 w 45687"/>
                    <a:gd name="connsiteY2" fmla="*/ 50394 h 60916"/>
                    <a:gd name="connsiteX3" fmla="*/ 30596 w 45687"/>
                    <a:gd name="connsiteY3" fmla="*/ 33642 h 60916"/>
                    <a:gd name="connsiteX4" fmla="*/ 3183 w 45687"/>
                    <a:gd name="connsiteY4" fmla="*/ 13844 h 60916"/>
                    <a:gd name="connsiteX5" fmla="*/ 1660 w 45687"/>
                    <a:gd name="connsiteY5" fmla="*/ 3183 h 60916"/>
                    <a:gd name="connsiteX6" fmla="*/ 12321 w 45687"/>
                    <a:gd name="connsiteY6" fmla="*/ 1660 h 60916"/>
                    <a:gd name="connsiteX7" fmla="*/ 48871 w 45687"/>
                    <a:gd name="connsiteY7" fmla="*/ 29073 h 60916"/>
                    <a:gd name="connsiteX8" fmla="*/ 51917 w 45687"/>
                    <a:gd name="connsiteY8" fmla="*/ 35165 h 60916"/>
                    <a:gd name="connsiteX9" fmla="*/ 48871 w 45687"/>
                    <a:gd name="connsiteY9" fmla="*/ 41256 h 60916"/>
                    <a:gd name="connsiteX10" fmla="*/ 12321 w 45687"/>
                    <a:gd name="connsiteY10" fmla="*/ 62577 h 60916"/>
                    <a:gd name="connsiteX11" fmla="*/ 7752 w 45687"/>
                    <a:gd name="connsiteY11" fmla="*/ 64100 h 60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87" h="60916">
                      <a:moveTo>
                        <a:pt x="7752" y="64100"/>
                      </a:moveTo>
                      <a:cubicBezTo>
                        <a:pt x="4706" y="64100"/>
                        <a:pt x="3183" y="62577"/>
                        <a:pt x="1660" y="61054"/>
                      </a:cubicBezTo>
                      <a:cubicBezTo>
                        <a:pt x="137" y="58008"/>
                        <a:pt x="137" y="53440"/>
                        <a:pt x="4706" y="50394"/>
                      </a:cubicBezTo>
                      <a:lnTo>
                        <a:pt x="30596" y="33642"/>
                      </a:lnTo>
                      <a:lnTo>
                        <a:pt x="3183" y="13844"/>
                      </a:lnTo>
                      <a:cubicBezTo>
                        <a:pt x="137" y="10798"/>
                        <a:pt x="-1386" y="6229"/>
                        <a:pt x="1660" y="3183"/>
                      </a:cubicBezTo>
                      <a:cubicBezTo>
                        <a:pt x="4706" y="137"/>
                        <a:pt x="9275" y="-1386"/>
                        <a:pt x="12321" y="1660"/>
                      </a:cubicBezTo>
                      <a:lnTo>
                        <a:pt x="48871" y="29073"/>
                      </a:lnTo>
                      <a:cubicBezTo>
                        <a:pt x="50394" y="30596"/>
                        <a:pt x="51917" y="33642"/>
                        <a:pt x="51917" y="35165"/>
                      </a:cubicBezTo>
                      <a:cubicBezTo>
                        <a:pt x="51917" y="38210"/>
                        <a:pt x="50394" y="39733"/>
                        <a:pt x="48871" y="41256"/>
                      </a:cubicBezTo>
                      <a:lnTo>
                        <a:pt x="12321" y="62577"/>
                      </a:lnTo>
                      <a:cubicBezTo>
                        <a:pt x="9275" y="64100"/>
                        <a:pt x="9275" y="64100"/>
                        <a:pt x="7752" y="64100"/>
                      </a:cubicBezTo>
                      <a:close/>
                    </a:path>
                  </a:pathLst>
                </a:custGeom>
                <a:grpFill/>
                <a:ln w="1512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65" name="Freeform: Shape 2639">
                  <a:extLst>
                    <a:ext uri="{FF2B5EF4-FFF2-40B4-BE49-F238E27FC236}">
                      <a16:creationId xmlns:a16="http://schemas.microsoft.com/office/drawing/2014/main" id="{6FEF66BD-A2DB-C88D-2CB5-3ACACA6A1A90}"/>
                    </a:ext>
                  </a:extLst>
                </p:cNvPr>
                <p:cNvSpPr/>
                <p:nvPr/>
              </p:nvSpPr>
              <p:spPr>
                <a:xfrm>
                  <a:off x="5842020" y="3175000"/>
                  <a:ext cx="15229" cy="15229"/>
                </a:xfrm>
                <a:custGeom>
                  <a:avLst/>
                  <a:gdLst/>
                  <a:ahLst/>
                  <a:cxnLst/>
                  <a:rect l="l" t="t" r="r" b="b"/>
                  <a:pathLst>
                    <a:path/>
                  </a:pathLst>
                </a:custGeom>
                <a:grpFill/>
                <a:ln w="15128" cap="rnd">
                  <a:solidFill>
                    <a:srgbClr val="231F2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66" name="Freeform: Shape 2640">
                  <a:extLst>
                    <a:ext uri="{FF2B5EF4-FFF2-40B4-BE49-F238E27FC236}">
                      <a16:creationId xmlns:a16="http://schemas.microsoft.com/office/drawing/2014/main" id="{00FF68E3-02A3-F8C9-9037-2AD9BCEF9D03}"/>
                    </a:ext>
                  </a:extLst>
                </p:cNvPr>
                <p:cNvSpPr/>
                <p:nvPr/>
              </p:nvSpPr>
              <p:spPr>
                <a:xfrm>
                  <a:off x="6081119" y="3175925"/>
                  <a:ext cx="45688" cy="60917"/>
                </a:xfrm>
                <a:custGeom>
                  <a:avLst/>
                  <a:gdLst>
                    <a:gd name="connsiteX0" fmla="*/ 41119 w 45687"/>
                    <a:gd name="connsiteY0" fmla="*/ 63037 h 60916"/>
                    <a:gd name="connsiteX1" fmla="*/ 36550 w 45687"/>
                    <a:gd name="connsiteY1" fmla="*/ 61514 h 60916"/>
                    <a:gd name="connsiteX2" fmla="*/ 3046 w 45687"/>
                    <a:gd name="connsiteY2" fmla="*/ 32579 h 60916"/>
                    <a:gd name="connsiteX3" fmla="*/ 0 w 45687"/>
                    <a:gd name="connsiteY3" fmla="*/ 26487 h 60916"/>
                    <a:gd name="connsiteX4" fmla="*/ 4569 w 45687"/>
                    <a:gd name="connsiteY4" fmla="*/ 20395 h 60916"/>
                    <a:gd name="connsiteX5" fmla="*/ 42642 w 45687"/>
                    <a:gd name="connsiteY5" fmla="*/ 597 h 60916"/>
                    <a:gd name="connsiteX6" fmla="*/ 53302 w 45687"/>
                    <a:gd name="connsiteY6" fmla="*/ 3643 h 60916"/>
                    <a:gd name="connsiteX7" fmla="*/ 50256 w 45687"/>
                    <a:gd name="connsiteY7" fmla="*/ 14304 h 60916"/>
                    <a:gd name="connsiteX8" fmla="*/ 19798 w 45687"/>
                    <a:gd name="connsiteY8" fmla="*/ 28010 h 60916"/>
                    <a:gd name="connsiteX9" fmla="*/ 45688 w 45687"/>
                    <a:gd name="connsiteY9" fmla="*/ 49331 h 60916"/>
                    <a:gd name="connsiteX10" fmla="*/ 47211 w 45687"/>
                    <a:gd name="connsiteY10" fmla="*/ 59991 h 60916"/>
                    <a:gd name="connsiteX11" fmla="*/ 41119 w 45687"/>
                    <a:gd name="connsiteY11" fmla="*/ 63037 h 60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87" h="60916">
                      <a:moveTo>
                        <a:pt x="41119" y="63037"/>
                      </a:moveTo>
                      <a:cubicBezTo>
                        <a:pt x="39596" y="63037"/>
                        <a:pt x="38073" y="63037"/>
                        <a:pt x="36550" y="61514"/>
                      </a:cubicBezTo>
                      <a:lnTo>
                        <a:pt x="3046" y="32579"/>
                      </a:lnTo>
                      <a:cubicBezTo>
                        <a:pt x="1523" y="31056"/>
                        <a:pt x="0" y="28010"/>
                        <a:pt x="0" y="26487"/>
                      </a:cubicBezTo>
                      <a:cubicBezTo>
                        <a:pt x="0" y="24964"/>
                        <a:pt x="1523" y="21918"/>
                        <a:pt x="4569" y="20395"/>
                      </a:cubicBezTo>
                      <a:lnTo>
                        <a:pt x="42642" y="597"/>
                      </a:lnTo>
                      <a:cubicBezTo>
                        <a:pt x="45688" y="-925"/>
                        <a:pt x="50256" y="597"/>
                        <a:pt x="53302" y="3643"/>
                      </a:cubicBezTo>
                      <a:cubicBezTo>
                        <a:pt x="54825" y="6689"/>
                        <a:pt x="53302" y="11258"/>
                        <a:pt x="50256" y="14304"/>
                      </a:cubicBezTo>
                      <a:lnTo>
                        <a:pt x="19798" y="28010"/>
                      </a:lnTo>
                      <a:lnTo>
                        <a:pt x="45688" y="49331"/>
                      </a:lnTo>
                      <a:cubicBezTo>
                        <a:pt x="48733" y="52377"/>
                        <a:pt x="48733" y="56946"/>
                        <a:pt x="47211" y="59991"/>
                      </a:cubicBezTo>
                      <a:cubicBezTo>
                        <a:pt x="45688" y="61514"/>
                        <a:pt x="42642" y="63037"/>
                        <a:pt x="41119" y="63037"/>
                      </a:cubicBezTo>
                      <a:close/>
                    </a:path>
                  </a:pathLst>
                </a:custGeom>
                <a:grpFill/>
                <a:ln w="1512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67" name="Freeform: Shape 2641">
                  <a:extLst>
                    <a:ext uri="{FF2B5EF4-FFF2-40B4-BE49-F238E27FC236}">
                      <a16:creationId xmlns:a16="http://schemas.microsoft.com/office/drawing/2014/main" id="{E08A8401-1453-063F-62FE-F8E9CB602D53}"/>
                    </a:ext>
                  </a:extLst>
                </p:cNvPr>
                <p:cNvSpPr/>
                <p:nvPr/>
              </p:nvSpPr>
              <p:spPr>
                <a:xfrm>
                  <a:off x="6043046" y="3337953"/>
                  <a:ext cx="76146" cy="76146"/>
                </a:xfrm>
                <a:custGeom>
                  <a:avLst/>
                  <a:gdLst>
                    <a:gd name="connsiteX0" fmla="*/ 39596 w 76146"/>
                    <a:gd name="connsiteY0" fmla="*/ 79192 h 76146"/>
                    <a:gd name="connsiteX1" fmla="*/ 0 w 76146"/>
                    <a:gd name="connsiteY1" fmla="*/ 39596 h 76146"/>
                    <a:gd name="connsiteX2" fmla="*/ 39596 w 76146"/>
                    <a:gd name="connsiteY2" fmla="*/ 0 h 76146"/>
                    <a:gd name="connsiteX3" fmla="*/ 79192 w 76146"/>
                    <a:gd name="connsiteY3" fmla="*/ 39596 h 76146"/>
                    <a:gd name="connsiteX4" fmla="*/ 39596 w 76146"/>
                    <a:gd name="connsiteY4" fmla="*/ 79192 h 76146"/>
                    <a:gd name="connsiteX5" fmla="*/ 39596 w 76146"/>
                    <a:gd name="connsiteY5" fmla="*/ 13706 h 76146"/>
                    <a:gd name="connsiteX6" fmla="*/ 15229 w 76146"/>
                    <a:gd name="connsiteY6" fmla="*/ 38073 h 76146"/>
                    <a:gd name="connsiteX7" fmla="*/ 39596 w 76146"/>
                    <a:gd name="connsiteY7" fmla="*/ 62440 h 76146"/>
                    <a:gd name="connsiteX8" fmla="*/ 63963 w 76146"/>
                    <a:gd name="connsiteY8" fmla="*/ 38073 h 76146"/>
                    <a:gd name="connsiteX9" fmla="*/ 39596 w 76146"/>
                    <a:gd name="connsiteY9" fmla="*/ 13706 h 7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146" h="76146">
                      <a:moveTo>
                        <a:pt x="39596" y="79192"/>
                      </a:moveTo>
                      <a:cubicBezTo>
                        <a:pt x="16752" y="79192"/>
                        <a:pt x="0" y="60917"/>
                        <a:pt x="0" y="39596"/>
                      </a:cubicBezTo>
                      <a:cubicBezTo>
                        <a:pt x="0" y="18275"/>
                        <a:pt x="18275" y="0"/>
                        <a:pt x="39596" y="0"/>
                      </a:cubicBezTo>
                      <a:cubicBezTo>
                        <a:pt x="60917" y="0"/>
                        <a:pt x="79192" y="18275"/>
                        <a:pt x="79192" y="39596"/>
                      </a:cubicBezTo>
                      <a:cubicBezTo>
                        <a:pt x="79192" y="60917"/>
                        <a:pt x="60917" y="79192"/>
                        <a:pt x="39596" y="79192"/>
                      </a:cubicBezTo>
                      <a:close/>
                      <a:moveTo>
                        <a:pt x="39596" y="13706"/>
                      </a:moveTo>
                      <a:cubicBezTo>
                        <a:pt x="25890" y="13706"/>
                        <a:pt x="15229" y="24367"/>
                        <a:pt x="15229" y="38073"/>
                      </a:cubicBezTo>
                      <a:cubicBezTo>
                        <a:pt x="15229" y="51779"/>
                        <a:pt x="25890" y="62440"/>
                        <a:pt x="39596" y="62440"/>
                      </a:cubicBezTo>
                      <a:cubicBezTo>
                        <a:pt x="53302" y="62440"/>
                        <a:pt x="63963" y="51779"/>
                        <a:pt x="63963" y="38073"/>
                      </a:cubicBezTo>
                      <a:cubicBezTo>
                        <a:pt x="63963" y="24367"/>
                        <a:pt x="53302" y="13706"/>
                        <a:pt x="39596" y="13706"/>
                      </a:cubicBezTo>
                      <a:close/>
                    </a:path>
                  </a:pathLst>
                </a:custGeom>
                <a:grpFill/>
                <a:ln w="1512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68" name="Freeform: Shape 2642">
                  <a:extLst>
                    <a:ext uri="{FF2B5EF4-FFF2-40B4-BE49-F238E27FC236}">
                      <a16:creationId xmlns:a16="http://schemas.microsoft.com/office/drawing/2014/main" id="{1960D5B8-2D01-DDC0-C5A6-18BC6BF5FBC3}"/>
                    </a:ext>
                  </a:extLst>
                </p:cNvPr>
                <p:cNvSpPr/>
                <p:nvPr/>
              </p:nvSpPr>
              <p:spPr>
                <a:xfrm>
                  <a:off x="5962331" y="3255715"/>
                  <a:ext cx="228438" cy="228438"/>
                </a:xfrm>
                <a:custGeom>
                  <a:avLst/>
                  <a:gdLst>
                    <a:gd name="connsiteX0" fmla="*/ 130971 w 228438"/>
                    <a:gd name="connsiteY0" fmla="*/ 242145 h 228438"/>
                    <a:gd name="connsiteX1" fmla="*/ 108127 w 228438"/>
                    <a:gd name="connsiteY1" fmla="*/ 242145 h 228438"/>
                    <a:gd name="connsiteX2" fmla="*/ 100513 w 228438"/>
                    <a:gd name="connsiteY2" fmla="*/ 237576 h 228438"/>
                    <a:gd name="connsiteX3" fmla="*/ 91375 w 228438"/>
                    <a:gd name="connsiteY3" fmla="*/ 210163 h 228438"/>
                    <a:gd name="connsiteX4" fmla="*/ 74623 w 228438"/>
                    <a:gd name="connsiteY4" fmla="*/ 205594 h 228438"/>
                    <a:gd name="connsiteX5" fmla="*/ 47211 w 228438"/>
                    <a:gd name="connsiteY5" fmla="*/ 216255 h 228438"/>
                    <a:gd name="connsiteX6" fmla="*/ 39596 w 228438"/>
                    <a:gd name="connsiteY6" fmla="*/ 214732 h 228438"/>
                    <a:gd name="connsiteX7" fmla="*/ 27413 w 228438"/>
                    <a:gd name="connsiteY7" fmla="*/ 202549 h 228438"/>
                    <a:gd name="connsiteX8" fmla="*/ 25890 w 228438"/>
                    <a:gd name="connsiteY8" fmla="*/ 194934 h 228438"/>
                    <a:gd name="connsiteX9" fmla="*/ 36550 w 228438"/>
                    <a:gd name="connsiteY9" fmla="*/ 165998 h 228438"/>
                    <a:gd name="connsiteX10" fmla="*/ 31981 w 228438"/>
                    <a:gd name="connsiteY10" fmla="*/ 149246 h 228438"/>
                    <a:gd name="connsiteX11" fmla="*/ 4569 w 228438"/>
                    <a:gd name="connsiteY11" fmla="*/ 140109 h 228438"/>
                    <a:gd name="connsiteX12" fmla="*/ 0 w 228438"/>
                    <a:gd name="connsiteY12" fmla="*/ 132494 h 228438"/>
                    <a:gd name="connsiteX13" fmla="*/ 0 w 228438"/>
                    <a:gd name="connsiteY13" fmla="*/ 109650 h 228438"/>
                    <a:gd name="connsiteX14" fmla="*/ 4569 w 228438"/>
                    <a:gd name="connsiteY14" fmla="*/ 102036 h 228438"/>
                    <a:gd name="connsiteX15" fmla="*/ 31981 w 228438"/>
                    <a:gd name="connsiteY15" fmla="*/ 92898 h 228438"/>
                    <a:gd name="connsiteX16" fmla="*/ 36550 w 228438"/>
                    <a:gd name="connsiteY16" fmla="*/ 76146 h 228438"/>
                    <a:gd name="connsiteX17" fmla="*/ 24367 w 228438"/>
                    <a:gd name="connsiteY17" fmla="*/ 48733 h 228438"/>
                    <a:gd name="connsiteX18" fmla="*/ 25890 w 228438"/>
                    <a:gd name="connsiteY18" fmla="*/ 41119 h 228438"/>
                    <a:gd name="connsiteX19" fmla="*/ 38073 w 228438"/>
                    <a:gd name="connsiteY19" fmla="*/ 28936 h 228438"/>
                    <a:gd name="connsiteX20" fmla="*/ 47211 w 228438"/>
                    <a:gd name="connsiteY20" fmla="*/ 25890 h 228438"/>
                    <a:gd name="connsiteX21" fmla="*/ 76146 w 228438"/>
                    <a:gd name="connsiteY21" fmla="*/ 36550 h 228438"/>
                    <a:gd name="connsiteX22" fmla="*/ 92898 w 228438"/>
                    <a:gd name="connsiteY22" fmla="*/ 31981 h 228438"/>
                    <a:gd name="connsiteX23" fmla="*/ 102036 w 228438"/>
                    <a:gd name="connsiteY23" fmla="*/ 4569 h 228438"/>
                    <a:gd name="connsiteX24" fmla="*/ 109650 w 228438"/>
                    <a:gd name="connsiteY24" fmla="*/ 0 h 228438"/>
                    <a:gd name="connsiteX25" fmla="*/ 132494 w 228438"/>
                    <a:gd name="connsiteY25" fmla="*/ 0 h 228438"/>
                    <a:gd name="connsiteX26" fmla="*/ 140109 w 228438"/>
                    <a:gd name="connsiteY26" fmla="*/ 4569 h 228438"/>
                    <a:gd name="connsiteX27" fmla="*/ 149246 w 228438"/>
                    <a:gd name="connsiteY27" fmla="*/ 31981 h 228438"/>
                    <a:gd name="connsiteX28" fmla="*/ 165998 w 228438"/>
                    <a:gd name="connsiteY28" fmla="*/ 36550 h 228438"/>
                    <a:gd name="connsiteX29" fmla="*/ 193411 w 228438"/>
                    <a:gd name="connsiteY29" fmla="*/ 25890 h 228438"/>
                    <a:gd name="connsiteX30" fmla="*/ 201026 w 228438"/>
                    <a:gd name="connsiteY30" fmla="*/ 27413 h 228438"/>
                    <a:gd name="connsiteX31" fmla="*/ 213209 w 228438"/>
                    <a:gd name="connsiteY31" fmla="*/ 39596 h 228438"/>
                    <a:gd name="connsiteX32" fmla="*/ 214732 w 228438"/>
                    <a:gd name="connsiteY32" fmla="*/ 48733 h 228438"/>
                    <a:gd name="connsiteX33" fmla="*/ 204071 w 228438"/>
                    <a:gd name="connsiteY33" fmla="*/ 77669 h 228438"/>
                    <a:gd name="connsiteX34" fmla="*/ 208640 w 228438"/>
                    <a:gd name="connsiteY34" fmla="*/ 94421 h 228438"/>
                    <a:gd name="connsiteX35" fmla="*/ 236053 w 228438"/>
                    <a:gd name="connsiteY35" fmla="*/ 103559 h 228438"/>
                    <a:gd name="connsiteX36" fmla="*/ 240621 w 228438"/>
                    <a:gd name="connsiteY36" fmla="*/ 111173 h 228438"/>
                    <a:gd name="connsiteX37" fmla="*/ 240621 w 228438"/>
                    <a:gd name="connsiteY37" fmla="*/ 132494 h 228438"/>
                    <a:gd name="connsiteX38" fmla="*/ 236053 w 228438"/>
                    <a:gd name="connsiteY38" fmla="*/ 140109 h 228438"/>
                    <a:gd name="connsiteX39" fmla="*/ 208640 w 228438"/>
                    <a:gd name="connsiteY39" fmla="*/ 149246 h 228438"/>
                    <a:gd name="connsiteX40" fmla="*/ 204071 w 228438"/>
                    <a:gd name="connsiteY40" fmla="*/ 165998 h 228438"/>
                    <a:gd name="connsiteX41" fmla="*/ 214732 w 228438"/>
                    <a:gd name="connsiteY41" fmla="*/ 193411 h 228438"/>
                    <a:gd name="connsiteX42" fmla="*/ 213209 w 228438"/>
                    <a:gd name="connsiteY42" fmla="*/ 201026 h 228438"/>
                    <a:gd name="connsiteX43" fmla="*/ 201026 w 228438"/>
                    <a:gd name="connsiteY43" fmla="*/ 213209 h 228438"/>
                    <a:gd name="connsiteX44" fmla="*/ 193411 w 228438"/>
                    <a:gd name="connsiteY44" fmla="*/ 214732 h 228438"/>
                    <a:gd name="connsiteX45" fmla="*/ 164475 w 228438"/>
                    <a:gd name="connsiteY45" fmla="*/ 204071 h 228438"/>
                    <a:gd name="connsiteX46" fmla="*/ 147723 w 228438"/>
                    <a:gd name="connsiteY46" fmla="*/ 208640 h 228438"/>
                    <a:gd name="connsiteX47" fmla="*/ 138586 w 228438"/>
                    <a:gd name="connsiteY47" fmla="*/ 237576 h 228438"/>
                    <a:gd name="connsiteX48" fmla="*/ 130971 w 228438"/>
                    <a:gd name="connsiteY48" fmla="*/ 242145 h 228438"/>
                    <a:gd name="connsiteX49" fmla="*/ 114219 w 228438"/>
                    <a:gd name="connsiteY49" fmla="*/ 226915 h 228438"/>
                    <a:gd name="connsiteX50" fmla="*/ 126402 w 228438"/>
                    <a:gd name="connsiteY50" fmla="*/ 226915 h 228438"/>
                    <a:gd name="connsiteX51" fmla="*/ 135540 w 228438"/>
                    <a:gd name="connsiteY51" fmla="*/ 201026 h 228438"/>
                    <a:gd name="connsiteX52" fmla="*/ 140109 w 228438"/>
                    <a:gd name="connsiteY52" fmla="*/ 196457 h 228438"/>
                    <a:gd name="connsiteX53" fmla="*/ 162953 w 228438"/>
                    <a:gd name="connsiteY53" fmla="*/ 188842 h 228438"/>
                    <a:gd name="connsiteX54" fmla="*/ 167521 w 228438"/>
                    <a:gd name="connsiteY54" fmla="*/ 188842 h 228438"/>
                    <a:gd name="connsiteX55" fmla="*/ 194934 w 228438"/>
                    <a:gd name="connsiteY55" fmla="*/ 199503 h 228438"/>
                    <a:gd name="connsiteX56" fmla="*/ 199503 w 228438"/>
                    <a:gd name="connsiteY56" fmla="*/ 194934 h 228438"/>
                    <a:gd name="connsiteX57" fmla="*/ 188842 w 228438"/>
                    <a:gd name="connsiteY57" fmla="*/ 167521 h 228438"/>
                    <a:gd name="connsiteX58" fmla="*/ 188842 w 228438"/>
                    <a:gd name="connsiteY58" fmla="*/ 162953 h 228438"/>
                    <a:gd name="connsiteX59" fmla="*/ 196457 w 228438"/>
                    <a:gd name="connsiteY59" fmla="*/ 140109 h 228438"/>
                    <a:gd name="connsiteX60" fmla="*/ 201026 w 228438"/>
                    <a:gd name="connsiteY60" fmla="*/ 135540 h 228438"/>
                    <a:gd name="connsiteX61" fmla="*/ 226915 w 228438"/>
                    <a:gd name="connsiteY61" fmla="*/ 126402 h 228438"/>
                    <a:gd name="connsiteX62" fmla="*/ 226915 w 228438"/>
                    <a:gd name="connsiteY62" fmla="*/ 114219 h 228438"/>
                    <a:gd name="connsiteX63" fmla="*/ 199503 w 228438"/>
                    <a:gd name="connsiteY63" fmla="*/ 106605 h 228438"/>
                    <a:gd name="connsiteX64" fmla="*/ 194934 w 228438"/>
                    <a:gd name="connsiteY64" fmla="*/ 102036 h 228438"/>
                    <a:gd name="connsiteX65" fmla="*/ 187319 w 228438"/>
                    <a:gd name="connsiteY65" fmla="*/ 79192 h 228438"/>
                    <a:gd name="connsiteX66" fmla="*/ 187319 w 228438"/>
                    <a:gd name="connsiteY66" fmla="*/ 74623 h 228438"/>
                    <a:gd name="connsiteX67" fmla="*/ 197980 w 228438"/>
                    <a:gd name="connsiteY67" fmla="*/ 47211 h 228438"/>
                    <a:gd name="connsiteX68" fmla="*/ 193411 w 228438"/>
                    <a:gd name="connsiteY68" fmla="*/ 42642 h 228438"/>
                    <a:gd name="connsiteX69" fmla="*/ 165998 w 228438"/>
                    <a:gd name="connsiteY69" fmla="*/ 53302 h 228438"/>
                    <a:gd name="connsiteX70" fmla="*/ 161430 w 228438"/>
                    <a:gd name="connsiteY70" fmla="*/ 53302 h 228438"/>
                    <a:gd name="connsiteX71" fmla="*/ 138586 w 228438"/>
                    <a:gd name="connsiteY71" fmla="*/ 45688 h 228438"/>
                    <a:gd name="connsiteX72" fmla="*/ 134017 w 228438"/>
                    <a:gd name="connsiteY72" fmla="*/ 41119 h 228438"/>
                    <a:gd name="connsiteX73" fmla="*/ 124879 w 228438"/>
                    <a:gd name="connsiteY73" fmla="*/ 15229 h 228438"/>
                    <a:gd name="connsiteX74" fmla="*/ 112696 w 228438"/>
                    <a:gd name="connsiteY74" fmla="*/ 15229 h 228438"/>
                    <a:gd name="connsiteX75" fmla="*/ 105082 w 228438"/>
                    <a:gd name="connsiteY75" fmla="*/ 41119 h 228438"/>
                    <a:gd name="connsiteX76" fmla="*/ 100513 w 228438"/>
                    <a:gd name="connsiteY76" fmla="*/ 45688 h 228438"/>
                    <a:gd name="connsiteX77" fmla="*/ 77669 w 228438"/>
                    <a:gd name="connsiteY77" fmla="*/ 51779 h 228438"/>
                    <a:gd name="connsiteX78" fmla="*/ 73100 w 228438"/>
                    <a:gd name="connsiteY78" fmla="*/ 51779 h 228438"/>
                    <a:gd name="connsiteX79" fmla="*/ 45688 w 228438"/>
                    <a:gd name="connsiteY79" fmla="*/ 41119 h 228438"/>
                    <a:gd name="connsiteX80" fmla="*/ 41119 w 228438"/>
                    <a:gd name="connsiteY80" fmla="*/ 45688 h 228438"/>
                    <a:gd name="connsiteX81" fmla="*/ 51779 w 228438"/>
                    <a:gd name="connsiteY81" fmla="*/ 73100 h 228438"/>
                    <a:gd name="connsiteX82" fmla="*/ 51779 w 228438"/>
                    <a:gd name="connsiteY82" fmla="*/ 77669 h 228438"/>
                    <a:gd name="connsiteX83" fmla="*/ 44165 w 228438"/>
                    <a:gd name="connsiteY83" fmla="*/ 102036 h 228438"/>
                    <a:gd name="connsiteX84" fmla="*/ 39596 w 228438"/>
                    <a:gd name="connsiteY84" fmla="*/ 106605 h 228438"/>
                    <a:gd name="connsiteX85" fmla="*/ 13706 w 228438"/>
                    <a:gd name="connsiteY85" fmla="*/ 115742 h 228438"/>
                    <a:gd name="connsiteX86" fmla="*/ 13706 w 228438"/>
                    <a:gd name="connsiteY86" fmla="*/ 127925 h 228438"/>
                    <a:gd name="connsiteX87" fmla="*/ 39596 w 228438"/>
                    <a:gd name="connsiteY87" fmla="*/ 137063 h 228438"/>
                    <a:gd name="connsiteX88" fmla="*/ 44165 w 228438"/>
                    <a:gd name="connsiteY88" fmla="*/ 141632 h 228438"/>
                    <a:gd name="connsiteX89" fmla="*/ 51779 w 228438"/>
                    <a:gd name="connsiteY89" fmla="*/ 164476 h 228438"/>
                    <a:gd name="connsiteX90" fmla="*/ 51779 w 228438"/>
                    <a:gd name="connsiteY90" fmla="*/ 169044 h 228438"/>
                    <a:gd name="connsiteX91" fmla="*/ 41119 w 228438"/>
                    <a:gd name="connsiteY91" fmla="*/ 196457 h 228438"/>
                    <a:gd name="connsiteX92" fmla="*/ 45688 w 228438"/>
                    <a:gd name="connsiteY92" fmla="*/ 201026 h 228438"/>
                    <a:gd name="connsiteX93" fmla="*/ 73100 w 228438"/>
                    <a:gd name="connsiteY93" fmla="*/ 190365 h 228438"/>
                    <a:gd name="connsiteX94" fmla="*/ 77669 w 228438"/>
                    <a:gd name="connsiteY94" fmla="*/ 190365 h 228438"/>
                    <a:gd name="connsiteX95" fmla="*/ 100513 w 228438"/>
                    <a:gd name="connsiteY95" fmla="*/ 197980 h 228438"/>
                    <a:gd name="connsiteX96" fmla="*/ 105082 w 228438"/>
                    <a:gd name="connsiteY96" fmla="*/ 202549 h 228438"/>
                    <a:gd name="connsiteX97" fmla="*/ 114219 w 228438"/>
                    <a:gd name="connsiteY97" fmla="*/ 226915 h 228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28438" h="228438">
                      <a:moveTo>
                        <a:pt x="130971" y="242145"/>
                      </a:moveTo>
                      <a:lnTo>
                        <a:pt x="108127" y="242145"/>
                      </a:lnTo>
                      <a:cubicBezTo>
                        <a:pt x="105082" y="242145"/>
                        <a:pt x="102036" y="240622"/>
                        <a:pt x="100513" y="237576"/>
                      </a:cubicBezTo>
                      <a:lnTo>
                        <a:pt x="91375" y="210163"/>
                      </a:lnTo>
                      <a:lnTo>
                        <a:pt x="74623" y="205594"/>
                      </a:lnTo>
                      <a:lnTo>
                        <a:pt x="47211" y="216255"/>
                      </a:lnTo>
                      <a:cubicBezTo>
                        <a:pt x="44165" y="217778"/>
                        <a:pt x="41119" y="216255"/>
                        <a:pt x="39596" y="214732"/>
                      </a:cubicBezTo>
                      <a:lnTo>
                        <a:pt x="27413" y="202549"/>
                      </a:lnTo>
                      <a:cubicBezTo>
                        <a:pt x="25890" y="201026"/>
                        <a:pt x="24367" y="197980"/>
                        <a:pt x="25890" y="194934"/>
                      </a:cubicBezTo>
                      <a:lnTo>
                        <a:pt x="36550" y="165998"/>
                      </a:lnTo>
                      <a:lnTo>
                        <a:pt x="31981" y="149246"/>
                      </a:lnTo>
                      <a:lnTo>
                        <a:pt x="4569" y="140109"/>
                      </a:lnTo>
                      <a:cubicBezTo>
                        <a:pt x="1523" y="138586"/>
                        <a:pt x="0" y="135540"/>
                        <a:pt x="0" y="132494"/>
                      </a:cubicBezTo>
                      <a:lnTo>
                        <a:pt x="0" y="109650"/>
                      </a:lnTo>
                      <a:cubicBezTo>
                        <a:pt x="0" y="106605"/>
                        <a:pt x="1523" y="103559"/>
                        <a:pt x="4569" y="102036"/>
                      </a:cubicBezTo>
                      <a:lnTo>
                        <a:pt x="31981" y="92898"/>
                      </a:lnTo>
                      <a:lnTo>
                        <a:pt x="36550" y="76146"/>
                      </a:lnTo>
                      <a:lnTo>
                        <a:pt x="24367" y="48733"/>
                      </a:lnTo>
                      <a:cubicBezTo>
                        <a:pt x="22844" y="45688"/>
                        <a:pt x="24367" y="42642"/>
                        <a:pt x="25890" y="41119"/>
                      </a:cubicBezTo>
                      <a:lnTo>
                        <a:pt x="38073" y="28936"/>
                      </a:lnTo>
                      <a:cubicBezTo>
                        <a:pt x="41119" y="25890"/>
                        <a:pt x="44165" y="25890"/>
                        <a:pt x="47211" y="25890"/>
                      </a:cubicBezTo>
                      <a:lnTo>
                        <a:pt x="76146" y="36550"/>
                      </a:lnTo>
                      <a:lnTo>
                        <a:pt x="92898" y="31981"/>
                      </a:lnTo>
                      <a:lnTo>
                        <a:pt x="102036" y="4569"/>
                      </a:lnTo>
                      <a:cubicBezTo>
                        <a:pt x="103559" y="1523"/>
                        <a:pt x="106604" y="0"/>
                        <a:pt x="109650" y="0"/>
                      </a:cubicBezTo>
                      <a:lnTo>
                        <a:pt x="132494" y="0"/>
                      </a:lnTo>
                      <a:cubicBezTo>
                        <a:pt x="135540" y="0"/>
                        <a:pt x="138586" y="1523"/>
                        <a:pt x="140109" y="4569"/>
                      </a:cubicBezTo>
                      <a:lnTo>
                        <a:pt x="149246" y="31981"/>
                      </a:lnTo>
                      <a:lnTo>
                        <a:pt x="165998" y="36550"/>
                      </a:lnTo>
                      <a:lnTo>
                        <a:pt x="193411" y="25890"/>
                      </a:lnTo>
                      <a:cubicBezTo>
                        <a:pt x="196457" y="24367"/>
                        <a:pt x="199503" y="25890"/>
                        <a:pt x="201026" y="27413"/>
                      </a:cubicBezTo>
                      <a:lnTo>
                        <a:pt x="213209" y="39596"/>
                      </a:lnTo>
                      <a:cubicBezTo>
                        <a:pt x="214732" y="42642"/>
                        <a:pt x="214732" y="45688"/>
                        <a:pt x="214732" y="48733"/>
                      </a:cubicBezTo>
                      <a:lnTo>
                        <a:pt x="204071" y="77669"/>
                      </a:lnTo>
                      <a:lnTo>
                        <a:pt x="208640" y="94421"/>
                      </a:lnTo>
                      <a:lnTo>
                        <a:pt x="236053" y="103559"/>
                      </a:lnTo>
                      <a:cubicBezTo>
                        <a:pt x="239099" y="105082"/>
                        <a:pt x="240621" y="108127"/>
                        <a:pt x="240621" y="111173"/>
                      </a:cubicBezTo>
                      <a:lnTo>
                        <a:pt x="240621" y="132494"/>
                      </a:lnTo>
                      <a:cubicBezTo>
                        <a:pt x="240621" y="135540"/>
                        <a:pt x="239099" y="138586"/>
                        <a:pt x="236053" y="140109"/>
                      </a:cubicBezTo>
                      <a:lnTo>
                        <a:pt x="208640" y="149246"/>
                      </a:lnTo>
                      <a:lnTo>
                        <a:pt x="204071" y="165998"/>
                      </a:lnTo>
                      <a:lnTo>
                        <a:pt x="214732" y="193411"/>
                      </a:lnTo>
                      <a:cubicBezTo>
                        <a:pt x="216255" y="196457"/>
                        <a:pt x="214732" y="199503"/>
                        <a:pt x="213209" y="201026"/>
                      </a:cubicBezTo>
                      <a:lnTo>
                        <a:pt x="201026" y="213209"/>
                      </a:lnTo>
                      <a:cubicBezTo>
                        <a:pt x="199503" y="214732"/>
                        <a:pt x="196457" y="216255"/>
                        <a:pt x="193411" y="214732"/>
                      </a:cubicBezTo>
                      <a:lnTo>
                        <a:pt x="164475" y="204071"/>
                      </a:lnTo>
                      <a:lnTo>
                        <a:pt x="147723" y="208640"/>
                      </a:lnTo>
                      <a:lnTo>
                        <a:pt x="138586" y="237576"/>
                      </a:lnTo>
                      <a:cubicBezTo>
                        <a:pt x="137063" y="240622"/>
                        <a:pt x="134017" y="242145"/>
                        <a:pt x="130971" y="242145"/>
                      </a:cubicBezTo>
                      <a:close/>
                      <a:moveTo>
                        <a:pt x="114219" y="226915"/>
                      </a:moveTo>
                      <a:lnTo>
                        <a:pt x="126402" y="226915"/>
                      </a:lnTo>
                      <a:lnTo>
                        <a:pt x="135540" y="201026"/>
                      </a:lnTo>
                      <a:cubicBezTo>
                        <a:pt x="137063" y="199503"/>
                        <a:pt x="138586" y="196457"/>
                        <a:pt x="140109" y="196457"/>
                      </a:cubicBezTo>
                      <a:lnTo>
                        <a:pt x="162953" y="188842"/>
                      </a:lnTo>
                      <a:cubicBezTo>
                        <a:pt x="164475" y="188842"/>
                        <a:pt x="165998" y="188842"/>
                        <a:pt x="167521" y="188842"/>
                      </a:cubicBezTo>
                      <a:lnTo>
                        <a:pt x="194934" y="199503"/>
                      </a:lnTo>
                      <a:lnTo>
                        <a:pt x="199503" y="194934"/>
                      </a:lnTo>
                      <a:lnTo>
                        <a:pt x="188842" y="167521"/>
                      </a:lnTo>
                      <a:cubicBezTo>
                        <a:pt x="188842" y="165998"/>
                        <a:pt x="188842" y="164476"/>
                        <a:pt x="188842" y="162953"/>
                      </a:cubicBezTo>
                      <a:lnTo>
                        <a:pt x="196457" y="140109"/>
                      </a:lnTo>
                      <a:cubicBezTo>
                        <a:pt x="196457" y="137063"/>
                        <a:pt x="199503" y="135540"/>
                        <a:pt x="201026" y="135540"/>
                      </a:cubicBezTo>
                      <a:lnTo>
                        <a:pt x="226915" y="126402"/>
                      </a:lnTo>
                      <a:lnTo>
                        <a:pt x="226915" y="114219"/>
                      </a:lnTo>
                      <a:lnTo>
                        <a:pt x="199503" y="106605"/>
                      </a:lnTo>
                      <a:cubicBezTo>
                        <a:pt x="197980" y="105082"/>
                        <a:pt x="194934" y="103559"/>
                        <a:pt x="194934" y="102036"/>
                      </a:cubicBezTo>
                      <a:lnTo>
                        <a:pt x="187319" y="79192"/>
                      </a:lnTo>
                      <a:cubicBezTo>
                        <a:pt x="187319" y="77669"/>
                        <a:pt x="187319" y="76146"/>
                        <a:pt x="187319" y="74623"/>
                      </a:cubicBezTo>
                      <a:lnTo>
                        <a:pt x="197980" y="47211"/>
                      </a:lnTo>
                      <a:lnTo>
                        <a:pt x="193411" y="42642"/>
                      </a:lnTo>
                      <a:lnTo>
                        <a:pt x="165998" y="53302"/>
                      </a:lnTo>
                      <a:cubicBezTo>
                        <a:pt x="164475" y="53302"/>
                        <a:pt x="162953" y="53302"/>
                        <a:pt x="161430" y="53302"/>
                      </a:cubicBezTo>
                      <a:lnTo>
                        <a:pt x="138586" y="45688"/>
                      </a:lnTo>
                      <a:cubicBezTo>
                        <a:pt x="135540" y="45688"/>
                        <a:pt x="134017" y="42642"/>
                        <a:pt x="134017" y="41119"/>
                      </a:cubicBezTo>
                      <a:lnTo>
                        <a:pt x="124879" y="15229"/>
                      </a:lnTo>
                      <a:lnTo>
                        <a:pt x="112696" y="15229"/>
                      </a:lnTo>
                      <a:lnTo>
                        <a:pt x="105082" y="41119"/>
                      </a:lnTo>
                      <a:cubicBezTo>
                        <a:pt x="103559" y="42642"/>
                        <a:pt x="102036" y="45688"/>
                        <a:pt x="100513" y="45688"/>
                      </a:cubicBezTo>
                      <a:lnTo>
                        <a:pt x="77669" y="51779"/>
                      </a:lnTo>
                      <a:cubicBezTo>
                        <a:pt x="76146" y="51779"/>
                        <a:pt x="74623" y="51779"/>
                        <a:pt x="73100" y="51779"/>
                      </a:cubicBezTo>
                      <a:lnTo>
                        <a:pt x="45688" y="41119"/>
                      </a:lnTo>
                      <a:lnTo>
                        <a:pt x="41119" y="45688"/>
                      </a:lnTo>
                      <a:lnTo>
                        <a:pt x="51779" y="73100"/>
                      </a:lnTo>
                      <a:cubicBezTo>
                        <a:pt x="51779" y="74623"/>
                        <a:pt x="51779" y="76146"/>
                        <a:pt x="51779" y="77669"/>
                      </a:cubicBezTo>
                      <a:lnTo>
                        <a:pt x="44165" y="102036"/>
                      </a:lnTo>
                      <a:cubicBezTo>
                        <a:pt x="44165" y="105082"/>
                        <a:pt x="41119" y="106605"/>
                        <a:pt x="39596" y="106605"/>
                      </a:cubicBezTo>
                      <a:lnTo>
                        <a:pt x="13706" y="115742"/>
                      </a:lnTo>
                      <a:lnTo>
                        <a:pt x="13706" y="127925"/>
                      </a:lnTo>
                      <a:lnTo>
                        <a:pt x="39596" y="137063"/>
                      </a:lnTo>
                      <a:cubicBezTo>
                        <a:pt x="41119" y="138586"/>
                        <a:pt x="44165" y="140109"/>
                        <a:pt x="44165" y="141632"/>
                      </a:cubicBezTo>
                      <a:lnTo>
                        <a:pt x="51779" y="164476"/>
                      </a:lnTo>
                      <a:cubicBezTo>
                        <a:pt x="51779" y="165998"/>
                        <a:pt x="51779" y="167521"/>
                        <a:pt x="51779" y="169044"/>
                      </a:cubicBezTo>
                      <a:lnTo>
                        <a:pt x="41119" y="196457"/>
                      </a:lnTo>
                      <a:lnTo>
                        <a:pt x="45688" y="201026"/>
                      </a:lnTo>
                      <a:lnTo>
                        <a:pt x="73100" y="190365"/>
                      </a:lnTo>
                      <a:cubicBezTo>
                        <a:pt x="74623" y="190365"/>
                        <a:pt x="76146" y="190365"/>
                        <a:pt x="77669" y="190365"/>
                      </a:cubicBezTo>
                      <a:lnTo>
                        <a:pt x="100513" y="197980"/>
                      </a:lnTo>
                      <a:cubicBezTo>
                        <a:pt x="103559" y="197980"/>
                        <a:pt x="105082" y="201026"/>
                        <a:pt x="105082" y="202549"/>
                      </a:cubicBezTo>
                      <a:lnTo>
                        <a:pt x="114219" y="226915"/>
                      </a:lnTo>
                      <a:close/>
                    </a:path>
                  </a:pathLst>
                </a:custGeom>
                <a:grpFill/>
                <a:ln w="1512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669" name="Graphic 7">
                <a:extLst>
                  <a:ext uri="{FF2B5EF4-FFF2-40B4-BE49-F238E27FC236}">
                    <a16:creationId xmlns:a16="http://schemas.microsoft.com/office/drawing/2014/main" id="{BEF57154-9400-1E19-B1CB-67683FE88413}"/>
                  </a:ext>
                  <a:ext uri="{C183D7F6-B498-43B3-948B-1728B52AA6E4}">
                    <adec:decorative xmlns:adec="http://schemas.microsoft.com/office/drawing/2017/decorative" val="1"/>
                  </a:ext>
                </a:extLst>
              </p:cNvPr>
              <p:cNvGrpSpPr>
                <a:grpSpLocks noChangeAspect="1"/>
              </p:cNvGrpSpPr>
              <p:nvPr/>
            </p:nvGrpSpPr>
            <p:grpSpPr>
              <a:xfrm>
                <a:off x="10112170" y="5572226"/>
                <a:ext cx="156429" cy="161030"/>
                <a:chOff x="5870452" y="3144979"/>
                <a:chExt cx="457716" cy="471178"/>
              </a:xfrm>
              <a:solidFill>
                <a:schemeClr val="tx1"/>
              </a:solidFill>
            </p:grpSpPr>
            <p:sp>
              <p:nvSpPr>
                <p:cNvPr id="1670" name="Freeform: Shape 2628">
                  <a:extLst>
                    <a:ext uri="{FF2B5EF4-FFF2-40B4-BE49-F238E27FC236}">
                      <a16:creationId xmlns:a16="http://schemas.microsoft.com/office/drawing/2014/main" id="{2EA02112-5A5C-1465-BD22-26A798D2E49E}"/>
                    </a:ext>
                  </a:extLst>
                </p:cNvPr>
                <p:cNvSpPr/>
                <p:nvPr/>
              </p:nvSpPr>
              <p:spPr>
                <a:xfrm>
                  <a:off x="5957957" y="3144979"/>
                  <a:ext cx="201934" cy="201933"/>
                </a:xfrm>
                <a:custGeom>
                  <a:avLst/>
                  <a:gdLst>
                    <a:gd name="connsiteX0" fmla="*/ 100967 w 201933"/>
                    <a:gd name="connsiteY0" fmla="*/ 201933 h 201933"/>
                    <a:gd name="connsiteX1" fmla="*/ 0 w 201933"/>
                    <a:gd name="connsiteY1" fmla="*/ 100967 h 201933"/>
                    <a:gd name="connsiteX2" fmla="*/ 100967 w 201933"/>
                    <a:gd name="connsiteY2" fmla="*/ 0 h 201933"/>
                    <a:gd name="connsiteX3" fmla="*/ 201934 w 201933"/>
                    <a:gd name="connsiteY3" fmla="*/ 100967 h 201933"/>
                    <a:gd name="connsiteX4" fmla="*/ 100967 w 201933"/>
                    <a:gd name="connsiteY4" fmla="*/ 201933 h 201933"/>
                    <a:gd name="connsiteX5" fmla="*/ 100967 w 201933"/>
                    <a:gd name="connsiteY5" fmla="*/ 13462 h 201933"/>
                    <a:gd name="connsiteX6" fmla="*/ 13462 w 201933"/>
                    <a:gd name="connsiteY6" fmla="*/ 100967 h 201933"/>
                    <a:gd name="connsiteX7" fmla="*/ 100967 w 201933"/>
                    <a:gd name="connsiteY7" fmla="*/ 188471 h 201933"/>
                    <a:gd name="connsiteX8" fmla="*/ 188471 w 201933"/>
                    <a:gd name="connsiteY8" fmla="*/ 100967 h 201933"/>
                    <a:gd name="connsiteX9" fmla="*/ 100967 w 201933"/>
                    <a:gd name="connsiteY9" fmla="*/ 13462 h 20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933" h="201933">
                      <a:moveTo>
                        <a:pt x="100967" y="201933"/>
                      </a:moveTo>
                      <a:cubicBezTo>
                        <a:pt x="45772" y="201933"/>
                        <a:pt x="0" y="156162"/>
                        <a:pt x="0" y="100967"/>
                      </a:cubicBezTo>
                      <a:cubicBezTo>
                        <a:pt x="0" y="45772"/>
                        <a:pt x="45772" y="0"/>
                        <a:pt x="100967" y="0"/>
                      </a:cubicBezTo>
                      <a:cubicBezTo>
                        <a:pt x="156162" y="0"/>
                        <a:pt x="201934" y="45772"/>
                        <a:pt x="201934" y="100967"/>
                      </a:cubicBezTo>
                      <a:cubicBezTo>
                        <a:pt x="201934" y="156162"/>
                        <a:pt x="156162" y="201933"/>
                        <a:pt x="100967" y="201933"/>
                      </a:cubicBezTo>
                      <a:close/>
                      <a:moveTo>
                        <a:pt x="100967" y="13462"/>
                      </a:moveTo>
                      <a:cubicBezTo>
                        <a:pt x="52503" y="13462"/>
                        <a:pt x="13462" y="52503"/>
                        <a:pt x="13462" y="100967"/>
                      </a:cubicBezTo>
                      <a:cubicBezTo>
                        <a:pt x="13462" y="149431"/>
                        <a:pt x="52503" y="188471"/>
                        <a:pt x="100967" y="188471"/>
                      </a:cubicBezTo>
                      <a:cubicBezTo>
                        <a:pt x="149431" y="188471"/>
                        <a:pt x="188471" y="149431"/>
                        <a:pt x="188471" y="100967"/>
                      </a:cubicBezTo>
                      <a:cubicBezTo>
                        <a:pt x="188471" y="52503"/>
                        <a:pt x="149431" y="13462"/>
                        <a:pt x="100967" y="13462"/>
                      </a:cubicBezTo>
                      <a:close/>
                    </a:path>
                  </a:pathLst>
                </a:custGeom>
                <a:grpFill/>
                <a:ln w="1344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71" name="Freeform: Shape 2629">
                  <a:extLst>
                    <a:ext uri="{FF2B5EF4-FFF2-40B4-BE49-F238E27FC236}">
                      <a16:creationId xmlns:a16="http://schemas.microsoft.com/office/drawing/2014/main" id="{5484326B-D1F0-31B9-DFB6-7B32FAFB5DD2}"/>
                    </a:ext>
                  </a:extLst>
                </p:cNvPr>
                <p:cNvSpPr/>
                <p:nvPr/>
              </p:nvSpPr>
              <p:spPr>
                <a:xfrm>
                  <a:off x="5870452" y="3368452"/>
                  <a:ext cx="309631" cy="215396"/>
                </a:xfrm>
                <a:custGeom>
                  <a:avLst/>
                  <a:gdLst>
                    <a:gd name="connsiteX0" fmla="*/ 249051 w 309631"/>
                    <a:gd name="connsiteY0" fmla="*/ 220781 h 215395"/>
                    <a:gd name="connsiteX1" fmla="*/ 41733 w 309631"/>
                    <a:gd name="connsiteY1" fmla="*/ 220781 h 215395"/>
                    <a:gd name="connsiteX2" fmla="*/ 0 w 309631"/>
                    <a:gd name="connsiteY2" fmla="*/ 180394 h 215395"/>
                    <a:gd name="connsiteX3" fmla="*/ 0 w 309631"/>
                    <a:gd name="connsiteY3" fmla="*/ 121160 h 215395"/>
                    <a:gd name="connsiteX4" fmla="*/ 121160 w 309631"/>
                    <a:gd name="connsiteY4" fmla="*/ 0 h 215395"/>
                    <a:gd name="connsiteX5" fmla="*/ 255782 w 309631"/>
                    <a:gd name="connsiteY5" fmla="*/ 0 h 215395"/>
                    <a:gd name="connsiteX6" fmla="*/ 316363 w 309631"/>
                    <a:gd name="connsiteY6" fmla="*/ 16155 h 215395"/>
                    <a:gd name="connsiteX7" fmla="*/ 319055 w 309631"/>
                    <a:gd name="connsiteY7" fmla="*/ 25578 h 215395"/>
                    <a:gd name="connsiteX8" fmla="*/ 309631 w 309631"/>
                    <a:gd name="connsiteY8" fmla="*/ 28271 h 215395"/>
                    <a:gd name="connsiteX9" fmla="*/ 255782 w 309631"/>
                    <a:gd name="connsiteY9" fmla="*/ 13462 h 215395"/>
                    <a:gd name="connsiteX10" fmla="*/ 121160 w 309631"/>
                    <a:gd name="connsiteY10" fmla="*/ 13462 h 215395"/>
                    <a:gd name="connsiteX11" fmla="*/ 13462 w 309631"/>
                    <a:gd name="connsiteY11" fmla="*/ 121160 h 215395"/>
                    <a:gd name="connsiteX12" fmla="*/ 13462 w 309631"/>
                    <a:gd name="connsiteY12" fmla="*/ 180394 h 215395"/>
                    <a:gd name="connsiteX13" fmla="*/ 41733 w 309631"/>
                    <a:gd name="connsiteY13" fmla="*/ 207318 h 215395"/>
                    <a:gd name="connsiteX14" fmla="*/ 249051 w 309631"/>
                    <a:gd name="connsiteY14" fmla="*/ 207318 h 215395"/>
                    <a:gd name="connsiteX15" fmla="*/ 255782 w 309631"/>
                    <a:gd name="connsiteY15" fmla="*/ 214049 h 215395"/>
                    <a:gd name="connsiteX16" fmla="*/ 249051 w 309631"/>
                    <a:gd name="connsiteY16" fmla="*/ 220781 h 21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9631" h="215395">
                      <a:moveTo>
                        <a:pt x="249051" y="220781"/>
                      </a:moveTo>
                      <a:lnTo>
                        <a:pt x="41733" y="220781"/>
                      </a:lnTo>
                      <a:cubicBezTo>
                        <a:pt x="18847" y="220781"/>
                        <a:pt x="0" y="203280"/>
                        <a:pt x="0" y="180394"/>
                      </a:cubicBezTo>
                      <a:lnTo>
                        <a:pt x="0" y="121160"/>
                      </a:lnTo>
                      <a:cubicBezTo>
                        <a:pt x="0" y="55195"/>
                        <a:pt x="53849" y="0"/>
                        <a:pt x="121160" y="0"/>
                      </a:cubicBezTo>
                      <a:lnTo>
                        <a:pt x="255782" y="0"/>
                      </a:lnTo>
                      <a:cubicBezTo>
                        <a:pt x="275976" y="0"/>
                        <a:pt x="297515" y="5385"/>
                        <a:pt x="316363" y="16155"/>
                      </a:cubicBezTo>
                      <a:cubicBezTo>
                        <a:pt x="319055" y="17501"/>
                        <a:pt x="320401" y="21540"/>
                        <a:pt x="319055" y="25578"/>
                      </a:cubicBezTo>
                      <a:cubicBezTo>
                        <a:pt x="317709" y="28271"/>
                        <a:pt x="313670" y="29617"/>
                        <a:pt x="309631" y="28271"/>
                      </a:cubicBezTo>
                      <a:cubicBezTo>
                        <a:pt x="292131" y="18847"/>
                        <a:pt x="274630" y="13462"/>
                        <a:pt x="255782" y="13462"/>
                      </a:cubicBezTo>
                      <a:lnTo>
                        <a:pt x="121160" y="13462"/>
                      </a:lnTo>
                      <a:cubicBezTo>
                        <a:pt x="61926" y="13462"/>
                        <a:pt x="13462" y="61926"/>
                        <a:pt x="13462" y="121160"/>
                      </a:cubicBezTo>
                      <a:lnTo>
                        <a:pt x="13462" y="180394"/>
                      </a:lnTo>
                      <a:cubicBezTo>
                        <a:pt x="13462" y="195202"/>
                        <a:pt x="25578" y="207318"/>
                        <a:pt x="41733" y="207318"/>
                      </a:cubicBezTo>
                      <a:lnTo>
                        <a:pt x="249051" y="207318"/>
                      </a:lnTo>
                      <a:cubicBezTo>
                        <a:pt x="253090" y="207318"/>
                        <a:pt x="255782" y="210011"/>
                        <a:pt x="255782" y="214049"/>
                      </a:cubicBezTo>
                      <a:cubicBezTo>
                        <a:pt x="255782" y="218088"/>
                        <a:pt x="253090" y="220781"/>
                        <a:pt x="249051" y="220781"/>
                      </a:cubicBezTo>
                      <a:close/>
                    </a:path>
                  </a:pathLst>
                </a:custGeom>
                <a:grpFill/>
                <a:ln w="1344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72" name="Freeform: Shape 2630">
                  <a:extLst>
                    <a:ext uri="{FF2B5EF4-FFF2-40B4-BE49-F238E27FC236}">
                      <a16:creationId xmlns:a16="http://schemas.microsoft.com/office/drawing/2014/main" id="{1A321308-CF0E-6B3F-9B2A-D56234C4BF8C}"/>
                    </a:ext>
                  </a:extLst>
                </p:cNvPr>
                <p:cNvSpPr/>
                <p:nvPr/>
              </p:nvSpPr>
              <p:spPr>
                <a:xfrm>
                  <a:off x="6189507" y="3476150"/>
                  <a:ext cx="67311" cy="67311"/>
                </a:xfrm>
                <a:custGeom>
                  <a:avLst/>
                  <a:gdLst>
                    <a:gd name="connsiteX0" fmla="*/ 35002 w 67311"/>
                    <a:gd name="connsiteY0" fmla="*/ 70004 h 67311"/>
                    <a:gd name="connsiteX1" fmla="*/ 0 w 67311"/>
                    <a:gd name="connsiteY1" fmla="*/ 35002 h 67311"/>
                    <a:gd name="connsiteX2" fmla="*/ 35002 w 67311"/>
                    <a:gd name="connsiteY2" fmla="*/ 0 h 67311"/>
                    <a:gd name="connsiteX3" fmla="*/ 70004 w 67311"/>
                    <a:gd name="connsiteY3" fmla="*/ 35002 h 67311"/>
                    <a:gd name="connsiteX4" fmla="*/ 35002 w 67311"/>
                    <a:gd name="connsiteY4" fmla="*/ 70004 h 67311"/>
                    <a:gd name="connsiteX5" fmla="*/ 35002 w 67311"/>
                    <a:gd name="connsiteY5" fmla="*/ 12116 h 67311"/>
                    <a:gd name="connsiteX6" fmla="*/ 13462 w 67311"/>
                    <a:gd name="connsiteY6" fmla="*/ 33656 h 67311"/>
                    <a:gd name="connsiteX7" fmla="*/ 35002 w 67311"/>
                    <a:gd name="connsiteY7" fmla="*/ 55195 h 67311"/>
                    <a:gd name="connsiteX8" fmla="*/ 57888 w 67311"/>
                    <a:gd name="connsiteY8" fmla="*/ 33656 h 67311"/>
                    <a:gd name="connsiteX9" fmla="*/ 35002 w 67311"/>
                    <a:gd name="connsiteY9" fmla="*/ 12116 h 6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11" h="67311">
                      <a:moveTo>
                        <a:pt x="35002" y="70004"/>
                      </a:moveTo>
                      <a:cubicBezTo>
                        <a:pt x="14808" y="70004"/>
                        <a:pt x="0" y="53849"/>
                        <a:pt x="0" y="35002"/>
                      </a:cubicBezTo>
                      <a:cubicBezTo>
                        <a:pt x="0" y="16155"/>
                        <a:pt x="16155" y="0"/>
                        <a:pt x="35002" y="0"/>
                      </a:cubicBezTo>
                      <a:cubicBezTo>
                        <a:pt x="55195" y="0"/>
                        <a:pt x="70004" y="16155"/>
                        <a:pt x="70004" y="35002"/>
                      </a:cubicBezTo>
                      <a:cubicBezTo>
                        <a:pt x="70004" y="53849"/>
                        <a:pt x="55195" y="70004"/>
                        <a:pt x="35002" y="70004"/>
                      </a:cubicBezTo>
                      <a:close/>
                      <a:moveTo>
                        <a:pt x="35002" y="12116"/>
                      </a:moveTo>
                      <a:cubicBezTo>
                        <a:pt x="22886" y="12116"/>
                        <a:pt x="13462" y="21540"/>
                        <a:pt x="13462" y="33656"/>
                      </a:cubicBezTo>
                      <a:cubicBezTo>
                        <a:pt x="13462" y="45772"/>
                        <a:pt x="22886" y="55195"/>
                        <a:pt x="35002" y="55195"/>
                      </a:cubicBezTo>
                      <a:cubicBezTo>
                        <a:pt x="47118" y="55195"/>
                        <a:pt x="57888" y="45772"/>
                        <a:pt x="57888" y="33656"/>
                      </a:cubicBezTo>
                      <a:cubicBezTo>
                        <a:pt x="57888" y="21540"/>
                        <a:pt x="47118" y="12116"/>
                        <a:pt x="35002" y="12116"/>
                      </a:cubicBezTo>
                      <a:close/>
                    </a:path>
                  </a:pathLst>
                </a:custGeom>
                <a:grpFill/>
                <a:ln w="1344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73" name="Freeform: Shape 2631">
                  <a:extLst>
                    <a:ext uri="{FF2B5EF4-FFF2-40B4-BE49-F238E27FC236}">
                      <a16:creationId xmlns:a16="http://schemas.microsoft.com/office/drawing/2014/main" id="{C8E887FE-B745-9004-FA78-123195F530FC}"/>
                    </a:ext>
                  </a:extLst>
                </p:cNvPr>
                <p:cNvSpPr/>
                <p:nvPr/>
              </p:nvSpPr>
              <p:spPr>
                <a:xfrm>
                  <a:off x="6118157" y="3403454"/>
                  <a:ext cx="201934" cy="201933"/>
                </a:xfrm>
                <a:custGeom>
                  <a:avLst/>
                  <a:gdLst>
                    <a:gd name="connsiteX0" fmla="*/ 117121 w 201933"/>
                    <a:gd name="connsiteY0" fmla="*/ 214049 h 201933"/>
                    <a:gd name="connsiteX1" fmla="*/ 96928 w 201933"/>
                    <a:gd name="connsiteY1" fmla="*/ 214049 h 201933"/>
                    <a:gd name="connsiteX2" fmla="*/ 90197 w 201933"/>
                    <a:gd name="connsiteY2" fmla="*/ 210011 h 201933"/>
                    <a:gd name="connsiteX3" fmla="*/ 82120 w 201933"/>
                    <a:gd name="connsiteY3" fmla="*/ 185779 h 201933"/>
                    <a:gd name="connsiteX4" fmla="*/ 67311 w 201933"/>
                    <a:gd name="connsiteY4" fmla="*/ 181740 h 201933"/>
                    <a:gd name="connsiteX5" fmla="*/ 41733 w 201933"/>
                    <a:gd name="connsiteY5" fmla="*/ 191164 h 201933"/>
                    <a:gd name="connsiteX6" fmla="*/ 35002 w 201933"/>
                    <a:gd name="connsiteY6" fmla="*/ 189817 h 201933"/>
                    <a:gd name="connsiteX7" fmla="*/ 24232 w 201933"/>
                    <a:gd name="connsiteY7" fmla="*/ 179048 h 201933"/>
                    <a:gd name="connsiteX8" fmla="*/ 22886 w 201933"/>
                    <a:gd name="connsiteY8" fmla="*/ 172317 h 201933"/>
                    <a:gd name="connsiteX9" fmla="*/ 32309 w 201933"/>
                    <a:gd name="connsiteY9" fmla="*/ 146738 h 201933"/>
                    <a:gd name="connsiteX10" fmla="*/ 28271 w 201933"/>
                    <a:gd name="connsiteY10" fmla="*/ 131930 h 201933"/>
                    <a:gd name="connsiteX11" fmla="*/ 4039 w 201933"/>
                    <a:gd name="connsiteY11" fmla="*/ 123852 h 201933"/>
                    <a:gd name="connsiteX12" fmla="*/ 0 w 201933"/>
                    <a:gd name="connsiteY12" fmla="*/ 117121 h 201933"/>
                    <a:gd name="connsiteX13" fmla="*/ 0 w 201933"/>
                    <a:gd name="connsiteY13" fmla="*/ 96928 h 201933"/>
                    <a:gd name="connsiteX14" fmla="*/ 4039 w 201933"/>
                    <a:gd name="connsiteY14" fmla="*/ 90197 h 201933"/>
                    <a:gd name="connsiteX15" fmla="*/ 28271 w 201933"/>
                    <a:gd name="connsiteY15" fmla="*/ 82120 h 201933"/>
                    <a:gd name="connsiteX16" fmla="*/ 32309 w 201933"/>
                    <a:gd name="connsiteY16" fmla="*/ 67311 h 201933"/>
                    <a:gd name="connsiteX17" fmla="*/ 22886 w 201933"/>
                    <a:gd name="connsiteY17" fmla="*/ 41733 h 201933"/>
                    <a:gd name="connsiteX18" fmla="*/ 24232 w 201933"/>
                    <a:gd name="connsiteY18" fmla="*/ 35002 h 201933"/>
                    <a:gd name="connsiteX19" fmla="*/ 35002 w 201933"/>
                    <a:gd name="connsiteY19" fmla="*/ 24232 h 201933"/>
                    <a:gd name="connsiteX20" fmla="*/ 41733 w 201933"/>
                    <a:gd name="connsiteY20" fmla="*/ 22886 h 201933"/>
                    <a:gd name="connsiteX21" fmla="*/ 67311 w 201933"/>
                    <a:gd name="connsiteY21" fmla="*/ 32309 h 201933"/>
                    <a:gd name="connsiteX22" fmla="*/ 82120 w 201933"/>
                    <a:gd name="connsiteY22" fmla="*/ 28271 h 201933"/>
                    <a:gd name="connsiteX23" fmla="*/ 90197 w 201933"/>
                    <a:gd name="connsiteY23" fmla="*/ 4039 h 201933"/>
                    <a:gd name="connsiteX24" fmla="*/ 96928 w 201933"/>
                    <a:gd name="connsiteY24" fmla="*/ 0 h 201933"/>
                    <a:gd name="connsiteX25" fmla="*/ 117121 w 201933"/>
                    <a:gd name="connsiteY25" fmla="*/ 0 h 201933"/>
                    <a:gd name="connsiteX26" fmla="*/ 123853 w 201933"/>
                    <a:gd name="connsiteY26" fmla="*/ 4039 h 201933"/>
                    <a:gd name="connsiteX27" fmla="*/ 131930 w 201933"/>
                    <a:gd name="connsiteY27" fmla="*/ 28271 h 201933"/>
                    <a:gd name="connsiteX28" fmla="*/ 146738 w 201933"/>
                    <a:gd name="connsiteY28" fmla="*/ 32309 h 201933"/>
                    <a:gd name="connsiteX29" fmla="*/ 172317 w 201933"/>
                    <a:gd name="connsiteY29" fmla="*/ 22886 h 201933"/>
                    <a:gd name="connsiteX30" fmla="*/ 179048 w 201933"/>
                    <a:gd name="connsiteY30" fmla="*/ 24232 h 201933"/>
                    <a:gd name="connsiteX31" fmla="*/ 189818 w 201933"/>
                    <a:gd name="connsiteY31" fmla="*/ 35002 h 201933"/>
                    <a:gd name="connsiteX32" fmla="*/ 191164 w 201933"/>
                    <a:gd name="connsiteY32" fmla="*/ 41733 h 201933"/>
                    <a:gd name="connsiteX33" fmla="*/ 181740 w 201933"/>
                    <a:gd name="connsiteY33" fmla="*/ 67311 h 201933"/>
                    <a:gd name="connsiteX34" fmla="*/ 185779 w 201933"/>
                    <a:gd name="connsiteY34" fmla="*/ 82120 h 201933"/>
                    <a:gd name="connsiteX35" fmla="*/ 210011 w 201933"/>
                    <a:gd name="connsiteY35" fmla="*/ 90197 h 201933"/>
                    <a:gd name="connsiteX36" fmla="*/ 214050 w 201933"/>
                    <a:gd name="connsiteY36" fmla="*/ 96928 h 201933"/>
                    <a:gd name="connsiteX37" fmla="*/ 214050 w 201933"/>
                    <a:gd name="connsiteY37" fmla="*/ 117121 h 201933"/>
                    <a:gd name="connsiteX38" fmla="*/ 210011 w 201933"/>
                    <a:gd name="connsiteY38" fmla="*/ 123852 h 201933"/>
                    <a:gd name="connsiteX39" fmla="*/ 185779 w 201933"/>
                    <a:gd name="connsiteY39" fmla="*/ 131930 h 201933"/>
                    <a:gd name="connsiteX40" fmla="*/ 180394 w 201933"/>
                    <a:gd name="connsiteY40" fmla="*/ 145392 h 201933"/>
                    <a:gd name="connsiteX41" fmla="*/ 189818 w 201933"/>
                    <a:gd name="connsiteY41" fmla="*/ 170970 h 201933"/>
                    <a:gd name="connsiteX42" fmla="*/ 188471 w 201933"/>
                    <a:gd name="connsiteY42" fmla="*/ 177701 h 201933"/>
                    <a:gd name="connsiteX43" fmla="*/ 177702 w 201933"/>
                    <a:gd name="connsiteY43" fmla="*/ 188471 h 201933"/>
                    <a:gd name="connsiteX44" fmla="*/ 170970 w 201933"/>
                    <a:gd name="connsiteY44" fmla="*/ 189817 h 201933"/>
                    <a:gd name="connsiteX45" fmla="*/ 145392 w 201933"/>
                    <a:gd name="connsiteY45" fmla="*/ 180394 h 201933"/>
                    <a:gd name="connsiteX46" fmla="*/ 131930 w 201933"/>
                    <a:gd name="connsiteY46" fmla="*/ 185779 h 201933"/>
                    <a:gd name="connsiteX47" fmla="*/ 123853 w 201933"/>
                    <a:gd name="connsiteY47" fmla="*/ 210011 h 201933"/>
                    <a:gd name="connsiteX48" fmla="*/ 117121 w 201933"/>
                    <a:gd name="connsiteY48" fmla="*/ 214049 h 201933"/>
                    <a:gd name="connsiteX49" fmla="*/ 102313 w 201933"/>
                    <a:gd name="connsiteY49" fmla="*/ 200587 h 201933"/>
                    <a:gd name="connsiteX50" fmla="*/ 113083 w 201933"/>
                    <a:gd name="connsiteY50" fmla="*/ 200587 h 201933"/>
                    <a:gd name="connsiteX51" fmla="*/ 121160 w 201933"/>
                    <a:gd name="connsiteY51" fmla="*/ 177701 h 201933"/>
                    <a:gd name="connsiteX52" fmla="*/ 125199 w 201933"/>
                    <a:gd name="connsiteY52" fmla="*/ 173663 h 201933"/>
                    <a:gd name="connsiteX53" fmla="*/ 145392 w 201933"/>
                    <a:gd name="connsiteY53" fmla="*/ 166932 h 201933"/>
                    <a:gd name="connsiteX54" fmla="*/ 149431 w 201933"/>
                    <a:gd name="connsiteY54" fmla="*/ 166932 h 201933"/>
                    <a:gd name="connsiteX55" fmla="*/ 173663 w 201933"/>
                    <a:gd name="connsiteY55" fmla="*/ 176355 h 201933"/>
                    <a:gd name="connsiteX56" fmla="*/ 177702 w 201933"/>
                    <a:gd name="connsiteY56" fmla="*/ 172317 h 201933"/>
                    <a:gd name="connsiteX57" fmla="*/ 168278 w 201933"/>
                    <a:gd name="connsiteY57" fmla="*/ 148085 h 201933"/>
                    <a:gd name="connsiteX58" fmla="*/ 168278 w 201933"/>
                    <a:gd name="connsiteY58" fmla="*/ 144046 h 201933"/>
                    <a:gd name="connsiteX59" fmla="*/ 175009 w 201933"/>
                    <a:gd name="connsiteY59" fmla="*/ 123852 h 201933"/>
                    <a:gd name="connsiteX60" fmla="*/ 179048 w 201933"/>
                    <a:gd name="connsiteY60" fmla="*/ 119814 h 201933"/>
                    <a:gd name="connsiteX61" fmla="*/ 201934 w 201933"/>
                    <a:gd name="connsiteY61" fmla="*/ 111736 h 201933"/>
                    <a:gd name="connsiteX62" fmla="*/ 201934 w 201933"/>
                    <a:gd name="connsiteY62" fmla="*/ 100967 h 201933"/>
                    <a:gd name="connsiteX63" fmla="*/ 179048 w 201933"/>
                    <a:gd name="connsiteY63" fmla="*/ 92889 h 201933"/>
                    <a:gd name="connsiteX64" fmla="*/ 175009 w 201933"/>
                    <a:gd name="connsiteY64" fmla="*/ 88851 h 201933"/>
                    <a:gd name="connsiteX65" fmla="*/ 168278 w 201933"/>
                    <a:gd name="connsiteY65" fmla="*/ 68657 h 201933"/>
                    <a:gd name="connsiteX66" fmla="*/ 168278 w 201933"/>
                    <a:gd name="connsiteY66" fmla="*/ 64619 h 201933"/>
                    <a:gd name="connsiteX67" fmla="*/ 177702 w 201933"/>
                    <a:gd name="connsiteY67" fmla="*/ 40387 h 201933"/>
                    <a:gd name="connsiteX68" fmla="*/ 172317 w 201933"/>
                    <a:gd name="connsiteY68" fmla="*/ 37694 h 201933"/>
                    <a:gd name="connsiteX69" fmla="*/ 148085 w 201933"/>
                    <a:gd name="connsiteY69" fmla="*/ 47118 h 201933"/>
                    <a:gd name="connsiteX70" fmla="*/ 144046 w 201933"/>
                    <a:gd name="connsiteY70" fmla="*/ 47118 h 201933"/>
                    <a:gd name="connsiteX71" fmla="*/ 123853 w 201933"/>
                    <a:gd name="connsiteY71" fmla="*/ 40387 h 201933"/>
                    <a:gd name="connsiteX72" fmla="*/ 119814 w 201933"/>
                    <a:gd name="connsiteY72" fmla="*/ 36348 h 201933"/>
                    <a:gd name="connsiteX73" fmla="*/ 111737 w 201933"/>
                    <a:gd name="connsiteY73" fmla="*/ 13462 h 201933"/>
                    <a:gd name="connsiteX74" fmla="*/ 102313 w 201933"/>
                    <a:gd name="connsiteY74" fmla="*/ 13462 h 201933"/>
                    <a:gd name="connsiteX75" fmla="*/ 94236 w 201933"/>
                    <a:gd name="connsiteY75" fmla="*/ 36348 h 201933"/>
                    <a:gd name="connsiteX76" fmla="*/ 90197 w 201933"/>
                    <a:gd name="connsiteY76" fmla="*/ 40387 h 201933"/>
                    <a:gd name="connsiteX77" fmla="*/ 70004 w 201933"/>
                    <a:gd name="connsiteY77" fmla="*/ 47118 h 201933"/>
                    <a:gd name="connsiteX78" fmla="*/ 65965 w 201933"/>
                    <a:gd name="connsiteY78" fmla="*/ 47118 h 201933"/>
                    <a:gd name="connsiteX79" fmla="*/ 41733 w 201933"/>
                    <a:gd name="connsiteY79" fmla="*/ 37694 h 201933"/>
                    <a:gd name="connsiteX80" fmla="*/ 37694 w 201933"/>
                    <a:gd name="connsiteY80" fmla="*/ 41733 h 201933"/>
                    <a:gd name="connsiteX81" fmla="*/ 47118 w 201933"/>
                    <a:gd name="connsiteY81" fmla="*/ 65965 h 201933"/>
                    <a:gd name="connsiteX82" fmla="*/ 47118 w 201933"/>
                    <a:gd name="connsiteY82" fmla="*/ 70004 h 201933"/>
                    <a:gd name="connsiteX83" fmla="*/ 40387 w 201933"/>
                    <a:gd name="connsiteY83" fmla="*/ 90197 h 201933"/>
                    <a:gd name="connsiteX84" fmla="*/ 36348 w 201933"/>
                    <a:gd name="connsiteY84" fmla="*/ 94236 h 201933"/>
                    <a:gd name="connsiteX85" fmla="*/ 13462 w 201933"/>
                    <a:gd name="connsiteY85" fmla="*/ 102313 h 201933"/>
                    <a:gd name="connsiteX86" fmla="*/ 13462 w 201933"/>
                    <a:gd name="connsiteY86" fmla="*/ 113083 h 201933"/>
                    <a:gd name="connsiteX87" fmla="*/ 36348 w 201933"/>
                    <a:gd name="connsiteY87" fmla="*/ 121160 h 201933"/>
                    <a:gd name="connsiteX88" fmla="*/ 40387 w 201933"/>
                    <a:gd name="connsiteY88" fmla="*/ 125199 h 201933"/>
                    <a:gd name="connsiteX89" fmla="*/ 47118 w 201933"/>
                    <a:gd name="connsiteY89" fmla="*/ 145392 h 201933"/>
                    <a:gd name="connsiteX90" fmla="*/ 47118 w 201933"/>
                    <a:gd name="connsiteY90" fmla="*/ 149431 h 201933"/>
                    <a:gd name="connsiteX91" fmla="*/ 37694 w 201933"/>
                    <a:gd name="connsiteY91" fmla="*/ 172317 h 201933"/>
                    <a:gd name="connsiteX92" fmla="*/ 41733 w 201933"/>
                    <a:gd name="connsiteY92" fmla="*/ 176355 h 201933"/>
                    <a:gd name="connsiteX93" fmla="*/ 65965 w 201933"/>
                    <a:gd name="connsiteY93" fmla="*/ 166932 h 201933"/>
                    <a:gd name="connsiteX94" fmla="*/ 70004 w 201933"/>
                    <a:gd name="connsiteY94" fmla="*/ 166932 h 201933"/>
                    <a:gd name="connsiteX95" fmla="*/ 90197 w 201933"/>
                    <a:gd name="connsiteY95" fmla="*/ 173663 h 201933"/>
                    <a:gd name="connsiteX96" fmla="*/ 94236 w 201933"/>
                    <a:gd name="connsiteY96" fmla="*/ 177701 h 201933"/>
                    <a:gd name="connsiteX97" fmla="*/ 102313 w 201933"/>
                    <a:gd name="connsiteY97" fmla="*/ 200587 h 20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01933" h="201933">
                      <a:moveTo>
                        <a:pt x="117121" y="214049"/>
                      </a:moveTo>
                      <a:lnTo>
                        <a:pt x="96928" y="214049"/>
                      </a:lnTo>
                      <a:cubicBezTo>
                        <a:pt x="94236" y="214049"/>
                        <a:pt x="91543" y="212703"/>
                        <a:pt x="90197" y="210011"/>
                      </a:cubicBezTo>
                      <a:lnTo>
                        <a:pt x="82120" y="185779"/>
                      </a:lnTo>
                      <a:lnTo>
                        <a:pt x="67311" y="181740"/>
                      </a:lnTo>
                      <a:lnTo>
                        <a:pt x="41733" y="191164"/>
                      </a:lnTo>
                      <a:cubicBezTo>
                        <a:pt x="39040" y="192510"/>
                        <a:pt x="36348" y="191164"/>
                        <a:pt x="35002" y="189817"/>
                      </a:cubicBezTo>
                      <a:lnTo>
                        <a:pt x="24232" y="179048"/>
                      </a:lnTo>
                      <a:cubicBezTo>
                        <a:pt x="22886" y="177701"/>
                        <a:pt x="21540" y="175009"/>
                        <a:pt x="22886" y="172317"/>
                      </a:cubicBezTo>
                      <a:lnTo>
                        <a:pt x="32309" y="146738"/>
                      </a:lnTo>
                      <a:lnTo>
                        <a:pt x="28271" y="131930"/>
                      </a:lnTo>
                      <a:lnTo>
                        <a:pt x="4039" y="123852"/>
                      </a:lnTo>
                      <a:cubicBezTo>
                        <a:pt x="1346" y="122506"/>
                        <a:pt x="0" y="119814"/>
                        <a:pt x="0" y="117121"/>
                      </a:cubicBezTo>
                      <a:lnTo>
                        <a:pt x="0" y="96928"/>
                      </a:lnTo>
                      <a:cubicBezTo>
                        <a:pt x="0" y="94236"/>
                        <a:pt x="1346" y="91543"/>
                        <a:pt x="4039" y="90197"/>
                      </a:cubicBezTo>
                      <a:lnTo>
                        <a:pt x="28271" y="82120"/>
                      </a:lnTo>
                      <a:lnTo>
                        <a:pt x="32309" y="67311"/>
                      </a:lnTo>
                      <a:lnTo>
                        <a:pt x="22886" y="41733"/>
                      </a:lnTo>
                      <a:cubicBezTo>
                        <a:pt x="21540" y="39040"/>
                        <a:pt x="22886" y="36348"/>
                        <a:pt x="24232" y="35002"/>
                      </a:cubicBezTo>
                      <a:lnTo>
                        <a:pt x="35002" y="24232"/>
                      </a:lnTo>
                      <a:cubicBezTo>
                        <a:pt x="36348" y="22886"/>
                        <a:pt x="39040" y="21540"/>
                        <a:pt x="41733" y="22886"/>
                      </a:cubicBezTo>
                      <a:lnTo>
                        <a:pt x="67311" y="32309"/>
                      </a:lnTo>
                      <a:lnTo>
                        <a:pt x="82120" y="28271"/>
                      </a:lnTo>
                      <a:lnTo>
                        <a:pt x="90197" y="4039"/>
                      </a:lnTo>
                      <a:cubicBezTo>
                        <a:pt x="91543" y="1346"/>
                        <a:pt x="94236" y="0"/>
                        <a:pt x="96928" y="0"/>
                      </a:cubicBezTo>
                      <a:lnTo>
                        <a:pt x="117121" y="0"/>
                      </a:lnTo>
                      <a:cubicBezTo>
                        <a:pt x="119814" y="0"/>
                        <a:pt x="122506" y="1346"/>
                        <a:pt x="123853" y="4039"/>
                      </a:cubicBezTo>
                      <a:lnTo>
                        <a:pt x="131930" y="28271"/>
                      </a:lnTo>
                      <a:lnTo>
                        <a:pt x="146738" y="32309"/>
                      </a:lnTo>
                      <a:lnTo>
                        <a:pt x="172317" y="22886"/>
                      </a:lnTo>
                      <a:cubicBezTo>
                        <a:pt x="175009" y="21540"/>
                        <a:pt x="177702" y="22886"/>
                        <a:pt x="179048" y="24232"/>
                      </a:cubicBezTo>
                      <a:lnTo>
                        <a:pt x="189818" y="35002"/>
                      </a:lnTo>
                      <a:cubicBezTo>
                        <a:pt x="191164" y="36348"/>
                        <a:pt x="192510" y="39040"/>
                        <a:pt x="191164" y="41733"/>
                      </a:cubicBezTo>
                      <a:lnTo>
                        <a:pt x="181740" y="67311"/>
                      </a:lnTo>
                      <a:lnTo>
                        <a:pt x="185779" y="82120"/>
                      </a:lnTo>
                      <a:lnTo>
                        <a:pt x="210011" y="90197"/>
                      </a:lnTo>
                      <a:cubicBezTo>
                        <a:pt x="212703" y="91543"/>
                        <a:pt x="214050" y="94236"/>
                        <a:pt x="214050" y="96928"/>
                      </a:cubicBezTo>
                      <a:lnTo>
                        <a:pt x="214050" y="117121"/>
                      </a:lnTo>
                      <a:cubicBezTo>
                        <a:pt x="214050" y="119814"/>
                        <a:pt x="212703" y="122506"/>
                        <a:pt x="210011" y="123852"/>
                      </a:cubicBezTo>
                      <a:lnTo>
                        <a:pt x="185779" y="131930"/>
                      </a:lnTo>
                      <a:lnTo>
                        <a:pt x="180394" y="145392"/>
                      </a:lnTo>
                      <a:lnTo>
                        <a:pt x="189818" y="170970"/>
                      </a:lnTo>
                      <a:cubicBezTo>
                        <a:pt x="191164" y="173663"/>
                        <a:pt x="189818" y="176355"/>
                        <a:pt x="188471" y="177701"/>
                      </a:cubicBezTo>
                      <a:lnTo>
                        <a:pt x="177702" y="188471"/>
                      </a:lnTo>
                      <a:cubicBezTo>
                        <a:pt x="176355" y="189817"/>
                        <a:pt x="173663" y="191164"/>
                        <a:pt x="170970" y="189817"/>
                      </a:cubicBezTo>
                      <a:lnTo>
                        <a:pt x="145392" y="180394"/>
                      </a:lnTo>
                      <a:lnTo>
                        <a:pt x="131930" y="185779"/>
                      </a:lnTo>
                      <a:lnTo>
                        <a:pt x="123853" y="210011"/>
                      </a:lnTo>
                      <a:cubicBezTo>
                        <a:pt x="122506" y="212703"/>
                        <a:pt x="119814" y="214049"/>
                        <a:pt x="117121" y="214049"/>
                      </a:cubicBezTo>
                      <a:close/>
                      <a:moveTo>
                        <a:pt x="102313" y="200587"/>
                      </a:moveTo>
                      <a:lnTo>
                        <a:pt x="113083" y="200587"/>
                      </a:lnTo>
                      <a:lnTo>
                        <a:pt x="121160" y="177701"/>
                      </a:lnTo>
                      <a:cubicBezTo>
                        <a:pt x="122506" y="176355"/>
                        <a:pt x="123853" y="173663"/>
                        <a:pt x="125199" y="173663"/>
                      </a:cubicBezTo>
                      <a:lnTo>
                        <a:pt x="145392" y="166932"/>
                      </a:lnTo>
                      <a:cubicBezTo>
                        <a:pt x="146738" y="166932"/>
                        <a:pt x="148085" y="166932"/>
                        <a:pt x="149431" y="166932"/>
                      </a:cubicBezTo>
                      <a:lnTo>
                        <a:pt x="173663" y="176355"/>
                      </a:lnTo>
                      <a:lnTo>
                        <a:pt x="177702" y="172317"/>
                      </a:lnTo>
                      <a:lnTo>
                        <a:pt x="168278" y="148085"/>
                      </a:lnTo>
                      <a:cubicBezTo>
                        <a:pt x="168278" y="146738"/>
                        <a:pt x="168278" y="145392"/>
                        <a:pt x="168278" y="144046"/>
                      </a:cubicBezTo>
                      <a:lnTo>
                        <a:pt x="175009" y="123852"/>
                      </a:lnTo>
                      <a:cubicBezTo>
                        <a:pt x="175009" y="121160"/>
                        <a:pt x="177702" y="119814"/>
                        <a:pt x="179048" y="119814"/>
                      </a:cubicBezTo>
                      <a:lnTo>
                        <a:pt x="201934" y="111736"/>
                      </a:lnTo>
                      <a:lnTo>
                        <a:pt x="201934" y="100967"/>
                      </a:lnTo>
                      <a:lnTo>
                        <a:pt x="179048" y="92889"/>
                      </a:lnTo>
                      <a:cubicBezTo>
                        <a:pt x="177702" y="91543"/>
                        <a:pt x="175009" y="90197"/>
                        <a:pt x="175009" y="88851"/>
                      </a:cubicBezTo>
                      <a:lnTo>
                        <a:pt x="168278" y="68657"/>
                      </a:lnTo>
                      <a:cubicBezTo>
                        <a:pt x="168278" y="67311"/>
                        <a:pt x="168278" y="65965"/>
                        <a:pt x="168278" y="64619"/>
                      </a:cubicBezTo>
                      <a:lnTo>
                        <a:pt x="177702" y="40387"/>
                      </a:lnTo>
                      <a:lnTo>
                        <a:pt x="172317" y="37694"/>
                      </a:lnTo>
                      <a:lnTo>
                        <a:pt x="148085" y="47118"/>
                      </a:lnTo>
                      <a:cubicBezTo>
                        <a:pt x="146738" y="47118"/>
                        <a:pt x="145392" y="47118"/>
                        <a:pt x="144046" y="47118"/>
                      </a:cubicBezTo>
                      <a:lnTo>
                        <a:pt x="123853" y="40387"/>
                      </a:lnTo>
                      <a:cubicBezTo>
                        <a:pt x="121160" y="40387"/>
                        <a:pt x="119814" y="37694"/>
                        <a:pt x="119814" y="36348"/>
                      </a:cubicBezTo>
                      <a:lnTo>
                        <a:pt x="111737" y="13462"/>
                      </a:lnTo>
                      <a:lnTo>
                        <a:pt x="102313" y="13462"/>
                      </a:lnTo>
                      <a:lnTo>
                        <a:pt x="94236" y="36348"/>
                      </a:lnTo>
                      <a:cubicBezTo>
                        <a:pt x="92889" y="37694"/>
                        <a:pt x="91543" y="40387"/>
                        <a:pt x="90197" y="40387"/>
                      </a:cubicBezTo>
                      <a:lnTo>
                        <a:pt x="70004" y="47118"/>
                      </a:lnTo>
                      <a:cubicBezTo>
                        <a:pt x="68657" y="47118"/>
                        <a:pt x="67311" y="47118"/>
                        <a:pt x="65965" y="47118"/>
                      </a:cubicBezTo>
                      <a:lnTo>
                        <a:pt x="41733" y="37694"/>
                      </a:lnTo>
                      <a:lnTo>
                        <a:pt x="37694" y="41733"/>
                      </a:lnTo>
                      <a:lnTo>
                        <a:pt x="47118" y="65965"/>
                      </a:lnTo>
                      <a:cubicBezTo>
                        <a:pt x="47118" y="67311"/>
                        <a:pt x="47118" y="68657"/>
                        <a:pt x="47118" y="70004"/>
                      </a:cubicBezTo>
                      <a:lnTo>
                        <a:pt x="40387" y="90197"/>
                      </a:lnTo>
                      <a:cubicBezTo>
                        <a:pt x="40387" y="92889"/>
                        <a:pt x="37694" y="94236"/>
                        <a:pt x="36348" y="94236"/>
                      </a:cubicBezTo>
                      <a:lnTo>
                        <a:pt x="13462" y="102313"/>
                      </a:lnTo>
                      <a:lnTo>
                        <a:pt x="13462" y="113083"/>
                      </a:lnTo>
                      <a:lnTo>
                        <a:pt x="36348" y="121160"/>
                      </a:lnTo>
                      <a:cubicBezTo>
                        <a:pt x="37694" y="122506"/>
                        <a:pt x="40387" y="123852"/>
                        <a:pt x="40387" y="125199"/>
                      </a:cubicBezTo>
                      <a:lnTo>
                        <a:pt x="47118" y="145392"/>
                      </a:lnTo>
                      <a:cubicBezTo>
                        <a:pt x="47118" y="146738"/>
                        <a:pt x="47118" y="148085"/>
                        <a:pt x="47118" y="149431"/>
                      </a:cubicBezTo>
                      <a:lnTo>
                        <a:pt x="37694" y="172317"/>
                      </a:lnTo>
                      <a:lnTo>
                        <a:pt x="41733" y="176355"/>
                      </a:lnTo>
                      <a:lnTo>
                        <a:pt x="65965" y="166932"/>
                      </a:lnTo>
                      <a:cubicBezTo>
                        <a:pt x="67311" y="166932"/>
                        <a:pt x="68657" y="166932"/>
                        <a:pt x="70004" y="166932"/>
                      </a:cubicBezTo>
                      <a:lnTo>
                        <a:pt x="90197" y="173663"/>
                      </a:lnTo>
                      <a:cubicBezTo>
                        <a:pt x="92889" y="173663"/>
                        <a:pt x="94236" y="176355"/>
                        <a:pt x="94236" y="177701"/>
                      </a:cubicBezTo>
                      <a:lnTo>
                        <a:pt x="102313" y="200587"/>
                      </a:lnTo>
                      <a:close/>
                    </a:path>
                  </a:pathLst>
                </a:custGeom>
                <a:grpFill/>
                <a:ln w="1344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grpSp>
      <p:sp>
        <p:nvSpPr>
          <p:cNvPr id="1676" name="Speech Bubble: Rectangle with Corners Rounded 4">
            <a:extLst>
              <a:ext uri="{FF2B5EF4-FFF2-40B4-BE49-F238E27FC236}">
                <a16:creationId xmlns:a16="http://schemas.microsoft.com/office/drawing/2014/main" id="{9CD9F3DC-802D-8CB7-3452-F254BA77393B}"/>
              </a:ext>
            </a:extLst>
          </p:cNvPr>
          <p:cNvSpPr>
            <a:spLocks noGrp="1" noRot="1" noMove="1" noResize="1" noEditPoints="1" noAdjustHandles="1" noChangeArrowheads="1" noChangeShapeType="1"/>
          </p:cNvSpPr>
          <p:nvPr/>
        </p:nvSpPr>
        <p:spPr>
          <a:xfrm>
            <a:off x="12443989" y="-1"/>
            <a:ext cx="2857923" cy="2686051"/>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Ubuntu"/>
                <a:ea typeface="+mn-ea"/>
                <a:cs typeface="+mn-cs"/>
              </a:rPr>
              <a:t>Icon designs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All icons on this slide are editable. This allows to change both fill and outline color and size, while ensuring good image quality. </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Please </a:t>
            </a:r>
            <a:r>
              <a:rPr kumimoji="0" lang="en-US" sz="1000" b="1" i="0" u="none" strike="noStrike" kern="1200" cap="none" spc="0" normalizeH="0" baseline="0" noProof="0" dirty="0">
                <a:ln>
                  <a:noFill/>
                </a:ln>
                <a:solidFill>
                  <a:schemeClr val="tx1"/>
                </a:solidFill>
                <a:effectLst/>
                <a:uLnTx/>
                <a:uFillTx/>
                <a:latin typeface="Ubuntu"/>
                <a:ea typeface="+mn-ea"/>
                <a:cs typeface="+mn-cs"/>
              </a:rPr>
              <a:t>do not apply effects </a:t>
            </a:r>
            <a:r>
              <a:rPr kumimoji="0" lang="en-US" sz="1000" b="0" i="0" u="none" strike="noStrike" kern="1200" cap="none" spc="0" normalizeH="0" baseline="0" noProof="0" dirty="0">
                <a:ln>
                  <a:noFill/>
                </a:ln>
                <a:solidFill>
                  <a:schemeClr val="tx1"/>
                </a:solidFill>
                <a:effectLst/>
                <a:uLnTx/>
                <a:uFillTx/>
                <a:latin typeface="Ubuntu"/>
                <a:ea typeface="+mn-ea"/>
                <a:cs typeface="+mn-cs"/>
              </a:rPr>
              <a:t>such as shadows, glow, bevel or reflection to icons or any other graphic elements.</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1"/>
                </a:solidFill>
                <a:effectLst/>
                <a:uLnTx/>
                <a:uFillTx/>
                <a:latin typeface="Ubuntu"/>
                <a:ea typeface="+mn-ea"/>
                <a:cs typeface="+mn-cs"/>
              </a:rPr>
              <a:t>These icons are given as reference and can be used for any of your needs. </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1" i="0" u="none" strike="noStrike" kern="1200" cap="none" spc="0" normalizeH="0" baseline="0" noProof="0" dirty="0">
                <a:ln>
                  <a:noFill/>
                </a:ln>
                <a:solidFill>
                  <a:schemeClr val="tx1"/>
                </a:solidFill>
                <a:effectLst/>
                <a:uLnTx/>
                <a:uFillTx/>
                <a:latin typeface="Ubuntu"/>
                <a:ea typeface="+mn-ea"/>
                <a:cs typeface="+mn-cs"/>
              </a:rPr>
              <a:t>Further icons and ready-to-use resources, </a:t>
            </a:r>
            <a:r>
              <a:rPr kumimoji="0" lang="en-US" sz="1000" b="1" i="0" u="none" strike="noStrike" kern="1200" cap="none" spc="0" normalizeH="0" baseline="0" noProof="0" dirty="0" err="1">
                <a:ln>
                  <a:noFill/>
                </a:ln>
                <a:solidFill>
                  <a:schemeClr val="tx1"/>
                </a:solidFill>
                <a:effectLst/>
                <a:uLnTx/>
                <a:uFillTx/>
                <a:latin typeface="Ubuntu"/>
                <a:ea typeface="+mn-ea"/>
                <a:cs typeface="+mn-cs"/>
              </a:rPr>
              <a:t>inlcuding</a:t>
            </a:r>
            <a:r>
              <a:rPr kumimoji="0" lang="en-US" sz="1000" b="1" i="0" u="none" strike="noStrike" kern="1200" cap="none" spc="0" normalizeH="0" baseline="0" noProof="0" dirty="0">
                <a:ln>
                  <a:noFill/>
                </a:ln>
                <a:solidFill>
                  <a:schemeClr val="tx1"/>
                </a:solidFill>
                <a:effectLst/>
                <a:uLnTx/>
                <a:uFillTx/>
                <a:latin typeface="Ubuntu"/>
                <a:ea typeface="+mn-ea"/>
                <a:cs typeface="+mn-cs"/>
              </a:rPr>
              <a:t> animated icons and their variants, </a:t>
            </a:r>
            <a:r>
              <a:rPr kumimoji="0" lang="en-US" sz="1000" b="0" i="0" u="none" strike="noStrike" kern="1200" cap="none" spc="0" normalizeH="0" baseline="0" noProof="0" dirty="0">
                <a:ln>
                  <a:noFill/>
                </a:ln>
                <a:solidFill>
                  <a:schemeClr val="tx1"/>
                </a:solidFill>
                <a:effectLst/>
                <a:uLnTx/>
                <a:uFillTx/>
                <a:latin typeface="Ubuntu"/>
                <a:ea typeface="+mn-ea"/>
                <a:cs typeface="+mn-cs"/>
              </a:rPr>
              <a:t>are available </a:t>
            </a:r>
            <a:r>
              <a:rPr kumimoji="0" lang="en-US" sz="1000" b="0" i="0" u="none" strike="noStrike" kern="1200" cap="none" spc="0" normalizeH="0" baseline="0" noProof="0" dirty="0">
                <a:ln>
                  <a:noFill/>
                </a:ln>
                <a:solidFill>
                  <a:schemeClr val="tx1"/>
                </a:solidFill>
                <a:effectLst/>
                <a:uLnTx/>
                <a:uFillTx/>
                <a:latin typeface="Ubuntu"/>
                <a:ea typeface="+mn-ea"/>
                <a:cs typeface="+mn-cs"/>
                <a:hlinkClick r:id="rId2">
                  <a:extLst>
                    <a:ext uri="{A12FA001-AC4F-418D-AE19-62706E023703}">
                      <ahyp:hlinkClr xmlns:ahyp="http://schemas.microsoft.com/office/drawing/2018/hyperlinkcolor" val="tx"/>
                    </a:ext>
                  </a:extLst>
                </a:hlinkClick>
              </a:rPr>
              <a:t>here</a:t>
            </a:r>
            <a:r>
              <a:rPr kumimoji="0" lang="en-US" sz="1000" b="0" i="0" u="none" strike="noStrike" kern="1200" cap="none" spc="0" normalizeH="0" baseline="0" noProof="0" dirty="0">
                <a:ln>
                  <a:noFill/>
                </a:ln>
                <a:solidFill>
                  <a:schemeClr val="tx1"/>
                </a:solidFill>
                <a:effectLst/>
                <a:uLnTx/>
                <a:uFillTx/>
                <a:latin typeface="Ubuntu"/>
                <a:ea typeface="+mn-ea"/>
                <a:cs typeface="+mn-cs"/>
              </a:rPr>
              <a:t>.</a:t>
            </a:r>
            <a:endParaRPr kumimoji="0" lang="en-US" sz="1400" b="0" i="0" u="none" strike="noStrike" kern="1200" cap="none" spc="0" normalizeH="0" baseline="0" noProof="0" dirty="0">
              <a:ln>
                <a:noFill/>
              </a:ln>
              <a:solidFill>
                <a:schemeClr val="tx1"/>
              </a:solidFill>
              <a:effectLst/>
              <a:uLnTx/>
              <a:uFillTx/>
              <a:latin typeface="Ubuntu"/>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400" b="0" i="0" u="none" strike="noStrike" kern="1200" cap="none" spc="0" normalizeH="0" baseline="0" noProof="0" dirty="0">
              <a:ln>
                <a:noFill/>
              </a:ln>
              <a:solidFill>
                <a:schemeClr val="tx1"/>
              </a:solidFill>
              <a:effectLst/>
              <a:uLnTx/>
              <a:uFillTx/>
              <a:latin typeface="Ubuntu"/>
              <a:ea typeface="+mn-ea"/>
              <a:cs typeface="+mn-cs"/>
            </a:endParaRPr>
          </a:p>
        </p:txBody>
      </p:sp>
      <p:sp>
        <p:nvSpPr>
          <p:cNvPr id="1691" name="Date Placeholder 1690">
            <a:extLst>
              <a:ext uri="{FF2B5EF4-FFF2-40B4-BE49-F238E27FC236}">
                <a16:creationId xmlns:a16="http://schemas.microsoft.com/office/drawing/2014/main" id="{105B4A9F-5095-3DBD-6920-A072496401DC}"/>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692" name="Footer Placeholder 1691">
            <a:extLst>
              <a:ext uri="{FF2B5EF4-FFF2-40B4-BE49-F238E27FC236}">
                <a16:creationId xmlns:a16="http://schemas.microsoft.com/office/drawing/2014/main" id="{620003AC-86E9-2434-D3A5-347C30B5D9A5}"/>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1693" name="Slide Number Placeholder 1692">
            <a:extLst>
              <a:ext uri="{FF2B5EF4-FFF2-40B4-BE49-F238E27FC236}">
                <a16:creationId xmlns:a16="http://schemas.microsoft.com/office/drawing/2014/main" id="{A5F0B35A-0D8D-5F26-9223-BE9F1B490A15}"/>
              </a:ext>
            </a:extLst>
          </p:cNvPr>
          <p:cNvSpPr>
            <a:spLocks noGrp="1"/>
          </p:cNvSpPr>
          <p:nvPr>
            <p:ph type="sldNum" sz="quarter" idx="12"/>
          </p:nvPr>
        </p:nvSpPr>
        <p:spPr/>
        <p:txBody>
          <a:bodyPr/>
          <a:lstStyle/>
          <a:p>
            <a:pPr algn="r"/>
            <a:fld id="{5D9A5160-6218-4E5A-B9E6-B93E3DAE377C}" type="slidenum">
              <a:rPr lang="en-US" smtClean="0"/>
              <a:pPr algn="r"/>
              <a:t>92</a:t>
            </a:fld>
            <a:endParaRPr lang="en-US" dirty="0"/>
          </a:p>
        </p:txBody>
      </p:sp>
    </p:spTree>
    <p:extLst>
      <p:ext uri="{BB962C8B-B14F-4D97-AF65-F5344CB8AC3E}">
        <p14:creationId xmlns:p14="http://schemas.microsoft.com/office/powerpoint/2010/main" val="392701964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B1952F-213A-0202-2C8E-5FA6B4BA3150}"/>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E812F8D0-1F48-F32B-59CD-A4093E1E4EE3}"/>
              </a:ext>
            </a:extLst>
          </p:cNvPr>
          <p:cNvSpPr>
            <a:spLocks noGrp="1"/>
          </p:cNvSpPr>
          <p:nvPr>
            <p:ph type="title"/>
          </p:nvPr>
        </p:nvSpPr>
        <p:spPr>
          <a:xfrm>
            <a:off x="551384" y="549274"/>
            <a:ext cx="11090938" cy="930372"/>
          </a:xfrm>
        </p:spPr>
        <p:txBody>
          <a:bodyPr/>
          <a:lstStyle/>
          <a:p>
            <a:r>
              <a:rPr lang="en-US" dirty="0"/>
              <a:t>Example icons 2</a:t>
            </a:r>
            <a:br>
              <a:rPr lang="en-US" dirty="0"/>
            </a:br>
            <a:endParaRPr lang="en-US" dirty="0"/>
          </a:p>
        </p:txBody>
      </p:sp>
      <p:grpSp>
        <p:nvGrpSpPr>
          <p:cNvPr id="11" name="Group 10" descr="Icons">
            <a:extLst>
              <a:ext uri="{FF2B5EF4-FFF2-40B4-BE49-F238E27FC236}">
                <a16:creationId xmlns:a16="http://schemas.microsoft.com/office/drawing/2014/main" id="{16299F22-E947-846A-7329-13C55AE41A10}"/>
              </a:ext>
            </a:extLst>
          </p:cNvPr>
          <p:cNvGrpSpPr/>
          <p:nvPr/>
        </p:nvGrpSpPr>
        <p:grpSpPr>
          <a:xfrm>
            <a:off x="965134" y="1841031"/>
            <a:ext cx="7442284" cy="3732779"/>
            <a:chOff x="965134" y="1841031"/>
            <a:chExt cx="7442284" cy="3732779"/>
          </a:xfrm>
        </p:grpSpPr>
        <p:sp>
          <p:nvSpPr>
            <p:cNvPr id="2270" name="Freeform: Shape 4413">
              <a:extLst>
                <a:ext uri="{FF2B5EF4-FFF2-40B4-BE49-F238E27FC236}">
                  <a16:creationId xmlns:a16="http://schemas.microsoft.com/office/drawing/2014/main" id="{D4C15330-0645-7DCD-E48F-0E012BC3A817}"/>
                </a:ext>
                <a:ext uri="{C183D7F6-B498-43B3-948B-1728B52AA6E4}">
                  <adec:decorative xmlns:adec="http://schemas.microsoft.com/office/drawing/2017/decorative" val="1"/>
                </a:ext>
              </a:extLst>
            </p:cNvPr>
            <p:cNvSpPr>
              <a:spLocks noChangeAspect="1"/>
            </p:cNvSpPr>
            <p:nvPr/>
          </p:nvSpPr>
          <p:spPr>
            <a:xfrm>
              <a:off x="2581525" y="3315450"/>
              <a:ext cx="852091" cy="875761"/>
            </a:xfrm>
            <a:custGeom>
              <a:avLst/>
              <a:gdLst>
                <a:gd name="connsiteX0" fmla="*/ 149559 w 161201"/>
                <a:gd name="connsiteY0" fmla="*/ 31082 h 165679"/>
                <a:gd name="connsiteX1" fmla="*/ 151350 w 161201"/>
                <a:gd name="connsiteY1" fmla="*/ 30635 h 165679"/>
                <a:gd name="connsiteX2" fmla="*/ 164784 w 161201"/>
                <a:gd name="connsiteY2" fmla="*/ 17201 h 165679"/>
                <a:gd name="connsiteX3" fmla="*/ 165232 w 161201"/>
                <a:gd name="connsiteY3" fmla="*/ 14962 h 165679"/>
                <a:gd name="connsiteX4" fmla="*/ 162993 w 161201"/>
                <a:gd name="connsiteY4" fmla="*/ 13619 h 165679"/>
                <a:gd name="connsiteX5" fmla="*/ 151798 w 161201"/>
                <a:gd name="connsiteY5" fmla="*/ 13619 h 165679"/>
                <a:gd name="connsiteX6" fmla="*/ 151798 w 161201"/>
                <a:gd name="connsiteY6" fmla="*/ 2424 h 165679"/>
                <a:gd name="connsiteX7" fmla="*/ 150455 w 161201"/>
                <a:gd name="connsiteY7" fmla="*/ 186 h 165679"/>
                <a:gd name="connsiteX8" fmla="*/ 148216 w 161201"/>
                <a:gd name="connsiteY8" fmla="*/ 633 h 165679"/>
                <a:gd name="connsiteX9" fmla="*/ 134782 w 161201"/>
                <a:gd name="connsiteY9" fmla="*/ 14067 h 165679"/>
                <a:gd name="connsiteX10" fmla="*/ 134335 w 161201"/>
                <a:gd name="connsiteY10" fmla="*/ 15858 h 165679"/>
                <a:gd name="connsiteX11" fmla="*/ 134335 w 161201"/>
                <a:gd name="connsiteY11" fmla="*/ 28396 h 165679"/>
                <a:gd name="connsiteX12" fmla="*/ 128065 w 161201"/>
                <a:gd name="connsiteY12" fmla="*/ 34665 h 165679"/>
                <a:gd name="connsiteX13" fmla="*/ 76123 w 161201"/>
                <a:gd name="connsiteY13" fmla="*/ 14067 h 165679"/>
                <a:gd name="connsiteX14" fmla="*/ 0 w 161201"/>
                <a:gd name="connsiteY14" fmla="*/ 90190 h 165679"/>
                <a:gd name="connsiteX15" fmla="*/ 76123 w 161201"/>
                <a:gd name="connsiteY15" fmla="*/ 166312 h 165679"/>
                <a:gd name="connsiteX16" fmla="*/ 152246 w 161201"/>
                <a:gd name="connsiteY16" fmla="*/ 90190 h 165679"/>
                <a:gd name="connsiteX17" fmla="*/ 131648 w 161201"/>
                <a:gd name="connsiteY17" fmla="*/ 38247 h 165679"/>
                <a:gd name="connsiteX18" fmla="*/ 137917 w 161201"/>
                <a:gd name="connsiteY18" fmla="*/ 31978 h 165679"/>
                <a:gd name="connsiteX19" fmla="*/ 149559 w 161201"/>
                <a:gd name="connsiteY19" fmla="*/ 31978 h 165679"/>
                <a:gd name="connsiteX20" fmla="*/ 138365 w 161201"/>
                <a:gd name="connsiteY20" fmla="*/ 16306 h 165679"/>
                <a:gd name="connsiteX21" fmla="*/ 147320 w 161201"/>
                <a:gd name="connsiteY21" fmla="*/ 7350 h 165679"/>
                <a:gd name="connsiteX22" fmla="*/ 147320 w 161201"/>
                <a:gd name="connsiteY22" fmla="*/ 15410 h 165679"/>
                <a:gd name="connsiteX23" fmla="*/ 149559 w 161201"/>
                <a:gd name="connsiteY23" fmla="*/ 17649 h 165679"/>
                <a:gd name="connsiteX24" fmla="*/ 157619 w 161201"/>
                <a:gd name="connsiteY24" fmla="*/ 17649 h 165679"/>
                <a:gd name="connsiteX25" fmla="*/ 148664 w 161201"/>
                <a:gd name="connsiteY25" fmla="*/ 26605 h 165679"/>
                <a:gd name="connsiteX26" fmla="*/ 138365 w 161201"/>
                <a:gd name="connsiteY26" fmla="*/ 26605 h 165679"/>
                <a:gd name="connsiteX27" fmla="*/ 138365 w 161201"/>
                <a:gd name="connsiteY27" fmla="*/ 16306 h 165679"/>
                <a:gd name="connsiteX28" fmla="*/ 147320 w 161201"/>
                <a:gd name="connsiteY28" fmla="*/ 89294 h 165679"/>
                <a:gd name="connsiteX29" fmla="*/ 75675 w 161201"/>
                <a:gd name="connsiteY29" fmla="*/ 160939 h 165679"/>
                <a:gd name="connsiteX30" fmla="*/ 4030 w 161201"/>
                <a:gd name="connsiteY30" fmla="*/ 89294 h 165679"/>
                <a:gd name="connsiteX31" fmla="*/ 75675 w 161201"/>
                <a:gd name="connsiteY31" fmla="*/ 17649 h 165679"/>
                <a:gd name="connsiteX32" fmla="*/ 124483 w 161201"/>
                <a:gd name="connsiteY32" fmla="*/ 37351 h 165679"/>
                <a:gd name="connsiteX33" fmla="*/ 108811 w 161201"/>
                <a:gd name="connsiteY33" fmla="*/ 53024 h 165679"/>
                <a:gd name="connsiteX34" fmla="*/ 75675 w 161201"/>
                <a:gd name="connsiteY34" fmla="*/ 40038 h 165679"/>
                <a:gd name="connsiteX35" fmla="*/ 26419 w 161201"/>
                <a:gd name="connsiteY35" fmla="*/ 89294 h 165679"/>
                <a:gd name="connsiteX36" fmla="*/ 75675 w 161201"/>
                <a:gd name="connsiteY36" fmla="*/ 138550 h 165679"/>
                <a:gd name="connsiteX37" fmla="*/ 124931 w 161201"/>
                <a:gd name="connsiteY37" fmla="*/ 89294 h 165679"/>
                <a:gd name="connsiteX38" fmla="*/ 111945 w 161201"/>
                <a:gd name="connsiteY38" fmla="*/ 56158 h 165679"/>
                <a:gd name="connsiteX39" fmla="*/ 127618 w 161201"/>
                <a:gd name="connsiteY39" fmla="*/ 40486 h 165679"/>
                <a:gd name="connsiteX40" fmla="*/ 147320 w 161201"/>
                <a:gd name="connsiteY40" fmla="*/ 89294 h 165679"/>
                <a:gd name="connsiteX41" fmla="*/ 76123 w 161201"/>
                <a:gd name="connsiteY41" fmla="*/ 89294 h 165679"/>
                <a:gd name="connsiteX42" fmla="*/ 77914 w 161201"/>
                <a:gd name="connsiteY42" fmla="*/ 89742 h 165679"/>
                <a:gd name="connsiteX43" fmla="*/ 79705 w 161201"/>
                <a:gd name="connsiteY43" fmla="*/ 89294 h 165679"/>
                <a:gd name="connsiteX44" fmla="*/ 90452 w 161201"/>
                <a:gd name="connsiteY44" fmla="*/ 78547 h 165679"/>
                <a:gd name="connsiteX45" fmla="*/ 94482 w 161201"/>
                <a:gd name="connsiteY45" fmla="*/ 89294 h 165679"/>
                <a:gd name="connsiteX46" fmla="*/ 76571 w 161201"/>
                <a:gd name="connsiteY46" fmla="*/ 107205 h 165679"/>
                <a:gd name="connsiteX47" fmla="*/ 58659 w 161201"/>
                <a:gd name="connsiteY47" fmla="*/ 89294 h 165679"/>
                <a:gd name="connsiteX48" fmla="*/ 76571 w 161201"/>
                <a:gd name="connsiteY48" fmla="*/ 71383 h 165679"/>
                <a:gd name="connsiteX49" fmla="*/ 87317 w 161201"/>
                <a:gd name="connsiteY49" fmla="*/ 75413 h 165679"/>
                <a:gd name="connsiteX50" fmla="*/ 76571 w 161201"/>
                <a:gd name="connsiteY50" fmla="*/ 86159 h 165679"/>
                <a:gd name="connsiteX51" fmla="*/ 76123 w 161201"/>
                <a:gd name="connsiteY51" fmla="*/ 89294 h 165679"/>
                <a:gd name="connsiteX52" fmla="*/ 90004 w 161201"/>
                <a:gd name="connsiteY52" fmla="*/ 72278 h 165679"/>
                <a:gd name="connsiteX53" fmla="*/ 76123 w 161201"/>
                <a:gd name="connsiteY53" fmla="*/ 67353 h 165679"/>
                <a:gd name="connsiteX54" fmla="*/ 53734 w 161201"/>
                <a:gd name="connsiteY54" fmla="*/ 89742 h 165679"/>
                <a:gd name="connsiteX55" fmla="*/ 76123 w 161201"/>
                <a:gd name="connsiteY55" fmla="*/ 112131 h 165679"/>
                <a:gd name="connsiteX56" fmla="*/ 98512 w 161201"/>
                <a:gd name="connsiteY56" fmla="*/ 89742 h 165679"/>
                <a:gd name="connsiteX57" fmla="*/ 93587 w 161201"/>
                <a:gd name="connsiteY57" fmla="*/ 75861 h 165679"/>
                <a:gd name="connsiteX58" fmla="*/ 109707 w 161201"/>
                <a:gd name="connsiteY58" fmla="*/ 59740 h 165679"/>
                <a:gd name="connsiteX59" fmla="*/ 121349 w 161201"/>
                <a:gd name="connsiteY59" fmla="*/ 89742 h 165679"/>
                <a:gd name="connsiteX60" fmla="*/ 76571 w 161201"/>
                <a:gd name="connsiteY60" fmla="*/ 134520 h 165679"/>
                <a:gd name="connsiteX61" fmla="*/ 31792 w 161201"/>
                <a:gd name="connsiteY61" fmla="*/ 89742 h 165679"/>
                <a:gd name="connsiteX62" fmla="*/ 76571 w 161201"/>
                <a:gd name="connsiteY62" fmla="*/ 44964 h 165679"/>
                <a:gd name="connsiteX63" fmla="*/ 106572 w 161201"/>
                <a:gd name="connsiteY63" fmla="*/ 56606 h 165679"/>
                <a:gd name="connsiteX64" fmla="*/ 90004 w 161201"/>
                <a:gd name="connsiteY64" fmla="*/ 72278 h 16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61201" h="165679">
                  <a:moveTo>
                    <a:pt x="149559" y="31082"/>
                  </a:moveTo>
                  <a:cubicBezTo>
                    <a:pt x="150007" y="31082"/>
                    <a:pt x="150903" y="30635"/>
                    <a:pt x="151350" y="30635"/>
                  </a:cubicBezTo>
                  <a:lnTo>
                    <a:pt x="164784" y="17201"/>
                  </a:lnTo>
                  <a:cubicBezTo>
                    <a:pt x="165232" y="16753"/>
                    <a:pt x="165679" y="15410"/>
                    <a:pt x="165232" y="14962"/>
                  </a:cubicBezTo>
                  <a:cubicBezTo>
                    <a:pt x="164784" y="14067"/>
                    <a:pt x="163888" y="13619"/>
                    <a:pt x="162993" y="13619"/>
                  </a:cubicBezTo>
                  <a:lnTo>
                    <a:pt x="151798" y="13619"/>
                  </a:lnTo>
                  <a:lnTo>
                    <a:pt x="151798" y="2424"/>
                  </a:lnTo>
                  <a:cubicBezTo>
                    <a:pt x="151798" y="1529"/>
                    <a:pt x="151350" y="633"/>
                    <a:pt x="150455" y="186"/>
                  </a:cubicBezTo>
                  <a:cubicBezTo>
                    <a:pt x="149559" y="-262"/>
                    <a:pt x="148664" y="186"/>
                    <a:pt x="148216" y="633"/>
                  </a:cubicBezTo>
                  <a:lnTo>
                    <a:pt x="134782" y="14067"/>
                  </a:lnTo>
                  <a:cubicBezTo>
                    <a:pt x="134335" y="14514"/>
                    <a:pt x="134335" y="14962"/>
                    <a:pt x="134335" y="15858"/>
                  </a:cubicBezTo>
                  <a:lnTo>
                    <a:pt x="134335" y="28396"/>
                  </a:lnTo>
                  <a:lnTo>
                    <a:pt x="128065" y="34665"/>
                  </a:lnTo>
                  <a:cubicBezTo>
                    <a:pt x="114632" y="21679"/>
                    <a:pt x="96273" y="14067"/>
                    <a:pt x="76123" y="14067"/>
                  </a:cubicBezTo>
                  <a:cubicBezTo>
                    <a:pt x="34031" y="14067"/>
                    <a:pt x="0" y="48098"/>
                    <a:pt x="0" y="90190"/>
                  </a:cubicBezTo>
                  <a:cubicBezTo>
                    <a:pt x="0" y="132281"/>
                    <a:pt x="34031" y="166312"/>
                    <a:pt x="76123" y="166312"/>
                  </a:cubicBezTo>
                  <a:cubicBezTo>
                    <a:pt x="118215" y="166312"/>
                    <a:pt x="152246" y="132281"/>
                    <a:pt x="152246" y="90190"/>
                  </a:cubicBezTo>
                  <a:cubicBezTo>
                    <a:pt x="152246" y="70039"/>
                    <a:pt x="144186" y="51680"/>
                    <a:pt x="131648" y="38247"/>
                  </a:cubicBezTo>
                  <a:lnTo>
                    <a:pt x="137917" y="31978"/>
                  </a:lnTo>
                  <a:lnTo>
                    <a:pt x="149559" y="31978"/>
                  </a:lnTo>
                  <a:close/>
                  <a:moveTo>
                    <a:pt x="138365" y="16306"/>
                  </a:moveTo>
                  <a:lnTo>
                    <a:pt x="147320" y="7350"/>
                  </a:lnTo>
                  <a:lnTo>
                    <a:pt x="147320" y="15410"/>
                  </a:lnTo>
                  <a:cubicBezTo>
                    <a:pt x="147320" y="16753"/>
                    <a:pt x="148216" y="17649"/>
                    <a:pt x="149559" y="17649"/>
                  </a:cubicBezTo>
                  <a:lnTo>
                    <a:pt x="157619" y="17649"/>
                  </a:lnTo>
                  <a:lnTo>
                    <a:pt x="148664" y="26605"/>
                  </a:lnTo>
                  <a:lnTo>
                    <a:pt x="138365" y="26605"/>
                  </a:lnTo>
                  <a:lnTo>
                    <a:pt x="138365" y="16306"/>
                  </a:lnTo>
                  <a:close/>
                  <a:moveTo>
                    <a:pt x="147320" y="89294"/>
                  </a:moveTo>
                  <a:cubicBezTo>
                    <a:pt x="147320" y="128699"/>
                    <a:pt x="115080" y="160939"/>
                    <a:pt x="75675" y="160939"/>
                  </a:cubicBezTo>
                  <a:cubicBezTo>
                    <a:pt x="36270" y="160939"/>
                    <a:pt x="4030" y="128699"/>
                    <a:pt x="4030" y="89294"/>
                  </a:cubicBezTo>
                  <a:cubicBezTo>
                    <a:pt x="4030" y="49889"/>
                    <a:pt x="36270" y="17649"/>
                    <a:pt x="75675" y="17649"/>
                  </a:cubicBezTo>
                  <a:cubicBezTo>
                    <a:pt x="94482" y="17649"/>
                    <a:pt x="111945" y="25261"/>
                    <a:pt x="124483" y="37351"/>
                  </a:cubicBezTo>
                  <a:lnTo>
                    <a:pt x="108811" y="53024"/>
                  </a:lnTo>
                  <a:cubicBezTo>
                    <a:pt x="99855" y="44964"/>
                    <a:pt x="88213" y="40038"/>
                    <a:pt x="75675" y="40038"/>
                  </a:cubicBezTo>
                  <a:cubicBezTo>
                    <a:pt x="48360" y="40038"/>
                    <a:pt x="26419" y="61979"/>
                    <a:pt x="26419" y="89294"/>
                  </a:cubicBezTo>
                  <a:cubicBezTo>
                    <a:pt x="26419" y="116609"/>
                    <a:pt x="48360" y="138550"/>
                    <a:pt x="75675" y="138550"/>
                  </a:cubicBezTo>
                  <a:cubicBezTo>
                    <a:pt x="102990" y="138550"/>
                    <a:pt x="124931" y="116609"/>
                    <a:pt x="124931" y="89294"/>
                  </a:cubicBezTo>
                  <a:cubicBezTo>
                    <a:pt x="124931" y="76308"/>
                    <a:pt x="120005" y="65114"/>
                    <a:pt x="111945" y="56158"/>
                  </a:cubicBezTo>
                  <a:lnTo>
                    <a:pt x="127618" y="40486"/>
                  </a:lnTo>
                  <a:cubicBezTo>
                    <a:pt x="140156" y="53024"/>
                    <a:pt x="147320" y="70487"/>
                    <a:pt x="147320" y="89294"/>
                  </a:cubicBezTo>
                  <a:close/>
                  <a:moveTo>
                    <a:pt x="76123" y="89294"/>
                  </a:moveTo>
                  <a:cubicBezTo>
                    <a:pt x="76571" y="89742"/>
                    <a:pt x="77019" y="89742"/>
                    <a:pt x="77914" y="89742"/>
                  </a:cubicBezTo>
                  <a:cubicBezTo>
                    <a:pt x="78809" y="89742"/>
                    <a:pt x="79257" y="89742"/>
                    <a:pt x="79705" y="89294"/>
                  </a:cubicBezTo>
                  <a:lnTo>
                    <a:pt x="90452" y="78547"/>
                  </a:lnTo>
                  <a:cubicBezTo>
                    <a:pt x="92691" y="81682"/>
                    <a:pt x="94482" y="85264"/>
                    <a:pt x="94482" y="89294"/>
                  </a:cubicBezTo>
                  <a:cubicBezTo>
                    <a:pt x="94482" y="99145"/>
                    <a:pt x="86422" y="107205"/>
                    <a:pt x="76571" y="107205"/>
                  </a:cubicBezTo>
                  <a:cubicBezTo>
                    <a:pt x="66720" y="107205"/>
                    <a:pt x="58659" y="99145"/>
                    <a:pt x="58659" y="89294"/>
                  </a:cubicBezTo>
                  <a:cubicBezTo>
                    <a:pt x="58659" y="79443"/>
                    <a:pt x="66720" y="71383"/>
                    <a:pt x="76571" y="71383"/>
                  </a:cubicBezTo>
                  <a:cubicBezTo>
                    <a:pt x="80601" y="71383"/>
                    <a:pt x="84631" y="72726"/>
                    <a:pt x="87317" y="75413"/>
                  </a:cubicBezTo>
                  <a:lnTo>
                    <a:pt x="76571" y="86159"/>
                  </a:lnTo>
                  <a:cubicBezTo>
                    <a:pt x="75227" y="86607"/>
                    <a:pt x="75227" y="88398"/>
                    <a:pt x="76123" y="89294"/>
                  </a:cubicBezTo>
                  <a:close/>
                  <a:moveTo>
                    <a:pt x="90004" y="72278"/>
                  </a:moveTo>
                  <a:cubicBezTo>
                    <a:pt x="85974" y="69144"/>
                    <a:pt x="81496" y="67353"/>
                    <a:pt x="76123" y="67353"/>
                  </a:cubicBezTo>
                  <a:cubicBezTo>
                    <a:pt x="63585" y="67353"/>
                    <a:pt x="53734" y="77204"/>
                    <a:pt x="53734" y="89742"/>
                  </a:cubicBezTo>
                  <a:cubicBezTo>
                    <a:pt x="53734" y="102280"/>
                    <a:pt x="63585" y="112131"/>
                    <a:pt x="76123" y="112131"/>
                  </a:cubicBezTo>
                  <a:cubicBezTo>
                    <a:pt x="88661" y="112131"/>
                    <a:pt x="98512" y="102280"/>
                    <a:pt x="98512" y="89742"/>
                  </a:cubicBezTo>
                  <a:cubicBezTo>
                    <a:pt x="98512" y="84368"/>
                    <a:pt x="96721" y="79443"/>
                    <a:pt x="93587" y="75861"/>
                  </a:cubicBezTo>
                  <a:lnTo>
                    <a:pt x="109707" y="59740"/>
                  </a:lnTo>
                  <a:cubicBezTo>
                    <a:pt x="116871" y="67800"/>
                    <a:pt x="121349" y="78099"/>
                    <a:pt x="121349" y="89742"/>
                  </a:cubicBezTo>
                  <a:cubicBezTo>
                    <a:pt x="121349" y="114370"/>
                    <a:pt x="101199" y="134520"/>
                    <a:pt x="76571" y="134520"/>
                  </a:cubicBezTo>
                  <a:cubicBezTo>
                    <a:pt x="51943" y="134520"/>
                    <a:pt x="31792" y="114370"/>
                    <a:pt x="31792" y="89742"/>
                  </a:cubicBezTo>
                  <a:cubicBezTo>
                    <a:pt x="31792" y="65114"/>
                    <a:pt x="51943" y="44964"/>
                    <a:pt x="76571" y="44964"/>
                  </a:cubicBezTo>
                  <a:cubicBezTo>
                    <a:pt x="88213" y="44964"/>
                    <a:pt x="98512" y="49442"/>
                    <a:pt x="106572" y="56606"/>
                  </a:cubicBezTo>
                  <a:lnTo>
                    <a:pt x="90004" y="72278"/>
                  </a:lnTo>
                  <a:close/>
                </a:path>
              </a:pathLst>
            </a:custGeom>
            <a:solidFill>
              <a:schemeClr val="accent3"/>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338" name="Freeform: Shape 4446">
              <a:extLst>
                <a:ext uri="{FF2B5EF4-FFF2-40B4-BE49-F238E27FC236}">
                  <a16:creationId xmlns:a16="http://schemas.microsoft.com/office/drawing/2014/main" id="{2901696E-3C71-29B1-2E70-3F9440432264}"/>
                </a:ext>
                <a:ext uri="{C183D7F6-B498-43B3-948B-1728B52AA6E4}">
                  <adec:decorative xmlns:adec="http://schemas.microsoft.com/office/drawing/2017/decorative" val="1"/>
                </a:ext>
              </a:extLst>
            </p:cNvPr>
            <p:cNvSpPr>
              <a:spLocks noChangeAspect="1"/>
            </p:cNvSpPr>
            <p:nvPr/>
          </p:nvSpPr>
          <p:spPr>
            <a:xfrm>
              <a:off x="2673655" y="4874623"/>
              <a:ext cx="662739" cy="497053"/>
            </a:xfrm>
            <a:custGeom>
              <a:avLst/>
              <a:gdLst>
                <a:gd name="connsiteX0" fmla="*/ 126498 w 125378"/>
                <a:gd name="connsiteY0" fmla="*/ 29554 h 94034"/>
                <a:gd name="connsiteX1" fmla="*/ 126498 w 125378"/>
                <a:gd name="connsiteY1" fmla="*/ 29554 h 94034"/>
                <a:gd name="connsiteX2" fmla="*/ 126498 w 125378"/>
                <a:gd name="connsiteY2" fmla="*/ 29554 h 94034"/>
                <a:gd name="connsiteX3" fmla="*/ 126498 w 125378"/>
                <a:gd name="connsiteY3" fmla="*/ 28658 h 94034"/>
                <a:gd name="connsiteX4" fmla="*/ 126498 w 125378"/>
                <a:gd name="connsiteY4" fmla="*/ 28210 h 94034"/>
                <a:gd name="connsiteX5" fmla="*/ 126498 w 125378"/>
                <a:gd name="connsiteY5" fmla="*/ 27763 h 94034"/>
                <a:gd name="connsiteX6" fmla="*/ 103214 w 125378"/>
                <a:gd name="connsiteY6" fmla="*/ 896 h 94034"/>
                <a:gd name="connsiteX7" fmla="*/ 101423 w 125378"/>
                <a:gd name="connsiteY7" fmla="*/ 0 h 94034"/>
                <a:gd name="connsiteX8" fmla="*/ 63809 w 125378"/>
                <a:gd name="connsiteY8" fmla="*/ 0 h 94034"/>
                <a:gd name="connsiteX9" fmla="*/ 63809 w 125378"/>
                <a:gd name="connsiteY9" fmla="*/ 0 h 94034"/>
                <a:gd name="connsiteX10" fmla="*/ 26195 w 125378"/>
                <a:gd name="connsiteY10" fmla="*/ 0 h 94034"/>
                <a:gd name="connsiteX11" fmla="*/ 25748 w 125378"/>
                <a:gd name="connsiteY11" fmla="*/ 0 h 94034"/>
                <a:gd name="connsiteX12" fmla="*/ 25300 w 125378"/>
                <a:gd name="connsiteY12" fmla="*/ 0 h 94034"/>
                <a:gd name="connsiteX13" fmla="*/ 25300 w 125378"/>
                <a:gd name="connsiteY13" fmla="*/ 0 h 94034"/>
                <a:gd name="connsiteX14" fmla="*/ 24852 w 125378"/>
                <a:gd name="connsiteY14" fmla="*/ 448 h 94034"/>
                <a:gd name="connsiteX15" fmla="*/ 24404 w 125378"/>
                <a:gd name="connsiteY15" fmla="*/ 448 h 94034"/>
                <a:gd name="connsiteX16" fmla="*/ 24404 w 125378"/>
                <a:gd name="connsiteY16" fmla="*/ 448 h 94034"/>
                <a:gd name="connsiteX17" fmla="*/ 672 w 125378"/>
                <a:gd name="connsiteY17" fmla="*/ 27315 h 94034"/>
                <a:gd name="connsiteX18" fmla="*/ 672 w 125378"/>
                <a:gd name="connsiteY18" fmla="*/ 30449 h 94034"/>
                <a:gd name="connsiteX19" fmla="*/ 62018 w 125378"/>
                <a:gd name="connsiteY19" fmla="*/ 97617 h 94034"/>
                <a:gd name="connsiteX20" fmla="*/ 62018 w 125378"/>
                <a:gd name="connsiteY20" fmla="*/ 97617 h 94034"/>
                <a:gd name="connsiteX21" fmla="*/ 62466 w 125378"/>
                <a:gd name="connsiteY21" fmla="*/ 97617 h 94034"/>
                <a:gd name="connsiteX22" fmla="*/ 62913 w 125378"/>
                <a:gd name="connsiteY22" fmla="*/ 97617 h 94034"/>
                <a:gd name="connsiteX23" fmla="*/ 63361 w 125378"/>
                <a:gd name="connsiteY23" fmla="*/ 97617 h 94034"/>
                <a:gd name="connsiteX24" fmla="*/ 63361 w 125378"/>
                <a:gd name="connsiteY24" fmla="*/ 97617 h 94034"/>
                <a:gd name="connsiteX25" fmla="*/ 64257 w 125378"/>
                <a:gd name="connsiteY25" fmla="*/ 97617 h 94034"/>
                <a:gd name="connsiteX26" fmla="*/ 64257 w 125378"/>
                <a:gd name="connsiteY26" fmla="*/ 97617 h 94034"/>
                <a:gd name="connsiteX27" fmla="*/ 64257 w 125378"/>
                <a:gd name="connsiteY27" fmla="*/ 97617 h 94034"/>
                <a:gd name="connsiteX28" fmla="*/ 65152 w 125378"/>
                <a:gd name="connsiteY28" fmla="*/ 97617 h 94034"/>
                <a:gd name="connsiteX29" fmla="*/ 65600 w 125378"/>
                <a:gd name="connsiteY29" fmla="*/ 97617 h 94034"/>
                <a:gd name="connsiteX30" fmla="*/ 66048 w 125378"/>
                <a:gd name="connsiteY30" fmla="*/ 97617 h 94034"/>
                <a:gd name="connsiteX31" fmla="*/ 66496 w 125378"/>
                <a:gd name="connsiteY31" fmla="*/ 97617 h 94034"/>
                <a:gd name="connsiteX32" fmla="*/ 66496 w 125378"/>
                <a:gd name="connsiteY32" fmla="*/ 97617 h 94034"/>
                <a:gd name="connsiteX33" fmla="*/ 127394 w 125378"/>
                <a:gd name="connsiteY33" fmla="*/ 30449 h 94034"/>
                <a:gd name="connsiteX34" fmla="*/ 127842 w 125378"/>
                <a:gd name="connsiteY34" fmla="*/ 30001 h 94034"/>
                <a:gd name="connsiteX35" fmla="*/ 127842 w 125378"/>
                <a:gd name="connsiteY35" fmla="*/ 29554 h 94034"/>
                <a:gd name="connsiteX36" fmla="*/ 126498 w 125378"/>
                <a:gd name="connsiteY36" fmla="*/ 29554 h 94034"/>
                <a:gd name="connsiteX37" fmla="*/ 25300 w 125378"/>
                <a:gd name="connsiteY37" fmla="*/ 7165 h 94034"/>
                <a:gd name="connsiteX38" fmla="*/ 33360 w 125378"/>
                <a:gd name="connsiteY38" fmla="*/ 27763 h 94034"/>
                <a:gd name="connsiteX39" fmla="*/ 6941 w 125378"/>
                <a:gd name="connsiteY39" fmla="*/ 27763 h 94034"/>
                <a:gd name="connsiteX40" fmla="*/ 25300 w 125378"/>
                <a:gd name="connsiteY40" fmla="*/ 7165 h 94034"/>
                <a:gd name="connsiteX41" fmla="*/ 87094 w 125378"/>
                <a:gd name="connsiteY41" fmla="*/ 31793 h 94034"/>
                <a:gd name="connsiteX42" fmla="*/ 63361 w 125378"/>
                <a:gd name="connsiteY42" fmla="*/ 90900 h 94034"/>
                <a:gd name="connsiteX43" fmla="*/ 39629 w 125378"/>
                <a:gd name="connsiteY43" fmla="*/ 31793 h 94034"/>
                <a:gd name="connsiteX44" fmla="*/ 87094 w 125378"/>
                <a:gd name="connsiteY44" fmla="*/ 31793 h 94034"/>
                <a:gd name="connsiteX45" fmla="*/ 42315 w 125378"/>
                <a:gd name="connsiteY45" fmla="*/ 27315 h 94034"/>
                <a:gd name="connsiteX46" fmla="*/ 63809 w 125378"/>
                <a:gd name="connsiteY46" fmla="*/ 5821 h 94034"/>
                <a:gd name="connsiteX47" fmla="*/ 85302 w 125378"/>
                <a:gd name="connsiteY47" fmla="*/ 27315 h 94034"/>
                <a:gd name="connsiteX48" fmla="*/ 42315 w 125378"/>
                <a:gd name="connsiteY48" fmla="*/ 27315 h 94034"/>
                <a:gd name="connsiteX49" fmla="*/ 69182 w 125378"/>
                <a:gd name="connsiteY49" fmla="*/ 4926 h 94034"/>
                <a:gd name="connsiteX50" fmla="*/ 97840 w 125378"/>
                <a:gd name="connsiteY50" fmla="*/ 4926 h 94034"/>
                <a:gd name="connsiteX51" fmla="*/ 89780 w 125378"/>
                <a:gd name="connsiteY51" fmla="*/ 25524 h 94034"/>
                <a:gd name="connsiteX52" fmla="*/ 69182 w 125378"/>
                <a:gd name="connsiteY52" fmla="*/ 4926 h 94034"/>
                <a:gd name="connsiteX53" fmla="*/ 37838 w 125378"/>
                <a:gd name="connsiteY53" fmla="*/ 25524 h 94034"/>
                <a:gd name="connsiteX54" fmla="*/ 29778 w 125378"/>
                <a:gd name="connsiteY54" fmla="*/ 4926 h 94034"/>
                <a:gd name="connsiteX55" fmla="*/ 58436 w 125378"/>
                <a:gd name="connsiteY55" fmla="*/ 4926 h 94034"/>
                <a:gd name="connsiteX56" fmla="*/ 37838 w 125378"/>
                <a:gd name="connsiteY56" fmla="*/ 25524 h 94034"/>
                <a:gd name="connsiteX57" fmla="*/ 35151 w 125378"/>
                <a:gd name="connsiteY57" fmla="*/ 31793 h 94034"/>
                <a:gd name="connsiteX58" fmla="*/ 57092 w 125378"/>
                <a:gd name="connsiteY58" fmla="*/ 85974 h 94034"/>
                <a:gd name="connsiteX59" fmla="*/ 7388 w 125378"/>
                <a:gd name="connsiteY59" fmla="*/ 31793 h 94034"/>
                <a:gd name="connsiteX60" fmla="*/ 35151 w 125378"/>
                <a:gd name="connsiteY60" fmla="*/ 31793 h 94034"/>
                <a:gd name="connsiteX61" fmla="*/ 92019 w 125378"/>
                <a:gd name="connsiteY61" fmla="*/ 31793 h 94034"/>
                <a:gd name="connsiteX62" fmla="*/ 119334 w 125378"/>
                <a:gd name="connsiteY62" fmla="*/ 31793 h 94034"/>
                <a:gd name="connsiteX63" fmla="*/ 70526 w 125378"/>
                <a:gd name="connsiteY63" fmla="*/ 85974 h 94034"/>
                <a:gd name="connsiteX64" fmla="*/ 92019 w 125378"/>
                <a:gd name="connsiteY64" fmla="*/ 31793 h 94034"/>
                <a:gd name="connsiteX65" fmla="*/ 93810 w 125378"/>
                <a:gd name="connsiteY65" fmla="*/ 27315 h 94034"/>
                <a:gd name="connsiteX66" fmla="*/ 101870 w 125378"/>
                <a:gd name="connsiteY66" fmla="*/ 7165 h 94034"/>
                <a:gd name="connsiteX67" fmla="*/ 119334 w 125378"/>
                <a:gd name="connsiteY67" fmla="*/ 27315 h 94034"/>
                <a:gd name="connsiteX68" fmla="*/ 93810 w 125378"/>
                <a:gd name="connsiteY68" fmla="*/ 2731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25378" h="94034">
                  <a:moveTo>
                    <a:pt x="126498" y="29554"/>
                  </a:moveTo>
                  <a:cubicBezTo>
                    <a:pt x="126498" y="29554"/>
                    <a:pt x="126498" y="29554"/>
                    <a:pt x="126498" y="29554"/>
                  </a:cubicBezTo>
                  <a:cubicBezTo>
                    <a:pt x="126498" y="29554"/>
                    <a:pt x="126498" y="29554"/>
                    <a:pt x="126498" y="29554"/>
                  </a:cubicBezTo>
                  <a:cubicBezTo>
                    <a:pt x="126498" y="29106"/>
                    <a:pt x="126498" y="29106"/>
                    <a:pt x="126498" y="28658"/>
                  </a:cubicBezTo>
                  <a:cubicBezTo>
                    <a:pt x="126498" y="28658"/>
                    <a:pt x="126498" y="28658"/>
                    <a:pt x="126498" y="28210"/>
                  </a:cubicBezTo>
                  <a:cubicBezTo>
                    <a:pt x="126498" y="28210"/>
                    <a:pt x="126498" y="27763"/>
                    <a:pt x="126498" y="27763"/>
                  </a:cubicBezTo>
                  <a:lnTo>
                    <a:pt x="103214" y="896"/>
                  </a:lnTo>
                  <a:cubicBezTo>
                    <a:pt x="102766" y="448"/>
                    <a:pt x="102318" y="0"/>
                    <a:pt x="101423" y="0"/>
                  </a:cubicBezTo>
                  <a:lnTo>
                    <a:pt x="63809" y="0"/>
                  </a:lnTo>
                  <a:cubicBezTo>
                    <a:pt x="63809" y="0"/>
                    <a:pt x="63809" y="0"/>
                    <a:pt x="63809" y="0"/>
                  </a:cubicBezTo>
                  <a:lnTo>
                    <a:pt x="26195" y="0"/>
                  </a:lnTo>
                  <a:cubicBezTo>
                    <a:pt x="26195" y="0"/>
                    <a:pt x="25748" y="0"/>
                    <a:pt x="25748" y="0"/>
                  </a:cubicBezTo>
                  <a:cubicBezTo>
                    <a:pt x="25748" y="0"/>
                    <a:pt x="25300" y="0"/>
                    <a:pt x="25300" y="0"/>
                  </a:cubicBezTo>
                  <a:cubicBezTo>
                    <a:pt x="25300" y="0"/>
                    <a:pt x="25300" y="0"/>
                    <a:pt x="25300" y="0"/>
                  </a:cubicBezTo>
                  <a:cubicBezTo>
                    <a:pt x="25300" y="0"/>
                    <a:pt x="24852" y="0"/>
                    <a:pt x="24852" y="448"/>
                  </a:cubicBezTo>
                  <a:cubicBezTo>
                    <a:pt x="24852" y="448"/>
                    <a:pt x="24852" y="448"/>
                    <a:pt x="24404" y="448"/>
                  </a:cubicBezTo>
                  <a:cubicBezTo>
                    <a:pt x="24404" y="448"/>
                    <a:pt x="24404" y="448"/>
                    <a:pt x="24404" y="448"/>
                  </a:cubicBezTo>
                  <a:lnTo>
                    <a:pt x="672" y="27315"/>
                  </a:lnTo>
                  <a:cubicBezTo>
                    <a:pt x="-224" y="28210"/>
                    <a:pt x="-224" y="29554"/>
                    <a:pt x="672" y="30449"/>
                  </a:cubicBezTo>
                  <a:lnTo>
                    <a:pt x="62018" y="97617"/>
                  </a:lnTo>
                  <a:cubicBezTo>
                    <a:pt x="62018" y="97617"/>
                    <a:pt x="62018" y="97617"/>
                    <a:pt x="62018" y="97617"/>
                  </a:cubicBezTo>
                  <a:cubicBezTo>
                    <a:pt x="62018" y="97617"/>
                    <a:pt x="62018" y="97617"/>
                    <a:pt x="62466" y="97617"/>
                  </a:cubicBezTo>
                  <a:cubicBezTo>
                    <a:pt x="62466" y="97617"/>
                    <a:pt x="62466" y="97617"/>
                    <a:pt x="62913" y="97617"/>
                  </a:cubicBezTo>
                  <a:cubicBezTo>
                    <a:pt x="62913" y="97617"/>
                    <a:pt x="62913" y="97617"/>
                    <a:pt x="63361" y="97617"/>
                  </a:cubicBezTo>
                  <a:cubicBezTo>
                    <a:pt x="63361" y="97617"/>
                    <a:pt x="63361" y="97617"/>
                    <a:pt x="63361" y="97617"/>
                  </a:cubicBezTo>
                  <a:cubicBezTo>
                    <a:pt x="63809" y="97617"/>
                    <a:pt x="63809" y="97617"/>
                    <a:pt x="64257" y="97617"/>
                  </a:cubicBezTo>
                  <a:lnTo>
                    <a:pt x="64257" y="97617"/>
                  </a:lnTo>
                  <a:lnTo>
                    <a:pt x="64257" y="97617"/>
                  </a:lnTo>
                  <a:cubicBezTo>
                    <a:pt x="64704" y="97617"/>
                    <a:pt x="64704" y="97617"/>
                    <a:pt x="65152" y="97617"/>
                  </a:cubicBezTo>
                  <a:cubicBezTo>
                    <a:pt x="65152" y="97617"/>
                    <a:pt x="65152" y="97617"/>
                    <a:pt x="65600" y="97617"/>
                  </a:cubicBezTo>
                  <a:cubicBezTo>
                    <a:pt x="65600" y="97617"/>
                    <a:pt x="65600" y="97617"/>
                    <a:pt x="66048" y="97617"/>
                  </a:cubicBezTo>
                  <a:cubicBezTo>
                    <a:pt x="66048" y="97617"/>
                    <a:pt x="66048" y="97617"/>
                    <a:pt x="66496" y="97617"/>
                  </a:cubicBezTo>
                  <a:cubicBezTo>
                    <a:pt x="66496" y="97617"/>
                    <a:pt x="66496" y="97617"/>
                    <a:pt x="66496" y="97617"/>
                  </a:cubicBezTo>
                  <a:lnTo>
                    <a:pt x="127394" y="30449"/>
                  </a:lnTo>
                  <a:cubicBezTo>
                    <a:pt x="127394" y="30449"/>
                    <a:pt x="127394" y="30001"/>
                    <a:pt x="127842" y="30001"/>
                  </a:cubicBezTo>
                  <a:cubicBezTo>
                    <a:pt x="127842" y="30001"/>
                    <a:pt x="127842" y="30001"/>
                    <a:pt x="127842" y="29554"/>
                  </a:cubicBezTo>
                  <a:cubicBezTo>
                    <a:pt x="126498" y="30001"/>
                    <a:pt x="126498" y="30001"/>
                    <a:pt x="126498" y="29554"/>
                  </a:cubicBezTo>
                  <a:close/>
                  <a:moveTo>
                    <a:pt x="25300" y="7165"/>
                  </a:moveTo>
                  <a:lnTo>
                    <a:pt x="33360" y="27763"/>
                  </a:lnTo>
                  <a:lnTo>
                    <a:pt x="6941" y="27763"/>
                  </a:lnTo>
                  <a:lnTo>
                    <a:pt x="25300" y="7165"/>
                  </a:lnTo>
                  <a:close/>
                  <a:moveTo>
                    <a:pt x="87094" y="31793"/>
                  </a:moveTo>
                  <a:lnTo>
                    <a:pt x="63361" y="90900"/>
                  </a:lnTo>
                  <a:lnTo>
                    <a:pt x="39629" y="31793"/>
                  </a:lnTo>
                  <a:lnTo>
                    <a:pt x="87094" y="31793"/>
                  </a:lnTo>
                  <a:close/>
                  <a:moveTo>
                    <a:pt x="42315" y="27315"/>
                  </a:moveTo>
                  <a:lnTo>
                    <a:pt x="63809" y="5821"/>
                  </a:lnTo>
                  <a:lnTo>
                    <a:pt x="85302" y="27315"/>
                  </a:lnTo>
                  <a:lnTo>
                    <a:pt x="42315" y="27315"/>
                  </a:lnTo>
                  <a:close/>
                  <a:moveTo>
                    <a:pt x="69182" y="4926"/>
                  </a:moveTo>
                  <a:lnTo>
                    <a:pt x="97840" y="4926"/>
                  </a:lnTo>
                  <a:lnTo>
                    <a:pt x="89780" y="25524"/>
                  </a:lnTo>
                  <a:lnTo>
                    <a:pt x="69182" y="4926"/>
                  </a:lnTo>
                  <a:close/>
                  <a:moveTo>
                    <a:pt x="37838" y="25524"/>
                  </a:moveTo>
                  <a:lnTo>
                    <a:pt x="29778" y="4926"/>
                  </a:lnTo>
                  <a:lnTo>
                    <a:pt x="58436" y="4926"/>
                  </a:lnTo>
                  <a:lnTo>
                    <a:pt x="37838" y="25524"/>
                  </a:lnTo>
                  <a:close/>
                  <a:moveTo>
                    <a:pt x="35151" y="31793"/>
                  </a:moveTo>
                  <a:lnTo>
                    <a:pt x="57092" y="85974"/>
                  </a:lnTo>
                  <a:lnTo>
                    <a:pt x="7388" y="31793"/>
                  </a:lnTo>
                  <a:lnTo>
                    <a:pt x="35151" y="31793"/>
                  </a:lnTo>
                  <a:close/>
                  <a:moveTo>
                    <a:pt x="92019" y="31793"/>
                  </a:moveTo>
                  <a:lnTo>
                    <a:pt x="119334" y="31793"/>
                  </a:lnTo>
                  <a:lnTo>
                    <a:pt x="70526" y="85974"/>
                  </a:lnTo>
                  <a:lnTo>
                    <a:pt x="92019" y="31793"/>
                  </a:lnTo>
                  <a:close/>
                  <a:moveTo>
                    <a:pt x="93810" y="27315"/>
                  </a:moveTo>
                  <a:lnTo>
                    <a:pt x="101870" y="7165"/>
                  </a:lnTo>
                  <a:lnTo>
                    <a:pt x="119334" y="27315"/>
                  </a:lnTo>
                  <a:lnTo>
                    <a:pt x="93810" y="27315"/>
                  </a:lnTo>
                  <a:close/>
                </a:path>
              </a:pathLst>
            </a:custGeom>
            <a:solidFill>
              <a:schemeClr val="accent4"/>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680" name="Group 4004">
              <a:extLst>
                <a:ext uri="{FF2B5EF4-FFF2-40B4-BE49-F238E27FC236}">
                  <a16:creationId xmlns:a16="http://schemas.microsoft.com/office/drawing/2014/main" id="{8E3223C7-9C40-A3C8-F620-30B0C47CF990}"/>
                </a:ext>
                <a:ext uri="{C183D7F6-B498-43B3-948B-1728B52AA6E4}">
                  <adec:decorative xmlns:adec="http://schemas.microsoft.com/office/drawing/2017/decorative" val="1"/>
                </a:ext>
              </a:extLst>
            </p:cNvPr>
            <p:cNvGrpSpPr>
              <a:grpSpLocks noChangeAspect="1"/>
            </p:cNvGrpSpPr>
            <p:nvPr/>
          </p:nvGrpSpPr>
          <p:grpSpPr>
            <a:xfrm>
              <a:off x="2780169" y="1854531"/>
              <a:ext cx="378708" cy="662739"/>
              <a:chOff x="4328223" y="1350596"/>
              <a:chExt cx="71645" cy="125379"/>
            </a:xfrm>
            <a:solidFill>
              <a:schemeClr val="tx2"/>
            </a:solidFill>
          </p:grpSpPr>
          <p:sp>
            <p:nvSpPr>
              <p:cNvPr id="1684" name="Freeform: Shape 4005">
                <a:extLst>
                  <a:ext uri="{FF2B5EF4-FFF2-40B4-BE49-F238E27FC236}">
                    <a16:creationId xmlns:a16="http://schemas.microsoft.com/office/drawing/2014/main" id="{0FF914CB-35F0-F552-DB44-11C1F4FCE7FD}"/>
                  </a:ext>
                </a:extLst>
              </p:cNvPr>
              <p:cNvSpPr/>
              <p:nvPr/>
            </p:nvSpPr>
            <p:spPr>
              <a:xfrm>
                <a:off x="4328223" y="1350596"/>
                <a:ext cx="71645" cy="125379"/>
              </a:xfrm>
              <a:custGeom>
                <a:avLst/>
                <a:gdLst>
                  <a:gd name="connsiteX0" fmla="*/ 55973 w 71645"/>
                  <a:gd name="connsiteY0" fmla="*/ 125379 h 125378"/>
                  <a:gd name="connsiteX1" fmla="*/ 15672 w 71645"/>
                  <a:gd name="connsiteY1" fmla="*/ 125379 h 125378"/>
                  <a:gd name="connsiteX2" fmla="*/ 0 w 71645"/>
                  <a:gd name="connsiteY2" fmla="*/ 109707 h 125378"/>
                  <a:gd name="connsiteX3" fmla="*/ 0 w 71645"/>
                  <a:gd name="connsiteY3" fmla="*/ 15672 h 125378"/>
                  <a:gd name="connsiteX4" fmla="*/ 15672 w 71645"/>
                  <a:gd name="connsiteY4" fmla="*/ 0 h 125378"/>
                  <a:gd name="connsiteX5" fmla="*/ 55973 w 71645"/>
                  <a:gd name="connsiteY5" fmla="*/ 0 h 125378"/>
                  <a:gd name="connsiteX6" fmla="*/ 71645 w 71645"/>
                  <a:gd name="connsiteY6" fmla="*/ 15672 h 125378"/>
                  <a:gd name="connsiteX7" fmla="*/ 71645 w 71645"/>
                  <a:gd name="connsiteY7" fmla="*/ 109707 h 125378"/>
                  <a:gd name="connsiteX8" fmla="*/ 55973 w 71645"/>
                  <a:gd name="connsiteY8" fmla="*/ 125379 h 125378"/>
                  <a:gd name="connsiteX9" fmla="*/ 15672 w 71645"/>
                  <a:gd name="connsiteY9" fmla="*/ 4478 h 125378"/>
                  <a:gd name="connsiteX10" fmla="*/ 4478 w 71645"/>
                  <a:gd name="connsiteY10" fmla="*/ 15672 h 125378"/>
                  <a:gd name="connsiteX11" fmla="*/ 4478 w 71645"/>
                  <a:gd name="connsiteY11" fmla="*/ 109707 h 125378"/>
                  <a:gd name="connsiteX12" fmla="*/ 15672 w 71645"/>
                  <a:gd name="connsiteY12" fmla="*/ 120901 h 125378"/>
                  <a:gd name="connsiteX13" fmla="*/ 55973 w 71645"/>
                  <a:gd name="connsiteY13" fmla="*/ 120901 h 125378"/>
                  <a:gd name="connsiteX14" fmla="*/ 67167 w 71645"/>
                  <a:gd name="connsiteY14" fmla="*/ 109707 h 125378"/>
                  <a:gd name="connsiteX15" fmla="*/ 67167 w 71645"/>
                  <a:gd name="connsiteY15" fmla="*/ 15672 h 125378"/>
                  <a:gd name="connsiteX16" fmla="*/ 55973 w 71645"/>
                  <a:gd name="connsiteY16" fmla="*/ 4478 h 125378"/>
                  <a:gd name="connsiteX17" fmla="*/ 15672 w 71645"/>
                  <a:gd name="connsiteY17" fmla="*/ 4478 h 12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1645" h="125378">
                    <a:moveTo>
                      <a:pt x="55973" y="125379"/>
                    </a:moveTo>
                    <a:lnTo>
                      <a:pt x="15672" y="125379"/>
                    </a:lnTo>
                    <a:cubicBezTo>
                      <a:pt x="7164" y="125379"/>
                      <a:pt x="0" y="118214"/>
                      <a:pt x="0" y="109707"/>
                    </a:cubicBezTo>
                    <a:lnTo>
                      <a:pt x="0" y="15672"/>
                    </a:lnTo>
                    <a:cubicBezTo>
                      <a:pt x="0" y="7165"/>
                      <a:pt x="7164" y="0"/>
                      <a:pt x="15672" y="0"/>
                    </a:cubicBezTo>
                    <a:lnTo>
                      <a:pt x="55973" y="0"/>
                    </a:lnTo>
                    <a:cubicBezTo>
                      <a:pt x="64480" y="0"/>
                      <a:pt x="71645" y="7165"/>
                      <a:pt x="71645" y="15672"/>
                    </a:cubicBezTo>
                    <a:lnTo>
                      <a:pt x="71645" y="109707"/>
                    </a:lnTo>
                    <a:cubicBezTo>
                      <a:pt x="71645" y="118214"/>
                      <a:pt x="64480" y="125379"/>
                      <a:pt x="55973" y="125379"/>
                    </a:cubicBezTo>
                    <a:close/>
                    <a:moveTo>
                      <a:pt x="15672" y="4478"/>
                    </a:moveTo>
                    <a:cubicBezTo>
                      <a:pt x="9403" y="4478"/>
                      <a:pt x="4478" y="9403"/>
                      <a:pt x="4478" y="15672"/>
                    </a:cubicBezTo>
                    <a:lnTo>
                      <a:pt x="4478" y="109707"/>
                    </a:lnTo>
                    <a:cubicBezTo>
                      <a:pt x="4478" y="115975"/>
                      <a:pt x="9403" y="120901"/>
                      <a:pt x="15672" y="120901"/>
                    </a:cubicBezTo>
                    <a:lnTo>
                      <a:pt x="55973" y="120901"/>
                    </a:lnTo>
                    <a:cubicBezTo>
                      <a:pt x="62242" y="120901"/>
                      <a:pt x="67167" y="115975"/>
                      <a:pt x="67167" y="109707"/>
                    </a:cubicBezTo>
                    <a:lnTo>
                      <a:pt x="67167" y="15672"/>
                    </a:lnTo>
                    <a:cubicBezTo>
                      <a:pt x="67167" y="9403"/>
                      <a:pt x="62242" y="4478"/>
                      <a:pt x="55973" y="4478"/>
                    </a:cubicBezTo>
                    <a:lnTo>
                      <a:pt x="15672" y="4478"/>
                    </a:ln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85" name="Freeform: Shape 4006">
                <a:extLst>
                  <a:ext uri="{FF2B5EF4-FFF2-40B4-BE49-F238E27FC236}">
                    <a16:creationId xmlns:a16="http://schemas.microsoft.com/office/drawing/2014/main" id="{2DDCB1A0-4402-17F8-61CA-488A4E56AA57}"/>
                  </a:ext>
                </a:extLst>
              </p:cNvPr>
              <p:cNvSpPr/>
              <p:nvPr/>
            </p:nvSpPr>
            <p:spPr>
              <a:xfrm>
                <a:off x="4355090" y="1358656"/>
                <a:ext cx="17911" cy="4478"/>
              </a:xfrm>
              <a:custGeom>
                <a:avLst/>
                <a:gdLst>
                  <a:gd name="connsiteX0" fmla="*/ 15672 w 17911"/>
                  <a:gd name="connsiteY0" fmla="*/ 4478 h 4477"/>
                  <a:gd name="connsiteX1" fmla="*/ 2239 w 17911"/>
                  <a:gd name="connsiteY1" fmla="*/ 4478 h 4477"/>
                  <a:gd name="connsiteX2" fmla="*/ 0 w 17911"/>
                  <a:gd name="connsiteY2" fmla="*/ 2239 h 4477"/>
                  <a:gd name="connsiteX3" fmla="*/ 2239 w 17911"/>
                  <a:gd name="connsiteY3" fmla="*/ 0 h 4477"/>
                  <a:gd name="connsiteX4" fmla="*/ 15672 w 17911"/>
                  <a:gd name="connsiteY4" fmla="*/ 0 h 4477"/>
                  <a:gd name="connsiteX5" fmla="*/ 17911 w 17911"/>
                  <a:gd name="connsiteY5" fmla="*/ 2239 h 4477"/>
                  <a:gd name="connsiteX6" fmla="*/ 15672 w 17911"/>
                  <a:gd name="connsiteY6" fmla="*/ 4478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1" h="4477">
                    <a:moveTo>
                      <a:pt x="15672" y="4478"/>
                    </a:moveTo>
                    <a:lnTo>
                      <a:pt x="2239" y="4478"/>
                    </a:lnTo>
                    <a:cubicBezTo>
                      <a:pt x="896" y="4478"/>
                      <a:pt x="0" y="3582"/>
                      <a:pt x="0" y="2239"/>
                    </a:cubicBezTo>
                    <a:cubicBezTo>
                      <a:pt x="0" y="896"/>
                      <a:pt x="896" y="0"/>
                      <a:pt x="2239" y="0"/>
                    </a:cubicBezTo>
                    <a:lnTo>
                      <a:pt x="15672" y="0"/>
                    </a:lnTo>
                    <a:cubicBezTo>
                      <a:pt x="17016" y="0"/>
                      <a:pt x="17911" y="896"/>
                      <a:pt x="17911" y="2239"/>
                    </a:cubicBezTo>
                    <a:cubicBezTo>
                      <a:pt x="17911" y="3582"/>
                      <a:pt x="16568" y="4478"/>
                      <a:pt x="15672" y="4478"/>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86" name="Freeform: Shape 4007">
                <a:extLst>
                  <a:ext uri="{FF2B5EF4-FFF2-40B4-BE49-F238E27FC236}">
                    <a16:creationId xmlns:a16="http://schemas.microsoft.com/office/drawing/2014/main" id="{7E5A5232-131A-DB1D-4F55-FA6406B5E90C}"/>
                  </a:ext>
                </a:extLst>
              </p:cNvPr>
              <p:cNvSpPr/>
              <p:nvPr/>
            </p:nvSpPr>
            <p:spPr>
              <a:xfrm>
                <a:off x="4357329" y="1453585"/>
                <a:ext cx="13433" cy="13433"/>
              </a:xfrm>
              <a:custGeom>
                <a:avLst/>
                <a:gdLst>
                  <a:gd name="connsiteX0" fmla="*/ 13434 w 13433"/>
                  <a:gd name="connsiteY0" fmla="*/ 6717 h 13433"/>
                  <a:gd name="connsiteX1" fmla="*/ 6717 w 13433"/>
                  <a:gd name="connsiteY1" fmla="*/ 13433 h 13433"/>
                  <a:gd name="connsiteX2" fmla="*/ 0 w 13433"/>
                  <a:gd name="connsiteY2" fmla="*/ 6717 h 13433"/>
                  <a:gd name="connsiteX3" fmla="*/ 6717 w 13433"/>
                  <a:gd name="connsiteY3" fmla="*/ 0 h 13433"/>
                  <a:gd name="connsiteX4" fmla="*/ 13434 w 13433"/>
                  <a:gd name="connsiteY4" fmla="*/ 6717 h 13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 h="13433">
                    <a:moveTo>
                      <a:pt x="13434" y="6717"/>
                    </a:moveTo>
                    <a:cubicBezTo>
                      <a:pt x="13434" y="10426"/>
                      <a:pt x="10426" y="13433"/>
                      <a:pt x="6717" y="13433"/>
                    </a:cubicBezTo>
                    <a:cubicBezTo>
                      <a:pt x="3007" y="13433"/>
                      <a:pt x="0" y="10426"/>
                      <a:pt x="0" y="6717"/>
                    </a:cubicBezTo>
                    <a:cubicBezTo>
                      <a:pt x="0" y="3007"/>
                      <a:pt x="3007" y="0"/>
                      <a:pt x="6717" y="0"/>
                    </a:cubicBezTo>
                    <a:cubicBezTo>
                      <a:pt x="10426" y="0"/>
                      <a:pt x="13434" y="3007"/>
                      <a:pt x="13434" y="6717"/>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069" name="Group 3998">
              <a:extLst>
                <a:ext uri="{FF2B5EF4-FFF2-40B4-BE49-F238E27FC236}">
                  <a16:creationId xmlns:a16="http://schemas.microsoft.com/office/drawing/2014/main" id="{20F3AB6F-8FBF-7B25-2A84-838246CE770D}"/>
                </a:ext>
                <a:ext uri="{C183D7F6-B498-43B3-948B-1728B52AA6E4}">
                  <adec:decorative xmlns:adec="http://schemas.microsoft.com/office/drawing/2017/decorative" val="1"/>
                </a:ext>
              </a:extLst>
            </p:cNvPr>
            <p:cNvGrpSpPr>
              <a:grpSpLocks noChangeAspect="1"/>
            </p:cNvGrpSpPr>
            <p:nvPr/>
          </p:nvGrpSpPr>
          <p:grpSpPr>
            <a:xfrm>
              <a:off x="4282721" y="3425472"/>
              <a:ext cx="662741" cy="733745"/>
              <a:chOff x="4553010" y="2604384"/>
              <a:chExt cx="125379" cy="138812"/>
            </a:xfrm>
            <a:solidFill>
              <a:schemeClr val="accent3"/>
            </a:solidFill>
          </p:grpSpPr>
          <p:sp>
            <p:nvSpPr>
              <p:cNvPr id="2070" name="Freeform: Shape 3999">
                <a:extLst>
                  <a:ext uri="{FF2B5EF4-FFF2-40B4-BE49-F238E27FC236}">
                    <a16:creationId xmlns:a16="http://schemas.microsoft.com/office/drawing/2014/main" id="{471E3772-17F0-D1FB-6DC8-E725C06AAFA3}"/>
                  </a:ext>
                </a:extLst>
              </p:cNvPr>
              <p:cNvSpPr/>
              <p:nvPr/>
            </p:nvSpPr>
            <p:spPr>
              <a:xfrm>
                <a:off x="4553010" y="2604384"/>
                <a:ext cx="125379" cy="138812"/>
              </a:xfrm>
              <a:custGeom>
                <a:avLst/>
                <a:gdLst>
                  <a:gd name="connsiteX0" fmla="*/ 125379 w 125378"/>
                  <a:gd name="connsiteY0" fmla="*/ 25523 h 138812"/>
                  <a:gd name="connsiteX1" fmla="*/ 62689 w 125378"/>
                  <a:gd name="connsiteY1" fmla="*/ 0 h 138812"/>
                  <a:gd name="connsiteX2" fmla="*/ 0 w 125378"/>
                  <a:gd name="connsiteY2" fmla="*/ 25523 h 138812"/>
                  <a:gd name="connsiteX3" fmla="*/ 0 w 125378"/>
                  <a:gd name="connsiteY3" fmla="*/ 25971 h 138812"/>
                  <a:gd name="connsiteX4" fmla="*/ 0 w 125378"/>
                  <a:gd name="connsiteY4" fmla="*/ 26419 h 138812"/>
                  <a:gd name="connsiteX5" fmla="*/ 0 w 125378"/>
                  <a:gd name="connsiteY5" fmla="*/ 112841 h 138812"/>
                  <a:gd name="connsiteX6" fmla="*/ 0 w 125378"/>
                  <a:gd name="connsiteY6" fmla="*/ 113289 h 138812"/>
                  <a:gd name="connsiteX7" fmla="*/ 0 w 125378"/>
                  <a:gd name="connsiteY7" fmla="*/ 113737 h 138812"/>
                  <a:gd name="connsiteX8" fmla="*/ 62689 w 125378"/>
                  <a:gd name="connsiteY8" fmla="*/ 139260 h 138812"/>
                  <a:gd name="connsiteX9" fmla="*/ 64928 w 125378"/>
                  <a:gd name="connsiteY9" fmla="*/ 137021 h 138812"/>
                  <a:gd name="connsiteX10" fmla="*/ 62689 w 125378"/>
                  <a:gd name="connsiteY10" fmla="*/ 134782 h 138812"/>
                  <a:gd name="connsiteX11" fmla="*/ 4478 w 125378"/>
                  <a:gd name="connsiteY11" fmla="*/ 113737 h 138812"/>
                  <a:gd name="connsiteX12" fmla="*/ 4478 w 125378"/>
                  <a:gd name="connsiteY12" fmla="*/ 113289 h 138812"/>
                  <a:gd name="connsiteX13" fmla="*/ 4478 w 125378"/>
                  <a:gd name="connsiteY13" fmla="*/ 112841 h 138812"/>
                  <a:gd name="connsiteX14" fmla="*/ 4478 w 125378"/>
                  <a:gd name="connsiteY14" fmla="*/ 94034 h 138812"/>
                  <a:gd name="connsiteX15" fmla="*/ 62689 w 125378"/>
                  <a:gd name="connsiteY15" fmla="*/ 110154 h 138812"/>
                  <a:gd name="connsiteX16" fmla="*/ 64928 w 125378"/>
                  <a:gd name="connsiteY16" fmla="*/ 107915 h 138812"/>
                  <a:gd name="connsiteX17" fmla="*/ 62689 w 125378"/>
                  <a:gd name="connsiteY17" fmla="*/ 105677 h 138812"/>
                  <a:gd name="connsiteX18" fmla="*/ 4478 w 125378"/>
                  <a:gd name="connsiteY18" fmla="*/ 84631 h 138812"/>
                  <a:gd name="connsiteX19" fmla="*/ 4478 w 125378"/>
                  <a:gd name="connsiteY19" fmla="*/ 64481 h 138812"/>
                  <a:gd name="connsiteX20" fmla="*/ 62689 w 125378"/>
                  <a:gd name="connsiteY20" fmla="*/ 80601 h 138812"/>
                  <a:gd name="connsiteX21" fmla="*/ 120901 w 125378"/>
                  <a:gd name="connsiteY21" fmla="*/ 64481 h 138812"/>
                  <a:gd name="connsiteX22" fmla="*/ 120901 w 125378"/>
                  <a:gd name="connsiteY22" fmla="*/ 81049 h 138812"/>
                  <a:gd name="connsiteX23" fmla="*/ 123140 w 125378"/>
                  <a:gd name="connsiteY23" fmla="*/ 83287 h 138812"/>
                  <a:gd name="connsiteX24" fmla="*/ 125379 w 125378"/>
                  <a:gd name="connsiteY24" fmla="*/ 81049 h 138812"/>
                  <a:gd name="connsiteX25" fmla="*/ 125379 w 125378"/>
                  <a:gd name="connsiteY25" fmla="*/ 25971 h 138812"/>
                  <a:gd name="connsiteX26" fmla="*/ 125379 w 125378"/>
                  <a:gd name="connsiteY26" fmla="*/ 25523 h 138812"/>
                  <a:gd name="connsiteX27" fmla="*/ 125379 w 125378"/>
                  <a:gd name="connsiteY27" fmla="*/ 25523 h 138812"/>
                  <a:gd name="connsiteX28" fmla="*/ 62689 w 125378"/>
                  <a:gd name="connsiteY28" fmla="*/ 4478 h 138812"/>
                  <a:gd name="connsiteX29" fmla="*/ 120901 w 125378"/>
                  <a:gd name="connsiteY29" fmla="*/ 25523 h 138812"/>
                  <a:gd name="connsiteX30" fmla="*/ 62689 w 125378"/>
                  <a:gd name="connsiteY30" fmla="*/ 46569 h 138812"/>
                  <a:gd name="connsiteX31" fmla="*/ 4478 w 125378"/>
                  <a:gd name="connsiteY31" fmla="*/ 25523 h 138812"/>
                  <a:gd name="connsiteX32" fmla="*/ 62689 w 125378"/>
                  <a:gd name="connsiteY32" fmla="*/ 4478 h 138812"/>
                  <a:gd name="connsiteX33" fmla="*/ 120901 w 125378"/>
                  <a:gd name="connsiteY33" fmla="*/ 55077 h 138812"/>
                  <a:gd name="connsiteX34" fmla="*/ 62689 w 125378"/>
                  <a:gd name="connsiteY34" fmla="*/ 76123 h 138812"/>
                  <a:gd name="connsiteX35" fmla="*/ 4478 w 125378"/>
                  <a:gd name="connsiteY35" fmla="*/ 55077 h 138812"/>
                  <a:gd name="connsiteX36" fmla="*/ 4478 w 125378"/>
                  <a:gd name="connsiteY36" fmla="*/ 35375 h 138812"/>
                  <a:gd name="connsiteX37" fmla="*/ 62689 w 125378"/>
                  <a:gd name="connsiteY37" fmla="*/ 51495 h 138812"/>
                  <a:gd name="connsiteX38" fmla="*/ 120901 w 125378"/>
                  <a:gd name="connsiteY38" fmla="*/ 35375 h 138812"/>
                  <a:gd name="connsiteX39" fmla="*/ 120901 w 125378"/>
                  <a:gd name="connsiteY39" fmla="*/ 55077 h 13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5378" h="138812">
                    <a:moveTo>
                      <a:pt x="125379" y="25523"/>
                    </a:moveTo>
                    <a:cubicBezTo>
                      <a:pt x="125379" y="11195"/>
                      <a:pt x="98064" y="0"/>
                      <a:pt x="62689" y="0"/>
                    </a:cubicBezTo>
                    <a:cubicBezTo>
                      <a:pt x="27315" y="0"/>
                      <a:pt x="0" y="11195"/>
                      <a:pt x="0" y="25523"/>
                    </a:cubicBezTo>
                    <a:cubicBezTo>
                      <a:pt x="0" y="25523"/>
                      <a:pt x="0" y="25971"/>
                      <a:pt x="0" y="25971"/>
                    </a:cubicBezTo>
                    <a:cubicBezTo>
                      <a:pt x="0" y="25971"/>
                      <a:pt x="0" y="25971"/>
                      <a:pt x="0" y="26419"/>
                    </a:cubicBezTo>
                    <a:lnTo>
                      <a:pt x="0" y="112841"/>
                    </a:lnTo>
                    <a:cubicBezTo>
                      <a:pt x="0" y="112841"/>
                      <a:pt x="0" y="112841"/>
                      <a:pt x="0" y="113289"/>
                    </a:cubicBezTo>
                    <a:cubicBezTo>
                      <a:pt x="0" y="113289"/>
                      <a:pt x="0" y="113289"/>
                      <a:pt x="0" y="113737"/>
                    </a:cubicBezTo>
                    <a:cubicBezTo>
                      <a:pt x="0" y="128066"/>
                      <a:pt x="27315" y="139260"/>
                      <a:pt x="62689" y="139260"/>
                    </a:cubicBezTo>
                    <a:cubicBezTo>
                      <a:pt x="64033" y="139260"/>
                      <a:pt x="64928" y="138365"/>
                      <a:pt x="64928" y="137021"/>
                    </a:cubicBezTo>
                    <a:cubicBezTo>
                      <a:pt x="64928" y="135678"/>
                      <a:pt x="64033" y="134782"/>
                      <a:pt x="62689" y="134782"/>
                    </a:cubicBezTo>
                    <a:cubicBezTo>
                      <a:pt x="27762" y="134782"/>
                      <a:pt x="4478" y="124035"/>
                      <a:pt x="4478" y="113737"/>
                    </a:cubicBezTo>
                    <a:cubicBezTo>
                      <a:pt x="4478" y="113737"/>
                      <a:pt x="4478" y="113737"/>
                      <a:pt x="4478" y="113289"/>
                    </a:cubicBezTo>
                    <a:cubicBezTo>
                      <a:pt x="4478" y="113289"/>
                      <a:pt x="4478" y="113289"/>
                      <a:pt x="4478" y="112841"/>
                    </a:cubicBezTo>
                    <a:lnTo>
                      <a:pt x="4478" y="94034"/>
                    </a:lnTo>
                    <a:cubicBezTo>
                      <a:pt x="13433" y="103438"/>
                      <a:pt x="35823" y="110154"/>
                      <a:pt x="62689" y="110154"/>
                    </a:cubicBezTo>
                    <a:cubicBezTo>
                      <a:pt x="64033" y="110154"/>
                      <a:pt x="64928" y="109259"/>
                      <a:pt x="64928" y="107915"/>
                    </a:cubicBezTo>
                    <a:cubicBezTo>
                      <a:pt x="64928" y="106572"/>
                      <a:pt x="64033" y="105677"/>
                      <a:pt x="62689" y="105677"/>
                    </a:cubicBezTo>
                    <a:cubicBezTo>
                      <a:pt x="27762" y="105677"/>
                      <a:pt x="4478" y="94930"/>
                      <a:pt x="4478" y="84631"/>
                    </a:cubicBezTo>
                    <a:lnTo>
                      <a:pt x="4478" y="64481"/>
                    </a:lnTo>
                    <a:cubicBezTo>
                      <a:pt x="13433" y="73884"/>
                      <a:pt x="35823" y="80601"/>
                      <a:pt x="62689" y="80601"/>
                    </a:cubicBezTo>
                    <a:cubicBezTo>
                      <a:pt x="89556" y="80601"/>
                      <a:pt x="111945" y="73884"/>
                      <a:pt x="120901" y="64481"/>
                    </a:cubicBezTo>
                    <a:lnTo>
                      <a:pt x="120901" y="81049"/>
                    </a:lnTo>
                    <a:cubicBezTo>
                      <a:pt x="120901" y="82392"/>
                      <a:pt x="121796" y="83287"/>
                      <a:pt x="123140" y="83287"/>
                    </a:cubicBezTo>
                    <a:cubicBezTo>
                      <a:pt x="124483" y="83287"/>
                      <a:pt x="125379" y="82392"/>
                      <a:pt x="125379" y="81049"/>
                    </a:cubicBezTo>
                    <a:lnTo>
                      <a:pt x="125379" y="25971"/>
                    </a:lnTo>
                    <a:cubicBezTo>
                      <a:pt x="125379" y="26419"/>
                      <a:pt x="125379" y="25971"/>
                      <a:pt x="125379" y="25523"/>
                    </a:cubicBezTo>
                    <a:cubicBezTo>
                      <a:pt x="125379" y="25971"/>
                      <a:pt x="125379" y="25971"/>
                      <a:pt x="125379" y="25523"/>
                    </a:cubicBezTo>
                    <a:close/>
                    <a:moveTo>
                      <a:pt x="62689" y="4478"/>
                    </a:moveTo>
                    <a:cubicBezTo>
                      <a:pt x="97616" y="4478"/>
                      <a:pt x="120901" y="15225"/>
                      <a:pt x="120901" y="25523"/>
                    </a:cubicBezTo>
                    <a:cubicBezTo>
                      <a:pt x="120901" y="35823"/>
                      <a:pt x="97616" y="46569"/>
                      <a:pt x="62689" y="46569"/>
                    </a:cubicBezTo>
                    <a:cubicBezTo>
                      <a:pt x="27762" y="46569"/>
                      <a:pt x="4478" y="35823"/>
                      <a:pt x="4478" y="25523"/>
                    </a:cubicBezTo>
                    <a:cubicBezTo>
                      <a:pt x="4478" y="15225"/>
                      <a:pt x="27762" y="4478"/>
                      <a:pt x="62689" y="4478"/>
                    </a:cubicBezTo>
                    <a:close/>
                    <a:moveTo>
                      <a:pt x="120901" y="55077"/>
                    </a:moveTo>
                    <a:cubicBezTo>
                      <a:pt x="120901" y="65376"/>
                      <a:pt x="97616" y="76123"/>
                      <a:pt x="62689" y="76123"/>
                    </a:cubicBezTo>
                    <a:cubicBezTo>
                      <a:pt x="27762" y="76123"/>
                      <a:pt x="4478" y="65376"/>
                      <a:pt x="4478" y="55077"/>
                    </a:cubicBezTo>
                    <a:lnTo>
                      <a:pt x="4478" y="35375"/>
                    </a:lnTo>
                    <a:cubicBezTo>
                      <a:pt x="13433" y="44778"/>
                      <a:pt x="35823" y="51495"/>
                      <a:pt x="62689" y="51495"/>
                    </a:cubicBezTo>
                    <a:cubicBezTo>
                      <a:pt x="89556" y="51495"/>
                      <a:pt x="111945" y="44778"/>
                      <a:pt x="120901" y="35375"/>
                    </a:cubicBezTo>
                    <a:lnTo>
                      <a:pt x="120901" y="55077"/>
                    </a:ln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071" name="Freeform: Shape 4000">
                <a:extLst>
                  <a:ext uri="{FF2B5EF4-FFF2-40B4-BE49-F238E27FC236}">
                    <a16:creationId xmlns:a16="http://schemas.microsoft.com/office/drawing/2014/main" id="{A2BB6549-F0A0-B0EB-93FC-EA1D5490DCA3}"/>
                  </a:ext>
                </a:extLst>
              </p:cNvPr>
              <p:cNvSpPr/>
              <p:nvPr/>
            </p:nvSpPr>
            <p:spPr>
              <a:xfrm>
                <a:off x="4633163" y="2695060"/>
                <a:ext cx="35823" cy="44778"/>
              </a:xfrm>
              <a:custGeom>
                <a:avLst/>
                <a:gdLst>
                  <a:gd name="connsiteX0" fmla="*/ 19703 w 35822"/>
                  <a:gd name="connsiteY0" fmla="*/ 8732 h 44778"/>
                  <a:gd name="connsiteX1" fmla="*/ 14777 w 35822"/>
                  <a:gd name="connsiteY1" fmla="*/ 8732 h 44778"/>
                  <a:gd name="connsiteX2" fmla="*/ 19703 w 35822"/>
                  <a:gd name="connsiteY2" fmla="*/ 3806 h 44778"/>
                  <a:gd name="connsiteX3" fmla="*/ 19703 w 35822"/>
                  <a:gd name="connsiteY3" fmla="*/ 672 h 44778"/>
                  <a:gd name="connsiteX4" fmla="*/ 16568 w 35822"/>
                  <a:gd name="connsiteY4" fmla="*/ 672 h 44778"/>
                  <a:gd name="connsiteX5" fmla="*/ 8060 w 35822"/>
                  <a:gd name="connsiteY5" fmla="*/ 9627 h 44778"/>
                  <a:gd name="connsiteX6" fmla="*/ 8060 w 35822"/>
                  <a:gd name="connsiteY6" fmla="*/ 12762 h 44778"/>
                  <a:gd name="connsiteX7" fmla="*/ 16568 w 35822"/>
                  <a:gd name="connsiteY7" fmla="*/ 21718 h 44778"/>
                  <a:gd name="connsiteX8" fmla="*/ 18359 w 35822"/>
                  <a:gd name="connsiteY8" fmla="*/ 22165 h 44778"/>
                  <a:gd name="connsiteX9" fmla="*/ 20150 w 35822"/>
                  <a:gd name="connsiteY9" fmla="*/ 21718 h 44778"/>
                  <a:gd name="connsiteX10" fmla="*/ 20150 w 35822"/>
                  <a:gd name="connsiteY10" fmla="*/ 18583 h 44778"/>
                  <a:gd name="connsiteX11" fmla="*/ 15225 w 35822"/>
                  <a:gd name="connsiteY11" fmla="*/ 13657 h 44778"/>
                  <a:gd name="connsiteX12" fmla="*/ 19703 w 35822"/>
                  <a:gd name="connsiteY12" fmla="*/ 13657 h 44778"/>
                  <a:gd name="connsiteX13" fmla="*/ 34927 w 35822"/>
                  <a:gd name="connsiteY13" fmla="*/ 28882 h 44778"/>
                  <a:gd name="connsiteX14" fmla="*/ 19703 w 35822"/>
                  <a:gd name="connsiteY14" fmla="*/ 44107 h 44778"/>
                  <a:gd name="connsiteX15" fmla="*/ 4478 w 35822"/>
                  <a:gd name="connsiteY15" fmla="*/ 28882 h 44778"/>
                  <a:gd name="connsiteX16" fmla="*/ 2239 w 35822"/>
                  <a:gd name="connsiteY16" fmla="*/ 26643 h 44778"/>
                  <a:gd name="connsiteX17" fmla="*/ 0 w 35822"/>
                  <a:gd name="connsiteY17" fmla="*/ 28882 h 44778"/>
                  <a:gd name="connsiteX18" fmla="*/ 19703 w 35822"/>
                  <a:gd name="connsiteY18" fmla="*/ 48584 h 44778"/>
                  <a:gd name="connsiteX19" fmla="*/ 39405 w 35822"/>
                  <a:gd name="connsiteY19" fmla="*/ 28882 h 44778"/>
                  <a:gd name="connsiteX20" fmla="*/ 19703 w 35822"/>
                  <a:gd name="connsiteY20" fmla="*/ 8732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5822" h="44778">
                    <a:moveTo>
                      <a:pt x="19703" y="8732"/>
                    </a:moveTo>
                    <a:lnTo>
                      <a:pt x="14777" y="8732"/>
                    </a:lnTo>
                    <a:lnTo>
                      <a:pt x="19703" y="3806"/>
                    </a:lnTo>
                    <a:cubicBezTo>
                      <a:pt x="20598" y="2911"/>
                      <a:pt x="20598" y="1567"/>
                      <a:pt x="19703" y="672"/>
                    </a:cubicBezTo>
                    <a:cubicBezTo>
                      <a:pt x="18807" y="-224"/>
                      <a:pt x="17464" y="-224"/>
                      <a:pt x="16568" y="672"/>
                    </a:cubicBezTo>
                    <a:lnTo>
                      <a:pt x="8060" y="9627"/>
                    </a:lnTo>
                    <a:cubicBezTo>
                      <a:pt x="7165" y="10523"/>
                      <a:pt x="7165" y="11866"/>
                      <a:pt x="8060" y="12762"/>
                    </a:cubicBezTo>
                    <a:lnTo>
                      <a:pt x="16568" y="21718"/>
                    </a:lnTo>
                    <a:cubicBezTo>
                      <a:pt x="17016" y="22165"/>
                      <a:pt x="17464" y="22165"/>
                      <a:pt x="18359" y="22165"/>
                    </a:cubicBezTo>
                    <a:cubicBezTo>
                      <a:pt x="18807" y="22165"/>
                      <a:pt x="19703" y="22165"/>
                      <a:pt x="20150" y="21718"/>
                    </a:cubicBezTo>
                    <a:cubicBezTo>
                      <a:pt x="21046" y="20822"/>
                      <a:pt x="21046" y="19479"/>
                      <a:pt x="20150" y="18583"/>
                    </a:cubicBezTo>
                    <a:lnTo>
                      <a:pt x="15225" y="13657"/>
                    </a:lnTo>
                    <a:lnTo>
                      <a:pt x="19703" y="13657"/>
                    </a:lnTo>
                    <a:cubicBezTo>
                      <a:pt x="28210" y="13657"/>
                      <a:pt x="34927" y="20374"/>
                      <a:pt x="34927" y="28882"/>
                    </a:cubicBezTo>
                    <a:cubicBezTo>
                      <a:pt x="34927" y="37390"/>
                      <a:pt x="28210" y="44107"/>
                      <a:pt x="19703" y="44107"/>
                    </a:cubicBezTo>
                    <a:cubicBezTo>
                      <a:pt x="11195" y="44107"/>
                      <a:pt x="4478" y="37390"/>
                      <a:pt x="4478" y="28882"/>
                    </a:cubicBezTo>
                    <a:cubicBezTo>
                      <a:pt x="4478" y="27539"/>
                      <a:pt x="3582" y="26643"/>
                      <a:pt x="2239" y="26643"/>
                    </a:cubicBezTo>
                    <a:cubicBezTo>
                      <a:pt x="896" y="26643"/>
                      <a:pt x="0" y="27539"/>
                      <a:pt x="0" y="28882"/>
                    </a:cubicBezTo>
                    <a:cubicBezTo>
                      <a:pt x="0" y="39629"/>
                      <a:pt x="8956" y="48584"/>
                      <a:pt x="19703" y="48584"/>
                    </a:cubicBezTo>
                    <a:cubicBezTo>
                      <a:pt x="30449" y="48584"/>
                      <a:pt x="39405" y="39629"/>
                      <a:pt x="39405" y="28882"/>
                    </a:cubicBezTo>
                    <a:cubicBezTo>
                      <a:pt x="39405" y="18135"/>
                      <a:pt x="30449" y="8732"/>
                      <a:pt x="19703" y="8732"/>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566" name="Group 4675">
              <a:extLst>
                <a:ext uri="{FF2B5EF4-FFF2-40B4-BE49-F238E27FC236}">
                  <a16:creationId xmlns:a16="http://schemas.microsoft.com/office/drawing/2014/main" id="{088D94F0-1746-AD92-23B4-36C455681A4E}"/>
                </a:ext>
                <a:ext uri="{C183D7F6-B498-43B3-948B-1728B52AA6E4}">
                  <adec:decorative xmlns:adec="http://schemas.microsoft.com/office/drawing/2017/decorative" val="1"/>
                </a:ext>
              </a:extLst>
            </p:cNvPr>
            <p:cNvGrpSpPr>
              <a:grpSpLocks noChangeAspect="1"/>
            </p:cNvGrpSpPr>
            <p:nvPr/>
          </p:nvGrpSpPr>
          <p:grpSpPr>
            <a:xfrm>
              <a:off x="4423457" y="4814031"/>
              <a:ext cx="426048" cy="726647"/>
              <a:chOff x="5344064" y="4854040"/>
              <a:chExt cx="80601" cy="137469"/>
            </a:xfrm>
            <a:solidFill>
              <a:schemeClr val="accent4"/>
            </a:solidFill>
          </p:grpSpPr>
          <p:sp>
            <p:nvSpPr>
              <p:cNvPr id="2567" name="Freeform: Shape 4676">
                <a:extLst>
                  <a:ext uri="{FF2B5EF4-FFF2-40B4-BE49-F238E27FC236}">
                    <a16:creationId xmlns:a16="http://schemas.microsoft.com/office/drawing/2014/main" id="{8B3D62BE-B833-6BBF-31BD-FF1AFD9AA90D}"/>
                  </a:ext>
                </a:extLst>
              </p:cNvPr>
              <p:cNvSpPr/>
              <p:nvPr/>
            </p:nvSpPr>
            <p:spPr>
              <a:xfrm>
                <a:off x="5356330" y="4866130"/>
                <a:ext cx="49256" cy="40300"/>
              </a:xfrm>
              <a:custGeom>
                <a:avLst/>
                <a:gdLst>
                  <a:gd name="connsiteX0" fmla="*/ 8956 w 49255"/>
                  <a:gd name="connsiteY0" fmla="*/ 43435 h 40300"/>
                  <a:gd name="connsiteX1" fmla="*/ 7164 w 49255"/>
                  <a:gd name="connsiteY1" fmla="*/ 42987 h 40300"/>
                  <a:gd name="connsiteX2" fmla="*/ 0 w 49255"/>
                  <a:gd name="connsiteY2" fmla="*/ 25076 h 40300"/>
                  <a:gd name="connsiteX3" fmla="*/ 25076 w 49255"/>
                  <a:gd name="connsiteY3" fmla="*/ 0 h 40300"/>
                  <a:gd name="connsiteX4" fmla="*/ 50151 w 49255"/>
                  <a:gd name="connsiteY4" fmla="*/ 25076 h 40300"/>
                  <a:gd name="connsiteX5" fmla="*/ 42987 w 49255"/>
                  <a:gd name="connsiteY5" fmla="*/ 42987 h 40300"/>
                  <a:gd name="connsiteX6" fmla="*/ 39852 w 49255"/>
                  <a:gd name="connsiteY6" fmla="*/ 42987 h 40300"/>
                  <a:gd name="connsiteX7" fmla="*/ 39852 w 49255"/>
                  <a:gd name="connsiteY7" fmla="*/ 39852 h 40300"/>
                  <a:gd name="connsiteX8" fmla="*/ 45674 w 49255"/>
                  <a:gd name="connsiteY8" fmla="*/ 25076 h 40300"/>
                  <a:gd name="connsiteX9" fmla="*/ 25076 w 49255"/>
                  <a:gd name="connsiteY9" fmla="*/ 4478 h 40300"/>
                  <a:gd name="connsiteX10" fmla="*/ 4478 w 49255"/>
                  <a:gd name="connsiteY10" fmla="*/ 25076 h 40300"/>
                  <a:gd name="connsiteX11" fmla="*/ 10746 w 49255"/>
                  <a:gd name="connsiteY11" fmla="*/ 39852 h 40300"/>
                  <a:gd name="connsiteX12" fmla="*/ 10746 w 49255"/>
                  <a:gd name="connsiteY12" fmla="*/ 42987 h 40300"/>
                  <a:gd name="connsiteX13" fmla="*/ 8956 w 49255"/>
                  <a:gd name="connsiteY13" fmla="*/ 43435 h 4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55" h="40300">
                    <a:moveTo>
                      <a:pt x="8956" y="43435"/>
                    </a:moveTo>
                    <a:cubicBezTo>
                      <a:pt x="8507" y="43435"/>
                      <a:pt x="7612" y="43435"/>
                      <a:pt x="7164" y="42987"/>
                    </a:cubicBezTo>
                    <a:cubicBezTo>
                      <a:pt x="2239" y="38061"/>
                      <a:pt x="0" y="31792"/>
                      <a:pt x="0" y="25076"/>
                    </a:cubicBezTo>
                    <a:cubicBezTo>
                      <a:pt x="0" y="11195"/>
                      <a:pt x="11195" y="0"/>
                      <a:pt x="25076" y="0"/>
                    </a:cubicBezTo>
                    <a:cubicBezTo>
                      <a:pt x="38957" y="0"/>
                      <a:pt x="50151" y="11195"/>
                      <a:pt x="50151" y="25076"/>
                    </a:cubicBezTo>
                    <a:cubicBezTo>
                      <a:pt x="50151" y="31792"/>
                      <a:pt x="47465" y="38061"/>
                      <a:pt x="42987" y="42987"/>
                    </a:cubicBezTo>
                    <a:cubicBezTo>
                      <a:pt x="42091" y="43883"/>
                      <a:pt x="40748" y="43883"/>
                      <a:pt x="39852" y="42987"/>
                    </a:cubicBezTo>
                    <a:cubicBezTo>
                      <a:pt x="38957" y="42091"/>
                      <a:pt x="38957" y="40748"/>
                      <a:pt x="39852" y="39852"/>
                    </a:cubicBezTo>
                    <a:cubicBezTo>
                      <a:pt x="43882" y="35823"/>
                      <a:pt x="45674" y="30897"/>
                      <a:pt x="45674" y="25076"/>
                    </a:cubicBezTo>
                    <a:cubicBezTo>
                      <a:pt x="45674" y="13881"/>
                      <a:pt x="36270" y="4478"/>
                      <a:pt x="25076" y="4478"/>
                    </a:cubicBezTo>
                    <a:cubicBezTo>
                      <a:pt x="13881" y="4478"/>
                      <a:pt x="4478" y="13881"/>
                      <a:pt x="4478" y="25076"/>
                    </a:cubicBezTo>
                    <a:cubicBezTo>
                      <a:pt x="4478" y="30449"/>
                      <a:pt x="6717" y="35823"/>
                      <a:pt x="10746" y="39852"/>
                    </a:cubicBezTo>
                    <a:cubicBezTo>
                      <a:pt x="11642" y="40748"/>
                      <a:pt x="11642" y="42091"/>
                      <a:pt x="10746" y="42987"/>
                    </a:cubicBezTo>
                    <a:cubicBezTo>
                      <a:pt x="10299" y="43435"/>
                      <a:pt x="9851" y="43435"/>
                      <a:pt x="8956" y="43435"/>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568" name="Freeform: Shape 4677">
                <a:extLst>
                  <a:ext uri="{FF2B5EF4-FFF2-40B4-BE49-F238E27FC236}">
                    <a16:creationId xmlns:a16="http://schemas.microsoft.com/office/drawing/2014/main" id="{133B2B0A-8DE2-3347-032F-E30C239FE438}"/>
                  </a:ext>
                </a:extLst>
              </p:cNvPr>
              <p:cNvSpPr/>
              <p:nvPr/>
            </p:nvSpPr>
            <p:spPr>
              <a:xfrm>
                <a:off x="5344688" y="4854040"/>
                <a:ext cx="71645" cy="62689"/>
              </a:xfrm>
              <a:custGeom>
                <a:avLst/>
                <a:gdLst>
                  <a:gd name="connsiteX0" fmla="*/ 12538 w 71645"/>
                  <a:gd name="connsiteY0" fmla="*/ 64033 h 62689"/>
                  <a:gd name="connsiteX1" fmla="*/ 11195 w 71645"/>
                  <a:gd name="connsiteY1" fmla="*/ 63585 h 62689"/>
                  <a:gd name="connsiteX2" fmla="*/ 0 w 71645"/>
                  <a:gd name="connsiteY2" fmla="*/ 37166 h 62689"/>
                  <a:gd name="connsiteX3" fmla="*/ 37166 w 71645"/>
                  <a:gd name="connsiteY3" fmla="*/ 0 h 62689"/>
                  <a:gd name="connsiteX4" fmla="*/ 74332 w 71645"/>
                  <a:gd name="connsiteY4" fmla="*/ 37166 h 62689"/>
                  <a:gd name="connsiteX5" fmla="*/ 63585 w 71645"/>
                  <a:gd name="connsiteY5" fmla="*/ 63137 h 62689"/>
                  <a:gd name="connsiteX6" fmla="*/ 60451 w 71645"/>
                  <a:gd name="connsiteY6" fmla="*/ 63137 h 62689"/>
                  <a:gd name="connsiteX7" fmla="*/ 60451 w 71645"/>
                  <a:gd name="connsiteY7" fmla="*/ 60003 h 62689"/>
                  <a:gd name="connsiteX8" fmla="*/ 69854 w 71645"/>
                  <a:gd name="connsiteY8" fmla="*/ 37166 h 62689"/>
                  <a:gd name="connsiteX9" fmla="*/ 37166 w 71645"/>
                  <a:gd name="connsiteY9" fmla="*/ 4478 h 62689"/>
                  <a:gd name="connsiteX10" fmla="*/ 4478 w 71645"/>
                  <a:gd name="connsiteY10" fmla="*/ 37166 h 62689"/>
                  <a:gd name="connsiteX11" fmla="*/ 14329 w 71645"/>
                  <a:gd name="connsiteY11" fmla="*/ 60451 h 62689"/>
                  <a:gd name="connsiteX12" fmla="*/ 14329 w 71645"/>
                  <a:gd name="connsiteY12" fmla="*/ 63585 h 62689"/>
                  <a:gd name="connsiteX13" fmla="*/ 12538 w 71645"/>
                  <a:gd name="connsiteY13" fmla="*/ 64033 h 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645" h="62689">
                    <a:moveTo>
                      <a:pt x="12538" y="64033"/>
                    </a:moveTo>
                    <a:cubicBezTo>
                      <a:pt x="12090" y="64033"/>
                      <a:pt x="11195" y="64033"/>
                      <a:pt x="11195" y="63585"/>
                    </a:cubicBezTo>
                    <a:cubicBezTo>
                      <a:pt x="4030" y="56420"/>
                      <a:pt x="0" y="47017"/>
                      <a:pt x="0" y="37166"/>
                    </a:cubicBezTo>
                    <a:cubicBezTo>
                      <a:pt x="0" y="16568"/>
                      <a:pt x="16568" y="0"/>
                      <a:pt x="37166" y="0"/>
                    </a:cubicBezTo>
                    <a:cubicBezTo>
                      <a:pt x="57764" y="0"/>
                      <a:pt x="74332" y="16568"/>
                      <a:pt x="74332" y="37166"/>
                    </a:cubicBezTo>
                    <a:cubicBezTo>
                      <a:pt x="74332" y="47017"/>
                      <a:pt x="70302" y="56420"/>
                      <a:pt x="63585" y="63137"/>
                    </a:cubicBezTo>
                    <a:cubicBezTo>
                      <a:pt x="62689" y="64033"/>
                      <a:pt x="61346" y="64033"/>
                      <a:pt x="60451" y="63137"/>
                    </a:cubicBezTo>
                    <a:cubicBezTo>
                      <a:pt x="59555" y="62242"/>
                      <a:pt x="59555" y="60898"/>
                      <a:pt x="60451" y="60003"/>
                    </a:cubicBezTo>
                    <a:cubicBezTo>
                      <a:pt x="66720" y="53734"/>
                      <a:pt x="69854" y="45674"/>
                      <a:pt x="69854" y="37166"/>
                    </a:cubicBezTo>
                    <a:cubicBezTo>
                      <a:pt x="69854" y="19255"/>
                      <a:pt x="55077" y="4478"/>
                      <a:pt x="37166" y="4478"/>
                    </a:cubicBezTo>
                    <a:cubicBezTo>
                      <a:pt x="19255" y="4478"/>
                      <a:pt x="4478" y="19255"/>
                      <a:pt x="4478" y="37166"/>
                    </a:cubicBezTo>
                    <a:cubicBezTo>
                      <a:pt x="4478" y="46121"/>
                      <a:pt x="8060" y="54181"/>
                      <a:pt x="14329" y="60451"/>
                    </a:cubicBezTo>
                    <a:cubicBezTo>
                      <a:pt x="15225" y="61346"/>
                      <a:pt x="15225" y="62689"/>
                      <a:pt x="14329" y="63585"/>
                    </a:cubicBezTo>
                    <a:cubicBezTo>
                      <a:pt x="13882" y="64033"/>
                      <a:pt x="13433" y="64033"/>
                      <a:pt x="12538" y="64033"/>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569" name="Freeform: Shape 4678">
                <a:extLst>
                  <a:ext uri="{FF2B5EF4-FFF2-40B4-BE49-F238E27FC236}">
                    <a16:creationId xmlns:a16="http://schemas.microsoft.com/office/drawing/2014/main" id="{78DC0C3F-11C3-343B-8BA2-79AA8ADB7C3D}"/>
                  </a:ext>
                </a:extLst>
              </p:cNvPr>
              <p:cNvSpPr/>
              <p:nvPr/>
            </p:nvSpPr>
            <p:spPr>
              <a:xfrm>
                <a:off x="5344064" y="4888519"/>
                <a:ext cx="80601" cy="102990"/>
              </a:xfrm>
              <a:custGeom>
                <a:avLst/>
                <a:gdLst>
                  <a:gd name="connsiteX0" fmla="*/ 71373 w 80600"/>
                  <a:gd name="connsiteY0" fmla="*/ 35823 h 102989"/>
                  <a:gd name="connsiteX1" fmla="*/ 67791 w 80600"/>
                  <a:gd name="connsiteY1" fmla="*/ 36718 h 102989"/>
                  <a:gd name="connsiteX2" fmla="*/ 56148 w 80600"/>
                  <a:gd name="connsiteY2" fmla="*/ 33136 h 102989"/>
                  <a:gd name="connsiteX3" fmla="*/ 54805 w 80600"/>
                  <a:gd name="connsiteY3" fmla="*/ 31345 h 102989"/>
                  <a:gd name="connsiteX4" fmla="*/ 45850 w 80600"/>
                  <a:gd name="connsiteY4" fmla="*/ 28658 h 102989"/>
                  <a:gd name="connsiteX5" fmla="*/ 45850 w 80600"/>
                  <a:gd name="connsiteY5" fmla="*/ 10299 h 102989"/>
                  <a:gd name="connsiteX6" fmla="*/ 42715 w 80600"/>
                  <a:gd name="connsiteY6" fmla="*/ 3135 h 102989"/>
                  <a:gd name="connsiteX7" fmla="*/ 35550 w 80600"/>
                  <a:gd name="connsiteY7" fmla="*/ 0 h 102989"/>
                  <a:gd name="connsiteX8" fmla="*/ 26147 w 80600"/>
                  <a:gd name="connsiteY8" fmla="*/ 9851 h 102989"/>
                  <a:gd name="connsiteX9" fmla="*/ 26147 w 80600"/>
                  <a:gd name="connsiteY9" fmla="*/ 52838 h 102989"/>
                  <a:gd name="connsiteX10" fmla="*/ 21669 w 80600"/>
                  <a:gd name="connsiteY10" fmla="*/ 41644 h 102989"/>
                  <a:gd name="connsiteX11" fmla="*/ 14057 w 80600"/>
                  <a:gd name="connsiteY11" fmla="*/ 33136 h 102989"/>
                  <a:gd name="connsiteX12" fmla="*/ 4653 w 80600"/>
                  <a:gd name="connsiteY12" fmla="*/ 33136 h 102989"/>
                  <a:gd name="connsiteX13" fmla="*/ 2415 w 80600"/>
                  <a:gd name="connsiteY13" fmla="*/ 34031 h 102989"/>
                  <a:gd name="connsiteX14" fmla="*/ 1072 w 80600"/>
                  <a:gd name="connsiteY14" fmla="*/ 34927 h 102989"/>
                  <a:gd name="connsiteX15" fmla="*/ 176 w 80600"/>
                  <a:gd name="connsiteY15" fmla="*/ 37614 h 102989"/>
                  <a:gd name="connsiteX16" fmla="*/ 12266 w 80600"/>
                  <a:gd name="connsiteY16" fmla="*/ 75675 h 102989"/>
                  <a:gd name="connsiteX17" fmla="*/ 21669 w 80600"/>
                  <a:gd name="connsiteY17" fmla="*/ 93586 h 102989"/>
                  <a:gd name="connsiteX18" fmla="*/ 26595 w 80600"/>
                  <a:gd name="connsiteY18" fmla="*/ 101647 h 102989"/>
                  <a:gd name="connsiteX19" fmla="*/ 27043 w 80600"/>
                  <a:gd name="connsiteY19" fmla="*/ 102542 h 102989"/>
                  <a:gd name="connsiteX20" fmla="*/ 28834 w 80600"/>
                  <a:gd name="connsiteY20" fmla="*/ 103885 h 102989"/>
                  <a:gd name="connsiteX21" fmla="*/ 69582 w 80600"/>
                  <a:gd name="connsiteY21" fmla="*/ 103885 h 102989"/>
                  <a:gd name="connsiteX22" fmla="*/ 71373 w 80600"/>
                  <a:gd name="connsiteY22" fmla="*/ 102990 h 102989"/>
                  <a:gd name="connsiteX23" fmla="*/ 71821 w 80600"/>
                  <a:gd name="connsiteY23" fmla="*/ 102094 h 102989"/>
                  <a:gd name="connsiteX24" fmla="*/ 78537 w 80600"/>
                  <a:gd name="connsiteY24" fmla="*/ 85079 h 102989"/>
                  <a:gd name="connsiteX25" fmla="*/ 81224 w 80600"/>
                  <a:gd name="connsiteY25" fmla="*/ 66272 h 102989"/>
                  <a:gd name="connsiteX26" fmla="*/ 81224 w 80600"/>
                  <a:gd name="connsiteY26" fmla="*/ 45674 h 102989"/>
                  <a:gd name="connsiteX27" fmla="*/ 71373 w 80600"/>
                  <a:gd name="connsiteY27" fmla="*/ 35823 h 102989"/>
                  <a:gd name="connsiteX28" fmla="*/ 76746 w 80600"/>
                  <a:gd name="connsiteY28" fmla="*/ 66719 h 102989"/>
                  <a:gd name="connsiteX29" fmla="*/ 74507 w 80600"/>
                  <a:gd name="connsiteY29" fmla="*/ 84183 h 102989"/>
                  <a:gd name="connsiteX30" fmla="*/ 68686 w 80600"/>
                  <a:gd name="connsiteY30" fmla="*/ 99855 h 102989"/>
                  <a:gd name="connsiteX31" fmla="*/ 30625 w 80600"/>
                  <a:gd name="connsiteY31" fmla="*/ 99855 h 102989"/>
                  <a:gd name="connsiteX32" fmla="*/ 25700 w 80600"/>
                  <a:gd name="connsiteY32" fmla="*/ 91347 h 102989"/>
                  <a:gd name="connsiteX33" fmla="*/ 16744 w 80600"/>
                  <a:gd name="connsiteY33" fmla="*/ 74332 h 102989"/>
                  <a:gd name="connsiteX34" fmla="*/ 5101 w 80600"/>
                  <a:gd name="connsiteY34" fmla="*/ 38061 h 102989"/>
                  <a:gd name="connsiteX35" fmla="*/ 6445 w 80600"/>
                  <a:gd name="connsiteY35" fmla="*/ 37614 h 102989"/>
                  <a:gd name="connsiteX36" fmla="*/ 12714 w 80600"/>
                  <a:gd name="connsiteY36" fmla="*/ 37614 h 102989"/>
                  <a:gd name="connsiteX37" fmla="*/ 17639 w 80600"/>
                  <a:gd name="connsiteY37" fmla="*/ 43435 h 102989"/>
                  <a:gd name="connsiteX38" fmla="*/ 24804 w 80600"/>
                  <a:gd name="connsiteY38" fmla="*/ 61794 h 102989"/>
                  <a:gd name="connsiteX39" fmla="*/ 28386 w 80600"/>
                  <a:gd name="connsiteY39" fmla="*/ 64033 h 102989"/>
                  <a:gd name="connsiteX40" fmla="*/ 30625 w 80600"/>
                  <a:gd name="connsiteY40" fmla="*/ 60898 h 102989"/>
                  <a:gd name="connsiteX41" fmla="*/ 30625 w 80600"/>
                  <a:gd name="connsiteY41" fmla="*/ 10299 h 102989"/>
                  <a:gd name="connsiteX42" fmla="*/ 35550 w 80600"/>
                  <a:gd name="connsiteY42" fmla="*/ 4925 h 102989"/>
                  <a:gd name="connsiteX43" fmla="*/ 39581 w 80600"/>
                  <a:gd name="connsiteY43" fmla="*/ 6717 h 102989"/>
                  <a:gd name="connsiteX44" fmla="*/ 41372 w 80600"/>
                  <a:gd name="connsiteY44" fmla="*/ 10747 h 102989"/>
                  <a:gd name="connsiteX45" fmla="*/ 41372 w 80600"/>
                  <a:gd name="connsiteY45" fmla="*/ 32240 h 102989"/>
                  <a:gd name="connsiteX46" fmla="*/ 41372 w 80600"/>
                  <a:gd name="connsiteY46" fmla="*/ 47913 h 102989"/>
                  <a:gd name="connsiteX47" fmla="*/ 43611 w 80600"/>
                  <a:gd name="connsiteY47" fmla="*/ 50152 h 102989"/>
                  <a:gd name="connsiteX48" fmla="*/ 45850 w 80600"/>
                  <a:gd name="connsiteY48" fmla="*/ 47913 h 102989"/>
                  <a:gd name="connsiteX49" fmla="*/ 45850 w 80600"/>
                  <a:gd name="connsiteY49" fmla="*/ 33584 h 102989"/>
                  <a:gd name="connsiteX50" fmla="*/ 51671 w 80600"/>
                  <a:gd name="connsiteY50" fmla="*/ 34927 h 102989"/>
                  <a:gd name="connsiteX51" fmla="*/ 53014 w 80600"/>
                  <a:gd name="connsiteY51" fmla="*/ 36718 h 102989"/>
                  <a:gd name="connsiteX52" fmla="*/ 53014 w 80600"/>
                  <a:gd name="connsiteY52" fmla="*/ 47913 h 102989"/>
                  <a:gd name="connsiteX53" fmla="*/ 55253 w 80600"/>
                  <a:gd name="connsiteY53" fmla="*/ 50152 h 102989"/>
                  <a:gd name="connsiteX54" fmla="*/ 57492 w 80600"/>
                  <a:gd name="connsiteY54" fmla="*/ 47913 h 102989"/>
                  <a:gd name="connsiteX55" fmla="*/ 57492 w 80600"/>
                  <a:gd name="connsiteY55" fmla="*/ 37614 h 102989"/>
                  <a:gd name="connsiteX56" fmla="*/ 65104 w 80600"/>
                  <a:gd name="connsiteY56" fmla="*/ 40300 h 102989"/>
                  <a:gd name="connsiteX57" fmla="*/ 65104 w 80600"/>
                  <a:gd name="connsiteY57" fmla="*/ 47913 h 102989"/>
                  <a:gd name="connsiteX58" fmla="*/ 67343 w 80600"/>
                  <a:gd name="connsiteY58" fmla="*/ 50152 h 102989"/>
                  <a:gd name="connsiteX59" fmla="*/ 69582 w 80600"/>
                  <a:gd name="connsiteY59" fmla="*/ 47913 h 102989"/>
                  <a:gd name="connsiteX60" fmla="*/ 69582 w 80600"/>
                  <a:gd name="connsiteY60" fmla="*/ 41196 h 102989"/>
                  <a:gd name="connsiteX61" fmla="*/ 71821 w 80600"/>
                  <a:gd name="connsiteY61" fmla="*/ 40748 h 102989"/>
                  <a:gd name="connsiteX62" fmla="*/ 77194 w 80600"/>
                  <a:gd name="connsiteY62" fmla="*/ 46121 h 102989"/>
                  <a:gd name="connsiteX63" fmla="*/ 76746 w 80600"/>
                  <a:gd name="connsiteY63" fmla="*/ 66719 h 10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0600" h="102989">
                    <a:moveTo>
                      <a:pt x="71373" y="35823"/>
                    </a:moveTo>
                    <a:cubicBezTo>
                      <a:pt x="70029" y="35823"/>
                      <a:pt x="68686" y="36270"/>
                      <a:pt x="67791" y="36718"/>
                    </a:cubicBezTo>
                    <a:cubicBezTo>
                      <a:pt x="65104" y="33136"/>
                      <a:pt x="60178" y="31345"/>
                      <a:pt x="56148" y="33136"/>
                    </a:cubicBezTo>
                    <a:cubicBezTo>
                      <a:pt x="55701" y="32688"/>
                      <a:pt x="55253" y="31792"/>
                      <a:pt x="54805" y="31345"/>
                    </a:cubicBezTo>
                    <a:cubicBezTo>
                      <a:pt x="52566" y="29106"/>
                      <a:pt x="48984" y="27763"/>
                      <a:pt x="45850" y="28658"/>
                    </a:cubicBezTo>
                    <a:lnTo>
                      <a:pt x="45850" y="10299"/>
                    </a:lnTo>
                    <a:cubicBezTo>
                      <a:pt x="45850" y="7612"/>
                      <a:pt x="44954" y="4925"/>
                      <a:pt x="42715" y="3135"/>
                    </a:cubicBezTo>
                    <a:cubicBezTo>
                      <a:pt x="40924" y="1343"/>
                      <a:pt x="38237" y="0"/>
                      <a:pt x="35550" y="0"/>
                    </a:cubicBezTo>
                    <a:cubicBezTo>
                      <a:pt x="30177" y="0"/>
                      <a:pt x="26147" y="4478"/>
                      <a:pt x="26147" y="9851"/>
                    </a:cubicBezTo>
                    <a:lnTo>
                      <a:pt x="26147" y="52838"/>
                    </a:lnTo>
                    <a:lnTo>
                      <a:pt x="21669" y="41644"/>
                    </a:lnTo>
                    <a:cubicBezTo>
                      <a:pt x="19878" y="37614"/>
                      <a:pt x="17639" y="34479"/>
                      <a:pt x="14057" y="33136"/>
                    </a:cubicBezTo>
                    <a:cubicBezTo>
                      <a:pt x="10922" y="31792"/>
                      <a:pt x="7788" y="31792"/>
                      <a:pt x="4653" y="33136"/>
                    </a:cubicBezTo>
                    <a:cubicBezTo>
                      <a:pt x="3758" y="33584"/>
                      <a:pt x="3310" y="33584"/>
                      <a:pt x="2415" y="34031"/>
                    </a:cubicBezTo>
                    <a:lnTo>
                      <a:pt x="1072" y="34927"/>
                    </a:lnTo>
                    <a:cubicBezTo>
                      <a:pt x="176" y="35375"/>
                      <a:pt x="-272" y="36718"/>
                      <a:pt x="176" y="37614"/>
                    </a:cubicBezTo>
                    <a:lnTo>
                      <a:pt x="12266" y="75675"/>
                    </a:lnTo>
                    <a:cubicBezTo>
                      <a:pt x="14057" y="81944"/>
                      <a:pt x="18535" y="88661"/>
                      <a:pt x="21669" y="93586"/>
                    </a:cubicBezTo>
                    <a:cubicBezTo>
                      <a:pt x="23461" y="96273"/>
                      <a:pt x="25251" y="99408"/>
                      <a:pt x="26595" y="101647"/>
                    </a:cubicBezTo>
                    <a:lnTo>
                      <a:pt x="27043" y="102542"/>
                    </a:lnTo>
                    <a:cubicBezTo>
                      <a:pt x="27490" y="103437"/>
                      <a:pt x="28386" y="103885"/>
                      <a:pt x="28834" y="103885"/>
                    </a:cubicBezTo>
                    <a:lnTo>
                      <a:pt x="69582" y="103885"/>
                    </a:lnTo>
                    <a:cubicBezTo>
                      <a:pt x="70478" y="103885"/>
                      <a:pt x="70925" y="103437"/>
                      <a:pt x="71373" y="102990"/>
                    </a:cubicBezTo>
                    <a:lnTo>
                      <a:pt x="71821" y="102094"/>
                    </a:lnTo>
                    <a:cubicBezTo>
                      <a:pt x="74507" y="98064"/>
                      <a:pt x="76746" y="91795"/>
                      <a:pt x="78537" y="85079"/>
                    </a:cubicBezTo>
                    <a:cubicBezTo>
                      <a:pt x="80329" y="78809"/>
                      <a:pt x="81224" y="72093"/>
                      <a:pt x="81224" y="66272"/>
                    </a:cubicBezTo>
                    <a:lnTo>
                      <a:pt x="81224" y="45674"/>
                    </a:lnTo>
                    <a:cubicBezTo>
                      <a:pt x="81224" y="40300"/>
                      <a:pt x="76746" y="35823"/>
                      <a:pt x="71373" y="35823"/>
                    </a:cubicBezTo>
                    <a:close/>
                    <a:moveTo>
                      <a:pt x="76746" y="66719"/>
                    </a:moveTo>
                    <a:cubicBezTo>
                      <a:pt x="76746" y="72093"/>
                      <a:pt x="75851" y="78362"/>
                      <a:pt x="74507" y="84183"/>
                    </a:cubicBezTo>
                    <a:cubicBezTo>
                      <a:pt x="72717" y="90452"/>
                      <a:pt x="70925" y="95825"/>
                      <a:pt x="68686" y="99855"/>
                    </a:cubicBezTo>
                    <a:lnTo>
                      <a:pt x="30625" y="99855"/>
                    </a:lnTo>
                    <a:cubicBezTo>
                      <a:pt x="29281" y="97169"/>
                      <a:pt x="27490" y="94482"/>
                      <a:pt x="25700" y="91347"/>
                    </a:cubicBezTo>
                    <a:cubicBezTo>
                      <a:pt x="22565" y="86869"/>
                      <a:pt x="18535" y="80153"/>
                      <a:pt x="16744" y="74332"/>
                    </a:cubicBezTo>
                    <a:lnTo>
                      <a:pt x="5101" y="38061"/>
                    </a:lnTo>
                    <a:cubicBezTo>
                      <a:pt x="5549" y="38061"/>
                      <a:pt x="5997" y="37614"/>
                      <a:pt x="6445" y="37614"/>
                    </a:cubicBezTo>
                    <a:cubicBezTo>
                      <a:pt x="8684" y="36718"/>
                      <a:pt x="10922" y="36718"/>
                      <a:pt x="12714" y="37614"/>
                    </a:cubicBezTo>
                    <a:cubicBezTo>
                      <a:pt x="15400" y="38957"/>
                      <a:pt x="17192" y="41644"/>
                      <a:pt x="17639" y="43435"/>
                    </a:cubicBezTo>
                    <a:lnTo>
                      <a:pt x="24804" y="61794"/>
                    </a:lnTo>
                    <a:cubicBezTo>
                      <a:pt x="25251" y="63137"/>
                      <a:pt x="26595" y="64033"/>
                      <a:pt x="28386" y="64033"/>
                    </a:cubicBezTo>
                    <a:cubicBezTo>
                      <a:pt x="29729" y="63585"/>
                      <a:pt x="30625" y="62689"/>
                      <a:pt x="30625" y="60898"/>
                    </a:cubicBezTo>
                    <a:lnTo>
                      <a:pt x="30625" y="10299"/>
                    </a:lnTo>
                    <a:cubicBezTo>
                      <a:pt x="30625" y="7612"/>
                      <a:pt x="32416" y="4925"/>
                      <a:pt x="35550" y="4925"/>
                    </a:cubicBezTo>
                    <a:cubicBezTo>
                      <a:pt x="36894" y="4925"/>
                      <a:pt x="38237" y="5373"/>
                      <a:pt x="39581" y="6717"/>
                    </a:cubicBezTo>
                    <a:cubicBezTo>
                      <a:pt x="40924" y="8060"/>
                      <a:pt x="41372" y="8956"/>
                      <a:pt x="41372" y="10747"/>
                    </a:cubicBezTo>
                    <a:lnTo>
                      <a:pt x="41372" y="32240"/>
                    </a:lnTo>
                    <a:lnTo>
                      <a:pt x="41372" y="47913"/>
                    </a:lnTo>
                    <a:cubicBezTo>
                      <a:pt x="41372" y="49256"/>
                      <a:pt x="42267" y="50152"/>
                      <a:pt x="43611" y="50152"/>
                    </a:cubicBezTo>
                    <a:cubicBezTo>
                      <a:pt x="44954" y="50152"/>
                      <a:pt x="45850" y="49256"/>
                      <a:pt x="45850" y="47913"/>
                    </a:cubicBezTo>
                    <a:lnTo>
                      <a:pt x="45850" y="33584"/>
                    </a:lnTo>
                    <a:cubicBezTo>
                      <a:pt x="47640" y="32688"/>
                      <a:pt x="50328" y="33136"/>
                      <a:pt x="51671" y="34927"/>
                    </a:cubicBezTo>
                    <a:cubicBezTo>
                      <a:pt x="52118" y="35375"/>
                      <a:pt x="52566" y="36270"/>
                      <a:pt x="53014" y="36718"/>
                    </a:cubicBezTo>
                    <a:lnTo>
                      <a:pt x="53014" y="47913"/>
                    </a:lnTo>
                    <a:cubicBezTo>
                      <a:pt x="53014" y="49256"/>
                      <a:pt x="53909" y="50152"/>
                      <a:pt x="55253" y="50152"/>
                    </a:cubicBezTo>
                    <a:cubicBezTo>
                      <a:pt x="56596" y="50152"/>
                      <a:pt x="57492" y="49256"/>
                      <a:pt x="57492" y="47913"/>
                    </a:cubicBezTo>
                    <a:lnTo>
                      <a:pt x="57492" y="37614"/>
                    </a:lnTo>
                    <a:cubicBezTo>
                      <a:pt x="60178" y="36270"/>
                      <a:pt x="63761" y="37614"/>
                      <a:pt x="65104" y="40300"/>
                    </a:cubicBezTo>
                    <a:lnTo>
                      <a:pt x="65104" y="47913"/>
                    </a:lnTo>
                    <a:cubicBezTo>
                      <a:pt x="65104" y="49256"/>
                      <a:pt x="66000" y="50152"/>
                      <a:pt x="67343" y="50152"/>
                    </a:cubicBezTo>
                    <a:cubicBezTo>
                      <a:pt x="68686" y="50152"/>
                      <a:pt x="69582" y="49256"/>
                      <a:pt x="69582" y="47913"/>
                    </a:cubicBezTo>
                    <a:lnTo>
                      <a:pt x="69582" y="41196"/>
                    </a:lnTo>
                    <a:cubicBezTo>
                      <a:pt x="70478" y="40748"/>
                      <a:pt x="70925" y="40748"/>
                      <a:pt x="71821" y="40748"/>
                    </a:cubicBezTo>
                    <a:cubicBezTo>
                      <a:pt x="74956" y="40748"/>
                      <a:pt x="77194" y="43435"/>
                      <a:pt x="77194" y="46121"/>
                    </a:cubicBezTo>
                    <a:lnTo>
                      <a:pt x="76746" y="66719"/>
                    </a:ln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1714" name="Group 4034">
              <a:extLst>
                <a:ext uri="{FF2B5EF4-FFF2-40B4-BE49-F238E27FC236}">
                  <a16:creationId xmlns:a16="http://schemas.microsoft.com/office/drawing/2014/main" id="{D7A43D59-079A-406E-652C-B031C2CD4FDA}"/>
                </a:ext>
                <a:ext uri="{C183D7F6-B498-43B3-948B-1728B52AA6E4}">
                  <adec:decorative xmlns:adec="http://schemas.microsoft.com/office/drawing/2017/decorative" val="1"/>
                </a:ext>
              </a:extLst>
            </p:cNvPr>
            <p:cNvGrpSpPr>
              <a:grpSpLocks noChangeAspect="1"/>
            </p:cNvGrpSpPr>
            <p:nvPr/>
          </p:nvGrpSpPr>
          <p:grpSpPr>
            <a:xfrm>
              <a:off x="4211712" y="1861249"/>
              <a:ext cx="804757" cy="591730"/>
              <a:chOff x="2958011" y="1691805"/>
              <a:chExt cx="152246" cy="111945"/>
            </a:xfrm>
            <a:solidFill>
              <a:schemeClr val="tx2"/>
            </a:solidFill>
          </p:grpSpPr>
          <p:sp>
            <p:nvSpPr>
              <p:cNvPr id="1715" name="Freeform: Shape 4035">
                <a:extLst>
                  <a:ext uri="{FF2B5EF4-FFF2-40B4-BE49-F238E27FC236}">
                    <a16:creationId xmlns:a16="http://schemas.microsoft.com/office/drawing/2014/main" id="{10D97AEB-359C-3DA6-48B4-F861772171BD}"/>
                  </a:ext>
                </a:extLst>
              </p:cNvPr>
              <p:cNvSpPr/>
              <p:nvPr/>
            </p:nvSpPr>
            <p:spPr>
              <a:xfrm>
                <a:off x="2958011" y="1691805"/>
                <a:ext cx="152246" cy="111945"/>
              </a:xfrm>
              <a:custGeom>
                <a:avLst/>
                <a:gdLst>
                  <a:gd name="connsiteX0" fmla="*/ 145529 w 152245"/>
                  <a:gd name="connsiteY0" fmla="*/ 0 h 111945"/>
                  <a:gd name="connsiteX1" fmla="*/ 6717 w 152245"/>
                  <a:gd name="connsiteY1" fmla="*/ 0 h 111945"/>
                  <a:gd name="connsiteX2" fmla="*/ 0 w 152245"/>
                  <a:gd name="connsiteY2" fmla="*/ 6717 h 111945"/>
                  <a:gd name="connsiteX3" fmla="*/ 0 w 152245"/>
                  <a:gd name="connsiteY3" fmla="*/ 91795 h 111945"/>
                  <a:gd name="connsiteX4" fmla="*/ 6717 w 152245"/>
                  <a:gd name="connsiteY4" fmla="*/ 98512 h 111945"/>
                  <a:gd name="connsiteX5" fmla="*/ 73884 w 152245"/>
                  <a:gd name="connsiteY5" fmla="*/ 98512 h 111945"/>
                  <a:gd name="connsiteX6" fmla="*/ 73884 w 152245"/>
                  <a:gd name="connsiteY6" fmla="*/ 107468 h 111945"/>
                  <a:gd name="connsiteX7" fmla="*/ 42539 w 152245"/>
                  <a:gd name="connsiteY7" fmla="*/ 107468 h 111945"/>
                  <a:gd name="connsiteX8" fmla="*/ 40300 w 152245"/>
                  <a:gd name="connsiteY8" fmla="*/ 109707 h 111945"/>
                  <a:gd name="connsiteX9" fmla="*/ 42539 w 152245"/>
                  <a:gd name="connsiteY9" fmla="*/ 111945 h 111945"/>
                  <a:gd name="connsiteX10" fmla="*/ 109707 w 152245"/>
                  <a:gd name="connsiteY10" fmla="*/ 111945 h 111945"/>
                  <a:gd name="connsiteX11" fmla="*/ 111945 w 152245"/>
                  <a:gd name="connsiteY11" fmla="*/ 109707 h 111945"/>
                  <a:gd name="connsiteX12" fmla="*/ 109707 w 152245"/>
                  <a:gd name="connsiteY12" fmla="*/ 107468 h 111945"/>
                  <a:gd name="connsiteX13" fmla="*/ 78362 w 152245"/>
                  <a:gd name="connsiteY13" fmla="*/ 107468 h 111945"/>
                  <a:gd name="connsiteX14" fmla="*/ 78362 w 152245"/>
                  <a:gd name="connsiteY14" fmla="*/ 98512 h 111945"/>
                  <a:gd name="connsiteX15" fmla="*/ 145529 w 152245"/>
                  <a:gd name="connsiteY15" fmla="*/ 98512 h 111945"/>
                  <a:gd name="connsiteX16" fmla="*/ 152246 w 152245"/>
                  <a:gd name="connsiteY16" fmla="*/ 91795 h 111945"/>
                  <a:gd name="connsiteX17" fmla="*/ 152246 w 152245"/>
                  <a:gd name="connsiteY17" fmla="*/ 6717 h 111945"/>
                  <a:gd name="connsiteX18" fmla="*/ 145529 w 152245"/>
                  <a:gd name="connsiteY18" fmla="*/ 0 h 111945"/>
                  <a:gd name="connsiteX19" fmla="*/ 147768 w 152245"/>
                  <a:gd name="connsiteY19" fmla="*/ 91795 h 111945"/>
                  <a:gd name="connsiteX20" fmla="*/ 145529 w 152245"/>
                  <a:gd name="connsiteY20" fmla="*/ 94034 h 111945"/>
                  <a:gd name="connsiteX21" fmla="*/ 6717 w 152245"/>
                  <a:gd name="connsiteY21" fmla="*/ 94034 h 111945"/>
                  <a:gd name="connsiteX22" fmla="*/ 4478 w 152245"/>
                  <a:gd name="connsiteY22" fmla="*/ 91795 h 111945"/>
                  <a:gd name="connsiteX23" fmla="*/ 4478 w 152245"/>
                  <a:gd name="connsiteY23" fmla="*/ 6717 h 111945"/>
                  <a:gd name="connsiteX24" fmla="*/ 6717 w 152245"/>
                  <a:gd name="connsiteY24" fmla="*/ 4478 h 111945"/>
                  <a:gd name="connsiteX25" fmla="*/ 145529 w 152245"/>
                  <a:gd name="connsiteY25" fmla="*/ 4478 h 111945"/>
                  <a:gd name="connsiteX26" fmla="*/ 147768 w 152245"/>
                  <a:gd name="connsiteY26" fmla="*/ 6717 h 111945"/>
                  <a:gd name="connsiteX27" fmla="*/ 147768 w 152245"/>
                  <a:gd name="connsiteY27" fmla="*/ 91795 h 1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2245" h="111945">
                    <a:moveTo>
                      <a:pt x="145529" y="0"/>
                    </a:moveTo>
                    <a:lnTo>
                      <a:pt x="6717" y="0"/>
                    </a:lnTo>
                    <a:cubicBezTo>
                      <a:pt x="3135" y="0"/>
                      <a:pt x="0" y="3134"/>
                      <a:pt x="0" y="6717"/>
                    </a:cubicBezTo>
                    <a:lnTo>
                      <a:pt x="0" y="91795"/>
                    </a:lnTo>
                    <a:cubicBezTo>
                      <a:pt x="0" y="95378"/>
                      <a:pt x="3135" y="98512"/>
                      <a:pt x="6717" y="98512"/>
                    </a:cubicBezTo>
                    <a:lnTo>
                      <a:pt x="73884" y="98512"/>
                    </a:lnTo>
                    <a:lnTo>
                      <a:pt x="73884" y="107468"/>
                    </a:lnTo>
                    <a:lnTo>
                      <a:pt x="42539" y="107468"/>
                    </a:lnTo>
                    <a:cubicBezTo>
                      <a:pt x="41196" y="107468"/>
                      <a:pt x="40300" y="108363"/>
                      <a:pt x="40300" y="109707"/>
                    </a:cubicBezTo>
                    <a:cubicBezTo>
                      <a:pt x="40300" y="111050"/>
                      <a:pt x="41196" y="111945"/>
                      <a:pt x="42539" y="111945"/>
                    </a:cubicBezTo>
                    <a:lnTo>
                      <a:pt x="109707" y="111945"/>
                    </a:lnTo>
                    <a:cubicBezTo>
                      <a:pt x="111050" y="111945"/>
                      <a:pt x="111945" y="111050"/>
                      <a:pt x="111945" y="109707"/>
                    </a:cubicBezTo>
                    <a:cubicBezTo>
                      <a:pt x="111945" y="108363"/>
                      <a:pt x="111050" y="107468"/>
                      <a:pt x="109707" y="107468"/>
                    </a:cubicBezTo>
                    <a:lnTo>
                      <a:pt x="78362" y="107468"/>
                    </a:lnTo>
                    <a:lnTo>
                      <a:pt x="78362" y="98512"/>
                    </a:lnTo>
                    <a:lnTo>
                      <a:pt x="145529" y="98512"/>
                    </a:lnTo>
                    <a:cubicBezTo>
                      <a:pt x="149111" y="98512"/>
                      <a:pt x="152246" y="95378"/>
                      <a:pt x="152246" y="91795"/>
                    </a:cubicBezTo>
                    <a:lnTo>
                      <a:pt x="152246" y="6717"/>
                    </a:lnTo>
                    <a:cubicBezTo>
                      <a:pt x="152246" y="2687"/>
                      <a:pt x="149111" y="0"/>
                      <a:pt x="145529" y="0"/>
                    </a:cubicBezTo>
                    <a:close/>
                    <a:moveTo>
                      <a:pt x="147768" y="91795"/>
                    </a:moveTo>
                    <a:cubicBezTo>
                      <a:pt x="147768" y="93139"/>
                      <a:pt x="146872" y="94034"/>
                      <a:pt x="145529" y="94034"/>
                    </a:cubicBezTo>
                    <a:lnTo>
                      <a:pt x="6717" y="94034"/>
                    </a:lnTo>
                    <a:cubicBezTo>
                      <a:pt x="5373" y="94034"/>
                      <a:pt x="4478" y="93139"/>
                      <a:pt x="4478" y="91795"/>
                    </a:cubicBezTo>
                    <a:lnTo>
                      <a:pt x="4478" y="6717"/>
                    </a:lnTo>
                    <a:cubicBezTo>
                      <a:pt x="4478" y="5373"/>
                      <a:pt x="5373" y="4478"/>
                      <a:pt x="6717" y="4478"/>
                    </a:cubicBezTo>
                    <a:lnTo>
                      <a:pt x="145529" y="4478"/>
                    </a:lnTo>
                    <a:cubicBezTo>
                      <a:pt x="146872" y="4478"/>
                      <a:pt x="147768" y="5373"/>
                      <a:pt x="147768" y="6717"/>
                    </a:cubicBezTo>
                    <a:lnTo>
                      <a:pt x="147768" y="91795"/>
                    </a:ln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716" name="Freeform: Shape 4036">
                <a:extLst>
                  <a:ext uri="{FF2B5EF4-FFF2-40B4-BE49-F238E27FC236}">
                    <a16:creationId xmlns:a16="http://schemas.microsoft.com/office/drawing/2014/main" id="{C91103E7-28A6-1F3C-BD42-B0454CC4111E}"/>
                  </a:ext>
                </a:extLst>
              </p:cNvPr>
              <p:cNvSpPr/>
              <p:nvPr/>
            </p:nvSpPr>
            <p:spPr>
              <a:xfrm>
                <a:off x="2984878" y="1705239"/>
                <a:ext cx="98512" cy="71645"/>
              </a:xfrm>
              <a:custGeom>
                <a:avLst/>
                <a:gdLst>
                  <a:gd name="connsiteX0" fmla="*/ 96273 w 98511"/>
                  <a:gd name="connsiteY0" fmla="*/ 67167 h 71645"/>
                  <a:gd name="connsiteX1" fmla="*/ 85079 w 98511"/>
                  <a:gd name="connsiteY1" fmla="*/ 67167 h 71645"/>
                  <a:gd name="connsiteX2" fmla="*/ 85079 w 98511"/>
                  <a:gd name="connsiteY2" fmla="*/ 2239 h 71645"/>
                  <a:gd name="connsiteX3" fmla="*/ 82840 w 98511"/>
                  <a:gd name="connsiteY3" fmla="*/ 0 h 71645"/>
                  <a:gd name="connsiteX4" fmla="*/ 69406 w 98511"/>
                  <a:gd name="connsiteY4" fmla="*/ 0 h 71645"/>
                  <a:gd name="connsiteX5" fmla="*/ 67167 w 98511"/>
                  <a:gd name="connsiteY5" fmla="*/ 2239 h 71645"/>
                  <a:gd name="connsiteX6" fmla="*/ 67167 w 98511"/>
                  <a:gd name="connsiteY6" fmla="*/ 67167 h 71645"/>
                  <a:gd name="connsiteX7" fmla="*/ 58212 w 98511"/>
                  <a:gd name="connsiteY7" fmla="*/ 67167 h 71645"/>
                  <a:gd name="connsiteX8" fmla="*/ 58212 w 98511"/>
                  <a:gd name="connsiteY8" fmla="*/ 15672 h 71645"/>
                  <a:gd name="connsiteX9" fmla="*/ 55973 w 98511"/>
                  <a:gd name="connsiteY9" fmla="*/ 13433 h 71645"/>
                  <a:gd name="connsiteX10" fmla="*/ 42539 w 98511"/>
                  <a:gd name="connsiteY10" fmla="*/ 13433 h 71645"/>
                  <a:gd name="connsiteX11" fmla="*/ 40300 w 98511"/>
                  <a:gd name="connsiteY11" fmla="*/ 15672 h 71645"/>
                  <a:gd name="connsiteX12" fmla="*/ 40300 w 98511"/>
                  <a:gd name="connsiteY12" fmla="*/ 67167 h 71645"/>
                  <a:gd name="connsiteX13" fmla="*/ 31345 w 98511"/>
                  <a:gd name="connsiteY13" fmla="*/ 67167 h 71645"/>
                  <a:gd name="connsiteX14" fmla="*/ 31345 w 98511"/>
                  <a:gd name="connsiteY14" fmla="*/ 29106 h 71645"/>
                  <a:gd name="connsiteX15" fmla="*/ 29106 w 98511"/>
                  <a:gd name="connsiteY15" fmla="*/ 26867 h 71645"/>
                  <a:gd name="connsiteX16" fmla="*/ 15672 w 98511"/>
                  <a:gd name="connsiteY16" fmla="*/ 26867 h 71645"/>
                  <a:gd name="connsiteX17" fmla="*/ 13433 w 98511"/>
                  <a:gd name="connsiteY17" fmla="*/ 29106 h 71645"/>
                  <a:gd name="connsiteX18" fmla="*/ 13433 w 98511"/>
                  <a:gd name="connsiteY18" fmla="*/ 67167 h 71645"/>
                  <a:gd name="connsiteX19" fmla="*/ 2239 w 98511"/>
                  <a:gd name="connsiteY19" fmla="*/ 67167 h 71645"/>
                  <a:gd name="connsiteX20" fmla="*/ 0 w 98511"/>
                  <a:gd name="connsiteY20" fmla="*/ 69406 h 71645"/>
                  <a:gd name="connsiteX21" fmla="*/ 2239 w 98511"/>
                  <a:gd name="connsiteY21" fmla="*/ 71645 h 71645"/>
                  <a:gd name="connsiteX22" fmla="*/ 15672 w 98511"/>
                  <a:gd name="connsiteY22" fmla="*/ 71645 h 71645"/>
                  <a:gd name="connsiteX23" fmla="*/ 29106 w 98511"/>
                  <a:gd name="connsiteY23" fmla="*/ 71645 h 71645"/>
                  <a:gd name="connsiteX24" fmla="*/ 42539 w 98511"/>
                  <a:gd name="connsiteY24" fmla="*/ 71645 h 71645"/>
                  <a:gd name="connsiteX25" fmla="*/ 55973 w 98511"/>
                  <a:gd name="connsiteY25" fmla="*/ 71645 h 71645"/>
                  <a:gd name="connsiteX26" fmla="*/ 69406 w 98511"/>
                  <a:gd name="connsiteY26" fmla="*/ 71645 h 71645"/>
                  <a:gd name="connsiteX27" fmla="*/ 82840 w 98511"/>
                  <a:gd name="connsiteY27" fmla="*/ 71645 h 71645"/>
                  <a:gd name="connsiteX28" fmla="*/ 96273 w 98511"/>
                  <a:gd name="connsiteY28" fmla="*/ 71645 h 71645"/>
                  <a:gd name="connsiteX29" fmla="*/ 98512 w 98511"/>
                  <a:gd name="connsiteY29" fmla="*/ 69406 h 71645"/>
                  <a:gd name="connsiteX30" fmla="*/ 96273 w 98511"/>
                  <a:gd name="connsiteY30" fmla="*/ 67167 h 71645"/>
                  <a:gd name="connsiteX31" fmla="*/ 17911 w 98511"/>
                  <a:gd name="connsiteY31" fmla="*/ 67167 h 71645"/>
                  <a:gd name="connsiteX32" fmla="*/ 17911 w 98511"/>
                  <a:gd name="connsiteY32" fmla="*/ 31345 h 71645"/>
                  <a:gd name="connsiteX33" fmla="*/ 26867 w 98511"/>
                  <a:gd name="connsiteY33" fmla="*/ 31345 h 71645"/>
                  <a:gd name="connsiteX34" fmla="*/ 26867 w 98511"/>
                  <a:gd name="connsiteY34" fmla="*/ 67167 h 71645"/>
                  <a:gd name="connsiteX35" fmla="*/ 17911 w 98511"/>
                  <a:gd name="connsiteY35" fmla="*/ 67167 h 71645"/>
                  <a:gd name="connsiteX36" fmla="*/ 44778 w 98511"/>
                  <a:gd name="connsiteY36" fmla="*/ 67167 h 71645"/>
                  <a:gd name="connsiteX37" fmla="*/ 44778 w 98511"/>
                  <a:gd name="connsiteY37" fmla="*/ 17911 h 71645"/>
                  <a:gd name="connsiteX38" fmla="*/ 53734 w 98511"/>
                  <a:gd name="connsiteY38" fmla="*/ 17911 h 71645"/>
                  <a:gd name="connsiteX39" fmla="*/ 53734 w 98511"/>
                  <a:gd name="connsiteY39" fmla="*/ 67167 h 71645"/>
                  <a:gd name="connsiteX40" fmla="*/ 44778 w 98511"/>
                  <a:gd name="connsiteY40" fmla="*/ 67167 h 71645"/>
                  <a:gd name="connsiteX41" fmla="*/ 71645 w 98511"/>
                  <a:gd name="connsiteY41" fmla="*/ 67167 h 71645"/>
                  <a:gd name="connsiteX42" fmla="*/ 71645 w 98511"/>
                  <a:gd name="connsiteY42" fmla="*/ 4478 h 71645"/>
                  <a:gd name="connsiteX43" fmla="*/ 80601 w 98511"/>
                  <a:gd name="connsiteY43" fmla="*/ 4478 h 71645"/>
                  <a:gd name="connsiteX44" fmla="*/ 80601 w 98511"/>
                  <a:gd name="connsiteY44" fmla="*/ 67167 h 71645"/>
                  <a:gd name="connsiteX45" fmla="*/ 71645 w 98511"/>
                  <a:gd name="connsiteY45" fmla="*/ 67167 h 7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8511" h="71645">
                    <a:moveTo>
                      <a:pt x="96273" y="67167"/>
                    </a:moveTo>
                    <a:lnTo>
                      <a:pt x="85079" y="67167"/>
                    </a:lnTo>
                    <a:lnTo>
                      <a:pt x="85079" y="2239"/>
                    </a:lnTo>
                    <a:cubicBezTo>
                      <a:pt x="85079" y="896"/>
                      <a:pt x="84183" y="0"/>
                      <a:pt x="82840" y="0"/>
                    </a:cubicBezTo>
                    <a:lnTo>
                      <a:pt x="69406" y="0"/>
                    </a:lnTo>
                    <a:cubicBezTo>
                      <a:pt x="68063" y="0"/>
                      <a:pt x="67167" y="896"/>
                      <a:pt x="67167" y="2239"/>
                    </a:cubicBezTo>
                    <a:lnTo>
                      <a:pt x="67167" y="67167"/>
                    </a:lnTo>
                    <a:lnTo>
                      <a:pt x="58212" y="67167"/>
                    </a:lnTo>
                    <a:lnTo>
                      <a:pt x="58212" y="15672"/>
                    </a:lnTo>
                    <a:cubicBezTo>
                      <a:pt x="58212" y="14329"/>
                      <a:pt x="57316" y="13433"/>
                      <a:pt x="55973" y="13433"/>
                    </a:cubicBezTo>
                    <a:lnTo>
                      <a:pt x="42539" y="13433"/>
                    </a:lnTo>
                    <a:cubicBezTo>
                      <a:pt x="41196" y="13433"/>
                      <a:pt x="40300" y="14329"/>
                      <a:pt x="40300" y="15672"/>
                    </a:cubicBezTo>
                    <a:lnTo>
                      <a:pt x="40300" y="67167"/>
                    </a:lnTo>
                    <a:lnTo>
                      <a:pt x="31345" y="67167"/>
                    </a:lnTo>
                    <a:lnTo>
                      <a:pt x="31345" y="29106"/>
                    </a:lnTo>
                    <a:cubicBezTo>
                      <a:pt x="31345" y="27762"/>
                      <a:pt x="30449" y="26867"/>
                      <a:pt x="29106" y="26867"/>
                    </a:cubicBezTo>
                    <a:lnTo>
                      <a:pt x="15672" y="26867"/>
                    </a:lnTo>
                    <a:cubicBezTo>
                      <a:pt x="14329" y="26867"/>
                      <a:pt x="13433" y="27762"/>
                      <a:pt x="13433" y="29106"/>
                    </a:cubicBezTo>
                    <a:lnTo>
                      <a:pt x="13433" y="67167"/>
                    </a:lnTo>
                    <a:lnTo>
                      <a:pt x="2239" y="67167"/>
                    </a:lnTo>
                    <a:cubicBezTo>
                      <a:pt x="896" y="67167"/>
                      <a:pt x="0" y="68063"/>
                      <a:pt x="0" y="69406"/>
                    </a:cubicBezTo>
                    <a:cubicBezTo>
                      <a:pt x="0" y="70750"/>
                      <a:pt x="896" y="71645"/>
                      <a:pt x="2239" y="71645"/>
                    </a:cubicBezTo>
                    <a:lnTo>
                      <a:pt x="15672" y="71645"/>
                    </a:lnTo>
                    <a:lnTo>
                      <a:pt x="29106" y="71645"/>
                    </a:lnTo>
                    <a:lnTo>
                      <a:pt x="42539" y="71645"/>
                    </a:lnTo>
                    <a:lnTo>
                      <a:pt x="55973" y="71645"/>
                    </a:lnTo>
                    <a:lnTo>
                      <a:pt x="69406" y="71645"/>
                    </a:lnTo>
                    <a:lnTo>
                      <a:pt x="82840" y="71645"/>
                    </a:lnTo>
                    <a:lnTo>
                      <a:pt x="96273" y="71645"/>
                    </a:lnTo>
                    <a:cubicBezTo>
                      <a:pt x="97616" y="71645"/>
                      <a:pt x="98512" y="70750"/>
                      <a:pt x="98512" y="69406"/>
                    </a:cubicBezTo>
                    <a:cubicBezTo>
                      <a:pt x="98512" y="68063"/>
                      <a:pt x="97616" y="67167"/>
                      <a:pt x="96273" y="67167"/>
                    </a:cubicBezTo>
                    <a:close/>
                    <a:moveTo>
                      <a:pt x="17911" y="67167"/>
                    </a:moveTo>
                    <a:lnTo>
                      <a:pt x="17911" y="31345"/>
                    </a:lnTo>
                    <a:lnTo>
                      <a:pt x="26867" y="31345"/>
                    </a:lnTo>
                    <a:lnTo>
                      <a:pt x="26867" y="67167"/>
                    </a:lnTo>
                    <a:lnTo>
                      <a:pt x="17911" y="67167"/>
                    </a:lnTo>
                    <a:close/>
                    <a:moveTo>
                      <a:pt x="44778" y="67167"/>
                    </a:moveTo>
                    <a:lnTo>
                      <a:pt x="44778" y="17911"/>
                    </a:lnTo>
                    <a:lnTo>
                      <a:pt x="53734" y="17911"/>
                    </a:lnTo>
                    <a:lnTo>
                      <a:pt x="53734" y="67167"/>
                    </a:lnTo>
                    <a:lnTo>
                      <a:pt x="44778" y="67167"/>
                    </a:lnTo>
                    <a:close/>
                    <a:moveTo>
                      <a:pt x="71645" y="67167"/>
                    </a:moveTo>
                    <a:lnTo>
                      <a:pt x="71645" y="4478"/>
                    </a:lnTo>
                    <a:lnTo>
                      <a:pt x="80601" y="4478"/>
                    </a:lnTo>
                    <a:lnTo>
                      <a:pt x="80601" y="67167"/>
                    </a:lnTo>
                    <a:lnTo>
                      <a:pt x="71645" y="67167"/>
                    </a:ln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2187" name="Group 4330">
              <a:extLst>
                <a:ext uri="{FF2B5EF4-FFF2-40B4-BE49-F238E27FC236}">
                  <a16:creationId xmlns:a16="http://schemas.microsoft.com/office/drawing/2014/main" id="{803B2AD9-9530-1755-FF30-C05E524FA2CC}"/>
                </a:ext>
                <a:ext uri="{C183D7F6-B498-43B3-948B-1728B52AA6E4}">
                  <adec:decorative xmlns:adec="http://schemas.microsoft.com/office/drawing/2017/decorative" val="1"/>
                </a:ext>
              </a:extLst>
            </p:cNvPr>
            <p:cNvGrpSpPr>
              <a:grpSpLocks noChangeAspect="1"/>
            </p:cNvGrpSpPr>
            <p:nvPr/>
          </p:nvGrpSpPr>
          <p:grpSpPr>
            <a:xfrm>
              <a:off x="967712" y="3344997"/>
              <a:ext cx="722233" cy="690513"/>
              <a:chOff x="2956636" y="3202173"/>
              <a:chExt cx="136634" cy="130633"/>
            </a:xfrm>
            <a:solidFill>
              <a:schemeClr val="accent3"/>
            </a:solidFill>
          </p:grpSpPr>
          <p:sp>
            <p:nvSpPr>
              <p:cNvPr id="2188" name="Freeform: Shape 4331">
                <a:extLst>
                  <a:ext uri="{FF2B5EF4-FFF2-40B4-BE49-F238E27FC236}">
                    <a16:creationId xmlns:a16="http://schemas.microsoft.com/office/drawing/2014/main" id="{D7CB66D4-F96D-7096-38A8-009203FAA535}"/>
                  </a:ext>
                </a:extLst>
              </p:cNvPr>
              <p:cNvSpPr/>
              <p:nvPr/>
            </p:nvSpPr>
            <p:spPr>
              <a:xfrm>
                <a:off x="3003685" y="3252772"/>
                <a:ext cx="44778" cy="44778"/>
              </a:xfrm>
              <a:custGeom>
                <a:avLst/>
                <a:gdLst>
                  <a:gd name="connsiteX0" fmla="*/ 22389 w 44778"/>
                  <a:gd name="connsiteY0" fmla="*/ 44778 h 44778"/>
                  <a:gd name="connsiteX1" fmla="*/ 0 w 44778"/>
                  <a:gd name="connsiteY1" fmla="*/ 22389 h 44778"/>
                  <a:gd name="connsiteX2" fmla="*/ 22389 w 44778"/>
                  <a:gd name="connsiteY2" fmla="*/ 0 h 44778"/>
                  <a:gd name="connsiteX3" fmla="*/ 44778 w 44778"/>
                  <a:gd name="connsiteY3" fmla="*/ 22389 h 44778"/>
                  <a:gd name="connsiteX4" fmla="*/ 22389 w 44778"/>
                  <a:gd name="connsiteY4" fmla="*/ 44778 h 44778"/>
                  <a:gd name="connsiteX5" fmla="*/ 22389 w 44778"/>
                  <a:gd name="connsiteY5" fmla="*/ 4478 h 44778"/>
                  <a:gd name="connsiteX6" fmla="*/ 4478 w 44778"/>
                  <a:gd name="connsiteY6" fmla="*/ 22389 h 44778"/>
                  <a:gd name="connsiteX7" fmla="*/ 22389 w 44778"/>
                  <a:gd name="connsiteY7" fmla="*/ 40300 h 44778"/>
                  <a:gd name="connsiteX8" fmla="*/ 40300 w 44778"/>
                  <a:gd name="connsiteY8" fmla="*/ 22389 h 44778"/>
                  <a:gd name="connsiteX9" fmla="*/ 22389 w 44778"/>
                  <a:gd name="connsiteY9" fmla="*/ 4478 h 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78" h="44778">
                    <a:moveTo>
                      <a:pt x="22389" y="44778"/>
                    </a:moveTo>
                    <a:cubicBezTo>
                      <a:pt x="9851" y="44778"/>
                      <a:pt x="0" y="34927"/>
                      <a:pt x="0" y="22389"/>
                    </a:cubicBezTo>
                    <a:cubicBezTo>
                      <a:pt x="0" y="9851"/>
                      <a:pt x="9851" y="0"/>
                      <a:pt x="22389" y="0"/>
                    </a:cubicBezTo>
                    <a:cubicBezTo>
                      <a:pt x="34927" y="0"/>
                      <a:pt x="44778" y="9851"/>
                      <a:pt x="44778" y="22389"/>
                    </a:cubicBezTo>
                    <a:cubicBezTo>
                      <a:pt x="44778" y="34927"/>
                      <a:pt x="34927" y="44778"/>
                      <a:pt x="22389" y="44778"/>
                    </a:cubicBezTo>
                    <a:close/>
                    <a:moveTo>
                      <a:pt x="22389" y="4478"/>
                    </a:moveTo>
                    <a:cubicBezTo>
                      <a:pt x="12538" y="4478"/>
                      <a:pt x="4478" y="12538"/>
                      <a:pt x="4478" y="22389"/>
                    </a:cubicBezTo>
                    <a:cubicBezTo>
                      <a:pt x="4478" y="32240"/>
                      <a:pt x="12538" y="40300"/>
                      <a:pt x="22389" y="40300"/>
                    </a:cubicBezTo>
                    <a:cubicBezTo>
                      <a:pt x="32240" y="40300"/>
                      <a:pt x="40300" y="32240"/>
                      <a:pt x="40300" y="22389"/>
                    </a:cubicBezTo>
                    <a:cubicBezTo>
                      <a:pt x="40300" y="12538"/>
                      <a:pt x="32688" y="4478"/>
                      <a:pt x="22389" y="4478"/>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89" name="Freeform: Shape 4332">
                <a:extLst>
                  <a:ext uri="{FF2B5EF4-FFF2-40B4-BE49-F238E27FC236}">
                    <a16:creationId xmlns:a16="http://schemas.microsoft.com/office/drawing/2014/main" id="{B48778FD-9078-E3DA-695D-88ED343CB172}"/>
                  </a:ext>
                </a:extLst>
              </p:cNvPr>
              <p:cNvSpPr/>
              <p:nvPr/>
            </p:nvSpPr>
            <p:spPr>
              <a:xfrm>
                <a:off x="2972256" y="3301057"/>
                <a:ext cx="31345" cy="31345"/>
              </a:xfrm>
              <a:custGeom>
                <a:avLst/>
                <a:gdLst>
                  <a:gd name="connsiteX0" fmla="*/ 17100 w 31344"/>
                  <a:gd name="connsiteY0" fmla="*/ 34107 h 31344"/>
                  <a:gd name="connsiteX1" fmla="*/ 5905 w 31344"/>
                  <a:gd name="connsiteY1" fmla="*/ 30077 h 31344"/>
                  <a:gd name="connsiteX2" fmla="*/ 84 w 31344"/>
                  <a:gd name="connsiteY2" fmla="*/ 18435 h 31344"/>
                  <a:gd name="connsiteX3" fmla="*/ 4114 w 31344"/>
                  <a:gd name="connsiteY3" fmla="*/ 5897 h 31344"/>
                  <a:gd name="connsiteX4" fmla="*/ 15756 w 31344"/>
                  <a:gd name="connsiteY4" fmla="*/ 76 h 31344"/>
                  <a:gd name="connsiteX5" fmla="*/ 34115 w 31344"/>
                  <a:gd name="connsiteY5" fmla="*/ 15748 h 31344"/>
                  <a:gd name="connsiteX6" fmla="*/ 34115 w 31344"/>
                  <a:gd name="connsiteY6" fmla="*/ 15748 h 31344"/>
                  <a:gd name="connsiteX7" fmla="*/ 30085 w 31344"/>
                  <a:gd name="connsiteY7" fmla="*/ 28286 h 31344"/>
                  <a:gd name="connsiteX8" fmla="*/ 18443 w 31344"/>
                  <a:gd name="connsiteY8" fmla="*/ 34107 h 31344"/>
                  <a:gd name="connsiteX9" fmla="*/ 17100 w 31344"/>
                  <a:gd name="connsiteY9" fmla="*/ 34107 h 31344"/>
                  <a:gd name="connsiteX10" fmla="*/ 17100 w 31344"/>
                  <a:gd name="connsiteY10" fmla="*/ 4553 h 31344"/>
                  <a:gd name="connsiteX11" fmla="*/ 16204 w 31344"/>
                  <a:gd name="connsiteY11" fmla="*/ 4553 h 31344"/>
                  <a:gd name="connsiteX12" fmla="*/ 7696 w 31344"/>
                  <a:gd name="connsiteY12" fmla="*/ 9031 h 31344"/>
                  <a:gd name="connsiteX13" fmla="*/ 4562 w 31344"/>
                  <a:gd name="connsiteY13" fmla="*/ 17987 h 31344"/>
                  <a:gd name="connsiteX14" fmla="*/ 9040 w 31344"/>
                  <a:gd name="connsiteY14" fmla="*/ 26495 h 31344"/>
                  <a:gd name="connsiteX15" fmla="*/ 17995 w 31344"/>
                  <a:gd name="connsiteY15" fmla="*/ 29629 h 31344"/>
                  <a:gd name="connsiteX16" fmla="*/ 26503 w 31344"/>
                  <a:gd name="connsiteY16" fmla="*/ 25151 h 31344"/>
                  <a:gd name="connsiteX17" fmla="*/ 29638 w 31344"/>
                  <a:gd name="connsiteY17" fmla="*/ 16196 h 31344"/>
                  <a:gd name="connsiteX18" fmla="*/ 29638 w 31344"/>
                  <a:gd name="connsiteY18" fmla="*/ 16196 h 31344"/>
                  <a:gd name="connsiteX19" fmla="*/ 17100 w 31344"/>
                  <a:gd name="connsiteY19" fmla="*/ 4553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344" h="31344">
                    <a:moveTo>
                      <a:pt x="17100" y="34107"/>
                    </a:moveTo>
                    <a:cubicBezTo>
                      <a:pt x="13070" y="34107"/>
                      <a:pt x="9040" y="32764"/>
                      <a:pt x="5905" y="30077"/>
                    </a:cubicBezTo>
                    <a:cubicBezTo>
                      <a:pt x="2323" y="26943"/>
                      <a:pt x="532" y="22912"/>
                      <a:pt x="84" y="18435"/>
                    </a:cubicBezTo>
                    <a:cubicBezTo>
                      <a:pt x="-364" y="13957"/>
                      <a:pt x="979" y="9479"/>
                      <a:pt x="4114" y="5897"/>
                    </a:cubicBezTo>
                    <a:cubicBezTo>
                      <a:pt x="7248" y="2315"/>
                      <a:pt x="11279" y="523"/>
                      <a:pt x="15756" y="76"/>
                    </a:cubicBezTo>
                    <a:cubicBezTo>
                      <a:pt x="25160" y="-820"/>
                      <a:pt x="33220" y="6344"/>
                      <a:pt x="34115" y="15748"/>
                    </a:cubicBezTo>
                    <a:lnTo>
                      <a:pt x="34115" y="15748"/>
                    </a:lnTo>
                    <a:cubicBezTo>
                      <a:pt x="34563" y="20226"/>
                      <a:pt x="33220" y="24704"/>
                      <a:pt x="30085" y="28286"/>
                    </a:cubicBezTo>
                    <a:cubicBezTo>
                      <a:pt x="26951" y="31868"/>
                      <a:pt x="22921" y="33659"/>
                      <a:pt x="18443" y="34107"/>
                    </a:cubicBezTo>
                    <a:cubicBezTo>
                      <a:pt x="17995" y="34107"/>
                      <a:pt x="17547" y="34107"/>
                      <a:pt x="17100" y="34107"/>
                    </a:cubicBezTo>
                    <a:close/>
                    <a:moveTo>
                      <a:pt x="17100" y="4553"/>
                    </a:moveTo>
                    <a:cubicBezTo>
                      <a:pt x="16652" y="4553"/>
                      <a:pt x="16652" y="4553"/>
                      <a:pt x="16204" y="4553"/>
                    </a:cubicBezTo>
                    <a:cubicBezTo>
                      <a:pt x="13070" y="5001"/>
                      <a:pt x="9935" y="6344"/>
                      <a:pt x="7696" y="9031"/>
                    </a:cubicBezTo>
                    <a:cubicBezTo>
                      <a:pt x="5457" y="11718"/>
                      <a:pt x="4562" y="14852"/>
                      <a:pt x="4562" y="17987"/>
                    </a:cubicBezTo>
                    <a:cubicBezTo>
                      <a:pt x="5010" y="21121"/>
                      <a:pt x="6353" y="24256"/>
                      <a:pt x="9040" y="26495"/>
                    </a:cubicBezTo>
                    <a:cubicBezTo>
                      <a:pt x="11726" y="28734"/>
                      <a:pt x="14861" y="29629"/>
                      <a:pt x="17995" y="29629"/>
                    </a:cubicBezTo>
                    <a:cubicBezTo>
                      <a:pt x="21130" y="29181"/>
                      <a:pt x="24264" y="27838"/>
                      <a:pt x="26503" y="25151"/>
                    </a:cubicBezTo>
                    <a:cubicBezTo>
                      <a:pt x="28742" y="22465"/>
                      <a:pt x="29638" y="19330"/>
                      <a:pt x="29638" y="16196"/>
                    </a:cubicBezTo>
                    <a:lnTo>
                      <a:pt x="29638" y="16196"/>
                    </a:lnTo>
                    <a:cubicBezTo>
                      <a:pt x="29190" y="9479"/>
                      <a:pt x="23368" y="4553"/>
                      <a:pt x="17100" y="4553"/>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90" name="Freeform: Shape 4333">
                <a:extLst>
                  <a:ext uri="{FF2B5EF4-FFF2-40B4-BE49-F238E27FC236}">
                    <a16:creationId xmlns:a16="http://schemas.microsoft.com/office/drawing/2014/main" id="{6BD562AB-44A1-7656-5249-70A0CAA38793}"/>
                  </a:ext>
                </a:extLst>
              </p:cNvPr>
              <p:cNvSpPr/>
              <p:nvPr/>
            </p:nvSpPr>
            <p:spPr>
              <a:xfrm>
                <a:off x="3008163" y="3202173"/>
                <a:ext cx="31345" cy="31345"/>
              </a:xfrm>
              <a:custGeom>
                <a:avLst/>
                <a:gdLst>
                  <a:gd name="connsiteX0" fmla="*/ 17016 w 31344"/>
                  <a:gd name="connsiteY0" fmla="*/ 34031 h 31344"/>
                  <a:gd name="connsiteX1" fmla="*/ 0 w 31344"/>
                  <a:gd name="connsiteY1" fmla="*/ 17016 h 31344"/>
                  <a:gd name="connsiteX2" fmla="*/ 17016 w 31344"/>
                  <a:gd name="connsiteY2" fmla="*/ 0 h 31344"/>
                  <a:gd name="connsiteX3" fmla="*/ 34031 w 31344"/>
                  <a:gd name="connsiteY3" fmla="*/ 17016 h 31344"/>
                  <a:gd name="connsiteX4" fmla="*/ 17016 w 31344"/>
                  <a:gd name="connsiteY4" fmla="*/ 34031 h 31344"/>
                  <a:gd name="connsiteX5" fmla="*/ 17016 w 31344"/>
                  <a:gd name="connsiteY5" fmla="*/ 4478 h 31344"/>
                  <a:gd name="connsiteX6" fmla="*/ 4478 w 31344"/>
                  <a:gd name="connsiteY6" fmla="*/ 17016 h 31344"/>
                  <a:gd name="connsiteX7" fmla="*/ 17016 w 31344"/>
                  <a:gd name="connsiteY7" fmla="*/ 29554 h 31344"/>
                  <a:gd name="connsiteX8" fmla="*/ 29553 w 31344"/>
                  <a:gd name="connsiteY8" fmla="*/ 17016 h 31344"/>
                  <a:gd name="connsiteX9" fmla="*/ 17016 w 31344"/>
                  <a:gd name="connsiteY9" fmla="*/ 4478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44" h="31344">
                    <a:moveTo>
                      <a:pt x="17016" y="34031"/>
                    </a:moveTo>
                    <a:cubicBezTo>
                      <a:pt x="7612" y="34031"/>
                      <a:pt x="0" y="26419"/>
                      <a:pt x="0" y="17016"/>
                    </a:cubicBezTo>
                    <a:cubicBezTo>
                      <a:pt x="0" y="7612"/>
                      <a:pt x="7612" y="0"/>
                      <a:pt x="17016" y="0"/>
                    </a:cubicBezTo>
                    <a:cubicBezTo>
                      <a:pt x="26419" y="0"/>
                      <a:pt x="34031" y="7612"/>
                      <a:pt x="34031" y="17016"/>
                    </a:cubicBezTo>
                    <a:cubicBezTo>
                      <a:pt x="34031" y="26419"/>
                      <a:pt x="26419" y="34031"/>
                      <a:pt x="17016" y="34031"/>
                    </a:cubicBezTo>
                    <a:close/>
                    <a:moveTo>
                      <a:pt x="17016" y="4478"/>
                    </a:moveTo>
                    <a:cubicBezTo>
                      <a:pt x="10299" y="4478"/>
                      <a:pt x="4478" y="10299"/>
                      <a:pt x="4478" y="17016"/>
                    </a:cubicBezTo>
                    <a:cubicBezTo>
                      <a:pt x="4478" y="23732"/>
                      <a:pt x="10299" y="29554"/>
                      <a:pt x="17016" y="29554"/>
                    </a:cubicBezTo>
                    <a:cubicBezTo>
                      <a:pt x="23732" y="29554"/>
                      <a:pt x="29553" y="23732"/>
                      <a:pt x="29553" y="17016"/>
                    </a:cubicBezTo>
                    <a:cubicBezTo>
                      <a:pt x="29553" y="10299"/>
                      <a:pt x="23732" y="4478"/>
                      <a:pt x="17016" y="4478"/>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91" name="Freeform: Shape 4334">
                <a:extLst>
                  <a:ext uri="{FF2B5EF4-FFF2-40B4-BE49-F238E27FC236}">
                    <a16:creationId xmlns:a16="http://schemas.microsoft.com/office/drawing/2014/main" id="{A68C2342-3B9E-7E5E-2874-D8C208D5B73A}"/>
                  </a:ext>
                </a:extLst>
              </p:cNvPr>
              <p:cNvSpPr/>
              <p:nvPr/>
            </p:nvSpPr>
            <p:spPr>
              <a:xfrm>
                <a:off x="2956636" y="3237516"/>
                <a:ext cx="31345" cy="31345"/>
              </a:xfrm>
              <a:custGeom>
                <a:avLst/>
                <a:gdLst>
                  <a:gd name="connsiteX0" fmla="*/ 17047 w 31344"/>
                  <a:gd name="connsiteY0" fmla="*/ 34063 h 31344"/>
                  <a:gd name="connsiteX1" fmla="*/ 479 w 31344"/>
                  <a:gd name="connsiteY1" fmla="*/ 20629 h 31344"/>
                  <a:gd name="connsiteX2" fmla="*/ 13465 w 31344"/>
                  <a:gd name="connsiteY2" fmla="*/ 479 h 31344"/>
                  <a:gd name="connsiteX3" fmla="*/ 33615 w 31344"/>
                  <a:gd name="connsiteY3" fmla="*/ 13465 h 31344"/>
                  <a:gd name="connsiteX4" fmla="*/ 33615 w 31344"/>
                  <a:gd name="connsiteY4" fmla="*/ 13465 h 31344"/>
                  <a:gd name="connsiteX5" fmla="*/ 20629 w 31344"/>
                  <a:gd name="connsiteY5" fmla="*/ 33615 h 31344"/>
                  <a:gd name="connsiteX6" fmla="*/ 17047 w 31344"/>
                  <a:gd name="connsiteY6" fmla="*/ 34063 h 31344"/>
                  <a:gd name="connsiteX7" fmla="*/ 17047 w 31344"/>
                  <a:gd name="connsiteY7" fmla="*/ 4509 h 31344"/>
                  <a:gd name="connsiteX8" fmla="*/ 14360 w 31344"/>
                  <a:gd name="connsiteY8" fmla="*/ 4957 h 31344"/>
                  <a:gd name="connsiteX9" fmla="*/ 4957 w 31344"/>
                  <a:gd name="connsiteY9" fmla="*/ 19734 h 31344"/>
                  <a:gd name="connsiteX10" fmla="*/ 19734 w 31344"/>
                  <a:gd name="connsiteY10" fmla="*/ 29137 h 31344"/>
                  <a:gd name="connsiteX11" fmla="*/ 29137 w 31344"/>
                  <a:gd name="connsiteY11" fmla="*/ 14360 h 31344"/>
                  <a:gd name="connsiteX12" fmla="*/ 17047 w 31344"/>
                  <a:gd name="connsiteY12" fmla="*/ 4509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344" h="31344">
                    <a:moveTo>
                      <a:pt x="17047" y="34063"/>
                    </a:moveTo>
                    <a:cubicBezTo>
                      <a:pt x="9435" y="34063"/>
                      <a:pt x="2270" y="28689"/>
                      <a:pt x="479" y="20629"/>
                    </a:cubicBezTo>
                    <a:cubicBezTo>
                      <a:pt x="-1760" y="11674"/>
                      <a:pt x="4061" y="2270"/>
                      <a:pt x="13465" y="479"/>
                    </a:cubicBezTo>
                    <a:cubicBezTo>
                      <a:pt x="22421" y="-1760"/>
                      <a:pt x="31824" y="4061"/>
                      <a:pt x="33615" y="13465"/>
                    </a:cubicBezTo>
                    <a:lnTo>
                      <a:pt x="33615" y="13465"/>
                    </a:lnTo>
                    <a:cubicBezTo>
                      <a:pt x="35854" y="22420"/>
                      <a:pt x="30033" y="31824"/>
                      <a:pt x="20629" y="33615"/>
                    </a:cubicBezTo>
                    <a:cubicBezTo>
                      <a:pt x="19286" y="34063"/>
                      <a:pt x="18390" y="34063"/>
                      <a:pt x="17047" y="34063"/>
                    </a:cubicBezTo>
                    <a:close/>
                    <a:moveTo>
                      <a:pt x="17047" y="4509"/>
                    </a:moveTo>
                    <a:cubicBezTo>
                      <a:pt x="16152" y="4509"/>
                      <a:pt x="15256" y="4509"/>
                      <a:pt x="14360" y="4957"/>
                    </a:cubicBezTo>
                    <a:cubicBezTo>
                      <a:pt x="7644" y="6300"/>
                      <a:pt x="3614" y="13017"/>
                      <a:pt x="4957" y="19734"/>
                    </a:cubicBezTo>
                    <a:cubicBezTo>
                      <a:pt x="6300" y="26450"/>
                      <a:pt x="13017" y="30480"/>
                      <a:pt x="19734" y="29137"/>
                    </a:cubicBezTo>
                    <a:cubicBezTo>
                      <a:pt x="26450" y="27794"/>
                      <a:pt x="30481" y="21077"/>
                      <a:pt x="29137" y="14360"/>
                    </a:cubicBezTo>
                    <a:cubicBezTo>
                      <a:pt x="27794" y="8539"/>
                      <a:pt x="22868" y="4509"/>
                      <a:pt x="17047" y="4509"/>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92" name="Freeform: Shape 4335">
                <a:extLst>
                  <a:ext uri="{FF2B5EF4-FFF2-40B4-BE49-F238E27FC236}">
                    <a16:creationId xmlns:a16="http://schemas.microsoft.com/office/drawing/2014/main" id="{8AE02017-9C7A-D1AE-10BF-28465DBD50D8}"/>
                  </a:ext>
                </a:extLst>
              </p:cNvPr>
              <p:cNvSpPr/>
              <p:nvPr/>
            </p:nvSpPr>
            <p:spPr>
              <a:xfrm>
                <a:off x="2965175" y="3278296"/>
                <a:ext cx="8956" cy="22389"/>
              </a:xfrm>
              <a:custGeom>
                <a:avLst/>
                <a:gdLst>
                  <a:gd name="connsiteX0" fmla="*/ 7165 w 8955"/>
                  <a:gd name="connsiteY0" fmla="*/ 22389 h 22389"/>
                  <a:gd name="connsiteX1" fmla="*/ 4926 w 8955"/>
                  <a:gd name="connsiteY1" fmla="*/ 21046 h 22389"/>
                  <a:gd name="connsiteX2" fmla="*/ 0 w 8955"/>
                  <a:gd name="connsiteY2" fmla="*/ 2239 h 22389"/>
                  <a:gd name="connsiteX3" fmla="*/ 2239 w 8955"/>
                  <a:gd name="connsiteY3" fmla="*/ 0 h 22389"/>
                  <a:gd name="connsiteX4" fmla="*/ 4478 w 8955"/>
                  <a:gd name="connsiteY4" fmla="*/ 2239 h 22389"/>
                  <a:gd name="connsiteX5" fmla="*/ 8956 w 8955"/>
                  <a:gd name="connsiteY5" fmla="*/ 19703 h 22389"/>
                  <a:gd name="connsiteX6" fmla="*/ 7612 w 8955"/>
                  <a:gd name="connsiteY6" fmla="*/ 22837 h 22389"/>
                  <a:gd name="connsiteX7" fmla="*/ 7165 w 8955"/>
                  <a:gd name="connsiteY7" fmla="*/ 22389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22389">
                    <a:moveTo>
                      <a:pt x="7165" y="22389"/>
                    </a:moveTo>
                    <a:cubicBezTo>
                      <a:pt x="6269" y="22389"/>
                      <a:pt x="5373" y="21941"/>
                      <a:pt x="4926" y="21046"/>
                    </a:cubicBezTo>
                    <a:cubicBezTo>
                      <a:pt x="2239" y="15225"/>
                      <a:pt x="448" y="8508"/>
                      <a:pt x="0" y="2239"/>
                    </a:cubicBezTo>
                    <a:cubicBezTo>
                      <a:pt x="0" y="896"/>
                      <a:pt x="896" y="0"/>
                      <a:pt x="2239" y="0"/>
                    </a:cubicBezTo>
                    <a:cubicBezTo>
                      <a:pt x="3582" y="0"/>
                      <a:pt x="4478" y="896"/>
                      <a:pt x="4478" y="2239"/>
                    </a:cubicBezTo>
                    <a:cubicBezTo>
                      <a:pt x="4926" y="8060"/>
                      <a:pt x="6717" y="14329"/>
                      <a:pt x="8956" y="19703"/>
                    </a:cubicBezTo>
                    <a:cubicBezTo>
                      <a:pt x="9404" y="21046"/>
                      <a:pt x="8956" y="21941"/>
                      <a:pt x="7612" y="22837"/>
                    </a:cubicBezTo>
                    <a:cubicBezTo>
                      <a:pt x="8060" y="22389"/>
                      <a:pt x="7612" y="22389"/>
                      <a:pt x="7165" y="22389"/>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93" name="Freeform: Shape 4336">
                <a:extLst>
                  <a:ext uri="{FF2B5EF4-FFF2-40B4-BE49-F238E27FC236}">
                    <a16:creationId xmlns:a16="http://schemas.microsoft.com/office/drawing/2014/main" id="{6AE955FC-FC84-C552-CA04-1A508CE6080A}"/>
                  </a:ext>
                </a:extLst>
              </p:cNvPr>
              <p:cNvSpPr/>
              <p:nvPr/>
            </p:nvSpPr>
            <p:spPr>
              <a:xfrm>
                <a:off x="3009058" y="3328328"/>
                <a:ext cx="31345" cy="4478"/>
              </a:xfrm>
              <a:custGeom>
                <a:avLst/>
                <a:gdLst>
                  <a:gd name="connsiteX0" fmla="*/ 16120 w 31344"/>
                  <a:gd name="connsiteY0" fmla="*/ 6836 h 4477"/>
                  <a:gd name="connsiteX1" fmla="*/ 1791 w 31344"/>
                  <a:gd name="connsiteY1" fmla="*/ 5045 h 4477"/>
                  <a:gd name="connsiteX2" fmla="*/ 0 w 31344"/>
                  <a:gd name="connsiteY2" fmla="*/ 2358 h 4477"/>
                  <a:gd name="connsiteX3" fmla="*/ 2687 w 31344"/>
                  <a:gd name="connsiteY3" fmla="*/ 567 h 4477"/>
                  <a:gd name="connsiteX4" fmla="*/ 30897 w 31344"/>
                  <a:gd name="connsiteY4" fmla="*/ 119 h 4477"/>
                  <a:gd name="connsiteX5" fmla="*/ 33584 w 31344"/>
                  <a:gd name="connsiteY5" fmla="*/ 1462 h 4477"/>
                  <a:gd name="connsiteX6" fmla="*/ 32240 w 31344"/>
                  <a:gd name="connsiteY6" fmla="*/ 4149 h 4477"/>
                  <a:gd name="connsiteX7" fmla="*/ 16120 w 31344"/>
                  <a:gd name="connsiteY7" fmla="*/ 6836 h 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44" h="4477">
                    <a:moveTo>
                      <a:pt x="16120" y="6836"/>
                    </a:moveTo>
                    <a:cubicBezTo>
                      <a:pt x="11195" y="6836"/>
                      <a:pt x="6717" y="6388"/>
                      <a:pt x="1791" y="5045"/>
                    </a:cubicBezTo>
                    <a:cubicBezTo>
                      <a:pt x="448" y="4597"/>
                      <a:pt x="0" y="3701"/>
                      <a:pt x="0" y="2358"/>
                    </a:cubicBezTo>
                    <a:cubicBezTo>
                      <a:pt x="448" y="1015"/>
                      <a:pt x="1344" y="567"/>
                      <a:pt x="2687" y="567"/>
                    </a:cubicBezTo>
                    <a:cubicBezTo>
                      <a:pt x="12090" y="2806"/>
                      <a:pt x="21494" y="2806"/>
                      <a:pt x="30897" y="119"/>
                    </a:cubicBezTo>
                    <a:cubicBezTo>
                      <a:pt x="32240" y="-329"/>
                      <a:pt x="33136" y="567"/>
                      <a:pt x="33584" y="1462"/>
                    </a:cubicBezTo>
                    <a:cubicBezTo>
                      <a:pt x="34032" y="2358"/>
                      <a:pt x="33136" y="3701"/>
                      <a:pt x="32240" y="4149"/>
                    </a:cubicBezTo>
                    <a:cubicBezTo>
                      <a:pt x="27315" y="5940"/>
                      <a:pt x="21494" y="6836"/>
                      <a:pt x="16120" y="6836"/>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94" name="Freeform: Shape 4337">
                <a:extLst>
                  <a:ext uri="{FF2B5EF4-FFF2-40B4-BE49-F238E27FC236}">
                    <a16:creationId xmlns:a16="http://schemas.microsoft.com/office/drawing/2014/main" id="{B4DC7C71-30B0-E196-E8FA-4C65FD0F75BB}"/>
                  </a:ext>
                </a:extLst>
              </p:cNvPr>
              <p:cNvSpPr/>
              <p:nvPr/>
            </p:nvSpPr>
            <p:spPr>
              <a:xfrm>
                <a:off x="3076057" y="3275609"/>
                <a:ext cx="8956" cy="22389"/>
              </a:xfrm>
              <a:custGeom>
                <a:avLst/>
                <a:gdLst>
                  <a:gd name="connsiteX0" fmla="*/ 2407 w 8955"/>
                  <a:gd name="connsiteY0" fmla="*/ 25076 h 22389"/>
                  <a:gd name="connsiteX1" fmla="*/ 1511 w 8955"/>
                  <a:gd name="connsiteY1" fmla="*/ 25076 h 22389"/>
                  <a:gd name="connsiteX2" fmla="*/ 168 w 8955"/>
                  <a:gd name="connsiteY2" fmla="*/ 21941 h 22389"/>
                  <a:gd name="connsiteX3" fmla="*/ 4646 w 8955"/>
                  <a:gd name="connsiteY3" fmla="*/ 2239 h 22389"/>
                  <a:gd name="connsiteX4" fmla="*/ 6885 w 8955"/>
                  <a:gd name="connsiteY4" fmla="*/ 0 h 22389"/>
                  <a:gd name="connsiteX5" fmla="*/ 9124 w 8955"/>
                  <a:gd name="connsiteY5" fmla="*/ 2239 h 22389"/>
                  <a:gd name="connsiteX6" fmla="*/ 4198 w 8955"/>
                  <a:gd name="connsiteY6" fmla="*/ 23732 h 22389"/>
                  <a:gd name="connsiteX7" fmla="*/ 2407 w 8955"/>
                  <a:gd name="connsiteY7" fmla="*/ 25076 h 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22389">
                    <a:moveTo>
                      <a:pt x="2407" y="25076"/>
                    </a:moveTo>
                    <a:cubicBezTo>
                      <a:pt x="1959" y="25076"/>
                      <a:pt x="1959" y="25076"/>
                      <a:pt x="1511" y="25076"/>
                    </a:cubicBezTo>
                    <a:cubicBezTo>
                      <a:pt x="168" y="24628"/>
                      <a:pt x="-280" y="23285"/>
                      <a:pt x="168" y="21941"/>
                    </a:cubicBezTo>
                    <a:cubicBezTo>
                      <a:pt x="2855" y="15672"/>
                      <a:pt x="4646" y="8956"/>
                      <a:pt x="4646" y="2239"/>
                    </a:cubicBezTo>
                    <a:cubicBezTo>
                      <a:pt x="4646" y="896"/>
                      <a:pt x="5989" y="0"/>
                      <a:pt x="6885" y="0"/>
                    </a:cubicBezTo>
                    <a:cubicBezTo>
                      <a:pt x="8228" y="0"/>
                      <a:pt x="9124" y="896"/>
                      <a:pt x="9124" y="2239"/>
                    </a:cubicBezTo>
                    <a:cubicBezTo>
                      <a:pt x="8676" y="9851"/>
                      <a:pt x="6885" y="17016"/>
                      <a:pt x="4198" y="23732"/>
                    </a:cubicBezTo>
                    <a:cubicBezTo>
                      <a:pt x="3750" y="24628"/>
                      <a:pt x="3302" y="25076"/>
                      <a:pt x="2407" y="25076"/>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95" name="Freeform: Shape 4338">
                <a:extLst>
                  <a:ext uri="{FF2B5EF4-FFF2-40B4-BE49-F238E27FC236}">
                    <a16:creationId xmlns:a16="http://schemas.microsoft.com/office/drawing/2014/main" id="{5995803F-F277-2FCF-3397-B6ED22F80638}"/>
                  </a:ext>
                </a:extLst>
              </p:cNvPr>
              <p:cNvSpPr/>
              <p:nvPr/>
            </p:nvSpPr>
            <p:spPr>
              <a:xfrm>
                <a:off x="3046504" y="3219469"/>
                <a:ext cx="17911" cy="13433"/>
              </a:xfrm>
              <a:custGeom>
                <a:avLst/>
                <a:gdLst>
                  <a:gd name="connsiteX0" fmla="*/ 18975 w 17911"/>
                  <a:gd name="connsiteY0" fmla="*/ 15840 h 13433"/>
                  <a:gd name="connsiteX1" fmla="*/ 17631 w 17911"/>
                  <a:gd name="connsiteY1" fmla="*/ 15392 h 13433"/>
                  <a:gd name="connsiteX2" fmla="*/ 1511 w 17911"/>
                  <a:gd name="connsiteY2" fmla="*/ 4646 h 13433"/>
                  <a:gd name="connsiteX3" fmla="*/ 168 w 17911"/>
                  <a:gd name="connsiteY3" fmla="*/ 1511 h 13433"/>
                  <a:gd name="connsiteX4" fmla="*/ 3302 w 17911"/>
                  <a:gd name="connsiteY4" fmla="*/ 168 h 13433"/>
                  <a:gd name="connsiteX5" fmla="*/ 20766 w 17911"/>
                  <a:gd name="connsiteY5" fmla="*/ 11810 h 13433"/>
                  <a:gd name="connsiteX6" fmla="*/ 20766 w 17911"/>
                  <a:gd name="connsiteY6" fmla="*/ 14945 h 13433"/>
                  <a:gd name="connsiteX7" fmla="*/ 18975 w 17911"/>
                  <a:gd name="connsiteY7" fmla="*/ 15840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11" h="13433">
                    <a:moveTo>
                      <a:pt x="18975" y="15840"/>
                    </a:moveTo>
                    <a:cubicBezTo>
                      <a:pt x="18527" y="15840"/>
                      <a:pt x="18079" y="15840"/>
                      <a:pt x="17631" y="15392"/>
                    </a:cubicBezTo>
                    <a:cubicBezTo>
                      <a:pt x="12706" y="10915"/>
                      <a:pt x="7332" y="7332"/>
                      <a:pt x="1511" y="4646"/>
                    </a:cubicBezTo>
                    <a:cubicBezTo>
                      <a:pt x="168" y="4198"/>
                      <a:pt x="-280" y="2855"/>
                      <a:pt x="168" y="1511"/>
                    </a:cubicBezTo>
                    <a:cubicBezTo>
                      <a:pt x="616" y="168"/>
                      <a:pt x="1959" y="-280"/>
                      <a:pt x="3302" y="168"/>
                    </a:cubicBezTo>
                    <a:cubicBezTo>
                      <a:pt x="9571" y="2855"/>
                      <a:pt x="15840" y="6885"/>
                      <a:pt x="20766" y="11810"/>
                    </a:cubicBezTo>
                    <a:cubicBezTo>
                      <a:pt x="21661" y="12706"/>
                      <a:pt x="21661" y="14049"/>
                      <a:pt x="20766" y="14945"/>
                    </a:cubicBezTo>
                    <a:cubicBezTo>
                      <a:pt x="20318" y="15840"/>
                      <a:pt x="19422" y="15840"/>
                      <a:pt x="18975" y="15840"/>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96" name="Freeform: Shape 4339">
                <a:extLst>
                  <a:ext uri="{FF2B5EF4-FFF2-40B4-BE49-F238E27FC236}">
                    <a16:creationId xmlns:a16="http://schemas.microsoft.com/office/drawing/2014/main" id="{75E52108-C611-8D5A-B26E-EB5A9C28B44C}"/>
                  </a:ext>
                </a:extLst>
              </p:cNvPr>
              <p:cNvSpPr/>
              <p:nvPr/>
            </p:nvSpPr>
            <p:spPr>
              <a:xfrm>
                <a:off x="2983758" y="3220356"/>
                <a:ext cx="17911" cy="13433"/>
              </a:xfrm>
              <a:custGeom>
                <a:avLst/>
                <a:gdLst>
                  <a:gd name="connsiteX0" fmla="*/ 2463 w 17911"/>
                  <a:gd name="connsiteY0" fmla="*/ 14505 h 13433"/>
                  <a:gd name="connsiteX1" fmla="*/ 672 w 17911"/>
                  <a:gd name="connsiteY1" fmla="*/ 13609 h 13433"/>
                  <a:gd name="connsiteX2" fmla="*/ 672 w 17911"/>
                  <a:gd name="connsiteY2" fmla="*/ 10475 h 13433"/>
                  <a:gd name="connsiteX3" fmla="*/ 15896 w 17911"/>
                  <a:gd name="connsiteY3" fmla="*/ 176 h 13433"/>
                  <a:gd name="connsiteX4" fmla="*/ 19031 w 17911"/>
                  <a:gd name="connsiteY4" fmla="*/ 1071 h 13433"/>
                  <a:gd name="connsiteX5" fmla="*/ 18135 w 17911"/>
                  <a:gd name="connsiteY5" fmla="*/ 4206 h 13433"/>
                  <a:gd name="connsiteX6" fmla="*/ 4254 w 17911"/>
                  <a:gd name="connsiteY6" fmla="*/ 13609 h 13433"/>
                  <a:gd name="connsiteX7" fmla="*/ 2463 w 17911"/>
                  <a:gd name="connsiteY7" fmla="*/ 14505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11" h="13433">
                    <a:moveTo>
                      <a:pt x="2463" y="14505"/>
                    </a:moveTo>
                    <a:cubicBezTo>
                      <a:pt x="2015" y="14505"/>
                      <a:pt x="1119" y="14057"/>
                      <a:pt x="672" y="13609"/>
                    </a:cubicBezTo>
                    <a:cubicBezTo>
                      <a:pt x="-224" y="12714"/>
                      <a:pt x="-224" y="11370"/>
                      <a:pt x="672" y="10475"/>
                    </a:cubicBezTo>
                    <a:cubicBezTo>
                      <a:pt x="5149" y="6445"/>
                      <a:pt x="10075" y="2862"/>
                      <a:pt x="15896" y="176"/>
                    </a:cubicBezTo>
                    <a:cubicBezTo>
                      <a:pt x="16792" y="-272"/>
                      <a:pt x="18135" y="176"/>
                      <a:pt x="19031" y="1071"/>
                    </a:cubicBezTo>
                    <a:cubicBezTo>
                      <a:pt x="19478" y="1967"/>
                      <a:pt x="19031" y="3310"/>
                      <a:pt x="18135" y="4206"/>
                    </a:cubicBezTo>
                    <a:cubicBezTo>
                      <a:pt x="13210" y="6445"/>
                      <a:pt x="8284" y="10027"/>
                      <a:pt x="4254" y="13609"/>
                    </a:cubicBezTo>
                    <a:cubicBezTo>
                      <a:pt x="3358" y="14057"/>
                      <a:pt x="2910" y="14505"/>
                      <a:pt x="2463" y="14505"/>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97" name="Freeform: Shape 4340">
                <a:extLst>
                  <a:ext uri="{FF2B5EF4-FFF2-40B4-BE49-F238E27FC236}">
                    <a16:creationId xmlns:a16="http://schemas.microsoft.com/office/drawing/2014/main" id="{B6927BB4-DE6E-8645-D587-4B5BC5A85035}"/>
                  </a:ext>
                </a:extLst>
              </p:cNvPr>
              <p:cNvSpPr/>
              <p:nvPr/>
            </p:nvSpPr>
            <p:spPr>
              <a:xfrm>
                <a:off x="3046140" y="3301049"/>
                <a:ext cx="31345" cy="31345"/>
              </a:xfrm>
              <a:custGeom>
                <a:avLst/>
                <a:gdLst>
                  <a:gd name="connsiteX0" fmla="*/ 17100 w 31344"/>
                  <a:gd name="connsiteY0" fmla="*/ 34115 h 31344"/>
                  <a:gd name="connsiteX1" fmla="*/ 15756 w 31344"/>
                  <a:gd name="connsiteY1" fmla="*/ 34115 h 31344"/>
                  <a:gd name="connsiteX2" fmla="*/ 4114 w 31344"/>
                  <a:gd name="connsiteY2" fmla="*/ 28294 h 31344"/>
                  <a:gd name="connsiteX3" fmla="*/ 84 w 31344"/>
                  <a:gd name="connsiteY3" fmla="*/ 15756 h 31344"/>
                  <a:gd name="connsiteX4" fmla="*/ 84 w 31344"/>
                  <a:gd name="connsiteY4" fmla="*/ 15756 h 31344"/>
                  <a:gd name="connsiteX5" fmla="*/ 5905 w 31344"/>
                  <a:gd name="connsiteY5" fmla="*/ 4114 h 31344"/>
                  <a:gd name="connsiteX6" fmla="*/ 18443 w 31344"/>
                  <a:gd name="connsiteY6" fmla="*/ 84 h 31344"/>
                  <a:gd name="connsiteX7" fmla="*/ 34115 w 31344"/>
                  <a:gd name="connsiteY7" fmla="*/ 18443 h 31344"/>
                  <a:gd name="connsiteX8" fmla="*/ 28294 w 31344"/>
                  <a:gd name="connsiteY8" fmla="*/ 30085 h 31344"/>
                  <a:gd name="connsiteX9" fmla="*/ 17100 w 31344"/>
                  <a:gd name="connsiteY9" fmla="*/ 34115 h 31344"/>
                  <a:gd name="connsiteX10" fmla="*/ 17100 w 31344"/>
                  <a:gd name="connsiteY10" fmla="*/ 4562 h 31344"/>
                  <a:gd name="connsiteX11" fmla="*/ 9040 w 31344"/>
                  <a:gd name="connsiteY11" fmla="*/ 7696 h 31344"/>
                  <a:gd name="connsiteX12" fmla="*/ 4562 w 31344"/>
                  <a:gd name="connsiteY12" fmla="*/ 16204 h 31344"/>
                  <a:gd name="connsiteX13" fmla="*/ 4562 w 31344"/>
                  <a:gd name="connsiteY13" fmla="*/ 16204 h 31344"/>
                  <a:gd name="connsiteX14" fmla="*/ 7696 w 31344"/>
                  <a:gd name="connsiteY14" fmla="*/ 25160 h 31344"/>
                  <a:gd name="connsiteX15" fmla="*/ 16204 w 31344"/>
                  <a:gd name="connsiteY15" fmla="*/ 29637 h 31344"/>
                  <a:gd name="connsiteX16" fmla="*/ 25160 w 31344"/>
                  <a:gd name="connsiteY16" fmla="*/ 26503 h 31344"/>
                  <a:gd name="connsiteX17" fmla="*/ 29638 w 31344"/>
                  <a:gd name="connsiteY17" fmla="*/ 17995 h 31344"/>
                  <a:gd name="connsiteX18" fmla="*/ 17995 w 31344"/>
                  <a:gd name="connsiteY18" fmla="*/ 4562 h 31344"/>
                  <a:gd name="connsiteX19" fmla="*/ 17100 w 31344"/>
                  <a:gd name="connsiteY19" fmla="*/ 4562 h 31344"/>
                  <a:gd name="connsiteX20" fmla="*/ 2323 w 31344"/>
                  <a:gd name="connsiteY20" fmla="*/ 15756 h 31344"/>
                  <a:gd name="connsiteX21" fmla="*/ 2323 w 31344"/>
                  <a:gd name="connsiteY21" fmla="*/ 15756 h 31344"/>
                  <a:gd name="connsiteX22" fmla="*/ 2323 w 31344"/>
                  <a:gd name="connsiteY22" fmla="*/ 15756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344" h="31344">
                    <a:moveTo>
                      <a:pt x="17100" y="34115"/>
                    </a:moveTo>
                    <a:cubicBezTo>
                      <a:pt x="16652" y="34115"/>
                      <a:pt x="16204" y="34115"/>
                      <a:pt x="15756" y="34115"/>
                    </a:cubicBezTo>
                    <a:cubicBezTo>
                      <a:pt x="11279" y="33668"/>
                      <a:pt x="7248" y="31876"/>
                      <a:pt x="4114" y="28294"/>
                    </a:cubicBezTo>
                    <a:cubicBezTo>
                      <a:pt x="979" y="24712"/>
                      <a:pt x="-364" y="20682"/>
                      <a:pt x="84" y="15756"/>
                    </a:cubicBezTo>
                    <a:lnTo>
                      <a:pt x="84" y="15756"/>
                    </a:lnTo>
                    <a:cubicBezTo>
                      <a:pt x="532" y="11279"/>
                      <a:pt x="2323" y="7248"/>
                      <a:pt x="5905" y="4114"/>
                    </a:cubicBezTo>
                    <a:cubicBezTo>
                      <a:pt x="9487" y="980"/>
                      <a:pt x="13517" y="-364"/>
                      <a:pt x="18443" y="84"/>
                    </a:cubicBezTo>
                    <a:cubicBezTo>
                      <a:pt x="27846" y="980"/>
                      <a:pt x="35011" y="9040"/>
                      <a:pt x="34115" y="18443"/>
                    </a:cubicBezTo>
                    <a:cubicBezTo>
                      <a:pt x="33668" y="22921"/>
                      <a:pt x="31876" y="26951"/>
                      <a:pt x="28294" y="30085"/>
                    </a:cubicBezTo>
                    <a:cubicBezTo>
                      <a:pt x="25160" y="32772"/>
                      <a:pt x="21130" y="34115"/>
                      <a:pt x="17100" y="34115"/>
                    </a:cubicBezTo>
                    <a:close/>
                    <a:moveTo>
                      <a:pt x="17100" y="4562"/>
                    </a:moveTo>
                    <a:cubicBezTo>
                      <a:pt x="13965" y="4562"/>
                      <a:pt x="11279" y="5457"/>
                      <a:pt x="9040" y="7696"/>
                    </a:cubicBezTo>
                    <a:cubicBezTo>
                      <a:pt x="6353" y="9935"/>
                      <a:pt x="5010" y="13070"/>
                      <a:pt x="4562" y="16204"/>
                    </a:cubicBezTo>
                    <a:lnTo>
                      <a:pt x="4562" y="16204"/>
                    </a:lnTo>
                    <a:cubicBezTo>
                      <a:pt x="4114" y="19339"/>
                      <a:pt x="5457" y="22921"/>
                      <a:pt x="7696" y="25160"/>
                    </a:cubicBezTo>
                    <a:cubicBezTo>
                      <a:pt x="9935" y="27399"/>
                      <a:pt x="13070" y="29190"/>
                      <a:pt x="16204" y="29637"/>
                    </a:cubicBezTo>
                    <a:cubicBezTo>
                      <a:pt x="19339" y="30085"/>
                      <a:pt x="22921" y="28742"/>
                      <a:pt x="25160" y="26503"/>
                    </a:cubicBezTo>
                    <a:cubicBezTo>
                      <a:pt x="27846" y="24264"/>
                      <a:pt x="29190" y="21130"/>
                      <a:pt x="29638" y="17995"/>
                    </a:cubicBezTo>
                    <a:cubicBezTo>
                      <a:pt x="30085" y="11279"/>
                      <a:pt x="25160" y="5009"/>
                      <a:pt x="17995" y="4562"/>
                    </a:cubicBezTo>
                    <a:cubicBezTo>
                      <a:pt x="17995" y="4562"/>
                      <a:pt x="17547" y="4562"/>
                      <a:pt x="17100" y="4562"/>
                    </a:cubicBezTo>
                    <a:close/>
                    <a:moveTo>
                      <a:pt x="2323" y="15756"/>
                    </a:moveTo>
                    <a:lnTo>
                      <a:pt x="2323" y="15756"/>
                    </a:lnTo>
                    <a:lnTo>
                      <a:pt x="2323" y="15756"/>
                    </a:ln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198" name="Freeform: Shape 4341">
                <a:extLst>
                  <a:ext uri="{FF2B5EF4-FFF2-40B4-BE49-F238E27FC236}">
                    <a16:creationId xmlns:a16="http://schemas.microsoft.com/office/drawing/2014/main" id="{1A1B8409-3092-9F03-977C-E4EA15D22C82}"/>
                  </a:ext>
                </a:extLst>
              </p:cNvPr>
              <p:cNvSpPr/>
              <p:nvPr/>
            </p:nvSpPr>
            <p:spPr>
              <a:xfrm>
                <a:off x="3061925" y="3237205"/>
                <a:ext cx="31345" cy="31345"/>
              </a:xfrm>
              <a:custGeom>
                <a:avLst/>
                <a:gdLst>
                  <a:gd name="connsiteX0" fmla="*/ 16987 w 31344"/>
                  <a:gd name="connsiteY0" fmla="*/ 34375 h 31344"/>
                  <a:gd name="connsiteX1" fmla="*/ 13405 w 31344"/>
                  <a:gd name="connsiteY1" fmla="*/ 33927 h 31344"/>
                  <a:gd name="connsiteX2" fmla="*/ 2658 w 31344"/>
                  <a:gd name="connsiteY2" fmla="*/ 26314 h 31344"/>
                  <a:gd name="connsiteX3" fmla="*/ 419 w 31344"/>
                  <a:gd name="connsiteY3" fmla="*/ 13329 h 31344"/>
                  <a:gd name="connsiteX4" fmla="*/ 8032 w 31344"/>
                  <a:gd name="connsiteY4" fmla="*/ 2582 h 31344"/>
                  <a:gd name="connsiteX5" fmla="*/ 21017 w 31344"/>
                  <a:gd name="connsiteY5" fmla="*/ 343 h 31344"/>
                  <a:gd name="connsiteX6" fmla="*/ 31764 w 31344"/>
                  <a:gd name="connsiteY6" fmla="*/ 7956 h 31344"/>
                  <a:gd name="connsiteX7" fmla="*/ 34003 w 31344"/>
                  <a:gd name="connsiteY7" fmla="*/ 20941 h 31344"/>
                  <a:gd name="connsiteX8" fmla="*/ 26390 w 31344"/>
                  <a:gd name="connsiteY8" fmla="*/ 31688 h 31344"/>
                  <a:gd name="connsiteX9" fmla="*/ 16987 w 31344"/>
                  <a:gd name="connsiteY9" fmla="*/ 34375 h 31344"/>
                  <a:gd name="connsiteX10" fmla="*/ 16987 w 31344"/>
                  <a:gd name="connsiteY10" fmla="*/ 4821 h 31344"/>
                  <a:gd name="connsiteX11" fmla="*/ 10270 w 31344"/>
                  <a:gd name="connsiteY11" fmla="*/ 6612 h 31344"/>
                  <a:gd name="connsiteX12" fmla="*/ 4897 w 31344"/>
                  <a:gd name="connsiteY12" fmla="*/ 14224 h 31344"/>
                  <a:gd name="connsiteX13" fmla="*/ 4897 w 31344"/>
                  <a:gd name="connsiteY13" fmla="*/ 14224 h 31344"/>
                  <a:gd name="connsiteX14" fmla="*/ 6688 w 31344"/>
                  <a:gd name="connsiteY14" fmla="*/ 23628 h 31344"/>
                  <a:gd name="connsiteX15" fmla="*/ 14300 w 31344"/>
                  <a:gd name="connsiteY15" fmla="*/ 29001 h 31344"/>
                  <a:gd name="connsiteX16" fmla="*/ 23704 w 31344"/>
                  <a:gd name="connsiteY16" fmla="*/ 27210 h 31344"/>
                  <a:gd name="connsiteX17" fmla="*/ 29077 w 31344"/>
                  <a:gd name="connsiteY17" fmla="*/ 19598 h 31344"/>
                  <a:gd name="connsiteX18" fmla="*/ 27286 w 31344"/>
                  <a:gd name="connsiteY18" fmla="*/ 10194 h 31344"/>
                  <a:gd name="connsiteX19" fmla="*/ 19674 w 31344"/>
                  <a:gd name="connsiteY19" fmla="*/ 4821 h 31344"/>
                  <a:gd name="connsiteX20" fmla="*/ 16987 w 31344"/>
                  <a:gd name="connsiteY20" fmla="*/ 4821 h 31344"/>
                  <a:gd name="connsiteX21" fmla="*/ 2658 w 31344"/>
                  <a:gd name="connsiteY21" fmla="*/ 14224 h 31344"/>
                  <a:gd name="connsiteX22" fmla="*/ 2658 w 31344"/>
                  <a:gd name="connsiteY22" fmla="*/ 14224 h 31344"/>
                  <a:gd name="connsiteX23" fmla="*/ 2658 w 31344"/>
                  <a:gd name="connsiteY23" fmla="*/ 14224 h 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344" h="31344">
                    <a:moveTo>
                      <a:pt x="16987" y="34375"/>
                    </a:moveTo>
                    <a:cubicBezTo>
                      <a:pt x="15644" y="34375"/>
                      <a:pt x="14300" y="34375"/>
                      <a:pt x="13405" y="33927"/>
                    </a:cubicBezTo>
                    <a:cubicBezTo>
                      <a:pt x="8927" y="33031"/>
                      <a:pt x="5345" y="30345"/>
                      <a:pt x="2658" y="26314"/>
                    </a:cubicBezTo>
                    <a:cubicBezTo>
                      <a:pt x="-29" y="22284"/>
                      <a:pt x="-476" y="17807"/>
                      <a:pt x="419" y="13329"/>
                    </a:cubicBezTo>
                    <a:cubicBezTo>
                      <a:pt x="1315" y="8851"/>
                      <a:pt x="4001" y="5269"/>
                      <a:pt x="8032" y="2582"/>
                    </a:cubicBezTo>
                    <a:cubicBezTo>
                      <a:pt x="12061" y="343"/>
                      <a:pt x="16539" y="-552"/>
                      <a:pt x="21017" y="343"/>
                    </a:cubicBezTo>
                    <a:cubicBezTo>
                      <a:pt x="25495" y="1239"/>
                      <a:pt x="29077" y="3925"/>
                      <a:pt x="31764" y="7956"/>
                    </a:cubicBezTo>
                    <a:cubicBezTo>
                      <a:pt x="34450" y="11986"/>
                      <a:pt x="34898" y="16463"/>
                      <a:pt x="34003" y="20941"/>
                    </a:cubicBezTo>
                    <a:cubicBezTo>
                      <a:pt x="33107" y="25419"/>
                      <a:pt x="30421" y="29001"/>
                      <a:pt x="26390" y="31688"/>
                    </a:cubicBezTo>
                    <a:cubicBezTo>
                      <a:pt x="23256" y="33479"/>
                      <a:pt x="20122" y="34375"/>
                      <a:pt x="16987" y="34375"/>
                    </a:cubicBezTo>
                    <a:close/>
                    <a:moveTo>
                      <a:pt x="16987" y="4821"/>
                    </a:moveTo>
                    <a:cubicBezTo>
                      <a:pt x="14748" y="4821"/>
                      <a:pt x="12509" y="5269"/>
                      <a:pt x="10270" y="6612"/>
                    </a:cubicBezTo>
                    <a:cubicBezTo>
                      <a:pt x="7584" y="8403"/>
                      <a:pt x="5345" y="11090"/>
                      <a:pt x="4897" y="14224"/>
                    </a:cubicBezTo>
                    <a:lnTo>
                      <a:pt x="4897" y="14224"/>
                    </a:lnTo>
                    <a:cubicBezTo>
                      <a:pt x="4001" y="17359"/>
                      <a:pt x="4897" y="20941"/>
                      <a:pt x="6688" y="23628"/>
                    </a:cubicBezTo>
                    <a:cubicBezTo>
                      <a:pt x="8479" y="26314"/>
                      <a:pt x="11166" y="28553"/>
                      <a:pt x="14300" y="29001"/>
                    </a:cubicBezTo>
                    <a:cubicBezTo>
                      <a:pt x="17435" y="29897"/>
                      <a:pt x="21017" y="29001"/>
                      <a:pt x="23704" y="27210"/>
                    </a:cubicBezTo>
                    <a:cubicBezTo>
                      <a:pt x="26390" y="25419"/>
                      <a:pt x="28629" y="22732"/>
                      <a:pt x="29077" y="19598"/>
                    </a:cubicBezTo>
                    <a:cubicBezTo>
                      <a:pt x="29973" y="16463"/>
                      <a:pt x="29077" y="12881"/>
                      <a:pt x="27286" y="10194"/>
                    </a:cubicBezTo>
                    <a:cubicBezTo>
                      <a:pt x="25495" y="7508"/>
                      <a:pt x="22808" y="5269"/>
                      <a:pt x="19674" y="4821"/>
                    </a:cubicBezTo>
                    <a:cubicBezTo>
                      <a:pt x="18778" y="5269"/>
                      <a:pt x="17883" y="4821"/>
                      <a:pt x="16987" y="4821"/>
                    </a:cubicBezTo>
                    <a:close/>
                    <a:moveTo>
                      <a:pt x="2658" y="14224"/>
                    </a:moveTo>
                    <a:lnTo>
                      <a:pt x="2658" y="14224"/>
                    </a:lnTo>
                    <a:lnTo>
                      <a:pt x="2658" y="14224"/>
                    </a:ln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2546" name="Freeform: Shape 4655">
              <a:extLst>
                <a:ext uri="{FF2B5EF4-FFF2-40B4-BE49-F238E27FC236}">
                  <a16:creationId xmlns:a16="http://schemas.microsoft.com/office/drawing/2014/main" id="{9D39EFDD-B0F4-B758-A26D-BD81668D91D3}"/>
                </a:ext>
                <a:ext uri="{C183D7F6-B498-43B3-948B-1728B52AA6E4}">
                  <adec:decorative xmlns:adec="http://schemas.microsoft.com/office/drawing/2017/decorative" val="1"/>
                </a:ext>
              </a:extLst>
            </p:cNvPr>
            <p:cNvSpPr>
              <a:spLocks noChangeAspect="1"/>
            </p:cNvSpPr>
            <p:nvPr/>
          </p:nvSpPr>
          <p:spPr>
            <a:xfrm>
              <a:off x="1031203" y="4836188"/>
              <a:ext cx="639070" cy="615400"/>
            </a:xfrm>
            <a:custGeom>
              <a:avLst/>
              <a:gdLst>
                <a:gd name="connsiteX0" fmla="*/ 120453 w 120901"/>
                <a:gd name="connsiteY0" fmla="*/ 20598 h 116423"/>
                <a:gd name="connsiteX1" fmla="*/ 118215 w 120901"/>
                <a:gd name="connsiteY1" fmla="*/ 20598 h 116423"/>
                <a:gd name="connsiteX2" fmla="*/ 118215 w 120901"/>
                <a:gd name="connsiteY2" fmla="*/ 7612 h 116423"/>
                <a:gd name="connsiteX3" fmla="*/ 110602 w 120901"/>
                <a:gd name="connsiteY3" fmla="*/ 0 h 116423"/>
                <a:gd name="connsiteX4" fmla="*/ 80601 w 120901"/>
                <a:gd name="connsiteY4" fmla="*/ 0 h 116423"/>
                <a:gd name="connsiteX5" fmla="*/ 62689 w 120901"/>
                <a:gd name="connsiteY5" fmla="*/ 10747 h 116423"/>
                <a:gd name="connsiteX6" fmla="*/ 44778 w 120901"/>
                <a:gd name="connsiteY6" fmla="*/ 0 h 116423"/>
                <a:gd name="connsiteX7" fmla="*/ 14777 w 120901"/>
                <a:gd name="connsiteY7" fmla="*/ 0 h 116423"/>
                <a:gd name="connsiteX8" fmla="*/ 7164 w 120901"/>
                <a:gd name="connsiteY8" fmla="*/ 7612 h 116423"/>
                <a:gd name="connsiteX9" fmla="*/ 7164 w 120901"/>
                <a:gd name="connsiteY9" fmla="*/ 20598 h 116423"/>
                <a:gd name="connsiteX10" fmla="*/ 4925 w 120901"/>
                <a:gd name="connsiteY10" fmla="*/ 20598 h 116423"/>
                <a:gd name="connsiteX11" fmla="*/ 0 w 120901"/>
                <a:gd name="connsiteY11" fmla="*/ 25076 h 116423"/>
                <a:gd name="connsiteX12" fmla="*/ 0 w 120901"/>
                <a:gd name="connsiteY12" fmla="*/ 98960 h 116423"/>
                <a:gd name="connsiteX13" fmla="*/ 7164 w 120901"/>
                <a:gd name="connsiteY13" fmla="*/ 105676 h 116423"/>
                <a:gd name="connsiteX14" fmla="*/ 47465 w 120901"/>
                <a:gd name="connsiteY14" fmla="*/ 105676 h 116423"/>
                <a:gd name="connsiteX15" fmla="*/ 60451 w 120901"/>
                <a:gd name="connsiteY15" fmla="*/ 117319 h 116423"/>
                <a:gd name="connsiteX16" fmla="*/ 60451 w 120901"/>
                <a:gd name="connsiteY16" fmla="*/ 117767 h 116423"/>
                <a:gd name="connsiteX17" fmla="*/ 60451 w 120901"/>
                <a:gd name="connsiteY17" fmla="*/ 118214 h 116423"/>
                <a:gd name="connsiteX18" fmla="*/ 60898 w 120901"/>
                <a:gd name="connsiteY18" fmla="*/ 118662 h 116423"/>
                <a:gd name="connsiteX19" fmla="*/ 60898 w 120901"/>
                <a:gd name="connsiteY19" fmla="*/ 119110 h 116423"/>
                <a:gd name="connsiteX20" fmla="*/ 61346 w 120901"/>
                <a:gd name="connsiteY20" fmla="*/ 119558 h 116423"/>
                <a:gd name="connsiteX21" fmla="*/ 61346 w 120901"/>
                <a:gd name="connsiteY21" fmla="*/ 119558 h 116423"/>
                <a:gd name="connsiteX22" fmla="*/ 61346 w 120901"/>
                <a:gd name="connsiteY22" fmla="*/ 119558 h 116423"/>
                <a:gd name="connsiteX23" fmla="*/ 61794 w 120901"/>
                <a:gd name="connsiteY23" fmla="*/ 119558 h 116423"/>
                <a:gd name="connsiteX24" fmla="*/ 61794 w 120901"/>
                <a:gd name="connsiteY24" fmla="*/ 119558 h 116423"/>
                <a:gd name="connsiteX25" fmla="*/ 62242 w 120901"/>
                <a:gd name="connsiteY25" fmla="*/ 119558 h 116423"/>
                <a:gd name="connsiteX26" fmla="*/ 62242 w 120901"/>
                <a:gd name="connsiteY26" fmla="*/ 119558 h 116423"/>
                <a:gd name="connsiteX27" fmla="*/ 62242 w 120901"/>
                <a:gd name="connsiteY27" fmla="*/ 119558 h 116423"/>
                <a:gd name="connsiteX28" fmla="*/ 62242 w 120901"/>
                <a:gd name="connsiteY28" fmla="*/ 119558 h 116423"/>
                <a:gd name="connsiteX29" fmla="*/ 62242 w 120901"/>
                <a:gd name="connsiteY29" fmla="*/ 119558 h 116423"/>
                <a:gd name="connsiteX30" fmla="*/ 62242 w 120901"/>
                <a:gd name="connsiteY30" fmla="*/ 119558 h 116423"/>
                <a:gd name="connsiteX31" fmla="*/ 62242 w 120901"/>
                <a:gd name="connsiteY31" fmla="*/ 119558 h 116423"/>
                <a:gd name="connsiteX32" fmla="*/ 62242 w 120901"/>
                <a:gd name="connsiteY32" fmla="*/ 119558 h 116423"/>
                <a:gd name="connsiteX33" fmla="*/ 62242 w 120901"/>
                <a:gd name="connsiteY33" fmla="*/ 119558 h 116423"/>
                <a:gd name="connsiteX34" fmla="*/ 62689 w 120901"/>
                <a:gd name="connsiteY34" fmla="*/ 119558 h 116423"/>
                <a:gd name="connsiteX35" fmla="*/ 62689 w 120901"/>
                <a:gd name="connsiteY35" fmla="*/ 119558 h 116423"/>
                <a:gd name="connsiteX36" fmla="*/ 63137 w 120901"/>
                <a:gd name="connsiteY36" fmla="*/ 119558 h 116423"/>
                <a:gd name="connsiteX37" fmla="*/ 63137 w 120901"/>
                <a:gd name="connsiteY37" fmla="*/ 119558 h 116423"/>
                <a:gd name="connsiteX38" fmla="*/ 63585 w 120901"/>
                <a:gd name="connsiteY38" fmla="*/ 119110 h 116423"/>
                <a:gd name="connsiteX39" fmla="*/ 63585 w 120901"/>
                <a:gd name="connsiteY39" fmla="*/ 119110 h 116423"/>
                <a:gd name="connsiteX40" fmla="*/ 64033 w 120901"/>
                <a:gd name="connsiteY40" fmla="*/ 118214 h 116423"/>
                <a:gd name="connsiteX41" fmla="*/ 77019 w 120901"/>
                <a:gd name="connsiteY41" fmla="*/ 106572 h 116423"/>
                <a:gd name="connsiteX42" fmla="*/ 117319 w 120901"/>
                <a:gd name="connsiteY42" fmla="*/ 106572 h 116423"/>
                <a:gd name="connsiteX43" fmla="*/ 124483 w 120901"/>
                <a:gd name="connsiteY43" fmla="*/ 99855 h 116423"/>
                <a:gd name="connsiteX44" fmla="*/ 124483 w 120901"/>
                <a:gd name="connsiteY44" fmla="*/ 25971 h 116423"/>
                <a:gd name="connsiteX45" fmla="*/ 120453 w 120901"/>
                <a:gd name="connsiteY45" fmla="*/ 20598 h 116423"/>
                <a:gd name="connsiteX46" fmla="*/ 80153 w 120901"/>
                <a:gd name="connsiteY46" fmla="*/ 4478 h 116423"/>
                <a:gd name="connsiteX47" fmla="*/ 110154 w 120901"/>
                <a:gd name="connsiteY47" fmla="*/ 4478 h 116423"/>
                <a:gd name="connsiteX48" fmla="*/ 113289 w 120901"/>
                <a:gd name="connsiteY48" fmla="*/ 7612 h 116423"/>
                <a:gd name="connsiteX49" fmla="*/ 113289 w 120901"/>
                <a:gd name="connsiteY49" fmla="*/ 88213 h 116423"/>
                <a:gd name="connsiteX50" fmla="*/ 110154 w 120901"/>
                <a:gd name="connsiteY50" fmla="*/ 91348 h 116423"/>
                <a:gd name="connsiteX51" fmla="*/ 75675 w 120901"/>
                <a:gd name="connsiteY51" fmla="*/ 91348 h 116423"/>
                <a:gd name="connsiteX52" fmla="*/ 64928 w 120901"/>
                <a:gd name="connsiteY52" fmla="*/ 95377 h 116423"/>
                <a:gd name="connsiteX53" fmla="*/ 64481 w 120901"/>
                <a:gd name="connsiteY53" fmla="*/ 95825 h 116423"/>
                <a:gd name="connsiteX54" fmla="*/ 64481 w 120901"/>
                <a:gd name="connsiteY54" fmla="*/ 19703 h 116423"/>
                <a:gd name="connsiteX55" fmla="*/ 80153 w 120901"/>
                <a:gd name="connsiteY55" fmla="*/ 4478 h 116423"/>
                <a:gd name="connsiteX56" fmla="*/ 11642 w 120901"/>
                <a:gd name="connsiteY56" fmla="*/ 7612 h 116423"/>
                <a:gd name="connsiteX57" fmla="*/ 14777 w 120901"/>
                <a:gd name="connsiteY57" fmla="*/ 4478 h 116423"/>
                <a:gd name="connsiteX58" fmla="*/ 44778 w 120901"/>
                <a:gd name="connsiteY58" fmla="*/ 4478 h 116423"/>
                <a:gd name="connsiteX59" fmla="*/ 60451 w 120901"/>
                <a:gd name="connsiteY59" fmla="*/ 19703 h 116423"/>
                <a:gd name="connsiteX60" fmla="*/ 60451 w 120901"/>
                <a:gd name="connsiteY60" fmla="*/ 38061 h 116423"/>
                <a:gd name="connsiteX61" fmla="*/ 60451 w 120901"/>
                <a:gd name="connsiteY61" fmla="*/ 95825 h 116423"/>
                <a:gd name="connsiteX62" fmla="*/ 60003 w 120901"/>
                <a:gd name="connsiteY62" fmla="*/ 95377 h 116423"/>
                <a:gd name="connsiteX63" fmla="*/ 49704 w 120901"/>
                <a:gd name="connsiteY63" fmla="*/ 91348 h 116423"/>
                <a:gd name="connsiteX64" fmla="*/ 49256 w 120901"/>
                <a:gd name="connsiteY64" fmla="*/ 91348 h 116423"/>
                <a:gd name="connsiteX65" fmla="*/ 14777 w 120901"/>
                <a:gd name="connsiteY65" fmla="*/ 91348 h 116423"/>
                <a:gd name="connsiteX66" fmla="*/ 11642 w 120901"/>
                <a:gd name="connsiteY66" fmla="*/ 88213 h 116423"/>
                <a:gd name="connsiteX67" fmla="*/ 11642 w 120901"/>
                <a:gd name="connsiteY67" fmla="*/ 7612 h 116423"/>
                <a:gd name="connsiteX68" fmla="*/ 47465 w 120901"/>
                <a:gd name="connsiteY68" fmla="*/ 101199 h 116423"/>
                <a:gd name="connsiteX69" fmla="*/ 47465 w 120901"/>
                <a:gd name="connsiteY69" fmla="*/ 101199 h 116423"/>
                <a:gd name="connsiteX70" fmla="*/ 7164 w 120901"/>
                <a:gd name="connsiteY70" fmla="*/ 101199 h 116423"/>
                <a:gd name="connsiteX71" fmla="*/ 4478 w 120901"/>
                <a:gd name="connsiteY71" fmla="*/ 98960 h 116423"/>
                <a:gd name="connsiteX72" fmla="*/ 4925 w 120901"/>
                <a:gd name="connsiteY72" fmla="*/ 25076 h 116423"/>
                <a:gd name="connsiteX73" fmla="*/ 7164 w 120901"/>
                <a:gd name="connsiteY73" fmla="*/ 25076 h 116423"/>
                <a:gd name="connsiteX74" fmla="*/ 7164 w 120901"/>
                <a:gd name="connsiteY74" fmla="*/ 88213 h 116423"/>
                <a:gd name="connsiteX75" fmla="*/ 14777 w 120901"/>
                <a:gd name="connsiteY75" fmla="*/ 95825 h 116423"/>
                <a:gd name="connsiteX76" fmla="*/ 49704 w 120901"/>
                <a:gd name="connsiteY76" fmla="*/ 95825 h 116423"/>
                <a:gd name="connsiteX77" fmla="*/ 56868 w 120901"/>
                <a:gd name="connsiteY77" fmla="*/ 98512 h 116423"/>
                <a:gd name="connsiteX78" fmla="*/ 60451 w 120901"/>
                <a:gd name="connsiteY78" fmla="*/ 106572 h 116423"/>
                <a:gd name="connsiteX79" fmla="*/ 47465 w 120901"/>
                <a:gd name="connsiteY79" fmla="*/ 101199 h 116423"/>
                <a:gd name="connsiteX80" fmla="*/ 120453 w 120901"/>
                <a:gd name="connsiteY80" fmla="*/ 98960 h 116423"/>
                <a:gd name="connsiteX81" fmla="*/ 117767 w 120901"/>
                <a:gd name="connsiteY81" fmla="*/ 101199 h 116423"/>
                <a:gd name="connsiteX82" fmla="*/ 77466 w 120901"/>
                <a:gd name="connsiteY82" fmla="*/ 101199 h 116423"/>
                <a:gd name="connsiteX83" fmla="*/ 77466 w 120901"/>
                <a:gd name="connsiteY83" fmla="*/ 101199 h 116423"/>
                <a:gd name="connsiteX84" fmla="*/ 64928 w 120901"/>
                <a:gd name="connsiteY84" fmla="*/ 106572 h 116423"/>
                <a:gd name="connsiteX85" fmla="*/ 68063 w 120901"/>
                <a:gd name="connsiteY85" fmla="*/ 98512 h 116423"/>
                <a:gd name="connsiteX86" fmla="*/ 75675 w 120901"/>
                <a:gd name="connsiteY86" fmla="*/ 95825 h 116423"/>
                <a:gd name="connsiteX87" fmla="*/ 110154 w 120901"/>
                <a:gd name="connsiteY87" fmla="*/ 95825 h 116423"/>
                <a:gd name="connsiteX88" fmla="*/ 117767 w 120901"/>
                <a:gd name="connsiteY88" fmla="*/ 88213 h 116423"/>
                <a:gd name="connsiteX89" fmla="*/ 117767 w 120901"/>
                <a:gd name="connsiteY89" fmla="*/ 25076 h 116423"/>
                <a:gd name="connsiteX90" fmla="*/ 120453 w 120901"/>
                <a:gd name="connsiteY90" fmla="*/ 25076 h 116423"/>
                <a:gd name="connsiteX91" fmla="*/ 120453 w 120901"/>
                <a:gd name="connsiteY91" fmla="*/ 98960 h 11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20901" h="116423">
                  <a:moveTo>
                    <a:pt x="120453" y="20598"/>
                  </a:moveTo>
                  <a:lnTo>
                    <a:pt x="118215" y="20598"/>
                  </a:lnTo>
                  <a:lnTo>
                    <a:pt x="118215" y="7612"/>
                  </a:lnTo>
                  <a:cubicBezTo>
                    <a:pt x="118215" y="3582"/>
                    <a:pt x="114632" y="0"/>
                    <a:pt x="110602" y="0"/>
                  </a:cubicBezTo>
                  <a:lnTo>
                    <a:pt x="80601" y="0"/>
                  </a:lnTo>
                  <a:cubicBezTo>
                    <a:pt x="72988" y="0"/>
                    <a:pt x="66272" y="4478"/>
                    <a:pt x="62689" y="10747"/>
                  </a:cubicBezTo>
                  <a:cubicBezTo>
                    <a:pt x="59555" y="4478"/>
                    <a:pt x="52838" y="0"/>
                    <a:pt x="44778" y="0"/>
                  </a:cubicBezTo>
                  <a:lnTo>
                    <a:pt x="14777" y="0"/>
                  </a:lnTo>
                  <a:cubicBezTo>
                    <a:pt x="10747" y="0"/>
                    <a:pt x="7164" y="3582"/>
                    <a:pt x="7164" y="7612"/>
                  </a:cubicBezTo>
                  <a:lnTo>
                    <a:pt x="7164" y="20598"/>
                  </a:lnTo>
                  <a:lnTo>
                    <a:pt x="4925" y="20598"/>
                  </a:lnTo>
                  <a:cubicBezTo>
                    <a:pt x="2239" y="20598"/>
                    <a:pt x="0" y="22837"/>
                    <a:pt x="0" y="25076"/>
                  </a:cubicBezTo>
                  <a:lnTo>
                    <a:pt x="0" y="98960"/>
                  </a:lnTo>
                  <a:cubicBezTo>
                    <a:pt x="0" y="102542"/>
                    <a:pt x="3582" y="105676"/>
                    <a:pt x="7164" y="105676"/>
                  </a:cubicBezTo>
                  <a:lnTo>
                    <a:pt x="47465" y="105676"/>
                  </a:lnTo>
                  <a:cubicBezTo>
                    <a:pt x="47913" y="105676"/>
                    <a:pt x="58659" y="105676"/>
                    <a:pt x="60451" y="117319"/>
                  </a:cubicBezTo>
                  <a:cubicBezTo>
                    <a:pt x="60451" y="117319"/>
                    <a:pt x="60451" y="117319"/>
                    <a:pt x="60451" y="117767"/>
                  </a:cubicBezTo>
                  <a:cubicBezTo>
                    <a:pt x="60451" y="117767"/>
                    <a:pt x="60451" y="118214"/>
                    <a:pt x="60451" y="118214"/>
                  </a:cubicBezTo>
                  <a:cubicBezTo>
                    <a:pt x="60451" y="118214"/>
                    <a:pt x="60451" y="118662"/>
                    <a:pt x="60898" y="118662"/>
                  </a:cubicBezTo>
                  <a:cubicBezTo>
                    <a:pt x="60898" y="118662"/>
                    <a:pt x="60898" y="118662"/>
                    <a:pt x="60898" y="119110"/>
                  </a:cubicBezTo>
                  <a:cubicBezTo>
                    <a:pt x="60898" y="119110"/>
                    <a:pt x="61346" y="119110"/>
                    <a:pt x="61346" y="119558"/>
                  </a:cubicBezTo>
                  <a:cubicBezTo>
                    <a:pt x="61346" y="119558"/>
                    <a:pt x="61346" y="119558"/>
                    <a:pt x="61346" y="119558"/>
                  </a:cubicBezTo>
                  <a:cubicBezTo>
                    <a:pt x="61346" y="119558"/>
                    <a:pt x="61346" y="119558"/>
                    <a:pt x="61346" y="119558"/>
                  </a:cubicBezTo>
                  <a:cubicBezTo>
                    <a:pt x="61346" y="119558"/>
                    <a:pt x="61794" y="119558"/>
                    <a:pt x="61794" y="119558"/>
                  </a:cubicBezTo>
                  <a:cubicBezTo>
                    <a:pt x="61794" y="119558"/>
                    <a:pt x="61794" y="119558"/>
                    <a:pt x="61794" y="119558"/>
                  </a:cubicBezTo>
                  <a:cubicBezTo>
                    <a:pt x="61794" y="119558"/>
                    <a:pt x="61794" y="119558"/>
                    <a:pt x="62242" y="119558"/>
                  </a:cubicBezTo>
                  <a:cubicBezTo>
                    <a:pt x="62242" y="119558"/>
                    <a:pt x="62242" y="119558"/>
                    <a:pt x="62242" y="119558"/>
                  </a:cubicBezTo>
                  <a:cubicBezTo>
                    <a:pt x="62242" y="119558"/>
                    <a:pt x="62242" y="119558"/>
                    <a:pt x="62242" y="119558"/>
                  </a:cubicBezTo>
                  <a:cubicBezTo>
                    <a:pt x="62242" y="119558"/>
                    <a:pt x="62242" y="119558"/>
                    <a:pt x="62242" y="119558"/>
                  </a:cubicBezTo>
                  <a:lnTo>
                    <a:pt x="62242" y="119558"/>
                  </a:lnTo>
                  <a:cubicBezTo>
                    <a:pt x="62242" y="119558"/>
                    <a:pt x="62242" y="119558"/>
                    <a:pt x="62242" y="119558"/>
                  </a:cubicBezTo>
                  <a:cubicBezTo>
                    <a:pt x="62242" y="119558"/>
                    <a:pt x="62242" y="119558"/>
                    <a:pt x="62242" y="119558"/>
                  </a:cubicBezTo>
                  <a:cubicBezTo>
                    <a:pt x="62242" y="119558"/>
                    <a:pt x="62242" y="119558"/>
                    <a:pt x="62242" y="119558"/>
                  </a:cubicBezTo>
                  <a:cubicBezTo>
                    <a:pt x="62242" y="119558"/>
                    <a:pt x="62242" y="119558"/>
                    <a:pt x="62242" y="119558"/>
                  </a:cubicBezTo>
                  <a:cubicBezTo>
                    <a:pt x="62242" y="119558"/>
                    <a:pt x="62242" y="119558"/>
                    <a:pt x="62689" y="119558"/>
                  </a:cubicBezTo>
                  <a:cubicBezTo>
                    <a:pt x="62689" y="119558"/>
                    <a:pt x="62689" y="119558"/>
                    <a:pt x="62689" y="119558"/>
                  </a:cubicBezTo>
                  <a:cubicBezTo>
                    <a:pt x="62689" y="119558"/>
                    <a:pt x="63137" y="119558"/>
                    <a:pt x="63137" y="119558"/>
                  </a:cubicBezTo>
                  <a:cubicBezTo>
                    <a:pt x="63137" y="119558"/>
                    <a:pt x="63137" y="119558"/>
                    <a:pt x="63137" y="119558"/>
                  </a:cubicBezTo>
                  <a:cubicBezTo>
                    <a:pt x="63585" y="119558"/>
                    <a:pt x="63585" y="119110"/>
                    <a:pt x="63585" y="119110"/>
                  </a:cubicBezTo>
                  <a:cubicBezTo>
                    <a:pt x="63585" y="119110"/>
                    <a:pt x="63585" y="119110"/>
                    <a:pt x="63585" y="119110"/>
                  </a:cubicBezTo>
                  <a:cubicBezTo>
                    <a:pt x="64033" y="118662"/>
                    <a:pt x="64033" y="118662"/>
                    <a:pt x="64033" y="118214"/>
                  </a:cubicBezTo>
                  <a:cubicBezTo>
                    <a:pt x="65824" y="107020"/>
                    <a:pt x="76571" y="106572"/>
                    <a:pt x="77019" y="106572"/>
                  </a:cubicBezTo>
                  <a:lnTo>
                    <a:pt x="117319" y="106572"/>
                  </a:lnTo>
                  <a:cubicBezTo>
                    <a:pt x="121349" y="106572"/>
                    <a:pt x="124483" y="103437"/>
                    <a:pt x="124483" y="99855"/>
                  </a:cubicBezTo>
                  <a:lnTo>
                    <a:pt x="124483" y="25971"/>
                  </a:lnTo>
                  <a:cubicBezTo>
                    <a:pt x="124931" y="22389"/>
                    <a:pt x="123140" y="20598"/>
                    <a:pt x="120453" y="20598"/>
                  </a:cubicBezTo>
                  <a:close/>
                  <a:moveTo>
                    <a:pt x="80153" y="4478"/>
                  </a:moveTo>
                  <a:lnTo>
                    <a:pt x="110154" y="4478"/>
                  </a:lnTo>
                  <a:cubicBezTo>
                    <a:pt x="111945" y="4478"/>
                    <a:pt x="113289" y="5821"/>
                    <a:pt x="113289" y="7612"/>
                  </a:cubicBezTo>
                  <a:lnTo>
                    <a:pt x="113289" y="88213"/>
                  </a:lnTo>
                  <a:cubicBezTo>
                    <a:pt x="113289" y="90004"/>
                    <a:pt x="111945" y="91348"/>
                    <a:pt x="110154" y="91348"/>
                  </a:cubicBezTo>
                  <a:lnTo>
                    <a:pt x="75675" y="91348"/>
                  </a:lnTo>
                  <a:cubicBezTo>
                    <a:pt x="75227" y="91348"/>
                    <a:pt x="69406" y="90900"/>
                    <a:pt x="64928" y="95377"/>
                  </a:cubicBezTo>
                  <a:cubicBezTo>
                    <a:pt x="64928" y="95377"/>
                    <a:pt x="64481" y="95825"/>
                    <a:pt x="64481" y="95825"/>
                  </a:cubicBezTo>
                  <a:lnTo>
                    <a:pt x="64481" y="19703"/>
                  </a:lnTo>
                  <a:cubicBezTo>
                    <a:pt x="64481" y="11195"/>
                    <a:pt x="71645" y="4478"/>
                    <a:pt x="80153" y="4478"/>
                  </a:cubicBezTo>
                  <a:close/>
                  <a:moveTo>
                    <a:pt x="11642" y="7612"/>
                  </a:moveTo>
                  <a:cubicBezTo>
                    <a:pt x="11642" y="5821"/>
                    <a:pt x="12986" y="4478"/>
                    <a:pt x="14777" y="4478"/>
                  </a:cubicBezTo>
                  <a:lnTo>
                    <a:pt x="44778" y="4478"/>
                  </a:lnTo>
                  <a:cubicBezTo>
                    <a:pt x="53286" y="4478"/>
                    <a:pt x="60451" y="11195"/>
                    <a:pt x="60451" y="19703"/>
                  </a:cubicBezTo>
                  <a:lnTo>
                    <a:pt x="60451" y="38061"/>
                  </a:lnTo>
                  <a:lnTo>
                    <a:pt x="60451" y="95825"/>
                  </a:lnTo>
                  <a:cubicBezTo>
                    <a:pt x="60451" y="95825"/>
                    <a:pt x="60003" y="95377"/>
                    <a:pt x="60003" y="95377"/>
                  </a:cubicBezTo>
                  <a:cubicBezTo>
                    <a:pt x="55973" y="91795"/>
                    <a:pt x="51495" y="91348"/>
                    <a:pt x="49704" y="91348"/>
                  </a:cubicBezTo>
                  <a:cubicBezTo>
                    <a:pt x="49256" y="91348"/>
                    <a:pt x="49256" y="91348"/>
                    <a:pt x="49256" y="91348"/>
                  </a:cubicBezTo>
                  <a:lnTo>
                    <a:pt x="14777" y="91348"/>
                  </a:lnTo>
                  <a:cubicBezTo>
                    <a:pt x="12986" y="91348"/>
                    <a:pt x="11642" y="90004"/>
                    <a:pt x="11642" y="88213"/>
                  </a:cubicBezTo>
                  <a:lnTo>
                    <a:pt x="11642" y="7612"/>
                  </a:lnTo>
                  <a:close/>
                  <a:moveTo>
                    <a:pt x="47465" y="101199"/>
                  </a:moveTo>
                  <a:cubicBezTo>
                    <a:pt x="47465" y="101199"/>
                    <a:pt x="47465" y="101199"/>
                    <a:pt x="47465" y="101199"/>
                  </a:cubicBezTo>
                  <a:lnTo>
                    <a:pt x="7164" y="101199"/>
                  </a:lnTo>
                  <a:cubicBezTo>
                    <a:pt x="5373" y="101199"/>
                    <a:pt x="4478" y="99855"/>
                    <a:pt x="4478" y="98960"/>
                  </a:cubicBezTo>
                  <a:lnTo>
                    <a:pt x="4925" y="25076"/>
                  </a:lnTo>
                  <a:lnTo>
                    <a:pt x="7164" y="25076"/>
                  </a:lnTo>
                  <a:lnTo>
                    <a:pt x="7164" y="88213"/>
                  </a:lnTo>
                  <a:cubicBezTo>
                    <a:pt x="7164" y="92243"/>
                    <a:pt x="10747" y="95825"/>
                    <a:pt x="14777" y="95825"/>
                  </a:cubicBezTo>
                  <a:lnTo>
                    <a:pt x="49704" y="95825"/>
                  </a:lnTo>
                  <a:cubicBezTo>
                    <a:pt x="49704" y="95825"/>
                    <a:pt x="54181" y="95825"/>
                    <a:pt x="56868" y="98512"/>
                  </a:cubicBezTo>
                  <a:cubicBezTo>
                    <a:pt x="58659" y="100303"/>
                    <a:pt x="60003" y="102990"/>
                    <a:pt x="60451" y="106572"/>
                  </a:cubicBezTo>
                  <a:cubicBezTo>
                    <a:pt x="55973" y="102542"/>
                    <a:pt x="50599" y="101199"/>
                    <a:pt x="47465" y="101199"/>
                  </a:cubicBezTo>
                  <a:close/>
                  <a:moveTo>
                    <a:pt x="120453" y="98960"/>
                  </a:moveTo>
                  <a:cubicBezTo>
                    <a:pt x="120453" y="99855"/>
                    <a:pt x="119110" y="101199"/>
                    <a:pt x="117767" y="101199"/>
                  </a:cubicBezTo>
                  <a:lnTo>
                    <a:pt x="77466" y="101199"/>
                  </a:lnTo>
                  <a:cubicBezTo>
                    <a:pt x="77466" y="101199"/>
                    <a:pt x="77466" y="101199"/>
                    <a:pt x="77466" y="101199"/>
                  </a:cubicBezTo>
                  <a:cubicBezTo>
                    <a:pt x="74332" y="101199"/>
                    <a:pt x="68511" y="102542"/>
                    <a:pt x="64928" y="106572"/>
                  </a:cubicBezTo>
                  <a:cubicBezTo>
                    <a:pt x="65376" y="102990"/>
                    <a:pt x="66272" y="100303"/>
                    <a:pt x="68063" y="98512"/>
                  </a:cubicBezTo>
                  <a:cubicBezTo>
                    <a:pt x="71197" y="95377"/>
                    <a:pt x="75675" y="95825"/>
                    <a:pt x="75675" y="95825"/>
                  </a:cubicBezTo>
                  <a:lnTo>
                    <a:pt x="110154" y="95825"/>
                  </a:lnTo>
                  <a:cubicBezTo>
                    <a:pt x="114184" y="95825"/>
                    <a:pt x="117767" y="92243"/>
                    <a:pt x="117767" y="88213"/>
                  </a:cubicBezTo>
                  <a:lnTo>
                    <a:pt x="117767" y="25076"/>
                  </a:lnTo>
                  <a:lnTo>
                    <a:pt x="120453" y="25076"/>
                  </a:lnTo>
                  <a:lnTo>
                    <a:pt x="120453" y="98960"/>
                  </a:lnTo>
                  <a:close/>
                </a:path>
              </a:pathLst>
            </a:custGeom>
            <a:solidFill>
              <a:schemeClr val="accent4"/>
            </a:soli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1910" name="Group 4893">
              <a:extLst>
                <a:ext uri="{FF2B5EF4-FFF2-40B4-BE49-F238E27FC236}">
                  <a16:creationId xmlns:a16="http://schemas.microsoft.com/office/drawing/2014/main" id="{628C5FB1-3F19-0A02-CEC8-F5B1083ADFB9}"/>
                </a:ext>
                <a:ext uri="{C183D7F6-B498-43B3-948B-1728B52AA6E4}">
                  <adec:decorative xmlns:adec="http://schemas.microsoft.com/office/drawing/2017/decorative" val="1"/>
                </a:ext>
              </a:extLst>
            </p:cNvPr>
            <p:cNvGrpSpPr>
              <a:grpSpLocks noChangeAspect="1"/>
            </p:cNvGrpSpPr>
            <p:nvPr/>
          </p:nvGrpSpPr>
          <p:grpSpPr>
            <a:xfrm>
              <a:off x="965134" y="1863262"/>
              <a:ext cx="733745" cy="570433"/>
              <a:chOff x="592827" y="2017790"/>
              <a:chExt cx="138812" cy="107916"/>
            </a:xfrm>
            <a:solidFill>
              <a:schemeClr val="tx2"/>
            </a:solidFill>
          </p:grpSpPr>
          <p:sp>
            <p:nvSpPr>
              <p:cNvPr id="1911" name="Freeform: Shape 4894">
                <a:extLst>
                  <a:ext uri="{FF2B5EF4-FFF2-40B4-BE49-F238E27FC236}">
                    <a16:creationId xmlns:a16="http://schemas.microsoft.com/office/drawing/2014/main" id="{DEE0C8D4-4DBD-1C8B-25E6-D1112AE75931}"/>
                  </a:ext>
                </a:extLst>
              </p:cNvPr>
              <p:cNvSpPr/>
              <p:nvPr/>
            </p:nvSpPr>
            <p:spPr>
              <a:xfrm>
                <a:off x="592827" y="2017790"/>
                <a:ext cx="138812" cy="94034"/>
              </a:xfrm>
              <a:custGeom>
                <a:avLst/>
                <a:gdLst>
                  <a:gd name="connsiteX0" fmla="*/ 69406 w 138812"/>
                  <a:gd name="connsiteY0" fmla="*/ 95825 h 94034"/>
                  <a:gd name="connsiteX1" fmla="*/ 29106 w 138812"/>
                  <a:gd name="connsiteY1" fmla="*/ 95825 h 94034"/>
                  <a:gd name="connsiteX2" fmla="*/ 0 w 138812"/>
                  <a:gd name="connsiteY2" fmla="*/ 66719 h 94034"/>
                  <a:gd name="connsiteX3" fmla="*/ 13433 w 138812"/>
                  <a:gd name="connsiteY3" fmla="*/ 42091 h 94034"/>
                  <a:gd name="connsiteX4" fmla="*/ 55973 w 138812"/>
                  <a:gd name="connsiteY4" fmla="*/ 0 h 94034"/>
                  <a:gd name="connsiteX5" fmla="*/ 94930 w 138812"/>
                  <a:gd name="connsiteY5" fmla="*/ 25076 h 94034"/>
                  <a:gd name="connsiteX6" fmla="*/ 102990 w 138812"/>
                  <a:gd name="connsiteY6" fmla="*/ 24180 h 94034"/>
                  <a:gd name="connsiteX7" fmla="*/ 138812 w 138812"/>
                  <a:gd name="connsiteY7" fmla="*/ 60003 h 94034"/>
                  <a:gd name="connsiteX8" fmla="*/ 136573 w 138812"/>
                  <a:gd name="connsiteY8" fmla="*/ 62242 h 94034"/>
                  <a:gd name="connsiteX9" fmla="*/ 134335 w 138812"/>
                  <a:gd name="connsiteY9" fmla="*/ 60003 h 94034"/>
                  <a:gd name="connsiteX10" fmla="*/ 102990 w 138812"/>
                  <a:gd name="connsiteY10" fmla="*/ 28658 h 94034"/>
                  <a:gd name="connsiteX11" fmla="*/ 94034 w 138812"/>
                  <a:gd name="connsiteY11" fmla="*/ 30001 h 94034"/>
                  <a:gd name="connsiteX12" fmla="*/ 91347 w 138812"/>
                  <a:gd name="connsiteY12" fmla="*/ 28658 h 94034"/>
                  <a:gd name="connsiteX13" fmla="*/ 55973 w 138812"/>
                  <a:gd name="connsiteY13" fmla="*/ 4478 h 94034"/>
                  <a:gd name="connsiteX14" fmla="*/ 17911 w 138812"/>
                  <a:gd name="connsiteY14" fmla="*/ 42539 h 94034"/>
                  <a:gd name="connsiteX15" fmla="*/ 17911 w 138812"/>
                  <a:gd name="connsiteY15" fmla="*/ 43435 h 94034"/>
                  <a:gd name="connsiteX16" fmla="*/ 17016 w 138812"/>
                  <a:gd name="connsiteY16" fmla="*/ 45226 h 94034"/>
                  <a:gd name="connsiteX17" fmla="*/ 4478 w 138812"/>
                  <a:gd name="connsiteY17" fmla="*/ 66719 h 94034"/>
                  <a:gd name="connsiteX18" fmla="*/ 29106 w 138812"/>
                  <a:gd name="connsiteY18" fmla="*/ 91347 h 94034"/>
                  <a:gd name="connsiteX19" fmla="*/ 69406 w 138812"/>
                  <a:gd name="connsiteY19" fmla="*/ 91347 h 94034"/>
                  <a:gd name="connsiteX20" fmla="*/ 71645 w 138812"/>
                  <a:gd name="connsiteY20" fmla="*/ 93586 h 94034"/>
                  <a:gd name="connsiteX21" fmla="*/ 69406 w 138812"/>
                  <a:gd name="connsiteY21" fmla="*/ 95825 h 9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8812" h="94034">
                    <a:moveTo>
                      <a:pt x="69406" y="95825"/>
                    </a:moveTo>
                    <a:lnTo>
                      <a:pt x="29106" y="95825"/>
                    </a:lnTo>
                    <a:cubicBezTo>
                      <a:pt x="12986" y="95825"/>
                      <a:pt x="0" y="82840"/>
                      <a:pt x="0" y="66719"/>
                    </a:cubicBezTo>
                    <a:cubicBezTo>
                      <a:pt x="0" y="56868"/>
                      <a:pt x="4926" y="47465"/>
                      <a:pt x="13433" y="42091"/>
                    </a:cubicBezTo>
                    <a:cubicBezTo>
                      <a:pt x="13433" y="18807"/>
                      <a:pt x="32688" y="0"/>
                      <a:pt x="55973" y="0"/>
                    </a:cubicBezTo>
                    <a:cubicBezTo>
                      <a:pt x="72541" y="0"/>
                      <a:pt x="88213" y="9851"/>
                      <a:pt x="94930" y="25076"/>
                    </a:cubicBezTo>
                    <a:cubicBezTo>
                      <a:pt x="97616" y="24628"/>
                      <a:pt x="100303" y="24180"/>
                      <a:pt x="102990" y="24180"/>
                    </a:cubicBezTo>
                    <a:cubicBezTo>
                      <a:pt x="122692" y="24180"/>
                      <a:pt x="138812" y="40300"/>
                      <a:pt x="138812" y="60003"/>
                    </a:cubicBezTo>
                    <a:cubicBezTo>
                      <a:pt x="138812" y="61346"/>
                      <a:pt x="137917" y="62242"/>
                      <a:pt x="136573" y="62242"/>
                    </a:cubicBezTo>
                    <a:cubicBezTo>
                      <a:pt x="135230" y="62242"/>
                      <a:pt x="134335" y="60898"/>
                      <a:pt x="134335" y="60003"/>
                    </a:cubicBezTo>
                    <a:cubicBezTo>
                      <a:pt x="134335" y="42539"/>
                      <a:pt x="120453" y="28658"/>
                      <a:pt x="102990" y="28658"/>
                    </a:cubicBezTo>
                    <a:cubicBezTo>
                      <a:pt x="99855" y="28658"/>
                      <a:pt x="97169" y="29106"/>
                      <a:pt x="94034" y="30001"/>
                    </a:cubicBezTo>
                    <a:cubicBezTo>
                      <a:pt x="93139" y="30449"/>
                      <a:pt x="91795" y="29554"/>
                      <a:pt x="91347" y="28658"/>
                    </a:cubicBezTo>
                    <a:cubicBezTo>
                      <a:pt x="85526" y="14329"/>
                      <a:pt x="71645" y="4478"/>
                      <a:pt x="55973" y="4478"/>
                    </a:cubicBezTo>
                    <a:cubicBezTo>
                      <a:pt x="34927" y="4478"/>
                      <a:pt x="17911" y="21493"/>
                      <a:pt x="17911" y="42539"/>
                    </a:cubicBezTo>
                    <a:lnTo>
                      <a:pt x="17911" y="43435"/>
                    </a:lnTo>
                    <a:cubicBezTo>
                      <a:pt x="17911" y="44330"/>
                      <a:pt x="17463" y="44778"/>
                      <a:pt x="17016" y="45226"/>
                    </a:cubicBezTo>
                    <a:cubicBezTo>
                      <a:pt x="9403" y="49704"/>
                      <a:pt x="4478" y="57764"/>
                      <a:pt x="4478" y="66719"/>
                    </a:cubicBezTo>
                    <a:cubicBezTo>
                      <a:pt x="4478" y="80153"/>
                      <a:pt x="15672" y="91347"/>
                      <a:pt x="29106" y="91347"/>
                    </a:cubicBezTo>
                    <a:lnTo>
                      <a:pt x="69406" y="91347"/>
                    </a:lnTo>
                    <a:cubicBezTo>
                      <a:pt x="70750" y="91347"/>
                      <a:pt x="71645" y="92243"/>
                      <a:pt x="71645" y="93586"/>
                    </a:cubicBezTo>
                    <a:cubicBezTo>
                      <a:pt x="71645" y="94930"/>
                      <a:pt x="70750" y="95825"/>
                      <a:pt x="69406" y="95825"/>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12" name="Freeform: Shape 4895">
                <a:extLst>
                  <a:ext uri="{FF2B5EF4-FFF2-40B4-BE49-F238E27FC236}">
                    <a16:creationId xmlns:a16="http://schemas.microsoft.com/office/drawing/2014/main" id="{B62EE632-4D74-A0AF-2866-796A545DA59E}"/>
                  </a:ext>
                </a:extLst>
              </p:cNvPr>
              <p:cNvSpPr/>
              <p:nvPr/>
            </p:nvSpPr>
            <p:spPr>
              <a:xfrm>
                <a:off x="673428" y="2071972"/>
                <a:ext cx="44778" cy="53734"/>
              </a:xfrm>
              <a:custGeom>
                <a:avLst/>
                <a:gdLst>
                  <a:gd name="connsiteX0" fmla="*/ 42539 w 44778"/>
                  <a:gd name="connsiteY0" fmla="*/ 20150 h 53733"/>
                  <a:gd name="connsiteX1" fmla="*/ 39853 w 44778"/>
                  <a:gd name="connsiteY1" fmla="*/ 20150 h 53733"/>
                  <a:gd name="connsiteX2" fmla="*/ 39853 w 44778"/>
                  <a:gd name="connsiteY2" fmla="*/ 17464 h 53733"/>
                  <a:gd name="connsiteX3" fmla="*/ 22389 w 44778"/>
                  <a:gd name="connsiteY3" fmla="*/ 0 h 53733"/>
                  <a:gd name="connsiteX4" fmla="*/ 4926 w 44778"/>
                  <a:gd name="connsiteY4" fmla="*/ 17464 h 53733"/>
                  <a:gd name="connsiteX5" fmla="*/ 4926 w 44778"/>
                  <a:gd name="connsiteY5" fmla="*/ 20150 h 53733"/>
                  <a:gd name="connsiteX6" fmla="*/ 2239 w 44778"/>
                  <a:gd name="connsiteY6" fmla="*/ 20150 h 53733"/>
                  <a:gd name="connsiteX7" fmla="*/ 0 w 44778"/>
                  <a:gd name="connsiteY7" fmla="*/ 22389 h 53733"/>
                  <a:gd name="connsiteX8" fmla="*/ 0 w 44778"/>
                  <a:gd name="connsiteY8" fmla="*/ 52390 h 53733"/>
                  <a:gd name="connsiteX9" fmla="*/ 2239 w 44778"/>
                  <a:gd name="connsiteY9" fmla="*/ 54629 h 53733"/>
                  <a:gd name="connsiteX10" fmla="*/ 42539 w 44778"/>
                  <a:gd name="connsiteY10" fmla="*/ 54629 h 53733"/>
                  <a:gd name="connsiteX11" fmla="*/ 44778 w 44778"/>
                  <a:gd name="connsiteY11" fmla="*/ 52390 h 53733"/>
                  <a:gd name="connsiteX12" fmla="*/ 44778 w 44778"/>
                  <a:gd name="connsiteY12" fmla="*/ 22389 h 53733"/>
                  <a:gd name="connsiteX13" fmla="*/ 42539 w 44778"/>
                  <a:gd name="connsiteY13" fmla="*/ 20150 h 53733"/>
                  <a:gd name="connsiteX14" fmla="*/ 9403 w 44778"/>
                  <a:gd name="connsiteY14" fmla="*/ 17464 h 53733"/>
                  <a:gd name="connsiteX15" fmla="*/ 22389 w 44778"/>
                  <a:gd name="connsiteY15" fmla="*/ 4478 h 53733"/>
                  <a:gd name="connsiteX16" fmla="*/ 35375 w 44778"/>
                  <a:gd name="connsiteY16" fmla="*/ 17464 h 53733"/>
                  <a:gd name="connsiteX17" fmla="*/ 35375 w 44778"/>
                  <a:gd name="connsiteY17" fmla="*/ 20150 h 53733"/>
                  <a:gd name="connsiteX18" fmla="*/ 9851 w 44778"/>
                  <a:gd name="connsiteY18" fmla="*/ 20150 h 53733"/>
                  <a:gd name="connsiteX19" fmla="*/ 9851 w 44778"/>
                  <a:gd name="connsiteY19" fmla="*/ 17464 h 53733"/>
                  <a:gd name="connsiteX20" fmla="*/ 40300 w 44778"/>
                  <a:gd name="connsiteY20" fmla="*/ 50599 h 53733"/>
                  <a:gd name="connsiteX21" fmla="*/ 4478 w 44778"/>
                  <a:gd name="connsiteY21" fmla="*/ 50599 h 53733"/>
                  <a:gd name="connsiteX22" fmla="*/ 4478 w 44778"/>
                  <a:gd name="connsiteY22" fmla="*/ 25076 h 53733"/>
                  <a:gd name="connsiteX23" fmla="*/ 7165 w 44778"/>
                  <a:gd name="connsiteY23" fmla="*/ 25076 h 53733"/>
                  <a:gd name="connsiteX24" fmla="*/ 37166 w 44778"/>
                  <a:gd name="connsiteY24" fmla="*/ 25076 h 53733"/>
                  <a:gd name="connsiteX25" fmla="*/ 40300 w 44778"/>
                  <a:gd name="connsiteY25" fmla="*/ 25076 h 53733"/>
                  <a:gd name="connsiteX26" fmla="*/ 40300 w 44778"/>
                  <a:gd name="connsiteY26" fmla="*/ 50599 h 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778" h="53733">
                    <a:moveTo>
                      <a:pt x="42539" y="20150"/>
                    </a:moveTo>
                    <a:lnTo>
                      <a:pt x="39853" y="20150"/>
                    </a:lnTo>
                    <a:lnTo>
                      <a:pt x="39853" y="17464"/>
                    </a:lnTo>
                    <a:cubicBezTo>
                      <a:pt x="39853" y="8060"/>
                      <a:pt x="32240" y="0"/>
                      <a:pt x="22389" y="0"/>
                    </a:cubicBezTo>
                    <a:cubicBezTo>
                      <a:pt x="12538" y="0"/>
                      <a:pt x="4926" y="7612"/>
                      <a:pt x="4926" y="17464"/>
                    </a:cubicBezTo>
                    <a:lnTo>
                      <a:pt x="4926" y="20150"/>
                    </a:lnTo>
                    <a:lnTo>
                      <a:pt x="2239" y="20150"/>
                    </a:lnTo>
                    <a:cubicBezTo>
                      <a:pt x="896" y="20150"/>
                      <a:pt x="0" y="21046"/>
                      <a:pt x="0" y="22389"/>
                    </a:cubicBezTo>
                    <a:lnTo>
                      <a:pt x="0" y="52390"/>
                    </a:lnTo>
                    <a:cubicBezTo>
                      <a:pt x="0" y="53734"/>
                      <a:pt x="896" y="54629"/>
                      <a:pt x="2239" y="54629"/>
                    </a:cubicBezTo>
                    <a:lnTo>
                      <a:pt x="42539" y="54629"/>
                    </a:lnTo>
                    <a:cubicBezTo>
                      <a:pt x="43883" y="54629"/>
                      <a:pt x="44778" y="53734"/>
                      <a:pt x="44778" y="52390"/>
                    </a:cubicBezTo>
                    <a:lnTo>
                      <a:pt x="44778" y="22389"/>
                    </a:lnTo>
                    <a:cubicBezTo>
                      <a:pt x="44778" y="21046"/>
                      <a:pt x="43883" y="20150"/>
                      <a:pt x="42539" y="20150"/>
                    </a:cubicBezTo>
                    <a:close/>
                    <a:moveTo>
                      <a:pt x="9403" y="17464"/>
                    </a:moveTo>
                    <a:cubicBezTo>
                      <a:pt x="9403" y="10299"/>
                      <a:pt x="15225" y="4478"/>
                      <a:pt x="22389" y="4478"/>
                    </a:cubicBezTo>
                    <a:cubicBezTo>
                      <a:pt x="29554" y="4478"/>
                      <a:pt x="35375" y="10299"/>
                      <a:pt x="35375" y="17464"/>
                    </a:cubicBezTo>
                    <a:lnTo>
                      <a:pt x="35375" y="20150"/>
                    </a:lnTo>
                    <a:lnTo>
                      <a:pt x="9851" y="20150"/>
                    </a:lnTo>
                    <a:lnTo>
                      <a:pt x="9851" y="17464"/>
                    </a:lnTo>
                    <a:close/>
                    <a:moveTo>
                      <a:pt x="40300" y="50599"/>
                    </a:moveTo>
                    <a:lnTo>
                      <a:pt x="4478" y="50599"/>
                    </a:lnTo>
                    <a:lnTo>
                      <a:pt x="4478" y="25076"/>
                    </a:lnTo>
                    <a:lnTo>
                      <a:pt x="7165" y="25076"/>
                    </a:lnTo>
                    <a:lnTo>
                      <a:pt x="37166" y="25076"/>
                    </a:lnTo>
                    <a:lnTo>
                      <a:pt x="40300" y="25076"/>
                    </a:lnTo>
                    <a:lnTo>
                      <a:pt x="40300" y="50599"/>
                    </a:ln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1913" name="Freeform: Shape 4896">
                <a:extLst>
                  <a:ext uri="{FF2B5EF4-FFF2-40B4-BE49-F238E27FC236}">
                    <a16:creationId xmlns:a16="http://schemas.microsoft.com/office/drawing/2014/main" id="{2D90B928-5F8A-9003-0A01-048B5138734C}"/>
                  </a:ext>
                </a:extLst>
              </p:cNvPr>
              <p:cNvSpPr/>
              <p:nvPr/>
            </p:nvSpPr>
            <p:spPr>
              <a:xfrm>
                <a:off x="690892" y="2104660"/>
                <a:ext cx="8956" cy="13433"/>
              </a:xfrm>
              <a:custGeom>
                <a:avLst/>
                <a:gdLst>
                  <a:gd name="connsiteX0" fmla="*/ 9851 w 8955"/>
                  <a:gd name="connsiteY0" fmla="*/ 4926 h 13433"/>
                  <a:gd name="connsiteX1" fmla="*/ 4926 w 8955"/>
                  <a:gd name="connsiteY1" fmla="*/ 0 h 13433"/>
                  <a:gd name="connsiteX2" fmla="*/ 0 w 8955"/>
                  <a:gd name="connsiteY2" fmla="*/ 4926 h 13433"/>
                  <a:gd name="connsiteX3" fmla="*/ 3582 w 8955"/>
                  <a:gd name="connsiteY3" fmla="*/ 9851 h 13433"/>
                  <a:gd name="connsiteX4" fmla="*/ 3582 w 8955"/>
                  <a:gd name="connsiteY4" fmla="*/ 15225 h 13433"/>
                  <a:gd name="connsiteX5" fmla="*/ 6717 w 8955"/>
                  <a:gd name="connsiteY5" fmla="*/ 15225 h 13433"/>
                  <a:gd name="connsiteX6" fmla="*/ 6717 w 8955"/>
                  <a:gd name="connsiteY6" fmla="*/ 9851 h 13433"/>
                  <a:gd name="connsiteX7" fmla="*/ 9851 w 8955"/>
                  <a:gd name="connsiteY7" fmla="*/ 4926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 h="13433">
                    <a:moveTo>
                      <a:pt x="9851" y="4926"/>
                    </a:moveTo>
                    <a:cubicBezTo>
                      <a:pt x="9851" y="2239"/>
                      <a:pt x="7612" y="0"/>
                      <a:pt x="4926" y="0"/>
                    </a:cubicBezTo>
                    <a:cubicBezTo>
                      <a:pt x="2239" y="0"/>
                      <a:pt x="0" y="2239"/>
                      <a:pt x="0" y="4926"/>
                    </a:cubicBezTo>
                    <a:cubicBezTo>
                      <a:pt x="0" y="7165"/>
                      <a:pt x="1343" y="8956"/>
                      <a:pt x="3582" y="9851"/>
                    </a:cubicBezTo>
                    <a:lnTo>
                      <a:pt x="3582" y="15225"/>
                    </a:lnTo>
                    <a:lnTo>
                      <a:pt x="6717" y="15225"/>
                    </a:lnTo>
                    <a:lnTo>
                      <a:pt x="6717" y="9851"/>
                    </a:lnTo>
                    <a:cubicBezTo>
                      <a:pt x="8508" y="8956"/>
                      <a:pt x="9851" y="7165"/>
                      <a:pt x="9851" y="4926"/>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352" name="Group 3626">
              <a:extLst>
                <a:ext uri="{FF2B5EF4-FFF2-40B4-BE49-F238E27FC236}">
                  <a16:creationId xmlns:a16="http://schemas.microsoft.com/office/drawing/2014/main" id="{72434392-98D8-2222-22AC-56EE70338A0D}"/>
                </a:ext>
                <a:ext uri="{C183D7F6-B498-43B3-948B-1728B52AA6E4}">
                  <adec:decorative xmlns:adec="http://schemas.microsoft.com/office/drawing/2017/decorative" val="1"/>
                </a:ext>
              </a:extLst>
            </p:cNvPr>
            <p:cNvGrpSpPr>
              <a:grpSpLocks noChangeAspect="1"/>
            </p:cNvGrpSpPr>
            <p:nvPr/>
          </p:nvGrpSpPr>
          <p:grpSpPr>
            <a:xfrm>
              <a:off x="5770086" y="4723012"/>
              <a:ext cx="979704" cy="850798"/>
              <a:chOff x="9097417" y="4902855"/>
              <a:chExt cx="170305" cy="147896"/>
            </a:xfrm>
            <a:gradFill flip="none" rotWithShape="1">
              <a:gsLst>
                <a:gs pos="0">
                  <a:srgbClr val="111937"/>
                </a:gs>
                <a:gs pos="34000">
                  <a:srgbClr val="0058AB"/>
                </a:gs>
                <a:gs pos="70000">
                  <a:srgbClr val="1DB8F2"/>
                </a:gs>
                <a:gs pos="100000">
                  <a:srgbClr val="00D5D0"/>
                </a:gs>
              </a:gsLst>
              <a:lin ang="0" scaled="1"/>
              <a:tileRect/>
            </a:gradFill>
          </p:grpSpPr>
          <p:sp>
            <p:nvSpPr>
              <p:cNvPr id="3353" name="Freeform: Shape 3627">
                <a:extLst>
                  <a:ext uri="{FF2B5EF4-FFF2-40B4-BE49-F238E27FC236}">
                    <a16:creationId xmlns:a16="http://schemas.microsoft.com/office/drawing/2014/main" id="{EB7C2E63-6897-5EF7-3944-1454651E837E}"/>
                  </a:ext>
                </a:extLst>
              </p:cNvPr>
              <p:cNvSpPr/>
              <p:nvPr/>
            </p:nvSpPr>
            <p:spPr>
              <a:xfrm>
                <a:off x="9173158" y="4915964"/>
                <a:ext cx="17927" cy="17927"/>
              </a:xfrm>
              <a:custGeom>
                <a:avLst/>
                <a:gdLst>
                  <a:gd name="connsiteX0" fmla="*/ 9860 w 17926"/>
                  <a:gd name="connsiteY0" fmla="*/ 0 h 17926"/>
                  <a:gd name="connsiteX1" fmla="*/ 0 w 17926"/>
                  <a:gd name="connsiteY1" fmla="*/ 9860 h 17926"/>
                  <a:gd name="connsiteX2" fmla="*/ 9860 w 17926"/>
                  <a:gd name="connsiteY2" fmla="*/ 19720 h 17926"/>
                  <a:gd name="connsiteX3" fmla="*/ 19720 w 17926"/>
                  <a:gd name="connsiteY3" fmla="*/ 9860 h 17926"/>
                  <a:gd name="connsiteX4" fmla="*/ 9860 w 17926"/>
                  <a:gd name="connsiteY4" fmla="*/ 0 h 17926"/>
                  <a:gd name="connsiteX5" fmla="*/ 9860 w 17926"/>
                  <a:gd name="connsiteY5" fmla="*/ 14790 h 17926"/>
                  <a:gd name="connsiteX6" fmla="*/ 4482 w 17926"/>
                  <a:gd name="connsiteY6" fmla="*/ 9411 h 17926"/>
                  <a:gd name="connsiteX7" fmla="*/ 9860 w 17926"/>
                  <a:gd name="connsiteY7" fmla="*/ 4034 h 17926"/>
                  <a:gd name="connsiteX8" fmla="*/ 15238 w 17926"/>
                  <a:gd name="connsiteY8" fmla="*/ 9411 h 17926"/>
                  <a:gd name="connsiteX9" fmla="*/ 9860 w 17926"/>
                  <a:gd name="connsiteY9" fmla="*/ 14790 h 1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26" h="17926">
                    <a:moveTo>
                      <a:pt x="9860" y="0"/>
                    </a:moveTo>
                    <a:cubicBezTo>
                      <a:pt x="4482" y="0"/>
                      <a:pt x="0" y="4482"/>
                      <a:pt x="0" y="9860"/>
                    </a:cubicBezTo>
                    <a:cubicBezTo>
                      <a:pt x="0" y="15238"/>
                      <a:pt x="4482" y="19720"/>
                      <a:pt x="9860" y="19720"/>
                    </a:cubicBezTo>
                    <a:cubicBezTo>
                      <a:pt x="15238" y="19720"/>
                      <a:pt x="19720" y="15238"/>
                      <a:pt x="19720" y="9860"/>
                    </a:cubicBezTo>
                    <a:cubicBezTo>
                      <a:pt x="19720" y="4482"/>
                      <a:pt x="15238" y="0"/>
                      <a:pt x="9860" y="0"/>
                    </a:cubicBezTo>
                    <a:close/>
                    <a:moveTo>
                      <a:pt x="9860" y="14790"/>
                    </a:moveTo>
                    <a:cubicBezTo>
                      <a:pt x="7171" y="14790"/>
                      <a:pt x="4482" y="12549"/>
                      <a:pt x="4482" y="9411"/>
                    </a:cubicBezTo>
                    <a:cubicBezTo>
                      <a:pt x="4482" y="6723"/>
                      <a:pt x="6723" y="4034"/>
                      <a:pt x="9860" y="4034"/>
                    </a:cubicBezTo>
                    <a:cubicBezTo>
                      <a:pt x="12997" y="4034"/>
                      <a:pt x="15238" y="6274"/>
                      <a:pt x="15238" y="9411"/>
                    </a:cubicBezTo>
                    <a:cubicBezTo>
                      <a:pt x="15238" y="12549"/>
                      <a:pt x="12997" y="14790"/>
                      <a:pt x="9860" y="14790"/>
                    </a:cubicBezTo>
                    <a:close/>
                  </a:path>
                </a:pathLst>
              </a:custGeom>
              <a:grp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354" name="Freeform: Shape 3628">
                <a:extLst>
                  <a:ext uri="{FF2B5EF4-FFF2-40B4-BE49-F238E27FC236}">
                    <a16:creationId xmlns:a16="http://schemas.microsoft.com/office/drawing/2014/main" id="{E3C417F0-D630-C80E-A35A-54F7D47779AB}"/>
                  </a:ext>
                </a:extLst>
              </p:cNvPr>
              <p:cNvSpPr/>
              <p:nvPr/>
            </p:nvSpPr>
            <p:spPr>
              <a:xfrm>
                <a:off x="9097417" y="4902855"/>
                <a:ext cx="170305" cy="147896"/>
              </a:xfrm>
              <a:custGeom>
                <a:avLst/>
                <a:gdLst>
                  <a:gd name="connsiteX0" fmla="*/ 169409 w 170304"/>
                  <a:gd name="connsiteY0" fmla="*/ 148008 h 147896"/>
                  <a:gd name="connsiteX1" fmla="*/ 161790 w 170304"/>
                  <a:gd name="connsiteY1" fmla="*/ 148008 h 147896"/>
                  <a:gd name="connsiteX2" fmla="*/ 161790 w 170304"/>
                  <a:gd name="connsiteY2" fmla="*/ 141286 h 147896"/>
                  <a:gd name="connsiteX3" fmla="*/ 158652 w 170304"/>
                  <a:gd name="connsiteY3" fmla="*/ 138149 h 147896"/>
                  <a:gd name="connsiteX4" fmla="*/ 155515 w 170304"/>
                  <a:gd name="connsiteY4" fmla="*/ 138149 h 147896"/>
                  <a:gd name="connsiteX5" fmla="*/ 155515 w 170304"/>
                  <a:gd name="connsiteY5" fmla="*/ 131426 h 147896"/>
                  <a:gd name="connsiteX6" fmla="*/ 152378 w 170304"/>
                  <a:gd name="connsiteY6" fmla="*/ 128289 h 147896"/>
                  <a:gd name="connsiteX7" fmla="*/ 146104 w 170304"/>
                  <a:gd name="connsiteY7" fmla="*/ 128289 h 147896"/>
                  <a:gd name="connsiteX8" fmla="*/ 146104 w 170304"/>
                  <a:gd name="connsiteY8" fmla="*/ 53444 h 147896"/>
                  <a:gd name="connsiteX9" fmla="*/ 147448 w 170304"/>
                  <a:gd name="connsiteY9" fmla="*/ 53444 h 147896"/>
                  <a:gd name="connsiteX10" fmla="*/ 150585 w 170304"/>
                  <a:gd name="connsiteY10" fmla="*/ 50307 h 147896"/>
                  <a:gd name="connsiteX11" fmla="*/ 150585 w 170304"/>
                  <a:gd name="connsiteY11" fmla="*/ 38655 h 147896"/>
                  <a:gd name="connsiteX12" fmla="*/ 147448 w 170304"/>
                  <a:gd name="connsiteY12" fmla="*/ 35518 h 147896"/>
                  <a:gd name="connsiteX13" fmla="*/ 138933 w 170304"/>
                  <a:gd name="connsiteY13" fmla="*/ 35518 h 147896"/>
                  <a:gd name="connsiteX14" fmla="*/ 89186 w 170304"/>
                  <a:gd name="connsiteY14" fmla="*/ 1008 h 147896"/>
                  <a:gd name="connsiteX15" fmla="*/ 82015 w 170304"/>
                  <a:gd name="connsiteY15" fmla="*/ 1008 h 147896"/>
                  <a:gd name="connsiteX16" fmla="*/ 32268 w 170304"/>
                  <a:gd name="connsiteY16" fmla="*/ 35518 h 147896"/>
                  <a:gd name="connsiteX17" fmla="*/ 24201 w 170304"/>
                  <a:gd name="connsiteY17" fmla="*/ 35518 h 147896"/>
                  <a:gd name="connsiteX18" fmla="*/ 21064 w 170304"/>
                  <a:gd name="connsiteY18" fmla="*/ 38655 h 147896"/>
                  <a:gd name="connsiteX19" fmla="*/ 21064 w 170304"/>
                  <a:gd name="connsiteY19" fmla="*/ 50307 h 147896"/>
                  <a:gd name="connsiteX20" fmla="*/ 24201 w 170304"/>
                  <a:gd name="connsiteY20" fmla="*/ 53444 h 147896"/>
                  <a:gd name="connsiteX21" fmla="*/ 25098 w 170304"/>
                  <a:gd name="connsiteY21" fmla="*/ 53444 h 147896"/>
                  <a:gd name="connsiteX22" fmla="*/ 25098 w 170304"/>
                  <a:gd name="connsiteY22" fmla="*/ 127840 h 147896"/>
                  <a:gd name="connsiteX23" fmla="*/ 19272 w 170304"/>
                  <a:gd name="connsiteY23" fmla="*/ 127840 h 147896"/>
                  <a:gd name="connsiteX24" fmla="*/ 16134 w 170304"/>
                  <a:gd name="connsiteY24" fmla="*/ 130978 h 147896"/>
                  <a:gd name="connsiteX25" fmla="*/ 16134 w 170304"/>
                  <a:gd name="connsiteY25" fmla="*/ 137700 h 147896"/>
                  <a:gd name="connsiteX26" fmla="*/ 12997 w 170304"/>
                  <a:gd name="connsiteY26" fmla="*/ 137700 h 147896"/>
                  <a:gd name="connsiteX27" fmla="*/ 9860 w 170304"/>
                  <a:gd name="connsiteY27" fmla="*/ 140838 h 147896"/>
                  <a:gd name="connsiteX28" fmla="*/ 9860 w 170304"/>
                  <a:gd name="connsiteY28" fmla="*/ 147560 h 147896"/>
                  <a:gd name="connsiteX29" fmla="*/ 2241 w 170304"/>
                  <a:gd name="connsiteY29" fmla="*/ 147560 h 147896"/>
                  <a:gd name="connsiteX30" fmla="*/ 0 w 170304"/>
                  <a:gd name="connsiteY30" fmla="*/ 149801 h 147896"/>
                  <a:gd name="connsiteX31" fmla="*/ 2241 w 170304"/>
                  <a:gd name="connsiteY31" fmla="*/ 152042 h 147896"/>
                  <a:gd name="connsiteX32" fmla="*/ 169409 w 170304"/>
                  <a:gd name="connsiteY32" fmla="*/ 152042 h 147896"/>
                  <a:gd name="connsiteX33" fmla="*/ 171649 w 170304"/>
                  <a:gd name="connsiteY33" fmla="*/ 149801 h 147896"/>
                  <a:gd name="connsiteX34" fmla="*/ 169409 w 170304"/>
                  <a:gd name="connsiteY34" fmla="*/ 148008 h 147896"/>
                  <a:gd name="connsiteX35" fmla="*/ 141622 w 170304"/>
                  <a:gd name="connsiteY35" fmla="*/ 128289 h 147896"/>
                  <a:gd name="connsiteX36" fmla="*/ 134899 w 170304"/>
                  <a:gd name="connsiteY36" fmla="*/ 128289 h 147896"/>
                  <a:gd name="connsiteX37" fmla="*/ 134899 w 170304"/>
                  <a:gd name="connsiteY37" fmla="*/ 53444 h 147896"/>
                  <a:gd name="connsiteX38" fmla="*/ 141622 w 170304"/>
                  <a:gd name="connsiteY38" fmla="*/ 53444 h 147896"/>
                  <a:gd name="connsiteX39" fmla="*/ 141622 w 170304"/>
                  <a:gd name="connsiteY39" fmla="*/ 128289 h 147896"/>
                  <a:gd name="connsiteX40" fmla="*/ 111146 w 170304"/>
                  <a:gd name="connsiteY40" fmla="*/ 128289 h 147896"/>
                  <a:gd name="connsiteX41" fmla="*/ 111146 w 170304"/>
                  <a:gd name="connsiteY41" fmla="*/ 53444 h 147896"/>
                  <a:gd name="connsiteX42" fmla="*/ 130866 w 170304"/>
                  <a:gd name="connsiteY42" fmla="*/ 53444 h 147896"/>
                  <a:gd name="connsiteX43" fmla="*/ 130866 w 170304"/>
                  <a:gd name="connsiteY43" fmla="*/ 127840 h 147896"/>
                  <a:gd name="connsiteX44" fmla="*/ 111146 w 170304"/>
                  <a:gd name="connsiteY44" fmla="*/ 127840 h 147896"/>
                  <a:gd name="connsiteX45" fmla="*/ 76189 w 170304"/>
                  <a:gd name="connsiteY45" fmla="*/ 128289 h 147896"/>
                  <a:gd name="connsiteX46" fmla="*/ 76189 w 170304"/>
                  <a:gd name="connsiteY46" fmla="*/ 53444 h 147896"/>
                  <a:gd name="connsiteX47" fmla="*/ 94116 w 170304"/>
                  <a:gd name="connsiteY47" fmla="*/ 53444 h 147896"/>
                  <a:gd name="connsiteX48" fmla="*/ 94116 w 170304"/>
                  <a:gd name="connsiteY48" fmla="*/ 127840 h 147896"/>
                  <a:gd name="connsiteX49" fmla="*/ 76189 w 170304"/>
                  <a:gd name="connsiteY49" fmla="*/ 127840 h 147896"/>
                  <a:gd name="connsiteX50" fmla="*/ 41232 w 170304"/>
                  <a:gd name="connsiteY50" fmla="*/ 128289 h 147896"/>
                  <a:gd name="connsiteX51" fmla="*/ 41232 w 170304"/>
                  <a:gd name="connsiteY51" fmla="*/ 53444 h 147896"/>
                  <a:gd name="connsiteX52" fmla="*/ 58710 w 170304"/>
                  <a:gd name="connsiteY52" fmla="*/ 53444 h 147896"/>
                  <a:gd name="connsiteX53" fmla="*/ 58710 w 170304"/>
                  <a:gd name="connsiteY53" fmla="*/ 127840 h 147896"/>
                  <a:gd name="connsiteX54" fmla="*/ 41232 w 170304"/>
                  <a:gd name="connsiteY54" fmla="*/ 127840 h 147896"/>
                  <a:gd name="connsiteX55" fmla="*/ 63192 w 170304"/>
                  <a:gd name="connsiteY55" fmla="*/ 53444 h 147896"/>
                  <a:gd name="connsiteX56" fmla="*/ 71707 w 170304"/>
                  <a:gd name="connsiteY56" fmla="*/ 53444 h 147896"/>
                  <a:gd name="connsiteX57" fmla="*/ 71707 w 170304"/>
                  <a:gd name="connsiteY57" fmla="*/ 127840 h 147896"/>
                  <a:gd name="connsiteX58" fmla="*/ 63192 w 170304"/>
                  <a:gd name="connsiteY58" fmla="*/ 127840 h 147896"/>
                  <a:gd name="connsiteX59" fmla="*/ 63192 w 170304"/>
                  <a:gd name="connsiteY59" fmla="*/ 53444 h 147896"/>
                  <a:gd name="connsiteX60" fmla="*/ 98149 w 170304"/>
                  <a:gd name="connsiteY60" fmla="*/ 53444 h 147896"/>
                  <a:gd name="connsiteX61" fmla="*/ 106665 w 170304"/>
                  <a:gd name="connsiteY61" fmla="*/ 53444 h 147896"/>
                  <a:gd name="connsiteX62" fmla="*/ 106665 w 170304"/>
                  <a:gd name="connsiteY62" fmla="*/ 127840 h 147896"/>
                  <a:gd name="connsiteX63" fmla="*/ 98149 w 170304"/>
                  <a:gd name="connsiteY63" fmla="*/ 127840 h 147896"/>
                  <a:gd name="connsiteX64" fmla="*/ 98149 w 170304"/>
                  <a:gd name="connsiteY64" fmla="*/ 53444 h 147896"/>
                  <a:gd name="connsiteX65" fmla="*/ 84704 w 170304"/>
                  <a:gd name="connsiteY65" fmla="*/ 5042 h 147896"/>
                  <a:gd name="connsiteX66" fmla="*/ 86945 w 170304"/>
                  <a:gd name="connsiteY66" fmla="*/ 5042 h 147896"/>
                  <a:gd name="connsiteX67" fmla="*/ 131314 w 170304"/>
                  <a:gd name="connsiteY67" fmla="*/ 35966 h 147896"/>
                  <a:gd name="connsiteX68" fmla="*/ 40335 w 170304"/>
                  <a:gd name="connsiteY68" fmla="*/ 35966 h 147896"/>
                  <a:gd name="connsiteX69" fmla="*/ 84704 w 170304"/>
                  <a:gd name="connsiteY69" fmla="*/ 5042 h 147896"/>
                  <a:gd name="connsiteX70" fmla="*/ 25546 w 170304"/>
                  <a:gd name="connsiteY70" fmla="*/ 39999 h 147896"/>
                  <a:gd name="connsiteX71" fmla="*/ 146104 w 170304"/>
                  <a:gd name="connsiteY71" fmla="*/ 39999 h 147896"/>
                  <a:gd name="connsiteX72" fmla="*/ 146104 w 170304"/>
                  <a:gd name="connsiteY72" fmla="*/ 48963 h 147896"/>
                  <a:gd name="connsiteX73" fmla="*/ 143863 w 170304"/>
                  <a:gd name="connsiteY73" fmla="*/ 48963 h 147896"/>
                  <a:gd name="connsiteX74" fmla="*/ 132659 w 170304"/>
                  <a:gd name="connsiteY74" fmla="*/ 48963 h 147896"/>
                  <a:gd name="connsiteX75" fmla="*/ 108457 w 170304"/>
                  <a:gd name="connsiteY75" fmla="*/ 48963 h 147896"/>
                  <a:gd name="connsiteX76" fmla="*/ 95909 w 170304"/>
                  <a:gd name="connsiteY76" fmla="*/ 48963 h 147896"/>
                  <a:gd name="connsiteX77" fmla="*/ 73500 w 170304"/>
                  <a:gd name="connsiteY77" fmla="*/ 48963 h 147896"/>
                  <a:gd name="connsiteX78" fmla="*/ 60503 w 170304"/>
                  <a:gd name="connsiteY78" fmla="*/ 48963 h 147896"/>
                  <a:gd name="connsiteX79" fmla="*/ 38543 w 170304"/>
                  <a:gd name="connsiteY79" fmla="*/ 48963 h 147896"/>
                  <a:gd name="connsiteX80" fmla="*/ 26890 w 170304"/>
                  <a:gd name="connsiteY80" fmla="*/ 48963 h 147896"/>
                  <a:gd name="connsiteX81" fmla="*/ 25098 w 170304"/>
                  <a:gd name="connsiteY81" fmla="*/ 48963 h 147896"/>
                  <a:gd name="connsiteX82" fmla="*/ 25098 w 170304"/>
                  <a:gd name="connsiteY82" fmla="*/ 39999 h 147896"/>
                  <a:gd name="connsiteX83" fmla="*/ 29579 w 170304"/>
                  <a:gd name="connsiteY83" fmla="*/ 53444 h 147896"/>
                  <a:gd name="connsiteX84" fmla="*/ 36750 w 170304"/>
                  <a:gd name="connsiteY84" fmla="*/ 53444 h 147896"/>
                  <a:gd name="connsiteX85" fmla="*/ 36750 w 170304"/>
                  <a:gd name="connsiteY85" fmla="*/ 127840 h 147896"/>
                  <a:gd name="connsiteX86" fmla="*/ 29579 w 170304"/>
                  <a:gd name="connsiteY86" fmla="*/ 127840 h 147896"/>
                  <a:gd name="connsiteX87" fmla="*/ 29579 w 170304"/>
                  <a:gd name="connsiteY87" fmla="*/ 53444 h 147896"/>
                  <a:gd name="connsiteX88" fmla="*/ 20616 w 170304"/>
                  <a:gd name="connsiteY88" fmla="*/ 132771 h 147896"/>
                  <a:gd name="connsiteX89" fmla="*/ 27339 w 170304"/>
                  <a:gd name="connsiteY89" fmla="*/ 132771 h 147896"/>
                  <a:gd name="connsiteX90" fmla="*/ 38991 w 170304"/>
                  <a:gd name="connsiteY90" fmla="*/ 132771 h 147896"/>
                  <a:gd name="connsiteX91" fmla="*/ 60951 w 170304"/>
                  <a:gd name="connsiteY91" fmla="*/ 132771 h 147896"/>
                  <a:gd name="connsiteX92" fmla="*/ 73948 w 170304"/>
                  <a:gd name="connsiteY92" fmla="*/ 132771 h 147896"/>
                  <a:gd name="connsiteX93" fmla="*/ 96357 w 170304"/>
                  <a:gd name="connsiteY93" fmla="*/ 132771 h 147896"/>
                  <a:gd name="connsiteX94" fmla="*/ 109354 w 170304"/>
                  <a:gd name="connsiteY94" fmla="*/ 132771 h 147896"/>
                  <a:gd name="connsiteX95" fmla="*/ 133555 w 170304"/>
                  <a:gd name="connsiteY95" fmla="*/ 132771 h 147896"/>
                  <a:gd name="connsiteX96" fmla="*/ 144759 w 170304"/>
                  <a:gd name="connsiteY96" fmla="*/ 132771 h 147896"/>
                  <a:gd name="connsiteX97" fmla="*/ 151930 w 170304"/>
                  <a:gd name="connsiteY97" fmla="*/ 132771 h 147896"/>
                  <a:gd name="connsiteX98" fmla="*/ 151930 w 170304"/>
                  <a:gd name="connsiteY98" fmla="*/ 138149 h 147896"/>
                  <a:gd name="connsiteX99" fmla="*/ 21512 w 170304"/>
                  <a:gd name="connsiteY99" fmla="*/ 138149 h 147896"/>
                  <a:gd name="connsiteX100" fmla="*/ 21512 w 170304"/>
                  <a:gd name="connsiteY100" fmla="*/ 132771 h 147896"/>
                  <a:gd name="connsiteX101" fmla="*/ 14342 w 170304"/>
                  <a:gd name="connsiteY101" fmla="*/ 142630 h 147896"/>
                  <a:gd name="connsiteX102" fmla="*/ 19272 w 170304"/>
                  <a:gd name="connsiteY102" fmla="*/ 142630 h 147896"/>
                  <a:gd name="connsiteX103" fmla="*/ 152378 w 170304"/>
                  <a:gd name="connsiteY103" fmla="*/ 142630 h 147896"/>
                  <a:gd name="connsiteX104" fmla="*/ 157308 w 170304"/>
                  <a:gd name="connsiteY104" fmla="*/ 142630 h 147896"/>
                  <a:gd name="connsiteX105" fmla="*/ 157308 w 170304"/>
                  <a:gd name="connsiteY105" fmla="*/ 148008 h 147896"/>
                  <a:gd name="connsiteX106" fmla="*/ 13893 w 170304"/>
                  <a:gd name="connsiteY106" fmla="*/ 148008 h 147896"/>
                  <a:gd name="connsiteX107" fmla="*/ 13893 w 170304"/>
                  <a:gd name="connsiteY107" fmla="*/ 142630 h 1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170304" h="147896">
                    <a:moveTo>
                      <a:pt x="169409" y="148008"/>
                    </a:moveTo>
                    <a:lnTo>
                      <a:pt x="161790" y="148008"/>
                    </a:lnTo>
                    <a:lnTo>
                      <a:pt x="161790" y="141286"/>
                    </a:lnTo>
                    <a:cubicBezTo>
                      <a:pt x="161790" y="139493"/>
                      <a:pt x="160445" y="138149"/>
                      <a:pt x="158652" y="138149"/>
                    </a:cubicBezTo>
                    <a:lnTo>
                      <a:pt x="155515" y="138149"/>
                    </a:lnTo>
                    <a:lnTo>
                      <a:pt x="155515" y="131426"/>
                    </a:lnTo>
                    <a:cubicBezTo>
                      <a:pt x="155515" y="129633"/>
                      <a:pt x="154171" y="128289"/>
                      <a:pt x="152378" y="128289"/>
                    </a:cubicBezTo>
                    <a:lnTo>
                      <a:pt x="146104" y="128289"/>
                    </a:lnTo>
                    <a:lnTo>
                      <a:pt x="146104" y="53444"/>
                    </a:lnTo>
                    <a:lnTo>
                      <a:pt x="147448" y="53444"/>
                    </a:lnTo>
                    <a:cubicBezTo>
                      <a:pt x="149241" y="53444"/>
                      <a:pt x="150585" y="52100"/>
                      <a:pt x="150585" y="50307"/>
                    </a:cubicBezTo>
                    <a:lnTo>
                      <a:pt x="150585" y="38655"/>
                    </a:lnTo>
                    <a:cubicBezTo>
                      <a:pt x="150585" y="36862"/>
                      <a:pt x="149241" y="35518"/>
                      <a:pt x="147448" y="35518"/>
                    </a:cubicBezTo>
                    <a:lnTo>
                      <a:pt x="138933" y="35518"/>
                    </a:lnTo>
                    <a:lnTo>
                      <a:pt x="89186" y="1008"/>
                    </a:lnTo>
                    <a:cubicBezTo>
                      <a:pt x="86945" y="-336"/>
                      <a:pt x="84256" y="-336"/>
                      <a:pt x="82015" y="1008"/>
                    </a:cubicBezTo>
                    <a:lnTo>
                      <a:pt x="32268" y="35518"/>
                    </a:lnTo>
                    <a:lnTo>
                      <a:pt x="24201" y="35518"/>
                    </a:lnTo>
                    <a:cubicBezTo>
                      <a:pt x="22409" y="35518"/>
                      <a:pt x="21064" y="36862"/>
                      <a:pt x="21064" y="38655"/>
                    </a:cubicBezTo>
                    <a:lnTo>
                      <a:pt x="21064" y="50307"/>
                    </a:lnTo>
                    <a:cubicBezTo>
                      <a:pt x="21064" y="52100"/>
                      <a:pt x="22409" y="53444"/>
                      <a:pt x="24201" y="53444"/>
                    </a:cubicBezTo>
                    <a:lnTo>
                      <a:pt x="25098" y="53444"/>
                    </a:lnTo>
                    <a:lnTo>
                      <a:pt x="25098" y="127840"/>
                    </a:lnTo>
                    <a:lnTo>
                      <a:pt x="19272" y="127840"/>
                    </a:lnTo>
                    <a:cubicBezTo>
                      <a:pt x="17479" y="127840"/>
                      <a:pt x="16134" y="129185"/>
                      <a:pt x="16134" y="130978"/>
                    </a:cubicBezTo>
                    <a:lnTo>
                      <a:pt x="16134" y="137700"/>
                    </a:lnTo>
                    <a:lnTo>
                      <a:pt x="12997" y="137700"/>
                    </a:lnTo>
                    <a:cubicBezTo>
                      <a:pt x="11204" y="137700"/>
                      <a:pt x="9860" y="139045"/>
                      <a:pt x="9860" y="140838"/>
                    </a:cubicBezTo>
                    <a:lnTo>
                      <a:pt x="9860" y="147560"/>
                    </a:lnTo>
                    <a:lnTo>
                      <a:pt x="2241" y="147560"/>
                    </a:lnTo>
                    <a:cubicBezTo>
                      <a:pt x="896" y="147560"/>
                      <a:pt x="0" y="148456"/>
                      <a:pt x="0" y="149801"/>
                    </a:cubicBezTo>
                    <a:cubicBezTo>
                      <a:pt x="0" y="151145"/>
                      <a:pt x="896" y="152042"/>
                      <a:pt x="2241" y="152042"/>
                    </a:cubicBezTo>
                    <a:lnTo>
                      <a:pt x="169409" y="152042"/>
                    </a:lnTo>
                    <a:cubicBezTo>
                      <a:pt x="170753" y="152042"/>
                      <a:pt x="171649" y="151145"/>
                      <a:pt x="171649" y="149801"/>
                    </a:cubicBezTo>
                    <a:cubicBezTo>
                      <a:pt x="171649" y="148456"/>
                      <a:pt x="170753" y="148008"/>
                      <a:pt x="169409" y="148008"/>
                    </a:cubicBezTo>
                    <a:close/>
                    <a:moveTo>
                      <a:pt x="141622" y="128289"/>
                    </a:moveTo>
                    <a:lnTo>
                      <a:pt x="134899" y="128289"/>
                    </a:lnTo>
                    <a:lnTo>
                      <a:pt x="134899" y="53444"/>
                    </a:lnTo>
                    <a:lnTo>
                      <a:pt x="141622" y="53444"/>
                    </a:lnTo>
                    <a:lnTo>
                      <a:pt x="141622" y="128289"/>
                    </a:lnTo>
                    <a:close/>
                    <a:moveTo>
                      <a:pt x="111146" y="128289"/>
                    </a:moveTo>
                    <a:lnTo>
                      <a:pt x="111146" y="53444"/>
                    </a:lnTo>
                    <a:lnTo>
                      <a:pt x="130866" y="53444"/>
                    </a:lnTo>
                    <a:lnTo>
                      <a:pt x="130866" y="127840"/>
                    </a:lnTo>
                    <a:lnTo>
                      <a:pt x="111146" y="127840"/>
                    </a:lnTo>
                    <a:close/>
                    <a:moveTo>
                      <a:pt x="76189" y="128289"/>
                    </a:moveTo>
                    <a:lnTo>
                      <a:pt x="76189" y="53444"/>
                    </a:lnTo>
                    <a:lnTo>
                      <a:pt x="94116" y="53444"/>
                    </a:lnTo>
                    <a:lnTo>
                      <a:pt x="94116" y="127840"/>
                    </a:lnTo>
                    <a:lnTo>
                      <a:pt x="76189" y="127840"/>
                    </a:lnTo>
                    <a:close/>
                    <a:moveTo>
                      <a:pt x="41232" y="128289"/>
                    </a:moveTo>
                    <a:lnTo>
                      <a:pt x="41232" y="53444"/>
                    </a:lnTo>
                    <a:lnTo>
                      <a:pt x="58710" y="53444"/>
                    </a:lnTo>
                    <a:lnTo>
                      <a:pt x="58710" y="127840"/>
                    </a:lnTo>
                    <a:lnTo>
                      <a:pt x="41232" y="127840"/>
                    </a:lnTo>
                    <a:close/>
                    <a:moveTo>
                      <a:pt x="63192" y="53444"/>
                    </a:moveTo>
                    <a:lnTo>
                      <a:pt x="71707" y="53444"/>
                    </a:lnTo>
                    <a:lnTo>
                      <a:pt x="71707" y="127840"/>
                    </a:lnTo>
                    <a:lnTo>
                      <a:pt x="63192" y="127840"/>
                    </a:lnTo>
                    <a:lnTo>
                      <a:pt x="63192" y="53444"/>
                    </a:lnTo>
                    <a:close/>
                    <a:moveTo>
                      <a:pt x="98149" y="53444"/>
                    </a:moveTo>
                    <a:lnTo>
                      <a:pt x="106665" y="53444"/>
                    </a:lnTo>
                    <a:lnTo>
                      <a:pt x="106665" y="127840"/>
                    </a:lnTo>
                    <a:lnTo>
                      <a:pt x="98149" y="127840"/>
                    </a:lnTo>
                    <a:lnTo>
                      <a:pt x="98149" y="53444"/>
                    </a:lnTo>
                    <a:close/>
                    <a:moveTo>
                      <a:pt x="84704" y="5042"/>
                    </a:moveTo>
                    <a:cubicBezTo>
                      <a:pt x="85601" y="4594"/>
                      <a:pt x="86497" y="4594"/>
                      <a:pt x="86945" y="5042"/>
                    </a:cubicBezTo>
                    <a:lnTo>
                      <a:pt x="131314" y="35966"/>
                    </a:lnTo>
                    <a:lnTo>
                      <a:pt x="40335" y="35966"/>
                    </a:lnTo>
                    <a:lnTo>
                      <a:pt x="84704" y="5042"/>
                    </a:lnTo>
                    <a:close/>
                    <a:moveTo>
                      <a:pt x="25546" y="39999"/>
                    </a:moveTo>
                    <a:lnTo>
                      <a:pt x="146104" y="39999"/>
                    </a:lnTo>
                    <a:lnTo>
                      <a:pt x="146104" y="48963"/>
                    </a:lnTo>
                    <a:lnTo>
                      <a:pt x="143863" y="48963"/>
                    </a:lnTo>
                    <a:lnTo>
                      <a:pt x="132659" y="48963"/>
                    </a:lnTo>
                    <a:lnTo>
                      <a:pt x="108457" y="48963"/>
                    </a:lnTo>
                    <a:lnTo>
                      <a:pt x="95909" y="48963"/>
                    </a:lnTo>
                    <a:lnTo>
                      <a:pt x="73500" y="48963"/>
                    </a:lnTo>
                    <a:lnTo>
                      <a:pt x="60503" y="48963"/>
                    </a:lnTo>
                    <a:lnTo>
                      <a:pt x="38543" y="48963"/>
                    </a:lnTo>
                    <a:lnTo>
                      <a:pt x="26890" y="48963"/>
                    </a:lnTo>
                    <a:lnTo>
                      <a:pt x="25098" y="48963"/>
                    </a:lnTo>
                    <a:lnTo>
                      <a:pt x="25098" y="39999"/>
                    </a:lnTo>
                    <a:close/>
                    <a:moveTo>
                      <a:pt x="29579" y="53444"/>
                    </a:moveTo>
                    <a:lnTo>
                      <a:pt x="36750" y="53444"/>
                    </a:lnTo>
                    <a:lnTo>
                      <a:pt x="36750" y="127840"/>
                    </a:lnTo>
                    <a:lnTo>
                      <a:pt x="29579" y="127840"/>
                    </a:lnTo>
                    <a:lnTo>
                      <a:pt x="29579" y="53444"/>
                    </a:lnTo>
                    <a:close/>
                    <a:moveTo>
                      <a:pt x="20616" y="132771"/>
                    </a:moveTo>
                    <a:lnTo>
                      <a:pt x="27339" y="132771"/>
                    </a:lnTo>
                    <a:lnTo>
                      <a:pt x="38991" y="132771"/>
                    </a:lnTo>
                    <a:lnTo>
                      <a:pt x="60951" y="132771"/>
                    </a:lnTo>
                    <a:lnTo>
                      <a:pt x="73948" y="132771"/>
                    </a:lnTo>
                    <a:lnTo>
                      <a:pt x="96357" y="132771"/>
                    </a:lnTo>
                    <a:lnTo>
                      <a:pt x="109354" y="132771"/>
                    </a:lnTo>
                    <a:lnTo>
                      <a:pt x="133555" y="132771"/>
                    </a:lnTo>
                    <a:lnTo>
                      <a:pt x="144759" y="132771"/>
                    </a:lnTo>
                    <a:lnTo>
                      <a:pt x="151930" y="132771"/>
                    </a:lnTo>
                    <a:lnTo>
                      <a:pt x="151930" y="138149"/>
                    </a:lnTo>
                    <a:lnTo>
                      <a:pt x="21512" y="138149"/>
                    </a:lnTo>
                    <a:lnTo>
                      <a:pt x="21512" y="132771"/>
                    </a:lnTo>
                    <a:close/>
                    <a:moveTo>
                      <a:pt x="14342" y="142630"/>
                    </a:moveTo>
                    <a:lnTo>
                      <a:pt x="19272" y="142630"/>
                    </a:lnTo>
                    <a:lnTo>
                      <a:pt x="152378" y="142630"/>
                    </a:lnTo>
                    <a:lnTo>
                      <a:pt x="157308" y="142630"/>
                    </a:lnTo>
                    <a:lnTo>
                      <a:pt x="157308" y="148008"/>
                    </a:lnTo>
                    <a:lnTo>
                      <a:pt x="13893" y="148008"/>
                    </a:lnTo>
                    <a:lnTo>
                      <a:pt x="13893" y="142630"/>
                    </a:lnTo>
                    <a:close/>
                  </a:path>
                </a:pathLst>
              </a:custGeom>
              <a:grpFill/>
              <a:ln w="447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sp>
          <p:nvSpPr>
            <p:cNvPr id="3355" name="Freeform: Shape 985">
              <a:extLst>
                <a:ext uri="{FF2B5EF4-FFF2-40B4-BE49-F238E27FC236}">
                  <a16:creationId xmlns:a16="http://schemas.microsoft.com/office/drawing/2014/main" id="{A7309D6C-6A35-CC53-22A8-083F70BE7297}"/>
                </a:ext>
                <a:ext uri="{C183D7F6-B498-43B3-948B-1728B52AA6E4}">
                  <adec:decorative xmlns:adec="http://schemas.microsoft.com/office/drawing/2017/decorative" val="1"/>
                </a:ext>
              </a:extLst>
            </p:cNvPr>
            <p:cNvSpPr/>
            <p:nvPr/>
          </p:nvSpPr>
          <p:spPr>
            <a:xfrm>
              <a:off x="6007955" y="3467598"/>
              <a:ext cx="493646" cy="583156"/>
            </a:xfrm>
            <a:custGeom>
              <a:avLst/>
              <a:gdLst>
                <a:gd name="connsiteX0" fmla="*/ 76199 w 152397"/>
                <a:gd name="connsiteY0" fmla="*/ 180031 h 180031"/>
                <a:gd name="connsiteX1" fmla="*/ 74665 w 152397"/>
                <a:gd name="connsiteY1" fmla="*/ 179691 h 180031"/>
                <a:gd name="connsiteX2" fmla="*/ 69551 w 152397"/>
                <a:gd name="connsiteY2" fmla="*/ 177474 h 180031"/>
                <a:gd name="connsiteX3" fmla="*/ 0 w 152397"/>
                <a:gd name="connsiteY3" fmla="*/ 68716 h 180031"/>
                <a:gd name="connsiteX4" fmla="*/ 0 w 152397"/>
                <a:gd name="connsiteY4" fmla="*/ 15189 h 180031"/>
                <a:gd name="connsiteX5" fmla="*/ 2727 w 152397"/>
                <a:gd name="connsiteY5" fmla="*/ 11269 h 180031"/>
                <a:gd name="connsiteX6" fmla="*/ 71085 w 152397"/>
                <a:gd name="connsiteY6" fmla="*/ 18 h 180031"/>
                <a:gd name="connsiteX7" fmla="*/ 71085 w 152397"/>
                <a:gd name="connsiteY7" fmla="*/ 18 h 180031"/>
                <a:gd name="connsiteX8" fmla="*/ 81313 w 152397"/>
                <a:gd name="connsiteY8" fmla="*/ 18 h 180031"/>
                <a:gd name="connsiteX9" fmla="*/ 149670 w 152397"/>
                <a:gd name="connsiteY9" fmla="*/ 11269 h 180031"/>
                <a:gd name="connsiteX10" fmla="*/ 152398 w 152397"/>
                <a:gd name="connsiteY10" fmla="*/ 15189 h 180031"/>
                <a:gd name="connsiteX11" fmla="*/ 152398 w 152397"/>
                <a:gd name="connsiteY11" fmla="*/ 68716 h 180031"/>
                <a:gd name="connsiteX12" fmla="*/ 82847 w 152397"/>
                <a:gd name="connsiteY12" fmla="*/ 177474 h 180031"/>
                <a:gd name="connsiteX13" fmla="*/ 77733 w 152397"/>
                <a:gd name="connsiteY13" fmla="*/ 179691 h 180031"/>
                <a:gd name="connsiteX14" fmla="*/ 76199 w 152397"/>
                <a:gd name="connsiteY14" fmla="*/ 180031 h 180031"/>
                <a:gd name="connsiteX15" fmla="*/ 8523 w 152397"/>
                <a:gd name="connsiteY15" fmla="*/ 18258 h 180031"/>
                <a:gd name="connsiteX16" fmla="*/ 8523 w 152397"/>
                <a:gd name="connsiteY16" fmla="*/ 68887 h 180031"/>
                <a:gd name="connsiteX17" fmla="*/ 72960 w 152397"/>
                <a:gd name="connsiteY17" fmla="*/ 169803 h 180031"/>
                <a:gd name="connsiteX18" fmla="*/ 76199 w 152397"/>
                <a:gd name="connsiteY18" fmla="*/ 171167 h 180031"/>
                <a:gd name="connsiteX19" fmla="*/ 79438 w 152397"/>
                <a:gd name="connsiteY19" fmla="*/ 169803 h 180031"/>
                <a:gd name="connsiteX20" fmla="*/ 143875 w 152397"/>
                <a:gd name="connsiteY20" fmla="*/ 68887 h 180031"/>
                <a:gd name="connsiteX21" fmla="*/ 143875 w 152397"/>
                <a:gd name="connsiteY21" fmla="*/ 18258 h 180031"/>
                <a:gd name="connsiteX22" fmla="*/ 81483 w 152397"/>
                <a:gd name="connsiteY22" fmla="*/ 8712 h 180031"/>
                <a:gd name="connsiteX23" fmla="*/ 70914 w 152397"/>
                <a:gd name="connsiteY23" fmla="*/ 8712 h 180031"/>
                <a:gd name="connsiteX24" fmla="*/ 8523 w 152397"/>
                <a:gd name="connsiteY24" fmla="*/ 18258 h 18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2397" h="180031">
                  <a:moveTo>
                    <a:pt x="76199" y="180031"/>
                  </a:moveTo>
                  <a:cubicBezTo>
                    <a:pt x="76199" y="180031"/>
                    <a:pt x="75176" y="180031"/>
                    <a:pt x="74665" y="179691"/>
                  </a:cubicBezTo>
                  <a:cubicBezTo>
                    <a:pt x="72960" y="179009"/>
                    <a:pt x="71255" y="178327"/>
                    <a:pt x="69551" y="177474"/>
                  </a:cubicBezTo>
                  <a:cubicBezTo>
                    <a:pt x="27275" y="158894"/>
                    <a:pt x="0" y="116106"/>
                    <a:pt x="0" y="68716"/>
                  </a:cubicBezTo>
                  <a:lnTo>
                    <a:pt x="0" y="15189"/>
                  </a:lnTo>
                  <a:cubicBezTo>
                    <a:pt x="0" y="13485"/>
                    <a:pt x="1023" y="11951"/>
                    <a:pt x="2727" y="11269"/>
                  </a:cubicBezTo>
                  <a:cubicBezTo>
                    <a:pt x="28639" y="700"/>
                    <a:pt x="59152" y="-153"/>
                    <a:pt x="71085" y="18"/>
                  </a:cubicBezTo>
                  <a:lnTo>
                    <a:pt x="71085" y="18"/>
                  </a:lnTo>
                  <a:cubicBezTo>
                    <a:pt x="74494" y="18"/>
                    <a:pt x="77904" y="18"/>
                    <a:pt x="81313" y="18"/>
                  </a:cubicBezTo>
                  <a:cubicBezTo>
                    <a:pt x="93246" y="18"/>
                    <a:pt x="123759" y="700"/>
                    <a:pt x="149670" y="11269"/>
                  </a:cubicBezTo>
                  <a:cubicBezTo>
                    <a:pt x="151205" y="11951"/>
                    <a:pt x="152398" y="13485"/>
                    <a:pt x="152398" y="15189"/>
                  </a:cubicBezTo>
                  <a:lnTo>
                    <a:pt x="152398" y="68716"/>
                  </a:lnTo>
                  <a:cubicBezTo>
                    <a:pt x="152398" y="116106"/>
                    <a:pt x="125123" y="158723"/>
                    <a:pt x="82847" y="177474"/>
                  </a:cubicBezTo>
                  <a:cubicBezTo>
                    <a:pt x="81142" y="178156"/>
                    <a:pt x="79438" y="178838"/>
                    <a:pt x="77733" y="179691"/>
                  </a:cubicBezTo>
                  <a:cubicBezTo>
                    <a:pt x="77222" y="179861"/>
                    <a:pt x="76710" y="180031"/>
                    <a:pt x="76199" y="180031"/>
                  </a:cubicBezTo>
                  <a:close/>
                  <a:moveTo>
                    <a:pt x="8523" y="18258"/>
                  </a:moveTo>
                  <a:lnTo>
                    <a:pt x="8523" y="68887"/>
                  </a:lnTo>
                  <a:cubicBezTo>
                    <a:pt x="8523" y="112867"/>
                    <a:pt x="33753" y="152586"/>
                    <a:pt x="72960" y="169803"/>
                  </a:cubicBezTo>
                  <a:cubicBezTo>
                    <a:pt x="73983" y="170315"/>
                    <a:pt x="75176" y="170656"/>
                    <a:pt x="76199" y="171167"/>
                  </a:cubicBezTo>
                  <a:cubicBezTo>
                    <a:pt x="77222" y="170656"/>
                    <a:pt x="78415" y="170315"/>
                    <a:pt x="79438" y="169803"/>
                  </a:cubicBezTo>
                  <a:cubicBezTo>
                    <a:pt x="118645" y="152586"/>
                    <a:pt x="143875" y="112867"/>
                    <a:pt x="143875" y="68887"/>
                  </a:cubicBezTo>
                  <a:lnTo>
                    <a:pt x="143875" y="18258"/>
                  </a:lnTo>
                  <a:cubicBezTo>
                    <a:pt x="119839" y="9223"/>
                    <a:pt x="92393" y="8541"/>
                    <a:pt x="81483" y="8712"/>
                  </a:cubicBezTo>
                  <a:cubicBezTo>
                    <a:pt x="77904" y="8712"/>
                    <a:pt x="74494" y="8712"/>
                    <a:pt x="70914" y="8712"/>
                  </a:cubicBezTo>
                  <a:cubicBezTo>
                    <a:pt x="59834" y="8712"/>
                    <a:pt x="32389" y="9223"/>
                    <a:pt x="8523" y="18258"/>
                  </a:cubicBezTo>
                  <a:close/>
                </a:path>
              </a:pathLst>
            </a:custGeom>
            <a:gradFill>
              <a:gsLst>
                <a:gs pos="0">
                  <a:srgbClr val="111937"/>
                </a:gs>
                <a:gs pos="34000">
                  <a:srgbClr val="0058AB"/>
                </a:gs>
                <a:gs pos="70000">
                  <a:srgbClr val="1DB8F2"/>
                </a:gs>
                <a:gs pos="100000">
                  <a:srgbClr val="00D5D0"/>
                </a:gs>
              </a:gsLst>
              <a:lin ang="0" scaled="1"/>
            </a:gradFill>
            <a:ln w="1703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41" name="Freeform: Shape 2438">
              <a:extLst>
                <a:ext uri="{FF2B5EF4-FFF2-40B4-BE49-F238E27FC236}">
                  <a16:creationId xmlns:a16="http://schemas.microsoft.com/office/drawing/2014/main" id="{86119B65-F078-8D7D-0695-7CAD116C567B}"/>
                </a:ext>
                <a:ext uri="{C183D7F6-B498-43B3-948B-1728B52AA6E4}">
                  <adec:decorative xmlns:adec="http://schemas.microsoft.com/office/drawing/2017/decorative" val="1"/>
                </a:ext>
              </a:extLst>
            </p:cNvPr>
            <p:cNvSpPr>
              <a:spLocks noChangeAspect="1"/>
            </p:cNvSpPr>
            <p:nvPr/>
          </p:nvSpPr>
          <p:spPr>
            <a:xfrm>
              <a:off x="5847508" y="1841031"/>
              <a:ext cx="781762" cy="805455"/>
            </a:xfrm>
            <a:custGeom>
              <a:avLst/>
              <a:gdLst>
                <a:gd name="connsiteX0" fmla="*/ 74420 w 147896"/>
                <a:gd name="connsiteY0" fmla="*/ 0 h 152377"/>
                <a:gd name="connsiteX1" fmla="*/ 21088 w 147896"/>
                <a:gd name="connsiteY1" fmla="*/ 21512 h 152377"/>
                <a:gd name="connsiteX2" fmla="*/ 16606 w 147896"/>
                <a:gd name="connsiteY2" fmla="*/ 26442 h 152377"/>
                <a:gd name="connsiteX3" fmla="*/ 16606 w 147896"/>
                <a:gd name="connsiteY3" fmla="*/ 26442 h 152377"/>
                <a:gd name="connsiteX4" fmla="*/ 16606 w 147896"/>
                <a:gd name="connsiteY4" fmla="*/ 26890 h 152377"/>
                <a:gd name="connsiteX5" fmla="*/ 24 w 147896"/>
                <a:gd name="connsiteY5" fmla="*/ 75293 h 152377"/>
                <a:gd name="connsiteX6" fmla="*/ 77109 w 147896"/>
                <a:gd name="connsiteY6" fmla="*/ 152378 h 152377"/>
                <a:gd name="connsiteX7" fmla="*/ 78006 w 147896"/>
                <a:gd name="connsiteY7" fmla="*/ 152378 h 152377"/>
                <a:gd name="connsiteX8" fmla="*/ 130441 w 147896"/>
                <a:gd name="connsiteY8" fmla="*/ 130866 h 152377"/>
                <a:gd name="connsiteX9" fmla="*/ 151954 w 147896"/>
                <a:gd name="connsiteY9" fmla="*/ 77533 h 152377"/>
                <a:gd name="connsiteX10" fmla="*/ 74420 w 147896"/>
                <a:gd name="connsiteY10" fmla="*/ 0 h 152377"/>
                <a:gd name="connsiteX11" fmla="*/ 115652 w 147896"/>
                <a:gd name="connsiteY11" fmla="*/ 73052 h 152377"/>
                <a:gd name="connsiteX12" fmla="*/ 109378 w 147896"/>
                <a:gd name="connsiteY12" fmla="*/ 37198 h 152377"/>
                <a:gd name="connsiteX13" fmla="*/ 129545 w 147896"/>
                <a:gd name="connsiteY13" fmla="*/ 30924 h 152377"/>
                <a:gd name="connsiteX14" fmla="*/ 146576 w 147896"/>
                <a:gd name="connsiteY14" fmla="*/ 73052 h 152377"/>
                <a:gd name="connsiteX15" fmla="*/ 115652 w 147896"/>
                <a:gd name="connsiteY15" fmla="*/ 73052 h 152377"/>
                <a:gd name="connsiteX16" fmla="*/ 76661 w 147896"/>
                <a:gd name="connsiteY16" fmla="*/ 5378 h 152377"/>
                <a:gd name="connsiteX17" fmla="*/ 103551 w 147896"/>
                <a:gd name="connsiteY17" fmla="*/ 33613 h 152377"/>
                <a:gd name="connsiteX18" fmla="*/ 77109 w 147896"/>
                <a:gd name="connsiteY18" fmla="*/ 36302 h 152377"/>
                <a:gd name="connsiteX19" fmla="*/ 76661 w 147896"/>
                <a:gd name="connsiteY19" fmla="*/ 5378 h 152377"/>
                <a:gd name="connsiteX20" fmla="*/ 72628 w 147896"/>
                <a:gd name="connsiteY20" fmla="*/ 36302 h 152377"/>
                <a:gd name="connsiteX21" fmla="*/ 71731 w 147896"/>
                <a:gd name="connsiteY21" fmla="*/ 36302 h 152377"/>
                <a:gd name="connsiteX22" fmla="*/ 45737 w 147896"/>
                <a:gd name="connsiteY22" fmla="*/ 34061 h 152377"/>
                <a:gd name="connsiteX23" fmla="*/ 58734 w 147896"/>
                <a:gd name="connsiteY23" fmla="*/ 12549 h 152377"/>
                <a:gd name="connsiteX24" fmla="*/ 72628 w 147896"/>
                <a:gd name="connsiteY24" fmla="*/ 5378 h 152377"/>
                <a:gd name="connsiteX25" fmla="*/ 72628 w 147896"/>
                <a:gd name="connsiteY25" fmla="*/ 36302 h 152377"/>
                <a:gd name="connsiteX26" fmla="*/ 71731 w 147896"/>
                <a:gd name="connsiteY26" fmla="*/ 40783 h 152377"/>
                <a:gd name="connsiteX27" fmla="*/ 73076 w 147896"/>
                <a:gd name="connsiteY27" fmla="*/ 40783 h 152377"/>
                <a:gd name="connsiteX28" fmla="*/ 73524 w 147896"/>
                <a:gd name="connsiteY28" fmla="*/ 72604 h 152377"/>
                <a:gd name="connsiteX29" fmla="*/ 39463 w 147896"/>
                <a:gd name="connsiteY29" fmla="*/ 72604 h 152377"/>
                <a:gd name="connsiteX30" fmla="*/ 44841 w 147896"/>
                <a:gd name="connsiteY30" fmla="*/ 38094 h 152377"/>
                <a:gd name="connsiteX31" fmla="*/ 71731 w 147896"/>
                <a:gd name="connsiteY31" fmla="*/ 40783 h 152377"/>
                <a:gd name="connsiteX32" fmla="*/ 34533 w 147896"/>
                <a:gd name="connsiteY32" fmla="*/ 73052 h 152377"/>
                <a:gd name="connsiteX33" fmla="*/ 4058 w 147896"/>
                <a:gd name="connsiteY33" fmla="*/ 73052 h 152377"/>
                <a:gd name="connsiteX34" fmla="*/ 18399 w 147896"/>
                <a:gd name="connsiteY34" fmla="*/ 31820 h 152377"/>
                <a:gd name="connsiteX35" fmla="*/ 39911 w 147896"/>
                <a:gd name="connsiteY35" fmla="*/ 37646 h 152377"/>
                <a:gd name="connsiteX36" fmla="*/ 34533 w 147896"/>
                <a:gd name="connsiteY36" fmla="*/ 73052 h 152377"/>
                <a:gd name="connsiteX37" fmla="*/ 34533 w 147896"/>
                <a:gd name="connsiteY37" fmla="*/ 77533 h 152377"/>
                <a:gd name="connsiteX38" fmla="*/ 40807 w 147896"/>
                <a:gd name="connsiteY38" fmla="*/ 116076 h 152377"/>
                <a:gd name="connsiteX39" fmla="*/ 20640 w 147896"/>
                <a:gd name="connsiteY39" fmla="*/ 121006 h 152377"/>
                <a:gd name="connsiteX40" fmla="*/ 4058 w 147896"/>
                <a:gd name="connsiteY40" fmla="*/ 77533 h 152377"/>
                <a:gd name="connsiteX41" fmla="*/ 34533 w 147896"/>
                <a:gd name="connsiteY41" fmla="*/ 77533 h 152377"/>
                <a:gd name="connsiteX42" fmla="*/ 39015 w 147896"/>
                <a:gd name="connsiteY42" fmla="*/ 77533 h 152377"/>
                <a:gd name="connsiteX43" fmla="*/ 73076 w 147896"/>
                <a:gd name="connsiteY43" fmla="*/ 77533 h 152377"/>
                <a:gd name="connsiteX44" fmla="*/ 73524 w 147896"/>
                <a:gd name="connsiteY44" fmla="*/ 113835 h 152377"/>
                <a:gd name="connsiteX45" fmla="*/ 71731 w 147896"/>
                <a:gd name="connsiteY45" fmla="*/ 113835 h 152377"/>
                <a:gd name="connsiteX46" fmla="*/ 44841 w 147896"/>
                <a:gd name="connsiteY46" fmla="*/ 115628 h 152377"/>
                <a:gd name="connsiteX47" fmla="*/ 39015 w 147896"/>
                <a:gd name="connsiteY47" fmla="*/ 77533 h 152377"/>
                <a:gd name="connsiteX48" fmla="*/ 71731 w 147896"/>
                <a:gd name="connsiteY48" fmla="*/ 118317 h 152377"/>
                <a:gd name="connsiteX49" fmla="*/ 73524 w 147896"/>
                <a:gd name="connsiteY49" fmla="*/ 118317 h 152377"/>
                <a:gd name="connsiteX50" fmla="*/ 73972 w 147896"/>
                <a:gd name="connsiteY50" fmla="*/ 147448 h 152377"/>
                <a:gd name="connsiteX51" fmla="*/ 46634 w 147896"/>
                <a:gd name="connsiteY51" fmla="*/ 119661 h 152377"/>
                <a:gd name="connsiteX52" fmla="*/ 71731 w 147896"/>
                <a:gd name="connsiteY52" fmla="*/ 118317 h 152377"/>
                <a:gd name="connsiteX53" fmla="*/ 91451 w 147896"/>
                <a:gd name="connsiteY53" fmla="*/ 139829 h 152377"/>
                <a:gd name="connsiteX54" fmla="*/ 78454 w 147896"/>
                <a:gd name="connsiteY54" fmla="*/ 147000 h 152377"/>
                <a:gd name="connsiteX55" fmla="*/ 78006 w 147896"/>
                <a:gd name="connsiteY55" fmla="*/ 118317 h 152377"/>
                <a:gd name="connsiteX56" fmla="*/ 103103 w 147896"/>
                <a:gd name="connsiteY56" fmla="*/ 121454 h 152377"/>
                <a:gd name="connsiteX57" fmla="*/ 91451 w 147896"/>
                <a:gd name="connsiteY57" fmla="*/ 139829 h 152377"/>
                <a:gd name="connsiteX58" fmla="*/ 107585 w 147896"/>
                <a:gd name="connsiteY58" fmla="*/ 122799 h 152377"/>
                <a:gd name="connsiteX59" fmla="*/ 125512 w 147896"/>
                <a:gd name="connsiteY59" fmla="*/ 128177 h 152377"/>
                <a:gd name="connsiteX60" fmla="*/ 91003 w 147896"/>
                <a:gd name="connsiteY60" fmla="*/ 146104 h 152377"/>
                <a:gd name="connsiteX61" fmla="*/ 94588 w 147896"/>
                <a:gd name="connsiteY61" fmla="*/ 142966 h 152377"/>
                <a:gd name="connsiteX62" fmla="*/ 107585 w 147896"/>
                <a:gd name="connsiteY62" fmla="*/ 122799 h 152377"/>
                <a:gd name="connsiteX63" fmla="*/ 78006 w 147896"/>
                <a:gd name="connsiteY63" fmla="*/ 113835 h 152377"/>
                <a:gd name="connsiteX64" fmla="*/ 77557 w 147896"/>
                <a:gd name="connsiteY64" fmla="*/ 77533 h 152377"/>
                <a:gd name="connsiteX65" fmla="*/ 111170 w 147896"/>
                <a:gd name="connsiteY65" fmla="*/ 77533 h 152377"/>
                <a:gd name="connsiteX66" fmla="*/ 104896 w 147896"/>
                <a:gd name="connsiteY66" fmla="*/ 117421 h 152377"/>
                <a:gd name="connsiteX67" fmla="*/ 78006 w 147896"/>
                <a:gd name="connsiteY67" fmla="*/ 113835 h 152377"/>
                <a:gd name="connsiteX68" fmla="*/ 77557 w 147896"/>
                <a:gd name="connsiteY68" fmla="*/ 73052 h 152377"/>
                <a:gd name="connsiteX69" fmla="*/ 77109 w 147896"/>
                <a:gd name="connsiteY69" fmla="*/ 41232 h 152377"/>
                <a:gd name="connsiteX70" fmla="*/ 104896 w 147896"/>
                <a:gd name="connsiteY70" fmla="*/ 38094 h 152377"/>
                <a:gd name="connsiteX71" fmla="*/ 110722 w 147896"/>
                <a:gd name="connsiteY71" fmla="*/ 73052 h 152377"/>
                <a:gd name="connsiteX72" fmla="*/ 77557 w 147896"/>
                <a:gd name="connsiteY72" fmla="*/ 73052 h 152377"/>
                <a:gd name="connsiteX73" fmla="*/ 126408 w 147896"/>
                <a:gd name="connsiteY73" fmla="*/ 27338 h 152377"/>
                <a:gd name="connsiteX74" fmla="*/ 108033 w 147896"/>
                <a:gd name="connsiteY74" fmla="*/ 32716 h 152377"/>
                <a:gd name="connsiteX75" fmla="*/ 90106 w 147896"/>
                <a:gd name="connsiteY75" fmla="*/ 6274 h 152377"/>
                <a:gd name="connsiteX76" fmla="*/ 126408 w 147896"/>
                <a:gd name="connsiteY76" fmla="*/ 27338 h 152377"/>
                <a:gd name="connsiteX77" fmla="*/ 24225 w 147896"/>
                <a:gd name="connsiteY77" fmla="*/ 24649 h 152377"/>
                <a:gd name="connsiteX78" fmla="*/ 59631 w 147896"/>
                <a:gd name="connsiteY78" fmla="*/ 5826 h 152377"/>
                <a:gd name="connsiteX79" fmla="*/ 55149 w 147896"/>
                <a:gd name="connsiteY79" fmla="*/ 9412 h 152377"/>
                <a:gd name="connsiteX80" fmla="*/ 40807 w 147896"/>
                <a:gd name="connsiteY80" fmla="*/ 33165 h 152377"/>
                <a:gd name="connsiteX81" fmla="*/ 20640 w 147896"/>
                <a:gd name="connsiteY81" fmla="*/ 27787 h 152377"/>
                <a:gd name="connsiteX82" fmla="*/ 24225 w 147896"/>
                <a:gd name="connsiteY82" fmla="*/ 24649 h 152377"/>
                <a:gd name="connsiteX83" fmla="*/ 23777 w 147896"/>
                <a:gd name="connsiteY83" fmla="*/ 124591 h 152377"/>
                <a:gd name="connsiteX84" fmla="*/ 42152 w 147896"/>
                <a:gd name="connsiteY84" fmla="*/ 120558 h 152377"/>
                <a:gd name="connsiteX85" fmla="*/ 58734 w 147896"/>
                <a:gd name="connsiteY85" fmla="*/ 145207 h 152377"/>
                <a:gd name="connsiteX86" fmla="*/ 23777 w 147896"/>
                <a:gd name="connsiteY86" fmla="*/ 124591 h 152377"/>
                <a:gd name="connsiteX87" fmla="*/ 128649 w 147896"/>
                <a:gd name="connsiteY87" fmla="*/ 125039 h 152377"/>
                <a:gd name="connsiteX88" fmla="*/ 128649 w 147896"/>
                <a:gd name="connsiteY88" fmla="*/ 125039 h 152377"/>
                <a:gd name="connsiteX89" fmla="*/ 108929 w 147896"/>
                <a:gd name="connsiteY89" fmla="*/ 118765 h 152377"/>
                <a:gd name="connsiteX90" fmla="*/ 115204 w 147896"/>
                <a:gd name="connsiteY90" fmla="*/ 77533 h 152377"/>
                <a:gd name="connsiteX91" fmla="*/ 146576 w 147896"/>
                <a:gd name="connsiteY91" fmla="*/ 77533 h 152377"/>
                <a:gd name="connsiteX92" fmla="*/ 128649 w 147896"/>
                <a:gd name="connsiteY92" fmla="*/ 125039 h 15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47896" h="152377">
                  <a:moveTo>
                    <a:pt x="74420" y="0"/>
                  </a:moveTo>
                  <a:cubicBezTo>
                    <a:pt x="54253" y="0"/>
                    <a:pt x="34981" y="7619"/>
                    <a:pt x="21088" y="21512"/>
                  </a:cubicBezTo>
                  <a:cubicBezTo>
                    <a:pt x="19744" y="23305"/>
                    <a:pt x="17951" y="24649"/>
                    <a:pt x="16606" y="26442"/>
                  </a:cubicBezTo>
                  <a:cubicBezTo>
                    <a:pt x="16606" y="26442"/>
                    <a:pt x="16606" y="26442"/>
                    <a:pt x="16606" y="26442"/>
                  </a:cubicBezTo>
                  <a:lnTo>
                    <a:pt x="16606" y="26890"/>
                  </a:lnTo>
                  <a:cubicBezTo>
                    <a:pt x="5402" y="40335"/>
                    <a:pt x="-424" y="57366"/>
                    <a:pt x="24" y="75293"/>
                  </a:cubicBezTo>
                  <a:cubicBezTo>
                    <a:pt x="472" y="117421"/>
                    <a:pt x="34981" y="151482"/>
                    <a:pt x="77109" y="152378"/>
                  </a:cubicBezTo>
                  <a:cubicBezTo>
                    <a:pt x="77557" y="152378"/>
                    <a:pt x="77557" y="152378"/>
                    <a:pt x="78006" y="152378"/>
                  </a:cubicBezTo>
                  <a:cubicBezTo>
                    <a:pt x="98173" y="152378"/>
                    <a:pt x="116548" y="144759"/>
                    <a:pt x="130441" y="130866"/>
                  </a:cubicBezTo>
                  <a:cubicBezTo>
                    <a:pt x="144783" y="116524"/>
                    <a:pt x="152402" y="97701"/>
                    <a:pt x="151954" y="77533"/>
                  </a:cubicBezTo>
                  <a:cubicBezTo>
                    <a:pt x="151057" y="34957"/>
                    <a:pt x="116548" y="448"/>
                    <a:pt x="74420" y="0"/>
                  </a:cubicBezTo>
                  <a:close/>
                  <a:moveTo>
                    <a:pt x="115652" y="73052"/>
                  </a:moveTo>
                  <a:cubicBezTo>
                    <a:pt x="115204" y="60055"/>
                    <a:pt x="112963" y="47506"/>
                    <a:pt x="109378" y="37198"/>
                  </a:cubicBezTo>
                  <a:cubicBezTo>
                    <a:pt x="116548" y="35405"/>
                    <a:pt x="123271" y="33613"/>
                    <a:pt x="129545" y="30924"/>
                  </a:cubicBezTo>
                  <a:cubicBezTo>
                    <a:pt x="139405" y="42576"/>
                    <a:pt x="145679" y="57366"/>
                    <a:pt x="146576" y="73052"/>
                  </a:cubicBezTo>
                  <a:lnTo>
                    <a:pt x="115652" y="73052"/>
                  </a:lnTo>
                  <a:close/>
                  <a:moveTo>
                    <a:pt x="76661" y="5378"/>
                  </a:moveTo>
                  <a:cubicBezTo>
                    <a:pt x="87417" y="6723"/>
                    <a:pt x="97277" y="17479"/>
                    <a:pt x="103551" y="33613"/>
                  </a:cubicBezTo>
                  <a:cubicBezTo>
                    <a:pt x="95036" y="35405"/>
                    <a:pt x="86073" y="36302"/>
                    <a:pt x="77109" y="36302"/>
                  </a:cubicBezTo>
                  <a:lnTo>
                    <a:pt x="76661" y="5378"/>
                  </a:lnTo>
                  <a:close/>
                  <a:moveTo>
                    <a:pt x="72628" y="36302"/>
                  </a:moveTo>
                  <a:cubicBezTo>
                    <a:pt x="72179" y="36302"/>
                    <a:pt x="71731" y="36302"/>
                    <a:pt x="71731" y="36302"/>
                  </a:cubicBezTo>
                  <a:cubicBezTo>
                    <a:pt x="62768" y="36302"/>
                    <a:pt x="54253" y="35405"/>
                    <a:pt x="45737" y="34061"/>
                  </a:cubicBezTo>
                  <a:cubicBezTo>
                    <a:pt x="48875" y="25098"/>
                    <a:pt x="53356" y="17927"/>
                    <a:pt x="58734" y="12549"/>
                  </a:cubicBezTo>
                  <a:cubicBezTo>
                    <a:pt x="63216" y="8067"/>
                    <a:pt x="67698" y="5826"/>
                    <a:pt x="72628" y="5378"/>
                  </a:cubicBezTo>
                  <a:lnTo>
                    <a:pt x="72628" y="36302"/>
                  </a:lnTo>
                  <a:close/>
                  <a:moveTo>
                    <a:pt x="71731" y="40783"/>
                  </a:moveTo>
                  <a:cubicBezTo>
                    <a:pt x="72179" y="40783"/>
                    <a:pt x="72628" y="40783"/>
                    <a:pt x="73076" y="40783"/>
                  </a:cubicBezTo>
                  <a:lnTo>
                    <a:pt x="73524" y="72604"/>
                  </a:lnTo>
                  <a:lnTo>
                    <a:pt x="39463" y="72604"/>
                  </a:lnTo>
                  <a:cubicBezTo>
                    <a:pt x="39463" y="60055"/>
                    <a:pt x="41704" y="48402"/>
                    <a:pt x="44841" y="38094"/>
                  </a:cubicBezTo>
                  <a:cubicBezTo>
                    <a:pt x="52908" y="39887"/>
                    <a:pt x="62320" y="40783"/>
                    <a:pt x="71731" y="40783"/>
                  </a:cubicBezTo>
                  <a:close/>
                  <a:moveTo>
                    <a:pt x="34533" y="73052"/>
                  </a:moveTo>
                  <a:lnTo>
                    <a:pt x="4058" y="73052"/>
                  </a:lnTo>
                  <a:cubicBezTo>
                    <a:pt x="4506" y="57814"/>
                    <a:pt x="9436" y="43921"/>
                    <a:pt x="18399" y="31820"/>
                  </a:cubicBezTo>
                  <a:cubicBezTo>
                    <a:pt x="25121" y="34061"/>
                    <a:pt x="32292" y="36302"/>
                    <a:pt x="39911" y="37646"/>
                  </a:cubicBezTo>
                  <a:cubicBezTo>
                    <a:pt x="36326" y="48402"/>
                    <a:pt x="34533" y="60055"/>
                    <a:pt x="34533" y="73052"/>
                  </a:cubicBezTo>
                  <a:close/>
                  <a:moveTo>
                    <a:pt x="34533" y="77533"/>
                  </a:moveTo>
                  <a:cubicBezTo>
                    <a:pt x="34533" y="91875"/>
                    <a:pt x="37222" y="104872"/>
                    <a:pt x="40807" y="116076"/>
                  </a:cubicBezTo>
                  <a:cubicBezTo>
                    <a:pt x="33637" y="117421"/>
                    <a:pt x="26914" y="118765"/>
                    <a:pt x="20640" y="121006"/>
                  </a:cubicBezTo>
                  <a:cubicBezTo>
                    <a:pt x="10780" y="108905"/>
                    <a:pt x="4506" y="94116"/>
                    <a:pt x="4058" y="77533"/>
                  </a:cubicBezTo>
                  <a:lnTo>
                    <a:pt x="34533" y="77533"/>
                  </a:lnTo>
                  <a:close/>
                  <a:moveTo>
                    <a:pt x="39015" y="77533"/>
                  </a:moveTo>
                  <a:lnTo>
                    <a:pt x="73076" y="77533"/>
                  </a:lnTo>
                  <a:lnTo>
                    <a:pt x="73524" y="113835"/>
                  </a:lnTo>
                  <a:cubicBezTo>
                    <a:pt x="73076" y="113835"/>
                    <a:pt x="72628" y="113835"/>
                    <a:pt x="71731" y="113835"/>
                  </a:cubicBezTo>
                  <a:cubicBezTo>
                    <a:pt x="62768" y="113835"/>
                    <a:pt x="53356" y="114283"/>
                    <a:pt x="44841" y="115628"/>
                  </a:cubicBezTo>
                  <a:cubicBezTo>
                    <a:pt x="41256" y="104424"/>
                    <a:pt x="39015" y="91427"/>
                    <a:pt x="39015" y="77533"/>
                  </a:cubicBezTo>
                  <a:close/>
                  <a:moveTo>
                    <a:pt x="71731" y="118317"/>
                  </a:moveTo>
                  <a:cubicBezTo>
                    <a:pt x="72179" y="118317"/>
                    <a:pt x="73076" y="118317"/>
                    <a:pt x="73524" y="118317"/>
                  </a:cubicBezTo>
                  <a:lnTo>
                    <a:pt x="73972" y="147448"/>
                  </a:lnTo>
                  <a:cubicBezTo>
                    <a:pt x="62768" y="146552"/>
                    <a:pt x="53356" y="135796"/>
                    <a:pt x="46634" y="119661"/>
                  </a:cubicBezTo>
                  <a:cubicBezTo>
                    <a:pt x="54701" y="118765"/>
                    <a:pt x="63216" y="117869"/>
                    <a:pt x="71731" y="118317"/>
                  </a:cubicBezTo>
                  <a:close/>
                  <a:moveTo>
                    <a:pt x="91451" y="139829"/>
                  </a:moveTo>
                  <a:cubicBezTo>
                    <a:pt x="87417" y="143863"/>
                    <a:pt x="82936" y="146104"/>
                    <a:pt x="78454" y="147000"/>
                  </a:cubicBezTo>
                  <a:lnTo>
                    <a:pt x="78006" y="118317"/>
                  </a:lnTo>
                  <a:cubicBezTo>
                    <a:pt x="86073" y="118765"/>
                    <a:pt x="94588" y="120110"/>
                    <a:pt x="103103" y="121454"/>
                  </a:cubicBezTo>
                  <a:cubicBezTo>
                    <a:pt x="99966" y="129073"/>
                    <a:pt x="95932" y="135347"/>
                    <a:pt x="91451" y="139829"/>
                  </a:cubicBezTo>
                  <a:close/>
                  <a:moveTo>
                    <a:pt x="107585" y="122799"/>
                  </a:moveTo>
                  <a:cubicBezTo>
                    <a:pt x="113859" y="124143"/>
                    <a:pt x="119685" y="125936"/>
                    <a:pt x="125512" y="128177"/>
                  </a:cubicBezTo>
                  <a:cubicBezTo>
                    <a:pt x="116100" y="137588"/>
                    <a:pt x="103999" y="143415"/>
                    <a:pt x="91003" y="146104"/>
                  </a:cubicBezTo>
                  <a:cubicBezTo>
                    <a:pt x="92347" y="145207"/>
                    <a:pt x="93243" y="144311"/>
                    <a:pt x="94588" y="142966"/>
                  </a:cubicBezTo>
                  <a:cubicBezTo>
                    <a:pt x="99966" y="138036"/>
                    <a:pt x="103999" y="130866"/>
                    <a:pt x="107585" y="122799"/>
                  </a:cubicBezTo>
                  <a:close/>
                  <a:moveTo>
                    <a:pt x="78006" y="113835"/>
                  </a:moveTo>
                  <a:lnTo>
                    <a:pt x="77557" y="77533"/>
                  </a:lnTo>
                  <a:lnTo>
                    <a:pt x="111170" y="77533"/>
                  </a:lnTo>
                  <a:cubicBezTo>
                    <a:pt x="111170" y="92323"/>
                    <a:pt x="108929" y="106216"/>
                    <a:pt x="104896" y="117421"/>
                  </a:cubicBezTo>
                  <a:cubicBezTo>
                    <a:pt x="95932" y="115628"/>
                    <a:pt x="86969" y="114283"/>
                    <a:pt x="78006" y="113835"/>
                  </a:cubicBezTo>
                  <a:close/>
                  <a:moveTo>
                    <a:pt x="77557" y="73052"/>
                  </a:moveTo>
                  <a:lnTo>
                    <a:pt x="77109" y="41232"/>
                  </a:lnTo>
                  <a:cubicBezTo>
                    <a:pt x="86521" y="40783"/>
                    <a:pt x="95932" y="39887"/>
                    <a:pt x="104896" y="38094"/>
                  </a:cubicBezTo>
                  <a:cubicBezTo>
                    <a:pt x="108481" y="48402"/>
                    <a:pt x="110274" y="60503"/>
                    <a:pt x="110722" y="73052"/>
                  </a:cubicBezTo>
                  <a:lnTo>
                    <a:pt x="77557" y="73052"/>
                  </a:lnTo>
                  <a:close/>
                  <a:moveTo>
                    <a:pt x="126408" y="27338"/>
                  </a:moveTo>
                  <a:cubicBezTo>
                    <a:pt x="120582" y="29579"/>
                    <a:pt x="114307" y="31372"/>
                    <a:pt x="108033" y="32716"/>
                  </a:cubicBezTo>
                  <a:cubicBezTo>
                    <a:pt x="103551" y="21064"/>
                    <a:pt x="97277" y="12101"/>
                    <a:pt x="90106" y="6274"/>
                  </a:cubicBezTo>
                  <a:cubicBezTo>
                    <a:pt x="103999" y="9412"/>
                    <a:pt x="116548" y="17030"/>
                    <a:pt x="126408" y="27338"/>
                  </a:cubicBezTo>
                  <a:close/>
                  <a:moveTo>
                    <a:pt x="24225" y="24649"/>
                  </a:moveTo>
                  <a:cubicBezTo>
                    <a:pt x="34085" y="14790"/>
                    <a:pt x="46186" y="8515"/>
                    <a:pt x="59631" y="5826"/>
                  </a:cubicBezTo>
                  <a:cubicBezTo>
                    <a:pt x="58286" y="6723"/>
                    <a:pt x="56493" y="8067"/>
                    <a:pt x="55149" y="9412"/>
                  </a:cubicBezTo>
                  <a:cubicBezTo>
                    <a:pt x="49323" y="15238"/>
                    <a:pt x="44393" y="23305"/>
                    <a:pt x="40807" y="33165"/>
                  </a:cubicBezTo>
                  <a:cubicBezTo>
                    <a:pt x="33637" y="31820"/>
                    <a:pt x="26914" y="30027"/>
                    <a:pt x="20640" y="27787"/>
                  </a:cubicBezTo>
                  <a:cubicBezTo>
                    <a:pt x="21984" y="26890"/>
                    <a:pt x="22881" y="25994"/>
                    <a:pt x="24225" y="24649"/>
                  </a:cubicBezTo>
                  <a:close/>
                  <a:moveTo>
                    <a:pt x="23777" y="124591"/>
                  </a:moveTo>
                  <a:cubicBezTo>
                    <a:pt x="29603" y="122799"/>
                    <a:pt x="35878" y="121454"/>
                    <a:pt x="42152" y="120558"/>
                  </a:cubicBezTo>
                  <a:cubicBezTo>
                    <a:pt x="46186" y="131314"/>
                    <a:pt x="52012" y="139829"/>
                    <a:pt x="58734" y="145207"/>
                  </a:cubicBezTo>
                  <a:cubicBezTo>
                    <a:pt x="45289" y="141622"/>
                    <a:pt x="33189" y="134451"/>
                    <a:pt x="23777" y="124591"/>
                  </a:cubicBezTo>
                  <a:close/>
                  <a:moveTo>
                    <a:pt x="128649" y="125039"/>
                  </a:moveTo>
                  <a:lnTo>
                    <a:pt x="128649" y="125039"/>
                  </a:lnTo>
                  <a:cubicBezTo>
                    <a:pt x="122374" y="122350"/>
                    <a:pt x="115652" y="120110"/>
                    <a:pt x="108929" y="118765"/>
                  </a:cubicBezTo>
                  <a:cubicBezTo>
                    <a:pt x="112963" y="106665"/>
                    <a:pt x="115652" y="92771"/>
                    <a:pt x="115204" y="77533"/>
                  </a:cubicBezTo>
                  <a:lnTo>
                    <a:pt x="146576" y="77533"/>
                  </a:lnTo>
                  <a:cubicBezTo>
                    <a:pt x="147024" y="95012"/>
                    <a:pt x="140749" y="112043"/>
                    <a:pt x="128649" y="125039"/>
                  </a:cubicBezTo>
                  <a:close/>
                </a:path>
              </a:pathLst>
            </a:custGeom>
            <a:gradFill flip="none" rotWithShape="1">
              <a:gsLst>
                <a:gs pos="0">
                  <a:srgbClr val="111937"/>
                </a:gs>
                <a:gs pos="34000">
                  <a:srgbClr val="0058AB"/>
                </a:gs>
                <a:gs pos="70000">
                  <a:srgbClr val="1DB8F2"/>
                </a:gs>
                <a:gs pos="100000">
                  <a:srgbClr val="00D5D0"/>
                </a:gs>
              </a:gsLst>
              <a:lin ang="0" scaled="1"/>
              <a:tileRect/>
            </a:gra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60" name="Freeform: Shape 2445">
              <a:extLst>
                <a:ext uri="{FF2B5EF4-FFF2-40B4-BE49-F238E27FC236}">
                  <a16:creationId xmlns:a16="http://schemas.microsoft.com/office/drawing/2014/main" id="{54D211E6-3C43-9C95-F214-CC7A4C67F228}"/>
                </a:ext>
                <a:ext uri="{C183D7F6-B498-43B3-948B-1728B52AA6E4}">
                  <adec:decorative xmlns:adec="http://schemas.microsoft.com/office/drawing/2017/decorative" val="1"/>
                </a:ext>
              </a:extLst>
            </p:cNvPr>
            <p:cNvSpPr>
              <a:spLocks noChangeAspect="1"/>
            </p:cNvSpPr>
            <p:nvPr/>
          </p:nvSpPr>
          <p:spPr>
            <a:xfrm>
              <a:off x="7545114" y="4901552"/>
              <a:ext cx="781763" cy="663317"/>
            </a:xfrm>
            <a:custGeom>
              <a:avLst/>
              <a:gdLst>
                <a:gd name="connsiteX0" fmla="*/ 151481 w 147896"/>
                <a:gd name="connsiteY0" fmla="*/ 14341 h 125487"/>
                <a:gd name="connsiteX1" fmla="*/ 149689 w 147896"/>
                <a:gd name="connsiteY1" fmla="*/ 13445 h 125487"/>
                <a:gd name="connsiteX2" fmla="*/ 126832 w 147896"/>
                <a:gd name="connsiteY2" fmla="*/ 13445 h 125487"/>
                <a:gd name="connsiteX3" fmla="*/ 123695 w 147896"/>
                <a:gd name="connsiteY3" fmla="*/ 13445 h 125487"/>
                <a:gd name="connsiteX4" fmla="*/ 32716 w 147896"/>
                <a:gd name="connsiteY4" fmla="*/ 13445 h 125487"/>
                <a:gd name="connsiteX5" fmla="*/ 30476 w 147896"/>
                <a:gd name="connsiteY5" fmla="*/ 1793 h 125487"/>
                <a:gd name="connsiteX6" fmla="*/ 28235 w 147896"/>
                <a:gd name="connsiteY6" fmla="*/ 0 h 125487"/>
                <a:gd name="connsiteX7" fmla="*/ 2241 w 147896"/>
                <a:gd name="connsiteY7" fmla="*/ 0 h 125487"/>
                <a:gd name="connsiteX8" fmla="*/ 0 w 147896"/>
                <a:gd name="connsiteY8" fmla="*/ 2241 h 125487"/>
                <a:gd name="connsiteX9" fmla="*/ 2241 w 147896"/>
                <a:gd name="connsiteY9" fmla="*/ 4482 h 125487"/>
                <a:gd name="connsiteX10" fmla="*/ 26442 w 147896"/>
                <a:gd name="connsiteY10" fmla="*/ 4482 h 125487"/>
                <a:gd name="connsiteX11" fmla="*/ 44817 w 147896"/>
                <a:gd name="connsiteY11" fmla="*/ 96805 h 125487"/>
                <a:gd name="connsiteX12" fmla="*/ 47058 w 147896"/>
                <a:gd name="connsiteY12" fmla="*/ 98597 h 125487"/>
                <a:gd name="connsiteX13" fmla="*/ 49299 w 147896"/>
                <a:gd name="connsiteY13" fmla="*/ 98597 h 125487"/>
                <a:gd name="connsiteX14" fmla="*/ 44817 w 147896"/>
                <a:gd name="connsiteY14" fmla="*/ 109802 h 125487"/>
                <a:gd name="connsiteX15" fmla="*/ 59607 w 147896"/>
                <a:gd name="connsiteY15" fmla="*/ 125488 h 125487"/>
                <a:gd name="connsiteX16" fmla="*/ 74396 w 147896"/>
                <a:gd name="connsiteY16" fmla="*/ 109802 h 125487"/>
                <a:gd name="connsiteX17" fmla="*/ 69914 w 147896"/>
                <a:gd name="connsiteY17" fmla="*/ 98597 h 125487"/>
                <a:gd name="connsiteX18" fmla="*/ 100390 w 147896"/>
                <a:gd name="connsiteY18" fmla="*/ 98597 h 125487"/>
                <a:gd name="connsiteX19" fmla="*/ 95909 w 147896"/>
                <a:gd name="connsiteY19" fmla="*/ 109802 h 125487"/>
                <a:gd name="connsiteX20" fmla="*/ 110698 w 147896"/>
                <a:gd name="connsiteY20" fmla="*/ 125488 h 125487"/>
                <a:gd name="connsiteX21" fmla="*/ 125488 w 147896"/>
                <a:gd name="connsiteY21" fmla="*/ 109802 h 125487"/>
                <a:gd name="connsiteX22" fmla="*/ 121006 w 147896"/>
                <a:gd name="connsiteY22" fmla="*/ 98597 h 125487"/>
                <a:gd name="connsiteX23" fmla="*/ 132210 w 147896"/>
                <a:gd name="connsiteY23" fmla="*/ 98597 h 125487"/>
                <a:gd name="connsiteX24" fmla="*/ 134451 w 147896"/>
                <a:gd name="connsiteY24" fmla="*/ 96357 h 125487"/>
                <a:gd name="connsiteX25" fmla="*/ 132210 w 147896"/>
                <a:gd name="connsiteY25" fmla="*/ 94116 h 125487"/>
                <a:gd name="connsiteX26" fmla="*/ 48851 w 147896"/>
                <a:gd name="connsiteY26" fmla="*/ 94116 h 125487"/>
                <a:gd name="connsiteX27" fmla="*/ 47058 w 147896"/>
                <a:gd name="connsiteY27" fmla="*/ 85152 h 125487"/>
                <a:gd name="connsiteX28" fmla="*/ 132210 w 147896"/>
                <a:gd name="connsiteY28" fmla="*/ 85152 h 125487"/>
                <a:gd name="connsiteX29" fmla="*/ 134451 w 147896"/>
                <a:gd name="connsiteY29" fmla="*/ 83360 h 125487"/>
                <a:gd name="connsiteX30" fmla="*/ 151930 w 147896"/>
                <a:gd name="connsiteY30" fmla="*/ 16134 h 125487"/>
                <a:gd name="connsiteX31" fmla="*/ 151481 w 147896"/>
                <a:gd name="connsiteY31" fmla="*/ 14341 h 125487"/>
                <a:gd name="connsiteX32" fmla="*/ 120558 w 147896"/>
                <a:gd name="connsiteY32" fmla="*/ 110250 h 125487"/>
                <a:gd name="connsiteX33" fmla="*/ 110250 w 147896"/>
                <a:gd name="connsiteY33" fmla="*/ 121454 h 125487"/>
                <a:gd name="connsiteX34" fmla="*/ 99942 w 147896"/>
                <a:gd name="connsiteY34" fmla="*/ 110250 h 125487"/>
                <a:gd name="connsiteX35" fmla="*/ 110250 w 147896"/>
                <a:gd name="connsiteY35" fmla="*/ 99046 h 125487"/>
                <a:gd name="connsiteX36" fmla="*/ 120558 w 147896"/>
                <a:gd name="connsiteY36" fmla="*/ 110250 h 125487"/>
                <a:gd name="connsiteX37" fmla="*/ 69466 w 147896"/>
                <a:gd name="connsiteY37" fmla="*/ 110250 h 125487"/>
                <a:gd name="connsiteX38" fmla="*/ 59159 w 147896"/>
                <a:gd name="connsiteY38" fmla="*/ 121454 h 125487"/>
                <a:gd name="connsiteX39" fmla="*/ 48851 w 147896"/>
                <a:gd name="connsiteY39" fmla="*/ 110250 h 125487"/>
                <a:gd name="connsiteX40" fmla="*/ 59159 w 147896"/>
                <a:gd name="connsiteY40" fmla="*/ 99046 h 125487"/>
                <a:gd name="connsiteX41" fmla="*/ 69466 w 147896"/>
                <a:gd name="connsiteY41" fmla="*/ 110250 h 125487"/>
                <a:gd name="connsiteX42" fmla="*/ 130417 w 147896"/>
                <a:gd name="connsiteY42" fmla="*/ 81119 h 125487"/>
                <a:gd name="connsiteX43" fmla="*/ 45713 w 147896"/>
                <a:gd name="connsiteY43" fmla="*/ 81119 h 125487"/>
                <a:gd name="connsiteX44" fmla="*/ 33165 w 147896"/>
                <a:gd name="connsiteY44" fmla="*/ 18375 h 125487"/>
                <a:gd name="connsiteX45" fmla="*/ 123247 w 147896"/>
                <a:gd name="connsiteY45" fmla="*/ 18375 h 125487"/>
                <a:gd name="connsiteX46" fmla="*/ 126384 w 147896"/>
                <a:gd name="connsiteY46" fmla="*/ 18375 h 125487"/>
                <a:gd name="connsiteX47" fmla="*/ 146552 w 147896"/>
                <a:gd name="connsiteY47" fmla="*/ 18375 h 125487"/>
                <a:gd name="connsiteX48" fmla="*/ 130417 w 147896"/>
                <a:gd name="connsiteY48" fmla="*/ 81119 h 1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47896" h="125487">
                  <a:moveTo>
                    <a:pt x="151481" y="14341"/>
                  </a:moveTo>
                  <a:cubicBezTo>
                    <a:pt x="151033" y="13893"/>
                    <a:pt x="150585" y="13445"/>
                    <a:pt x="149689" y="13445"/>
                  </a:cubicBezTo>
                  <a:lnTo>
                    <a:pt x="126832" y="13445"/>
                  </a:lnTo>
                  <a:lnTo>
                    <a:pt x="123695" y="13445"/>
                  </a:lnTo>
                  <a:lnTo>
                    <a:pt x="32716" y="13445"/>
                  </a:lnTo>
                  <a:lnTo>
                    <a:pt x="30476" y="1793"/>
                  </a:lnTo>
                  <a:cubicBezTo>
                    <a:pt x="30476" y="896"/>
                    <a:pt x="29131" y="0"/>
                    <a:pt x="28235" y="0"/>
                  </a:cubicBezTo>
                  <a:lnTo>
                    <a:pt x="2241" y="0"/>
                  </a:lnTo>
                  <a:cubicBezTo>
                    <a:pt x="896" y="0"/>
                    <a:pt x="0" y="896"/>
                    <a:pt x="0" y="2241"/>
                  </a:cubicBezTo>
                  <a:cubicBezTo>
                    <a:pt x="0" y="3585"/>
                    <a:pt x="896" y="4482"/>
                    <a:pt x="2241" y="4482"/>
                  </a:cubicBezTo>
                  <a:lnTo>
                    <a:pt x="26442" y="4482"/>
                  </a:lnTo>
                  <a:lnTo>
                    <a:pt x="44817" y="96805"/>
                  </a:lnTo>
                  <a:cubicBezTo>
                    <a:pt x="44817" y="97701"/>
                    <a:pt x="46161" y="98597"/>
                    <a:pt x="47058" y="98597"/>
                  </a:cubicBezTo>
                  <a:lnTo>
                    <a:pt x="49299" y="98597"/>
                  </a:lnTo>
                  <a:cubicBezTo>
                    <a:pt x="46610" y="101287"/>
                    <a:pt x="44817" y="105320"/>
                    <a:pt x="44817" y="109802"/>
                  </a:cubicBezTo>
                  <a:cubicBezTo>
                    <a:pt x="44817" y="118317"/>
                    <a:pt x="51540" y="125488"/>
                    <a:pt x="59607" y="125488"/>
                  </a:cubicBezTo>
                  <a:cubicBezTo>
                    <a:pt x="67674" y="125488"/>
                    <a:pt x="74396" y="118317"/>
                    <a:pt x="74396" y="109802"/>
                  </a:cubicBezTo>
                  <a:cubicBezTo>
                    <a:pt x="74396" y="105320"/>
                    <a:pt x="72604" y="101287"/>
                    <a:pt x="69914" y="98597"/>
                  </a:cubicBezTo>
                  <a:lnTo>
                    <a:pt x="100390" y="98597"/>
                  </a:lnTo>
                  <a:cubicBezTo>
                    <a:pt x="97701" y="101287"/>
                    <a:pt x="95909" y="105320"/>
                    <a:pt x="95909" y="109802"/>
                  </a:cubicBezTo>
                  <a:cubicBezTo>
                    <a:pt x="95909" y="118317"/>
                    <a:pt x="102631" y="125488"/>
                    <a:pt x="110698" y="125488"/>
                  </a:cubicBezTo>
                  <a:cubicBezTo>
                    <a:pt x="118765" y="125488"/>
                    <a:pt x="125488" y="118317"/>
                    <a:pt x="125488" y="109802"/>
                  </a:cubicBezTo>
                  <a:cubicBezTo>
                    <a:pt x="125488" y="105320"/>
                    <a:pt x="123695" y="101287"/>
                    <a:pt x="121006" y="98597"/>
                  </a:cubicBezTo>
                  <a:lnTo>
                    <a:pt x="132210" y="98597"/>
                  </a:lnTo>
                  <a:cubicBezTo>
                    <a:pt x="133555" y="98597"/>
                    <a:pt x="134451" y="97701"/>
                    <a:pt x="134451" y="96357"/>
                  </a:cubicBezTo>
                  <a:cubicBezTo>
                    <a:pt x="134451" y="95012"/>
                    <a:pt x="133555" y="94116"/>
                    <a:pt x="132210" y="94116"/>
                  </a:cubicBezTo>
                  <a:lnTo>
                    <a:pt x="48851" y="94116"/>
                  </a:lnTo>
                  <a:lnTo>
                    <a:pt x="47058" y="85152"/>
                  </a:lnTo>
                  <a:lnTo>
                    <a:pt x="132210" y="85152"/>
                  </a:lnTo>
                  <a:cubicBezTo>
                    <a:pt x="133107" y="85152"/>
                    <a:pt x="134003" y="84256"/>
                    <a:pt x="134451" y="83360"/>
                  </a:cubicBezTo>
                  <a:lnTo>
                    <a:pt x="151930" y="16134"/>
                  </a:lnTo>
                  <a:cubicBezTo>
                    <a:pt x="151930" y="15686"/>
                    <a:pt x="151930" y="15238"/>
                    <a:pt x="151481" y="14341"/>
                  </a:cubicBezTo>
                  <a:close/>
                  <a:moveTo>
                    <a:pt x="120558" y="110250"/>
                  </a:moveTo>
                  <a:cubicBezTo>
                    <a:pt x="120558" y="116524"/>
                    <a:pt x="116076" y="121454"/>
                    <a:pt x="110250" y="121454"/>
                  </a:cubicBezTo>
                  <a:cubicBezTo>
                    <a:pt x="104424" y="121454"/>
                    <a:pt x="99942" y="116524"/>
                    <a:pt x="99942" y="110250"/>
                  </a:cubicBezTo>
                  <a:cubicBezTo>
                    <a:pt x="99942" y="103976"/>
                    <a:pt x="104424" y="99046"/>
                    <a:pt x="110250" y="99046"/>
                  </a:cubicBezTo>
                  <a:cubicBezTo>
                    <a:pt x="115628" y="99046"/>
                    <a:pt x="120558" y="103976"/>
                    <a:pt x="120558" y="110250"/>
                  </a:cubicBezTo>
                  <a:close/>
                  <a:moveTo>
                    <a:pt x="69466" y="110250"/>
                  </a:moveTo>
                  <a:cubicBezTo>
                    <a:pt x="69466" y="116524"/>
                    <a:pt x="64985" y="121454"/>
                    <a:pt x="59159" y="121454"/>
                  </a:cubicBezTo>
                  <a:cubicBezTo>
                    <a:pt x="53332" y="121454"/>
                    <a:pt x="48851" y="116524"/>
                    <a:pt x="48851" y="110250"/>
                  </a:cubicBezTo>
                  <a:cubicBezTo>
                    <a:pt x="48851" y="103976"/>
                    <a:pt x="53332" y="99046"/>
                    <a:pt x="59159" y="99046"/>
                  </a:cubicBezTo>
                  <a:cubicBezTo>
                    <a:pt x="64985" y="99046"/>
                    <a:pt x="69466" y="103976"/>
                    <a:pt x="69466" y="110250"/>
                  </a:cubicBezTo>
                  <a:close/>
                  <a:moveTo>
                    <a:pt x="130417" y="81119"/>
                  </a:moveTo>
                  <a:lnTo>
                    <a:pt x="45713" y="81119"/>
                  </a:lnTo>
                  <a:lnTo>
                    <a:pt x="33165" y="18375"/>
                  </a:lnTo>
                  <a:lnTo>
                    <a:pt x="123247" y="18375"/>
                  </a:lnTo>
                  <a:lnTo>
                    <a:pt x="126384" y="18375"/>
                  </a:lnTo>
                  <a:lnTo>
                    <a:pt x="146552" y="18375"/>
                  </a:lnTo>
                  <a:lnTo>
                    <a:pt x="130417" y="81119"/>
                  </a:lnTo>
                  <a:close/>
                </a:path>
              </a:pathLst>
            </a:custGeom>
            <a:gradFill flip="none" rotWithShape="1">
              <a:gsLst>
                <a:gs pos="0">
                  <a:srgbClr val="111937"/>
                </a:gs>
                <a:gs pos="34000">
                  <a:srgbClr val="0058AB"/>
                </a:gs>
                <a:gs pos="70000">
                  <a:srgbClr val="1DB8F2"/>
                </a:gs>
                <a:gs pos="100000">
                  <a:srgbClr val="00D5D0"/>
                </a:gs>
              </a:gsLst>
              <a:lin ang="0" scaled="1"/>
              <a:tileRect/>
            </a:grad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3063" name="Group 2509">
              <a:extLst>
                <a:ext uri="{FF2B5EF4-FFF2-40B4-BE49-F238E27FC236}">
                  <a16:creationId xmlns:a16="http://schemas.microsoft.com/office/drawing/2014/main" id="{77039311-4CD6-EC16-CC96-C6A931AE9966}"/>
                </a:ext>
                <a:ext uri="{C183D7F6-B498-43B3-948B-1728B52AA6E4}">
                  <adec:decorative xmlns:adec="http://schemas.microsoft.com/office/drawing/2017/decorative" val="1"/>
                </a:ext>
              </a:extLst>
            </p:cNvPr>
            <p:cNvGrpSpPr>
              <a:grpSpLocks noChangeAspect="1"/>
            </p:cNvGrpSpPr>
            <p:nvPr/>
          </p:nvGrpSpPr>
          <p:grpSpPr>
            <a:xfrm>
              <a:off x="7625656" y="3328966"/>
              <a:ext cx="781762" cy="871163"/>
              <a:chOff x="6480103" y="3149277"/>
              <a:chExt cx="147896" cy="164809"/>
            </a:xfrm>
            <a:gradFill flip="none" rotWithShape="1">
              <a:gsLst>
                <a:gs pos="0">
                  <a:srgbClr val="111937"/>
                </a:gs>
                <a:gs pos="34000">
                  <a:srgbClr val="0058AB"/>
                </a:gs>
                <a:gs pos="70000">
                  <a:srgbClr val="1DB8F2"/>
                </a:gs>
                <a:gs pos="100000">
                  <a:srgbClr val="00D5D0"/>
                </a:gs>
              </a:gsLst>
              <a:lin ang="0" scaled="1"/>
              <a:tileRect/>
            </a:gradFill>
          </p:grpSpPr>
          <p:sp>
            <p:nvSpPr>
              <p:cNvPr id="3064" name="Freeform: Shape 5340">
                <a:extLst>
                  <a:ext uri="{FF2B5EF4-FFF2-40B4-BE49-F238E27FC236}">
                    <a16:creationId xmlns:a16="http://schemas.microsoft.com/office/drawing/2014/main" id="{78A6C7BB-4B80-A3FC-002C-CFE027D587EB}"/>
                  </a:ext>
                </a:extLst>
              </p:cNvPr>
              <p:cNvSpPr/>
              <p:nvPr/>
            </p:nvSpPr>
            <p:spPr>
              <a:xfrm>
                <a:off x="6480103" y="3260306"/>
                <a:ext cx="147896" cy="53780"/>
              </a:xfrm>
              <a:custGeom>
                <a:avLst/>
                <a:gdLst>
                  <a:gd name="connsiteX0" fmla="*/ 76189 w 147896"/>
                  <a:gd name="connsiteY0" fmla="*/ 55241 h 53780"/>
                  <a:gd name="connsiteX1" fmla="*/ 0 w 147896"/>
                  <a:gd name="connsiteY1" fmla="*/ 26110 h 53780"/>
                  <a:gd name="connsiteX2" fmla="*/ 42128 w 147896"/>
                  <a:gd name="connsiteY2" fmla="*/ 117 h 53780"/>
                  <a:gd name="connsiteX3" fmla="*/ 44817 w 147896"/>
                  <a:gd name="connsiteY3" fmla="*/ 1909 h 53780"/>
                  <a:gd name="connsiteX4" fmla="*/ 43024 w 147896"/>
                  <a:gd name="connsiteY4" fmla="*/ 4598 h 53780"/>
                  <a:gd name="connsiteX5" fmla="*/ 4482 w 147896"/>
                  <a:gd name="connsiteY5" fmla="*/ 26559 h 53780"/>
                  <a:gd name="connsiteX6" fmla="*/ 76189 w 147896"/>
                  <a:gd name="connsiteY6" fmla="*/ 51208 h 53780"/>
                  <a:gd name="connsiteX7" fmla="*/ 147896 w 147896"/>
                  <a:gd name="connsiteY7" fmla="*/ 26559 h 53780"/>
                  <a:gd name="connsiteX8" fmla="*/ 109354 w 147896"/>
                  <a:gd name="connsiteY8" fmla="*/ 4598 h 53780"/>
                  <a:gd name="connsiteX9" fmla="*/ 107561 w 147896"/>
                  <a:gd name="connsiteY9" fmla="*/ 1909 h 53780"/>
                  <a:gd name="connsiteX10" fmla="*/ 110250 w 147896"/>
                  <a:gd name="connsiteY10" fmla="*/ 117 h 53780"/>
                  <a:gd name="connsiteX11" fmla="*/ 152378 w 147896"/>
                  <a:gd name="connsiteY11" fmla="*/ 26110 h 53780"/>
                  <a:gd name="connsiteX12" fmla="*/ 76189 w 147896"/>
                  <a:gd name="connsiteY12" fmla="*/ 55241 h 5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896" h="53780">
                    <a:moveTo>
                      <a:pt x="76189" y="55241"/>
                    </a:moveTo>
                    <a:cubicBezTo>
                      <a:pt x="33613" y="55241"/>
                      <a:pt x="0" y="42245"/>
                      <a:pt x="0" y="26110"/>
                    </a:cubicBezTo>
                    <a:cubicBezTo>
                      <a:pt x="0" y="14458"/>
                      <a:pt x="15686" y="5046"/>
                      <a:pt x="42128" y="117"/>
                    </a:cubicBezTo>
                    <a:cubicBezTo>
                      <a:pt x="43473" y="-332"/>
                      <a:pt x="44369" y="565"/>
                      <a:pt x="44817" y="1909"/>
                    </a:cubicBezTo>
                    <a:cubicBezTo>
                      <a:pt x="45265" y="3254"/>
                      <a:pt x="44369" y="4150"/>
                      <a:pt x="43024" y="4598"/>
                    </a:cubicBezTo>
                    <a:cubicBezTo>
                      <a:pt x="19719" y="9080"/>
                      <a:pt x="4482" y="17595"/>
                      <a:pt x="4482" y="26559"/>
                    </a:cubicBezTo>
                    <a:cubicBezTo>
                      <a:pt x="4482" y="38659"/>
                      <a:pt x="33165" y="51208"/>
                      <a:pt x="76189" y="51208"/>
                    </a:cubicBezTo>
                    <a:cubicBezTo>
                      <a:pt x="119213" y="51208"/>
                      <a:pt x="147896" y="38659"/>
                      <a:pt x="147896" y="26559"/>
                    </a:cubicBezTo>
                    <a:cubicBezTo>
                      <a:pt x="147896" y="17595"/>
                      <a:pt x="132658" y="9080"/>
                      <a:pt x="109354" y="4598"/>
                    </a:cubicBezTo>
                    <a:cubicBezTo>
                      <a:pt x="108009" y="4150"/>
                      <a:pt x="107113" y="3254"/>
                      <a:pt x="107561" y="1909"/>
                    </a:cubicBezTo>
                    <a:cubicBezTo>
                      <a:pt x="108009" y="565"/>
                      <a:pt x="108905" y="-332"/>
                      <a:pt x="110250" y="117"/>
                    </a:cubicBezTo>
                    <a:cubicBezTo>
                      <a:pt x="136692" y="5046"/>
                      <a:pt x="152378" y="14906"/>
                      <a:pt x="152378" y="26110"/>
                    </a:cubicBezTo>
                    <a:cubicBezTo>
                      <a:pt x="152378" y="42245"/>
                      <a:pt x="118765" y="55241"/>
                      <a:pt x="76189" y="55241"/>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65" name="Freeform: Shape 5341">
                <a:extLst>
                  <a:ext uri="{FF2B5EF4-FFF2-40B4-BE49-F238E27FC236}">
                    <a16:creationId xmlns:a16="http://schemas.microsoft.com/office/drawing/2014/main" id="{B2B94A65-C154-9891-E811-35AB8DA70719}"/>
                  </a:ext>
                </a:extLst>
              </p:cNvPr>
              <p:cNvSpPr/>
              <p:nvPr/>
            </p:nvSpPr>
            <p:spPr>
              <a:xfrm>
                <a:off x="6523128" y="3190060"/>
                <a:ext cx="62744" cy="98597"/>
              </a:xfrm>
              <a:custGeom>
                <a:avLst/>
                <a:gdLst>
                  <a:gd name="connsiteX0" fmla="*/ 37646 w 62743"/>
                  <a:gd name="connsiteY0" fmla="*/ 98597 h 98597"/>
                  <a:gd name="connsiteX1" fmla="*/ 28235 w 62743"/>
                  <a:gd name="connsiteY1" fmla="*/ 98597 h 98597"/>
                  <a:gd name="connsiteX2" fmla="*/ 20168 w 62743"/>
                  <a:gd name="connsiteY2" fmla="*/ 92323 h 98597"/>
                  <a:gd name="connsiteX3" fmla="*/ 20168 w 62743"/>
                  <a:gd name="connsiteY3" fmla="*/ 91427 h 98597"/>
                  <a:gd name="connsiteX4" fmla="*/ 10308 w 62743"/>
                  <a:gd name="connsiteY4" fmla="*/ 54229 h 98597"/>
                  <a:gd name="connsiteX5" fmla="*/ 8963 w 62743"/>
                  <a:gd name="connsiteY5" fmla="*/ 54229 h 98597"/>
                  <a:gd name="connsiteX6" fmla="*/ 0 w 62743"/>
                  <a:gd name="connsiteY6" fmla="*/ 46162 h 98597"/>
                  <a:gd name="connsiteX7" fmla="*/ 0 w 62743"/>
                  <a:gd name="connsiteY7" fmla="*/ 13893 h 98597"/>
                  <a:gd name="connsiteX8" fmla="*/ 16134 w 62743"/>
                  <a:gd name="connsiteY8" fmla="*/ 0 h 98597"/>
                  <a:gd name="connsiteX9" fmla="*/ 50643 w 62743"/>
                  <a:gd name="connsiteY9" fmla="*/ 0 h 98597"/>
                  <a:gd name="connsiteX10" fmla="*/ 66777 w 62743"/>
                  <a:gd name="connsiteY10" fmla="*/ 13893 h 98597"/>
                  <a:gd name="connsiteX11" fmla="*/ 66777 w 62743"/>
                  <a:gd name="connsiteY11" fmla="*/ 46162 h 98597"/>
                  <a:gd name="connsiteX12" fmla="*/ 57814 w 62743"/>
                  <a:gd name="connsiteY12" fmla="*/ 54229 h 98597"/>
                  <a:gd name="connsiteX13" fmla="*/ 56469 w 62743"/>
                  <a:gd name="connsiteY13" fmla="*/ 54229 h 98597"/>
                  <a:gd name="connsiteX14" fmla="*/ 46610 w 62743"/>
                  <a:gd name="connsiteY14" fmla="*/ 91875 h 98597"/>
                  <a:gd name="connsiteX15" fmla="*/ 37646 w 62743"/>
                  <a:gd name="connsiteY15" fmla="*/ 98597 h 98597"/>
                  <a:gd name="connsiteX16" fmla="*/ 16134 w 62743"/>
                  <a:gd name="connsiteY16" fmla="*/ 4482 h 98597"/>
                  <a:gd name="connsiteX17" fmla="*/ 4482 w 62743"/>
                  <a:gd name="connsiteY17" fmla="*/ 13893 h 98597"/>
                  <a:gd name="connsiteX18" fmla="*/ 4482 w 62743"/>
                  <a:gd name="connsiteY18" fmla="*/ 46162 h 98597"/>
                  <a:gd name="connsiteX19" fmla="*/ 8963 w 62743"/>
                  <a:gd name="connsiteY19" fmla="*/ 49747 h 98597"/>
                  <a:gd name="connsiteX20" fmla="*/ 12101 w 62743"/>
                  <a:gd name="connsiteY20" fmla="*/ 49747 h 98597"/>
                  <a:gd name="connsiteX21" fmla="*/ 14341 w 62743"/>
                  <a:gd name="connsiteY21" fmla="*/ 51540 h 98597"/>
                  <a:gd name="connsiteX22" fmla="*/ 24649 w 62743"/>
                  <a:gd name="connsiteY22" fmla="*/ 90082 h 98597"/>
                  <a:gd name="connsiteX23" fmla="*/ 24649 w 62743"/>
                  <a:gd name="connsiteY23" fmla="*/ 90979 h 98597"/>
                  <a:gd name="connsiteX24" fmla="*/ 28683 w 62743"/>
                  <a:gd name="connsiteY24" fmla="*/ 94116 h 98597"/>
                  <a:gd name="connsiteX25" fmla="*/ 38094 w 62743"/>
                  <a:gd name="connsiteY25" fmla="*/ 94116 h 98597"/>
                  <a:gd name="connsiteX26" fmla="*/ 42128 w 62743"/>
                  <a:gd name="connsiteY26" fmla="*/ 90979 h 98597"/>
                  <a:gd name="connsiteX27" fmla="*/ 52436 w 62743"/>
                  <a:gd name="connsiteY27" fmla="*/ 51540 h 98597"/>
                  <a:gd name="connsiteX28" fmla="*/ 54677 w 62743"/>
                  <a:gd name="connsiteY28" fmla="*/ 49747 h 98597"/>
                  <a:gd name="connsiteX29" fmla="*/ 57366 w 62743"/>
                  <a:gd name="connsiteY29" fmla="*/ 49747 h 98597"/>
                  <a:gd name="connsiteX30" fmla="*/ 61847 w 62743"/>
                  <a:gd name="connsiteY30" fmla="*/ 46162 h 98597"/>
                  <a:gd name="connsiteX31" fmla="*/ 61847 w 62743"/>
                  <a:gd name="connsiteY31" fmla="*/ 13893 h 98597"/>
                  <a:gd name="connsiteX32" fmla="*/ 50195 w 62743"/>
                  <a:gd name="connsiteY32" fmla="*/ 4482 h 98597"/>
                  <a:gd name="connsiteX33" fmla="*/ 16134 w 62743"/>
                  <a:gd name="connsiteY33" fmla="*/ 4482 h 9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2743" h="98597">
                    <a:moveTo>
                      <a:pt x="37646" y="98597"/>
                    </a:moveTo>
                    <a:lnTo>
                      <a:pt x="28235" y="98597"/>
                    </a:lnTo>
                    <a:cubicBezTo>
                      <a:pt x="24201" y="98597"/>
                      <a:pt x="21064" y="95908"/>
                      <a:pt x="20168" y="92323"/>
                    </a:cubicBezTo>
                    <a:lnTo>
                      <a:pt x="20168" y="91427"/>
                    </a:lnTo>
                    <a:cubicBezTo>
                      <a:pt x="20168" y="90979"/>
                      <a:pt x="12549" y="61848"/>
                      <a:pt x="10308" y="54229"/>
                    </a:cubicBezTo>
                    <a:lnTo>
                      <a:pt x="8963" y="54229"/>
                    </a:lnTo>
                    <a:cubicBezTo>
                      <a:pt x="4034" y="54229"/>
                      <a:pt x="0" y="50643"/>
                      <a:pt x="0" y="46162"/>
                    </a:cubicBezTo>
                    <a:lnTo>
                      <a:pt x="0" y="13893"/>
                    </a:lnTo>
                    <a:cubicBezTo>
                      <a:pt x="0" y="6274"/>
                      <a:pt x="7171" y="0"/>
                      <a:pt x="16134" y="0"/>
                    </a:cubicBezTo>
                    <a:lnTo>
                      <a:pt x="50643" y="0"/>
                    </a:lnTo>
                    <a:cubicBezTo>
                      <a:pt x="59607" y="0"/>
                      <a:pt x="66777" y="6274"/>
                      <a:pt x="66777" y="13893"/>
                    </a:cubicBezTo>
                    <a:lnTo>
                      <a:pt x="66777" y="46162"/>
                    </a:lnTo>
                    <a:cubicBezTo>
                      <a:pt x="66777" y="50643"/>
                      <a:pt x="62744" y="54229"/>
                      <a:pt x="57814" y="54229"/>
                    </a:cubicBezTo>
                    <a:lnTo>
                      <a:pt x="56469" y="54229"/>
                    </a:lnTo>
                    <a:lnTo>
                      <a:pt x="46610" y="91875"/>
                    </a:lnTo>
                    <a:cubicBezTo>
                      <a:pt x="44817" y="95908"/>
                      <a:pt x="41680" y="98597"/>
                      <a:pt x="37646" y="98597"/>
                    </a:cubicBezTo>
                    <a:close/>
                    <a:moveTo>
                      <a:pt x="16134" y="4482"/>
                    </a:moveTo>
                    <a:cubicBezTo>
                      <a:pt x="9860" y="4482"/>
                      <a:pt x="4482" y="8963"/>
                      <a:pt x="4482" y="13893"/>
                    </a:cubicBezTo>
                    <a:lnTo>
                      <a:pt x="4482" y="46162"/>
                    </a:lnTo>
                    <a:cubicBezTo>
                      <a:pt x="4482" y="47954"/>
                      <a:pt x="6723" y="49747"/>
                      <a:pt x="8963" y="49747"/>
                    </a:cubicBezTo>
                    <a:lnTo>
                      <a:pt x="12101" y="49747"/>
                    </a:lnTo>
                    <a:cubicBezTo>
                      <a:pt x="12997" y="49747"/>
                      <a:pt x="13893" y="50643"/>
                      <a:pt x="14341" y="51540"/>
                    </a:cubicBezTo>
                    <a:cubicBezTo>
                      <a:pt x="14341" y="52436"/>
                      <a:pt x="23753" y="87841"/>
                      <a:pt x="24649" y="90082"/>
                    </a:cubicBezTo>
                    <a:lnTo>
                      <a:pt x="24649" y="90979"/>
                    </a:lnTo>
                    <a:cubicBezTo>
                      <a:pt x="25098" y="92771"/>
                      <a:pt x="26890" y="94116"/>
                      <a:pt x="28683" y="94116"/>
                    </a:cubicBezTo>
                    <a:lnTo>
                      <a:pt x="38094" y="94116"/>
                    </a:lnTo>
                    <a:cubicBezTo>
                      <a:pt x="39887" y="94116"/>
                      <a:pt x="41680" y="92771"/>
                      <a:pt x="42128" y="90979"/>
                    </a:cubicBezTo>
                    <a:lnTo>
                      <a:pt x="52436" y="51540"/>
                    </a:lnTo>
                    <a:cubicBezTo>
                      <a:pt x="52884" y="50643"/>
                      <a:pt x="53780" y="49747"/>
                      <a:pt x="54677" y="49747"/>
                    </a:cubicBezTo>
                    <a:lnTo>
                      <a:pt x="57366" y="49747"/>
                    </a:lnTo>
                    <a:cubicBezTo>
                      <a:pt x="60055" y="49747"/>
                      <a:pt x="61847" y="47954"/>
                      <a:pt x="61847" y="46162"/>
                    </a:cubicBezTo>
                    <a:lnTo>
                      <a:pt x="61847" y="13893"/>
                    </a:lnTo>
                    <a:cubicBezTo>
                      <a:pt x="61847" y="8515"/>
                      <a:pt x="56469" y="4482"/>
                      <a:pt x="50195" y="4482"/>
                    </a:cubicBezTo>
                    <a:lnTo>
                      <a:pt x="16134" y="4482"/>
                    </a:ln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66" name="Freeform: Shape 5342">
                <a:extLst>
                  <a:ext uri="{FF2B5EF4-FFF2-40B4-BE49-F238E27FC236}">
                    <a16:creationId xmlns:a16="http://schemas.microsoft.com/office/drawing/2014/main" id="{C8BC2C5D-87AC-E7D5-712C-E26788F31F98}"/>
                  </a:ext>
                </a:extLst>
              </p:cNvPr>
              <p:cNvSpPr/>
              <p:nvPr/>
            </p:nvSpPr>
            <p:spPr>
              <a:xfrm>
                <a:off x="6538814" y="3149277"/>
                <a:ext cx="31372" cy="31372"/>
              </a:xfrm>
              <a:custGeom>
                <a:avLst/>
                <a:gdLst>
                  <a:gd name="connsiteX0" fmla="*/ 17479 w 31371"/>
                  <a:gd name="connsiteY0" fmla="*/ 34957 h 31371"/>
                  <a:gd name="connsiteX1" fmla="*/ 0 w 31371"/>
                  <a:gd name="connsiteY1" fmla="*/ 17479 h 31371"/>
                  <a:gd name="connsiteX2" fmla="*/ 17479 w 31371"/>
                  <a:gd name="connsiteY2" fmla="*/ 0 h 31371"/>
                  <a:gd name="connsiteX3" fmla="*/ 34957 w 31371"/>
                  <a:gd name="connsiteY3" fmla="*/ 17479 h 31371"/>
                  <a:gd name="connsiteX4" fmla="*/ 17479 w 31371"/>
                  <a:gd name="connsiteY4" fmla="*/ 34957 h 31371"/>
                  <a:gd name="connsiteX5" fmla="*/ 17479 w 31371"/>
                  <a:gd name="connsiteY5" fmla="*/ 4930 h 31371"/>
                  <a:gd name="connsiteX6" fmla="*/ 4482 w 31371"/>
                  <a:gd name="connsiteY6" fmla="*/ 17927 h 31371"/>
                  <a:gd name="connsiteX7" fmla="*/ 17479 w 31371"/>
                  <a:gd name="connsiteY7" fmla="*/ 30924 h 31371"/>
                  <a:gd name="connsiteX8" fmla="*/ 30476 w 31371"/>
                  <a:gd name="connsiteY8" fmla="*/ 17927 h 31371"/>
                  <a:gd name="connsiteX9" fmla="*/ 17479 w 31371"/>
                  <a:gd name="connsiteY9" fmla="*/ 4930 h 3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 h="31371">
                    <a:moveTo>
                      <a:pt x="17479" y="34957"/>
                    </a:moveTo>
                    <a:cubicBezTo>
                      <a:pt x="8067" y="34957"/>
                      <a:pt x="0" y="27338"/>
                      <a:pt x="0" y="17479"/>
                    </a:cubicBezTo>
                    <a:cubicBezTo>
                      <a:pt x="0" y="8067"/>
                      <a:pt x="7619" y="0"/>
                      <a:pt x="17479" y="0"/>
                    </a:cubicBezTo>
                    <a:cubicBezTo>
                      <a:pt x="26890" y="0"/>
                      <a:pt x="34957" y="7619"/>
                      <a:pt x="34957" y="17479"/>
                    </a:cubicBezTo>
                    <a:cubicBezTo>
                      <a:pt x="34957" y="27338"/>
                      <a:pt x="26890" y="34957"/>
                      <a:pt x="17479" y="34957"/>
                    </a:cubicBezTo>
                    <a:close/>
                    <a:moveTo>
                      <a:pt x="17479" y="4930"/>
                    </a:moveTo>
                    <a:cubicBezTo>
                      <a:pt x="10308" y="4930"/>
                      <a:pt x="4482" y="10756"/>
                      <a:pt x="4482" y="17927"/>
                    </a:cubicBezTo>
                    <a:cubicBezTo>
                      <a:pt x="4482" y="25098"/>
                      <a:pt x="10308" y="30924"/>
                      <a:pt x="17479" y="30924"/>
                    </a:cubicBezTo>
                    <a:cubicBezTo>
                      <a:pt x="24649" y="30924"/>
                      <a:pt x="30476" y="25098"/>
                      <a:pt x="30476" y="17927"/>
                    </a:cubicBezTo>
                    <a:cubicBezTo>
                      <a:pt x="30476" y="10756"/>
                      <a:pt x="24649" y="4930"/>
                      <a:pt x="17479" y="4930"/>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nvGrpSpPr>
            <p:cNvPr id="3043" name="Group 2504">
              <a:extLst>
                <a:ext uri="{FF2B5EF4-FFF2-40B4-BE49-F238E27FC236}">
                  <a16:creationId xmlns:a16="http://schemas.microsoft.com/office/drawing/2014/main" id="{C8B75B7B-DBC5-FB73-F756-D9F0DDB1282F}"/>
                </a:ext>
                <a:ext uri="{C183D7F6-B498-43B3-948B-1728B52AA6E4}">
                  <adec:decorative xmlns:adec="http://schemas.microsoft.com/office/drawing/2017/decorative" val="1"/>
                </a:ext>
              </a:extLst>
            </p:cNvPr>
            <p:cNvGrpSpPr>
              <a:grpSpLocks noChangeAspect="1"/>
            </p:cNvGrpSpPr>
            <p:nvPr/>
          </p:nvGrpSpPr>
          <p:grpSpPr>
            <a:xfrm>
              <a:off x="7630960" y="1845402"/>
              <a:ext cx="758073" cy="759256"/>
              <a:chOff x="7014098" y="2812477"/>
              <a:chExt cx="143414" cy="143638"/>
            </a:xfrm>
            <a:gradFill flip="none" rotWithShape="1">
              <a:gsLst>
                <a:gs pos="0">
                  <a:srgbClr val="111937"/>
                </a:gs>
                <a:gs pos="34000">
                  <a:srgbClr val="0058AB"/>
                </a:gs>
                <a:gs pos="70000">
                  <a:srgbClr val="1DB8F2"/>
                </a:gs>
                <a:gs pos="100000">
                  <a:srgbClr val="00D5D0"/>
                </a:gs>
              </a:gsLst>
              <a:lin ang="0" scaled="1"/>
              <a:tileRect/>
            </a:gradFill>
          </p:grpSpPr>
          <p:sp>
            <p:nvSpPr>
              <p:cNvPr id="3044" name="Freeform: Shape 5351">
                <a:extLst>
                  <a:ext uri="{FF2B5EF4-FFF2-40B4-BE49-F238E27FC236}">
                    <a16:creationId xmlns:a16="http://schemas.microsoft.com/office/drawing/2014/main" id="{CBD782EA-30F4-EF98-B49B-C375382589C7}"/>
                  </a:ext>
                </a:extLst>
              </p:cNvPr>
              <p:cNvSpPr/>
              <p:nvPr/>
            </p:nvSpPr>
            <p:spPr>
              <a:xfrm>
                <a:off x="7014098" y="2855501"/>
                <a:ext cx="143414" cy="58262"/>
              </a:xfrm>
              <a:custGeom>
                <a:avLst/>
                <a:gdLst>
                  <a:gd name="connsiteX0" fmla="*/ 2465 w 143414"/>
                  <a:gd name="connsiteY0" fmla="*/ 58934 h 58262"/>
                  <a:gd name="connsiteX1" fmla="*/ 672 w 143414"/>
                  <a:gd name="connsiteY1" fmla="*/ 58038 h 58262"/>
                  <a:gd name="connsiteX2" fmla="*/ 672 w 143414"/>
                  <a:gd name="connsiteY2" fmla="*/ 54901 h 58262"/>
                  <a:gd name="connsiteX3" fmla="*/ 22184 w 143414"/>
                  <a:gd name="connsiteY3" fmla="*/ 34285 h 58262"/>
                  <a:gd name="connsiteX4" fmla="*/ 39663 w 143414"/>
                  <a:gd name="connsiteY4" fmla="*/ 27114 h 58262"/>
                  <a:gd name="connsiteX5" fmla="*/ 105096 w 143414"/>
                  <a:gd name="connsiteY5" fmla="*/ 27114 h 58262"/>
                  <a:gd name="connsiteX6" fmla="*/ 119437 w 143414"/>
                  <a:gd name="connsiteY6" fmla="*/ 21288 h 58262"/>
                  <a:gd name="connsiteX7" fmla="*/ 140950 w 143414"/>
                  <a:gd name="connsiteY7" fmla="*/ 672 h 58262"/>
                  <a:gd name="connsiteX8" fmla="*/ 144087 w 143414"/>
                  <a:gd name="connsiteY8" fmla="*/ 672 h 58262"/>
                  <a:gd name="connsiteX9" fmla="*/ 144087 w 143414"/>
                  <a:gd name="connsiteY9" fmla="*/ 3809 h 58262"/>
                  <a:gd name="connsiteX10" fmla="*/ 122575 w 143414"/>
                  <a:gd name="connsiteY10" fmla="*/ 24425 h 58262"/>
                  <a:gd name="connsiteX11" fmla="*/ 105096 w 143414"/>
                  <a:gd name="connsiteY11" fmla="*/ 31596 h 58262"/>
                  <a:gd name="connsiteX12" fmla="*/ 39663 w 143414"/>
                  <a:gd name="connsiteY12" fmla="*/ 31596 h 58262"/>
                  <a:gd name="connsiteX13" fmla="*/ 25322 w 143414"/>
                  <a:gd name="connsiteY13" fmla="*/ 37422 h 58262"/>
                  <a:gd name="connsiteX14" fmla="*/ 3809 w 143414"/>
                  <a:gd name="connsiteY14" fmla="*/ 58038 h 58262"/>
                  <a:gd name="connsiteX15" fmla="*/ 2465 w 143414"/>
                  <a:gd name="connsiteY15" fmla="*/ 58934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3414" h="58262">
                    <a:moveTo>
                      <a:pt x="2465" y="58934"/>
                    </a:moveTo>
                    <a:cubicBezTo>
                      <a:pt x="2017" y="58934"/>
                      <a:pt x="1120" y="58486"/>
                      <a:pt x="672" y="58038"/>
                    </a:cubicBezTo>
                    <a:cubicBezTo>
                      <a:pt x="-224" y="57142"/>
                      <a:pt x="-224" y="55797"/>
                      <a:pt x="672" y="54901"/>
                    </a:cubicBezTo>
                    <a:lnTo>
                      <a:pt x="22184" y="34285"/>
                    </a:lnTo>
                    <a:cubicBezTo>
                      <a:pt x="26218" y="30251"/>
                      <a:pt x="33837" y="27114"/>
                      <a:pt x="39663" y="27114"/>
                    </a:cubicBezTo>
                    <a:lnTo>
                      <a:pt x="105096" y="27114"/>
                    </a:lnTo>
                    <a:cubicBezTo>
                      <a:pt x="109578" y="27114"/>
                      <a:pt x="116300" y="24425"/>
                      <a:pt x="119437" y="21288"/>
                    </a:cubicBezTo>
                    <a:lnTo>
                      <a:pt x="140950" y="672"/>
                    </a:lnTo>
                    <a:cubicBezTo>
                      <a:pt x="141846" y="-224"/>
                      <a:pt x="143190" y="-224"/>
                      <a:pt x="144087" y="672"/>
                    </a:cubicBezTo>
                    <a:cubicBezTo>
                      <a:pt x="144983" y="1569"/>
                      <a:pt x="144983" y="2913"/>
                      <a:pt x="144087" y="3809"/>
                    </a:cubicBezTo>
                    <a:lnTo>
                      <a:pt x="122575" y="24425"/>
                    </a:lnTo>
                    <a:cubicBezTo>
                      <a:pt x="118541" y="28459"/>
                      <a:pt x="110922" y="31596"/>
                      <a:pt x="105096" y="31596"/>
                    </a:cubicBezTo>
                    <a:lnTo>
                      <a:pt x="39663" y="31596"/>
                    </a:lnTo>
                    <a:cubicBezTo>
                      <a:pt x="35181" y="31596"/>
                      <a:pt x="28459" y="34285"/>
                      <a:pt x="25322" y="37422"/>
                    </a:cubicBezTo>
                    <a:lnTo>
                      <a:pt x="3809" y="58038"/>
                    </a:lnTo>
                    <a:cubicBezTo>
                      <a:pt x="3361" y="58934"/>
                      <a:pt x="2913" y="58934"/>
                      <a:pt x="2465" y="58934"/>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45" name="Freeform: Shape 5352">
                <a:extLst>
                  <a:ext uri="{FF2B5EF4-FFF2-40B4-BE49-F238E27FC236}">
                    <a16:creationId xmlns:a16="http://schemas.microsoft.com/office/drawing/2014/main" id="{1A3759C0-056F-C449-D432-AAE5B8E28594}"/>
                  </a:ext>
                </a:extLst>
              </p:cNvPr>
              <p:cNvSpPr/>
              <p:nvPr/>
            </p:nvSpPr>
            <p:spPr>
              <a:xfrm>
                <a:off x="7084237" y="2812477"/>
                <a:ext cx="31372" cy="58262"/>
              </a:xfrm>
              <a:custGeom>
                <a:avLst/>
                <a:gdLst>
                  <a:gd name="connsiteX0" fmla="*/ 2241 w 31371"/>
                  <a:gd name="connsiteY0" fmla="*/ 59383 h 58262"/>
                  <a:gd name="connsiteX1" fmla="*/ 0 w 31371"/>
                  <a:gd name="connsiteY1" fmla="*/ 57142 h 58262"/>
                  <a:gd name="connsiteX2" fmla="*/ 0 w 31371"/>
                  <a:gd name="connsiteY2" fmla="*/ 39663 h 58262"/>
                  <a:gd name="connsiteX3" fmla="*/ 7171 w 31371"/>
                  <a:gd name="connsiteY3" fmla="*/ 22184 h 58262"/>
                  <a:gd name="connsiteX4" fmla="*/ 27787 w 31371"/>
                  <a:gd name="connsiteY4" fmla="*/ 672 h 58262"/>
                  <a:gd name="connsiteX5" fmla="*/ 30924 w 31371"/>
                  <a:gd name="connsiteY5" fmla="*/ 672 h 58262"/>
                  <a:gd name="connsiteX6" fmla="*/ 30924 w 31371"/>
                  <a:gd name="connsiteY6" fmla="*/ 3809 h 58262"/>
                  <a:gd name="connsiteX7" fmla="*/ 10308 w 31371"/>
                  <a:gd name="connsiteY7" fmla="*/ 25322 h 58262"/>
                  <a:gd name="connsiteX8" fmla="*/ 4482 w 31371"/>
                  <a:gd name="connsiteY8" fmla="*/ 39663 h 58262"/>
                  <a:gd name="connsiteX9" fmla="*/ 4482 w 31371"/>
                  <a:gd name="connsiteY9" fmla="*/ 57142 h 58262"/>
                  <a:gd name="connsiteX10" fmla="*/ 2241 w 31371"/>
                  <a:gd name="connsiteY10" fmla="*/ 59383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71" h="58262">
                    <a:moveTo>
                      <a:pt x="2241" y="59383"/>
                    </a:moveTo>
                    <a:cubicBezTo>
                      <a:pt x="896" y="59383"/>
                      <a:pt x="0" y="58486"/>
                      <a:pt x="0" y="57142"/>
                    </a:cubicBezTo>
                    <a:lnTo>
                      <a:pt x="0" y="39663"/>
                    </a:lnTo>
                    <a:cubicBezTo>
                      <a:pt x="0" y="33837"/>
                      <a:pt x="3137" y="26218"/>
                      <a:pt x="7171" y="22184"/>
                    </a:cubicBezTo>
                    <a:lnTo>
                      <a:pt x="27787" y="672"/>
                    </a:lnTo>
                    <a:cubicBezTo>
                      <a:pt x="28683" y="-224"/>
                      <a:pt x="30027" y="-224"/>
                      <a:pt x="30924" y="672"/>
                    </a:cubicBezTo>
                    <a:cubicBezTo>
                      <a:pt x="31820" y="1569"/>
                      <a:pt x="31820" y="2913"/>
                      <a:pt x="30924" y="3809"/>
                    </a:cubicBezTo>
                    <a:lnTo>
                      <a:pt x="10308" y="25322"/>
                    </a:lnTo>
                    <a:cubicBezTo>
                      <a:pt x="7171" y="28459"/>
                      <a:pt x="4482" y="35181"/>
                      <a:pt x="4482" y="39663"/>
                    </a:cubicBezTo>
                    <a:lnTo>
                      <a:pt x="4482" y="57142"/>
                    </a:lnTo>
                    <a:cubicBezTo>
                      <a:pt x="4482" y="58486"/>
                      <a:pt x="3585" y="59383"/>
                      <a:pt x="2241" y="59383"/>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46" name="Freeform: Shape 5353">
                <a:extLst>
                  <a:ext uri="{FF2B5EF4-FFF2-40B4-BE49-F238E27FC236}">
                    <a16:creationId xmlns:a16="http://schemas.microsoft.com/office/drawing/2014/main" id="{8A356B02-B746-1C6A-112C-62D785B9031C}"/>
                  </a:ext>
                </a:extLst>
              </p:cNvPr>
              <p:cNvSpPr/>
              <p:nvPr/>
            </p:nvSpPr>
            <p:spPr>
              <a:xfrm>
                <a:off x="7057123" y="2897853"/>
                <a:ext cx="31372" cy="58262"/>
              </a:xfrm>
              <a:custGeom>
                <a:avLst/>
                <a:gdLst>
                  <a:gd name="connsiteX0" fmla="*/ 2017 w 31371"/>
                  <a:gd name="connsiteY0" fmla="*/ 59158 h 58262"/>
                  <a:gd name="connsiteX1" fmla="*/ 672 w 31371"/>
                  <a:gd name="connsiteY1" fmla="*/ 58710 h 58262"/>
                  <a:gd name="connsiteX2" fmla="*/ 672 w 31371"/>
                  <a:gd name="connsiteY2" fmla="*/ 55573 h 58262"/>
                  <a:gd name="connsiteX3" fmla="*/ 21288 w 31371"/>
                  <a:gd name="connsiteY3" fmla="*/ 34061 h 58262"/>
                  <a:gd name="connsiteX4" fmla="*/ 27114 w 31371"/>
                  <a:gd name="connsiteY4" fmla="*/ 19719 h 58262"/>
                  <a:gd name="connsiteX5" fmla="*/ 27114 w 31371"/>
                  <a:gd name="connsiteY5" fmla="*/ 2241 h 58262"/>
                  <a:gd name="connsiteX6" fmla="*/ 29355 w 31371"/>
                  <a:gd name="connsiteY6" fmla="*/ 0 h 58262"/>
                  <a:gd name="connsiteX7" fmla="*/ 31596 w 31371"/>
                  <a:gd name="connsiteY7" fmla="*/ 2241 h 58262"/>
                  <a:gd name="connsiteX8" fmla="*/ 31596 w 31371"/>
                  <a:gd name="connsiteY8" fmla="*/ 19719 h 58262"/>
                  <a:gd name="connsiteX9" fmla="*/ 24425 w 31371"/>
                  <a:gd name="connsiteY9" fmla="*/ 37198 h 58262"/>
                  <a:gd name="connsiteX10" fmla="*/ 3809 w 31371"/>
                  <a:gd name="connsiteY10" fmla="*/ 58710 h 58262"/>
                  <a:gd name="connsiteX11" fmla="*/ 2017 w 31371"/>
                  <a:gd name="connsiteY11" fmla="*/ 59158 h 5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371" h="58262">
                    <a:moveTo>
                      <a:pt x="2017" y="59158"/>
                    </a:moveTo>
                    <a:cubicBezTo>
                      <a:pt x="1569" y="59158"/>
                      <a:pt x="672" y="59158"/>
                      <a:pt x="672" y="58710"/>
                    </a:cubicBezTo>
                    <a:cubicBezTo>
                      <a:pt x="-224" y="57814"/>
                      <a:pt x="-224" y="56469"/>
                      <a:pt x="672" y="55573"/>
                    </a:cubicBezTo>
                    <a:lnTo>
                      <a:pt x="21288" y="34061"/>
                    </a:lnTo>
                    <a:cubicBezTo>
                      <a:pt x="24425" y="30924"/>
                      <a:pt x="27114" y="24201"/>
                      <a:pt x="27114" y="19719"/>
                    </a:cubicBezTo>
                    <a:lnTo>
                      <a:pt x="27114" y="2241"/>
                    </a:lnTo>
                    <a:cubicBezTo>
                      <a:pt x="27114" y="896"/>
                      <a:pt x="28011" y="0"/>
                      <a:pt x="29355" y="0"/>
                    </a:cubicBezTo>
                    <a:cubicBezTo>
                      <a:pt x="30700" y="0"/>
                      <a:pt x="31596" y="896"/>
                      <a:pt x="31596" y="2241"/>
                    </a:cubicBezTo>
                    <a:lnTo>
                      <a:pt x="31596" y="19719"/>
                    </a:lnTo>
                    <a:cubicBezTo>
                      <a:pt x="31596" y="25546"/>
                      <a:pt x="28459" y="33165"/>
                      <a:pt x="24425" y="37198"/>
                    </a:cubicBezTo>
                    <a:lnTo>
                      <a:pt x="3809" y="58710"/>
                    </a:lnTo>
                    <a:cubicBezTo>
                      <a:pt x="3361" y="59158"/>
                      <a:pt x="2465" y="59158"/>
                      <a:pt x="2017" y="59158"/>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47" name="Freeform: Shape 5354">
                <a:extLst>
                  <a:ext uri="{FF2B5EF4-FFF2-40B4-BE49-F238E27FC236}">
                    <a16:creationId xmlns:a16="http://schemas.microsoft.com/office/drawing/2014/main" id="{41C4DB57-5AA6-90AF-581A-743F93EBF3FA}"/>
                  </a:ext>
                </a:extLst>
              </p:cNvPr>
              <p:cNvSpPr/>
              <p:nvPr/>
            </p:nvSpPr>
            <p:spPr>
              <a:xfrm>
                <a:off x="7117177" y="2830852"/>
                <a:ext cx="22409" cy="22409"/>
              </a:xfrm>
              <a:custGeom>
                <a:avLst/>
                <a:gdLst>
                  <a:gd name="connsiteX0" fmla="*/ 20840 w 22408"/>
                  <a:gd name="connsiteY0" fmla="*/ 22633 h 22408"/>
                  <a:gd name="connsiteX1" fmla="*/ 19047 w 22408"/>
                  <a:gd name="connsiteY1" fmla="*/ 22184 h 22408"/>
                  <a:gd name="connsiteX2" fmla="*/ 672 w 22408"/>
                  <a:gd name="connsiteY2" fmla="*/ 3809 h 22408"/>
                  <a:gd name="connsiteX3" fmla="*/ 672 w 22408"/>
                  <a:gd name="connsiteY3" fmla="*/ 672 h 22408"/>
                  <a:gd name="connsiteX4" fmla="*/ 3809 w 22408"/>
                  <a:gd name="connsiteY4" fmla="*/ 672 h 22408"/>
                  <a:gd name="connsiteX5" fmla="*/ 22184 w 22408"/>
                  <a:gd name="connsiteY5" fmla="*/ 19047 h 22408"/>
                  <a:gd name="connsiteX6" fmla="*/ 22184 w 22408"/>
                  <a:gd name="connsiteY6" fmla="*/ 22184 h 22408"/>
                  <a:gd name="connsiteX7" fmla="*/ 20840 w 22408"/>
                  <a:gd name="connsiteY7" fmla="*/ 22633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08" h="22408">
                    <a:moveTo>
                      <a:pt x="20840" y="22633"/>
                    </a:moveTo>
                    <a:cubicBezTo>
                      <a:pt x="20392" y="22633"/>
                      <a:pt x="19495" y="22633"/>
                      <a:pt x="19047" y="22184"/>
                    </a:cubicBezTo>
                    <a:lnTo>
                      <a:pt x="672" y="3809"/>
                    </a:lnTo>
                    <a:cubicBezTo>
                      <a:pt x="-224" y="2913"/>
                      <a:pt x="-224" y="1569"/>
                      <a:pt x="672" y="672"/>
                    </a:cubicBezTo>
                    <a:cubicBezTo>
                      <a:pt x="1569" y="-224"/>
                      <a:pt x="2913" y="-224"/>
                      <a:pt x="3809" y="672"/>
                    </a:cubicBezTo>
                    <a:lnTo>
                      <a:pt x="22184" y="19047"/>
                    </a:lnTo>
                    <a:cubicBezTo>
                      <a:pt x="23081" y="19944"/>
                      <a:pt x="23081" y="21288"/>
                      <a:pt x="22184" y="22184"/>
                    </a:cubicBezTo>
                    <a:cubicBezTo>
                      <a:pt x="22184" y="22633"/>
                      <a:pt x="21736" y="22633"/>
                      <a:pt x="20840" y="22633"/>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48" name="Freeform: Shape 5355">
                <a:extLst>
                  <a:ext uri="{FF2B5EF4-FFF2-40B4-BE49-F238E27FC236}">
                    <a16:creationId xmlns:a16="http://schemas.microsoft.com/office/drawing/2014/main" id="{EB01EA5B-6260-67C8-255C-D7A719449C69}"/>
                  </a:ext>
                </a:extLst>
              </p:cNvPr>
              <p:cNvSpPr/>
              <p:nvPr/>
            </p:nvSpPr>
            <p:spPr>
              <a:xfrm>
                <a:off x="7102388" y="2846089"/>
                <a:ext cx="22409" cy="22409"/>
              </a:xfrm>
              <a:custGeom>
                <a:avLst/>
                <a:gdLst>
                  <a:gd name="connsiteX0" fmla="*/ 20840 w 22408"/>
                  <a:gd name="connsiteY0" fmla="*/ 22633 h 22408"/>
                  <a:gd name="connsiteX1" fmla="*/ 19047 w 22408"/>
                  <a:gd name="connsiteY1" fmla="*/ 22184 h 22408"/>
                  <a:gd name="connsiteX2" fmla="*/ 672 w 22408"/>
                  <a:gd name="connsiteY2" fmla="*/ 3809 h 22408"/>
                  <a:gd name="connsiteX3" fmla="*/ 672 w 22408"/>
                  <a:gd name="connsiteY3" fmla="*/ 672 h 22408"/>
                  <a:gd name="connsiteX4" fmla="*/ 3809 w 22408"/>
                  <a:gd name="connsiteY4" fmla="*/ 672 h 22408"/>
                  <a:gd name="connsiteX5" fmla="*/ 22184 w 22408"/>
                  <a:gd name="connsiteY5" fmla="*/ 19047 h 22408"/>
                  <a:gd name="connsiteX6" fmla="*/ 22184 w 22408"/>
                  <a:gd name="connsiteY6" fmla="*/ 22184 h 22408"/>
                  <a:gd name="connsiteX7" fmla="*/ 20840 w 22408"/>
                  <a:gd name="connsiteY7" fmla="*/ 22633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08" h="22408">
                    <a:moveTo>
                      <a:pt x="20840" y="22633"/>
                    </a:moveTo>
                    <a:cubicBezTo>
                      <a:pt x="20392" y="22633"/>
                      <a:pt x="19495" y="22633"/>
                      <a:pt x="19047" y="22184"/>
                    </a:cubicBezTo>
                    <a:lnTo>
                      <a:pt x="672" y="3809"/>
                    </a:lnTo>
                    <a:cubicBezTo>
                      <a:pt x="-224" y="2913"/>
                      <a:pt x="-224" y="1569"/>
                      <a:pt x="672" y="672"/>
                    </a:cubicBezTo>
                    <a:cubicBezTo>
                      <a:pt x="1569" y="-224"/>
                      <a:pt x="2913" y="-224"/>
                      <a:pt x="3809" y="672"/>
                    </a:cubicBezTo>
                    <a:lnTo>
                      <a:pt x="22184" y="19047"/>
                    </a:lnTo>
                    <a:cubicBezTo>
                      <a:pt x="23081" y="19944"/>
                      <a:pt x="23081" y="21288"/>
                      <a:pt x="22184" y="22184"/>
                    </a:cubicBezTo>
                    <a:cubicBezTo>
                      <a:pt x="21736" y="22633"/>
                      <a:pt x="21288" y="22633"/>
                      <a:pt x="20840" y="22633"/>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49" name="Freeform: Shape 5356">
                <a:extLst>
                  <a:ext uri="{FF2B5EF4-FFF2-40B4-BE49-F238E27FC236}">
                    <a16:creationId xmlns:a16="http://schemas.microsoft.com/office/drawing/2014/main" id="{37D62C6C-CCF9-FC43-531A-288E61241DF2}"/>
                  </a:ext>
                </a:extLst>
              </p:cNvPr>
              <p:cNvSpPr/>
              <p:nvPr/>
            </p:nvSpPr>
            <p:spPr>
              <a:xfrm>
                <a:off x="7047263" y="2901214"/>
                <a:ext cx="22409" cy="22409"/>
              </a:xfrm>
              <a:custGeom>
                <a:avLst/>
                <a:gdLst>
                  <a:gd name="connsiteX0" fmla="*/ 20840 w 22408"/>
                  <a:gd name="connsiteY0" fmla="*/ 22633 h 22408"/>
                  <a:gd name="connsiteX1" fmla="*/ 19047 w 22408"/>
                  <a:gd name="connsiteY1" fmla="*/ 22184 h 22408"/>
                  <a:gd name="connsiteX2" fmla="*/ 672 w 22408"/>
                  <a:gd name="connsiteY2" fmla="*/ 3809 h 22408"/>
                  <a:gd name="connsiteX3" fmla="*/ 672 w 22408"/>
                  <a:gd name="connsiteY3" fmla="*/ 672 h 22408"/>
                  <a:gd name="connsiteX4" fmla="*/ 3809 w 22408"/>
                  <a:gd name="connsiteY4" fmla="*/ 672 h 22408"/>
                  <a:gd name="connsiteX5" fmla="*/ 22184 w 22408"/>
                  <a:gd name="connsiteY5" fmla="*/ 19047 h 22408"/>
                  <a:gd name="connsiteX6" fmla="*/ 22184 w 22408"/>
                  <a:gd name="connsiteY6" fmla="*/ 22184 h 22408"/>
                  <a:gd name="connsiteX7" fmla="*/ 20840 w 22408"/>
                  <a:gd name="connsiteY7" fmla="*/ 22633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08" h="22408">
                    <a:moveTo>
                      <a:pt x="20840" y="22633"/>
                    </a:moveTo>
                    <a:cubicBezTo>
                      <a:pt x="20392" y="22633"/>
                      <a:pt x="19495" y="22633"/>
                      <a:pt x="19047" y="22184"/>
                    </a:cubicBezTo>
                    <a:lnTo>
                      <a:pt x="672" y="3809"/>
                    </a:lnTo>
                    <a:cubicBezTo>
                      <a:pt x="-224" y="2913"/>
                      <a:pt x="-224" y="1569"/>
                      <a:pt x="672" y="672"/>
                    </a:cubicBezTo>
                    <a:cubicBezTo>
                      <a:pt x="1569" y="-224"/>
                      <a:pt x="2913" y="-224"/>
                      <a:pt x="3809" y="672"/>
                    </a:cubicBezTo>
                    <a:lnTo>
                      <a:pt x="22184" y="19047"/>
                    </a:lnTo>
                    <a:cubicBezTo>
                      <a:pt x="23081" y="19944"/>
                      <a:pt x="23081" y="21288"/>
                      <a:pt x="22184" y="22184"/>
                    </a:cubicBezTo>
                    <a:cubicBezTo>
                      <a:pt x="22184" y="22184"/>
                      <a:pt x="21736" y="22633"/>
                      <a:pt x="20840" y="22633"/>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3050" name="Freeform: Shape 5357">
                <a:extLst>
                  <a:ext uri="{FF2B5EF4-FFF2-40B4-BE49-F238E27FC236}">
                    <a16:creationId xmlns:a16="http://schemas.microsoft.com/office/drawing/2014/main" id="{8A3F947E-4CEC-2D73-8C90-EAEC48EF107A}"/>
                  </a:ext>
                </a:extLst>
              </p:cNvPr>
              <p:cNvSpPr/>
              <p:nvPr/>
            </p:nvSpPr>
            <p:spPr>
              <a:xfrm>
                <a:off x="7032025" y="2916004"/>
                <a:ext cx="22409" cy="22409"/>
              </a:xfrm>
              <a:custGeom>
                <a:avLst/>
                <a:gdLst>
                  <a:gd name="connsiteX0" fmla="*/ 20840 w 22408"/>
                  <a:gd name="connsiteY0" fmla="*/ 22633 h 22408"/>
                  <a:gd name="connsiteX1" fmla="*/ 19047 w 22408"/>
                  <a:gd name="connsiteY1" fmla="*/ 22184 h 22408"/>
                  <a:gd name="connsiteX2" fmla="*/ 672 w 22408"/>
                  <a:gd name="connsiteY2" fmla="*/ 3809 h 22408"/>
                  <a:gd name="connsiteX3" fmla="*/ 672 w 22408"/>
                  <a:gd name="connsiteY3" fmla="*/ 672 h 22408"/>
                  <a:gd name="connsiteX4" fmla="*/ 3809 w 22408"/>
                  <a:gd name="connsiteY4" fmla="*/ 672 h 22408"/>
                  <a:gd name="connsiteX5" fmla="*/ 22184 w 22408"/>
                  <a:gd name="connsiteY5" fmla="*/ 19047 h 22408"/>
                  <a:gd name="connsiteX6" fmla="*/ 22184 w 22408"/>
                  <a:gd name="connsiteY6" fmla="*/ 22184 h 22408"/>
                  <a:gd name="connsiteX7" fmla="*/ 20840 w 22408"/>
                  <a:gd name="connsiteY7" fmla="*/ 22633 h 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08" h="22408">
                    <a:moveTo>
                      <a:pt x="20840" y="22633"/>
                    </a:moveTo>
                    <a:cubicBezTo>
                      <a:pt x="20392" y="22633"/>
                      <a:pt x="19495" y="22633"/>
                      <a:pt x="19047" y="22184"/>
                    </a:cubicBezTo>
                    <a:lnTo>
                      <a:pt x="672" y="3809"/>
                    </a:lnTo>
                    <a:cubicBezTo>
                      <a:pt x="-224" y="2913"/>
                      <a:pt x="-224" y="1569"/>
                      <a:pt x="672" y="672"/>
                    </a:cubicBezTo>
                    <a:cubicBezTo>
                      <a:pt x="1569" y="-224"/>
                      <a:pt x="2913" y="-224"/>
                      <a:pt x="3809" y="672"/>
                    </a:cubicBezTo>
                    <a:lnTo>
                      <a:pt x="22184" y="19047"/>
                    </a:lnTo>
                    <a:cubicBezTo>
                      <a:pt x="23081" y="19944"/>
                      <a:pt x="23081" y="21288"/>
                      <a:pt x="22184" y="22184"/>
                    </a:cubicBezTo>
                    <a:cubicBezTo>
                      <a:pt x="22184" y="22633"/>
                      <a:pt x="21736" y="22633"/>
                      <a:pt x="20840" y="22633"/>
                    </a:cubicBezTo>
                    <a:close/>
                  </a:path>
                </a:pathLst>
              </a:custGeom>
              <a:grpFill/>
              <a:ln w="447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sp>
        <p:nvSpPr>
          <p:cNvPr id="7" name="Speech Bubble: Rectangle with Corners Rounded 4">
            <a:extLst>
              <a:ext uri="{FF2B5EF4-FFF2-40B4-BE49-F238E27FC236}">
                <a16:creationId xmlns:a16="http://schemas.microsoft.com/office/drawing/2014/main" id="{E36DBB08-9B3D-7545-93E7-48E75A448DCB}"/>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p:nvSpPr>
        <p:spPr>
          <a:xfrm>
            <a:off x="12443989" y="-1"/>
            <a:ext cx="2857923" cy="2686051"/>
          </a:xfrm>
          <a:prstGeom prst="rect">
            <a:avLst/>
          </a:prstGeom>
          <a:solidFill>
            <a:srgbClr val="FFFFFF"/>
          </a:solidFill>
          <a:ln w="12700" cap="flat" cmpd="sng" algn="ctr">
            <a:noFill/>
            <a:prstDash val="solid"/>
            <a:miter lim="800000"/>
          </a:ln>
          <a:effectLst/>
        </p:spPr>
        <p:txBody>
          <a:bodyPr lIns="180000" tIns="180000" rIns="180000"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rgbClr val="747474"/>
                </a:solidFill>
                <a:effectLst/>
                <a:uLnTx/>
                <a:uFillTx/>
                <a:latin typeface="Ubuntu"/>
                <a:ea typeface="+mn-ea"/>
                <a:cs typeface="+mn-cs"/>
              </a:rPr>
              <a:t>Icon designs</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747474"/>
                </a:solidFill>
                <a:effectLst/>
                <a:uLnTx/>
                <a:uFillTx/>
                <a:latin typeface="Ubuntu"/>
                <a:ea typeface="+mn-ea"/>
                <a:cs typeface="+mn-cs"/>
              </a:rPr>
              <a:t>All icons on this slide are editable. This allows to change both fill and outline color and size, while ensuring good image quality. </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0" i="0" u="none" strike="noStrike" kern="1200" cap="none" spc="0" normalizeH="0" baseline="0" noProof="0" dirty="0">
                <a:ln>
                  <a:noFill/>
                </a:ln>
                <a:solidFill>
                  <a:srgbClr val="747474"/>
                </a:solidFill>
                <a:effectLst/>
                <a:uLnTx/>
                <a:uFillTx/>
                <a:latin typeface="Ubuntu"/>
                <a:ea typeface="+mn-ea"/>
                <a:cs typeface="+mn-cs"/>
              </a:rPr>
              <a:t>Please </a:t>
            </a:r>
            <a:r>
              <a:rPr kumimoji="0" lang="en-US" sz="1000" b="1" i="0" u="none" strike="noStrike" kern="1200" cap="none" spc="0" normalizeH="0" baseline="0" noProof="0" dirty="0">
                <a:ln>
                  <a:noFill/>
                </a:ln>
                <a:solidFill>
                  <a:srgbClr val="747474"/>
                </a:solidFill>
                <a:effectLst/>
                <a:uLnTx/>
                <a:uFillTx/>
                <a:latin typeface="Ubuntu"/>
                <a:ea typeface="+mn-ea"/>
                <a:cs typeface="+mn-cs"/>
              </a:rPr>
              <a:t>do not apply effects </a:t>
            </a:r>
            <a:r>
              <a:rPr kumimoji="0" lang="en-US" sz="1000" b="0" i="0" u="none" strike="noStrike" kern="1200" cap="none" spc="0" normalizeH="0" baseline="0" noProof="0" dirty="0">
                <a:ln>
                  <a:noFill/>
                </a:ln>
                <a:solidFill>
                  <a:srgbClr val="747474"/>
                </a:solidFill>
                <a:effectLst/>
                <a:uLnTx/>
                <a:uFillTx/>
                <a:latin typeface="Ubuntu"/>
                <a:ea typeface="+mn-ea"/>
                <a:cs typeface="+mn-cs"/>
              </a:rPr>
              <a:t>such as shadows, glow, bevel or reflection to icons or any other graphic elements.</a:t>
            </a:r>
          </a:p>
          <a:p>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747474"/>
                </a:solidFill>
                <a:effectLst/>
                <a:uLnTx/>
                <a:uFillTx/>
                <a:latin typeface="Ubuntu"/>
                <a:ea typeface="+mn-ea"/>
                <a:cs typeface="+mn-cs"/>
              </a:rPr>
              <a:t>These icons are given as reference and can be used for any of your needs. </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000" b="1" i="0" u="none" strike="noStrike" kern="1200" cap="none" spc="0" normalizeH="0" baseline="0" noProof="0" dirty="0">
                <a:ln>
                  <a:noFill/>
                </a:ln>
                <a:solidFill>
                  <a:srgbClr val="747474"/>
                </a:solidFill>
                <a:effectLst/>
                <a:uLnTx/>
                <a:uFillTx/>
                <a:latin typeface="Ubuntu"/>
                <a:ea typeface="+mn-ea"/>
                <a:cs typeface="+mn-cs"/>
              </a:rPr>
              <a:t>Further icons and ready-to-use resources, </a:t>
            </a:r>
            <a:r>
              <a:rPr kumimoji="0" lang="en-US" sz="1000" b="1" i="0" u="none" strike="noStrike" kern="1200" cap="none" spc="0" normalizeH="0" baseline="0" noProof="0" dirty="0" err="1">
                <a:ln>
                  <a:noFill/>
                </a:ln>
                <a:solidFill>
                  <a:srgbClr val="747474"/>
                </a:solidFill>
                <a:effectLst/>
                <a:uLnTx/>
                <a:uFillTx/>
                <a:latin typeface="Ubuntu"/>
                <a:ea typeface="+mn-ea"/>
                <a:cs typeface="+mn-cs"/>
              </a:rPr>
              <a:t>inlcuding</a:t>
            </a:r>
            <a:r>
              <a:rPr kumimoji="0" lang="en-US" sz="1000" b="1" i="0" u="none" strike="noStrike" kern="1200" cap="none" spc="0" normalizeH="0" baseline="0" noProof="0" dirty="0">
                <a:ln>
                  <a:noFill/>
                </a:ln>
                <a:solidFill>
                  <a:srgbClr val="747474"/>
                </a:solidFill>
                <a:effectLst/>
                <a:uLnTx/>
                <a:uFillTx/>
                <a:latin typeface="Ubuntu"/>
                <a:ea typeface="+mn-ea"/>
                <a:cs typeface="+mn-cs"/>
              </a:rPr>
              <a:t> animated icons and their variants, </a:t>
            </a:r>
            <a:r>
              <a:rPr kumimoji="0" lang="en-US" sz="1000" b="0" i="0" u="none" strike="noStrike" kern="1200" cap="none" spc="0" normalizeH="0" baseline="0" noProof="0" dirty="0">
                <a:ln>
                  <a:noFill/>
                </a:ln>
                <a:solidFill>
                  <a:srgbClr val="747474"/>
                </a:solidFill>
                <a:effectLst/>
                <a:uLnTx/>
                <a:uFillTx/>
                <a:latin typeface="Ubuntu"/>
                <a:ea typeface="+mn-ea"/>
                <a:cs typeface="+mn-cs"/>
              </a:rPr>
              <a:t>are available </a:t>
            </a:r>
            <a:r>
              <a:rPr kumimoji="0" lang="en-US" sz="1000" b="0" i="0" u="none" strike="noStrike" kern="1200" cap="none" spc="0" normalizeH="0" baseline="0" noProof="0" dirty="0">
                <a:ln>
                  <a:noFill/>
                </a:ln>
                <a:solidFill>
                  <a:srgbClr val="747474"/>
                </a:solidFill>
                <a:effectLst/>
                <a:uLnTx/>
                <a:uFillTx/>
                <a:latin typeface="Ubuntu"/>
                <a:ea typeface="+mn-ea"/>
                <a:cs typeface="+mn-cs"/>
                <a:hlinkClick r:id="rId2">
                  <a:extLst>
                    <a:ext uri="{A12FA001-AC4F-418D-AE19-62706E023703}">
                      <ahyp:hlinkClr xmlns:ahyp="http://schemas.microsoft.com/office/drawing/2018/hyperlinkcolor" val="tx"/>
                    </a:ext>
                  </a:extLst>
                </a:hlinkClick>
              </a:rPr>
              <a:t>here</a:t>
            </a:r>
            <a:r>
              <a:rPr kumimoji="0" lang="en-US" sz="1000" b="0" i="0" u="none" strike="noStrike" kern="1200" cap="none" spc="0" normalizeH="0" baseline="0" noProof="0" dirty="0">
                <a:ln>
                  <a:noFill/>
                </a:ln>
                <a:solidFill>
                  <a:srgbClr val="747474"/>
                </a:solidFill>
                <a:effectLst/>
                <a:uLnTx/>
                <a:uFillTx/>
                <a:latin typeface="Ubuntu"/>
                <a:ea typeface="+mn-ea"/>
                <a:cs typeface="+mn-cs"/>
              </a:rPr>
              <a:t>.</a:t>
            </a:r>
            <a:endParaRPr kumimoji="0" lang="en-US" sz="1400" b="0" i="0" u="none" strike="noStrike" kern="1200" cap="none" spc="0" normalizeH="0" baseline="0" noProof="0" dirty="0">
              <a:ln>
                <a:noFill/>
              </a:ln>
              <a:solidFill>
                <a:srgbClr val="747474"/>
              </a:solidFill>
              <a:effectLst/>
              <a:uLnTx/>
              <a:uFillTx/>
              <a:latin typeface="Ubuntu"/>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400" b="0" i="0" u="none" strike="noStrike" kern="1200" cap="none" spc="0" normalizeH="0" baseline="0" noProof="0" dirty="0">
              <a:ln>
                <a:noFill/>
              </a:ln>
              <a:solidFill>
                <a:srgbClr val="747474"/>
              </a:solidFill>
              <a:effectLst/>
              <a:uLnTx/>
              <a:uFillTx/>
              <a:latin typeface="Ubuntu"/>
              <a:ea typeface="+mn-ea"/>
              <a:cs typeface="+mn-cs"/>
            </a:endParaRPr>
          </a:p>
        </p:txBody>
      </p:sp>
      <p:sp>
        <p:nvSpPr>
          <p:cNvPr id="18" name="Date Placeholder 17">
            <a:extLst>
              <a:ext uri="{FF2B5EF4-FFF2-40B4-BE49-F238E27FC236}">
                <a16:creationId xmlns:a16="http://schemas.microsoft.com/office/drawing/2014/main" id="{08446E5E-3C51-7E4E-5155-BED6B160AAAE}"/>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9" name="Footer Placeholder 18">
            <a:extLst>
              <a:ext uri="{FF2B5EF4-FFF2-40B4-BE49-F238E27FC236}">
                <a16:creationId xmlns:a16="http://schemas.microsoft.com/office/drawing/2014/main" id="{AD9E2C6D-2841-D834-B289-EEE439572871}"/>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20" name="Slide Number Placeholder 19">
            <a:extLst>
              <a:ext uri="{FF2B5EF4-FFF2-40B4-BE49-F238E27FC236}">
                <a16:creationId xmlns:a16="http://schemas.microsoft.com/office/drawing/2014/main" id="{A36B2646-4403-C5B5-D519-18F13206CBA7}"/>
              </a:ext>
            </a:extLst>
          </p:cNvPr>
          <p:cNvSpPr>
            <a:spLocks noGrp="1"/>
          </p:cNvSpPr>
          <p:nvPr>
            <p:ph type="sldNum" sz="quarter" idx="12"/>
          </p:nvPr>
        </p:nvSpPr>
        <p:spPr/>
        <p:txBody>
          <a:bodyPr/>
          <a:lstStyle/>
          <a:p>
            <a:pPr algn="r"/>
            <a:fld id="{5D9A5160-6218-4E5A-B9E6-B93E3DAE377C}" type="slidenum">
              <a:rPr lang="en-US" smtClean="0"/>
              <a:pPr algn="r"/>
              <a:t>93</a:t>
            </a:fld>
            <a:endParaRPr lang="en-US" dirty="0"/>
          </a:p>
        </p:txBody>
      </p:sp>
    </p:spTree>
    <p:extLst>
      <p:ext uri="{BB962C8B-B14F-4D97-AF65-F5344CB8AC3E}">
        <p14:creationId xmlns:p14="http://schemas.microsoft.com/office/powerpoint/2010/main" val="1296646517"/>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49EC81-96CD-09FF-AF17-7BB02BC5404D}"/>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65535513-9D97-2D75-94DE-55743C6C1D01}"/>
              </a:ext>
            </a:extLst>
          </p:cNvPr>
          <p:cNvSpPr>
            <a:spLocks noGrp="1"/>
          </p:cNvSpPr>
          <p:nvPr>
            <p:ph type="title"/>
          </p:nvPr>
        </p:nvSpPr>
        <p:spPr>
          <a:xfrm>
            <a:off x="551384" y="549274"/>
            <a:ext cx="11090938" cy="930372"/>
          </a:xfrm>
        </p:spPr>
        <p:txBody>
          <a:bodyPr/>
          <a:lstStyle/>
          <a:p>
            <a:r>
              <a:rPr lang="en-US" dirty="0"/>
              <a:t>Key brand elements</a:t>
            </a:r>
            <a:br>
              <a:rPr lang="en-US" dirty="0"/>
            </a:br>
            <a:endParaRPr lang="en-US" dirty="0"/>
          </a:p>
        </p:txBody>
      </p:sp>
      <p:sp>
        <p:nvSpPr>
          <p:cNvPr id="2767" name="Rectangle 2766">
            <a:extLst>
              <a:ext uri="{FF2B5EF4-FFF2-40B4-BE49-F238E27FC236}">
                <a16:creationId xmlns:a16="http://schemas.microsoft.com/office/drawing/2014/main" id="{E5E84D98-EB13-B651-8B50-02660BFBFB17}"/>
              </a:ext>
              <a:ext uri="{C183D7F6-B498-43B3-948B-1728B52AA6E4}">
                <adec:decorative xmlns:adec="http://schemas.microsoft.com/office/drawing/2017/decorative" val="1"/>
              </a:ext>
            </a:extLst>
          </p:cNvPr>
          <p:cNvSpPr/>
          <p:nvPr/>
        </p:nvSpPr>
        <p:spPr>
          <a:xfrm>
            <a:off x="10597198" y="549274"/>
            <a:ext cx="1043417" cy="4880939"/>
          </a:xfrm>
          <a:prstGeom prst="rect">
            <a:avLst/>
          </a:prstGeom>
          <a:solidFill>
            <a:schemeClr val="bg1"/>
          </a:solidFill>
          <a:ln w="9525">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64" name="Rectangle 2763">
            <a:extLst>
              <a:ext uri="{FF2B5EF4-FFF2-40B4-BE49-F238E27FC236}">
                <a16:creationId xmlns:a16="http://schemas.microsoft.com/office/drawing/2014/main" id="{3D98E4B0-67F6-CEE6-E92F-91808D95EACE}"/>
              </a:ext>
              <a:ext uri="{C183D7F6-B498-43B3-948B-1728B52AA6E4}">
                <adec:decorative xmlns:adec="http://schemas.microsoft.com/office/drawing/2017/decorative" val="1"/>
              </a:ext>
            </a:extLst>
          </p:cNvPr>
          <p:cNvSpPr/>
          <p:nvPr/>
        </p:nvSpPr>
        <p:spPr>
          <a:xfrm>
            <a:off x="7466944" y="549274"/>
            <a:ext cx="1043417" cy="4880939"/>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65" name="Rectangle 2764">
            <a:extLst>
              <a:ext uri="{FF2B5EF4-FFF2-40B4-BE49-F238E27FC236}">
                <a16:creationId xmlns:a16="http://schemas.microsoft.com/office/drawing/2014/main" id="{A61EB40C-89B2-68D2-ADC7-BC03D0D8E02A}"/>
              </a:ext>
              <a:ext uri="{C183D7F6-B498-43B3-948B-1728B52AA6E4}">
                <adec:decorative xmlns:adec="http://schemas.microsoft.com/office/drawing/2017/decorative" val="1"/>
              </a:ext>
            </a:extLst>
          </p:cNvPr>
          <p:cNvSpPr/>
          <p:nvPr/>
        </p:nvSpPr>
        <p:spPr>
          <a:xfrm>
            <a:off x="8510363" y="549274"/>
            <a:ext cx="1043417" cy="4880939"/>
          </a:xfrm>
          <a:prstGeom prst="rect">
            <a:avLst/>
          </a:prstGeom>
          <a:solidFill>
            <a:schemeClr val="accent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66" name="Rectangle 2765">
            <a:extLst>
              <a:ext uri="{FF2B5EF4-FFF2-40B4-BE49-F238E27FC236}">
                <a16:creationId xmlns:a16="http://schemas.microsoft.com/office/drawing/2014/main" id="{3E2AD27B-EA34-08D4-ADE8-850C2BFD0B4A}"/>
              </a:ext>
              <a:ext uri="{C183D7F6-B498-43B3-948B-1728B52AA6E4}">
                <adec:decorative xmlns:adec="http://schemas.microsoft.com/office/drawing/2017/decorative" val="1"/>
              </a:ext>
            </a:extLst>
          </p:cNvPr>
          <p:cNvSpPr/>
          <p:nvPr/>
        </p:nvSpPr>
        <p:spPr>
          <a:xfrm>
            <a:off x="9553780" y="549274"/>
            <a:ext cx="1043417" cy="4880939"/>
          </a:xfrm>
          <a:prstGeom prst="rect">
            <a:avLst/>
          </a:prstGeom>
          <a:solidFill>
            <a:schemeClr val="accent3"/>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68" name="Rectangle 2767">
            <a:extLst>
              <a:ext uri="{FF2B5EF4-FFF2-40B4-BE49-F238E27FC236}">
                <a16:creationId xmlns:a16="http://schemas.microsoft.com/office/drawing/2014/main" id="{AAD0D3BC-B5FD-C37A-2A31-45D7454C7456}"/>
              </a:ext>
              <a:ext uri="{C183D7F6-B498-43B3-948B-1728B52AA6E4}">
                <adec:decorative xmlns:adec="http://schemas.microsoft.com/office/drawing/2017/decorative" val="1"/>
              </a:ext>
            </a:extLst>
          </p:cNvPr>
          <p:cNvSpPr/>
          <p:nvPr/>
        </p:nvSpPr>
        <p:spPr>
          <a:xfrm>
            <a:off x="7466944" y="5430213"/>
            <a:ext cx="1043417" cy="439256"/>
          </a:xfrm>
          <a:prstGeom prst="rect">
            <a:avLst/>
          </a:prstGeom>
          <a:solidFill>
            <a:srgbClr val="00D5D0"/>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69" name="Rectangle 2768">
            <a:extLst>
              <a:ext uri="{FF2B5EF4-FFF2-40B4-BE49-F238E27FC236}">
                <a16:creationId xmlns:a16="http://schemas.microsoft.com/office/drawing/2014/main" id="{2D1C643E-CCBA-E336-2FA0-1B641326A205}"/>
              </a:ext>
              <a:ext uri="{C183D7F6-B498-43B3-948B-1728B52AA6E4}">
                <adec:decorative xmlns:adec="http://schemas.microsoft.com/office/drawing/2017/decorative" val="1"/>
              </a:ext>
            </a:extLst>
          </p:cNvPr>
          <p:cNvSpPr/>
          <p:nvPr/>
        </p:nvSpPr>
        <p:spPr>
          <a:xfrm>
            <a:off x="8510363" y="5430213"/>
            <a:ext cx="1043417" cy="439256"/>
          </a:xfrm>
          <a:prstGeom prst="rect">
            <a:avLst/>
          </a:prstGeom>
          <a:solidFill>
            <a:srgbClr val="FEB100"/>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70" name="Rectangle 2769">
            <a:extLst>
              <a:ext uri="{FF2B5EF4-FFF2-40B4-BE49-F238E27FC236}">
                <a16:creationId xmlns:a16="http://schemas.microsoft.com/office/drawing/2014/main" id="{E2A18CDA-4C28-C3C5-17DF-F6B805E70F41}"/>
              </a:ext>
              <a:ext uri="{C183D7F6-B498-43B3-948B-1728B52AA6E4}">
                <adec:decorative xmlns:adec="http://schemas.microsoft.com/office/drawing/2017/decorative" val="1"/>
              </a:ext>
            </a:extLst>
          </p:cNvPr>
          <p:cNvSpPr/>
          <p:nvPr/>
        </p:nvSpPr>
        <p:spPr>
          <a:xfrm>
            <a:off x="9553780" y="5430213"/>
            <a:ext cx="1043417" cy="439256"/>
          </a:xfrm>
          <a:prstGeom prst="rect">
            <a:avLst/>
          </a:prstGeom>
          <a:solidFill>
            <a:srgbClr val="FF816E"/>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71" name="Rectangle 2770">
            <a:extLst>
              <a:ext uri="{FF2B5EF4-FFF2-40B4-BE49-F238E27FC236}">
                <a16:creationId xmlns:a16="http://schemas.microsoft.com/office/drawing/2014/main" id="{19ABAE38-B065-EFFD-CFB4-EC58784B2D47}"/>
              </a:ext>
              <a:ext uri="{C183D7F6-B498-43B3-948B-1728B52AA6E4}">
                <adec:decorative xmlns:adec="http://schemas.microsoft.com/office/drawing/2017/decorative" val="1"/>
              </a:ext>
            </a:extLst>
          </p:cNvPr>
          <p:cNvSpPr/>
          <p:nvPr/>
        </p:nvSpPr>
        <p:spPr>
          <a:xfrm>
            <a:off x="10597198" y="5430213"/>
            <a:ext cx="1043417" cy="439256"/>
          </a:xfrm>
          <a:prstGeom prst="rect">
            <a:avLst/>
          </a:prstGeom>
          <a:solidFill>
            <a:srgbClr val="D4D3F1"/>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72" name="Rectangle 2771">
            <a:extLst>
              <a:ext uri="{FF2B5EF4-FFF2-40B4-BE49-F238E27FC236}">
                <a16:creationId xmlns:a16="http://schemas.microsoft.com/office/drawing/2014/main" id="{B77628FC-B565-9BB9-7213-8950D0CDEAD7}"/>
              </a:ext>
              <a:ext uri="{C183D7F6-B498-43B3-948B-1728B52AA6E4}">
                <adec:decorative xmlns:adec="http://schemas.microsoft.com/office/drawing/2017/decorative" val="1"/>
              </a:ext>
            </a:extLst>
          </p:cNvPr>
          <p:cNvSpPr/>
          <p:nvPr/>
        </p:nvSpPr>
        <p:spPr>
          <a:xfrm>
            <a:off x="7466944" y="5869470"/>
            <a:ext cx="1043417" cy="439256"/>
          </a:xfrm>
          <a:prstGeom prst="rect">
            <a:avLst/>
          </a:prstGeom>
          <a:solidFill>
            <a:srgbClr val="00828E"/>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73" name="Rectangle 2772">
            <a:extLst>
              <a:ext uri="{FF2B5EF4-FFF2-40B4-BE49-F238E27FC236}">
                <a16:creationId xmlns:a16="http://schemas.microsoft.com/office/drawing/2014/main" id="{13D3DFCD-A3F8-66D3-B546-D4F8362A0AFB}"/>
              </a:ext>
              <a:ext uri="{C183D7F6-B498-43B3-948B-1728B52AA6E4}">
                <adec:decorative xmlns:adec="http://schemas.microsoft.com/office/drawing/2017/decorative" val="1"/>
              </a:ext>
            </a:extLst>
          </p:cNvPr>
          <p:cNvSpPr/>
          <p:nvPr/>
        </p:nvSpPr>
        <p:spPr>
          <a:xfrm>
            <a:off x="8510363" y="5869470"/>
            <a:ext cx="1043417" cy="439256"/>
          </a:xfrm>
          <a:prstGeom prst="rect">
            <a:avLst/>
          </a:prstGeom>
          <a:solidFill>
            <a:srgbClr val="BE4D01"/>
          </a:solidFill>
          <a:ln w="9525">
            <a:solidFill>
              <a:srgbClr val="BE4D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74" name="Rectangle 2773">
            <a:extLst>
              <a:ext uri="{FF2B5EF4-FFF2-40B4-BE49-F238E27FC236}">
                <a16:creationId xmlns:a16="http://schemas.microsoft.com/office/drawing/2014/main" id="{61843471-E5A9-CE91-ACBC-667166E0D810}"/>
              </a:ext>
              <a:ext uri="{C183D7F6-B498-43B3-948B-1728B52AA6E4}">
                <adec:decorative xmlns:adec="http://schemas.microsoft.com/office/drawing/2017/decorative" val="1"/>
              </a:ext>
            </a:extLst>
          </p:cNvPr>
          <p:cNvSpPr/>
          <p:nvPr/>
        </p:nvSpPr>
        <p:spPr>
          <a:xfrm>
            <a:off x="9553780" y="5869470"/>
            <a:ext cx="1043417" cy="439256"/>
          </a:xfrm>
          <a:prstGeom prst="rect">
            <a:avLst/>
          </a:prstGeom>
          <a:solidFill>
            <a:srgbClr val="903137"/>
          </a:solidFill>
          <a:ln w="9525">
            <a:solidFill>
              <a:srgbClr val="8F3237"/>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75" name="Rectangle 2774">
            <a:extLst>
              <a:ext uri="{FF2B5EF4-FFF2-40B4-BE49-F238E27FC236}">
                <a16:creationId xmlns:a16="http://schemas.microsoft.com/office/drawing/2014/main" id="{59F5512D-8D03-E9A2-4D80-E9904242C009}"/>
              </a:ext>
              <a:ext uri="{C183D7F6-B498-43B3-948B-1728B52AA6E4}">
                <adec:decorative xmlns:adec="http://schemas.microsoft.com/office/drawing/2017/decorative" val="1"/>
              </a:ext>
            </a:extLst>
          </p:cNvPr>
          <p:cNvSpPr/>
          <p:nvPr/>
        </p:nvSpPr>
        <p:spPr>
          <a:xfrm>
            <a:off x="10597198" y="5869470"/>
            <a:ext cx="1043417" cy="439256"/>
          </a:xfrm>
          <a:prstGeom prst="rect">
            <a:avLst/>
          </a:prstGeom>
          <a:solidFill>
            <a:srgbClr val="725F9F"/>
          </a:solidFill>
          <a:ln w="9525">
            <a:solidFill>
              <a:srgbClr val="71609E"/>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2788" name="Group 2787" descr="Capgemini logo">
            <a:extLst>
              <a:ext uri="{FF2B5EF4-FFF2-40B4-BE49-F238E27FC236}">
                <a16:creationId xmlns:a16="http://schemas.microsoft.com/office/drawing/2014/main" id="{35AD9AF3-00F1-4CA9-F23C-4C7BD7D7E5D5}"/>
              </a:ext>
              <a:ext uri="{C183D7F6-B498-43B3-948B-1728B52AA6E4}">
                <adec:decorative xmlns:adec="http://schemas.microsoft.com/office/drawing/2017/decorative" val="0"/>
              </a:ext>
            </a:extLst>
          </p:cNvPr>
          <p:cNvGrpSpPr>
            <a:grpSpLocks noChangeAspect="1"/>
          </p:cNvGrpSpPr>
          <p:nvPr/>
        </p:nvGrpSpPr>
        <p:grpSpPr>
          <a:xfrm>
            <a:off x="550862" y="1603041"/>
            <a:ext cx="3506248" cy="1283974"/>
            <a:chOff x="242633" y="1258821"/>
            <a:chExt cx="2478873" cy="907753"/>
          </a:xfrm>
          <a:solidFill>
            <a:schemeClr val="tx2"/>
          </a:solidFill>
        </p:grpSpPr>
        <p:sp>
          <p:nvSpPr>
            <p:cNvPr id="2787" name="Rectangle 2786">
              <a:extLst>
                <a:ext uri="{FF2B5EF4-FFF2-40B4-BE49-F238E27FC236}">
                  <a16:creationId xmlns:a16="http://schemas.microsoft.com/office/drawing/2014/main" id="{7AF7C7D5-F21C-F477-9FF1-C4B7ED6326D7}"/>
                </a:ext>
              </a:extLst>
            </p:cNvPr>
            <p:cNvSpPr/>
            <p:nvPr/>
          </p:nvSpPr>
          <p:spPr>
            <a:xfrm>
              <a:off x="242633" y="1258821"/>
              <a:ext cx="2478873" cy="907753"/>
            </a:xfrm>
            <a:prstGeom prst="rect">
              <a:avLst/>
            </a:prstGeom>
            <a:solidFill>
              <a:schemeClr val="bg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2757" name="Group 2">
              <a:extLst>
                <a:ext uri="{FF2B5EF4-FFF2-40B4-BE49-F238E27FC236}">
                  <a16:creationId xmlns:a16="http://schemas.microsoft.com/office/drawing/2014/main" id="{7E7DC858-93EE-6781-F5CC-DFF68F81D233}"/>
                </a:ext>
              </a:extLst>
            </p:cNvPr>
            <p:cNvGrpSpPr>
              <a:grpSpLocks noChangeAspect="1"/>
            </p:cNvGrpSpPr>
            <p:nvPr/>
          </p:nvGrpSpPr>
          <p:grpSpPr>
            <a:xfrm>
              <a:off x="550862" y="1525205"/>
              <a:ext cx="1872000" cy="420870"/>
              <a:chOff x="5094083" y="5360390"/>
              <a:chExt cx="3039349" cy="683316"/>
            </a:xfrm>
            <a:grpFill/>
          </p:grpSpPr>
          <p:sp>
            <p:nvSpPr>
              <p:cNvPr id="2758" name="Freeform: Shape 4">
                <a:extLst>
                  <a:ext uri="{FF2B5EF4-FFF2-40B4-BE49-F238E27FC236}">
                    <a16:creationId xmlns:a16="http://schemas.microsoft.com/office/drawing/2014/main" id="{4DF0BF8B-FA27-B7A8-E871-66D8E9174D4A}"/>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59" name="Freeform: Shape 5">
                <a:extLst>
                  <a:ext uri="{FF2B5EF4-FFF2-40B4-BE49-F238E27FC236}">
                    <a16:creationId xmlns:a16="http://schemas.microsoft.com/office/drawing/2014/main" id="{4BB3E58B-C3C8-F1F9-35F1-39DB4F25FA89}"/>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60" name="Freeform: Shape 6">
                <a:extLst>
                  <a:ext uri="{FF2B5EF4-FFF2-40B4-BE49-F238E27FC236}">
                    <a16:creationId xmlns:a16="http://schemas.microsoft.com/office/drawing/2014/main" id="{82B57D0A-6111-7774-0B58-79E13CAF2281}"/>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61" name="Freeform: Shape 7">
                <a:extLst>
                  <a:ext uri="{FF2B5EF4-FFF2-40B4-BE49-F238E27FC236}">
                    <a16:creationId xmlns:a16="http://schemas.microsoft.com/office/drawing/2014/main" id="{DF4C49B7-C78E-55B3-06DE-BF9DF49A6E92}"/>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62" name="Freeform: Shape 8">
                <a:extLst>
                  <a:ext uri="{FF2B5EF4-FFF2-40B4-BE49-F238E27FC236}">
                    <a16:creationId xmlns:a16="http://schemas.microsoft.com/office/drawing/2014/main" id="{3A446AB7-C428-3DC9-5603-8E5D11A691CA}"/>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grpSp>
        <p:nvGrpSpPr>
          <p:cNvPr id="2789" name="Group 2788" descr="Capgemini logo">
            <a:extLst>
              <a:ext uri="{FF2B5EF4-FFF2-40B4-BE49-F238E27FC236}">
                <a16:creationId xmlns:a16="http://schemas.microsoft.com/office/drawing/2014/main" id="{C3AD1B07-9D47-7FD5-1E2E-2BB60328A338}"/>
              </a:ext>
            </a:extLst>
          </p:cNvPr>
          <p:cNvGrpSpPr>
            <a:grpSpLocks noChangeAspect="1"/>
          </p:cNvGrpSpPr>
          <p:nvPr/>
        </p:nvGrpSpPr>
        <p:grpSpPr>
          <a:xfrm>
            <a:off x="550862" y="2878559"/>
            <a:ext cx="3506248" cy="1283974"/>
            <a:chOff x="242633" y="1258821"/>
            <a:chExt cx="2478873" cy="907753"/>
          </a:xfrm>
          <a:solidFill>
            <a:schemeClr val="bg1"/>
          </a:solidFill>
        </p:grpSpPr>
        <p:sp>
          <p:nvSpPr>
            <p:cNvPr id="2790" name="Rectangle 2789">
              <a:extLst>
                <a:ext uri="{FF2B5EF4-FFF2-40B4-BE49-F238E27FC236}">
                  <a16:creationId xmlns:a16="http://schemas.microsoft.com/office/drawing/2014/main" id="{3FC2FE77-6E4B-F844-7B2A-EDCF5E573B6F}"/>
                </a:ext>
              </a:extLst>
            </p:cNvPr>
            <p:cNvSpPr/>
            <p:nvPr/>
          </p:nvSpPr>
          <p:spPr>
            <a:xfrm>
              <a:off x="242633" y="1258821"/>
              <a:ext cx="2478873" cy="907753"/>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2791" name="Group 2">
              <a:extLst>
                <a:ext uri="{FF2B5EF4-FFF2-40B4-BE49-F238E27FC236}">
                  <a16:creationId xmlns:a16="http://schemas.microsoft.com/office/drawing/2014/main" id="{82C19F6A-C5D4-CBD9-CE4C-C05042B1C220}"/>
                </a:ext>
              </a:extLst>
            </p:cNvPr>
            <p:cNvGrpSpPr>
              <a:grpSpLocks noChangeAspect="1"/>
            </p:cNvGrpSpPr>
            <p:nvPr/>
          </p:nvGrpSpPr>
          <p:grpSpPr>
            <a:xfrm>
              <a:off x="550862" y="1525205"/>
              <a:ext cx="1872000" cy="420870"/>
              <a:chOff x="5094083" y="5360390"/>
              <a:chExt cx="3039349" cy="683316"/>
            </a:xfrm>
            <a:grpFill/>
          </p:grpSpPr>
          <p:sp>
            <p:nvSpPr>
              <p:cNvPr id="2792" name="Freeform: Shape 4">
                <a:extLst>
                  <a:ext uri="{FF2B5EF4-FFF2-40B4-BE49-F238E27FC236}">
                    <a16:creationId xmlns:a16="http://schemas.microsoft.com/office/drawing/2014/main" id="{ABA098AA-B220-3135-E8EE-5E9C8BF00591}"/>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93" name="Freeform: Shape 5">
                <a:extLst>
                  <a:ext uri="{FF2B5EF4-FFF2-40B4-BE49-F238E27FC236}">
                    <a16:creationId xmlns:a16="http://schemas.microsoft.com/office/drawing/2014/main" id="{F7D58452-CBE9-F5B0-EA28-613DEB1FCBD3}"/>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94" name="Freeform: Shape 6">
                <a:extLst>
                  <a:ext uri="{FF2B5EF4-FFF2-40B4-BE49-F238E27FC236}">
                    <a16:creationId xmlns:a16="http://schemas.microsoft.com/office/drawing/2014/main" id="{96FA6ED0-BC6E-D7D1-F901-C7D513F1F2BA}"/>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95" name="Freeform: Shape 7">
                <a:extLst>
                  <a:ext uri="{FF2B5EF4-FFF2-40B4-BE49-F238E27FC236}">
                    <a16:creationId xmlns:a16="http://schemas.microsoft.com/office/drawing/2014/main" id="{116A3FA4-14FA-0794-C425-B12CC196413F}"/>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796" name="Freeform: Shape 8">
                <a:extLst>
                  <a:ext uri="{FF2B5EF4-FFF2-40B4-BE49-F238E27FC236}">
                    <a16:creationId xmlns:a16="http://schemas.microsoft.com/office/drawing/2014/main" id="{28C13933-8A51-7B6F-BB00-CE6B2D5F687A}"/>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grpSp>
        <p:nvGrpSpPr>
          <p:cNvPr id="2797" name="Group 2796" descr="Capgemini logo">
            <a:extLst>
              <a:ext uri="{FF2B5EF4-FFF2-40B4-BE49-F238E27FC236}">
                <a16:creationId xmlns:a16="http://schemas.microsoft.com/office/drawing/2014/main" id="{5451C7C0-0A12-FB44-8BA1-552230EF11EB}"/>
              </a:ext>
            </a:extLst>
          </p:cNvPr>
          <p:cNvGrpSpPr>
            <a:grpSpLocks noChangeAspect="1"/>
          </p:cNvGrpSpPr>
          <p:nvPr/>
        </p:nvGrpSpPr>
        <p:grpSpPr>
          <a:xfrm>
            <a:off x="550862" y="4146239"/>
            <a:ext cx="3506248" cy="1283974"/>
            <a:chOff x="242633" y="1258821"/>
            <a:chExt cx="2478873" cy="907753"/>
          </a:xfrm>
          <a:solidFill>
            <a:schemeClr val="bg1"/>
          </a:solidFill>
        </p:grpSpPr>
        <p:sp>
          <p:nvSpPr>
            <p:cNvPr id="2798" name="Rectangle 2797">
              <a:extLst>
                <a:ext uri="{FF2B5EF4-FFF2-40B4-BE49-F238E27FC236}">
                  <a16:creationId xmlns:a16="http://schemas.microsoft.com/office/drawing/2014/main" id="{448E330C-DE43-9789-83BF-1DB18E180938}"/>
                </a:ext>
              </a:extLst>
            </p:cNvPr>
            <p:cNvSpPr/>
            <p:nvPr/>
          </p:nvSpPr>
          <p:spPr>
            <a:xfrm>
              <a:off x="242633" y="1258821"/>
              <a:ext cx="2478873" cy="907753"/>
            </a:xfrm>
            <a:prstGeom prst="rect">
              <a:avLst/>
            </a:prstGeom>
            <a:solidFill>
              <a:schemeClr val="accent3"/>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2799" name="Group 2">
              <a:extLst>
                <a:ext uri="{FF2B5EF4-FFF2-40B4-BE49-F238E27FC236}">
                  <a16:creationId xmlns:a16="http://schemas.microsoft.com/office/drawing/2014/main" id="{114C521B-DF28-5FCE-4FFE-B5BD368BAC73}"/>
                </a:ext>
              </a:extLst>
            </p:cNvPr>
            <p:cNvGrpSpPr>
              <a:grpSpLocks noChangeAspect="1"/>
            </p:cNvGrpSpPr>
            <p:nvPr/>
          </p:nvGrpSpPr>
          <p:grpSpPr>
            <a:xfrm>
              <a:off x="550862" y="1525205"/>
              <a:ext cx="1872000" cy="420870"/>
              <a:chOff x="5094083" y="5360390"/>
              <a:chExt cx="3039349" cy="683316"/>
            </a:xfrm>
            <a:grpFill/>
          </p:grpSpPr>
          <p:sp>
            <p:nvSpPr>
              <p:cNvPr id="2800" name="Freeform: Shape 4">
                <a:extLst>
                  <a:ext uri="{FF2B5EF4-FFF2-40B4-BE49-F238E27FC236}">
                    <a16:creationId xmlns:a16="http://schemas.microsoft.com/office/drawing/2014/main" id="{B783B339-C9BB-0570-9E95-F54DD2057E73}"/>
                  </a:ext>
                </a:extLst>
              </p:cNvPr>
              <p:cNvSpPr/>
              <p:nvPr/>
            </p:nvSpPr>
            <p:spPr>
              <a:xfrm>
                <a:off x="5094083" y="5369283"/>
                <a:ext cx="2467942" cy="674423"/>
              </a:xfrm>
              <a:custGeom>
                <a:avLst/>
                <a:gdLst>
                  <a:gd name="connsiteX0" fmla="*/ 3092291 w 3171825"/>
                  <a:gd name="connsiteY0" fmla="*/ 287179 h 866775"/>
                  <a:gd name="connsiteX1" fmla="*/ 3059907 w 3171825"/>
                  <a:gd name="connsiteY1" fmla="*/ 211931 h 866775"/>
                  <a:gd name="connsiteX2" fmla="*/ 3027521 w 3171825"/>
                  <a:gd name="connsiteY2" fmla="*/ 218599 h 866775"/>
                  <a:gd name="connsiteX3" fmla="*/ 2960846 w 3171825"/>
                  <a:gd name="connsiteY3" fmla="*/ 507206 h 866775"/>
                  <a:gd name="connsiteX4" fmla="*/ 2816066 w 3171825"/>
                  <a:gd name="connsiteY4" fmla="*/ 178594 h 866775"/>
                  <a:gd name="connsiteX5" fmla="*/ 2679859 w 3171825"/>
                  <a:gd name="connsiteY5" fmla="*/ 440531 h 866775"/>
                  <a:gd name="connsiteX6" fmla="*/ 2670334 w 3171825"/>
                  <a:gd name="connsiteY6" fmla="*/ 319564 h 866775"/>
                  <a:gd name="connsiteX7" fmla="*/ 2677001 w 3171825"/>
                  <a:gd name="connsiteY7" fmla="*/ 254794 h 866775"/>
                  <a:gd name="connsiteX8" fmla="*/ 2611279 w 3171825"/>
                  <a:gd name="connsiteY8" fmla="*/ 209074 h 866775"/>
                  <a:gd name="connsiteX9" fmla="*/ 2533174 w 3171825"/>
                  <a:gd name="connsiteY9" fmla="*/ 510064 h 866775"/>
                  <a:gd name="connsiteX10" fmla="*/ 2470309 w 3171825"/>
                  <a:gd name="connsiteY10" fmla="*/ 292894 h 866775"/>
                  <a:gd name="connsiteX11" fmla="*/ 2405539 w 3171825"/>
                  <a:gd name="connsiteY11" fmla="*/ 208121 h 866775"/>
                  <a:gd name="connsiteX12" fmla="*/ 2325529 w 3171825"/>
                  <a:gd name="connsiteY12" fmla="*/ 494824 h 866775"/>
                  <a:gd name="connsiteX13" fmla="*/ 2206466 w 3171825"/>
                  <a:gd name="connsiteY13" fmla="*/ 211931 h 866775"/>
                  <a:gd name="connsiteX14" fmla="*/ 2087404 w 3171825"/>
                  <a:gd name="connsiteY14" fmla="*/ 479584 h 866775"/>
                  <a:gd name="connsiteX15" fmla="*/ 1983581 w 3171825"/>
                  <a:gd name="connsiteY15" fmla="*/ 178594 h 866775"/>
                  <a:gd name="connsiteX16" fmla="*/ 1877854 w 3171825"/>
                  <a:gd name="connsiteY16" fmla="*/ 391954 h 866775"/>
                  <a:gd name="connsiteX17" fmla="*/ 1867376 w 3171825"/>
                  <a:gd name="connsiteY17" fmla="*/ 390049 h 866775"/>
                  <a:gd name="connsiteX18" fmla="*/ 1866424 w 3171825"/>
                  <a:gd name="connsiteY18" fmla="*/ 327184 h 866775"/>
                  <a:gd name="connsiteX19" fmla="*/ 1807369 w 3171825"/>
                  <a:gd name="connsiteY19" fmla="*/ 202406 h 866775"/>
                  <a:gd name="connsiteX20" fmla="*/ 1654969 w 3171825"/>
                  <a:gd name="connsiteY20" fmla="*/ 512921 h 866775"/>
                  <a:gd name="connsiteX21" fmla="*/ 1592104 w 3171825"/>
                  <a:gd name="connsiteY21" fmla="*/ 483394 h 866775"/>
                  <a:gd name="connsiteX22" fmla="*/ 1719739 w 3171825"/>
                  <a:gd name="connsiteY22" fmla="*/ 306229 h 866775"/>
                  <a:gd name="connsiteX23" fmla="*/ 1619726 w 3171825"/>
                  <a:gd name="connsiteY23" fmla="*/ 202406 h 866775"/>
                  <a:gd name="connsiteX24" fmla="*/ 1483519 w 3171825"/>
                  <a:gd name="connsiteY24" fmla="*/ 369094 h 866775"/>
                  <a:gd name="connsiteX25" fmla="*/ 1503521 w 3171825"/>
                  <a:gd name="connsiteY25" fmla="*/ 473869 h 866775"/>
                  <a:gd name="connsiteX26" fmla="*/ 1418749 w 3171825"/>
                  <a:gd name="connsiteY26" fmla="*/ 512921 h 866775"/>
                  <a:gd name="connsiteX27" fmla="*/ 1400651 w 3171825"/>
                  <a:gd name="connsiteY27" fmla="*/ 274796 h 866775"/>
                  <a:gd name="connsiteX28" fmla="*/ 1336834 w 3171825"/>
                  <a:gd name="connsiteY28" fmla="*/ 326231 h 866775"/>
                  <a:gd name="connsiteX29" fmla="*/ 1262539 w 3171825"/>
                  <a:gd name="connsiteY29" fmla="*/ 479584 h 866775"/>
                  <a:gd name="connsiteX30" fmla="*/ 1223486 w 3171825"/>
                  <a:gd name="connsiteY30" fmla="*/ 421481 h 866775"/>
                  <a:gd name="connsiteX31" fmla="*/ 1402556 w 3171825"/>
                  <a:gd name="connsiteY31" fmla="*/ 250031 h 866775"/>
                  <a:gd name="connsiteX32" fmla="*/ 1343501 w 3171825"/>
                  <a:gd name="connsiteY32" fmla="*/ 192881 h 866775"/>
                  <a:gd name="connsiteX33" fmla="*/ 1181576 w 3171825"/>
                  <a:gd name="connsiteY33" fmla="*/ 290989 h 866775"/>
                  <a:gd name="connsiteX34" fmla="*/ 1086326 w 3171825"/>
                  <a:gd name="connsiteY34" fmla="*/ 385286 h 866775"/>
                  <a:gd name="connsiteX35" fmla="*/ 1088231 w 3171825"/>
                  <a:gd name="connsiteY35" fmla="*/ 358616 h 866775"/>
                  <a:gd name="connsiteX36" fmla="*/ 974884 w 3171825"/>
                  <a:gd name="connsiteY36" fmla="*/ 204311 h 866775"/>
                  <a:gd name="connsiteX37" fmla="*/ 883444 w 3171825"/>
                  <a:gd name="connsiteY37" fmla="*/ 273844 h 866775"/>
                  <a:gd name="connsiteX38" fmla="*/ 846296 w 3171825"/>
                  <a:gd name="connsiteY38" fmla="*/ 213836 h 866775"/>
                  <a:gd name="connsiteX39" fmla="*/ 805339 w 3171825"/>
                  <a:gd name="connsiteY39" fmla="*/ 224314 h 866775"/>
                  <a:gd name="connsiteX40" fmla="*/ 814864 w 3171825"/>
                  <a:gd name="connsiteY40" fmla="*/ 334804 h 866775"/>
                  <a:gd name="connsiteX41" fmla="*/ 742474 w 3171825"/>
                  <a:gd name="connsiteY41" fmla="*/ 520541 h 866775"/>
                  <a:gd name="connsiteX42" fmla="*/ 691991 w 3171825"/>
                  <a:gd name="connsiteY42" fmla="*/ 309086 h 866775"/>
                  <a:gd name="connsiteX43" fmla="*/ 671989 w 3171825"/>
                  <a:gd name="connsiteY43" fmla="*/ 305276 h 866775"/>
                  <a:gd name="connsiteX44" fmla="*/ 621506 w 3171825"/>
                  <a:gd name="connsiteY44" fmla="*/ 399574 h 866775"/>
                  <a:gd name="connsiteX45" fmla="*/ 539591 w 3171825"/>
                  <a:gd name="connsiteY45" fmla="*/ 512921 h 866775"/>
                  <a:gd name="connsiteX46" fmla="*/ 495776 w 3171825"/>
                  <a:gd name="connsiteY46" fmla="*/ 443389 h 866775"/>
                  <a:gd name="connsiteX47" fmla="*/ 685324 w 3171825"/>
                  <a:gd name="connsiteY47" fmla="*/ 278606 h 866775"/>
                  <a:gd name="connsiteX48" fmla="*/ 627221 w 3171825"/>
                  <a:gd name="connsiteY48" fmla="*/ 214789 h 866775"/>
                  <a:gd name="connsiteX49" fmla="*/ 437674 w 3171825"/>
                  <a:gd name="connsiteY49" fmla="*/ 355759 h 866775"/>
                  <a:gd name="connsiteX50" fmla="*/ 237649 w 3171825"/>
                  <a:gd name="connsiteY50" fmla="*/ 529114 h 866775"/>
                  <a:gd name="connsiteX51" fmla="*/ 97631 w 3171825"/>
                  <a:gd name="connsiteY51" fmla="*/ 313849 h 866775"/>
                  <a:gd name="connsiteX52" fmla="*/ 261461 w 3171825"/>
                  <a:gd name="connsiteY52" fmla="*/ 69056 h 866775"/>
                  <a:gd name="connsiteX53" fmla="*/ 329089 w 3171825"/>
                  <a:gd name="connsiteY53" fmla="*/ 181451 h 866775"/>
                  <a:gd name="connsiteX54" fmla="*/ 410051 w 3171825"/>
                  <a:gd name="connsiteY54" fmla="*/ 121444 h 866775"/>
                  <a:gd name="connsiteX55" fmla="*/ 265271 w 3171825"/>
                  <a:gd name="connsiteY55" fmla="*/ 7144 h 866775"/>
                  <a:gd name="connsiteX56" fmla="*/ 7144 w 3171825"/>
                  <a:gd name="connsiteY56" fmla="*/ 324326 h 866775"/>
                  <a:gd name="connsiteX57" fmla="*/ 220504 w 3171825"/>
                  <a:gd name="connsiteY57" fmla="*/ 601504 h 866775"/>
                  <a:gd name="connsiteX58" fmla="*/ 425291 w 3171825"/>
                  <a:gd name="connsiteY58" fmla="*/ 472916 h 866775"/>
                  <a:gd name="connsiteX59" fmla="*/ 525304 w 3171825"/>
                  <a:gd name="connsiteY59" fmla="*/ 576739 h 866775"/>
                  <a:gd name="connsiteX60" fmla="*/ 646271 w 3171825"/>
                  <a:gd name="connsiteY60" fmla="*/ 485299 h 866775"/>
                  <a:gd name="connsiteX61" fmla="*/ 734854 w 3171825"/>
                  <a:gd name="connsiteY61" fmla="*/ 576739 h 866775"/>
                  <a:gd name="connsiteX62" fmla="*/ 812959 w 3171825"/>
                  <a:gd name="connsiteY62" fmla="*/ 532924 h 866775"/>
                  <a:gd name="connsiteX63" fmla="*/ 904399 w 3171825"/>
                  <a:gd name="connsiteY63" fmla="*/ 810101 h 866775"/>
                  <a:gd name="connsiteX64" fmla="*/ 882491 w 3171825"/>
                  <a:gd name="connsiteY64" fmla="*/ 577691 h 866775"/>
                  <a:gd name="connsiteX65" fmla="*/ 969169 w 3171825"/>
                  <a:gd name="connsiteY65" fmla="*/ 267176 h 866775"/>
                  <a:gd name="connsiteX66" fmla="*/ 1015841 w 3171825"/>
                  <a:gd name="connsiteY66" fmla="*/ 359569 h 866775"/>
                  <a:gd name="connsiteX67" fmla="*/ 1007269 w 3171825"/>
                  <a:gd name="connsiteY67" fmla="*/ 440531 h 866775"/>
                  <a:gd name="connsiteX68" fmla="*/ 900589 w 3171825"/>
                  <a:gd name="connsiteY68" fmla="*/ 545306 h 866775"/>
                  <a:gd name="connsiteX69" fmla="*/ 941546 w 3171825"/>
                  <a:gd name="connsiteY69" fmla="*/ 577691 h 866775"/>
                  <a:gd name="connsiteX70" fmla="*/ 1072039 w 3171825"/>
                  <a:gd name="connsiteY70" fmla="*/ 449104 h 866775"/>
                  <a:gd name="connsiteX71" fmla="*/ 1150144 w 3171825"/>
                  <a:gd name="connsiteY71" fmla="*/ 390049 h 866775"/>
                  <a:gd name="connsiteX72" fmla="*/ 1149191 w 3171825"/>
                  <a:gd name="connsiteY72" fmla="*/ 415766 h 866775"/>
                  <a:gd name="connsiteX73" fmla="*/ 1244441 w 3171825"/>
                  <a:gd name="connsiteY73" fmla="*/ 550069 h 866775"/>
                  <a:gd name="connsiteX74" fmla="*/ 1349216 w 3171825"/>
                  <a:gd name="connsiteY74" fmla="*/ 469106 h 866775"/>
                  <a:gd name="connsiteX75" fmla="*/ 1352074 w 3171825"/>
                  <a:gd name="connsiteY75" fmla="*/ 547211 h 866775"/>
                  <a:gd name="connsiteX76" fmla="*/ 1155859 w 3171825"/>
                  <a:gd name="connsiteY76" fmla="*/ 754856 h 866775"/>
                  <a:gd name="connsiteX77" fmla="*/ 1259681 w 3171825"/>
                  <a:gd name="connsiteY77" fmla="*/ 864394 h 866775"/>
                  <a:gd name="connsiteX78" fmla="*/ 1419701 w 3171825"/>
                  <a:gd name="connsiteY78" fmla="*/ 569119 h 866775"/>
                  <a:gd name="connsiteX79" fmla="*/ 1529239 w 3171825"/>
                  <a:gd name="connsiteY79" fmla="*/ 518636 h 866775"/>
                  <a:gd name="connsiteX80" fmla="*/ 1640681 w 3171825"/>
                  <a:gd name="connsiteY80" fmla="*/ 576739 h 866775"/>
                  <a:gd name="connsiteX81" fmla="*/ 1813084 w 3171825"/>
                  <a:gd name="connsiteY81" fmla="*/ 459581 h 866775"/>
                  <a:gd name="connsiteX82" fmla="*/ 1868329 w 3171825"/>
                  <a:gd name="connsiteY82" fmla="*/ 576739 h 866775"/>
                  <a:gd name="connsiteX83" fmla="*/ 1980724 w 3171825"/>
                  <a:gd name="connsiteY83" fmla="*/ 273844 h 866775"/>
                  <a:gd name="connsiteX84" fmla="*/ 2074069 w 3171825"/>
                  <a:gd name="connsiteY84" fmla="*/ 601504 h 866775"/>
                  <a:gd name="connsiteX85" fmla="*/ 2198846 w 3171825"/>
                  <a:gd name="connsiteY85" fmla="*/ 312896 h 866775"/>
                  <a:gd name="connsiteX86" fmla="*/ 2307432 w 3171825"/>
                  <a:gd name="connsiteY86" fmla="*/ 576739 h 866775"/>
                  <a:gd name="connsiteX87" fmla="*/ 2412207 w 3171825"/>
                  <a:gd name="connsiteY87" fmla="*/ 428149 h 866775"/>
                  <a:gd name="connsiteX88" fmla="*/ 2521744 w 3171825"/>
                  <a:gd name="connsiteY88" fmla="*/ 576739 h 866775"/>
                  <a:gd name="connsiteX89" fmla="*/ 2618899 w 3171825"/>
                  <a:gd name="connsiteY89" fmla="*/ 486251 h 866775"/>
                  <a:gd name="connsiteX90" fmla="*/ 2670334 w 3171825"/>
                  <a:gd name="connsiteY90" fmla="*/ 576739 h 866775"/>
                  <a:gd name="connsiteX91" fmla="*/ 2803684 w 3171825"/>
                  <a:gd name="connsiteY91" fmla="*/ 274796 h 866775"/>
                  <a:gd name="connsiteX92" fmla="*/ 2947511 w 3171825"/>
                  <a:gd name="connsiteY92" fmla="*/ 576739 h 866775"/>
                  <a:gd name="connsiteX93" fmla="*/ 3040857 w 3171825"/>
                  <a:gd name="connsiteY93" fmla="*/ 474821 h 866775"/>
                  <a:gd name="connsiteX94" fmla="*/ 3121819 w 3171825"/>
                  <a:gd name="connsiteY94" fmla="*/ 576739 h 866775"/>
                  <a:gd name="connsiteX95" fmla="*/ 3169444 w 3171825"/>
                  <a:gd name="connsiteY95" fmla="*/ 550069 h 866775"/>
                  <a:gd name="connsiteX96" fmla="*/ 3092291 w 3171825"/>
                  <a:gd name="connsiteY96" fmla="*/ 287179 h 866775"/>
                  <a:gd name="connsiteX97" fmla="*/ 1267301 w 3171825"/>
                  <a:gd name="connsiteY97" fmla="*/ 806291 h 866775"/>
                  <a:gd name="connsiteX98" fmla="*/ 1226344 w 3171825"/>
                  <a:gd name="connsiteY98" fmla="*/ 751999 h 866775"/>
                  <a:gd name="connsiteX99" fmla="*/ 1353026 w 3171825"/>
                  <a:gd name="connsiteY99" fmla="*/ 597694 h 866775"/>
                  <a:gd name="connsiteX100" fmla="*/ 1267301 w 3171825"/>
                  <a:gd name="connsiteY100" fmla="*/ 806291 h 866775"/>
                  <a:gd name="connsiteX101" fmla="*/ 1614964 w 3171825"/>
                  <a:gd name="connsiteY101" fmla="*/ 257651 h 866775"/>
                  <a:gd name="connsiteX102" fmla="*/ 1653064 w 3171825"/>
                  <a:gd name="connsiteY102" fmla="*/ 315754 h 866775"/>
                  <a:gd name="connsiteX103" fmla="*/ 1569244 w 3171825"/>
                  <a:gd name="connsiteY103" fmla="*/ 438626 h 866775"/>
                  <a:gd name="connsiteX104" fmla="*/ 1614964 w 3171825"/>
                  <a:gd name="connsiteY104" fmla="*/ 257651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171825" h="866775">
                    <a:moveTo>
                      <a:pt x="3092291" y="287179"/>
                    </a:moveTo>
                    <a:cubicBezTo>
                      <a:pt x="3092291" y="241459"/>
                      <a:pt x="3089434" y="211931"/>
                      <a:pt x="3059907" y="211931"/>
                    </a:cubicBezTo>
                    <a:cubicBezTo>
                      <a:pt x="3046571" y="211931"/>
                      <a:pt x="3039904" y="214789"/>
                      <a:pt x="3027521" y="218599"/>
                    </a:cubicBezTo>
                    <a:cubicBezTo>
                      <a:pt x="3037999" y="371951"/>
                      <a:pt x="3003709" y="507206"/>
                      <a:pt x="2960846" y="507206"/>
                    </a:cubicBezTo>
                    <a:cubicBezTo>
                      <a:pt x="2905601" y="507206"/>
                      <a:pt x="2933224" y="178594"/>
                      <a:pt x="2816066" y="178594"/>
                    </a:cubicBezTo>
                    <a:cubicBezTo>
                      <a:pt x="2707482" y="178594"/>
                      <a:pt x="2692241" y="440531"/>
                      <a:pt x="2679859" y="440531"/>
                    </a:cubicBezTo>
                    <a:cubicBezTo>
                      <a:pt x="2671286" y="440531"/>
                      <a:pt x="2670334" y="371951"/>
                      <a:pt x="2670334" y="319564"/>
                    </a:cubicBezTo>
                    <a:cubicBezTo>
                      <a:pt x="2675096" y="294799"/>
                      <a:pt x="2677001" y="271939"/>
                      <a:pt x="2677001" y="254794"/>
                    </a:cubicBezTo>
                    <a:cubicBezTo>
                      <a:pt x="2677001" y="230029"/>
                      <a:pt x="2667476" y="188119"/>
                      <a:pt x="2611279" y="209074"/>
                    </a:cubicBezTo>
                    <a:cubicBezTo>
                      <a:pt x="2613184" y="396716"/>
                      <a:pt x="2576036" y="510064"/>
                      <a:pt x="2533174" y="510064"/>
                    </a:cubicBezTo>
                    <a:cubicBezTo>
                      <a:pt x="2471261" y="510064"/>
                      <a:pt x="2470309" y="340519"/>
                      <a:pt x="2470309" y="292894"/>
                    </a:cubicBezTo>
                    <a:cubicBezTo>
                      <a:pt x="2470309" y="247174"/>
                      <a:pt x="2473166" y="186214"/>
                      <a:pt x="2405539" y="208121"/>
                    </a:cubicBezTo>
                    <a:cubicBezTo>
                      <a:pt x="2395061" y="371951"/>
                      <a:pt x="2352199" y="494824"/>
                      <a:pt x="2325529" y="494824"/>
                    </a:cubicBezTo>
                    <a:cubicBezTo>
                      <a:pt x="2285524" y="494824"/>
                      <a:pt x="2293144" y="211931"/>
                      <a:pt x="2206466" y="211931"/>
                    </a:cubicBezTo>
                    <a:cubicBezTo>
                      <a:pt x="2128361" y="211931"/>
                      <a:pt x="2103596" y="479584"/>
                      <a:pt x="2087404" y="479584"/>
                    </a:cubicBezTo>
                    <a:cubicBezTo>
                      <a:pt x="2057876" y="479584"/>
                      <a:pt x="2096929" y="178594"/>
                      <a:pt x="1983581" y="178594"/>
                    </a:cubicBezTo>
                    <a:cubicBezTo>
                      <a:pt x="1924526" y="178594"/>
                      <a:pt x="1900714" y="279559"/>
                      <a:pt x="1877854" y="391954"/>
                    </a:cubicBezTo>
                    <a:cubicBezTo>
                      <a:pt x="1873091" y="413861"/>
                      <a:pt x="1868329" y="414814"/>
                      <a:pt x="1867376" y="390049"/>
                    </a:cubicBezTo>
                    <a:cubicBezTo>
                      <a:pt x="1866424" y="370046"/>
                      <a:pt x="1866424" y="347186"/>
                      <a:pt x="1866424" y="327184"/>
                    </a:cubicBezTo>
                    <a:cubicBezTo>
                      <a:pt x="1894999" y="213836"/>
                      <a:pt x="1859756" y="171926"/>
                      <a:pt x="1807369" y="202406"/>
                    </a:cubicBezTo>
                    <a:cubicBezTo>
                      <a:pt x="1824514" y="411004"/>
                      <a:pt x="1728311" y="512921"/>
                      <a:pt x="1654969" y="512921"/>
                    </a:cubicBezTo>
                    <a:cubicBezTo>
                      <a:pt x="1628299" y="512921"/>
                      <a:pt x="1607344" y="501491"/>
                      <a:pt x="1592104" y="483394"/>
                    </a:cubicBezTo>
                    <a:cubicBezTo>
                      <a:pt x="1680686" y="429101"/>
                      <a:pt x="1719739" y="367189"/>
                      <a:pt x="1719739" y="306229"/>
                    </a:cubicBezTo>
                    <a:cubicBezTo>
                      <a:pt x="1719739" y="240506"/>
                      <a:pt x="1681639" y="202406"/>
                      <a:pt x="1619726" y="202406"/>
                    </a:cubicBezTo>
                    <a:cubicBezTo>
                      <a:pt x="1532096" y="202406"/>
                      <a:pt x="1483519" y="292894"/>
                      <a:pt x="1483519" y="369094"/>
                    </a:cubicBezTo>
                    <a:cubicBezTo>
                      <a:pt x="1483519" y="410051"/>
                      <a:pt x="1491139" y="445294"/>
                      <a:pt x="1503521" y="473869"/>
                    </a:cubicBezTo>
                    <a:cubicBezTo>
                      <a:pt x="1473041" y="488156"/>
                      <a:pt x="1445419" y="500539"/>
                      <a:pt x="1418749" y="512921"/>
                    </a:cubicBezTo>
                    <a:cubicBezTo>
                      <a:pt x="1416844" y="433864"/>
                      <a:pt x="1407319" y="350996"/>
                      <a:pt x="1400651" y="274796"/>
                    </a:cubicBezTo>
                    <a:cubicBezTo>
                      <a:pt x="1353979" y="262414"/>
                      <a:pt x="1340644" y="284321"/>
                      <a:pt x="1336834" y="326231"/>
                    </a:cubicBezTo>
                    <a:cubicBezTo>
                      <a:pt x="1328261" y="420529"/>
                      <a:pt x="1293971" y="479584"/>
                      <a:pt x="1262539" y="479584"/>
                    </a:cubicBezTo>
                    <a:cubicBezTo>
                      <a:pt x="1239679" y="479584"/>
                      <a:pt x="1225391" y="451009"/>
                      <a:pt x="1223486" y="421481"/>
                    </a:cubicBezTo>
                    <a:cubicBezTo>
                      <a:pt x="1214914" y="270034"/>
                      <a:pt x="1337786" y="228124"/>
                      <a:pt x="1402556" y="250031"/>
                    </a:cubicBezTo>
                    <a:cubicBezTo>
                      <a:pt x="1415891" y="216694"/>
                      <a:pt x="1401604" y="192881"/>
                      <a:pt x="1343501" y="192881"/>
                    </a:cubicBezTo>
                    <a:cubicBezTo>
                      <a:pt x="1273016" y="192881"/>
                      <a:pt x="1220629" y="235744"/>
                      <a:pt x="1181576" y="290989"/>
                    </a:cubicBezTo>
                    <a:cubicBezTo>
                      <a:pt x="1155859" y="327184"/>
                      <a:pt x="1126331" y="353854"/>
                      <a:pt x="1086326" y="385286"/>
                    </a:cubicBezTo>
                    <a:cubicBezTo>
                      <a:pt x="1087279" y="375761"/>
                      <a:pt x="1088231" y="367189"/>
                      <a:pt x="1088231" y="358616"/>
                    </a:cubicBezTo>
                    <a:cubicBezTo>
                      <a:pt x="1088231" y="251936"/>
                      <a:pt x="1030129" y="204311"/>
                      <a:pt x="974884" y="204311"/>
                    </a:cubicBezTo>
                    <a:cubicBezTo>
                      <a:pt x="929164" y="204311"/>
                      <a:pt x="900589" y="231934"/>
                      <a:pt x="883444" y="273844"/>
                    </a:cubicBezTo>
                    <a:cubicBezTo>
                      <a:pt x="879634" y="231934"/>
                      <a:pt x="871061" y="213836"/>
                      <a:pt x="846296" y="213836"/>
                    </a:cubicBezTo>
                    <a:cubicBezTo>
                      <a:pt x="835819" y="213836"/>
                      <a:pt x="821531" y="216694"/>
                      <a:pt x="805339" y="224314"/>
                    </a:cubicBezTo>
                    <a:cubicBezTo>
                      <a:pt x="812959" y="248126"/>
                      <a:pt x="814864" y="300514"/>
                      <a:pt x="814864" y="334804"/>
                    </a:cubicBezTo>
                    <a:cubicBezTo>
                      <a:pt x="814864" y="463391"/>
                      <a:pt x="777716" y="520541"/>
                      <a:pt x="742474" y="520541"/>
                    </a:cubicBezTo>
                    <a:cubicBezTo>
                      <a:pt x="701516" y="520541"/>
                      <a:pt x="695801" y="368141"/>
                      <a:pt x="691991" y="309086"/>
                    </a:cubicBezTo>
                    <a:cubicBezTo>
                      <a:pt x="687229" y="307181"/>
                      <a:pt x="681514" y="305276"/>
                      <a:pt x="671989" y="305276"/>
                    </a:cubicBezTo>
                    <a:cubicBezTo>
                      <a:pt x="635794" y="305276"/>
                      <a:pt x="631031" y="354806"/>
                      <a:pt x="621506" y="399574"/>
                    </a:cubicBezTo>
                    <a:cubicBezTo>
                      <a:pt x="611029" y="450056"/>
                      <a:pt x="582454" y="512921"/>
                      <a:pt x="539591" y="512921"/>
                    </a:cubicBezTo>
                    <a:cubicBezTo>
                      <a:pt x="513874" y="512921"/>
                      <a:pt x="497681" y="488156"/>
                      <a:pt x="495776" y="443389"/>
                    </a:cubicBezTo>
                    <a:cubicBezTo>
                      <a:pt x="491966" y="352901"/>
                      <a:pt x="567214" y="245269"/>
                      <a:pt x="685324" y="278606"/>
                    </a:cubicBezTo>
                    <a:cubicBezTo>
                      <a:pt x="700564" y="242411"/>
                      <a:pt x="676751" y="214789"/>
                      <a:pt x="627221" y="214789"/>
                    </a:cubicBezTo>
                    <a:cubicBezTo>
                      <a:pt x="540544" y="214789"/>
                      <a:pt x="469106" y="279559"/>
                      <a:pt x="437674" y="355759"/>
                    </a:cubicBezTo>
                    <a:cubicBezTo>
                      <a:pt x="406241" y="426244"/>
                      <a:pt x="350996" y="529114"/>
                      <a:pt x="237649" y="529114"/>
                    </a:cubicBezTo>
                    <a:cubicBezTo>
                      <a:pt x="157639" y="529114"/>
                      <a:pt x="97631" y="459581"/>
                      <a:pt x="97631" y="313849"/>
                    </a:cubicBezTo>
                    <a:cubicBezTo>
                      <a:pt x="97631" y="188119"/>
                      <a:pt x="176689" y="69056"/>
                      <a:pt x="261461" y="69056"/>
                    </a:cubicBezTo>
                    <a:cubicBezTo>
                      <a:pt x="320516" y="69056"/>
                      <a:pt x="333851" y="127159"/>
                      <a:pt x="329089" y="181451"/>
                    </a:cubicBezTo>
                    <a:cubicBezTo>
                      <a:pt x="359569" y="206216"/>
                      <a:pt x="410051" y="183356"/>
                      <a:pt x="410051" y="121444"/>
                    </a:cubicBezTo>
                    <a:cubicBezTo>
                      <a:pt x="410051" y="79534"/>
                      <a:pt x="375761" y="7144"/>
                      <a:pt x="265271" y="7144"/>
                    </a:cubicBezTo>
                    <a:cubicBezTo>
                      <a:pt x="128111" y="7144"/>
                      <a:pt x="7144" y="144304"/>
                      <a:pt x="7144" y="324326"/>
                    </a:cubicBezTo>
                    <a:cubicBezTo>
                      <a:pt x="7144" y="498634"/>
                      <a:pt x="95726" y="601504"/>
                      <a:pt x="220504" y="601504"/>
                    </a:cubicBezTo>
                    <a:cubicBezTo>
                      <a:pt x="299561" y="601504"/>
                      <a:pt x="373856" y="556736"/>
                      <a:pt x="425291" y="472916"/>
                    </a:cubicBezTo>
                    <a:cubicBezTo>
                      <a:pt x="438626" y="545306"/>
                      <a:pt x="488156" y="576739"/>
                      <a:pt x="525304" y="576739"/>
                    </a:cubicBezTo>
                    <a:cubicBezTo>
                      <a:pt x="585311" y="576739"/>
                      <a:pt x="624364" y="537686"/>
                      <a:pt x="646271" y="485299"/>
                    </a:cubicBezTo>
                    <a:cubicBezTo>
                      <a:pt x="659606" y="537686"/>
                      <a:pt x="688181" y="576739"/>
                      <a:pt x="734854" y="576739"/>
                    </a:cubicBezTo>
                    <a:cubicBezTo>
                      <a:pt x="768191" y="576739"/>
                      <a:pt x="793909" y="559594"/>
                      <a:pt x="812959" y="532924"/>
                    </a:cubicBezTo>
                    <a:cubicBezTo>
                      <a:pt x="805339" y="716756"/>
                      <a:pt x="795814" y="832961"/>
                      <a:pt x="904399" y="810101"/>
                    </a:cubicBezTo>
                    <a:cubicBezTo>
                      <a:pt x="887254" y="757714"/>
                      <a:pt x="882491" y="663416"/>
                      <a:pt x="882491" y="577691"/>
                    </a:cubicBezTo>
                    <a:cubicBezTo>
                      <a:pt x="882491" y="344329"/>
                      <a:pt x="920591" y="267176"/>
                      <a:pt x="969169" y="267176"/>
                    </a:cubicBezTo>
                    <a:cubicBezTo>
                      <a:pt x="1004411" y="267176"/>
                      <a:pt x="1015841" y="311944"/>
                      <a:pt x="1015841" y="359569"/>
                    </a:cubicBezTo>
                    <a:cubicBezTo>
                      <a:pt x="1015841" y="385286"/>
                      <a:pt x="1012984" y="413861"/>
                      <a:pt x="1007269" y="440531"/>
                    </a:cubicBezTo>
                    <a:cubicBezTo>
                      <a:pt x="948214" y="477679"/>
                      <a:pt x="900589" y="507206"/>
                      <a:pt x="900589" y="545306"/>
                    </a:cubicBezTo>
                    <a:cubicBezTo>
                      <a:pt x="900589" y="574834"/>
                      <a:pt x="922496" y="577691"/>
                      <a:pt x="941546" y="577691"/>
                    </a:cubicBezTo>
                    <a:cubicBezTo>
                      <a:pt x="987266" y="577691"/>
                      <a:pt x="1041559" y="532924"/>
                      <a:pt x="1072039" y="449104"/>
                    </a:cubicBezTo>
                    <a:cubicBezTo>
                      <a:pt x="1098709" y="432911"/>
                      <a:pt x="1125379" y="414814"/>
                      <a:pt x="1150144" y="390049"/>
                    </a:cubicBezTo>
                    <a:cubicBezTo>
                      <a:pt x="1149191" y="398621"/>
                      <a:pt x="1149191" y="407194"/>
                      <a:pt x="1149191" y="415766"/>
                    </a:cubicBezTo>
                    <a:cubicBezTo>
                      <a:pt x="1149191" y="499586"/>
                      <a:pt x="1185386" y="550069"/>
                      <a:pt x="1244441" y="550069"/>
                    </a:cubicBezTo>
                    <a:cubicBezTo>
                      <a:pt x="1290161" y="550069"/>
                      <a:pt x="1324451" y="517684"/>
                      <a:pt x="1349216" y="469106"/>
                    </a:cubicBezTo>
                    <a:cubicBezTo>
                      <a:pt x="1351121" y="496729"/>
                      <a:pt x="1352074" y="523399"/>
                      <a:pt x="1352074" y="547211"/>
                    </a:cubicBezTo>
                    <a:cubicBezTo>
                      <a:pt x="1258729" y="590074"/>
                      <a:pt x="1155859" y="633889"/>
                      <a:pt x="1155859" y="754856"/>
                    </a:cubicBezTo>
                    <a:cubicBezTo>
                      <a:pt x="1155859" y="817721"/>
                      <a:pt x="1201579" y="864394"/>
                      <a:pt x="1259681" y="864394"/>
                    </a:cubicBezTo>
                    <a:cubicBezTo>
                      <a:pt x="1389221" y="864394"/>
                      <a:pt x="1418749" y="728186"/>
                      <a:pt x="1419701" y="569119"/>
                    </a:cubicBezTo>
                    <a:cubicBezTo>
                      <a:pt x="1461611" y="551021"/>
                      <a:pt x="1493044" y="536734"/>
                      <a:pt x="1529239" y="518636"/>
                    </a:cubicBezTo>
                    <a:cubicBezTo>
                      <a:pt x="1560671" y="557689"/>
                      <a:pt x="1602581" y="576739"/>
                      <a:pt x="1640681" y="576739"/>
                    </a:cubicBezTo>
                    <a:cubicBezTo>
                      <a:pt x="1714024" y="576739"/>
                      <a:pt x="1768316" y="537686"/>
                      <a:pt x="1813084" y="459581"/>
                    </a:cubicBezTo>
                    <a:cubicBezTo>
                      <a:pt x="1820704" y="519589"/>
                      <a:pt x="1835944" y="576739"/>
                      <a:pt x="1868329" y="576739"/>
                    </a:cubicBezTo>
                    <a:cubicBezTo>
                      <a:pt x="1926431" y="576739"/>
                      <a:pt x="1937861" y="273844"/>
                      <a:pt x="1980724" y="273844"/>
                    </a:cubicBezTo>
                    <a:cubicBezTo>
                      <a:pt x="2014061" y="273844"/>
                      <a:pt x="1986439" y="601504"/>
                      <a:pt x="2074069" y="601504"/>
                    </a:cubicBezTo>
                    <a:cubicBezTo>
                      <a:pt x="2148364" y="601504"/>
                      <a:pt x="2162651" y="312896"/>
                      <a:pt x="2198846" y="312896"/>
                    </a:cubicBezTo>
                    <a:cubicBezTo>
                      <a:pt x="2224564" y="312896"/>
                      <a:pt x="2226469" y="576739"/>
                      <a:pt x="2307432" y="576739"/>
                    </a:cubicBezTo>
                    <a:cubicBezTo>
                      <a:pt x="2347436" y="576739"/>
                      <a:pt x="2390299" y="529114"/>
                      <a:pt x="2412207" y="428149"/>
                    </a:cubicBezTo>
                    <a:cubicBezTo>
                      <a:pt x="2422684" y="494824"/>
                      <a:pt x="2456021" y="576739"/>
                      <a:pt x="2521744" y="576739"/>
                    </a:cubicBezTo>
                    <a:cubicBezTo>
                      <a:pt x="2559844" y="576739"/>
                      <a:pt x="2593182" y="537686"/>
                      <a:pt x="2618899" y="486251"/>
                    </a:cubicBezTo>
                    <a:cubicBezTo>
                      <a:pt x="2625566" y="539591"/>
                      <a:pt x="2640807" y="576739"/>
                      <a:pt x="2670334" y="576739"/>
                    </a:cubicBezTo>
                    <a:cubicBezTo>
                      <a:pt x="2746534" y="576739"/>
                      <a:pt x="2743676" y="274796"/>
                      <a:pt x="2803684" y="274796"/>
                    </a:cubicBezTo>
                    <a:cubicBezTo>
                      <a:pt x="2850357" y="274796"/>
                      <a:pt x="2836069" y="576739"/>
                      <a:pt x="2947511" y="576739"/>
                    </a:cubicBezTo>
                    <a:cubicBezTo>
                      <a:pt x="3000851" y="576739"/>
                      <a:pt x="3025616" y="531971"/>
                      <a:pt x="3040857" y="474821"/>
                    </a:cubicBezTo>
                    <a:cubicBezTo>
                      <a:pt x="3061811" y="558641"/>
                      <a:pt x="3094196" y="576739"/>
                      <a:pt x="3121819" y="576739"/>
                    </a:cubicBezTo>
                    <a:cubicBezTo>
                      <a:pt x="3138964" y="576739"/>
                      <a:pt x="3152299" y="571024"/>
                      <a:pt x="3169444" y="550069"/>
                    </a:cubicBezTo>
                    <a:cubicBezTo>
                      <a:pt x="3085624" y="511969"/>
                      <a:pt x="3092291" y="375761"/>
                      <a:pt x="3092291" y="287179"/>
                    </a:cubicBezTo>
                    <a:close/>
                    <a:moveTo>
                      <a:pt x="1267301" y="806291"/>
                    </a:moveTo>
                    <a:cubicBezTo>
                      <a:pt x="1240631" y="806291"/>
                      <a:pt x="1226344" y="780574"/>
                      <a:pt x="1226344" y="751999"/>
                    </a:cubicBezTo>
                    <a:cubicBezTo>
                      <a:pt x="1226344" y="674846"/>
                      <a:pt x="1283494" y="632936"/>
                      <a:pt x="1353026" y="597694"/>
                    </a:cubicBezTo>
                    <a:cubicBezTo>
                      <a:pt x="1349216" y="768191"/>
                      <a:pt x="1310164" y="806291"/>
                      <a:pt x="1267301" y="806291"/>
                    </a:cubicBezTo>
                    <a:close/>
                    <a:moveTo>
                      <a:pt x="1614964" y="257651"/>
                    </a:moveTo>
                    <a:cubicBezTo>
                      <a:pt x="1640681" y="257651"/>
                      <a:pt x="1655921" y="281464"/>
                      <a:pt x="1653064" y="315754"/>
                    </a:cubicBezTo>
                    <a:cubicBezTo>
                      <a:pt x="1650206" y="355759"/>
                      <a:pt x="1620679" y="402431"/>
                      <a:pt x="1569244" y="438626"/>
                    </a:cubicBezTo>
                    <a:cubicBezTo>
                      <a:pt x="1543526" y="362426"/>
                      <a:pt x="1563529" y="257651"/>
                      <a:pt x="1614964" y="25765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01" name="Freeform: Shape 5">
                <a:extLst>
                  <a:ext uri="{FF2B5EF4-FFF2-40B4-BE49-F238E27FC236}">
                    <a16:creationId xmlns:a16="http://schemas.microsoft.com/office/drawing/2014/main" id="{10680076-697D-D2FE-BD65-F587665BB196}"/>
                  </a:ext>
                </a:extLst>
              </p:cNvPr>
              <p:cNvSpPr/>
              <p:nvPr/>
            </p:nvSpPr>
            <p:spPr>
              <a:xfrm>
                <a:off x="6953539" y="5402609"/>
                <a:ext cx="74112" cy="81524"/>
              </a:xfrm>
              <a:custGeom>
                <a:avLst/>
                <a:gdLst>
                  <a:gd name="connsiteX0" fmla="*/ 51942 w 95250"/>
                  <a:gd name="connsiteY0" fmla="*/ 99569 h 104775"/>
                  <a:gd name="connsiteX1" fmla="*/ 93853 w 95250"/>
                  <a:gd name="connsiteY1" fmla="*/ 51944 h 104775"/>
                  <a:gd name="connsiteX2" fmla="*/ 51942 w 95250"/>
                  <a:gd name="connsiteY2" fmla="*/ 7176 h 104775"/>
                  <a:gd name="connsiteX3" fmla="*/ 7175 w 95250"/>
                  <a:gd name="connsiteY3" fmla="*/ 54801 h 104775"/>
                  <a:gd name="connsiteX4" fmla="*/ 51942 w 95250"/>
                  <a:gd name="connsiteY4" fmla="*/ 9956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04775">
                    <a:moveTo>
                      <a:pt x="51942" y="99569"/>
                    </a:moveTo>
                    <a:cubicBezTo>
                      <a:pt x="76707" y="98616"/>
                      <a:pt x="93853" y="77661"/>
                      <a:pt x="93853" y="51944"/>
                    </a:cubicBezTo>
                    <a:cubicBezTo>
                      <a:pt x="93853" y="26226"/>
                      <a:pt x="76707" y="6224"/>
                      <a:pt x="51942" y="7176"/>
                    </a:cubicBezTo>
                    <a:cubicBezTo>
                      <a:pt x="27178" y="8129"/>
                      <a:pt x="7175" y="29084"/>
                      <a:pt x="7175" y="54801"/>
                    </a:cubicBezTo>
                    <a:cubicBezTo>
                      <a:pt x="6222" y="80519"/>
                      <a:pt x="27178" y="100521"/>
                      <a:pt x="51942" y="99569"/>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02" name="Freeform: Shape 6">
                <a:extLst>
                  <a:ext uri="{FF2B5EF4-FFF2-40B4-BE49-F238E27FC236}">
                    <a16:creationId xmlns:a16="http://schemas.microsoft.com/office/drawing/2014/main" id="{38CEEED4-5C80-4C98-C432-24CB2FB4875E}"/>
                  </a:ext>
                </a:extLst>
              </p:cNvPr>
              <p:cNvSpPr/>
              <p:nvPr/>
            </p:nvSpPr>
            <p:spPr>
              <a:xfrm>
                <a:off x="7436776" y="5416688"/>
                <a:ext cx="74112" cy="74112"/>
              </a:xfrm>
              <a:custGeom>
                <a:avLst/>
                <a:gdLst>
                  <a:gd name="connsiteX0" fmla="*/ 48101 w 95250"/>
                  <a:gd name="connsiteY0" fmla="*/ 94808 h 95250"/>
                  <a:gd name="connsiteX1" fmla="*/ 89059 w 95250"/>
                  <a:gd name="connsiteY1" fmla="*/ 49088 h 95250"/>
                  <a:gd name="connsiteX2" fmla="*/ 48101 w 95250"/>
                  <a:gd name="connsiteY2" fmla="*/ 7178 h 95250"/>
                  <a:gd name="connsiteX3" fmla="*/ 7144 w 95250"/>
                  <a:gd name="connsiteY3" fmla="*/ 52898 h 95250"/>
                  <a:gd name="connsiteX4" fmla="*/ 48101 w 95250"/>
                  <a:gd name="connsiteY4" fmla="*/ 9480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8101" y="94808"/>
                    </a:moveTo>
                    <a:cubicBezTo>
                      <a:pt x="70961" y="93856"/>
                      <a:pt x="89059" y="73853"/>
                      <a:pt x="89059" y="49088"/>
                    </a:cubicBezTo>
                    <a:cubicBezTo>
                      <a:pt x="89059" y="25275"/>
                      <a:pt x="70961" y="6225"/>
                      <a:pt x="48101" y="7178"/>
                    </a:cubicBezTo>
                    <a:cubicBezTo>
                      <a:pt x="25241" y="8131"/>
                      <a:pt x="7144" y="28133"/>
                      <a:pt x="7144" y="52898"/>
                    </a:cubicBezTo>
                    <a:cubicBezTo>
                      <a:pt x="8096" y="76711"/>
                      <a:pt x="26194" y="95761"/>
                      <a:pt x="48101" y="94808"/>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03" name="Freeform: Shape 7">
                <a:extLst>
                  <a:ext uri="{FF2B5EF4-FFF2-40B4-BE49-F238E27FC236}">
                    <a16:creationId xmlns:a16="http://schemas.microsoft.com/office/drawing/2014/main" id="{65F762AE-AB46-D118-BC36-2E10EC7A1775}"/>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04" name="Freeform: Shape 8">
                <a:extLst>
                  <a:ext uri="{FF2B5EF4-FFF2-40B4-BE49-F238E27FC236}">
                    <a16:creationId xmlns:a16="http://schemas.microsoft.com/office/drawing/2014/main" id="{C042C58C-F3AE-A3F8-7C84-32DD0975AEF8}"/>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grpSp>
        <p:nvGrpSpPr>
          <p:cNvPr id="2815" name="Group 2814" descr="Capgemini spade">
            <a:extLst>
              <a:ext uri="{FF2B5EF4-FFF2-40B4-BE49-F238E27FC236}">
                <a16:creationId xmlns:a16="http://schemas.microsoft.com/office/drawing/2014/main" id="{DA0D51C9-901C-A21C-3736-40C8A6B4237E}"/>
              </a:ext>
            </a:extLst>
          </p:cNvPr>
          <p:cNvGrpSpPr>
            <a:grpSpLocks noChangeAspect="1"/>
          </p:cNvGrpSpPr>
          <p:nvPr/>
        </p:nvGrpSpPr>
        <p:grpSpPr>
          <a:xfrm>
            <a:off x="4810082" y="1716201"/>
            <a:ext cx="995560" cy="995560"/>
            <a:chOff x="4918282" y="1812218"/>
            <a:chExt cx="995560" cy="995560"/>
          </a:xfrm>
          <a:solidFill>
            <a:schemeClr val="tx2"/>
          </a:solidFill>
        </p:grpSpPr>
        <p:sp>
          <p:nvSpPr>
            <p:cNvPr id="2814" name="Rectangle 2813">
              <a:extLst>
                <a:ext uri="{FF2B5EF4-FFF2-40B4-BE49-F238E27FC236}">
                  <a16:creationId xmlns:a16="http://schemas.microsoft.com/office/drawing/2014/main" id="{3F66C5F8-3331-B8E0-4FBF-A6E774DEC693}"/>
                </a:ext>
              </a:extLst>
            </p:cNvPr>
            <p:cNvSpPr/>
            <p:nvPr/>
          </p:nvSpPr>
          <p:spPr>
            <a:xfrm>
              <a:off x="4918282" y="1812218"/>
              <a:ext cx="995560" cy="995560"/>
            </a:xfrm>
            <a:prstGeom prst="rect">
              <a:avLst/>
            </a:prstGeom>
            <a:solidFill>
              <a:schemeClr val="bg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2808" name="Group 2">
              <a:extLst>
                <a:ext uri="{FF2B5EF4-FFF2-40B4-BE49-F238E27FC236}">
                  <a16:creationId xmlns:a16="http://schemas.microsoft.com/office/drawing/2014/main" id="{041A61AA-E586-891C-5310-E13B5680647D}"/>
                </a:ext>
              </a:extLst>
            </p:cNvPr>
            <p:cNvGrpSpPr>
              <a:grpSpLocks noChangeAspect="1"/>
            </p:cNvGrpSpPr>
            <p:nvPr/>
          </p:nvGrpSpPr>
          <p:grpSpPr>
            <a:xfrm>
              <a:off x="5172849" y="2087633"/>
              <a:ext cx="471979" cy="434429"/>
              <a:chOff x="7591670" y="5360390"/>
              <a:chExt cx="541762" cy="498659"/>
            </a:xfrm>
            <a:grpFill/>
          </p:grpSpPr>
          <p:sp>
            <p:nvSpPr>
              <p:cNvPr id="2812" name="Freeform: Shape 7">
                <a:extLst>
                  <a:ext uri="{FF2B5EF4-FFF2-40B4-BE49-F238E27FC236}">
                    <a16:creationId xmlns:a16="http://schemas.microsoft.com/office/drawing/2014/main" id="{165374B2-D1D8-3FEA-9708-FD7FA6A5850B}"/>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2813" name="Freeform: Shape 8">
                <a:extLst>
                  <a:ext uri="{FF2B5EF4-FFF2-40B4-BE49-F238E27FC236}">
                    <a16:creationId xmlns:a16="http://schemas.microsoft.com/office/drawing/2014/main" id="{54566BD4-0E4F-36DB-400B-A1BF378C38DE}"/>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grpSp>
        <p:nvGrpSpPr>
          <p:cNvPr id="770" name="Group 769" descr="Capgemini spade">
            <a:extLst>
              <a:ext uri="{FF2B5EF4-FFF2-40B4-BE49-F238E27FC236}">
                <a16:creationId xmlns:a16="http://schemas.microsoft.com/office/drawing/2014/main" id="{D4A0C756-37EC-24C7-0AEB-6E76655AA13B}"/>
              </a:ext>
            </a:extLst>
          </p:cNvPr>
          <p:cNvGrpSpPr>
            <a:grpSpLocks noChangeAspect="1"/>
          </p:cNvGrpSpPr>
          <p:nvPr/>
        </p:nvGrpSpPr>
        <p:grpSpPr>
          <a:xfrm>
            <a:off x="4810082" y="3020168"/>
            <a:ext cx="995560" cy="995560"/>
            <a:chOff x="4918282" y="1812218"/>
            <a:chExt cx="995560" cy="995560"/>
          </a:xfrm>
          <a:solidFill>
            <a:schemeClr val="bg1"/>
          </a:solidFill>
        </p:grpSpPr>
        <p:sp>
          <p:nvSpPr>
            <p:cNvPr id="771" name="Rectangle 770">
              <a:extLst>
                <a:ext uri="{FF2B5EF4-FFF2-40B4-BE49-F238E27FC236}">
                  <a16:creationId xmlns:a16="http://schemas.microsoft.com/office/drawing/2014/main" id="{689D4752-28F5-2E38-F482-6D2F5CC424DD}"/>
                </a:ext>
              </a:extLst>
            </p:cNvPr>
            <p:cNvSpPr/>
            <p:nvPr/>
          </p:nvSpPr>
          <p:spPr>
            <a:xfrm>
              <a:off x="4918282" y="1812218"/>
              <a:ext cx="995560" cy="995560"/>
            </a:xfrm>
            <a:prstGeom prst="rect">
              <a:avLst/>
            </a:prstGeom>
            <a:solidFill>
              <a:schemeClr val="tx2"/>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774" name="Group 2">
              <a:extLst>
                <a:ext uri="{FF2B5EF4-FFF2-40B4-BE49-F238E27FC236}">
                  <a16:creationId xmlns:a16="http://schemas.microsoft.com/office/drawing/2014/main" id="{561F3C9A-25AC-1D0E-76F5-D4A7380C9BC0}"/>
                </a:ext>
              </a:extLst>
            </p:cNvPr>
            <p:cNvGrpSpPr>
              <a:grpSpLocks noChangeAspect="1"/>
            </p:cNvGrpSpPr>
            <p:nvPr/>
          </p:nvGrpSpPr>
          <p:grpSpPr>
            <a:xfrm>
              <a:off x="5172849" y="2087633"/>
              <a:ext cx="471979" cy="434429"/>
              <a:chOff x="7591670" y="5360390"/>
              <a:chExt cx="541762" cy="498659"/>
            </a:xfrm>
            <a:grpFill/>
          </p:grpSpPr>
          <p:sp>
            <p:nvSpPr>
              <p:cNvPr id="775" name="Freeform: Shape 7">
                <a:extLst>
                  <a:ext uri="{FF2B5EF4-FFF2-40B4-BE49-F238E27FC236}">
                    <a16:creationId xmlns:a16="http://schemas.microsoft.com/office/drawing/2014/main" id="{4E1CFD70-810E-FDA9-2379-DCC136EF48AC}"/>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76" name="Freeform: Shape 8">
                <a:extLst>
                  <a:ext uri="{FF2B5EF4-FFF2-40B4-BE49-F238E27FC236}">
                    <a16:creationId xmlns:a16="http://schemas.microsoft.com/office/drawing/2014/main" id="{5E74FC88-4842-A2EC-F067-EE9E42583764}"/>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grpSp>
        <p:nvGrpSpPr>
          <p:cNvPr id="777" name="Group 776" descr="Capgemini spade">
            <a:extLst>
              <a:ext uri="{FF2B5EF4-FFF2-40B4-BE49-F238E27FC236}">
                <a16:creationId xmlns:a16="http://schemas.microsoft.com/office/drawing/2014/main" id="{42ABF9A4-ED80-A2C4-218B-7D7D73AFABCF}"/>
              </a:ext>
            </a:extLst>
          </p:cNvPr>
          <p:cNvGrpSpPr>
            <a:grpSpLocks noChangeAspect="1"/>
          </p:cNvGrpSpPr>
          <p:nvPr/>
        </p:nvGrpSpPr>
        <p:grpSpPr>
          <a:xfrm>
            <a:off x="4810082" y="4290446"/>
            <a:ext cx="995560" cy="995560"/>
            <a:chOff x="4918282" y="1812218"/>
            <a:chExt cx="995560" cy="995560"/>
          </a:xfrm>
          <a:solidFill>
            <a:schemeClr val="bg1"/>
          </a:solidFill>
        </p:grpSpPr>
        <p:sp>
          <p:nvSpPr>
            <p:cNvPr id="778" name="Rectangle 777">
              <a:extLst>
                <a:ext uri="{FF2B5EF4-FFF2-40B4-BE49-F238E27FC236}">
                  <a16:creationId xmlns:a16="http://schemas.microsoft.com/office/drawing/2014/main" id="{BC5195AC-0523-D623-5A70-3012DFC2E8D1}"/>
                </a:ext>
              </a:extLst>
            </p:cNvPr>
            <p:cNvSpPr/>
            <p:nvPr/>
          </p:nvSpPr>
          <p:spPr>
            <a:xfrm>
              <a:off x="4918282" y="1812218"/>
              <a:ext cx="995560" cy="995560"/>
            </a:xfrm>
            <a:prstGeom prst="rect">
              <a:avLst/>
            </a:prstGeom>
            <a:solidFill>
              <a:schemeClr val="accent3"/>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grpSp>
          <p:nvGrpSpPr>
            <p:cNvPr id="779" name="Group 2">
              <a:extLst>
                <a:ext uri="{FF2B5EF4-FFF2-40B4-BE49-F238E27FC236}">
                  <a16:creationId xmlns:a16="http://schemas.microsoft.com/office/drawing/2014/main" id="{A7809D40-22E9-F9D8-2991-4E392E4B9F7F}"/>
                </a:ext>
              </a:extLst>
            </p:cNvPr>
            <p:cNvGrpSpPr>
              <a:grpSpLocks noChangeAspect="1"/>
            </p:cNvGrpSpPr>
            <p:nvPr/>
          </p:nvGrpSpPr>
          <p:grpSpPr>
            <a:xfrm>
              <a:off x="5172849" y="2087633"/>
              <a:ext cx="471979" cy="434429"/>
              <a:chOff x="7591670" y="5360390"/>
              <a:chExt cx="541762" cy="498659"/>
            </a:xfrm>
            <a:grpFill/>
          </p:grpSpPr>
          <p:sp>
            <p:nvSpPr>
              <p:cNvPr id="780" name="Freeform: Shape 7">
                <a:extLst>
                  <a:ext uri="{FF2B5EF4-FFF2-40B4-BE49-F238E27FC236}">
                    <a16:creationId xmlns:a16="http://schemas.microsoft.com/office/drawing/2014/main" id="{7C7D7852-31D3-424E-28A0-E6553D6A9BAE}"/>
                  </a:ext>
                </a:extLst>
              </p:cNvPr>
              <p:cNvSpPr/>
              <p:nvPr/>
            </p:nvSpPr>
            <p:spPr>
              <a:xfrm>
                <a:off x="7591670" y="5360390"/>
                <a:ext cx="526198" cy="452086"/>
              </a:xfrm>
              <a:custGeom>
                <a:avLst/>
                <a:gdLst>
                  <a:gd name="connsiteX0" fmla="*/ 553879 w 676275"/>
                  <a:gd name="connsiteY0" fmla="*/ 254794 h 581025"/>
                  <a:gd name="connsiteX1" fmla="*/ 451009 w 676275"/>
                  <a:gd name="connsiteY1" fmla="*/ 342424 h 581025"/>
                  <a:gd name="connsiteX2" fmla="*/ 375761 w 676275"/>
                  <a:gd name="connsiteY2" fmla="*/ 469106 h 581025"/>
                  <a:gd name="connsiteX3" fmla="*/ 273844 w 676275"/>
                  <a:gd name="connsiteY3" fmla="*/ 561499 h 581025"/>
                  <a:gd name="connsiteX4" fmla="*/ 132874 w 676275"/>
                  <a:gd name="connsiteY4" fmla="*/ 569119 h 581025"/>
                  <a:gd name="connsiteX5" fmla="*/ 7144 w 676275"/>
                  <a:gd name="connsiteY5" fmla="*/ 383381 h 581025"/>
                  <a:gd name="connsiteX6" fmla="*/ 371951 w 676275"/>
                  <a:gd name="connsiteY6" fmla="*/ 7144 h 581025"/>
                  <a:gd name="connsiteX7" fmla="*/ 371951 w 676275"/>
                  <a:gd name="connsiteY7" fmla="*/ 7144 h 581025"/>
                  <a:gd name="connsiteX8" fmla="*/ 371951 w 676275"/>
                  <a:gd name="connsiteY8" fmla="*/ 7144 h 581025"/>
                  <a:gd name="connsiteX9" fmla="*/ 388144 w 676275"/>
                  <a:gd name="connsiteY9" fmla="*/ 13811 h 581025"/>
                  <a:gd name="connsiteX10" fmla="*/ 571024 w 676275"/>
                  <a:gd name="connsiteY10" fmla="*/ 127159 h 581025"/>
                  <a:gd name="connsiteX11" fmla="*/ 675799 w 676275"/>
                  <a:gd name="connsiteY11" fmla="*/ 287179 h 581025"/>
                  <a:gd name="connsiteX12" fmla="*/ 553879 w 676275"/>
                  <a:gd name="connsiteY12" fmla="*/ 2547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6275" h="581025">
                    <a:moveTo>
                      <a:pt x="553879" y="254794"/>
                    </a:moveTo>
                    <a:cubicBezTo>
                      <a:pt x="507206" y="265271"/>
                      <a:pt x="475774" y="304324"/>
                      <a:pt x="451009" y="342424"/>
                    </a:cubicBezTo>
                    <a:cubicBezTo>
                      <a:pt x="424339" y="383381"/>
                      <a:pt x="403384" y="428149"/>
                      <a:pt x="375761" y="469106"/>
                    </a:cubicBezTo>
                    <a:cubicBezTo>
                      <a:pt x="349091" y="507206"/>
                      <a:pt x="316706" y="542449"/>
                      <a:pt x="273844" y="561499"/>
                    </a:cubicBezTo>
                    <a:cubicBezTo>
                      <a:pt x="229076" y="581501"/>
                      <a:pt x="179546" y="584359"/>
                      <a:pt x="132874" y="569119"/>
                    </a:cubicBezTo>
                    <a:cubicBezTo>
                      <a:pt x="58579" y="538639"/>
                      <a:pt x="7144" y="464344"/>
                      <a:pt x="7144" y="383381"/>
                    </a:cubicBezTo>
                    <a:cubicBezTo>
                      <a:pt x="7144" y="177641"/>
                      <a:pt x="290036" y="105251"/>
                      <a:pt x="371951" y="7144"/>
                    </a:cubicBezTo>
                    <a:cubicBezTo>
                      <a:pt x="371951" y="7144"/>
                      <a:pt x="371951" y="7144"/>
                      <a:pt x="371951" y="7144"/>
                    </a:cubicBezTo>
                    <a:lnTo>
                      <a:pt x="371951" y="7144"/>
                    </a:lnTo>
                    <a:cubicBezTo>
                      <a:pt x="377666" y="9049"/>
                      <a:pt x="382429" y="11906"/>
                      <a:pt x="388144" y="13811"/>
                    </a:cubicBezTo>
                    <a:cubicBezTo>
                      <a:pt x="454819" y="41434"/>
                      <a:pt x="517684" y="78581"/>
                      <a:pt x="571024" y="127159"/>
                    </a:cubicBezTo>
                    <a:cubicBezTo>
                      <a:pt x="620554" y="172879"/>
                      <a:pt x="657701" y="226219"/>
                      <a:pt x="675799" y="287179"/>
                    </a:cubicBezTo>
                    <a:cubicBezTo>
                      <a:pt x="646271" y="255746"/>
                      <a:pt x="595789" y="244316"/>
                      <a:pt x="553879" y="254794"/>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sp>
            <p:nvSpPr>
              <p:cNvPr id="781" name="Freeform: Shape 8">
                <a:extLst>
                  <a:ext uri="{FF2B5EF4-FFF2-40B4-BE49-F238E27FC236}">
                    <a16:creationId xmlns:a16="http://schemas.microsoft.com/office/drawing/2014/main" id="{68F668D9-AEB8-88D8-B4D0-A5629CD7980A}"/>
                  </a:ext>
                </a:extLst>
              </p:cNvPr>
              <p:cNvSpPr/>
              <p:nvPr/>
            </p:nvSpPr>
            <p:spPr>
              <a:xfrm>
                <a:off x="7777693" y="5570011"/>
                <a:ext cx="355739" cy="289038"/>
              </a:xfrm>
              <a:custGeom>
                <a:avLst/>
                <a:gdLst>
                  <a:gd name="connsiteX0" fmla="*/ 443389 w 457200"/>
                  <a:gd name="connsiteY0" fmla="*/ 151121 h 371475"/>
                  <a:gd name="connsiteX1" fmla="*/ 340519 w 457200"/>
                  <a:gd name="connsiteY1" fmla="*/ 250181 h 371475"/>
                  <a:gd name="connsiteX2" fmla="*/ 193834 w 457200"/>
                  <a:gd name="connsiteY2" fmla="*/ 204461 h 371475"/>
                  <a:gd name="connsiteX3" fmla="*/ 299561 w 457200"/>
                  <a:gd name="connsiteY3" fmla="*/ 298759 h 371475"/>
                  <a:gd name="connsiteX4" fmla="*/ 161449 w 457200"/>
                  <a:gd name="connsiteY4" fmla="*/ 360671 h 371475"/>
                  <a:gd name="connsiteX5" fmla="*/ 79534 w 457200"/>
                  <a:gd name="connsiteY5" fmla="*/ 367339 h 371475"/>
                  <a:gd name="connsiteX6" fmla="*/ 7144 w 457200"/>
                  <a:gd name="connsiteY6" fmla="*/ 348289 h 371475"/>
                  <a:gd name="connsiteX7" fmla="*/ 120491 w 457200"/>
                  <a:gd name="connsiteY7" fmla="*/ 276851 h 371475"/>
                  <a:gd name="connsiteX8" fmla="*/ 188119 w 457200"/>
                  <a:gd name="connsiteY8" fmla="*/ 175886 h 371475"/>
                  <a:gd name="connsiteX9" fmla="*/ 250031 w 457200"/>
                  <a:gd name="connsiteY9" fmla="*/ 64444 h 371475"/>
                  <a:gd name="connsiteX10" fmla="*/ 339566 w 457200"/>
                  <a:gd name="connsiteY10" fmla="*/ 7294 h 371475"/>
                  <a:gd name="connsiteX11" fmla="*/ 438626 w 457200"/>
                  <a:gd name="connsiteY11" fmla="*/ 58729 h 371475"/>
                  <a:gd name="connsiteX12" fmla="*/ 443389 w 457200"/>
                  <a:gd name="connsiteY12" fmla="*/ 151121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371475">
                    <a:moveTo>
                      <a:pt x="443389" y="151121"/>
                    </a:moveTo>
                    <a:cubicBezTo>
                      <a:pt x="428149" y="198746"/>
                      <a:pt x="389096" y="236846"/>
                      <a:pt x="340519" y="250181"/>
                    </a:cubicBezTo>
                    <a:cubicBezTo>
                      <a:pt x="285274" y="265421"/>
                      <a:pt x="230029" y="249229"/>
                      <a:pt x="193834" y="204461"/>
                    </a:cubicBezTo>
                    <a:cubicBezTo>
                      <a:pt x="197644" y="261611"/>
                      <a:pt x="243364" y="299711"/>
                      <a:pt x="299561" y="298759"/>
                    </a:cubicBezTo>
                    <a:cubicBezTo>
                      <a:pt x="263366" y="334954"/>
                      <a:pt x="210026" y="352099"/>
                      <a:pt x="161449" y="360671"/>
                    </a:cubicBezTo>
                    <a:cubicBezTo>
                      <a:pt x="134779" y="365434"/>
                      <a:pt x="107156" y="368291"/>
                      <a:pt x="79534" y="367339"/>
                    </a:cubicBezTo>
                    <a:cubicBezTo>
                      <a:pt x="55721" y="366386"/>
                      <a:pt x="27146" y="363529"/>
                      <a:pt x="7144" y="348289"/>
                    </a:cubicBezTo>
                    <a:cubicBezTo>
                      <a:pt x="50959" y="334954"/>
                      <a:pt x="90011" y="310189"/>
                      <a:pt x="120491" y="276851"/>
                    </a:cubicBezTo>
                    <a:cubicBezTo>
                      <a:pt x="148114" y="246371"/>
                      <a:pt x="169069" y="211129"/>
                      <a:pt x="188119" y="175886"/>
                    </a:cubicBezTo>
                    <a:cubicBezTo>
                      <a:pt x="208121" y="138739"/>
                      <a:pt x="225266" y="98734"/>
                      <a:pt x="250031" y="64444"/>
                    </a:cubicBezTo>
                    <a:cubicBezTo>
                      <a:pt x="271939" y="33964"/>
                      <a:pt x="300514" y="9199"/>
                      <a:pt x="339566" y="7294"/>
                    </a:cubicBezTo>
                    <a:cubicBezTo>
                      <a:pt x="379571" y="5389"/>
                      <a:pt x="419576" y="21581"/>
                      <a:pt x="438626" y="58729"/>
                    </a:cubicBezTo>
                    <a:cubicBezTo>
                      <a:pt x="453866" y="88256"/>
                      <a:pt x="452914" y="120641"/>
                      <a:pt x="443389" y="151121"/>
                    </a:cubicBezTo>
                    <a:close/>
                  </a:path>
                </a:pathLst>
              </a:custGeom>
              <a:grpFill/>
              <a:ln w="9525" cap="flat">
                <a:noFill/>
                <a:prstDash val="solid"/>
                <a:miter/>
              </a:ln>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a:ea typeface="+mn-ea"/>
                  <a:cs typeface="+mn-cs"/>
                </a:endParaRPr>
              </a:p>
            </p:txBody>
          </p:sp>
        </p:grpSp>
      </p:grpSp>
      <p:sp>
        <p:nvSpPr>
          <p:cNvPr id="783" name="Rectangle 782">
            <a:extLst>
              <a:ext uri="{FF2B5EF4-FFF2-40B4-BE49-F238E27FC236}">
                <a16:creationId xmlns:a16="http://schemas.microsoft.com/office/drawing/2014/main" id="{51C7AE72-C7D6-0501-F000-7B26DEAE9BEC}"/>
              </a:ext>
              <a:ext uri="{C183D7F6-B498-43B3-948B-1728B52AA6E4}">
                <adec:decorative xmlns:adec="http://schemas.microsoft.com/office/drawing/2017/decorative" val="1"/>
              </a:ext>
            </a:extLst>
          </p:cNvPr>
          <p:cNvSpPr/>
          <p:nvPr/>
        </p:nvSpPr>
        <p:spPr>
          <a:xfrm>
            <a:off x="550860" y="5888986"/>
            <a:ext cx="6477573" cy="415393"/>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786" name="Rectangle 785">
            <a:extLst>
              <a:ext uri="{FF2B5EF4-FFF2-40B4-BE49-F238E27FC236}">
                <a16:creationId xmlns:a16="http://schemas.microsoft.com/office/drawing/2014/main" id="{A1F09B32-A781-AED3-6B91-8CEC763B745F}"/>
              </a:ext>
              <a:ext uri="{C183D7F6-B498-43B3-948B-1728B52AA6E4}">
                <adec:decorative xmlns:adec="http://schemas.microsoft.com/office/drawing/2017/decorative" val="1"/>
              </a:ext>
            </a:extLst>
          </p:cNvPr>
          <p:cNvSpPr/>
          <p:nvPr/>
        </p:nvSpPr>
        <p:spPr>
          <a:xfrm rot="16200000">
            <a:off x="4325844" y="2782045"/>
            <a:ext cx="4880938" cy="415393"/>
          </a:xfrm>
          <a:prstGeom prst="rect">
            <a:avLst/>
          </a:prstGeom>
          <a:gradFill>
            <a:gsLst>
              <a:gs pos="99000">
                <a:srgbClr val="00D5D0"/>
              </a:gs>
              <a:gs pos="0">
                <a:srgbClr val="111937"/>
              </a:gs>
              <a:gs pos="30000">
                <a:srgbClr val="0057AB"/>
              </a:gs>
              <a:gs pos="70000">
                <a:srgbClr val="1DB6F3"/>
              </a:gs>
            </a:gsLst>
            <a:lin ang="0" scaled="0"/>
          </a:gra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Ubuntu"/>
              <a:ea typeface="+mn-ea"/>
              <a:cs typeface="+mn-cs"/>
            </a:endParaRPr>
          </a:p>
        </p:txBody>
      </p:sp>
      <p:sp>
        <p:nvSpPr>
          <p:cNvPr id="16" name="Date Placeholder 15">
            <a:extLst>
              <a:ext uri="{FF2B5EF4-FFF2-40B4-BE49-F238E27FC236}">
                <a16:creationId xmlns:a16="http://schemas.microsoft.com/office/drawing/2014/main" id="{157E53B6-9017-2F9A-70BD-B926383C250C}"/>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17" name="Footer Placeholder 16">
            <a:extLst>
              <a:ext uri="{FF2B5EF4-FFF2-40B4-BE49-F238E27FC236}">
                <a16:creationId xmlns:a16="http://schemas.microsoft.com/office/drawing/2014/main" id="{371634A9-7C6A-8573-FBF6-7B3F1644F402}"/>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18" name="Slide Number Placeholder 17">
            <a:extLst>
              <a:ext uri="{FF2B5EF4-FFF2-40B4-BE49-F238E27FC236}">
                <a16:creationId xmlns:a16="http://schemas.microsoft.com/office/drawing/2014/main" id="{B16F53E4-3E6C-ED29-2303-A0D55550D9E7}"/>
              </a:ext>
            </a:extLst>
          </p:cNvPr>
          <p:cNvSpPr>
            <a:spLocks noGrp="1"/>
          </p:cNvSpPr>
          <p:nvPr>
            <p:ph type="sldNum" sz="quarter" idx="12"/>
          </p:nvPr>
        </p:nvSpPr>
        <p:spPr/>
        <p:txBody>
          <a:bodyPr/>
          <a:lstStyle/>
          <a:p>
            <a:pPr algn="r"/>
            <a:fld id="{5D9A5160-6218-4E5A-B9E6-B93E3DAE377C}" type="slidenum">
              <a:rPr lang="en-US" smtClean="0"/>
              <a:pPr algn="r"/>
              <a:t>94</a:t>
            </a:fld>
            <a:endParaRPr lang="en-US" dirty="0"/>
          </a:p>
        </p:txBody>
      </p:sp>
    </p:spTree>
    <p:extLst>
      <p:ext uri="{BB962C8B-B14F-4D97-AF65-F5344CB8AC3E}">
        <p14:creationId xmlns:p14="http://schemas.microsoft.com/office/powerpoint/2010/main" val="3702197874"/>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83B63B-5BAC-2243-7964-215174F6E87A}"/>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90B3474F-E3C3-E7BD-076D-D4C8597029BA}"/>
              </a:ext>
            </a:extLst>
          </p:cNvPr>
          <p:cNvSpPr>
            <a:spLocks noGrp="1"/>
          </p:cNvSpPr>
          <p:nvPr>
            <p:ph type="title"/>
          </p:nvPr>
        </p:nvSpPr>
        <p:spPr>
          <a:xfrm>
            <a:off x="551384" y="549274"/>
            <a:ext cx="11090938" cy="930372"/>
          </a:xfrm>
        </p:spPr>
        <p:txBody>
          <a:bodyPr/>
          <a:lstStyle/>
          <a:p>
            <a:r>
              <a:rPr lang="en-US" dirty="0"/>
              <a:t>World Map</a:t>
            </a:r>
            <a:br>
              <a:rPr lang="en-US" dirty="0"/>
            </a:br>
            <a:endParaRPr lang="en-US" dirty="0"/>
          </a:p>
        </p:txBody>
      </p:sp>
      <p:grpSp>
        <p:nvGrpSpPr>
          <p:cNvPr id="17" name="Group 16" descr="Map">
            <a:extLst>
              <a:ext uri="{FF2B5EF4-FFF2-40B4-BE49-F238E27FC236}">
                <a16:creationId xmlns:a16="http://schemas.microsoft.com/office/drawing/2014/main" id="{09B52475-281D-1B1D-B15A-7313BA462114}"/>
              </a:ext>
            </a:extLst>
          </p:cNvPr>
          <p:cNvGrpSpPr/>
          <p:nvPr/>
        </p:nvGrpSpPr>
        <p:grpSpPr>
          <a:xfrm>
            <a:off x="824740" y="1412776"/>
            <a:ext cx="9984117" cy="4939612"/>
            <a:chOff x="3843499" y="3719582"/>
            <a:chExt cx="16665619" cy="8244192"/>
          </a:xfrm>
          <a:solidFill>
            <a:schemeClr val="bg1">
              <a:lumMod val="85000"/>
            </a:schemeClr>
          </a:solidFill>
        </p:grpSpPr>
        <p:sp>
          <p:nvSpPr>
            <p:cNvPr id="18" name="Freeform 781">
              <a:extLst>
                <a:ext uri="{FF2B5EF4-FFF2-40B4-BE49-F238E27FC236}">
                  <a16:creationId xmlns:a16="http://schemas.microsoft.com/office/drawing/2014/main" id="{F3F432C0-B54A-9B87-7037-A555CBFC10B5}"/>
                </a:ext>
              </a:extLst>
            </p:cNvPr>
            <p:cNvSpPr>
              <a:spLocks/>
            </p:cNvSpPr>
            <p:nvPr/>
          </p:nvSpPr>
          <p:spPr bwMode="auto">
            <a:xfrm>
              <a:off x="9818027" y="3757809"/>
              <a:ext cx="85988" cy="38227"/>
            </a:xfrm>
            <a:custGeom>
              <a:avLst/>
              <a:gdLst>
                <a:gd name="T0" fmla="*/ 4 w 9"/>
                <a:gd name="T1" fmla="*/ 3 h 4"/>
                <a:gd name="T2" fmla="*/ 1 w 9"/>
                <a:gd name="T3" fmla="*/ 2 h 4"/>
                <a:gd name="T4" fmla="*/ 5 w 9"/>
                <a:gd name="T5" fmla="*/ 2 h 4"/>
                <a:gd name="T6" fmla="*/ 0 w 9"/>
                <a:gd name="T7" fmla="*/ 0 h 4"/>
                <a:gd name="T8" fmla="*/ 9 w 9"/>
                <a:gd name="T9" fmla="*/ 2 h 4"/>
                <a:gd name="T10" fmla="*/ 5 w 9"/>
                <a:gd name="T11" fmla="*/ 2 h 4"/>
                <a:gd name="T12" fmla="*/ 4 w 9"/>
                <a:gd name="T13" fmla="*/ 3 h 4"/>
                <a:gd name="T14" fmla="*/ 4 w 9"/>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
                  <a:moveTo>
                    <a:pt x="4" y="3"/>
                  </a:moveTo>
                  <a:cubicBezTo>
                    <a:pt x="4" y="3"/>
                    <a:pt x="1" y="2"/>
                    <a:pt x="1" y="2"/>
                  </a:cubicBezTo>
                  <a:cubicBezTo>
                    <a:pt x="1" y="2"/>
                    <a:pt x="4" y="2"/>
                    <a:pt x="5" y="2"/>
                  </a:cubicBezTo>
                  <a:cubicBezTo>
                    <a:pt x="3" y="1"/>
                    <a:pt x="1" y="2"/>
                    <a:pt x="0" y="0"/>
                  </a:cubicBezTo>
                  <a:cubicBezTo>
                    <a:pt x="1" y="1"/>
                    <a:pt x="8" y="0"/>
                    <a:pt x="9" y="2"/>
                  </a:cubicBezTo>
                  <a:cubicBezTo>
                    <a:pt x="9" y="2"/>
                    <a:pt x="6" y="2"/>
                    <a:pt x="5" y="2"/>
                  </a:cubicBezTo>
                  <a:cubicBezTo>
                    <a:pt x="5" y="2"/>
                    <a:pt x="7" y="4"/>
                    <a:pt x="4" y="3"/>
                  </a:cubicBezTo>
                  <a:cubicBezTo>
                    <a:pt x="3" y="3"/>
                    <a:pt x="6" y="4"/>
                    <a:pt x="4"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9" name="Freeform 403">
              <a:extLst>
                <a:ext uri="{FF2B5EF4-FFF2-40B4-BE49-F238E27FC236}">
                  <a16:creationId xmlns:a16="http://schemas.microsoft.com/office/drawing/2014/main" id="{50252EF7-3F89-AEEC-EF0C-3BA3828254F1}"/>
                </a:ext>
              </a:extLst>
            </p:cNvPr>
            <p:cNvSpPr>
              <a:spLocks/>
            </p:cNvSpPr>
            <p:nvPr/>
          </p:nvSpPr>
          <p:spPr bwMode="auto">
            <a:xfrm>
              <a:off x="16859435" y="9558687"/>
              <a:ext cx="1904460" cy="1423937"/>
            </a:xfrm>
            <a:custGeom>
              <a:avLst/>
              <a:gdLst>
                <a:gd name="T0" fmla="*/ 96 w 204"/>
                <a:gd name="T1" fmla="*/ 3 h 152"/>
                <a:gd name="T2" fmla="*/ 97 w 204"/>
                <a:gd name="T3" fmla="*/ 7 h 152"/>
                <a:gd name="T4" fmla="*/ 86 w 204"/>
                <a:gd name="T5" fmla="*/ 13 h 152"/>
                <a:gd name="T6" fmla="*/ 76 w 204"/>
                <a:gd name="T7" fmla="*/ 24 h 152"/>
                <a:gd name="T8" fmla="*/ 71 w 204"/>
                <a:gd name="T9" fmla="*/ 15 h 152"/>
                <a:gd name="T10" fmla="*/ 65 w 204"/>
                <a:gd name="T11" fmla="*/ 19 h 152"/>
                <a:gd name="T12" fmla="*/ 62 w 204"/>
                <a:gd name="T13" fmla="*/ 22 h 152"/>
                <a:gd name="T14" fmla="*/ 59 w 204"/>
                <a:gd name="T15" fmla="*/ 26 h 152"/>
                <a:gd name="T16" fmla="*/ 55 w 204"/>
                <a:gd name="T17" fmla="*/ 33 h 152"/>
                <a:gd name="T18" fmla="*/ 51 w 204"/>
                <a:gd name="T19" fmla="*/ 30 h 152"/>
                <a:gd name="T20" fmla="*/ 47 w 204"/>
                <a:gd name="T21" fmla="*/ 38 h 152"/>
                <a:gd name="T22" fmla="*/ 24 w 204"/>
                <a:gd name="T23" fmla="*/ 50 h 152"/>
                <a:gd name="T24" fmla="*/ 7 w 204"/>
                <a:gd name="T25" fmla="*/ 60 h 152"/>
                <a:gd name="T26" fmla="*/ 3 w 204"/>
                <a:gd name="T27" fmla="*/ 68 h 152"/>
                <a:gd name="T28" fmla="*/ 4 w 204"/>
                <a:gd name="T29" fmla="*/ 82 h 152"/>
                <a:gd name="T30" fmla="*/ 7 w 204"/>
                <a:gd name="T31" fmla="*/ 91 h 152"/>
                <a:gd name="T32" fmla="*/ 13 w 204"/>
                <a:gd name="T33" fmla="*/ 106 h 152"/>
                <a:gd name="T34" fmla="*/ 11 w 204"/>
                <a:gd name="T35" fmla="*/ 121 h 152"/>
                <a:gd name="T36" fmla="*/ 30 w 204"/>
                <a:gd name="T37" fmla="*/ 125 h 152"/>
                <a:gd name="T38" fmla="*/ 54 w 204"/>
                <a:gd name="T39" fmla="*/ 121 h 152"/>
                <a:gd name="T40" fmla="*/ 73 w 204"/>
                <a:gd name="T41" fmla="*/ 112 h 152"/>
                <a:gd name="T42" fmla="*/ 96 w 204"/>
                <a:gd name="T43" fmla="*/ 111 h 152"/>
                <a:gd name="T44" fmla="*/ 111 w 204"/>
                <a:gd name="T45" fmla="*/ 121 h 152"/>
                <a:gd name="T46" fmla="*/ 116 w 204"/>
                <a:gd name="T47" fmla="*/ 125 h 152"/>
                <a:gd name="T48" fmla="*/ 125 w 204"/>
                <a:gd name="T49" fmla="*/ 120 h 152"/>
                <a:gd name="T50" fmla="*/ 122 w 204"/>
                <a:gd name="T51" fmla="*/ 129 h 152"/>
                <a:gd name="T52" fmla="*/ 131 w 204"/>
                <a:gd name="T53" fmla="*/ 132 h 152"/>
                <a:gd name="T54" fmla="*/ 145 w 204"/>
                <a:gd name="T55" fmla="*/ 147 h 152"/>
                <a:gd name="T56" fmla="*/ 161 w 204"/>
                <a:gd name="T57" fmla="*/ 145 h 152"/>
                <a:gd name="T58" fmla="*/ 165 w 204"/>
                <a:gd name="T59" fmla="*/ 149 h 152"/>
                <a:gd name="T60" fmla="*/ 174 w 204"/>
                <a:gd name="T61" fmla="*/ 145 h 152"/>
                <a:gd name="T62" fmla="*/ 194 w 204"/>
                <a:gd name="T63" fmla="*/ 118 h 152"/>
                <a:gd name="T64" fmla="*/ 200 w 204"/>
                <a:gd name="T65" fmla="*/ 108 h 152"/>
                <a:gd name="T66" fmla="*/ 202 w 204"/>
                <a:gd name="T67" fmla="*/ 96 h 152"/>
                <a:gd name="T68" fmla="*/ 201 w 204"/>
                <a:gd name="T69" fmla="*/ 83 h 152"/>
                <a:gd name="T70" fmla="*/ 196 w 204"/>
                <a:gd name="T71" fmla="*/ 70 h 152"/>
                <a:gd name="T72" fmla="*/ 184 w 204"/>
                <a:gd name="T73" fmla="*/ 59 h 152"/>
                <a:gd name="T74" fmla="*/ 180 w 204"/>
                <a:gd name="T75" fmla="*/ 50 h 152"/>
                <a:gd name="T76" fmla="*/ 166 w 204"/>
                <a:gd name="T77" fmla="*/ 36 h 152"/>
                <a:gd name="T78" fmla="*/ 161 w 204"/>
                <a:gd name="T79" fmla="*/ 20 h 152"/>
                <a:gd name="T80" fmla="*/ 152 w 204"/>
                <a:gd name="T81" fmla="*/ 8 h 152"/>
                <a:gd name="T82" fmla="*/ 145 w 204"/>
                <a:gd name="T83" fmla="*/ 6 h 152"/>
                <a:gd name="T84" fmla="*/ 143 w 204"/>
                <a:gd name="T85" fmla="*/ 16 h 152"/>
                <a:gd name="T86" fmla="*/ 130 w 204"/>
                <a:gd name="T87" fmla="*/ 31 h 152"/>
                <a:gd name="T88" fmla="*/ 115 w 204"/>
                <a:gd name="T89" fmla="*/ 17 h 152"/>
                <a:gd name="T90" fmla="*/ 118 w 204"/>
                <a:gd name="T91" fmla="*/ 11 h 152"/>
                <a:gd name="T92" fmla="*/ 117 w 204"/>
                <a:gd name="T93" fmla="*/ 8 h 152"/>
                <a:gd name="T94" fmla="*/ 109 w 204"/>
                <a:gd name="T95" fmla="*/ 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52">
                  <a:moveTo>
                    <a:pt x="101" y="4"/>
                  </a:moveTo>
                  <a:cubicBezTo>
                    <a:pt x="99" y="4"/>
                    <a:pt x="98" y="2"/>
                    <a:pt x="96" y="2"/>
                  </a:cubicBezTo>
                  <a:cubicBezTo>
                    <a:pt x="95" y="1"/>
                    <a:pt x="95" y="2"/>
                    <a:pt x="96" y="3"/>
                  </a:cubicBezTo>
                  <a:cubicBezTo>
                    <a:pt x="96" y="4"/>
                    <a:pt x="98" y="3"/>
                    <a:pt x="98" y="3"/>
                  </a:cubicBezTo>
                  <a:cubicBezTo>
                    <a:pt x="99" y="4"/>
                    <a:pt x="98" y="6"/>
                    <a:pt x="99" y="6"/>
                  </a:cubicBezTo>
                  <a:cubicBezTo>
                    <a:pt x="99" y="7"/>
                    <a:pt x="98" y="7"/>
                    <a:pt x="97" y="7"/>
                  </a:cubicBezTo>
                  <a:cubicBezTo>
                    <a:pt x="96" y="8"/>
                    <a:pt x="95" y="8"/>
                    <a:pt x="94" y="8"/>
                  </a:cubicBezTo>
                  <a:cubicBezTo>
                    <a:pt x="92" y="7"/>
                    <a:pt x="92" y="8"/>
                    <a:pt x="90" y="8"/>
                  </a:cubicBezTo>
                  <a:cubicBezTo>
                    <a:pt x="87" y="9"/>
                    <a:pt x="88" y="12"/>
                    <a:pt x="86" y="13"/>
                  </a:cubicBezTo>
                  <a:cubicBezTo>
                    <a:pt x="84" y="15"/>
                    <a:pt x="83" y="18"/>
                    <a:pt x="84" y="20"/>
                  </a:cubicBezTo>
                  <a:cubicBezTo>
                    <a:pt x="86" y="23"/>
                    <a:pt x="81" y="21"/>
                    <a:pt x="80" y="21"/>
                  </a:cubicBezTo>
                  <a:cubicBezTo>
                    <a:pt x="79" y="21"/>
                    <a:pt x="76" y="24"/>
                    <a:pt x="76" y="24"/>
                  </a:cubicBezTo>
                  <a:cubicBezTo>
                    <a:pt x="76" y="24"/>
                    <a:pt x="75" y="19"/>
                    <a:pt x="74" y="18"/>
                  </a:cubicBezTo>
                  <a:cubicBezTo>
                    <a:pt x="74" y="17"/>
                    <a:pt x="73" y="17"/>
                    <a:pt x="72" y="17"/>
                  </a:cubicBezTo>
                  <a:cubicBezTo>
                    <a:pt x="71" y="16"/>
                    <a:pt x="71" y="16"/>
                    <a:pt x="71" y="15"/>
                  </a:cubicBezTo>
                  <a:cubicBezTo>
                    <a:pt x="70" y="14"/>
                    <a:pt x="70" y="16"/>
                    <a:pt x="70" y="17"/>
                  </a:cubicBezTo>
                  <a:cubicBezTo>
                    <a:pt x="69" y="17"/>
                    <a:pt x="68" y="17"/>
                    <a:pt x="68" y="16"/>
                  </a:cubicBezTo>
                  <a:cubicBezTo>
                    <a:pt x="66" y="16"/>
                    <a:pt x="67" y="20"/>
                    <a:pt x="65" y="19"/>
                  </a:cubicBezTo>
                  <a:cubicBezTo>
                    <a:pt x="65" y="19"/>
                    <a:pt x="64" y="18"/>
                    <a:pt x="64" y="18"/>
                  </a:cubicBezTo>
                  <a:cubicBezTo>
                    <a:pt x="63" y="19"/>
                    <a:pt x="63" y="19"/>
                    <a:pt x="63" y="19"/>
                  </a:cubicBezTo>
                  <a:cubicBezTo>
                    <a:pt x="60" y="18"/>
                    <a:pt x="62" y="22"/>
                    <a:pt x="62" y="22"/>
                  </a:cubicBezTo>
                  <a:cubicBezTo>
                    <a:pt x="62" y="22"/>
                    <a:pt x="60" y="22"/>
                    <a:pt x="60" y="22"/>
                  </a:cubicBezTo>
                  <a:cubicBezTo>
                    <a:pt x="60" y="23"/>
                    <a:pt x="61" y="23"/>
                    <a:pt x="61" y="23"/>
                  </a:cubicBezTo>
                  <a:cubicBezTo>
                    <a:pt x="60" y="25"/>
                    <a:pt x="59" y="23"/>
                    <a:pt x="59" y="26"/>
                  </a:cubicBezTo>
                  <a:cubicBezTo>
                    <a:pt x="59" y="27"/>
                    <a:pt x="60" y="27"/>
                    <a:pt x="60" y="28"/>
                  </a:cubicBezTo>
                  <a:cubicBezTo>
                    <a:pt x="60" y="30"/>
                    <a:pt x="53" y="26"/>
                    <a:pt x="53" y="29"/>
                  </a:cubicBezTo>
                  <a:cubicBezTo>
                    <a:pt x="53" y="30"/>
                    <a:pt x="57" y="32"/>
                    <a:pt x="55" y="33"/>
                  </a:cubicBezTo>
                  <a:cubicBezTo>
                    <a:pt x="54" y="33"/>
                    <a:pt x="54" y="32"/>
                    <a:pt x="54" y="33"/>
                  </a:cubicBezTo>
                  <a:cubicBezTo>
                    <a:pt x="53" y="34"/>
                    <a:pt x="53" y="34"/>
                    <a:pt x="52" y="33"/>
                  </a:cubicBezTo>
                  <a:cubicBezTo>
                    <a:pt x="51" y="33"/>
                    <a:pt x="52" y="31"/>
                    <a:pt x="51" y="30"/>
                  </a:cubicBezTo>
                  <a:cubicBezTo>
                    <a:pt x="50" y="28"/>
                    <a:pt x="48" y="32"/>
                    <a:pt x="47" y="33"/>
                  </a:cubicBezTo>
                  <a:cubicBezTo>
                    <a:pt x="47" y="34"/>
                    <a:pt x="46" y="35"/>
                    <a:pt x="46" y="36"/>
                  </a:cubicBezTo>
                  <a:cubicBezTo>
                    <a:pt x="46" y="36"/>
                    <a:pt x="47" y="37"/>
                    <a:pt x="47" y="38"/>
                  </a:cubicBezTo>
                  <a:cubicBezTo>
                    <a:pt x="47" y="38"/>
                    <a:pt x="45" y="40"/>
                    <a:pt x="44" y="41"/>
                  </a:cubicBezTo>
                  <a:cubicBezTo>
                    <a:pt x="41" y="44"/>
                    <a:pt x="38" y="46"/>
                    <a:pt x="34" y="47"/>
                  </a:cubicBezTo>
                  <a:cubicBezTo>
                    <a:pt x="31" y="47"/>
                    <a:pt x="28" y="49"/>
                    <a:pt x="24" y="50"/>
                  </a:cubicBezTo>
                  <a:cubicBezTo>
                    <a:pt x="21" y="51"/>
                    <a:pt x="18" y="51"/>
                    <a:pt x="15" y="53"/>
                  </a:cubicBezTo>
                  <a:cubicBezTo>
                    <a:pt x="13" y="55"/>
                    <a:pt x="12" y="55"/>
                    <a:pt x="10" y="56"/>
                  </a:cubicBezTo>
                  <a:cubicBezTo>
                    <a:pt x="9" y="57"/>
                    <a:pt x="7" y="60"/>
                    <a:pt x="7" y="60"/>
                  </a:cubicBezTo>
                  <a:cubicBezTo>
                    <a:pt x="6" y="60"/>
                    <a:pt x="7" y="57"/>
                    <a:pt x="7" y="56"/>
                  </a:cubicBezTo>
                  <a:cubicBezTo>
                    <a:pt x="5" y="56"/>
                    <a:pt x="4" y="61"/>
                    <a:pt x="4" y="61"/>
                  </a:cubicBezTo>
                  <a:cubicBezTo>
                    <a:pt x="5" y="64"/>
                    <a:pt x="3" y="65"/>
                    <a:pt x="3" y="68"/>
                  </a:cubicBezTo>
                  <a:cubicBezTo>
                    <a:pt x="3" y="69"/>
                    <a:pt x="8" y="80"/>
                    <a:pt x="6" y="81"/>
                  </a:cubicBezTo>
                  <a:cubicBezTo>
                    <a:pt x="6" y="81"/>
                    <a:pt x="3" y="77"/>
                    <a:pt x="3" y="77"/>
                  </a:cubicBezTo>
                  <a:cubicBezTo>
                    <a:pt x="3" y="78"/>
                    <a:pt x="6" y="81"/>
                    <a:pt x="4" y="82"/>
                  </a:cubicBezTo>
                  <a:cubicBezTo>
                    <a:pt x="2" y="82"/>
                    <a:pt x="2" y="77"/>
                    <a:pt x="0" y="77"/>
                  </a:cubicBezTo>
                  <a:cubicBezTo>
                    <a:pt x="0" y="77"/>
                    <a:pt x="6" y="85"/>
                    <a:pt x="6" y="86"/>
                  </a:cubicBezTo>
                  <a:cubicBezTo>
                    <a:pt x="7" y="87"/>
                    <a:pt x="6" y="89"/>
                    <a:pt x="7" y="91"/>
                  </a:cubicBezTo>
                  <a:cubicBezTo>
                    <a:pt x="8" y="93"/>
                    <a:pt x="9" y="94"/>
                    <a:pt x="10" y="96"/>
                  </a:cubicBezTo>
                  <a:cubicBezTo>
                    <a:pt x="11" y="97"/>
                    <a:pt x="11" y="100"/>
                    <a:pt x="11" y="101"/>
                  </a:cubicBezTo>
                  <a:cubicBezTo>
                    <a:pt x="11" y="103"/>
                    <a:pt x="12" y="105"/>
                    <a:pt x="13" y="106"/>
                  </a:cubicBezTo>
                  <a:cubicBezTo>
                    <a:pt x="14" y="109"/>
                    <a:pt x="14" y="110"/>
                    <a:pt x="14" y="113"/>
                  </a:cubicBezTo>
                  <a:cubicBezTo>
                    <a:pt x="14" y="114"/>
                    <a:pt x="14" y="119"/>
                    <a:pt x="14" y="119"/>
                  </a:cubicBezTo>
                  <a:cubicBezTo>
                    <a:pt x="13" y="120"/>
                    <a:pt x="12" y="120"/>
                    <a:pt x="11" y="121"/>
                  </a:cubicBezTo>
                  <a:cubicBezTo>
                    <a:pt x="10" y="124"/>
                    <a:pt x="12" y="124"/>
                    <a:pt x="13" y="125"/>
                  </a:cubicBezTo>
                  <a:cubicBezTo>
                    <a:pt x="17" y="127"/>
                    <a:pt x="20" y="129"/>
                    <a:pt x="25" y="128"/>
                  </a:cubicBezTo>
                  <a:cubicBezTo>
                    <a:pt x="27" y="127"/>
                    <a:pt x="29" y="126"/>
                    <a:pt x="30" y="125"/>
                  </a:cubicBezTo>
                  <a:cubicBezTo>
                    <a:pt x="33" y="124"/>
                    <a:pt x="32" y="125"/>
                    <a:pt x="33" y="123"/>
                  </a:cubicBezTo>
                  <a:cubicBezTo>
                    <a:pt x="35" y="121"/>
                    <a:pt x="42" y="121"/>
                    <a:pt x="44" y="122"/>
                  </a:cubicBezTo>
                  <a:cubicBezTo>
                    <a:pt x="47" y="122"/>
                    <a:pt x="52" y="124"/>
                    <a:pt x="54" y="121"/>
                  </a:cubicBezTo>
                  <a:cubicBezTo>
                    <a:pt x="55" y="120"/>
                    <a:pt x="55" y="118"/>
                    <a:pt x="57" y="117"/>
                  </a:cubicBezTo>
                  <a:cubicBezTo>
                    <a:pt x="59" y="116"/>
                    <a:pt x="61" y="115"/>
                    <a:pt x="63" y="114"/>
                  </a:cubicBezTo>
                  <a:cubicBezTo>
                    <a:pt x="66" y="112"/>
                    <a:pt x="70" y="114"/>
                    <a:pt x="73" y="112"/>
                  </a:cubicBezTo>
                  <a:cubicBezTo>
                    <a:pt x="78" y="110"/>
                    <a:pt x="82" y="110"/>
                    <a:pt x="88" y="109"/>
                  </a:cubicBezTo>
                  <a:cubicBezTo>
                    <a:pt x="89" y="109"/>
                    <a:pt x="90" y="108"/>
                    <a:pt x="92" y="108"/>
                  </a:cubicBezTo>
                  <a:cubicBezTo>
                    <a:pt x="93" y="109"/>
                    <a:pt x="95" y="110"/>
                    <a:pt x="96" y="111"/>
                  </a:cubicBezTo>
                  <a:cubicBezTo>
                    <a:pt x="97" y="111"/>
                    <a:pt x="107" y="113"/>
                    <a:pt x="107" y="114"/>
                  </a:cubicBezTo>
                  <a:cubicBezTo>
                    <a:pt x="106" y="115"/>
                    <a:pt x="105" y="118"/>
                    <a:pt x="107" y="117"/>
                  </a:cubicBezTo>
                  <a:cubicBezTo>
                    <a:pt x="108" y="117"/>
                    <a:pt x="110" y="120"/>
                    <a:pt x="111" y="121"/>
                  </a:cubicBezTo>
                  <a:cubicBezTo>
                    <a:pt x="112" y="122"/>
                    <a:pt x="112" y="123"/>
                    <a:pt x="112" y="125"/>
                  </a:cubicBezTo>
                  <a:cubicBezTo>
                    <a:pt x="113" y="126"/>
                    <a:pt x="115" y="128"/>
                    <a:pt x="115" y="128"/>
                  </a:cubicBezTo>
                  <a:cubicBezTo>
                    <a:pt x="115" y="127"/>
                    <a:pt x="114" y="126"/>
                    <a:pt x="116" y="125"/>
                  </a:cubicBezTo>
                  <a:cubicBezTo>
                    <a:pt x="117" y="124"/>
                    <a:pt x="118" y="123"/>
                    <a:pt x="120" y="122"/>
                  </a:cubicBezTo>
                  <a:cubicBezTo>
                    <a:pt x="121" y="121"/>
                    <a:pt x="126" y="116"/>
                    <a:pt x="125" y="115"/>
                  </a:cubicBezTo>
                  <a:cubicBezTo>
                    <a:pt x="126" y="117"/>
                    <a:pt x="125" y="118"/>
                    <a:pt x="125" y="120"/>
                  </a:cubicBezTo>
                  <a:cubicBezTo>
                    <a:pt x="126" y="121"/>
                    <a:pt x="124" y="122"/>
                    <a:pt x="124" y="122"/>
                  </a:cubicBezTo>
                  <a:cubicBezTo>
                    <a:pt x="123" y="124"/>
                    <a:pt x="123" y="125"/>
                    <a:pt x="123" y="126"/>
                  </a:cubicBezTo>
                  <a:cubicBezTo>
                    <a:pt x="123" y="128"/>
                    <a:pt x="119" y="129"/>
                    <a:pt x="122" y="129"/>
                  </a:cubicBezTo>
                  <a:cubicBezTo>
                    <a:pt x="126" y="129"/>
                    <a:pt x="124" y="125"/>
                    <a:pt x="125" y="123"/>
                  </a:cubicBezTo>
                  <a:cubicBezTo>
                    <a:pt x="125" y="123"/>
                    <a:pt x="129" y="127"/>
                    <a:pt x="128" y="129"/>
                  </a:cubicBezTo>
                  <a:cubicBezTo>
                    <a:pt x="125" y="133"/>
                    <a:pt x="129" y="130"/>
                    <a:pt x="131" y="132"/>
                  </a:cubicBezTo>
                  <a:cubicBezTo>
                    <a:pt x="134" y="135"/>
                    <a:pt x="134" y="136"/>
                    <a:pt x="134" y="139"/>
                  </a:cubicBezTo>
                  <a:cubicBezTo>
                    <a:pt x="133" y="142"/>
                    <a:pt x="137" y="145"/>
                    <a:pt x="139" y="145"/>
                  </a:cubicBezTo>
                  <a:cubicBezTo>
                    <a:pt x="141" y="146"/>
                    <a:pt x="143" y="147"/>
                    <a:pt x="145" y="147"/>
                  </a:cubicBezTo>
                  <a:cubicBezTo>
                    <a:pt x="147" y="147"/>
                    <a:pt x="151" y="152"/>
                    <a:pt x="153" y="151"/>
                  </a:cubicBezTo>
                  <a:cubicBezTo>
                    <a:pt x="155" y="150"/>
                    <a:pt x="157" y="149"/>
                    <a:pt x="158" y="147"/>
                  </a:cubicBezTo>
                  <a:cubicBezTo>
                    <a:pt x="158" y="147"/>
                    <a:pt x="160" y="144"/>
                    <a:pt x="161" y="145"/>
                  </a:cubicBezTo>
                  <a:cubicBezTo>
                    <a:pt x="161" y="146"/>
                    <a:pt x="159" y="147"/>
                    <a:pt x="160" y="148"/>
                  </a:cubicBezTo>
                  <a:cubicBezTo>
                    <a:pt x="161" y="149"/>
                    <a:pt x="161" y="146"/>
                    <a:pt x="162" y="146"/>
                  </a:cubicBezTo>
                  <a:cubicBezTo>
                    <a:pt x="162" y="146"/>
                    <a:pt x="164" y="149"/>
                    <a:pt x="165" y="149"/>
                  </a:cubicBezTo>
                  <a:cubicBezTo>
                    <a:pt x="165" y="150"/>
                    <a:pt x="167" y="152"/>
                    <a:pt x="168" y="152"/>
                  </a:cubicBezTo>
                  <a:cubicBezTo>
                    <a:pt x="167" y="152"/>
                    <a:pt x="170" y="149"/>
                    <a:pt x="170" y="149"/>
                  </a:cubicBezTo>
                  <a:cubicBezTo>
                    <a:pt x="172" y="148"/>
                    <a:pt x="173" y="146"/>
                    <a:pt x="174" y="145"/>
                  </a:cubicBezTo>
                  <a:cubicBezTo>
                    <a:pt x="177" y="144"/>
                    <a:pt x="185" y="146"/>
                    <a:pt x="185" y="142"/>
                  </a:cubicBezTo>
                  <a:cubicBezTo>
                    <a:pt x="186" y="137"/>
                    <a:pt x="187" y="134"/>
                    <a:pt x="188" y="130"/>
                  </a:cubicBezTo>
                  <a:cubicBezTo>
                    <a:pt x="190" y="126"/>
                    <a:pt x="191" y="122"/>
                    <a:pt x="194" y="118"/>
                  </a:cubicBezTo>
                  <a:cubicBezTo>
                    <a:pt x="195" y="117"/>
                    <a:pt x="197" y="116"/>
                    <a:pt x="198" y="114"/>
                  </a:cubicBezTo>
                  <a:cubicBezTo>
                    <a:pt x="198" y="113"/>
                    <a:pt x="198" y="113"/>
                    <a:pt x="198" y="112"/>
                  </a:cubicBezTo>
                  <a:cubicBezTo>
                    <a:pt x="199" y="111"/>
                    <a:pt x="200" y="110"/>
                    <a:pt x="200" y="108"/>
                  </a:cubicBezTo>
                  <a:cubicBezTo>
                    <a:pt x="201" y="106"/>
                    <a:pt x="200" y="104"/>
                    <a:pt x="201" y="102"/>
                  </a:cubicBezTo>
                  <a:cubicBezTo>
                    <a:pt x="201" y="101"/>
                    <a:pt x="202" y="100"/>
                    <a:pt x="202" y="99"/>
                  </a:cubicBezTo>
                  <a:cubicBezTo>
                    <a:pt x="203" y="98"/>
                    <a:pt x="201" y="97"/>
                    <a:pt x="202" y="96"/>
                  </a:cubicBezTo>
                  <a:cubicBezTo>
                    <a:pt x="203" y="95"/>
                    <a:pt x="204" y="92"/>
                    <a:pt x="203" y="91"/>
                  </a:cubicBezTo>
                  <a:cubicBezTo>
                    <a:pt x="203" y="89"/>
                    <a:pt x="202" y="88"/>
                    <a:pt x="202" y="87"/>
                  </a:cubicBezTo>
                  <a:cubicBezTo>
                    <a:pt x="201" y="86"/>
                    <a:pt x="201" y="84"/>
                    <a:pt x="201" y="83"/>
                  </a:cubicBezTo>
                  <a:cubicBezTo>
                    <a:pt x="200" y="79"/>
                    <a:pt x="203" y="77"/>
                    <a:pt x="202" y="73"/>
                  </a:cubicBezTo>
                  <a:cubicBezTo>
                    <a:pt x="202" y="74"/>
                    <a:pt x="201" y="76"/>
                    <a:pt x="200" y="76"/>
                  </a:cubicBezTo>
                  <a:cubicBezTo>
                    <a:pt x="198" y="76"/>
                    <a:pt x="197" y="72"/>
                    <a:pt x="196" y="70"/>
                  </a:cubicBezTo>
                  <a:cubicBezTo>
                    <a:pt x="194" y="67"/>
                    <a:pt x="190" y="67"/>
                    <a:pt x="190" y="62"/>
                  </a:cubicBezTo>
                  <a:cubicBezTo>
                    <a:pt x="189" y="60"/>
                    <a:pt x="188" y="60"/>
                    <a:pt x="187" y="59"/>
                  </a:cubicBezTo>
                  <a:cubicBezTo>
                    <a:pt x="185" y="58"/>
                    <a:pt x="185" y="61"/>
                    <a:pt x="184" y="59"/>
                  </a:cubicBezTo>
                  <a:cubicBezTo>
                    <a:pt x="184" y="56"/>
                    <a:pt x="183" y="55"/>
                    <a:pt x="181" y="53"/>
                  </a:cubicBezTo>
                  <a:cubicBezTo>
                    <a:pt x="181" y="53"/>
                    <a:pt x="180" y="52"/>
                    <a:pt x="180" y="51"/>
                  </a:cubicBezTo>
                  <a:cubicBezTo>
                    <a:pt x="179" y="51"/>
                    <a:pt x="180" y="49"/>
                    <a:pt x="180" y="50"/>
                  </a:cubicBezTo>
                  <a:cubicBezTo>
                    <a:pt x="178" y="48"/>
                    <a:pt x="176" y="47"/>
                    <a:pt x="174" y="46"/>
                  </a:cubicBezTo>
                  <a:cubicBezTo>
                    <a:pt x="172" y="44"/>
                    <a:pt x="169" y="45"/>
                    <a:pt x="168" y="43"/>
                  </a:cubicBezTo>
                  <a:cubicBezTo>
                    <a:pt x="166" y="41"/>
                    <a:pt x="167" y="37"/>
                    <a:pt x="166" y="36"/>
                  </a:cubicBezTo>
                  <a:cubicBezTo>
                    <a:pt x="166" y="34"/>
                    <a:pt x="166" y="32"/>
                    <a:pt x="165" y="31"/>
                  </a:cubicBezTo>
                  <a:cubicBezTo>
                    <a:pt x="164" y="30"/>
                    <a:pt x="163" y="30"/>
                    <a:pt x="163" y="28"/>
                  </a:cubicBezTo>
                  <a:cubicBezTo>
                    <a:pt x="163" y="26"/>
                    <a:pt x="163" y="23"/>
                    <a:pt x="161" y="20"/>
                  </a:cubicBezTo>
                  <a:cubicBezTo>
                    <a:pt x="160" y="20"/>
                    <a:pt x="158" y="17"/>
                    <a:pt x="158" y="18"/>
                  </a:cubicBezTo>
                  <a:cubicBezTo>
                    <a:pt x="156" y="18"/>
                    <a:pt x="156" y="19"/>
                    <a:pt x="155" y="17"/>
                  </a:cubicBezTo>
                  <a:cubicBezTo>
                    <a:pt x="153" y="15"/>
                    <a:pt x="154" y="11"/>
                    <a:pt x="152" y="8"/>
                  </a:cubicBezTo>
                  <a:cubicBezTo>
                    <a:pt x="152" y="7"/>
                    <a:pt x="148" y="0"/>
                    <a:pt x="148" y="0"/>
                  </a:cubicBezTo>
                  <a:cubicBezTo>
                    <a:pt x="147" y="0"/>
                    <a:pt x="147" y="2"/>
                    <a:pt x="147" y="3"/>
                  </a:cubicBezTo>
                  <a:cubicBezTo>
                    <a:pt x="147" y="4"/>
                    <a:pt x="146" y="5"/>
                    <a:pt x="145" y="6"/>
                  </a:cubicBezTo>
                  <a:cubicBezTo>
                    <a:pt x="145" y="6"/>
                    <a:pt x="143" y="8"/>
                    <a:pt x="144" y="9"/>
                  </a:cubicBezTo>
                  <a:cubicBezTo>
                    <a:pt x="144" y="9"/>
                    <a:pt x="146" y="9"/>
                    <a:pt x="145" y="10"/>
                  </a:cubicBezTo>
                  <a:cubicBezTo>
                    <a:pt x="144" y="10"/>
                    <a:pt x="143" y="15"/>
                    <a:pt x="143" y="16"/>
                  </a:cubicBezTo>
                  <a:cubicBezTo>
                    <a:pt x="144" y="18"/>
                    <a:pt x="144" y="20"/>
                    <a:pt x="144" y="22"/>
                  </a:cubicBezTo>
                  <a:cubicBezTo>
                    <a:pt x="143" y="26"/>
                    <a:pt x="143" y="36"/>
                    <a:pt x="137" y="36"/>
                  </a:cubicBezTo>
                  <a:cubicBezTo>
                    <a:pt x="133" y="36"/>
                    <a:pt x="133" y="32"/>
                    <a:pt x="130" y="31"/>
                  </a:cubicBezTo>
                  <a:cubicBezTo>
                    <a:pt x="128" y="30"/>
                    <a:pt x="126" y="30"/>
                    <a:pt x="124" y="28"/>
                  </a:cubicBezTo>
                  <a:cubicBezTo>
                    <a:pt x="123" y="27"/>
                    <a:pt x="112" y="21"/>
                    <a:pt x="113" y="20"/>
                  </a:cubicBezTo>
                  <a:cubicBezTo>
                    <a:pt x="113" y="19"/>
                    <a:pt x="114" y="18"/>
                    <a:pt x="115" y="17"/>
                  </a:cubicBezTo>
                  <a:cubicBezTo>
                    <a:pt x="115" y="16"/>
                    <a:pt x="117" y="16"/>
                    <a:pt x="117" y="15"/>
                  </a:cubicBezTo>
                  <a:cubicBezTo>
                    <a:pt x="117" y="15"/>
                    <a:pt x="116" y="14"/>
                    <a:pt x="116" y="13"/>
                  </a:cubicBezTo>
                  <a:cubicBezTo>
                    <a:pt x="117" y="12"/>
                    <a:pt x="117" y="12"/>
                    <a:pt x="118" y="11"/>
                  </a:cubicBezTo>
                  <a:cubicBezTo>
                    <a:pt x="118" y="10"/>
                    <a:pt x="120" y="9"/>
                    <a:pt x="121" y="8"/>
                  </a:cubicBezTo>
                  <a:cubicBezTo>
                    <a:pt x="121" y="7"/>
                    <a:pt x="119" y="5"/>
                    <a:pt x="118" y="6"/>
                  </a:cubicBezTo>
                  <a:cubicBezTo>
                    <a:pt x="118" y="6"/>
                    <a:pt x="117" y="8"/>
                    <a:pt x="117" y="8"/>
                  </a:cubicBezTo>
                  <a:cubicBezTo>
                    <a:pt x="116" y="7"/>
                    <a:pt x="116" y="7"/>
                    <a:pt x="115" y="6"/>
                  </a:cubicBezTo>
                  <a:cubicBezTo>
                    <a:pt x="115" y="5"/>
                    <a:pt x="113" y="7"/>
                    <a:pt x="112" y="7"/>
                  </a:cubicBezTo>
                  <a:cubicBezTo>
                    <a:pt x="111" y="8"/>
                    <a:pt x="110" y="7"/>
                    <a:pt x="109" y="7"/>
                  </a:cubicBezTo>
                  <a:cubicBezTo>
                    <a:pt x="107" y="6"/>
                    <a:pt x="104" y="5"/>
                    <a:pt x="101" y="4"/>
                  </a:cubicBezTo>
                  <a:cubicBezTo>
                    <a:pt x="99" y="4"/>
                    <a:pt x="103" y="5"/>
                    <a:pt x="101"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20" name="Freeform 404">
              <a:extLst>
                <a:ext uri="{FF2B5EF4-FFF2-40B4-BE49-F238E27FC236}">
                  <a16:creationId xmlns:a16="http://schemas.microsoft.com/office/drawing/2014/main" id="{69CF703C-E96C-0B45-29AC-4C2A2335B339}"/>
                </a:ext>
              </a:extLst>
            </p:cNvPr>
            <p:cNvSpPr>
              <a:spLocks/>
            </p:cNvSpPr>
            <p:nvPr/>
          </p:nvSpPr>
          <p:spPr bwMode="auto">
            <a:xfrm>
              <a:off x="11416754" y="5927165"/>
              <a:ext cx="372610" cy="563840"/>
            </a:xfrm>
            <a:custGeom>
              <a:avLst/>
              <a:gdLst>
                <a:gd name="T0" fmla="*/ 7 w 40"/>
                <a:gd name="T1" fmla="*/ 0 h 60"/>
                <a:gd name="T2" fmla="*/ 4 w 40"/>
                <a:gd name="T3" fmla="*/ 3 h 60"/>
                <a:gd name="T4" fmla="*/ 2 w 40"/>
                <a:gd name="T5" fmla="*/ 8 h 60"/>
                <a:gd name="T6" fmla="*/ 5 w 40"/>
                <a:gd name="T7" fmla="*/ 14 h 60"/>
                <a:gd name="T8" fmla="*/ 3 w 40"/>
                <a:gd name="T9" fmla="*/ 18 h 60"/>
                <a:gd name="T10" fmla="*/ 3 w 40"/>
                <a:gd name="T11" fmla="*/ 19 h 60"/>
                <a:gd name="T12" fmla="*/ 2 w 40"/>
                <a:gd name="T13" fmla="*/ 23 h 60"/>
                <a:gd name="T14" fmla="*/ 5 w 40"/>
                <a:gd name="T15" fmla="*/ 23 h 60"/>
                <a:gd name="T16" fmla="*/ 7 w 40"/>
                <a:gd name="T17" fmla="*/ 19 h 60"/>
                <a:gd name="T18" fmla="*/ 7 w 40"/>
                <a:gd name="T19" fmla="*/ 23 h 60"/>
                <a:gd name="T20" fmla="*/ 11 w 40"/>
                <a:gd name="T21" fmla="*/ 27 h 60"/>
                <a:gd name="T22" fmla="*/ 14 w 40"/>
                <a:gd name="T23" fmla="*/ 30 h 60"/>
                <a:gd name="T24" fmla="*/ 16 w 40"/>
                <a:gd name="T25" fmla="*/ 36 h 60"/>
                <a:gd name="T26" fmla="*/ 8 w 40"/>
                <a:gd name="T27" fmla="*/ 39 h 60"/>
                <a:gd name="T28" fmla="*/ 9 w 40"/>
                <a:gd name="T29" fmla="*/ 42 h 60"/>
                <a:gd name="T30" fmla="*/ 5 w 40"/>
                <a:gd name="T31" fmla="*/ 47 h 60"/>
                <a:gd name="T32" fmla="*/ 9 w 40"/>
                <a:gd name="T33" fmla="*/ 48 h 60"/>
                <a:gd name="T34" fmla="*/ 18 w 40"/>
                <a:gd name="T35" fmla="*/ 48 h 60"/>
                <a:gd name="T36" fmla="*/ 10 w 40"/>
                <a:gd name="T37" fmla="*/ 52 h 60"/>
                <a:gd name="T38" fmla="*/ 7 w 40"/>
                <a:gd name="T39" fmla="*/ 55 h 60"/>
                <a:gd name="T40" fmla="*/ 3 w 40"/>
                <a:gd name="T41" fmla="*/ 59 h 60"/>
                <a:gd name="T42" fmla="*/ 5 w 40"/>
                <a:gd name="T43" fmla="*/ 60 h 60"/>
                <a:gd name="T44" fmla="*/ 12 w 40"/>
                <a:gd name="T45" fmla="*/ 57 h 60"/>
                <a:gd name="T46" fmla="*/ 19 w 40"/>
                <a:gd name="T47" fmla="*/ 55 h 60"/>
                <a:gd name="T48" fmla="*/ 27 w 40"/>
                <a:gd name="T49" fmla="*/ 54 h 60"/>
                <a:gd name="T50" fmla="*/ 38 w 40"/>
                <a:gd name="T51" fmla="*/ 51 h 60"/>
                <a:gd name="T52" fmla="*/ 38 w 40"/>
                <a:gd name="T53" fmla="*/ 46 h 60"/>
                <a:gd name="T54" fmla="*/ 32 w 40"/>
                <a:gd name="T55" fmla="*/ 41 h 60"/>
                <a:gd name="T56" fmla="*/ 31 w 40"/>
                <a:gd name="T57" fmla="*/ 36 h 60"/>
                <a:gd name="T58" fmla="*/ 30 w 40"/>
                <a:gd name="T59" fmla="*/ 34 h 60"/>
                <a:gd name="T60" fmla="*/ 23 w 40"/>
                <a:gd name="T61" fmla="*/ 25 h 60"/>
                <a:gd name="T62" fmla="*/ 12 w 40"/>
                <a:gd name="T63" fmla="*/ 18 h 60"/>
                <a:gd name="T64" fmla="*/ 14 w 40"/>
                <a:gd name="T65" fmla="*/ 16 h 60"/>
                <a:gd name="T66" fmla="*/ 21 w 40"/>
                <a:gd name="T67" fmla="*/ 8 h 60"/>
                <a:gd name="T68" fmla="*/ 9 w 40"/>
                <a:gd name="T69" fmla="*/ 7 h 60"/>
                <a:gd name="T70" fmla="*/ 9 w 40"/>
                <a:gd name="T71" fmla="*/ 6 h 60"/>
                <a:gd name="T72" fmla="*/ 15 w 40"/>
                <a:gd name="T7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 h="60">
                  <a:moveTo>
                    <a:pt x="15" y="0"/>
                  </a:moveTo>
                  <a:cubicBezTo>
                    <a:pt x="12" y="0"/>
                    <a:pt x="10" y="1"/>
                    <a:pt x="7" y="0"/>
                  </a:cubicBezTo>
                  <a:cubicBezTo>
                    <a:pt x="6" y="0"/>
                    <a:pt x="5" y="0"/>
                    <a:pt x="5" y="1"/>
                  </a:cubicBezTo>
                  <a:cubicBezTo>
                    <a:pt x="6" y="3"/>
                    <a:pt x="5" y="2"/>
                    <a:pt x="4" y="3"/>
                  </a:cubicBezTo>
                  <a:cubicBezTo>
                    <a:pt x="5" y="2"/>
                    <a:pt x="5" y="4"/>
                    <a:pt x="5" y="4"/>
                  </a:cubicBezTo>
                  <a:cubicBezTo>
                    <a:pt x="4" y="6"/>
                    <a:pt x="1" y="5"/>
                    <a:pt x="2" y="8"/>
                  </a:cubicBezTo>
                  <a:cubicBezTo>
                    <a:pt x="4" y="10"/>
                    <a:pt x="3" y="11"/>
                    <a:pt x="2" y="13"/>
                  </a:cubicBezTo>
                  <a:cubicBezTo>
                    <a:pt x="2" y="15"/>
                    <a:pt x="4" y="15"/>
                    <a:pt x="5" y="14"/>
                  </a:cubicBezTo>
                  <a:cubicBezTo>
                    <a:pt x="4" y="15"/>
                    <a:pt x="5" y="15"/>
                    <a:pt x="5" y="16"/>
                  </a:cubicBezTo>
                  <a:cubicBezTo>
                    <a:pt x="5" y="15"/>
                    <a:pt x="3" y="18"/>
                    <a:pt x="3" y="18"/>
                  </a:cubicBezTo>
                  <a:cubicBezTo>
                    <a:pt x="2" y="18"/>
                    <a:pt x="0" y="18"/>
                    <a:pt x="0" y="20"/>
                  </a:cubicBezTo>
                  <a:cubicBezTo>
                    <a:pt x="1" y="20"/>
                    <a:pt x="2" y="18"/>
                    <a:pt x="3" y="19"/>
                  </a:cubicBezTo>
                  <a:cubicBezTo>
                    <a:pt x="3" y="20"/>
                    <a:pt x="3" y="21"/>
                    <a:pt x="3" y="21"/>
                  </a:cubicBezTo>
                  <a:cubicBezTo>
                    <a:pt x="2" y="22"/>
                    <a:pt x="2" y="23"/>
                    <a:pt x="2" y="23"/>
                  </a:cubicBezTo>
                  <a:cubicBezTo>
                    <a:pt x="2" y="24"/>
                    <a:pt x="3" y="22"/>
                    <a:pt x="4" y="22"/>
                  </a:cubicBezTo>
                  <a:cubicBezTo>
                    <a:pt x="4" y="21"/>
                    <a:pt x="5" y="23"/>
                    <a:pt x="5" y="23"/>
                  </a:cubicBezTo>
                  <a:cubicBezTo>
                    <a:pt x="6" y="23"/>
                    <a:pt x="5" y="19"/>
                    <a:pt x="4" y="19"/>
                  </a:cubicBezTo>
                  <a:cubicBezTo>
                    <a:pt x="5" y="19"/>
                    <a:pt x="7" y="20"/>
                    <a:pt x="7" y="19"/>
                  </a:cubicBezTo>
                  <a:cubicBezTo>
                    <a:pt x="7" y="19"/>
                    <a:pt x="6" y="20"/>
                    <a:pt x="6" y="20"/>
                  </a:cubicBezTo>
                  <a:cubicBezTo>
                    <a:pt x="6" y="21"/>
                    <a:pt x="7" y="22"/>
                    <a:pt x="7" y="23"/>
                  </a:cubicBezTo>
                  <a:cubicBezTo>
                    <a:pt x="7" y="24"/>
                    <a:pt x="4" y="27"/>
                    <a:pt x="7" y="27"/>
                  </a:cubicBezTo>
                  <a:cubicBezTo>
                    <a:pt x="7" y="27"/>
                    <a:pt x="10" y="27"/>
                    <a:pt x="11" y="27"/>
                  </a:cubicBezTo>
                  <a:cubicBezTo>
                    <a:pt x="12" y="26"/>
                    <a:pt x="15" y="26"/>
                    <a:pt x="15" y="26"/>
                  </a:cubicBezTo>
                  <a:cubicBezTo>
                    <a:pt x="14" y="28"/>
                    <a:pt x="13" y="28"/>
                    <a:pt x="14" y="30"/>
                  </a:cubicBezTo>
                  <a:cubicBezTo>
                    <a:pt x="15" y="33"/>
                    <a:pt x="15" y="31"/>
                    <a:pt x="16" y="32"/>
                  </a:cubicBezTo>
                  <a:cubicBezTo>
                    <a:pt x="16" y="33"/>
                    <a:pt x="15" y="35"/>
                    <a:pt x="16" y="36"/>
                  </a:cubicBezTo>
                  <a:cubicBezTo>
                    <a:pt x="17" y="38"/>
                    <a:pt x="14" y="38"/>
                    <a:pt x="13" y="38"/>
                  </a:cubicBezTo>
                  <a:cubicBezTo>
                    <a:pt x="11" y="39"/>
                    <a:pt x="10" y="37"/>
                    <a:pt x="8" y="39"/>
                  </a:cubicBezTo>
                  <a:cubicBezTo>
                    <a:pt x="7" y="41"/>
                    <a:pt x="12" y="40"/>
                    <a:pt x="11" y="41"/>
                  </a:cubicBezTo>
                  <a:cubicBezTo>
                    <a:pt x="11" y="41"/>
                    <a:pt x="9" y="42"/>
                    <a:pt x="9" y="42"/>
                  </a:cubicBezTo>
                  <a:cubicBezTo>
                    <a:pt x="9" y="43"/>
                    <a:pt x="10" y="43"/>
                    <a:pt x="9" y="44"/>
                  </a:cubicBezTo>
                  <a:cubicBezTo>
                    <a:pt x="8" y="45"/>
                    <a:pt x="7" y="46"/>
                    <a:pt x="5" y="47"/>
                  </a:cubicBezTo>
                  <a:cubicBezTo>
                    <a:pt x="4" y="48"/>
                    <a:pt x="6" y="49"/>
                    <a:pt x="6" y="49"/>
                  </a:cubicBezTo>
                  <a:cubicBezTo>
                    <a:pt x="7" y="49"/>
                    <a:pt x="9" y="48"/>
                    <a:pt x="9" y="48"/>
                  </a:cubicBezTo>
                  <a:cubicBezTo>
                    <a:pt x="9" y="49"/>
                    <a:pt x="12" y="49"/>
                    <a:pt x="13" y="50"/>
                  </a:cubicBezTo>
                  <a:cubicBezTo>
                    <a:pt x="15" y="50"/>
                    <a:pt x="17" y="48"/>
                    <a:pt x="18" y="48"/>
                  </a:cubicBezTo>
                  <a:cubicBezTo>
                    <a:pt x="18" y="48"/>
                    <a:pt x="16" y="53"/>
                    <a:pt x="13" y="52"/>
                  </a:cubicBezTo>
                  <a:cubicBezTo>
                    <a:pt x="12" y="51"/>
                    <a:pt x="11" y="52"/>
                    <a:pt x="10" y="52"/>
                  </a:cubicBezTo>
                  <a:cubicBezTo>
                    <a:pt x="8" y="52"/>
                    <a:pt x="9" y="51"/>
                    <a:pt x="8" y="51"/>
                  </a:cubicBezTo>
                  <a:cubicBezTo>
                    <a:pt x="8" y="51"/>
                    <a:pt x="8" y="54"/>
                    <a:pt x="7" y="55"/>
                  </a:cubicBezTo>
                  <a:cubicBezTo>
                    <a:pt x="7" y="55"/>
                    <a:pt x="6" y="56"/>
                    <a:pt x="5" y="57"/>
                  </a:cubicBezTo>
                  <a:cubicBezTo>
                    <a:pt x="5" y="57"/>
                    <a:pt x="3" y="58"/>
                    <a:pt x="3" y="59"/>
                  </a:cubicBezTo>
                  <a:cubicBezTo>
                    <a:pt x="3" y="59"/>
                    <a:pt x="5" y="59"/>
                    <a:pt x="5" y="59"/>
                  </a:cubicBezTo>
                  <a:cubicBezTo>
                    <a:pt x="5" y="59"/>
                    <a:pt x="4" y="59"/>
                    <a:pt x="5" y="60"/>
                  </a:cubicBezTo>
                  <a:cubicBezTo>
                    <a:pt x="5" y="60"/>
                    <a:pt x="7" y="57"/>
                    <a:pt x="8" y="57"/>
                  </a:cubicBezTo>
                  <a:cubicBezTo>
                    <a:pt x="9" y="57"/>
                    <a:pt x="11" y="58"/>
                    <a:pt x="12" y="57"/>
                  </a:cubicBezTo>
                  <a:cubicBezTo>
                    <a:pt x="14" y="57"/>
                    <a:pt x="13" y="55"/>
                    <a:pt x="15" y="55"/>
                  </a:cubicBezTo>
                  <a:cubicBezTo>
                    <a:pt x="16" y="54"/>
                    <a:pt x="17" y="55"/>
                    <a:pt x="19" y="55"/>
                  </a:cubicBezTo>
                  <a:cubicBezTo>
                    <a:pt x="20" y="56"/>
                    <a:pt x="21" y="54"/>
                    <a:pt x="23" y="55"/>
                  </a:cubicBezTo>
                  <a:cubicBezTo>
                    <a:pt x="24" y="56"/>
                    <a:pt x="26" y="55"/>
                    <a:pt x="27" y="54"/>
                  </a:cubicBezTo>
                  <a:cubicBezTo>
                    <a:pt x="29" y="54"/>
                    <a:pt x="32" y="54"/>
                    <a:pt x="34" y="54"/>
                  </a:cubicBezTo>
                  <a:cubicBezTo>
                    <a:pt x="34" y="54"/>
                    <a:pt x="38" y="51"/>
                    <a:pt x="38" y="51"/>
                  </a:cubicBezTo>
                  <a:cubicBezTo>
                    <a:pt x="37" y="50"/>
                    <a:pt x="33" y="51"/>
                    <a:pt x="33" y="50"/>
                  </a:cubicBezTo>
                  <a:cubicBezTo>
                    <a:pt x="33" y="49"/>
                    <a:pt x="37" y="46"/>
                    <a:pt x="38" y="46"/>
                  </a:cubicBezTo>
                  <a:cubicBezTo>
                    <a:pt x="39" y="44"/>
                    <a:pt x="40" y="40"/>
                    <a:pt x="36" y="40"/>
                  </a:cubicBezTo>
                  <a:cubicBezTo>
                    <a:pt x="35" y="40"/>
                    <a:pt x="33" y="41"/>
                    <a:pt x="32" y="41"/>
                  </a:cubicBezTo>
                  <a:cubicBezTo>
                    <a:pt x="30" y="40"/>
                    <a:pt x="32" y="40"/>
                    <a:pt x="32" y="39"/>
                  </a:cubicBezTo>
                  <a:cubicBezTo>
                    <a:pt x="32" y="38"/>
                    <a:pt x="32" y="37"/>
                    <a:pt x="31" y="36"/>
                  </a:cubicBezTo>
                  <a:cubicBezTo>
                    <a:pt x="31" y="36"/>
                    <a:pt x="27" y="35"/>
                    <a:pt x="28" y="34"/>
                  </a:cubicBezTo>
                  <a:cubicBezTo>
                    <a:pt x="28" y="34"/>
                    <a:pt x="30" y="35"/>
                    <a:pt x="30" y="34"/>
                  </a:cubicBezTo>
                  <a:cubicBezTo>
                    <a:pt x="31" y="33"/>
                    <a:pt x="30" y="32"/>
                    <a:pt x="29" y="31"/>
                  </a:cubicBezTo>
                  <a:cubicBezTo>
                    <a:pt x="26" y="29"/>
                    <a:pt x="25" y="29"/>
                    <a:pt x="23" y="25"/>
                  </a:cubicBezTo>
                  <a:cubicBezTo>
                    <a:pt x="22" y="23"/>
                    <a:pt x="21" y="21"/>
                    <a:pt x="18" y="19"/>
                  </a:cubicBezTo>
                  <a:cubicBezTo>
                    <a:pt x="17" y="18"/>
                    <a:pt x="13" y="20"/>
                    <a:pt x="12" y="18"/>
                  </a:cubicBezTo>
                  <a:cubicBezTo>
                    <a:pt x="12" y="18"/>
                    <a:pt x="18" y="17"/>
                    <a:pt x="17" y="16"/>
                  </a:cubicBezTo>
                  <a:cubicBezTo>
                    <a:pt x="17" y="16"/>
                    <a:pt x="15" y="17"/>
                    <a:pt x="14" y="16"/>
                  </a:cubicBezTo>
                  <a:cubicBezTo>
                    <a:pt x="14" y="16"/>
                    <a:pt x="18" y="15"/>
                    <a:pt x="18" y="15"/>
                  </a:cubicBezTo>
                  <a:cubicBezTo>
                    <a:pt x="19" y="14"/>
                    <a:pt x="22" y="9"/>
                    <a:pt x="21" y="8"/>
                  </a:cubicBezTo>
                  <a:cubicBezTo>
                    <a:pt x="20" y="6"/>
                    <a:pt x="17" y="6"/>
                    <a:pt x="15" y="6"/>
                  </a:cubicBezTo>
                  <a:cubicBezTo>
                    <a:pt x="14" y="7"/>
                    <a:pt x="9" y="7"/>
                    <a:pt x="9" y="7"/>
                  </a:cubicBezTo>
                  <a:cubicBezTo>
                    <a:pt x="9" y="7"/>
                    <a:pt x="11" y="6"/>
                    <a:pt x="11" y="6"/>
                  </a:cubicBezTo>
                  <a:cubicBezTo>
                    <a:pt x="11" y="6"/>
                    <a:pt x="9" y="5"/>
                    <a:pt x="9" y="6"/>
                  </a:cubicBezTo>
                  <a:cubicBezTo>
                    <a:pt x="9" y="5"/>
                    <a:pt x="18" y="1"/>
                    <a:pt x="15" y="0"/>
                  </a:cubicBezTo>
                  <a:cubicBezTo>
                    <a:pt x="14" y="0"/>
                    <a:pt x="17" y="1"/>
                    <a:pt x="15"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21" name="Freeform 405">
              <a:extLst>
                <a:ext uri="{FF2B5EF4-FFF2-40B4-BE49-F238E27FC236}">
                  <a16:creationId xmlns:a16="http://schemas.microsoft.com/office/drawing/2014/main" id="{90728256-3EAD-8925-D214-90367A95B57E}"/>
                </a:ext>
              </a:extLst>
            </p:cNvPr>
            <p:cNvSpPr>
              <a:spLocks/>
            </p:cNvSpPr>
            <p:nvPr/>
          </p:nvSpPr>
          <p:spPr bwMode="auto">
            <a:xfrm>
              <a:off x="10566434" y="5337841"/>
              <a:ext cx="503186" cy="245289"/>
            </a:xfrm>
            <a:custGeom>
              <a:avLst/>
              <a:gdLst>
                <a:gd name="T0" fmla="*/ 53 w 54"/>
                <a:gd name="T1" fmla="*/ 10 h 26"/>
                <a:gd name="T2" fmla="*/ 49 w 54"/>
                <a:gd name="T3" fmla="*/ 9 h 26"/>
                <a:gd name="T4" fmla="*/ 50 w 54"/>
                <a:gd name="T5" fmla="*/ 8 h 26"/>
                <a:gd name="T6" fmla="*/ 48 w 54"/>
                <a:gd name="T7" fmla="*/ 7 h 26"/>
                <a:gd name="T8" fmla="*/ 49 w 54"/>
                <a:gd name="T9" fmla="*/ 6 h 26"/>
                <a:gd name="T10" fmla="*/ 46 w 54"/>
                <a:gd name="T11" fmla="*/ 5 h 26"/>
                <a:gd name="T12" fmla="*/ 48 w 54"/>
                <a:gd name="T13" fmla="*/ 3 h 26"/>
                <a:gd name="T14" fmla="*/ 43 w 54"/>
                <a:gd name="T15" fmla="*/ 3 h 26"/>
                <a:gd name="T16" fmla="*/ 39 w 54"/>
                <a:gd name="T17" fmla="*/ 1 h 26"/>
                <a:gd name="T18" fmla="*/ 39 w 54"/>
                <a:gd name="T19" fmla="*/ 4 h 26"/>
                <a:gd name="T20" fmla="*/ 36 w 54"/>
                <a:gd name="T21" fmla="*/ 5 h 26"/>
                <a:gd name="T22" fmla="*/ 32 w 54"/>
                <a:gd name="T23" fmla="*/ 5 h 26"/>
                <a:gd name="T24" fmla="*/ 32 w 54"/>
                <a:gd name="T25" fmla="*/ 9 h 26"/>
                <a:gd name="T26" fmla="*/ 26 w 54"/>
                <a:gd name="T27" fmla="*/ 5 h 26"/>
                <a:gd name="T28" fmla="*/ 25 w 54"/>
                <a:gd name="T29" fmla="*/ 8 h 26"/>
                <a:gd name="T30" fmla="*/ 21 w 54"/>
                <a:gd name="T31" fmla="*/ 5 h 26"/>
                <a:gd name="T32" fmla="*/ 21 w 54"/>
                <a:gd name="T33" fmla="*/ 9 h 26"/>
                <a:gd name="T34" fmla="*/ 19 w 54"/>
                <a:gd name="T35" fmla="*/ 9 h 26"/>
                <a:gd name="T36" fmla="*/ 17 w 54"/>
                <a:gd name="T37" fmla="*/ 12 h 26"/>
                <a:gd name="T38" fmla="*/ 14 w 54"/>
                <a:gd name="T39" fmla="*/ 8 h 26"/>
                <a:gd name="T40" fmla="*/ 16 w 54"/>
                <a:gd name="T41" fmla="*/ 8 h 26"/>
                <a:gd name="T42" fmla="*/ 14 w 54"/>
                <a:gd name="T43" fmla="*/ 5 h 26"/>
                <a:gd name="T44" fmla="*/ 7 w 54"/>
                <a:gd name="T45" fmla="*/ 2 h 26"/>
                <a:gd name="T46" fmla="*/ 9 w 54"/>
                <a:gd name="T47" fmla="*/ 4 h 26"/>
                <a:gd name="T48" fmla="*/ 8 w 54"/>
                <a:gd name="T49" fmla="*/ 4 h 26"/>
                <a:gd name="T50" fmla="*/ 10 w 54"/>
                <a:gd name="T51" fmla="*/ 8 h 26"/>
                <a:gd name="T52" fmla="*/ 5 w 54"/>
                <a:gd name="T53" fmla="*/ 6 h 26"/>
                <a:gd name="T54" fmla="*/ 3 w 54"/>
                <a:gd name="T55" fmla="*/ 6 h 26"/>
                <a:gd name="T56" fmla="*/ 5 w 54"/>
                <a:gd name="T57" fmla="*/ 7 h 26"/>
                <a:gd name="T58" fmla="*/ 5 w 54"/>
                <a:gd name="T59" fmla="*/ 8 h 26"/>
                <a:gd name="T60" fmla="*/ 2 w 54"/>
                <a:gd name="T61" fmla="*/ 7 h 26"/>
                <a:gd name="T62" fmla="*/ 1 w 54"/>
                <a:gd name="T63" fmla="*/ 9 h 26"/>
                <a:gd name="T64" fmla="*/ 8 w 54"/>
                <a:gd name="T65" fmla="*/ 10 h 26"/>
                <a:gd name="T66" fmla="*/ 13 w 54"/>
                <a:gd name="T67" fmla="*/ 11 h 26"/>
                <a:gd name="T68" fmla="*/ 11 w 54"/>
                <a:gd name="T69" fmla="*/ 12 h 26"/>
                <a:gd name="T70" fmla="*/ 12 w 54"/>
                <a:gd name="T71" fmla="*/ 13 h 26"/>
                <a:gd name="T72" fmla="*/ 8 w 54"/>
                <a:gd name="T73" fmla="*/ 14 h 26"/>
                <a:gd name="T74" fmla="*/ 3 w 54"/>
                <a:gd name="T75" fmla="*/ 15 h 26"/>
                <a:gd name="T76" fmla="*/ 10 w 54"/>
                <a:gd name="T77" fmla="*/ 16 h 26"/>
                <a:gd name="T78" fmla="*/ 12 w 54"/>
                <a:gd name="T79" fmla="*/ 18 h 26"/>
                <a:gd name="T80" fmla="*/ 15 w 54"/>
                <a:gd name="T81" fmla="*/ 17 h 26"/>
                <a:gd name="T82" fmla="*/ 13 w 54"/>
                <a:gd name="T83" fmla="*/ 18 h 26"/>
                <a:gd name="T84" fmla="*/ 15 w 54"/>
                <a:gd name="T85" fmla="*/ 18 h 26"/>
                <a:gd name="T86" fmla="*/ 10 w 54"/>
                <a:gd name="T87" fmla="*/ 23 h 26"/>
                <a:gd name="T88" fmla="*/ 15 w 54"/>
                <a:gd name="T89" fmla="*/ 23 h 26"/>
                <a:gd name="T90" fmla="*/ 21 w 54"/>
                <a:gd name="T91" fmla="*/ 24 h 26"/>
                <a:gd name="T92" fmla="*/ 20 w 54"/>
                <a:gd name="T93" fmla="*/ 24 h 26"/>
                <a:gd name="T94" fmla="*/ 22 w 54"/>
                <a:gd name="T95" fmla="*/ 25 h 26"/>
                <a:gd name="T96" fmla="*/ 29 w 54"/>
                <a:gd name="T97" fmla="*/ 26 h 26"/>
                <a:gd name="T98" fmla="*/ 33 w 54"/>
                <a:gd name="T99" fmla="*/ 25 h 26"/>
                <a:gd name="T100" fmla="*/ 39 w 54"/>
                <a:gd name="T101" fmla="*/ 23 h 26"/>
                <a:gd name="T102" fmla="*/ 46 w 54"/>
                <a:gd name="T103" fmla="*/ 19 h 26"/>
                <a:gd name="T104" fmla="*/ 52 w 54"/>
                <a:gd name="T105" fmla="*/ 16 h 26"/>
                <a:gd name="T106" fmla="*/ 52 w 54"/>
                <a:gd name="T107" fmla="*/ 14 h 26"/>
                <a:gd name="T108" fmla="*/ 54 w 54"/>
                <a:gd name="T109" fmla="*/ 13 h 26"/>
                <a:gd name="T110" fmla="*/ 52 w 54"/>
                <a:gd name="T111" fmla="*/ 12 h 26"/>
                <a:gd name="T112" fmla="*/ 53 w 54"/>
                <a:gd name="T113" fmla="*/ 10 h 26"/>
                <a:gd name="T114" fmla="*/ 53 w 54"/>
                <a:gd name="T115"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26">
                  <a:moveTo>
                    <a:pt x="53" y="10"/>
                  </a:moveTo>
                  <a:cubicBezTo>
                    <a:pt x="53" y="10"/>
                    <a:pt x="49" y="9"/>
                    <a:pt x="49" y="9"/>
                  </a:cubicBezTo>
                  <a:cubicBezTo>
                    <a:pt x="49" y="9"/>
                    <a:pt x="50" y="8"/>
                    <a:pt x="50" y="8"/>
                  </a:cubicBezTo>
                  <a:cubicBezTo>
                    <a:pt x="49" y="8"/>
                    <a:pt x="47" y="8"/>
                    <a:pt x="48" y="7"/>
                  </a:cubicBezTo>
                  <a:cubicBezTo>
                    <a:pt x="48" y="7"/>
                    <a:pt x="49" y="6"/>
                    <a:pt x="49" y="6"/>
                  </a:cubicBezTo>
                  <a:cubicBezTo>
                    <a:pt x="48" y="5"/>
                    <a:pt x="46" y="5"/>
                    <a:pt x="46" y="5"/>
                  </a:cubicBezTo>
                  <a:cubicBezTo>
                    <a:pt x="46" y="4"/>
                    <a:pt x="48" y="3"/>
                    <a:pt x="48" y="3"/>
                  </a:cubicBezTo>
                  <a:cubicBezTo>
                    <a:pt x="48" y="3"/>
                    <a:pt x="44" y="4"/>
                    <a:pt x="43" y="3"/>
                  </a:cubicBezTo>
                  <a:cubicBezTo>
                    <a:pt x="42" y="2"/>
                    <a:pt x="41" y="1"/>
                    <a:pt x="39" y="1"/>
                  </a:cubicBezTo>
                  <a:cubicBezTo>
                    <a:pt x="38" y="1"/>
                    <a:pt x="40" y="3"/>
                    <a:pt x="39" y="4"/>
                  </a:cubicBezTo>
                  <a:cubicBezTo>
                    <a:pt x="38" y="5"/>
                    <a:pt x="37" y="4"/>
                    <a:pt x="36" y="5"/>
                  </a:cubicBezTo>
                  <a:cubicBezTo>
                    <a:pt x="35" y="6"/>
                    <a:pt x="34" y="5"/>
                    <a:pt x="32" y="5"/>
                  </a:cubicBezTo>
                  <a:cubicBezTo>
                    <a:pt x="30" y="4"/>
                    <a:pt x="33" y="8"/>
                    <a:pt x="32" y="9"/>
                  </a:cubicBezTo>
                  <a:cubicBezTo>
                    <a:pt x="32" y="9"/>
                    <a:pt x="28" y="2"/>
                    <a:pt x="26" y="5"/>
                  </a:cubicBezTo>
                  <a:cubicBezTo>
                    <a:pt x="25" y="5"/>
                    <a:pt x="26" y="7"/>
                    <a:pt x="25" y="8"/>
                  </a:cubicBezTo>
                  <a:cubicBezTo>
                    <a:pt x="25" y="9"/>
                    <a:pt x="22" y="5"/>
                    <a:pt x="21" y="5"/>
                  </a:cubicBezTo>
                  <a:cubicBezTo>
                    <a:pt x="20" y="5"/>
                    <a:pt x="23" y="9"/>
                    <a:pt x="21" y="9"/>
                  </a:cubicBezTo>
                  <a:cubicBezTo>
                    <a:pt x="20" y="9"/>
                    <a:pt x="20" y="9"/>
                    <a:pt x="19" y="9"/>
                  </a:cubicBezTo>
                  <a:cubicBezTo>
                    <a:pt x="18" y="9"/>
                    <a:pt x="17" y="11"/>
                    <a:pt x="17" y="12"/>
                  </a:cubicBezTo>
                  <a:cubicBezTo>
                    <a:pt x="17" y="11"/>
                    <a:pt x="14" y="9"/>
                    <a:pt x="14" y="8"/>
                  </a:cubicBezTo>
                  <a:cubicBezTo>
                    <a:pt x="14" y="8"/>
                    <a:pt x="16" y="8"/>
                    <a:pt x="16" y="8"/>
                  </a:cubicBezTo>
                  <a:cubicBezTo>
                    <a:pt x="16" y="7"/>
                    <a:pt x="14" y="5"/>
                    <a:pt x="14" y="5"/>
                  </a:cubicBezTo>
                  <a:cubicBezTo>
                    <a:pt x="13" y="5"/>
                    <a:pt x="8" y="0"/>
                    <a:pt x="7" y="2"/>
                  </a:cubicBezTo>
                  <a:cubicBezTo>
                    <a:pt x="7" y="3"/>
                    <a:pt x="10" y="3"/>
                    <a:pt x="9" y="4"/>
                  </a:cubicBezTo>
                  <a:cubicBezTo>
                    <a:pt x="9" y="4"/>
                    <a:pt x="9" y="4"/>
                    <a:pt x="8" y="4"/>
                  </a:cubicBezTo>
                  <a:cubicBezTo>
                    <a:pt x="10" y="3"/>
                    <a:pt x="11" y="7"/>
                    <a:pt x="10" y="8"/>
                  </a:cubicBezTo>
                  <a:cubicBezTo>
                    <a:pt x="10" y="8"/>
                    <a:pt x="2" y="1"/>
                    <a:pt x="5" y="6"/>
                  </a:cubicBezTo>
                  <a:cubicBezTo>
                    <a:pt x="5" y="6"/>
                    <a:pt x="3" y="6"/>
                    <a:pt x="3" y="6"/>
                  </a:cubicBezTo>
                  <a:cubicBezTo>
                    <a:pt x="3" y="7"/>
                    <a:pt x="5" y="7"/>
                    <a:pt x="5" y="7"/>
                  </a:cubicBezTo>
                  <a:cubicBezTo>
                    <a:pt x="5" y="6"/>
                    <a:pt x="5" y="8"/>
                    <a:pt x="5" y="8"/>
                  </a:cubicBezTo>
                  <a:cubicBezTo>
                    <a:pt x="5" y="8"/>
                    <a:pt x="3" y="7"/>
                    <a:pt x="2" y="7"/>
                  </a:cubicBezTo>
                  <a:cubicBezTo>
                    <a:pt x="3" y="7"/>
                    <a:pt x="0" y="10"/>
                    <a:pt x="1" y="9"/>
                  </a:cubicBezTo>
                  <a:cubicBezTo>
                    <a:pt x="0" y="11"/>
                    <a:pt x="8" y="10"/>
                    <a:pt x="8" y="10"/>
                  </a:cubicBezTo>
                  <a:cubicBezTo>
                    <a:pt x="9" y="10"/>
                    <a:pt x="13" y="11"/>
                    <a:pt x="13" y="11"/>
                  </a:cubicBezTo>
                  <a:cubicBezTo>
                    <a:pt x="12" y="11"/>
                    <a:pt x="11" y="11"/>
                    <a:pt x="11" y="12"/>
                  </a:cubicBezTo>
                  <a:cubicBezTo>
                    <a:pt x="11" y="12"/>
                    <a:pt x="12" y="13"/>
                    <a:pt x="12" y="13"/>
                  </a:cubicBezTo>
                  <a:cubicBezTo>
                    <a:pt x="11" y="14"/>
                    <a:pt x="9" y="14"/>
                    <a:pt x="8" y="14"/>
                  </a:cubicBezTo>
                  <a:cubicBezTo>
                    <a:pt x="8" y="14"/>
                    <a:pt x="2" y="15"/>
                    <a:pt x="3" y="15"/>
                  </a:cubicBezTo>
                  <a:cubicBezTo>
                    <a:pt x="5" y="16"/>
                    <a:pt x="8" y="15"/>
                    <a:pt x="10" y="16"/>
                  </a:cubicBezTo>
                  <a:cubicBezTo>
                    <a:pt x="11" y="17"/>
                    <a:pt x="11" y="18"/>
                    <a:pt x="12" y="18"/>
                  </a:cubicBezTo>
                  <a:cubicBezTo>
                    <a:pt x="12" y="18"/>
                    <a:pt x="14" y="17"/>
                    <a:pt x="15" y="17"/>
                  </a:cubicBezTo>
                  <a:cubicBezTo>
                    <a:pt x="14" y="17"/>
                    <a:pt x="13" y="18"/>
                    <a:pt x="13" y="18"/>
                  </a:cubicBezTo>
                  <a:cubicBezTo>
                    <a:pt x="13" y="19"/>
                    <a:pt x="15" y="18"/>
                    <a:pt x="15" y="18"/>
                  </a:cubicBezTo>
                  <a:cubicBezTo>
                    <a:pt x="16" y="19"/>
                    <a:pt x="8" y="23"/>
                    <a:pt x="10" y="23"/>
                  </a:cubicBezTo>
                  <a:cubicBezTo>
                    <a:pt x="12" y="24"/>
                    <a:pt x="14" y="23"/>
                    <a:pt x="15" y="23"/>
                  </a:cubicBezTo>
                  <a:cubicBezTo>
                    <a:pt x="17" y="23"/>
                    <a:pt x="19" y="23"/>
                    <a:pt x="21" y="24"/>
                  </a:cubicBezTo>
                  <a:cubicBezTo>
                    <a:pt x="20" y="23"/>
                    <a:pt x="20" y="24"/>
                    <a:pt x="20" y="24"/>
                  </a:cubicBezTo>
                  <a:cubicBezTo>
                    <a:pt x="21" y="25"/>
                    <a:pt x="22" y="25"/>
                    <a:pt x="22" y="25"/>
                  </a:cubicBezTo>
                  <a:cubicBezTo>
                    <a:pt x="24" y="26"/>
                    <a:pt x="27" y="26"/>
                    <a:pt x="29" y="26"/>
                  </a:cubicBezTo>
                  <a:cubicBezTo>
                    <a:pt x="31" y="26"/>
                    <a:pt x="31" y="25"/>
                    <a:pt x="33" y="25"/>
                  </a:cubicBezTo>
                  <a:cubicBezTo>
                    <a:pt x="35" y="24"/>
                    <a:pt x="37" y="24"/>
                    <a:pt x="39" y="23"/>
                  </a:cubicBezTo>
                  <a:cubicBezTo>
                    <a:pt x="42" y="21"/>
                    <a:pt x="43" y="20"/>
                    <a:pt x="46" y="19"/>
                  </a:cubicBezTo>
                  <a:cubicBezTo>
                    <a:pt x="48" y="19"/>
                    <a:pt x="49" y="16"/>
                    <a:pt x="52" y="16"/>
                  </a:cubicBezTo>
                  <a:cubicBezTo>
                    <a:pt x="52" y="15"/>
                    <a:pt x="53" y="15"/>
                    <a:pt x="52" y="14"/>
                  </a:cubicBezTo>
                  <a:cubicBezTo>
                    <a:pt x="51" y="13"/>
                    <a:pt x="53" y="13"/>
                    <a:pt x="54" y="13"/>
                  </a:cubicBezTo>
                  <a:cubicBezTo>
                    <a:pt x="54" y="13"/>
                    <a:pt x="52" y="12"/>
                    <a:pt x="52" y="12"/>
                  </a:cubicBezTo>
                  <a:cubicBezTo>
                    <a:pt x="52" y="11"/>
                    <a:pt x="54" y="10"/>
                    <a:pt x="53" y="10"/>
                  </a:cubicBezTo>
                  <a:cubicBezTo>
                    <a:pt x="51" y="9"/>
                    <a:pt x="54" y="10"/>
                    <a:pt x="53"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22" name="Freeform 406">
              <a:extLst>
                <a:ext uri="{FF2B5EF4-FFF2-40B4-BE49-F238E27FC236}">
                  <a16:creationId xmlns:a16="http://schemas.microsoft.com/office/drawing/2014/main" id="{D3C77456-99B6-2922-072C-63697BB80370}"/>
                </a:ext>
              </a:extLst>
            </p:cNvPr>
            <p:cNvSpPr>
              <a:spLocks/>
            </p:cNvSpPr>
            <p:nvPr/>
          </p:nvSpPr>
          <p:spPr bwMode="auto">
            <a:xfrm>
              <a:off x="14085545" y="4439516"/>
              <a:ext cx="840765" cy="579771"/>
            </a:xfrm>
            <a:custGeom>
              <a:avLst/>
              <a:gdLst>
                <a:gd name="T0" fmla="*/ 77 w 90"/>
                <a:gd name="T1" fmla="*/ 2 h 62"/>
                <a:gd name="T2" fmla="*/ 66 w 90"/>
                <a:gd name="T3" fmla="*/ 6 h 62"/>
                <a:gd name="T4" fmla="*/ 51 w 90"/>
                <a:gd name="T5" fmla="*/ 8 h 62"/>
                <a:gd name="T6" fmla="*/ 48 w 90"/>
                <a:gd name="T7" fmla="*/ 9 h 62"/>
                <a:gd name="T8" fmla="*/ 39 w 90"/>
                <a:gd name="T9" fmla="*/ 11 h 62"/>
                <a:gd name="T10" fmla="*/ 32 w 90"/>
                <a:gd name="T11" fmla="*/ 14 h 62"/>
                <a:gd name="T12" fmla="*/ 26 w 90"/>
                <a:gd name="T13" fmla="*/ 19 h 62"/>
                <a:gd name="T14" fmla="*/ 26 w 90"/>
                <a:gd name="T15" fmla="*/ 21 h 62"/>
                <a:gd name="T16" fmla="*/ 27 w 90"/>
                <a:gd name="T17" fmla="*/ 23 h 62"/>
                <a:gd name="T18" fmla="*/ 23 w 90"/>
                <a:gd name="T19" fmla="*/ 25 h 62"/>
                <a:gd name="T20" fmla="*/ 21 w 90"/>
                <a:gd name="T21" fmla="*/ 28 h 62"/>
                <a:gd name="T22" fmla="*/ 21 w 90"/>
                <a:gd name="T23" fmla="*/ 29 h 62"/>
                <a:gd name="T24" fmla="*/ 14 w 90"/>
                <a:gd name="T25" fmla="*/ 31 h 62"/>
                <a:gd name="T26" fmla="*/ 19 w 90"/>
                <a:gd name="T27" fmla="*/ 34 h 62"/>
                <a:gd name="T28" fmla="*/ 9 w 90"/>
                <a:gd name="T29" fmla="*/ 38 h 62"/>
                <a:gd name="T30" fmla="*/ 6 w 90"/>
                <a:gd name="T31" fmla="*/ 41 h 62"/>
                <a:gd name="T32" fmla="*/ 5 w 90"/>
                <a:gd name="T33" fmla="*/ 47 h 62"/>
                <a:gd name="T34" fmla="*/ 4 w 90"/>
                <a:gd name="T35" fmla="*/ 53 h 62"/>
                <a:gd name="T36" fmla="*/ 12 w 90"/>
                <a:gd name="T37" fmla="*/ 55 h 62"/>
                <a:gd name="T38" fmla="*/ 12 w 90"/>
                <a:gd name="T39" fmla="*/ 56 h 62"/>
                <a:gd name="T40" fmla="*/ 16 w 90"/>
                <a:gd name="T41" fmla="*/ 62 h 62"/>
                <a:gd name="T42" fmla="*/ 26 w 90"/>
                <a:gd name="T43" fmla="*/ 61 h 62"/>
                <a:gd name="T44" fmla="*/ 26 w 90"/>
                <a:gd name="T45" fmla="*/ 59 h 62"/>
                <a:gd name="T46" fmla="*/ 20 w 90"/>
                <a:gd name="T47" fmla="*/ 48 h 62"/>
                <a:gd name="T48" fmla="*/ 20 w 90"/>
                <a:gd name="T49" fmla="*/ 42 h 62"/>
                <a:gd name="T50" fmla="*/ 22 w 90"/>
                <a:gd name="T51" fmla="*/ 40 h 62"/>
                <a:gd name="T52" fmla="*/ 21 w 90"/>
                <a:gd name="T53" fmla="*/ 36 h 62"/>
                <a:gd name="T54" fmla="*/ 27 w 90"/>
                <a:gd name="T55" fmla="*/ 34 h 62"/>
                <a:gd name="T56" fmla="*/ 27 w 90"/>
                <a:gd name="T57" fmla="*/ 32 h 62"/>
                <a:gd name="T58" fmla="*/ 32 w 90"/>
                <a:gd name="T59" fmla="*/ 31 h 62"/>
                <a:gd name="T60" fmla="*/ 35 w 90"/>
                <a:gd name="T61" fmla="*/ 29 h 62"/>
                <a:gd name="T62" fmla="*/ 35 w 90"/>
                <a:gd name="T63" fmla="*/ 26 h 62"/>
                <a:gd name="T64" fmla="*/ 42 w 90"/>
                <a:gd name="T65" fmla="*/ 24 h 62"/>
                <a:gd name="T66" fmla="*/ 45 w 90"/>
                <a:gd name="T67" fmla="*/ 22 h 62"/>
                <a:gd name="T68" fmla="*/ 58 w 90"/>
                <a:gd name="T69" fmla="*/ 15 h 62"/>
                <a:gd name="T70" fmla="*/ 81 w 90"/>
                <a:gd name="T71" fmla="*/ 8 h 62"/>
                <a:gd name="T72" fmla="*/ 84 w 90"/>
                <a:gd name="T7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 h="62">
                  <a:moveTo>
                    <a:pt x="84" y="1"/>
                  </a:moveTo>
                  <a:cubicBezTo>
                    <a:pt x="81" y="1"/>
                    <a:pt x="80" y="0"/>
                    <a:pt x="77" y="2"/>
                  </a:cubicBezTo>
                  <a:cubicBezTo>
                    <a:pt x="76" y="2"/>
                    <a:pt x="72" y="3"/>
                    <a:pt x="73" y="4"/>
                  </a:cubicBezTo>
                  <a:cubicBezTo>
                    <a:pt x="72" y="4"/>
                    <a:pt x="68" y="6"/>
                    <a:pt x="66" y="6"/>
                  </a:cubicBezTo>
                  <a:cubicBezTo>
                    <a:pt x="64" y="6"/>
                    <a:pt x="61" y="7"/>
                    <a:pt x="59" y="8"/>
                  </a:cubicBezTo>
                  <a:cubicBezTo>
                    <a:pt x="56" y="8"/>
                    <a:pt x="54" y="8"/>
                    <a:pt x="51" y="8"/>
                  </a:cubicBezTo>
                  <a:cubicBezTo>
                    <a:pt x="51" y="8"/>
                    <a:pt x="45" y="8"/>
                    <a:pt x="46" y="9"/>
                  </a:cubicBezTo>
                  <a:cubicBezTo>
                    <a:pt x="46" y="9"/>
                    <a:pt x="48" y="9"/>
                    <a:pt x="48" y="9"/>
                  </a:cubicBezTo>
                  <a:cubicBezTo>
                    <a:pt x="47" y="10"/>
                    <a:pt x="45" y="10"/>
                    <a:pt x="44" y="11"/>
                  </a:cubicBezTo>
                  <a:cubicBezTo>
                    <a:pt x="43" y="11"/>
                    <a:pt x="41" y="11"/>
                    <a:pt x="39" y="11"/>
                  </a:cubicBezTo>
                  <a:cubicBezTo>
                    <a:pt x="38" y="11"/>
                    <a:pt x="38" y="11"/>
                    <a:pt x="36" y="12"/>
                  </a:cubicBezTo>
                  <a:cubicBezTo>
                    <a:pt x="35" y="15"/>
                    <a:pt x="34" y="14"/>
                    <a:pt x="32" y="14"/>
                  </a:cubicBezTo>
                  <a:cubicBezTo>
                    <a:pt x="30" y="15"/>
                    <a:pt x="31" y="17"/>
                    <a:pt x="28" y="17"/>
                  </a:cubicBezTo>
                  <a:cubicBezTo>
                    <a:pt x="26" y="17"/>
                    <a:pt x="27" y="19"/>
                    <a:pt x="26" y="19"/>
                  </a:cubicBezTo>
                  <a:cubicBezTo>
                    <a:pt x="25" y="20"/>
                    <a:pt x="22" y="18"/>
                    <a:pt x="23" y="19"/>
                  </a:cubicBezTo>
                  <a:cubicBezTo>
                    <a:pt x="23" y="20"/>
                    <a:pt x="26" y="21"/>
                    <a:pt x="26" y="21"/>
                  </a:cubicBezTo>
                  <a:cubicBezTo>
                    <a:pt x="26" y="21"/>
                    <a:pt x="22" y="22"/>
                    <a:pt x="22" y="22"/>
                  </a:cubicBezTo>
                  <a:cubicBezTo>
                    <a:pt x="22" y="23"/>
                    <a:pt x="27" y="23"/>
                    <a:pt x="27" y="23"/>
                  </a:cubicBezTo>
                  <a:cubicBezTo>
                    <a:pt x="27" y="24"/>
                    <a:pt x="20" y="24"/>
                    <a:pt x="21" y="25"/>
                  </a:cubicBezTo>
                  <a:cubicBezTo>
                    <a:pt x="21" y="24"/>
                    <a:pt x="23" y="25"/>
                    <a:pt x="23" y="25"/>
                  </a:cubicBezTo>
                  <a:cubicBezTo>
                    <a:pt x="21" y="26"/>
                    <a:pt x="20" y="25"/>
                    <a:pt x="20" y="26"/>
                  </a:cubicBezTo>
                  <a:cubicBezTo>
                    <a:pt x="19" y="27"/>
                    <a:pt x="21" y="28"/>
                    <a:pt x="21" y="28"/>
                  </a:cubicBezTo>
                  <a:cubicBezTo>
                    <a:pt x="20" y="28"/>
                    <a:pt x="19" y="28"/>
                    <a:pt x="18" y="28"/>
                  </a:cubicBezTo>
                  <a:cubicBezTo>
                    <a:pt x="18" y="28"/>
                    <a:pt x="20" y="29"/>
                    <a:pt x="21" y="29"/>
                  </a:cubicBezTo>
                  <a:cubicBezTo>
                    <a:pt x="19" y="29"/>
                    <a:pt x="18" y="29"/>
                    <a:pt x="17" y="30"/>
                  </a:cubicBezTo>
                  <a:cubicBezTo>
                    <a:pt x="16" y="31"/>
                    <a:pt x="15" y="31"/>
                    <a:pt x="14" y="31"/>
                  </a:cubicBezTo>
                  <a:cubicBezTo>
                    <a:pt x="12" y="32"/>
                    <a:pt x="12" y="33"/>
                    <a:pt x="14" y="33"/>
                  </a:cubicBezTo>
                  <a:cubicBezTo>
                    <a:pt x="15" y="33"/>
                    <a:pt x="18" y="34"/>
                    <a:pt x="19" y="34"/>
                  </a:cubicBezTo>
                  <a:cubicBezTo>
                    <a:pt x="17" y="35"/>
                    <a:pt x="15" y="33"/>
                    <a:pt x="15" y="36"/>
                  </a:cubicBezTo>
                  <a:cubicBezTo>
                    <a:pt x="15" y="37"/>
                    <a:pt x="10" y="37"/>
                    <a:pt x="9" y="38"/>
                  </a:cubicBezTo>
                  <a:cubicBezTo>
                    <a:pt x="8" y="39"/>
                    <a:pt x="9" y="39"/>
                    <a:pt x="9" y="40"/>
                  </a:cubicBezTo>
                  <a:cubicBezTo>
                    <a:pt x="9" y="40"/>
                    <a:pt x="6" y="41"/>
                    <a:pt x="6" y="41"/>
                  </a:cubicBezTo>
                  <a:cubicBezTo>
                    <a:pt x="2" y="42"/>
                    <a:pt x="7" y="42"/>
                    <a:pt x="7" y="43"/>
                  </a:cubicBezTo>
                  <a:cubicBezTo>
                    <a:pt x="8" y="44"/>
                    <a:pt x="5" y="47"/>
                    <a:pt x="5" y="47"/>
                  </a:cubicBezTo>
                  <a:cubicBezTo>
                    <a:pt x="3" y="49"/>
                    <a:pt x="0" y="47"/>
                    <a:pt x="0" y="51"/>
                  </a:cubicBezTo>
                  <a:cubicBezTo>
                    <a:pt x="0" y="55"/>
                    <a:pt x="2" y="53"/>
                    <a:pt x="4" y="53"/>
                  </a:cubicBezTo>
                  <a:cubicBezTo>
                    <a:pt x="6" y="54"/>
                    <a:pt x="7" y="55"/>
                    <a:pt x="9" y="54"/>
                  </a:cubicBezTo>
                  <a:cubicBezTo>
                    <a:pt x="9" y="54"/>
                    <a:pt x="11" y="56"/>
                    <a:pt x="12" y="55"/>
                  </a:cubicBezTo>
                  <a:cubicBezTo>
                    <a:pt x="12" y="55"/>
                    <a:pt x="10" y="55"/>
                    <a:pt x="10" y="56"/>
                  </a:cubicBezTo>
                  <a:cubicBezTo>
                    <a:pt x="11" y="56"/>
                    <a:pt x="12" y="56"/>
                    <a:pt x="12" y="56"/>
                  </a:cubicBezTo>
                  <a:cubicBezTo>
                    <a:pt x="12" y="56"/>
                    <a:pt x="10" y="60"/>
                    <a:pt x="10" y="60"/>
                  </a:cubicBezTo>
                  <a:cubicBezTo>
                    <a:pt x="12" y="61"/>
                    <a:pt x="14" y="61"/>
                    <a:pt x="16" y="62"/>
                  </a:cubicBezTo>
                  <a:cubicBezTo>
                    <a:pt x="19" y="62"/>
                    <a:pt x="20" y="62"/>
                    <a:pt x="23" y="62"/>
                  </a:cubicBezTo>
                  <a:cubicBezTo>
                    <a:pt x="24" y="61"/>
                    <a:pt x="25" y="61"/>
                    <a:pt x="26" y="61"/>
                  </a:cubicBezTo>
                  <a:cubicBezTo>
                    <a:pt x="27" y="62"/>
                    <a:pt x="28" y="62"/>
                    <a:pt x="30" y="62"/>
                  </a:cubicBezTo>
                  <a:cubicBezTo>
                    <a:pt x="31" y="62"/>
                    <a:pt x="27" y="59"/>
                    <a:pt x="26" y="59"/>
                  </a:cubicBezTo>
                  <a:cubicBezTo>
                    <a:pt x="24" y="57"/>
                    <a:pt x="23" y="55"/>
                    <a:pt x="22" y="53"/>
                  </a:cubicBezTo>
                  <a:cubicBezTo>
                    <a:pt x="20" y="51"/>
                    <a:pt x="21" y="50"/>
                    <a:pt x="20" y="48"/>
                  </a:cubicBezTo>
                  <a:cubicBezTo>
                    <a:pt x="19" y="45"/>
                    <a:pt x="18" y="45"/>
                    <a:pt x="20" y="43"/>
                  </a:cubicBezTo>
                  <a:cubicBezTo>
                    <a:pt x="21" y="43"/>
                    <a:pt x="20" y="43"/>
                    <a:pt x="20" y="42"/>
                  </a:cubicBezTo>
                  <a:cubicBezTo>
                    <a:pt x="21" y="41"/>
                    <a:pt x="24" y="42"/>
                    <a:pt x="24" y="41"/>
                  </a:cubicBezTo>
                  <a:cubicBezTo>
                    <a:pt x="24" y="41"/>
                    <a:pt x="22" y="40"/>
                    <a:pt x="22" y="40"/>
                  </a:cubicBezTo>
                  <a:cubicBezTo>
                    <a:pt x="23" y="39"/>
                    <a:pt x="26" y="40"/>
                    <a:pt x="26" y="39"/>
                  </a:cubicBezTo>
                  <a:cubicBezTo>
                    <a:pt x="26" y="38"/>
                    <a:pt x="21" y="37"/>
                    <a:pt x="21" y="36"/>
                  </a:cubicBezTo>
                  <a:cubicBezTo>
                    <a:pt x="21" y="36"/>
                    <a:pt x="29" y="37"/>
                    <a:pt x="29" y="37"/>
                  </a:cubicBezTo>
                  <a:cubicBezTo>
                    <a:pt x="29" y="36"/>
                    <a:pt x="27" y="35"/>
                    <a:pt x="27" y="34"/>
                  </a:cubicBezTo>
                  <a:cubicBezTo>
                    <a:pt x="27" y="33"/>
                    <a:pt x="30" y="35"/>
                    <a:pt x="31" y="34"/>
                  </a:cubicBezTo>
                  <a:cubicBezTo>
                    <a:pt x="31" y="33"/>
                    <a:pt x="27" y="31"/>
                    <a:pt x="27" y="32"/>
                  </a:cubicBezTo>
                  <a:cubicBezTo>
                    <a:pt x="27" y="31"/>
                    <a:pt x="31" y="33"/>
                    <a:pt x="32" y="32"/>
                  </a:cubicBezTo>
                  <a:cubicBezTo>
                    <a:pt x="32" y="32"/>
                    <a:pt x="33" y="31"/>
                    <a:pt x="32" y="31"/>
                  </a:cubicBezTo>
                  <a:cubicBezTo>
                    <a:pt x="32" y="31"/>
                    <a:pt x="30" y="29"/>
                    <a:pt x="30" y="29"/>
                  </a:cubicBezTo>
                  <a:cubicBezTo>
                    <a:pt x="32" y="29"/>
                    <a:pt x="33" y="30"/>
                    <a:pt x="35" y="29"/>
                  </a:cubicBezTo>
                  <a:cubicBezTo>
                    <a:pt x="35" y="28"/>
                    <a:pt x="37" y="27"/>
                    <a:pt x="37" y="27"/>
                  </a:cubicBezTo>
                  <a:cubicBezTo>
                    <a:pt x="37" y="26"/>
                    <a:pt x="35" y="26"/>
                    <a:pt x="35" y="26"/>
                  </a:cubicBezTo>
                  <a:cubicBezTo>
                    <a:pt x="36" y="26"/>
                    <a:pt x="39" y="26"/>
                    <a:pt x="39" y="24"/>
                  </a:cubicBezTo>
                  <a:cubicBezTo>
                    <a:pt x="39" y="22"/>
                    <a:pt x="41" y="25"/>
                    <a:pt x="42" y="24"/>
                  </a:cubicBezTo>
                  <a:cubicBezTo>
                    <a:pt x="42" y="24"/>
                    <a:pt x="41" y="23"/>
                    <a:pt x="41" y="23"/>
                  </a:cubicBezTo>
                  <a:cubicBezTo>
                    <a:pt x="42" y="22"/>
                    <a:pt x="45" y="23"/>
                    <a:pt x="45" y="22"/>
                  </a:cubicBezTo>
                  <a:cubicBezTo>
                    <a:pt x="46" y="21"/>
                    <a:pt x="45" y="20"/>
                    <a:pt x="44" y="20"/>
                  </a:cubicBezTo>
                  <a:cubicBezTo>
                    <a:pt x="49" y="18"/>
                    <a:pt x="53" y="16"/>
                    <a:pt x="58" y="15"/>
                  </a:cubicBezTo>
                  <a:cubicBezTo>
                    <a:pt x="61" y="14"/>
                    <a:pt x="65" y="13"/>
                    <a:pt x="68" y="12"/>
                  </a:cubicBezTo>
                  <a:cubicBezTo>
                    <a:pt x="73" y="11"/>
                    <a:pt x="77" y="10"/>
                    <a:pt x="81" y="8"/>
                  </a:cubicBezTo>
                  <a:cubicBezTo>
                    <a:pt x="83" y="8"/>
                    <a:pt x="86" y="6"/>
                    <a:pt x="88" y="4"/>
                  </a:cubicBezTo>
                  <a:cubicBezTo>
                    <a:pt x="90" y="2"/>
                    <a:pt x="86" y="1"/>
                    <a:pt x="84" y="1"/>
                  </a:cubicBezTo>
                  <a:cubicBezTo>
                    <a:pt x="82" y="1"/>
                    <a:pt x="86" y="1"/>
                    <a:pt x="84"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23" name="Freeform 407">
              <a:extLst>
                <a:ext uri="{FF2B5EF4-FFF2-40B4-BE49-F238E27FC236}">
                  <a16:creationId xmlns:a16="http://schemas.microsoft.com/office/drawing/2014/main" id="{36BC2454-5DBB-D04F-C4EC-46CFC6457470}"/>
                </a:ext>
              </a:extLst>
            </p:cNvPr>
            <p:cNvSpPr>
              <a:spLocks/>
            </p:cNvSpPr>
            <p:nvPr/>
          </p:nvSpPr>
          <p:spPr bwMode="auto">
            <a:xfrm>
              <a:off x="16241600" y="4197415"/>
              <a:ext cx="299364" cy="149721"/>
            </a:xfrm>
            <a:custGeom>
              <a:avLst/>
              <a:gdLst>
                <a:gd name="T0" fmla="*/ 16 w 32"/>
                <a:gd name="T1" fmla="*/ 6 h 16"/>
                <a:gd name="T2" fmla="*/ 19 w 32"/>
                <a:gd name="T3" fmla="*/ 1 h 16"/>
                <a:gd name="T4" fmla="*/ 16 w 32"/>
                <a:gd name="T5" fmla="*/ 0 h 16"/>
                <a:gd name="T6" fmla="*/ 15 w 32"/>
                <a:gd name="T7" fmla="*/ 2 h 16"/>
                <a:gd name="T8" fmla="*/ 10 w 32"/>
                <a:gd name="T9" fmla="*/ 2 h 16"/>
                <a:gd name="T10" fmla="*/ 9 w 32"/>
                <a:gd name="T11" fmla="*/ 4 h 16"/>
                <a:gd name="T12" fmla="*/ 12 w 32"/>
                <a:gd name="T13" fmla="*/ 4 h 16"/>
                <a:gd name="T14" fmla="*/ 10 w 32"/>
                <a:gd name="T15" fmla="*/ 8 h 16"/>
                <a:gd name="T16" fmla="*/ 5 w 32"/>
                <a:gd name="T17" fmla="*/ 10 h 16"/>
                <a:gd name="T18" fmla="*/ 1 w 32"/>
                <a:gd name="T19" fmla="*/ 15 h 16"/>
                <a:gd name="T20" fmla="*/ 8 w 32"/>
                <a:gd name="T21" fmla="*/ 15 h 16"/>
                <a:gd name="T22" fmla="*/ 17 w 32"/>
                <a:gd name="T23" fmla="*/ 14 h 16"/>
                <a:gd name="T24" fmla="*/ 28 w 32"/>
                <a:gd name="T25" fmla="*/ 12 h 16"/>
                <a:gd name="T26" fmla="*/ 29 w 32"/>
                <a:gd name="T27" fmla="*/ 7 h 16"/>
                <a:gd name="T28" fmla="*/ 22 w 32"/>
                <a:gd name="T29" fmla="*/ 3 h 16"/>
                <a:gd name="T30" fmla="*/ 16 w 32"/>
                <a:gd name="T31" fmla="*/ 6 h 16"/>
                <a:gd name="T32" fmla="*/ 16 w 3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6">
                  <a:moveTo>
                    <a:pt x="16" y="6"/>
                  </a:moveTo>
                  <a:cubicBezTo>
                    <a:pt x="16" y="6"/>
                    <a:pt x="19" y="2"/>
                    <a:pt x="19" y="1"/>
                  </a:cubicBezTo>
                  <a:cubicBezTo>
                    <a:pt x="18" y="0"/>
                    <a:pt x="17" y="0"/>
                    <a:pt x="16" y="0"/>
                  </a:cubicBezTo>
                  <a:cubicBezTo>
                    <a:pt x="15" y="0"/>
                    <a:pt x="15" y="2"/>
                    <a:pt x="15" y="2"/>
                  </a:cubicBezTo>
                  <a:cubicBezTo>
                    <a:pt x="13" y="2"/>
                    <a:pt x="12" y="0"/>
                    <a:pt x="10" y="2"/>
                  </a:cubicBezTo>
                  <a:cubicBezTo>
                    <a:pt x="10" y="2"/>
                    <a:pt x="8" y="3"/>
                    <a:pt x="9" y="4"/>
                  </a:cubicBezTo>
                  <a:cubicBezTo>
                    <a:pt x="10" y="4"/>
                    <a:pt x="11" y="5"/>
                    <a:pt x="12" y="4"/>
                  </a:cubicBezTo>
                  <a:cubicBezTo>
                    <a:pt x="10" y="5"/>
                    <a:pt x="5" y="6"/>
                    <a:pt x="10" y="8"/>
                  </a:cubicBezTo>
                  <a:cubicBezTo>
                    <a:pt x="7" y="7"/>
                    <a:pt x="6" y="8"/>
                    <a:pt x="5" y="10"/>
                  </a:cubicBezTo>
                  <a:cubicBezTo>
                    <a:pt x="4" y="11"/>
                    <a:pt x="0" y="15"/>
                    <a:pt x="1" y="15"/>
                  </a:cubicBezTo>
                  <a:cubicBezTo>
                    <a:pt x="3" y="16"/>
                    <a:pt x="6" y="16"/>
                    <a:pt x="8" y="15"/>
                  </a:cubicBezTo>
                  <a:cubicBezTo>
                    <a:pt x="11" y="13"/>
                    <a:pt x="14" y="13"/>
                    <a:pt x="17" y="14"/>
                  </a:cubicBezTo>
                  <a:cubicBezTo>
                    <a:pt x="21" y="14"/>
                    <a:pt x="24" y="13"/>
                    <a:pt x="28" y="12"/>
                  </a:cubicBezTo>
                  <a:cubicBezTo>
                    <a:pt x="30" y="11"/>
                    <a:pt x="32" y="8"/>
                    <a:pt x="29" y="7"/>
                  </a:cubicBezTo>
                  <a:cubicBezTo>
                    <a:pt x="27" y="6"/>
                    <a:pt x="24" y="2"/>
                    <a:pt x="22" y="3"/>
                  </a:cubicBezTo>
                  <a:cubicBezTo>
                    <a:pt x="20" y="3"/>
                    <a:pt x="18" y="6"/>
                    <a:pt x="16" y="6"/>
                  </a:cubicBezTo>
                  <a:cubicBezTo>
                    <a:pt x="15" y="6"/>
                    <a:pt x="17" y="6"/>
                    <a:pt x="16"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24" name="Freeform 408">
              <a:extLst>
                <a:ext uri="{FF2B5EF4-FFF2-40B4-BE49-F238E27FC236}">
                  <a16:creationId xmlns:a16="http://schemas.microsoft.com/office/drawing/2014/main" id="{F29E04CB-B5C0-9BFD-9757-6D5D24528451}"/>
                </a:ext>
              </a:extLst>
            </p:cNvPr>
            <p:cNvSpPr>
              <a:spLocks/>
            </p:cNvSpPr>
            <p:nvPr/>
          </p:nvSpPr>
          <p:spPr bwMode="auto">
            <a:xfrm>
              <a:off x="15999561" y="4111405"/>
              <a:ext cx="280256" cy="149721"/>
            </a:xfrm>
            <a:custGeom>
              <a:avLst/>
              <a:gdLst>
                <a:gd name="T0" fmla="*/ 26 w 30"/>
                <a:gd name="T1" fmla="*/ 10 h 16"/>
                <a:gd name="T2" fmla="*/ 28 w 30"/>
                <a:gd name="T3" fmla="*/ 7 h 16"/>
                <a:gd name="T4" fmla="*/ 29 w 30"/>
                <a:gd name="T5" fmla="*/ 5 h 16"/>
                <a:gd name="T6" fmla="*/ 26 w 30"/>
                <a:gd name="T7" fmla="*/ 3 h 16"/>
                <a:gd name="T8" fmla="*/ 22 w 30"/>
                <a:gd name="T9" fmla="*/ 3 h 16"/>
                <a:gd name="T10" fmla="*/ 17 w 30"/>
                <a:gd name="T11" fmla="*/ 4 h 16"/>
                <a:gd name="T12" fmla="*/ 18 w 30"/>
                <a:gd name="T13" fmla="*/ 1 h 16"/>
                <a:gd name="T14" fmla="*/ 12 w 30"/>
                <a:gd name="T15" fmla="*/ 1 h 16"/>
                <a:gd name="T16" fmla="*/ 5 w 30"/>
                <a:gd name="T17" fmla="*/ 4 h 16"/>
                <a:gd name="T18" fmla="*/ 7 w 30"/>
                <a:gd name="T19" fmla="*/ 4 h 16"/>
                <a:gd name="T20" fmla="*/ 0 w 30"/>
                <a:gd name="T21" fmla="*/ 8 h 16"/>
                <a:gd name="T22" fmla="*/ 4 w 30"/>
                <a:gd name="T23" fmla="*/ 9 h 16"/>
                <a:gd name="T24" fmla="*/ 7 w 30"/>
                <a:gd name="T25" fmla="*/ 12 h 16"/>
                <a:gd name="T26" fmla="*/ 12 w 30"/>
                <a:gd name="T27" fmla="*/ 13 h 16"/>
                <a:gd name="T28" fmla="*/ 19 w 30"/>
                <a:gd name="T29" fmla="*/ 16 h 16"/>
                <a:gd name="T30" fmla="*/ 28 w 30"/>
                <a:gd name="T31" fmla="*/ 15 h 16"/>
                <a:gd name="T32" fmla="*/ 26 w 30"/>
                <a:gd name="T33" fmla="*/ 10 h 16"/>
                <a:gd name="T34" fmla="*/ 26 w 30"/>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6">
                  <a:moveTo>
                    <a:pt x="26" y="10"/>
                  </a:moveTo>
                  <a:cubicBezTo>
                    <a:pt x="29" y="11"/>
                    <a:pt x="27" y="9"/>
                    <a:pt x="28" y="7"/>
                  </a:cubicBezTo>
                  <a:cubicBezTo>
                    <a:pt x="28" y="6"/>
                    <a:pt x="29" y="6"/>
                    <a:pt x="29" y="5"/>
                  </a:cubicBezTo>
                  <a:cubicBezTo>
                    <a:pt x="29" y="4"/>
                    <a:pt x="27" y="3"/>
                    <a:pt x="26" y="3"/>
                  </a:cubicBezTo>
                  <a:cubicBezTo>
                    <a:pt x="25" y="2"/>
                    <a:pt x="23" y="2"/>
                    <a:pt x="22" y="3"/>
                  </a:cubicBezTo>
                  <a:cubicBezTo>
                    <a:pt x="22" y="3"/>
                    <a:pt x="17" y="4"/>
                    <a:pt x="17" y="4"/>
                  </a:cubicBezTo>
                  <a:cubicBezTo>
                    <a:pt x="17" y="4"/>
                    <a:pt x="21" y="2"/>
                    <a:pt x="18" y="1"/>
                  </a:cubicBezTo>
                  <a:cubicBezTo>
                    <a:pt x="16" y="0"/>
                    <a:pt x="14" y="1"/>
                    <a:pt x="12" y="1"/>
                  </a:cubicBezTo>
                  <a:cubicBezTo>
                    <a:pt x="11" y="1"/>
                    <a:pt x="6" y="2"/>
                    <a:pt x="5" y="4"/>
                  </a:cubicBezTo>
                  <a:cubicBezTo>
                    <a:pt x="5" y="4"/>
                    <a:pt x="7" y="4"/>
                    <a:pt x="7" y="4"/>
                  </a:cubicBezTo>
                  <a:cubicBezTo>
                    <a:pt x="7" y="4"/>
                    <a:pt x="0" y="7"/>
                    <a:pt x="0" y="8"/>
                  </a:cubicBezTo>
                  <a:cubicBezTo>
                    <a:pt x="0" y="8"/>
                    <a:pt x="4" y="9"/>
                    <a:pt x="4" y="9"/>
                  </a:cubicBezTo>
                  <a:cubicBezTo>
                    <a:pt x="5" y="9"/>
                    <a:pt x="6" y="11"/>
                    <a:pt x="7" y="12"/>
                  </a:cubicBezTo>
                  <a:cubicBezTo>
                    <a:pt x="9" y="13"/>
                    <a:pt x="10" y="13"/>
                    <a:pt x="12" y="13"/>
                  </a:cubicBezTo>
                  <a:cubicBezTo>
                    <a:pt x="14" y="14"/>
                    <a:pt x="17" y="16"/>
                    <a:pt x="19" y="16"/>
                  </a:cubicBezTo>
                  <a:cubicBezTo>
                    <a:pt x="22" y="16"/>
                    <a:pt x="25" y="16"/>
                    <a:pt x="28" y="15"/>
                  </a:cubicBezTo>
                  <a:cubicBezTo>
                    <a:pt x="30" y="15"/>
                    <a:pt x="26" y="10"/>
                    <a:pt x="26" y="10"/>
                  </a:cubicBezTo>
                  <a:cubicBezTo>
                    <a:pt x="27" y="10"/>
                    <a:pt x="25" y="10"/>
                    <a:pt x="26"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25" name="Freeform 409">
              <a:extLst>
                <a:ext uri="{FF2B5EF4-FFF2-40B4-BE49-F238E27FC236}">
                  <a16:creationId xmlns:a16="http://schemas.microsoft.com/office/drawing/2014/main" id="{085A4515-0DFC-D80C-BFF6-0275A67C1A3E}"/>
                </a:ext>
              </a:extLst>
            </p:cNvPr>
            <p:cNvSpPr>
              <a:spLocks/>
            </p:cNvSpPr>
            <p:nvPr/>
          </p:nvSpPr>
          <p:spPr bwMode="auto">
            <a:xfrm>
              <a:off x="15916758" y="4120960"/>
              <a:ext cx="140127" cy="47785"/>
            </a:xfrm>
            <a:custGeom>
              <a:avLst/>
              <a:gdLst>
                <a:gd name="T0" fmla="*/ 9 w 15"/>
                <a:gd name="T1" fmla="*/ 1 h 5"/>
                <a:gd name="T2" fmla="*/ 4 w 15"/>
                <a:gd name="T3" fmla="*/ 1 h 5"/>
                <a:gd name="T4" fmla="*/ 0 w 15"/>
                <a:gd name="T5" fmla="*/ 1 h 5"/>
                <a:gd name="T6" fmla="*/ 1 w 15"/>
                <a:gd name="T7" fmla="*/ 3 h 5"/>
                <a:gd name="T8" fmla="*/ 6 w 15"/>
                <a:gd name="T9" fmla="*/ 5 h 5"/>
                <a:gd name="T10" fmla="*/ 9 w 15"/>
                <a:gd name="T11" fmla="*/ 1 h 5"/>
                <a:gd name="T12" fmla="*/ 9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9" y="1"/>
                  </a:moveTo>
                  <a:cubicBezTo>
                    <a:pt x="8" y="1"/>
                    <a:pt x="6" y="1"/>
                    <a:pt x="4" y="1"/>
                  </a:cubicBezTo>
                  <a:cubicBezTo>
                    <a:pt x="3" y="1"/>
                    <a:pt x="1" y="0"/>
                    <a:pt x="0" y="1"/>
                  </a:cubicBezTo>
                  <a:cubicBezTo>
                    <a:pt x="0" y="1"/>
                    <a:pt x="0" y="3"/>
                    <a:pt x="1" y="3"/>
                  </a:cubicBezTo>
                  <a:cubicBezTo>
                    <a:pt x="3" y="4"/>
                    <a:pt x="4" y="5"/>
                    <a:pt x="6" y="5"/>
                  </a:cubicBezTo>
                  <a:cubicBezTo>
                    <a:pt x="8" y="5"/>
                    <a:pt x="15" y="2"/>
                    <a:pt x="9" y="1"/>
                  </a:cubicBezTo>
                  <a:cubicBezTo>
                    <a:pt x="8" y="1"/>
                    <a:pt x="10" y="2"/>
                    <a:pt x="9"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26" name="Freeform 410">
              <a:extLst>
                <a:ext uri="{FF2B5EF4-FFF2-40B4-BE49-F238E27FC236}">
                  <a16:creationId xmlns:a16="http://schemas.microsoft.com/office/drawing/2014/main" id="{74218687-839C-26AD-174F-3A1F26069246}"/>
                </a:ext>
              </a:extLst>
            </p:cNvPr>
            <p:cNvSpPr>
              <a:spLocks/>
            </p:cNvSpPr>
            <p:nvPr/>
          </p:nvSpPr>
          <p:spPr bwMode="auto">
            <a:xfrm>
              <a:off x="15942235" y="3990355"/>
              <a:ext cx="235667" cy="149721"/>
            </a:xfrm>
            <a:custGeom>
              <a:avLst/>
              <a:gdLst>
                <a:gd name="T0" fmla="*/ 7 w 25"/>
                <a:gd name="T1" fmla="*/ 15 h 16"/>
                <a:gd name="T2" fmla="*/ 3 w 25"/>
                <a:gd name="T3" fmla="*/ 13 h 16"/>
                <a:gd name="T4" fmla="*/ 4 w 25"/>
                <a:gd name="T5" fmla="*/ 12 h 16"/>
                <a:gd name="T6" fmla="*/ 0 w 25"/>
                <a:gd name="T7" fmla="*/ 12 h 16"/>
                <a:gd name="T8" fmla="*/ 3 w 25"/>
                <a:gd name="T9" fmla="*/ 11 h 16"/>
                <a:gd name="T10" fmla="*/ 2 w 25"/>
                <a:gd name="T11" fmla="*/ 10 h 16"/>
                <a:gd name="T12" fmla="*/ 6 w 25"/>
                <a:gd name="T13" fmla="*/ 6 h 16"/>
                <a:gd name="T14" fmla="*/ 5 w 25"/>
                <a:gd name="T15" fmla="*/ 6 h 16"/>
                <a:gd name="T16" fmla="*/ 11 w 25"/>
                <a:gd name="T17" fmla="*/ 3 h 16"/>
                <a:gd name="T18" fmla="*/ 18 w 25"/>
                <a:gd name="T19" fmla="*/ 0 h 16"/>
                <a:gd name="T20" fmla="*/ 20 w 25"/>
                <a:gd name="T21" fmla="*/ 4 h 16"/>
                <a:gd name="T22" fmla="*/ 25 w 25"/>
                <a:gd name="T23" fmla="*/ 7 h 16"/>
                <a:gd name="T24" fmla="*/ 21 w 25"/>
                <a:gd name="T25" fmla="*/ 9 h 16"/>
                <a:gd name="T26" fmla="*/ 23 w 25"/>
                <a:gd name="T27" fmla="*/ 12 h 16"/>
                <a:gd name="T28" fmla="*/ 19 w 25"/>
                <a:gd name="T29" fmla="*/ 13 h 16"/>
                <a:gd name="T30" fmla="*/ 7 w 25"/>
                <a:gd name="T31" fmla="*/ 15 h 16"/>
                <a:gd name="T32" fmla="*/ 7 w 25"/>
                <a:gd name="T3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6">
                  <a:moveTo>
                    <a:pt x="7" y="15"/>
                  </a:moveTo>
                  <a:cubicBezTo>
                    <a:pt x="6" y="14"/>
                    <a:pt x="4" y="14"/>
                    <a:pt x="3" y="13"/>
                  </a:cubicBezTo>
                  <a:cubicBezTo>
                    <a:pt x="2" y="12"/>
                    <a:pt x="4" y="12"/>
                    <a:pt x="4" y="12"/>
                  </a:cubicBezTo>
                  <a:cubicBezTo>
                    <a:pt x="4" y="12"/>
                    <a:pt x="0" y="13"/>
                    <a:pt x="0" y="12"/>
                  </a:cubicBezTo>
                  <a:cubicBezTo>
                    <a:pt x="0" y="10"/>
                    <a:pt x="3" y="11"/>
                    <a:pt x="3" y="11"/>
                  </a:cubicBezTo>
                  <a:cubicBezTo>
                    <a:pt x="3" y="10"/>
                    <a:pt x="2" y="10"/>
                    <a:pt x="2" y="10"/>
                  </a:cubicBezTo>
                  <a:cubicBezTo>
                    <a:pt x="2" y="10"/>
                    <a:pt x="7" y="7"/>
                    <a:pt x="6" y="6"/>
                  </a:cubicBezTo>
                  <a:cubicBezTo>
                    <a:pt x="6" y="6"/>
                    <a:pt x="5" y="6"/>
                    <a:pt x="5" y="6"/>
                  </a:cubicBezTo>
                  <a:cubicBezTo>
                    <a:pt x="6" y="4"/>
                    <a:pt x="9" y="4"/>
                    <a:pt x="11" y="3"/>
                  </a:cubicBezTo>
                  <a:cubicBezTo>
                    <a:pt x="13" y="2"/>
                    <a:pt x="16" y="1"/>
                    <a:pt x="18" y="0"/>
                  </a:cubicBezTo>
                  <a:cubicBezTo>
                    <a:pt x="18" y="0"/>
                    <a:pt x="19" y="3"/>
                    <a:pt x="20" y="4"/>
                  </a:cubicBezTo>
                  <a:cubicBezTo>
                    <a:pt x="20" y="4"/>
                    <a:pt x="25" y="6"/>
                    <a:pt x="25" y="7"/>
                  </a:cubicBezTo>
                  <a:cubicBezTo>
                    <a:pt x="25" y="8"/>
                    <a:pt x="20" y="7"/>
                    <a:pt x="21" y="9"/>
                  </a:cubicBezTo>
                  <a:cubicBezTo>
                    <a:pt x="21" y="9"/>
                    <a:pt x="23" y="10"/>
                    <a:pt x="23" y="12"/>
                  </a:cubicBezTo>
                  <a:cubicBezTo>
                    <a:pt x="22" y="12"/>
                    <a:pt x="20" y="12"/>
                    <a:pt x="19" y="13"/>
                  </a:cubicBezTo>
                  <a:cubicBezTo>
                    <a:pt x="16" y="14"/>
                    <a:pt x="10" y="16"/>
                    <a:pt x="7" y="15"/>
                  </a:cubicBezTo>
                  <a:cubicBezTo>
                    <a:pt x="6" y="14"/>
                    <a:pt x="9" y="16"/>
                    <a:pt x="7" y="1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27" name="Freeform 411">
              <a:extLst>
                <a:ext uri="{FF2B5EF4-FFF2-40B4-BE49-F238E27FC236}">
                  <a16:creationId xmlns:a16="http://schemas.microsoft.com/office/drawing/2014/main" id="{8D0A1E11-25ED-5D5B-4EFB-ED5EB2DF7452}"/>
                </a:ext>
              </a:extLst>
            </p:cNvPr>
            <p:cNvSpPr>
              <a:spLocks/>
            </p:cNvSpPr>
            <p:nvPr/>
          </p:nvSpPr>
          <p:spPr bwMode="auto">
            <a:xfrm>
              <a:off x="18426316" y="4579679"/>
              <a:ext cx="235667" cy="76452"/>
            </a:xfrm>
            <a:custGeom>
              <a:avLst/>
              <a:gdLst>
                <a:gd name="T0" fmla="*/ 5 w 25"/>
                <a:gd name="T1" fmla="*/ 3 h 8"/>
                <a:gd name="T2" fmla="*/ 3 w 25"/>
                <a:gd name="T3" fmla="*/ 1 h 8"/>
                <a:gd name="T4" fmla="*/ 1 w 25"/>
                <a:gd name="T5" fmla="*/ 2 h 8"/>
                <a:gd name="T6" fmla="*/ 2 w 25"/>
                <a:gd name="T7" fmla="*/ 4 h 8"/>
                <a:gd name="T8" fmla="*/ 5 w 25"/>
                <a:gd name="T9" fmla="*/ 6 h 8"/>
                <a:gd name="T10" fmla="*/ 16 w 25"/>
                <a:gd name="T11" fmla="*/ 8 h 8"/>
                <a:gd name="T12" fmla="*/ 24 w 25"/>
                <a:gd name="T13" fmla="*/ 5 h 8"/>
                <a:gd name="T14" fmla="*/ 23 w 25"/>
                <a:gd name="T15" fmla="*/ 6 h 8"/>
                <a:gd name="T16" fmla="*/ 20 w 25"/>
                <a:gd name="T17" fmla="*/ 4 h 8"/>
                <a:gd name="T18" fmla="*/ 15 w 25"/>
                <a:gd name="T19" fmla="*/ 4 h 8"/>
                <a:gd name="T20" fmla="*/ 10 w 25"/>
                <a:gd name="T21" fmla="*/ 2 h 8"/>
                <a:gd name="T22" fmla="*/ 5 w 25"/>
                <a:gd name="T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8">
                  <a:moveTo>
                    <a:pt x="5" y="3"/>
                  </a:moveTo>
                  <a:cubicBezTo>
                    <a:pt x="4" y="3"/>
                    <a:pt x="4" y="1"/>
                    <a:pt x="3" y="1"/>
                  </a:cubicBezTo>
                  <a:cubicBezTo>
                    <a:pt x="3" y="0"/>
                    <a:pt x="1" y="2"/>
                    <a:pt x="1" y="2"/>
                  </a:cubicBezTo>
                  <a:cubicBezTo>
                    <a:pt x="0" y="4"/>
                    <a:pt x="1" y="4"/>
                    <a:pt x="2" y="4"/>
                  </a:cubicBezTo>
                  <a:cubicBezTo>
                    <a:pt x="3" y="4"/>
                    <a:pt x="4" y="6"/>
                    <a:pt x="5" y="6"/>
                  </a:cubicBezTo>
                  <a:cubicBezTo>
                    <a:pt x="9" y="7"/>
                    <a:pt x="12" y="8"/>
                    <a:pt x="16" y="8"/>
                  </a:cubicBezTo>
                  <a:cubicBezTo>
                    <a:pt x="17" y="8"/>
                    <a:pt x="25" y="7"/>
                    <a:pt x="24" y="5"/>
                  </a:cubicBezTo>
                  <a:cubicBezTo>
                    <a:pt x="23" y="5"/>
                    <a:pt x="23" y="6"/>
                    <a:pt x="23" y="6"/>
                  </a:cubicBezTo>
                  <a:cubicBezTo>
                    <a:pt x="22" y="6"/>
                    <a:pt x="21" y="5"/>
                    <a:pt x="20" y="4"/>
                  </a:cubicBezTo>
                  <a:cubicBezTo>
                    <a:pt x="19" y="4"/>
                    <a:pt x="17" y="3"/>
                    <a:pt x="15" y="4"/>
                  </a:cubicBezTo>
                  <a:cubicBezTo>
                    <a:pt x="14" y="4"/>
                    <a:pt x="12" y="2"/>
                    <a:pt x="10" y="2"/>
                  </a:cubicBezTo>
                  <a:cubicBezTo>
                    <a:pt x="8" y="2"/>
                    <a:pt x="7" y="3"/>
                    <a:pt x="5"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28" name="Freeform 412">
              <a:extLst>
                <a:ext uri="{FF2B5EF4-FFF2-40B4-BE49-F238E27FC236}">
                  <a16:creationId xmlns:a16="http://schemas.microsoft.com/office/drawing/2014/main" id="{E62F6281-996E-2C0F-4556-F5294A67C1FA}"/>
                </a:ext>
              </a:extLst>
            </p:cNvPr>
            <p:cNvSpPr>
              <a:spLocks/>
            </p:cNvSpPr>
            <p:nvPr/>
          </p:nvSpPr>
          <p:spPr bwMode="auto">
            <a:xfrm>
              <a:off x="18126952" y="4729398"/>
              <a:ext cx="197453" cy="76452"/>
            </a:xfrm>
            <a:custGeom>
              <a:avLst/>
              <a:gdLst>
                <a:gd name="T0" fmla="*/ 2 w 21"/>
                <a:gd name="T1" fmla="*/ 6 h 8"/>
                <a:gd name="T2" fmla="*/ 8 w 21"/>
                <a:gd name="T3" fmla="*/ 6 h 8"/>
                <a:gd name="T4" fmla="*/ 14 w 21"/>
                <a:gd name="T5" fmla="*/ 8 h 8"/>
                <a:gd name="T6" fmla="*/ 19 w 21"/>
                <a:gd name="T7" fmla="*/ 7 h 8"/>
                <a:gd name="T8" fmla="*/ 17 w 21"/>
                <a:gd name="T9" fmla="*/ 4 h 8"/>
                <a:gd name="T10" fmla="*/ 7 w 21"/>
                <a:gd name="T11" fmla="*/ 2 h 8"/>
                <a:gd name="T12" fmla="*/ 4 w 21"/>
                <a:gd name="T13" fmla="*/ 5 h 8"/>
                <a:gd name="T14" fmla="*/ 2 w 21"/>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8">
                  <a:moveTo>
                    <a:pt x="2" y="6"/>
                  </a:moveTo>
                  <a:cubicBezTo>
                    <a:pt x="5" y="6"/>
                    <a:pt x="6" y="6"/>
                    <a:pt x="8" y="6"/>
                  </a:cubicBezTo>
                  <a:cubicBezTo>
                    <a:pt x="10" y="7"/>
                    <a:pt x="12" y="7"/>
                    <a:pt x="14" y="8"/>
                  </a:cubicBezTo>
                  <a:cubicBezTo>
                    <a:pt x="16" y="8"/>
                    <a:pt x="18" y="8"/>
                    <a:pt x="19" y="7"/>
                  </a:cubicBezTo>
                  <a:cubicBezTo>
                    <a:pt x="21" y="6"/>
                    <a:pt x="18" y="5"/>
                    <a:pt x="17" y="4"/>
                  </a:cubicBezTo>
                  <a:cubicBezTo>
                    <a:pt x="14" y="2"/>
                    <a:pt x="11" y="0"/>
                    <a:pt x="7" y="2"/>
                  </a:cubicBezTo>
                  <a:cubicBezTo>
                    <a:pt x="5" y="3"/>
                    <a:pt x="5" y="4"/>
                    <a:pt x="4" y="5"/>
                  </a:cubicBezTo>
                  <a:cubicBezTo>
                    <a:pt x="3" y="5"/>
                    <a:pt x="0" y="6"/>
                    <a:pt x="2"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29" name="Freeform 413">
              <a:extLst>
                <a:ext uri="{FF2B5EF4-FFF2-40B4-BE49-F238E27FC236}">
                  <a16:creationId xmlns:a16="http://schemas.microsoft.com/office/drawing/2014/main" id="{8460B7A6-9964-80DA-01B7-D52AE7F763AC}"/>
                </a:ext>
              </a:extLst>
            </p:cNvPr>
            <p:cNvSpPr>
              <a:spLocks/>
            </p:cNvSpPr>
            <p:nvPr/>
          </p:nvSpPr>
          <p:spPr bwMode="auto">
            <a:xfrm>
              <a:off x="18136507" y="4694361"/>
              <a:ext cx="76432" cy="44598"/>
            </a:xfrm>
            <a:custGeom>
              <a:avLst/>
              <a:gdLst>
                <a:gd name="T0" fmla="*/ 3 w 8"/>
                <a:gd name="T1" fmla="*/ 5 h 5"/>
                <a:gd name="T2" fmla="*/ 4 w 8"/>
                <a:gd name="T3" fmla="*/ 1 h 5"/>
                <a:gd name="T4" fmla="*/ 3 w 8"/>
                <a:gd name="T5" fmla="*/ 5 h 5"/>
                <a:gd name="T6" fmla="*/ 3 w 8"/>
                <a:gd name="T7" fmla="*/ 5 h 5"/>
              </a:gdLst>
              <a:ahLst/>
              <a:cxnLst>
                <a:cxn ang="0">
                  <a:pos x="T0" y="T1"/>
                </a:cxn>
                <a:cxn ang="0">
                  <a:pos x="T2" y="T3"/>
                </a:cxn>
                <a:cxn ang="0">
                  <a:pos x="T4" y="T5"/>
                </a:cxn>
                <a:cxn ang="0">
                  <a:pos x="T6" y="T7"/>
                </a:cxn>
              </a:cxnLst>
              <a:rect l="0" t="0" r="r" b="b"/>
              <a:pathLst>
                <a:path w="8" h="5">
                  <a:moveTo>
                    <a:pt x="3" y="5"/>
                  </a:moveTo>
                  <a:cubicBezTo>
                    <a:pt x="0" y="5"/>
                    <a:pt x="1" y="0"/>
                    <a:pt x="4" y="1"/>
                  </a:cubicBezTo>
                  <a:cubicBezTo>
                    <a:pt x="8" y="2"/>
                    <a:pt x="6" y="4"/>
                    <a:pt x="3" y="5"/>
                  </a:cubicBezTo>
                  <a:cubicBezTo>
                    <a:pt x="1" y="5"/>
                    <a:pt x="5" y="5"/>
                    <a:pt x="3"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30" name="Freeform 414">
              <a:extLst>
                <a:ext uri="{FF2B5EF4-FFF2-40B4-BE49-F238E27FC236}">
                  <a16:creationId xmlns:a16="http://schemas.microsoft.com/office/drawing/2014/main" id="{9EDFD558-4E3A-28CA-4102-35A469C8140A}"/>
                </a:ext>
              </a:extLst>
            </p:cNvPr>
            <p:cNvSpPr>
              <a:spLocks/>
            </p:cNvSpPr>
            <p:nvPr/>
          </p:nvSpPr>
          <p:spPr bwMode="auto">
            <a:xfrm>
              <a:off x="17932683" y="4560566"/>
              <a:ext cx="28662" cy="47785"/>
            </a:xfrm>
            <a:custGeom>
              <a:avLst/>
              <a:gdLst>
                <a:gd name="T0" fmla="*/ 1 w 3"/>
                <a:gd name="T1" fmla="*/ 3 h 5"/>
                <a:gd name="T2" fmla="*/ 3 w 3"/>
                <a:gd name="T3" fmla="*/ 1 h 5"/>
                <a:gd name="T4" fmla="*/ 1 w 3"/>
                <a:gd name="T5" fmla="*/ 5 h 5"/>
                <a:gd name="T6" fmla="*/ 1 w 3"/>
                <a:gd name="T7" fmla="*/ 3 h 5"/>
                <a:gd name="T8" fmla="*/ 1 w 3"/>
                <a:gd name="T9" fmla="*/ 3 h 5"/>
              </a:gdLst>
              <a:ahLst/>
              <a:cxnLst>
                <a:cxn ang="0">
                  <a:pos x="T0" y="T1"/>
                </a:cxn>
                <a:cxn ang="0">
                  <a:pos x="T2" y="T3"/>
                </a:cxn>
                <a:cxn ang="0">
                  <a:pos x="T4" y="T5"/>
                </a:cxn>
                <a:cxn ang="0">
                  <a:pos x="T6" y="T7"/>
                </a:cxn>
                <a:cxn ang="0">
                  <a:pos x="T8" y="T9"/>
                </a:cxn>
              </a:cxnLst>
              <a:rect l="0" t="0" r="r" b="b"/>
              <a:pathLst>
                <a:path w="3" h="5">
                  <a:moveTo>
                    <a:pt x="1" y="3"/>
                  </a:moveTo>
                  <a:cubicBezTo>
                    <a:pt x="0" y="2"/>
                    <a:pt x="2" y="0"/>
                    <a:pt x="3" y="1"/>
                  </a:cubicBezTo>
                  <a:cubicBezTo>
                    <a:pt x="3" y="2"/>
                    <a:pt x="2" y="5"/>
                    <a:pt x="1" y="5"/>
                  </a:cubicBezTo>
                  <a:cubicBezTo>
                    <a:pt x="1" y="5"/>
                    <a:pt x="1" y="3"/>
                    <a:pt x="1" y="3"/>
                  </a:cubicBezTo>
                  <a:cubicBezTo>
                    <a:pt x="0" y="2"/>
                    <a:pt x="1" y="3"/>
                    <a:pt x="1"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31" name="Freeform 415">
              <a:extLst>
                <a:ext uri="{FF2B5EF4-FFF2-40B4-BE49-F238E27FC236}">
                  <a16:creationId xmlns:a16="http://schemas.microsoft.com/office/drawing/2014/main" id="{67DD281F-7B62-52E4-02C3-4A867176E3D3}"/>
                </a:ext>
              </a:extLst>
            </p:cNvPr>
            <p:cNvSpPr>
              <a:spLocks/>
            </p:cNvSpPr>
            <p:nvPr/>
          </p:nvSpPr>
          <p:spPr bwMode="auto">
            <a:xfrm>
              <a:off x="17932683" y="4700729"/>
              <a:ext cx="38217" cy="47785"/>
            </a:xfrm>
            <a:custGeom>
              <a:avLst/>
              <a:gdLst>
                <a:gd name="T0" fmla="*/ 4 w 4"/>
                <a:gd name="T1" fmla="*/ 4 h 5"/>
                <a:gd name="T2" fmla="*/ 0 w 4"/>
                <a:gd name="T3" fmla="*/ 1 h 5"/>
                <a:gd name="T4" fmla="*/ 4 w 4"/>
                <a:gd name="T5" fmla="*/ 4 h 5"/>
              </a:gdLst>
              <a:ahLst/>
              <a:cxnLst>
                <a:cxn ang="0">
                  <a:pos x="T0" y="T1"/>
                </a:cxn>
                <a:cxn ang="0">
                  <a:pos x="T2" y="T3"/>
                </a:cxn>
                <a:cxn ang="0">
                  <a:pos x="T4" y="T5"/>
                </a:cxn>
              </a:cxnLst>
              <a:rect l="0" t="0" r="r" b="b"/>
              <a:pathLst>
                <a:path w="4" h="5">
                  <a:moveTo>
                    <a:pt x="4" y="4"/>
                  </a:moveTo>
                  <a:cubicBezTo>
                    <a:pt x="4" y="3"/>
                    <a:pt x="1" y="0"/>
                    <a:pt x="0" y="1"/>
                  </a:cubicBezTo>
                  <a:cubicBezTo>
                    <a:pt x="0" y="1"/>
                    <a:pt x="3" y="5"/>
                    <a:pt x="4"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68" name="Freeform 416">
              <a:extLst>
                <a:ext uri="{FF2B5EF4-FFF2-40B4-BE49-F238E27FC236}">
                  <a16:creationId xmlns:a16="http://schemas.microsoft.com/office/drawing/2014/main" id="{1E2091E6-8ACA-6BDD-93C9-D552B6C71EF0}"/>
                </a:ext>
              </a:extLst>
            </p:cNvPr>
            <p:cNvSpPr>
              <a:spLocks/>
            </p:cNvSpPr>
            <p:nvPr/>
          </p:nvSpPr>
          <p:spPr bwMode="auto">
            <a:xfrm>
              <a:off x="17996378" y="4525526"/>
              <a:ext cx="394905" cy="149721"/>
            </a:xfrm>
            <a:custGeom>
              <a:avLst/>
              <a:gdLst>
                <a:gd name="T0" fmla="*/ 34 w 42"/>
                <a:gd name="T1" fmla="*/ 4 h 16"/>
                <a:gd name="T2" fmla="*/ 29 w 42"/>
                <a:gd name="T3" fmla="*/ 3 h 16"/>
                <a:gd name="T4" fmla="*/ 23 w 42"/>
                <a:gd name="T5" fmla="*/ 0 h 16"/>
                <a:gd name="T6" fmla="*/ 22 w 42"/>
                <a:gd name="T7" fmla="*/ 2 h 16"/>
                <a:gd name="T8" fmla="*/ 20 w 42"/>
                <a:gd name="T9" fmla="*/ 6 h 16"/>
                <a:gd name="T10" fmla="*/ 11 w 42"/>
                <a:gd name="T11" fmla="*/ 1 h 16"/>
                <a:gd name="T12" fmla="*/ 4 w 42"/>
                <a:gd name="T13" fmla="*/ 3 h 16"/>
                <a:gd name="T14" fmla="*/ 2 w 42"/>
                <a:gd name="T15" fmla="*/ 6 h 16"/>
                <a:gd name="T16" fmla="*/ 1 w 42"/>
                <a:gd name="T17" fmla="*/ 10 h 16"/>
                <a:gd name="T18" fmla="*/ 9 w 42"/>
                <a:gd name="T19" fmla="*/ 14 h 16"/>
                <a:gd name="T20" fmla="*/ 13 w 42"/>
                <a:gd name="T21" fmla="*/ 15 h 16"/>
                <a:gd name="T22" fmla="*/ 15 w 42"/>
                <a:gd name="T23" fmla="*/ 13 h 16"/>
                <a:gd name="T24" fmla="*/ 16 w 42"/>
                <a:gd name="T25" fmla="*/ 14 h 16"/>
                <a:gd name="T26" fmla="*/ 18 w 42"/>
                <a:gd name="T27" fmla="*/ 14 h 16"/>
                <a:gd name="T28" fmla="*/ 25 w 42"/>
                <a:gd name="T29" fmla="*/ 12 h 16"/>
                <a:gd name="T30" fmla="*/ 28 w 42"/>
                <a:gd name="T31" fmla="*/ 14 h 16"/>
                <a:gd name="T32" fmla="*/ 34 w 42"/>
                <a:gd name="T33" fmla="*/ 13 h 16"/>
                <a:gd name="T34" fmla="*/ 33 w 42"/>
                <a:gd name="T35" fmla="*/ 12 h 16"/>
                <a:gd name="T36" fmla="*/ 37 w 42"/>
                <a:gd name="T37" fmla="*/ 12 h 16"/>
                <a:gd name="T38" fmla="*/ 39 w 42"/>
                <a:gd name="T39" fmla="*/ 11 h 16"/>
                <a:gd name="T40" fmla="*/ 40 w 42"/>
                <a:gd name="T41" fmla="*/ 9 h 16"/>
                <a:gd name="T42" fmla="*/ 39 w 42"/>
                <a:gd name="T43" fmla="*/ 9 h 16"/>
                <a:gd name="T44" fmla="*/ 42 w 42"/>
                <a:gd name="T45" fmla="*/ 6 h 16"/>
                <a:gd name="T46" fmla="*/ 34 w 42"/>
                <a:gd name="T47" fmla="*/ 4 h 16"/>
                <a:gd name="T48" fmla="*/ 34 w 42"/>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6">
                  <a:moveTo>
                    <a:pt x="34" y="4"/>
                  </a:moveTo>
                  <a:cubicBezTo>
                    <a:pt x="32" y="3"/>
                    <a:pt x="31" y="4"/>
                    <a:pt x="29" y="3"/>
                  </a:cubicBezTo>
                  <a:cubicBezTo>
                    <a:pt x="29" y="3"/>
                    <a:pt x="24" y="0"/>
                    <a:pt x="23" y="0"/>
                  </a:cubicBezTo>
                  <a:cubicBezTo>
                    <a:pt x="23" y="0"/>
                    <a:pt x="24" y="1"/>
                    <a:pt x="22" y="2"/>
                  </a:cubicBezTo>
                  <a:cubicBezTo>
                    <a:pt x="20" y="2"/>
                    <a:pt x="22" y="5"/>
                    <a:pt x="20" y="6"/>
                  </a:cubicBezTo>
                  <a:cubicBezTo>
                    <a:pt x="19" y="6"/>
                    <a:pt x="12" y="1"/>
                    <a:pt x="11" y="1"/>
                  </a:cubicBezTo>
                  <a:cubicBezTo>
                    <a:pt x="9" y="0"/>
                    <a:pt x="4" y="1"/>
                    <a:pt x="4" y="3"/>
                  </a:cubicBezTo>
                  <a:cubicBezTo>
                    <a:pt x="4" y="5"/>
                    <a:pt x="0" y="4"/>
                    <a:pt x="2" y="6"/>
                  </a:cubicBezTo>
                  <a:cubicBezTo>
                    <a:pt x="3" y="7"/>
                    <a:pt x="0" y="9"/>
                    <a:pt x="1" y="10"/>
                  </a:cubicBezTo>
                  <a:cubicBezTo>
                    <a:pt x="3" y="12"/>
                    <a:pt x="6" y="13"/>
                    <a:pt x="9" y="14"/>
                  </a:cubicBezTo>
                  <a:cubicBezTo>
                    <a:pt x="10" y="15"/>
                    <a:pt x="12" y="16"/>
                    <a:pt x="13" y="15"/>
                  </a:cubicBezTo>
                  <a:cubicBezTo>
                    <a:pt x="14" y="15"/>
                    <a:pt x="14" y="12"/>
                    <a:pt x="15" y="13"/>
                  </a:cubicBezTo>
                  <a:cubicBezTo>
                    <a:pt x="15" y="13"/>
                    <a:pt x="15" y="14"/>
                    <a:pt x="16" y="14"/>
                  </a:cubicBezTo>
                  <a:cubicBezTo>
                    <a:pt x="17" y="14"/>
                    <a:pt x="18" y="14"/>
                    <a:pt x="18" y="14"/>
                  </a:cubicBezTo>
                  <a:cubicBezTo>
                    <a:pt x="20" y="13"/>
                    <a:pt x="22" y="13"/>
                    <a:pt x="25" y="12"/>
                  </a:cubicBezTo>
                  <a:cubicBezTo>
                    <a:pt x="27" y="12"/>
                    <a:pt x="27" y="14"/>
                    <a:pt x="28" y="14"/>
                  </a:cubicBezTo>
                  <a:cubicBezTo>
                    <a:pt x="29" y="14"/>
                    <a:pt x="34" y="13"/>
                    <a:pt x="34" y="13"/>
                  </a:cubicBezTo>
                  <a:cubicBezTo>
                    <a:pt x="34" y="13"/>
                    <a:pt x="33" y="12"/>
                    <a:pt x="33" y="12"/>
                  </a:cubicBezTo>
                  <a:cubicBezTo>
                    <a:pt x="33" y="11"/>
                    <a:pt x="36" y="12"/>
                    <a:pt x="37" y="12"/>
                  </a:cubicBezTo>
                  <a:cubicBezTo>
                    <a:pt x="37" y="12"/>
                    <a:pt x="39" y="12"/>
                    <a:pt x="39" y="11"/>
                  </a:cubicBezTo>
                  <a:cubicBezTo>
                    <a:pt x="39" y="10"/>
                    <a:pt x="40" y="9"/>
                    <a:pt x="40" y="9"/>
                  </a:cubicBezTo>
                  <a:cubicBezTo>
                    <a:pt x="40" y="9"/>
                    <a:pt x="40" y="9"/>
                    <a:pt x="39" y="9"/>
                  </a:cubicBezTo>
                  <a:cubicBezTo>
                    <a:pt x="39" y="8"/>
                    <a:pt x="42" y="7"/>
                    <a:pt x="42" y="6"/>
                  </a:cubicBezTo>
                  <a:cubicBezTo>
                    <a:pt x="41" y="5"/>
                    <a:pt x="36" y="4"/>
                    <a:pt x="34" y="4"/>
                  </a:cubicBezTo>
                  <a:cubicBezTo>
                    <a:pt x="32" y="3"/>
                    <a:pt x="36" y="4"/>
                    <a:pt x="34"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70" name="Freeform 417">
              <a:extLst>
                <a:ext uri="{FF2B5EF4-FFF2-40B4-BE49-F238E27FC236}">
                  <a16:creationId xmlns:a16="http://schemas.microsoft.com/office/drawing/2014/main" id="{F07CB85E-8A16-9953-5C69-9C3286808EAD}"/>
                </a:ext>
              </a:extLst>
            </p:cNvPr>
            <p:cNvSpPr>
              <a:spLocks/>
            </p:cNvSpPr>
            <p:nvPr/>
          </p:nvSpPr>
          <p:spPr bwMode="auto">
            <a:xfrm>
              <a:off x="18222495" y="4570124"/>
              <a:ext cx="73248" cy="76452"/>
            </a:xfrm>
            <a:custGeom>
              <a:avLst/>
              <a:gdLst>
                <a:gd name="T0" fmla="*/ 7 w 8"/>
                <a:gd name="T1" fmla="*/ 6 h 8"/>
                <a:gd name="T2" fmla="*/ 4 w 8"/>
                <a:gd name="T3" fmla="*/ 0 h 8"/>
                <a:gd name="T4" fmla="*/ 6 w 8"/>
                <a:gd name="T5" fmla="*/ 2 h 8"/>
                <a:gd name="T6" fmla="*/ 7 w 8"/>
                <a:gd name="T7" fmla="*/ 6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7"/>
                    <a:pt x="0" y="1"/>
                    <a:pt x="4" y="0"/>
                  </a:cubicBezTo>
                  <a:cubicBezTo>
                    <a:pt x="5" y="0"/>
                    <a:pt x="8" y="0"/>
                    <a:pt x="6" y="2"/>
                  </a:cubicBezTo>
                  <a:cubicBezTo>
                    <a:pt x="3" y="4"/>
                    <a:pt x="7" y="4"/>
                    <a:pt x="7" y="6"/>
                  </a:cubicBezTo>
                  <a:cubicBezTo>
                    <a:pt x="6" y="8"/>
                    <a:pt x="7" y="5"/>
                    <a:pt x="7"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71" name="Freeform 418">
              <a:extLst>
                <a:ext uri="{FF2B5EF4-FFF2-40B4-BE49-F238E27FC236}">
                  <a16:creationId xmlns:a16="http://schemas.microsoft.com/office/drawing/2014/main" id="{0D78809E-48A5-69E9-BC7F-D2EDA3BA6082}"/>
                </a:ext>
              </a:extLst>
            </p:cNvPr>
            <p:cNvSpPr>
              <a:spLocks/>
            </p:cNvSpPr>
            <p:nvPr/>
          </p:nvSpPr>
          <p:spPr bwMode="auto">
            <a:xfrm>
              <a:off x="19445425" y="5076623"/>
              <a:ext cx="101909" cy="57338"/>
            </a:xfrm>
            <a:custGeom>
              <a:avLst/>
              <a:gdLst>
                <a:gd name="T0" fmla="*/ 3 w 11"/>
                <a:gd name="T1" fmla="*/ 4 h 6"/>
                <a:gd name="T2" fmla="*/ 1 w 11"/>
                <a:gd name="T3" fmla="*/ 1 h 6"/>
                <a:gd name="T4" fmla="*/ 6 w 11"/>
                <a:gd name="T5" fmla="*/ 1 h 6"/>
                <a:gd name="T6" fmla="*/ 3 w 11"/>
                <a:gd name="T7" fmla="*/ 4 h 6"/>
                <a:gd name="T8" fmla="*/ 3 w 11"/>
                <a:gd name="T9" fmla="*/ 4 h 6"/>
              </a:gdLst>
              <a:ahLst/>
              <a:cxnLst>
                <a:cxn ang="0">
                  <a:pos x="T0" y="T1"/>
                </a:cxn>
                <a:cxn ang="0">
                  <a:pos x="T2" y="T3"/>
                </a:cxn>
                <a:cxn ang="0">
                  <a:pos x="T4" y="T5"/>
                </a:cxn>
                <a:cxn ang="0">
                  <a:pos x="T6" y="T7"/>
                </a:cxn>
                <a:cxn ang="0">
                  <a:pos x="T8" y="T9"/>
                </a:cxn>
              </a:cxnLst>
              <a:rect l="0" t="0" r="r" b="b"/>
              <a:pathLst>
                <a:path w="11" h="6">
                  <a:moveTo>
                    <a:pt x="3" y="4"/>
                  </a:moveTo>
                  <a:cubicBezTo>
                    <a:pt x="1" y="3"/>
                    <a:pt x="0" y="3"/>
                    <a:pt x="1" y="1"/>
                  </a:cubicBezTo>
                  <a:cubicBezTo>
                    <a:pt x="2" y="0"/>
                    <a:pt x="4" y="1"/>
                    <a:pt x="6" y="1"/>
                  </a:cubicBezTo>
                  <a:cubicBezTo>
                    <a:pt x="11" y="2"/>
                    <a:pt x="6" y="6"/>
                    <a:pt x="3" y="4"/>
                  </a:cubicBezTo>
                  <a:cubicBezTo>
                    <a:pt x="2" y="3"/>
                    <a:pt x="4" y="5"/>
                    <a:pt x="3"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74" name="Freeform 419">
              <a:extLst>
                <a:ext uri="{FF2B5EF4-FFF2-40B4-BE49-F238E27FC236}">
                  <a16:creationId xmlns:a16="http://schemas.microsoft.com/office/drawing/2014/main" id="{334C8F4B-9009-6BA0-CBFB-AD630AB121E6}"/>
                </a:ext>
              </a:extLst>
            </p:cNvPr>
            <p:cNvSpPr>
              <a:spLocks/>
            </p:cNvSpPr>
            <p:nvPr/>
          </p:nvSpPr>
          <p:spPr bwMode="auto">
            <a:xfrm>
              <a:off x="19247970" y="5898496"/>
              <a:ext cx="57323" cy="47785"/>
            </a:xfrm>
            <a:custGeom>
              <a:avLst/>
              <a:gdLst>
                <a:gd name="T0" fmla="*/ 5 w 6"/>
                <a:gd name="T1" fmla="*/ 2 h 5"/>
                <a:gd name="T2" fmla="*/ 5 w 6"/>
                <a:gd name="T3" fmla="*/ 1 h 5"/>
                <a:gd name="T4" fmla="*/ 2 w 6"/>
                <a:gd name="T5" fmla="*/ 1 h 5"/>
                <a:gd name="T6" fmla="*/ 1 w 6"/>
                <a:gd name="T7" fmla="*/ 3 h 5"/>
                <a:gd name="T8" fmla="*/ 0 w 6"/>
                <a:gd name="T9" fmla="*/ 4 h 5"/>
                <a:gd name="T10" fmla="*/ 5 w 6"/>
                <a:gd name="T11" fmla="*/ 2 h 5"/>
                <a:gd name="T12" fmla="*/ 5 w 6"/>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2"/>
                  </a:moveTo>
                  <a:cubicBezTo>
                    <a:pt x="6" y="2"/>
                    <a:pt x="5" y="1"/>
                    <a:pt x="5" y="1"/>
                  </a:cubicBezTo>
                  <a:cubicBezTo>
                    <a:pt x="4" y="0"/>
                    <a:pt x="3" y="1"/>
                    <a:pt x="2" y="1"/>
                  </a:cubicBezTo>
                  <a:cubicBezTo>
                    <a:pt x="1" y="1"/>
                    <a:pt x="0" y="2"/>
                    <a:pt x="1" y="3"/>
                  </a:cubicBezTo>
                  <a:cubicBezTo>
                    <a:pt x="1" y="3"/>
                    <a:pt x="0" y="5"/>
                    <a:pt x="0" y="4"/>
                  </a:cubicBezTo>
                  <a:cubicBezTo>
                    <a:pt x="0" y="4"/>
                    <a:pt x="5" y="2"/>
                    <a:pt x="5" y="2"/>
                  </a:cubicBezTo>
                  <a:cubicBezTo>
                    <a:pt x="6" y="2"/>
                    <a:pt x="3" y="3"/>
                    <a:pt x="5"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75" name="Freeform 420">
              <a:extLst>
                <a:ext uri="{FF2B5EF4-FFF2-40B4-BE49-F238E27FC236}">
                  <a16:creationId xmlns:a16="http://schemas.microsoft.com/office/drawing/2014/main" id="{7F7BD7C4-E058-9483-E49A-E43AF4814DF9}"/>
                </a:ext>
              </a:extLst>
            </p:cNvPr>
            <p:cNvSpPr>
              <a:spLocks/>
            </p:cNvSpPr>
            <p:nvPr/>
          </p:nvSpPr>
          <p:spPr bwMode="auto">
            <a:xfrm>
              <a:off x="18005931" y="6172454"/>
              <a:ext cx="47770" cy="25484"/>
            </a:xfrm>
            <a:custGeom>
              <a:avLst/>
              <a:gdLst>
                <a:gd name="T0" fmla="*/ 3 w 5"/>
                <a:gd name="T1" fmla="*/ 3 h 3"/>
                <a:gd name="T2" fmla="*/ 3 w 5"/>
                <a:gd name="T3" fmla="*/ 0 h 3"/>
                <a:gd name="T4" fmla="*/ 3 w 5"/>
                <a:gd name="T5" fmla="*/ 3 h 3"/>
              </a:gdLst>
              <a:ahLst/>
              <a:cxnLst>
                <a:cxn ang="0">
                  <a:pos x="T0" y="T1"/>
                </a:cxn>
                <a:cxn ang="0">
                  <a:pos x="T2" y="T3"/>
                </a:cxn>
                <a:cxn ang="0">
                  <a:pos x="T4" y="T5"/>
                </a:cxn>
              </a:cxnLst>
              <a:rect l="0" t="0" r="r" b="b"/>
              <a:pathLst>
                <a:path w="5" h="3">
                  <a:moveTo>
                    <a:pt x="3" y="3"/>
                  </a:moveTo>
                  <a:cubicBezTo>
                    <a:pt x="1" y="3"/>
                    <a:pt x="0" y="1"/>
                    <a:pt x="3" y="0"/>
                  </a:cubicBezTo>
                  <a:cubicBezTo>
                    <a:pt x="5" y="0"/>
                    <a:pt x="4" y="3"/>
                    <a:pt x="3"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76" name="Freeform 421">
              <a:extLst>
                <a:ext uri="{FF2B5EF4-FFF2-40B4-BE49-F238E27FC236}">
                  <a16:creationId xmlns:a16="http://schemas.microsoft.com/office/drawing/2014/main" id="{923617CB-6717-5EF8-65C5-51EA86BD2049}"/>
                </a:ext>
              </a:extLst>
            </p:cNvPr>
            <p:cNvSpPr>
              <a:spLocks/>
            </p:cNvSpPr>
            <p:nvPr/>
          </p:nvSpPr>
          <p:spPr bwMode="auto">
            <a:xfrm>
              <a:off x="18846696" y="6452780"/>
              <a:ext cx="47770" cy="44598"/>
            </a:xfrm>
            <a:custGeom>
              <a:avLst/>
              <a:gdLst>
                <a:gd name="T0" fmla="*/ 5 w 5"/>
                <a:gd name="T1" fmla="*/ 1 h 5"/>
                <a:gd name="T2" fmla="*/ 1 w 5"/>
                <a:gd name="T3" fmla="*/ 5 h 5"/>
                <a:gd name="T4" fmla="*/ 4 w 5"/>
                <a:gd name="T5" fmla="*/ 3 h 5"/>
                <a:gd name="T6" fmla="*/ 5 w 5"/>
                <a:gd name="T7" fmla="*/ 1 h 5"/>
              </a:gdLst>
              <a:ahLst/>
              <a:cxnLst>
                <a:cxn ang="0">
                  <a:pos x="T0" y="T1"/>
                </a:cxn>
                <a:cxn ang="0">
                  <a:pos x="T2" y="T3"/>
                </a:cxn>
                <a:cxn ang="0">
                  <a:pos x="T4" y="T5"/>
                </a:cxn>
                <a:cxn ang="0">
                  <a:pos x="T6" y="T7"/>
                </a:cxn>
              </a:cxnLst>
              <a:rect l="0" t="0" r="r" b="b"/>
              <a:pathLst>
                <a:path w="5" h="5">
                  <a:moveTo>
                    <a:pt x="5" y="1"/>
                  </a:moveTo>
                  <a:cubicBezTo>
                    <a:pt x="5" y="1"/>
                    <a:pt x="0" y="5"/>
                    <a:pt x="1" y="5"/>
                  </a:cubicBezTo>
                  <a:cubicBezTo>
                    <a:pt x="2" y="5"/>
                    <a:pt x="4" y="3"/>
                    <a:pt x="4" y="3"/>
                  </a:cubicBezTo>
                  <a:cubicBezTo>
                    <a:pt x="5" y="2"/>
                    <a:pt x="5" y="0"/>
                    <a:pt x="5"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77" name="Freeform 422">
              <a:extLst>
                <a:ext uri="{FF2B5EF4-FFF2-40B4-BE49-F238E27FC236}">
                  <a16:creationId xmlns:a16="http://schemas.microsoft.com/office/drawing/2014/main" id="{22A990F6-9A65-55D7-F3A5-A066B3EC18AC}"/>
                </a:ext>
              </a:extLst>
            </p:cNvPr>
            <p:cNvSpPr>
              <a:spLocks/>
            </p:cNvSpPr>
            <p:nvPr/>
          </p:nvSpPr>
          <p:spPr bwMode="auto">
            <a:xfrm>
              <a:off x="18818035" y="6526047"/>
              <a:ext cx="19109" cy="9556"/>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78" name="Freeform 423">
              <a:extLst>
                <a:ext uri="{FF2B5EF4-FFF2-40B4-BE49-F238E27FC236}">
                  <a16:creationId xmlns:a16="http://schemas.microsoft.com/office/drawing/2014/main" id="{AA1CD123-FAB6-E443-81A6-B7C26356E796}"/>
                </a:ext>
              </a:extLst>
            </p:cNvPr>
            <p:cNvSpPr>
              <a:spLocks/>
            </p:cNvSpPr>
            <p:nvPr/>
          </p:nvSpPr>
          <p:spPr bwMode="auto">
            <a:xfrm>
              <a:off x="18687463" y="6675768"/>
              <a:ext cx="28662" cy="9556"/>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0"/>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79" name="Freeform 424">
              <a:extLst>
                <a:ext uri="{FF2B5EF4-FFF2-40B4-BE49-F238E27FC236}">
                  <a16:creationId xmlns:a16="http://schemas.microsoft.com/office/drawing/2014/main" id="{3313B594-84BC-F5AE-9820-D4C4D01BF1C5}"/>
                </a:ext>
              </a:extLst>
            </p:cNvPr>
            <p:cNvSpPr>
              <a:spLocks/>
            </p:cNvSpPr>
            <p:nvPr/>
          </p:nvSpPr>
          <p:spPr bwMode="auto">
            <a:xfrm>
              <a:off x="18575996" y="6723551"/>
              <a:ext cx="66879" cy="38227"/>
            </a:xfrm>
            <a:custGeom>
              <a:avLst/>
              <a:gdLst>
                <a:gd name="T0" fmla="*/ 6 w 7"/>
                <a:gd name="T1" fmla="*/ 0 h 4"/>
                <a:gd name="T2" fmla="*/ 1 w 7"/>
                <a:gd name="T3" fmla="*/ 3 h 4"/>
                <a:gd name="T4" fmla="*/ 6 w 7"/>
                <a:gd name="T5" fmla="*/ 0 h 4"/>
              </a:gdLst>
              <a:ahLst/>
              <a:cxnLst>
                <a:cxn ang="0">
                  <a:pos x="T0" y="T1"/>
                </a:cxn>
                <a:cxn ang="0">
                  <a:pos x="T2" y="T3"/>
                </a:cxn>
                <a:cxn ang="0">
                  <a:pos x="T4" y="T5"/>
                </a:cxn>
              </a:cxnLst>
              <a:rect l="0" t="0" r="r" b="b"/>
              <a:pathLst>
                <a:path w="7" h="4">
                  <a:moveTo>
                    <a:pt x="6" y="0"/>
                  </a:moveTo>
                  <a:cubicBezTo>
                    <a:pt x="5" y="0"/>
                    <a:pt x="0" y="2"/>
                    <a:pt x="1" y="3"/>
                  </a:cubicBezTo>
                  <a:cubicBezTo>
                    <a:pt x="2" y="4"/>
                    <a:pt x="7" y="0"/>
                    <a:pt x="6"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80" name="Freeform 425">
              <a:extLst>
                <a:ext uri="{FF2B5EF4-FFF2-40B4-BE49-F238E27FC236}">
                  <a16:creationId xmlns:a16="http://schemas.microsoft.com/office/drawing/2014/main" id="{6EA3EA1C-DE79-5EC4-C503-27B2DCB05194}"/>
                </a:ext>
              </a:extLst>
            </p:cNvPr>
            <p:cNvSpPr>
              <a:spLocks/>
            </p:cNvSpPr>
            <p:nvPr/>
          </p:nvSpPr>
          <p:spPr bwMode="auto">
            <a:xfrm>
              <a:off x="18502748" y="6761778"/>
              <a:ext cx="54139" cy="35042"/>
            </a:xfrm>
            <a:custGeom>
              <a:avLst/>
              <a:gdLst>
                <a:gd name="T0" fmla="*/ 5 w 6"/>
                <a:gd name="T1" fmla="*/ 0 h 4"/>
                <a:gd name="T2" fmla="*/ 1 w 6"/>
                <a:gd name="T3" fmla="*/ 3 h 4"/>
                <a:gd name="T4" fmla="*/ 5 w 6"/>
                <a:gd name="T5" fmla="*/ 0 h 4"/>
                <a:gd name="T6" fmla="*/ 5 w 6"/>
                <a:gd name="T7" fmla="*/ 0 h 4"/>
              </a:gdLst>
              <a:ahLst/>
              <a:cxnLst>
                <a:cxn ang="0">
                  <a:pos x="T0" y="T1"/>
                </a:cxn>
                <a:cxn ang="0">
                  <a:pos x="T2" y="T3"/>
                </a:cxn>
                <a:cxn ang="0">
                  <a:pos x="T4" y="T5"/>
                </a:cxn>
                <a:cxn ang="0">
                  <a:pos x="T6" y="T7"/>
                </a:cxn>
              </a:cxnLst>
              <a:rect l="0" t="0" r="r" b="b"/>
              <a:pathLst>
                <a:path w="6" h="4">
                  <a:moveTo>
                    <a:pt x="5" y="0"/>
                  </a:moveTo>
                  <a:cubicBezTo>
                    <a:pt x="5" y="0"/>
                    <a:pt x="0" y="2"/>
                    <a:pt x="1" y="3"/>
                  </a:cubicBezTo>
                  <a:cubicBezTo>
                    <a:pt x="2" y="4"/>
                    <a:pt x="5" y="0"/>
                    <a:pt x="5" y="0"/>
                  </a:cubicBezTo>
                  <a:cubicBezTo>
                    <a:pt x="5" y="0"/>
                    <a:pt x="6" y="0"/>
                    <a:pt x="5"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81" name="Freeform 426">
              <a:extLst>
                <a:ext uri="{FF2B5EF4-FFF2-40B4-BE49-F238E27FC236}">
                  <a16:creationId xmlns:a16="http://schemas.microsoft.com/office/drawing/2014/main" id="{A2B9686B-D85F-17F4-1DCE-C17EC06D6DAA}"/>
                </a:ext>
              </a:extLst>
            </p:cNvPr>
            <p:cNvSpPr>
              <a:spLocks/>
            </p:cNvSpPr>
            <p:nvPr/>
          </p:nvSpPr>
          <p:spPr bwMode="auto">
            <a:xfrm>
              <a:off x="18454978" y="6790447"/>
              <a:ext cx="47770" cy="44598"/>
            </a:xfrm>
            <a:custGeom>
              <a:avLst/>
              <a:gdLst>
                <a:gd name="T0" fmla="*/ 4 w 5"/>
                <a:gd name="T1" fmla="*/ 0 h 5"/>
                <a:gd name="T2" fmla="*/ 0 w 5"/>
                <a:gd name="T3" fmla="*/ 4 h 5"/>
                <a:gd name="T4" fmla="*/ 4 w 5"/>
                <a:gd name="T5" fmla="*/ 0 h 5"/>
                <a:gd name="T6" fmla="*/ 4 w 5"/>
                <a:gd name="T7" fmla="*/ 0 h 5"/>
              </a:gdLst>
              <a:ahLst/>
              <a:cxnLst>
                <a:cxn ang="0">
                  <a:pos x="T0" y="T1"/>
                </a:cxn>
                <a:cxn ang="0">
                  <a:pos x="T2" y="T3"/>
                </a:cxn>
                <a:cxn ang="0">
                  <a:pos x="T4" y="T5"/>
                </a:cxn>
                <a:cxn ang="0">
                  <a:pos x="T6" y="T7"/>
                </a:cxn>
              </a:cxnLst>
              <a:rect l="0" t="0" r="r" b="b"/>
              <a:pathLst>
                <a:path w="5" h="5">
                  <a:moveTo>
                    <a:pt x="4" y="0"/>
                  </a:moveTo>
                  <a:cubicBezTo>
                    <a:pt x="4" y="0"/>
                    <a:pt x="0" y="4"/>
                    <a:pt x="0" y="4"/>
                  </a:cubicBezTo>
                  <a:cubicBezTo>
                    <a:pt x="2" y="5"/>
                    <a:pt x="4" y="0"/>
                    <a:pt x="4" y="0"/>
                  </a:cubicBezTo>
                  <a:cubicBezTo>
                    <a:pt x="4" y="0"/>
                    <a:pt x="5" y="0"/>
                    <a:pt x="4"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82" name="Freeform 427">
              <a:extLst>
                <a:ext uri="{FF2B5EF4-FFF2-40B4-BE49-F238E27FC236}">
                  <a16:creationId xmlns:a16="http://schemas.microsoft.com/office/drawing/2014/main" id="{5DE2E670-AF8E-810F-33D9-13A06FFE56D7}"/>
                </a:ext>
              </a:extLst>
            </p:cNvPr>
            <p:cNvSpPr>
              <a:spLocks/>
            </p:cNvSpPr>
            <p:nvPr/>
          </p:nvSpPr>
          <p:spPr bwMode="auto">
            <a:xfrm>
              <a:off x="18445422" y="6854158"/>
              <a:ext cx="9553" cy="9556"/>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83" name="Freeform 428">
              <a:extLst>
                <a:ext uri="{FF2B5EF4-FFF2-40B4-BE49-F238E27FC236}">
                  <a16:creationId xmlns:a16="http://schemas.microsoft.com/office/drawing/2014/main" id="{B4AE1579-1A18-601C-34E3-2E79FF10F873}"/>
                </a:ext>
              </a:extLst>
            </p:cNvPr>
            <p:cNvSpPr>
              <a:spLocks/>
            </p:cNvSpPr>
            <p:nvPr/>
          </p:nvSpPr>
          <p:spPr bwMode="auto">
            <a:xfrm>
              <a:off x="18397652" y="6815931"/>
              <a:ext cx="47770" cy="38227"/>
            </a:xfrm>
            <a:custGeom>
              <a:avLst/>
              <a:gdLst>
                <a:gd name="T0" fmla="*/ 4 w 5"/>
                <a:gd name="T1" fmla="*/ 1 h 4"/>
                <a:gd name="T2" fmla="*/ 0 w 5"/>
                <a:gd name="T3" fmla="*/ 4 h 4"/>
                <a:gd name="T4" fmla="*/ 4 w 5"/>
                <a:gd name="T5" fmla="*/ 1 h 4"/>
                <a:gd name="T6" fmla="*/ 4 w 5"/>
                <a:gd name="T7" fmla="*/ 1 h 4"/>
              </a:gdLst>
              <a:ahLst/>
              <a:cxnLst>
                <a:cxn ang="0">
                  <a:pos x="T0" y="T1"/>
                </a:cxn>
                <a:cxn ang="0">
                  <a:pos x="T2" y="T3"/>
                </a:cxn>
                <a:cxn ang="0">
                  <a:pos x="T4" y="T5"/>
                </a:cxn>
                <a:cxn ang="0">
                  <a:pos x="T6" y="T7"/>
                </a:cxn>
              </a:cxnLst>
              <a:rect l="0" t="0" r="r" b="b"/>
              <a:pathLst>
                <a:path w="5" h="4">
                  <a:moveTo>
                    <a:pt x="4" y="1"/>
                  </a:moveTo>
                  <a:cubicBezTo>
                    <a:pt x="2" y="2"/>
                    <a:pt x="0" y="3"/>
                    <a:pt x="0" y="4"/>
                  </a:cubicBezTo>
                  <a:cubicBezTo>
                    <a:pt x="0" y="4"/>
                    <a:pt x="4" y="1"/>
                    <a:pt x="4" y="1"/>
                  </a:cubicBezTo>
                  <a:cubicBezTo>
                    <a:pt x="3" y="1"/>
                    <a:pt x="5" y="0"/>
                    <a:pt x="4"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84" name="Freeform 429">
              <a:extLst>
                <a:ext uri="{FF2B5EF4-FFF2-40B4-BE49-F238E27FC236}">
                  <a16:creationId xmlns:a16="http://schemas.microsoft.com/office/drawing/2014/main" id="{3A097CA1-D999-E096-D2CC-20E3E356D141}"/>
                </a:ext>
              </a:extLst>
            </p:cNvPr>
            <p:cNvSpPr>
              <a:spLocks/>
            </p:cNvSpPr>
            <p:nvPr/>
          </p:nvSpPr>
          <p:spPr bwMode="auto">
            <a:xfrm>
              <a:off x="18053701" y="7163156"/>
              <a:ext cx="19109" cy="28669"/>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0"/>
                    <a:pt x="0" y="3"/>
                    <a:pt x="1" y="3"/>
                  </a:cubicBezTo>
                  <a:cubicBezTo>
                    <a:pt x="2" y="3"/>
                    <a:pt x="2" y="0"/>
                    <a:pt x="1"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grpSp>
          <p:nvGrpSpPr>
            <p:cNvPr id="785" name="Group 140">
              <a:extLst>
                <a:ext uri="{FF2B5EF4-FFF2-40B4-BE49-F238E27FC236}">
                  <a16:creationId xmlns:a16="http://schemas.microsoft.com/office/drawing/2014/main" id="{78817B13-A965-DFF3-6E8A-AD70FA919CDC}"/>
                </a:ext>
              </a:extLst>
            </p:cNvPr>
            <p:cNvGrpSpPr/>
            <p:nvPr/>
          </p:nvGrpSpPr>
          <p:grpSpPr>
            <a:xfrm>
              <a:off x="17709756" y="6761778"/>
              <a:ext cx="697449" cy="662593"/>
              <a:chOff x="5961121" y="2686387"/>
              <a:chExt cx="288233" cy="273757"/>
            </a:xfrm>
            <a:grpFill/>
          </p:grpSpPr>
          <p:sp>
            <p:nvSpPr>
              <p:cNvPr id="1150" name="Freeform 430">
                <a:extLst>
                  <a:ext uri="{FF2B5EF4-FFF2-40B4-BE49-F238E27FC236}">
                    <a16:creationId xmlns:a16="http://schemas.microsoft.com/office/drawing/2014/main" id="{0FC6DDD7-C668-5E50-204E-601A80089C05}"/>
                  </a:ext>
                </a:extLst>
              </p:cNvPr>
              <p:cNvSpPr>
                <a:spLocks/>
              </p:cNvSpPr>
              <p:nvPr/>
            </p:nvSpPr>
            <p:spPr bwMode="auto">
              <a:xfrm>
                <a:off x="6130902" y="2686387"/>
                <a:ext cx="118452" cy="100026"/>
              </a:xfrm>
              <a:custGeom>
                <a:avLst/>
                <a:gdLst>
                  <a:gd name="T0" fmla="*/ 28 w 31"/>
                  <a:gd name="T1" fmla="*/ 10 h 26"/>
                  <a:gd name="T2" fmla="*/ 29 w 31"/>
                  <a:gd name="T3" fmla="*/ 7 h 26"/>
                  <a:gd name="T4" fmla="*/ 27 w 31"/>
                  <a:gd name="T5" fmla="*/ 10 h 26"/>
                  <a:gd name="T6" fmla="*/ 20 w 31"/>
                  <a:gd name="T7" fmla="*/ 8 h 26"/>
                  <a:gd name="T8" fmla="*/ 11 w 31"/>
                  <a:gd name="T9" fmla="*/ 1 h 26"/>
                  <a:gd name="T10" fmla="*/ 11 w 31"/>
                  <a:gd name="T11" fmla="*/ 5 h 26"/>
                  <a:gd name="T12" fmla="*/ 9 w 31"/>
                  <a:gd name="T13" fmla="*/ 11 h 26"/>
                  <a:gd name="T14" fmla="*/ 7 w 31"/>
                  <a:gd name="T15" fmla="*/ 14 h 26"/>
                  <a:gd name="T16" fmla="*/ 4 w 31"/>
                  <a:gd name="T17" fmla="*/ 14 h 26"/>
                  <a:gd name="T18" fmla="*/ 5 w 31"/>
                  <a:gd name="T19" fmla="*/ 16 h 26"/>
                  <a:gd name="T20" fmla="*/ 1 w 31"/>
                  <a:gd name="T21" fmla="*/ 18 h 26"/>
                  <a:gd name="T22" fmla="*/ 2 w 31"/>
                  <a:gd name="T23" fmla="*/ 23 h 26"/>
                  <a:gd name="T24" fmla="*/ 4 w 31"/>
                  <a:gd name="T25" fmla="*/ 25 h 26"/>
                  <a:gd name="T26" fmla="*/ 6 w 31"/>
                  <a:gd name="T27" fmla="*/ 23 h 26"/>
                  <a:gd name="T28" fmla="*/ 7 w 31"/>
                  <a:gd name="T29" fmla="*/ 23 h 26"/>
                  <a:gd name="T30" fmla="*/ 4 w 31"/>
                  <a:gd name="T31" fmla="*/ 20 h 26"/>
                  <a:gd name="T32" fmla="*/ 7 w 31"/>
                  <a:gd name="T33" fmla="*/ 19 h 26"/>
                  <a:gd name="T34" fmla="*/ 12 w 31"/>
                  <a:gd name="T35" fmla="*/ 18 h 26"/>
                  <a:gd name="T36" fmla="*/ 17 w 31"/>
                  <a:gd name="T37" fmla="*/ 21 h 26"/>
                  <a:gd name="T38" fmla="*/ 21 w 31"/>
                  <a:gd name="T39" fmla="*/ 16 h 26"/>
                  <a:gd name="T40" fmla="*/ 31 w 31"/>
                  <a:gd name="T41" fmla="*/ 14 h 26"/>
                  <a:gd name="T42" fmla="*/ 29 w 31"/>
                  <a:gd name="T43" fmla="*/ 12 h 26"/>
                  <a:gd name="T44" fmla="*/ 28 w 31"/>
                  <a:gd name="T45" fmla="*/ 10 h 26"/>
                  <a:gd name="T46" fmla="*/ 28 w 31"/>
                  <a:gd name="T4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26">
                    <a:moveTo>
                      <a:pt x="28" y="10"/>
                    </a:moveTo>
                    <a:cubicBezTo>
                      <a:pt x="28" y="10"/>
                      <a:pt x="29" y="8"/>
                      <a:pt x="29" y="7"/>
                    </a:cubicBezTo>
                    <a:cubicBezTo>
                      <a:pt x="29" y="8"/>
                      <a:pt x="27" y="10"/>
                      <a:pt x="27" y="10"/>
                    </a:cubicBezTo>
                    <a:cubicBezTo>
                      <a:pt x="25" y="10"/>
                      <a:pt x="21" y="9"/>
                      <a:pt x="20" y="8"/>
                    </a:cubicBezTo>
                    <a:cubicBezTo>
                      <a:pt x="17" y="7"/>
                      <a:pt x="15" y="2"/>
                      <a:pt x="11" y="1"/>
                    </a:cubicBezTo>
                    <a:cubicBezTo>
                      <a:pt x="9" y="0"/>
                      <a:pt x="10" y="4"/>
                      <a:pt x="11" y="5"/>
                    </a:cubicBezTo>
                    <a:cubicBezTo>
                      <a:pt x="11" y="7"/>
                      <a:pt x="10" y="9"/>
                      <a:pt x="9" y="11"/>
                    </a:cubicBezTo>
                    <a:cubicBezTo>
                      <a:pt x="8" y="12"/>
                      <a:pt x="10" y="15"/>
                      <a:pt x="7" y="14"/>
                    </a:cubicBezTo>
                    <a:cubicBezTo>
                      <a:pt x="7" y="14"/>
                      <a:pt x="5" y="13"/>
                      <a:pt x="4" y="14"/>
                    </a:cubicBezTo>
                    <a:cubicBezTo>
                      <a:pt x="4" y="15"/>
                      <a:pt x="5" y="16"/>
                      <a:pt x="5" y="16"/>
                    </a:cubicBezTo>
                    <a:cubicBezTo>
                      <a:pt x="5" y="16"/>
                      <a:pt x="2" y="18"/>
                      <a:pt x="1" y="18"/>
                    </a:cubicBezTo>
                    <a:cubicBezTo>
                      <a:pt x="0" y="20"/>
                      <a:pt x="3" y="21"/>
                      <a:pt x="2" y="23"/>
                    </a:cubicBezTo>
                    <a:cubicBezTo>
                      <a:pt x="1" y="24"/>
                      <a:pt x="3" y="26"/>
                      <a:pt x="4" y="25"/>
                    </a:cubicBezTo>
                    <a:cubicBezTo>
                      <a:pt x="5" y="24"/>
                      <a:pt x="5" y="23"/>
                      <a:pt x="6" y="23"/>
                    </a:cubicBezTo>
                    <a:cubicBezTo>
                      <a:pt x="6" y="23"/>
                      <a:pt x="7" y="24"/>
                      <a:pt x="7" y="23"/>
                    </a:cubicBezTo>
                    <a:cubicBezTo>
                      <a:pt x="7" y="22"/>
                      <a:pt x="5" y="21"/>
                      <a:pt x="4" y="20"/>
                    </a:cubicBezTo>
                    <a:cubicBezTo>
                      <a:pt x="3" y="18"/>
                      <a:pt x="7" y="19"/>
                      <a:pt x="7" y="19"/>
                    </a:cubicBezTo>
                    <a:cubicBezTo>
                      <a:pt x="9" y="19"/>
                      <a:pt x="10" y="17"/>
                      <a:pt x="12" y="18"/>
                    </a:cubicBezTo>
                    <a:cubicBezTo>
                      <a:pt x="14" y="19"/>
                      <a:pt x="15" y="20"/>
                      <a:pt x="17" y="21"/>
                    </a:cubicBezTo>
                    <a:cubicBezTo>
                      <a:pt x="20" y="23"/>
                      <a:pt x="19" y="17"/>
                      <a:pt x="21" y="16"/>
                    </a:cubicBezTo>
                    <a:cubicBezTo>
                      <a:pt x="21" y="16"/>
                      <a:pt x="31" y="16"/>
                      <a:pt x="31" y="14"/>
                    </a:cubicBezTo>
                    <a:cubicBezTo>
                      <a:pt x="30" y="13"/>
                      <a:pt x="27" y="15"/>
                      <a:pt x="29" y="12"/>
                    </a:cubicBezTo>
                    <a:cubicBezTo>
                      <a:pt x="30" y="11"/>
                      <a:pt x="27" y="12"/>
                      <a:pt x="28" y="10"/>
                    </a:cubicBezTo>
                    <a:cubicBezTo>
                      <a:pt x="29" y="7"/>
                      <a:pt x="28" y="11"/>
                      <a:pt x="28"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51" name="Freeform 431">
                <a:extLst>
                  <a:ext uri="{FF2B5EF4-FFF2-40B4-BE49-F238E27FC236}">
                    <a16:creationId xmlns:a16="http://schemas.microsoft.com/office/drawing/2014/main" id="{90BB1C68-5FFC-9941-E28A-332F25957C0D}"/>
                  </a:ext>
                </a:extLst>
              </p:cNvPr>
              <p:cNvSpPr>
                <a:spLocks/>
              </p:cNvSpPr>
              <p:nvPr/>
            </p:nvSpPr>
            <p:spPr bwMode="auto">
              <a:xfrm>
                <a:off x="5961121" y="2778517"/>
                <a:ext cx="215847" cy="181627"/>
              </a:xfrm>
              <a:custGeom>
                <a:avLst/>
                <a:gdLst>
                  <a:gd name="T0" fmla="*/ 52 w 56"/>
                  <a:gd name="T1" fmla="*/ 1 h 47"/>
                  <a:gd name="T2" fmla="*/ 51 w 56"/>
                  <a:gd name="T3" fmla="*/ 1 h 47"/>
                  <a:gd name="T4" fmla="*/ 52 w 56"/>
                  <a:gd name="T5" fmla="*/ 3 h 47"/>
                  <a:gd name="T6" fmla="*/ 49 w 56"/>
                  <a:gd name="T7" fmla="*/ 3 h 47"/>
                  <a:gd name="T8" fmla="*/ 47 w 56"/>
                  <a:gd name="T9" fmla="*/ 5 h 47"/>
                  <a:gd name="T10" fmla="*/ 45 w 56"/>
                  <a:gd name="T11" fmla="*/ 6 h 47"/>
                  <a:gd name="T12" fmla="*/ 46 w 56"/>
                  <a:gd name="T13" fmla="*/ 7 h 47"/>
                  <a:gd name="T14" fmla="*/ 46 w 56"/>
                  <a:gd name="T15" fmla="*/ 10 h 47"/>
                  <a:gd name="T16" fmla="*/ 46 w 56"/>
                  <a:gd name="T17" fmla="*/ 13 h 47"/>
                  <a:gd name="T18" fmla="*/ 41 w 56"/>
                  <a:gd name="T19" fmla="*/ 22 h 47"/>
                  <a:gd name="T20" fmla="*/ 36 w 56"/>
                  <a:gd name="T21" fmla="*/ 27 h 47"/>
                  <a:gd name="T22" fmla="*/ 31 w 56"/>
                  <a:gd name="T23" fmla="*/ 27 h 47"/>
                  <a:gd name="T24" fmla="*/ 32 w 56"/>
                  <a:gd name="T25" fmla="*/ 24 h 47"/>
                  <a:gd name="T26" fmla="*/ 30 w 56"/>
                  <a:gd name="T27" fmla="*/ 25 h 47"/>
                  <a:gd name="T28" fmla="*/ 29 w 56"/>
                  <a:gd name="T29" fmla="*/ 27 h 47"/>
                  <a:gd name="T30" fmla="*/ 25 w 56"/>
                  <a:gd name="T31" fmla="*/ 33 h 47"/>
                  <a:gd name="T32" fmla="*/ 25 w 56"/>
                  <a:gd name="T33" fmla="*/ 34 h 47"/>
                  <a:gd name="T34" fmla="*/ 23 w 56"/>
                  <a:gd name="T35" fmla="*/ 36 h 47"/>
                  <a:gd name="T36" fmla="*/ 21 w 56"/>
                  <a:gd name="T37" fmla="*/ 35 h 47"/>
                  <a:gd name="T38" fmla="*/ 17 w 56"/>
                  <a:gd name="T39" fmla="*/ 35 h 47"/>
                  <a:gd name="T40" fmla="*/ 9 w 56"/>
                  <a:gd name="T41" fmla="*/ 36 h 47"/>
                  <a:gd name="T42" fmla="*/ 2 w 56"/>
                  <a:gd name="T43" fmla="*/ 42 h 47"/>
                  <a:gd name="T44" fmla="*/ 1 w 56"/>
                  <a:gd name="T45" fmla="*/ 44 h 47"/>
                  <a:gd name="T46" fmla="*/ 3 w 56"/>
                  <a:gd name="T47" fmla="*/ 43 h 47"/>
                  <a:gd name="T48" fmla="*/ 5 w 56"/>
                  <a:gd name="T49" fmla="*/ 44 h 47"/>
                  <a:gd name="T50" fmla="*/ 22 w 56"/>
                  <a:gd name="T51" fmla="*/ 40 h 47"/>
                  <a:gd name="T52" fmla="*/ 21 w 56"/>
                  <a:gd name="T53" fmla="*/ 43 h 47"/>
                  <a:gd name="T54" fmla="*/ 24 w 56"/>
                  <a:gd name="T55" fmla="*/ 47 h 47"/>
                  <a:gd name="T56" fmla="*/ 27 w 56"/>
                  <a:gd name="T57" fmla="*/ 44 h 47"/>
                  <a:gd name="T58" fmla="*/ 30 w 56"/>
                  <a:gd name="T59" fmla="*/ 43 h 47"/>
                  <a:gd name="T60" fmla="*/ 31 w 56"/>
                  <a:gd name="T61" fmla="*/ 40 h 47"/>
                  <a:gd name="T62" fmla="*/ 38 w 56"/>
                  <a:gd name="T63" fmla="*/ 39 h 47"/>
                  <a:gd name="T64" fmla="*/ 41 w 56"/>
                  <a:gd name="T65" fmla="*/ 40 h 47"/>
                  <a:gd name="T66" fmla="*/ 43 w 56"/>
                  <a:gd name="T67" fmla="*/ 37 h 47"/>
                  <a:gd name="T68" fmla="*/ 45 w 56"/>
                  <a:gd name="T69" fmla="*/ 35 h 47"/>
                  <a:gd name="T70" fmla="*/ 46 w 56"/>
                  <a:gd name="T71" fmla="*/ 38 h 47"/>
                  <a:gd name="T72" fmla="*/ 48 w 56"/>
                  <a:gd name="T73" fmla="*/ 37 h 47"/>
                  <a:gd name="T74" fmla="*/ 49 w 56"/>
                  <a:gd name="T75" fmla="*/ 35 h 47"/>
                  <a:gd name="T76" fmla="*/ 49 w 56"/>
                  <a:gd name="T77" fmla="*/ 32 h 47"/>
                  <a:gd name="T78" fmla="*/ 51 w 56"/>
                  <a:gd name="T79" fmla="*/ 26 h 47"/>
                  <a:gd name="T80" fmla="*/ 51 w 56"/>
                  <a:gd name="T81" fmla="*/ 19 h 47"/>
                  <a:gd name="T82" fmla="*/ 53 w 56"/>
                  <a:gd name="T83" fmla="*/ 19 h 47"/>
                  <a:gd name="T84" fmla="*/ 55 w 56"/>
                  <a:gd name="T85" fmla="*/ 17 h 47"/>
                  <a:gd name="T86" fmla="*/ 55 w 56"/>
                  <a:gd name="T87" fmla="*/ 9 h 47"/>
                  <a:gd name="T88" fmla="*/ 52 w 56"/>
                  <a:gd name="T89" fmla="*/ 1 h 47"/>
                  <a:gd name="T90" fmla="*/ 52 w 56"/>
                  <a:gd name="T91"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 h="47">
                    <a:moveTo>
                      <a:pt x="52" y="1"/>
                    </a:moveTo>
                    <a:cubicBezTo>
                      <a:pt x="51" y="1"/>
                      <a:pt x="51" y="0"/>
                      <a:pt x="51" y="1"/>
                    </a:cubicBezTo>
                    <a:cubicBezTo>
                      <a:pt x="49" y="2"/>
                      <a:pt x="51" y="2"/>
                      <a:pt x="52" y="3"/>
                    </a:cubicBezTo>
                    <a:cubicBezTo>
                      <a:pt x="53" y="4"/>
                      <a:pt x="50" y="5"/>
                      <a:pt x="49" y="3"/>
                    </a:cubicBezTo>
                    <a:cubicBezTo>
                      <a:pt x="48" y="1"/>
                      <a:pt x="47" y="4"/>
                      <a:pt x="47" y="5"/>
                    </a:cubicBezTo>
                    <a:cubicBezTo>
                      <a:pt x="46" y="5"/>
                      <a:pt x="45" y="6"/>
                      <a:pt x="45" y="6"/>
                    </a:cubicBezTo>
                    <a:cubicBezTo>
                      <a:pt x="45" y="8"/>
                      <a:pt x="46" y="7"/>
                      <a:pt x="46" y="7"/>
                    </a:cubicBezTo>
                    <a:cubicBezTo>
                      <a:pt x="46" y="8"/>
                      <a:pt x="46" y="9"/>
                      <a:pt x="46" y="10"/>
                    </a:cubicBezTo>
                    <a:cubicBezTo>
                      <a:pt x="46" y="11"/>
                      <a:pt x="47" y="11"/>
                      <a:pt x="46" y="13"/>
                    </a:cubicBezTo>
                    <a:cubicBezTo>
                      <a:pt x="44" y="16"/>
                      <a:pt x="43" y="19"/>
                      <a:pt x="41" y="22"/>
                    </a:cubicBezTo>
                    <a:cubicBezTo>
                      <a:pt x="40" y="23"/>
                      <a:pt x="37" y="27"/>
                      <a:pt x="36" y="27"/>
                    </a:cubicBezTo>
                    <a:cubicBezTo>
                      <a:pt x="34" y="27"/>
                      <a:pt x="32" y="28"/>
                      <a:pt x="31" y="27"/>
                    </a:cubicBezTo>
                    <a:cubicBezTo>
                      <a:pt x="30" y="26"/>
                      <a:pt x="32" y="25"/>
                      <a:pt x="32" y="24"/>
                    </a:cubicBezTo>
                    <a:cubicBezTo>
                      <a:pt x="33" y="23"/>
                      <a:pt x="30" y="25"/>
                      <a:pt x="30" y="25"/>
                    </a:cubicBezTo>
                    <a:cubicBezTo>
                      <a:pt x="29" y="26"/>
                      <a:pt x="29" y="26"/>
                      <a:pt x="29" y="27"/>
                    </a:cubicBezTo>
                    <a:cubicBezTo>
                      <a:pt x="29" y="30"/>
                      <a:pt x="26" y="31"/>
                      <a:pt x="25" y="33"/>
                    </a:cubicBezTo>
                    <a:cubicBezTo>
                      <a:pt x="25" y="33"/>
                      <a:pt x="25" y="34"/>
                      <a:pt x="25" y="34"/>
                    </a:cubicBezTo>
                    <a:cubicBezTo>
                      <a:pt x="25" y="35"/>
                      <a:pt x="23" y="36"/>
                      <a:pt x="23" y="36"/>
                    </a:cubicBezTo>
                    <a:cubicBezTo>
                      <a:pt x="22" y="36"/>
                      <a:pt x="23" y="35"/>
                      <a:pt x="21" y="35"/>
                    </a:cubicBezTo>
                    <a:cubicBezTo>
                      <a:pt x="20" y="35"/>
                      <a:pt x="19" y="35"/>
                      <a:pt x="17" y="35"/>
                    </a:cubicBezTo>
                    <a:cubicBezTo>
                      <a:pt x="14" y="36"/>
                      <a:pt x="12" y="35"/>
                      <a:pt x="9" y="36"/>
                    </a:cubicBezTo>
                    <a:cubicBezTo>
                      <a:pt x="7" y="38"/>
                      <a:pt x="4" y="40"/>
                      <a:pt x="2" y="42"/>
                    </a:cubicBezTo>
                    <a:cubicBezTo>
                      <a:pt x="0" y="42"/>
                      <a:pt x="0" y="45"/>
                      <a:pt x="1" y="44"/>
                    </a:cubicBezTo>
                    <a:cubicBezTo>
                      <a:pt x="2" y="44"/>
                      <a:pt x="2" y="43"/>
                      <a:pt x="3" y="43"/>
                    </a:cubicBezTo>
                    <a:cubicBezTo>
                      <a:pt x="4" y="44"/>
                      <a:pt x="5" y="45"/>
                      <a:pt x="5" y="44"/>
                    </a:cubicBezTo>
                    <a:cubicBezTo>
                      <a:pt x="10" y="43"/>
                      <a:pt x="17" y="39"/>
                      <a:pt x="22" y="40"/>
                    </a:cubicBezTo>
                    <a:cubicBezTo>
                      <a:pt x="23" y="41"/>
                      <a:pt x="21" y="43"/>
                      <a:pt x="21" y="43"/>
                    </a:cubicBezTo>
                    <a:cubicBezTo>
                      <a:pt x="22" y="44"/>
                      <a:pt x="23" y="47"/>
                      <a:pt x="24" y="47"/>
                    </a:cubicBezTo>
                    <a:cubicBezTo>
                      <a:pt x="25" y="46"/>
                      <a:pt x="26" y="45"/>
                      <a:pt x="27" y="44"/>
                    </a:cubicBezTo>
                    <a:cubicBezTo>
                      <a:pt x="28" y="42"/>
                      <a:pt x="28" y="43"/>
                      <a:pt x="30" y="43"/>
                    </a:cubicBezTo>
                    <a:cubicBezTo>
                      <a:pt x="29" y="43"/>
                      <a:pt x="28" y="35"/>
                      <a:pt x="31" y="40"/>
                    </a:cubicBezTo>
                    <a:cubicBezTo>
                      <a:pt x="32" y="42"/>
                      <a:pt x="37" y="40"/>
                      <a:pt x="38" y="39"/>
                    </a:cubicBezTo>
                    <a:cubicBezTo>
                      <a:pt x="40" y="36"/>
                      <a:pt x="40" y="42"/>
                      <a:pt x="41" y="40"/>
                    </a:cubicBezTo>
                    <a:cubicBezTo>
                      <a:pt x="41" y="39"/>
                      <a:pt x="42" y="37"/>
                      <a:pt x="43" y="37"/>
                    </a:cubicBezTo>
                    <a:cubicBezTo>
                      <a:pt x="44" y="36"/>
                      <a:pt x="44" y="37"/>
                      <a:pt x="45" y="35"/>
                    </a:cubicBezTo>
                    <a:cubicBezTo>
                      <a:pt x="45" y="35"/>
                      <a:pt x="45" y="39"/>
                      <a:pt x="46" y="38"/>
                    </a:cubicBezTo>
                    <a:cubicBezTo>
                      <a:pt x="46" y="38"/>
                      <a:pt x="47" y="38"/>
                      <a:pt x="48" y="37"/>
                    </a:cubicBezTo>
                    <a:cubicBezTo>
                      <a:pt x="49" y="37"/>
                      <a:pt x="48" y="36"/>
                      <a:pt x="49" y="35"/>
                    </a:cubicBezTo>
                    <a:cubicBezTo>
                      <a:pt x="51" y="34"/>
                      <a:pt x="51" y="34"/>
                      <a:pt x="49" y="32"/>
                    </a:cubicBezTo>
                    <a:cubicBezTo>
                      <a:pt x="48" y="31"/>
                      <a:pt x="51" y="28"/>
                      <a:pt x="51" y="26"/>
                    </a:cubicBezTo>
                    <a:cubicBezTo>
                      <a:pt x="52" y="24"/>
                      <a:pt x="50" y="21"/>
                      <a:pt x="51" y="19"/>
                    </a:cubicBezTo>
                    <a:cubicBezTo>
                      <a:pt x="52" y="18"/>
                      <a:pt x="52" y="19"/>
                      <a:pt x="53" y="19"/>
                    </a:cubicBezTo>
                    <a:cubicBezTo>
                      <a:pt x="54" y="19"/>
                      <a:pt x="55" y="17"/>
                      <a:pt x="55" y="17"/>
                    </a:cubicBezTo>
                    <a:cubicBezTo>
                      <a:pt x="56" y="14"/>
                      <a:pt x="56" y="11"/>
                      <a:pt x="55" y="9"/>
                    </a:cubicBezTo>
                    <a:cubicBezTo>
                      <a:pt x="55" y="8"/>
                      <a:pt x="52" y="1"/>
                      <a:pt x="52" y="1"/>
                    </a:cubicBezTo>
                    <a:cubicBezTo>
                      <a:pt x="52" y="1"/>
                      <a:pt x="52" y="1"/>
                      <a:pt x="52"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grpSp>
        <p:sp>
          <p:nvSpPr>
            <p:cNvPr id="786" name="Freeform 432">
              <a:extLst>
                <a:ext uri="{FF2B5EF4-FFF2-40B4-BE49-F238E27FC236}">
                  <a16:creationId xmlns:a16="http://schemas.microsoft.com/office/drawing/2014/main" id="{5FDD8811-4DAC-A35A-A2BB-D3F9F67E6CD2}"/>
                </a:ext>
              </a:extLst>
            </p:cNvPr>
            <p:cNvSpPr>
              <a:spLocks/>
            </p:cNvSpPr>
            <p:nvPr/>
          </p:nvSpPr>
          <p:spPr bwMode="auto">
            <a:xfrm>
              <a:off x="17884911" y="7370216"/>
              <a:ext cx="19109" cy="25484"/>
            </a:xfrm>
            <a:custGeom>
              <a:avLst/>
              <a:gdLst>
                <a:gd name="T0" fmla="*/ 2 w 2"/>
                <a:gd name="T1" fmla="*/ 0 h 3"/>
                <a:gd name="T2" fmla="*/ 0 w 2"/>
                <a:gd name="T3" fmla="*/ 1 h 3"/>
                <a:gd name="T4" fmla="*/ 2 w 2"/>
                <a:gd name="T5" fmla="*/ 0 h 3"/>
              </a:gdLst>
              <a:ahLst/>
              <a:cxnLst>
                <a:cxn ang="0">
                  <a:pos x="T0" y="T1"/>
                </a:cxn>
                <a:cxn ang="0">
                  <a:pos x="T2" y="T3"/>
                </a:cxn>
                <a:cxn ang="0">
                  <a:pos x="T4" y="T5"/>
                </a:cxn>
              </a:cxnLst>
              <a:rect l="0" t="0" r="r" b="b"/>
              <a:pathLst>
                <a:path w="2" h="3">
                  <a:moveTo>
                    <a:pt x="2" y="0"/>
                  </a:moveTo>
                  <a:cubicBezTo>
                    <a:pt x="2" y="0"/>
                    <a:pt x="0" y="1"/>
                    <a:pt x="0" y="1"/>
                  </a:cubicBezTo>
                  <a:cubicBezTo>
                    <a:pt x="1" y="3"/>
                    <a:pt x="2" y="1"/>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87" name="Freeform 433">
              <a:extLst>
                <a:ext uri="{FF2B5EF4-FFF2-40B4-BE49-F238E27FC236}">
                  <a16:creationId xmlns:a16="http://schemas.microsoft.com/office/drawing/2014/main" id="{5050033E-EFA6-0FC0-E7F0-52C38607EE2C}"/>
                </a:ext>
              </a:extLst>
            </p:cNvPr>
            <p:cNvSpPr>
              <a:spLocks/>
            </p:cNvSpPr>
            <p:nvPr/>
          </p:nvSpPr>
          <p:spPr bwMode="auto">
            <a:xfrm>
              <a:off x="17773446" y="7370216"/>
              <a:ext cx="121018" cy="92380"/>
            </a:xfrm>
            <a:custGeom>
              <a:avLst/>
              <a:gdLst>
                <a:gd name="T0" fmla="*/ 11 w 13"/>
                <a:gd name="T1" fmla="*/ 2 h 10"/>
                <a:gd name="T2" fmla="*/ 7 w 13"/>
                <a:gd name="T3" fmla="*/ 2 h 10"/>
                <a:gd name="T4" fmla="*/ 5 w 13"/>
                <a:gd name="T5" fmla="*/ 3 h 10"/>
                <a:gd name="T6" fmla="*/ 3 w 13"/>
                <a:gd name="T7" fmla="*/ 4 h 10"/>
                <a:gd name="T8" fmla="*/ 0 w 13"/>
                <a:gd name="T9" fmla="*/ 6 h 10"/>
                <a:gd name="T10" fmla="*/ 3 w 13"/>
                <a:gd name="T11" fmla="*/ 9 h 10"/>
                <a:gd name="T12" fmla="*/ 6 w 13"/>
                <a:gd name="T13" fmla="*/ 6 h 10"/>
                <a:gd name="T14" fmla="*/ 10 w 13"/>
                <a:gd name="T15" fmla="*/ 6 h 10"/>
                <a:gd name="T16" fmla="*/ 11 w 13"/>
                <a:gd name="T17" fmla="*/ 2 h 10"/>
                <a:gd name="T18" fmla="*/ 11 w 13"/>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0">
                  <a:moveTo>
                    <a:pt x="11" y="2"/>
                  </a:moveTo>
                  <a:cubicBezTo>
                    <a:pt x="9" y="2"/>
                    <a:pt x="9" y="0"/>
                    <a:pt x="7" y="2"/>
                  </a:cubicBezTo>
                  <a:cubicBezTo>
                    <a:pt x="6" y="2"/>
                    <a:pt x="5" y="4"/>
                    <a:pt x="5" y="3"/>
                  </a:cubicBezTo>
                  <a:cubicBezTo>
                    <a:pt x="4" y="2"/>
                    <a:pt x="3" y="4"/>
                    <a:pt x="3" y="4"/>
                  </a:cubicBezTo>
                  <a:cubicBezTo>
                    <a:pt x="2" y="6"/>
                    <a:pt x="1" y="5"/>
                    <a:pt x="0" y="6"/>
                  </a:cubicBezTo>
                  <a:cubicBezTo>
                    <a:pt x="0" y="5"/>
                    <a:pt x="2" y="9"/>
                    <a:pt x="3" y="9"/>
                  </a:cubicBezTo>
                  <a:cubicBezTo>
                    <a:pt x="3" y="10"/>
                    <a:pt x="5" y="6"/>
                    <a:pt x="6" y="6"/>
                  </a:cubicBezTo>
                  <a:cubicBezTo>
                    <a:pt x="7" y="6"/>
                    <a:pt x="9" y="7"/>
                    <a:pt x="10" y="6"/>
                  </a:cubicBezTo>
                  <a:cubicBezTo>
                    <a:pt x="11" y="6"/>
                    <a:pt x="13" y="3"/>
                    <a:pt x="11" y="2"/>
                  </a:cubicBezTo>
                  <a:cubicBezTo>
                    <a:pt x="10" y="2"/>
                    <a:pt x="11" y="2"/>
                    <a:pt x="11"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88" name="Freeform 434">
              <a:extLst>
                <a:ext uri="{FF2B5EF4-FFF2-40B4-BE49-F238E27FC236}">
                  <a16:creationId xmlns:a16="http://schemas.microsoft.com/office/drawing/2014/main" id="{2259EB7E-AFFC-687F-7A12-5E4D4402DCE4}"/>
                </a:ext>
              </a:extLst>
            </p:cNvPr>
            <p:cNvSpPr>
              <a:spLocks/>
            </p:cNvSpPr>
            <p:nvPr/>
          </p:nvSpPr>
          <p:spPr bwMode="auto">
            <a:xfrm>
              <a:off x="17652427" y="7405258"/>
              <a:ext cx="101909" cy="149721"/>
            </a:xfrm>
            <a:custGeom>
              <a:avLst/>
              <a:gdLst>
                <a:gd name="T0" fmla="*/ 7 w 11"/>
                <a:gd name="T1" fmla="*/ 0 h 16"/>
                <a:gd name="T2" fmla="*/ 2 w 11"/>
                <a:gd name="T3" fmla="*/ 2 h 16"/>
                <a:gd name="T4" fmla="*/ 0 w 11"/>
                <a:gd name="T5" fmla="*/ 6 h 16"/>
                <a:gd name="T6" fmla="*/ 2 w 11"/>
                <a:gd name="T7" fmla="*/ 6 h 16"/>
                <a:gd name="T8" fmla="*/ 3 w 11"/>
                <a:gd name="T9" fmla="*/ 4 h 16"/>
                <a:gd name="T10" fmla="*/ 4 w 11"/>
                <a:gd name="T11" fmla="*/ 5 h 16"/>
                <a:gd name="T12" fmla="*/ 3 w 11"/>
                <a:gd name="T13" fmla="*/ 10 h 16"/>
                <a:gd name="T14" fmla="*/ 3 w 11"/>
                <a:gd name="T15" fmla="*/ 11 h 16"/>
                <a:gd name="T16" fmla="*/ 3 w 11"/>
                <a:gd name="T17" fmla="*/ 13 h 16"/>
                <a:gd name="T18" fmla="*/ 5 w 11"/>
                <a:gd name="T19" fmla="*/ 12 h 16"/>
                <a:gd name="T20" fmla="*/ 6 w 11"/>
                <a:gd name="T21" fmla="*/ 15 h 16"/>
                <a:gd name="T22" fmla="*/ 8 w 11"/>
                <a:gd name="T23" fmla="*/ 12 h 16"/>
                <a:gd name="T24" fmla="*/ 11 w 11"/>
                <a:gd name="T25" fmla="*/ 7 h 16"/>
                <a:gd name="T26" fmla="*/ 10 w 11"/>
                <a:gd name="T27" fmla="*/ 2 h 16"/>
                <a:gd name="T28" fmla="*/ 7 w 11"/>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6">
                  <a:moveTo>
                    <a:pt x="7" y="0"/>
                  </a:moveTo>
                  <a:cubicBezTo>
                    <a:pt x="5" y="0"/>
                    <a:pt x="3" y="1"/>
                    <a:pt x="2" y="2"/>
                  </a:cubicBezTo>
                  <a:cubicBezTo>
                    <a:pt x="0" y="3"/>
                    <a:pt x="0" y="4"/>
                    <a:pt x="0" y="6"/>
                  </a:cubicBezTo>
                  <a:cubicBezTo>
                    <a:pt x="0" y="5"/>
                    <a:pt x="3" y="5"/>
                    <a:pt x="2" y="6"/>
                  </a:cubicBezTo>
                  <a:cubicBezTo>
                    <a:pt x="3" y="5"/>
                    <a:pt x="2" y="4"/>
                    <a:pt x="3" y="4"/>
                  </a:cubicBezTo>
                  <a:cubicBezTo>
                    <a:pt x="3" y="4"/>
                    <a:pt x="4" y="4"/>
                    <a:pt x="4" y="5"/>
                  </a:cubicBezTo>
                  <a:cubicBezTo>
                    <a:pt x="4" y="7"/>
                    <a:pt x="4" y="8"/>
                    <a:pt x="3" y="10"/>
                  </a:cubicBezTo>
                  <a:cubicBezTo>
                    <a:pt x="2" y="11"/>
                    <a:pt x="3" y="11"/>
                    <a:pt x="3" y="11"/>
                  </a:cubicBezTo>
                  <a:cubicBezTo>
                    <a:pt x="3" y="12"/>
                    <a:pt x="3" y="13"/>
                    <a:pt x="3" y="13"/>
                  </a:cubicBezTo>
                  <a:cubicBezTo>
                    <a:pt x="3" y="16"/>
                    <a:pt x="5" y="12"/>
                    <a:pt x="5" y="12"/>
                  </a:cubicBezTo>
                  <a:cubicBezTo>
                    <a:pt x="5" y="12"/>
                    <a:pt x="5" y="15"/>
                    <a:pt x="6" y="15"/>
                  </a:cubicBezTo>
                  <a:cubicBezTo>
                    <a:pt x="6" y="16"/>
                    <a:pt x="8" y="13"/>
                    <a:pt x="8" y="12"/>
                  </a:cubicBezTo>
                  <a:cubicBezTo>
                    <a:pt x="10" y="10"/>
                    <a:pt x="10" y="8"/>
                    <a:pt x="11" y="7"/>
                  </a:cubicBezTo>
                  <a:cubicBezTo>
                    <a:pt x="11" y="5"/>
                    <a:pt x="10" y="4"/>
                    <a:pt x="10" y="2"/>
                  </a:cubicBezTo>
                  <a:cubicBezTo>
                    <a:pt x="10" y="0"/>
                    <a:pt x="7" y="2"/>
                    <a:pt x="7"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89" name="Freeform 435">
              <a:extLst>
                <a:ext uri="{FF2B5EF4-FFF2-40B4-BE49-F238E27FC236}">
                  <a16:creationId xmlns:a16="http://schemas.microsoft.com/office/drawing/2014/main" id="{F3D3C7AA-4D7B-E297-034B-F42A938FD0F4}"/>
                </a:ext>
              </a:extLst>
            </p:cNvPr>
            <p:cNvSpPr>
              <a:spLocks/>
            </p:cNvSpPr>
            <p:nvPr/>
          </p:nvSpPr>
          <p:spPr bwMode="auto">
            <a:xfrm>
              <a:off x="17550518" y="7771599"/>
              <a:ext cx="35033" cy="28669"/>
            </a:xfrm>
            <a:custGeom>
              <a:avLst/>
              <a:gdLst>
                <a:gd name="T0" fmla="*/ 4 w 4"/>
                <a:gd name="T1" fmla="*/ 0 h 3"/>
                <a:gd name="T2" fmla="*/ 1 w 4"/>
                <a:gd name="T3" fmla="*/ 3 h 3"/>
                <a:gd name="T4" fmla="*/ 4 w 4"/>
                <a:gd name="T5" fmla="*/ 0 h 3"/>
              </a:gdLst>
              <a:ahLst/>
              <a:cxnLst>
                <a:cxn ang="0">
                  <a:pos x="T0" y="T1"/>
                </a:cxn>
                <a:cxn ang="0">
                  <a:pos x="T2" y="T3"/>
                </a:cxn>
                <a:cxn ang="0">
                  <a:pos x="T4" y="T5"/>
                </a:cxn>
              </a:cxnLst>
              <a:rect l="0" t="0" r="r" b="b"/>
              <a:pathLst>
                <a:path w="4" h="3">
                  <a:moveTo>
                    <a:pt x="4" y="0"/>
                  </a:moveTo>
                  <a:cubicBezTo>
                    <a:pt x="3" y="0"/>
                    <a:pt x="0" y="1"/>
                    <a:pt x="1" y="3"/>
                  </a:cubicBezTo>
                  <a:cubicBezTo>
                    <a:pt x="1" y="3"/>
                    <a:pt x="4" y="0"/>
                    <a:pt x="4"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90" name="Freeform 436">
              <a:extLst>
                <a:ext uri="{FF2B5EF4-FFF2-40B4-BE49-F238E27FC236}">
                  <a16:creationId xmlns:a16="http://schemas.microsoft.com/office/drawing/2014/main" id="{05ED8BFB-E48E-A664-6AC8-D754D02B1872}"/>
                </a:ext>
              </a:extLst>
            </p:cNvPr>
            <p:cNvSpPr>
              <a:spLocks/>
            </p:cNvSpPr>
            <p:nvPr/>
          </p:nvSpPr>
          <p:spPr bwMode="auto">
            <a:xfrm>
              <a:off x="17633319" y="7679216"/>
              <a:ext cx="19109" cy="15928"/>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0" y="2"/>
                    <a:pt x="2" y="0"/>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91" name="Freeform 437">
              <a:extLst>
                <a:ext uri="{FF2B5EF4-FFF2-40B4-BE49-F238E27FC236}">
                  <a16:creationId xmlns:a16="http://schemas.microsoft.com/office/drawing/2014/main" id="{9762FFBA-5E4A-9DCF-9C38-A4F894F50C6C}"/>
                </a:ext>
              </a:extLst>
            </p:cNvPr>
            <p:cNvSpPr>
              <a:spLocks/>
            </p:cNvSpPr>
            <p:nvPr/>
          </p:nvSpPr>
          <p:spPr bwMode="auto">
            <a:xfrm>
              <a:off x="17381727" y="7873535"/>
              <a:ext cx="19109"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92" name="Freeform 438">
              <a:extLst>
                <a:ext uri="{FF2B5EF4-FFF2-40B4-BE49-F238E27FC236}">
                  <a16:creationId xmlns:a16="http://schemas.microsoft.com/office/drawing/2014/main" id="{65231AD1-3D92-80F5-43E2-87FCC7034E6B}"/>
                </a:ext>
              </a:extLst>
            </p:cNvPr>
            <p:cNvSpPr>
              <a:spLocks/>
            </p:cNvSpPr>
            <p:nvPr/>
          </p:nvSpPr>
          <p:spPr bwMode="auto">
            <a:xfrm>
              <a:off x="17203386" y="7838493"/>
              <a:ext cx="111465" cy="156092"/>
            </a:xfrm>
            <a:custGeom>
              <a:avLst/>
              <a:gdLst>
                <a:gd name="T0" fmla="*/ 8 w 12"/>
                <a:gd name="T1" fmla="*/ 1 h 17"/>
                <a:gd name="T2" fmla="*/ 0 w 12"/>
                <a:gd name="T3" fmla="*/ 8 h 17"/>
                <a:gd name="T4" fmla="*/ 1 w 12"/>
                <a:gd name="T5" fmla="*/ 14 h 17"/>
                <a:gd name="T6" fmla="*/ 3 w 12"/>
                <a:gd name="T7" fmla="*/ 17 h 17"/>
                <a:gd name="T8" fmla="*/ 8 w 12"/>
                <a:gd name="T9" fmla="*/ 1 h 17"/>
                <a:gd name="T10" fmla="*/ 8 w 12"/>
                <a:gd name="T11" fmla="*/ 1 h 17"/>
              </a:gdLst>
              <a:ahLst/>
              <a:cxnLst>
                <a:cxn ang="0">
                  <a:pos x="T0" y="T1"/>
                </a:cxn>
                <a:cxn ang="0">
                  <a:pos x="T2" y="T3"/>
                </a:cxn>
                <a:cxn ang="0">
                  <a:pos x="T4" y="T5"/>
                </a:cxn>
                <a:cxn ang="0">
                  <a:pos x="T6" y="T7"/>
                </a:cxn>
                <a:cxn ang="0">
                  <a:pos x="T8" y="T9"/>
                </a:cxn>
                <a:cxn ang="0">
                  <a:pos x="T10" y="T11"/>
                </a:cxn>
              </a:cxnLst>
              <a:rect l="0" t="0" r="r" b="b"/>
              <a:pathLst>
                <a:path w="12" h="17">
                  <a:moveTo>
                    <a:pt x="8" y="1"/>
                  </a:moveTo>
                  <a:cubicBezTo>
                    <a:pt x="5" y="0"/>
                    <a:pt x="1" y="6"/>
                    <a:pt x="0" y="8"/>
                  </a:cubicBezTo>
                  <a:cubicBezTo>
                    <a:pt x="0" y="10"/>
                    <a:pt x="0" y="12"/>
                    <a:pt x="1" y="14"/>
                  </a:cubicBezTo>
                  <a:cubicBezTo>
                    <a:pt x="1" y="14"/>
                    <a:pt x="3" y="17"/>
                    <a:pt x="3" y="17"/>
                  </a:cubicBezTo>
                  <a:cubicBezTo>
                    <a:pt x="4" y="15"/>
                    <a:pt x="12" y="2"/>
                    <a:pt x="8" y="1"/>
                  </a:cubicBezTo>
                  <a:cubicBezTo>
                    <a:pt x="7" y="1"/>
                    <a:pt x="9" y="1"/>
                    <a:pt x="8"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93" name="Freeform 439">
              <a:extLst>
                <a:ext uri="{FF2B5EF4-FFF2-40B4-BE49-F238E27FC236}">
                  <a16:creationId xmlns:a16="http://schemas.microsoft.com/office/drawing/2014/main" id="{728D49D3-9E0F-C573-7D1A-E5BDE7D0A3F7}"/>
                </a:ext>
              </a:extLst>
            </p:cNvPr>
            <p:cNvSpPr>
              <a:spLocks/>
            </p:cNvSpPr>
            <p:nvPr/>
          </p:nvSpPr>
          <p:spPr bwMode="auto">
            <a:xfrm>
              <a:off x="16652429" y="8099708"/>
              <a:ext cx="130574" cy="92380"/>
            </a:xfrm>
            <a:custGeom>
              <a:avLst/>
              <a:gdLst>
                <a:gd name="T0" fmla="*/ 13 w 14"/>
                <a:gd name="T1" fmla="*/ 1 h 10"/>
                <a:gd name="T2" fmla="*/ 9 w 14"/>
                <a:gd name="T3" fmla="*/ 0 h 10"/>
                <a:gd name="T4" fmla="*/ 4 w 14"/>
                <a:gd name="T5" fmla="*/ 2 h 10"/>
                <a:gd name="T6" fmla="*/ 4 w 14"/>
                <a:gd name="T7" fmla="*/ 9 h 10"/>
                <a:gd name="T8" fmla="*/ 11 w 14"/>
                <a:gd name="T9" fmla="*/ 6 h 10"/>
                <a:gd name="T10" fmla="*/ 13 w 14"/>
                <a:gd name="T11" fmla="*/ 1 h 10"/>
              </a:gdLst>
              <a:ahLst/>
              <a:cxnLst>
                <a:cxn ang="0">
                  <a:pos x="T0" y="T1"/>
                </a:cxn>
                <a:cxn ang="0">
                  <a:pos x="T2" y="T3"/>
                </a:cxn>
                <a:cxn ang="0">
                  <a:pos x="T4" y="T5"/>
                </a:cxn>
                <a:cxn ang="0">
                  <a:pos x="T6" y="T7"/>
                </a:cxn>
                <a:cxn ang="0">
                  <a:pos x="T8" y="T9"/>
                </a:cxn>
                <a:cxn ang="0">
                  <a:pos x="T10" y="T11"/>
                </a:cxn>
              </a:cxnLst>
              <a:rect l="0" t="0" r="r" b="b"/>
              <a:pathLst>
                <a:path w="14" h="10">
                  <a:moveTo>
                    <a:pt x="13" y="1"/>
                  </a:moveTo>
                  <a:cubicBezTo>
                    <a:pt x="12" y="1"/>
                    <a:pt x="11" y="0"/>
                    <a:pt x="9" y="0"/>
                  </a:cubicBezTo>
                  <a:cubicBezTo>
                    <a:pt x="7" y="0"/>
                    <a:pt x="6" y="1"/>
                    <a:pt x="4" y="2"/>
                  </a:cubicBezTo>
                  <a:cubicBezTo>
                    <a:pt x="2" y="4"/>
                    <a:pt x="0" y="7"/>
                    <a:pt x="4" y="9"/>
                  </a:cubicBezTo>
                  <a:cubicBezTo>
                    <a:pt x="6" y="10"/>
                    <a:pt x="10" y="8"/>
                    <a:pt x="11" y="6"/>
                  </a:cubicBezTo>
                  <a:cubicBezTo>
                    <a:pt x="11" y="5"/>
                    <a:pt x="14" y="1"/>
                    <a:pt x="13"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94" name="Freeform 440">
              <a:extLst>
                <a:ext uri="{FF2B5EF4-FFF2-40B4-BE49-F238E27FC236}">
                  <a16:creationId xmlns:a16="http://schemas.microsoft.com/office/drawing/2014/main" id="{14EB6C9D-2677-D626-0EFC-852629D85448}"/>
                </a:ext>
              </a:extLst>
            </p:cNvPr>
            <p:cNvSpPr>
              <a:spLocks/>
            </p:cNvSpPr>
            <p:nvPr/>
          </p:nvSpPr>
          <p:spPr bwMode="auto">
            <a:xfrm>
              <a:off x="17184277" y="8163419"/>
              <a:ext cx="187897" cy="264400"/>
            </a:xfrm>
            <a:custGeom>
              <a:avLst/>
              <a:gdLst>
                <a:gd name="T0" fmla="*/ 12 w 20"/>
                <a:gd name="T1" fmla="*/ 2 h 28"/>
                <a:gd name="T2" fmla="*/ 9 w 20"/>
                <a:gd name="T3" fmla="*/ 2 h 28"/>
                <a:gd name="T4" fmla="*/ 4 w 20"/>
                <a:gd name="T5" fmla="*/ 3 h 28"/>
                <a:gd name="T6" fmla="*/ 3 w 20"/>
                <a:gd name="T7" fmla="*/ 11 h 28"/>
                <a:gd name="T8" fmla="*/ 3 w 20"/>
                <a:gd name="T9" fmla="*/ 13 h 28"/>
                <a:gd name="T10" fmla="*/ 0 w 20"/>
                <a:gd name="T11" fmla="*/ 13 h 28"/>
                <a:gd name="T12" fmla="*/ 3 w 20"/>
                <a:gd name="T13" fmla="*/ 22 h 28"/>
                <a:gd name="T14" fmla="*/ 5 w 20"/>
                <a:gd name="T15" fmla="*/ 20 h 28"/>
                <a:gd name="T16" fmla="*/ 7 w 20"/>
                <a:gd name="T17" fmla="*/ 22 h 28"/>
                <a:gd name="T18" fmla="*/ 4 w 20"/>
                <a:gd name="T19" fmla="*/ 23 h 28"/>
                <a:gd name="T20" fmla="*/ 8 w 20"/>
                <a:gd name="T21" fmla="*/ 26 h 28"/>
                <a:gd name="T22" fmla="*/ 11 w 20"/>
                <a:gd name="T23" fmla="*/ 25 h 28"/>
                <a:gd name="T24" fmla="*/ 15 w 20"/>
                <a:gd name="T25" fmla="*/ 28 h 28"/>
                <a:gd name="T26" fmla="*/ 14 w 20"/>
                <a:gd name="T27" fmla="*/ 25 h 28"/>
                <a:gd name="T28" fmla="*/ 17 w 20"/>
                <a:gd name="T29" fmla="*/ 24 h 28"/>
                <a:gd name="T30" fmla="*/ 10 w 20"/>
                <a:gd name="T31" fmla="*/ 22 h 28"/>
                <a:gd name="T32" fmla="*/ 9 w 20"/>
                <a:gd name="T33" fmla="*/ 16 h 28"/>
                <a:gd name="T34" fmla="*/ 12 w 20"/>
                <a:gd name="T35" fmla="*/ 12 h 28"/>
                <a:gd name="T36" fmla="*/ 13 w 20"/>
                <a:gd name="T37" fmla="*/ 7 h 28"/>
                <a:gd name="T38" fmla="*/ 12 w 20"/>
                <a:gd name="T39" fmla="*/ 2 h 28"/>
                <a:gd name="T40" fmla="*/ 12 w 20"/>
                <a:gd name="T4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28">
                  <a:moveTo>
                    <a:pt x="12" y="2"/>
                  </a:moveTo>
                  <a:cubicBezTo>
                    <a:pt x="10" y="1"/>
                    <a:pt x="11" y="5"/>
                    <a:pt x="9" y="2"/>
                  </a:cubicBezTo>
                  <a:cubicBezTo>
                    <a:pt x="8" y="0"/>
                    <a:pt x="4" y="1"/>
                    <a:pt x="4" y="3"/>
                  </a:cubicBezTo>
                  <a:cubicBezTo>
                    <a:pt x="3" y="6"/>
                    <a:pt x="4" y="8"/>
                    <a:pt x="3" y="11"/>
                  </a:cubicBezTo>
                  <a:cubicBezTo>
                    <a:pt x="3" y="12"/>
                    <a:pt x="3" y="13"/>
                    <a:pt x="3" y="13"/>
                  </a:cubicBezTo>
                  <a:cubicBezTo>
                    <a:pt x="2" y="14"/>
                    <a:pt x="0" y="13"/>
                    <a:pt x="0" y="13"/>
                  </a:cubicBezTo>
                  <a:cubicBezTo>
                    <a:pt x="0" y="13"/>
                    <a:pt x="2" y="22"/>
                    <a:pt x="3" y="22"/>
                  </a:cubicBezTo>
                  <a:cubicBezTo>
                    <a:pt x="3" y="22"/>
                    <a:pt x="4" y="19"/>
                    <a:pt x="5" y="20"/>
                  </a:cubicBezTo>
                  <a:cubicBezTo>
                    <a:pt x="5" y="20"/>
                    <a:pt x="7" y="21"/>
                    <a:pt x="7" y="22"/>
                  </a:cubicBezTo>
                  <a:cubicBezTo>
                    <a:pt x="7" y="23"/>
                    <a:pt x="4" y="21"/>
                    <a:pt x="4" y="23"/>
                  </a:cubicBezTo>
                  <a:cubicBezTo>
                    <a:pt x="4" y="25"/>
                    <a:pt x="6" y="27"/>
                    <a:pt x="8" y="26"/>
                  </a:cubicBezTo>
                  <a:cubicBezTo>
                    <a:pt x="9" y="26"/>
                    <a:pt x="10" y="24"/>
                    <a:pt x="11" y="25"/>
                  </a:cubicBezTo>
                  <a:cubicBezTo>
                    <a:pt x="11" y="25"/>
                    <a:pt x="15" y="28"/>
                    <a:pt x="15" y="28"/>
                  </a:cubicBezTo>
                  <a:cubicBezTo>
                    <a:pt x="16" y="27"/>
                    <a:pt x="13" y="26"/>
                    <a:pt x="14" y="25"/>
                  </a:cubicBezTo>
                  <a:cubicBezTo>
                    <a:pt x="13" y="26"/>
                    <a:pt x="20" y="28"/>
                    <a:pt x="17" y="24"/>
                  </a:cubicBezTo>
                  <a:cubicBezTo>
                    <a:pt x="15" y="22"/>
                    <a:pt x="11" y="25"/>
                    <a:pt x="10" y="22"/>
                  </a:cubicBezTo>
                  <a:cubicBezTo>
                    <a:pt x="9" y="20"/>
                    <a:pt x="9" y="19"/>
                    <a:pt x="9" y="16"/>
                  </a:cubicBezTo>
                  <a:cubicBezTo>
                    <a:pt x="9" y="14"/>
                    <a:pt x="11" y="14"/>
                    <a:pt x="12" y="12"/>
                  </a:cubicBezTo>
                  <a:cubicBezTo>
                    <a:pt x="14" y="10"/>
                    <a:pt x="14" y="9"/>
                    <a:pt x="13" y="7"/>
                  </a:cubicBezTo>
                  <a:cubicBezTo>
                    <a:pt x="13" y="7"/>
                    <a:pt x="13" y="2"/>
                    <a:pt x="12" y="2"/>
                  </a:cubicBezTo>
                  <a:cubicBezTo>
                    <a:pt x="11" y="2"/>
                    <a:pt x="13" y="2"/>
                    <a:pt x="12"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95" name="Freeform 441">
              <a:extLst>
                <a:ext uri="{FF2B5EF4-FFF2-40B4-BE49-F238E27FC236}">
                  <a16:creationId xmlns:a16="http://schemas.microsoft.com/office/drawing/2014/main" id="{99418422-C04B-2A93-00BF-C44E72E4CA9C}"/>
                </a:ext>
              </a:extLst>
            </p:cNvPr>
            <p:cNvSpPr>
              <a:spLocks/>
            </p:cNvSpPr>
            <p:nvPr/>
          </p:nvSpPr>
          <p:spPr bwMode="auto">
            <a:xfrm>
              <a:off x="17343512" y="8389592"/>
              <a:ext cx="57323" cy="73269"/>
            </a:xfrm>
            <a:custGeom>
              <a:avLst/>
              <a:gdLst>
                <a:gd name="T0" fmla="*/ 3 w 6"/>
                <a:gd name="T1" fmla="*/ 1 h 8"/>
                <a:gd name="T2" fmla="*/ 1 w 6"/>
                <a:gd name="T3" fmla="*/ 1 h 8"/>
                <a:gd name="T4" fmla="*/ 0 w 6"/>
                <a:gd name="T5" fmla="*/ 3 h 8"/>
                <a:gd name="T6" fmla="*/ 2 w 6"/>
                <a:gd name="T7" fmla="*/ 6 h 8"/>
                <a:gd name="T8" fmla="*/ 5 w 6"/>
                <a:gd name="T9" fmla="*/ 7 h 8"/>
                <a:gd name="T10" fmla="*/ 4 w 6"/>
                <a:gd name="T11" fmla="*/ 4 h 8"/>
                <a:gd name="T12" fmla="*/ 3 w 6"/>
                <a:gd name="T13" fmla="*/ 1 h 8"/>
                <a:gd name="T14" fmla="*/ 3 w 6"/>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1"/>
                  </a:moveTo>
                  <a:cubicBezTo>
                    <a:pt x="3" y="1"/>
                    <a:pt x="2" y="0"/>
                    <a:pt x="1" y="1"/>
                  </a:cubicBezTo>
                  <a:cubicBezTo>
                    <a:pt x="1" y="2"/>
                    <a:pt x="0" y="2"/>
                    <a:pt x="0" y="3"/>
                  </a:cubicBezTo>
                  <a:cubicBezTo>
                    <a:pt x="1" y="4"/>
                    <a:pt x="0" y="5"/>
                    <a:pt x="2" y="6"/>
                  </a:cubicBezTo>
                  <a:cubicBezTo>
                    <a:pt x="2" y="6"/>
                    <a:pt x="6" y="8"/>
                    <a:pt x="5" y="7"/>
                  </a:cubicBezTo>
                  <a:cubicBezTo>
                    <a:pt x="5" y="6"/>
                    <a:pt x="5" y="5"/>
                    <a:pt x="4" y="4"/>
                  </a:cubicBezTo>
                  <a:cubicBezTo>
                    <a:pt x="2" y="4"/>
                    <a:pt x="2" y="1"/>
                    <a:pt x="3" y="1"/>
                  </a:cubicBezTo>
                  <a:cubicBezTo>
                    <a:pt x="2" y="1"/>
                    <a:pt x="4" y="1"/>
                    <a:pt x="3"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96" name="Freeform 442">
              <a:extLst>
                <a:ext uri="{FF2B5EF4-FFF2-40B4-BE49-F238E27FC236}">
                  <a16:creationId xmlns:a16="http://schemas.microsoft.com/office/drawing/2014/main" id="{E2FB6C4C-79BF-E248-B33A-44345DF7F0A9}"/>
                </a:ext>
              </a:extLst>
            </p:cNvPr>
            <p:cNvSpPr>
              <a:spLocks/>
            </p:cNvSpPr>
            <p:nvPr/>
          </p:nvSpPr>
          <p:spPr bwMode="auto">
            <a:xfrm>
              <a:off x="17381727" y="8453303"/>
              <a:ext cx="92356" cy="124237"/>
            </a:xfrm>
            <a:custGeom>
              <a:avLst/>
              <a:gdLst>
                <a:gd name="T0" fmla="*/ 4 w 10"/>
                <a:gd name="T1" fmla="*/ 0 h 13"/>
                <a:gd name="T2" fmla="*/ 2 w 10"/>
                <a:gd name="T3" fmla="*/ 1 h 13"/>
                <a:gd name="T4" fmla="*/ 4 w 10"/>
                <a:gd name="T5" fmla="*/ 4 h 13"/>
                <a:gd name="T6" fmla="*/ 4 w 10"/>
                <a:gd name="T7" fmla="*/ 9 h 13"/>
                <a:gd name="T8" fmla="*/ 5 w 10"/>
                <a:gd name="T9" fmla="*/ 13 h 13"/>
                <a:gd name="T10" fmla="*/ 5 w 10"/>
                <a:gd name="T11" fmla="*/ 11 h 13"/>
                <a:gd name="T12" fmla="*/ 9 w 10"/>
                <a:gd name="T13" fmla="*/ 8 h 13"/>
                <a:gd name="T14" fmla="*/ 8 w 10"/>
                <a:gd name="T15" fmla="*/ 6 h 13"/>
                <a:gd name="T16" fmla="*/ 9 w 10"/>
                <a:gd name="T17" fmla="*/ 5 h 13"/>
                <a:gd name="T18" fmla="*/ 7 w 10"/>
                <a:gd name="T19" fmla="*/ 1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cubicBezTo>
                    <a:pt x="3" y="0"/>
                    <a:pt x="4" y="0"/>
                    <a:pt x="2" y="1"/>
                  </a:cubicBezTo>
                  <a:cubicBezTo>
                    <a:pt x="1" y="2"/>
                    <a:pt x="3" y="3"/>
                    <a:pt x="4" y="4"/>
                  </a:cubicBezTo>
                  <a:cubicBezTo>
                    <a:pt x="5" y="6"/>
                    <a:pt x="0" y="7"/>
                    <a:pt x="4" y="9"/>
                  </a:cubicBezTo>
                  <a:cubicBezTo>
                    <a:pt x="5" y="10"/>
                    <a:pt x="3" y="12"/>
                    <a:pt x="5" y="13"/>
                  </a:cubicBezTo>
                  <a:cubicBezTo>
                    <a:pt x="6" y="13"/>
                    <a:pt x="6" y="12"/>
                    <a:pt x="5" y="11"/>
                  </a:cubicBezTo>
                  <a:cubicBezTo>
                    <a:pt x="3" y="5"/>
                    <a:pt x="9" y="10"/>
                    <a:pt x="9" y="8"/>
                  </a:cubicBezTo>
                  <a:cubicBezTo>
                    <a:pt x="9" y="7"/>
                    <a:pt x="7" y="6"/>
                    <a:pt x="8" y="6"/>
                  </a:cubicBezTo>
                  <a:cubicBezTo>
                    <a:pt x="8" y="5"/>
                    <a:pt x="10" y="6"/>
                    <a:pt x="9" y="5"/>
                  </a:cubicBezTo>
                  <a:cubicBezTo>
                    <a:pt x="8" y="4"/>
                    <a:pt x="6" y="3"/>
                    <a:pt x="7" y="1"/>
                  </a:cubicBezTo>
                  <a:cubicBezTo>
                    <a:pt x="7" y="0"/>
                    <a:pt x="5" y="0"/>
                    <a:pt x="4"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97" name="Freeform 443">
              <a:extLst>
                <a:ext uri="{FF2B5EF4-FFF2-40B4-BE49-F238E27FC236}">
                  <a16:creationId xmlns:a16="http://schemas.microsoft.com/office/drawing/2014/main" id="{82D32B7A-81A0-64C5-F8EA-F525F15A9871}"/>
                </a:ext>
              </a:extLst>
            </p:cNvPr>
            <p:cNvSpPr>
              <a:spLocks/>
            </p:cNvSpPr>
            <p:nvPr/>
          </p:nvSpPr>
          <p:spPr bwMode="auto">
            <a:xfrm>
              <a:off x="17212936" y="8399150"/>
              <a:ext cx="57323" cy="73269"/>
            </a:xfrm>
            <a:custGeom>
              <a:avLst/>
              <a:gdLst>
                <a:gd name="T0" fmla="*/ 6 w 6"/>
                <a:gd name="T1" fmla="*/ 5 h 8"/>
                <a:gd name="T2" fmla="*/ 0 w 6"/>
                <a:gd name="T3" fmla="*/ 2 h 8"/>
                <a:gd name="T4" fmla="*/ 3 w 6"/>
                <a:gd name="T5" fmla="*/ 6 h 8"/>
                <a:gd name="T6" fmla="*/ 6 w 6"/>
                <a:gd name="T7" fmla="*/ 5 h 8"/>
                <a:gd name="T8" fmla="*/ 6 w 6"/>
                <a:gd name="T9" fmla="*/ 5 h 8"/>
              </a:gdLst>
              <a:ahLst/>
              <a:cxnLst>
                <a:cxn ang="0">
                  <a:pos x="T0" y="T1"/>
                </a:cxn>
                <a:cxn ang="0">
                  <a:pos x="T2" y="T3"/>
                </a:cxn>
                <a:cxn ang="0">
                  <a:pos x="T4" y="T5"/>
                </a:cxn>
                <a:cxn ang="0">
                  <a:pos x="T6" y="T7"/>
                </a:cxn>
                <a:cxn ang="0">
                  <a:pos x="T8" y="T9"/>
                </a:cxn>
              </a:cxnLst>
              <a:rect l="0" t="0" r="r" b="b"/>
              <a:pathLst>
                <a:path w="6" h="8">
                  <a:moveTo>
                    <a:pt x="6" y="5"/>
                  </a:moveTo>
                  <a:cubicBezTo>
                    <a:pt x="5" y="4"/>
                    <a:pt x="3" y="0"/>
                    <a:pt x="0" y="2"/>
                  </a:cubicBezTo>
                  <a:cubicBezTo>
                    <a:pt x="0" y="2"/>
                    <a:pt x="3" y="5"/>
                    <a:pt x="3" y="6"/>
                  </a:cubicBezTo>
                  <a:cubicBezTo>
                    <a:pt x="3" y="8"/>
                    <a:pt x="6" y="8"/>
                    <a:pt x="6" y="5"/>
                  </a:cubicBezTo>
                  <a:cubicBezTo>
                    <a:pt x="6" y="5"/>
                    <a:pt x="6" y="6"/>
                    <a:pt x="6"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98" name="Freeform 444">
              <a:extLst>
                <a:ext uri="{FF2B5EF4-FFF2-40B4-BE49-F238E27FC236}">
                  <a16:creationId xmlns:a16="http://schemas.microsoft.com/office/drawing/2014/main" id="{5D87F6A9-22C2-2914-799A-F8257141878C}"/>
                </a:ext>
              </a:extLst>
            </p:cNvPr>
            <p:cNvSpPr>
              <a:spLocks/>
            </p:cNvSpPr>
            <p:nvPr/>
          </p:nvSpPr>
          <p:spPr bwMode="auto">
            <a:xfrm>
              <a:off x="17279818" y="8472417"/>
              <a:ext cx="82803" cy="95566"/>
            </a:xfrm>
            <a:custGeom>
              <a:avLst/>
              <a:gdLst>
                <a:gd name="T0" fmla="*/ 3 w 9"/>
                <a:gd name="T1" fmla="*/ 2 h 10"/>
                <a:gd name="T2" fmla="*/ 0 w 9"/>
                <a:gd name="T3" fmla="*/ 2 h 10"/>
                <a:gd name="T4" fmla="*/ 2 w 9"/>
                <a:gd name="T5" fmla="*/ 4 h 10"/>
                <a:gd name="T6" fmla="*/ 1 w 9"/>
                <a:gd name="T7" fmla="*/ 9 h 10"/>
                <a:gd name="T8" fmla="*/ 6 w 9"/>
                <a:gd name="T9" fmla="*/ 6 h 10"/>
                <a:gd name="T10" fmla="*/ 3 w 9"/>
                <a:gd name="T11" fmla="*/ 2 h 10"/>
                <a:gd name="T12" fmla="*/ 3 w 9"/>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9" h="10">
                  <a:moveTo>
                    <a:pt x="3" y="2"/>
                  </a:moveTo>
                  <a:cubicBezTo>
                    <a:pt x="2" y="1"/>
                    <a:pt x="1" y="1"/>
                    <a:pt x="0" y="2"/>
                  </a:cubicBezTo>
                  <a:cubicBezTo>
                    <a:pt x="0" y="3"/>
                    <a:pt x="2" y="3"/>
                    <a:pt x="2" y="4"/>
                  </a:cubicBezTo>
                  <a:cubicBezTo>
                    <a:pt x="3" y="5"/>
                    <a:pt x="0" y="8"/>
                    <a:pt x="1" y="9"/>
                  </a:cubicBezTo>
                  <a:cubicBezTo>
                    <a:pt x="1" y="10"/>
                    <a:pt x="5" y="6"/>
                    <a:pt x="6" y="6"/>
                  </a:cubicBezTo>
                  <a:cubicBezTo>
                    <a:pt x="9" y="6"/>
                    <a:pt x="3" y="2"/>
                    <a:pt x="3" y="2"/>
                  </a:cubicBezTo>
                  <a:cubicBezTo>
                    <a:pt x="1" y="0"/>
                    <a:pt x="3" y="2"/>
                    <a:pt x="3"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799" name="Freeform 445">
              <a:extLst>
                <a:ext uri="{FF2B5EF4-FFF2-40B4-BE49-F238E27FC236}">
                  <a16:creationId xmlns:a16="http://schemas.microsoft.com/office/drawing/2014/main" id="{44CD8971-1651-10D2-CFDC-0D0E68E23CE3}"/>
                </a:ext>
              </a:extLst>
            </p:cNvPr>
            <p:cNvSpPr>
              <a:spLocks/>
            </p:cNvSpPr>
            <p:nvPr/>
          </p:nvSpPr>
          <p:spPr bwMode="auto">
            <a:xfrm>
              <a:off x="17298926" y="8529755"/>
              <a:ext cx="63695" cy="101936"/>
            </a:xfrm>
            <a:custGeom>
              <a:avLst/>
              <a:gdLst>
                <a:gd name="T0" fmla="*/ 6 w 7"/>
                <a:gd name="T1" fmla="*/ 1 h 11"/>
                <a:gd name="T2" fmla="*/ 3 w 7"/>
                <a:gd name="T3" fmla="*/ 5 h 11"/>
                <a:gd name="T4" fmla="*/ 3 w 7"/>
                <a:gd name="T5" fmla="*/ 9 h 11"/>
                <a:gd name="T6" fmla="*/ 5 w 7"/>
                <a:gd name="T7" fmla="*/ 6 h 11"/>
                <a:gd name="T8" fmla="*/ 6 w 7"/>
                <a:gd name="T9" fmla="*/ 1 h 11"/>
                <a:gd name="T10" fmla="*/ 6 w 7"/>
                <a:gd name="T11" fmla="*/ 1 h 11"/>
              </a:gdLst>
              <a:ahLst/>
              <a:cxnLst>
                <a:cxn ang="0">
                  <a:pos x="T0" y="T1"/>
                </a:cxn>
                <a:cxn ang="0">
                  <a:pos x="T2" y="T3"/>
                </a:cxn>
                <a:cxn ang="0">
                  <a:pos x="T4" y="T5"/>
                </a:cxn>
                <a:cxn ang="0">
                  <a:pos x="T6" y="T7"/>
                </a:cxn>
                <a:cxn ang="0">
                  <a:pos x="T8" y="T9"/>
                </a:cxn>
                <a:cxn ang="0">
                  <a:pos x="T10" y="T11"/>
                </a:cxn>
              </a:cxnLst>
              <a:rect l="0" t="0" r="r" b="b"/>
              <a:pathLst>
                <a:path w="7" h="11">
                  <a:moveTo>
                    <a:pt x="6" y="1"/>
                  </a:moveTo>
                  <a:cubicBezTo>
                    <a:pt x="3" y="1"/>
                    <a:pt x="4" y="4"/>
                    <a:pt x="3" y="5"/>
                  </a:cubicBezTo>
                  <a:cubicBezTo>
                    <a:pt x="0" y="7"/>
                    <a:pt x="1" y="7"/>
                    <a:pt x="3" y="9"/>
                  </a:cubicBezTo>
                  <a:cubicBezTo>
                    <a:pt x="6" y="11"/>
                    <a:pt x="4" y="8"/>
                    <a:pt x="5" y="6"/>
                  </a:cubicBezTo>
                  <a:cubicBezTo>
                    <a:pt x="5" y="6"/>
                    <a:pt x="7" y="0"/>
                    <a:pt x="6" y="1"/>
                  </a:cubicBezTo>
                  <a:cubicBezTo>
                    <a:pt x="5" y="1"/>
                    <a:pt x="6" y="0"/>
                    <a:pt x="6"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00" name="Freeform 446">
              <a:extLst>
                <a:ext uri="{FF2B5EF4-FFF2-40B4-BE49-F238E27FC236}">
                  <a16:creationId xmlns:a16="http://schemas.microsoft.com/office/drawing/2014/main" id="{CDC2BF88-B3F1-519B-D5A8-AEBF1ABC0199}"/>
                </a:ext>
              </a:extLst>
            </p:cNvPr>
            <p:cNvSpPr>
              <a:spLocks/>
            </p:cNvSpPr>
            <p:nvPr/>
          </p:nvSpPr>
          <p:spPr bwMode="auto">
            <a:xfrm>
              <a:off x="17353063" y="8520200"/>
              <a:ext cx="38217" cy="73269"/>
            </a:xfrm>
            <a:custGeom>
              <a:avLst/>
              <a:gdLst>
                <a:gd name="T0" fmla="*/ 3 w 4"/>
                <a:gd name="T1" fmla="*/ 1 h 8"/>
                <a:gd name="T2" fmla="*/ 0 w 4"/>
                <a:gd name="T3" fmla="*/ 8 h 8"/>
                <a:gd name="T4" fmla="*/ 3 w 4"/>
                <a:gd name="T5" fmla="*/ 5 h 8"/>
                <a:gd name="T6" fmla="*/ 3 w 4"/>
                <a:gd name="T7" fmla="*/ 1 h 8"/>
                <a:gd name="T8" fmla="*/ 3 w 4"/>
                <a:gd name="T9" fmla="*/ 1 h 8"/>
              </a:gdLst>
              <a:ahLst/>
              <a:cxnLst>
                <a:cxn ang="0">
                  <a:pos x="T0" y="T1"/>
                </a:cxn>
                <a:cxn ang="0">
                  <a:pos x="T2" y="T3"/>
                </a:cxn>
                <a:cxn ang="0">
                  <a:pos x="T4" y="T5"/>
                </a:cxn>
                <a:cxn ang="0">
                  <a:pos x="T6" y="T7"/>
                </a:cxn>
                <a:cxn ang="0">
                  <a:pos x="T8" y="T9"/>
                </a:cxn>
              </a:cxnLst>
              <a:rect l="0" t="0" r="r" b="b"/>
              <a:pathLst>
                <a:path w="4" h="8">
                  <a:moveTo>
                    <a:pt x="3" y="1"/>
                  </a:moveTo>
                  <a:cubicBezTo>
                    <a:pt x="2" y="1"/>
                    <a:pt x="0" y="7"/>
                    <a:pt x="0" y="8"/>
                  </a:cubicBezTo>
                  <a:cubicBezTo>
                    <a:pt x="0" y="8"/>
                    <a:pt x="2" y="6"/>
                    <a:pt x="3" y="5"/>
                  </a:cubicBezTo>
                  <a:cubicBezTo>
                    <a:pt x="3" y="5"/>
                    <a:pt x="4" y="0"/>
                    <a:pt x="3" y="1"/>
                  </a:cubicBezTo>
                  <a:cubicBezTo>
                    <a:pt x="2" y="1"/>
                    <a:pt x="3" y="1"/>
                    <a:pt x="3"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01" name="Freeform 447">
              <a:extLst>
                <a:ext uri="{FF2B5EF4-FFF2-40B4-BE49-F238E27FC236}">
                  <a16:creationId xmlns:a16="http://schemas.microsoft.com/office/drawing/2014/main" id="{D7E205B7-88A6-7ACA-ACDC-31547E262C8A}"/>
                </a:ext>
              </a:extLst>
            </p:cNvPr>
            <p:cNvSpPr>
              <a:spLocks/>
            </p:cNvSpPr>
            <p:nvPr/>
          </p:nvSpPr>
          <p:spPr bwMode="auto">
            <a:xfrm>
              <a:off x="17372174" y="8567983"/>
              <a:ext cx="57323" cy="35042"/>
            </a:xfrm>
            <a:custGeom>
              <a:avLst/>
              <a:gdLst>
                <a:gd name="T0" fmla="*/ 1 w 6"/>
                <a:gd name="T1" fmla="*/ 1 h 4"/>
                <a:gd name="T2" fmla="*/ 3 w 6"/>
                <a:gd name="T3" fmla="*/ 3 h 4"/>
                <a:gd name="T4" fmla="*/ 1 w 6"/>
                <a:gd name="T5" fmla="*/ 1 h 4"/>
                <a:gd name="T6" fmla="*/ 1 w 6"/>
                <a:gd name="T7" fmla="*/ 1 h 4"/>
              </a:gdLst>
              <a:ahLst/>
              <a:cxnLst>
                <a:cxn ang="0">
                  <a:pos x="T0" y="T1"/>
                </a:cxn>
                <a:cxn ang="0">
                  <a:pos x="T2" y="T3"/>
                </a:cxn>
                <a:cxn ang="0">
                  <a:pos x="T4" y="T5"/>
                </a:cxn>
                <a:cxn ang="0">
                  <a:pos x="T6" y="T7"/>
                </a:cxn>
              </a:cxnLst>
              <a:rect l="0" t="0" r="r" b="b"/>
              <a:pathLst>
                <a:path w="6" h="4">
                  <a:moveTo>
                    <a:pt x="1" y="1"/>
                  </a:moveTo>
                  <a:cubicBezTo>
                    <a:pt x="0" y="3"/>
                    <a:pt x="1" y="4"/>
                    <a:pt x="3" y="3"/>
                  </a:cubicBezTo>
                  <a:cubicBezTo>
                    <a:pt x="6" y="3"/>
                    <a:pt x="2" y="0"/>
                    <a:pt x="1" y="1"/>
                  </a:cubicBezTo>
                  <a:cubicBezTo>
                    <a:pt x="1" y="2"/>
                    <a:pt x="2" y="1"/>
                    <a:pt x="1"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02" name="Freeform 448">
              <a:extLst>
                <a:ext uri="{FF2B5EF4-FFF2-40B4-BE49-F238E27FC236}">
                  <a16:creationId xmlns:a16="http://schemas.microsoft.com/office/drawing/2014/main" id="{6C056BFF-E3B3-15B6-F5C7-32443F99CC68}"/>
                </a:ext>
              </a:extLst>
            </p:cNvPr>
            <p:cNvSpPr>
              <a:spLocks/>
            </p:cNvSpPr>
            <p:nvPr/>
          </p:nvSpPr>
          <p:spPr bwMode="auto">
            <a:xfrm>
              <a:off x="17372174" y="8593469"/>
              <a:ext cx="130574" cy="197506"/>
            </a:xfrm>
            <a:custGeom>
              <a:avLst/>
              <a:gdLst>
                <a:gd name="T0" fmla="*/ 10 w 14"/>
                <a:gd name="T1" fmla="*/ 0 h 21"/>
                <a:gd name="T2" fmla="*/ 9 w 14"/>
                <a:gd name="T3" fmla="*/ 2 h 21"/>
                <a:gd name="T4" fmla="*/ 7 w 14"/>
                <a:gd name="T5" fmla="*/ 4 h 21"/>
                <a:gd name="T6" fmla="*/ 3 w 14"/>
                <a:gd name="T7" fmla="*/ 6 h 21"/>
                <a:gd name="T8" fmla="*/ 2 w 14"/>
                <a:gd name="T9" fmla="*/ 11 h 21"/>
                <a:gd name="T10" fmla="*/ 2 w 14"/>
                <a:gd name="T11" fmla="*/ 14 h 21"/>
                <a:gd name="T12" fmla="*/ 3 w 14"/>
                <a:gd name="T13" fmla="*/ 18 h 21"/>
                <a:gd name="T14" fmla="*/ 8 w 14"/>
                <a:gd name="T15" fmla="*/ 19 h 21"/>
                <a:gd name="T16" fmla="*/ 8 w 14"/>
                <a:gd name="T17" fmla="*/ 16 h 21"/>
                <a:gd name="T18" fmla="*/ 10 w 14"/>
                <a:gd name="T19" fmla="*/ 12 h 21"/>
                <a:gd name="T20" fmla="*/ 12 w 14"/>
                <a:gd name="T21" fmla="*/ 17 h 21"/>
                <a:gd name="T22" fmla="*/ 13 w 14"/>
                <a:gd name="T23" fmla="*/ 14 h 21"/>
                <a:gd name="T24" fmla="*/ 13 w 14"/>
                <a:gd name="T25" fmla="*/ 10 h 21"/>
                <a:gd name="T26" fmla="*/ 10 w 14"/>
                <a:gd name="T27" fmla="*/ 0 h 21"/>
                <a:gd name="T28" fmla="*/ 10 w 14"/>
                <a:gd name="T2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1">
                  <a:moveTo>
                    <a:pt x="10" y="0"/>
                  </a:moveTo>
                  <a:cubicBezTo>
                    <a:pt x="9" y="0"/>
                    <a:pt x="9" y="1"/>
                    <a:pt x="9" y="2"/>
                  </a:cubicBezTo>
                  <a:cubicBezTo>
                    <a:pt x="9" y="3"/>
                    <a:pt x="9" y="3"/>
                    <a:pt x="7" y="4"/>
                  </a:cubicBezTo>
                  <a:cubicBezTo>
                    <a:pt x="6" y="4"/>
                    <a:pt x="4" y="6"/>
                    <a:pt x="3" y="6"/>
                  </a:cubicBezTo>
                  <a:cubicBezTo>
                    <a:pt x="1" y="9"/>
                    <a:pt x="0" y="9"/>
                    <a:pt x="2" y="11"/>
                  </a:cubicBezTo>
                  <a:cubicBezTo>
                    <a:pt x="3" y="12"/>
                    <a:pt x="2" y="13"/>
                    <a:pt x="2" y="14"/>
                  </a:cubicBezTo>
                  <a:cubicBezTo>
                    <a:pt x="1" y="16"/>
                    <a:pt x="2" y="17"/>
                    <a:pt x="3" y="18"/>
                  </a:cubicBezTo>
                  <a:cubicBezTo>
                    <a:pt x="5" y="19"/>
                    <a:pt x="7" y="19"/>
                    <a:pt x="8" y="19"/>
                  </a:cubicBezTo>
                  <a:cubicBezTo>
                    <a:pt x="11" y="21"/>
                    <a:pt x="9" y="18"/>
                    <a:pt x="8" y="16"/>
                  </a:cubicBezTo>
                  <a:cubicBezTo>
                    <a:pt x="8" y="16"/>
                    <a:pt x="8" y="12"/>
                    <a:pt x="10" y="12"/>
                  </a:cubicBezTo>
                  <a:cubicBezTo>
                    <a:pt x="11" y="12"/>
                    <a:pt x="11" y="17"/>
                    <a:pt x="12" y="17"/>
                  </a:cubicBezTo>
                  <a:cubicBezTo>
                    <a:pt x="12" y="17"/>
                    <a:pt x="13" y="14"/>
                    <a:pt x="13" y="14"/>
                  </a:cubicBezTo>
                  <a:cubicBezTo>
                    <a:pt x="14" y="12"/>
                    <a:pt x="14" y="11"/>
                    <a:pt x="13" y="10"/>
                  </a:cubicBezTo>
                  <a:cubicBezTo>
                    <a:pt x="13" y="7"/>
                    <a:pt x="13" y="1"/>
                    <a:pt x="10" y="0"/>
                  </a:cubicBezTo>
                  <a:cubicBezTo>
                    <a:pt x="9" y="0"/>
                    <a:pt x="10" y="1"/>
                    <a:pt x="10"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03" name="Freeform 449">
              <a:extLst>
                <a:ext uri="{FF2B5EF4-FFF2-40B4-BE49-F238E27FC236}">
                  <a16:creationId xmlns:a16="http://schemas.microsoft.com/office/drawing/2014/main" id="{24D94455-86BD-588F-E6B6-041359AC116B}"/>
                </a:ext>
              </a:extLst>
            </p:cNvPr>
            <p:cNvSpPr>
              <a:spLocks/>
            </p:cNvSpPr>
            <p:nvPr/>
          </p:nvSpPr>
          <p:spPr bwMode="auto">
            <a:xfrm>
              <a:off x="17289371" y="8631694"/>
              <a:ext cx="111465" cy="95566"/>
            </a:xfrm>
            <a:custGeom>
              <a:avLst/>
              <a:gdLst>
                <a:gd name="T0" fmla="*/ 8 w 12"/>
                <a:gd name="T1" fmla="*/ 1 h 10"/>
                <a:gd name="T2" fmla="*/ 2 w 12"/>
                <a:gd name="T3" fmla="*/ 4 h 10"/>
                <a:gd name="T4" fmla="*/ 0 w 12"/>
                <a:gd name="T5" fmla="*/ 10 h 10"/>
                <a:gd name="T6" fmla="*/ 2 w 12"/>
                <a:gd name="T7" fmla="*/ 6 h 10"/>
                <a:gd name="T8" fmla="*/ 4 w 12"/>
                <a:gd name="T9" fmla="*/ 6 h 10"/>
                <a:gd name="T10" fmla="*/ 6 w 12"/>
                <a:gd name="T11" fmla="*/ 7 h 10"/>
                <a:gd name="T12" fmla="*/ 8 w 12"/>
                <a:gd name="T13" fmla="*/ 7 h 10"/>
                <a:gd name="T14" fmla="*/ 8 w 12"/>
                <a:gd name="T15" fmla="*/ 5 h 10"/>
                <a:gd name="T16" fmla="*/ 8 w 12"/>
                <a:gd name="T17" fmla="*/ 1 h 10"/>
                <a:gd name="T18" fmla="*/ 8 w 12"/>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0">
                  <a:moveTo>
                    <a:pt x="8" y="1"/>
                  </a:moveTo>
                  <a:cubicBezTo>
                    <a:pt x="6" y="0"/>
                    <a:pt x="5" y="4"/>
                    <a:pt x="2" y="4"/>
                  </a:cubicBezTo>
                  <a:cubicBezTo>
                    <a:pt x="0" y="5"/>
                    <a:pt x="0" y="9"/>
                    <a:pt x="0" y="10"/>
                  </a:cubicBezTo>
                  <a:cubicBezTo>
                    <a:pt x="1" y="9"/>
                    <a:pt x="1" y="7"/>
                    <a:pt x="2" y="6"/>
                  </a:cubicBezTo>
                  <a:cubicBezTo>
                    <a:pt x="2" y="6"/>
                    <a:pt x="4" y="5"/>
                    <a:pt x="4" y="6"/>
                  </a:cubicBezTo>
                  <a:cubicBezTo>
                    <a:pt x="4" y="7"/>
                    <a:pt x="6" y="7"/>
                    <a:pt x="6" y="7"/>
                  </a:cubicBezTo>
                  <a:cubicBezTo>
                    <a:pt x="7" y="7"/>
                    <a:pt x="7" y="8"/>
                    <a:pt x="8" y="7"/>
                  </a:cubicBezTo>
                  <a:cubicBezTo>
                    <a:pt x="8" y="7"/>
                    <a:pt x="8" y="5"/>
                    <a:pt x="8" y="5"/>
                  </a:cubicBezTo>
                  <a:cubicBezTo>
                    <a:pt x="9" y="3"/>
                    <a:pt x="11" y="2"/>
                    <a:pt x="8" y="1"/>
                  </a:cubicBezTo>
                  <a:cubicBezTo>
                    <a:pt x="7" y="1"/>
                    <a:pt x="12" y="3"/>
                    <a:pt x="8"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04" name="Freeform 450">
              <a:extLst>
                <a:ext uri="{FF2B5EF4-FFF2-40B4-BE49-F238E27FC236}">
                  <a16:creationId xmlns:a16="http://schemas.microsoft.com/office/drawing/2014/main" id="{0CB1F651-94DF-1240-53B6-128A1AEDFF9F}"/>
                </a:ext>
              </a:extLst>
            </p:cNvPr>
            <p:cNvSpPr>
              <a:spLocks/>
            </p:cNvSpPr>
            <p:nvPr/>
          </p:nvSpPr>
          <p:spPr bwMode="auto">
            <a:xfrm>
              <a:off x="17063256" y="8539313"/>
              <a:ext cx="111465" cy="111494"/>
            </a:xfrm>
            <a:custGeom>
              <a:avLst/>
              <a:gdLst>
                <a:gd name="T0" fmla="*/ 11 w 12"/>
                <a:gd name="T1" fmla="*/ 0 h 12"/>
                <a:gd name="T2" fmla="*/ 6 w 12"/>
                <a:gd name="T3" fmla="*/ 6 h 12"/>
                <a:gd name="T4" fmla="*/ 0 w 12"/>
                <a:gd name="T5" fmla="*/ 12 h 12"/>
                <a:gd name="T6" fmla="*/ 4 w 12"/>
                <a:gd name="T7" fmla="*/ 10 h 12"/>
                <a:gd name="T8" fmla="*/ 8 w 12"/>
                <a:gd name="T9" fmla="*/ 7 h 12"/>
                <a:gd name="T10" fmla="*/ 10 w 12"/>
                <a:gd name="T11" fmla="*/ 3 h 12"/>
                <a:gd name="T12" fmla="*/ 11 w 12"/>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11" y="0"/>
                  </a:moveTo>
                  <a:cubicBezTo>
                    <a:pt x="9" y="1"/>
                    <a:pt x="7" y="4"/>
                    <a:pt x="6" y="6"/>
                  </a:cubicBezTo>
                  <a:cubicBezTo>
                    <a:pt x="5" y="7"/>
                    <a:pt x="0" y="10"/>
                    <a:pt x="0" y="12"/>
                  </a:cubicBezTo>
                  <a:cubicBezTo>
                    <a:pt x="0" y="12"/>
                    <a:pt x="3" y="11"/>
                    <a:pt x="4" y="10"/>
                  </a:cubicBezTo>
                  <a:cubicBezTo>
                    <a:pt x="5" y="10"/>
                    <a:pt x="7" y="8"/>
                    <a:pt x="8" y="7"/>
                  </a:cubicBezTo>
                  <a:cubicBezTo>
                    <a:pt x="8" y="5"/>
                    <a:pt x="9" y="4"/>
                    <a:pt x="10" y="3"/>
                  </a:cubicBezTo>
                  <a:cubicBezTo>
                    <a:pt x="11" y="3"/>
                    <a:pt x="12" y="0"/>
                    <a:pt x="11"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05" name="Freeform 451">
              <a:extLst>
                <a:ext uri="{FF2B5EF4-FFF2-40B4-BE49-F238E27FC236}">
                  <a16:creationId xmlns:a16="http://schemas.microsoft.com/office/drawing/2014/main" id="{7216DAAC-1973-3D92-1C87-CB68236ECE84}"/>
                </a:ext>
              </a:extLst>
            </p:cNvPr>
            <p:cNvSpPr>
              <a:spLocks/>
            </p:cNvSpPr>
            <p:nvPr/>
          </p:nvSpPr>
          <p:spPr bwMode="auto">
            <a:xfrm>
              <a:off x="17391283" y="8399150"/>
              <a:ext cx="19109" cy="9556"/>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0"/>
                    <a:pt x="1" y="0"/>
                  </a:cubicBezTo>
                  <a:cubicBezTo>
                    <a:pt x="0" y="0"/>
                    <a:pt x="0" y="1"/>
                    <a:pt x="0"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06" name="Freeform 452">
              <a:extLst>
                <a:ext uri="{FF2B5EF4-FFF2-40B4-BE49-F238E27FC236}">
                  <a16:creationId xmlns:a16="http://schemas.microsoft.com/office/drawing/2014/main" id="{B25159F5-F341-FFF1-0B02-FFF2CF05200D}"/>
                </a:ext>
              </a:extLst>
            </p:cNvPr>
            <p:cNvSpPr>
              <a:spLocks/>
            </p:cNvSpPr>
            <p:nvPr/>
          </p:nvSpPr>
          <p:spPr bwMode="auto">
            <a:xfrm>
              <a:off x="16037776" y="8781415"/>
              <a:ext cx="522294" cy="544729"/>
            </a:xfrm>
            <a:custGeom>
              <a:avLst/>
              <a:gdLst>
                <a:gd name="T0" fmla="*/ 12 w 56"/>
                <a:gd name="T1" fmla="*/ 3 h 58"/>
                <a:gd name="T2" fmla="*/ 4 w 56"/>
                <a:gd name="T3" fmla="*/ 2 h 58"/>
                <a:gd name="T4" fmla="*/ 2 w 56"/>
                <a:gd name="T5" fmla="*/ 3 h 58"/>
                <a:gd name="T6" fmla="*/ 6 w 56"/>
                <a:gd name="T7" fmla="*/ 9 h 58"/>
                <a:gd name="T8" fmla="*/ 11 w 56"/>
                <a:gd name="T9" fmla="*/ 13 h 58"/>
                <a:gd name="T10" fmla="*/ 13 w 56"/>
                <a:gd name="T11" fmla="*/ 17 h 58"/>
                <a:gd name="T12" fmla="*/ 17 w 56"/>
                <a:gd name="T13" fmla="*/ 19 h 58"/>
                <a:gd name="T14" fmla="*/ 20 w 56"/>
                <a:gd name="T15" fmla="*/ 26 h 58"/>
                <a:gd name="T16" fmla="*/ 22 w 56"/>
                <a:gd name="T17" fmla="*/ 28 h 58"/>
                <a:gd name="T18" fmla="*/ 26 w 56"/>
                <a:gd name="T19" fmla="*/ 33 h 58"/>
                <a:gd name="T20" fmla="*/ 30 w 56"/>
                <a:gd name="T21" fmla="*/ 42 h 58"/>
                <a:gd name="T22" fmla="*/ 41 w 56"/>
                <a:gd name="T23" fmla="*/ 52 h 58"/>
                <a:gd name="T24" fmla="*/ 46 w 56"/>
                <a:gd name="T25" fmla="*/ 57 h 58"/>
                <a:gd name="T26" fmla="*/ 54 w 56"/>
                <a:gd name="T27" fmla="*/ 57 h 58"/>
                <a:gd name="T28" fmla="*/ 54 w 56"/>
                <a:gd name="T29" fmla="*/ 46 h 58"/>
                <a:gd name="T30" fmla="*/ 55 w 56"/>
                <a:gd name="T31" fmla="*/ 44 h 58"/>
                <a:gd name="T32" fmla="*/ 52 w 56"/>
                <a:gd name="T33" fmla="*/ 41 h 58"/>
                <a:gd name="T34" fmla="*/ 50 w 56"/>
                <a:gd name="T35" fmla="*/ 40 h 58"/>
                <a:gd name="T36" fmla="*/ 48 w 56"/>
                <a:gd name="T37" fmla="*/ 42 h 58"/>
                <a:gd name="T38" fmla="*/ 48 w 56"/>
                <a:gd name="T39" fmla="*/ 38 h 58"/>
                <a:gd name="T40" fmla="*/ 47 w 56"/>
                <a:gd name="T41" fmla="*/ 36 h 58"/>
                <a:gd name="T42" fmla="*/ 44 w 56"/>
                <a:gd name="T43" fmla="*/ 34 h 58"/>
                <a:gd name="T44" fmla="*/ 42 w 56"/>
                <a:gd name="T45" fmla="*/ 30 h 58"/>
                <a:gd name="T46" fmla="*/ 42 w 56"/>
                <a:gd name="T47" fmla="*/ 29 h 58"/>
                <a:gd name="T48" fmla="*/ 43 w 56"/>
                <a:gd name="T49" fmla="*/ 28 h 58"/>
                <a:gd name="T50" fmla="*/ 38 w 56"/>
                <a:gd name="T51" fmla="*/ 27 h 58"/>
                <a:gd name="T52" fmla="*/ 38 w 56"/>
                <a:gd name="T53" fmla="*/ 25 h 58"/>
                <a:gd name="T54" fmla="*/ 36 w 56"/>
                <a:gd name="T55" fmla="*/ 24 h 58"/>
                <a:gd name="T56" fmla="*/ 37 w 56"/>
                <a:gd name="T57" fmla="*/ 23 h 58"/>
                <a:gd name="T58" fmla="*/ 35 w 56"/>
                <a:gd name="T59" fmla="*/ 22 h 58"/>
                <a:gd name="T60" fmla="*/ 34 w 56"/>
                <a:gd name="T61" fmla="*/ 21 h 58"/>
                <a:gd name="T62" fmla="*/ 31 w 56"/>
                <a:gd name="T63" fmla="*/ 19 h 58"/>
                <a:gd name="T64" fmla="*/ 30 w 56"/>
                <a:gd name="T65" fmla="*/ 19 h 58"/>
                <a:gd name="T66" fmla="*/ 25 w 56"/>
                <a:gd name="T67" fmla="*/ 16 h 58"/>
                <a:gd name="T68" fmla="*/ 21 w 56"/>
                <a:gd name="T69" fmla="*/ 11 h 58"/>
                <a:gd name="T70" fmla="*/ 16 w 56"/>
                <a:gd name="T71" fmla="*/ 7 h 58"/>
                <a:gd name="T72" fmla="*/ 12 w 56"/>
                <a:gd name="T73"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58">
                  <a:moveTo>
                    <a:pt x="12" y="3"/>
                  </a:moveTo>
                  <a:cubicBezTo>
                    <a:pt x="9" y="3"/>
                    <a:pt x="7" y="3"/>
                    <a:pt x="4" y="2"/>
                  </a:cubicBezTo>
                  <a:cubicBezTo>
                    <a:pt x="2" y="1"/>
                    <a:pt x="0" y="0"/>
                    <a:pt x="2" y="3"/>
                  </a:cubicBezTo>
                  <a:cubicBezTo>
                    <a:pt x="3" y="5"/>
                    <a:pt x="4" y="8"/>
                    <a:pt x="6" y="9"/>
                  </a:cubicBezTo>
                  <a:cubicBezTo>
                    <a:pt x="8" y="10"/>
                    <a:pt x="10" y="11"/>
                    <a:pt x="11" y="13"/>
                  </a:cubicBezTo>
                  <a:cubicBezTo>
                    <a:pt x="12" y="14"/>
                    <a:pt x="12" y="16"/>
                    <a:pt x="13" y="17"/>
                  </a:cubicBezTo>
                  <a:cubicBezTo>
                    <a:pt x="15" y="18"/>
                    <a:pt x="16" y="18"/>
                    <a:pt x="17" y="19"/>
                  </a:cubicBezTo>
                  <a:cubicBezTo>
                    <a:pt x="19" y="21"/>
                    <a:pt x="19" y="24"/>
                    <a:pt x="20" y="26"/>
                  </a:cubicBezTo>
                  <a:cubicBezTo>
                    <a:pt x="21" y="27"/>
                    <a:pt x="22" y="28"/>
                    <a:pt x="22" y="28"/>
                  </a:cubicBezTo>
                  <a:cubicBezTo>
                    <a:pt x="24" y="30"/>
                    <a:pt x="25" y="31"/>
                    <a:pt x="26" y="33"/>
                  </a:cubicBezTo>
                  <a:cubicBezTo>
                    <a:pt x="28" y="36"/>
                    <a:pt x="28" y="39"/>
                    <a:pt x="30" y="42"/>
                  </a:cubicBezTo>
                  <a:cubicBezTo>
                    <a:pt x="34" y="45"/>
                    <a:pt x="37" y="49"/>
                    <a:pt x="41" y="52"/>
                  </a:cubicBezTo>
                  <a:cubicBezTo>
                    <a:pt x="43" y="54"/>
                    <a:pt x="44" y="55"/>
                    <a:pt x="46" y="57"/>
                  </a:cubicBezTo>
                  <a:cubicBezTo>
                    <a:pt x="47" y="57"/>
                    <a:pt x="53" y="58"/>
                    <a:pt x="54" y="57"/>
                  </a:cubicBezTo>
                  <a:cubicBezTo>
                    <a:pt x="55" y="56"/>
                    <a:pt x="53" y="48"/>
                    <a:pt x="54" y="46"/>
                  </a:cubicBezTo>
                  <a:cubicBezTo>
                    <a:pt x="54" y="45"/>
                    <a:pt x="56" y="45"/>
                    <a:pt x="55" y="44"/>
                  </a:cubicBezTo>
                  <a:cubicBezTo>
                    <a:pt x="54" y="43"/>
                    <a:pt x="53" y="42"/>
                    <a:pt x="52" y="41"/>
                  </a:cubicBezTo>
                  <a:cubicBezTo>
                    <a:pt x="52" y="41"/>
                    <a:pt x="51" y="40"/>
                    <a:pt x="50" y="40"/>
                  </a:cubicBezTo>
                  <a:cubicBezTo>
                    <a:pt x="49" y="40"/>
                    <a:pt x="49" y="42"/>
                    <a:pt x="48" y="42"/>
                  </a:cubicBezTo>
                  <a:cubicBezTo>
                    <a:pt x="49" y="42"/>
                    <a:pt x="48" y="38"/>
                    <a:pt x="48" y="38"/>
                  </a:cubicBezTo>
                  <a:cubicBezTo>
                    <a:pt x="47" y="37"/>
                    <a:pt x="47" y="37"/>
                    <a:pt x="47" y="36"/>
                  </a:cubicBezTo>
                  <a:cubicBezTo>
                    <a:pt x="47" y="35"/>
                    <a:pt x="45" y="34"/>
                    <a:pt x="44" y="34"/>
                  </a:cubicBezTo>
                  <a:cubicBezTo>
                    <a:pt x="43" y="33"/>
                    <a:pt x="41" y="32"/>
                    <a:pt x="42" y="30"/>
                  </a:cubicBezTo>
                  <a:cubicBezTo>
                    <a:pt x="42" y="30"/>
                    <a:pt x="41" y="29"/>
                    <a:pt x="42" y="29"/>
                  </a:cubicBezTo>
                  <a:cubicBezTo>
                    <a:pt x="42" y="28"/>
                    <a:pt x="43" y="29"/>
                    <a:pt x="43" y="28"/>
                  </a:cubicBezTo>
                  <a:cubicBezTo>
                    <a:pt x="44" y="26"/>
                    <a:pt x="38" y="26"/>
                    <a:pt x="38" y="27"/>
                  </a:cubicBezTo>
                  <a:cubicBezTo>
                    <a:pt x="38" y="26"/>
                    <a:pt x="42" y="25"/>
                    <a:pt x="38" y="25"/>
                  </a:cubicBezTo>
                  <a:cubicBezTo>
                    <a:pt x="37" y="25"/>
                    <a:pt x="36" y="24"/>
                    <a:pt x="36" y="24"/>
                  </a:cubicBezTo>
                  <a:cubicBezTo>
                    <a:pt x="36" y="23"/>
                    <a:pt x="37" y="23"/>
                    <a:pt x="37" y="23"/>
                  </a:cubicBezTo>
                  <a:cubicBezTo>
                    <a:pt x="37" y="22"/>
                    <a:pt x="35" y="22"/>
                    <a:pt x="35" y="22"/>
                  </a:cubicBezTo>
                  <a:cubicBezTo>
                    <a:pt x="35" y="22"/>
                    <a:pt x="36" y="21"/>
                    <a:pt x="34" y="21"/>
                  </a:cubicBezTo>
                  <a:cubicBezTo>
                    <a:pt x="33" y="20"/>
                    <a:pt x="32" y="20"/>
                    <a:pt x="31" y="19"/>
                  </a:cubicBezTo>
                  <a:cubicBezTo>
                    <a:pt x="28" y="15"/>
                    <a:pt x="30" y="19"/>
                    <a:pt x="30" y="19"/>
                  </a:cubicBezTo>
                  <a:cubicBezTo>
                    <a:pt x="29" y="19"/>
                    <a:pt x="26" y="16"/>
                    <a:pt x="25" y="16"/>
                  </a:cubicBezTo>
                  <a:cubicBezTo>
                    <a:pt x="24" y="14"/>
                    <a:pt x="23" y="12"/>
                    <a:pt x="21" y="11"/>
                  </a:cubicBezTo>
                  <a:cubicBezTo>
                    <a:pt x="19" y="10"/>
                    <a:pt x="18" y="9"/>
                    <a:pt x="16" y="7"/>
                  </a:cubicBezTo>
                  <a:cubicBezTo>
                    <a:pt x="15" y="6"/>
                    <a:pt x="14" y="3"/>
                    <a:pt x="12"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07" name="Freeform 453">
              <a:extLst>
                <a:ext uri="{FF2B5EF4-FFF2-40B4-BE49-F238E27FC236}">
                  <a16:creationId xmlns:a16="http://schemas.microsoft.com/office/drawing/2014/main" id="{0224DD33-6F8C-C394-CFEB-2A12F8524AAD}"/>
                </a:ext>
              </a:extLst>
            </p:cNvPr>
            <p:cNvSpPr>
              <a:spLocks/>
            </p:cNvSpPr>
            <p:nvPr/>
          </p:nvSpPr>
          <p:spPr bwMode="auto">
            <a:xfrm>
              <a:off x="16130132" y="8978921"/>
              <a:ext cx="47770"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08" name="Freeform 454">
              <a:extLst>
                <a:ext uri="{FF2B5EF4-FFF2-40B4-BE49-F238E27FC236}">
                  <a16:creationId xmlns:a16="http://schemas.microsoft.com/office/drawing/2014/main" id="{6C3A9195-1041-5922-232F-9EC98DC4563D}"/>
                </a:ext>
              </a:extLst>
            </p:cNvPr>
            <p:cNvSpPr>
              <a:spLocks/>
            </p:cNvSpPr>
            <p:nvPr/>
          </p:nvSpPr>
          <p:spPr bwMode="auto">
            <a:xfrm>
              <a:off x="16197014" y="9090415"/>
              <a:ext cx="44586"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09" name="Freeform 455">
              <a:extLst>
                <a:ext uri="{FF2B5EF4-FFF2-40B4-BE49-F238E27FC236}">
                  <a16:creationId xmlns:a16="http://schemas.microsoft.com/office/drawing/2014/main" id="{78608FE4-AB41-4A6B-71A3-A7CCE3D42718}"/>
                </a:ext>
              </a:extLst>
            </p:cNvPr>
            <p:cNvSpPr>
              <a:spLocks/>
            </p:cNvSpPr>
            <p:nvPr/>
          </p:nvSpPr>
          <p:spPr bwMode="auto">
            <a:xfrm>
              <a:off x="16512300" y="9119082"/>
              <a:ext cx="66879" cy="66896"/>
            </a:xfrm>
            <a:custGeom>
              <a:avLst/>
              <a:gdLst>
                <a:gd name="T0" fmla="*/ 7 w 7"/>
                <a:gd name="T1" fmla="*/ 7 h 7"/>
                <a:gd name="T2" fmla="*/ 5 w 7"/>
                <a:gd name="T3" fmla="*/ 3 h 7"/>
                <a:gd name="T4" fmla="*/ 0 w 7"/>
                <a:gd name="T5" fmla="*/ 1 h 7"/>
                <a:gd name="T6" fmla="*/ 1 w 7"/>
                <a:gd name="T7" fmla="*/ 3 h 7"/>
                <a:gd name="T8" fmla="*/ 3 w 7"/>
                <a:gd name="T9" fmla="*/ 5 h 7"/>
                <a:gd name="T10" fmla="*/ 7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7" y="7"/>
                  </a:moveTo>
                  <a:cubicBezTo>
                    <a:pt x="7" y="5"/>
                    <a:pt x="5" y="5"/>
                    <a:pt x="5" y="3"/>
                  </a:cubicBezTo>
                  <a:cubicBezTo>
                    <a:pt x="5" y="1"/>
                    <a:pt x="2" y="0"/>
                    <a:pt x="0" y="1"/>
                  </a:cubicBezTo>
                  <a:cubicBezTo>
                    <a:pt x="0" y="2"/>
                    <a:pt x="0" y="3"/>
                    <a:pt x="1" y="3"/>
                  </a:cubicBezTo>
                  <a:cubicBezTo>
                    <a:pt x="3" y="3"/>
                    <a:pt x="2" y="4"/>
                    <a:pt x="3" y="5"/>
                  </a:cubicBezTo>
                  <a:cubicBezTo>
                    <a:pt x="3" y="6"/>
                    <a:pt x="7" y="7"/>
                    <a:pt x="7" y="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10" name="Freeform 456">
              <a:extLst>
                <a:ext uri="{FF2B5EF4-FFF2-40B4-BE49-F238E27FC236}">
                  <a16:creationId xmlns:a16="http://schemas.microsoft.com/office/drawing/2014/main" id="{0BBBE5A8-7117-B208-27FC-F4F4FE7AA861}"/>
                </a:ext>
              </a:extLst>
            </p:cNvPr>
            <p:cNvSpPr>
              <a:spLocks/>
            </p:cNvSpPr>
            <p:nvPr/>
          </p:nvSpPr>
          <p:spPr bwMode="auto">
            <a:xfrm>
              <a:off x="16617396" y="9166867"/>
              <a:ext cx="35033" cy="35042"/>
            </a:xfrm>
            <a:custGeom>
              <a:avLst/>
              <a:gdLst>
                <a:gd name="T0" fmla="*/ 2 w 4"/>
                <a:gd name="T1" fmla="*/ 3 h 4"/>
                <a:gd name="T2" fmla="*/ 2 w 4"/>
                <a:gd name="T3" fmla="*/ 0 h 4"/>
                <a:gd name="T4" fmla="*/ 2 w 4"/>
                <a:gd name="T5" fmla="*/ 3 h 4"/>
                <a:gd name="T6" fmla="*/ 2 w 4"/>
                <a:gd name="T7" fmla="*/ 3 h 4"/>
              </a:gdLst>
              <a:ahLst/>
              <a:cxnLst>
                <a:cxn ang="0">
                  <a:pos x="T0" y="T1"/>
                </a:cxn>
                <a:cxn ang="0">
                  <a:pos x="T2" y="T3"/>
                </a:cxn>
                <a:cxn ang="0">
                  <a:pos x="T4" y="T5"/>
                </a:cxn>
                <a:cxn ang="0">
                  <a:pos x="T6" y="T7"/>
                </a:cxn>
              </a:cxnLst>
              <a:rect l="0" t="0" r="r" b="b"/>
              <a:pathLst>
                <a:path w="4" h="4">
                  <a:moveTo>
                    <a:pt x="2" y="3"/>
                  </a:moveTo>
                  <a:cubicBezTo>
                    <a:pt x="0" y="4"/>
                    <a:pt x="0" y="1"/>
                    <a:pt x="2" y="0"/>
                  </a:cubicBezTo>
                  <a:cubicBezTo>
                    <a:pt x="4" y="0"/>
                    <a:pt x="4" y="3"/>
                    <a:pt x="2" y="3"/>
                  </a:cubicBezTo>
                  <a:cubicBezTo>
                    <a:pt x="1" y="4"/>
                    <a:pt x="3" y="3"/>
                    <a:pt x="2"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11" name="Freeform 457">
              <a:extLst>
                <a:ext uri="{FF2B5EF4-FFF2-40B4-BE49-F238E27FC236}">
                  <a16:creationId xmlns:a16="http://schemas.microsoft.com/office/drawing/2014/main" id="{04B66A29-C7B1-3965-2FE1-DA4E1BE16C2A}"/>
                </a:ext>
              </a:extLst>
            </p:cNvPr>
            <p:cNvSpPr>
              <a:spLocks/>
            </p:cNvSpPr>
            <p:nvPr/>
          </p:nvSpPr>
          <p:spPr bwMode="auto">
            <a:xfrm>
              <a:off x="16521853" y="9326144"/>
              <a:ext cx="429938" cy="140163"/>
            </a:xfrm>
            <a:custGeom>
              <a:avLst/>
              <a:gdLst>
                <a:gd name="T0" fmla="*/ 9 w 46"/>
                <a:gd name="T1" fmla="*/ 0 h 15"/>
                <a:gd name="T2" fmla="*/ 3 w 46"/>
                <a:gd name="T3" fmla="*/ 0 h 15"/>
                <a:gd name="T4" fmla="*/ 0 w 46"/>
                <a:gd name="T5" fmla="*/ 4 h 15"/>
                <a:gd name="T6" fmla="*/ 5 w 46"/>
                <a:gd name="T7" fmla="*/ 6 h 15"/>
                <a:gd name="T8" fmla="*/ 11 w 46"/>
                <a:gd name="T9" fmla="*/ 9 h 15"/>
                <a:gd name="T10" fmla="*/ 15 w 46"/>
                <a:gd name="T11" fmla="*/ 9 h 15"/>
                <a:gd name="T12" fmla="*/ 24 w 46"/>
                <a:gd name="T13" fmla="*/ 11 h 15"/>
                <a:gd name="T14" fmla="*/ 40 w 46"/>
                <a:gd name="T15" fmla="*/ 13 h 15"/>
                <a:gd name="T16" fmla="*/ 45 w 46"/>
                <a:gd name="T17" fmla="*/ 13 h 15"/>
                <a:gd name="T18" fmla="*/ 43 w 46"/>
                <a:gd name="T19" fmla="*/ 9 h 15"/>
                <a:gd name="T20" fmla="*/ 41 w 46"/>
                <a:gd name="T21" fmla="*/ 9 h 15"/>
                <a:gd name="T22" fmla="*/ 37 w 46"/>
                <a:gd name="T23" fmla="*/ 9 h 15"/>
                <a:gd name="T24" fmla="*/ 35 w 46"/>
                <a:gd name="T25" fmla="*/ 6 h 15"/>
                <a:gd name="T26" fmla="*/ 32 w 46"/>
                <a:gd name="T27" fmla="*/ 4 h 15"/>
                <a:gd name="T28" fmla="*/ 27 w 46"/>
                <a:gd name="T29" fmla="*/ 3 h 15"/>
                <a:gd name="T30" fmla="*/ 25 w 46"/>
                <a:gd name="T31" fmla="*/ 4 h 15"/>
                <a:gd name="T32" fmla="*/ 21 w 46"/>
                <a:gd name="T33" fmla="*/ 5 h 15"/>
                <a:gd name="T34" fmla="*/ 15 w 46"/>
                <a:gd name="T35" fmla="*/ 3 h 15"/>
                <a:gd name="T36" fmla="*/ 11 w 46"/>
                <a:gd name="T37" fmla="*/ 2 h 15"/>
                <a:gd name="T38" fmla="*/ 9 w 46"/>
                <a:gd name="T39" fmla="*/ 0 h 15"/>
                <a:gd name="T40" fmla="*/ 9 w 46"/>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5">
                  <a:moveTo>
                    <a:pt x="9" y="0"/>
                  </a:moveTo>
                  <a:cubicBezTo>
                    <a:pt x="7" y="1"/>
                    <a:pt x="6" y="0"/>
                    <a:pt x="3" y="0"/>
                  </a:cubicBezTo>
                  <a:cubicBezTo>
                    <a:pt x="3" y="0"/>
                    <a:pt x="0" y="3"/>
                    <a:pt x="0" y="4"/>
                  </a:cubicBezTo>
                  <a:cubicBezTo>
                    <a:pt x="0" y="5"/>
                    <a:pt x="4" y="4"/>
                    <a:pt x="5" y="6"/>
                  </a:cubicBezTo>
                  <a:cubicBezTo>
                    <a:pt x="6" y="8"/>
                    <a:pt x="9" y="8"/>
                    <a:pt x="11" y="9"/>
                  </a:cubicBezTo>
                  <a:cubicBezTo>
                    <a:pt x="13" y="9"/>
                    <a:pt x="14" y="9"/>
                    <a:pt x="15" y="9"/>
                  </a:cubicBezTo>
                  <a:cubicBezTo>
                    <a:pt x="18" y="9"/>
                    <a:pt x="21" y="10"/>
                    <a:pt x="24" y="11"/>
                  </a:cubicBezTo>
                  <a:cubicBezTo>
                    <a:pt x="29" y="12"/>
                    <a:pt x="35" y="11"/>
                    <a:pt x="40" y="13"/>
                  </a:cubicBezTo>
                  <a:cubicBezTo>
                    <a:pt x="41" y="13"/>
                    <a:pt x="44" y="15"/>
                    <a:pt x="45" y="13"/>
                  </a:cubicBezTo>
                  <a:cubicBezTo>
                    <a:pt x="46" y="13"/>
                    <a:pt x="44" y="9"/>
                    <a:pt x="43" y="9"/>
                  </a:cubicBezTo>
                  <a:cubicBezTo>
                    <a:pt x="42" y="8"/>
                    <a:pt x="42" y="9"/>
                    <a:pt x="41" y="9"/>
                  </a:cubicBezTo>
                  <a:cubicBezTo>
                    <a:pt x="39" y="10"/>
                    <a:pt x="38" y="9"/>
                    <a:pt x="37" y="9"/>
                  </a:cubicBezTo>
                  <a:cubicBezTo>
                    <a:pt x="36" y="8"/>
                    <a:pt x="36" y="7"/>
                    <a:pt x="35" y="6"/>
                  </a:cubicBezTo>
                  <a:cubicBezTo>
                    <a:pt x="35" y="5"/>
                    <a:pt x="33" y="5"/>
                    <a:pt x="32" y="4"/>
                  </a:cubicBezTo>
                  <a:cubicBezTo>
                    <a:pt x="31" y="4"/>
                    <a:pt x="28" y="3"/>
                    <a:pt x="27" y="3"/>
                  </a:cubicBezTo>
                  <a:cubicBezTo>
                    <a:pt x="26" y="3"/>
                    <a:pt x="25" y="4"/>
                    <a:pt x="25" y="4"/>
                  </a:cubicBezTo>
                  <a:cubicBezTo>
                    <a:pt x="24" y="5"/>
                    <a:pt x="23" y="5"/>
                    <a:pt x="21" y="5"/>
                  </a:cubicBezTo>
                  <a:cubicBezTo>
                    <a:pt x="19" y="5"/>
                    <a:pt x="17" y="4"/>
                    <a:pt x="15" y="3"/>
                  </a:cubicBezTo>
                  <a:cubicBezTo>
                    <a:pt x="14" y="2"/>
                    <a:pt x="12" y="2"/>
                    <a:pt x="11" y="2"/>
                  </a:cubicBezTo>
                  <a:cubicBezTo>
                    <a:pt x="11" y="2"/>
                    <a:pt x="10" y="0"/>
                    <a:pt x="9" y="0"/>
                  </a:cubicBezTo>
                  <a:cubicBezTo>
                    <a:pt x="8" y="1"/>
                    <a:pt x="10" y="0"/>
                    <a:pt x="9"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12" name="Freeform 458">
              <a:extLst>
                <a:ext uri="{FF2B5EF4-FFF2-40B4-BE49-F238E27FC236}">
                  <a16:creationId xmlns:a16="http://schemas.microsoft.com/office/drawing/2014/main" id="{10F79136-813A-4A11-525B-8F72BF229776}"/>
                </a:ext>
              </a:extLst>
            </p:cNvPr>
            <p:cNvSpPr>
              <a:spLocks/>
            </p:cNvSpPr>
            <p:nvPr/>
          </p:nvSpPr>
          <p:spPr bwMode="auto">
            <a:xfrm>
              <a:off x="16840326" y="9361183"/>
              <a:ext cx="73248" cy="28669"/>
            </a:xfrm>
            <a:custGeom>
              <a:avLst/>
              <a:gdLst>
                <a:gd name="T0" fmla="*/ 3 w 8"/>
                <a:gd name="T1" fmla="*/ 3 h 3"/>
                <a:gd name="T2" fmla="*/ 8 w 8"/>
                <a:gd name="T3" fmla="*/ 1 h 3"/>
                <a:gd name="T4" fmla="*/ 3 w 8"/>
                <a:gd name="T5" fmla="*/ 3 h 3"/>
                <a:gd name="T6" fmla="*/ 3 w 8"/>
                <a:gd name="T7" fmla="*/ 3 h 3"/>
              </a:gdLst>
              <a:ahLst/>
              <a:cxnLst>
                <a:cxn ang="0">
                  <a:pos x="T0" y="T1"/>
                </a:cxn>
                <a:cxn ang="0">
                  <a:pos x="T2" y="T3"/>
                </a:cxn>
                <a:cxn ang="0">
                  <a:pos x="T4" y="T5"/>
                </a:cxn>
                <a:cxn ang="0">
                  <a:pos x="T6" y="T7"/>
                </a:cxn>
              </a:cxnLst>
              <a:rect l="0" t="0" r="r" b="b"/>
              <a:pathLst>
                <a:path w="8" h="3">
                  <a:moveTo>
                    <a:pt x="3" y="3"/>
                  </a:moveTo>
                  <a:cubicBezTo>
                    <a:pt x="0" y="2"/>
                    <a:pt x="7" y="0"/>
                    <a:pt x="8" y="1"/>
                  </a:cubicBezTo>
                  <a:cubicBezTo>
                    <a:pt x="8" y="2"/>
                    <a:pt x="4" y="3"/>
                    <a:pt x="3" y="3"/>
                  </a:cubicBezTo>
                  <a:cubicBezTo>
                    <a:pt x="2" y="3"/>
                    <a:pt x="4" y="3"/>
                    <a:pt x="3"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13" name="Freeform 459">
              <a:extLst>
                <a:ext uri="{FF2B5EF4-FFF2-40B4-BE49-F238E27FC236}">
                  <a16:creationId xmlns:a16="http://schemas.microsoft.com/office/drawing/2014/main" id="{4C3572B2-1499-AB44-30AC-6D20146B328A}"/>
                </a:ext>
              </a:extLst>
            </p:cNvPr>
            <p:cNvSpPr>
              <a:spLocks/>
            </p:cNvSpPr>
            <p:nvPr/>
          </p:nvSpPr>
          <p:spPr bwMode="auto">
            <a:xfrm>
              <a:off x="16942236" y="9428080"/>
              <a:ext cx="57323" cy="38227"/>
            </a:xfrm>
            <a:custGeom>
              <a:avLst/>
              <a:gdLst>
                <a:gd name="T0" fmla="*/ 3 w 6"/>
                <a:gd name="T1" fmla="*/ 0 h 4"/>
                <a:gd name="T2" fmla="*/ 1 w 6"/>
                <a:gd name="T3" fmla="*/ 1 h 4"/>
                <a:gd name="T4" fmla="*/ 3 w 6"/>
                <a:gd name="T5" fmla="*/ 4 h 4"/>
                <a:gd name="T6" fmla="*/ 3 w 6"/>
                <a:gd name="T7" fmla="*/ 0 h 4"/>
              </a:gdLst>
              <a:ahLst/>
              <a:cxnLst>
                <a:cxn ang="0">
                  <a:pos x="T0" y="T1"/>
                </a:cxn>
                <a:cxn ang="0">
                  <a:pos x="T2" y="T3"/>
                </a:cxn>
                <a:cxn ang="0">
                  <a:pos x="T4" y="T5"/>
                </a:cxn>
                <a:cxn ang="0">
                  <a:pos x="T6" y="T7"/>
                </a:cxn>
              </a:cxnLst>
              <a:rect l="0" t="0" r="r" b="b"/>
              <a:pathLst>
                <a:path w="6" h="4">
                  <a:moveTo>
                    <a:pt x="3" y="0"/>
                  </a:moveTo>
                  <a:cubicBezTo>
                    <a:pt x="2" y="0"/>
                    <a:pt x="0" y="0"/>
                    <a:pt x="1" y="1"/>
                  </a:cubicBezTo>
                  <a:cubicBezTo>
                    <a:pt x="1" y="1"/>
                    <a:pt x="3" y="4"/>
                    <a:pt x="3" y="4"/>
                  </a:cubicBezTo>
                  <a:cubicBezTo>
                    <a:pt x="5" y="4"/>
                    <a:pt x="6" y="0"/>
                    <a:pt x="3"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14" name="Freeform 460">
              <a:extLst>
                <a:ext uri="{FF2B5EF4-FFF2-40B4-BE49-F238E27FC236}">
                  <a16:creationId xmlns:a16="http://schemas.microsoft.com/office/drawing/2014/main" id="{162B8D34-F987-1060-1DC9-046736B26EBF}"/>
                </a:ext>
              </a:extLst>
            </p:cNvPr>
            <p:cNvSpPr>
              <a:spLocks/>
            </p:cNvSpPr>
            <p:nvPr/>
          </p:nvSpPr>
          <p:spPr bwMode="auto">
            <a:xfrm>
              <a:off x="16999562" y="9437635"/>
              <a:ext cx="44586" cy="28669"/>
            </a:xfrm>
            <a:custGeom>
              <a:avLst/>
              <a:gdLst>
                <a:gd name="T0" fmla="*/ 4 w 5"/>
                <a:gd name="T1" fmla="*/ 1 h 3"/>
                <a:gd name="T2" fmla="*/ 2 w 5"/>
                <a:gd name="T3" fmla="*/ 0 h 3"/>
                <a:gd name="T4" fmla="*/ 1 w 5"/>
                <a:gd name="T5" fmla="*/ 2 h 3"/>
                <a:gd name="T6" fmla="*/ 2 w 5"/>
                <a:gd name="T7" fmla="*/ 2 h 3"/>
                <a:gd name="T8" fmla="*/ 4 w 5"/>
                <a:gd name="T9" fmla="*/ 1 h 3"/>
                <a:gd name="T10" fmla="*/ 4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4" y="1"/>
                  </a:moveTo>
                  <a:cubicBezTo>
                    <a:pt x="4" y="1"/>
                    <a:pt x="3" y="0"/>
                    <a:pt x="2" y="0"/>
                  </a:cubicBezTo>
                  <a:cubicBezTo>
                    <a:pt x="2" y="1"/>
                    <a:pt x="0" y="2"/>
                    <a:pt x="1" y="2"/>
                  </a:cubicBezTo>
                  <a:cubicBezTo>
                    <a:pt x="1" y="2"/>
                    <a:pt x="2" y="3"/>
                    <a:pt x="2" y="2"/>
                  </a:cubicBezTo>
                  <a:cubicBezTo>
                    <a:pt x="3" y="2"/>
                    <a:pt x="5" y="2"/>
                    <a:pt x="4" y="1"/>
                  </a:cubicBezTo>
                  <a:cubicBezTo>
                    <a:pt x="4" y="1"/>
                    <a:pt x="5" y="2"/>
                    <a:pt x="4"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15" name="Freeform 461">
              <a:extLst>
                <a:ext uri="{FF2B5EF4-FFF2-40B4-BE49-F238E27FC236}">
                  <a16:creationId xmlns:a16="http://schemas.microsoft.com/office/drawing/2014/main" id="{D718BD53-940B-E34E-9932-4D76F12CC55C}"/>
                </a:ext>
              </a:extLst>
            </p:cNvPr>
            <p:cNvSpPr>
              <a:spLocks/>
            </p:cNvSpPr>
            <p:nvPr/>
          </p:nvSpPr>
          <p:spPr bwMode="auto">
            <a:xfrm>
              <a:off x="17034592" y="9437635"/>
              <a:ext cx="66879" cy="38227"/>
            </a:xfrm>
            <a:custGeom>
              <a:avLst/>
              <a:gdLst>
                <a:gd name="T0" fmla="*/ 2 w 7"/>
                <a:gd name="T1" fmla="*/ 1 h 4"/>
                <a:gd name="T2" fmla="*/ 2 w 7"/>
                <a:gd name="T3" fmla="*/ 4 h 4"/>
                <a:gd name="T4" fmla="*/ 6 w 7"/>
                <a:gd name="T5" fmla="*/ 3 h 4"/>
                <a:gd name="T6" fmla="*/ 5 w 7"/>
                <a:gd name="T7" fmla="*/ 1 h 4"/>
                <a:gd name="T8" fmla="*/ 2 w 7"/>
                <a:gd name="T9" fmla="*/ 1 h 4"/>
              </a:gdLst>
              <a:ahLst/>
              <a:cxnLst>
                <a:cxn ang="0">
                  <a:pos x="T0" y="T1"/>
                </a:cxn>
                <a:cxn ang="0">
                  <a:pos x="T2" y="T3"/>
                </a:cxn>
                <a:cxn ang="0">
                  <a:pos x="T4" y="T5"/>
                </a:cxn>
                <a:cxn ang="0">
                  <a:pos x="T6" y="T7"/>
                </a:cxn>
                <a:cxn ang="0">
                  <a:pos x="T8" y="T9"/>
                </a:cxn>
              </a:cxnLst>
              <a:rect l="0" t="0" r="r" b="b"/>
              <a:pathLst>
                <a:path w="7" h="4">
                  <a:moveTo>
                    <a:pt x="2" y="1"/>
                  </a:moveTo>
                  <a:cubicBezTo>
                    <a:pt x="1" y="2"/>
                    <a:pt x="0" y="4"/>
                    <a:pt x="2" y="4"/>
                  </a:cubicBezTo>
                  <a:cubicBezTo>
                    <a:pt x="4" y="4"/>
                    <a:pt x="5" y="4"/>
                    <a:pt x="6" y="3"/>
                  </a:cubicBezTo>
                  <a:cubicBezTo>
                    <a:pt x="7" y="3"/>
                    <a:pt x="5" y="2"/>
                    <a:pt x="5" y="1"/>
                  </a:cubicBezTo>
                  <a:cubicBezTo>
                    <a:pt x="4" y="0"/>
                    <a:pt x="3" y="0"/>
                    <a:pt x="2"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16" name="Freeform 462">
              <a:extLst>
                <a:ext uri="{FF2B5EF4-FFF2-40B4-BE49-F238E27FC236}">
                  <a16:creationId xmlns:a16="http://schemas.microsoft.com/office/drawing/2014/main" id="{3C9B71F1-644E-CDA6-482F-2D5712EDF70F}"/>
                </a:ext>
              </a:extLst>
            </p:cNvPr>
            <p:cNvSpPr>
              <a:spLocks/>
            </p:cNvSpPr>
            <p:nvPr/>
          </p:nvSpPr>
          <p:spPr bwMode="auto">
            <a:xfrm>
              <a:off x="17082363" y="9428080"/>
              <a:ext cx="76432" cy="47785"/>
            </a:xfrm>
            <a:custGeom>
              <a:avLst/>
              <a:gdLst>
                <a:gd name="T0" fmla="*/ 1 w 8"/>
                <a:gd name="T1" fmla="*/ 0 h 5"/>
                <a:gd name="T2" fmla="*/ 0 w 8"/>
                <a:gd name="T3" fmla="*/ 1 h 5"/>
                <a:gd name="T4" fmla="*/ 2 w 8"/>
                <a:gd name="T5" fmla="*/ 2 h 5"/>
                <a:gd name="T6" fmla="*/ 2 w 8"/>
                <a:gd name="T7" fmla="*/ 3 h 5"/>
                <a:gd name="T8" fmla="*/ 7 w 8"/>
                <a:gd name="T9" fmla="*/ 4 h 5"/>
                <a:gd name="T10" fmla="*/ 7 w 8"/>
                <a:gd name="T11" fmla="*/ 1 h 5"/>
                <a:gd name="T12" fmla="*/ 1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1" y="0"/>
                  </a:moveTo>
                  <a:cubicBezTo>
                    <a:pt x="0" y="0"/>
                    <a:pt x="0" y="0"/>
                    <a:pt x="0" y="1"/>
                  </a:cubicBezTo>
                  <a:cubicBezTo>
                    <a:pt x="0" y="1"/>
                    <a:pt x="2" y="1"/>
                    <a:pt x="2" y="2"/>
                  </a:cubicBezTo>
                  <a:cubicBezTo>
                    <a:pt x="2" y="2"/>
                    <a:pt x="2" y="3"/>
                    <a:pt x="2" y="3"/>
                  </a:cubicBezTo>
                  <a:cubicBezTo>
                    <a:pt x="2" y="4"/>
                    <a:pt x="6" y="5"/>
                    <a:pt x="7" y="4"/>
                  </a:cubicBezTo>
                  <a:cubicBezTo>
                    <a:pt x="8" y="3"/>
                    <a:pt x="8" y="2"/>
                    <a:pt x="7" y="1"/>
                  </a:cubicBezTo>
                  <a:cubicBezTo>
                    <a:pt x="5" y="1"/>
                    <a:pt x="3" y="1"/>
                    <a:pt x="1"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17" name="Freeform 463">
              <a:extLst>
                <a:ext uri="{FF2B5EF4-FFF2-40B4-BE49-F238E27FC236}">
                  <a16:creationId xmlns:a16="http://schemas.microsoft.com/office/drawing/2014/main" id="{B66B2371-1442-6647-554E-36AD70DAC5FC}"/>
                </a:ext>
              </a:extLst>
            </p:cNvPr>
            <p:cNvSpPr>
              <a:spLocks/>
            </p:cNvSpPr>
            <p:nvPr/>
          </p:nvSpPr>
          <p:spPr bwMode="auto">
            <a:xfrm>
              <a:off x="17184277" y="9437635"/>
              <a:ext cx="114649" cy="38227"/>
            </a:xfrm>
            <a:custGeom>
              <a:avLst/>
              <a:gdLst>
                <a:gd name="T0" fmla="*/ 2 w 12"/>
                <a:gd name="T1" fmla="*/ 0 h 4"/>
                <a:gd name="T2" fmla="*/ 0 w 12"/>
                <a:gd name="T3" fmla="*/ 2 h 4"/>
                <a:gd name="T4" fmla="*/ 12 w 12"/>
                <a:gd name="T5" fmla="*/ 2 h 4"/>
                <a:gd name="T6" fmla="*/ 9 w 12"/>
                <a:gd name="T7" fmla="*/ 2 h 4"/>
                <a:gd name="T8" fmla="*/ 2 w 12"/>
                <a:gd name="T9" fmla="*/ 0 h 4"/>
                <a:gd name="T10" fmla="*/ 2 w 12"/>
                <a:gd name="T11" fmla="*/ 0 h 4"/>
              </a:gdLst>
              <a:ahLst/>
              <a:cxnLst>
                <a:cxn ang="0">
                  <a:pos x="T0" y="T1"/>
                </a:cxn>
                <a:cxn ang="0">
                  <a:pos x="T2" y="T3"/>
                </a:cxn>
                <a:cxn ang="0">
                  <a:pos x="T4" y="T5"/>
                </a:cxn>
                <a:cxn ang="0">
                  <a:pos x="T6" y="T7"/>
                </a:cxn>
                <a:cxn ang="0">
                  <a:pos x="T8" y="T9"/>
                </a:cxn>
                <a:cxn ang="0">
                  <a:pos x="T10" y="T11"/>
                </a:cxn>
              </a:cxnLst>
              <a:rect l="0" t="0" r="r" b="b"/>
              <a:pathLst>
                <a:path w="12" h="4">
                  <a:moveTo>
                    <a:pt x="2" y="0"/>
                  </a:moveTo>
                  <a:cubicBezTo>
                    <a:pt x="2" y="0"/>
                    <a:pt x="0" y="1"/>
                    <a:pt x="0" y="2"/>
                  </a:cubicBezTo>
                  <a:cubicBezTo>
                    <a:pt x="0" y="2"/>
                    <a:pt x="11" y="4"/>
                    <a:pt x="12" y="2"/>
                  </a:cubicBezTo>
                  <a:cubicBezTo>
                    <a:pt x="12" y="1"/>
                    <a:pt x="9" y="2"/>
                    <a:pt x="9" y="2"/>
                  </a:cubicBezTo>
                  <a:cubicBezTo>
                    <a:pt x="7" y="2"/>
                    <a:pt x="4" y="1"/>
                    <a:pt x="2" y="0"/>
                  </a:cubicBezTo>
                  <a:cubicBezTo>
                    <a:pt x="2" y="0"/>
                    <a:pt x="3" y="0"/>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18" name="Freeform 464">
              <a:extLst>
                <a:ext uri="{FF2B5EF4-FFF2-40B4-BE49-F238E27FC236}">
                  <a16:creationId xmlns:a16="http://schemas.microsoft.com/office/drawing/2014/main" id="{704B739A-242C-E279-5567-184CBB17F6BC}"/>
                </a:ext>
              </a:extLst>
            </p:cNvPr>
            <p:cNvSpPr>
              <a:spLocks/>
            </p:cNvSpPr>
            <p:nvPr/>
          </p:nvSpPr>
          <p:spPr bwMode="auto">
            <a:xfrm>
              <a:off x="17149244" y="9491791"/>
              <a:ext cx="101909" cy="57338"/>
            </a:xfrm>
            <a:custGeom>
              <a:avLst/>
              <a:gdLst>
                <a:gd name="T0" fmla="*/ 0 w 11"/>
                <a:gd name="T1" fmla="*/ 0 h 6"/>
                <a:gd name="T2" fmla="*/ 8 w 11"/>
                <a:gd name="T3" fmla="*/ 4 h 6"/>
                <a:gd name="T4" fmla="*/ 0 w 11"/>
                <a:gd name="T5" fmla="*/ 0 h 6"/>
              </a:gdLst>
              <a:ahLst/>
              <a:cxnLst>
                <a:cxn ang="0">
                  <a:pos x="T0" y="T1"/>
                </a:cxn>
                <a:cxn ang="0">
                  <a:pos x="T2" y="T3"/>
                </a:cxn>
                <a:cxn ang="0">
                  <a:pos x="T4" y="T5"/>
                </a:cxn>
              </a:cxnLst>
              <a:rect l="0" t="0" r="r" b="b"/>
              <a:pathLst>
                <a:path w="11" h="6">
                  <a:moveTo>
                    <a:pt x="0" y="0"/>
                  </a:moveTo>
                  <a:cubicBezTo>
                    <a:pt x="1" y="0"/>
                    <a:pt x="7" y="6"/>
                    <a:pt x="8" y="4"/>
                  </a:cubicBezTo>
                  <a:cubicBezTo>
                    <a:pt x="11" y="1"/>
                    <a:pt x="1" y="0"/>
                    <a:pt x="0"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19" name="Freeform 465">
              <a:extLst>
                <a:ext uri="{FF2B5EF4-FFF2-40B4-BE49-F238E27FC236}">
                  <a16:creationId xmlns:a16="http://schemas.microsoft.com/office/drawing/2014/main" id="{861EC551-324C-4F79-663E-97D570C5C689}"/>
                </a:ext>
              </a:extLst>
            </p:cNvPr>
            <p:cNvSpPr>
              <a:spLocks/>
            </p:cNvSpPr>
            <p:nvPr/>
          </p:nvSpPr>
          <p:spPr bwMode="auto">
            <a:xfrm>
              <a:off x="17474083" y="9192351"/>
              <a:ext cx="57323" cy="38227"/>
            </a:xfrm>
            <a:custGeom>
              <a:avLst/>
              <a:gdLst>
                <a:gd name="T0" fmla="*/ 3 w 6"/>
                <a:gd name="T1" fmla="*/ 3 h 4"/>
                <a:gd name="T2" fmla="*/ 4 w 6"/>
                <a:gd name="T3" fmla="*/ 0 h 4"/>
                <a:gd name="T4" fmla="*/ 3 w 6"/>
                <a:gd name="T5" fmla="*/ 3 h 4"/>
                <a:gd name="T6" fmla="*/ 3 w 6"/>
                <a:gd name="T7" fmla="*/ 3 h 4"/>
              </a:gdLst>
              <a:ahLst/>
              <a:cxnLst>
                <a:cxn ang="0">
                  <a:pos x="T0" y="T1"/>
                </a:cxn>
                <a:cxn ang="0">
                  <a:pos x="T2" y="T3"/>
                </a:cxn>
                <a:cxn ang="0">
                  <a:pos x="T4" y="T5"/>
                </a:cxn>
                <a:cxn ang="0">
                  <a:pos x="T6" y="T7"/>
                </a:cxn>
              </a:cxnLst>
              <a:rect l="0" t="0" r="r" b="b"/>
              <a:pathLst>
                <a:path w="6" h="4">
                  <a:moveTo>
                    <a:pt x="3" y="3"/>
                  </a:moveTo>
                  <a:cubicBezTo>
                    <a:pt x="0" y="4"/>
                    <a:pt x="1" y="0"/>
                    <a:pt x="4" y="0"/>
                  </a:cubicBezTo>
                  <a:cubicBezTo>
                    <a:pt x="6" y="0"/>
                    <a:pt x="5" y="3"/>
                    <a:pt x="3" y="3"/>
                  </a:cubicBezTo>
                  <a:cubicBezTo>
                    <a:pt x="2" y="4"/>
                    <a:pt x="5" y="3"/>
                    <a:pt x="3"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20" name="Freeform 466">
              <a:extLst>
                <a:ext uri="{FF2B5EF4-FFF2-40B4-BE49-F238E27FC236}">
                  <a16:creationId xmlns:a16="http://schemas.microsoft.com/office/drawing/2014/main" id="{F38BAC23-97BF-2386-15A5-65E7D2AAD84E}"/>
                </a:ext>
              </a:extLst>
            </p:cNvPr>
            <p:cNvSpPr>
              <a:spLocks/>
            </p:cNvSpPr>
            <p:nvPr/>
          </p:nvSpPr>
          <p:spPr bwMode="auto">
            <a:xfrm>
              <a:off x="17569627" y="9185981"/>
              <a:ext cx="140127" cy="44598"/>
            </a:xfrm>
            <a:custGeom>
              <a:avLst/>
              <a:gdLst>
                <a:gd name="T0" fmla="*/ 2 w 15"/>
                <a:gd name="T1" fmla="*/ 3 h 5"/>
                <a:gd name="T2" fmla="*/ 1 w 15"/>
                <a:gd name="T3" fmla="*/ 1 h 5"/>
                <a:gd name="T4" fmla="*/ 5 w 15"/>
                <a:gd name="T5" fmla="*/ 0 h 5"/>
                <a:gd name="T6" fmla="*/ 13 w 15"/>
                <a:gd name="T7" fmla="*/ 2 h 5"/>
                <a:gd name="T8" fmla="*/ 15 w 15"/>
                <a:gd name="T9" fmla="*/ 5 h 5"/>
                <a:gd name="T10" fmla="*/ 11 w 15"/>
                <a:gd name="T11" fmla="*/ 3 h 5"/>
                <a:gd name="T12" fmla="*/ 2 w 15"/>
                <a:gd name="T13" fmla="*/ 3 h 5"/>
                <a:gd name="T14" fmla="*/ 2 w 1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2" y="3"/>
                  </a:moveTo>
                  <a:cubicBezTo>
                    <a:pt x="1" y="3"/>
                    <a:pt x="0" y="2"/>
                    <a:pt x="1" y="1"/>
                  </a:cubicBezTo>
                  <a:cubicBezTo>
                    <a:pt x="2" y="0"/>
                    <a:pt x="3" y="0"/>
                    <a:pt x="5" y="0"/>
                  </a:cubicBezTo>
                  <a:cubicBezTo>
                    <a:pt x="8" y="0"/>
                    <a:pt x="10" y="0"/>
                    <a:pt x="13" y="2"/>
                  </a:cubicBezTo>
                  <a:cubicBezTo>
                    <a:pt x="14" y="3"/>
                    <a:pt x="15" y="4"/>
                    <a:pt x="15" y="5"/>
                  </a:cubicBezTo>
                  <a:cubicBezTo>
                    <a:pt x="14" y="5"/>
                    <a:pt x="11" y="3"/>
                    <a:pt x="11" y="3"/>
                  </a:cubicBezTo>
                  <a:cubicBezTo>
                    <a:pt x="8" y="2"/>
                    <a:pt x="5" y="3"/>
                    <a:pt x="2" y="3"/>
                  </a:cubicBezTo>
                  <a:cubicBezTo>
                    <a:pt x="1" y="3"/>
                    <a:pt x="3" y="3"/>
                    <a:pt x="2"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21" name="Freeform 467">
              <a:extLst>
                <a:ext uri="{FF2B5EF4-FFF2-40B4-BE49-F238E27FC236}">
                  <a16:creationId xmlns:a16="http://schemas.microsoft.com/office/drawing/2014/main" id="{BA24BDCE-8596-8843-90FE-1961B03688D9}"/>
                </a:ext>
              </a:extLst>
            </p:cNvPr>
            <p:cNvSpPr>
              <a:spLocks/>
            </p:cNvSpPr>
            <p:nvPr/>
          </p:nvSpPr>
          <p:spPr bwMode="auto">
            <a:xfrm>
              <a:off x="17139689" y="8969361"/>
              <a:ext cx="299364" cy="337667"/>
            </a:xfrm>
            <a:custGeom>
              <a:avLst/>
              <a:gdLst>
                <a:gd name="T0" fmla="*/ 13 w 32"/>
                <a:gd name="T1" fmla="*/ 32 h 36"/>
                <a:gd name="T2" fmla="*/ 14 w 32"/>
                <a:gd name="T3" fmla="*/ 30 h 36"/>
                <a:gd name="T4" fmla="*/ 11 w 32"/>
                <a:gd name="T5" fmla="*/ 28 h 36"/>
                <a:gd name="T6" fmla="*/ 12 w 32"/>
                <a:gd name="T7" fmla="*/ 23 h 36"/>
                <a:gd name="T8" fmla="*/ 8 w 32"/>
                <a:gd name="T9" fmla="*/ 23 h 36"/>
                <a:gd name="T10" fmla="*/ 8 w 32"/>
                <a:gd name="T11" fmla="*/ 29 h 36"/>
                <a:gd name="T12" fmla="*/ 8 w 32"/>
                <a:gd name="T13" fmla="*/ 30 h 36"/>
                <a:gd name="T14" fmla="*/ 7 w 32"/>
                <a:gd name="T15" fmla="*/ 34 h 36"/>
                <a:gd name="T16" fmla="*/ 4 w 32"/>
                <a:gd name="T17" fmla="*/ 36 h 36"/>
                <a:gd name="T18" fmla="*/ 4 w 32"/>
                <a:gd name="T19" fmla="*/ 31 h 36"/>
                <a:gd name="T20" fmla="*/ 2 w 32"/>
                <a:gd name="T21" fmla="*/ 26 h 36"/>
                <a:gd name="T22" fmla="*/ 1 w 32"/>
                <a:gd name="T23" fmla="*/ 21 h 36"/>
                <a:gd name="T24" fmla="*/ 3 w 32"/>
                <a:gd name="T25" fmla="*/ 14 h 36"/>
                <a:gd name="T26" fmla="*/ 9 w 32"/>
                <a:gd name="T27" fmla="*/ 5 h 36"/>
                <a:gd name="T28" fmla="*/ 11 w 32"/>
                <a:gd name="T29" fmla="*/ 2 h 36"/>
                <a:gd name="T30" fmla="*/ 18 w 32"/>
                <a:gd name="T31" fmla="*/ 4 h 36"/>
                <a:gd name="T32" fmla="*/ 25 w 32"/>
                <a:gd name="T33" fmla="*/ 4 h 36"/>
                <a:gd name="T34" fmla="*/ 32 w 32"/>
                <a:gd name="T35" fmla="*/ 1 h 36"/>
                <a:gd name="T36" fmla="*/ 29 w 32"/>
                <a:gd name="T37" fmla="*/ 6 h 36"/>
                <a:gd name="T38" fmla="*/ 23 w 32"/>
                <a:gd name="T39" fmla="*/ 7 h 36"/>
                <a:gd name="T40" fmla="*/ 10 w 32"/>
                <a:gd name="T41" fmla="*/ 7 h 36"/>
                <a:gd name="T42" fmla="*/ 6 w 32"/>
                <a:gd name="T43" fmla="*/ 10 h 36"/>
                <a:gd name="T44" fmla="*/ 10 w 32"/>
                <a:gd name="T45" fmla="*/ 15 h 36"/>
                <a:gd name="T46" fmla="*/ 13 w 32"/>
                <a:gd name="T47" fmla="*/ 14 h 36"/>
                <a:gd name="T48" fmla="*/ 20 w 32"/>
                <a:gd name="T49" fmla="*/ 13 h 36"/>
                <a:gd name="T50" fmla="*/ 17 w 32"/>
                <a:gd name="T51" fmla="*/ 16 h 36"/>
                <a:gd name="T52" fmla="*/ 13 w 32"/>
                <a:gd name="T53" fmla="*/ 17 h 36"/>
                <a:gd name="T54" fmla="*/ 14 w 32"/>
                <a:gd name="T55" fmla="*/ 20 h 36"/>
                <a:gd name="T56" fmla="*/ 18 w 32"/>
                <a:gd name="T57" fmla="*/ 25 h 36"/>
                <a:gd name="T58" fmla="*/ 19 w 32"/>
                <a:gd name="T59" fmla="*/ 28 h 36"/>
                <a:gd name="T60" fmla="*/ 22 w 32"/>
                <a:gd name="T61" fmla="*/ 30 h 36"/>
                <a:gd name="T62" fmla="*/ 13 w 32"/>
                <a:gd name="T63" fmla="*/ 32 h 36"/>
                <a:gd name="T64" fmla="*/ 13 w 32"/>
                <a:gd name="T65"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6">
                  <a:moveTo>
                    <a:pt x="13" y="32"/>
                  </a:moveTo>
                  <a:cubicBezTo>
                    <a:pt x="13" y="31"/>
                    <a:pt x="14" y="31"/>
                    <a:pt x="14" y="30"/>
                  </a:cubicBezTo>
                  <a:cubicBezTo>
                    <a:pt x="14" y="29"/>
                    <a:pt x="12" y="28"/>
                    <a:pt x="11" y="28"/>
                  </a:cubicBezTo>
                  <a:cubicBezTo>
                    <a:pt x="10" y="26"/>
                    <a:pt x="12" y="25"/>
                    <a:pt x="12" y="23"/>
                  </a:cubicBezTo>
                  <a:cubicBezTo>
                    <a:pt x="12" y="22"/>
                    <a:pt x="8" y="22"/>
                    <a:pt x="8" y="23"/>
                  </a:cubicBezTo>
                  <a:cubicBezTo>
                    <a:pt x="7" y="25"/>
                    <a:pt x="8" y="27"/>
                    <a:pt x="8" y="29"/>
                  </a:cubicBezTo>
                  <a:cubicBezTo>
                    <a:pt x="7" y="29"/>
                    <a:pt x="8" y="30"/>
                    <a:pt x="8" y="30"/>
                  </a:cubicBezTo>
                  <a:cubicBezTo>
                    <a:pt x="8" y="32"/>
                    <a:pt x="7" y="33"/>
                    <a:pt x="7" y="34"/>
                  </a:cubicBezTo>
                  <a:cubicBezTo>
                    <a:pt x="6" y="36"/>
                    <a:pt x="7" y="36"/>
                    <a:pt x="4" y="36"/>
                  </a:cubicBezTo>
                  <a:cubicBezTo>
                    <a:pt x="1" y="36"/>
                    <a:pt x="4" y="32"/>
                    <a:pt x="4" y="31"/>
                  </a:cubicBezTo>
                  <a:cubicBezTo>
                    <a:pt x="5" y="30"/>
                    <a:pt x="4" y="27"/>
                    <a:pt x="2" y="26"/>
                  </a:cubicBezTo>
                  <a:cubicBezTo>
                    <a:pt x="0" y="25"/>
                    <a:pt x="0" y="23"/>
                    <a:pt x="1" y="21"/>
                  </a:cubicBezTo>
                  <a:cubicBezTo>
                    <a:pt x="2" y="19"/>
                    <a:pt x="2" y="16"/>
                    <a:pt x="3" y="14"/>
                  </a:cubicBezTo>
                  <a:cubicBezTo>
                    <a:pt x="5" y="11"/>
                    <a:pt x="4" y="5"/>
                    <a:pt x="9" y="5"/>
                  </a:cubicBezTo>
                  <a:cubicBezTo>
                    <a:pt x="10" y="5"/>
                    <a:pt x="9" y="2"/>
                    <a:pt x="11" y="2"/>
                  </a:cubicBezTo>
                  <a:cubicBezTo>
                    <a:pt x="14" y="3"/>
                    <a:pt x="16" y="4"/>
                    <a:pt x="18" y="4"/>
                  </a:cubicBezTo>
                  <a:cubicBezTo>
                    <a:pt x="20" y="4"/>
                    <a:pt x="23" y="5"/>
                    <a:pt x="25" y="4"/>
                  </a:cubicBezTo>
                  <a:cubicBezTo>
                    <a:pt x="26" y="4"/>
                    <a:pt x="32" y="0"/>
                    <a:pt x="32" y="1"/>
                  </a:cubicBezTo>
                  <a:cubicBezTo>
                    <a:pt x="32" y="2"/>
                    <a:pt x="29" y="5"/>
                    <a:pt x="29" y="6"/>
                  </a:cubicBezTo>
                  <a:cubicBezTo>
                    <a:pt x="27" y="7"/>
                    <a:pt x="25" y="7"/>
                    <a:pt x="23" y="7"/>
                  </a:cubicBezTo>
                  <a:cubicBezTo>
                    <a:pt x="18" y="6"/>
                    <a:pt x="14" y="7"/>
                    <a:pt x="10" y="7"/>
                  </a:cubicBezTo>
                  <a:cubicBezTo>
                    <a:pt x="7" y="6"/>
                    <a:pt x="6" y="7"/>
                    <a:pt x="6" y="10"/>
                  </a:cubicBezTo>
                  <a:cubicBezTo>
                    <a:pt x="6" y="13"/>
                    <a:pt x="9" y="13"/>
                    <a:pt x="10" y="15"/>
                  </a:cubicBezTo>
                  <a:cubicBezTo>
                    <a:pt x="11" y="17"/>
                    <a:pt x="12" y="15"/>
                    <a:pt x="13" y="14"/>
                  </a:cubicBezTo>
                  <a:cubicBezTo>
                    <a:pt x="13" y="13"/>
                    <a:pt x="20" y="12"/>
                    <a:pt x="20" y="13"/>
                  </a:cubicBezTo>
                  <a:cubicBezTo>
                    <a:pt x="21" y="13"/>
                    <a:pt x="18" y="16"/>
                    <a:pt x="17" y="16"/>
                  </a:cubicBezTo>
                  <a:cubicBezTo>
                    <a:pt x="15" y="18"/>
                    <a:pt x="15" y="18"/>
                    <a:pt x="13" y="17"/>
                  </a:cubicBezTo>
                  <a:cubicBezTo>
                    <a:pt x="13" y="17"/>
                    <a:pt x="14" y="20"/>
                    <a:pt x="14" y="20"/>
                  </a:cubicBezTo>
                  <a:cubicBezTo>
                    <a:pt x="15" y="21"/>
                    <a:pt x="18" y="23"/>
                    <a:pt x="18" y="25"/>
                  </a:cubicBezTo>
                  <a:cubicBezTo>
                    <a:pt x="18" y="26"/>
                    <a:pt x="18" y="27"/>
                    <a:pt x="19" y="28"/>
                  </a:cubicBezTo>
                  <a:cubicBezTo>
                    <a:pt x="19" y="28"/>
                    <a:pt x="21" y="30"/>
                    <a:pt x="22" y="30"/>
                  </a:cubicBezTo>
                  <a:cubicBezTo>
                    <a:pt x="20" y="31"/>
                    <a:pt x="15" y="33"/>
                    <a:pt x="13" y="32"/>
                  </a:cubicBezTo>
                  <a:cubicBezTo>
                    <a:pt x="13" y="31"/>
                    <a:pt x="14" y="33"/>
                    <a:pt x="13" y="3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22" name="Freeform 468">
              <a:extLst>
                <a:ext uri="{FF2B5EF4-FFF2-40B4-BE49-F238E27FC236}">
                  <a16:creationId xmlns:a16="http://schemas.microsoft.com/office/drawing/2014/main" id="{90D22854-3E32-3F01-FFF8-81FE654AD534}"/>
                </a:ext>
              </a:extLst>
            </p:cNvPr>
            <p:cNvSpPr>
              <a:spLocks/>
            </p:cNvSpPr>
            <p:nvPr/>
          </p:nvSpPr>
          <p:spPr bwMode="auto">
            <a:xfrm>
              <a:off x="17540962" y="8950247"/>
              <a:ext cx="73248" cy="140163"/>
            </a:xfrm>
            <a:custGeom>
              <a:avLst/>
              <a:gdLst>
                <a:gd name="T0" fmla="*/ 3 w 8"/>
                <a:gd name="T1" fmla="*/ 2 h 15"/>
                <a:gd name="T2" fmla="*/ 3 w 8"/>
                <a:gd name="T3" fmla="*/ 0 h 15"/>
                <a:gd name="T4" fmla="*/ 0 w 8"/>
                <a:gd name="T5" fmla="*/ 4 h 15"/>
                <a:gd name="T6" fmla="*/ 1 w 8"/>
                <a:gd name="T7" fmla="*/ 8 h 15"/>
                <a:gd name="T8" fmla="*/ 2 w 8"/>
                <a:gd name="T9" fmla="*/ 12 h 15"/>
                <a:gd name="T10" fmla="*/ 5 w 8"/>
                <a:gd name="T11" fmla="*/ 15 h 15"/>
                <a:gd name="T12" fmla="*/ 4 w 8"/>
                <a:gd name="T13" fmla="*/ 13 h 15"/>
                <a:gd name="T14" fmla="*/ 3 w 8"/>
                <a:gd name="T15" fmla="*/ 9 h 15"/>
                <a:gd name="T16" fmla="*/ 7 w 8"/>
                <a:gd name="T17" fmla="*/ 9 h 15"/>
                <a:gd name="T18" fmla="*/ 5 w 8"/>
                <a:gd name="T19" fmla="*/ 7 h 15"/>
                <a:gd name="T20" fmla="*/ 6 w 8"/>
                <a:gd name="T21" fmla="*/ 5 h 15"/>
                <a:gd name="T22" fmla="*/ 2 w 8"/>
                <a:gd name="T23" fmla="*/ 6 h 15"/>
                <a:gd name="T24" fmla="*/ 3 w 8"/>
                <a:gd name="T25" fmla="*/ 2 h 15"/>
                <a:gd name="T26" fmla="*/ 3 w 8"/>
                <a:gd name="T2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5">
                  <a:moveTo>
                    <a:pt x="3" y="2"/>
                  </a:moveTo>
                  <a:cubicBezTo>
                    <a:pt x="3" y="1"/>
                    <a:pt x="3" y="1"/>
                    <a:pt x="3" y="0"/>
                  </a:cubicBezTo>
                  <a:cubicBezTo>
                    <a:pt x="2" y="0"/>
                    <a:pt x="0" y="3"/>
                    <a:pt x="0" y="4"/>
                  </a:cubicBezTo>
                  <a:cubicBezTo>
                    <a:pt x="0" y="5"/>
                    <a:pt x="1" y="6"/>
                    <a:pt x="1" y="8"/>
                  </a:cubicBezTo>
                  <a:cubicBezTo>
                    <a:pt x="1" y="9"/>
                    <a:pt x="1" y="11"/>
                    <a:pt x="2" y="12"/>
                  </a:cubicBezTo>
                  <a:cubicBezTo>
                    <a:pt x="2" y="12"/>
                    <a:pt x="5" y="15"/>
                    <a:pt x="5" y="15"/>
                  </a:cubicBezTo>
                  <a:cubicBezTo>
                    <a:pt x="5" y="15"/>
                    <a:pt x="4" y="13"/>
                    <a:pt x="4" y="13"/>
                  </a:cubicBezTo>
                  <a:cubicBezTo>
                    <a:pt x="3" y="12"/>
                    <a:pt x="3" y="10"/>
                    <a:pt x="3" y="9"/>
                  </a:cubicBezTo>
                  <a:cubicBezTo>
                    <a:pt x="3" y="8"/>
                    <a:pt x="7" y="9"/>
                    <a:pt x="7" y="9"/>
                  </a:cubicBezTo>
                  <a:cubicBezTo>
                    <a:pt x="8" y="9"/>
                    <a:pt x="6" y="8"/>
                    <a:pt x="5" y="7"/>
                  </a:cubicBezTo>
                  <a:cubicBezTo>
                    <a:pt x="5" y="7"/>
                    <a:pt x="6" y="6"/>
                    <a:pt x="6" y="5"/>
                  </a:cubicBezTo>
                  <a:cubicBezTo>
                    <a:pt x="7" y="1"/>
                    <a:pt x="3" y="6"/>
                    <a:pt x="2" y="6"/>
                  </a:cubicBezTo>
                  <a:cubicBezTo>
                    <a:pt x="2" y="6"/>
                    <a:pt x="4" y="3"/>
                    <a:pt x="3" y="2"/>
                  </a:cubicBezTo>
                  <a:cubicBezTo>
                    <a:pt x="3" y="1"/>
                    <a:pt x="4" y="3"/>
                    <a:pt x="3"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23" name="Freeform 469">
              <a:extLst>
                <a:ext uri="{FF2B5EF4-FFF2-40B4-BE49-F238E27FC236}">
                  <a16:creationId xmlns:a16="http://schemas.microsoft.com/office/drawing/2014/main" id="{3A477733-6B90-927C-479E-D17D46F7296E}"/>
                </a:ext>
              </a:extLst>
            </p:cNvPr>
            <p:cNvSpPr>
              <a:spLocks/>
            </p:cNvSpPr>
            <p:nvPr/>
          </p:nvSpPr>
          <p:spPr bwMode="auto">
            <a:xfrm>
              <a:off x="17579182" y="8931136"/>
              <a:ext cx="25477" cy="19114"/>
            </a:xfrm>
            <a:custGeom>
              <a:avLst/>
              <a:gdLst>
                <a:gd name="T0" fmla="*/ 1 w 3"/>
                <a:gd name="T1" fmla="*/ 2 h 2"/>
                <a:gd name="T2" fmla="*/ 2 w 3"/>
                <a:gd name="T3" fmla="*/ 0 h 2"/>
                <a:gd name="T4" fmla="*/ 1 w 3"/>
                <a:gd name="T5" fmla="*/ 2 h 2"/>
              </a:gdLst>
              <a:ahLst/>
              <a:cxnLst>
                <a:cxn ang="0">
                  <a:pos x="T0" y="T1"/>
                </a:cxn>
                <a:cxn ang="0">
                  <a:pos x="T2" y="T3"/>
                </a:cxn>
                <a:cxn ang="0">
                  <a:pos x="T4" y="T5"/>
                </a:cxn>
              </a:cxnLst>
              <a:rect l="0" t="0" r="r" b="b"/>
              <a:pathLst>
                <a:path w="3" h="2">
                  <a:moveTo>
                    <a:pt x="1" y="2"/>
                  </a:moveTo>
                  <a:cubicBezTo>
                    <a:pt x="0" y="2"/>
                    <a:pt x="1" y="0"/>
                    <a:pt x="2" y="0"/>
                  </a:cubicBezTo>
                  <a:cubicBezTo>
                    <a:pt x="3" y="0"/>
                    <a:pt x="2" y="2"/>
                    <a:pt x="1"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24" name="Freeform 470">
              <a:extLst>
                <a:ext uri="{FF2B5EF4-FFF2-40B4-BE49-F238E27FC236}">
                  <a16:creationId xmlns:a16="http://schemas.microsoft.com/office/drawing/2014/main" id="{A1CF94BC-D431-E06E-008E-65E1272327EC}"/>
                </a:ext>
              </a:extLst>
            </p:cNvPr>
            <p:cNvSpPr>
              <a:spLocks/>
            </p:cNvSpPr>
            <p:nvPr/>
          </p:nvSpPr>
          <p:spPr bwMode="auto">
            <a:xfrm>
              <a:off x="17681092" y="9052186"/>
              <a:ext cx="44586" cy="19114"/>
            </a:xfrm>
            <a:custGeom>
              <a:avLst/>
              <a:gdLst>
                <a:gd name="T0" fmla="*/ 5 w 5"/>
                <a:gd name="T1" fmla="*/ 1 h 2"/>
                <a:gd name="T2" fmla="*/ 0 w 5"/>
                <a:gd name="T3" fmla="*/ 1 h 2"/>
                <a:gd name="T4" fmla="*/ 5 w 5"/>
                <a:gd name="T5" fmla="*/ 1 h 2"/>
              </a:gdLst>
              <a:ahLst/>
              <a:cxnLst>
                <a:cxn ang="0">
                  <a:pos x="T0" y="T1"/>
                </a:cxn>
                <a:cxn ang="0">
                  <a:pos x="T2" y="T3"/>
                </a:cxn>
                <a:cxn ang="0">
                  <a:pos x="T4" y="T5"/>
                </a:cxn>
              </a:cxnLst>
              <a:rect l="0" t="0" r="r" b="b"/>
              <a:pathLst>
                <a:path w="5" h="2">
                  <a:moveTo>
                    <a:pt x="5" y="1"/>
                  </a:moveTo>
                  <a:cubicBezTo>
                    <a:pt x="5" y="0"/>
                    <a:pt x="0" y="0"/>
                    <a:pt x="0" y="1"/>
                  </a:cubicBezTo>
                  <a:cubicBezTo>
                    <a:pt x="0" y="1"/>
                    <a:pt x="5" y="2"/>
                    <a:pt x="5"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25" name="Freeform 471">
              <a:extLst>
                <a:ext uri="{FF2B5EF4-FFF2-40B4-BE49-F238E27FC236}">
                  <a16:creationId xmlns:a16="http://schemas.microsoft.com/office/drawing/2014/main" id="{B270F7F7-A953-D24E-DB36-9DBCC0D3D797}"/>
                </a:ext>
              </a:extLst>
            </p:cNvPr>
            <p:cNvSpPr>
              <a:spLocks/>
            </p:cNvSpPr>
            <p:nvPr/>
          </p:nvSpPr>
          <p:spPr bwMode="auto">
            <a:xfrm>
              <a:off x="17690647" y="9061741"/>
              <a:ext cx="175160" cy="105124"/>
            </a:xfrm>
            <a:custGeom>
              <a:avLst/>
              <a:gdLst>
                <a:gd name="T0" fmla="*/ 10 w 19"/>
                <a:gd name="T1" fmla="*/ 1 h 11"/>
                <a:gd name="T2" fmla="*/ 4 w 19"/>
                <a:gd name="T3" fmla="*/ 3 h 11"/>
                <a:gd name="T4" fmla="*/ 3 w 19"/>
                <a:gd name="T5" fmla="*/ 4 h 11"/>
                <a:gd name="T6" fmla="*/ 1 w 19"/>
                <a:gd name="T7" fmla="*/ 3 h 11"/>
                <a:gd name="T8" fmla="*/ 3 w 19"/>
                <a:gd name="T9" fmla="*/ 6 h 11"/>
                <a:gd name="T10" fmla="*/ 6 w 19"/>
                <a:gd name="T11" fmla="*/ 7 h 11"/>
                <a:gd name="T12" fmla="*/ 9 w 19"/>
                <a:gd name="T13" fmla="*/ 10 h 11"/>
                <a:gd name="T14" fmla="*/ 14 w 19"/>
                <a:gd name="T15" fmla="*/ 10 h 11"/>
                <a:gd name="T16" fmla="*/ 18 w 19"/>
                <a:gd name="T17" fmla="*/ 5 h 11"/>
                <a:gd name="T18" fmla="*/ 15 w 19"/>
                <a:gd name="T19" fmla="*/ 2 h 11"/>
                <a:gd name="T20" fmla="*/ 10 w 19"/>
                <a:gd name="T21" fmla="*/ 1 h 11"/>
                <a:gd name="T22" fmla="*/ 10 w 19"/>
                <a:gd name="T2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1">
                  <a:moveTo>
                    <a:pt x="10" y="1"/>
                  </a:moveTo>
                  <a:cubicBezTo>
                    <a:pt x="9" y="0"/>
                    <a:pt x="5" y="2"/>
                    <a:pt x="4" y="3"/>
                  </a:cubicBezTo>
                  <a:cubicBezTo>
                    <a:pt x="3" y="3"/>
                    <a:pt x="4" y="3"/>
                    <a:pt x="3" y="4"/>
                  </a:cubicBezTo>
                  <a:cubicBezTo>
                    <a:pt x="3" y="5"/>
                    <a:pt x="2" y="3"/>
                    <a:pt x="1" y="3"/>
                  </a:cubicBezTo>
                  <a:cubicBezTo>
                    <a:pt x="0" y="3"/>
                    <a:pt x="2" y="6"/>
                    <a:pt x="3" y="6"/>
                  </a:cubicBezTo>
                  <a:cubicBezTo>
                    <a:pt x="3" y="7"/>
                    <a:pt x="5" y="7"/>
                    <a:pt x="6" y="7"/>
                  </a:cubicBezTo>
                  <a:cubicBezTo>
                    <a:pt x="8" y="7"/>
                    <a:pt x="8" y="9"/>
                    <a:pt x="9" y="10"/>
                  </a:cubicBezTo>
                  <a:cubicBezTo>
                    <a:pt x="10" y="11"/>
                    <a:pt x="13" y="10"/>
                    <a:pt x="14" y="10"/>
                  </a:cubicBezTo>
                  <a:cubicBezTo>
                    <a:pt x="18" y="10"/>
                    <a:pt x="19" y="8"/>
                    <a:pt x="18" y="5"/>
                  </a:cubicBezTo>
                  <a:cubicBezTo>
                    <a:pt x="18" y="3"/>
                    <a:pt x="17" y="2"/>
                    <a:pt x="15" y="2"/>
                  </a:cubicBezTo>
                  <a:cubicBezTo>
                    <a:pt x="14" y="2"/>
                    <a:pt x="12" y="1"/>
                    <a:pt x="10" y="1"/>
                  </a:cubicBezTo>
                  <a:cubicBezTo>
                    <a:pt x="10" y="1"/>
                    <a:pt x="11" y="1"/>
                    <a:pt x="10"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26" name="Freeform 472">
              <a:extLst>
                <a:ext uri="{FF2B5EF4-FFF2-40B4-BE49-F238E27FC236}">
                  <a16:creationId xmlns:a16="http://schemas.microsoft.com/office/drawing/2014/main" id="{83284A21-7F44-9AF4-5880-3061250B6870}"/>
                </a:ext>
              </a:extLst>
            </p:cNvPr>
            <p:cNvSpPr>
              <a:spLocks/>
            </p:cNvSpPr>
            <p:nvPr/>
          </p:nvSpPr>
          <p:spPr bwMode="auto">
            <a:xfrm>
              <a:off x="18521857" y="9240134"/>
              <a:ext cx="194268" cy="111494"/>
            </a:xfrm>
            <a:custGeom>
              <a:avLst/>
              <a:gdLst>
                <a:gd name="T0" fmla="*/ 0 w 21"/>
                <a:gd name="T1" fmla="*/ 8 h 12"/>
                <a:gd name="T2" fmla="*/ 6 w 21"/>
                <a:gd name="T3" fmla="*/ 8 h 12"/>
                <a:gd name="T4" fmla="*/ 9 w 21"/>
                <a:gd name="T5" fmla="*/ 7 h 12"/>
                <a:gd name="T6" fmla="*/ 13 w 21"/>
                <a:gd name="T7" fmla="*/ 7 h 12"/>
                <a:gd name="T8" fmla="*/ 14 w 21"/>
                <a:gd name="T9" fmla="*/ 5 h 12"/>
                <a:gd name="T10" fmla="*/ 17 w 21"/>
                <a:gd name="T11" fmla="*/ 3 h 12"/>
                <a:gd name="T12" fmla="*/ 20 w 21"/>
                <a:gd name="T13" fmla="*/ 4 h 12"/>
                <a:gd name="T14" fmla="*/ 18 w 21"/>
                <a:gd name="T15" fmla="*/ 7 h 12"/>
                <a:gd name="T16" fmla="*/ 11 w 21"/>
                <a:gd name="T17" fmla="*/ 11 h 12"/>
                <a:gd name="T18" fmla="*/ 0 w 21"/>
                <a:gd name="T19" fmla="*/ 8 h 12"/>
                <a:gd name="T20" fmla="*/ 0 w 21"/>
                <a:gd name="T2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2">
                  <a:moveTo>
                    <a:pt x="0" y="8"/>
                  </a:moveTo>
                  <a:cubicBezTo>
                    <a:pt x="1" y="7"/>
                    <a:pt x="5" y="8"/>
                    <a:pt x="6" y="8"/>
                  </a:cubicBezTo>
                  <a:cubicBezTo>
                    <a:pt x="7" y="8"/>
                    <a:pt x="8" y="6"/>
                    <a:pt x="9" y="7"/>
                  </a:cubicBezTo>
                  <a:cubicBezTo>
                    <a:pt x="10" y="8"/>
                    <a:pt x="12" y="8"/>
                    <a:pt x="13" y="7"/>
                  </a:cubicBezTo>
                  <a:cubicBezTo>
                    <a:pt x="13" y="6"/>
                    <a:pt x="14" y="5"/>
                    <a:pt x="14" y="5"/>
                  </a:cubicBezTo>
                  <a:cubicBezTo>
                    <a:pt x="15" y="5"/>
                    <a:pt x="17" y="5"/>
                    <a:pt x="17" y="3"/>
                  </a:cubicBezTo>
                  <a:cubicBezTo>
                    <a:pt x="17" y="0"/>
                    <a:pt x="21" y="2"/>
                    <a:pt x="20" y="4"/>
                  </a:cubicBezTo>
                  <a:cubicBezTo>
                    <a:pt x="19" y="5"/>
                    <a:pt x="18" y="7"/>
                    <a:pt x="18" y="7"/>
                  </a:cubicBezTo>
                  <a:cubicBezTo>
                    <a:pt x="15" y="8"/>
                    <a:pt x="14" y="10"/>
                    <a:pt x="11" y="11"/>
                  </a:cubicBezTo>
                  <a:cubicBezTo>
                    <a:pt x="9" y="12"/>
                    <a:pt x="0" y="11"/>
                    <a:pt x="0" y="8"/>
                  </a:cubicBezTo>
                  <a:cubicBezTo>
                    <a:pt x="0" y="7"/>
                    <a:pt x="0" y="10"/>
                    <a:pt x="0" y="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27" name="Freeform 473">
              <a:extLst>
                <a:ext uri="{FF2B5EF4-FFF2-40B4-BE49-F238E27FC236}">
                  <a16:creationId xmlns:a16="http://schemas.microsoft.com/office/drawing/2014/main" id="{9EB5E492-7524-58E5-D549-6A0EF86976B8}"/>
                </a:ext>
              </a:extLst>
            </p:cNvPr>
            <p:cNvSpPr>
              <a:spLocks/>
            </p:cNvSpPr>
            <p:nvPr/>
          </p:nvSpPr>
          <p:spPr bwMode="auto">
            <a:xfrm>
              <a:off x="18802113" y="9297472"/>
              <a:ext cx="82803" cy="101936"/>
            </a:xfrm>
            <a:custGeom>
              <a:avLst/>
              <a:gdLst>
                <a:gd name="T0" fmla="*/ 1 w 9"/>
                <a:gd name="T1" fmla="*/ 0 h 11"/>
                <a:gd name="T2" fmla="*/ 8 w 9"/>
                <a:gd name="T3" fmla="*/ 8 h 11"/>
                <a:gd name="T4" fmla="*/ 5 w 9"/>
                <a:gd name="T5" fmla="*/ 4 h 11"/>
                <a:gd name="T6" fmla="*/ 1 w 9"/>
                <a:gd name="T7" fmla="*/ 0 h 11"/>
                <a:gd name="T8" fmla="*/ 1 w 9"/>
                <a:gd name="T9" fmla="*/ 0 h 11"/>
              </a:gdLst>
              <a:ahLst/>
              <a:cxnLst>
                <a:cxn ang="0">
                  <a:pos x="T0" y="T1"/>
                </a:cxn>
                <a:cxn ang="0">
                  <a:pos x="T2" y="T3"/>
                </a:cxn>
                <a:cxn ang="0">
                  <a:pos x="T4" y="T5"/>
                </a:cxn>
                <a:cxn ang="0">
                  <a:pos x="T6" y="T7"/>
                </a:cxn>
                <a:cxn ang="0">
                  <a:pos x="T8" y="T9"/>
                </a:cxn>
              </a:cxnLst>
              <a:rect l="0" t="0" r="r" b="b"/>
              <a:pathLst>
                <a:path w="9" h="11">
                  <a:moveTo>
                    <a:pt x="1" y="0"/>
                  </a:moveTo>
                  <a:cubicBezTo>
                    <a:pt x="0" y="1"/>
                    <a:pt x="5" y="11"/>
                    <a:pt x="8" y="8"/>
                  </a:cubicBezTo>
                  <a:cubicBezTo>
                    <a:pt x="9" y="6"/>
                    <a:pt x="6" y="4"/>
                    <a:pt x="5" y="4"/>
                  </a:cubicBezTo>
                  <a:cubicBezTo>
                    <a:pt x="4" y="3"/>
                    <a:pt x="1" y="0"/>
                    <a:pt x="1" y="0"/>
                  </a:cubicBezTo>
                  <a:cubicBezTo>
                    <a:pt x="0" y="1"/>
                    <a:pt x="2" y="0"/>
                    <a:pt x="1"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28" name="Freeform 474">
              <a:extLst>
                <a:ext uri="{FF2B5EF4-FFF2-40B4-BE49-F238E27FC236}">
                  <a16:creationId xmlns:a16="http://schemas.microsoft.com/office/drawing/2014/main" id="{AEA3B8D6-5EC6-18F1-9CF6-3C0D45C2A6EF}"/>
                </a:ext>
              </a:extLst>
            </p:cNvPr>
            <p:cNvSpPr>
              <a:spLocks/>
            </p:cNvSpPr>
            <p:nvPr/>
          </p:nvSpPr>
          <p:spPr bwMode="auto">
            <a:xfrm>
              <a:off x="19044149" y="9485423"/>
              <a:ext cx="54139" cy="54153"/>
            </a:xfrm>
            <a:custGeom>
              <a:avLst/>
              <a:gdLst>
                <a:gd name="T0" fmla="*/ 6 w 6"/>
                <a:gd name="T1" fmla="*/ 4 h 6"/>
                <a:gd name="T2" fmla="*/ 1 w 6"/>
                <a:gd name="T3" fmla="*/ 2 h 6"/>
                <a:gd name="T4" fmla="*/ 6 w 6"/>
                <a:gd name="T5" fmla="*/ 4 h 6"/>
                <a:gd name="T6" fmla="*/ 6 w 6"/>
                <a:gd name="T7" fmla="*/ 4 h 6"/>
              </a:gdLst>
              <a:ahLst/>
              <a:cxnLst>
                <a:cxn ang="0">
                  <a:pos x="T0" y="T1"/>
                </a:cxn>
                <a:cxn ang="0">
                  <a:pos x="T2" y="T3"/>
                </a:cxn>
                <a:cxn ang="0">
                  <a:pos x="T4" y="T5"/>
                </a:cxn>
                <a:cxn ang="0">
                  <a:pos x="T6" y="T7"/>
                </a:cxn>
              </a:cxnLst>
              <a:rect l="0" t="0" r="r" b="b"/>
              <a:pathLst>
                <a:path w="6" h="6">
                  <a:moveTo>
                    <a:pt x="6" y="4"/>
                  </a:moveTo>
                  <a:cubicBezTo>
                    <a:pt x="6" y="2"/>
                    <a:pt x="0" y="0"/>
                    <a:pt x="1" y="2"/>
                  </a:cubicBezTo>
                  <a:cubicBezTo>
                    <a:pt x="1" y="3"/>
                    <a:pt x="6" y="5"/>
                    <a:pt x="6" y="4"/>
                  </a:cubicBezTo>
                  <a:cubicBezTo>
                    <a:pt x="6" y="3"/>
                    <a:pt x="6" y="6"/>
                    <a:pt x="6"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29" name="Freeform 475">
              <a:extLst>
                <a:ext uri="{FF2B5EF4-FFF2-40B4-BE49-F238E27FC236}">
                  <a16:creationId xmlns:a16="http://schemas.microsoft.com/office/drawing/2014/main" id="{A08638A8-E970-AF0E-58B7-AC56E9AD72E2}"/>
                </a:ext>
              </a:extLst>
            </p:cNvPr>
            <p:cNvSpPr>
              <a:spLocks/>
            </p:cNvSpPr>
            <p:nvPr/>
          </p:nvSpPr>
          <p:spPr bwMode="auto">
            <a:xfrm>
              <a:off x="18986825" y="9399411"/>
              <a:ext cx="85988" cy="57338"/>
            </a:xfrm>
            <a:custGeom>
              <a:avLst/>
              <a:gdLst>
                <a:gd name="T0" fmla="*/ 8 w 9"/>
                <a:gd name="T1" fmla="*/ 6 h 6"/>
                <a:gd name="T2" fmla="*/ 0 w 9"/>
                <a:gd name="T3" fmla="*/ 1 h 6"/>
                <a:gd name="T4" fmla="*/ 3 w 9"/>
                <a:gd name="T5" fmla="*/ 4 h 6"/>
                <a:gd name="T6" fmla="*/ 8 w 9"/>
                <a:gd name="T7" fmla="*/ 6 h 6"/>
                <a:gd name="T8" fmla="*/ 8 w 9"/>
                <a:gd name="T9" fmla="*/ 6 h 6"/>
              </a:gdLst>
              <a:ahLst/>
              <a:cxnLst>
                <a:cxn ang="0">
                  <a:pos x="T0" y="T1"/>
                </a:cxn>
                <a:cxn ang="0">
                  <a:pos x="T2" y="T3"/>
                </a:cxn>
                <a:cxn ang="0">
                  <a:pos x="T4" y="T5"/>
                </a:cxn>
                <a:cxn ang="0">
                  <a:pos x="T6" y="T7"/>
                </a:cxn>
                <a:cxn ang="0">
                  <a:pos x="T8" y="T9"/>
                </a:cxn>
              </a:cxnLst>
              <a:rect l="0" t="0" r="r" b="b"/>
              <a:pathLst>
                <a:path w="9" h="6">
                  <a:moveTo>
                    <a:pt x="8" y="6"/>
                  </a:moveTo>
                  <a:cubicBezTo>
                    <a:pt x="6" y="5"/>
                    <a:pt x="3" y="0"/>
                    <a:pt x="0" y="1"/>
                  </a:cubicBezTo>
                  <a:cubicBezTo>
                    <a:pt x="0" y="2"/>
                    <a:pt x="3" y="3"/>
                    <a:pt x="3" y="4"/>
                  </a:cubicBezTo>
                  <a:cubicBezTo>
                    <a:pt x="5" y="4"/>
                    <a:pt x="6" y="5"/>
                    <a:pt x="8" y="6"/>
                  </a:cubicBezTo>
                  <a:cubicBezTo>
                    <a:pt x="9" y="6"/>
                    <a:pt x="6" y="5"/>
                    <a:pt x="8"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30" name="Freeform 476">
              <a:extLst>
                <a:ext uri="{FF2B5EF4-FFF2-40B4-BE49-F238E27FC236}">
                  <a16:creationId xmlns:a16="http://schemas.microsoft.com/office/drawing/2014/main" id="{8CD8F21E-E8D6-07EA-A02C-EF3CAA493700}"/>
                </a:ext>
              </a:extLst>
            </p:cNvPr>
            <p:cNvSpPr>
              <a:spLocks/>
            </p:cNvSpPr>
            <p:nvPr/>
          </p:nvSpPr>
          <p:spPr bwMode="auto">
            <a:xfrm>
              <a:off x="18904022" y="9361183"/>
              <a:ext cx="38217" cy="47785"/>
            </a:xfrm>
            <a:custGeom>
              <a:avLst/>
              <a:gdLst>
                <a:gd name="T0" fmla="*/ 4 w 4"/>
                <a:gd name="T1" fmla="*/ 4 h 5"/>
                <a:gd name="T2" fmla="*/ 0 w 4"/>
                <a:gd name="T3" fmla="*/ 0 h 5"/>
                <a:gd name="T4" fmla="*/ 4 w 4"/>
                <a:gd name="T5" fmla="*/ 4 h 5"/>
              </a:gdLst>
              <a:ahLst/>
              <a:cxnLst>
                <a:cxn ang="0">
                  <a:pos x="T0" y="T1"/>
                </a:cxn>
                <a:cxn ang="0">
                  <a:pos x="T2" y="T3"/>
                </a:cxn>
                <a:cxn ang="0">
                  <a:pos x="T4" y="T5"/>
                </a:cxn>
              </a:cxnLst>
              <a:rect l="0" t="0" r="r" b="b"/>
              <a:pathLst>
                <a:path w="4" h="5">
                  <a:moveTo>
                    <a:pt x="4" y="4"/>
                  </a:moveTo>
                  <a:cubicBezTo>
                    <a:pt x="4" y="2"/>
                    <a:pt x="0" y="0"/>
                    <a:pt x="0" y="0"/>
                  </a:cubicBezTo>
                  <a:cubicBezTo>
                    <a:pt x="0" y="1"/>
                    <a:pt x="4" y="5"/>
                    <a:pt x="4"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31" name="Freeform 477">
              <a:extLst>
                <a:ext uri="{FF2B5EF4-FFF2-40B4-BE49-F238E27FC236}">
                  <a16:creationId xmlns:a16="http://schemas.microsoft.com/office/drawing/2014/main" id="{E2945E5D-22A1-6CF3-82E1-43F71A03594F}"/>
                </a:ext>
              </a:extLst>
            </p:cNvPr>
            <p:cNvSpPr>
              <a:spLocks/>
            </p:cNvSpPr>
            <p:nvPr/>
          </p:nvSpPr>
          <p:spPr bwMode="auto">
            <a:xfrm>
              <a:off x="19247970" y="10017406"/>
              <a:ext cx="149680" cy="111494"/>
            </a:xfrm>
            <a:custGeom>
              <a:avLst/>
              <a:gdLst>
                <a:gd name="T0" fmla="*/ 15 w 16"/>
                <a:gd name="T1" fmla="*/ 11 h 12"/>
                <a:gd name="T2" fmla="*/ 2 w 16"/>
                <a:gd name="T3" fmla="*/ 0 h 12"/>
                <a:gd name="T4" fmla="*/ 15 w 16"/>
                <a:gd name="T5" fmla="*/ 11 h 12"/>
              </a:gdLst>
              <a:ahLst/>
              <a:cxnLst>
                <a:cxn ang="0">
                  <a:pos x="T0" y="T1"/>
                </a:cxn>
                <a:cxn ang="0">
                  <a:pos x="T2" y="T3"/>
                </a:cxn>
                <a:cxn ang="0">
                  <a:pos x="T4" y="T5"/>
                </a:cxn>
              </a:cxnLst>
              <a:rect l="0" t="0" r="r" b="b"/>
              <a:pathLst>
                <a:path w="16" h="12">
                  <a:moveTo>
                    <a:pt x="15" y="11"/>
                  </a:moveTo>
                  <a:cubicBezTo>
                    <a:pt x="16" y="12"/>
                    <a:pt x="3" y="0"/>
                    <a:pt x="2" y="0"/>
                  </a:cubicBezTo>
                  <a:cubicBezTo>
                    <a:pt x="0" y="0"/>
                    <a:pt x="7" y="9"/>
                    <a:pt x="15" y="1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32" name="Freeform 478">
              <a:extLst>
                <a:ext uri="{FF2B5EF4-FFF2-40B4-BE49-F238E27FC236}">
                  <a16:creationId xmlns:a16="http://schemas.microsoft.com/office/drawing/2014/main" id="{2BEFA7EC-8412-F22E-3038-984CC00C29F6}"/>
                </a:ext>
              </a:extLst>
            </p:cNvPr>
            <p:cNvSpPr>
              <a:spLocks/>
            </p:cNvSpPr>
            <p:nvPr/>
          </p:nvSpPr>
          <p:spPr bwMode="auto">
            <a:xfrm>
              <a:off x="19649244" y="10727782"/>
              <a:ext cx="105096" cy="130608"/>
            </a:xfrm>
            <a:custGeom>
              <a:avLst/>
              <a:gdLst>
                <a:gd name="T0" fmla="*/ 11 w 11"/>
                <a:gd name="T1" fmla="*/ 14 h 14"/>
                <a:gd name="T2" fmla="*/ 9 w 11"/>
                <a:gd name="T3" fmla="*/ 10 h 14"/>
                <a:gd name="T4" fmla="*/ 9 w 11"/>
                <a:gd name="T5" fmla="*/ 7 h 14"/>
                <a:gd name="T6" fmla="*/ 0 w 11"/>
                <a:gd name="T7" fmla="*/ 0 h 14"/>
                <a:gd name="T8" fmla="*/ 3 w 11"/>
                <a:gd name="T9" fmla="*/ 4 h 14"/>
                <a:gd name="T10" fmla="*/ 5 w 11"/>
                <a:gd name="T11" fmla="*/ 8 h 14"/>
                <a:gd name="T12" fmla="*/ 8 w 11"/>
                <a:gd name="T13" fmla="*/ 11 h 14"/>
                <a:gd name="T14" fmla="*/ 11 w 11"/>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4">
                  <a:moveTo>
                    <a:pt x="11" y="14"/>
                  </a:moveTo>
                  <a:cubicBezTo>
                    <a:pt x="10" y="12"/>
                    <a:pt x="11" y="11"/>
                    <a:pt x="9" y="10"/>
                  </a:cubicBezTo>
                  <a:cubicBezTo>
                    <a:pt x="8" y="8"/>
                    <a:pt x="9" y="8"/>
                    <a:pt x="9" y="7"/>
                  </a:cubicBezTo>
                  <a:cubicBezTo>
                    <a:pt x="8" y="5"/>
                    <a:pt x="0" y="1"/>
                    <a:pt x="0" y="0"/>
                  </a:cubicBezTo>
                  <a:cubicBezTo>
                    <a:pt x="0" y="1"/>
                    <a:pt x="3" y="3"/>
                    <a:pt x="3" y="4"/>
                  </a:cubicBezTo>
                  <a:cubicBezTo>
                    <a:pt x="4" y="6"/>
                    <a:pt x="4" y="7"/>
                    <a:pt x="5" y="8"/>
                  </a:cubicBezTo>
                  <a:cubicBezTo>
                    <a:pt x="6" y="9"/>
                    <a:pt x="9" y="10"/>
                    <a:pt x="8" y="11"/>
                  </a:cubicBezTo>
                  <a:cubicBezTo>
                    <a:pt x="8" y="13"/>
                    <a:pt x="9" y="13"/>
                    <a:pt x="11" y="1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33" name="Freeform 479">
              <a:extLst>
                <a:ext uri="{FF2B5EF4-FFF2-40B4-BE49-F238E27FC236}">
                  <a16:creationId xmlns:a16="http://schemas.microsoft.com/office/drawing/2014/main" id="{7ACA5135-B4E9-A006-8894-353E3BBB9C51}"/>
                </a:ext>
              </a:extLst>
            </p:cNvPr>
            <p:cNvSpPr>
              <a:spLocks/>
            </p:cNvSpPr>
            <p:nvPr/>
          </p:nvSpPr>
          <p:spPr bwMode="auto">
            <a:xfrm>
              <a:off x="19677908" y="10848834"/>
              <a:ext cx="242036" cy="283514"/>
            </a:xfrm>
            <a:custGeom>
              <a:avLst/>
              <a:gdLst>
                <a:gd name="T0" fmla="*/ 8 w 26"/>
                <a:gd name="T1" fmla="*/ 2 h 30"/>
                <a:gd name="T2" fmla="*/ 7 w 26"/>
                <a:gd name="T3" fmla="*/ 11 h 30"/>
                <a:gd name="T4" fmla="*/ 5 w 26"/>
                <a:gd name="T5" fmla="*/ 18 h 30"/>
                <a:gd name="T6" fmla="*/ 9 w 26"/>
                <a:gd name="T7" fmla="*/ 25 h 30"/>
                <a:gd name="T8" fmla="*/ 14 w 26"/>
                <a:gd name="T9" fmla="*/ 26 h 30"/>
                <a:gd name="T10" fmla="*/ 17 w 26"/>
                <a:gd name="T11" fmla="*/ 22 h 30"/>
                <a:gd name="T12" fmla="*/ 18 w 26"/>
                <a:gd name="T13" fmla="*/ 16 h 30"/>
                <a:gd name="T14" fmla="*/ 22 w 26"/>
                <a:gd name="T15" fmla="*/ 14 h 30"/>
                <a:gd name="T16" fmla="*/ 26 w 26"/>
                <a:gd name="T17" fmla="*/ 10 h 30"/>
                <a:gd name="T18" fmla="*/ 25 w 26"/>
                <a:gd name="T19" fmla="*/ 6 h 30"/>
                <a:gd name="T20" fmla="*/ 20 w 26"/>
                <a:gd name="T21" fmla="*/ 8 h 30"/>
                <a:gd name="T22" fmla="*/ 14 w 26"/>
                <a:gd name="T23" fmla="*/ 5 h 30"/>
                <a:gd name="T24" fmla="*/ 11 w 26"/>
                <a:gd name="T25" fmla="*/ 0 h 30"/>
                <a:gd name="T26" fmla="*/ 11 w 26"/>
                <a:gd name="T27" fmla="*/ 3 h 30"/>
                <a:gd name="T28" fmla="*/ 8 w 26"/>
                <a:gd name="T29" fmla="*/ 2 h 30"/>
                <a:gd name="T30" fmla="*/ 8 w 26"/>
                <a:gd name="T3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30">
                  <a:moveTo>
                    <a:pt x="8" y="2"/>
                  </a:moveTo>
                  <a:cubicBezTo>
                    <a:pt x="7" y="2"/>
                    <a:pt x="7" y="9"/>
                    <a:pt x="7" y="11"/>
                  </a:cubicBezTo>
                  <a:cubicBezTo>
                    <a:pt x="6" y="13"/>
                    <a:pt x="0" y="16"/>
                    <a:pt x="5" y="18"/>
                  </a:cubicBezTo>
                  <a:cubicBezTo>
                    <a:pt x="8" y="19"/>
                    <a:pt x="11" y="21"/>
                    <a:pt x="9" y="25"/>
                  </a:cubicBezTo>
                  <a:cubicBezTo>
                    <a:pt x="6" y="30"/>
                    <a:pt x="11" y="29"/>
                    <a:pt x="14" y="26"/>
                  </a:cubicBezTo>
                  <a:cubicBezTo>
                    <a:pt x="15" y="25"/>
                    <a:pt x="16" y="23"/>
                    <a:pt x="17" y="22"/>
                  </a:cubicBezTo>
                  <a:cubicBezTo>
                    <a:pt x="19" y="19"/>
                    <a:pt x="18" y="19"/>
                    <a:pt x="18" y="16"/>
                  </a:cubicBezTo>
                  <a:cubicBezTo>
                    <a:pt x="19" y="14"/>
                    <a:pt x="21" y="14"/>
                    <a:pt x="22" y="14"/>
                  </a:cubicBezTo>
                  <a:cubicBezTo>
                    <a:pt x="23" y="15"/>
                    <a:pt x="25" y="11"/>
                    <a:pt x="26" y="10"/>
                  </a:cubicBezTo>
                  <a:cubicBezTo>
                    <a:pt x="26" y="9"/>
                    <a:pt x="26" y="6"/>
                    <a:pt x="25" y="6"/>
                  </a:cubicBezTo>
                  <a:cubicBezTo>
                    <a:pt x="23" y="6"/>
                    <a:pt x="21" y="8"/>
                    <a:pt x="20" y="8"/>
                  </a:cubicBezTo>
                  <a:cubicBezTo>
                    <a:pt x="18" y="8"/>
                    <a:pt x="15" y="7"/>
                    <a:pt x="14" y="5"/>
                  </a:cubicBezTo>
                  <a:cubicBezTo>
                    <a:pt x="13" y="4"/>
                    <a:pt x="13" y="0"/>
                    <a:pt x="11" y="0"/>
                  </a:cubicBezTo>
                  <a:cubicBezTo>
                    <a:pt x="11" y="0"/>
                    <a:pt x="11" y="3"/>
                    <a:pt x="11" y="3"/>
                  </a:cubicBezTo>
                  <a:cubicBezTo>
                    <a:pt x="10" y="3"/>
                    <a:pt x="9" y="1"/>
                    <a:pt x="8" y="2"/>
                  </a:cubicBezTo>
                  <a:cubicBezTo>
                    <a:pt x="7" y="2"/>
                    <a:pt x="9" y="1"/>
                    <a:pt x="8"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34" name="Freeform 480">
              <a:extLst>
                <a:ext uri="{FF2B5EF4-FFF2-40B4-BE49-F238E27FC236}">
                  <a16:creationId xmlns:a16="http://schemas.microsoft.com/office/drawing/2014/main" id="{4BCE5F24-FAFB-236B-9E10-94D728FDBB64}"/>
                </a:ext>
              </a:extLst>
            </p:cNvPr>
            <p:cNvSpPr>
              <a:spLocks/>
            </p:cNvSpPr>
            <p:nvPr/>
          </p:nvSpPr>
          <p:spPr bwMode="auto">
            <a:xfrm>
              <a:off x="19359438" y="11055894"/>
              <a:ext cx="366243" cy="356781"/>
            </a:xfrm>
            <a:custGeom>
              <a:avLst/>
              <a:gdLst>
                <a:gd name="T0" fmla="*/ 33 w 39"/>
                <a:gd name="T1" fmla="*/ 4 h 38"/>
                <a:gd name="T2" fmla="*/ 30 w 39"/>
                <a:gd name="T3" fmla="*/ 1 h 38"/>
                <a:gd name="T4" fmla="*/ 26 w 39"/>
                <a:gd name="T5" fmla="*/ 8 h 38"/>
                <a:gd name="T6" fmla="*/ 22 w 39"/>
                <a:gd name="T7" fmla="*/ 13 h 38"/>
                <a:gd name="T8" fmla="*/ 15 w 39"/>
                <a:gd name="T9" fmla="*/ 18 h 38"/>
                <a:gd name="T10" fmla="*/ 9 w 39"/>
                <a:gd name="T11" fmla="*/ 22 h 38"/>
                <a:gd name="T12" fmla="*/ 4 w 39"/>
                <a:gd name="T13" fmla="*/ 27 h 38"/>
                <a:gd name="T14" fmla="*/ 2 w 39"/>
                <a:gd name="T15" fmla="*/ 33 h 38"/>
                <a:gd name="T16" fmla="*/ 1 w 39"/>
                <a:gd name="T17" fmla="*/ 34 h 38"/>
                <a:gd name="T18" fmla="*/ 3 w 39"/>
                <a:gd name="T19" fmla="*/ 35 h 38"/>
                <a:gd name="T20" fmla="*/ 10 w 39"/>
                <a:gd name="T21" fmla="*/ 37 h 38"/>
                <a:gd name="T22" fmla="*/ 19 w 39"/>
                <a:gd name="T23" fmla="*/ 34 h 38"/>
                <a:gd name="T24" fmla="*/ 22 w 39"/>
                <a:gd name="T25" fmla="*/ 27 h 38"/>
                <a:gd name="T26" fmla="*/ 27 w 39"/>
                <a:gd name="T27" fmla="*/ 22 h 38"/>
                <a:gd name="T28" fmla="*/ 29 w 39"/>
                <a:gd name="T29" fmla="*/ 21 h 38"/>
                <a:gd name="T30" fmla="*/ 33 w 39"/>
                <a:gd name="T31" fmla="*/ 21 h 38"/>
                <a:gd name="T32" fmla="*/ 32 w 39"/>
                <a:gd name="T33" fmla="*/ 19 h 38"/>
                <a:gd name="T34" fmla="*/ 32 w 39"/>
                <a:gd name="T35" fmla="*/ 17 h 38"/>
                <a:gd name="T36" fmla="*/ 38 w 39"/>
                <a:gd name="T37" fmla="*/ 9 h 38"/>
                <a:gd name="T38" fmla="*/ 38 w 39"/>
                <a:gd name="T39" fmla="*/ 6 h 38"/>
                <a:gd name="T40" fmla="*/ 38 w 39"/>
                <a:gd name="T41" fmla="*/ 4 h 38"/>
                <a:gd name="T42" fmla="*/ 37 w 39"/>
                <a:gd name="T43" fmla="*/ 4 h 38"/>
                <a:gd name="T44" fmla="*/ 37 w 39"/>
                <a:gd name="T45" fmla="*/ 2 h 38"/>
                <a:gd name="T46" fmla="*/ 33 w 39"/>
                <a:gd name="T4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38">
                  <a:moveTo>
                    <a:pt x="33" y="4"/>
                  </a:moveTo>
                  <a:cubicBezTo>
                    <a:pt x="33" y="4"/>
                    <a:pt x="32" y="0"/>
                    <a:pt x="30" y="1"/>
                  </a:cubicBezTo>
                  <a:cubicBezTo>
                    <a:pt x="27" y="3"/>
                    <a:pt x="28" y="5"/>
                    <a:pt x="26" y="8"/>
                  </a:cubicBezTo>
                  <a:cubicBezTo>
                    <a:pt x="25" y="9"/>
                    <a:pt x="24" y="12"/>
                    <a:pt x="22" y="13"/>
                  </a:cubicBezTo>
                  <a:cubicBezTo>
                    <a:pt x="20" y="16"/>
                    <a:pt x="18" y="17"/>
                    <a:pt x="15" y="18"/>
                  </a:cubicBezTo>
                  <a:cubicBezTo>
                    <a:pt x="13" y="19"/>
                    <a:pt x="12" y="21"/>
                    <a:pt x="9" y="22"/>
                  </a:cubicBezTo>
                  <a:cubicBezTo>
                    <a:pt x="7" y="23"/>
                    <a:pt x="7" y="27"/>
                    <a:pt x="4" y="27"/>
                  </a:cubicBezTo>
                  <a:cubicBezTo>
                    <a:pt x="0" y="28"/>
                    <a:pt x="4" y="31"/>
                    <a:pt x="2" y="33"/>
                  </a:cubicBezTo>
                  <a:cubicBezTo>
                    <a:pt x="1" y="33"/>
                    <a:pt x="0" y="33"/>
                    <a:pt x="1" y="34"/>
                  </a:cubicBezTo>
                  <a:cubicBezTo>
                    <a:pt x="1" y="35"/>
                    <a:pt x="1" y="35"/>
                    <a:pt x="3" y="35"/>
                  </a:cubicBezTo>
                  <a:cubicBezTo>
                    <a:pt x="5" y="35"/>
                    <a:pt x="8" y="37"/>
                    <a:pt x="10" y="37"/>
                  </a:cubicBezTo>
                  <a:cubicBezTo>
                    <a:pt x="14" y="38"/>
                    <a:pt x="16" y="36"/>
                    <a:pt x="19" y="34"/>
                  </a:cubicBezTo>
                  <a:cubicBezTo>
                    <a:pt x="21" y="32"/>
                    <a:pt x="22" y="30"/>
                    <a:pt x="22" y="27"/>
                  </a:cubicBezTo>
                  <a:cubicBezTo>
                    <a:pt x="23" y="24"/>
                    <a:pt x="24" y="24"/>
                    <a:pt x="27" y="22"/>
                  </a:cubicBezTo>
                  <a:cubicBezTo>
                    <a:pt x="28" y="22"/>
                    <a:pt x="28" y="21"/>
                    <a:pt x="29" y="21"/>
                  </a:cubicBezTo>
                  <a:cubicBezTo>
                    <a:pt x="30" y="21"/>
                    <a:pt x="31" y="21"/>
                    <a:pt x="33" y="21"/>
                  </a:cubicBezTo>
                  <a:cubicBezTo>
                    <a:pt x="34" y="20"/>
                    <a:pt x="33" y="19"/>
                    <a:pt x="32" y="19"/>
                  </a:cubicBezTo>
                  <a:cubicBezTo>
                    <a:pt x="31" y="18"/>
                    <a:pt x="31" y="18"/>
                    <a:pt x="32" y="17"/>
                  </a:cubicBezTo>
                  <a:cubicBezTo>
                    <a:pt x="34" y="14"/>
                    <a:pt x="36" y="12"/>
                    <a:pt x="38" y="9"/>
                  </a:cubicBezTo>
                  <a:cubicBezTo>
                    <a:pt x="38" y="8"/>
                    <a:pt x="38" y="7"/>
                    <a:pt x="38" y="6"/>
                  </a:cubicBezTo>
                  <a:cubicBezTo>
                    <a:pt x="38" y="5"/>
                    <a:pt x="38" y="5"/>
                    <a:pt x="38" y="4"/>
                  </a:cubicBezTo>
                  <a:cubicBezTo>
                    <a:pt x="39" y="3"/>
                    <a:pt x="37" y="4"/>
                    <a:pt x="37" y="4"/>
                  </a:cubicBezTo>
                  <a:cubicBezTo>
                    <a:pt x="37" y="3"/>
                    <a:pt x="37" y="3"/>
                    <a:pt x="37" y="2"/>
                  </a:cubicBezTo>
                  <a:cubicBezTo>
                    <a:pt x="36" y="3"/>
                    <a:pt x="35" y="5"/>
                    <a:pt x="33"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35" name="Freeform 481">
              <a:extLst>
                <a:ext uri="{FF2B5EF4-FFF2-40B4-BE49-F238E27FC236}">
                  <a16:creationId xmlns:a16="http://schemas.microsoft.com/office/drawing/2014/main" id="{0FD53D86-8746-B9F2-EA28-910F0D7ABF2C}"/>
                </a:ext>
              </a:extLst>
            </p:cNvPr>
            <p:cNvSpPr>
              <a:spLocks/>
            </p:cNvSpPr>
            <p:nvPr/>
          </p:nvSpPr>
          <p:spPr bwMode="auto">
            <a:xfrm>
              <a:off x="19416761" y="11412677"/>
              <a:ext cx="19109" cy="19114"/>
            </a:xfrm>
            <a:custGeom>
              <a:avLst/>
              <a:gdLst>
                <a:gd name="T0" fmla="*/ 2 w 2"/>
                <a:gd name="T1" fmla="*/ 2 h 2"/>
                <a:gd name="T2" fmla="*/ 1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1" y="1"/>
                    <a:pt x="1" y="0"/>
                  </a:cubicBezTo>
                  <a:cubicBezTo>
                    <a:pt x="0" y="1"/>
                    <a:pt x="0" y="1"/>
                    <a:pt x="0" y="2"/>
                  </a:cubicBezTo>
                  <a:cubicBezTo>
                    <a:pt x="1" y="2"/>
                    <a:pt x="2" y="2"/>
                    <a:pt x="2"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36" name="Freeform 482">
              <a:extLst>
                <a:ext uri="{FF2B5EF4-FFF2-40B4-BE49-F238E27FC236}">
                  <a16:creationId xmlns:a16="http://schemas.microsoft.com/office/drawing/2014/main" id="{C446D132-F783-94FA-F26E-CA827D0FB44E}"/>
                </a:ext>
              </a:extLst>
            </p:cNvPr>
            <p:cNvSpPr>
              <a:spLocks/>
            </p:cNvSpPr>
            <p:nvPr/>
          </p:nvSpPr>
          <p:spPr bwMode="auto">
            <a:xfrm>
              <a:off x="18343513" y="11065452"/>
              <a:ext cx="178346" cy="168835"/>
            </a:xfrm>
            <a:custGeom>
              <a:avLst/>
              <a:gdLst>
                <a:gd name="T0" fmla="*/ 0 w 19"/>
                <a:gd name="T1" fmla="*/ 2 h 18"/>
                <a:gd name="T2" fmla="*/ 2 w 19"/>
                <a:gd name="T3" fmla="*/ 7 h 18"/>
                <a:gd name="T4" fmla="*/ 4 w 19"/>
                <a:gd name="T5" fmla="*/ 10 h 18"/>
                <a:gd name="T6" fmla="*/ 3 w 19"/>
                <a:gd name="T7" fmla="*/ 12 h 18"/>
                <a:gd name="T8" fmla="*/ 9 w 19"/>
                <a:gd name="T9" fmla="*/ 18 h 18"/>
                <a:gd name="T10" fmla="*/ 12 w 19"/>
                <a:gd name="T11" fmla="*/ 15 h 18"/>
                <a:gd name="T12" fmla="*/ 13 w 19"/>
                <a:gd name="T13" fmla="*/ 17 h 18"/>
                <a:gd name="T14" fmla="*/ 14 w 19"/>
                <a:gd name="T15" fmla="*/ 14 h 18"/>
                <a:gd name="T16" fmla="*/ 16 w 19"/>
                <a:gd name="T17" fmla="*/ 15 h 18"/>
                <a:gd name="T18" fmla="*/ 18 w 19"/>
                <a:gd name="T19" fmla="*/ 7 h 18"/>
                <a:gd name="T20" fmla="*/ 16 w 19"/>
                <a:gd name="T21" fmla="*/ 1 h 18"/>
                <a:gd name="T22" fmla="*/ 7 w 19"/>
                <a:gd name="T23" fmla="*/ 3 h 18"/>
                <a:gd name="T24" fmla="*/ 0 w 19"/>
                <a:gd name="T25" fmla="*/ 2 h 18"/>
                <a:gd name="T26" fmla="*/ 0 w 19"/>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0" y="2"/>
                  </a:moveTo>
                  <a:cubicBezTo>
                    <a:pt x="0" y="3"/>
                    <a:pt x="2" y="6"/>
                    <a:pt x="2" y="7"/>
                  </a:cubicBezTo>
                  <a:cubicBezTo>
                    <a:pt x="3" y="8"/>
                    <a:pt x="4" y="9"/>
                    <a:pt x="4" y="10"/>
                  </a:cubicBezTo>
                  <a:cubicBezTo>
                    <a:pt x="4" y="11"/>
                    <a:pt x="3" y="11"/>
                    <a:pt x="3" y="12"/>
                  </a:cubicBezTo>
                  <a:cubicBezTo>
                    <a:pt x="4" y="15"/>
                    <a:pt x="7" y="17"/>
                    <a:pt x="9" y="18"/>
                  </a:cubicBezTo>
                  <a:cubicBezTo>
                    <a:pt x="11" y="18"/>
                    <a:pt x="11" y="16"/>
                    <a:pt x="12" y="15"/>
                  </a:cubicBezTo>
                  <a:cubicBezTo>
                    <a:pt x="12" y="15"/>
                    <a:pt x="13" y="17"/>
                    <a:pt x="13" y="17"/>
                  </a:cubicBezTo>
                  <a:cubicBezTo>
                    <a:pt x="13" y="16"/>
                    <a:pt x="13" y="14"/>
                    <a:pt x="14" y="14"/>
                  </a:cubicBezTo>
                  <a:cubicBezTo>
                    <a:pt x="15" y="13"/>
                    <a:pt x="15" y="15"/>
                    <a:pt x="16" y="15"/>
                  </a:cubicBezTo>
                  <a:cubicBezTo>
                    <a:pt x="15" y="15"/>
                    <a:pt x="18" y="8"/>
                    <a:pt x="18" y="7"/>
                  </a:cubicBezTo>
                  <a:cubicBezTo>
                    <a:pt x="18" y="6"/>
                    <a:pt x="19" y="0"/>
                    <a:pt x="16" y="1"/>
                  </a:cubicBezTo>
                  <a:cubicBezTo>
                    <a:pt x="13" y="2"/>
                    <a:pt x="10" y="4"/>
                    <a:pt x="7" y="3"/>
                  </a:cubicBezTo>
                  <a:cubicBezTo>
                    <a:pt x="6" y="3"/>
                    <a:pt x="1" y="0"/>
                    <a:pt x="0" y="2"/>
                  </a:cubicBezTo>
                  <a:cubicBezTo>
                    <a:pt x="0" y="3"/>
                    <a:pt x="1" y="0"/>
                    <a:pt x="0"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37" name="Freeform 483">
              <a:extLst>
                <a:ext uri="{FF2B5EF4-FFF2-40B4-BE49-F238E27FC236}">
                  <a16:creationId xmlns:a16="http://schemas.microsoft.com/office/drawing/2014/main" id="{5E1E4467-B9D4-8D87-47C4-5E5A3652FF98}"/>
                </a:ext>
              </a:extLst>
            </p:cNvPr>
            <p:cNvSpPr>
              <a:spLocks/>
            </p:cNvSpPr>
            <p:nvPr/>
          </p:nvSpPr>
          <p:spPr bwMode="auto">
            <a:xfrm>
              <a:off x="18483640" y="11017669"/>
              <a:ext cx="28662" cy="47785"/>
            </a:xfrm>
            <a:custGeom>
              <a:avLst/>
              <a:gdLst>
                <a:gd name="T0" fmla="*/ 3 w 3"/>
                <a:gd name="T1" fmla="*/ 4 h 5"/>
                <a:gd name="T2" fmla="*/ 1 w 3"/>
                <a:gd name="T3" fmla="*/ 0 h 5"/>
                <a:gd name="T4" fmla="*/ 3 w 3"/>
                <a:gd name="T5" fmla="*/ 4 h 5"/>
              </a:gdLst>
              <a:ahLst/>
              <a:cxnLst>
                <a:cxn ang="0">
                  <a:pos x="T0" y="T1"/>
                </a:cxn>
                <a:cxn ang="0">
                  <a:pos x="T2" y="T3"/>
                </a:cxn>
                <a:cxn ang="0">
                  <a:pos x="T4" y="T5"/>
                </a:cxn>
              </a:cxnLst>
              <a:rect l="0" t="0" r="r" b="b"/>
              <a:pathLst>
                <a:path w="3" h="5">
                  <a:moveTo>
                    <a:pt x="3" y="4"/>
                  </a:moveTo>
                  <a:cubicBezTo>
                    <a:pt x="3" y="5"/>
                    <a:pt x="0" y="1"/>
                    <a:pt x="1" y="0"/>
                  </a:cubicBezTo>
                  <a:cubicBezTo>
                    <a:pt x="2" y="0"/>
                    <a:pt x="3" y="1"/>
                    <a:pt x="3"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38" name="Freeform 484">
              <a:extLst>
                <a:ext uri="{FF2B5EF4-FFF2-40B4-BE49-F238E27FC236}">
                  <a16:creationId xmlns:a16="http://schemas.microsoft.com/office/drawing/2014/main" id="{FBE25EBD-9573-C44C-EA50-D1F60B0D6DB6}"/>
                </a:ext>
              </a:extLst>
            </p:cNvPr>
            <p:cNvSpPr>
              <a:spLocks/>
            </p:cNvSpPr>
            <p:nvPr/>
          </p:nvSpPr>
          <p:spPr bwMode="auto">
            <a:xfrm>
              <a:off x="18295742" y="11017669"/>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0"/>
                    <a:pt x="1" y="0"/>
                  </a:cubicBezTo>
                  <a:cubicBezTo>
                    <a:pt x="2" y="0"/>
                    <a:pt x="2" y="2"/>
                    <a:pt x="1"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39" name="Freeform 485">
              <a:extLst>
                <a:ext uri="{FF2B5EF4-FFF2-40B4-BE49-F238E27FC236}">
                  <a16:creationId xmlns:a16="http://schemas.microsoft.com/office/drawing/2014/main" id="{98DA9543-72CB-35AA-D51C-4F60BC9FA50A}"/>
                </a:ext>
              </a:extLst>
            </p:cNvPr>
            <p:cNvSpPr>
              <a:spLocks/>
            </p:cNvSpPr>
            <p:nvPr/>
          </p:nvSpPr>
          <p:spPr bwMode="auto">
            <a:xfrm>
              <a:off x="15384910" y="8593469"/>
              <a:ext cx="101909" cy="168835"/>
            </a:xfrm>
            <a:custGeom>
              <a:avLst/>
              <a:gdLst>
                <a:gd name="T0" fmla="*/ 2 w 11"/>
                <a:gd name="T1" fmla="*/ 0 h 18"/>
                <a:gd name="T2" fmla="*/ 1 w 11"/>
                <a:gd name="T3" fmla="*/ 0 h 18"/>
                <a:gd name="T4" fmla="*/ 1 w 11"/>
                <a:gd name="T5" fmla="*/ 3 h 18"/>
                <a:gd name="T6" fmla="*/ 0 w 11"/>
                <a:gd name="T7" fmla="*/ 8 h 18"/>
                <a:gd name="T8" fmla="*/ 4 w 11"/>
                <a:gd name="T9" fmla="*/ 18 h 18"/>
                <a:gd name="T10" fmla="*/ 9 w 11"/>
                <a:gd name="T11" fmla="*/ 15 h 18"/>
                <a:gd name="T12" fmla="*/ 9 w 11"/>
                <a:gd name="T13" fmla="*/ 8 h 18"/>
                <a:gd name="T14" fmla="*/ 2 w 11"/>
                <a:gd name="T15" fmla="*/ 0 h 18"/>
                <a:gd name="T16" fmla="*/ 2 w 1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2" y="0"/>
                  </a:moveTo>
                  <a:cubicBezTo>
                    <a:pt x="2" y="0"/>
                    <a:pt x="2" y="0"/>
                    <a:pt x="1" y="0"/>
                  </a:cubicBezTo>
                  <a:cubicBezTo>
                    <a:pt x="1" y="0"/>
                    <a:pt x="1" y="3"/>
                    <a:pt x="1" y="3"/>
                  </a:cubicBezTo>
                  <a:cubicBezTo>
                    <a:pt x="1" y="5"/>
                    <a:pt x="0" y="6"/>
                    <a:pt x="0" y="8"/>
                  </a:cubicBezTo>
                  <a:cubicBezTo>
                    <a:pt x="0" y="11"/>
                    <a:pt x="0" y="18"/>
                    <a:pt x="4" y="18"/>
                  </a:cubicBezTo>
                  <a:cubicBezTo>
                    <a:pt x="6" y="18"/>
                    <a:pt x="9" y="17"/>
                    <a:pt x="9" y="15"/>
                  </a:cubicBezTo>
                  <a:cubicBezTo>
                    <a:pt x="11" y="13"/>
                    <a:pt x="9" y="10"/>
                    <a:pt x="9" y="8"/>
                  </a:cubicBezTo>
                  <a:cubicBezTo>
                    <a:pt x="7" y="6"/>
                    <a:pt x="5" y="0"/>
                    <a:pt x="2" y="0"/>
                  </a:cubicBezTo>
                  <a:cubicBezTo>
                    <a:pt x="1" y="0"/>
                    <a:pt x="3" y="0"/>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40" name="Freeform 486">
              <a:extLst>
                <a:ext uri="{FF2B5EF4-FFF2-40B4-BE49-F238E27FC236}">
                  <a16:creationId xmlns:a16="http://schemas.microsoft.com/office/drawing/2014/main" id="{4C2534EF-B55E-65F4-C09A-96FBEA81C387}"/>
                </a:ext>
              </a:extLst>
            </p:cNvPr>
            <p:cNvSpPr>
              <a:spLocks/>
            </p:cNvSpPr>
            <p:nvPr/>
          </p:nvSpPr>
          <p:spPr bwMode="auto">
            <a:xfrm>
              <a:off x="13665165" y="9606473"/>
              <a:ext cx="337579" cy="653035"/>
            </a:xfrm>
            <a:custGeom>
              <a:avLst/>
              <a:gdLst>
                <a:gd name="T0" fmla="*/ 31 w 36"/>
                <a:gd name="T1" fmla="*/ 2 h 70"/>
                <a:gd name="T2" fmla="*/ 29 w 36"/>
                <a:gd name="T3" fmla="*/ 0 h 70"/>
                <a:gd name="T4" fmla="*/ 28 w 36"/>
                <a:gd name="T5" fmla="*/ 3 h 70"/>
                <a:gd name="T6" fmla="*/ 26 w 36"/>
                <a:gd name="T7" fmla="*/ 8 h 70"/>
                <a:gd name="T8" fmla="*/ 23 w 36"/>
                <a:gd name="T9" fmla="*/ 8 h 70"/>
                <a:gd name="T10" fmla="*/ 23 w 36"/>
                <a:gd name="T11" fmla="*/ 10 h 70"/>
                <a:gd name="T12" fmla="*/ 22 w 36"/>
                <a:gd name="T13" fmla="*/ 12 h 70"/>
                <a:gd name="T14" fmla="*/ 23 w 36"/>
                <a:gd name="T15" fmla="*/ 13 h 70"/>
                <a:gd name="T16" fmla="*/ 21 w 36"/>
                <a:gd name="T17" fmla="*/ 14 h 70"/>
                <a:gd name="T18" fmla="*/ 19 w 36"/>
                <a:gd name="T19" fmla="*/ 16 h 70"/>
                <a:gd name="T20" fmla="*/ 15 w 36"/>
                <a:gd name="T21" fmla="*/ 18 h 70"/>
                <a:gd name="T22" fmla="*/ 15 w 36"/>
                <a:gd name="T23" fmla="*/ 19 h 70"/>
                <a:gd name="T24" fmla="*/ 13 w 36"/>
                <a:gd name="T25" fmla="*/ 19 h 70"/>
                <a:gd name="T26" fmla="*/ 8 w 36"/>
                <a:gd name="T27" fmla="*/ 21 h 70"/>
                <a:gd name="T28" fmla="*/ 6 w 36"/>
                <a:gd name="T29" fmla="*/ 21 h 70"/>
                <a:gd name="T30" fmla="*/ 4 w 36"/>
                <a:gd name="T31" fmla="*/ 27 h 70"/>
                <a:gd name="T32" fmla="*/ 4 w 36"/>
                <a:gd name="T33" fmla="*/ 44 h 70"/>
                <a:gd name="T34" fmla="*/ 0 w 36"/>
                <a:gd name="T35" fmla="*/ 51 h 70"/>
                <a:gd name="T36" fmla="*/ 0 w 36"/>
                <a:gd name="T37" fmla="*/ 55 h 70"/>
                <a:gd name="T38" fmla="*/ 2 w 36"/>
                <a:gd name="T39" fmla="*/ 59 h 70"/>
                <a:gd name="T40" fmla="*/ 5 w 36"/>
                <a:gd name="T41" fmla="*/ 68 h 70"/>
                <a:gd name="T42" fmla="*/ 16 w 36"/>
                <a:gd name="T43" fmla="*/ 68 h 70"/>
                <a:gd name="T44" fmla="*/ 24 w 36"/>
                <a:gd name="T45" fmla="*/ 50 h 70"/>
                <a:gd name="T46" fmla="*/ 31 w 36"/>
                <a:gd name="T47" fmla="*/ 30 h 70"/>
                <a:gd name="T48" fmla="*/ 32 w 36"/>
                <a:gd name="T49" fmla="*/ 23 h 70"/>
                <a:gd name="T50" fmla="*/ 34 w 36"/>
                <a:gd name="T51" fmla="*/ 19 h 70"/>
                <a:gd name="T52" fmla="*/ 36 w 36"/>
                <a:gd name="T53" fmla="*/ 17 h 70"/>
                <a:gd name="T54" fmla="*/ 35 w 36"/>
                <a:gd name="T55" fmla="*/ 11 h 70"/>
                <a:gd name="T56" fmla="*/ 31 w 36"/>
                <a:gd name="T57" fmla="*/ 2 h 70"/>
                <a:gd name="T58" fmla="*/ 31 w 36"/>
                <a:gd name="T59"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70">
                  <a:moveTo>
                    <a:pt x="31" y="2"/>
                  </a:moveTo>
                  <a:cubicBezTo>
                    <a:pt x="31" y="2"/>
                    <a:pt x="30" y="0"/>
                    <a:pt x="29" y="0"/>
                  </a:cubicBezTo>
                  <a:cubicBezTo>
                    <a:pt x="29" y="1"/>
                    <a:pt x="28" y="2"/>
                    <a:pt x="28" y="3"/>
                  </a:cubicBezTo>
                  <a:cubicBezTo>
                    <a:pt x="27" y="5"/>
                    <a:pt x="27" y="6"/>
                    <a:pt x="26" y="8"/>
                  </a:cubicBezTo>
                  <a:cubicBezTo>
                    <a:pt x="25" y="9"/>
                    <a:pt x="24" y="8"/>
                    <a:pt x="23" y="8"/>
                  </a:cubicBezTo>
                  <a:cubicBezTo>
                    <a:pt x="23" y="8"/>
                    <a:pt x="24" y="9"/>
                    <a:pt x="23" y="10"/>
                  </a:cubicBezTo>
                  <a:cubicBezTo>
                    <a:pt x="23" y="11"/>
                    <a:pt x="22" y="11"/>
                    <a:pt x="22" y="12"/>
                  </a:cubicBezTo>
                  <a:cubicBezTo>
                    <a:pt x="22" y="12"/>
                    <a:pt x="23" y="13"/>
                    <a:pt x="23" y="13"/>
                  </a:cubicBezTo>
                  <a:cubicBezTo>
                    <a:pt x="23" y="14"/>
                    <a:pt x="22" y="13"/>
                    <a:pt x="21" y="14"/>
                  </a:cubicBezTo>
                  <a:cubicBezTo>
                    <a:pt x="20" y="14"/>
                    <a:pt x="20" y="15"/>
                    <a:pt x="19" y="16"/>
                  </a:cubicBezTo>
                  <a:cubicBezTo>
                    <a:pt x="18" y="17"/>
                    <a:pt x="17" y="17"/>
                    <a:pt x="15" y="18"/>
                  </a:cubicBezTo>
                  <a:cubicBezTo>
                    <a:pt x="14" y="18"/>
                    <a:pt x="16" y="19"/>
                    <a:pt x="15" y="19"/>
                  </a:cubicBezTo>
                  <a:cubicBezTo>
                    <a:pt x="15" y="20"/>
                    <a:pt x="13" y="18"/>
                    <a:pt x="13" y="19"/>
                  </a:cubicBezTo>
                  <a:cubicBezTo>
                    <a:pt x="11" y="20"/>
                    <a:pt x="10" y="20"/>
                    <a:pt x="8" y="21"/>
                  </a:cubicBezTo>
                  <a:cubicBezTo>
                    <a:pt x="7" y="21"/>
                    <a:pt x="6" y="20"/>
                    <a:pt x="6" y="21"/>
                  </a:cubicBezTo>
                  <a:cubicBezTo>
                    <a:pt x="5" y="23"/>
                    <a:pt x="5" y="25"/>
                    <a:pt x="4" y="27"/>
                  </a:cubicBezTo>
                  <a:cubicBezTo>
                    <a:pt x="3" y="32"/>
                    <a:pt x="8" y="39"/>
                    <a:pt x="4" y="44"/>
                  </a:cubicBezTo>
                  <a:cubicBezTo>
                    <a:pt x="3" y="46"/>
                    <a:pt x="1" y="48"/>
                    <a:pt x="0" y="51"/>
                  </a:cubicBezTo>
                  <a:cubicBezTo>
                    <a:pt x="0" y="52"/>
                    <a:pt x="0" y="54"/>
                    <a:pt x="0" y="55"/>
                  </a:cubicBezTo>
                  <a:cubicBezTo>
                    <a:pt x="1" y="56"/>
                    <a:pt x="3" y="57"/>
                    <a:pt x="2" y="59"/>
                  </a:cubicBezTo>
                  <a:cubicBezTo>
                    <a:pt x="1" y="62"/>
                    <a:pt x="2" y="66"/>
                    <a:pt x="5" y="68"/>
                  </a:cubicBezTo>
                  <a:cubicBezTo>
                    <a:pt x="8" y="70"/>
                    <a:pt x="11" y="70"/>
                    <a:pt x="16" y="68"/>
                  </a:cubicBezTo>
                  <a:cubicBezTo>
                    <a:pt x="21" y="66"/>
                    <a:pt x="22" y="55"/>
                    <a:pt x="24" y="50"/>
                  </a:cubicBezTo>
                  <a:cubicBezTo>
                    <a:pt x="26" y="43"/>
                    <a:pt x="29" y="37"/>
                    <a:pt x="31" y="30"/>
                  </a:cubicBezTo>
                  <a:cubicBezTo>
                    <a:pt x="31" y="28"/>
                    <a:pt x="31" y="25"/>
                    <a:pt x="32" y="23"/>
                  </a:cubicBezTo>
                  <a:cubicBezTo>
                    <a:pt x="33" y="22"/>
                    <a:pt x="31" y="14"/>
                    <a:pt x="34" y="19"/>
                  </a:cubicBezTo>
                  <a:cubicBezTo>
                    <a:pt x="35" y="20"/>
                    <a:pt x="35" y="18"/>
                    <a:pt x="36" y="17"/>
                  </a:cubicBezTo>
                  <a:cubicBezTo>
                    <a:pt x="36" y="15"/>
                    <a:pt x="35" y="13"/>
                    <a:pt x="35" y="11"/>
                  </a:cubicBezTo>
                  <a:cubicBezTo>
                    <a:pt x="34" y="9"/>
                    <a:pt x="33" y="4"/>
                    <a:pt x="31" y="2"/>
                  </a:cubicBezTo>
                  <a:cubicBezTo>
                    <a:pt x="30" y="1"/>
                    <a:pt x="32" y="2"/>
                    <a:pt x="31"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41" name="Freeform 487">
              <a:extLst>
                <a:ext uri="{FF2B5EF4-FFF2-40B4-BE49-F238E27FC236}">
                  <a16:creationId xmlns:a16="http://schemas.microsoft.com/office/drawing/2014/main" id="{493E6ED5-8CFD-B6A4-287F-CA698BAEE0F8}"/>
                </a:ext>
              </a:extLst>
            </p:cNvPr>
            <p:cNvSpPr>
              <a:spLocks/>
            </p:cNvSpPr>
            <p:nvPr/>
          </p:nvSpPr>
          <p:spPr bwMode="auto">
            <a:xfrm>
              <a:off x="14413572" y="5028840"/>
              <a:ext cx="101909" cy="76452"/>
            </a:xfrm>
            <a:custGeom>
              <a:avLst/>
              <a:gdLst>
                <a:gd name="T0" fmla="*/ 9 w 11"/>
                <a:gd name="T1" fmla="*/ 7 h 8"/>
                <a:gd name="T2" fmla="*/ 8 w 11"/>
                <a:gd name="T3" fmla="*/ 4 h 8"/>
                <a:gd name="T4" fmla="*/ 3 w 11"/>
                <a:gd name="T5" fmla="*/ 0 h 8"/>
                <a:gd name="T6" fmla="*/ 1 w 11"/>
                <a:gd name="T7" fmla="*/ 2 h 8"/>
                <a:gd name="T8" fmla="*/ 3 w 11"/>
                <a:gd name="T9" fmla="*/ 5 h 8"/>
                <a:gd name="T10" fmla="*/ 9 w 11"/>
                <a:gd name="T11" fmla="*/ 7 h 8"/>
                <a:gd name="T12" fmla="*/ 9 w 11"/>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9" y="7"/>
                  </a:moveTo>
                  <a:cubicBezTo>
                    <a:pt x="11" y="8"/>
                    <a:pt x="9" y="5"/>
                    <a:pt x="8" y="4"/>
                  </a:cubicBezTo>
                  <a:cubicBezTo>
                    <a:pt x="7" y="3"/>
                    <a:pt x="4" y="1"/>
                    <a:pt x="3" y="0"/>
                  </a:cubicBezTo>
                  <a:cubicBezTo>
                    <a:pt x="2" y="0"/>
                    <a:pt x="1" y="1"/>
                    <a:pt x="1" y="2"/>
                  </a:cubicBezTo>
                  <a:cubicBezTo>
                    <a:pt x="0" y="3"/>
                    <a:pt x="2" y="4"/>
                    <a:pt x="3" y="5"/>
                  </a:cubicBezTo>
                  <a:cubicBezTo>
                    <a:pt x="5" y="6"/>
                    <a:pt x="7" y="7"/>
                    <a:pt x="9" y="7"/>
                  </a:cubicBezTo>
                  <a:cubicBezTo>
                    <a:pt x="10" y="7"/>
                    <a:pt x="7" y="7"/>
                    <a:pt x="9" y="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42" name="Freeform 488">
              <a:extLst>
                <a:ext uri="{FF2B5EF4-FFF2-40B4-BE49-F238E27FC236}">
                  <a16:creationId xmlns:a16="http://schemas.microsoft.com/office/drawing/2014/main" id="{3F9D4CA2-419A-0E88-13C6-800023A7C73B}"/>
                </a:ext>
              </a:extLst>
            </p:cNvPr>
            <p:cNvSpPr>
              <a:spLocks/>
            </p:cNvSpPr>
            <p:nvPr/>
          </p:nvSpPr>
          <p:spPr bwMode="auto">
            <a:xfrm>
              <a:off x="13926310" y="5086181"/>
              <a:ext cx="101909" cy="92380"/>
            </a:xfrm>
            <a:custGeom>
              <a:avLst/>
              <a:gdLst>
                <a:gd name="T0" fmla="*/ 10 w 11"/>
                <a:gd name="T1" fmla="*/ 6 h 10"/>
                <a:gd name="T2" fmla="*/ 6 w 11"/>
                <a:gd name="T3" fmla="*/ 10 h 10"/>
                <a:gd name="T4" fmla="*/ 0 w 11"/>
                <a:gd name="T5" fmla="*/ 6 h 10"/>
                <a:gd name="T6" fmla="*/ 10 w 11"/>
                <a:gd name="T7" fmla="*/ 6 h 10"/>
                <a:gd name="T8" fmla="*/ 10 w 11"/>
                <a:gd name="T9" fmla="*/ 6 h 10"/>
              </a:gdLst>
              <a:ahLst/>
              <a:cxnLst>
                <a:cxn ang="0">
                  <a:pos x="T0" y="T1"/>
                </a:cxn>
                <a:cxn ang="0">
                  <a:pos x="T2" y="T3"/>
                </a:cxn>
                <a:cxn ang="0">
                  <a:pos x="T4" y="T5"/>
                </a:cxn>
                <a:cxn ang="0">
                  <a:pos x="T6" y="T7"/>
                </a:cxn>
                <a:cxn ang="0">
                  <a:pos x="T8" y="T9"/>
                </a:cxn>
              </a:cxnLst>
              <a:rect l="0" t="0" r="r" b="b"/>
              <a:pathLst>
                <a:path w="11" h="10">
                  <a:moveTo>
                    <a:pt x="10" y="6"/>
                  </a:moveTo>
                  <a:cubicBezTo>
                    <a:pt x="10" y="8"/>
                    <a:pt x="7" y="9"/>
                    <a:pt x="6" y="10"/>
                  </a:cubicBezTo>
                  <a:cubicBezTo>
                    <a:pt x="4" y="10"/>
                    <a:pt x="0" y="9"/>
                    <a:pt x="0" y="6"/>
                  </a:cubicBezTo>
                  <a:cubicBezTo>
                    <a:pt x="1" y="0"/>
                    <a:pt x="11" y="6"/>
                    <a:pt x="10" y="6"/>
                  </a:cubicBezTo>
                  <a:cubicBezTo>
                    <a:pt x="10" y="7"/>
                    <a:pt x="11" y="5"/>
                    <a:pt x="10"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43" name="Freeform 489">
              <a:extLst>
                <a:ext uri="{FF2B5EF4-FFF2-40B4-BE49-F238E27FC236}">
                  <a16:creationId xmlns:a16="http://schemas.microsoft.com/office/drawing/2014/main" id="{9D1E66C1-FB69-B525-5C08-733CF29B1EB4}"/>
                </a:ext>
              </a:extLst>
            </p:cNvPr>
            <p:cNvSpPr>
              <a:spLocks/>
            </p:cNvSpPr>
            <p:nvPr/>
          </p:nvSpPr>
          <p:spPr bwMode="auto">
            <a:xfrm>
              <a:off x="14945419" y="4767625"/>
              <a:ext cx="82803" cy="47785"/>
            </a:xfrm>
            <a:custGeom>
              <a:avLst/>
              <a:gdLst>
                <a:gd name="T0" fmla="*/ 9 w 9"/>
                <a:gd name="T1" fmla="*/ 3 h 5"/>
                <a:gd name="T2" fmla="*/ 4 w 9"/>
                <a:gd name="T3" fmla="*/ 5 h 5"/>
                <a:gd name="T4" fmla="*/ 1 w 9"/>
                <a:gd name="T5" fmla="*/ 1 h 5"/>
                <a:gd name="T6" fmla="*/ 6 w 9"/>
                <a:gd name="T7" fmla="*/ 1 h 5"/>
                <a:gd name="T8" fmla="*/ 9 w 9"/>
                <a:gd name="T9" fmla="*/ 3 h 5"/>
              </a:gdLst>
              <a:ahLst/>
              <a:cxnLst>
                <a:cxn ang="0">
                  <a:pos x="T0" y="T1"/>
                </a:cxn>
                <a:cxn ang="0">
                  <a:pos x="T2" y="T3"/>
                </a:cxn>
                <a:cxn ang="0">
                  <a:pos x="T4" y="T5"/>
                </a:cxn>
                <a:cxn ang="0">
                  <a:pos x="T6" y="T7"/>
                </a:cxn>
                <a:cxn ang="0">
                  <a:pos x="T8" y="T9"/>
                </a:cxn>
              </a:cxnLst>
              <a:rect l="0" t="0" r="r" b="b"/>
              <a:pathLst>
                <a:path w="9" h="5">
                  <a:moveTo>
                    <a:pt x="9" y="3"/>
                  </a:moveTo>
                  <a:cubicBezTo>
                    <a:pt x="7" y="4"/>
                    <a:pt x="6" y="4"/>
                    <a:pt x="4" y="5"/>
                  </a:cubicBezTo>
                  <a:cubicBezTo>
                    <a:pt x="2" y="5"/>
                    <a:pt x="0" y="3"/>
                    <a:pt x="1" y="1"/>
                  </a:cubicBezTo>
                  <a:cubicBezTo>
                    <a:pt x="1" y="0"/>
                    <a:pt x="5" y="0"/>
                    <a:pt x="6" y="1"/>
                  </a:cubicBezTo>
                  <a:cubicBezTo>
                    <a:pt x="7" y="1"/>
                    <a:pt x="8" y="3"/>
                    <a:pt x="9"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44" name="Freeform 490">
              <a:extLst>
                <a:ext uri="{FF2B5EF4-FFF2-40B4-BE49-F238E27FC236}">
                  <a16:creationId xmlns:a16="http://schemas.microsoft.com/office/drawing/2014/main" id="{77DDA1C0-A264-D04C-625D-AE18B68DA9B5}"/>
                </a:ext>
              </a:extLst>
            </p:cNvPr>
            <p:cNvSpPr>
              <a:spLocks/>
            </p:cNvSpPr>
            <p:nvPr/>
          </p:nvSpPr>
          <p:spPr bwMode="auto">
            <a:xfrm>
              <a:off x="16811662" y="4675245"/>
              <a:ext cx="92356" cy="44598"/>
            </a:xfrm>
            <a:custGeom>
              <a:avLst/>
              <a:gdLst>
                <a:gd name="T0" fmla="*/ 6 w 10"/>
                <a:gd name="T1" fmla="*/ 5 h 5"/>
                <a:gd name="T2" fmla="*/ 1 w 10"/>
                <a:gd name="T3" fmla="*/ 4 h 5"/>
                <a:gd name="T4" fmla="*/ 4 w 10"/>
                <a:gd name="T5" fmla="*/ 1 h 5"/>
                <a:gd name="T6" fmla="*/ 9 w 10"/>
                <a:gd name="T7" fmla="*/ 1 h 5"/>
                <a:gd name="T8" fmla="*/ 6 w 10"/>
                <a:gd name="T9" fmla="*/ 5 h 5"/>
                <a:gd name="T10" fmla="*/ 6 w 10"/>
                <a:gd name="T11" fmla="*/ 5 h 5"/>
              </a:gdLst>
              <a:ahLst/>
              <a:cxnLst>
                <a:cxn ang="0">
                  <a:pos x="T0" y="T1"/>
                </a:cxn>
                <a:cxn ang="0">
                  <a:pos x="T2" y="T3"/>
                </a:cxn>
                <a:cxn ang="0">
                  <a:pos x="T4" y="T5"/>
                </a:cxn>
                <a:cxn ang="0">
                  <a:pos x="T6" y="T7"/>
                </a:cxn>
                <a:cxn ang="0">
                  <a:pos x="T8" y="T9"/>
                </a:cxn>
                <a:cxn ang="0">
                  <a:pos x="T10" y="T11"/>
                </a:cxn>
              </a:cxnLst>
              <a:rect l="0" t="0" r="r" b="b"/>
              <a:pathLst>
                <a:path w="10" h="5">
                  <a:moveTo>
                    <a:pt x="6" y="5"/>
                  </a:moveTo>
                  <a:cubicBezTo>
                    <a:pt x="4" y="5"/>
                    <a:pt x="2" y="4"/>
                    <a:pt x="1" y="4"/>
                  </a:cubicBezTo>
                  <a:cubicBezTo>
                    <a:pt x="0" y="3"/>
                    <a:pt x="3" y="1"/>
                    <a:pt x="4" y="1"/>
                  </a:cubicBezTo>
                  <a:cubicBezTo>
                    <a:pt x="5" y="0"/>
                    <a:pt x="8" y="0"/>
                    <a:pt x="9" y="1"/>
                  </a:cubicBezTo>
                  <a:cubicBezTo>
                    <a:pt x="10" y="2"/>
                    <a:pt x="7" y="5"/>
                    <a:pt x="6" y="5"/>
                  </a:cubicBezTo>
                  <a:cubicBezTo>
                    <a:pt x="4" y="5"/>
                    <a:pt x="6" y="5"/>
                    <a:pt x="6"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45" name="Freeform 491">
              <a:extLst>
                <a:ext uri="{FF2B5EF4-FFF2-40B4-BE49-F238E27FC236}">
                  <a16:creationId xmlns:a16="http://schemas.microsoft.com/office/drawing/2014/main" id="{9660F9B1-98D8-9C74-F4C2-BE7AFE19C659}"/>
                </a:ext>
              </a:extLst>
            </p:cNvPr>
            <p:cNvSpPr>
              <a:spLocks/>
            </p:cNvSpPr>
            <p:nvPr/>
          </p:nvSpPr>
          <p:spPr bwMode="auto">
            <a:xfrm>
              <a:off x="15868988" y="3999911"/>
              <a:ext cx="57323" cy="19114"/>
            </a:xfrm>
            <a:custGeom>
              <a:avLst/>
              <a:gdLst>
                <a:gd name="T0" fmla="*/ 6 w 6"/>
                <a:gd name="T1" fmla="*/ 1 h 2"/>
                <a:gd name="T2" fmla="*/ 0 w 6"/>
                <a:gd name="T3" fmla="*/ 1 h 2"/>
                <a:gd name="T4" fmla="*/ 6 w 6"/>
                <a:gd name="T5" fmla="*/ 1 h 2"/>
              </a:gdLst>
              <a:ahLst/>
              <a:cxnLst>
                <a:cxn ang="0">
                  <a:pos x="T0" y="T1"/>
                </a:cxn>
                <a:cxn ang="0">
                  <a:pos x="T2" y="T3"/>
                </a:cxn>
                <a:cxn ang="0">
                  <a:pos x="T4" y="T5"/>
                </a:cxn>
              </a:cxnLst>
              <a:rect l="0" t="0" r="r" b="b"/>
              <a:pathLst>
                <a:path w="6" h="2">
                  <a:moveTo>
                    <a:pt x="6" y="1"/>
                  </a:moveTo>
                  <a:cubicBezTo>
                    <a:pt x="6" y="2"/>
                    <a:pt x="0" y="2"/>
                    <a:pt x="0" y="1"/>
                  </a:cubicBezTo>
                  <a:cubicBezTo>
                    <a:pt x="0" y="0"/>
                    <a:pt x="6" y="0"/>
                    <a:pt x="6"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46" name="Freeform 492">
              <a:extLst>
                <a:ext uri="{FF2B5EF4-FFF2-40B4-BE49-F238E27FC236}">
                  <a16:creationId xmlns:a16="http://schemas.microsoft.com/office/drawing/2014/main" id="{E058F884-7040-C395-53D8-8D9BA8365214}"/>
                </a:ext>
              </a:extLst>
            </p:cNvPr>
            <p:cNvSpPr>
              <a:spLocks/>
            </p:cNvSpPr>
            <p:nvPr/>
          </p:nvSpPr>
          <p:spPr bwMode="auto">
            <a:xfrm>
              <a:off x="15346696" y="4805855"/>
              <a:ext cx="54139" cy="38227"/>
            </a:xfrm>
            <a:custGeom>
              <a:avLst/>
              <a:gdLst>
                <a:gd name="T0" fmla="*/ 5 w 6"/>
                <a:gd name="T1" fmla="*/ 4 h 4"/>
                <a:gd name="T2" fmla="*/ 2 w 6"/>
                <a:gd name="T3" fmla="*/ 1 h 4"/>
                <a:gd name="T4" fmla="*/ 5 w 6"/>
                <a:gd name="T5" fmla="*/ 4 h 4"/>
              </a:gdLst>
              <a:ahLst/>
              <a:cxnLst>
                <a:cxn ang="0">
                  <a:pos x="T0" y="T1"/>
                </a:cxn>
                <a:cxn ang="0">
                  <a:pos x="T2" y="T3"/>
                </a:cxn>
                <a:cxn ang="0">
                  <a:pos x="T4" y="T5"/>
                </a:cxn>
              </a:cxnLst>
              <a:rect l="0" t="0" r="r" b="b"/>
              <a:pathLst>
                <a:path w="6" h="4">
                  <a:moveTo>
                    <a:pt x="5" y="4"/>
                  </a:moveTo>
                  <a:cubicBezTo>
                    <a:pt x="4" y="4"/>
                    <a:pt x="0" y="3"/>
                    <a:pt x="2" y="1"/>
                  </a:cubicBezTo>
                  <a:cubicBezTo>
                    <a:pt x="5" y="0"/>
                    <a:pt x="6" y="4"/>
                    <a:pt x="5"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47" name="Freeform 493">
              <a:extLst>
                <a:ext uri="{FF2B5EF4-FFF2-40B4-BE49-F238E27FC236}">
                  <a16:creationId xmlns:a16="http://schemas.microsoft.com/office/drawing/2014/main" id="{E9909893-81F0-5C2E-8DA2-FF9899B551C1}"/>
                </a:ext>
              </a:extLst>
            </p:cNvPr>
            <p:cNvSpPr>
              <a:spLocks/>
            </p:cNvSpPr>
            <p:nvPr/>
          </p:nvSpPr>
          <p:spPr bwMode="auto">
            <a:xfrm>
              <a:off x="12098282" y="6892386"/>
              <a:ext cx="54139" cy="101936"/>
            </a:xfrm>
            <a:custGeom>
              <a:avLst/>
              <a:gdLst>
                <a:gd name="T0" fmla="*/ 5 w 6"/>
                <a:gd name="T1" fmla="*/ 1 h 11"/>
                <a:gd name="T2" fmla="*/ 5 w 6"/>
                <a:gd name="T3" fmla="*/ 7 h 11"/>
                <a:gd name="T4" fmla="*/ 3 w 6"/>
                <a:gd name="T5" fmla="*/ 10 h 11"/>
                <a:gd name="T6" fmla="*/ 1 w 6"/>
                <a:gd name="T7" fmla="*/ 4 h 11"/>
                <a:gd name="T8" fmla="*/ 5 w 6"/>
                <a:gd name="T9" fmla="*/ 1 h 11"/>
                <a:gd name="T10" fmla="*/ 5 w 6"/>
                <a:gd name="T11" fmla="*/ 1 h 11"/>
              </a:gdLst>
              <a:ahLst/>
              <a:cxnLst>
                <a:cxn ang="0">
                  <a:pos x="T0" y="T1"/>
                </a:cxn>
                <a:cxn ang="0">
                  <a:pos x="T2" y="T3"/>
                </a:cxn>
                <a:cxn ang="0">
                  <a:pos x="T4" y="T5"/>
                </a:cxn>
                <a:cxn ang="0">
                  <a:pos x="T6" y="T7"/>
                </a:cxn>
                <a:cxn ang="0">
                  <a:pos x="T8" y="T9"/>
                </a:cxn>
                <a:cxn ang="0">
                  <a:pos x="T10" y="T11"/>
                </a:cxn>
              </a:cxnLst>
              <a:rect l="0" t="0" r="r" b="b"/>
              <a:pathLst>
                <a:path w="6" h="11">
                  <a:moveTo>
                    <a:pt x="5" y="1"/>
                  </a:moveTo>
                  <a:cubicBezTo>
                    <a:pt x="5" y="3"/>
                    <a:pt x="6" y="5"/>
                    <a:pt x="5" y="7"/>
                  </a:cubicBezTo>
                  <a:cubicBezTo>
                    <a:pt x="4" y="8"/>
                    <a:pt x="5" y="11"/>
                    <a:pt x="3" y="10"/>
                  </a:cubicBezTo>
                  <a:cubicBezTo>
                    <a:pt x="1" y="8"/>
                    <a:pt x="0" y="6"/>
                    <a:pt x="1" y="4"/>
                  </a:cubicBezTo>
                  <a:cubicBezTo>
                    <a:pt x="1" y="3"/>
                    <a:pt x="5" y="0"/>
                    <a:pt x="5" y="1"/>
                  </a:cubicBezTo>
                  <a:cubicBezTo>
                    <a:pt x="5" y="2"/>
                    <a:pt x="5" y="0"/>
                    <a:pt x="5"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48" name="Freeform 494">
              <a:extLst>
                <a:ext uri="{FF2B5EF4-FFF2-40B4-BE49-F238E27FC236}">
                  <a16:creationId xmlns:a16="http://schemas.microsoft.com/office/drawing/2014/main" id="{1EA2A21D-D966-FBDD-090E-86758D3384FA}"/>
                </a:ext>
              </a:extLst>
            </p:cNvPr>
            <p:cNvSpPr>
              <a:spLocks/>
            </p:cNvSpPr>
            <p:nvPr/>
          </p:nvSpPr>
          <p:spPr bwMode="auto">
            <a:xfrm>
              <a:off x="12079173" y="6984768"/>
              <a:ext cx="82803" cy="140163"/>
            </a:xfrm>
            <a:custGeom>
              <a:avLst/>
              <a:gdLst>
                <a:gd name="T0" fmla="*/ 7 w 9"/>
                <a:gd name="T1" fmla="*/ 3 h 15"/>
                <a:gd name="T2" fmla="*/ 5 w 9"/>
                <a:gd name="T3" fmla="*/ 2 h 15"/>
                <a:gd name="T4" fmla="*/ 0 w 9"/>
                <a:gd name="T5" fmla="*/ 2 h 15"/>
                <a:gd name="T6" fmla="*/ 1 w 9"/>
                <a:gd name="T7" fmla="*/ 8 h 15"/>
                <a:gd name="T8" fmla="*/ 2 w 9"/>
                <a:gd name="T9" fmla="*/ 13 h 15"/>
                <a:gd name="T10" fmla="*/ 4 w 9"/>
                <a:gd name="T11" fmla="*/ 14 h 15"/>
                <a:gd name="T12" fmla="*/ 8 w 9"/>
                <a:gd name="T13" fmla="*/ 10 h 15"/>
                <a:gd name="T14" fmla="*/ 7 w 9"/>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5">
                  <a:moveTo>
                    <a:pt x="7" y="3"/>
                  </a:moveTo>
                  <a:cubicBezTo>
                    <a:pt x="6" y="3"/>
                    <a:pt x="7" y="0"/>
                    <a:pt x="5" y="2"/>
                  </a:cubicBezTo>
                  <a:cubicBezTo>
                    <a:pt x="2" y="4"/>
                    <a:pt x="3" y="4"/>
                    <a:pt x="0" y="2"/>
                  </a:cubicBezTo>
                  <a:cubicBezTo>
                    <a:pt x="0" y="2"/>
                    <a:pt x="1" y="8"/>
                    <a:pt x="1" y="8"/>
                  </a:cubicBezTo>
                  <a:cubicBezTo>
                    <a:pt x="2" y="10"/>
                    <a:pt x="2" y="11"/>
                    <a:pt x="2" y="13"/>
                  </a:cubicBezTo>
                  <a:cubicBezTo>
                    <a:pt x="2" y="14"/>
                    <a:pt x="2" y="15"/>
                    <a:pt x="4" y="14"/>
                  </a:cubicBezTo>
                  <a:cubicBezTo>
                    <a:pt x="6" y="13"/>
                    <a:pt x="8" y="13"/>
                    <a:pt x="8" y="10"/>
                  </a:cubicBezTo>
                  <a:cubicBezTo>
                    <a:pt x="8" y="9"/>
                    <a:pt x="9" y="3"/>
                    <a:pt x="7"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49" name="Freeform 495">
              <a:extLst>
                <a:ext uri="{FF2B5EF4-FFF2-40B4-BE49-F238E27FC236}">
                  <a16:creationId xmlns:a16="http://schemas.microsoft.com/office/drawing/2014/main" id="{4CAE2E94-7E22-8F2F-96BC-4E1B927E048D}"/>
                </a:ext>
              </a:extLst>
            </p:cNvPr>
            <p:cNvSpPr>
              <a:spLocks/>
            </p:cNvSpPr>
            <p:nvPr/>
          </p:nvSpPr>
          <p:spPr bwMode="auto">
            <a:xfrm>
              <a:off x="12273444" y="7153601"/>
              <a:ext cx="149680" cy="92380"/>
            </a:xfrm>
            <a:custGeom>
              <a:avLst/>
              <a:gdLst>
                <a:gd name="T0" fmla="*/ 5 w 16"/>
                <a:gd name="T1" fmla="*/ 1 h 10"/>
                <a:gd name="T2" fmla="*/ 0 w 16"/>
                <a:gd name="T3" fmla="*/ 2 h 10"/>
                <a:gd name="T4" fmla="*/ 3 w 16"/>
                <a:gd name="T5" fmla="*/ 5 h 10"/>
                <a:gd name="T6" fmla="*/ 8 w 16"/>
                <a:gd name="T7" fmla="*/ 7 h 10"/>
                <a:gd name="T8" fmla="*/ 14 w 16"/>
                <a:gd name="T9" fmla="*/ 8 h 10"/>
                <a:gd name="T10" fmla="*/ 13 w 16"/>
                <a:gd name="T11" fmla="*/ 4 h 10"/>
                <a:gd name="T12" fmla="*/ 15 w 16"/>
                <a:gd name="T13" fmla="*/ 1 h 10"/>
                <a:gd name="T14" fmla="*/ 11 w 16"/>
                <a:gd name="T15" fmla="*/ 1 h 10"/>
                <a:gd name="T16" fmla="*/ 5 w 16"/>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5" y="1"/>
                  </a:moveTo>
                  <a:cubicBezTo>
                    <a:pt x="4" y="1"/>
                    <a:pt x="1" y="1"/>
                    <a:pt x="0" y="2"/>
                  </a:cubicBezTo>
                  <a:cubicBezTo>
                    <a:pt x="0" y="3"/>
                    <a:pt x="2" y="4"/>
                    <a:pt x="3" y="5"/>
                  </a:cubicBezTo>
                  <a:cubicBezTo>
                    <a:pt x="5" y="5"/>
                    <a:pt x="7" y="6"/>
                    <a:pt x="8" y="7"/>
                  </a:cubicBezTo>
                  <a:cubicBezTo>
                    <a:pt x="10" y="8"/>
                    <a:pt x="12" y="10"/>
                    <a:pt x="14" y="8"/>
                  </a:cubicBezTo>
                  <a:cubicBezTo>
                    <a:pt x="16" y="7"/>
                    <a:pt x="12" y="6"/>
                    <a:pt x="13" y="4"/>
                  </a:cubicBezTo>
                  <a:cubicBezTo>
                    <a:pt x="13" y="4"/>
                    <a:pt x="16" y="2"/>
                    <a:pt x="15" y="1"/>
                  </a:cubicBezTo>
                  <a:cubicBezTo>
                    <a:pt x="15" y="0"/>
                    <a:pt x="11" y="1"/>
                    <a:pt x="11" y="1"/>
                  </a:cubicBezTo>
                  <a:cubicBezTo>
                    <a:pt x="9" y="2"/>
                    <a:pt x="7" y="1"/>
                    <a:pt x="5"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50" name="Freeform 496">
              <a:extLst>
                <a:ext uri="{FF2B5EF4-FFF2-40B4-BE49-F238E27FC236}">
                  <a16:creationId xmlns:a16="http://schemas.microsoft.com/office/drawing/2014/main" id="{37AC51F1-D292-E12C-5AFB-CAB96F511F19}"/>
                </a:ext>
              </a:extLst>
            </p:cNvPr>
            <p:cNvSpPr>
              <a:spLocks/>
            </p:cNvSpPr>
            <p:nvPr/>
          </p:nvSpPr>
          <p:spPr bwMode="auto">
            <a:xfrm>
              <a:off x="13161977" y="7284208"/>
              <a:ext cx="121018" cy="66896"/>
            </a:xfrm>
            <a:custGeom>
              <a:avLst/>
              <a:gdLst>
                <a:gd name="T0" fmla="*/ 12 w 13"/>
                <a:gd name="T1" fmla="*/ 1 h 7"/>
                <a:gd name="T2" fmla="*/ 10 w 13"/>
                <a:gd name="T3" fmla="*/ 2 h 7"/>
                <a:gd name="T4" fmla="*/ 10 w 13"/>
                <a:gd name="T5" fmla="*/ 5 h 7"/>
                <a:gd name="T6" fmla="*/ 6 w 13"/>
                <a:gd name="T7" fmla="*/ 6 h 7"/>
                <a:gd name="T8" fmla="*/ 2 w 13"/>
                <a:gd name="T9" fmla="*/ 6 h 7"/>
                <a:gd name="T10" fmla="*/ 5 w 13"/>
                <a:gd name="T11" fmla="*/ 3 h 7"/>
                <a:gd name="T12" fmla="*/ 12 w 13"/>
                <a:gd name="T13" fmla="*/ 1 h 7"/>
                <a:gd name="T14" fmla="*/ 12 w 13"/>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7">
                  <a:moveTo>
                    <a:pt x="12" y="1"/>
                  </a:moveTo>
                  <a:cubicBezTo>
                    <a:pt x="12" y="1"/>
                    <a:pt x="10" y="2"/>
                    <a:pt x="10" y="2"/>
                  </a:cubicBezTo>
                  <a:cubicBezTo>
                    <a:pt x="9" y="3"/>
                    <a:pt x="10" y="5"/>
                    <a:pt x="10" y="5"/>
                  </a:cubicBezTo>
                  <a:cubicBezTo>
                    <a:pt x="9" y="5"/>
                    <a:pt x="7" y="5"/>
                    <a:pt x="6" y="6"/>
                  </a:cubicBezTo>
                  <a:cubicBezTo>
                    <a:pt x="4" y="7"/>
                    <a:pt x="3" y="7"/>
                    <a:pt x="2" y="6"/>
                  </a:cubicBezTo>
                  <a:cubicBezTo>
                    <a:pt x="0" y="4"/>
                    <a:pt x="4" y="3"/>
                    <a:pt x="5" y="3"/>
                  </a:cubicBezTo>
                  <a:cubicBezTo>
                    <a:pt x="7" y="3"/>
                    <a:pt x="10" y="2"/>
                    <a:pt x="12" y="1"/>
                  </a:cubicBezTo>
                  <a:cubicBezTo>
                    <a:pt x="13" y="0"/>
                    <a:pt x="11" y="2"/>
                    <a:pt x="12"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51" name="Freeform 497">
              <a:extLst>
                <a:ext uri="{FF2B5EF4-FFF2-40B4-BE49-F238E27FC236}">
                  <a16:creationId xmlns:a16="http://schemas.microsoft.com/office/drawing/2014/main" id="{482C4AD2-AA85-7648-D048-036A97FA8AEE}"/>
                </a:ext>
              </a:extLst>
            </p:cNvPr>
            <p:cNvSpPr>
              <a:spLocks/>
            </p:cNvSpPr>
            <p:nvPr/>
          </p:nvSpPr>
          <p:spPr bwMode="auto">
            <a:xfrm>
              <a:off x="12760705" y="7293764"/>
              <a:ext cx="140127" cy="38227"/>
            </a:xfrm>
            <a:custGeom>
              <a:avLst/>
              <a:gdLst>
                <a:gd name="T0" fmla="*/ 8 w 15"/>
                <a:gd name="T1" fmla="*/ 4 h 4"/>
                <a:gd name="T2" fmla="*/ 1 w 15"/>
                <a:gd name="T3" fmla="*/ 1 h 4"/>
                <a:gd name="T4" fmla="*/ 7 w 15"/>
                <a:gd name="T5" fmla="*/ 1 h 4"/>
                <a:gd name="T6" fmla="*/ 15 w 15"/>
                <a:gd name="T7" fmla="*/ 2 h 4"/>
                <a:gd name="T8" fmla="*/ 13 w 15"/>
                <a:gd name="T9" fmla="*/ 3 h 4"/>
                <a:gd name="T10" fmla="*/ 8 w 15"/>
                <a:gd name="T11" fmla="*/ 4 h 4"/>
                <a:gd name="T12" fmla="*/ 8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8" y="4"/>
                  </a:moveTo>
                  <a:cubicBezTo>
                    <a:pt x="7" y="4"/>
                    <a:pt x="0" y="2"/>
                    <a:pt x="1" y="1"/>
                  </a:cubicBezTo>
                  <a:cubicBezTo>
                    <a:pt x="1" y="0"/>
                    <a:pt x="7" y="1"/>
                    <a:pt x="7" y="1"/>
                  </a:cubicBezTo>
                  <a:cubicBezTo>
                    <a:pt x="10" y="2"/>
                    <a:pt x="12" y="2"/>
                    <a:pt x="15" y="2"/>
                  </a:cubicBezTo>
                  <a:cubicBezTo>
                    <a:pt x="15" y="2"/>
                    <a:pt x="13" y="3"/>
                    <a:pt x="13" y="3"/>
                  </a:cubicBezTo>
                  <a:cubicBezTo>
                    <a:pt x="12" y="4"/>
                    <a:pt x="10" y="4"/>
                    <a:pt x="8" y="4"/>
                  </a:cubicBezTo>
                  <a:cubicBezTo>
                    <a:pt x="6" y="4"/>
                    <a:pt x="9" y="4"/>
                    <a:pt x="8"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52" name="Freeform 498">
              <a:extLst>
                <a:ext uri="{FF2B5EF4-FFF2-40B4-BE49-F238E27FC236}">
                  <a16:creationId xmlns:a16="http://schemas.microsoft.com/office/drawing/2014/main" id="{FFE7098B-CC8F-13C5-70C7-8974595C4591}"/>
                </a:ext>
              </a:extLst>
            </p:cNvPr>
            <p:cNvSpPr>
              <a:spLocks/>
            </p:cNvSpPr>
            <p:nvPr/>
          </p:nvSpPr>
          <p:spPr bwMode="auto">
            <a:xfrm>
              <a:off x="12693826" y="5917609"/>
              <a:ext cx="66879" cy="66896"/>
            </a:xfrm>
            <a:custGeom>
              <a:avLst/>
              <a:gdLst>
                <a:gd name="T0" fmla="*/ 1 w 7"/>
                <a:gd name="T1" fmla="*/ 4 h 7"/>
                <a:gd name="T2" fmla="*/ 1 w 7"/>
                <a:gd name="T3" fmla="*/ 1 h 7"/>
                <a:gd name="T4" fmla="*/ 7 w 7"/>
                <a:gd name="T5" fmla="*/ 1 h 7"/>
                <a:gd name="T6" fmla="*/ 1 w 7"/>
                <a:gd name="T7" fmla="*/ 4 h 7"/>
                <a:gd name="T8" fmla="*/ 1 w 7"/>
                <a:gd name="T9" fmla="*/ 4 h 7"/>
              </a:gdLst>
              <a:ahLst/>
              <a:cxnLst>
                <a:cxn ang="0">
                  <a:pos x="T0" y="T1"/>
                </a:cxn>
                <a:cxn ang="0">
                  <a:pos x="T2" y="T3"/>
                </a:cxn>
                <a:cxn ang="0">
                  <a:pos x="T4" y="T5"/>
                </a:cxn>
                <a:cxn ang="0">
                  <a:pos x="T6" y="T7"/>
                </a:cxn>
                <a:cxn ang="0">
                  <a:pos x="T8" y="T9"/>
                </a:cxn>
              </a:cxnLst>
              <a:rect l="0" t="0" r="r" b="b"/>
              <a:pathLst>
                <a:path w="7" h="7">
                  <a:moveTo>
                    <a:pt x="1" y="4"/>
                  </a:moveTo>
                  <a:cubicBezTo>
                    <a:pt x="1" y="3"/>
                    <a:pt x="0" y="1"/>
                    <a:pt x="1" y="1"/>
                  </a:cubicBezTo>
                  <a:cubicBezTo>
                    <a:pt x="2" y="1"/>
                    <a:pt x="7" y="0"/>
                    <a:pt x="7" y="1"/>
                  </a:cubicBezTo>
                  <a:cubicBezTo>
                    <a:pt x="7" y="2"/>
                    <a:pt x="2" y="6"/>
                    <a:pt x="1" y="4"/>
                  </a:cubicBezTo>
                  <a:cubicBezTo>
                    <a:pt x="1" y="1"/>
                    <a:pt x="2" y="7"/>
                    <a:pt x="1"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53" name="Freeform 499">
              <a:extLst>
                <a:ext uri="{FF2B5EF4-FFF2-40B4-BE49-F238E27FC236}">
                  <a16:creationId xmlns:a16="http://schemas.microsoft.com/office/drawing/2014/main" id="{12FF734F-DF8A-F529-7CB6-C3F1BDC622F4}"/>
                </a:ext>
              </a:extLst>
            </p:cNvPr>
            <p:cNvSpPr>
              <a:spLocks/>
            </p:cNvSpPr>
            <p:nvPr/>
          </p:nvSpPr>
          <p:spPr bwMode="auto">
            <a:xfrm>
              <a:off x="12703380" y="5892125"/>
              <a:ext cx="47770" cy="25484"/>
            </a:xfrm>
            <a:custGeom>
              <a:avLst/>
              <a:gdLst>
                <a:gd name="T0" fmla="*/ 3 w 5"/>
                <a:gd name="T1" fmla="*/ 2 h 3"/>
                <a:gd name="T2" fmla="*/ 0 w 5"/>
                <a:gd name="T3" fmla="*/ 1 h 3"/>
                <a:gd name="T4" fmla="*/ 4 w 5"/>
                <a:gd name="T5" fmla="*/ 1 h 3"/>
                <a:gd name="T6" fmla="*/ 3 w 5"/>
                <a:gd name="T7" fmla="*/ 2 h 3"/>
                <a:gd name="T8" fmla="*/ 3 w 5"/>
                <a:gd name="T9" fmla="*/ 2 h 3"/>
              </a:gdLst>
              <a:ahLst/>
              <a:cxnLst>
                <a:cxn ang="0">
                  <a:pos x="T0" y="T1"/>
                </a:cxn>
                <a:cxn ang="0">
                  <a:pos x="T2" y="T3"/>
                </a:cxn>
                <a:cxn ang="0">
                  <a:pos x="T4" y="T5"/>
                </a:cxn>
                <a:cxn ang="0">
                  <a:pos x="T6" y="T7"/>
                </a:cxn>
                <a:cxn ang="0">
                  <a:pos x="T8" y="T9"/>
                </a:cxn>
              </a:cxnLst>
              <a:rect l="0" t="0" r="r" b="b"/>
              <a:pathLst>
                <a:path w="5" h="3">
                  <a:moveTo>
                    <a:pt x="3" y="2"/>
                  </a:moveTo>
                  <a:cubicBezTo>
                    <a:pt x="2" y="2"/>
                    <a:pt x="0" y="1"/>
                    <a:pt x="0" y="1"/>
                  </a:cubicBezTo>
                  <a:cubicBezTo>
                    <a:pt x="0" y="1"/>
                    <a:pt x="4" y="0"/>
                    <a:pt x="4" y="1"/>
                  </a:cubicBezTo>
                  <a:cubicBezTo>
                    <a:pt x="5" y="2"/>
                    <a:pt x="4" y="3"/>
                    <a:pt x="3" y="2"/>
                  </a:cubicBezTo>
                  <a:cubicBezTo>
                    <a:pt x="1" y="2"/>
                    <a:pt x="5" y="3"/>
                    <a:pt x="3"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54" name="Freeform 500">
              <a:extLst>
                <a:ext uri="{FF2B5EF4-FFF2-40B4-BE49-F238E27FC236}">
                  <a16:creationId xmlns:a16="http://schemas.microsoft.com/office/drawing/2014/main" id="{AD74D5F8-8AED-CE03-EBEB-CF3BCD7B435A}"/>
                </a:ext>
              </a:extLst>
            </p:cNvPr>
            <p:cNvSpPr>
              <a:spLocks/>
            </p:cNvSpPr>
            <p:nvPr/>
          </p:nvSpPr>
          <p:spPr bwMode="auto">
            <a:xfrm>
              <a:off x="12509111" y="5955834"/>
              <a:ext cx="54139" cy="92380"/>
            </a:xfrm>
            <a:custGeom>
              <a:avLst/>
              <a:gdLst>
                <a:gd name="T0" fmla="*/ 6 w 6"/>
                <a:gd name="T1" fmla="*/ 2 h 10"/>
                <a:gd name="T2" fmla="*/ 3 w 6"/>
                <a:gd name="T3" fmla="*/ 9 h 10"/>
                <a:gd name="T4" fmla="*/ 6 w 6"/>
                <a:gd name="T5" fmla="*/ 2 h 10"/>
                <a:gd name="T6" fmla="*/ 6 w 6"/>
                <a:gd name="T7" fmla="*/ 2 h 10"/>
              </a:gdLst>
              <a:ahLst/>
              <a:cxnLst>
                <a:cxn ang="0">
                  <a:pos x="T0" y="T1"/>
                </a:cxn>
                <a:cxn ang="0">
                  <a:pos x="T2" y="T3"/>
                </a:cxn>
                <a:cxn ang="0">
                  <a:pos x="T4" y="T5"/>
                </a:cxn>
                <a:cxn ang="0">
                  <a:pos x="T6" y="T7"/>
                </a:cxn>
              </a:cxnLst>
              <a:rect l="0" t="0" r="r" b="b"/>
              <a:pathLst>
                <a:path w="6" h="10">
                  <a:moveTo>
                    <a:pt x="6" y="2"/>
                  </a:moveTo>
                  <a:cubicBezTo>
                    <a:pt x="6" y="0"/>
                    <a:pt x="0" y="10"/>
                    <a:pt x="3" y="9"/>
                  </a:cubicBezTo>
                  <a:cubicBezTo>
                    <a:pt x="4" y="9"/>
                    <a:pt x="6" y="3"/>
                    <a:pt x="6" y="2"/>
                  </a:cubicBezTo>
                  <a:cubicBezTo>
                    <a:pt x="6" y="1"/>
                    <a:pt x="6" y="3"/>
                    <a:pt x="6"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55" name="Freeform 501">
              <a:extLst>
                <a:ext uri="{FF2B5EF4-FFF2-40B4-BE49-F238E27FC236}">
                  <a16:creationId xmlns:a16="http://schemas.microsoft.com/office/drawing/2014/main" id="{B35A08BF-3705-D17B-98FD-CE2096757CD0}"/>
                </a:ext>
              </a:extLst>
            </p:cNvPr>
            <p:cNvSpPr>
              <a:spLocks/>
            </p:cNvSpPr>
            <p:nvPr/>
          </p:nvSpPr>
          <p:spPr bwMode="auto">
            <a:xfrm>
              <a:off x="12591917" y="5796557"/>
              <a:ext cx="38217" cy="38227"/>
            </a:xfrm>
            <a:custGeom>
              <a:avLst/>
              <a:gdLst>
                <a:gd name="T0" fmla="*/ 3 w 4"/>
                <a:gd name="T1" fmla="*/ 3 h 4"/>
                <a:gd name="T2" fmla="*/ 1 w 4"/>
                <a:gd name="T3" fmla="*/ 1 h 4"/>
                <a:gd name="T4" fmla="*/ 3 w 4"/>
                <a:gd name="T5" fmla="*/ 0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3"/>
                    <a:pt x="0" y="2"/>
                    <a:pt x="1" y="1"/>
                  </a:cubicBezTo>
                  <a:cubicBezTo>
                    <a:pt x="2" y="1"/>
                    <a:pt x="3" y="0"/>
                    <a:pt x="3" y="0"/>
                  </a:cubicBezTo>
                  <a:cubicBezTo>
                    <a:pt x="4" y="0"/>
                    <a:pt x="4" y="2"/>
                    <a:pt x="3" y="3"/>
                  </a:cubicBezTo>
                  <a:cubicBezTo>
                    <a:pt x="2" y="4"/>
                    <a:pt x="4" y="2"/>
                    <a:pt x="3"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56" name="Freeform 502">
              <a:extLst>
                <a:ext uri="{FF2B5EF4-FFF2-40B4-BE49-F238E27FC236}">
                  <a16:creationId xmlns:a16="http://schemas.microsoft.com/office/drawing/2014/main" id="{A0050BE8-5D52-7EA6-F6AC-65600E028C8A}"/>
                </a:ext>
              </a:extLst>
            </p:cNvPr>
            <p:cNvSpPr>
              <a:spLocks/>
            </p:cNvSpPr>
            <p:nvPr/>
          </p:nvSpPr>
          <p:spPr bwMode="auto">
            <a:xfrm>
              <a:off x="12219302" y="6086441"/>
              <a:ext cx="54139" cy="86010"/>
            </a:xfrm>
            <a:custGeom>
              <a:avLst/>
              <a:gdLst>
                <a:gd name="T0" fmla="*/ 6 w 6"/>
                <a:gd name="T1" fmla="*/ 2 h 9"/>
                <a:gd name="T2" fmla="*/ 6 w 6"/>
                <a:gd name="T3" fmla="*/ 4 h 9"/>
                <a:gd name="T4" fmla="*/ 5 w 6"/>
                <a:gd name="T5" fmla="*/ 9 h 9"/>
                <a:gd name="T6" fmla="*/ 0 w 6"/>
                <a:gd name="T7" fmla="*/ 3 h 9"/>
                <a:gd name="T8" fmla="*/ 3 w 6"/>
                <a:gd name="T9" fmla="*/ 3 h 9"/>
                <a:gd name="T10" fmla="*/ 6 w 6"/>
                <a:gd name="T11" fmla="*/ 2 h 9"/>
                <a:gd name="T12" fmla="*/ 6 w 6"/>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6" y="2"/>
                  </a:moveTo>
                  <a:cubicBezTo>
                    <a:pt x="6" y="1"/>
                    <a:pt x="6" y="4"/>
                    <a:pt x="6" y="4"/>
                  </a:cubicBezTo>
                  <a:cubicBezTo>
                    <a:pt x="6" y="6"/>
                    <a:pt x="6" y="8"/>
                    <a:pt x="5" y="9"/>
                  </a:cubicBezTo>
                  <a:cubicBezTo>
                    <a:pt x="5" y="9"/>
                    <a:pt x="0" y="5"/>
                    <a:pt x="0" y="3"/>
                  </a:cubicBezTo>
                  <a:cubicBezTo>
                    <a:pt x="0" y="3"/>
                    <a:pt x="2" y="2"/>
                    <a:pt x="3" y="3"/>
                  </a:cubicBezTo>
                  <a:cubicBezTo>
                    <a:pt x="4" y="4"/>
                    <a:pt x="5" y="4"/>
                    <a:pt x="6" y="2"/>
                  </a:cubicBezTo>
                  <a:cubicBezTo>
                    <a:pt x="6" y="0"/>
                    <a:pt x="6" y="3"/>
                    <a:pt x="6"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57" name="Freeform 503">
              <a:extLst>
                <a:ext uri="{FF2B5EF4-FFF2-40B4-BE49-F238E27FC236}">
                  <a16:creationId xmlns:a16="http://schemas.microsoft.com/office/drawing/2014/main" id="{3FB8DDAB-02B7-7E67-04FF-E705868E001E}"/>
                </a:ext>
              </a:extLst>
            </p:cNvPr>
            <p:cNvSpPr>
              <a:spLocks/>
            </p:cNvSpPr>
            <p:nvPr/>
          </p:nvSpPr>
          <p:spPr bwMode="auto">
            <a:xfrm>
              <a:off x="12152426" y="6105555"/>
              <a:ext cx="76432" cy="76452"/>
            </a:xfrm>
            <a:custGeom>
              <a:avLst/>
              <a:gdLst>
                <a:gd name="T0" fmla="*/ 6 w 8"/>
                <a:gd name="T1" fmla="*/ 7 h 8"/>
                <a:gd name="T2" fmla="*/ 1 w 8"/>
                <a:gd name="T3" fmla="*/ 4 h 8"/>
                <a:gd name="T4" fmla="*/ 6 w 8"/>
                <a:gd name="T5" fmla="*/ 7 h 8"/>
                <a:gd name="T6" fmla="*/ 6 w 8"/>
                <a:gd name="T7" fmla="*/ 7 h 8"/>
              </a:gdLst>
              <a:ahLst/>
              <a:cxnLst>
                <a:cxn ang="0">
                  <a:pos x="T0" y="T1"/>
                </a:cxn>
                <a:cxn ang="0">
                  <a:pos x="T2" y="T3"/>
                </a:cxn>
                <a:cxn ang="0">
                  <a:pos x="T4" y="T5"/>
                </a:cxn>
                <a:cxn ang="0">
                  <a:pos x="T6" y="T7"/>
                </a:cxn>
              </a:cxnLst>
              <a:rect l="0" t="0" r="r" b="b"/>
              <a:pathLst>
                <a:path w="8" h="8">
                  <a:moveTo>
                    <a:pt x="6" y="7"/>
                  </a:moveTo>
                  <a:cubicBezTo>
                    <a:pt x="5" y="8"/>
                    <a:pt x="0" y="5"/>
                    <a:pt x="1" y="4"/>
                  </a:cubicBezTo>
                  <a:cubicBezTo>
                    <a:pt x="3" y="0"/>
                    <a:pt x="8" y="5"/>
                    <a:pt x="6" y="7"/>
                  </a:cubicBezTo>
                  <a:cubicBezTo>
                    <a:pt x="5" y="8"/>
                    <a:pt x="7" y="6"/>
                    <a:pt x="6" y="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58" name="Freeform 504">
              <a:extLst>
                <a:ext uri="{FF2B5EF4-FFF2-40B4-BE49-F238E27FC236}">
                  <a16:creationId xmlns:a16="http://schemas.microsoft.com/office/drawing/2014/main" id="{1BB08566-A44C-64B7-0EB8-F2870BE4567D}"/>
                </a:ext>
              </a:extLst>
            </p:cNvPr>
            <p:cNvSpPr>
              <a:spLocks/>
            </p:cNvSpPr>
            <p:nvPr/>
          </p:nvSpPr>
          <p:spPr bwMode="auto">
            <a:xfrm>
              <a:off x="11818028" y="7070776"/>
              <a:ext cx="44586" cy="35042"/>
            </a:xfrm>
            <a:custGeom>
              <a:avLst/>
              <a:gdLst>
                <a:gd name="T0" fmla="*/ 4 w 5"/>
                <a:gd name="T1" fmla="*/ 2 h 4"/>
                <a:gd name="T2" fmla="*/ 3 w 5"/>
                <a:gd name="T3" fmla="*/ 3 h 4"/>
                <a:gd name="T4" fmla="*/ 0 w 5"/>
                <a:gd name="T5" fmla="*/ 2 h 4"/>
                <a:gd name="T6" fmla="*/ 4 w 5"/>
                <a:gd name="T7" fmla="*/ 0 h 4"/>
                <a:gd name="T8" fmla="*/ 4 w 5"/>
                <a:gd name="T9" fmla="*/ 2 h 4"/>
                <a:gd name="T10" fmla="*/ 4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4" y="2"/>
                  </a:moveTo>
                  <a:cubicBezTo>
                    <a:pt x="5" y="1"/>
                    <a:pt x="4" y="4"/>
                    <a:pt x="3" y="3"/>
                  </a:cubicBezTo>
                  <a:cubicBezTo>
                    <a:pt x="3" y="3"/>
                    <a:pt x="0" y="2"/>
                    <a:pt x="0" y="2"/>
                  </a:cubicBezTo>
                  <a:cubicBezTo>
                    <a:pt x="0" y="2"/>
                    <a:pt x="3" y="0"/>
                    <a:pt x="4" y="0"/>
                  </a:cubicBezTo>
                  <a:cubicBezTo>
                    <a:pt x="4" y="0"/>
                    <a:pt x="3" y="2"/>
                    <a:pt x="4" y="2"/>
                  </a:cubicBezTo>
                  <a:cubicBezTo>
                    <a:pt x="5" y="1"/>
                    <a:pt x="3" y="2"/>
                    <a:pt x="4"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59" name="Freeform 505">
              <a:extLst>
                <a:ext uri="{FF2B5EF4-FFF2-40B4-BE49-F238E27FC236}">
                  <a16:creationId xmlns:a16="http://schemas.microsoft.com/office/drawing/2014/main" id="{6E00DEA9-403F-0F90-DAB6-8A1DE847FEEF}"/>
                </a:ext>
              </a:extLst>
            </p:cNvPr>
            <p:cNvSpPr>
              <a:spLocks/>
            </p:cNvSpPr>
            <p:nvPr/>
          </p:nvSpPr>
          <p:spPr bwMode="auto">
            <a:xfrm>
              <a:off x="11359426" y="5927165"/>
              <a:ext cx="57323" cy="57338"/>
            </a:xfrm>
            <a:custGeom>
              <a:avLst/>
              <a:gdLst>
                <a:gd name="T0" fmla="*/ 5 w 6"/>
                <a:gd name="T1" fmla="*/ 1 h 6"/>
                <a:gd name="T2" fmla="*/ 4 w 6"/>
                <a:gd name="T3" fmla="*/ 5 h 6"/>
                <a:gd name="T4" fmla="*/ 1 w 6"/>
                <a:gd name="T5" fmla="*/ 5 h 6"/>
                <a:gd name="T6" fmla="*/ 5 w 6"/>
                <a:gd name="T7" fmla="*/ 1 h 6"/>
                <a:gd name="T8" fmla="*/ 5 w 6"/>
                <a:gd name="T9" fmla="*/ 1 h 6"/>
              </a:gdLst>
              <a:ahLst/>
              <a:cxnLst>
                <a:cxn ang="0">
                  <a:pos x="T0" y="T1"/>
                </a:cxn>
                <a:cxn ang="0">
                  <a:pos x="T2" y="T3"/>
                </a:cxn>
                <a:cxn ang="0">
                  <a:pos x="T4" y="T5"/>
                </a:cxn>
                <a:cxn ang="0">
                  <a:pos x="T6" y="T7"/>
                </a:cxn>
                <a:cxn ang="0">
                  <a:pos x="T8" y="T9"/>
                </a:cxn>
              </a:cxnLst>
              <a:rect l="0" t="0" r="r" b="b"/>
              <a:pathLst>
                <a:path w="6" h="6">
                  <a:moveTo>
                    <a:pt x="5" y="1"/>
                  </a:moveTo>
                  <a:cubicBezTo>
                    <a:pt x="6" y="2"/>
                    <a:pt x="4" y="3"/>
                    <a:pt x="4" y="5"/>
                  </a:cubicBezTo>
                  <a:cubicBezTo>
                    <a:pt x="3" y="6"/>
                    <a:pt x="2" y="6"/>
                    <a:pt x="1" y="5"/>
                  </a:cubicBezTo>
                  <a:cubicBezTo>
                    <a:pt x="0" y="4"/>
                    <a:pt x="5" y="0"/>
                    <a:pt x="5" y="1"/>
                  </a:cubicBezTo>
                  <a:cubicBezTo>
                    <a:pt x="6" y="2"/>
                    <a:pt x="5" y="0"/>
                    <a:pt x="5"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60" name="Freeform 506">
              <a:extLst>
                <a:ext uri="{FF2B5EF4-FFF2-40B4-BE49-F238E27FC236}">
                  <a16:creationId xmlns:a16="http://schemas.microsoft.com/office/drawing/2014/main" id="{B6F2F4A9-5616-F8B1-5371-11F686E4C3D7}"/>
                </a:ext>
              </a:extLst>
            </p:cNvPr>
            <p:cNvSpPr>
              <a:spLocks/>
            </p:cNvSpPr>
            <p:nvPr/>
          </p:nvSpPr>
          <p:spPr bwMode="auto">
            <a:xfrm>
              <a:off x="11388093" y="5994061"/>
              <a:ext cx="28662" cy="28669"/>
            </a:xfrm>
            <a:custGeom>
              <a:avLst/>
              <a:gdLst>
                <a:gd name="T0" fmla="*/ 3 w 3"/>
                <a:gd name="T1" fmla="*/ 1 h 3"/>
                <a:gd name="T2" fmla="*/ 0 w 3"/>
                <a:gd name="T3" fmla="*/ 2 h 3"/>
                <a:gd name="T4" fmla="*/ 2 w 3"/>
                <a:gd name="T5" fmla="*/ 3 h 3"/>
                <a:gd name="T6" fmla="*/ 3 w 3"/>
                <a:gd name="T7" fmla="*/ 1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2" y="1"/>
                    <a:pt x="0" y="1"/>
                    <a:pt x="0" y="2"/>
                  </a:cubicBezTo>
                  <a:cubicBezTo>
                    <a:pt x="0" y="3"/>
                    <a:pt x="2" y="3"/>
                    <a:pt x="2" y="3"/>
                  </a:cubicBezTo>
                  <a:cubicBezTo>
                    <a:pt x="3" y="3"/>
                    <a:pt x="3" y="0"/>
                    <a:pt x="3" y="1"/>
                  </a:cubicBezTo>
                  <a:cubicBezTo>
                    <a:pt x="2" y="1"/>
                    <a:pt x="3" y="1"/>
                    <a:pt x="3"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61" name="Freeform 507">
              <a:extLst>
                <a:ext uri="{FF2B5EF4-FFF2-40B4-BE49-F238E27FC236}">
                  <a16:creationId xmlns:a16="http://schemas.microsoft.com/office/drawing/2014/main" id="{9915C25F-F921-953F-13D9-0283C30B1264}"/>
                </a:ext>
              </a:extLst>
            </p:cNvPr>
            <p:cNvSpPr>
              <a:spLocks/>
            </p:cNvSpPr>
            <p:nvPr/>
          </p:nvSpPr>
          <p:spPr bwMode="auto">
            <a:xfrm>
              <a:off x="11416754" y="6022733"/>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62" name="Freeform 508">
              <a:extLst>
                <a:ext uri="{FF2B5EF4-FFF2-40B4-BE49-F238E27FC236}">
                  <a16:creationId xmlns:a16="http://schemas.microsoft.com/office/drawing/2014/main" id="{6695CDB2-5F0B-E6D5-03C8-F97A0AF44C69}"/>
                </a:ext>
              </a:extLst>
            </p:cNvPr>
            <p:cNvSpPr>
              <a:spLocks/>
            </p:cNvSpPr>
            <p:nvPr/>
          </p:nvSpPr>
          <p:spPr bwMode="auto">
            <a:xfrm>
              <a:off x="11416754" y="6048217"/>
              <a:ext cx="9553" cy="1911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2"/>
                    <a:pt x="1" y="0"/>
                    <a:pt x="1"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63" name="Freeform 509">
              <a:extLst>
                <a:ext uri="{FF2B5EF4-FFF2-40B4-BE49-F238E27FC236}">
                  <a16:creationId xmlns:a16="http://schemas.microsoft.com/office/drawing/2014/main" id="{7188DC22-0448-0E7F-0BAF-07138F64C812}"/>
                </a:ext>
              </a:extLst>
            </p:cNvPr>
            <p:cNvSpPr>
              <a:spLocks/>
            </p:cNvSpPr>
            <p:nvPr/>
          </p:nvSpPr>
          <p:spPr bwMode="auto">
            <a:xfrm>
              <a:off x="11416754" y="6067328"/>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64" name="Freeform 510">
              <a:extLst>
                <a:ext uri="{FF2B5EF4-FFF2-40B4-BE49-F238E27FC236}">
                  <a16:creationId xmlns:a16="http://schemas.microsoft.com/office/drawing/2014/main" id="{CD5F4E9E-709B-8006-5795-A93826DF632A}"/>
                </a:ext>
              </a:extLst>
            </p:cNvPr>
            <p:cNvSpPr>
              <a:spLocks/>
            </p:cNvSpPr>
            <p:nvPr/>
          </p:nvSpPr>
          <p:spPr bwMode="auto">
            <a:xfrm>
              <a:off x="11490002" y="6207491"/>
              <a:ext cx="9553" cy="1911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2"/>
                    <a:pt x="0" y="2"/>
                  </a:cubicBezTo>
                  <a:cubicBezTo>
                    <a:pt x="0" y="2"/>
                    <a:pt x="1" y="0"/>
                    <a:pt x="0"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65" name="Freeform 511">
              <a:extLst>
                <a:ext uri="{FF2B5EF4-FFF2-40B4-BE49-F238E27FC236}">
                  <a16:creationId xmlns:a16="http://schemas.microsoft.com/office/drawing/2014/main" id="{053CF224-C98B-A3D7-873D-30DF45D5C96D}"/>
                </a:ext>
              </a:extLst>
            </p:cNvPr>
            <p:cNvSpPr>
              <a:spLocks/>
            </p:cNvSpPr>
            <p:nvPr/>
          </p:nvSpPr>
          <p:spPr bwMode="auto">
            <a:xfrm>
              <a:off x="11630131" y="5787002"/>
              <a:ext cx="19109" cy="38227"/>
            </a:xfrm>
            <a:custGeom>
              <a:avLst/>
              <a:gdLst>
                <a:gd name="T0" fmla="*/ 1 w 2"/>
                <a:gd name="T1" fmla="*/ 4 h 4"/>
                <a:gd name="T2" fmla="*/ 2 w 2"/>
                <a:gd name="T3" fmla="*/ 1 h 4"/>
                <a:gd name="T4" fmla="*/ 1 w 2"/>
                <a:gd name="T5" fmla="*/ 4 h 4"/>
                <a:gd name="T6" fmla="*/ 1 w 2"/>
                <a:gd name="T7" fmla="*/ 4 h 4"/>
              </a:gdLst>
              <a:ahLst/>
              <a:cxnLst>
                <a:cxn ang="0">
                  <a:pos x="T0" y="T1"/>
                </a:cxn>
                <a:cxn ang="0">
                  <a:pos x="T2" y="T3"/>
                </a:cxn>
                <a:cxn ang="0">
                  <a:pos x="T4" y="T5"/>
                </a:cxn>
                <a:cxn ang="0">
                  <a:pos x="T6" y="T7"/>
                </a:cxn>
              </a:cxnLst>
              <a:rect l="0" t="0" r="r" b="b"/>
              <a:pathLst>
                <a:path w="2" h="4">
                  <a:moveTo>
                    <a:pt x="1" y="4"/>
                  </a:moveTo>
                  <a:cubicBezTo>
                    <a:pt x="0" y="3"/>
                    <a:pt x="0" y="1"/>
                    <a:pt x="2" y="1"/>
                  </a:cubicBezTo>
                  <a:cubicBezTo>
                    <a:pt x="2" y="0"/>
                    <a:pt x="2" y="4"/>
                    <a:pt x="1" y="4"/>
                  </a:cubicBezTo>
                  <a:cubicBezTo>
                    <a:pt x="0" y="3"/>
                    <a:pt x="1" y="4"/>
                    <a:pt x="1"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66" name="Freeform 512">
              <a:extLst>
                <a:ext uri="{FF2B5EF4-FFF2-40B4-BE49-F238E27FC236}">
                  <a16:creationId xmlns:a16="http://schemas.microsoft.com/office/drawing/2014/main" id="{21B88267-6F90-CD26-DA3A-E11F59E2A6D2}"/>
                </a:ext>
              </a:extLst>
            </p:cNvPr>
            <p:cNvSpPr>
              <a:spLocks/>
            </p:cNvSpPr>
            <p:nvPr/>
          </p:nvSpPr>
          <p:spPr bwMode="auto">
            <a:xfrm>
              <a:off x="8260699" y="11747159"/>
              <a:ext cx="111465" cy="57338"/>
            </a:xfrm>
            <a:custGeom>
              <a:avLst/>
              <a:gdLst>
                <a:gd name="T0" fmla="*/ 10 w 12"/>
                <a:gd name="T1" fmla="*/ 3 h 6"/>
                <a:gd name="T2" fmla="*/ 8 w 12"/>
                <a:gd name="T3" fmla="*/ 2 h 6"/>
                <a:gd name="T4" fmla="*/ 5 w 12"/>
                <a:gd name="T5" fmla="*/ 2 h 6"/>
                <a:gd name="T6" fmla="*/ 3 w 12"/>
                <a:gd name="T7" fmla="*/ 1 h 6"/>
                <a:gd name="T8" fmla="*/ 0 w 12"/>
                <a:gd name="T9" fmla="*/ 3 h 6"/>
                <a:gd name="T10" fmla="*/ 2 w 12"/>
                <a:gd name="T11" fmla="*/ 5 h 6"/>
                <a:gd name="T12" fmla="*/ 6 w 12"/>
                <a:gd name="T13" fmla="*/ 5 h 6"/>
                <a:gd name="T14" fmla="*/ 11 w 12"/>
                <a:gd name="T15" fmla="*/ 3 h 6"/>
                <a:gd name="T16" fmla="*/ 10 w 12"/>
                <a:gd name="T17" fmla="*/ 3 h 6"/>
                <a:gd name="T18" fmla="*/ 10 w 12"/>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
                  <a:moveTo>
                    <a:pt x="10" y="3"/>
                  </a:moveTo>
                  <a:cubicBezTo>
                    <a:pt x="9" y="3"/>
                    <a:pt x="9" y="2"/>
                    <a:pt x="8" y="2"/>
                  </a:cubicBezTo>
                  <a:cubicBezTo>
                    <a:pt x="7" y="2"/>
                    <a:pt x="6" y="2"/>
                    <a:pt x="5" y="2"/>
                  </a:cubicBezTo>
                  <a:cubicBezTo>
                    <a:pt x="4" y="2"/>
                    <a:pt x="4" y="0"/>
                    <a:pt x="3" y="1"/>
                  </a:cubicBezTo>
                  <a:cubicBezTo>
                    <a:pt x="3" y="1"/>
                    <a:pt x="0" y="3"/>
                    <a:pt x="0" y="3"/>
                  </a:cubicBezTo>
                  <a:cubicBezTo>
                    <a:pt x="0" y="3"/>
                    <a:pt x="2" y="5"/>
                    <a:pt x="2" y="5"/>
                  </a:cubicBezTo>
                  <a:cubicBezTo>
                    <a:pt x="3" y="6"/>
                    <a:pt x="5" y="5"/>
                    <a:pt x="6" y="5"/>
                  </a:cubicBezTo>
                  <a:cubicBezTo>
                    <a:pt x="7" y="5"/>
                    <a:pt x="11" y="4"/>
                    <a:pt x="11" y="3"/>
                  </a:cubicBezTo>
                  <a:cubicBezTo>
                    <a:pt x="10" y="3"/>
                    <a:pt x="10" y="3"/>
                    <a:pt x="10" y="3"/>
                  </a:cubicBezTo>
                  <a:cubicBezTo>
                    <a:pt x="9" y="3"/>
                    <a:pt x="12" y="2"/>
                    <a:pt x="10"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67" name="Freeform 513">
              <a:extLst>
                <a:ext uri="{FF2B5EF4-FFF2-40B4-BE49-F238E27FC236}">
                  <a16:creationId xmlns:a16="http://schemas.microsoft.com/office/drawing/2014/main" id="{F7369BE8-1E5B-4C3F-461B-32C6BDCB5CB5}"/>
                </a:ext>
              </a:extLst>
            </p:cNvPr>
            <p:cNvSpPr>
              <a:spLocks/>
            </p:cNvSpPr>
            <p:nvPr/>
          </p:nvSpPr>
          <p:spPr bwMode="auto">
            <a:xfrm>
              <a:off x="8251144" y="11804497"/>
              <a:ext cx="82803" cy="57338"/>
            </a:xfrm>
            <a:custGeom>
              <a:avLst/>
              <a:gdLst>
                <a:gd name="T0" fmla="*/ 7 w 9"/>
                <a:gd name="T1" fmla="*/ 3 h 6"/>
                <a:gd name="T2" fmla="*/ 0 w 9"/>
                <a:gd name="T3" fmla="*/ 1 h 6"/>
                <a:gd name="T4" fmla="*/ 2 w 9"/>
                <a:gd name="T5" fmla="*/ 2 h 6"/>
                <a:gd name="T6" fmla="*/ 1 w 9"/>
                <a:gd name="T7" fmla="*/ 5 h 6"/>
                <a:gd name="T8" fmla="*/ 3 w 9"/>
                <a:gd name="T9" fmla="*/ 5 h 6"/>
                <a:gd name="T10" fmla="*/ 4 w 9"/>
                <a:gd name="T11" fmla="*/ 5 h 6"/>
                <a:gd name="T12" fmla="*/ 7 w 9"/>
                <a:gd name="T13" fmla="*/ 3 h 6"/>
                <a:gd name="T14" fmla="*/ 7 w 9"/>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6">
                  <a:moveTo>
                    <a:pt x="7" y="3"/>
                  </a:moveTo>
                  <a:cubicBezTo>
                    <a:pt x="7" y="2"/>
                    <a:pt x="0" y="0"/>
                    <a:pt x="0" y="1"/>
                  </a:cubicBezTo>
                  <a:cubicBezTo>
                    <a:pt x="0" y="1"/>
                    <a:pt x="2" y="2"/>
                    <a:pt x="2" y="2"/>
                  </a:cubicBezTo>
                  <a:cubicBezTo>
                    <a:pt x="3" y="3"/>
                    <a:pt x="1" y="4"/>
                    <a:pt x="1" y="5"/>
                  </a:cubicBezTo>
                  <a:cubicBezTo>
                    <a:pt x="1" y="6"/>
                    <a:pt x="3" y="5"/>
                    <a:pt x="3" y="5"/>
                  </a:cubicBezTo>
                  <a:cubicBezTo>
                    <a:pt x="4" y="4"/>
                    <a:pt x="3" y="5"/>
                    <a:pt x="4" y="5"/>
                  </a:cubicBezTo>
                  <a:cubicBezTo>
                    <a:pt x="5" y="6"/>
                    <a:pt x="9" y="4"/>
                    <a:pt x="7" y="3"/>
                  </a:cubicBezTo>
                  <a:cubicBezTo>
                    <a:pt x="6" y="2"/>
                    <a:pt x="8" y="3"/>
                    <a:pt x="7"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68" name="Freeform 514">
              <a:extLst>
                <a:ext uri="{FF2B5EF4-FFF2-40B4-BE49-F238E27FC236}">
                  <a16:creationId xmlns:a16="http://schemas.microsoft.com/office/drawing/2014/main" id="{B7AC0376-5282-1156-B6B5-1E8294291EAE}"/>
                </a:ext>
              </a:extLst>
            </p:cNvPr>
            <p:cNvSpPr>
              <a:spLocks/>
            </p:cNvSpPr>
            <p:nvPr/>
          </p:nvSpPr>
          <p:spPr bwMode="auto">
            <a:xfrm>
              <a:off x="8241593" y="11731231"/>
              <a:ext cx="73248" cy="44598"/>
            </a:xfrm>
            <a:custGeom>
              <a:avLst/>
              <a:gdLst>
                <a:gd name="T0" fmla="*/ 6 w 8"/>
                <a:gd name="T1" fmla="*/ 0 h 5"/>
                <a:gd name="T2" fmla="*/ 3 w 8"/>
                <a:gd name="T3" fmla="*/ 1 h 5"/>
                <a:gd name="T4" fmla="*/ 0 w 8"/>
                <a:gd name="T5" fmla="*/ 1 h 5"/>
                <a:gd name="T6" fmla="*/ 0 w 8"/>
                <a:gd name="T7" fmla="*/ 3 h 5"/>
                <a:gd name="T8" fmla="*/ 5 w 8"/>
                <a:gd name="T9" fmla="*/ 2 h 5"/>
                <a:gd name="T10" fmla="*/ 6 w 8"/>
                <a:gd name="T11" fmla="*/ 0 h 5"/>
                <a:gd name="T12" fmla="*/ 6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6" y="0"/>
                  </a:moveTo>
                  <a:cubicBezTo>
                    <a:pt x="5" y="0"/>
                    <a:pt x="4" y="1"/>
                    <a:pt x="3" y="1"/>
                  </a:cubicBezTo>
                  <a:cubicBezTo>
                    <a:pt x="2" y="0"/>
                    <a:pt x="0" y="1"/>
                    <a:pt x="0" y="1"/>
                  </a:cubicBezTo>
                  <a:cubicBezTo>
                    <a:pt x="1" y="0"/>
                    <a:pt x="0" y="4"/>
                    <a:pt x="0" y="3"/>
                  </a:cubicBezTo>
                  <a:cubicBezTo>
                    <a:pt x="1" y="5"/>
                    <a:pt x="4" y="3"/>
                    <a:pt x="5" y="2"/>
                  </a:cubicBezTo>
                  <a:cubicBezTo>
                    <a:pt x="6" y="2"/>
                    <a:pt x="8" y="0"/>
                    <a:pt x="6" y="0"/>
                  </a:cubicBezTo>
                  <a:cubicBezTo>
                    <a:pt x="5" y="0"/>
                    <a:pt x="8" y="0"/>
                    <a:pt x="6"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69" name="Freeform 515">
              <a:extLst>
                <a:ext uri="{FF2B5EF4-FFF2-40B4-BE49-F238E27FC236}">
                  <a16:creationId xmlns:a16="http://schemas.microsoft.com/office/drawing/2014/main" id="{2429B119-A9D3-5FF1-317D-832AC5280A80}"/>
                </a:ext>
              </a:extLst>
            </p:cNvPr>
            <p:cNvSpPr>
              <a:spLocks/>
            </p:cNvSpPr>
            <p:nvPr/>
          </p:nvSpPr>
          <p:spPr bwMode="auto">
            <a:xfrm>
              <a:off x="8203376" y="11766272"/>
              <a:ext cx="76432" cy="47785"/>
            </a:xfrm>
            <a:custGeom>
              <a:avLst/>
              <a:gdLst>
                <a:gd name="T0" fmla="*/ 7 w 8"/>
                <a:gd name="T1" fmla="*/ 4 h 5"/>
                <a:gd name="T2" fmla="*/ 1 w 8"/>
                <a:gd name="T3" fmla="*/ 1 h 5"/>
                <a:gd name="T4" fmla="*/ 7 w 8"/>
                <a:gd name="T5" fmla="*/ 4 h 5"/>
              </a:gdLst>
              <a:ahLst/>
              <a:cxnLst>
                <a:cxn ang="0">
                  <a:pos x="T0" y="T1"/>
                </a:cxn>
                <a:cxn ang="0">
                  <a:pos x="T2" y="T3"/>
                </a:cxn>
                <a:cxn ang="0">
                  <a:pos x="T4" y="T5"/>
                </a:cxn>
              </a:cxnLst>
              <a:rect l="0" t="0" r="r" b="b"/>
              <a:pathLst>
                <a:path w="8" h="5">
                  <a:moveTo>
                    <a:pt x="7" y="4"/>
                  </a:moveTo>
                  <a:cubicBezTo>
                    <a:pt x="6" y="3"/>
                    <a:pt x="0" y="0"/>
                    <a:pt x="1" y="1"/>
                  </a:cubicBezTo>
                  <a:cubicBezTo>
                    <a:pt x="2" y="2"/>
                    <a:pt x="8" y="5"/>
                    <a:pt x="7"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70" name="Freeform 516">
              <a:extLst>
                <a:ext uri="{FF2B5EF4-FFF2-40B4-BE49-F238E27FC236}">
                  <a16:creationId xmlns:a16="http://schemas.microsoft.com/office/drawing/2014/main" id="{39CB8F9B-2A2F-15D8-EF39-A1293BD323D8}"/>
                </a:ext>
              </a:extLst>
            </p:cNvPr>
            <p:cNvSpPr>
              <a:spLocks/>
            </p:cNvSpPr>
            <p:nvPr/>
          </p:nvSpPr>
          <p:spPr bwMode="auto">
            <a:xfrm>
              <a:off x="8184267" y="11702559"/>
              <a:ext cx="28662" cy="28669"/>
            </a:xfrm>
            <a:custGeom>
              <a:avLst/>
              <a:gdLst>
                <a:gd name="T0" fmla="*/ 2 w 3"/>
                <a:gd name="T1" fmla="*/ 2 h 3"/>
                <a:gd name="T2" fmla="*/ 0 w 3"/>
                <a:gd name="T3" fmla="*/ 1 h 3"/>
                <a:gd name="T4" fmla="*/ 2 w 3"/>
                <a:gd name="T5" fmla="*/ 2 h 3"/>
                <a:gd name="T6" fmla="*/ 2 w 3"/>
                <a:gd name="T7" fmla="*/ 2 h 3"/>
              </a:gdLst>
              <a:ahLst/>
              <a:cxnLst>
                <a:cxn ang="0">
                  <a:pos x="T0" y="T1"/>
                </a:cxn>
                <a:cxn ang="0">
                  <a:pos x="T2" y="T3"/>
                </a:cxn>
                <a:cxn ang="0">
                  <a:pos x="T4" y="T5"/>
                </a:cxn>
                <a:cxn ang="0">
                  <a:pos x="T6" y="T7"/>
                </a:cxn>
              </a:cxnLst>
              <a:rect l="0" t="0" r="r" b="b"/>
              <a:pathLst>
                <a:path w="3" h="3">
                  <a:moveTo>
                    <a:pt x="2" y="2"/>
                  </a:moveTo>
                  <a:cubicBezTo>
                    <a:pt x="2" y="3"/>
                    <a:pt x="1" y="2"/>
                    <a:pt x="0" y="1"/>
                  </a:cubicBezTo>
                  <a:cubicBezTo>
                    <a:pt x="0" y="0"/>
                    <a:pt x="3" y="0"/>
                    <a:pt x="2" y="2"/>
                  </a:cubicBezTo>
                  <a:cubicBezTo>
                    <a:pt x="2" y="3"/>
                    <a:pt x="2" y="1"/>
                    <a:pt x="2"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71" name="Freeform 517">
              <a:extLst>
                <a:ext uri="{FF2B5EF4-FFF2-40B4-BE49-F238E27FC236}">
                  <a16:creationId xmlns:a16="http://schemas.microsoft.com/office/drawing/2014/main" id="{F9093BB9-EA63-7E20-D551-E109D5035C3C}"/>
                </a:ext>
              </a:extLst>
            </p:cNvPr>
            <p:cNvSpPr>
              <a:spLocks/>
            </p:cNvSpPr>
            <p:nvPr/>
          </p:nvSpPr>
          <p:spPr bwMode="auto">
            <a:xfrm>
              <a:off x="8184267" y="11626107"/>
              <a:ext cx="66879" cy="66896"/>
            </a:xfrm>
            <a:custGeom>
              <a:avLst/>
              <a:gdLst>
                <a:gd name="T0" fmla="*/ 5 w 7"/>
                <a:gd name="T1" fmla="*/ 2 h 7"/>
                <a:gd name="T2" fmla="*/ 4 w 7"/>
                <a:gd name="T3" fmla="*/ 0 h 7"/>
                <a:gd name="T4" fmla="*/ 2 w 7"/>
                <a:gd name="T5" fmla="*/ 1 h 7"/>
                <a:gd name="T6" fmla="*/ 0 w 7"/>
                <a:gd name="T7" fmla="*/ 1 h 7"/>
                <a:gd name="T8" fmla="*/ 2 w 7"/>
                <a:gd name="T9" fmla="*/ 4 h 7"/>
                <a:gd name="T10" fmla="*/ 0 w 7"/>
                <a:gd name="T11" fmla="*/ 6 h 7"/>
                <a:gd name="T12" fmla="*/ 3 w 7"/>
                <a:gd name="T13" fmla="*/ 5 h 7"/>
                <a:gd name="T14" fmla="*/ 4 w 7"/>
                <a:gd name="T15" fmla="*/ 2 h 7"/>
                <a:gd name="T16" fmla="*/ 4 w 7"/>
                <a:gd name="T17" fmla="*/ 4 h 7"/>
                <a:gd name="T18" fmla="*/ 6 w 7"/>
                <a:gd name="T19" fmla="*/ 2 h 7"/>
                <a:gd name="T20" fmla="*/ 5 w 7"/>
                <a:gd name="T21" fmla="*/ 2 h 7"/>
                <a:gd name="T22" fmla="*/ 5 w 7"/>
                <a:gd name="T2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7">
                  <a:moveTo>
                    <a:pt x="5" y="2"/>
                  </a:moveTo>
                  <a:cubicBezTo>
                    <a:pt x="5" y="1"/>
                    <a:pt x="4" y="1"/>
                    <a:pt x="4" y="0"/>
                  </a:cubicBezTo>
                  <a:cubicBezTo>
                    <a:pt x="3" y="0"/>
                    <a:pt x="1" y="0"/>
                    <a:pt x="2" y="1"/>
                  </a:cubicBezTo>
                  <a:cubicBezTo>
                    <a:pt x="4" y="3"/>
                    <a:pt x="1" y="2"/>
                    <a:pt x="0" y="1"/>
                  </a:cubicBezTo>
                  <a:cubicBezTo>
                    <a:pt x="1" y="3"/>
                    <a:pt x="2" y="3"/>
                    <a:pt x="2" y="4"/>
                  </a:cubicBezTo>
                  <a:cubicBezTo>
                    <a:pt x="3" y="6"/>
                    <a:pt x="1" y="5"/>
                    <a:pt x="0" y="6"/>
                  </a:cubicBezTo>
                  <a:cubicBezTo>
                    <a:pt x="0" y="7"/>
                    <a:pt x="4" y="6"/>
                    <a:pt x="3" y="5"/>
                  </a:cubicBezTo>
                  <a:cubicBezTo>
                    <a:pt x="3" y="5"/>
                    <a:pt x="4" y="3"/>
                    <a:pt x="4" y="2"/>
                  </a:cubicBezTo>
                  <a:cubicBezTo>
                    <a:pt x="4" y="2"/>
                    <a:pt x="4" y="3"/>
                    <a:pt x="4" y="4"/>
                  </a:cubicBezTo>
                  <a:cubicBezTo>
                    <a:pt x="4" y="3"/>
                    <a:pt x="6" y="2"/>
                    <a:pt x="6" y="2"/>
                  </a:cubicBezTo>
                  <a:cubicBezTo>
                    <a:pt x="6" y="2"/>
                    <a:pt x="6" y="2"/>
                    <a:pt x="5" y="2"/>
                  </a:cubicBezTo>
                  <a:cubicBezTo>
                    <a:pt x="5" y="1"/>
                    <a:pt x="7" y="2"/>
                    <a:pt x="5"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72" name="Freeform 518">
              <a:extLst>
                <a:ext uri="{FF2B5EF4-FFF2-40B4-BE49-F238E27FC236}">
                  <a16:creationId xmlns:a16="http://schemas.microsoft.com/office/drawing/2014/main" id="{672DAA9A-3172-2753-BDD2-D5949760CFB0}"/>
                </a:ext>
              </a:extLst>
            </p:cNvPr>
            <p:cNvSpPr>
              <a:spLocks/>
            </p:cNvSpPr>
            <p:nvPr/>
          </p:nvSpPr>
          <p:spPr bwMode="auto">
            <a:xfrm>
              <a:off x="8174712" y="11505057"/>
              <a:ext cx="47770" cy="101936"/>
            </a:xfrm>
            <a:custGeom>
              <a:avLst/>
              <a:gdLst>
                <a:gd name="T0" fmla="*/ 5 w 5"/>
                <a:gd name="T1" fmla="*/ 7 h 11"/>
                <a:gd name="T2" fmla="*/ 2 w 5"/>
                <a:gd name="T3" fmla="*/ 2 h 11"/>
                <a:gd name="T4" fmla="*/ 1 w 5"/>
                <a:gd name="T5" fmla="*/ 6 h 11"/>
                <a:gd name="T6" fmla="*/ 0 w 5"/>
                <a:gd name="T7" fmla="*/ 9 h 11"/>
                <a:gd name="T8" fmla="*/ 2 w 5"/>
                <a:gd name="T9" fmla="*/ 7 h 11"/>
                <a:gd name="T10" fmla="*/ 5 w 5"/>
                <a:gd name="T11" fmla="*/ 7 h 11"/>
                <a:gd name="T12" fmla="*/ 5 w 5"/>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7"/>
                  </a:moveTo>
                  <a:cubicBezTo>
                    <a:pt x="5" y="6"/>
                    <a:pt x="4" y="0"/>
                    <a:pt x="2" y="2"/>
                  </a:cubicBezTo>
                  <a:cubicBezTo>
                    <a:pt x="2" y="3"/>
                    <a:pt x="3" y="6"/>
                    <a:pt x="1" y="6"/>
                  </a:cubicBezTo>
                  <a:cubicBezTo>
                    <a:pt x="0" y="6"/>
                    <a:pt x="0" y="7"/>
                    <a:pt x="0" y="9"/>
                  </a:cubicBezTo>
                  <a:cubicBezTo>
                    <a:pt x="1" y="9"/>
                    <a:pt x="2" y="7"/>
                    <a:pt x="2" y="7"/>
                  </a:cubicBezTo>
                  <a:cubicBezTo>
                    <a:pt x="1" y="7"/>
                    <a:pt x="5" y="11"/>
                    <a:pt x="5" y="7"/>
                  </a:cubicBezTo>
                  <a:cubicBezTo>
                    <a:pt x="5" y="6"/>
                    <a:pt x="5" y="8"/>
                    <a:pt x="5" y="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73" name="Freeform 519">
              <a:extLst>
                <a:ext uri="{FF2B5EF4-FFF2-40B4-BE49-F238E27FC236}">
                  <a16:creationId xmlns:a16="http://schemas.microsoft.com/office/drawing/2014/main" id="{8DDC6DCE-EA8A-4E5F-3BDA-1F1B91478FA0}"/>
                </a:ext>
              </a:extLst>
            </p:cNvPr>
            <p:cNvSpPr>
              <a:spLocks/>
            </p:cNvSpPr>
            <p:nvPr/>
          </p:nvSpPr>
          <p:spPr bwMode="auto">
            <a:xfrm>
              <a:off x="8165159" y="11587880"/>
              <a:ext cx="28662" cy="57338"/>
            </a:xfrm>
            <a:custGeom>
              <a:avLst/>
              <a:gdLst>
                <a:gd name="T0" fmla="*/ 3 w 3"/>
                <a:gd name="T1" fmla="*/ 2 h 6"/>
                <a:gd name="T2" fmla="*/ 1 w 3"/>
                <a:gd name="T3" fmla="*/ 6 h 6"/>
                <a:gd name="T4" fmla="*/ 3 w 3"/>
                <a:gd name="T5" fmla="*/ 2 h 6"/>
                <a:gd name="T6" fmla="*/ 3 w 3"/>
                <a:gd name="T7" fmla="*/ 2 h 6"/>
              </a:gdLst>
              <a:ahLst/>
              <a:cxnLst>
                <a:cxn ang="0">
                  <a:pos x="T0" y="T1"/>
                </a:cxn>
                <a:cxn ang="0">
                  <a:pos x="T2" y="T3"/>
                </a:cxn>
                <a:cxn ang="0">
                  <a:pos x="T4" y="T5"/>
                </a:cxn>
                <a:cxn ang="0">
                  <a:pos x="T6" y="T7"/>
                </a:cxn>
              </a:cxnLst>
              <a:rect l="0" t="0" r="r" b="b"/>
              <a:pathLst>
                <a:path w="3" h="6">
                  <a:moveTo>
                    <a:pt x="3" y="2"/>
                  </a:moveTo>
                  <a:cubicBezTo>
                    <a:pt x="2" y="0"/>
                    <a:pt x="0" y="5"/>
                    <a:pt x="1" y="6"/>
                  </a:cubicBezTo>
                  <a:cubicBezTo>
                    <a:pt x="0" y="5"/>
                    <a:pt x="3" y="3"/>
                    <a:pt x="3" y="2"/>
                  </a:cubicBezTo>
                  <a:cubicBezTo>
                    <a:pt x="2" y="1"/>
                    <a:pt x="3" y="2"/>
                    <a:pt x="3"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74" name="Freeform 520">
              <a:extLst>
                <a:ext uri="{FF2B5EF4-FFF2-40B4-BE49-F238E27FC236}">
                  <a16:creationId xmlns:a16="http://schemas.microsoft.com/office/drawing/2014/main" id="{670B4E0F-36A4-5CAA-88E0-63EC46498E51}"/>
                </a:ext>
              </a:extLst>
            </p:cNvPr>
            <p:cNvSpPr>
              <a:spLocks/>
            </p:cNvSpPr>
            <p:nvPr/>
          </p:nvSpPr>
          <p:spPr bwMode="auto">
            <a:xfrm>
              <a:off x="8165159" y="11466830"/>
              <a:ext cx="47770" cy="66896"/>
            </a:xfrm>
            <a:custGeom>
              <a:avLst/>
              <a:gdLst>
                <a:gd name="T0" fmla="*/ 4 w 5"/>
                <a:gd name="T1" fmla="*/ 2 h 7"/>
                <a:gd name="T2" fmla="*/ 3 w 5"/>
                <a:gd name="T3" fmla="*/ 0 h 7"/>
                <a:gd name="T4" fmla="*/ 2 w 5"/>
                <a:gd name="T5" fmla="*/ 3 h 7"/>
                <a:gd name="T6" fmla="*/ 1 w 5"/>
                <a:gd name="T7" fmla="*/ 2 h 7"/>
                <a:gd name="T8" fmla="*/ 0 w 5"/>
                <a:gd name="T9" fmla="*/ 5 h 7"/>
                <a:gd name="T10" fmla="*/ 2 w 5"/>
                <a:gd name="T11" fmla="*/ 7 h 7"/>
                <a:gd name="T12" fmla="*/ 5 w 5"/>
                <a:gd name="T13" fmla="*/ 5 h 7"/>
                <a:gd name="T14" fmla="*/ 4 w 5"/>
                <a:gd name="T15" fmla="*/ 2 h 7"/>
                <a:gd name="T16" fmla="*/ 4 w 5"/>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2"/>
                  </a:moveTo>
                  <a:cubicBezTo>
                    <a:pt x="3" y="3"/>
                    <a:pt x="3" y="0"/>
                    <a:pt x="3" y="0"/>
                  </a:cubicBezTo>
                  <a:cubicBezTo>
                    <a:pt x="3" y="0"/>
                    <a:pt x="3" y="3"/>
                    <a:pt x="2" y="3"/>
                  </a:cubicBezTo>
                  <a:cubicBezTo>
                    <a:pt x="2" y="3"/>
                    <a:pt x="2" y="2"/>
                    <a:pt x="1" y="2"/>
                  </a:cubicBezTo>
                  <a:cubicBezTo>
                    <a:pt x="2" y="2"/>
                    <a:pt x="0" y="5"/>
                    <a:pt x="0" y="5"/>
                  </a:cubicBezTo>
                  <a:cubicBezTo>
                    <a:pt x="0" y="4"/>
                    <a:pt x="4" y="5"/>
                    <a:pt x="2" y="7"/>
                  </a:cubicBezTo>
                  <a:cubicBezTo>
                    <a:pt x="3" y="6"/>
                    <a:pt x="5" y="6"/>
                    <a:pt x="5" y="5"/>
                  </a:cubicBezTo>
                  <a:cubicBezTo>
                    <a:pt x="5" y="4"/>
                    <a:pt x="4" y="1"/>
                    <a:pt x="4" y="2"/>
                  </a:cubicBezTo>
                  <a:cubicBezTo>
                    <a:pt x="3" y="3"/>
                    <a:pt x="4" y="1"/>
                    <a:pt x="4"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75" name="Freeform 521">
              <a:extLst>
                <a:ext uri="{FF2B5EF4-FFF2-40B4-BE49-F238E27FC236}">
                  <a16:creationId xmlns:a16="http://schemas.microsoft.com/office/drawing/2014/main" id="{A08CD3BF-6EDA-90F7-CCD7-7BBC044AE301}"/>
                </a:ext>
              </a:extLst>
            </p:cNvPr>
            <p:cNvSpPr>
              <a:spLocks/>
            </p:cNvSpPr>
            <p:nvPr/>
          </p:nvSpPr>
          <p:spPr bwMode="auto">
            <a:xfrm>
              <a:off x="8212931" y="11282067"/>
              <a:ext cx="47770" cy="44598"/>
            </a:xfrm>
            <a:custGeom>
              <a:avLst/>
              <a:gdLst>
                <a:gd name="T0" fmla="*/ 3 w 5"/>
                <a:gd name="T1" fmla="*/ 4 h 5"/>
                <a:gd name="T2" fmla="*/ 3 w 5"/>
                <a:gd name="T3" fmla="*/ 0 h 5"/>
                <a:gd name="T4" fmla="*/ 0 w 5"/>
                <a:gd name="T5" fmla="*/ 0 h 5"/>
                <a:gd name="T6" fmla="*/ 2 w 5"/>
                <a:gd name="T7" fmla="*/ 1 h 5"/>
                <a:gd name="T8" fmla="*/ 3 w 5"/>
                <a:gd name="T9" fmla="*/ 4 h 5"/>
                <a:gd name="T10" fmla="*/ 3 w 5"/>
                <a:gd name="T11" fmla="*/ 4 h 5"/>
              </a:gdLst>
              <a:ahLst/>
              <a:cxnLst>
                <a:cxn ang="0">
                  <a:pos x="T0" y="T1"/>
                </a:cxn>
                <a:cxn ang="0">
                  <a:pos x="T2" y="T3"/>
                </a:cxn>
                <a:cxn ang="0">
                  <a:pos x="T4" y="T5"/>
                </a:cxn>
                <a:cxn ang="0">
                  <a:pos x="T6" y="T7"/>
                </a:cxn>
                <a:cxn ang="0">
                  <a:pos x="T8" y="T9"/>
                </a:cxn>
                <a:cxn ang="0">
                  <a:pos x="T10" y="T11"/>
                </a:cxn>
              </a:cxnLst>
              <a:rect l="0" t="0" r="r" b="b"/>
              <a:pathLst>
                <a:path w="5" h="5">
                  <a:moveTo>
                    <a:pt x="3" y="4"/>
                  </a:moveTo>
                  <a:cubicBezTo>
                    <a:pt x="5" y="2"/>
                    <a:pt x="2" y="2"/>
                    <a:pt x="3" y="0"/>
                  </a:cubicBezTo>
                  <a:cubicBezTo>
                    <a:pt x="3" y="0"/>
                    <a:pt x="1" y="0"/>
                    <a:pt x="0" y="0"/>
                  </a:cubicBezTo>
                  <a:cubicBezTo>
                    <a:pt x="0" y="0"/>
                    <a:pt x="2" y="1"/>
                    <a:pt x="2" y="1"/>
                  </a:cubicBezTo>
                  <a:cubicBezTo>
                    <a:pt x="2" y="2"/>
                    <a:pt x="3" y="4"/>
                    <a:pt x="3" y="4"/>
                  </a:cubicBezTo>
                  <a:cubicBezTo>
                    <a:pt x="4" y="3"/>
                    <a:pt x="2" y="5"/>
                    <a:pt x="3"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76" name="Freeform 522">
              <a:extLst>
                <a:ext uri="{FF2B5EF4-FFF2-40B4-BE49-F238E27FC236}">
                  <a16:creationId xmlns:a16="http://schemas.microsoft.com/office/drawing/2014/main" id="{32FB4FB7-0E3F-6491-1B38-193BDAD4702C}"/>
                </a:ext>
              </a:extLst>
            </p:cNvPr>
            <p:cNvSpPr>
              <a:spLocks/>
            </p:cNvSpPr>
            <p:nvPr/>
          </p:nvSpPr>
          <p:spPr bwMode="auto">
            <a:xfrm>
              <a:off x="8222485" y="11113235"/>
              <a:ext cx="57323" cy="101936"/>
            </a:xfrm>
            <a:custGeom>
              <a:avLst/>
              <a:gdLst>
                <a:gd name="T0" fmla="*/ 3 w 6"/>
                <a:gd name="T1" fmla="*/ 10 h 11"/>
                <a:gd name="T2" fmla="*/ 0 w 6"/>
                <a:gd name="T3" fmla="*/ 9 h 11"/>
                <a:gd name="T4" fmla="*/ 1 w 6"/>
                <a:gd name="T5" fmla="*/ 2 h 11"/>
                <a:gd name="T6" fmla="*/ 4 w 6"/>
                <a:gd name="T7" fmla="*/ 3 h 11"/>
                <a:gd name="T8" fmla="*/ 3 w 6"/>
                <a:gd name="T9" fmla="*/ 10 h 11"/>
                <a:gd name="T10" fmla="*/ 3 w 6"/>
                <a:gd name="T11" fmla="*/ 10 h 11"/>
              </a:gdLst>
              <a:ahLst/>
              <a:cxnLst>
                <a:cxn ang="0">
                  <a:pos x="T0" y="T1"/>
                </a:cxn>
                <a:cxn ang="0">
                  <a:pos x="T2" y="T3"/>
                </a:cxn>
                <a:cxn ang="0">
                  <a:pos x="T4" y="T5"/>
                </a:cxn>
                <a:cxn ang="0">
                  <a:pos x="T6" y="T7"/>
                </a:cxn>
                <a:cxn ang="0">
                  <a:pos x="T8" y="T9"/>
                </a:cxn>
                <a:cxn ang="0">
                  <a:pos x="T10" y="T11"/>
                </a:cxn>
              </a:cxnLst>
              <a:rect l="0" t="0" r="r" b="b"/>
              <a:pathLst>
                <a:path w="6" h="11">
                  <a:moveTo>
                    <a:pt x="3" y="10"/>
                  </a:moveTo>
                  <a:cubicBezTo>
                    <a:pt x="1" y="11"/>
                    <a:pt x="0" y="11"/>
                    <a:pt x="0" y="9"/>
                  </a:cubicBezTo>
                  <a:cubicBezTo>
                    <a:pt x="1" y="7"/>
                    <a:pt x="1" y="4"/>
                    <a:pt x="1" y="2"/>
                  </a:cubicBezTo>
                  <a:cubicBezTo>
                    <a:pt x="1" y="0"/>
                    <a:pt x="5" y="0"/>
                    <a:pt x="4" y="3"/>
                  </a:cubicBezTo>
                  <a:cubicBezTo>
                    <a:pt x="4" y="5"/>
                    <a:pt x="6" y="8"/>
                    <a:pt x="3" y="10"/>
                  </a:cubicBezTo>
                  <a:cubicBezTo>
                    <a:pt x="2" y="10"/>
                    <a:pt x="4" y="9"/>
                    <a:pt x="3"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77" name="Freeform 523">
              <a:extLst>
                <a:ext uri="{FF2B5EF4-FFF2-40B4-BE49-F238E27FC236}">
                  <a16:creationId xmlns:a16="http://schemas.microsoft.com/office/drawing/2014/main" id="{2195F83B-1AE4-ED9C-F93C-7B9131D17389}"/>
                </a:ext>
              </a:extLst>
            </p:cNvPr>
            <p:cNvSpPr>
              <a:spLocks/>
            </p:cNvSpPr>
            <p:nvPr/>
          </p:nvSpPr>
          <p:spPr bwMode="auto">
            <a:xfrm>
              <a:off x="8410382" y="8462859"/>
              <a:ext cx="44586" cy="38227"/>
            </a:xfrm>
            <a:custGeom>
              <a:avLst/>
              <a:gdLst>
                <a:gd name="T0" fmla="*/ 3 w 5"/>
                <a:gd name="T1" fmla="*/ 3 h 4"/>
                <a:gd name="T2" fmla="*/ 1 w 5"/>
                <a:gd name="T3" fmla="*/ 1 h 4"/>
                <a:gd name="T4" fmla="*/ 3 w 5"/>
                <a:gd name="T5" fmla="*/ 3 h 4"/>
                <a:gd name="T6" fmla="*/ 3 w 5"/>
                <a:gd name="T7" fmla="*/ 3 h 4"/>
              </a:gdLst>
              <a:ahLst/>
              <a:cxnLst>
                <a:cxn ang="0">
                  <a:pos x="T0" y="T1"/>
                </a:cxn>
                <a:cxn ang="0">
                  <a:pos x="T2" y="T3"/>
                </a:cxn>
                <a:cxn ang="0">
                  <a:pos x="T4" y="T5"/>
                </a:cxn>
                <a:cxn ang="0">
                  <a:pos x="T6" y="T7"/>
                </a:cxn>
              </a:cxnLst>
              <a:rect l="0" t="0" r="r" b="b"/>
              <a:pathLst>
                <a:path w="5" h="4">
                  <a:moveTo>
                    <a:pt x="3" y="3"/>
                  </a:moveTo>
                  <a:cubicBezTo>
                    <a:pt x="2" y="4"/>
                    <a:pt x="0" y="3"/>
                    <a:pt x="1" y="1"/>
                  </a:cubicBezTo>
                  <a:cubicBezTo>
                    <a:pt x="1" y="0"/>
                    <a:pt x="5" y="2"/>
                    <a:pt x="3" y="3"/>
                  </a:cubicBezTo>
                  <a:cubicBezTo>
                    <a:pt x="2" y="4"/>
                    <a:pt x="5" y="2"/>
                    <a:pt x="3"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78" name="Freeform 524">
              <a:extLst>
                <a:ext uri="{FF2B5EF4-FFF2-40B4-BE49-F238E27FC236}">
                  <a16:creationId xmlns:a16="http://schemas.microsoft.com/office/drawing/2014/main" id="{C2F8F59D-7777-27C8-E5F3-237779E9A71E}"/>
                </a:ext>
              </a:extLst>
            </p:cNvPr>
            <p:cNvSpPr>
              <a:spLocks/>
            </p:cNvSpPr>
            <p:nvPr/>
          </p:nvSpPr>
          <p:spPr bwMode="auto">
            <a:xfrm>
              <a:off x="8811656" y="8520200"/>
              <a:ext cx="54139" cy="73269"/>
            </a:xfrm>
            <a:custGeom>
              <a:avLst/>
              <a:gdLst>
                <a:gd name="T0" fmla="*/ 1 w 6"/>
                <a:gd name="T1" fmla="*/ 5 h 8"/>
                <a:gd name="T2" fmla="*/ 2 w 6"/>
                <a:gd name="T3" fmla="*/ 4 h 8"/>
                <a:gd name="T4" fmla="*/ 4 w 6"/>
                <a:gd name="T5" fmla="*/ 2 h 8"/>
                <a:gd name="T6" fmla="*/ 1 w 6"/>
                <a:gd name="T7" fmla="*/ 5 h 8"/>
                <a:gd name="T8" fmla="*/ 1 w 6"/>
                <a:gd name="T9" fmla="*/ 5 h 8"/>
              </a:gdLst>
              <a:ahLst/>
              <a:cxnLst>
                <a:cxn ang="0">
                  <a:pos x="T0" y="T1"/>
                </a:cxn>
                <a:cxn ang="0">
                  <a:pos x="T2" y="T3"/>
                </a:cxn>
                <a:cxn ang="0">
                  <a:pos x="T4" y="T5"/>
                </a:cxn>
                <a:cxn ang="0">
                  <a:pos x="T6" y="T7"/>
                </a:cxn>
                <a:cxn ang="0">
                  <a:pos x="T8" y="T9"/>
                </a:cxn>
              </a:cxnLst>
              <a:rect l="0" t="0" r="r" b="b"/>
              <a:pathLst>
                <a:path w="6" h="8">
                  <a:moveTo>
                    <a:pt x="1" y="5"/>
                  </a:moveTo>
                  <a:cubicBezTo>
                    <a:pt x="0" y="4"/>
                    <a:pt x="2" y="4"/>
                    <a:pt x="2" y="4"/>
                  </a:cubicBezTo>
                  <a:cubicBezTo>
                    <a:pt x="3" y="4"/>
                    <a:pt x="3" y="0"/>
                    <a:pt x="4" y="2"/>
                  </a:cubicBezTo>
                  <a:cubicBezTo>
                    <a:pt x="6" y="4"/>
                    <a:pt x="2" y="8"/>
                    <a:pt x="1" y="5"/>
                  </a:cubicBezTo>
                  <a:cubicBezTo>
                    <a:pt x="0" y="4"/>
                    <a:pt x="1" y="6"/>
                    <a:pt x="1"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79" name="Freeform 525">
              <a:extLst>
                <a:ext uri="{FF2B5EF4-FFF2-40B4-BE49-F238E27FC236}">
                  <a16:creationId xmlns:a16="http://schemas.microsoft.com/office/drawing/2014/main" id="{52B0D1B5-2FC3-9623-E589-84E4FBCDC121}"/>
                </a:ext>
              </a:extLst>
            </p:cNvPr>
            <p:cNvSpPr>
              <a:spLocks/>
            </p:cNvSpPr>
            <p:nvPr/>
          </p:nvSpPr>
          <p:spPr bwMode="auto">
            <a:xfrm>
              <a:off x="9324397" y="9026702"/>
              <a:ext cx="130574" cy="121050"/>
            </a:xfrm>
            <a:custGeom>
              <a:avLst/>
              <a:gdLst>
                <a:gd name="T0" fmla="*/ 12 w 14"/>
                <a:gd name="T1" fmla="*/ 4 h 13"/>
                <a:gd name="T2" fmla="*/ 10 w 14"/>
                <a:gd name="T3" fmla="*/ 3 h 13"/>
                <a:gd name="T4" fmla="*/ 6 w 14"/>
                <a:gd name="T5" fmla="*/ 1 h 13"/>
                <a:gd name="T6" fmla="*/ 2 w 14"/>
                <a:gd name="T7" fmla="*/ 1 h 13"/>
                <a:gd name="T8" fmla="*/ 1 w 14"/>
                <a:gd name="T9" fmla="*/ 2 h 13"/>
                <a:gd name="T10" fmla="*/ 2 w 14"/>
                <a:gd name="T11" fmla="*/ 4 h 13"/>
                <a:gd name="T12" fmla="*/ 1 w 14"/>
                <a:gd name="T13" fmla="*/ 7 h 13"/>
                <a:gd name="T14" fmla="*/ 2 w 14"/>
                <a:gd name="T15" fmla="*/ 10 h 13"/>
                <a:gd name="T16" fmla="*/ 4 w 14"/>
                <a:gd name="T17" fmla="*/ 10 h 13"/>
                <a:gd name="T18" fmla="*/ 7 w 14"/>
                <a:gd name="T19" fmla="*/ 12 h 13"/>
                <a:gd name="T20" fmla="*/ 10 w 14"/>
                <a:gd name="T21" fmla="*/ 10 h 13"/>
                <a:gd name="T22" fmla="*/ 12 w 14"/>
                <a:gd name="T23" fmla="*/ 4 h 13"/>
                <a:gd name="T24" fmla="*/ 12 w 14"/>
                <a:gd name="T2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3">
                  <a:moveTo>
                    <a:pt x="12" y="4"/>
                  </a:moveTo>
                  <a:cubicBezTo>
                    <a:pt x="12" y="3"/>
                    <a:pt x="11" y="3"/>
                    <a:pt x="10" y="3"/>
                  </a:cubicBezTo>
                  <a:cubicBezTo>
                    <a:pt x="8" y="2"/>
                    <a:pt x="8" y="1"/>
                    <a:pt x="6" y="1"/>
                  </a:cubicBezTo>
                  <a:cubicBezTo>
                    <a:pt x="5" y="0"/>
                    <a:pt x="3" y="0"/>
                    <a:pt x="2" y="1"/>
                  </a:cubicBezTo>
                  <a:cubicBezTo>
                    <a:pt x="2" y="1"/>
                    <a:pt x="2" y="2"/>
                    <a:pt x="1" y="2"/>
                  </a:cubicBezTo>
                  <a:cubicBezTo>
                    <a:pt x="0" y="4"/>
                    <a:pt x="1" y="3"/>
                    <a:pt x="2" y="4"/>
                  </a:cubicBezTo>
                  <a:cubicBezTo>
                    <a:pt x="2" y="4"/>
                    <a:pt x="1" y="7"/>
                    <a:pt x="1" y="7"/>
                  </a:cubicBezTo>
                  <a:cubicBezTo>
                    <a:pt x="1" y="9"/>
                    <a:pt x="1" y="9"/>
                    <a:pt x="2" y="10"/>
                  </a:cubicBezTo>
                  <a:cubicBezTo>
                    <a:pt x="3" y="11"/>
                    <a:pt x="3" y="10"/>
                    <a:pt x="4" y="10"/>
                  </a:cubicBezTo>
                  <a:cubicBezTo>
                    <a:pt x="6" y="10"/>
                    <a:pt x="5" y="12"/>
                    <a:pt x="7" y="12"/>
                  </a:cubicBezTo>
                  <a:cubicBezTo>
                    <a:pt x="9" y="13"/>
                    <a:pt x="8" y="11"/>
                    <a:pt x="10" y="10"/>
                  </a:cubicBezTo>
                  <a:cubicBezTo>
                    <a:pt x="12" y="8"/>
                    <a:pt x="14" y="7"/>
                    <a:pt x="12" y="4"/>
                  </a:cubicBezTo>
                  <a:cubicBezTo>
                    <a:pt x="12" y="2"/>
                    <a:pt x="14" y="8"/>
                    <a:pt x="12"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80" name="Freeform 526">
              <a:extLst>
                <a:ext uri="{FF2B5EF4-FFF2-40B4-BE49-F238E27FC236}">
                  <a16:creationId xmlns:a16="http://schemas.microsoft.com/office/drawing/2014/main" id="{E065C84B-02B5-8D84-761C-CF03143157DA}"/>
                </a:ext>
              </a:extLst>
            </p:cNvPr>
            <p:cNvSpPr>
              <a:spLocks/>
            </p:cNvSpPr>
            <p:nvPr/>
          </p:nvSpPr>
          <p:spPr bwMode="auto">
            <a:xfrm>
              <a:off x="8560064" y="8163419"/>
              <a:ext cx="92356" cy="38227"/>
            </a:xfrm>
            <a:custGeom>
              <a:avLst/>
              <a:gdLst>
                <a:gd name="T0" fmla="*/ 9 w 10"/>
                <a:gd name="T1" fmla="*/ 2 h 4"/>
                <a:gd name="T2" fmla="*/ 4 w 10"/>
                <a:gd name="T3" fmla="*/ 0 h 4"/>
                <a:gd name="T4" fmla="*/ 1 w 10"/>
                <a:gd name="T5" fmla="*/ 3 h 4"/>
                <a:gd name="T6" fmla="*/ 9 w 10"/>
                <a:gd name="T7" fmla="*/ 2 h 4"/>
                <a:gd name="T8" fmla="*/ 9 w 10"/>
                <a:gd name="T9" fmla="*/ 2 h 4"/>
              </a:gdLst>
              <a:ahLst/>
              <a:cxnLst>
                <a:cxn ang="0">
                  <a:pos x="T0" y="T1"/>
                </a:cxn>
                <a:cxn ang="0">
                  <a:pos x="T2" y="T3"/>
                </a:cxn>
                <a:cxn ang="0">
                  <a:pos x="T4" y="T5"/>
                </a:cxn>
                <a:cxn ang="0">
                  <a:pos x="T6" y="T7"/>
                </a:cxn>
                <a:cxn ang="0">
                  <a:pos x="T8" y="T9"/>
                </a:cxn>
              </a:cxnLst>
              <a:rect l="0" t="0" r="r" b="b"/>
              <a:pathLst>
                <a:path w="10" h="4">
                  <a:moveTo>
                    <a:pt x="9" y="2"/>
                  </a:moveTo>
                  <a:cubicBezTo>
                    <a:pt x="7" y="1"/>
                    <a:pt x="6" y="0"/>
                    <a:pt x="4" y="0"/>
                  </a:cubicBezTo>
                  <a:cubicBezTo>
                    <a:pt x="3" y="0"/>
                    <a:pt x="0" y="1"/>
                    <a:pt x="1" y="3"/>
                  </a:cubicBezTo>
                  <a:cubicBezTo>
                    <a:pt x="2" y="4"/>
                    <a:pt x="9" y="2"/>
                    <a:pt x="9" y="2"/>
                  </a:cubicBezTo>
                  <a:cubicBezTo>
                    <a:pt x="6" y="1"/>
                    <a:pt x="10" y="3"/>
                    <a:pt x="9"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81" name="Freeform 527">
              <a:extLst>
                <a:ext uri="{FF2B5EF4-FFF2-40B4-BE49-F238E27FC236}">
                  <a16:creationId xmlns:a16="http://schemas.microsoft.com/office/drawing/2014/main" id="{921851A6-71C0-3211-4492-E66E04D23930}"/>
                </a:ext>
              </a:extLst>
            </p:cNvPr>
            <p:cNvSpPr>
              <a:spLocks/>
            </p:cNvSpPr>
            <p:nvPr/>
          </p:nvSpPr>
          <p:spPr bwMode="auto">
            <a:xfrm>
              <a:off x="8034585" y="8153861"/>
              <a:ext cx="105096" cy="47785"/>
            </a:xfrm>
            <a:custGeom>
              <a:avLst/>
              <a:gdLst>
                <a:gd name="T0" fmla="*/ 10 w 11"/>
                <a:gd name="T1" fmla="*/ 4 h 5"/>
                <a:gd name="T2" fmla="*/ 0 w 11"/>
                <a:gd name="T3" fmla="*/ 2 h 5"/>
                <a:gd name="T4" fmla="*/ 5 w 11"/>
                <a:gd name="T5" fmla="*/ 5 h 5"/>
                <a:gd name="T6" fmla="*/ 10 w 11"/>
                <a:gd name="T7" fmla="*/ 4 h 5"/>
                <a:gd name="T8" fmla="*/ 10 w 11"/>
                <a:gd name="T9" fmla="*/ 4 h 5"/>
              </a:gdLst>
              <a:ahLst/>
              <a:cxnLst>
                <a:cxn ang="0">
                  <a:pos x="T0" y="T1"/>
                </a:cxn>
                <a:cxn ang="0">
                  <a:pos x="T2" y="T3"/>
                </a:cxn>
                <a:cxn ang="0">
                  <a:pos x="T4" y="T5"/>
                </a:cxn>
                <a:cxn ang="0">
                  <a:pos x="T6" y="T7"/>
                </a:cxn>
                <a:cxn ang="0">
                  <a:pos x="T8" y="T9"/>
                </a:cxn>
              </a:cxnLst>
              <a:rect l="0" t="0" r="r" b="b"/>
              <a:pathLst>
                <a:path w="11" h="5">
                  <a:moveTo>
                    <a:pt x="10" y="4"/>
                  </a:moveTo>
                  <a:cubicBezTo>
                    <a:pt x="10" y="1"/>
                    <a:pt x="2" y="0"/>
                    <a:pt x="0" y="2"/>
                  </a:cubicBezTo>
                  <a:cubicBezTo>
                    <a:pt x="0" y="2"/>
                    <a:pt x="4" y="5"/>
                    <a:pt x="5" y="5"/>
                  </a:cubicBezTo>
                  <a:cubicBezTo>
                    <a:pt x="6" y="5"/>
                    <a:pt x="11" y="4"/>
                    <a:pt x="10" y="4"/>
                  </a:cubicBezTo>
                  <a:cubicBezTo>
                    <a:pt x="10" y="3"/>
                    <a:pt x="11" y="5"/>
                    <a:pt x="10"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82" name="Freeform 528">
              <a:extLst>
                <a:ext uri="{FF2B5EF4-FFF2-40B4-BE49-F238E27FC236}">
                  <a16:creationId xmlns:a16="http://schemas.microsoft.com/office/drawing/2014/main" id="{399D5FF9-C2BB-403D-3DD2-D60A986CE050}"/>
                </a:ext>
              </a:extLst>
            </p:cNvPr>
            <p:cNvSpPr>
              <a:spLocks/>
            </p:cNvSpPr>
            <p:nvPr/>
          </p:nvSpPr>
          <p:spPr bwMode="auto">
            <a:xfrm>
              <a:off x="7747963" y="7940431"/>
              <a:ext cx="484077" cy="168835"/>
            </a:xfrm>
            <a:custGeom>
              <a:avLst/>
              <a:gdLst>
                <a:gd name="T0" fmla="*/ 52 w 52"/>
                <a:gd name="T1" fmla="*/ 16 h 18"/>
                <a:gd name="T2" fmla="*/ 41 w 52"/>
                <a:gd name="T3" fmla="*/ 17 h 18"/>
                <a:gd name="T4" fmla="*/ 35 w 52"/>
                <a:gd name="T5" fmla="*/ 17 h 18"/>
                <a:gd name="T6" fmla="*/ 37 w 52"/>
                <a:gd name="T7" fmla="*/ 14 h 18"/>
                <a:gd name="T8" fmla="*/ 32 w 52"/>
                <a:gd name="T9" fmla="*/ 11 h 18"/>
                <a:gd name="T10" fmla="*/ 28 w 52"/>
                <a:gd name="T11" fmla="*/ 8 h 18"/>
                <a:gd name="T12" fmla="*/ 20 w 52"/>
                <a:gd name="T13" fmla="*/ 5 h 18"/>
                <a:gd name="T14" fmla="*/ 14 w 52"/>
                <a:gd name="T15" fmla="*/ 5 h 18"/>
                <a:gd name="T16" fmla="*/ 16 w 52"/>
                <a:gd name="T17" fmla="*/ 3 h 18"/>
                <a:gd name="T18" fmla="*/ 8 w 52"/>
                <a:gd name="T19" fmla="*/ 3 h 18"/>
                <a:gd name="T20" fmla="*/ 0 w 52"/>
                <a:gd name="T21" fmla="*/ 6 h 18"/>
                <a:gd name="T22" fmla="*/ 6 w 52"/>
                <a:gd name="T23" fmla="*/ 2 h 18"/>
                <a:gd name="T24" fmla="*/ 16 w 52"/>
                <a:gd name="T25" fmla="*/ 0 h 18"/>
                <a:gd name="T26" fmla="*/ 24 w 52"/>
                <a:gd name="T27" fmla="*/ 1 h 18"/>
                <a:gd name="T28" fmla="*/ 31 w 52"/>
                <a:gd name="T29" fmla="*/ 4 h 18"/>
                <a:gd name="T30" fmla="*/ 32 w 52"/>
                <a:gd name="T31" fmla="*/ 4 h 18"/>
                <a:gd name="T32" fmla="*/ 34 w 52"/>
                <a:gd name="T33" fmla="*/ 5 h 18"/>
                <a:gd name="T34" fmla="*/ 38 w 52"/>
                <a:gd name="T35" fmla="*/ 8 h 18"/>
                <a:gd name="T36" fmla="*/ 45 w 52"/>
                <a:gd name="T37" fmla="*/ 11 h 18"/>
                <a:gd name="T38" fmla="*/ 52 w 52"/>
                <a:gd name="T39"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 h="18">
                  <a:moveTo>
                    <a:pt x="52" y="16"/>
                  </a:moveTo>
                  <a:cubicBezTo>
                    <a:pt x="52" y="17"/>
                    <a:pt x="42" y="17"/>
                    <a:pt x="41" y="17"/>
                  </a:cubicBezTo>
                  <a:cubicBezTo>
                    <a:pt x="39" y="17"/>
                    <a:pt x="37" y="18"/>
                    <a:pt x="35" y="17"/>
                  </a:cubicBezTo>
                  <a:cubicBezTo>
                    <a:pt x="34" y="16"/>
                    <a:pt x="41" y="15"/>
                    <a:pt x="37" y="14"/>
                  </a:cubicBezTo>
                  <a:cubicBezTo>
                    <a:pt x="35" y="13"/>
                    <a:pt x="33" y="13"/>
                    <a:pt x="32" y="11"/>
                  </a:cubicBezTo>
                  <a:cubicBezTo>
                    <a:pt x="30" y="9"/>
                    <a:pt x="31" y="8"/>
                    <a:pt x="28" y="8"/>
                  </a:cubicBezTo>
                  <a:cubicBezTo>
                    <a:pt x="24" y="9"/>
                    <a:pt x="23" y="6"/>
                    <a:pt x="20" y="5"/>
                  </a:cubicBezTo>
                  <a:cubicBezTo>
                    <a:pt x="19" y="5"/>
                    <a:pt x="15" y="6"/>
                    <a:pt x="14" y="5"/>
                  </a:cubicBezTo>
                  <a:cubicBezTo>
                    <a:pt x="14" y="4"/>
                    <a:pt x="16" y="4"/>
                    <a:pt x="16" y="3"/>
                  </a:cubicBezTo>
                  <a:cubicBezTo>
                    <a:pt x="16" y="2"/>
                    <a:pt x="9" y="3"/>
                    <a:pt x="8" y="3"/>
                  </a:cubicBezTo>
                  <a:cubicBezTo>
                    <a:pt x="8" y="4"/>
                    <a:pt x="0" y="7"/>
                    <a:pt x="0" y="6"/>
                  </a:cubicBezTo>
                  <a:cubicBezTo>
                    <a:pt x="0" y="4"/>
                    <a:pt x="4" y="2"/>
                    <a:pt x="6" y="2"/>
                  </a:cubicBezTo>
                  <a:cubicBezTo>
                    <a:pt x="9" y="0"/>
                    <a:pt x="12" y="0"/>
                    <a:pt x="16" y="0"/>
                  </a:cubicBezTo>
                  <a:cubicBezTo>
                    <a:pt x="18" y="0"/>
                    <a:pt x="22" y="0"/>
                    <a:pt x="24" y="1"/>
                  </a:cubicBezTo>
                  <a:cubicBezTo>
                    <a:pt x="26" y="2"/>
                    <a:pt x="28" y="4"/>
                    <a:pt x="31" y="4"/>
                  </a:cubicBezTo>
                  <a:cubicBezTo>
                    <a:pt x="31" y="4"/>
                    <a:pt x="31" y="3"/>
                    <a:pt x="32" y="4"/>
                  </a:cubicBezTo>
                  <a:cubicBezTo>
                    <a:pt x="33" y="5"/>
                    <a:pt x="33" y="5"/>
                    <a:pt x="34" y="5"/>
                  </a:cubicBezTo>
                  <a:cubicBezTo>
                    <a:pt x="35" y="6"/>
                    <a:pt x="37" y="7"/>
                    <a:pt x="38" y="8"/>
                  </a:cubicBezTo>
                  <a:cubicBezTo>
                    <a:pt x="40" y="9"/>
                    <a:pt x="44" y="9"/>
                    <a:pt x="45" y="11"/>
                  </a:cubicBezTo>
                  <a:cubicBezTo>
                    <a:pt x="47" y="13"/>
                    <a:pt x="52" y="13"/>
                    <a:pt x="52" y="1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83" name="Freeform 529">
              <a:extLst>
                <a:ext uri="{FF2B5EF4-FFF2-40B4-BE49-F238E27FC236}">
                  <a16:creationId xmlns:a16="http://schemas.microsoft.com/office/drawing/2014/main" id="{4693134B-DE2B-C538-DB80-E4B7D6549B36}"/>
                </a:ext>
              </a:extLst>
            </p:cNvPr>
            <p:cNvSpPr>
              <a:spLocks/>
            </p:cNvSpPr>
            <p:nvPr/>
          </p:nvSpPr>
          <p:spPr bwMode="auto">
            <a:xfrm>
              <a:off x="8034585" y="7838493"/>
              <a:ext cx="38217" cy="35042"/>
            </a:xfrm>
            <a:custGeom>
              <a:avLst/>
              <a:gdLst>
                <a:gd name="T0" fmla="*/ 2 w 4"/>
                <a:gd name="T1" fmla="*/ 4 h 4"/>
                <a:gd name="T2" fmla="*/ 1 w 4"/>
                <a:gd name="T3" fmla="*/ 0 h 4"/>
                <a:gd name="T4" fmla="*/ 2 w 4"/>
                <a:gd name="T5" fmla="*/ 4 h 4"/>
                <a:gd name="T6" fmla="*/ 2 w 4"/>
                <a:gd name="T7" fmla="*/ 4 h 4"/>
              </a:gdLst>
              <a:ahLst/>
              <a:cxnLst>
                <a:cxn ang="0">
                  <a:pos x="T0" y="T1"/>
                </a:cxn>
                <a:cxn ang="0">
                  <a:pos x="T2" y="T3"/>
                </a:cxn>
                <a:cxn ang="0">
                  <a:pos x="T4" y="T5"/>
                </a:cxn>
                <a:cxn ang="0">
                  <a:pos x="T6" y="T7"/>
                </a:cxn>
              </a:cxnLst>
              <a:rect l="0" t="0" r="r" b="b"/>
              <a:pathLst>
                <a:path w="4" h="4">
                  <a:moveTo>
                    <a:pt x="2" y="4"/>
                  </a:moveTo>
                  <a:cubicBezTo>
                    <a:pt x="0" y="4"/>
                    <a:pt x="1" y="1"/>
                    <a:pt x="1" y="0"/>
                  </a:cubicBezTo>
                  <a:cubicBezTo>
                    <a:pt x="2" y="0"/>
                    <a:pt x="4" y="4"/>
                    <a:pt x="2" y="4"/>
                  </a:cubicBezTo>
                  <a:cubicBezTo>
                    <a:pt x="1" y="4"/>
                    <a:pt x="4" y="4"/>
                    <a:pt x="2"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84" name="Freeform 530">
              <a:extLst>
                <a:ext uri="{FF2B5EF4-FFF2-40B4-BE49-F238E27FC236}">
                  <a16:creationId xmlns:a16="http://schemas.microsoft.com/office/drawing/2014/main" id="{DEC728EC-BA32-6170-4505-F77FCEBFF932}"/>
                </a:ext>
              </a:extLst>
            </p:cNvPr>
            <p:cNvSpPr>
              <a:spLocks/>
            </p:cNvSpPr>
            <p:nvPr/>
          </p:nvSpPr>
          <p:spPr bwMode="auto">
            <a:xfrm>
              <a:off x="8270255" y="8032812"/>
              <a:ext cx="19109" cy="1911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2" y="0"/>
                    <a:pt x="0" y="0"/>
                    <a:pt x="0" y="1"/>
                  </a:cubicBezTo>
                  <a:cubicBezTo>
                    <a:pt x="0" y="1"/>
                    <a:pt x="2" y="2"/>
                    <a:pt x="2"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85" name="Freeform 531">
              <a:extLst>
                <a:ext uri="{FF2B5EF4-FFF2-40B4-BE49-F238E27FC236}">
                  <a16:creationId xmlns:a16="http://schemas.microsoft.com/office/drawing/2014/main" id="{1EB94F5F-12EA-8D50-0216-85497E7B143A}"/>
                </a:ext>
              </a:extLst>
            </p:cNvPr>
            <p:cNvSpPr>
              <a:spLocks/>
            </p:cNvSpPr>
            <p:nvPr/>
          </p:nvSpPr>
          <p:spPr bwMode="auto">
            <a:xfrm>
              <a:off x="8830764" y="6656657"/>
              <a:ext cx="54139" cy="95566"/>
            </a:xfrm>
            <a:custGeom>
              <a:avLst/>
              <a:gdLst>
                <a:gd name="T0" fmla="*/ 3 w 6"/>
                <a:gd name="T1" fmla="*/ 8 h 10"/>
                <a:gd name="T2" fmla="*/ 0 w 6"/>
                <a:gd name="T3" fmla="*/ 7 h 10"/>
                <a:gd name="T4" fmla="*/ 4 w 6"/>
                <a:gd name="T5" fmla="*/ 2 h 10"/>
                <a:gd name="T6" fmla="*/ 6 w 6"/>
                <a:gd name="T7" fmla="*/ 4 h 10"/>
                <a:gd name="T8" fmla="*/ 3 w 6"/>
                <a:gd name="T9" fmla="*/ 8 h 10"/>
                <a:gd name="T10" fmla="*/ 3 w 6"/>
                <a:gd name="T11" fmla="*/ 8 h 10"/>
              </a:gdLst>
              <a:ahLst/>
              <a:cxnLst>
                <a:cxn ang="0">
                  <a:pos x="T0" y="T1"/>
                </a:cxn>
                <a:cxn ang="0">
                  <a:pos x="T2" y="T3"/>
                </a:cxn>
                <a:cxn ang="0">
                  <a:pos x="T4" y="T5"/>
                </a:cxn>
                <a:cxn ang="0">
                  <a:pos x="T6" y="T7"/>
                </a:cxn>
                <a:cxn ang="0">
                  <a:pos x="T8" y="T9"/>
                </a:cxn>
                <a:cxn ang="0">
                  <a:pos x="T10" y="T11"/>
                </a:cxn>
              </a:cxnLst>
              <a:rect l="0" t="0" r="r" b="b"/>
              <a:pathLst>
                <a:path w="6" h="10">
                  <a:moveTo>
                    <a:pt x="3" y="8"/>
                  </a:moveTo>
                  <a:cubicBezTo>
                    <a:pt x="2" y="10"/>
                    <a:pt x="0" y="9"/>
                    <a:pt x="0" y="7"/>
                  </a:cubicBezTo>
                  <a:cubicBezTo>
                    <a:pt x="1" y="6"/>
                    <a:pt x="3" y="3"/>
                    <a:pt x="4" y="2"/>
                  </a:cubicBezTo>
                  <a:cubicBezTo>
                    <a:pt x="6" y="0"/>
                    <a:pt x="6" y="3"/>
                    <a:pt x="6" y="4"/>
                  </a:cubicBezTo>
                  <a:cubicBezTo>
                    <a:pt x="6" y="6"/>
                    <a:pt x="3" y="6"/>
                    <a:pt x="3" y="8"/>
                  </a:cubicBezTo>
                  <a:cubicBezTo>
                    <a:pt x="2" y="10"/>
                    <a:pt x="3" y="8"/>
                    <a:pt x="3" y="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86" name="Freeform 532">
              <a:extLst>
                <a:ext uri="{FF2B5EF4-FFF2-40B4-BE49-F238E27FC236}">
                  <a16:creationId xmlns:a16="http://schemas.microsoft.com/office/drawing/2014/main" id="{51B815F0-F03B-28FC-1E8A-3997D6640572}"/>
                </a:ext>
              </a:extLst>
            </p:cNvPr>
            <p:cNvSpPr>
              <a:spLocks/>
            </p:cNvSpPr>
            <p:nvPr/>
          </p:nvSpPr>
          <p:spPr bwMode="auto">
            <a:xfrm>
              <a:off x="8856242" y="6704440"/>
              <a:ext cx="66879" cy="38227"/>
            </a:xfrm>
            <a:custGeom>
              <a:avLst/>
              <a:gdLst>
                <a:gd name="T0" fmla="*/ 3 w 7"/>
                <a:gd name="T1" fmla="*/ 4 h 4"/>
                <a:gd name="T2" fmla="*/ 5 w 7"/>
                <a:gd name="T3" fmla="*/ 1 h 4"/>
                <a:gd name="T4" fmla="*/ 3 w 7"/>
                <a:gd name="T5" fmla="*/ 4 h 4"/>
                <a:gd name="T6" fmla="*/ 3 w 7"/>
                <a:gd name="T7" fmla="*/ 4 h 4"/>
              </a:gdLst>
              <a:ahLst/>
              <a:cxnLst>
                <a:cxn ang="0">
                  <a:pos x="T0" y="T1"/>
                </a:cxn>
                <a:cxn ang="0">
                  <a:pos x="T2" y="T3"/>
                </a:cxn>
                <a:cxn ang="0">
                  <a:pos x="T4" y="T5"/>
                </a:cxn>
                <a:cxn ang="0">
                  <a:pos x="T6" y="T7"/>
                </a:cxn>
              </a:cxnLst>
              <a:rect l="0" t="0" r="r" b="b"/>
              <a:pathLst>
                <a:path w="7" h="4">
                  <a:moveTo>
                    <a:pt x="3" y="4"/>
                  </a:moveTo>
                  <a:cubicBezTo>
                    <a:pt x="0" y="4"/>
                    <a:pt x="3" y="0"/>
                    <a:pt x="5" y="1"/>
                  </a:cubicBezTo>
                  <a:cubicBezTo>
                    <a:pt x="7" y="1"/>
                    <a:pt x="4" y="4"/>
                    <a:pt x="3" y="4"/>
                  </a:cubicBezTo>
                  <a:cubicBezTo>
                    <a:pt x="2" y="4"/>
                    <a:pt x="4" y="4"/>
                    <a:pt x="3"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87" name="Freeform 533">
              <a:extLst>
                <a:ext uri="{FF2B5EF4-FFF2-40B4-BE49-F238E27FC236}">
                  <a16:creationId xmlns:a16="http://schemas.microsoft.com/office/drawing/2014/main" id="{AB0F3C35-1DA1-B28D-610E-8E2F030CCA23}"/>
                </a:ext>
              </a:extLst>
            </p:cNvPr>
            <p:cNvSpPr>
              <a:spLocks/>
            </p:cNvSpPr>
            <p:nvPr/>
          </p:nvSpPr>
          <p:spPr bwMode="auto">
            <a:xfrm>
              <a:off x="8671526" y="6666212"/>
              <a:ext cx="140127" cy="66896"/>
            </a:xfrm>
            <a:custGeom>
              <a:avLst/>
              <a:gdLst>
                <a:gd name="T0" fmla="*/ 11 w 15"/>
                <a:gd name="T1" fmla="*/ 6 h 7"/>
                <a:gd name="T2" fmla="*/ 10 w 15"/>
                <a:gd name="T3" fmla="*/ 5 h 7"/>
                <a:gd name="T4" fmla="*/ 7 w 15"/>
                <a:gd name="T5" fmla="*/ 5 h 7"/>
                <a:gd name="T6" fmla="*/ 3 w 15"/>
                <a:gd name="T7" fmla="*/ 0 h 7"/>
                <a:gd name="T8" fmla="*/ 6 w 15"/>
                <a:gd name="T9" fmla="*/ 2 h 7"/>
                <a:gd name="T10" fmla="*/ 8 w 15"/>
                <a:gd name="T11" fmla="*/ 3 h 7"/>
                <a:gd name="T12" fmla="*/ 15 w 15"/>
                <a:gd name="T13" fmla="*/ 3 h 7"/>
                <a:gd name="T14" fmla="*/ 11 w 15"/>
                <a:gd name="T15" fmla="*/ 6 h 7"/>
                <a:gd name="T16" fmla="*/ 11 w 1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
                  <a:moveTo>
                    <a:pt x="11" y="6"/>
                  </a:moveTo>
                  <a:cubicBezTo>
                    <a:pt x="10" y="6"/>
                    <a:pt x="10" y="6"/>
                    <a:pt x="10" y="5"/>
                  </a:cubicBezTo>
                  <a:cubicBezTo>
                    <a:pt x="10" y="5"/>
                    <a:pt x="8" y="6"/>
                    <a:pt x="7" y="5"/>
                  </a:cubicBezTo>
                  <a:cubicBezTo>
                    <a:pt x="7" y="4"/>
                    <a:pt x="0" y="1"/>
                    <a:pt x="3" y="0"/>
                  </a:cubicBezTo>
                  <a:cubicBezTo>
                    <a:pt x="4" y="0"/>
                    <a:pt x="5" y="2"/>
                    <a:pt x="6" y="2"/>
                  </a:cubicBezTo>
                  <a:cubicBezTo>
                    <a:pt x="7" y="3"/>
                    <a:pt x="7" y="2"/>
                    <a:pt x="8" y="3"/>
                  </a:cubicBezTo>
                  <a:cubicBezTo>
                    <a:pt x="9" y="4"/>
                    <a:pt x="13" y="2"/>
                    <a:pt x="15" y="3"/>
                  </a:cubicBezTo>
                  <a:cubicBezTo>
                    <a:pt x="14" y="3"/>
                    <a:pt x="12" y="6"/>
                    <a:pt x="11" y="6"/>
                  </a:cubicBezTo>
                  <a:cubicBezTo>
                    <a:pt x="9" y="7"/>
                    <a:pt x="12" y="6"/>
                    <a:pt x="11"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88" name="Freeform 534">
              <a:extLst>
                <a:ext uri="{FF2B5EF4-FFF2-40B4-BE49-F238E27FC236}">
                  <a16:creationId xmlns:a16="http://schemas.microsoft.com/office/drawing/2014/main" id="{2C1F2EE3-B919-7602-F665-E13C8E5529F3}"/>
                </a:ext>
              </a:extLst>
            </p:cNvPr>
            <p:cNvSpPr>
              <a:spLocks/>
            </p:cNvSpPr>
            <p:nvPr/>
          </p:nvSpPr>
          <p:spPr bwMode="auto">
            <a:xfrm>
              <a:off x="8700193" y="6481449"/>
              <a:ext cx="146495" cy="73269"/>
            </a:xfrm>
            <a:custGeom>
              <a:avLst/>
              <a:gdLst>
                <a:gd name="T0" fmla="*/ 13 w 16"/>
                <a:gd name="T1" fmla="*/ 6 h 8"/>
                <a:gd name="T2" fmla="*/ 0 w 16"/>
                <a:gd name="T3" fmla="*/ 2 h 8"/>
                <a:gd name="T4" fmla="*/ 13 w 16"/>
                <a:gd name="T5" fmla="*/ 6 h 8"/>
                <a:gd name="T6" fmla="*/ 13 w 16"/>
                <a:gd name="T7" fmla="*/ 6 h 8"/>
              </a:gdLst>
              <a:ahLst/>
              <a:cxnLst>
                <a:cxn ang="0">
                  <a:pos x="T0" y="T1"/>
                </a:cxn>
                <a:cxn ang="0">
                  <a:pos x="T2" y="T3"/>
                </a:cxn>
                <a:cxn ang="0">
                  <a:pos x="T4" y="T5"/>
                </a:cxn>
                <a:cxn ang="0">
                  <a:pos x="T6" y="T7"/>
                </a:cxn>
              </a:cxnLst>
              <a:rect l="0" t="0" r="r" b="b"/>
              <a:pathLst>
                <a:path w="16" h="8">
                  <a:moveTo>
                    <a:pt x="13" y="6"/>
                  </a:moveTo>
                  <a:cubicBezTo>
                    <a:pt x="11" y="8"/>
                    <a:pt x="1" y="4"/>
                    <a:pt x="0" y="2"/>
                  </a:cubicBezTo>
                  <a:cubicBezTo>
                    <a:pt x="0" y="0"/>
                    <a:pt x="16" y="4"/>
                    <a:pt x="13" y="6"/>
                  </a:cubicBezTo>
                  <a:cubicBezTo>
                    <a:pt x="12" y="7"/>
                    <a:pt x="14" y="5"/>
                    <a:pt x="13"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89" name="Freeform 535">
              <a:extLst>
                <a:ext uri="{FF2B5EF4-FFF2-40B4-BE49-F238E27FC236}">
                  <a16:creationId xmlns:a16="http://schemas.microsoft.com/office/drawing/2014/main" id="{99BFF18B-F637-3A87-0850-F775D3ADACF8}"/>
                </a:ext>
              </a:extLst>
            </p:cNvPr>
            <p:cNvSpPr>
              <a:spLocks/>
            </p:cNvSpPr>
            <p:nvPr/>
          </p:nvSpPr>
          <p:spPr bwMode="auto">
            <a:xfrm>
              <a:off x="8932676" y="6385884"/>
              <a:ext cx="299364" cy="289884"/>
            </a:xfrm>
            <a:custGeom>
              <a:avLst/>
              <a:gdLst>
                <a:gd name="T0" fmla="*/ 19 w 32"/>
                <a:gd name="T1" fmla="*/ 1 h 31"/>
                <a:gd name="T2" fmla="*/ 17 w 32"/>
                <a:gd name="T3" fmla="*/ 0 h 31"/>
                <a:gd name="T4" fmla="*/ 14 w 32"/>
                <a:gd name="T5" fmla="*/ 2 h 31"/>
                <a:gd name="T6" fmla="*/ 11 w 32"/>
                <a:gd name="T7" fmla="*/ 5 h 31"/>
                <a:gd name="T8" fmla="*/ 9 w 32"/>
                <a:gd name="T9" fmla="*/ 7 h 31"/>
                <a:gd name="T10" fmla="*/ 7 w 32"/>
                <a:gd name="T11" fmla="*/ 13 h 31"/>
                <a:gd name="T12" fmla="*/ 5 w 32"/>
                <a:gd name="T13" fmla="*/ 17 h 31"/>
                <a:gd name="T14" fmla="*/ 2 w 32"/>
                <a:gd name="T15" fmla="*/ 19 h 31"/>
                <a:gd name="T16" fmla="*/ 4 w 32"/>
                <a:gd name="T17" fmla="*/ 21 h 31"/>
                <a:gd name="T18" fmla="*/ 0 w 32"/>
                <a:gd name="T19" fmla="*/ 25 h 31"/>
                <a:gd name="T20" fmla="*/ 4 w 32"/>
                <a:gd name="T21" fmla="*/ 25 h 31"/>
                <a:gd name="T22" fmla="*/ 10 w 32"/>
                <a:gd name="T23" fmla="*/ 26 h 31"/>
                <a:gd name="T24" fmla="*/ 19 w 32"/>
                <a:gd name="T25" fmla="*/ 27 h 31"/>
                <a:gd name="T26" fmla="*/ 22 w 32"/>
                <a:gd name="T27" fmla="*/ 26 h 31"/>
                <a:gd name="T28" fmla="*/ 19 w 32"/>
                <a:gd name="T29" fmla="*/ 30 h 31"/>
                <a:gd name="T30" fmla="*/ 22 w 32"/>
                <a:gd name="T31" fmla="*/ 28 h 31"/>
                <a:gd name="T32" fmla="*/ 27 w 32"/>
                <a:gd name="T33" fmla="*/ 26 h 31"/>
                <a:gd name="T34" fmla="*/ 32 w 32"/>
                <a:gd name="T35" fmla="*/ 20 h 31"/>
                <a:gd name="T36" fmla="*/ 29 w 32"/>
                <a:gd name="T37" fmla="*/ 20 h 31"/>
                <a:gd name="T38" fmla="*/ 26 w 32"/>
                <a:gd name="T39" fmla="*/ 18 h 31"/>
                <a:gd name="T40" fmla="*/ 29 w 32"/>
                <a:gd name="T41" fmla="*/ 15 h 31"/>
                <a:gd name="T42" fmla="*/ 26 w 32"/>
                <a:gd name="T43" fmla="*/ 15 h 31"/>
                <a:gd name="T44" fmla="*/ 24 w 32"/>
                <a:gd name="T45" fmla="*/ 13 h 31"/>
                <a:gd name="T46" fmla="*/ 21 w 32"/>
                <a:gd name="T47" fmla="*/ 16 h 31"/>
                <a:gd name="T48" fmla="*/ 18 w 32"/>
                <a:gd name="T49" fmla="*/ 13 h 31"/>
                <a:gd name="T50" fmla="*/ 19 w 32"/>
                <a:gd name="T51" fmla="*/ 11 h 31"/>
                <a:gd name="T52" fmla="*/ 16 w 32"/>
                <a:gd name="T53" fmla="*/ 9 h 31"/>
                <a:gd name="T54" fmla="*/ 14 w 32"/>
                <a:gd name="T55" fmla="*/ 12 h 31"/>
                <a:gd name="T56" fmla="*/ 16 w 32"/>
                <a:gd name="T57" fmla="*/ 7 h 31"/>
                <a:gd name="T58" fmla="*/ 18 w 32"/>
                <a:gd name="T59" fmla="*/ 4 h 31"/>
                <a:gd name="T60" fmla="*/ 18 w 32"/>
                <a:gd name="T61" fmla="*/ 2 h 31"/>
                <a:gd name="T62" fmla="*/ 19 w 32"/>
                <a:gd name="T63" fmla="*/ 1 h 31"/>
                <a:gd name="T64" fmla="*/ 19 w 32"/>
                <a:gd name="T65"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1">
                  <a:moveTo>
                    <a:pt x="19" y="1"/>
                  </a:moveTo>
                  <a:cubicBezTo>
                    <a:pt x="20" y="0"/>
                    <a:pt x="17" y="0"/>
                    <a:pt x="17" y="0"/>
                  </a:cubicBezTo>
                  <a:cubicBezTo>
                    <a:pt x="16" y="0"/>
                    <a:pt x="15" y="1"/>
                    <a:pt x="14" y="2"/>
                  </a:cubicBezTo>
                  <a:cubicBezTo>
                    <a:pt x="13" y="3"/>
                    <a:pt x="12" y="4"/>
                    <a:pt x="11" y="5"/>
                  </a:cubicBezTo>
                  <a:cubicBezTo>
                    <a:pt x="11" y="6"/>
                    <a:pt x="10" y="7"/>
                    <a:pt x="9" y="7"/>
                  </a:cubicBezTo>
                  <a:cubicBezTo>
                    <a:pt x="9" y="9"/>
                    <a:pt x="8" y="11"/>
                    <a:pt x="7" y="13"/>
                  </a:cubicBezTo>
                  <a:cubicBezTo>
                    <a:pt x="7" y="15"/>
                    <a:pt x="6" y="16"/>
                    <a:pt x="5" y="17"/>
                  </a:cubicBezTo>
                  <a:cubicBezTo>
                    <a:pt x="4" y="18"/>
                    <a:pt x="2" y="19"/>
                    <a:pt x="2" y="19"/>
                  </a:cubicBezTo>
                  <a:cubicBezTo>
                    <a:pt x="2" y="20"/>
                    <a:pt x="4" y="20"/>
                    <a:pt x="4" y="21"/>
                  </a:cubicBezTo>
                  <a:cubicBezTo>
                    <a:pt x="4" y="22"/>
                    <a:pt x="0" y="24"/>
                    <a:pt x="0" y="25"/>
                  </a:cubicBezTo>
                  <a:cubicBezTo>
                    <a:pt x="0" y="27"/>
                    <a:pt x="3" y="26"/>
                    <a:pt x="4" y="25"/>
                  </a:cubicBezTo>
                  <a:cubicBezTo>
                    <a:pt x="6" y="25"/>
                    <a:pt x="8" y="26"/>
                    <a:pt x="10" y="26"/>
                  </a:cubicBezTo>
                  <a:cubicBezTo>
                    <a:pt x="13" y="27"/>
                    <a:pt x="16" y="26"/>
                    <a:pt x="19" y="27"/>
                  </a:cubicBezTo>
                  <a:cubicBezTo>
                    <a:pt x="19" y="27"/>
                    <a:pt x="22" y="25"/>
                    <a:pt x="22" y="26"/>
                  </a:cubicBezTo>
                  <a:cubicBezTo>
                    <a:pt x="22" y="27"/>
                    <a:pt x="19" y="30"/>
                    <a:pt x="19" y="30"/>
                  </a:cubicBezTo>
                  <a:cubicBezTo>
                    <a:pt x="20" y="31"/>
                    <a:pt x="22" y="28"/>
                    <a:pt x="22" y="28"/>
                  </a:cubicBezTo>
                  <a:cubicBezTo>
                    <a:pt x="24" y="27"/>
                    <a:pt x="26" y="27"/>
                    <a:pt x="27" y="26"/>
                  </a:cubicBezTo>
                  <a:cubicBezTo>
                    <a:pt x="27" y="25"/>
                    <a:pt x="32" y="20"/>
                    <a:pt x="32" y="20"/>
                  </a:cubicBezTo>
                  <a:cubicBezTo>
                    <a:pt x="31" y="19"/>
                    <a:pt x="30" y="20"/>
                    <a:pt x="29" y="20"/>
                  </a:cubicBezTo>
                  <a:cubicBezTo>
                    <a:pt x="29" y="20"/>
                    <a:pt x="26" y="18"/>
                    <a:pt x="26" y="18"/>
                  </a:cubicBezTo>
                  <a:cubicBezTo>
                    <a:pt x="26" y="17"/>
                    <a:pt x="30" y="16"/>
                    <a:pt x="29" y="15"/>
                  </a:cubicBezTo>
                  <a:cubicBezTo>
                    <a:pt x="29" y="14"/>
                    <a:pt x="27" y="15"/>
                    <a:pt x="26" y="15"/>
                  </a:cubicBezTo>
                  <a:cubicBezTo>
                    <a:pt x="25" y="15"/>
                    <a:pt x="25" y="13"/>
                    <a:pt x="24" y="13"/>
                  </a:cubicBezTo>
                  <a:cubicBezTo>
                    <a:pt x="24" y="13"/>
                    <a:pt x="21" y="16"/>
                    <a:pt x="21" y="16"/>
                  </a:cubicBezTo>
                  <a:cubicBezTo>
                    <a:pt x="20" y="14"/>
                    <a:pt x="20" y="14"/>
                    <a:pt x="18" y="13"/>
                  </a:cubicBezTo>
                  <a:cubicBezTo>
                    <a:pt x="16" y="12"/>
                    <a:pt x="19" y="12"/>
                    <a:pt x="19" y="11"/>
                  </a:cubicBezTo>
                  <a:cubicBezTo>
                    <a:pt x="19" y="11"/>
                    <a:pt x="17" y="9"/>
                    <a:pt x="16" y="9"/>
                  </a:cubicBezTo>
                  <a:cubicBezTo>
                    <a:pt x="16" y="10"/>
                    <a:pt x="14" y="13"/>
                    <a:pt x="14" y="12"/>
                  </a:cubicBezTo>
                  <a:cubicBezTo>
                    <a:pt x="12" y="11"/>
                    <a:pt x="15" y="7"/>
                    <a:pt x="16" y="7"/>
                  </a:cubicBezTo>
                  <a:cubicBezTo>
                    <a:pt x="17" y="6"/>
                    <a:pt x="17" y="5"/>
                    <a:pt x="18" y="4"/>
                  </a:cubicBezTo>
                  <a:cubicBezTo>
                    <a:pt x="18" y="3"/>
                    <a:pt x="18" y="2"/>
                    <a:pt x="18" y="2"/>
                  </a:cubicBezTo>
                  <a:cubicBezTo>
                    <a:pt x="18" y="2"/>
                    <a:pt x="19" y="1"/>
                    <a:pt x="19" y="1"/>
                  </a:cubicBezTo>
                  <a:cubicBezTo>
                    <a:pt x="20" y="0"/>
                    <a:pt x="19" y="1"/>
                    <a:pt x="19"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90" name="Freeform 536">
              <a:extLst>
                <a:ext uri="{FF2B5EF4-FFF2-40B4-BE49-F238E27FC236}">
                  <a16:creationId xmlns:a16="http://schemas.microsoft.com/office/drawing/2014/main" id="{E6FD0CE1-EDB3-C448-6CCC-AB5169B00D06}"/>
                </a:ext>
              </a:extLst>
            </p:cNvPr>
            <p:cNvSpPr>
              <a:spLocks/>
            </p:cNvSpPr>
            <p:nvPr/>
          </p:nvSpPr>
          <p:spPr bwMode="auto">
            <a:xfrm>
              <a:off x="9174715" y="6592943"/>
              <a:ext cx="76432" cy="92380"/>
            </a:xfrm>
            <a:custGeom>
              <a:avLst/>
              <a:gdLst>
                <a:gd name="T0" fmla="*/ 6 w 8"/>
                <a:gd name="T1" fmla="*/ 1 h 10"/>
                <a:gd name="T2" fmla="*/ 1 w 8"/>
                <a:gd name="T3" fmla="*/ 9 h 10"/>
                <a:gd name="T4" fmla="*/ 4 w 8"/>
                <a:gd name="T5" fmla="*/ 7 h 10"/>
                <a:gd name="T6" fmla="*/ 3 w 8"/>
                <a:gd name="T7" fmla="*/ 10 h 10"/>
                <a:gd name="T8" fmla="*/ 6 w 8"/>
                <a:gd name="T9" fmla="*/ 8 h 10"/>
                <a:gd name="T10" fmla="*/ 8 w 8"/>
                <a:gd name="T11" fmla="*/ 4 h 10"/>
                <a:gd name="T12" fmla="*/ 5 w 8"/>
                <a:gd name="T13" fmla="*/ 4 h 10"/>
                <a:gd name="T14" fmla="*/ 6 w 8"/>
                <a:gd name="T15" fmla="*/ 1 h 10"/>
                <a:gd name="T16" fmla="*/ 6 w 8"/>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6" y="1"/>
                  </a:moveTo>
                  <a:cubicBezTo>
                    <a:pt x="5" y="2"/>
                    <a:pt x="0" y="6"/>
                    <a:pt x="1" y="9"/>
                  </a:cubicBezTo>
                  <a:cubicBezTo>
                    <a:pt x="1" y="9"/>
                    <a:pt x="3" y="6"/>
                    <a:pt x="4" y="7"/>
                  </a:cubicBezTo>
                  <a:cubicBezTo>
                    <a:pt x="4" y="7"/>
                    <a:pt x="3" y="10"/>
                    <a:pt x="3" y="10"/>
                  </a:cubicBezTo>
                  <a:cubicBezTo>
                    <a:pt x="4" y="10"/>
                    <a:pt x="6" y="9"/>
                    <a:pt x="6" y="8"/>
                  </a:cubicBezTo>
                  <a:cubicBezTo>
                    <a:pt x="6" y="7"/>
                    <a:pt x="7" y="6"/>
                    <a:pt x="8" y="4"/>
                  </a:cubicBezTo>
                  <a:cubicBezTo>
                    <a:pt x="8" y="2"/>
                    <a:pt x="6" y="4"/>
                    <a:pt x="5" y="4"/>
                  </a:cubicBezTo>
                  <a:cubicBezTo>
                    <a:pt x="6" y="4"/>
                    <a:pt x="6" y="0"/>
                    <a:pt x="6" y="1"/>
                  </a:cubicBezTo>
                  <a:cubicBezTo>
                    <a:pt x="5" y="1"/>
                    <a:pt x="7" y="0"/>
                    <a:pt x="6"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91" name="Freeform 537">
              <a:extLst>
                <a:ext uri="{FF2B5EF4-FFF2-40B4-BE49-F238E27FC236}">
                  <a16:creationId xmlns:a16="http://schemas.microsoft.com/office/drawing/2014/main" id="{41668025-8C05-C758-11B2-0DF4A9683317}"/>
                </a:ext>
              </a:extLst>
            </p:cNvPr>
            <p:cNvSpPr>
              <a:spLocks/>
            </p:cNvSpPr>
            <p:nvPr/>
          </p:nvSpPr>
          <p:spPr bwMode="auto">
            <a:xfrm>
              <a:off x="8652423" y="5694619"/>
              <a:ext cx="28662" cy="54153"/>
            </a:xfrm>
            <a:custGeom>
              <a:avLst/>
              <a:gdLst>
                <a:gd name="T0" fmla="*/ 3 w 3"/>
                <a:gd name="T1" fmla="*/ 4 h 6"/>
                <a:gd name="T2" fmla="*/ 1 w 3"/>
                <a:gd name="T3" fmla="*/ 1 h 6"/>
                <a:gd name="T4" fmla="*/ 1 w 3"/>
                <a:gd name="T5" fmla="*/ 2 h 6"/>
                <a:gd name="T6" fmla="*/ 0 w 3"/>
                <a:gd name="T7" fmla="*/ 2 h 6"/>
                <a:gd name="T8" fmla="*/ 3 w 3"/>
                <a:gd name="T9" fmla="*/ 4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3"/>
                    <a:pt x="1" y="0"/>
                    <a:pt x="1" y="1"/>
                  </a:cubicBezTo>
                  <a:cubicBezTo>
                    <a:pt x="1" y="1"/>
                    <a:pt x="1" y="1"/>
                    <a:pt x="1" y="2"/>
                  </a:cubicBezTo>
                  <a:cubicBezTo>
                    <a:pt x="1" y="2"/>
                    <a:pt x="0" y="2"/>
                    <a:pt x="0" y="2"/>
                  </a:cubicBezTo>
                  <a:cubicBezTo>
                    <a:pt x="0" y="2"/>
                    <a:pt x="3" y="6"/>
                    <a:pt x="3" y="4"/>
                  </a:cubicBezTo>
                  <a:cubicBezTo>
                    <a:pt x="3" y="3"/>
                    <a:pt x="3" y="6"/>
                    <a:pt x="3"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92" name="Freeform 538">
              <a:extLst>
                <a:ext uri="{FF2B5EF4-FFF2-40B4-BE49-F238E27FC236}">
                  <a16:creationId xmlns:a16="http://schemas.microsoft.com/office/drawing/2014/main" id="{20956FA0-6FFD-BEE2-9306-D4C7952E28D4}"/>
                </a:ext>
              </a:extLst>
            </p:cNvPr>
            <p:cNvSpPr>
              <a:spLocks/>
            </p:cNvSpPr>
            <p:nvPr/>
          </p:nvSpPr>
          <p:spPr bwMode="auto">
            <a:xfrm>
              <a:off x="8512296" y="5787002"/>
              <a:ext cx="28662" cy="28669"/>
            </a:xfrm>
            <a:custGeom>
              <a:avLst/>
              <a:gdLst>
                <a:gd name="T0" fmla="*/ 2 w 3"/>
                <a:gd name="T1" fmla="*/ 1 h 3"/>
                <a:gd name="T2" fmla="*/ 0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2"/>
                    <a:pt x="0" y="2"/>
                  </a:cubicBezTo>
                  <a:cubicBezTo>
                    <a:pt x="1" y="3"/>
                    <a:pt x="3" y="2"/>
                    <a:pt x="2"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93" name="Freeform 539">
              <a:extLst>
                <a:ext uri="{FF2B5EF4-FFF2-40B4-BE49-F238E27FC236}">
                  <a16:creationId xmlns:a16="http://schemas.microsoft.com/office/drawing/2014/main" id="{B99B2EDE-A6CC-0BD2-67B4-C701948C5130}"/>
                </a:ext>
              </a:extLst>
            </p:cNvPr>
            <p:cNvSpPr>
              <a:spLocks/>
            </p:cNvSpPr>
            <p:nvPr/>
          </p:nvSpPr>
          <p:spPr bwMode="auto">
            <a:xfrm>
              <a:off x="7868981" y="6283948"/>
              <a:ext cx="63695" cy="38227"/>
            </a:xfrm>
            <a:custGeom>
              <a:avLst/>
              <a:gdLst>
                <a:gd name="T0" fmla="*/ 7 w 7"/>
                <a:gd name="T1" fmla="*/ 3 h 4"/>
                <a:gd name="T2" fmla="*/ 1 w 7"/>
                <a:gd name="T3" fmla="*/ 1 h 4"/>
                <a:gd name="T4" fmla="*/ 7 w 7"/>
                <a:gd name="T5" fmla="*/ 3 h 4"/>
                <a:gd name="T6" fmla="*/ 7 w 7"/>
                <a:gd name="T7" fmla="*/ 3 h 4"/>
              </a:gdLst>
              <a:ahLst/>
              <a:cxnLst>
                <a:cxn ang="0">
                  <a:pos x="T0" y="T1"/>
                </a:cxn>
                <a:cxn ang="0">
                  <a:pos x="T2" y="T3"/>
                </a:cxn>
                <a:cxn ang="0">
                  <a:pos x="T4" y="T5"/>
                </a:cxn>
                <a:cxn ang="0">
                  <a:pos x="T6" y="T7"/>
                </a:cxn>
              </a:cxnLst>
              <a:rect l="0" t="0" r="r" b="b"/>
              <a:pathLst>
                <a:path w="7" h="4">
                  <a:moveTo>
                    <a:pt x="7" y="3"/>
                  </a:moveTo>
                  <a:cubicBezTo>
                    <a:pt x="7" y="0"/>
                    <a:pt x="3" y="0"/>
                    <a:pt x="1" y="1"/>
                  </a:cubicBezTo>
                  <a:cubicBezTo>
                    <a:pt x="0" y="1"/>
                    <a:pt x="7" y="4"/>
                    <a:pt x="7" y="3"/>
                  </a:cubicBezTo>
                  <a:cubicBezTo>
                    <a:pt x="7" y="0"/>
                    <a:pt x="7" y="4"/>
                    <a:pt x="7"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94" name="Freeform 540">
              <a:extLst>
                <a:ext uri="{FF2B5EF4-FFF2-40B4-BE49-F238E27FC236}">
                  <a16:creationId xmlns:a16="http://schemas.microsoft.com/office/drawing/2014/main" id="{8CDA27AE-3DB0-F8F4-0290-7365662BD3D8}"/>
                </a:ext>
              </a:extLst>
            </p:cNvPr>
            <p:cNvSpPr>
              <a:spLocks/>
            </p:cNvSpPr>
            <p:nvPr/>
          </p:nvSpPr>
          <p:spPr bwMode="auto">
            <a:xfrm>
              <a:off x="7970890" y="6057775"/>
              <a:ext cx="57323" cy="57338"/>
            </a:xfrm>
            <a:custGeom>
              <a:avLst/>
              <a:gdLst>
                <a:gd name="T0" fmla="*/ 3 w 6"/>
                <a:gd name="T1" fmla="*/ 5 h 6"/>
                <a:gd name="T2" fmla="*/ 0 w 6"/>
                <a:gd name="T3" fmla="*/ 3 h 6"/>
                <a:gd name="T4" fmla="*/ 4 w 6"/>
                <a:gd name="T5" fmla="*/ 2 h 6"/>
                <a:gd name="T6" fmla="*/ 3 w 6"/>
                <a:gd name="T7" fmla="*/ 5 h 6"/>
                <a:gd name="T8" fmla="*/ 3 w 6"/>
                <a:gd name="T9" fmla="*/ 5 h 6"/>
              </a:gdLst>
              <a:ahLst/>
              <a:cxnLst>
                <a:cxn ang="0">
                  <a:pos x="T0" y="T1"/>
                </a:cxn>
                <a:cxn ang="0">
                  <a:pos x="T2" y="T3"/>
                </a:cxn>
                <a:cxn ang="0">
                  <a:pos x="T4" y="T5"/>
                </a:cxn>
                <a:cxn ang="0">
                  <a:pos x="T6" y="T7"/>
                </a:cxn>
                <a:cxn ang="0">
                  <a:pos x="T8" y="T9"/>
                </a:cxn>
              </a:cxnLst>
              <a:rect l="0" t="0" r="r" b="b"/>
              <a:pathLst>
                <a:path w="6" h="6">
                  <a:moveTo>
                    <a:pt x="3" y="5"/>
                  </a:moveTo>
                  <a:cubicBezTo>
                    <a:pt x="2" y="4"/>
                    <a:pt x="1" y="4"/>
                    <a:pt x="0" y="3"/>
                  </a:cubicBezTo>
                  <a:cubicBezTo>
                    <a:pt x="1" y="3"/>
                    <a:pt x="3" y="0"/>
                    <a:pt x="4" y="2"/>
                  </a:cubicBezTo>
                  <a:cubicBezTo>
                    <a:pt x="6" y="3"/>
                    <a:pt x="5" y="6"/>
                    <a:pt x="3" y="5"/>
                  </a:cubicBezTo>
                  <a:cubicBezTo>
                    <a:pt x="2" y="4"/>
                    <a:pt x="4" y="6"/>
                    <a:pt x="3"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95" name="Freeform 541">
              <a:extLst>
                <a:ext uri="{FF2B5EF4-FFF2-40B4-BE49-F238E27FC236}">
                  <a16:creationId xmlns:a16="http://schemas.microsoft.com/office/drawing/2014/main" id="{A522F8EE-D7B9-0121-F004-A16985EA3877}"/>
                </a:ext>
              </a:extLst>
            </p:cNvPr>
            <p:cNvSpPr>
              <a:spLocks/>
            </p:cNvSpPr>
            <p:nvPr/>
          </p:nvSpPr>
          <p:spPr bwMode="auto">
            <a:xfrm>
              <a:off x="7942229" y="5656392"/>
              <a:ext cx="57323" cy="66896"/>
            </a:xfrm>
            <a:custGeom>
              <a:avLst/>
              <a:gdLst>
                <a:gd name="T0" fmla="*/ 3 w 6"/>
                <a:gd name="T1" fmla="*/ 6 h 7"/>
                <a:gd name="T2" fmla="*/ 4 w 6"/>
                <a:gd name="T3" fmla="*/ 1 h 7"/>
                <a:gd name="T4" fmla="*/ 3 w 6"/>
                <a:gd name="T5" fmla="*/ 6 h 7"/>
                <a:gd name="T6" fmla="*/ 3 w 6"/>
                <a:gd name="T7" fmla="*/ 6 h 7"/>
              </a:gdLst>
              <a:ahLst/>
              <a:cxnLst>
                <a:cxn ang="0">
                  <a:pos x="T0" y="T1"/>
                </a:cxn>
                <a:cxn ang="0">
                  <a:pos x="T2" y="T3"/>
                </a:cxn>
                <a:cxn ang="0">
                  <a:pos x="T4" y="T5"/>
                </a:cxn>
                <a:cxn ang="0">
                  <a:pos x="T6" y="T7"/>
                </a:cxn>
              </a:cxnLst>
              <a:rect l="0" t="0" r="r" b="b"/>
              <a:pathLst>
                <a:path w="6" h="7">
                  <a:moveTo>
                    <a:pt x="3" y="6"/>
                  </a:moveTo>
                  <a:cubicBezTo>
                    <a:pt x="0" y="7"/>
                    <a:pt x="1" y="0"/>
                    <a:pt x="4" y="1"/>
                  </a:cubicBezTo>
                  <a:cubicBezTo>
                    <a:pt x="6" y="1"/>
                    <a:pt x="5" y="6"/>
                    <a:pt x="3" y="6"/>
                  </a:cubicBezTo>
                  <a:cubicBezTo>
                    <a:pt x="2" y="6"/>
                    <a:pt x="6" y="6"/>
                    <a:pt x="3"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96" name="Freeform 542">
              <a:extLst>
                <a:ext uri="{FF2B5EF4-FFF2-40B4-BE49-F238E27FC236}">
                  <a16:creationId xmlns:a16="http://schemas.microsoft.com/office/drawing/2014/main" id="{6927EFBD-0F8B-DC49-7805-F4EBE95C93EC}"/>
                </a:ext>
              </a:extLst>
            </p:cNvPr>
            <p:cNvSpPr>
              <a:spLocks/>
            </p:cNvSpPr>
            <p:nvPr/>
          </p:nvSpPr>
          <p:spPr bwMode="auto">
            <a:xfrm>
              <a:off x="7782993" y="5618167"/>
              <a:ext cx="111465" cy="57338"/>
            </a:xfrm>
            <a:custGeom>
              <a:avLst/>
              <a:gdLst>
                <a:gd name="T0" fmla="*/ 4 w 12"/>
                <a:gd name="T1" fmla="*/ 6 h 6"/>
                <a:gd name="T2" fmla="*/ 1 w 12"/>
                <a:gd name="T3" fmla="*/ 3 h 6"/>
                <a:gd name="T4" fmla="*/ 8 w 12"/>
                <a:gd name="T5" fmla="*/ 0 h 6"/>
                <a:gd name="T6" fmla="*/ 4 w 12"/>
                <a:gd name="T7" fmla="*/ 6 h 6"/>
              </a:gdLst>
              <a:ahLst/>
              <a:cxnLst>
                <a:cxn ang="0">
                  <a:pos x="T0" y="T1"/>
                </a:cxn>
                <a:cxn ang="0">
                  <a:pos x="T2" y="T3"/>
                </a:cxn>
                <a:cxn ang="0">
                  <a:pos x="T4" y="T5"/>
                </a:cxn>
                <a:cxn ang="0">
                  <a:pos x="T6" y="T7"/>
                </a:cxn>
              </a:cxnLst>
              <a:rect l="0" t="0" r="r" b="b"/>
              <a:pathLst>
                <a:path w="12" h="6">
                  <a:moveTo>
                    <a:pt x="4" y="6"/>
                  </a:moveTo>
                  <a:cubicBezTo>
                    <a:pt x="2" y="6"/>
                    <a:pt x="0" y="5"/>
                    <a:pt x="1" y="3"/>
                  </a:cubicBezTo>
                  <a:cubicBezTo>
                    <a:pt x="2" y="1"/>
                    <a:pt x="5" y="1"/>
                    <a:pt x="8" y="0"/>
                  </a:cubicBezTo>
                  <a:cubicBezTo>
                    <a:pt x="12" y="0"/>
                    <a:pt x="6" y="6"/>
                    <a:pt x="4"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97" name="Freeform 543">
              <a:extLst>
                <a:ext uri="{FF2B5EF4-FFF2-40B4-BE49-F238E27FC236}">
                  <a16:creationId xmlns:a16="http://schemas.microsoft.com/office/drawing/2014/main" id="{0F423A25-BABA-01D0-8568-357AD0A0B4AB}"/>
                </a:ext>
              </a:extLst>
            </p:cNvPr>
            <p:cNvSpPr>
              <a:spLocks/>
            </p:cNvSpPr>
            <p:nvPr/>
          </p:nvSpPr>
          <p:spPr bwMode="auto">
            <a:xfrm>
              <a:off x="8018661" y="5583125"/>
              <a:ext cx="63695" cy="25484"/>
            </a:xfrm>
            <a:custGeom>
              <a:avLst/>
              <a:gdLst>
                <a:gd name="T0" fmla="*/ 5 w 7"/>
                <a:gd name="T1" fmla="*/ 3 h 3"/>
                <a:gd name="T2" fmla="*/ 3 w 7"/>
                <a:gd name="T3" fmla="*/ 0 h 3"/>
                <a:gd name="T4" fmla="*/ 7 w 7"/>
                <a:gd name="T5" fmla="*/ 1 h 3"/>
                <a:gd name="T6" fmla="*/ 5 w 7"/>
                <a:gd name="T7" fmla="*/ 3 h 3"/>
                <a:gd name="T8" fmla="*/ 5 w 7"/>
                <a:gd name="T9" fmla="*/ 3 h 3"/>
              </a:gdLst>
              <a:ahLst/>
              <a:cxnLst>
                <a:cxn ang="0">
                  <a:pos x="T0" y="T1"/>
                </a:cxn>
                <a:cxn ang="0">
                  <a:pos x="T2" y="T3"/>
                </a:cxn>
                <a:cxn ang="0">
                  <a:pos x="T4" y="T5"/>
                </a:cxn>
                <a:cxn ang="0">
                  <a:pos x="T6" y="T7"/>
                </a:cxn>
                <a:cxn ang="0">
                  <a:pos x="T8" y="T9"/>
                </a:cxn>
              </a:cxnLst>
              <a:rect l="0" t="0" r="r" b="b"/>
              <a:pathLst>
                <a:path w="7" h="3">
                  <a:moveTo>
                    <a:pt x="5" y="3"/>
                  </a:moveTo>
                  <a:cubicBezTo>
                    <a:pt x="4" y="3"/>
                    <a:pt x="0" y="0"/>
                    <a:pt x="3" y="0"/>
                  </a:cubicBezTo>
                  <a:cubicBezTo>
                    <a:pt x="4" y="0"/>
                    <a:pt x="6" y="0"/>
                    <a:pt x="7" y="1"/>
                  </a:cubicBezTo>
                  <a:cubicBezTo>
                    <a:pt x="7" y="1"/>
                    <a:pt x="6" y="3"/>
                    <a:pt x="5" y="3"/>
                  </a:cubicBezTo>
                  <a:cubicBezTo>
                    <a:pt x="4" y="3"/>
                    <a:pt x="7" y="3"/>
                    <a:pt x="5"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98" name="Freeform 544">
              <a:extLst>
                <a:ext uri="{FF2B5EF4-FFF2-40B4-BE49-F238E27FC236}">
                  <a16:creationId xmlns:a16="http://schemas.microsoft.com/office/drawing/2014/main" id="{20CCAEC5-B32A-A033-0687-223D713BAEB9}"/>
                </a:ext>
              </a:extLst>
            </p:cNvPr>
            <p:cNvSpPr>
              <a:spLocks/>
            </p:cNvSpPr>
            <p:nvPr/>
          </p:nvSpPr>
          <p:spPr bwMode="auto">
            <a:xfrm>
              <a:off x="7623756" y="5395179"/>
              <a:ext cx="318473" cy="222990"/>
            </a:xfrm>
            <a:custGeom>
              <a:avLst/>
              <a:gdLst>
                <a:gd name="T0" fmla="*/ 31 w 34"/>
                <a:gd name="T1" fmla="*/ 21 h 24"/>
                <a:gd name="T2" fmla="*/ 25 w 34"/>
                <a:gd name="T3" fmla="*/ 18 h 24"/>
                <a:gd name="T4" fmla="*/ 24 w 34"/>
                <a:gd name="T5" fmla="*/ 16 h 24"/>
                <a:gd name="T6" fmla="*/ 22 w 34"/>
                <a:gd name="T7" fmla="*/ 17 h 24"/>
                <a:gd name="T8" fmla="*/ 18 w 34"/>
                <a:gd name="T9" fmla="*/ 16 h 24"/>
                <a:gd name="T10" fmla="*/ 16 w 34"/>
                <a:gd name="T11" fmla="*/ 19 h 24"/>
                <a:gd name="T12" fmla="*/ 11 w 34"/>
                <a:gd name="T13" fmla="*/ 23 h 24"/>
                <a:gd name="T14" fmla="*/ 8 w 34"/>
                <a:gd name="T15" fmla="*/ 19 h 24"/>
                <a:gd name="T16" fmla="*/ 2 w 34"/>
                <a:gd name="T17" fmla="*/ 19 h 24"/>
                <a:gd name="T18" fmla="*/ 4 w 34"/>
                <a:gd name="T19" fmla="*/ 16 h 24"/>
                <a:gd name="T20" fmla="*/ 5 w 34"/>
                <a:gd name="T21" fmla="*/ 10 h 24"/>
                <a:gd name="T22" fmla="*/ 6 w 34"/>
                <a:gd name="T23" fmla="*/ 3 h 24"/>
                <a:gd name="T24" fmla="*/ 11 w 34"/>
                <a:gd name="T25" fmla="*/ 3 h 24"/>
                <a:gd name="T26" fmla="*/ 12 w 34"/>
                <a:gd name="T27" fmla="*/ 5 h 24"/>
                <a:gd name="T28" fmla="*/ 14 w 34"/>
                <a:gd name="T29" fmla="*/ 4 h 24"/>
                <a:gd name="T30" fmla="*/ 17 w 34"/>
                <a:gd name="T31" fmla="*/ 6 h 24"/>
                <a:gd name="T32" fmla="*/ 20 w 34"/>
                <a:gd name="T33" fmla="*/ 7 h 24"/>
                <a:gd name="T34" fmla="*/ 25 w 34"/>
                <a:gd name="T35" fmla="*/ 10 h 24"/>
                <a:gd name="T36" fmla="*/ 28 w 34"/>
                <a:gd name="T37" fmla="*/ 15 h 24"/>
                <a:gd name="T38" fmla="*/ 30 w 34"/>
                <a:gd name="T39" fmla="*/ 15 h 24"/>
                <a:gd name="T40" fmla="*/ 33 w 34"/>
                <a:gd name="T41" fmla="*/ 17 h 24"/>
                <a:gd name="T42" fmla="*/ 34 w 34"/>
                <a:gd name="T43" fmla="*/ 18 h 24"/>
                <a:gd name="T44" fmla="*/ 31 w 34"/>
                <a:gd name="T45" fmla="*/ 21 h 24"/>
                <a:gd name="T46" fmla="*/ 31 w 34"/>
                <a:gd name="T47"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24">
                  <a:moveTo>
                    <a:pt x="31" y="21"/>
                  </a:moveTo>
                  <a:cubicBezTo>
                    <a:pt x="30" y="20"/>
                    <a:pt x="27" y="19"/>
                    <a:pt x="25" y="18"/>
                  </a:cubicBezTo>
                  <a:cubicBezTo>
                    <a:pt x="24" y="18"/>
                    <a:pt x="25" y="17"/>
                    <a:pt x="24" y="16"/>
                  </a:cubicBezTo>
                  <a:cubicBezTo>
                    <a:pt x="24" y="16"/>
                    <a:pt x="22" y="17"/>
                    <a:pt x="22" y="17"/>
                  </a:cubicBezTo>
                  <a:cubicBezTo>
                    <a:pt x="20" y="17"/>
                    <a:pt x="20" y="15"/>
                    <a:pt x="18" y="16"/>
                  </a:cubicBezTo>
                  <a:cubicBezTo>
                    <a:pt x="18" y="17"/>
                    <a:pt x="17" y="18"/>
                    <a:pt x="16" y="19"/>
                  </a:cubicBezTo>
                  <a:cubicBezTo>
                    <a:pt x="14" y="20"/>
                    <a:pt x="13" y="22"/>
                    <a:pt x="11" y="23"/>
                  </a:cubicBezTo>
                  <a:cubicBezTo>
                    <a:pt x="8" y="24"/>
                    <a:pt x="10" y="20"/>
                    <a:pt x="8" y="19"/>
                  </a:cubicBezTo>
                  <a:cubicBezTo>
                    <a:pt x="8" y="18"/>
                    <a:pt x="3" y="19"/>
                    <a:pt x="2" y="19"/>
                  </a:cubicBezTo>
                  <a:cubicBezTo>
                    <a:pt x="0" y="19"/>
                    <a:pt x="4" y="16"/>
                    <a:pt x="4" y="16"/>
                  </a:cubicBezTo>
                  <a:cubicBezTo>
                    <a:pt x="6" y="14"/>
                    <a:pt x="5" y="12"/>
                    <a:pt x="5" y="10"/>
                  </a:cubicBezTo>
                  <a:cubicBezTo>
                    <a:pt x="5" y="8"/>
                    <a:pt x="5" y="5"/>
                    <a:pt x="6" y="3"/>
                  </a:cubicBezTo>
                  <a:cubicBezTo>
                    <a:pt x="7" y="0"/>
                    <a:pt x="10" y="0"/>
                    <a:pt x="11" y="3"/>
                  </a:cubicBezTo>
                  <a:cubicBezTo>
                    <a:pt x="11" y="4"/>
                    <a:pt x="11" y="6"/>
                    <a:pt x="12" y="5"/>
                  </a:cubicBezTo>
                  <a:cubicBezTo>
                    <a:pt x="13" y="5"/>
                    <a:pt x="13" y="4"/>
                    <a:pt x="14" y="4"/>
                  </a:cubicBezTo>
                  <a:cubicBezTo>
                    <a:pt x="15" y="5"/>
                    <a:pt x="16" y="6"/>
                    <a:pt x="17" y="6"/>
                  </a:cubicBezTo>
                  <a:cubicBezTo>
                    <a:pt x="18" y="7"/>
                    <a:pt x="19" y="7"/>
                    <a:pt x="20" y="7"/>
                  </a:cubicBezTo>
                  <a:cubicBezTo>
                    <a:pt x="21" y="8"/>
                    <a:pt x="23" y="9"/>
                    <a:pt x="25" y="10"/>
                  </a:cubicBezTo>
                  <a:cubicBezTo>
                    <a:pt x="28" y="11"/>
                    <a:pt x="28" y="12"/>
                    <a:pt x="28" y="15"/>
                  </a:cubicBezTo>
                  <a:cubicBezTo>
                    <a:pt x="28" y="16"/>
                    <a:pt x="30" y="16"/>
                    <a:pt x="30" y="15"/>
                  </a:cubicBezTo>
                  <a:cubicBezTo>
                    <a:pt x="32" y="15"/>
                    <a:pt x="32" y="16"/>
                    <a:pt x="33" y="17"/>
                  </a:cubicBezTo>
                  <a:cubicBezTo>
                    <a:pt x="34" y="17"/>
                    <a:pt x="34" y="17"/>
                    <a:pt x="34" y="18"/>
                  </a:cubicBezTo>
                  <a:cubicBezTo>
                    <a:pt x="33" y="19"/>
                    <a:pt x="33" y="21"/>
                    <a:pt x="31" y="21"/>
                  </a:cubicBezTo>
                  <a:cubicBezTo>
                    <a:pt x="30" y="20"/>
                    <a:pt x="33" y="21"/>
                    <a:pt x="31" y="2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899" name="Freeform 545">
              <a:extLst>
                <a:ext uri="{FF2B5EF4-FFF2-40B4-BE49-F238E27FC236}">
                  <a16:creationId xmlns:a16="http://schemas.microsoft.com/office/drawing/2014/main" id="{E96DAA84-1A98-FE6A-FA09-D70145F5BB0B}"/>
                </a:ext>
              </a:extLst>
            </p:cNvPr>
            <p:cNvSpPr>
              <a:spLocks/>
            </p:cNvSpPr>
            <p:nvPr/>
          </p:nvSpPr>
          <p:spPr bwMode="auto">
            <a:xfrm>
              <a:off x="7747963" y="5376063"/>
              <a:ext cx="63695" cy="47785"/>
            </a:xfrm>
            <a:custGeom>
              <a:avLst/>
              <a:gdLst>
                <a:gd name="T0" fmla="*/ 5 w 7"/>
                <a:gd name="T1" fmla="*/ 4 h 5"/>
                <a:gd name="T2" fmla="*/ 1 w 7"/>
                <a:gd name="T3" fmla="*/ 0 h 5"/>
                <a:gd name="T4" fmla="*/ 5 w 7"/>
                <a:gd name="T5" fmla="*/ 4 h 5"/>
              </a:gdLst>
              <a:ahLst/>
              <a:cxnLst>
                <a:cxn ang="0">
                  <a:pos x="T0" y="T1"/>
                </a:cxn>
                <a:cxn ang="0">
                  <a:pos x="T2" y="T3"/>
                </a:cxn>
                <a:cxn ang="0">
                  <a:pos x="T4" y="T5"/>
                </a:cxn>
              </a:cxnLst>
              <a:rect l="0" t="0" r="r" b="b"/>
              <a:pathLst>
                <a:path w="7" h="5">
                  <a:moveTo>
                    <a:pt x="5" y="4"/>
                  </a:moveTo>
                  <a:cubicBezTo>
                    <a:pt x="3" y="5"/>
                    <a:pt x="0" y="0"/>
                    <a:pt x="1" y="0"/>
                  </a:cubicBezTo>
                  <a:cubicBezTo>
                    <a:pt x="2" y="1"/>
                    <a:pt x="7" y="3"/>
                    <a:pt x="5"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00" name="Freeform 546">
              <a:extLst>
                <a:ext uri="{FF2B5EF4-FFF2-40B4-BE49-F238E27FC236}">
                  <a16:creationId xmlns:a16="http://schemas.microsoft.com/office/drawing/2014/main" id="{A303B871-4A29-FF19-C3A9-80E56979F9F1}"/>
                </a:ext>
              </a:extLst>
            </p:cNvPr>
            <p:cNvSpPr>
              <a:spLocks/>
            </p:cNvSpPr>
            <p:nvPr/>
          </p:nvSpPr>
          <p:spPr bwMode="auto">
            <a:xfrm>
              <a:off x="7728852" y="5385621"/>
              <a:ext cx="35033" cy="47785"/>
            </a:xfrm>
            <a:custGeom>
              <a:avLst/>
              <a:gdLst>
                <a:gd name="T0" fmla="*/ 3 w 4"/>
                <a:gd name="T1" fmla="*/ 4 h 5"/>
                <a:gd name="T2" fmla="*/ 0 w 4"/>
                <a:gd name="T3" fmla="*/ 1 h 5"/>
                <a:gd name="T4" fmla="*/ 3 w 4"/>
                <a:gd name="T5" fmla="*/ 4 h 5"/>
              </a:gdLst>
              <a:ahLst/>
              <a:cxnLst>
                <a:cxn ang="0">
                  <a:pos x="T0" y="T1"/>
                </a:cxn>
                <a:cxn ang="0">
                  <a:pos x="T2" y="T3"/>
                </a:cxn>
                <a:cxn ang="0">
                  <a:pos x="T4" y="T5"/>
                </a:cxn>
              </a:cxnLst>
              <a:rect l="0" t="0" r="r" b="b"/>
              <a:pathLst>
                <a:path w="4" h="5">
                  <a:moveTo>
                    <a:pt x="3" y="4"/>
                  </a:moveTo>
                  <a:cubicBezTo>
                    <a:pt x="1" y="5"/>
                    <a:pt x="0" y="2"/>
                    <a:pt x="0" y="1"/>
                  </a:cubicBezTo>
                  <a:cubicBezTo>
                    <a:pt x="1" y="0"/>
                    <a:pt x="4" y="3"/>
                    <a:pt x="3"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01" name="Freeform 547">
              <a:extLst>
                <a:ext uri="{FF2B5EF4-FFF2-40B4-BE49-F238E27FC236}">
                  <a16:creationId xmlns:a16="http://schemas.microsoft.com/office/drawing/2014/main" id="{46889079-8951-A0C5-EE19-457A03FB741D}"/>
                </a:ext>
              </a:extLst>
            </p:cNvPr>
            <p:cNvSpPr>
              <a:spLocks/>
            </p:cNvSpPr>
            <p:nvPr/>
          </p:nvSpPr>
          <p:spPr bwMode="auto">
            <a:xfrm>
              <a:off x="7642864" y="5207233"/>
              <a:ext cx="28662" cy="57338"/>
            </a:xfrm>
            <a:custGeom>
              <a:avLst/>
              <a:gdLst>
                <a:gd name="T0" fmla="*/ 3 w 3"/>
                <a:gd name="T1" fmla="*/ 5 h 6"/>
                <a:gd name="T2" fmla="*/ 3 w 3"/>
                <a:gd name="T3" fmla="*/ 2 h 6"/>
                <a:gd name="T4" fmla="*/ 1 w 3"/>
                <a:gd name="T5" fmla="*/ 1 h 6"/>
                <a:gd name="T6" fmla="*/ 1 w 3"/>
                <a:gd name="T7" fmla="*/ 4 h 6"/>
                <a:gd name="T8" fmla="*/ 3 w 3"/>
                <a:gd name="T9" fmla="*/ 5 h 6"/>
                <a:gd name="T10" fmla="*/ 3 w 3"/>
                <a:gd name="T11" fmla="*/ 5 h 6"/>
              </a:gdLst>
              <a:ahLst/>
              <a:cxnLst>
                <a:cxn ang="0">
                  <a:pos x="T0" y="T1"/>
                </a:cxn>
                <a:cxn ang="0">
                  <a:pos x="T2" y="T3"/>
                </a:cxn>
                <a:cxn ang="0">
                  <a:pos x="T4" y="T5"/>
                </a:cxn>
                <a:cxn ang="0">
                  <a:pos x="T6" y="T7"/>
                </a:cxn>
                <a:cxn ang="0">
                  <a:pos x="T8" y="T9"/>
                </a:cxn>
                <a:cxn ang="0">
                  <a:pos x="T10" y="T11"/>
                </a:cxn>
              </a:cxnLst>
              <a:rect l="0" t="0" r="r" b="b"/>
              <a:pathLst>
                <a:path w="3" h="6">
                  <a:moveTo>
                    <a:pt x="3" y="5"/>
                  </a:moveTo>
                  <a:cubicBezTo>
                    <a:pt x="3" y="4"/>
                    <a:pt x="3" y="3"/>
                    <a:pt x="3" y="2"/>
                  </a:cubicBezTo>
                  <a:cubicBezTo>
                    <a:pt x="3" y="2"/>
                    <a:pt x="1" y="0"/>
                    <a:pt x="1" y="1"/>
                  </a:cubicBezTo>
                  <a:cubicBezTo>
                    <a:pt x="1" y="2"/>
                    <a:pt x="0" y="4"/>
                    <a:pt x="1" y="4"/>
                  </a:cubicBezTo>
                  <a:cubicBezTo>
                    <a:pt x="1" y="5"/>
                    <a:pt x="2" y="6"/>
                    <a:pt x="3" y="5"/>
                  </a:cubicBezTo>
                  <a:cubicBezTo>
                    <a:pt x="3" y="4"/>
                    <a:pt x="2" y="6"/>
                    <a:pt x="3"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02" name="Freeform 548">
              <a:extLst>
                <a:ext uri="{FF2B5EF4-FFF2-40B4-BE49-F238E27FC236}">
                  <a16:creationId xmlns:a16="http://schemas.microsoft.com/office/drawing/2014/main" id="{8AC177F9-712C-EE77-DABA-35D091F60E04}"/>
                </a:ext>
              </a:extLst>
            </p:cNvPr>
            <p:cNvSpPr>
              <a:spLocks/>
            </p:cNvSpPr>
            <p:nvPr/>
          </p:nvSpPr>
          <p:spPr bwMode="auto">
            <a:xfrm>
              <a:off x="7502737" y="4719845"/>
              <a:ext cx="1343951" cy="984332"/>
            </a:xfrm>
            <a:custGeom>
              <a:avLst/>
              <a:gdLst>
                <a:gd name="T0" fmla="*/ 63 w 144"/>
                <a:gd name="T1" fmla="*/ 86 h 105"/>
                <a:gd name="T2" fmla="*/ 81 w 144"/>
                <a:gd name="T3" fmla="*/ 76 h 105"/>
                <a:gd name="T4" fmla="*/ 91 w 144"/>
                <a:gd name="T5" fmla="*/ 67 h 105"/>
                <a:gd name="T6" fmla="*/ 103 w 144"/>
                <a:gd name="T7" fmla="*/ 68 h 105"/>
                <a:gd name="T8" fmla="*/ 87 w 144"/>
                <a:gd name="T9" fmla="*/ 66 h 105"/>
                <a:gd name="T10" fmla="*/ 80 w 144"/>
                <a:gd name="T11" fmla="*/ 48 h 105"/>
                <a:gd name="T12" fmla="*/ 67 w 144"/>
                <a:gd name="T13" fmla="*/ 49 h 105"/>
                <a:gd name="T14" fmla="*/ 64 w 144"/>
                <a:gd name="T15" fmla="*/ 40 h 105"/>
                <a:gd name="T16" fmla="*/ 54 w 144"/>
                <a:gd name="T17" fmla="*/ 32 h 105"/>
                <a:gd name="T18" fmla="*/ 53 w 144"/>
                <a:gd name="T19" fmla="*/ 38 h 105"/>
                <a:gd name="T20" fmla="*/ 52 w 144"/>
                <a:gd name="T21" fmla="*/ 39 h 105"/>
                <a:gd name="T22" fmla="*/ 37 w 144"/>
                <a:gd name="T23" fmla="*/ 38 h 105"/>
                <a:gd name="T24" fmla="*/ 5 w 144"/>
                <a:gd name="T25" fmla="*/ 32 h 105"/>
                <a:gd name="T26" fmla="*/ 8 w 144"/>
                <a:gd name="T27" fmla="*/ 26 h 105"/>
                <a:gd name="T28" fmla="*/ 16 w 144"/>
                <a:gd name="T29" fmla="*/ 2 h 105"/>
                <a:gd name="T30" fmla="*/ 18 w 144"/>
                <a:gd name="T31" fmla="*/ 18 h 105"/>
                <a:gd name="T32" fmla="*/ 26 w 144"/>
                <a:gd name="T33" fmla="*/ 29 h 105"/>
                <a:gd name="T34" fmla="*/ 20 w 144"/>
                <a:gd name="T35" fmla="*/ 19 h 105"/>
                <a:gd name="T36" fmla="*/ 22 w 144"/>
                <a:gd name="T37" fmla="*/ 13 h 105"/>
                <a:gd name="T38" fmla="*/ 25 w 144"/>
                <a:gd name="T39" fmla="*/ 7 h 105"/>
                <a:gd name="T40" fmla="*/ 34 w 144"/>
                <a:gd name="T41" fmla="*/ 3 h 105"/>
                <a:gd name="T42" fmla="*/ 43 w 144"/>
                <a:gd name="T43" fmla="*/ 16 h 105"/>
                <a:gd name="T44" fmla="*/ 52 w 144"/>
                <a:gd name="T45" fmla="*/ 16 h 105"/>
                <a:gd name="T46" fmla="*/ 54 w 144"/>
                <a:gd name="T47" fmla="*/ 15 h 105"/>
                <a:gd name="T48" fmla="*/ 66 w 144"/>
                <a:gd name="T49" fmla="*/ 13 h 105"/>
                <a:gd name="T50" fmla="*/ 70 w 144"/>
                <a:gd name="T51" fmla="*/ 21 h 105"/>
                <a:gd name="T52" fmla="*/ 76 w 144"/>
                <a:gd name="T53" fmla="*/ 22 h 105"/>
                <a:gd name="T54" fmla="*/ 81 w 144"/>
                <a:gd name="T55" fmla="*/ 23 h 105"/>
                <a:gd name="T56" fmla="*/ 86 w 144"/>
                <a:gd name="T57" fmla="*/ 23 h 105"/>
                <a:gd name="T58" fmla="*/ 92 w 144"/>
                <a:gd name="T59" fmla="*/ 28 h 105"/>
                <a:gd name="T60" fmla="*/ 94 w 144"/>
                <a:gd name="T61" fmla="*/ 31 h 105"/>
                <a:gd name="T62" fmla="*/ 100 w 144"/>
                <a:gd name="T63" fmla="*/ 29 h 105"/>
                <a:gd name="T64" fmla="*/ 99 w 144"/>
                <a:gd name="T65" fmla="*/ 38 h 105"/>
                <a:gd name="T66" fmla="*/ 104 w 144"/>
                <a:gd name="T67" fmla="*/ 38 h 105"/>
                <a:gd name="T68" fmla="*/ 109 w 144"/>
                <a:gd name="T69" fmla="*/ 40 h 105"/>
                <a:gd name="T70" fmla="*/ 106 w 144"/>
                <a:gd name="T71" fmla="*/ 45 h 105"/>
                <a:gd name="T72" fmla="*/ 118 w 144"/>
                <a:gd name="T73" fmla="*/ 54 h 105"/>
                <a:gd name="T74" fmla="*/ 124 w 144"/>
                <a:gd name="T75" fmla="*/ 55 h 105"/>
                <a:gd name="T76" fmla="*/ 128 w 144"/>
                <a:gd name="T77" fmla="*/ 60 h 105"/>
                <a:gd name="T78" fmla="*/ 141 w 144"/>
                <a:gd name="T79" fmla="*/ 64 h 105"/>
                <a:gd name="T80" fmla="*/ 139 w 144"/>
                <a:gd name="T81" fmla="*/ 69 h 105"/>
                <a:gd name="T82" fmla="*/ 133 w 144"/>
                <a:gd name="T83" fmla="*/ 73 h 105"/>
                <a:gd name="T84" fmla="*/ 128 w 144"/>
                <a:gd name="T85" fmla="*/ 77 h 105"/>
                <a:gd name="T86" fmla="*/ 125 w 144"/>
                <a:gd name="T87" fmla="*/ 74 h 105"/>
                <a:gd name="T88" fmla="*/ 120 w 144"/>
                <a:gd name="T89" fmla="*/ 72 h 105"/>
                <a:gd name="T90" fmla="*/ 113 w 144"/>
                <a:gd name="T91" fmla="*/ 67 h 105"/>
                <a:gd name="T92" fmla="*/ 108 w 144"/>
                <a:gd name="T93" fmla="*/ 70 h 105"/>
                <a:gd name="T94" fmla="*/ 118 w 144"/>
                <a:gd name="T95" fmla="*/ 80 h 105"/>
                <a:gd name="T96" fmla="*/ 123 w 144"/>
                <a:gd name="T97" fmla="*/ 82 h 105"/>
                <a:gd name="T98" fmla="*/ 128 w 144"/>
                <a:gd name="T99" fmla="*/ 93 h 105"/>
                <a:gd name="T100" fmla="*/ 126 w 144"/>
                <a:gd name="T101" fmla="*/ 95 h 105"/>
                <a:gd name="T102" fmla="*/ 118 w 144"/>
                <a:gd name="T103" fmla="*/ 96 h 105"/>
                <a:gd name="T104" fmla="*/ 110 w 144"/>
                <a:gd name="T105" fmla="*/ 93 h 105"/>
                <a:gd name="T106" fmla="*/ 109 w 144"/>
                <a:gd name="T107" fmla="*/ 94 h 105"/>
                <a:gd name="T108" fmla="*/ 103 w 144"/>
                <a:gd name="T109" fmla="*/ 99 h 105"/>
                <a:gd name="T110" fmla="*/ 91 w 144"/>
                <a:gd name="T111" fmla="*/ 90 h 105"/>
                <a:gd name="T112" fmla="*/ 77 w 144"/>
                <a:gd name="T113" fmla="*/ 8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4" h="105">
                  <a:moveTo>
                    <a:pt x="77" y="83"/>
                  </a:moveTo>
                  <a:cubicBezTo>
                    <a:pt x="76" y="86"/>
                    <a:pt x="74" y="83"/>
                    <a:pt x="71" y="84"/>
                  </a:cubicBezTo>
                  <a:cubicBezTo>
                    <a:pt x="70" y="84"/>
                    <a:pt x="69" y="85"/>
                    <a:pt x="68" y="86"/>
                  </a:cubicBezTo>
                  <a:cubicBezTo>
                    <a:pt x="66" y="87"/>
                    <a:pt x="65" y="86"/>
                    <a:pt x="63" y="86"/>
                  </a:cubicBezTo>
                  <a:cubicBezTo>
                    <a:pt x="60" y="85"/>
                    <a:pt x="56" y="83"/>
                    <a:pt x="60" y="80"/>
                  </a:cubicBezTo>
                  <a:cubicBezTo>
                    <a:pt x="62" y="78"/>
                    <a:pt x="62" y="76"/>
                    <a:pt x="65" y="76"/>
                  </a:cubicBezTo>
                  <a:cubicBezTo>
                    <a:pt x="68" y="77"/>
                    <a:pt x="71" y="78"/>
                    <a:pt x="75" y="77"/>
                  </a:cubicBezTo>
                  <a:cubicBezTo>
                    <a:pt x="77" y="77"/>
                    <a:pt x="79" y="76"/>
                    <a:pt x="81" y="76"/>
                  </a:cubicBezTo>
                  <a:cubicBezTo>
                    <a:pt x="82" y="76"/>
                    <a:pt x="81" y="75"/>
                    <a:pt x="81" y="74"/>
                  </a:cubicBezTo>
                  <a:cubicBezTo>
                    <a:pt x="78" y="72"/>
                    <a:pt x="77" y="71"/>
                    <a:pt x="80" y="69"/>
                  </a:cubicBezTo>
                  <a:cubicBezTo>
                    <a:pt x="82" y="66"/>
                    <a:pt x="84" y="66"/>
                    <a:pt x="87" y="66"/>
                  </a:cubicBezTo>
                  <a:cubicBezTo>
                    <a:pt x="88" y="66"/>
                    <a:pt x="90" y="66"/>
                    <a:pt x="91" y="67"/>
                  </a:cubicBezTo>
                  <a:cubicBezTo>
                    <a:pt x="93" y="68"/>
                    <a:pt x="93" y="69"/>
                    <a:pt x="93" y="71"/>
                  </a:cubicBezTo>
                  <a:cubicBezTo>
                    <a:pt x="94" y="73"/>
                    <a:pt x="95" y="70"/>
                    <a:pt x="96" y="70"/>
                  </a:cubicBezTo>
                  <a:cubicBezTo>
                    <a:pt x="96" y="69"/>
                    <a:pt x="99" y="70"/>
                    <a:pt x="99" y="70"/>
                  </a:cubicBezTo>
                  <a:cubicBezTo>
                    <a:pt x="100" y="70"/>
                    <a:pt x="103" y="70"/>
                    <a:pt x="103" y="68"/>
                  </a:cubicBezTo>
                  <a:cubicBezTo>
                    <a:pt x="103" y="67"/>
                    <a:pt x="100" y="66"/>
                    <a:pt x="99" y="66"/>
                  </a:cubicBezTo>
                  <a:cubicBezTo>
                    <a:pt x="97" y="65"/>
                    <a:pt x="96" y="64"/>
                    <a:pt x="95" y="63"/>
                  </a:cubicBezTo>
                  <a:cubicBezTo>
                    <a:pt x="94" y="63"/>
                    <a:pt x="93" y="65"/>
                    <a:pt x="93" y="66"/>
                  </a:cubicBezTo>
                  <a:cubicBezTo>
                    <a:pt x="92" y="67"/>
                    <a:pt x="88" y="66"/>
                    <a:pt x="87" y="66"/>
                  </a:cubicBezTo>
                  <a:cubicBezTo>
                    <a:pt x="81" y="65"/>
                    <a:pt x="89" y="63"/>
                    <a:pt x="88" y="61"/>
                  </a:cubicBezTo>
                  <a:cubicBezTo>
                    <a:pt x="87" y="58"/>
                    <a:pt x="86" y="54"/>
                    <a:pt x="84" y="52"/>
                  </a:cubicBezTo>
                  <a:cubicBezTo>
                    <a:pt x="83" y="52"/>
                    <a:pt x="81" y="53"/>
                    <a:pt x="81" y="52"/>
                  </a:cubicBezTo>
                  <a:cubicBezTo>
                    <a:pt x="81" y="51"/>
                    <a:pt x="81" y="49"/>
                    <a:pt x="80" y="48"/>
                  </a:cubicBezTo>
                  <a:cubicBezTo>
                    <a:pt x="79" y="47"/>
                    <a:pt x="78" y="53"/>
                    <a:pt x="79" y="53"/>
                  </a:cubicBezTo>
                  <a:cubicBezTo>
                    <a:pt x="78" y="53"/>
                    <a:pt x="75" y="46"/>
                    <a:pt x="75" y="46"/>
                  </a:cubicBezTo>
                  <a:cubicBezTo>
                    <a:pt x="73" y="46"/>
                    <a:pt x="72" y="47"/>
                    <a:pt x="71" y="48"/>
                  </a:cubicBezTo>
                  <a:cubicBezTo>
                    <a:pt x="70" y="48"/>
                    <a:pt x="67" y="50"/>
                    <a:pt x="67" y="49"/>
                  </a:cubicBezTo>
                  <a:cubicBezTo>
                    <a:pt x="67" y="46"/>
                    <a:pt x="66" y="46"/>
                    <a:pt x="69" y="46"/>
                  </a:cubicBezTo>
                  <a:cubicBezTo>
                    <a:pt x="70" y="46"/>
                    <a:pt x="71" y="45"/>
                    <a:pt x="71" y="44"/>
                  </a:cubicBezTo>
                  <a:cubicBezTo>
                    <a:pt x="72" y="43"/>
                    <a:pt x="69" y="43"/>
                    <a:pt x="69" y="43"/>
                  </a:cubicBezTo>
                  <a:cubicBezTo>
                    <a:pt x="68" y="42"/>
                    <a:pt x="64" y="40"/>
                    <a:pt x="64" y="40"/>
                  </a:cubicBezTo>
                  <a:cubicBezTo>
                    <a:pt x="64" y="37"/>
                    <a:pt x="63" y="39"/>
                    <a:pt x="62" y="39"/>
                  </a:cubicBezTo>
                  <a:cubicBezTo>
                    <a:pt x="61" y="39"/>
                    <a:pt x="62" y="34"/>
                    <a:pt x="60" y="35"/>
                  </a:cubicBezTo>
                  <a:cubicBezTo>
                    <a:pt x="59" y="35"/>
                    <a:pt x="59" y="36"/>
                    <a:pt x="57" y="34"/>
                  </a:cubicBezTo>
                  <a:cubicBezTo>
                    <a:pt x="56" y="34"/>
                    <a:pt x="55" y="32"/>
                    <a:pt x="54" y="32"/>
                  </a:cubicBezTo>
                  <a:cubicBezTo>
                    <a:pt x="54" y="32"/>
                    <a:pt x="55" y="33"/>
                    <a:pt x="55" y="33"/>
                  </a:cubicBezTo>
                  <a:cubicBezTo>
                    <a:pt x="55" y="33"/>
                    <a:pt x="52" y="33"/>
                    <a:pt x="52" y="34"/>
                  </a:cubicBezTo>
                  <a:cubicBezTo>
                    <a:pt x="53" y="35"/>
                    <a:pt x="55" y="34"/>
                    <a:pt x="56" y="36"/>
                  </a:cubicBezTo>
                  <a:cubicBezTo>
                    <a:pt x="56" y="38"/>
                    <a:pt x="54" y="38"/>
                    <a:pt x="53" y="38"/>
                  </a:cubicBezTo>
                  <a:cubicBezTo>
                    <a:pt x="51" y="39"/>
                    <a:pt x="46" y="35"/>
                    <a:pt x="44" y="37"/>
                  </a:cubicBezTo>
                  <a:cubicBezTo>
                    <a:pt x="43" y="37"/>
                    <a:pt x="45" y="38"/>
                    <a:pt x="46" y="39"/>
                  </a:cubicBezTo>
                  <a:cubicBezTo>
                    <a:pt x="46" y="40"/>
                    <a:pt x="47" y="39"/>
                    <a:pt x="48" y="39"/>
                  </a:cubicBezTo>
                  <a:cubicBezTo>
                    <a:pt x="49" y="39"/>
                    <a:pt x="52" y="38"/>
                    <a:pt x="52" y="39"/>
                  </a:cubicBezTo>
                  <a:cubicBezTo>
                    <a:pt x="52" y="40"/>
                    <a:pt x="51" y="41"/>
                    <a:pt x="50" y="42"/>
                  </a:cubicBezTo>
                  <a:cubicBezTo>
                    <a:pt x="50" y="42"/>
                    <a:pt x="39" y="35"/>
                    <a:pt x="37" y="36"/>
                  </a:cubicBezTo>
                  <a:cubicBezTo>
                    <a:pt x="38" y="36"/>
                    <a:pt x="39" y="37"/>
                    <a:pt x="40" y="37"/>
                  </a:cubicBezTo>
                  <a:cubicBezTo>
                    <a:pt x="42" y="39"/>
                    <a:pt x="37" y="38"/>
                    <a:pt x="37" y="38"/>
                  </a:cubicBezTo>
                  <a:cubicBezTo>
                    <a:pt x="34" y="36"/>
                    <a:pt x="30" y="38"/>
                    <a:pt x="27" y="37"/>
                  </a:cubicBezTo>
                  <a:cubicBezTo>
                    <a:pt x="23" y="36"/>
                    <a:pt x="20" y="37"/>
                    <a:pt x="17" y="34"/>
                  </a:cubicBezTo>
                  <a:cubicBezTo>
                    <a:pt x="14" y="32"/>
                    <a:pt x="12" y="35"/>
                    <a:pt x="9" y="34"/>
                  </a:cubicBezTo>
                  <a:cubicBezTo>
                    <a:pt x="8" y="33"/>
                    <a:pt x="6" y="33"/>
                    <a:pt x="5" y="32"/>
                  </a:cubicBezTo>
                  <a:cubicBezTo>
                    <a:pt x="5" y="31"/>
                    <a:pt x="2" y="28"/>
                    <a:pt x="4" y="28"/>
                  </a:cubicBezTo>
                  <a:cubicBezTo>
                    <a:pt x="7" y="28"/>
                    <a:pt x="11" y="31"/>
                    <a:pt x="14" y="29"/>
                  </a:cubicBezTo>
                  <a:cubicBezTo>
                    <a:pt x="15" y="28"/>
                    <a:pt x="13" y="27"/>
                    <a:pt x="13" y="27"/>
                  </a:cubicBezTo>
                  <a:cubicBezTo>
                    <a:pt x="11" y="26"/>
                    <a:pt x="9" y="26"/>
                    <a:pt x="8" y="26"/>
                  </a:cubicBezTo>
                  <a:cubicBezTo>
                    <a:pt x="5" y="26"/>
                    <a:pt x="0" y="26"/>
                    <a:pt x="0" y="23"/>
                  </a:cubicBezTo>
                  <a:cubicBezTo>
                    <a:pt x="0" y="19"/>
                    <a:pt x="0" y="16"/>
                    <a:pt x="2" y="12"/>
                  </a:cubicBezTo>
                  <a:cubicBezTo>
                    <a:pt x="3" y="9"/>
                    <a:pt x="6" y="7"/>
                    <a:pt x="9" y="5"/>
                  </a:cubicBezTo>
                  <a:cubicBezTo>
                    <a:pt x="11" y="3"/>
                    <a:pt x="13" y="3"/>
                    <a:pt x="16" y="2"/>
                  </a:cubicBezTo>
                  <a:cubicBezTo>
                    <a:pt x="18" y="2"/>
                    <a:pt x="24" y="0"/>
                    <a:pt x="25" y="3"/>
                  </a:cubicBezTo>
                  <a:cubicBezTo>
                    <a:pt x="25" y="2"/>
                    <a:pt x="20" y="7"/>
                    <a:pt x="19" y="7"/>
                  </a:cubicBezTo>
                  <a:cubicBezTo>
                    <a:pt x="17" y="9"/>
                    <a:pt x="15" y="11"/>
                    <a:pt x="17" y="13"/>
                  </a:cubicBezTo>
                  <a:cubicBezTo>
                    <a:pt x="19" y="15"/>
                    <a:pt x="17" y="16"/>
                    <a:pt x="18" y="18"/>
                  </a:cubicBezTo>
                  <a:cubicBezTo>
                    <a:pt x="18" y="20"/>
                    <a:pt x="20" y="21"/>
                    <a:pt x="21" y="22"/>
                  </a:cubicBezTo>
                  <a:cubicBezTo>
                    <a:pt x="22" y="23"/>
                    <a:pt x="24" y="24"/>
                    <a:pt x="25" y="25"/>
                  </a:cubicBezTo>
                  <a:cubicBezTo>
                    <a:pt x="26" y="26"/>
                    <a:pt x="22" y="26"/>
                    <a:pt x="22" y="27"/>
                  </a:cubicBezTo>
                  <a:cubicBezTo>
                    <a:pt x="22" y="26"/>
                    <a:pt x="26" y="29"/>
                    <a:pt x="26" y="29"/>
                  </a:cubicBezTo>
                  <a:cubicBezTo>
                    <a:pt x="27" y="28"/>
                    <a:pt x="26" y="26"/>
                    <a:pt x="26" y="25"/>
                  </a:cubicBezTo>
                  <a:cubicBezTo>
                    <a:pt x="26" y="25"/>
                    <a:pt x="28" y="24"/>
                    <a:pt x="27" y="23"/>
                  </a:cubicBezTo>
                  <a:cubicBezTo>
                    <a:pt x="26" y="22"/>
                    <a:pt x="22" y="21"/>
                    <a:pt x="21" y="20"/>
                  </a:cubicBezTo>
                  <a:cubicBezTo>
                    <a:pt x="20" y="20"/>
                    <a:pt x="19" y="19"/>
                    <a:pt x="20" y="19"/>
                  </a:cubicBezTo>
                  <a:cubicBezTo>
                    <a:pt x="22" y="19"/>
                    <a:pt x="22" y="18"/>
                    <a:pt x="23" y="17"/>
                  </a:cubicBezTo>
                  <a:cubicBezTo>
                    <a:pt x="25" y="16"/>
                    <a:pt x="28" y="18"/>
                    <a:pt x="29" y="19"/>
                  </a:cubicBezTo>
                  <a:cubicBezTo>
                    <a:pt x="28" y="18"/>
                    <a:pt x="27" y="17"/>
                    <a:pt x="27" y="16"/>
                  </a:cubicBezTo>
                  <a:cubicBezTo>
                    <a:pt x="27" y="14"/>
                    <a:pt x="22" y="15"/>
                    <a:pt x="22" y="13"/>
                  </a:cubicBezTo>
                  <a:cubicBezTo>
                    <a:pt x="20" y="7"/>
                    <a:pt x="29" y="12"/>
                    <a:pt x="29" y="12"/>
                  </a:cubicBezTo>
                  <a:cubicBezTo>
                    <a:pt x="29" y="11"/>
                    <a:pt x="23" y="9"/>
                    <a:pt x="23" y="9"/>
                  </a:cubicBezTo>
                  <a:cubicBezTo>
                    <a:pt x="23" y="8"/>
                    <a:pt x="28" y="9"/>
                    <a:pt x="28" y="9"/>
                  </a:cubicBezTo>
                  <a:cubicBezTo>
                    <a:pt x="28" y="8"/>
                    <a:pt x="25" y="7"/>
                    <a:pt x="25" y="7"/>
                  </a:cubicBezTo>
                  <a:cubicBezTo>
                    <a:pt x="24" y="6"/>
                    <a:pt x="25" y="6"/>
                    <a:pt x="26" y="6"/>
                  </a:cubicBezTo>
                  <a:cubicBezTo>
                    <a:pt x="27" y="7"/>
                    <a:pt x="27" y="6"/>
                    <a:pt x="28" y="6"/>
                  </a:cubicBezTo>
                  <a:cubicBezTo>
                    <a:pt x="30" y="5"/>
                    <a:pt x="30" y="6"/>
                    <a:pt x="32" y="6"/>
                  </a:cubicBezTo>
                  <a:cubicBezTo>
                    <a:pt x="29" y="5"/>
                    <a:pt x="33" y="3"/>
                    <a:pt x="34" y="3"/>
                  </a:cubicBezTo>
                  <a:cubicBezTo>
                    <a:pt x="36" y="2"/>
                    <a:pt x="42" y="2"/>
                    <a:pt x="43" y="4"/>
                  </a:cubicBezTo>
                  <a:cubicBezTo>
                    <a:pt x="44" y="5"/>
                    <a:pt x="44" y="6"/>
                    <a:pt x="44" y="7"/>
                  </a:cubicBezTo>
                  <a:cubicBezTo>
                    <a:pt x="45" y="8"/>
                    <a:pt x="46" y="9"/>
                    <a:pt x="47" y="10"/>
                  </a:cubicBezTo>
                  <a:cubicBezTo>
                    <a:pt x="48" y="12"/>
                    <a:pt x="43" y="16"/>
                    <a:pt x="43" y="16"/>
                  </a:cubicBezTo>
                  <a:cubicBezTo>
                    <a:pt x="44" y="17"/>
                    <a:pt x="46" y="14"/>
                    <a:pt x="47" y="14"/>
                  </a:cubicBezTo>
                  <a:cubicBezTo>
                    <a:pt x="47" y="14"/>
                    <a:pt x="45" y="20"/>
                    <a:pt x="46" y="19"/>
                  </a:cubicBezTo>
                  <a:cubicBezTo>
                    <a:pt x="47" y="19"/>
                    <a:pt x="47" y="17"/>
                    <a:pt x="48" y="17"/>
                  </a:cubicBezTo>
                  <a:cubicBezTo>
                    <a:pt x="50" y="17"/>
                    <a:pt x="50" y="18"/>
                    <a:pt x="52" y="16"/>
                  </a:cubicBezTo>
                  <a:cubicBezTo>
                    <a:pt x="53" y="15"/>
                    <a:pt x="53" y="16"/>
                    <a:pt x="54" y="17"/>
                  </a:cubicBezTo>
                  <a:cubicBezTo>
                    <a:pt x="55" y="18"/>
                    <a:pt x="54" y="18"/>
                    <a:pt x="54" y="19"/>
                  </a:cubicBezTo>
                  <a:cubicBezTo>
                    <a:pt x="54" y="20"/>
                    <a:pt x="59" y="21"/>
                    <a:pt x="60" y="21"/>
                  </a:cubicBezTo>
                  <a:cubicBezTo>
                    <a:pt x="60" y="21"/>
                    <a:pt x="55" y="16"/>
                    <a:pt x="54" y="15"/>
                  </a:cubicBezTo>
                  <a:cubicBezTo>
                    <a:pt x="54" y="15"/>
                    <a:pt x="63" y="18"/>
                    <a:pt x="63" y="17"/>
                  </a:cubicBezTo>
                  <a:cubicBezTo>
                    <a:pt x="63" y="17"/>
                    <a:pt x="57" y="16"/>
                    <a:pt x="57" y="14"/>
                  </a:cubicBezTo>
                  <a:cubicBezTo>
                    <a:pt x="57" y="13"/>
                    <a:pt x="60" y="12"/>
                    <a:pt x="61" y="12"/>
                  </a:cubicBezTo>
                  <a:cubicBezTo>
                    <a:pt x="63" y="11"/>
                    <a:pt x="64" y="12"/>
                    <a:pt x="66" y="13"/>
                  </a:cubicBezTo>
                  <a:cubicBezTo>
                    <a:pt x="69" y="14"/>
                    <a:pt x="73" y="13"/>
                    <a:pt x="74" y="17"/>
                  </a:cubicBezTo>
                  <a:cubicBezTo>
                    <a:pt x="74" y="17"/>
                    <a:pt x="67" y="17"/>
                    <a:pt x="68" y="20"/>
                  </a:cubicBezTo>
                  <a:cubicBezTo>
                    <a:pt x="68" y="19"/>
                    <a:pt x="71" y="18"/>
                    <a:pt x="71" y="18"/>
                  </a:cubicBezTo>
                  <a:cubicBezTo>
                    <a:pt x="73" y="18"/>
                    <a:pt x="70" y="20"/>
                    <a:pt x="70" y="21"/>
                  </a:cubicBezTo>
                  <a:cubicBezTo>
                    <a:pt x="70" y="21"/>
                    <a:pt x="73" y="19"/>
                    <a:pt x="73" y="19"/>
                  </a:cubicBezTo>
                  <a:cubicBezTo>
                    <a:pt x="73" y="18"/>
                    <a:pt x="77" y="18"/>
                    <a:pt x="78" y="19"/>
                  </a:cubicBezTo>
                  <a:cubicBezTo>
                    <a:pt x="82" y="19"/>
                    <a:pt x="73" y="22"/>
                    <a:pt x="74" y="23"/>
                  </a:cubicBezTo>
                  <a:cubicBezTo>
                    <a:pt x="74" y="23"/>
                    <a:pt x="76" y="21"/>
                    <a:pt x="76" y="22"/>
                  </a:cubicBezTo>
                  <a:cubicBezTo>
                    <a:pt x="76" y="23"/>
                    <a:pt x="74" y="25"/>
                    <a:pt x="75" y="26"/>
                  </a:cubicBezTo>
                  <a:cubicBezTo>
                    <a:pt x="74" y="25"/>
                    <a:pt x="78" y="21"/>
                    <a:pt x="79" y="22"/>
                  </a:cubicBezTo>
                  <a:cubicBezTo>
                    <a:pt x="79" y="24"/>
                    <a:pt x="78" y="26"/>
                    <a:pt x="79" y="27"/>
                  </a:cubicBezTo>
                  <a:cubicBezTo>
                    <a:pt x="79" y="27"/>
                    <a:pt x="79" y="23"/>
                    <a:pt x="81" y="23"/>
                  </a:cubicBezTo>
                  <a:cubicBezTo>
                    <a:pt x="83" y="24"/>
                    <a:pt x="80" y="27"/>
                    <a:pt x="81" y="28"/>
                  </a:cubicBezTo>
                  <a:cubicBezTo>
                    <a:pt x="81" y="28"/>
                    <a:pt x="82" y="25"/>
                    <a:pt x="83" y="25"/>
                  </a:cubicBezTo>
                  <a:cubicBezTo>
                    <a:pt x="83" y="25"/>
                    <a:pt x="82" y="28"/>
                    <a:pt x="83" y="28"/>
                  </a:cubicBezTo>
                  <a:cubicBezTo>
                    <a:pt x="82" y="28"/>
                    <a:pt x="85" y="24"/>
                    <a:pt x="86" y="23"/>
                  </a:cubicBezTo>
                  <a:cubicBezTo>
                    <a:pt x="87" y="22"/>
                    <a:pt x="90" y="23"/>
                    <a:pt x="91" y="24"/>
                  </a:cubicBezTo>
                  <a:cubicBezTo>
                    <a:pt x="93" y="25"/>
                    <a:pt x="94" y="27"/>
                    <a:pt x="91" y="27"/>
                  </a:cubicBezTo>
                  <a:cubicBezTo>
                    <a:pt x="90" y="27"/>
                    <a:pt x="86" y="27"/>
                    <a:pt x="86" y="30"/>
                  </a:cubicBezTo>
                  <a:cubicBezTo>
                    <a:pt x="86" y="29"/>
                    <a:pt x="92" y="27"/>
                    <a:pt x="92" y="28"/>
                  </a:cubicBezTo>
                  <a:cubicBezTo>
                    <a:pt x="92" y="28"/>
                    <a:pt x="88" y="30"/>
                    <a:pt x="88" y="31"/>
                  </a:cubicBezTo>
                  <a:cubicBezTo>
                    <a:pt x="88" y="30"/>
                    <a:pt x="92" y="30"/>
                    <a:pt x="92" y="30"/>
                  </a:cubicBezTo>
                  <a:cubicBezTo>
                    <a:pt x="93" y="29"/>
                    <a:pt x="95" y="26"/>
                    <a:pt x="96" y="27"/>
                  </a:cubicBezTo>
                  <a:cubicBezTo>
                    <a:pt x="97" y="29"/>
                    <a:pt x="96" y="31"/>
                    <a:pt x="94" y="31"/>
                  </a:cubicBezTo>
                  <a:cubicBezTo>
                    <a:pt x="93" y="32"/>
                    <a:pt x="92" y="33"/>
                    <a:pt x="91" y="34"/>
                  </a:cubicBezTo>
                  <a:cubicBezTo>
                    <a:pt x="91" y="34"/>
                    <a:pt x="93" y="32"/>
                    <a:pt x="94" y="32"/>
                  </a:cubicBezTo>
                  <a:cubicBezTo>
                    <a:pt x="94" y="32"/>
                    <a:pt x="93" y="36"/>
                    <a:pt x="93" y="36"/>
                  </a:cubicBezTo>
                  <a:cubicBezTo>
                    <a:pt x="92" y="34"/>
                    <a:pt x="99" y="27"/>
                    <a:pt x="100" y="29"/>
                  </a:cubicBezTo>
                  <a:cubicBezTo>
                    <a:pt x="101" y="30"/>
                    <a:pt x="99" y="31"/>
                    <a:pt x="98" y="31"/>
                  </a:cubicBezTo>
                  <a:cubicBezTo>
                    <a:pt x="99" y="31"/>
                    <a:pt x="102" y="31"/>
                    <a:pt x="103" y="31"/>
                  </a:cubicBezTo>
                  <a:cubicBezTo>
                    <a:pt x="104" y="31"/>
                    <a:pt x="106" y="31"/>
                    <a:pt x="107" y="32"/>
                  </a:cubicBezTo>
                  <a:cubicBezTo>
                    <a:pt x="108" y="35"/>
                    <a:pt x="98" y="35"/>
                    <a:pt x="99" y="38"/>
                  </a:cubicBezTo>
                  <a:cubicBezTo>
                    <a:pt x="99" y="38"/>
                    <a:pt x="102" y="35"/>
                    <a:pt x="103" y="35"/>
                  </a:cubicBezTo>
                  <a:cubicBezTo>
                    <a:pt x="104" y="35"/>
                    <a:pt x="106" y="35"/>
                    <a:pt x="106" y="36"/>
                  </a:cubicBezTo>
                  <a:cubicBezTo>
                    <a:pt x="107" y="37"/>
                    <a:pt x="101" y="39"/>
                    <a:pt x="101" y="39"/>
                  </a:cubicBezTo>
                  <a:cubicBezTo>
                    <a:pt x="101" y="39"/>
                    <a:pt x="104" y="38"/>
                    <a:pt x="104" y="38"/>
                  </a:cubicBezTo>
                  <a:cubicBezTo>
                    <a:pt x="105" y="38"/>
                    <a:pt x="107" y="37"/>
                    <a:pt x="108" y="36"/>
                  </a:cubicBezTo>
                  <a:cubicBezTo>
                    <a:pt x="109" y="36"/>
                    <a:pt x="108" y="35"/>
                    <a:pt x="109" y="34"/>
                  </a:cubicBezTo>
                  <a:cubicBezTo>
                    <a:pt x="110" y="34"/>
                    <a:pt x="112" y="36"/>
                    <a:pt x="112" y="37"/>
                  </a:cubicBezTo>
                  <a:cubicBezTo>
                    <a:pt x="116" y="40"/>
                    <a:pt x="112" y="39"/>
                    <a:pt x="109" y="40"/>
                  </a:cubicBezTo>
                  <a:cubicBezTo>
                    <a:pt x="109" y="40"/>
                    <a:pt x="102" y="42"/>
                    <a:pt x="102" y="41"/>
                  </a:cubicBezTo>
                  <a:cubicBezTo>
                    <a:pt x="102" y="42"/>
                    <a:pt x="118" y="42"/>
                    <a:pt x="117" y="44"/>
                  </a:cubicBezTo>
                  <a:cubicBezTo>
                    <a:pt x="116" y="45"/>
                    <a:pt x="111" y="45"/>
                    <a:pt x="110" y="44"/>
                  </a:cubicBezTo>
                  <a:cubicBezTo>
                    <a:pt x="110" y="44"/>
                    <a:pt x="106" y="45"/>
                    <a:pt x="106" y="45"/>
                  </a:cubicBezTo>
                  <a:cubicBezTo>
                    <a:pt x="107" y="46"/>
                    <a:pt x="110" y="45"/>
                    <a:pt x="110" y="46"/>
                  </a:cubicBezTo>
                  <a:cubicBezTo>
                    <a:pt x="111" y="46"/>
                    <a:pt x="107" y="47"/>
                    <a:pt x="107" y="48"/>
                  </a:cubicBezTo>
                  <a:cubicBezTo>
                    <a:pt x="107" y="50"/>
                    <a:pt x="111" y="51"/>
                    <a:pt x="112" y="51"/>
                  </a:cubicBezTo>
                  <a:cubicBezTo>
                    <a:pt x="114" y="52"/>
                    <a:pt x="117" y="52"/>
                    <a:pt x="118" y="54"/>
                  </a:cubicBezTo>
                  <a:cubicBezTo>
                    <a:pt x="119" y="55"/>
                    <a:pt x="119" y="56"/>
                    <a:pt x="120" y="56"/>
                  </a:cubicBezTo>
                  <a:cubicBezTo>
                    <a:pt x="120" y="56"/>
                    <a:pt x="122" y="55"/>
                    <a:pt x="122" y="55"/>
                  </a:cubicBezTo>
                  <a:cubicBezTo>
                    <a:pt x="122" y="55"/>
                    <a:pt x="122" y="57"/>
                    <a:pt x="123" y="57"/>
                  </a:cubicBezTo>
                  <a:cubicBezTo>
                    <a:pt x="123" y="57"/>
                    <a:pt x="123" y="55"/>
                    <a:pt x="124" y="55"/>
                  </a:cubicBezTo>
                  <a:cubicBezTo>
                    <a:pt x="124" y="55"/>
                    <a:pt x="124" y="57"/>
                    <a:pt x="124" y="57"/>
                  </a:cubicBezTo>
                  <a:cubicBezTo>
                    <a:pt x="124" y="58"/>
                    <a:pt x="126" y="57"/>
                    <a:pt x="127" y="57"/>
                  </a:cubicBezTo>
                  <a:cubicBezTo>
                    <a:pt x="127" y="57"/>
                    <a:pt x="129" y="58"/>
                    <a:pt x="129" y="59"/>
                  </a:cubicBezTo>
                  <a:cubicBezTo>
                    <a:pt x="129" y="60"/>
                    <a:pt x="128" y="59"/>
                    <a:pt x="128" y="60"/>
                  </a:cubicBezTo>
                  <a:cubicBezTo>
                    <a:pt x="129" y="59"/>
                    <a:pt x="138" y="62"/>
                    <a:pt x="138" y="62"/>
                  </a:cubicBezTo>
                  <a:cubicBezTo>
                    <a:pt x="137" y="63"/>
                    <a:pt x="137" y="63"/>
                    <a:pt x="137" y="63"/>
                  </a:cubicBezTo>
                  <a:cubicBezTo>
                    <a:pt x="137" y="64"/>
                    <a:pt x="139" y="63"/>
                    <a:pt x="139" y="63"/>
                  </a:cubicBezTo>
                  <a:cubicBezTo>
                    <a:pt x="140" y="62"/>
                    <a:pt x="140" y="63"/>
                    <a:pt x="141" y="64"/>
                  </a:cubicBezTo>
                  <a:cubicBezTo>
                    <a:pt x="142" y="64"/>
                    <a:pt x="144" y="66"/>
                    <a:pt x="143" y="67"/>
                  </a:cubicBezTo>
                  <a:cubicBezTo>
                    <a:pt x="143" y="67"/>
                    <a:pt x="141" y="67"/>
                    <a:pt x="141" y="67"/>
                  </a:cubicBezTo>
                  <a:cubicBezTo>
                    <a:pt x="141" y="68"/>
                    <a:pt x="143" y="68"/>
                    <a:pt x="142" y="69"/>
                  </a:cubicBezTo>
                  <a:cubicBezTo>
                    <a:pt x="142" y="69"/>
                    <a:pt x="139" y="69"/>
                    <a:pt x="139" y="69"/>
                  </a:cubicBezTo>
                  <a:cubicBezTo>
                    <a:pt x="137" y="70"/>
                    <a:pt x="139" y="70"/>
                    <a:pt x="139" y="71"/>
                  </a:cubicBezTo>
                  <a:cubicBezTo>
                    <a:pt x="140" y="73"/>
                    <a:pt x="136" y="71"/>
                    <a:pt x="135" y="71"/>
                  </a:cubicBezTo>
                  <a:cubicBezTo>
                    <a:pt x="136" y="72"/>
                    <a:pt x="138" y="73"/>
                    <a:pt x="137" y="74"/>
                  </a:cubicBezTo>
                  <a:cubicBezTo>
                    <a:pt x="136" y="74"/>
                    <a:pt x="132" y="74"/>
                    <a:pt x="133" y="73"/>
                  </a:cubicBezTo>
                  <a:cubicBezTo>
                    <a:pt x="132" y="74"/>
                    <a:pt x="135" y="76"/>
                    <a:pt x="134" y="77"/>
                  </a:cubicBezTo>
                  <a:cubicBezTo>
                    <a:pt x="133" y="77"/>
                    <a:pt x="133" y="75"/>
                    <a:pt x="132" y="76"/>
                  </a:cubicBezTo>
                  <a:cubicBezTo>
                    <a:pt x="131" y="77"/>
                    <a:pt x="135" y="82"/>
                    <a:pt x="131" y="79"/>
                  </a:cubicBezTo>
                  <a:cubicBezTo>
                    <a:pt x="131" y="79"/>
                    <a:pt x="128" y="77"/>
                    <a:pt x="128" y="77"/>
                  </a:cubicBezTo>
                  <a:cubicBezTo>
                    <a:pt x="127" y="78"/>
                    <a:pt x="127" y="79"/>
                    <a:pt x="126" y="79"/>
                  </a:cubicBezTo>
                  <a:cubicBezTo>
                    <a:pt x="126" y="78"/>
                    <a:pt x="127" y="77"/>
                    <a:pt x="127" y="76"/>
                  </a:cubicBezTo>
                  <a:cubicBezTo>
                    <a:pt x="127" y="77"/>
                    <a:pt x="125" y="77"/>
                    <a:pt x="125" y="77"/>
                  </a:cubicBezTo>
                  <a:cubicBezTo>
                    <a:pt x="124" y="76"/>
                    <a:pt x="126" y="75"/>
                    <a:pt x="125" y="74"/>
                  </a:cubicBezTo>
                  <a:cubicBezTo>
                    <a:pt x="125" y="74"/>
                    <a:pt x="123" y="75"/>
                    <a:pt x="123" y="75"/>
                  </a:cubicBezTo>
                  <a:cubicBezTo>
                    <a:pt x="122" y="74"/>
                    <a:pt x="123" y="72"/>
                    <a:pt x="123" y="72"/>
                  </a:cubicBezTo>
                  <a:cubicBezTo>
                    <a:pt x="124" y="72"/>
                    <a:pt x="128" y="70"/>
                    <a:pt x="127" y="70"/>
                  </a:cubicBezTo>
                  <a:cubicBezTo>
                    <a:pt x="126" y="69"/>
                    <a:pt x="122" y="73"/>
                    <a:pt x="120" y="72"/>
                  </a:cubicBezTo>
                  <a:cubicBezTo>
                    <a:pt x="120" y="72"/>
                    <a:pt x="123" y="69"/>
                    <a:pt x="122" y="69"/>
                  </a:cubicBezTo>
                  <a:cubicBezTo>
                    <a:pt x="121" y="69"/>
                    <a:pt x="120" y="71"/>
                    <a:pt x="119" y="70"/>
                  </a:cubicBezTo>
                  <a:cubicBezTo>
                    <a:pt x="118" y="69"/>
                    <a:pt x="117" y="69"/>
                    <a:pt x="116" y="68"/>
                  </a:cubicBezTo>
                  <a:cubicBezTo>
                    <a:pt x="115" y="67"/>
                    <a:pt x="114" y="66"/>
                    <a:pt x="113" y="67"/>
                  </a:cubicBezTo>
                  <a:cubicBezTo>
                    <a:pt x="113" y="68"/>
                    <a:pt x="113" y="68"/>
                    <a:pt x="113" y="69"/>
                  </a:cubicBezTo>
                  <a:cubicBezTo>
                    <a:pt x="113" y="69"/>
                    <a:pt x="112" y="69"/>
                    <a:pt x="112" y="69"/>
                  </a:cubicBezTo>
                  <a:cubicBezTo>
                    <a:pt x="112" y="70"/>
                    <a:pt x="116" y="72"/>
                    <a:pt x="112" y="72"/>
                  </a:cubicBezTo>
                  <a:cubicBezTo>
                    <a:pt x="111" y="72"/>
                    <a:pt x="107" y="71"/>
                    <a:pt x="108" y="70"/>
                  </a:cubicBezTo>
                  <a:cubicBezTo>
                    <a:pt x="107" y="72"/>
                    <a:pt x="111" y="74"/>
                    <a:pt x="112" y="75"/>
                  </a:cubicBezTo>
                  <a:cubicBezTo>
                    <a:pt x="114" y="75"/>
                    <a:pt x="114" y="78"/>
                    <a:pt x="115" y="79"/>
                  </a:cubicBezTo>
                  <a:cubicBezTo>
                    <a:pt x="116" y="80"/>
                    <a:pt x="116" y="81"/>
                    <a:pt x="117" y="81"/>
                  </a:cubicBezTo>
                  <a:cubicBezTo>
                    <a:pt x="118" y="81"/>
                    <a:pt x="117" y="80"/>
                    <a:pt x="118" y="80"/>
                  </a:cubicBezTo>
                  <a:cubicBezTo>
                    <a:pt x="118" y="80"/>
                    <a:pt x="119" y="81"/>
                    <a:pt x="119" y="82"/>
                  </a:cubicBezTo>
                  <a:cubicBezTo>
                    <a:pt x="120" y="83"/>
                    <a:pt x="120" y="82"/>
                    <a:pt x="121" y="81"/>
                  </a:cubicBezTo>
                  <a:cubicBezTo>
                    <a:pt x="122" y="81"/>
                    <a:pt x="121" y="85"/>
                    <a:pt x="122" y="84"/>
                  </a:cubicBezTo>
                  <a:cubicBezTo>
                    <a:pt x="123" y="84"/>
                    <a:pt x="122" y="83"/>
                    <a:pt x="123" y="82"/>
                  </a:cubicBezTo>
                  <a:cubicBezTo>
                    <a:pt x="123" y="82"/>
                    <a:pt x="123" y="84"/>
                    <a:pt x="123" y="85"/>
                  </a:cubicBezTo>
                  <a:cubicBezTo>
                    <a:pt x="123" y="86"/>
                    <a:pt x="123" y="86"/>
                    <a:pt x="124" y="87"/>
                  </a:cubicBezTo>
                  <a:cubicBezTo>
                    <a:pt x="125" y="87"/>
                    <a:pt x="126" y="88"/>
                    <a:pt x="126" y="89"/>
                  </a:cubicBezTo>
                  <a:cubicBezTo>
                    <a:pt x="127" y="89"/>
                    <a:pt x="128" y="93"/>
                    <a:pt x="128" y="93"/>
                  </a:cubicBezTo>
                  <a:cubicBezTo>
                    <a:pt x="127" y="92"/>
                    <a:pt x="127" y="91"/>
                    <a:pt x="127" y="91"/>
                  </a:cubicBezTo>
                  <a:cubicBezTo>
                    <a:pt x="126" y="91"/>
                    <a:pt x="127" y="95"/>
                    <a:pt x="127" y="95"/>
                  </a:cubicBezTo>
                  <a:cubicBezTo>
                    <a:pt x="127" y="95"/>
                    <a:pt x="125" y="91"/>
                    <a:pt x="124" y="90"/>
                  </a:cubicBezTo>
                  <a:cubicBezTo>
                    <a:pt x="124" y="90"/>
                    <a:pt x="125" y="94"/>
                    <a:pt x="126" y="95"/>
                  </a:cubicBezTo>
                  <a:cubicBezTo>
                    <a:pt x="126" y="98"/>
                    <a:pt x="124" y="95"/>
                    <a:pt x="124" y="96"/>
                  </a:cubicBezTo>
                  <a:cubicBezTo>
                    <a:pt x="123" y="97"/>
                    <a:pt x="128" y="99"/>
                    <a:pt x="128" y="100"/>
                  </a:cubicBezTo>
                  <a:cubicBezTo>
                    <a:pt x="128" y="101"/>
                    <a:pt x="119" y="95"/>
                    <a:pt x="118" y="95"/>
                  </a:cubicBezTo>
                  <a:cubicBezTo>
                    <a:pt x="118" y="95"/>
                    <a:pt x="118" y="96"/>
                    <a:pt x="118" y="96"/>
                  </a:cubicBezTo>
                  <a:cubicBezTo>
                    <a:pt x="118" y="97"/>
                    <a:pt x="116" y="93"/>
                    <a:pt x="115" y="93"/>
                  </a:cubicBezTo>
                  <a:cubicBezTo>
                    <a:pt x="115" y="93"/>
                    <a:pt x="116" y="95"/>
                    <a:pt x="116" y="95"/>
                  </a:cubicBezTo>
                  <a:cubicBezTo>
                    <a:pt x="115" y="96"/>
                    <a:pt x="113" y="92"/>
                    <a:pt x="112" y="91"/>
                  </a:cubicBezTo>
                  <a:cubicBezTo>
                    <a:pt x="111" y="90"/>
                    <a:pt x="111" y="92"/>
                    <a:pt x="110" y="93"/>
                  </a:cubicBezTo>
                  <a:cubicBezTo>
                    <a:pt x="110" y="94"/>
                    <a:pt x="108" y="90"/>
                    <a:pt x="108" y="90"/>
                  </a:cubicBezTo>
                  <a:cubicBezTo>
                    <a:pt x="108" y="90"/>
                    <a:pt x="105" y="90"/>
                    <a:pt x="105" y="90"/>
                  </a:cubicBezTo>
                  <a:cubicBezTo>
                    <a:pt x="105" y="91"/>
                    <a:pt x="106" y="92"/>
                    <a:pt x="107" y="92"/>
                  </a:cubicBezTo>
                  <a:cubicBezTo>
                    <a:pt x="108" y="93"/>
                    <a:pt x="108" y="93"/>
                    <a:pt x="109" y="94"/>
                  </a:cubicBezTo>
                  <a:cubicBezTo>
                    <a:pt x="110" y="95"/>
                    <a:pt x="112" y="96"/>
                    <a:pt x="114" y="97"/>
                  </a:cubicBezTo>
                  <a:cubicBezTo>
                    <a:pt x="116" y="99"/>
                    <a:pt x="117" y="100"/>
                    <a:pt x="118" y="102"/>
                  </a:cubicBezTo>
                  <a:cubicBezTo>
                    <a:pt x="120" y="105"/>
                    <a:pt x="120" y="105"/>
                    <a:pt x="117" y="104"/>
                  </a:cubicBezTo>
                  <a:cubicBezTo>
                    <a:pt x="113" y="102"/>
                    <a:pt x="106" y="103"/>
                    <a:pt x="103" y="99"/>
                  </a:cubicBezTo>
                  <a:cubicBezTo>
                    <a:pt x="102" y="97"/>
                    <a:pt x="99" y="99"/>
                    <a:pt x="97" y="97"/>
                  </a:cubicBezTo>
                  <a:cubicBezTo>
                    <a:pt x="96" y="96"/>
                    <a:pt x="90" y="94"/>
                    <a:pt x="90" y="93"/>
                  </a:cubicBezTo>
                  <a:cubicBezTo>
                    <a:pt x="90" y="92"/>
                    <a:pt x="93" y="93"/>
                    <a:pt x="93" y="92"/>
                  </a:cubicBezTo>
                  <a:cubicBezTo>
                    <a:pt x="94" y="91"/>
                    <a:pt x="91" y="90"/>
                    <a:pt x="91" y="90"/>
                  </a:cubicBezTo>
                  <a:cubicBezTo>
                    <a:pt x="88" y="89"/>
                    <a:pt x="86" y="87"/>
                    <a:pt x="84" y="86"/>
                  </a:cubicBezTo>
                  <a:cubicBezTo>
                    <a:pt x="83" y="85"/>
                    <a:pt x="84" y="84"/>
                    <a:pt x="82" y="84"/>
                  </a:cubicBezTo>
                  <a:cubicBezTo>
                    <a:pt x="82" y="83"/>
                    <a:pt x="77" y="83"/>
                    <a:pt x="77" y="83"/>
                  </a:cubicBezTo>
                  <a:cubicBezTo>
                    <a:pt x="77" y="84"/>
                    <a:pt x="78" y="82"/>
                    <a:pt x="77" y="8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03" name="Freeform 549">
              <a:extLst>
                <a:ext uri="{FF2B5EF4-FFF2-40B4-BE49-F238E27FC236}">
                  <a16:creationId xmlns:a16="http://schemas.microsoft.com/office/drawing/2014/main" id="{07CB1C9C-1F73-D600-C018-17621989D371}"/>
                </a:ext>
              </a:extLst>
            </p:cNvPr>
            <p:cNvSpPr>
              <a:spLocks/>
            </p:cNvSpPr>
            <p:nvPr/>
          </p:nvSpPr>
          <p:spPr bwMode="auto">
            <a:xfrm>
              <a:off x="8372164" y="5637283"/>
              <a:ext cx="57323" cy="19114"/>
            </a:xfrm>
            <a:custGeom>
              <a:avLst/>
              <a:gdLst>
                <a:gd name="T0" fmla="*/ 5 w 6"/>
                <a:gd name="T1" fmla="*/ 1 h 2"/>
                <a:gd name="T2" fmla="*/ 1 w 6"/>
                <a:gd name="T3" fmla="*/ 0 h 2"/>
                <a:gd name="T4" fmla="*/ 5 w 6"/>
                <a:gd name="T5" fmla="*/ 1 h 2"/>
              </a:gdLst>
              <a:ahLst/>
              <a:cxnLst>
                <a:cxn ang="0">
                  <a:pos x="T0" y="T1"/>
                </a:cxn>
                <a:cxn ang="0">
                  <a:pos x="T2" y="T3"/>
                </a:cxn>
                <a:cxn ang="0">
                  <a:pos x="T4" y="T5"/>
                </a:cxn>
              </a:cxnLst>
              <a:rect l="0" t="0" r="r" b="b"/>
              <a:pathLst>
                <a:path w="6" h="2">
                  <a:moveTo>
                    <a:pt x="5" y="1"/>
                  </a:moveTo>
                  <a:cubicBezTo>
                    <a:pt x="5" y="2"/>
                    <a:pt x="0" y="0"/>
                    <a:pt x="1" y="0"/>
                  </a:cubicBezTo>
                  <a:cubicBezTo>
                    <a:pt x="3" y="0"/>
                    <a:pt x="6" y="0"/>
                    <a:pt x="5"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04" name="Freeform 550">
              <a:extLst>
                <a:ext uri="{FF2B5EF4-FFF2-40B4-BE49-F238E27FC236}">
                  <a16:creationId xmlns:a16="http://schemas.microsoft.com/office/drawing/2014/main" id="{974F9BF5-AAC1-8973-09AD-EF5194F9801D}"/>
                </a:ext>
              </a:extLst>
            </p:cNvPr>
            <p:cNvSpPr>
              <a:spLocks/>
            </p:cNvSpPr>
            <p:nvPr/>
          </p:nvSpPr>
          <p:spPr bwMode="auto">
            <a:xfrm>
              <a:off x="8203376" y="5226347"/>
              <a:ext cx="76432" cy="19114"/>
            </a:xfrm>
            <a:custGeom>
              <a:avLst/>
              <a:gdLst>
                <a:gd name="T0" fmla="*/ 7 w 8"/>
                <a:gd name="T1" fmla="*/ 1 h 2"/>
                <a:gd name="T2" fmla="*/ 2 w 8"/>
                <a:gd name="T3" fmla="*/ 2 h 2"/>
                <a:gd name="T4" fmla="*/ 3 w 8"/>
                <a:gd name="T5" fmla="*/ 0 h 2"/>
                <a:gd name="T6" fmla="*/ 7 w 8"/>
                <a:gd name="T7" fmla="*/ 1 h 2"/>
                <a:gd name="T8" fmla="*/ 7 w 8"/>
                <a:gd name="T9" fmla="*/ 1 h 2"/>
              </a:gdLst>
              <a:ahLst/>
              <a:cxnLst>
                <a:cxn ang="0">
                  <a:pos x="T0" y="T1"/>
                </a:cxn>
                <a:cxn ang="0">
                  <a:pos x="T2" y="T3"/>
                </a:cxn>
                <a:cxn ang="0">
                  <a:pos x="T4" y="T5"/>
                </a:cxn>
                <a:cxn ang="0">
                  <a:pos x="T6" y="T7"/>
                </a:cxn>
                <a:cxn ang="0">
                  <a:pos x="T8" y="T9"/>
                </a:cxn>
              </a:cxnLst>
              <a:rect l="0" t="0" r="r" b="b"/>
              <a:pathLst>
                <a:path w="8" h="2">
                  <a:moveTo>
                    <a:pt x="7" y="1"/>
                  </a:moveTo>
                  <a:cubicBezTo>
                    <a:pt x="8" y="2"/>
                    <a:pt x="3" y="2"/>
                    <a:pt x="2" y="2"/>
                  </a:cubicBezTo>
                  <a:cubicBezTo>
                    <a:pt x="0" y="1"/>
                    <a:pt x="2" y="0"/>
                    <a:pt x="3" y="0"/>
                  </a:cubicBezTo>
                  <a:cubicBezTo>
                    <a:pt x="5" y="0"/>
                    <a:pt x="7" y="0"/>
                    <a:pt x="7" y="1"/>
                  </a:cubicBezTo>
                  <a:cubicBezTo>
                    <a:pt x="8" y="2"/>
                    <a:pt x="7" y="0"/>
                    <a:pt x="7"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05" name="Freeform 551">
              <a:extLst>
                <a:ext uri="{FF2B5EF4-FFF2-40B4-BE49-F238E27FC236}">
                  <a16:creationId xmlns:a16="http://schemas.microsoft.com/office/drawing/2014/main" id="{98AFDCE5-C254-7BDF-AC8A-268B611B4311}"/>
                </a:ext>
              </a:extLst>
            </p:cNvPr>
            <p:cNvSpPr>
              <a:spLocks/>
            </p:cNvSpPr>
            <p:nvPr/>
          </p:nvSpPr>
          <p:spPr bwMode="auto">
            <a:xfrm>
              <a:off x="8091911" y="5207233"/>
              <a:ext cx="111465" cy="92380"/>
            </a:xfrm>
            <a:custGeom>
              <a:avLst/>
              <a:gdLst>
                <a:gd name="T0" fmla="*/ 10 w 12"/>
                <a:gd name="T1" fmla="*/ 7 h 10"/>
                <a:gd name="T2" fmla="*/ 3 w 12"/>
                <a:gd name="T3" fmla="*/ 9 h 10"/>
                <a:gd name="T4" fmla="*/ 2 w 12"/>
                <a:gd name="T5" fmla="*/ 2 h 10"/>
                <a:gd name="T6" fmla="*/ 9 w 12"/>
                <a:gd name="T7" fmla="*/ 0 h 10"/>
                <a:gd name="T8" fmla="*/ 10 w 12"/>
                <a:gd name="T9" fmla="*/ 7 h 10"/>
                <a:gd name="T10" fmla="*/ 10 w 12"/>
                <a:gd name="T11" fmla="*/ 7 h 10"/>
              </a:gdLst>
              <a:ahLst/>
              <a:cxnLst>
                <a:cxn ang="0">
                  <a:pos x="T0" y="T1"/>
                </a:cxn>
                <a:cxn ang="0">
                  <a:pos x="T2" y="T3"/>
                </a:cxn>
                <a:cxn ang="0">
                  <a:pos x="T4" y="T5"/>
                </a:cxn>
                <a:cxn ang="0">
                  <a:pos x="T6" y="T7"/>
                </a:cxn>
                <a:cxn ang="0">
                  <a:pos x="T8" y="T9"/>
                </a:cxn>
                <a:cxn ang="0">
                  <a:pos x="T10" y="T11"/>
                </a:cxn>
              </a:cxnLst>
              <a:rect l="0" t="0" r="r" b="b"/>
              <a:pathLst>
                <a:path w="12" h="10">
                  <a:moveTo>
                    <a:pt x="10" y="7"/>
                  </a:moveTo>
                  <a:cubicBezTo>
                    <a:pt x="8" y="8"/>
                    <a:pt x="6" y="10"/>
                    <a:pt x="3" y="9"/>
                  </a:cubicBezTo>
                  <a:cubicBezTo>
                    <a:pt x="0" y="7"/>
                    <a:pt x="0" y="4"/>
                    <a:pt x="2" y="2"/>
                  </a:cubicBezTo>
                  <a:cubicBezTo>
                    <a:pt x="3" y="0"/>
                    <a:pt x="7" y="0"/>
                    <a:pt x="9" y="0"/>
                  </a:cubicBezTo>
                  <a:cubicBezTo>
                    <a:pt x="11" y="0"/>
                    <a:pt x="12" y="5"/>
                    <a:pt x="10" y="7"/>
                  </a:cubicBezTo>
                  <a:cubicBezTo>
                    <a:pt x="9" y="8"/>
                    <a:pt x="12" y="6"/>
                    <a:pt x="10" y="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06" name="Freeform 552">
              <a:extLst>
                <a:ext uri="{FF2B5EF4-FFF2-40B4-BE49-F238E27FC236}">
                  <a16:creationId xmlns:a16="http://schemas.microsoft.com/office/drawing/2014/main" id="{0AAA0CE3-0E39-1A64-0BD3-DF843D5145E1}"/>
                </a:ext>
              </a:extLst>
            </p:cNvPr>
            <p:cNvSpPr>
              <a:spLocks/>
            </p:cNvSpPr>
            <p:nvPr/>
          </p:nvSpPr>
          <p:spPr bwMode="auto">
            <a:xfrm>
              <a:off x="7989999" y="5124408"/>
              <a:ext cx="63695" cy="35042"/>
            </a:xfrm>
            <a:custGeom>
              <a:avLst/>
              <a:gdLst>
                <a:gd name="T0" fmla="*/ 1 w 7"/>
                <a:gd name="T1" fmla="*/ 4 h 4"/>
                <a:gd name="T2" fmla="*/ 5 w 7"/>
                <a:gd name="T3" fmla="*/ 0 h 4"/>
                <a:gd name="T4" fmla="*/ 1 w 7"/>
                <a:gd name="T5" fmla="*/ 4 h 4"/>
              </a:gdLst>
              <a:ahLst/>
              <a:cxnLst>
                <a:cxn ang="0">
                  <a:pos x="T0" y="T1"/>
                </a:cxn>
                <a:cxn ang="0">
                  <a:pos x="T2" y="T3"/>
                </a:cxn>
                <a:cxn ang="0">
                  <a:pos x="T4" y="T5"/>
                </a:cxn>
              </a:cxnLst>
              <a:rect l="0" t="0" r="r" b="b"/>
              <a:pathLst>
                <a:path w="7" h="4">
                  <a:moveTo>
                    <a:pt x="1" y="4"/>
                  </a:moveTo>
                  <a:cubicBezTo>
                    <a:pt x="0" y="4"/>
                    <a:pt x="4" y="0"/>
                    <a:pt x="5" y="0"/>
                  </a:cubicBezTo>
                  <a:cubicBezTo>
                    <a:pt x="7" y="1"/>
                    <a:pt x="3" y="4"/>
                    <a:pt x="1"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07" name="Freeform 553">
              <a:extLst>
                <a:ext uri="{FF2B5EF4-FFF2-40B4-BE49-F238E27FC236}">
                  <a16:creationId xmlns:a16="http://schemas.microsoft.com/office/drawing/2014/main" id="{9E1050B8-8CAA-8957-2A6A-B447FFD233BA}"/>
                </a:ext>
              </a:extLst>
            </p:cNvPr>
            <p:cNvSpPr>
              <a:spLocks/>
            </p:cNvSpPr>
            <p:nvPr/>
          </p:nvSpPr>
          <p:spPr bwMode="auto">
            <a:xfrm>
              <a:off x="8082358" y="5114850"/>
              <a:ext cx="57323" cy="28669"/>
            </a:xfrm>
            <a:custGeom>
              <a:avLst/>
              <a:gdLst>
                <a:gd name="T0" fmla="*/ 2 w 6"/>
                <a:gd name="T1" fmla="*/ 3 h 3"/>
                <a:gd name="T2" fmla="*/ 2 w 6"/>
                <a:gd name="T3" fmla="*/ 1 h 3"/>
                <a:gd name="T4" fmla="*/ 2 w 6"/>
                <a:gd name="T5" fmla="*/ 3 h 3"/>
              </a:gdLst>
              <a:ahLst/>
              <a:cxnLst>
                <a:cxn ang="0">
                  <a:pos x="T0" y="T1"/>
                </a:cxn>
                <a:cxn ang="0">
                  <a:pos x="T2" y="T3"/>
                </a:cxn>
                <a:cxn ang="0">
                  <a:pos x="T4" y="T5"/>
                </a:cxn>
              </a:cxnLst>
              <a:rect l="0" t="0" r="r" b="b"/>
              <a:pathLst>
                <a:path w="6" h="3">
                  <a:moveTo>
                    <a:pt x="2" y="3"/>
                  </a:moveTo>
                  <a:cubicBezTo>
                    <a:pt x="2" y="3"/>
                    <a:pt x="0" y="1"/>
                    <a:pt x="2" y="1"/>
                  </a:cubicBezTo>
                  <a:cubicBezTo>
                    <a:pt x="3" y="0"/>
                    <a:pt x="6" y="3"/>
                    <a:pt x="2"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08" name="Freeform 554">
              <a:extLst>
                <a:ext uri="{FF2B5EF4-FFF2-40B4-BE49-F238E27FC236}">
                  <a16:creationId xmlns:a16="http://schemas.microsoft.com/office/drawing/2014/main" id="{57D18670-3CC2-7475-EB60-528C1B666313}"/>
                </a:ext>
              </a:extLst>
            </p:cNvPr>
            <p:cNvSpPr>
              <a:spLocks/>
            </p:cNvSpPr>
            <p:nvPr/>
          </p:nvSpPr>
          <p:spPr bwMode="auto">
            <a:xfrm>
              <a:off x="8028216" y="5095739"/>
              <a:ext cx="44586" cy="19114"/>
            </a:xfrm>
            <a:custGeom>
              <a:avLst/>
              <a:gdLst>
                <a:gd name="T0" fmla="*/ 0 w 5"/>
                <a:gd name="T1" fmla="*/ 1 h 2"/>
                <a:gd name="T2" fmla="*/ 4 w 5"/>
                <a:gd name="T3" fmla="*/ 0 h 2"/>
                <a:gd name="T4" fmla="*/ 0 w 5"/>
                <a:gd name="T5" fmla="*/ 1 h 2"/>
              </a:gdLst>
              <a:ahLst/>
              <a:cxnLst>
                <a:cxn ang="0">
                  <a:pos x="T0" y="T1"/>
                </a:cxn>
                <a:cxn ang="0">
                  <a:pos x="T2" y="T3"/>
                </a:cxn>
                <a:cxn ang="0">
                  <a:pos x="T4" y="T5"/>
                </a:cxn>
              </a:cxnLst>
              <a:rect l="0" t="0" r="r" b="b"/>
              <a:pathLst>
                <a:path w="5" h="2">
                  <a:moveTo>
                    <a:pt x="0" y="1"/>
                  </a:moveTo>
                  <a:cubicBezTo>
                    <a:pt x="2" y="2"/>
                    <a:pt x="5" y="1"/>
                    <a:pt x="4" y="0"/>
                  </a:cubicBezTo>
                  <a:cubicBezTo>
                    <a:pt x="2" y="0"/>
                    <a:pt x="0" y="1"/>
                    <a:pt x="0"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09" name="Freeform 555">
              <a:extLst>
                <a:ext uri="{FF2B5EF4-FFF2-40B4-BE49-F238E27FC236}">
                  <a16:creationId xmlns:a16="http://schemas.microsoft.com/office/drawing/2014/main" id="{5C363564-9223-9F66-A989-418655C17345}"/>
                </a:ext>
              </a:extLst>
            </p:cNvPr>
            <p:cNvSpPr>
              <a:spLocks/>
            </p:cNvSpPr>
            <p:nvPr/>
          </p:nvSpPr>
          <p:spPr bwMode="auto">
            <a:xfrm>
              <a:off x="7913567" y="4738956"/>
              <a:ext cx="245223" cy="105124"/>
            </a:xfrm>
            <a:custGeom>
              <a:avLst/>
              <a:gdLst>
                <a:gd name="T0" fmla="*/ 25 w 26"/>
                <a:gd name="T1" fmla="*/ 9 h 11"/>
                <a:gd name="T2" fmla="*/ 18 w 26"/>
                <a:gd name="T3" fmla="*/ 8 h 11"/>
                <a:gd name="T4" fmla="*/ 10 w 26"/>
                <a:gd name="T5" fmla="*/ 10 h 11"/>
                <a:gd name="T6" fmla="*/ 3 w 26"/>
                <a:gd name="T7" fmla="*/ 6 h 11"/>
                <a:gd name="T8" fmla="*/ 2 w 26"/>
                <a:gd name="T9" fmla="*/ 1 h 11"/>
                <a:gd name="T10" fmla="*/ 8 w 26"/>
                <a:gd name="T11" fmla="*/ 2 h 11"/>
                <a:gd name="T12" fmla="*/ 17 w 26"/>
                <a:gd name="T13" fmla="*/ 2 h 11"/>
                <a:gd name="T14" fmla="*/ 22 w 26"/>
                <a:gd name="T15" fmla="*/ 5 h 11"/>
                <a:gd name="T16" fmla="*/ 25 w 26"/>
                <a:gd name="T17" fmla="*/ 9 h 11"/>
                <a:gd name="T18" fmla="*/ 25 w 26"/>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25" y="9"/>
                  </a:moveTo>
                  <a:cubicBezTo>
                    <a:pt x="22" y="9"/>
                    <a:pt x="20" y="8"/>
                    <a:pt x="18" y="8"/>
                  </a:cubicBezTo>
                  <a:cubicBezTo>
                    <a:pt x="15" y="8"/>
                    <a:pt x="13" y="10"/>
                    <a:pt x="10" y="10"/>
                  </a:cubicBezTo>
                  <a:cubicBezTo>
                    <a:pt x="7" y="11"/>
                    <a:pt x="6" y="7"/>
                    <a:pt x="3" y="6"/>
                  </a:cubicBezTo>
                  <a:cubicBezTo>
                    <a:pt x="2" y="5"/>
                    <a:pt x="0" y="3"/>
                    <a:pt x="2" y="1"/>
                  </a:cubicBezTo>
                  <a:cubicBezTo>
                    <a:pt x="3" y="0"/>
                    <a:pt x="7" y="2"/>
                    <a:pt x="8" y="2"/>
                  </a:cubicBezTo>
                  <a:cubicBezTo>
                    <a:pt x="11" y="3"/>
                    <a:pt x="14" y="1"/>
                    <a:pt x="17" y="2"/>
                  </a:cubicBezTo>
                  <a:cubicBezTo>
                    <a:pt x="19" y="2"/>
                    <a:pt x="20" y="4"/>
                    <a:pt x="22" y="5"/>
                  </a:cubicBezTo>
                  <a:cubicBezTo>
                    <a:pt x="22" y="6"/>
                    <a:pt x="25" y="9"/>
                    <a:pt x="25" y="9"/>
                  </a:cubicBezTo>
                  <a:cubicBezTo>
                    <a:pt x="23" y="9"/>
                    <a:pt x="26" y="9"/>
                    <a:pt x="25" y="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10" name="Freeform 556">
              <a:extLst>
                <a:ext uri="{FF2B5EF4-FFF2-40B4-BE49-F238E27FC236}">
                  <a16:creationId xmlns:a16="http://schemas.microsoft.com/office/drawing/2014/main" id="{27806FCB-9D36-D297-6105-3A7ED307435B}"/>
                </a:ext>
              </a:extLst>
            </p:cNvPr>
            <p:cNvSpPr>
              <a:spLocks/>
            </p:cNvSpPr>
            <p:nvPr/>
          </p:nvSpPr>
          <p:spPr bwMode="auto">
            <a:xfrm>
              <a:off x="5709742" y="6433669"/>
              <a:ext cx="270700" cy="178393"/>
            </a:xfrm>
            <a:custGeom>
              <a:avLst/>
              <a:gdLst>
                <a:gd name="T0" fmla="*/ 27 w 29"/>
                <a:gd name="T1" fmla="*/ 16 h 19"/>
                <a:gd name="T2" fmla="*/ 24 w 29"/>
                <a:gd name="T3" fmla="*/ 12 h 19"/>
                <a:gd name="T4" fmla="*/ 19 w 29"/>
                <a:gd name="T5" fmla="*/ 10 h 19"/>
                <a:gd name="T6" fmla="*/ 14 w 29"/>
                <a:gd name="T7" fmla="*/ 3 h 19"/>
                <a:gd name="T8" fmla="*/ 8 w 29"/>
                <a:gd name="T9" fmla="*/ 2 h 19"/>
                <a:gd name="T10" fmla="*/ 2 w 29"/>
                <a:gd name="T11" fmla="*/ 0 h 19"/>
                <a:gd name="T12" fmla="*/ 3 w 29"/>
                <a:gd name="T13" fmla="*/ 2 h 19"/>
                <a:gd name="T14" fmla="*/ 5 w 29"/>
                <a:gd name="T15" fmla="*/ 3 h 19"/>
                <a:gd name="T16" fmla="*/ 6 w 29"/>
                <a:gd name="T17" fmla="*/ 4 h 19"/>
                <a:gd name="T18" fmla="*/ 4 w 29"/>
                <a:gd name="T19" fmla="*/ 2 h 19"/>
                <a:gd name="T20" fmla="*/ 4 w 29"/>
                <a:gd name="T21" fmla="*/ 4 h 19"/>
                <a:gd name="T22" fmla="*/ 7 w 29"/>
                <a:gd name="T23" fmla="*/ 6 h 19"/>
                <a:gd name="T24" fmla="*/ 12 w 29"/>
                <a:gd name="T25" fmla="*/ 9 h 19"/>
                <a:gd name="T26" fmla="*/ 10 w 29"/>
                <a:gd name="T27" fmla="*/ 10 h 19"/>
                <a:gd name="T28" fmla="*/ 14 w 29"/>
                <a:gd name="T29" fmla="*/ 10 h 19"/>
                <a:gd name="T30" fmla="*/ 14 w 29"/>
                <a:gd name="T31" fmla="*/ 12 h 19"/>
                <a:gd name="T32" fmla="*/ 19 w 29"/>
                <a:gd name="T33" fmla="*/ 12 h 19"/>
                <a:gd name="T34" fmla="*/ 27 w 29"/>
                <a:gd name="T35" fmla="*/ 16 h 19"/>
                <a:gd name="T36" fmla="*/ 27 w 29"/>
                <a:gd name="T3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19">
                  <a:moveTo>
                    <a:pt x="27" y="16"/>
                  </a:moveTo>
                  <a:cubicBezTo>
                    <a:pt x="26" y="15"/>
                    <a:pt x="25" y="13"/>
                    <a:pt x="24" y="12"/>
                  </a:cubicBezTo>
                  <a:cubicBezTo>
                    <a:pt x="23" y="10"/>
                    <a:pt x="21" y="10"/>
                    <a:pt x="19" y="10"/>
                  </a:cubicBezTo>
                  <a:cubicBezTo>
                    <a:pt x="17" y="8"/>
                    <a:pt x="17" y="4"/>
                    <a:pt x="14" y="3"/>
                  </a:cubicBezTo>
                  <a:cubicBezTo>
                    <a:pt x="13" y="3"/>
                    <a:pt x="10" y="3"/>
                    <a:pt x="8" y="2"/>
                  </a:cubicBezTo>
                  <a:cubicBezTo>
                    <a:pt x="7" y="1"/>
                    <a:pt x="5" y="0"/>
                    <a:pt x="2" y="0"/>
                  </a:cubicBezTo>
                  <a:cubicBezTo>
                    <a:pt x="0" y="0"/>
                    <a:pt x="1" y="2"/>
                    <a:pt x="3" y="2"/>
                  </a:cubicBezTo>
                  <a:cubicBezTo>
                    <a:pt x="4" y="2"/>
                    <a:pt x="4" y="2"/>
                    <a:pt x="5" y="3"/>
                  </a:cubicBezTo>
                  <a:cubicBezTo>
                    <a:pt x="5" y="3"/>
                    <a:pt x="6" y="4"/>
                    <a:pt x="6" y="4"/>
                  </a:cubicBezTo>
                  <a:cubicBezTo>
                    <a:pt x="5" y="4"/>
                    <a:pt x="4" y="3"/>
                    <a:pt x="4" y="2"/>
                  </a:cubicBezTo>
                  <a:cubicBezTo>
                    <a:pt x="4" y="2"/>
                    <a:pt x="4" y="4"/>
                    <a:pt x="4" y="4"/>
                  </a:cubicBezTo>
                  <a:cubicBezTo>
                    <a:pt x="4" y="6"/>
                    <a:pt x="6" y="6"/>
                    <a:pt x="7" y="6"/>
                  </a:cubicBezTo>
                  <a:cubicBezTo>
                    <a:pt x="7" y="6"/>
                    <a:pt x="12" y="9"/>
                    <a:pt x="12" y="9"/>
                  </a:cubicBezTo>
                  <a:cubicBezTo>
                    <a:pt x="12" y="9"/>
                    <a:pt x="11" y="9"/>
                    <a:pt x="10" y="10"/>
                  </a:cubicBezTo>
                  <a:cubicBezTo>
                    <a:pt x="10" y="10"/>
                    <a:pt x="14" y="10"/>
                    <a:pt x="14" y="10"/>
                  </a:cubicBezTo>
                  <a:cubicBezTo>
                    <a:pt x="16" y="11"/>
                    <a:pt x="14" y="12"/>
                    <a:pt x="14" y="12"/>
                  </a:cubicBezTo>
                  <a:cubicBezTo>
                    <a:pt x="15" y="13"/>
                    <a:pt x="18" y="12"/>
                    <a:pt x="19" y="12"/>
                  </a:cubicBezTo>
                  <a:cubicBezTo>
                    <a:pt x="14" y="13"/>
                    <a:pt x="29" y="19"/>
                    <a:pt x="27" y="16"/>
                  </a:cubicBezTo>
                  <a:cubicBezTo>
                    <a:pt x="26" y="15"/>
                    <a:pt x="28" y="18"/>
                    <a:pt x="27" y="1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11" name="Freeform 557">
              <a:extLst>
                <a:ext uri="{FF2B5EF4-FFF2-40B4-BE49-F238E27FC236}">
                  <a16:creationId xmlns:a16="http://schemas.microsoft.com/office/drawing/2014/main" id="{96C95AEC-7AE5-2BC1-2BD8-0E259598AF96}"/>
                </a:ext>
              </a:extLst>
            </p:cNvPr>
            <p:cNvSpPr>
              <a:spLocks/>
            </p:cNvSpPr>
            <p:nvPr/>
          </p:nvSpPr>
          <p:spPr bwMode="auto">
            <a:xfrm>
              <a:off x="5496368" y="6226607"/>
              <a:ext cx="121018" cy="130608"/>
            </a:xfrm>
            <a:custGeom>
              <a:avLst/>
              <a:gdLst>
                <a:gd name="T0" fmla="*/ 11 w 13"/>
                <a:gd name="T1" fmla="*/ 14 h 14"/>
                <a:gd name="T2" fmla="*/ 11 w 13"/>
                <a:gd name="T3" fmla="*/ 14 h 14"/>
                <a:gd name="T4" fmla="*/ 8 w 13"/>
                <a:gd name="T5" fmla="*/ 11 h 14"/>
                <a:gd name="T6" fmla="*/ 7 w 13"/>
                <a:gd name="T7" fmla="*/ 7 h 14"/>
                <a:gd name="T8" fmla="*/ 6 w 13"/>
                <a:gd name="T9" fmla="*/ 5 h 14"/>
                <a:gd name="T10" fmla="*/ 7 w 13"/>
                <a:gd name="T11" fmla="*/ 2 h 14"/>
                <a:gd name="T12" fmla="*/ 4 w 13"/>
                <a:gd name="T13" fmla="*/ 4 h 14"/>
                <a:gd name="T14" fmla="*/ 6 w 13"/>
                <a:gd name="T15" fmla="*/ 1 h 14"/>
                <a:gd name="T16" fmla="*/ 1 w 13"/>
                <a:gd name="T17" fmla="*/ 0 h 14"/>
                <a:gd name="T18" fmla="*/ 3 w 13"/>
                <a:gd name="T19" fmla="*/ 6 h 14"/>
                <a:gd name="T20" fmla="*/ 11 w 13"/>
                <a:gd name="T21" fmla="*/ 14 h 14"/>
                <a:gd name="T22" fmla="*/ 11 w 13"/>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
                  <a:moveTo>
                    <a:pt x="11" y="14"/>
                  </a:moveTo>
                  <a:cubicBezTo>
                    <a:pt x="11" y="14"/>
                    <a:pt x="11" y="14"/>
                    <a:pt x="11" y="14"/>
                  </a:cubicBezTo>
                  <a:cubicBezTo>
                    <a:pt x="11" y="13"/>
                    <a:pt x="9" y="11"/>
                    <a:pt x="8" y="11"/>
                  </a:cubicBezTo>
                  <a:cubicBezTo>
                    <a:pt x="7" y="9"/>
                    <a:pt x="8" y="8"/>
                    <a:pt x="7" y="7"/>
                  </a:cubicBezTo>
                  <a:cubicBezTo>
                    <a:pt x="6" y="6"/>
                    <a:pt x="6" y="6"/>
                    <a:pt x="6" y="5"/>
                  </a:cubicBezTo>
                  <a:cubicBezTo>
                    <a:pt x="5" y="3"/>
                    <a:pt x="6" y="3"/>
                    <a:pt x="7" y="2"/>
                  </a:cubicBezTo>
                  <a:cubicBezTo>
                    <a:pt x="9" y="0"/>
                    <a:pt x="3" y="3"/>
                    <a:pt x="4" y="4"/>
                  </a:cubicBezTo>
                  <a:cubicBezTo>
                    <a:pt x="3" y="3"/>
                    <a:pt x="6" y="1"/>
                    <a:pt x="6" y="1"/>
                  </a:cubicBezTo>
                  <a:cubicBezTo>
                    <a:pt x="5" y="0"/>
                    <a:pt x="1" y="0"/>
                    <a:pt x="1" y="0"/>
                  </a:cubicBezTo>
                  <a:cubicBezTo>
                    <a:pt x="0" y="1"/>
                    <a:pt x="2" y="5"/>
                    <a:pt x="3" y="6"/>
                  </a:cubicBezTo>
                  <a:cubicBezTo>
                    <a:pt x="5" y="8"/>
                    <a:pt x="8" y="13"/>
                    <a:pt x="11" y="14"/>
                  </a:cubicBezTo>
                  <a:cubicBezTo>
                    <a:pt x="13" y="14"/>
                    <a:pt x="8" y="13"/>
                    <a:pt x="11" y="1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12" name="Freeform 558">
              <a:extLst>
                <a:ext uri="{FF2B5EF4-FFF2-40B4-BE49-F238E27FC236}">
                  <a16:creationId xmlns:a16="http://schemas.microsoft.com/office/drawing/2014/main" id="{F396F2B0-2C25-7A4C-902B-8D44F040C683}"/>
                </a:ext>
              </a:extLst>
            </p:cNvPr>
            <p:cNvSpPr>
              <a:spLocks/>
            </p:cNvSpPr>
            <p:nvPr/>
          </p:nvSpPr>
          <p:spPr bwMode="auto">
            <a:xfrm>
              <a:off x="5505923" y="6076886"/>
              <a:ext cx="38217" cy="38227"/>
            </a:xfrm>
            <a:custGeom>
              <a:avLst/>
              <a:gdLst>
                <a:gd name="T0" fmla="*/ 3 w 4"/>
                <a:gd name="T1" fmla="*/ 3 h 4"/>
                <a:gd name="T2" fmla="*/ 2 w 4"/>
                <a:gd name="T3" fmla="*/ 1 h 4"/>
                <a:gd name="T4" fmla="*/ 3 w 4"/>
                <a:gd name="T5" fmla="*/ 3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2"/>
                    <a:pt x="0" y="2"/>
                    <a:pt x="2" y="1"/>
                  </a:cubicBezTo>
                  <a:cubicBezTo>
                    <a:pt x="3" y="0"/>
                    <a:pt x="4" y="3"/>
                    <a:pt x="3" y="3"/>
                  </a:cubicBezTo>
                  <a:cubicBezTo>
                    <a:pt x="3" y="3"/>
                    <a:pt x="3" y="3"/>
                    <a:pt x="3" y="3"/>
                  </a:cubicBezTo>
                  <a:cubicBezTo>
                    <a:pt x="2" y="2"/>
                    <a:pt x="4" y="4"/>
                    <a:pt x="3"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13" name="Freeform 559">
              <a:extLst>
                <a:ext uri="{FF2B5EF4-FFF2-40B4-BE49-F238E27FC236}">
                  <a16:creationId xmlns:a16="http://schemas.microsoft.com/office/drawing/2014/main" id="{009021FC-BF25-E88D-C8EB-18E9C1CB8933}"/>
                </a:ext>
              </a:extLst>
            </p:cNvPr>
            <p:cNvSpPr>
              <a:spLocks/>
            </p:cNvSpPr>
            <p:nvPr/>
          </p:nvSpPr>
          <p:spPr bwMode="auto">
            <a:xfrm>
              <a:off x="5458150" y="6032291"/>
              <a:ext cx="57323" cy="54153"/>
            </a:xfrm>
            <a:custGeom>
              <a:avLst/>
              <a:gdLst>
                <a:gd name="T0" fmla="*/ 5 w 6"/>
                <a:gd name="T1" fmla="*/ 2 h 6"/>
                <a:gd name="T2" fmla="*/ 0 w 6"/>
                <a:gd name="T3" fmla="*/ 1 h 6"/>
                <a:gd name="T4" fmla="*/ 1 w 6"/>
                <a:gd name="T5" fmla="*/ 3 h 6"/>
                <a:gd name="T6" fmla="*/ 1 w 6"/>
                <a:gd name="T7" fmla="*/ 6 h 6"/>
                <a:gd name="T8" fmla="*/ 5 w 6"/>
                <a:gd name="T9" fmla="*/ 5 h 6"/>
                <a:gd name="T10" fmla="*/ 3 w 6"/>
                <a:gd name="T11" fmla="*/ 3 h 6"/>
                <a:gd name="T12" fmla="*/ 5 w 6"/>
                <a:gd name="T13" fmla="*/ 2 h 6"/>
                <a:gd name="T14" fmla="*/ 5 w 6"/>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2"/>
                  </a:moveTo>
                  <a:cubicBezTo>
                    <a:pt x="4" y="2"/>
                    <a:pt x="1" y="0"/>
                    <a:pt x="0" y="1"/>
                  </a:cubicBezTo>
                  <a:cubicBezTo>
                    <a:pt x="1" y="0"/>
                    <a:pt x="2" y="4"/>
                    <a:pt x="1" y="3"/>
                  </a:cubicBezTo>
                  <a:cubicBezTo>
                    <a:pt x="1" y="4"/>
                    <a:pt x="1" y="5"/>
                    <a:pt x="1" y="6"/>
                  </a:cubicBezTo>
                  <a:cubicBezTo>
                    <a:pt x="1" y="5"/>
                    <a:pt x="5" y="4"/>
                    <a:pt x="5" y="5"/>
                  </a:cubicBezTo>
                  <a:cubicBezTo>
                    <a:pt x="5" y="4"/>
                    <a:pt x="4" y="4"/>
                    <a:pt x="3" y="3"/>
                  </a:cubicBezTo>
                  <a:cubicBezTo>
                    <a:pt x="4" y="4"/>
                    <a:pt x="6" y="2"/>
                    <a:pt x="5" y="2"/>
                  </a:cubicBezTo>
                  <a:cubicBezTo>
                    <a:pt x="4" y="2"/>
                    <a:pt x="6" y="2"/>
                    <a:pt x="5"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14" name="Freeform 560">
              <a:extLst>
                <a:ext uri="{FF2B5EF4-FFF2-40B4-BE49-F238E27FC236}">
                  <a16:creationId xmlns:a16="http://schemas.microsoft.com/office/drawing/2014/main" id="{9C27E195-7D34-B12F-8E79-D7C8DD6FB177}"/>
                </a:ext>
              </a:extLst>
            </p:cNvPr>
            <p:cNvSpPr>
              <a:spLocks/>
            </p:cNvSpPr>
            <p:nvPr/>
          </p:nvSpPr>
          <p:spPr bwMode="auto">
            <a:xfrm>
              <a:off x="5432673" y="6048217"/>
              <a:ext cx="35033" cy="57338"/>
            </a:xfrm>
            <a:custGeom>
              <a:avLst/>
              <a:gdLst>
                <a:gd name="T0" fmla="*/ 2 w 4"/>
                <a:gd name="T1" fmla="*/ 0 h 6"/>
                <a:gd name="T2" fmla="*/ 2 w 4"/>
                <a:gd name="T3" fmla="*/ 2 h 6"/>
                <a:gd name="T4" fmla="*/ 2 w 4"/>
                <a:gd name="T5" fmla="*/ 5 h 6"/>
                <a:gd name="T6" fmla="*/ 3 w 4"/>
                <a:gd name="T7" fmla="*/ 3 h 6"/>
                <a:gd name="T8" fmla="*/ 2 w 4"/>
                <a:gd name="T9" fmla="*/ 0 h 6"/>
              </a:gdLst>
              <a:ahLst/>
              <a:cxnLst>
                <a:cxn ang="0">
                  <a:pos x="T0" y="T1"/>
                </a:cxn>
                <a:cxn ang="0">
                  <a:pos x="T2" y="T3"/>
                </a:cxn>
                <a:cxn ang="0">
                  <a:pos x="T4" y="T5"/>
                </a:cxn>
                <a:cxn ang="0">
                  <a:pos x="T6" y="T7"/>
                </a:cxn>
                <a:cxn ang="0">
                  <a:pos x="T8" y="T9"/>
                </a:cxn>
              </a:cxnLst>
              <a:rect l="0" t="0" r="r" b="b"/>
              <a:pathLst>
                <a:path w="4" h="6">
                  <a:moveTo>
                    <a:pt x="2" y="0"/>
                  </a:moveTo>
                  <a:cubicBezTo>
                    <a:pt x="0" y="0"/>
                    <a:pt x="2" y="1"/>
                    <a:pt x="2" y="2"/>
                  </a:cubicBezTo>
                  <a:cubicBezTo>
                    <a:pt x="2" y="3"/>
                    <a:pt x="1" y="5"/>
                    <a:pt x="2" y="5"/>
                  </a:cubicBezTo>
                  <a:cubicBezTo>
                    <a:pt x="3" y="6"/>
                    <a:pt x="3" y="3"/>
                    <a:pt x="3" y="3"/>
                  </a:cubicBezTo>
                  <a:cubicBezTo>
                    <a:pt x="3" y="2"/>
                    <a:pt x="4" y="0"/>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15" name="Freeform 561">
              <a:extLst>
                <a:ext uri="{FF2B5EF4-FFF2-40B4-BE49-F238E27FC236}">
                  <a16:creationId xmlns:a16="http://schemas.microsoft.com/office/drawing/2014/main" id="{93293BB9-8E45-B551-0455-4855AC061FD0}"/>
                </a:ext>
              </a:extLst>
            </p:cNvPr>
            <p:cNvSpPr>
              <a:spLocks/>
            </p:cNvSpPr>
            <p:nvPr/>
          </p:nvSpPr>
          <p:spPr bwMode="auto">
            <a:xfrm>
              <a:off x="5375347" y="5994061"/>
              <a:ext cx="47770" cy="101936"/>
            </a:xfrm>
            <a:custGeom>
              <a:avLst/>
              <a:gdLst>
                <a:gd name="T0" fmla="*/ 4 w 5"/>
                <a:gd name="T1" fmla="*/ 10 h 11"/>
                <a:gd name="T2" fmla="*/ 2 w 5"/>
                <a:gd name="T3" fmla="*/ 6 h 11"/>
                <a:gd name="T4" fmla="*/ 1 w 5"/>
                <a:gd name="T5" fmla="*/ 3 h 11"/>
                <a:gd name="T6" fmla="*/ 5 w 5"/>
                <a:gd name="T7" fmla="*/ 5 h 11"/>
                <a:gd name="T8" fmla="*/ 4 w 5"/>
                <a:gd name="T9" fmla="*/ 10 h 11"/>
                <a:gd name="T10" fmla="*/ 4 w 5"/>
                <a:gd name="T11" fmla="*/ 10 h 11"/>
              </a:gdLst>
              <a:ahLst/>
              <a:cxnLst>
                <a:cxn ang="0">
                  <a:pos x="T0" y="T1"/>
                </a:cxn>
                <a:cxn ang="0">
                  <a:pos x="T2" y="T3"/>
                </a:cxn>
                <a:cxn ang="0">
                  <a:pos x="T4" y="T5"/>
                </a:cxn>
                <a:cxn ang="0">
                  <a:pos x="T6" y="T7"/>
                </a:cxn>
                <a:cxn ang="0">
                  <a:pos x="T8" y="T9"/>
                </a:cxn>
                <a:cxn ang="0">
                  <a:pos x="T10" y="T11"/>
                </a:cxn>
              </a:cxnLst>
              <a:rect l="0" t="0" r="r" b="b"/>
              <a:pathLst>
                <a:path w="5" h="11">
                  <a:moveTo>
                    <a:pt x="4" y="10"/>
                  </a:moveTo>
                  <a:cubicBezTo>
                    <a:pt x="4" y="9"/>
                    <a:pt x="2" y="6"/>
                    <a:pt x="2" y="6"/>
                  </a:cubicBezTo>
                  <a:cubicBezTo>
                    <a:pt x="4" y="4"/>
                    <a:pt x="0" y="4"/>
                    <a:pt x="1" y="3"/>
                  </a:cubicBezTo>
                  <a:cubicBezTo>
                    <a:pt x="2" y="0"/>
                    <a:pt x="5" y="5"/>
                    <a:pt x="5" y="5"/>
                  </a:cubicBezTo>
                  <a:cubicBezTo>
                    <a:pt x="5" y="6"/>
                    <a:pt x="5" y="11"/>
                    <a:pt x="4" y="10"/>
                  </a:cubicBezTo>
                  <a:cubicBezTo>
                    <a:pt x="4" y="9"/>
                    <a:pt x="5" y="11"/>
                    <a:pt x="4"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16" name="Freeform 562">
              <a:extLst>
                <a:ext uri="{FF2B5EF4-FFF2-40B4-BE49-F238E27FC236}">
                  <a16:creationId xmlns:a16="http://schemas.microsoft.com/office/drawing/2014/main" id="{F5FC0323-C552-318D-50E9-4FD975BF0041}"/>
                </a:ext>
              </a:extLst>
            </p:cNvPr>
            <p:cNvSpPr>
              <a:spLocks/>
            </p:cNvSpPr>
            <p:nvPr/>
          </p:nvSpPr>
          <p:spPr bwMode="auto">
            <a:xfrm>
              <a:off x="5337130" y="5955834"/>
              <a:ext cx="66879" cy="66896"/>
            </a:xfrm>
            <a:custGeom>
              <a:avLst/>
              <a:gdLst>
                <a:gd name="T0" fmla="*/ 4 w 7"/>
                <a:gd name="T1" fmla="*/ 6 h 7"/>
                <a:gd name="T2" fmla="*/ 2 w 7"/>
                <a:gd name="T3" fmla="*/ 3 h 7"/>
                <a:gd name="T4" fmla="*/ 0 w 7"/>
                <a:gd name="T5" fmla="*/ 2 h 7"/>
                <a:gd name="T6" fmla="*/ 5 w 7"/>
                <a:gd name="T7" fmla="*/ 1 h 7"/>
                <a:gd name="T8" fmla="*/ 4 w 7"/>
                <a:gd name="T9" fmla="*/ 3 h 7"/>
                <a:gd name="T10" fmla="*/ 7 w 7"/>
                <a:gd name="T11" fmla="*/ 4 h 7"/>
                <a:gd name="T12" fmla="*/ 5 w 7"/>
                <a:gd name="T13" fmla="*/ 5 h 7"/>
                <a:gd name="T14" fmla="*/ 4 w 7"/>
                <a:gd name="T15" fmla="*/ 6 h 7"/>
                <a:gd name="T16" fmla="*/ 4 w 7"/>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4" y="6"/>
                  </a:moveTo>
                  <a:cubicBezTo>
                    <a:pt x="2" y="4"/>
                    <a:pt x="1" y="4"/>
                    <a:pt x="2" y="3"/>
                  </a:cubicBezTo>
                  <a:cubicBezTo>
                    <a:pt x="2" y="2"/>
                    <a:pt x="0" y="2"/>
                    <a:pt x="0" y="2"/>
                  </a:cubicBezTo>
                  <a:cubicBezTo>
                    <a:pt x="0" y="1"/>
                    <a:pt x="4" y="0"/>
                    <a:pt x="5" y="1"/>
                  </a:cubicBezTo>
                  <a:cubicBezTo>
                    <a:pt x="5" y="1"/>
                    <a:pt x="3" y="2"/>
                    <a:pt x="4" y="3"/>
                  </a:cubicBezTo>
                  <a:cubicBezTo>
                    <a:pt x="5" y="3"/>
                    <a:pt x="7" y="4"/>
                    <a:pt x="7" y="4"/>
                  </a:cubicBezTo>
                  <a:cubicBezTo>
                    <a:pt x="7" y="5"/>
                    <a:pt x="5" y="5"/>
                    <a:pt x="5" y="5"/>
                  </a:cubicBezTo>
                  <a:cubicBezTo>
                    <a:pt x="4" y="5"/>
                    <a:pt x="5" y="7"/>
                    <a:pt x="4" y="6"/>
                  </a:cubicBezTo>
                  <a:cubicBezTo>
                    <a:pt x="2" y="5"/>
                    <a:pt x="4" y="6"/>
                    <a:pt x="4"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17" name="Freeform 563">
              <a:extLst>
                <a:ext uri="{FF2B5EF4-FFF2-40B4-BE49-F238E27FC236}">
                  <a16:creationId xmlns:a16="http://schemas.microsoft.com/office/drawing/2014/main" id="{55372221-30D4-D313-077C-F0641C6BEF99}"/>
                </a:ext>
              </a:extLst>
            </p:cNvPr>
            <p:cNvSpPr>
              <a:spLocks/>
            </p:cNvSpPr>
            <p:nvPr/>
          </p:nvSpPr>
          <p:spPr bwMode="auto">
            <a:xfrm>
              <a:off x="5404009" y="5955834"/>
              <a:ext cx="63695" cy="86010"/>
            </a:xfrm>
            <a:custGeom>
              <a:avLst/>
              <a:gdLst>
                <a:gd name="T0" fmla="*/ 3 w 7"/>
                <a:gd name="T1" fmla="*/ 8 h 9"/>
                <a:gd name="T2" fmla="*/ 4 w 7"/>
                <a:gd name="T3" fmla="*/ 6 h 9"/>
                <a:gd name="T4" fmla="*/ 2 w 7"/>
                <a:gd name="T5" fmla="*/ 4 h 9"/>
                <a:gd name="T6" fmla="*/ 3 w 7"/>
                <a:gd name="T7" fmla="*/ 1 h 9"/>
                <a:gd name="T8" fmla="*/ 6 w 7"/>
                <a:gd name="T9" fmla="*/ 5 h 9"/>
                <a:gd name="T10" fmla="*/ 3 w 7"/>
                <a:gd name="T11" fmla="*/ 8 h 9"/>
                <a:gd name="T12" fmla="*/ 3 w 7"/>
                <a:gd name="T13" fmla="*/ 8 h 9"/>
                <a:gd name="T14" fmla="*/ 3 w 7"/>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3" y="8"/>
                  </a:moveTo>
                  <a:cubicBezTo>
                    <a:pt x="4" y="7"/>
                    <a:pt x="5" y="7"/>
                    <a:pt x="4" y="6"/>
                  </a:cubicBezTo>
                  <a:cubicBezTo>
                    <a:pt x="4" y="5"/>
                    <a:pt x="2" y="5"/>
                    <a:pt x="2" y="4"/>
                  </a:cubicBezTo>
                  <a:cubicBezTo>
                    <a:pt x="3" y="3"/>
                    <a:pt x="0" y="0"/>
                    <a:pt x="3" y="1"/>
                  </a:cubicBezTo>
                  <a:cubicBezTo>
                    <a:pt x="6" y="2"/>
                    <a:pt x="6" y="3"/>
                    <a:pt x="6" y="5"/>
                  </a:cubicBezTo>
                  <a:cubicBezTo>
                    <a:pt x="7" y="7"/>
                    <a:pt x="3" y="8"/>
                    <a:pt x="3" y="8"/>
                  </a:cubicBezTo>
                  <a:cubicBezTo>
                    <a:pt x="3" y="8"/>
                    <a:pt x="3" y="8"/>
                    <a:pt x="3" y="8"/>
                  </a:cubicBezTo>
                  <a:cubicBezTo>
                    <a:pt x="4" y="7"/>
                    <a:pt x="2" y="9"/>
                    <a:pt x="3" y="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18" name="Freeform 564">
              <a:extLst>
                <a:ext uri="{FF2B5EF4-FFF2-40B4-BE49-F238E27FC236}">
                  <a16:creationId xmlns:a16="http://schemas.microsoft.com/office/drawing/2014/main" id="{698A7DB3-4B5A-D64F-C204-D65F62E7CDF8}"/>
                </a:ext>
              </a:extLst>
            </p:cNvPr>
            <p:cNvSpPr>
              <a:spLocks/>
            </p:cNvSpPr>
            <p:nvPr/>
          </p:nvSpPr>
          <p:spPr bwMode="auto">
            <a:xfrm>
              <a:off x="5384900" y="5974948"/>
              <a:ext cx="28662" cy="9556"/>
            </a:xfrm>
            <a:custGeom>
              <a:avLst/>
              <a:gdLst>
                <a:gd name="T0" fmla="*/ 2 w 3"/>
                <a:gd name="T1" fmla="*/ 1 h 1"/>
                <a:gd name="T2" fmla="*/ 0 w 3"/>
                <a:gd name="T3" fmla="*/ 0 h 1"/>
                <a:gd name="T4" fmla="*/ 3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1" y="1"/>
                    <a:pt x="0" y="1"/>
                    <a:pt x="0" y="0"/>
                  </a:cubicBezTo>
                  <a:cubicBezTo>
                    <a:pt x="0" y="0"/>
                    <a:pt x="2" y="0"/>
                    <a:pt x="3" y="0"/>
                  </a:cubicBezTo>
                  <a:cubicBezTo>
                    <a:pt x="3" y="0"/>
                    <a:pt x="2" y="1"/>
                    <a:pt x="2"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19" name="Freeform 565">
              <a:extLst>
                <a:ext uri="{FF2B5EF4-FFF2-40B4-BE49-F238E27FC236}">
                  <a16:creationId xmlns:a16="http://schemas.microsoft.com/office/drawing/2014/main" id="{D4615E5B-7907-B3FD-01C0-87004370FD4D}"/>
                </a:ext>
              </a:extLst>
            </p:cNvPr>
            <p:cNvSpPr>
              <a:spLocks/>
            </p:cNvSpPr>
            <p:nvPr/>
          </p:nvSpPr>
          <p:spPr bwMode="auto">
            <a:xfrm>
              <a:off x="4486812" y="5984506"/>
              <a:ext cx="124202" cy="63711"/>
            </a:xfrm>
            <a:custGeom>
              <a:avLst/>
              <a:gdLst>
                <a:gd name="T0" fmla="*/ 10 w 13"/>
                <a:gd name="T1" fmla="*/ 1 h 7"/>
                <a:gd name="T2" fmla="*/ 7 w 13"/>
                <a:gd name="T3" fmla="*/ 1 h 7"/>
                <a:gd name="T4" fmla="*/ 5 w 13"/>
                <a:gd name="T5" fmla="*/ 1 h 7"/>
                <a:gd name="T6" fmla="*/ 5 w 13"/>
                <a:gd name="T7" fmla="*/ 4 h 7"/>
                <a:gd name="T8" fmla="*/ 1 w 13"/>
                <a:gd name="T9" fmla="*/ 3 h 7"/>
                <a:gd name="T10" fmla="*/ 1 w 13"/>
                <a:gd name="T11" fmla="*/ 6 h 7"/>
                <a:gd name="T12" fmla="*/ 11 w 13"/>
                <a:gd name="T13" fmla="*/ 4 h 7"/>
                <a:gd name="T14" fmla="*/ 9 w 13"/>
                <a:gd name="T15" fmla="*/ 3 h 7"/>
                <a:gd name="T16" fmla="*/ 12 w 13"/>
                <a:gd name="T17" fmla="*/ 3 h 7"/>
                <a:gd name="T18" fmla="*/ 10 w 13"/>
                <a:gd name="T19" fmla="*/ 1 h 7"/>
                <a:gd name="T20" fmla="*/ 10 w 13"/>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7">
                  <a:moveTo>
                    <a:pt x="10" y="1"/>
                  </a:moveTo>
                  <a:cubicBezTo>
                    <a:pt x="9" y="1"/>
                    <a:pt x="8" y="1"/>
                    <a:pt x="7" y="1"/>
                  </a:cubicBezTo>
                  <a:cubicBezTo>
                    <a:pt x="6" y="1"/>
                    <a:pt x="6" y="1"/>
                    <a:pt x="5" y="1"/>
                  </a:cubicBezTo>
                  <a:cubicBezTo>
                    <a:pt x="3" y="2"/>
                    <a:pt x="4" y="4"/>
                    <a:pt x="5" y="4"/>
                  </a:cubicBezTo>
                  <a:cubicBezTo>
                    <a:pt x="4" y="4"/>
                    <a:pt x="2" y="1"/>
                    <a:pt x="1" y="3"/>
                  </a:cubicBezTo>
                  <a:cubicBezTo>
                    <a:pt x="0" y="4"/>
                    <a:pt x="0" y="5"/>
                    <a:pt x="1" y="6"/>
                  </a:cubicBezTo>
                  <a:cubicBezTo>
                    <a:pt x="2" y="7"/>
                    <a:pt x="10" y="5"/>
                    <a:pt x="11" y="4"/>
                  </a:cubicBezTo>
                  <a:cubicBezTo>
                    <a:pt x="11" y="4"/>
                    <a:pt x="10" y="3"/>
                    <a:pt x="9" y="3"/>
                  </a:cubicBezTo>
                  <a:cubicBezTo>
                    <a:pt x="10" y="3"/>
                    <a:pt x="12" y="3"/>
                    <a:pt x="12" y="3"/>
                  </a:cubicBezTo>
                  <a:cubicBezTo>
                    <a:pt x="13" y="2"/>
                    <a:pt x="11" y="0"/>
                    <a:pt x="10" y="1"/>
                  </a:cubicBezTo>
                  <a:cubicBezTo>
                    <a:pt x="9" y="1"/>
                    <a:pt x="11" y="0"/>
                    <a:pt x="10"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20" name="Freeform 566">
              <a:extLst>
                <a:ext uri="{FF2B5EF4-FFF2-40B4-BE49-F238E27FC236}">
                  <a16:creationId xmlns:a16="http://schemas.microsoft.com/office/drawing/2014/main" id="{C7DF9FD5-7551-E930-7B01-57C9E2A4D8BA}"/>
                </a:ext>
              </a:extLst>
            </p:cNvPr>
            <p:cNvSpPr>
              <a:spLocks/>
            </p:cNvSpPr>
            <p:nvPr/>
          </p:nvSpPr>
          <p:spPr bwMode="auto">
            <a:xfrm>
              <a:off x="4534582" y="5927165"/>
              <a:ext cx="76432" cy="66896"/>
            </a:xfrm>
            <a:custGeom>
              <a:avLst/>
              <a:gdLst>
                <a:gd name="T0" fmla="*/ 2 w 8"/>
                <a:gd name="T1" fmla="*/ 6 h 7"/>
                <a:gd name="T2" fmla="*/ 5 w 8"/>
                <a:gd name="T3" fmla="*/ 4 h 7"/>
                <a:gd name="T4" fmla="*/ 8 w 8"/>
                <a:gd name="T5" fmla="*/ 4 h 7"/>
                <a:gd name="T6" fmla="*/ 5 w 8"/>
                <a:gd name="T7" fmla="*/ 2 h 7"/>
                <a:gd name="T8" fmla="*/ 2 w 8"/>
                <a:gd name="T9" fmla="*/ 6 h 7"/>
                <a:gd name="T10" fmla="*/ 2 w 8"/>
                <a:gd name="T11" fmla="*/ 6 h 7"/>
                <a:gd name="T12" fmla="*/ 2 w 8"/>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2" y="6"/>
                  </a:moveTo>
                  <a:cubicBezTo>
                    <a:pt x="3" y="5"/>
                    <a:pt x="4" y="5"/>
                    <a:pt x="5" y="4"/>
                  </a:cubicBezTo>
                  <a:cubicBezTo>
                    <a:pt x="6" y="4"/>
                    <a:pt x="8" y="4"/>
                    <a:pt x="8" y="4"/>
                  </a:cubicBezTo>
                  <a:cubicBezTo>
                    <a:pt x="8" y="4"/>
                    <a:pt x="7" y="0"/>
                    <a:pt x="5" y="2"/>
                  </a:cubicBezTo>
                  <a:cubicBezTo>
                    <a:pt x="5" y="2"/>
                    <a:pt x="1" y="5"/>
                    <a:pt x="2" y="6"/>
                  </a:cubicBezTo>
                  <a:cubicBezTo>
                    <a:pt x="2" y="6"/>
                    <a:pt x="2" y="6"/>
                    <a:pt x="2" y="6"/>
                  </a:cubicBezTo>
                  <a:cubicBezTo>
                    <a:pt x="4" y="5"/>
                    <a:pt x="0" y="7"/>
                    <a:pt x="2"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21" name="Freeform 567">
              <a:extLst>
                <a:ext uri="{FF2B5EF4-FFF2-40B4-BE49-F238E27FC236}">
                  <a16:creationId xmlns:a16="http://schemas.microsoft.com/office/drawing/2014/main" id="{989CC149-F20F-2FFE-2ACA-B198ED8E28FE}"/>
                </a:ext>
              </a:extLst>
            </p:cNvPr>
            <p:cNvSpPr>
              <a:spLocks/>
            </p:cNvSpPr>
            <p:nvPr/>
          </p:nvSpPr>
          <p:spPr bwMode="auto">
            <a:xfrm>
              <a:off x="4002734" y="6182007"/>
              <a:ext cx="92356" cy="35042"/>
            </a:xfrm>
            <a:custGeom>
              <a:avLst/>
              <a:gdLst>
                <a:gd name="T0" fmla="*/ 9 w 10"/>
                <a:gd name="T1" fmla="*/ 2 h 4"/>
                <a:gd name="T2" fmla="*/ 9 w 10"/>
                <a:gd name="T3" fmla="*/ 1 h 4"/>
                <a:gd name="T4" fmla="*/ 6 w 10"/>
                <a:gd name="T5" fmla="*/ 0 h 4"/>
                <a:gd name="T6" fmla="*/ 2 w 10"/>
                <a:gd name="T7" fmla="*/ 2 h 4"/>
                <a:gd name="T8" fmla="*/ 3 w 10"/>
                <a:gd name="T9" fmla="*/ 4 h 4"/>
                <a:gd name="T10" fmla="*/ 9 w 10"/>
                <a:gd name="T11" fmla="*/ 2 h 4"/>
                <a:gd name="T12" fmla="*/ 9 w 10"/>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9" y="2"/>
                  </a:moveTo>
                  <a:cubicBezTo>
                    <a:pt x="10" y="2"/>
                    <a:pt x="8" y="1"/>
                    <a:pt x="9" y="1"/>
                  </a:cubicBezTo>
                  <a:cubicBezTo>
                    <a:pt x="8" y="0"/>
                    <a:pt x="7" y="0"/>
                    <a:pt x="6" y="0"/>
                  </a:cubicBezTo>
                  <a:cubicBezTo>
                    <a:pt x="5" y="1"/>
                    <a:pt x="3" y="1"/>
                    <a:pt x="2" y="2"/>
                  </a:cubicBezTo>
                  <a:cubicBezTo>
                    <a:pt x="0" y="3"/>
                    <a:pt x="2" y="4"/>
                    <a:pt x="3" y="4"/>
                  </a:cubicBezTo>
                  <a:cubicBezTo>
                    <a:pt x="5" y="4"/>
                    <a:pt x="7" y="1"/>
                    <a:pt x="9" y="2"/>
                  </a:cubicBezTo>
                  <a:cubicBezTo>
                    <a:pt x="10" y="2"/>
                    <a:pt x="7" y="1"/>
                    <a:pt x="9"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22" name="Freeform 568">
              <a:extLst>
                <a:ext uri="{FF2B5EF4-FFF2-40B4-BE49-F238E27FC236}">
                  <a16:creationId xmlns:a16="http://schemas.microsoft.com/office/drawing/2014/main" id="{2B8A0458-FE28-E953-7111-8490C3CA59BF}"/>
                </a:ext>
              </a:extLst>
            </p:cNvPr>
            <p:cNvSpPr>
              <a:spLocks/>
            </p:cNvSpPr>
            <p:nvPr/>
          </p:nvSpPr>
          <p:spPr bwMode="auto">
            <a:xfrm>
              <a:off x="3891269" y="6236163"/>
              <a:ext cx="54139" cy="47785"/>
            </a:xfrm>
            <a:custGeom>
              <a:avLst/>
              <a:gdLst>
                <a:gd name="T0" fmla="*/ 6 w 6"/>
                <a:gd name="T1" fmla="*/ 2 h 5"/>
                <a:gd name="T2" fmla="*/ 3 w 6"/>
                <a:gd name="T3" fmla="*/ 2 h 5"/>
                <a:gd name="T4" fmla="*/ 3 w 6"/>
                <a:gd name="T5" fmla="*/ 4 h 5"/>
                <a:gd name="T6" fmla="*/ 0 w 6"/>
                <a:gd name="T7" fmla="*/ 5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6" y="0"/>
                    <a:pt x="4" y="1"/>
                    <a:pt x="3" y="2"/>
                  </a:cubicBezTo>
                  <a:cubicBezTo>
                    <a:pt x="3" y="2"/>
                    <a:pt x="3" y="3"/>
                    <a:pt x="3" y="4"/>
                  </a:cubicBezTo>
                  <a:cubicBezTo>
                    <a:pt x="2" y="4"/>
                    <a:pt x="0" y="5"/>
                    <a:pt x="0" y="5"/>
                  </a:cubicBezTo>
                  <a:cubicBezTo>
                    <a:pt x="0" y="5"/>
                    <a:pt x="6" y="5"/>
                    <a:pt x="6"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23" name="Freeform 569">
              <a:extLst>
                <a:ext uri="{FF2B5EF4-FFF2-40B4-BE49-F238E27FC236}">
                  <a16:creationId xmlns:a16="http://schemas.microsoft.com/office/drawing/2014/main" id="{A9C5CE02-628A-AFE0-8FAE-023122271D3F}"/>
                </a:ext>
              </a:extLst>
            </p:cNvPr>
            <p:cNvSpPr>
              <a:spLocks/>
            </p:cNvSpPr>
            <p:nvPr/>
          </p:nvSpPr>
          <p:spPr bwMode="auto">
            <a:xfrm>
              <a:off x="7066431" y="5076623"/>
              <a:ext cx="194268" cy="121050"/>
            </a:xfrm>
            <a:custGeom>
              <a:avLst/>
              <a:gdLst>
                <a:gd name="T0" fmla="*/ 19 w 21"/>
                <a:gd name="T1" fmla="*/ 9 h 13"/>
                <a:gd name="T2" fmla="*/ 18 w 21"/>
                <a:gd name="T3" fmla="*/ 7 h 13"/>
                <a:gd name="T4" fmla="*/ 14 w 21"/>
                <a:gd name="T5" fmla="*/ 4 h 13"/>
                <a:gd name="T6" fmla="*/ 8 w 21"/>
                <a:gd name="T7" fmla="*/ 1 h 13"/>
                <a:gd name="T8" fmla="*/ 5 w 21"/>
                <a:gd name="T9" fmla="*/ 6 h 13"/>
                <a:gd name="T10" fmla="*/ 0 w 21"/>
                <a:gd name="T11" fmla="*/ 8 h 13"/>
                <a:gd name="T12" fmla="*/ 7 w 21"/>
                <a:gd name="T13" fmla="*/ 11 h 13"/>
                <a:gd name="T14" fmla="*/ 15 w 21"/>
                <a:gd name="T15" fmla="*/ 12 h 13"/>
                <a:gd name="T16" fmla="*/ 20 w 21"/>
                <a:gd name="T17" fmla="*/ 9 h 13"/>
                <a:gd name="T18" fmla="*/ 19 w 21"/>
                <a:gd name="T19" fmla="*/ 9 h 13"/>
                <a:gd name="T20" fmla="*/ 19 w 2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19" y="9"/>
                  </a:moveTo>
                  <a:cubicBezTo>
                    <a:pt x="15" y="10"/>
                    <a:pt x="19" y="8"/>
                    <a:pt x="18" y="7"/>
                  </a:cubicBezTo>
                  <a:cubicBezTo>
                    <a:pt x="17" y="7"/>
                    <a:pt x="15" y="4"/>
                    <a:pt x="14" y="4"/>
                  </a:cubicBezTo>
                  <a:cubicBezTo>
                    <a:pt x="12" y="4"/>
                    <a:pt x="10" y="1"/>
                    <a:pt x="8" y="1"/>
                  </a:cubicBezTo>
                  <a:cubicBezTo>
                    <a:pt x="6" y="0"/>
                    <a:pt x="6" y="5"/>
                    <a:pt x="5" y="6"/>
                  </a:cubicBezTo>
                  <a:cubicBezTo>
                    <a:pt x="4" y="6"/>
                    <a:pt x="0" y="6"/>
                    <a:pt x="0" y="8"/>
                  </a:cubicBezTo>
                  <a:cubicBezTo>
                    <a:pt x="1" y="10"/>
                    <a:pt x="6" y="11"/>
                    <a:pt x="7" y="11"/>
                  </a:cubicBezTo>
                  <a:cubicBezTo>
                    <a:pt x="9" y="12"/>
                    <a:pt x="13" y="13"/>
                    <a:pt x="15" y="12"/>
                  </a:cubicBezTo>
                  <a:cubicBezTo>
                    <a:pt x="15" y="12"/>
                    <a:pt x="20" y="10"/>
                    <a:pt x="20" y="9"/>
                  </a:cubicBezTo>
                  <a:cubicBezTo>
                    <a:pt x="20" y="9"/>
                    <a:pt x="19" y="9"/>
                    <a:pt x="19" y="9"/>
                  </a:cubicBezTo>
                  <a:cubicBezTo>
                    <a:pt x="18" y="10"/>
                    <a:pt x="21" y="9"/>
                    <a:pt x="19" y="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24" name="Freeform 570">
              <a:extLst>
                <a:ext uri="{FF2B5EF4-FFF2-40B4-BE49-F238E27FC236}">
                  <a16:creationId xmlns:a16="http://schemas.microsoft.com/office/drawing/2014/main" id="{16FB7784-7E2F-3AFB-2DCC-22918276467B}"/>
                </a:ext>
              </a:extLst>
            </p:cNvPr>
            <p:cNvSpPr>
              <a:spLocks/>
            </p:cNvSpPr>
            <p:nvPr/>
          </p:nvSpPr>
          <p:spPr bwMode="auto">
            <a:xfrm>
              <a:off x="6999554" y="5133964"/>
              <a:ext cx="47770" cy="35042"/>
            </a:xfrm>
            <a:custGeom>
              <a:avLst/>
              <a:gdLst>
                <a:gd name="T0" fmla="*/ 2 w 5"/>
                <a:gd name="T1" fmla="*/ 4 h 4"/>
                <a:gd name="T2" fmla="*/ 4 w 5"/>
                <a:gd name="T3" fmla="*/ 1 h 4"/>
                <a:gd name="T4" fmla="*/ 2 w 5"/>
                <a:gd name="T5" fmla="*/ 4 h 4"/>
                <a:gd name="T6" fmla="*/ 2 w 5"/>
                <a:gd name="T7" fmla="*/ 4 h 4"/>
              </a:gdLst>
              <a:ahLst/>
              <a:cxnLst>
                <a:cxn ang="0">
                  <a:pos x="T0" y="T1"/>
                </a:cxn>
                <a:cxn ang="0">
                  <a:pos x="T2" y="T3"/>
                </a:cxn>
                <a:cxn ang="0">
                  <a:pos x="T4" y="T5"/>
                </a:cxn>
                <a:cxn ang="0">
                  <a:pos x="T6" y="T7"/>
                </a:cxn>
              </a:cxnLst>
              <a:rect l="0" t="0" r="r" b="b"/>
              <a:pathLst>
                <a:path w="5" h="4">
                  <a:moveTo>
                    <a:pt x="2" y="4"/>
                  </a:moveTo>
                  <a:cubicBezTo>
                    <a:pt x="0" y="4"/>
                    <a:pt x="4" y="0"/>
                    <a:pt x="4" y="1"/>
                  </a:cubicBezTo>
                  <a:cubicBezTo>
                    <a:pt x="5" y="1"/>
                    <a:pt x="3" y="4"/>
                    <a:pt x="2" y="4"/>
                  </a:cubicBezTo>
                  <a:cubicBezTo>
                    <a:pt x="1" y="4"/>
                    <a:pt x="4" y="4"/>
                    <a:pt x="2"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25" name="Freeform 571">
              <a:extLst>
                <a:ext uri="{FF2B5EF4-FFF2-40B4-BE49-F238E27FC236}">
                  <a16:creationId xmlns:a16="http://schemas.microsoft.com/office/drawing/2014/main" id="{7D58C36D-CEEA-C3AE-CEB5-4500AE3853DE}"/>
                </a:ext>
              </a:extLst>
            </p:cNvPr>
            <p:cNvSpPr>
              <a:spLocks/>
            </p:cNvSpPr>
            <p:nvPr/>
          </p:nvSpPr>
          <p:spPr bwMode="auto">
            <a:xfrm>
              <a:off x="6942228" y="5169003"/>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1"/>
                    <a:pt x="1" y="0"/>
                  </a:cubicBezTo>
                  <a:cubicBezTo>
                    <a:pt x="2" y="0"/>
                    <a:pt x="2" y="2"/>
                    <a:pt x="1"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26" name="Freeform 572">
              <a:extLst>
                <a:ext uri="{FF2B5EF4-FFF2-40B4-BE49-F238E27FC236}">
                  <a16:creationId xmlns:a16="http://schemas.microsoft.com/office/drawing/2014/main" id="{9127BB48-2754-F0BC-5109-7DB8C3239F8D}"/>
                </a:ext>
              </a:extLst>
            </p:cNvPr>
            <p:cNvSpPr>
              <a:spLocks/>
            </p:cNvSpPr>
            <p:nvPr/>
          </p:nvSpPr>
          <p:spPr bwMode="auto">
            <a:xfrm>
              <a:off x="6139678" y="4777183"/>
              <a:ext cx="859874" cy="420492"/>
            </a:xfrm>
            <a:custGeom>
              <a:avLst/>
              <a:gdLst>
                <a:gd name="T0" fmla="*/ 76 w 92"/>
                <a:gd name="T1" fmla="*/ 41 h 45"/>
                <a:gd name="T2" fmla="*/ 71 w 92"/>
                <a:gd name="T3" fmla="*/ 39 h 45"/>
                <a:gd name="T4" fmla="*/ 61 w 92"/>
                <a:gd name="T5" fmla="*/ 38 h 45"/>
                <a:gd name="T6" fmla="*/ 45 w 92"/>
                <a:gd name="T7" fmla="*/ 43 h 45"/>
                <a:gd name="T8" fmla="*/ 29 w 92"/>
                <a:gd name="T9" fmla="*/ 41 h 45"/>
                <a:gd name="T10" fmla="*/ 21 w 92"/>
                <a:gd name="T11" fmla="*/ 38 h 45"/>
                <a:gd name="T12" fmla="*/ 10 w 92"/>
                <a:gd name="T13" fmla="*/ 31 h 45"/>
                <a:gd name="T14" fmla="*/ 40 w 92"/>
                <a:gd name="T15" fmla="*/ 29 h 45"/>
                <a:gd name="T16" fmla="*/ 9 w 92"/>
                <a:gd name="T17" fmla="*/ 26 h 45"/>
                <a:gd name="T18" fmla="*/ 16 w 92"/>
                <a:gd name="T19" fmla="*/ 19 h 45"/>
                <a:gd name="T20" fmla="*/ 14 w 92"/>
                <a:gd name="T21" fmla="*/ 18 h 45"/>
                <a:gd name="T22" fmla="*/ 7 w 92"/>
                <a:gd name="T23" fmla="*/ 17 h 45"/>
                <a:gd name="T24" fmla="*/ 4 w 92"/>
                <a:gd name="T25" fmla="*/ 11 h 45"/>
                <a:gd name="T26" fmla="*/ 8 w 92"/>
                <a:gd name="T27" fmla="*/ 7 h 45"/>
                <a:gd name="T28" fmla="*/ 24 w 92"/>
                <a:gd name="T29" fmla="*/ 1 h 45"/>
                <a:gd name="T30" fmla="*/ 29 w 92"/>
                <a:gd name="T31" fmla="*/ 7 h 45"/>
                <a:gd name="T32" fmla="*/ 39 w 92"/>
                <a:gd name="T33" fmla="*/ 6 h 45"/>
                <a:gd name="T34" fmla="*/ 43 w 92"/>
                <a:gd name="T35" fmla="*/ 8 h 45"/>
                <a:gd name="T36" fmla="*/ 47 w 92"/>
                <a:gd name="T37" fmla="*/ 9 h 45"/>
                <a:gd name="T38" fmla="*/ 43 w 92"/>
                <a:gd name="T39" fmla="*/ 4 h 45"/>
                <a:gd name="T40" fmla="*/ 54 w 92"/>
                <a:gd name="T41" fmla="*/ 10 h 45"/>
                <a:gd name="T42" fmla="*/ 60 w 92"/>
                <a:gd name="T43" fmla="*/ 14 h 45"/>
                <a:gd name="T44" fmla="*/ 59 w 92"/>
                <a:gd name="T45" fmla="*/ 1 h 45"/>
                <a:gd name="T46" fmla="*/ 69 w 92"/>
                <a:gd name="T47" fmla="*/ 6 h 45"/>
                <a:gd name="T48" fmla="*/ 74 w 92"/>
                <a:gd name="T49" fmla="*/ 19 h 45"/>
                <a:gd name="T50" fmla="*/ 82 w 92"/>
                <a:gd name="T51" fmla="*/ 26 h 45"/>
                <a:gd name="T52" fmla="*/ 92 w 92"/>
                <a:gd name="T53" fmla="*/ 33 h 45"/>
                <a:gd name="T54" fmla="*/ 83 w 92"/>
                <a:gd name="T55" fmla="*/ 35 h 45"/>
                <a:gd name="T56" fmla="*/ 81 w 92"/>
                <a:gd name="T57" fmla="*/ 36 h 45"/>
                <a:gd name="T58" fmla="*/ 85 w 92"/>
                <a:gd name="T59" fmla="*/ 36 h 45"/>
                <a:gd name="T60" fmla="*/ 89 w 92"/>
                <a:gd name="T61" fmla="*/ 39 h 45"/>
                <a:gd name="T62" fmla="*/ 83 w 92"/>
                <a:gd name="T63"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45">
                  <a:moveTo>
                    <a:pt x="83" y="41"/>
                  </a:moveTo>
                  <a:cubicBezTo>
                    <a:pt x="81" y="41"/>
                    <a:pt x="79" y="41"/>
                    <a:pt x="76" y="41"/>
                  </a:cubicBezTo>
                  <a:cubicBezTo>
                    <a:pt x="75" y="41"/>
                    <a:pt x="74" y="41"/>
                    <a:pt x="73" y="41"/>
                  </a:cubicBezTo>
                  <a:cubicBezTo>
                    <a:pt x="72" y="41"/>
                    <a:pt x="72" y="40"/>
                    <a:pt x="71" y="39"/>
                  </a:cubicBezTo>
                  <a:cubicBezTo>
                    <a:pt x="70" y="39"/>
                    <a:pt x="66" y="40"/>
                    <a:pt x="65" y="38"/>
                  </a:cubicBezTo>
                  <a:cubicBezTo>
                    <a:pt x="65" y="35"/>
                    <a:pt x="63" y="37"/>
                    <a:pt x="61" y="38"/>
                  </a:cubicBezTo>
                  <a:cubicBezTo>
                    <a:pt x="58" y="40"/>
                    <a:pt x="56" y="39"/>
                    <a:pt x="54" y="40"/>
                  </a:cubicBezTo>
                  <a:cubicBezTo>
                    <a:pt x="51" y="41"/>
                    <a:pt x="48" y="42"/>
                    <a:pt x="45" y="43"/>
                  </a:cubicBezTo>
                  <a:cubicBezTo>
                    <a:pt x="41" y="43"/>
                    <a:pt x="35" y="45"/>
                    <a:pt x="31" y="43"/>
                  </a:cubicBezTo>
                  <a:cubicBezTo>
                    <a:pt x="31" y="43"/>
                    <a:pt x="29" y="42"/>
                    <a:pt x="29" y="41"/>
                  </a:cubicBezTo>
                  <a:cubicBezTo>
                    <a:pt x="29" y="40"/>
                    <a:pt x="29" y="38"/>
                    <a:pt x="27" y="38"/>
                  </a:cubicBezTo>
                  <a:cubicBezTo>
                    <a:pt x="25" y="38"/>
                    <a:pt x="23" y="38"/>
                    <a:pt x="21" y="38"/>
                  </a:cubicBezTo>
                  <a:cubicBezTo>
                    <a:pt x="19" y="38"/>
                    <a:pt x="17" y="38"/>
                    <a:pt x="15" y="36"/>
                  </a:cubicBezTo>
                  <a:cubicBezTo>
                    <a:pt x="14" y="36"/>
                    <a:pt x="9" y="32"/>
                    <a:pt x="10" y="31"/>
                  </a:cubicBezTo>
                  <a:cubicBezTo>
                    <a:pt x="16" y="28"/>
                    <a:pt x="23" y="29"/>
                    <a:pt x="28" y="29"/>
                  </a:cubicBezTo>
                  <a:cubicBezTo>
                    <a:pt x="29" y="29"/>
                    <a:pt x="40" y="29"/>
                    <a:pt x="40" y="29"/>
                  </a:cubicBezTo>
                  <a:cubicBezTo>
                    <a:pt x="40" y="27"/>
                    <a:pt x="26" y="25"/>
                    <a:pt x="25" y="25"/>
                  </a:cubicBezTo>
                  <a:cubicBezTo>
                    <a:pt x="20" y="25"/>
                    <a:pt x="14" y="28"/>
                    <a:pt x="9" y="26"/>
                  </a:cubicBezTo>
                  <a:cubicBezTo>
                    <a:pt x="7" y="25"/>
                    <a:pt x="3" y="23"/>
                    <a:pt x="7" y="21"/>
                  </a:cubicBezTo>
                  <a:cubicBezTo>
                    <a:pt x="10" y="20"/>
                    <a:pt x="13" y="19"/>
                    <a:pt x="16" y="19"/>
                  </a:cubicBezTo>
                  <a:cubicBezTo>
                    <a:pt x="18" y="18"/>
                    <a:pt x="20" y="18"/>
                    <a:pt x="21" y="18"/>
                  </a:cubicBezTo>
                  <a:cubicBezTo>
                    <a:pt x="19" y="19"/>
                    <a:pt x="16" y="18"/>
                    <a:pt x="14" y="18"/>
                  </a:cubicBezTo>
                  <a:cubicBezTo>
                    <a:pt x="13" y="18"/>
                    <a:pt x="7" y="19"/>
                    <a:pt x="6" y="18"/>
                  </a:cubicBezTo>
                  <a:cubicBezTo>
                    <a:pt x="6" y="18"/>
                    <a:pt x="7" y="17"/>
                    <a:pt x="7" y="17"/>
                  </a:cubicBezTo>
                  <a:cubicBezTo>
                    <a:pt x="7" y="16"/>
                    <a:pt x="0" y="17"/>
                    <a:pt x="1" y="15"/>
                  </a:cubicBezTo>
                  <a:cubicBezTo>
                    <a:pt x="2" y="14"/>
                    <a:pt x="3" y="12"/>
                    <a:pt x="4" y="11"/>
                  </a:cubicBezTo>
                  <a:cubicBezTo>
                    <a:pt x="8" y="10"/>
                    <a:pt x="4" y="10"/>
                    <a:pt x="4" y="9"/>
                  </a:cubicBezTo>
                  <a:cubicBezTo>
                    <a:pt x="4" y="9"/>
                    <a:pt x="7" y="7"/>
                    <a:pt x="8" y="7"/>
                  </a:cubicBezTo>
                  <a:cubicBezTo>
                    <a:pt x="10" y="6"/>
                    <a:pt x="11" y="5"/>
                    <a:pt x="13" y="4"/>
                  </a:cubicBezTo>
                  <a:cubicBezTo>
                    <a:pt x="17" y="2"/>
                    <a:pt x="20" y="1"/>
                    <a:pt x="24" y="1"/>
                  </a:cubicBezTo>
                  <a:cubicBezTo>
                    <a:pt x="29" y="1"/>
                    <a:pt x="24" y="7"/>
                    <a:pt x="24" y="7"/>
                  </a:cubicBezTo>
                  <a:cubicBezTo>
                    <a:pt x="26" y="8"/>
                    <a:pt x="28" y="8"/>
                    <a:pt x="29" y="7"/>
                  </a:cubicBezTo>
                  <a:cubicBezTo>
                    <a:pt x="30" y="7"/>
                    <a:pt x="30" y="4"/>
                    <a:pt x="31" y="4"/>
                  </a:cubicBezTo>
                  <a:cubicBezTo>
                    <a:pt x="33" y="4"/>
                    <a:pt x="37" y="4"/>
                    <a:pt x="39" y="6"/>
                  </a:cubicBezTo>
                  <a:cubicBezTo>
                    <a:pt x="42" y="8"/>
                    <a:pt x="35" y="11"/>
                    <a:pt x="40" y="10"/>
                  </a:cubicBezTo>
                  <a:cubicBezTo>
                    <a:pt x="41" y="10"/>
                    <a:pt x="42" y="9"/>
                    <a:pt x="43" y="8"/>
                  </a:cubicBezTo>
                  <a:cubicBezTo>
                    <a:pt x="44" y="8"/>
                    <a:pt x="44" y="8"/>
                    <a:pt x="45" y="8"/>
                  </a:cubicBezTo>
                  <a:cubicBezTo>
                    <a:pt x="46" y="8"/>
                    <a:pt x="46" y="8"/>
                    <a:pt x="47" y="9"/>
                  </a:cubicBezTo>
                  <a:cubicBezTo>
                    <a:pt x="48" y="9"/>
                    <a:pt x="48" y="7"/>
                    <a:pt x="48" y="6"/>
                  </a:cubicBezTo>
                  <a:cubicBezTo>
                    <a:pt x="47" y="6"/>
                    <a:pt x="44" y="4"/>
                    <a:pt x="43" y="4"/>
                  </a:cubicBezTo>
                  <a:cubicBezTo>
                    <a:pt x="45" y="3"/>
                    <a:pt x="49" y="5"/>
                    <a:pt x="50" y="6"/>
                  </a:cubicBezTo>
                  <a:cubicBezTo>
                    <a:pt x="53" y="7"/>
                    <a:pt x="53" y="8"/>
                    <a:pt x="54" y="10"/>
                  </a:cubicBezTo>
                  <a:cubicBezTo>
                    <a:pt x="54" y="11"/>
                    <a:pt x="54" y="16"/>
                    <a:pt x="56" y="16"/>
                  </a:cubicBezTo>
                  <a:cubicBezTo>
                    <a:pt x="57" y="16"/>
                    <a:pt x="61" y="16"/>
                    <a:pt x="60" y="14"/>
                  </a:cubicBezTo>
                  <a:cubicBezTo>
                    <a:pt x="59" y="10"/>
                    <a:pt x="57" y="7"/>
                    <a:pt x="56" y="3"/>
                  </a:cubicBezTo>
                  <a:cubicBezTo>
                    <a:pt x="55" y="0"/>
                    <a:pt x="58" y="1"/>
                    <a:pt x="59" y="1"/>
                  </a:cubicBezTo>
                  <a:cubicBezTo>
                    <a:pt x="62" y="2"/>
                    <a:pt x="62" y="0"/>
                    <a:pt x="64" y="1"/>
                  </a:cubicBezTo>
                  <a:cubicBezTo>
                    <a:pt x="66" y="3"/>
                    <a:pt x="69" y="4"/>
                    <a:pt x="69" y="6"/>
                  </a:cubicBezTo>
                  <a:cubicBezTo>
                    <a:pt x="70" y="9"/>
                    <a:pt x="71" y="11"/>
                    <a:pt x="73" y="13"/>
                  </a:cubicBezTo>
                  <a:cubicBezTo>
                    <a:pt x="74" y="16"/>
                    <a:pt x="75" y="17"/>
                    <a:pt x="74" y="19"/>
                  </a:cubicBezTo>
                  <a:cubicBezTo>
                    <a:pt x="73" y="22"/>
                    <a:pt x="76" y="25"/>
                    <a:pt x="78" y="26"/>
                  </a:cubicBezTo>
                  <a:cubicBezTo>
                    <a:pt x="79" y="26"/>
                    <a:pt x="81" y="26"/>
                    <a:pt x="82" y="26"/>
                  </a:cubicBezTo>
                  <a:cubicBezTo>
                    <a:pt x="83" y="27"/>
                    <a:pt x="84" y="28"/>
                    <a:pt x="85" y="28"/>
                  </a:cubicBezTo>
                  <a:cubicBezTo>
                    <a:pt x="88" y="29"/>
                    <a:pt x="92" y="29"/>
                    <a:pt x="92" y="33"/>
                  </a:cubicBezTo>
                  <a:cubicBezTo>
                    <a:pt x="92" y="35"/>
                    <a:pt x="83" y="32"/>
                    <a:pt x="83" y="32"/>
                  </a:cubicBezTo>
                  <a:cubicBezTo>
                    <a:pt x="83" y="33"/>
                    <a:pt x="83" y="34"/>
                    <a:pt x="83" y="35"/>
                  </a:cubicBezTo>
                  <a:cubicBezTo>
                    <a:pt x="83" y="35"/>
                    <a:pt x="80" y="35"/>
                    <a:pt x="80" y="35"/>
                  </a:cubicBezTo>
                  <a:cubicBezTo>
                    <a:pt x="81" y="35"/>
                    <a:pt x="81" y="36"/>
                    <a:pt x="81" y="36"/>
                  </a:cubicBezTo>
                  <a:cubicBezTo>
                    <a:pt x="81" y="37"/>
                    <a:pt x="81" y="38"/>
                    <a:pt x="81" y="38"/>
                  </a:cubicBezTo>
                  <a:cubicBezTo>
                    <a:pt x="81" y="38"/>
                    <a:pt x="85" y="36"/>
                    <a:pt x="85" y="36"/>
                  </a:cubicBezTo>
                  <a:cubicBezTo>
                    <a:pt x="87" y="36"/>
                    <a:pt x="86" y="37"/>
                    <a:pt x="86" y="38"/>
                  </a:cubicBezTo>
                  <a:cubicBezTo>
                    <a:pt x="86" y="38"/>
                    <a:pt x="88" y="38"/>
                    <a:pt x="89" y="39"/>
                  </a:cubicBezTo>
                  <a:cubicBezTo>
                    <a:pt x="89" y="39"/>
                    <a:pt x="83" y="41"/>
                    <a:pt x="83" y="41"/>
                  </a:cubicBezTo>
                  <a:cubicBezTo>
                    <a:pt x="81" y="41"/>
                    <a:pt x="86" y="41"/>
                    <a:pt x="83" y="4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27" name="Freeform 573">
              <a:extLst>
                <a:ext uri="{FF2B5EF4-FFF2-40B4-BE49-F238E27FC236}">
                  <a16:creationId xmlns:a16="http://schemas.microsoft.com/office/drawing/2014/main" id="{66A68029-9A64-12D8-DC4C-46F2E4535CD5}"/>
                </a:ext>
              </a:extLst>
            </p:cNvPr>
            <p:cNvSpPr>
              <a:spLocks/>
            </p:cNvSpPr>
            <p:nvPr/>
          </p:nvSpPr>
          <p:spPr bwMode="auto">
            <a:xfrm>
              <a:off x="6709745" y="4738956"/>
              <a:ext cx="130574" cy="86010"/>
            </a:xfrm>
            <a:custGeom>
              <a:avLst/>
              <a:gdLst>
                <a:gd name="T0" fmla="*/ 9 w 14"/>
                <a:gd name="T1" fmla="*/ 8 h 9"/>
                <a:gd name="T2" fmla="*/ 5 w 14"/>
                <a:gd name="T3" fmla="*/ 5 h 9"/>
                <a:gd name="T4" fmla="*/ 0 w 14"/>
                <a:gd name="T5" fmla="*/ 3 h 9"/>
                <a:gd name="T6" fmla="*/ 4 w 14"/>
                <a:gd name="T7" fmla="*/ 0 h 9"/>
                <a:gd name="T8" fmla="*/ 10 w 14"/>
                <a:gd name="T9" fmla="*/ 1 h 9"/>
                <a:gd name="T10" fmla="*/ 12 w 14"/>
                <a:gd name="T11" fmla="*/ 4 h 9"/>
                <a:gd name="T12" fmla="*/ 9 w 14"/>
                <a:gd name="T13" fmla="*/ 8 h 9"/>
                <a:gd name="T14" fmla="*/ 9 w 14"/>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9" y="8"/>
                  </a:moveTo>
                  <a:cubicBezTo>
                    <a:pt x="7" y="8"/>
                    <a:pt x="6" y="5"/>
                    <a:pt x="5" y="5"/>
                  </a:cubicBezTo>
                  <a:cubicBezTo>
                    <a:pt x="4" y="4"/>
                    <a:pt x="0" y="3"/>
                    <a:pt x="0" y="3"/>
                  </a:cubicBezTo>
                  <a:cubicBezTo>
                    <a:pt x="1" y="2"/>
                    <a:pt x="3" y="1"/>
                    <a:pt x="4" y="0"/>
                  </a:cubicBezTo>
                  <a:cubicBezTo>
                    <a:pt x="6" y="0"/>
                    <a:pt x="8" y="0"/>
                    <a:pt x="10" y="1"/>
                  </a:cubicBezTo>
                  <a:cubicBezTo>
                    <a:pt x="12" y="2"/>
                    <a:pt x="14" y="2"/>
                    <a:pt x="12" y="4"/>
                  </a:cubicBezTo>
                  <a:cubicBezTo>
                    <a:pt x="11" y="5"/>
                    <a:pt x="10" y="9"/>
                    <a:pt x="9" y="8"/>
                  </a:cubicBezTo>
                  <a:cubicBezTo>
                    <a:pt x="8" y="8"/>
                    <a:pt x="9" y="8"/>
                    <a:pt x="9" y="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28" name="Freeform 574">
              <a:extLst>
                <a:ext uri="{FF2B5EF4-FFF2-40B4-BE49-F238E27FC236}">
                  <a16:creationId xmlns:a16="http://schemas.microsoft.com/office/drawing/2014/main" id="{CF18D6C8-0B01-7562-03FA-A9BEA0980A9D}"/>
                </a:ext>
              </a:extLst>
            </p:cNvPr>
            <p:cNvSpPr>
              <a:spLocks/>
            </p:cNvSpPr>
            <p:nvPr/>
          </p:nvSpPr>
          <p:spPr bwMode="auto">
            <a:xfrm>
              <a:off x="6916751" y="4700729"/>
              <a:ext cx="296178" cy="273958"/>
            </a:xfrm>
            <a:custGeom>
              <a:avLst/>
              <a:gdLst>
                <a:gd name="T0" fmla="*/ 18 w 32"/>
                <a:gd name="T1" fmla="*/ 27 h 29"/>
                <a:gd name="T2" fmla="*/ 10 w 32"/>
                <a:gd name="T3" fmla="*/ 19 h 29"/>
                <a:gd name="T4" fmla="*/ 1 w 32"/>
                <a:gd name="T5" fmla="*/ 15 h 29"/>
                <a:gd name="T6" fmla="*/ 0 w 32"/>
                <a:gd name="T7" fmla="*/ 13 h 29"/>
                <a:gd name="T8" fmla="*/ 4 w 32"/>
                <a:gd name="T9" fmla="*/ 12 h 29"/>
                <a:gd name="T10" fmla="*/ 11 w 32"/>
                <a:gd name="T11" fmla="*/ 14 h 29"/>
                <a:gd name="T12" fmla="*/ 11 w 32"/>
                <a:gd name="T13" fmla="*/ 12 h 29"/>
                <a:gd name="T14" fmla="*/ 13 w 32"/>
                <a:gd name="T15" fmla="*/ 11 h 29"/>
                <a:gd name="T16" fmla="*/ 7 w 32"/>
                <a:gd name="T17" fmla="*/ 8 h 29"/>
                <a:gd name="T18" fmla="*/ 7 w 32"/>
                <a:gd name="T19" fmla="*/ 6 h 29"/>
                <a:gd name="T20" fmla="*/ 10 w 32"/>
                <a:gd name="T21" fmla="*/ 7 h 29"/>
                <a:gd name="T22" fmla="*/ 11 w 32"/>
                <a:gd name="T23" fmla="*/ 5 h 29"/>
                <a:gd name="T24" fmla="*/ 8 w 32"/>
                <a:gd name="T25" fmla="*/ 4 h 29"/>
                <a:gd name="T26" fmla="*/ 10 w 32"/>
                <a:gd name="T27" fmla="*/ 3 h 29"/>
                <a:gd name="T28" fmla="*/ 14 w 32"/>
                <a:gd name="T29" fmla="*/ 4 h 29"/>
                <a:gd name="T30" fmla="*/ 13 w 32"/>
                <a:gd name="T31" fmla="*/ 3 h 29"/>
                <a:gd name="T32" fmla="*/ 19 w 32"/>
                <a:gd name="T33" fmla="*/ 5 h 29"/>
                <a:gd name="T34" fmla="*/ 18 w 32"/>
                <a:gd name="T35" fmla="*/ 3 h 29"/>
                <a:gd name="T36" fmla="*/ 19 w 32"/>
                <a:gd name="T37" fmla="*/ 3 h 29"/>
                <a:gd name="T38" fmla="*/ 17 w 32"/>
                <a:gd name="T39" fmla="*/ 2 h 29"/>
                <a:gd name="T40" fmla="*/ 25 w 32"/>
                <a:gd name="T41" fmla="*/ 1 h 29"/>
                <a:gd name="T42" fmla="*/ 23 w 32"/>
                <a:gd name="T43" fmla="*/ 3 h 29"/>
                <a:gd name="T44" fmla="*/ 28 w 32"/>
                <a:gd name="T45" fmla="*/ 4 h 29"/>
                <a:gd name="T46" fmla="*/ 27 w 32"/>
                <a:gd name="T47" fmla="*/ 7 h 29"/>
                <a:gd name="T48" fmla="*/ 26 w 32"/>
                <a:gd name="T49" fmla="*/ 8 h 29"/>
                <a:gd name="T50" fmla="*/ 23 w 32"/>
                <a:gd name="T51" fmla="*/ 10 h 29"/>
                <a:gd name="T52" fmla="*/ 21 w 32"/>
                <a:gd name="T53" fmla="*/ 13 h 29"/>
                <a:gd name="T54" fmla="*/ 24 w 32"/>
                <a:gd name="T55" fmla="*/ 11 h 29"/>
                <a:gd name="T56" fmla="*/ 26 w 32"/>
                <a:gd name="T57" fmla="*/ 13 h 29"/>
                <a:gd name="T58" fmla="*/ 29 w 32"/>
                <a:gd name="T59" fmla="*/ 13 h 29"/>
                <a:gd name="T60" fmla="*/ 28 w 32"/>
                <a:gd name="T61" fmla="*/ 10 h 29"/>
                <a:gd name="T62" fmla="*/ 30 w 32"/>
                <a:gd name="T63" fmla="*/ 11 h 29"/>
                <a:gd name="T64" fmla="*/ 30 w 32"/>
                <a:gd name="T65" fmla="*/ 14 h 29"/>
                <a:gd name="T66" fmla="*/ 31 w 32"/>
                <a:gd name="T67" fmla="*/ 17 h 29"/>
                <a:gd name="T68" fmla="*/ 28 w 32"/>
                <a:gd name="T69" fmla="*/ 23 h 29"/>
                <a:gd name="T70" fmla="*/ 22 w 32"/>
                <a:gd name="T71" fmla="*/ 23 h 29"/>
                <a:gd name="T72" fmla="*/ 21 w 32"/>
                <a:gd name="T73" fmla="*/ 23 h 29"/>
                <a:gd name="T74" fmla="*/ 23 w 32"/>
                <a:gd name="T75" fmla="*/ 26 h 29"/>
                <a:gd name="T76" fmla="*/ 18 w 32"/>
                <a:gd name="T77" fmla="*/ 27 h 29"/>
                <a:gd name="T78" fmla="*/ 18 w 32"/>
                <a:gd name="T7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29">
                  <a:moveTo>
                    <a:pt x="18" y="27"/>
                  </a:moveTo>
                  <a:cubicBezTo>
                    <a:pt x="15" y="25"/>
                    <a:pt x="13" y="21"/>
                    <a:pt x="10" y="19"/>
                  </a:cubicBezTo>
                  <a:cubicBezTo>
                    <a:pt x="7" y="18"/>
                    <a:pt x="4" y="16"/>
                    <a:pt x="1" y="15"/>
                  </a:cubicBezTo>
                  <a:cubicBezTo>
                    <a:pt x="0" y="14"/>
                    <a:pt x="0" y="14"/>
                    <a:pt x="0" y="13"/>
                  </a:cubicBezTo>
                  <a:cubicBezTo>
                    <a:pt x="0" y="10"/>
                    <a:pt x="2" y="11"/>
                    <a:pt x="4" y="12"/>
                  </a:cubicBezTo>
                  <a:cubicBezTo>
                    <a:pt x="6" y="13"/>
                    <a:pt x="8" y="15"/>
                    <a:pt x="11" y="14"/>
                  </a:cubicBezTo>
                  <a:cubicBezTo>
                    <a:pt x="12" y="14"/>
                    <a:pt x="11" y="12"/>
                    <a:pt x="11" y="12"/>
                  </a:cubicBezTo>
                  <a:cubicBezTo>
                    <a:pt x="11" y="11"/>
                    <a:pt x="13" y="12"/>
                    <a:pt x="13" y="11"/>
                  </a:cubicBezTo>
                  <a:cubicBezTo>
                    <a:pt x="14" y="10"/>
                    <a:pt x="7" y="8"/>
                    <a:pt x="7" y="8"/>
                  </a:cubicBezTo>
                  <a:cubicBezTo>
                    <a:pt x="5" y="7"/>
                    <a:pt x="6" y="6"/>
                    <a:pt x="7" y="6"/>
                  </a:cubicBezTo>
                  <a:cubicBezTo>
                    <a:pt x="9" y="5"/>
                    <a:pt x="9" y="6"/>
                    <a:pt x="10" y="7"/>
                  </a:cubicBezTo>
                  <a:cubicBezTo>
                    <a:pt x="10" y="7"/>
                    <a:pt x="11" y="5"/>
                    <a:pt x="11" y="5"/>
                  </a:cubicBezTo>
                  <a:cubicBezTo>
                    <a:pt x="12" y="5"/>
                    <a:pt x="8" y="4"/>
                    <a:pt x="8" y="4"/>
                  </a:cubicBezTo>
                  <a:cubicBezTo>
                    <a:pt x="8" y="4"/>
                    <a:pt x="10" y="3"/>
                    <a:pt x="10" y="3"/>
                  </a:cubicBezTo>
                  <a:cubicBezTo>
                    <a:pt x="11" y="3"/>
                    <a:pt x="13" y="4"/>
                    <a:pt x="14" y="4"/>
                  </a:cubicBezTo>
                  <a:cubicBezTo>
                    <a:pt x="14" y="4"/>
                    <a:pt x="13" y="3"/>
                    <a:pt x="13" y="3"/>
                  </a:cubicBezTo>
                  <a:cubicBezTo>
                    <a:pt x="14" y="2"/>
                    <a:pt x="18" y="5"/>
                    <a:pt x="19" y="5"/>
                  </a:cubicBezTo>
                  <a:cubicBezTo>
                    <a:pt x="20" y="4"/>
                    <a:pt x="18" y="4"/>
                    <a:pt x="18" y="3"/>
                  </a:cubicBezTo>
                  <a:cubicBezTo>
                    <a:pt x="18" y="3"/>
                    <a:pt x="19" y="3"/>
                    <a:pt x="19" y="3"/>
                  </a:cubicBezTo>
                  <a:cubicBezTo>
                    <a:pt x="19" y="3"/>
                    <a:pt x="17" y="3"/>
                    <a:pt x="17" y="2"/>
                  </a:cubicBezTo>
                  <a:cubicBezTo>
                    <a:pt x="17" y="2"/>
                    <a:pt x="24" y="0"/>
                    <a:pt x="25" y="1"/>
                  </a:cubicBezTo>
                  <a:cubicBezTo>
                    <a:pt x="26" y="1"/>
                    <a:pt x="23" y="2"/>
                    <a:pt x="23" y="3"/>
                  </a:cubicBezTo>
                  <a:cubicBezTo>
                    <a:pt x="24" y="4"/>
                    <a:pt x="27" y="3"/>
                    <a:pt x="28" y="4"/>
                  </a:cubicBezTo>
                  <a:cubicBezTo>
                    <a:pt x="28" y="5"/>
                    <a:pt x="24" y="7"/>
                    <a:pt x="27" y="7"/>
                  </a:cubicBezTo>
                  <a:cubicBezTo>
                    <a:pt x="28" y="7"/>
                    <a:pt x="27" y="8"/>
                    <a:pt x="26" y="8"/>
                  </a:cubicBezTo>
                  <a:cubicBezTo>
                    <a:pt x="25" y="8"/>
                    <a:pt x="24" y="8"/>
                    <a:pt x="23" y="10"/>
                  </a:cubicBezTo>
                  <a:cubicBezTo>
                    <a:pt x="23" y="10"/>
                    <a:pt x="21" y="13"/>
                    <a:pt x="21" y="13"/>
                  </a:cubicBezTo>
                  <a:cubicBezTo>
                    <a:pt x="22" y="13"/>
                    <a:pt x="23" y="11"/>
                    <a:pt x="24" y="11"/>
                  </a:cubicBezTo>
                  <a:cubicBezTo>
                    <a:pt x="25" y="11"/>
                    <a:pt x="25" y="12"/>
                    <a:pt x="26" y="13"/>
                  </a:cubicBezTo>
                  <a:cubicBezTo>
                    <a:pt x="27" y="13"/>
                    <a:pt x="30" y="17"/>
                    <a:pt x="29" y="13"/>
                  </a:cubicBezTo>
                  <a:cubicBezTo>
                    <a:pt x="29" y="12"/>
                    <a:pt x="27" y="11"/>
                    <a:pt x="28" y="10"/>
                  </a:cubicBezTo>
                  <a:cubicBezTo>
                    <a:pt x="29" y="10"/>
                    <a:pt x="30" y="10"/>
                    <a:pt x="30" y="11"/>
                  </a:cubicBezTo>
                  <a:cubicBezTo>
                    <a:pt x="30" y="12"/>
                    <a:pt x="29" y="13"/>
                    <a:pt x="30" y="14"/>
                  </a:cubicBezTo>
                  <a:cubicBezTo>
                    <a:pt x="31" y="15"/>
                    <a:pt x="32" y="16"/>
                    <a:pt x="31" y="17"/>
                  </a:cubicBezTo>
                  <a:cubicBezTo>
                    <a:pt x="29" y="19"/>
                    <a:pt x="32" y="22"/>
                    <a:pt x="28" y="23"/>
                  </a:cubicBezTo>
                  <a:cubicBezTo>
                    <a:pt x="28" y="23"/>
                    <a:pt x="21" y="25"/>
                    <a:pt x="22" y="23"/>
                  </a:cubicBezTo>
                  <a:cubicBezTo>
                    <a:pt x="22" y="22"/>
                    <a:pt x="21" y="22"/>
                    <a:pt x="21" y="23"/>
                  </a:cubicBezTo>
                  <a:cubicBezTo>
                    <a:pt x="22" y="24"/>
                    <a:pt x="22" y="25"/>
                    <a:pt x="23" y="26"/>
                  </a:cubicBezTo>
                  <a:cubicBezTo>
                    <a:pt x="23" y="28"/>
                    <a:pt x="19" y="27"/>
                    <a:pt x="18" y="27"/>
                  </a:cubicBezTo>
                  <a:cubicBezTo>
                    <a:pt x="17" y="26"/>
                    <a:pt x="22" y="29"/>
                    <a:pt x="18" y="2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29" name="Freeform 575">
              <a:extLst>
                <a:ext uri="{FF2B5EF4-FFF2-40B4-BE49-F238E27FC236}">
                  <a16:creationId xmlns:a16="http://schemas.microsoft.com/office/drawing/2014/main" id="{C81D5A24-7D7D-C03A-F963-58D158671A77}"/>
                </a:ext>
              </a:extLst>
            </p:cNvPr>
            <p:cNvSpPr>
              <a:spLocks/>
            </p:cNvSpPr>
            <p:nvPr/>
          </p:nvSpPr>
          <p:spPr bwMode="auto">
            <a:xfrm>
              <a:off x="7232037" y="4700729"/>
              <a:ext cx="261145" cy="207060"/>
            </a:xfrm>
            <a:custGeom>
              <a:avLst/>
              <a:gdLst>
                <a:gd name="T0" fmla="*/ 7 w 28"/>
                <a:gd name="T1" fmla="*/ 22 h 22"/>
                <a:gd name="T2" fmla="*/ 3 w 28"/>
                <a:gd name="T3" fmla="*/ 19 h 22"/>
                <a:gd name="T4" fmla="*/ 1 w 28"/>
                <a:gd name="T5" fmla="*/ 11 h 22"/>
                <a:gd name="T6" fmla="*/ 1 w 28"/>
                <a:gd name="T7" fmla="*/ 4 h 22"/>
                <a:gd name="T8" fmla="*/ 6 w 28"/>
                <a:gd name="T9" fmla="*/ 4 h 22"/>
                <a:gd name="T10" fmla="*/ 5 w 28"/>
                <a:gd name="T11" fmla="*/ 1 h 22"/>
                <a:gd name="T12" fmla="*/ 16 w 28"/>
                <a:gd name="T13" fmla="*/ 2 h 22"/>
                <a:gd name="T14" fmla="*/ 25 w 28"/>
                <a:gd name="T15" fmla="*/ 3 h 22"/>
                <a:gd name="T16" fmla="*/ 23 w 28"/>
                <a:gd name="T17" fmla="*/ 8 h 22"/>
                <a:gd name="T18" fmla="*/ 19 w 28"/>
                <a:gd name="T19" fmla="*/ 13 h 22"/>
                <a:gd name="T20" fmla="*/ 12 w 28"/>
                <a:gd name="T21" fmla="*/ 13 h 22"/>
                <a:gd name="T22" fmla="*/ 10 w 28"/>
                <a:gd name="T23" fmla="*/ 14 h 22"/>
                <a:gd name="T24" fmla="*/ 11 w 28"/>
                <a:gd name="T25" fmla="*/ 17 h 22"/>
                <a:gd name="T26" fmla="*/ 7 w 28"/>
                <a:gd name="T27" fmla="*/ 22 h 22"/>
                <a:gd name="T28" fmla="*/ 7 w 28"/>
                <a:gd name="T2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22">
                  <a:moveTo>
                    <a:pt x="7" y="22"/>
                  </a:moveTo>
                  <a:cubicBezTo>
                    <a:pt x="5" y="21"/>
                    <a:pt x="3" y="21"/>
                    <a:pt x="3" y="19"/>
                  </a:cubicBezTo>
                  <a:cubicBezTo>
                    <a:pt x="3" y="16"/>
                    <a:pt x="0" y="14"/>
                    <a:pt x="1" y="11"/>
                  </a:cubicBezTo>
                  <a:cubicBezTo>
                    <a:pt x="1" y="9"/>
                    <a:pt x="0" y="6"/>
                    <a:pt x="1" y="4"/>
                  </a:cubicBezTo>
                  <a:cubicBezTo>
                    <a:pt x="2" y="4"/>
                    <a:pt x="6" y="5"/>
                    <a:pt x="6" y="4"/>
                  </a:cubicBezTo>
                  <a:cubicBezTo>
                    <a:pt x="6" y="3"/>
                    <a:pt x="0" y="3"/>
                    <a:pt x="5" y="1"/>
                  </a:cubicBezTo>
                  <a:cubicBezTo>
                    <a:pt x="9" y="0"/>
                    <a:pt x="12" y="1"/>
                    <a:pt x="16" y="2"/>
                  </a:cubicBezTo>
                  <a:cubicBezTo>
                    <a:pt x="19" y="2"/>
                    <a:pt x="22" y="2"/>
                    <a:pt x="25" y="3"/>
                  </a:cubicBezTo>
                  <a:cubicBezTo>
                    <a:pt x="28" y="4"/>
                    <a:pt x="25" y="6"/>
                    <a:pt x="23" y="8"/>
                  </a:cubicBezTo>
                  <a:cubicBezTo>
                    <a:pt x="22" y="10"/>
                    <a:pt x="21" y="12"/>
                    <a:pt x="19" y="13"/>
                  </a:cubicBezTo>
                  <a:cubicBezTo>
                    <a:pt x="18" y="15"/>
                    <a:pt x="14" y="13"/>
                    <a:pt x="12" y="13"/>
                  </a:cubicBezTo>
                  <a:cubicBezTo>
                    <a:pt x="12" y="13"/>
                    <a:pt x="9" y="13"/>
                    <a:pt x="10" y="14"/>
                  </a:cubicBezTo>
                  <a:cubicBezTo>
                    <a:pt x="10" y="15"/>
                    <a:pt x="12" y="15"/>
                    <a:pt x="11" y="17"/>
                  </a:cubicBezTo>
                  <a:cubicBezTo>
                    <a:pt x="10" y="17"/>
                    <a:pt x="8" y="22"/>
                    <a:pt x="7" y="22"/>
                  </a:cubicBezTo>
                  <a:cubicBezTo>
                    <a:pt x="5" y="21"/>
                    <a:pt x="8" y="22"/>
                    <a:pt x="7" y="2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30" name="Freeform 576">
              <a:extLst>
                <a:ext uri="{FF2B5EF4-FFF2-40B4-BE49-F238E27FC236}">
                  <a16:creationId xmlns:a16="http://schemas.microsoft.com/office/drawing/2014/main" id="{3BCD7814-2A4C-D77E-CD0C-7C1C653F9822}"/>
                </a:ext>
              </a:extLst>
            </p:cNvPr>
            <p:cNvSpPr>
              <a:spLocks/>
            </p:cNvSpPr>
            <p:nvPr/>
          </p:nvSpPr>
          <p:spPr bwMode="auto">
            <a:xfrm>
              <a:off x="5833947" y="4675245"/>
              <a:ext cx="503186" cy="308998"/>
            </a:xfrm>
            <a:custGeom>
              <a:avLst/>
              <a:gdLst>
                <a:gd name="T0" fmla="*/ 52 w 54"/>
                <a:gd name="T1" fmla="*/ 10 h 33"/>
                <a:gd name="T2" fmla="*/ 45 w 54"/>
                <a:gd name="T3" fmla="*/ 4 h 33"/>
                <a:gd name="T4" fmla="*/ 41 w 54"/>
                <a:gd name="T5" fmla="*/ 3 h 33"/>
                <a:gd name="T6" fmla="*/ 35 w 54"/>
                <a:gd name="T7" fmla="*/ 4 h 33"/>
                <a:gd name="T8" fmla="*/ 32 w 54"/>
                <a:gd name="T9" fmla="*/ 3 h 33"/>
                <a:gd name="T10" fmla="*/ 27 w 54"/>
                <a:gd name="T11" fmla="*/ 1 h 33"/>
                <a:gd name="T12" fmla="*/ 20 w 54"/>
                <a:gd name="T13" fmla="*/ 0 h 33"/>
                <a:gd name="T14" fmla="*/ 11 w 54"/>
                <a:gd name="T15" fmla="*/ 1 h 33"/>
                <a:gd name="T16" fmla="*/ 8 w 54"/>
                <a:gd name="T17" fmla="*/ 3 h 33"/>
                <a:gd name="T18" fmla="*/ 7 w 54"/>
                <a:gd name="T19" fmla="*/ 11 h 33"/>
                <a:gd name="T20" fmla="*/ 7 w 54"/>
                <a:gd name="T21" fmla="*/ 15 h 33"/>
                <a:gd name="T22" fmla="*/ 4 w 54"/>
                <a:gd name="T23" fmla="*/ 18 h 33"/>
                <a:gd name="T24" fmla="*/ 0 w 54"/>
                <a:gd name="T25" fmla="*/ 24 h 33"/>
                <a:gd name="T26" fmla="*/ 7 w 54"/>
                <a:gd name="T27" fmla="*/ 26 h 33"/>
                <a:gd name="T28" fmla="*/ 15 w 54"/>
                <a:gd name="T29" fmla="*/ 32 h 33"/>
                <a:gd name="T30" fmla="*/ 19 w 54"/>
                <a:gd name="T31" fmla="*/ 30 h 33"/>
                <a:gd name="T32" fmla="*/ 25 w 54"/>
                <a:gd name="T33" fmla="*/ 29 h 33"/>
                <a:gd name="T34" fmla="*/ 28 w 54"/>
                <a:gd name="T35" fmla="*/ 26 h 33"/>
                <a:gd name="T36" fmla="*/ 31 w 54"/>
                <a:gd name="T37" fmla="*/ 21 h 33"/>
                <a:gd name="T38" fmla="*/ 37 w 54"/>
                <a:gd name="T39" fmla="*/ 17 h 33"/>
                <a:gd name="T40" fmla="*/ 46 w 54"/>
                <a:gd name="T41" fmla="*/ 13 h 33"/>
                <a:gd name="T42" fmla="*/ 52 w 54"/>
                <a:gd name="T43" fmla="*/ 10 h 33"/>
                <a:gd name="T44" fmla="*/ 52 w 54"/>
                <a:gd name="T45"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33">
                  <a:moveTo>
                    <a:pt x="52" y="10"/>
                  </a:moveTo>
                  <a:cubicBezTo>
                    <a:pt x="50" y="8"/>
                    <a:pt x="48" y="6"/>
                    <a:pt x="45" y="4"/>
                  </a:cubicBezTo>
                  <a:cubicBezTo>
                    <a:pt x="44" y="4"/>
                    <a:pt x="42" y="3"/>
                    <a:pt x="41" y="3"/>
                  </a:cubicBezTo>
                  <a:cubicBezTo>
                    <a:pt x="38" y="2"/>
                    <a:pt x="37" y="3"/>
                    <a:pt x="35" y="4"/>
                  </a:cubicBezTo>
                  <a:cubicBezTo>
                    <a:pt x="34" y="4"/>
                    <a:pt x="33" y="3"/>
                    <a:pt x="32" y="3"/>
                  </a:cubicBezTo>
                  <a:cubicBezTo>
                    <a:pt x="31" y="2"/>
                    <a:pt x="29" y="2"/>
                    <a:pt x="27" y="1"/>
                  </a:cubicBezTo>
                  <a:cubicBezTo>
                    <a:pt x="25" y="1"/>
                    <a:pt x="22" y="0"/>
                    <a:pt x="20" y="0"/>
                  </a:cubicBezTo>
                  <a:cubicBezTo>
                    <a:pt x="17" y="0"/>
                    <a:pt x="14" y="1"/>
                    <a:pt x="11" y="1"/>
                  </a:cubicBezTo>
                  <a:cubicBezTo>
                    <a:pt x="9" y="2"/>
                    <a:pt x="6" y="1"/>
                    <a:pt x="8" y="3"/>
                  </a:cubicBezTo>
                  <a:cubicBezTo>
                    <a:pt x="10" y="7"/>
                    <a:pt x="10" y="8"/>
                    <a:pt x="7" y="11"/>
                  </a:cubicBezTo>
                  <a:cubicBezTo>
                    <a:pt x="5" y="13"/>
                    <a:pt x="7" y="14"/>
                    <a:pt x="7" y="15"/>
                  </a:cubicBezTo>
                  <a:cubicBezTo>
                    <a:pt x="6" y="16"/>
                    <a:pt x="4" y="16"/>
                    <a:pt x="4" y="18"/>
                  </a:cubicBezTo>
                  <a:cubicBezTo>
                    <a:pt x="3" y="20"/>
                    <a:pt x="1" y="22"/>
                    <a:pt x="0" y="24"/>
                  </a:cubicBezTo>
                  <a:cubicBezTo>
                    <a:pt x="0" y="25"/>
                    <a:pt x="6" y="26"/>
                    <a:pt x="7" y="26"/>
                  </a:cubicBezTo>
                  <a:cubicBezTo>
                    <a:pt x="10" y="28"/>
                    <a:pt x="12" y="32"/>
                    <a:pt x="15" y="32"/>
                  </a:cubicBezTo>
                  <a:cubicBezTo>
                    <a:pt x="16" y="33"/>
                    <a:pt x="18" y="31"/>
                    <a:pt x="19" y="30"/>
                  </a:cubicBezTo>
                  <a:cubicBezTo>
                    <a:pt x="21" y="29"/>
                    <a:pt x="23" y="30"/>
                    <a:pt x="25" y="29"/>
                  </a:cubicBezTo>
                  <a:cubicBezTo>
                    <a:pt x="27" y="29"/>
                    <a:pt x="27" y="28"/>
                    <a:pt x="28" y="26"/>
                  </a:cubicBezTo>
                  <a:cubicBezTo>
                    <a:pt x="28" y="24"/>
                    <a:pt x="28" y="23"/>
                    <a:pt x="31" y="21"/>
                  </a:cubicBezTo>
                  <a:cubicBezTo>
                    <a:pt x="33" y="20"/>
                    <a:pt x="34" y="18"/>
                    <a:pt x="37" y="17"/>
                  </a:cubicBezTo>
                  <a:cubicBezTo>
                    <a:pt x="40" y="15"/>
                    <a:pt x="43" y="14"/>
                    <a:pt x="46" y="13"/>
                  </a:cubicBezTo>
                  <a:cubicBezTo>
                    <a:pt x="46" y="13"/>
                    <a:pt x="53" y="10"/>
                    <a:pt x="52" y="10"/>
                  </a:cubicBezTo>
                  <a:cubicBezTo>
                    <a:pt x="51" y="9"/>
                    <a:pt x="54" y="11"/>
                    <a:pt x="52"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31" name="Freeform 577">
              <a:extLst>
                <a:ext uri="{FF2B5EF4-FFF2-40B4-BE49-F238E27FC236}">
                  <a16:creationId xmlns:a16="http://schemas.microsoft.com/office/drawing/2014/main" id="{EE6B6095-5E5A-6E8F-CF28-9974DDB7212C}"/>
                </a:ext>
              </a:extLst>
            </p:cNvPr>
            <p:cNvSpPr>
              <a:spLocks/>
            </p:cNvSpPr>
            <p:nvPr/>
          </p:nvSpPr>
          <p:spPr bwMode="auto">
            <a:xfrm>
              <a:off x="6811655" y="4589235"/>
              <a:ext cx="66879" cy="38227"/>
            </a:xfrm>
            <a:custGeom>
              <a:avLst/>
              <a:gdLst>
                <a:gd name="T0" fmla="*/ 4 w 7"/>
                <a:gd name="T1" fmla="*/ 4 h 4"/>
                <a:gd name="T2" fmla="*/ 1 w 7"/>
                <a:gd name="T3" fmla="*/ 3 h 4"/>
                <a:gd name="T4" fmla="*/ 3 w 7"/>
                <a:gd name="T5" fmla="*/ 0 h 4"/>
                <a:gd name="T6" fmla="*/ 4 w 7"/>
                <a:gd name="T7" fmla="*/ 4 h 4"/>
                <a:gd name="T8" fmla="*/ 4 w 7"/>
                <a:gd name="T9" fmla="*/ 4 h 4"/>
              </a:gdLst>
              <a:ahLst/>
              <a:cxnLst>
                <a:cxn ang="0">
                  <a:pos x="T0" y="T1"/>
                </a:cxn>
                <a:cxn ang="0">
                  <a:pos x="T2" y="T3"/>
                </a:cxn>
                <a:cxn ang="0">
                  <a:pos x="T4" y="T5"/>
                </a:cxn>
                <a:cxn ang="0">
                  <a:pos x="T6" y="T7"/>
                </a:cxn>
                <a:cxn ang="0">
                  <a:pos x="T8" y="T9"/>
                </a:cxn>
              </a:cxnLst>
              <a:rect l="0" t="0" r="r" b="b"/>
              <a:pathLst>
                <a:path w="7" h="4">
                  <a:moveTo>
                    <a:pt x="4" y="4"/>
                  </a:moveTo>
                  <a:cubicBezTo>
                    <a:pt x="3" y="4"/>
                    <a:pt x="1" y="4"/>
                    <a:pt x="1" y="3"/>
                  </a:cubicBezTo>
                  <a:cubicBezTo>
                    <a:pt x="0" y="2"/>
                    <a:pt x="3" y="0"/>
                    <a:pt x="3" y="0"/>
                  </a:cubicBezTo>
                  <a:cubicBezTo>
                    <a:pt x="6" y="0"/>
                    <a:pt x="7" y="4"/>
                    <a:pt x="4" y="4"/>
                  </a:cubicBezTo>
                  <a:cubicBezTo>
                    <a:pt x="1" y="3"/>
                    <a:pt x="6" y="4"/>
                    <a:pt x="4"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32" name="Freeform 578">
              <a:extLst>
                <a:ext uri="{FF2B5EF4-FFF2-40B4-BE49-F238E27FC236}">
                  <a16:creationId xmlns:a16="http://schemas.microsoft.com/office/drawing/2014/main" id="{4CA16232-55FF-33E5-BCE2-9F6E4F2C1B2E}"/>
                </a:ext>
              </a:extLst>
            </p:cNvPr>
            <p:cNvSpPr>
              <a:spLocks/>
            </p:cNvSpPr>
            <p:nvPr/>
          </p:nvSpPr>
          <p:spPr bwMode="auto">
            <a:xfrm>
              <a:off x="6235221" y="4420403"/>
              <a:ext cx="560509" cy="264400"/>
            </a:xfrm>
            <a:custGeom>
              <a:avLst/>
              <a:gdLst>
                <a:gd name="T0" fmla="*/ 50 w 60"/>
                <a:gd name="T1" fmla="*/ 22 h 28"/>
                <a:gd name="T2" fmla="*/ 48 w 60"/>
                <a:gd name="T3" fmla="*/ 21 h 28"/>
                <a:gd name="T4" fmla="*/ 46 w 60"/>
                <a:gd name="T5" fmla="*/ 23 h 28"/>
                <a:gd name="T6" fmla="*/ 43 w 60"/>
                <a:gd name="T7" fmla="*/ 22 h 28"/>
                <a:gd name="T8" fmla="*/ 40 w 60"/>
                <a:gd name="T9" fmla="*/ 23 h 28"/>
                <a:gd name="T10" fmla="*/ 24 w 60"/>
                <a:gd name="T11" fmla="*/ 27 h 28"/>
                <a:gd name="T12" fmla="*/ 19 w 60"/>
                <a:gd name="T13" fmla="*/ 28 h 28"/>
                <a:gd name="T14" fmla="*/ 17 w 60"/>
                <a:gd name="T15" fmla="*/ 24 h 28"/>
                <a:gd name="T16" fmla="*/ 24 w 60"/>
                <a:gd name="T17" fmla="*/ 22 h 28"/>
                <a:gd name="T18" fmla="*/ 29 w 60"/>
                <a:gd name="T19" fmla="*/ 22 h 28"/>
                <a:gd name="T20" fmla="*/ 31 w 60"/>
                <a:gd name="T21" fmla="*/ 20 h 28"/>
                <a:gd name="T22" fmla="*/ 24 w 60"/>
                <a:gd name="T23" fmla="*/ 20 h 28"/>
                <a:gd name="T24" fmla="*/ 19 w 60"/>
                <a:gd name="T25" fmla="*/ 21 h 28"/>
                <a:gd name="T26" fmla="*/ 19 w 60"/>
                <a:gd name="T27" fmla="*/ 19 h 28"/>
                <a:gd name="T28" fmla="*/ 12 w 60"/>
                <a:gd name="T29" fmla="*/ 21 h 28"/>
                <a:gd name="T30" fmla="*/ 11 w 60"/>
                <a:gd name="T31" fmla="*/ 22 h 28"/>
                <a:gd name="T32" fmla="*/ 9 w 60"/>
                <a:gd name="T33" fmla="*/ 23 h 28"/>
                <a:gd name="T34" fmla="*/ 5 w 60"/>
                <a:gd name="T35" fmla="*/ 21 h 28"/>
                <a:gd name="T36" fmla="*/ 0 w 60"/>
                <a:gd name="T37" fmla="*/ 20 h 28"/>
                <a:gd name="T38" fmla="*/ 4 w 60"/>
                <a:gd name="T39" fmla="*/ 18 h 28"/>
                <a:gd name="T40" fmla="*/ 9 w 60"/>
                <a:gd name="T41" fmla="*/ 17 h 28"/>
                <a:gd name="T42" fmla="*/ 11 w 60"/>
                <a:gd name="T43" fmla="*/ 16 h 28"/>
                <a:gd name="T44" fmla="*/ 5 w 60"/>
                <a:gd name="T45" fmla="*/ 16 h 28"/>
                <a:gd name="T46" fmla="*/ 4 w 60"/>
                <a:gd name="T47" fmla="*/ 14 h 28"/>
                <a:gd name="T48" fmla="*/ 12 w 60"/>
                <a:gd name="T49" fmla="*/ 13 h 28"/>
                <a:gd name="T50" fmla="*/ 4 w 60"/>
                <a:gd name="T51" fmla="*/ 12 h 28"/>
                <a:gd name="T52" fmla="*/ 13 w 60"/>
                <a:gd name="T53" fmla="*/ 10 h 28"/>
                <a:gd name="T54" fmla="*/ 9 w 60"/>
                <a:gd name="T55" fmla="*/ 8 h 28"/>
                <a:gd name="T56" fmla="*/ 14 w 60"/>
                <a:gd name="T57" fmla="*/ 6 h 28"/>
                <a:gd name="T58" fmla="*/ 17 w 60"/>
                <a:gd name="T59" fmla="*/ 10 h 28"/>
                <a:gd name="T60" fmla="*/ 25 w 60"/>
                <a:gd name="T61" fmla="*/ 11 h 28"/>
                <a:gd name="T62" fmla="*/ 29 w 60"/>
                <a:gd name="T63" fmla="*/ 14 h 28"/>
                <a:gd name="T64" fmla="*/ 32 w 60"/>
                <a:gd name="T65" fmla="*/ 17 h 28"/>
                <a:gd name="T66" fmla="*/ 39 w 60"/>
                <a:gd name="T67" fmla="*/ 16 h 28"/>
                <a:gd name="T68" fmla="*/ 37 w 60"/>
                <a:gd name="T69" fmla="*/ 13 h 28"/>
                <a:gd name="T70" fmla="*/ 38 w 60"/>
                <a:gd name="T71" fmla="*/ 9 h 28"/>
                <a:gd name="T72" fmla="*/ 36 w 60"/>
                <a:gd name="T73" fmla="*/ 8 h 28"/>
                <a:gd name="T74" fmla="*/ 38 w 60"/>
                <a:gd name="T75" fmla="*/ 5 h 28"/>
                <a:gd name="T76" fmla="*/ 43 w 60"/>
                <a:gd name="T77" fmla="*/ 3 h 28"/>
                <a:gd name="T78" fmla="*/ 44 w 60"/>
                <a:gd name="T79" fmla="*/ 7 h 28"/>
                <a:gd name="T80" fmla="*/ 45 w 60"/>
                <a:gd name="T81" fmla="*/ 9 h 28"/>
                <a:gd name="T82" fmla="*/ 44 w 60"/>
                <a:gd name="T83" fmla="*/ 10 h 28"/>
                <a:gd name="T84" fmla="*/ 47 w 60"/>
                <a:gd name="T85" fmla="*/ 11 h 28"/>
                <a:gd name="T86" fmla="*/ 51 w 60"/>
                <a:gd name="T87" fmla="*/ 14 h 28"/>
                <a:gd name="T88" fmla="*/ 53 w 60"/>
                <a:gd name="T89" fmla="*/ 13 h 28"/>
                <a:gd name="T90" fmla="*/ 57 w 60"/>
                <a:gd name="T91" fmla="*/ 12 h 28"/>
                <a:gd name="T92" fmla="*/ 59 w 60"/>
                <a:gd name="T93" fmla="*/ 15 h 28"/>
                <a:gd name="T94" fmla="*/ 58 w 60"/>
                <a:gd name="T95" fmla="*/ 20 h 28"/>
                <a:gd name="T96" fmla="*/ 50 w 60"/>
                <a:gd name="T97" fmla="*/ 22 h 28"/>
                <a:gd name="T98" fmla="*/ 50 w 60"/>
                <a:gd name="T99"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 h="28">
                  <a:moveTo>
                    <a:pt x="50" y="22"/>
                  </a:moveTo>
                  <a:cubicBezTo>
                    <a:pt x="49" y="22"/>
                    <a:pt x="49" y="21"/>
                    <a:pt x="48" y="21"/>
                  </a:cubicBezTo>
                  <a:cubicBezTo>
                    <a:pt x="48" y="21"/>
                    <a:pt x="46" y="22"/>
                    <a:pt x="46" y="23"/>
                  </a:cubicBezTo>
                  <a:cubicBezTo>
                    <a:pt x="45" y="23"/>
                    <a:pt x="44" y="23"/>
                    <a:pt x="43" y="22"/>
                  </a:cubicBezTo>
                  <a:cubicBezTo>
                    <a:pt x="42" y="22"/>
                    <a:pt x="41" y="22"/>
                    <a:pt x="40" y="23"/>
                  </a:cubicBezTo>
                  <a:cubicBezTo>
                    <a:pt x="35" y="25"/>
                    <a:pt x="30" y="26"/>
                    <a:pt x="24" y="27"/>
                  </a:cubicBezTo>
                  <a:cubicBezTo>
                    <a:pt x="23" y="27"/>
                    <a:pt x="20" y="28"/>
                    <a:pt x="19" y="28"/>
                  </a:cubicBezTo>
                  <a:cubicBezTo>
                    <a:pt x="17" y="27"/>
                    <a:pt x="13" y="26"/>
                    <a:pt x="17" y="24"/>
                  </a:cubicBezTo>
                  <a:cubicBezTo>
                    <a:pt x="19" y="24"/>
                    <a:pt x="22" y="22"/>
                    <a:pt x="24" y="22"/>
                  </a:cubicBezTo>
                  <a:cubicBezTo>
                    <a:pt x="26" y="22"/>
                    <a:pt x="28" y="22"/>
                    <a:pt x="29" y="22"/>
                  </a:cubicBezTo>
                  <a:cubicBezTo>
                    <a:pt x="29" y="22"/>
                    <a:pt x="32" y="20"/>
                    <a:pt x="31" y="20"/>
                  </a:cubicBezTo>
                  <a:cubicBezTo>
                    <a:pt x="30" y="19"/>
                    <a:pt x="25" y="20"/>
                    <a:pt x="24" y="20"/>
                  </a:cubicBezTo>
                  <a:cubicBezTo>
                    <a:pt x="22" y="21"/>
                    <a:pt x="21" y="21"/>
                    <a:pt x="19" y="21"/>
                  </a:cubicBezTo>
                  <a:cubicBezTo>
                    <a:pt x="17" y="21"/>
                    <a:pt x="19" y="20"/>
                    <a:pt x="19" y="19"/>
                  </a:cubicBezTo>
                  <a:cubicBezTo>
                    <a:pt x="19" y="16"/>
                    <a:pt x="13" y="21"/>
                    <a:pt x="12" y="21"/>
                  </a:cubicBezTo>
                  <a:cubicBezTo>
                    <a:pt x="12" y="21"/>
                    <a:pt x="11" y="22"/>
                    <a:pt x="11" y="22"/>
                  </a:cubicBezTo>
                  <a:cubicBezTo>
                    <a:pt x="9" y="20"/>
                    <a:pt x="9" y="22"/>
                    <a:pt x="9" y="23"/>
                  </a:cubicBezTo>
                  <a:cubicBezTo>
                    <a:pt x="9" y="23"/>
                    <a:pt x="6" y="21"/>
                    <a:pt x="5" y="21"/>
                  </a:cubicBezTo>
                  <a:cubicBezTo>
                    <a:pt x="4" y="21"/>
                    <a:pt x="0" y="22"/>
                    <a:pt x="0" y="20"/>
                  </a:cubicBezTo>
                  <a:cubicBezTo>
                    <a:pt x="0" y="18"/>
                    <a:pt x="2" y="19"/>
                    <a:pt x="4" y="18"/>
                  </a:cubicBezTo>
                  <a:cubicBezTo>
                    <a:pt x="6" y="18"/>
                    <a:pt x="8" y="18"/>
                    <a:pt x="9" y="17"/>
                  </a:cubicBezTo>
                  <a:cubicBezTo>
                    <a:pt x="9" y="17"/>
                    <a:pt x="12" y="16"/>
                    <a:pt x="11" y="16"/>
                  </a:cubicBezTo>
                  <a:cubicBezTo>
                    <a:pt x="9" y="15"/>
                    <a:pt x="6" y="16"/>
                    <a:pt x="5" y="16"/>
                  </a:cubicBezTo>
                  <a:cubicBezTo>
                    <a:pt x="2" y="16"/>
                    <a:pt x="0" y="14"/>
                    <a:pt x="4" y="14"/>
                  </a:cubicBezTo>
                  <a:cubicBezTo>
                    <a:pt x="6" y="14"/>
                    <a:pt x="10" y="13"/>
                    <a:pt x="12" y="13"/>
                  </a:cubicBezTo>
                  <a:cubicBezTo>
                    <a:pt x="11" y="13"/>
                    <a:pt x="4" y="14"/>
                    <a:pt x="4" y="12"/>
                  </a:cubicBezTo>
                  <a:cubicBezTo>
                    <a:pt x="3" y="10"/>
                    <a:pt x="12" y="11"/>
                    <a:pt x="13" y="10"/>
                  </a:cubicBezTo>
                  <a:cubicBezTo>
                    <a:pt x="13" y="10"/>
                    <a:pt x="9" y="9"/>
                    <a:pt x="9" y="8"/>
                  </a:cubicBezTo>
                  <a:cubicBezTo>
                    <a:pt x="8" y="7"/>
                    <a:pt x="14" y="6"/>
                    <a:pt x="14" y="6"/>
                  </a:cubicBezTo>
                  <a:cubicBezTo>
                    <a:pt x="17" y="6"/>
                    <a:pt x="15" y="10"/>
                    <a:pt x="17" y="10"/>
                  </a:cubicBezTo>
                  <a:cubicBezTo>
                    <a:pt x="20" y="10"/>
                    <a:pt x="22" y="10"/>
                    <a:pt x="25" y="11"/>
                  </a:cubicBezTo>
                  <a:cubicBezTo>
                    <a:pt x="26" y="12"/>
                    <a:pt x="28" y="13"/>
                    <a:pt x="29" y="14"/>
                  </a:cubicBezTo>
                  <a:cubicBezTo>
                    <a:pt x="31" y="16"/>
                    <a:pt x="30" y="17"/>
                    <a:pt x="32" y="17"/>
                  </a:cubicBezTo>
                  <a:cubicBezTo>
                    <a:pt x="35" y="17"/>
                    <a:pt x="37" y="17"/>
                    <a:pt x="39" y="16"/>
                  </a:cubicBezTo>
                  <a:cubicBezTo>
                    <a:pt x="43" y="15"/>
                    <a:pt x="37" y="14"/>
                    <a:pt x="37" y="13"/>
                  </a:cubicBezTo>
                  <a:cubicBezTo>
                    <a:pt x="37" y="13"/>
                    <a:pt x="45" y="12"/>
                    <a:pt x="38" y="9"/>
                  </a:cubicBezTo>
                  <a:cubicBezTo>
                    <a:pt x="37" y="9"/>
                    <a:pt x="35" y="9"/>
                    <a:pt x="36" y="8"/>
                  </a:cubicBezTo>
                  <a:cubicBezTo>
                    <a:pt x="37" y="7"/>
                    <a:pt x="38" y="6"/>
                    <a:pt x="38" y="5"/>
                  </a:cubicBezTo>
                  <a:cubicBezTo>
                    <a:pt x="39" y="4"/>
                    <a:pt x="43" y="0"/>
                    <a:pt x="43" y="3"/>
                  </a:cubicBezTo>
                  <a:cubicBezTo>
                    <a:pt x="43" y="4"/>
                    <a:pt x="44" y="5"/>
                    <a:pt x="44" y="7"/>
                  </a:cubicBezTo>
                  <a:cubicBezTo>
                    <a:pt x="45" y="7"/>
                    <a:pt x="45" y="8"/>
                    <a:pt x="45" y="9"/>
                  </a:cubicBezTo>
                  <a:cubicBezTo>
                    <a:pt x="46" y="10"/>
                    <a:pt x="44" y="9"/>
                    <a:pt x="44" y="10"/>
                  </a:cubicBezTo>
                  <a:cubicBezTo>
                    <a:pt x="44" y="12"/>
                    <a:pt x="47" y="10"/>
                    <a:pt x="47" y="11"/>
                  </a:cubicBezTo>
                  <a:cubicBezTo>
                    <a:pt x="47" y="13"/>
                    <a:pt x="50" y="14"/>
                    <a:pt x="51" y="14"/>
                  </a:cubicBezTo>
                  <a:cubicBezTo>
                    <a:pt x="53" y="14"/>
                    <a:pt x="53" y="15"/>
                    <a:pt x="53" y="13"/>
                  </a:cubicBezTo>
                  <a:cubicBezTo>
                    <a:pt x="53" y="11"/>
                    <a:pt x="55" y="11"/>
                    <a:pt x="57" y="12"/>
                  </a:cubicBezTo>
                  <a:cubicBezTo>
                    <a:pt x="58" y="12"/>
                    <a:pt x="60" y="14"/>
                    <a:pt x="59" y="15"/>
                  </a:cubicBezTo>
                  <a:cubicBezTo>
                    <a:pt x="59" y="16"/>
                    <a:pt x="58" y="19"/>
                    <a:pt x="58" y="20"/>
                  </a:cubicBezTo>
                  <a:cubicBezTo>
                    <a:pt x="57" y="21"/>
                    <a:pt x="51" y="22"/>
                    <a:pt x="50" y="22"/>
                  </a:cubicBezTo>
                  <a:cubicBezTo>
                    <a:pt x="48" y="21"/>
                    <a:pt x="51" y="22"/>
                    <a:pt x="50" y="2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33" name="Freeform 579">
              <a:extLst>
                <a:ext uri="{FF2B5EF4-FFF2-40B4-BE49-F238E27FC236}">
                  <a16:creationId xmlns:a16="http://schemas.microsoft.com/office/drawing/2014/main" id="{8DC8319F-BE33-32C6-A5CE-CDD5949F7337}"/>
                </a:ext>
              </a:extLst>
            </p:cNvPr>
            <p:cNvSpPr>
              <a:spLocks/>
            </p:cNvSpPr>
            <p:nvPr/>
          </p:nvSpPr>
          <p:spPr bwMode="auto">
            <a:xfrm>
              <a:off x="6139678" y="4525526"/>
              <a:ext cx="95541" cy="63711"/>
            </a:xfrm>
            <a:custGeom>
              <a:avLst/>
              <a:gdLst>
                <a:gd name="T0" fmla="*/ 9 w 10"/>
                <a:gd name="T1" fmla="*/ 1 h 7"/>
                <a:gd name="T2" fmla="*/ 0 w 10"/>
                <a:gd name="T3" fmla="*/ 5 h 7"/>
                <a:gd name="T4" fmla="*/ 6 w 10"/>
                <a:gd name="T5" fmla="*/ 5 h 7"/>
                <a:gd name="T6" fmla="*/ 9 w 10"/>
                <a:gd name="T7" fmla="*/ 1 h 7"/>
                <a:gd name="T8" fmla="*/ 9 w 10"/>
                <a:gd name="T9" fmla="*/ 1 h 7"/>
              </a:gdLst>
              <a:ahLst/>
              <a:cxnLst>
                <a:cxn ang="0">
                  <a:pos x="T0" y="T1"/>
                </a:cxn>
                <a:cxn ang="0">
                  <a:pos x="T2" y="T3"/>
                </a:cxn>
                <a:cxn ang="0">
                  <a:pos x="T4" y="T5"/>
                </a:cxn>
                <a:cxn ang="0">
                  <a:pos x="T6" y="T7"/>
                </a:cxn>
                <a:cxn ang="0">
                  <a:pos x="T8" y="T9"/>
                </a:cxn>
              </a:cxnLst>
              <a:rect l="0" t="0" r="r" b="b"/>
              <a:pathLst>
                <a:path w="10" h="7">
                  <a:moveTo>
                    <a:pt x="9" y="1"/>
                  </a:moveTo>
                  <a:cubicBezTo>
                    <a:pt x="8" y="1"/>
                    <a:pt x="0" y="5"/>
                    <a:pt x="0" y="5"/>
                  </a:cubicBezTo>
                  <a:cubicBezTo>
                    <a:pt x="2" y="6"/>
                    <a:pt x="5" y="7"/>
                    <a:pt x="6" y="5"/>
                  </a:cubicBezTo>
                  <a:cubicBezTo>
                    <a:pt x="7" y="4"/>
                    <a:pt x="9" y="0"/>
                    <a:pt x="9" y="1"/>
                  </a:cubicBezTo>
                  <a:cubicBezTo>
                    <a:pt x="7" y="1"/>
                    <a:pt x="10" y="0"/>
                    <a:pt x="9"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34" name="Freeform 580">
              <a:extLst>
                <a:ext uri="{FF2B5EF4-FFF2-40B4-BE49-F238E27FC236}">
                  <a16:creationId xmlns:a16="http://schemas.microsoft.com/office/drawing/2014/main" id="{1351DDFF-DA23-69A0-D1D5-9938BBB8D6A3}"/>
                </a:ext>
              </a:extLst>
            </p:cNvPr>
            <p:cNvSpPr>
              <a:spLocks/>
            </p:cNvSpPr>
            <p:nvPr/>
          </p:nvSpPr>
          <p:spPr bwMode="auto">
            <a:xfrm>
              <a:off x="5974074" y="4385363"/>
              <a:ext cx="343950" cy="159279"/>
            </a:xfrm>
            <a:custGeom>
              <a:avLst/>
              <a:gdLst>
                <a:gd name="T0" fmla="*/ 30 w 37"/>
                <a:gd name="T1" fmla="*/ 12 h 17"/>
                <a:gd name="T2" fmla="*/ 27 w 37"/>
                <a:gd name="T3" fmla="*/ 13 h 17"/>
                <a:gd name="T4" fmla="*/ 26 w 37"/>
                <a:gd name="T5" fmla="*/ 10 h 17"/>
                <a:gd name="T6" fmla="*/ 23 w 37"/>
                <a:gd name="T7" fmla="*/ 8 h 17"/>
                <a:gd name="T8" fmla="*/ 22 w 37"/>
                <a:gd name="T9" fmla="*/ 10 h 17"/>
                <a:gd name="T10" fmla="*/ 21 w 37"/>
                <a:gd name="T11" fmla="*/ 9 h 17"/>
                <a:gd name="T12" fmla="*/ 20 w 37"/>
                <a:gd name="T13" fmla="*/ 13 h 17"/>
                <a:gd name="T14" fmla="*/ 17 w 37"/>
                <a:gd name="T15" fmla="*/ 14 h 17"/>
                <a:gd name="T16" fmla="*/ 16 w 37"/>
                <a:gd name="T17" fmla="*/ 16 h 17"/>
                <a:gd name="T18" fmla="*/ 12 w 37"/>
                <a:gd name="T19" fmla="*/ 17 h 17"/>
                <a:gd name="T20" fmla="*/ 10 w 37"/>
                <a:gd name="T21" fmla="*/ 15 h 17"/>
                <a:gd name="T22" fmla="*/ 5 w 37"/>
                <a:gd name="T23" fmla="*/ 16 h 17"/>
                <a:gd name="T24" fmla="*/ 1 w 37"/>
                <a:gd name="T25" fmla="*/ 17 h 17"/>
                <a:gd name="T26" fmla="*/ 2 w 37"/>
                <a:gd name="T27" fmla="*/ 13 h 17"/>
                <a:gd name="T28" fmla="*/ 0 w 37"/>
                <a:gd name="T29" fmla="*/ 14 h 17"/>
                <a:gd name="T30" fmla="*/ 6 w 37"/>
                <a:gd name="T31" fmla="*/ 12 h 17"/>
                <a:gd name="T32" fmla="*/ 9 w 37"/>
                <a:gd name="T33" fmla="*/ 10 h 17"/>
                <a:gd name="T34" fmla="*/ 13 w 37"/>
                <a:gd name="T35" fmla="*/ 7 h 17"/>
                <a:gd name="T36" fmla="*/ 18 w 37"/>
                <a:gd name="T37" fmla="*/ 3 h 17"/>
                <a:gd name="T38" fmla="*/ 24 w 37"/>
                <a:gd name="T39" fmla="*/ 3 h 17"/>
                <a:gd name="T40" fmla="*/ 30 w 37"/>
                <a:gd name="T41" fmla="*/ 3 h 17"/>
                <a:gd name="T42" fmla="*/ 32 w 37"/>
                <a:gd name="T43" fmla="*/ 0 h 17"/>
                <a:gd name="T44" fmla="*/ 36 w 37"/>
                <a:gd name="T45" fmla="*/ 2 h 17"/>
                <a:gd name="T46" fmla="*/ 34 w 37"/>
                <a:gd name="T47" fmla="*/ 4 h 17"/>
                <a:gd name="T48" fmla="*/ 34 w 37"/>
                <a:gd name="T49" fmla="*/ 7 h 17"/>
                <a:gd name="T50" fmla="*/ 35 w 37"/>
                <a:gd name="T51" fmla="*/ 9 h 17"/>
                <a:gd name="T52" fmla="*/ 31 w 37"/>
                <a:gd name="T53" fmla="*/ 10 h 17"/>
                <a:gd name="T54" fmla="*/ 30 w 37"/>
                <a:gd name="T55" fmla="*/ 12 h 17"/>
                <a:gd name="T56" fmla="*/ 30 w 37"/>
                <a:gd name="T5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7">
                  <a:moveTo>
                    <a:pt x="30" y="12"/>
                  </a:moveTo>
                  <a:cubicBezTo>
                    <a:pt x="29" y="13"/>
                    <a:pt x="27" y="13"/>
                    <a:pt x="27" y="13"/>
                  </a:cubicBezTo>
                  <a:cubicBezTo>
                    <a:pt x="24" y="13"/>
                    <a:pt x="25" y="11"/>
                    <a:pt x="26" y="10"/>
                  </a:cubicBezTo>
                  <a:cubicBezTo>
                    <a:pt x="27" y="8"/>
                    <a:pt x="24" y="7"/>
                    <a:pt x="23" y="8"/>
                  </a:cubicBezTo>
                  <a:cubicBezTo>
                    <a:pt x="23" y="9"/>
                    <a:pt x="23" y="10"/>
                    <a:pt x="22" y="10"/>
                  </a:cubicBezTo>
                  <a:cubicBezTo>
                    <a:pt x="22" y="10"/>
                    <a:pt x="21" y="10"/>
                    <a:pt x="21" y="9"/>
                  </a:cubicBezTo>
                  <a:cubicBezTo>
                    <a:pt x="20" y="10"/>
                    <a:pt x="21" y="12"/>
                    <a:pt x="20" y="13"/>
                  </a:cubicBezTo>
                  <a:cubicBezTo>
                    <a:pt x="19" y="15"/>
                    <a:pt x="18" y="13"/>
                    <a:pt x="17" y="14"/>
                  </a:cubicBezTo>
                  <a:cubicBezTo>
                    <a:pt x="16" y="14"/>
                    <a:pt x="17" y="16"/>
                    <a:pt x="16" y="16"/>
                  </a:cubicBezTo>
                  <a:cubicBezTo>
                    <a:pt x="16" y="17"/>
                    <a:pt x="13" y="17"/>
                    <a:pt x="12" y="17"/>
                  </a:cubicBezTo>
                  <a:cubicBezTo>
                    <a:pt x="11" y="16"/>
                    <a:pt x="11" y="14"/>
                    <a:pt x="10" y="15"/>
                  </a:cubicBezTo>
                  <a:cubicBezTo>
                    <a:pt x="8" y="16"/>
                    <a:pt x="7" y="16"/>
                    <a:pt x="5" y="16"/>
                  </a:cubicBezTo>
                  <a:cubicBezTo>
                    <a:pt x="4" y="16"/>
                    <a:pt x="2" y="17"/>
                    <a:pt x="1" y="17"/>
                  </a:cubicBezTo>
                  <a:cubicBezTo>
                    <a:pt x="0" y="17"/>
                    <a:pt x="3" y="14"/>
                    <a:pt x="2" y="13"/>
                  </a:cubicBezTo>
                  <a:cubicBezTo>
                    <a:pt x="2" y="13"/>
                    <a:pt x="1" y="14"/>
                    <a:pt x="0" y="14"/>
                  </a:cubicBezTo>
                  <a:cubicBezTo>
                    <a:pt x="0" y="13"/>
                    <a:pt x="5" y="12"/>
                    <a:pt x="6" y="12"/>
                  </a:cubicBezTo>
                  <a:cubicBezTo>
                    <a:pt x="8" y="12"/>
                    <a:pt x="8" y="11"/>
                    <a:pt x="9" y="10"/>
                  </a:cubicBezTo>
                  <a:cubicBezTo>
                    <a:pt x="11" y="8"/>
                    <a:pt x="12" y="8"/>
                    <a:pt x="13" y="7"/>
                  </a:cubicBezTo>
                  <a:cubicBezTo>
                    <a:pt x="15" y="5"/>
                    <a:pt x="16" y="3"/>
                    <a:pt x="18" y="3"/>
                  </a:cubicBezTo>
                  <a:cubicBezTo>
                    <a:pt x="20" y="2"/>
                    <a:pt x="22" y="2"/>
                    <a:pt x="24" y="3"/>
                  </a:cubicBezTo>
                  <a:cubicBezTo>
                    <a:pt x="26" y="3"/>
                    <a:pt x="29" y="4"/>
                    <a:pt x="30" y="3"/>
                  </a:cubicBezTo>
                  <a:cubicBezTo>
                    <a:pt x="31" y="2"/>
                    <a:pt x="30" y="0"/>
                    <a:pt x="32" y="0"/>
                  </a:cubicBezTo>
                  <a:cubicBezTo>
                    <a:pt x="32" y="0"/>
                    <a:pt x="36" y="1"/>
                    <a:pt x="36" y="2"/>
                  </a:cubicBezTo>
                  <a:cubicBezTo>
                    <a:pt x="37" y="2"/>
                    <a:pt x="34" y="3"/>
                    <a:pt x="34" y="4"/>
                  </a:cubicBezTo>
                  <a:cubicBezTo>
                    <a:pt x="34" y="5"/>
                    <a:pt x="37" y="6"/>
                    <a:pt x="34" y="7"/>
                  </a:cubicBezTo>
                  <a:cubicBezTo>
                    <a:pt x="33" y="8"/>
                    <a:pt x="36" y="9"/>
                    <a:pt x="35" y="9"/>
                  </a:cubicBezTo>
                  <a:cubicBezTo>
                    <a:pt x="33" y="10"/>
                    <a:pt x="32" y="10"/>
                    <a:pt x="31" y="10"/>
                  </a:cubicBezTo>
                  <a:cubicBezTo>
                    <a:pt x="31" y="11"/>
                    <a:pt x="31" y="11"/>
                    <a:pt x="30" y="12"/>
                  </a:cubicBezTo>
                  <a:cubicBezTo>
                    <a:pt x="29" y="13"/>
                    <a:pt x="31" y="11"/>
                    <a:pt x="30" y="1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35" name="Freeform 581">
              <a:extLst>
                <a:ext uri="{FF2B5EF4-FFF2-40B4-BE49-F238E27FC236}">
                  <a16:creationId xmlns:a16="http://schemas.microsoft.com/office/drawing/2014/main" id="{C0FD24DA-7BB9-13D5-B6D0-821C825BDD44}"/>
                </a:ext>
              </a:extLst>
            </p:cNvPr>
            <p:cNvSpPr>
              <a:spLocks/>
            </p:cNvSpPr>
            <p:nvPr/>
          </p:nvSpPr>
          <p:spPr bwMode="auto">
            <a:xfrm>
              <a:off x="6346686" y="4449069"/>
              <a:ext cx="73248" cy="19114"/>
            </a:xfrm>
            <a:custGeom>
              <a:avLst/>
              <a:gdLst>
                <a:gd name="T0" fmla="*/ 6 w 8"/>
                <a:gd name="T1" fmla="*/ 2 h 2"/>
                <a:gd name="T2" fmla="*/ 3 w 8"/>
                <a:gd name="T3" fmla="*/ 0 h 2"/>
                <a:gd name="T4" fmla="*/ 6 w 8"/>
                <a:gd name="T5" fmla="*/ 2 h 2"/>
              </a:gdLst>
              <a:ahLst/>
              <a:cxnLst>
                <a:cxn ang="0">
                  <a:pos x="T0" y="T1"/>
                </a:cxn>
                <a:cxn ang="0">
                  <a:pos x="T2" y="T3"/>
                </a:cxn>
                <a:cxn ang="0">
                  <a:pos x="T4" y="T5"/>
                </a:cxn>
              </a:cxnLst>
              <a:rect l="0" t="0" r="r" b="b"/>
              <a:pathLst>
                <a:path w="8" h="2">
                  <a:moveTo>
                    <a:pt x="6" y="2"/>
                  </a:moveTo>
                  <a:cubicBezTo>
                    <a:pt x="4" y="2"/>
                    <a:pt x="0" y="1"/>
                    <a:pt x="3" y="0"/>
                  </a:cubicBezTo>
                  <a:cubicBezTo>
                    <a:pt x="5" y="0"/>
                    <a:pt x="8" y="2"/>
                    <a:pt x="6"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36" name="Freeform 582">
              <a:extLst>
                <a:ext uri="{FF2B5EF4-FFF2-40B4-BE49-F238E27FC236}">
                  <a16:creationId xmlns:a16="http://schemas.microsoft.com/office/drawing/2014/main" id="{FB0366A6-211F-3265-0232-2463B8F401DA}"/>
                </a:ext>
              </a:extLst>
            </p:cNvPr>
            <p:cNvSpPr>
              <a:spLocks/>
            </p:cNvSpPr>
            <p:nvPr/>
          </p:nvSpPr>
          <p:spPr bwMode="auto">
            <a:xfrm>
              <a:off x="6410381" y="4318467"/>
              <a:ext cx="197453" cy="92380"/>
            </a:xfrm>
            <a:custGeom>
              <a:avLst/>
              <a:gdLst>
                <a:gd name="T0" fmla="*/ 7 w 21"/>
                <a:gd name="T1" fmla="*/ 9 h 10"/>
                <a:gd name="T2" fmla="*/ 2 w 21"/>
                <a:gd name="T3" fmla="*/ 4 h 10"/>
                <a:gd name="T4" fmla="*/ 9 w 21"/>
                <a:gd name="T5" fmla="*/ 2 h 10"/>
                <a:gd name="T6" fmla="*/ 17 w 21"/>
                <a:gd name="T7" fmla="*/ 0 h 10"/>
                <a:gd name="T8" fmla="*/ 19 w 21"/>
                <a:gd name="T9" fmla="*/ 2 h 10"/>
                <a:gd name="T10" fmla="*/ 14 w 21"/>
                <a:gd name="T11" fmla="*/ 4 h 10"/>
                <a:gd name="T12" fmla="*/ 15 w 21"/>
                <a:gd name="T13" fmla="*/ 7 h 10"/>
                <a:gd name="T14" fmla="*/ 7 w 21"/>
                <a:gd name="T15" fmla="*/ 9 h 10"/>
                <a:gd name="T16" fmla="*/ 7 w 21"/>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0">
                  <a:moveTo>
                    <a:pt x="7" y="9"/>
                  </a:moveTo>
                  <a:cubicBezTo>
                    <a:pt x="6" y="9"/>
                    <a:pt x="0" y="6"/>
                    <a:pt x="2" y="4"/>
                  </a:cubicBezTo>
                  <a:cubicBezTo>
                    <a:pt x="4" y="2"/>
                    <a:pt x="7" y="2"/>
                    <a:pt x="9" y="2"/>
                  </a:cubicBezTo>
                  <a:cubicBezTo>
                    <a:pt x="12" y="1"/>
                    <a:pt x="15" y="0"/>
                    <a:pt x="17" y="0"/>
                  </a:cubicBezTo>
                  <a:cubicBezTo>
                    <a:pt x="18" y="0"/>
                    <a:pt x="21" y="1"/>
                    <a:pt x="19" y="2"/>
                  </a:cubicBezTo>
                  <a:cubicBezTo>
                    <a:pt x="18" y="3"/>
                    <a:pt x="15" y="2"/>
                    <a:pt x="14" y="4"/>
                  </a:cubicBezTo>
                  <a:cubicBezTo>
                    <a:pt x="14" y="4"/>
                    <a:pt x="19" y="6"/>
                    <a:pt x="15" y="7"/>
                  </a:cubicBezTo>
                  <a:cubicBezTo>
                    <a:pt x="13" y="8"/>
                    <a:pt x="10" y="10"/>
                    <a:pt x="7" y="9"/>
                  </a:cubicBezTo>
                  <a:cubicBezTo>
                    <a:pt x="5" y="9"/>
                    <a:pt x="9" y="10"/>
                    <a:pt x="7" y="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37" name="Freeform 583">
              <a:extLst>
                <a:ext uri="{FF2B5EF4-FFF2-40B4-BE49-F238E27FC236}">
                  <a16:creationId xmlns:a16="http://schemas.microsoft.com/office/drawing/2014/main" id="{000F31ED-13A4-4243-CB95-1CC3084B1A1B}"/>
                </a:ext>
              </a:extLst>
            </p:cNvPr>
            <p:cNvSpPr>
              <a:spLocks/>
            </p:cNvSpPr>
            <p:nvPr/>
          </p:nvSpPr>
          <p:spPr bwMode="auto">
            <a:xfrm>
              <a:off x="6327577" y="4337578"/>
              <a:ext cx="73248" cy="38227"/>
            </a:xfrm>
            <a:custGeom>
              <a:avLst/>
              <a:gdLst>
                <a:gd name="T0" fmla="*/ 6 w 8"/>
                <a:gd name="T1" fmla="*/ 4 h 4"/>
                <a:gd name="T2" fmla="*/ 3 w 8"/>
                <a:gd name="T3" fmla="*/ 0 h 4"/>
                <a:gd name="T4" fmla="*/ 6 w 8"/>
                <a:gd name="T5" fmla="*/ 4 h 4"/>
              </a:gdLst>
              <a:ahLst/>
              <a:cxnLst>
                <a:cxn ang="0">
                  <a:pos x="T0" y="T1"/>
                </a:cxn>
                <a:cxn ang="0">
                  <a:pos x="T2" y="T3"/>
                </a:cxn>
                <a:cxn ang="0">
                  <a:pos x="T4" y="T5"/>
                </a:cxn>
              </a:cxnLst>
              <a:rect l="0" t="0" r="r" b="b"/>
              <a:pathLst>
                <a:path w="8" h="4">
                  <a:moveTo>
                    <a:pt x="6" y="4"/>
                  </a:moveTo>
                  <a:cubicBezTo>
                    <a:pt x="4" y="4"/>
                    <a:pt x="0" y="0"/>
                    <a:pt x="3" y="0"/>
                  </a:cubicBezTo>
                  <a:cubicBezTo>
                    <a:pt x="6" y="0"/>
                    <a:pt x="8" y="3"/>
                    <a:pt x="6"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38" name="Freeform 584">
              <a:extLst>
                <a:ext uri="{FF2B5EF4-FFF2-40B4-BE49-F238E27FC236}">
                  <a16:creationId xmlns:a16="http://schemas.microsoft.com/office/drawing/2014/main" id="{8C6C55B9-F12C-7485-0D73-E5B0A20554AE}"/>
                </a:ext>
              </a:extLst>
            </p:cNvPr>
            <p:cNvSpPr>
              <a:spLocks/>
            </p:cNvSpPr>
            <p:nvPr/>
          </p:nvSpPr>
          <p:spPr bwMode="auto">
            <a:xfrm>
              <a:off x="6429489" y="4251568"/>
              <a:ext cx="197453" cy="66896"/>
            </a:xfrm>
            <a:custGeom>
              <a:avLst/>
              <a:gdLst>
                <a:gd name="T0" fmla="*/ 1 w 21"/>
                <a:gd name="T1" fmla="*/ 5 h 7"/>
                <a:gd name="T2" fmla="*/ 4 w 21"/>
                <a:gd name="T3" fmla="*/ 4 h 7"/>
                <a:gd name="T4" fmla="*/ 9 w 21"/>
                <a:gd name="T5" fmla="*/ 1 h 7"/>
                <a:gd name="T6" fmla="*/ 18 w 21"/>
                <a:gd name="T7" fmla="*/ 3 h 7"/>
                <a:gd name="T8" fmla="*/ 11 w 21"/>
                <a:gd name="T9" fmla="*/ 6 h 7"/>
                <a:gd name="T10" fmla="*/ 6 w 21"/>
                <a:gd name="T11" fmla="*/ 6 h 7"/>
                <a:gd name="T12" fmla="*/ 1 w 21"/>
                <a:gd name="T13" fmla="*/ 5 h 7"/>
                <a:gd name="T14" fmla="*/ 1 w 21"/>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7">
                  <a:moveTo>
                    <a:pt x="1" y="5"/>
                  </a:moveTo>
                  <a:cubicBezTo>
                    <a:pt x="0" y="5"/>
                    <a:pt x="3" y="4"/>
                    <a:pt x="4" y="4"/>
                  </a:cubicBezTo>
                  <a:cubicBezTo>
                    <a:pt x="6" y="3"/>
                    <a:pt x="7" y="2"/>
                    <a:pt x="9" y="1"/>
                  </a:cubicBezTo>
                  <a:cubicBezTo>
                    <a:pt x="12" y="0"/>
                    <a:pt x="15" y="1"/>
                    <a:pt x="18" y="3"/>
                  </a:cubicBezTo>
                  <a:cubicBezTo>
                    <a:pt x="21" y="6"/>
                    <a:pt x="12" y="6"/>
                    <a:pt x="11" y="6"/>
                  </a:cubicBezTo>
                  <a:cubicBezTo>
                    <a:pt x="9" y="6"/>
                    <a:pt x="8" y="7"/>
                    <a:pt x="6" y="6"/>
                  </a:cubicBezTo>
                  <a:cubicBezTo>
                    <a:pt x="4" y="5"/>
                    <a:pt x="2" y="6"/>
                    <a:pt x="1" y="5"/>
                  </a:cubicBezTo>
                  <a:cubicBezTo>
                    <a:pt x="0" y="4"/>
                    <a:pt x="2" y="6"/>
                    <a:pt x="1"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39" name="Freeform 585">
              <a:extLst>
                <a:ext uri="{FF2B5EF4-FFF2-40B4-BE49-F238E27FC236}">
                  <a16:creationId xmlns:a16="http://schemas.microsoft.com/office/drawing/2014/main" id="{D9570453-09AF-47A8-ACF3-01D64339FD7E}"/>
                </a:ext>
              </a:extLst>
            </p:cNvPr>
            <p:cNvSpPr>
              <a:spLocks/>
            </p:cNvSpPr>
            <p:nvPr/>
          </p:nvSpPr>
          <p:spPr bwMode="auto">
            <a:xfrm>
              <a:off x="6907195" y="4449069"/>
              <a:ext cx="261145" cy="178393"/>
            </a:xfrm>
            <a:custGeom>
              <a:avLst/>
              <a:gdLst>
                <a:gd name="T0" fmla="*/ 22 w 28"/>
                <a:gd name="T1" fmla="*/ 19 h 19"/>
                <a:gd name="T2" fmla="*/ 15 w 28"/>
                <a:gd name="T3" fmla="*/ 19 h 19"/>
                <a:gd name="T4" fmla="*/ 15 w 28"/>
                <a:gd name="T5" fmla="*/ 17 h 19"/>
                <a:gd name="T6" fmla="*/ 12 w 28"/>
                <a:gd name="T7" fmla="*/ 15 h 19"/>
                <a:gd name="T8" fmla="*/ 17 w 28"/>
                <a:gd name="T9" fmla="*/ 13 h 19"/>
                <a:gd name="T10" fmla="*/ 16 w 28"/>
                <a:gd name="T11" fmla="*/ 12 h 19"/>
                <a:gd name="T12" fmla="*/ 9 w 28"/>
                <a:gd name="T13" fmla="*/ 13 h 19"/>
                <a:gd name="T14" fmla="*/ 2 w 28"/>
                <a:gd name="T15" fmla="*/ 13 h 19"/>
                <a:gd name="T16" fmla="*/ 1 w 28"/>
                <a:gd name="T17" fmla="*/ 12 h 19"/>
                <a:gd name="T18" fmla="*/ 7 w 28"/>
                <a:gd name="T19" fmla="*/ 10 h 19"/>
                <a:gd name="T20" fmla="*/ 4 w 28"/>
                <a:gd name="T21" fmla="*/ 8 h 19"/>
                <a:gd name="T22" fmla="*/ 7 w 28"/>
                <a:gd name="T23" fmla="*/ 6 h 19"/>
                <a:gd name="T24" fmla="*/ 3 w 28"/>
                <a:gd name="T25" fmla="*/ 6 h 19"/>
                <a:gd name="T26" fmla="*/ 7 w 28"/>
                <a:gd name="T27" fmla="*/ 4 h 19"/>
                <a:gd name="T28" fmla="*/ 13 w 28"/>
                <a:gd name="T29" fmla="*/ 8 h 19"/>
                <a:gd name="T30" fmla="*/ 16 w 28"/>
                <a:gd name="T31" fmla="*/ 9 h 19"/>
                <a:gd name="T32" fmla="*/ 13 w 28"/>
                <a:gd name="T33" fmla="*/ 7 h 19"/>
                <a:gd name="T34" fmla="*/ 14 w 28"/>
                <a:gd name="T35" fmla="*/ 5 h 19"/>
                <a:gd name="T36" fmla="*/ 11 w 28"/>
                <a:gd name="T37" fmla="*/ 4 h 19"/>
                <a:gd name="T38" fmla="*/ 11 w 28"/>
                <a:gd name="T39" fmla="*/ 2 h 19"/>
                <a:gd name="T40" fmla="*/ 7 w 28"/>
                <a:gd name="T41" fmla="*/ 3 h 19"/>
                <a:gd name="T42" fmla="*/ 13 w 28"/>
                <a:gd name="T43" fmla="*/ 1 h 19"/>
                <a:gd name="T44" fmla="*/ 12 w 28"/>
                <a:gd name="T45" fmla="*/ 2 h 19"/>
                <a:gd name="T46" fmla="*/ 15 w 28"/>
                <a:gd name="T47" fmla="*/ 3 h 19"/>
                <a:gd name="T48" fmla="*/ 21 w 28"/>
                <a:gd name="T49" fmla="*/ 2 h 19"/>
                <a:gd name="T50" fmla="*/ 26 w 28"/>
                <a:gd name="T51" fmla="*/ 8 h 19"/>
                <a:gd name="T52" fmla="*/ 27 w 28"/>
                <a:gd name="T53" fmla="*/ 12 h 19"/>
                <a:gd name="T54" fmla="*/ 26 w 28"/>
                <a:gd name="T55" fmla="*/ 14 h 19"/>
                <a:gd name="T56" fmla="*/ 26 w 28"/>
                <a:gd name="T57" fmla="*/ 17 h 19"/>
                <a:gd name="T58" fmla="*/ 22 w 28"/>
                <a:gd name="T5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19">
                  <a:moveTo>
                    <a:pt x="22" y="19"/>
                  </a:moveTo>
                  <a:cubicBezTo>
                    <a:pt x="20" y="19"/>
                    <a:pt x="17" y="19"/>
                    <a:pt x="15" y="19"/>
                  </a:cubicBezTo>
                  <a:cubicBezTo>
                    <a:pt x="12" y="19"/>
                    <a:pt x="15" y="18"/>
                    <a:pt x="15" y="17"/>
                  </a:cubicBezTo>
                  <a:cubicBezTo>
                    <a:pt x="16" y="16"/>
                    <a:pt x="11" y="16"/>
                    <a:pt x="12" y="15"/>
                  </a:cubicBezTo>
                  <a:cubicBezTo>
                    <a:pt x="13" y="14"/>
                    <a:pt x="15" y="13"/>
                    <a:pt x="17" y="13"/>
                  </a:cubicBezTo>
                  <a:cubicBezTo>
                    <a:pt x="18" y="12"/>
                    <a:pt x="17" y="12"/>
                    <a:pt x="16" y="12"/>
                  </a:cubicBezTo>
                  <a:cubicBezTo>
                    <a:pt x="14" y="11"/>
                    <a:pt x="12" y="12"/>
                    <a:pt x="9" y="13"/>
                  </a:cubicBezTo>
                  <a:cubicBezTo>
                    <a:pt x="7" y="13"/>
                    <a:pt x="5" y="13"/>
                    <a:pt x="2" y="13"/>
                  </a:cubicBezTo>
                  <a:cubicBezTo>
                    <a:pt x="2" y="14"/>
                    <a:pt x="0" y="14"/>
                    <a:pt x="1" y="12"/>
                  </a:cubicBezTo>
                  <a:cubicBezTo>
                    <a:pt x="3" y="10"/>
                    <a:pt x="5" y="11"/>
                    <a:pt x="7" y="10"/>
                  </a:cubicBezTo>
                  <a:cubicBezTo>
                    <a:pt x="11" y="9"/>
                    <a:pt x="4" y="9"/>
                    <a:pt x="4" y="8"/>
                  </a:cubicBezTo>
                  <a:cubicBezTo>
                    <a:pt x="3" y="8"/>
                    <a:pt x="7" y="6"/>
                    <a:pt x="7" y="6"/>
                  </a:cubicBezTo>
                  <a:cubicBezTo>
                    <a:pt x="7" y="6"/>
                    <a:pt x="4" y="6"/>
                    <a:pt x="3" y="6"/>
                  </a:cubicBezTo>
                  <a:cubicBezTo>
                    <a:pt x="3" y="5"/>
                    <a:pt x="6" y="4"/>
                    <a:pt x="7" y="4"/>
                  </a:cubicBezTo>
                  <a:cubicBezTo>
                    <a:pt x="9" y="4"/>
                    <a:pt x="11" y="7"/>
                    <a:pt x="13" y="8"/>
                  </a:cubicBezTo>
                  <a:cubicBezTo>
                    <a:pt x="14" y="8"/>
                    <a:pt x="15" y="10"/>
                    <a:pt x="16" y="9"/>
                  </a:cubicBezTo>
                  <a:cubicBezTo>
                    <a:pt x="19" y="7"/>
                    <a:pt x="13" y="7"/>
                    <a:pt x="13" y="7"/>
                  </a:cubicBezTo>
                  <a:cubicBezTo>
                    <a:pt x="14" y="7"/>
                    <a:pt x="18" y="6"/>
                    <a:pt x="14" y="5"/>
                  </a:cubicBezTo>
                  <a:cubicBezTo>
                    <a:pt x="13" y="5"/>
                    <a:pt x="12" y="5"/>
                    <a:pt x="11" y="4"/>
                  </a:cubicBezTo>
                  <a:cubicBezTo>
                    <a:pt x="9" y="3"/>
                    <a:pt x="11" y="3"/>
                    <a:pt x="11" y="2"/>
                  </a:cubicBezTo>
                  <a:cubicBezTo>
                    <a:pt x="10" y="2"/>
                    <a:pt x="7" y="3"/>
                    <a:pt x="7" y="3"/>
                  </a:cubicBezTo>
                  <a:cubicBezTo>
                    <a:pt x="6" y="2"/>
                    <a:pt x="13" y="1"/>
                    <a:pt x="13" y="1"/>
                  </a:cubicBezTo>
                  <a:cubicBezTo>
                    <a:pt x="13" y="1"/>
                    <a:pt x="12" y="2"/>
                    <a:pt x="12" y="2"/>
                  </a:cubicBezTo>
                  <a:cubicBezTo>
                    <a:pt x="11" y="3"/>
                    <a:pt x="14" y="3"/>
                    <a:pt x="15" y="3"/>
                  </a:cubicBezTo>
                  <a:cubicBezTo>
                    <a:pt x="18" y="4"/>
                    <a:pt x="19" y="4"/>
                    <a:pt x="21" y="2"/>
                  </a:cubicBezTo>
                  <a:cubicBezTo>
                    <a:pt x="24" y="0"/>
                    <a:pt x="27" y="6"/>
                    <a:pt x="26" y="8"/>
                  </a:cubicBezTo>
                  <a:cubicBezTo>
                    <a:pt x="26" y="10"/>
                    <a:pt x="26" y="11"/>
                    <a:pt x="27" y="12"/>
                  </a:cubicBezTo>
                  <a:cubicBezTo>
                    <a:pt x="28" y="14"/>
                    <a:pt x="28" y="15"/>
                    <a:pt x="26" y="14"/>
                  </a:cubicBezTo>
                  <a:cubicBezTo>
                    <a:pt x="24" y="12"/>
                    <a:pt x="25" y="16"/>
                    <a:pt x="26" y="17"/>
                  </a:cubicBezTo>
                  <a:cubicBezTo>
                    <a:pt x="27" y="18"/>
                    <a:pt x="23" y="19"/>
                    <a:pt x="22" y="1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40" name="Freeform 586">
              <a:extLst>
                <a:ext uri="{FF2B5EF4-FFF2-40B4-BE49-F238E27FC236}">
                  <a16:creationId xmlns:a16="http://schemas.microsoft.com/office/drawing/2014/main" id="{A69DA93A-0D7B-64B4-0787-C03E759708CB}"/>
                </a:ext>
              </a:extLst>
            </p:cNvPr>
            <p:cNvSpPr>
              <a:spLocks/>
            </p:cNvSpPr>
            <p:nvPr/>
          </p:nvSpPr>
          <p:spPr bwMode="auto">
            <a:xfrm>
              <a:off x="6878534" y="4535082"/>
              <a:ext cx="82803" cy="25484"/>
            </a:xfrm>
            <a:custGeom>
              <a:avLst/>
              <a:gdLst>
                <a:gd name="T0" fmla="*/ 1 w 9"/>
                <a:gd name="T1" fmla="*/ 3 h 3"/>
                <a:gd name="T2" fmla="*/ 7 w 9"/>
                <a:gd name="T3" fmla="*/ 0 h 3"/>
                <a:gd name="T4" fmla="*/ 1 w 9"/>
                <a:gd name="T5" fmla="*/ 3 h 3"/>
              </a:gdLst>
              <a:ahLst/>
              <a:cxnLst>
                <a:cxn ang="0">
                  <a:pos x="T0" y="T1"/>
                </a:cxn>
                <a:cxn ang="0">
                  <a:pos x="T2" y="T3"/>
                </a:cxn>
                <a:cxn ang="0">
                  <a:pos x="T4" y="T5"/>
                </a:cxn>
              </a:cxnLst>
              <a:rect l="0" t="0" r="r" b="b"/>
              <a:pathLst>
                <a:path w="9" h="3">
                  <a:moveTo>
                    <a:pt x="1" y="3"/>
                  </a:moveTo>
                  <a:cubicBezTo>
                    <a:pt x="4" y="2"/>
                    <a:pt x="9" y="0"/>
                    <a:pt x="7" y="0"/>
                  </a:cubicBezTo>
                  <a:cubicBezTo>
                    <a:pt x="4" y="0"/>
                    <a:pt x="0" y="3"/>
                    <a:pt x="1"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41" name="Freeform 587">
              <a:extLst>
                <a:ext uri="{FF2B5EF4-FFF2-40B4-BE49-F238E27FC236}">
                  <a16:creationId xmlns:a16="http://schemas.microsoft.com/office/drawing/2014/main" id="{0F17E8B3-9EC1-FA7E-5C26-79B5243E0E64}"/>
                </a:ext>
              </a:extLst>
            </p:cNvPr>
            <p:cNvSpPr>
              <a:spLocks/>
            </p:cNvSpPr>
            <p:nvPr/>
          </p:nvSpPr>
          <p:spPr bwMode="auto">
            <a:xfrm>
              <a:off x="6859425" y="4525526"/>
              <a:ext cx="76432" cy="19114"/>
            </a:xfrm>
            <a:custGeom>
              <a:avLst/>
              <a:gdLst>
                <a:gd name="T0" fmla="*/ 1 w 8"/>
                <a:gd name="T1" fmla="*/ 2 h 2"/>
                <a:gd name="T2" fmla="*/ 6 w 8"/>
                <a:gd name="T3" fmla="*/ 0 h 2"/>
                <a:gd name="T4" fmla="*/ 1 w 8"/>
                <a:gd name="T5" fmla="*/ 2 h 2"/>
              </a:gdLst>
              <a:ahLst/>
              <a:cxnLst>
                <a:cxn ang="0">
                  <a:pos x="T0" y="T1"/>
                </a:cxn>
                <a:cxn ang="0">
                  <a:pos x="T2" y="T3"/>
                </a:cxn>
                <a:cxn ang="0">
                  <a:pos x="T4" y="T5"/>
                </a:cxn>
              </a:cxnLst>
              <a:rect l="0" t="0" r="r" b="b"/>
              <a:pathLst>
                <a:path w="8" h="2">
                  <a:moveTo>
                    <a:pt x="1" y="2"/>
                  </a:moveTo>
                  <a:cubicBezTo>
                    <a:pt x="0" y="2"/>
                    <a:pt x="4" y="0"/>
                    <a:pt x="6" y="0"/>
                  </a:cubicBezTo>
                  <a:cubicBezTo>
                    <a:pt x="8" y="0"/>
                    <a:pt x="4" y="2"/>
                    <a:pt x="1"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42" name="Freeform 588">
              <a:extLst>
                <a:ext uri="{FF2B5EF4-FFF2-40B4-BE49-F238E27FC236}">
                  <a16:creationId xmlns:a16="http://schemas.microsoft.com/office/drawing/2014/main" id="{FC3868C7-B60B-6A33-5258-6E5E57F9F284}"/>
                </a:ext>
              </a:extLst>
            </p:cNvPr>
            <p:cNvSpPr>
              <a:spLocks/>
            </p:cNvSpPr>
            <p:nvPr/>
          </p:nvSpPr>
          <p:spPr bwMode="auto">
            <a:xfrm>
              <a:off x="6821208" y="4496854"/>
              <a:ext cx="95541" cy="47785"/>
            </a:xfrm>
            <a:custGeom>
              <a:avLst/>
              <a:gdLst>
                <a:gd name="T0" fmla="*/ 2 w 10"/>
                <a:gd name="T1" fmla="*/ 3 h 5"/>
                <a:gd name="T2" fmla="*/ 10 w 10"/>
                <a:gd name="T3" fmla="*/ 1 h 5"/>
                <a:gd name="T4" fmla="*/ 2 w 10"/>
                <a:gd name="T5" fmla="*/ 3 h 5"/>
              </a:gdLst>
              <a:ahLst/>
              <a:cxnLst>
                <a:cxn ang="0">
                  <a:pos x="T0" y="T1"/>
                </a:cxn>
                <a:cxn ang="0">
                  <a:pos x="T2" y="T3"/>
                </a:cxn>
                <a:cxn ang="0">
                  <a:pos x="T4" y="T5"/>
                </a:cxn>
              </a:cxnLst>
              <a:rect l="0" t="0" r="r" b="b"/>
              <a:pathLst>
                <a:path w="10" h="5">
                  <a:moveTo>
                    <a:pt x="2" y="3"/>
                  </a:moveTo>
                  <a:cubicBezTo>
                    <a:pt x="0" y="2"/>
                    <a:pt x="10" y="0"/>
                    <a:pt x="10" y="1"/>
                  </a:cubicBezTo>
                  <a:cubicBezTo>
                    <a:pt x="10" y="2"/>
                    <a:pt x="6" y="5"/>
                    <a:pt x="2"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43" name="Freeform 589">
              <a:extLst>
                <a:ext uri="{FF2B5EF4-FFF2-40B4-BE49-F238E27FC236}">
                  <a16:creationId xmlns:a16="http://schemas.microsoft.com/office/drawing/2014/main" id="{7FBBC20C-5651-D566-B4B7-C34CA8157048}"/>
                </a:ext>
              </a:extLst>
            </p:cNvPr>
            <p:cNvSpPr>
              <a:spLocks/>
            </p:cNvSpPr>
            <p:nvPr/>
          </p:nvSpPr>
          <p:spPr bwMode="auto">
            <a:xfrm>
              <a:off x="6830763" y="4458630"/>
              <a:ext cx="66879" cy="47785"/>
            </a:xfrm>
            <a:custGeom>
              <a:avLst/>
              <a:gdLst>
                <a:gd name="T0" fmla="*/ 1 w 7"/>
                <a:gd name="T1" fmla="*/ 5 h 5"/>
                <a:gd name="T2" fmla="*/ 0 w 7"/>
                <a:gd name="T3" fmla="*/ 1 h 5"/>
                <a:gd name="T4" fmla="*/ 4 w 7"/>
                <a:gd name="T5" fmla="*/ 2 h 5"/>
                <a:gd name="T6" fmla="*/ 7 w 7"/>
                <a:gd name="T7" fmla="*/ 4 h 5"/>
                <a:gd name="T8" fmla="*/ 1 w 7"/>
                <a:gd name="T9" fmla="*/ 5 h 5"/>
                <a:gd name="T10" fmla="*/ 1 w 7"/>
                <a:gd name="T11" fmla="*/ 5 h 5"/>
              </a:gdLst>
              <a:ahLst/>
              <a:cxnLst>
                <a:cxn ang="0">
                  <a:pos x="T0" y="T1"/>
                </a:cxn>
                <a:cxn ang="0">
                  <a:pos x="T2" y="T3"/>
                </a:cxn>
                <a:cxn ang="0">
                  <a:pos x="T4" y="T5"/>
                </a:cxn>
                <a:cxn ang="0">
                  <a:pos x="T6" y="T7"/>
                </a:cxn>
                <a:cxn ang="0">
                  <a:pos x="T8" y="T9"/>
                </a:cxn>
                <a:cxn ang="0">
                  <a:pos x="T10" y="T11"/>
                </a:cxn>
              </a:cxnLst>
              <a:rect l="0" t="0" r="r" b="b"/>
              <a:pathLst>
                <a:path w="7" h="5">
                  <a:moveTo>
                    <a:pt x="1" y="5"/>
                  </a:moveTo>
                  <a:cubicBezTo>
                    <a:pt x="0" y="4"/>
                    <a:pt x="0" y="2"/>
                    <a:pt x="0" y="1"/>
                  </a:cubicBezTo>
                  <a:cubicBezTo>
                    <a:pt x="1" y="0"/>
                    <a:pt x="3" y="1"/>
                    <a:pt x="4" y="2"/>
                  </a:cubicBezTo>
                  <a:cubicBezTo>
                    <a:pt x="4" y="2"/>
                    <a:pt x="7" y="3"/>
                    <a:pt x="7" y="4"/>
                  </a:cubicBezTo>
                  <a:cubicBezTo>
                    <a:pt x="7" y="4"/>
                    <a:pt x="2" y="5"/>
                    <a:pt x="1" y="5"/>
                  </a:cubicBezTo>
                  <a:cubicBezTo>
                    <a:pt x="0" y="4"/>
                    <a:pt x="4" y="5"/>
                    <a:pt x="1"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44" name="Freeform 590">
              <a:extLst>
                <a:ext uri="{FF2B5EF4-FFF2-40B4-BE49-F238E27FC236}">
                  <a16:creationId xmlns:a16="http://schemas.microsoft.com/office/drawing/2014/main" id="{106B900E-6D71-C142-4AB8-69D32263A47F}"/>
                </a:ext>
              </a:extLst>
            </p:cNvPr>
            <p:cNvSpPr>
              <a:spLocks/>
            </p:cNvSpPr>
            <p:nvPr/>
          </p:nvSpPr>
          <p:spPr bwMode="auto">
            <a:xfrm>
              <a:off x="6738407" y="4347133"/>
              <a:ext cx="111465" cy="82827"/>
            </a:xfrm>
            <a:custGeom>
              <a:avLst/>
              <a:gdLst>
                <a:gd name="T0" fmla="*/ 8 w 12"/>
                <a:gd name="T1" fmla="*/ 8 h 9"/>
                <a:gd name="T2" fmla="*/ 3 w 12"/>
                <a:gd name="T3" fmla="*/ 1 h 9"/>
                <a:gd name="T4" fmla="*/ 8 w 12"/>
                <a:gd name="T5" fmla="*/ 8 h 9"/>
              </a:gdLst>
              <a:ahLst/>
              <a:cxnLst>
                <a:cxn ang="0">
                  <a:pos x="T0" y="T1"/>
                </a:cxn>
                <a:cxn ang="0">
                  <a:pos x="T2" y="T3"/>
                </a:cxn>
                <a:cxn ang="0">
                  <a:pos x="T4" y="T5"/>
                </a:cxn>
              </a:cxnLst>
              <a:rect l="0" t="0" r="r" b="b"/>
              <a:pathLst>
                <a:path w="12" h="9">
                  <a:moveTo>
                    <a:pt x="8" y="8"/>
                  </a:moveTo>
                  <a:cubicBezTo>
                    <a:pt x="6" y="9"/>
                    <a:pt x="0" y="0"/>
                    <a:pt x="3" y="1"/>
                  </a:cubicBezTo>
                  <a:cubicBezTo>
                    <a:pt x="6" y="3"/>
                    <a:pt x="12" y="8"/>
                    <a:pt x="8" y="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45" name="Freeform 591">
              <a:extLst>
                <a:ext uri="{FF2B5EF4-FFF2-40B4-BE49-F238E27FC236}">
                  <a16:creationId xmlns:a16="http://schemas.microsoft.com/office/drawing/2014/main" id="{44C13A34-5AC3-DBE4-7330-57C470711396}"/>
                </a:ext>
              </a:extLst>
            </p:cNvPr>
            <p:cNvSpPr>
              <a:spLocks/>
            </p:cNvSpPr>
            <p:nvPr/>
          </p:nvSpPr>
          <p:spPr bwMode="auto">
            <a:xfrm>
              <a:off x="6916751" y="4337578"/>
              <a:ext cx="82803" cy="28669"/>
            </a:xfrm>
            <a:custGeom>
              <a:avLst/>
              <a:gdLst>
                <a:gd name="T0" fmla="*/ 2 w 9"/>
                <a:gd name="T1" fmla="*/ 1 h 3"/>
                <a:gd name="T2" fmla="*/ 8 w 9"/>
                <a:gd name="T3" fmla="*/ 2 h 3"/>
                <a:gd name="T4" fmla="*/ 2 w 9"/>
                <a:gd name="T5" fmla="*/ 1 h 3"/>
              </a:gdLst>
              <a:ahLst/>
              <a:cxnLst>
                <a:cxn ang="0">
                  <a:pos x="T0" y="T1"/>
                </a:cxn>
                <a:cxn ang="0">
                  <a:pos x="T2" y="T3"/>
                </a:cxn>
                <a:cxn ang="0">
                  <a:pos x="T4" y="T5"/>
                </a:cxn>
              </a:cxnLst>
              <a:rect l="0" t="0" r="r" b="b"/>
              <a:pathLst>
                <a:path w="9" h="3">
                  <a:moveTo>
                    <a:pt x="2" y="1"/>
                  </a:moveTo>
                  <a:cubicBezTo>
                    <a:pt x="5" y="0"/>
                    <a:pt x="9" y="2"/>
                    <a:pt x="8" y="2"/>
                  </a:cubicBezTo>
                  <a:cubicBezTo>
                    <a:pt x="3" y="3"/>
                    <a:pt x="0" y="2"/>
                    <a:pt x="2"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46" name="Freeform 592">
              <a:extLst>
                <a:ext uri="{FF2B5EF4-FFF2-40B4-BE49-F238E27FC236}">
                  <a16:creationId xmlns:a16="http://schemas.microsoft.com/office/drawing/2014/main" id="{764B332B-27A8-43AA-3F7E-F15EA77FB9E9}"/>
                </a:ext>
              </a:extLst>
            </p:cNvPr>
            <p:cNvSpPr>
              <a:spLocks/>
            </p:cNvSpPr>
            <p:nvPr/>
          </p:nvSpPr>
          <p:spPr bwMode="auto">
            <a:xfrm>
              <a:off x="6757513" y="4187857"/>
              <a:ext cx="334395" cy="178393"/>
            </a:xfrm>
            <a:custGeom>
              <a:avLst/>
              <a:gdLst>
                <a:gd name="T0" fmla="*/ 28 w 36"/>
                <a:gd name="T1" fmla="*/ 17 h 19"/>
                <a:gd name="T2" fmla="*/ 27 w 36"/>
                <a:gd name="T3" fmla="*/ 15 h 19"/>
                <a:gd name="T4" fmla="*/ 22 w 36"/>
                <a:gd name="T5" fmla="*/ 13 h 19"/>
                <a:gd name="T6" fmla="*/ 14 w 36"/>
                <a:gd name="T7" fmla="*/ 14 h 19"/>
                <a:gd name="T8" fmla="*/ 18 w 36"/>
                <a:gd name="T9" fmla="*/ 12 h 19"/>
                <a:gd name="T10" fmla="*/ 8 w 36"/>
                <a:gd name="T11" fmla="*/ 12 h 19"/>
                <a:gd name="T12" fmla="*/ 13 w 36"/>
                <a:gd name="T13" fmla="*/ 10 h 19"/>
                <a:gd name="T14" fmla="*/ 12 w 36"/>
                <a:gd name="T15" fmla="*/ 9 h 19"/>
                <a:gd name="T16" fmla="*/ 13 w 36"/>
                <a:gd name="T17" fmla="*/ 8 h 19"/>
                <a:gd name="T18" fmla="*/ 11 w 36"/>
                <a:gd name="T19" fmla="*/ 8 h 19"/>
                <a:gd name="T20" fmla="*/ 10 w 36"/>
                <a:gd name="T21" fmla="*/ 6 h 19"/>
                <a:gd name="T22" fmla="*/ 6 w 36"/>
                <a:gd name="T23" fmla="*/ 6 h 19"/>
                <a:gd name="T24" fmla="*/ 3 w 36"/>
                <a:gd name="T25" fmla="*/ 5 h 19"/>
                <a:gd name="T26" fmla="*/ 9 w 36"/>
                <a:gd name="T27" fmla="*/ 2 h 19"/>
                <a:gd name="T28" fmla="*/ 16 w 36"/>
                <a:gd name="T29" fmla="*/ 1 h 19"/>
                <a:gd name="T30" fmla="*/ 18 w 36"/>
                <a:gd name="T31" fmla="*/ 5 h 19"/>
                <a:gd name="T32" fmla="*/ 22 w 36"/>
                <a:gd name="T33" fmla="*/ 4 h 19"/>
                <a:gd name="T34" fmla="*/ 25 w 36"/>
                <a:gd name="T35" fmla="*/ 7 h 19"/>
                <a:gd name="T36" fmla="*/ 30 w 36"/>
                <a:gd name="T37" fmla="*/ 7 h 19"/>
                <a:gd name="T38" fmla="*/ 33 w 36"/>
                <a:gd name="T39" fmla="*/ 12 h 19"/>
                <a:gd name="T40" fmla="*/ 34 w 36"/>
                <a:gd name="T41" fmla="*/ 16 h 19"/>
                <a:gd name="T42" fmla="*/ 28 w 36"/>
                <a:gd name="T43" fmla="*/ 17 h 19"/>
                <a:gd name="T44" fmla="*/ 28 w 36"/>
                <a:gd name="T4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19">
                  <a:moveTo>
                    <a:pt x="28" y="17"/>
                  </a:moveTo>
                  <a:cubicBezTo>
                    <a:pt x="27" y="17"/>
                    <a:pt x="27" y="16"/>
                    <a:pt x="27" y="15"/>
                  </a:cubicBezTo>
                  <a:cubicBezTo>
                    <a:pt x="26" y="14"/>
                    <a:pt x="23" y="13"/>
                    <a:pt x="22" y="13"/>
                  </a:cubicBezTo>
                  <a:cubicBezTo>
                    <a:pt x="21" y="13"/>
                    <a:pt x="14" y="15"/>
                    <a:pt x="14" y="14"/>
                  </a:cubicBezTo>
                  <a:cubicBezTo>
                    <a:pt x="14" y="14"/>
                    <a:pt x="18" y="12"/>
                    <a:pt x="18" y="12"/>
                  </a:cubicBezTo>
                  <a:cubicBezTo>
                    <a:pt x="15" y="11"/>
                    <a:pt x="11" y="14"/>
                    <a:pt x="8" y="12"/>
                  </a:cubicBezTo>
                  <a:cubicBezTo>
                    <a:pt x="2" y="9"/>
                    <a:pt x="13" y="10"/>
                    <a:pt x="13" y="10"/>
                  </a:cubicBezTo>
                  <a:cubicBezTo>
                    <a:pt x="13" y="10"/>
                    <a:pt x="12" y="9"/>
                    <a:pt x="12" y="9"/>
                  </a:cubicBezTo>
                  <a:cubicBezTo>
                    <a:pt x="12" y="9"/>
                    <a:pt x="13" y="8"/>
                    <a:pt x="13" y="8"/>
                  </a:cubicBezTo>
                  <a:cubicBezTo>
                    <a:pt x="14" y="7"/>
                    <a:pt x="11" y="8"/>
                    <a:pt x="11" y="8"/>
                  </a:cubicBezTo>
                  <a:cubicBezTo>
                    <a:pt x="10" y="7"/>
                    <a:pt x="12" y="6"/>
                    <a:pt x="10" y="6"/>
                  </a:cubicBezTo>
                  <a:cubicBezTo>
                    <a:pt x="9" y="6"/>
                    <a:pt x="7" y="7"/>
                    <a:pt x="6" y="6"/>
                  </a:cubicBezTo>
                  <a:cubicBezTo>
                    <a:pt x="6" y="5"/>
                    <a:pt x="4" y="6"/>
                    <a:pt x="3" y="5"/>
                  </a:cubicBezTo>
                  <a:cubicBezTo>
                    <a:pt x="0" y="0"/>
                    <a:pt x="7" y="2"/>
                    <a:pt x="9" y="2"/>
                  </a:cubicBezTo>
                  <a:cubicBezTo>
                    <a:pt x="11" y="1"/>
                    <a:pt x="14" y="0"/>
                    <a:pt x="16" y="1"/>
                  </a:cubicBezTo>
                  <a:cubicBezTo>
                    <a:pt x="19" y="2"/>
                    <a:pt x="14" y="7"/>
                    <a:pt x="18" y="5"/>
                  </a:cubicBezTo>
                  <a:cubicBezTo>
                    <a:pt x="19" y="5"/>
                    <a:pt x="21" y="3"/>
                    <a:pt x="22" y="4"/>
                  </a:cubicBezTo>
                  <a:cubicBezTo>
                    <a:pt x="23" y="5"/>
                    <a:pt x="24" y="7"/>
                    <a:pt x="25" y="7"/>
                  </a:cubicBezTo>
                  <a:cubicBezTo>
                    <a:pt x="26" y="7"/>
                    <a:pt x="29" y="6"/>
                    <a:pt x="30" y="7"/>
                  </a:cubicBezTo>
                  <a:cubicBezTo>
                    <a:pt x="32" y="8"/>
                    <a:pt x="32" y="11"/>
                    <a:pt x="33" y="12"/>
                  </a:cubicBezTo>
                  <a:cubicBezTo>
                    <a:pt x="34" y="14"/>
                    <a:pt x="36" y="15"/>
                    <a:pt x="34" y="16"/>
                  </a:cubicBezTo>
                  <a:cubicBezTo>
                    <a:pt x="33" y="18"/>
                    <a:pt x="30" y="18"/>
                    <a:pt x="28" y="17"/>
                  </a:cubicBezTo>
                  <a:cubicBezTo>
                    <a:pt x="27" y="16"/>
                    <a:pt x="31" y="19"/>
                    <a:pt x="28" y="1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47" name="Freeform 593">
              <a:extLst>
                <a:ext uri="{FF2B5EF4-FFF2-40B4-BE49-F238E27FC236}">
                  <a16:creationId xmlns:a16="http://schemas.microsoft.com/office/drawing/2014/main" id="{BA0FF8FD-92F0-7000-9D06-5C8F12615E1E}"/>
                </a:ext>
              </a:extLst>
            </p:cNvPr>
            <p:cNvSpPr>
              <a:spLocks/>
            </p:cNvSpPr>
            <p:nvPr/>
          </p:nvSpPr>
          <p:spPr bwMode="auto">
            <a:xfrm>
              <a:off x="7018660" y="4101847"/>
              <a:ext cx="101909" cy="47785"/>
            </a:xfrm>
            <a:custGeom>
              <a:avLst/>
              <a:gdLst>
                <a:gd name="T0" fmla="*/ 8 w 11"/>
                <a:gd name="T1" fmla="*/ 5 h 5"/>
                <a:gd name="T2" fmla="*/ 4 w 11"/>
                <a:gd name="T3" fmla="*/ 4 h 5"/>
                <a:gd name="T4" fmla="*/ 2 w 11"/>
                <a:gd name="T5" fmla="*/ 3 h 5"/>
                <a:gd name="T6" fmla="*/ 7 w 11"/>
                <a:gd name="T7" fmla="*/ 2 h 5"/>
                <a:gd name="T8" fmla="*/ 8 w 11"/>
                <a:gd name="T9" fmla="*/ 5 h 5"/>
              </a:gdLst>
              <a:ahLst/>
              <a:cxnLst>
                <a:cxn ang="0">
                  <a:pos x="T0" y="T1"/>
                </a:cxn>
                <a:cxn ang="0">
                  <a:pos x="T2" y="T3"/>
                </a:cxn>
                <a:cxn ang="0">
                  <a:pos x="T4" y="T5"/>
                </a:cxn>
                <a:cxn ang="0">
                  <a:pos x="T6" y="T7"/>
                </a:cxn>
                <a:cxn ang="0">
                  <a:pos x="T8" y="T9"/>
                </a:cxn>
              </a:cxnLst>
              <a:rect l="0" t="0" r="r" b="b"/>
              <a:pathLst>
                <a:path w="11" h="5">
                  <a:moveTo>
                    <a:pt x="8" y="5"/>
                  </a:moveTo>
                  <a:cubicBezTo>
                    <a:pt x="6" y="5"/>
                    <a:pt x="6" y="4"/>
                    <a:pt x="4" y="4"/>
                  </a:cubicBezTo>
                  <a:cubicBezTo>
                    <a:pt x="4" y="4"/>
                    <a:pt x="0" y="4"/>
                    <a:pt x="2" y="3"/>
                  </a:cubicBezTo>
                  <a:cubicBezTo>
                    <a:pt x="3" y="1"/>
                    <a:pt x="6" y="0"/>
                    <a:pt x="7" y="2"/>
                  </a:cubicBezTo>
                  <a:cubicBezTo>
                    <a:pt x="9" y="3"/>
                    <a:pt x="11" y="5"/>
                    <a:pt x="8"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48" name="Freeform 594">
              <a:extLst>
                <a:ext uri="{FF2B5EF4-FFF2-40B4-BE49-F238E27FC236}">
                  <a16:creationId xmlns:a16="http://schemas.microsoft.com/office/drawing/2014/main" id="{9C9A1C4A-7A6C-2E96-5A1E-27C45BFF0AB7}"/>
                </a:ext>
              </a:extLst>
            </p:cNvPr>
            <p:cNvSpPr>
              <a:spLocks/>
            </p:cNvSpPr>
            <p:nvPr/>
          </p:nvSpPr>
          <p:spPr bwMode="auto">
            <a:xfrm>
              <a:off x="7101463" y="4251568"/>
              <a:ext cx="187897" cy="105124"/>
            </a:xfrm>
            <a:custGeom>
              <a:avLst/>
              <a:gdLst>
                <a:gd name="T0" fmla="*/ 8 w 20"/>
                <a:gd name="T1" fmla="*/ 7 h 11"/>
                <a:gd name="T2" fmla="*/ 3 w 20"/>
                <a:gd name="T3" fmla="*/ 5 h 11"/>
                <a:gd name="T4" fmla="*/ 4 w 20"/>
                <a:gd name="T5" fmla="*/ 3 h 11"/>
                <a:gd name="T6" fmla="*/ 1 w 20"/>
                <a:gd name="T7" fmla="*/ 1 h 11"/>
                <a:gd name="T8" fmla="*/ 6 w 20"/>
                <a:gd name="T9" fmla="*/ 1 h 11"/>
                <a:gd name="T10" fmla="*/ 12 w 20"/>
                <a:gd name="T11" fmla="*/ 3 h 11"/>
                <a:gd name="T12" fmla="*/ 16 w 20"/>
                <a:gd name="T13" fmla="*/ 3 h 11"/>
                <a:gd name="T14" fmla="*/ 19 w 20"/>
                <a:gd name="T15" fmla="*/ 4 h 11"/>
                <a:gd name="T16" fmla="*/ 18 w 20"/>
                <a:gd name="T17" fmla="*/ 8 h 11"/>
                <a:gd name="T18" fmla="*/ 15 w 20"/>
                <a:gd name="T19" fmla="*/ 10 h 11"/>
                <a:gd name="T20" fmla="*/ 9 w 20"/>
                <a:gd name="T21" fmla="*/ 11 h 11"/>
                <a:gd name="T22" fmla="*/ 4 w 20"/>
                <a:gd name="T23" fmla="*/ 8 h 11"/>
                <a:gd name="T24" fmla="*/ 8 w 20"/>
                <a:gd name="T25" fmla="*/ 7 h 11"/>
                <a:gd name="T26" fmla="*/ 8 w 20"/>
                <a:gd name="T2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1">
                  <a:moveTo>
                    <a:pt x="8" y="7"/>
                  </a:moveTo>
                  <a:cubicBezTo>
                    <a:pt x="6" y="7"/>
                    <a:pt x="4" y="6"/>
                    <a:pt x="3" y="5"/>
                  </a:cubicBezTo>
                  <a:cubicBezTo>
                    <a:pt x="0" y="4"/>
                    <a:pt x="4" y="3"/>
                    <a:pt x="4" y="3"/>
                  </a:cubicBezTo>
                  <a:cubicBezTo>
                    <a:pt x="4" y="2"/>
                    <a:pt x="2" y="1"/>
                    <a:pt x="1" y="1"/>
                  </a:cubicBezTo>
                  <a:cubicBezTo>
                    <a:pt x="1" y="0"/>
                    <a:pt x="6" y="1"/>
                    <a:pt x="6" y="1"/>
                  </a:cubicBezTo>
                  <a:cubicBezTo>
                    <a:pt x="8" y="1"/>
                    <a:pt x="10" y="2"/>
                    <a:pt x="12" y="3"/>
                  </a:cubicBezTo>
                  <a:cubicBezTo>
                    <a:pt x="14" y="3"/>
                    <a:pt x="15" y="3"/>
                    <a:pt x="16" y="3"/>
                  </a:cubicBezTo>
                  <a:cubicBezTo>
                    <a:pt x="17" y="3"/>
                    <a:pt x="20" y="4"/>
                    <a:pt x="19" y="4"/>
                  </a:cubicBezTo>
                  <a:cubicBezTo>
                    <a:pt x="17" y="6"/>
                    <a:pt x="16" y="5"/>
                    <a:pt x="18" y="8"/>
                  </a:cubicBezTo>
                  <a:cubicBezTo>
                    <a:pt x="19" y="9"/>
                    <a:pt x="16" y="9"/>
                    <a:pt x="15" y="10"/>
                  </a:cubicBezTo>
                  <a:cubicBezTo>
                    <a:pt x="13" y="10"/>
                    <a:pt x="11" y="11"/>
                    <a:pt x="9" y="11"/>
                  </a:cubicBezTo>
                  <a:cubicBezTo>
                    <a:pt x="8" y="10"/>
                    <a:pt x="4" y="9"/>
                    <a:pt x="4" y="8"/>
                  </a:cubicBezTo>
                  <a:cubicBezTo>
                    <a:pt x="4" y="8"/>
                    <a:pt x="10" y="7"/>
                    <a:pt x="8" y="7"/>
                  </a:cubicBezTo>
                  <a:cubicBezTo>
                    <a:pt x="5" y="6"/>
                    <a:pt x="10" y="7"/>
                    <a:pt x="8" y="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49" name="Freeform 595">
              <a:extLst>
                <a:ext uri="{FF2B5EF4-FFF2-40B4-BE49-F238E27FC236}">
                  <a16:creationId xmlns:a16="http://schemas.microsoft.com/office/drawing/2014/main" id="{338288B1-6E54-4EF3-F888-0232B7EFCAD2}"/>
                </a:ext>
              </a:extLst>
            </p:cNvPr>
            <p:cNvSpPr>
              <a:spLocks/>
            </p:cNvSpPr>
            <p:nvPr/>
          </p:nvSpPr>
          <p:spPr bwMode="auto">
            <a:xfrm>
              <a:off x="7206560" y="4347133"/>
              <a:ext cx="165604" cy="47785"/>
            </a:xfrm>
            <a:custGeom>
              <a:avLst/>
              <a:gdLst>
                <a:gd name="T0" fmla="*/ 14 w 18"/>
                <a:gd name="T1" fmla="*/ 5 h 5"/>
                <a:gd name="T2" fmla="*/ 16 w 18"/>
                <a:gd name="T3" fmla="*/ 2 h 5"/>
                <a:gd name="T4" fmla="*/ 13 w 18"/>
                <a:gd name="T5" fmla="*/ 1 h 5"/>
                <a:gd name="T6" fmla="*/ 3 w 18"/>
                <a:gd name="T7" fmla="*/ 1 h 5"/>
                <a:gd name="T8" fmla="*/ 4 w 18"/>
                <a:gd name="T9" fmla="*/ 4 h 5"/>
                <a:gd name="T10" fmla="*/ 14 w 18"/>
                <a:gd name="T11" fmla="*/ 5 h 5"/>
                <a:gd name="T12" fmla="*/ 14 w 1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8" h="5">
                  <a:moveTo>
                    <a:pt x="14" y="5"/>
                  </a:moveTo>
                  <a:cubicBezTo>
                    <a:pt x="14" y="4"/>
                    <a:pt x="18" y="2"/>
                    <a:pt x="16" y="2"/>
                  </a:cubicBezTo>
                  <a:cubicBezTo>
                    <a:pt x="15" y="1"/>
                    <a:pt x="14" y="1"/>
                    <a:pt x="13" y="1"/>
                  </a:cubicBezTo>
                  <a:cubicBezTo>
                    <a:pt x="10" y="1"/>
                    <a:pt x="6" y="0"/>
                    <a:pt x="3" y="1"/>
                  </a:cubicBezTo>
                  <a:cubicBezTo>
                    <a:pt x="0" y="1"/>
                    <a:pt x="1" y="4"/>
                    <a:pt x="4" y="4"/>
                  </a:cubicBezTo>
                  <a:cubicBezTo>
                    <a:pt x="7" y="4"/>
                    <a:pt x="11" y="5"/>
                    <a:pt x="14" y="5"/>
                  </a:cubicBezTo>
                  <a:cubicBezTo>
                    <a:pt x="16" y="4"/>
                    <a:pt x="12" y="5"/>
                    <a:pt x="14"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50" name="Freeform 596">
              <a:extLst>
                <a:ext uri="{FF2B5EF4-FFF2-40B4-BE49-F238E27FC236}">
                  <a16:creationId xmlns:a16="http://schemas.microsoft.com/office/drawing/2014/main" id="{52AF9364-13A6-0939-590E-72993AC13773}"/>
                </a:ext>
              </a:extLst>
            </p:cNvPr>
            <p:cNvSpPr>
              <a:spLocks/>
            </p:cNvSpPr>
            <p:nvPr/>
          </p:nvSpPr>
          <p:spPr bwMode="auto">
            <a:xfrm>
              <a:off x="7197007" y="4560566"/>
              <a:ext cx="156051" cy="105124"/>
            </a:xfrm>
            <a:custGeom>
              <a:avLst/>
              <a:gdLst>
                <a:gd name="T0" fmla="*/ 7 w 17"/>
                <a:gd name="T1" fmla="*/ 1 h 11"/>
                <a:gd name="T2" fmla="*/ 1 w 17"/>
                <a:gd name="T3" fmla="*/ 6 h 11"/>
                <a:gd name="T4" fmla="*/ 10 w 17"/>
                <a:gd name="T5" fmla="*/ 10 h 11"/>
                <a:gd name="T6" fmla="*/ 15 w 17"/>
                <a:gd name="T7" fmla="*/ 10 h 11"/>
                <a:gd name="T8" fmla="*/ 15 w 17"/>
                <a:gd name="T9" fmla="*/ 8 h 11"/>
                <a:gd name="T10" fmla="*/ 16 w 17"/>
                <a:gd name="T11" fmla="*/ 6 h 11"/>
                <a:gd name="T12" fmla="*/ 7 w 17"/>
                <a:gd name="T13" fmla="*/ 1 h 11"/>
                <a:gd name="T14" fmla="*/ 7 w 17"/>
                <a:gd name="T15" fmla="*/ 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7" y="1"/>
                  </a:moveTo>
                  <a:cubicBezTo>
                    <a:pt x="5" y="0"/>
                    <a:pt x="2" y="4"/>
                    <a:pt x="1" y="6"/>
                  </a:cubicBezTo>
                  <a:cubicBezTo>
                    <a:pt x="0" y="8"/>
                    <a:pt x="8" y="10"/>
                    <a:pt x="10" y="10"/>
                  </a:cubicBezTo>
                  <a:cubicBezTo>
                    <a:pt x="11" y="11"/>
                    <a:pt x="14" y="11"/>
                    <a:pt x="15" y="10"/>
                  </a:cubicBezTo>
                  <a:cubicBezTo>
                    <a:pt x="16" y="10"/>
                    <a:pt x="15" y="9"/>
                    <a:pt x="15" y="8"/>
                  </a:cubicBezTo>
                  <a:cubicBezTo>
                    <a:pt x="15" y="7"/>
                    <a:pt x="15" y="6"/>
                    <a:pt x="16" y="6"/>
                  </a:cubicBezTo>
                  <a:cubicBezTo>
                    <a:pt x="17" y="4"/>
                    <a:pt x="9" y="1"/>
                    <a:pt x="7" y="1"/>
                  </a:cubicBezTo>
                  <a:cubicBezTo>
                    <a:pt x="5" y="0"/>
                    <a:pt x="8" y="1"/>
                    <a:pt x="7"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51" name="Freeform 597">
              <a:extLst>
                <a:ext uri="{FF2B5EF4-FFF2-40B4-BE49-F238E27FC236}">
                  <a16:creationId xmlns:a16="http://schemas.microsoft.com/office/drawing/2014/main" id="{2E5A7277-4B6E-16AA-D17B-A7CDE628FD61}"/>
                </a:ext>
              </a:extLst>
            </p:cNvPr>
            <p:cNvSpPr>
              <a:spLocks/>
            </p:cNvSpPr>
            <p:nvPr/>
          </p:nvSpPr>
          <p:spPr bwMode="auto">
            <a:xfrm>
              <a:off x="7270254" y="4535082"/>
              <a:ext cx="38217" cy="25484"/>
            </a:xfrm>
            <a:custGeom>
              <a:avLst/>
              <a:gdLst>
                <a:gd name="T0" fmla="*/ 3 w 4"/>
                <a:gd name="T1" fmla="*/ 2 h 3"/>
                <a:gd name="T2" fmla="*/ 1 w 4"/>
                <a:gd name="T3" fmla="*/ 1 h 3"/>
                <a:gd name="T4" fmla="*/ 3 w 4"/>
                <a:gd name="T5" fmla="*/ 2 h 3"/>
              </a:gdLst>
              <a:ahLst/>
              <a:cxnLst>
                <a:cxn ang="0">
                  <a:pos x="T0" y="T1"/>
                </a:cxn>
                <a:cxn ang="0">
                  <a:pos x="T2" y="T3"/>
                </a:cxn>
                <a:cxn ang="0">
                  <a:pos x="T4" y="T5"/>
                </a:cxn>
              </a:cxnLst>
              <a:rect l="0" t="0" r="r" b="b"/>
              <a:pathLst>
                <a:path w="4" h="3">
                  <a:moveTo>
                    <a:pt x="3" y="2"/>
                  </a:moveTo>
                  <a:cubicBezTo>
                    <a:pt x="1" y="3"/>
                    <a:pt x="0" y="1"/>
                    <a:pt x="1" y="1"/>
                  </a:cubicBezTo>
                  <a:cubicBezTo>
                    <a:pt x="2" y="0"/>
                    <a:pt x="4" y="2"/>
                    <a:pt x="3"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52" name="Freeform 598">
              <a:extLst>
                <a:ext uri="{FF2B5EF4-FFF2-40B4-BE49-F238E27FC236}">
                  <a16:creationId xmlns:a16="http://schemas.microsoft.com/office/drawing/2014/main" id="{AB2FB08F-54BC-75F0-EACC-8DFFE8E5A073}"/>
                </a:ext>
              </a:extLst>
            </p:cNvPr>
            <p:cNvSpPr>
              <a:spLocks/>
            </p:cNvSpPr>
            <p:nvPr/>
          </p:nvSpPr>
          <p:spPr bwMode="auto">
            <a:xfrm>
              <a:off x="7439043" y="4366247"/>
              <a:ext cx="82803" cy="54153"/>
            </a:xfrm>
            <a:custGeom>
              <a:avLst/>
              <a:gdLst>
                <a:gd name="T0" fmla="*/ 1 w 9"/>
                <a:gd name="T1" fmla="*/ 5 h 6"/>
                <a:gd name="T2" fmla="*/ 1 w 9"/>
                <a:gd name="T3" fmla="*/ 1 h 6"/>
                <a:gd name="T4" fmla="*/ 5 w 9"/>
                <a:gd name="T5" fmla="*/ 1 h 6"/>
                <a:gd name="T6" fmla="*/ 9 w 9"/>
                <a:gd name="T7" fmla="*/ 3 h 6"/>
                <a:gd name="T8" fmla="*/ 5 w 9"/>
                <a:gd name="T9" fmla="*/ 5 h 6"/>
                <a:gd name="T10" fmla="*/ 1 w 9"/>
                <a:gd name="T11" fmla="*/ 5 h 6"/>
                <a:gd name="T12" fmla="*/ 1 w 9"/>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1" y="5"/>
                  </a:moveTo>
                  <a:cubicBezTo>
                    <a:pt x="1" y="5"/>
                    <a:pt x="2" y="2"/>
                    <a:pt x="1" y="1"/>
                  </a:cubicBezTo>
                  <a:cubicBezTo>
                    <a:pt x="1" y="0"/>
                    <a:pt x="4" y="1"/>
                    <a:pt x="5" y="1"/>
                  </a:cubicBezTo>
                  <a:cubicBezTo>
                    <a:pt x="6" y="1"/>
                    <a:pt x="9" y="2"/>
                    <a:pt x="9" y="3"/>
                  </a:cubicBezTo>
                  <a:cubicBezTo>
                    <a:pt x="8" y="4"/>
                    <a:pt x="6" y="5"/>
                    <a:pt x="5" y="5"/>
                  </a:cubicBezTo>
                  <a:cubicBezTo>
                    <a:pt x="3" y="6"/>
                    <a:pt x="3" y="6"/>
                    <a:pt x="1" y="5"/>
                  </a:cubicBezTo>
                  <a:cubicBezTo>
                    <a:pt x="0" y="4"/>
                    <a:pt x="2" y="6"/>
                    <a:pt x="1"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53" name="Freeform 599">
              <a:extLst>
                <a:ext uri="{FF2B5EF4-FFF2-40B4-BE49-F238E27FC236}">
                  <a16:creationId xmlns:a16="http://schemas.microsoft.com/office/drawing/2014/main" id="{3E17AF68-7D6E-52DA-CCD2-69BB9BFA24EB}"/>
                </a:ext>
              </a:extLst>
            </p:cNvPr>
            <p:cNvSpPr>
              <a:spLocks/>
            </p:cNvSpPr>
            <p:nvPr/>
          </p:nvSpPr>
          <p:spPr bwMode="auto">
            <a:xfrm>
              <a:off x="7483629" y="4449069"/>
              <a:ext cx="28662" cy="38227"/>
            </a:xfrm>
            <a:custGeom>
              <a:avLst/>
              <a:gdLst>
                <a:gd name="T0" fmla="*/ 2 w 3"/>
                <a:gd name="T1" fmla="*/ 1 h 4"/>
                <a:gd name="T2" fmla="*/ 1 w 3"/>
                <a:gd name="T3" fmla="*/ 3 h 4"/>
                <a:gd name="T4" fmla="*/ 2 w 3"/>
                <a:gd name="T5" fmla="*/ 1 h 4"/>
              </a:gdLst>
              <a:ahLst/>
              <a:cxnLst>
                <a:cxn ang="0">
                  <a:pos x="T0" y="T1"/>
                </a:cxn>
                <a:cxn ang="0">
                  <a:pos x="T2" y="T3"/>
                </a:cxn>
                <a:cxn ang="0">
                  <a:pos x="T4" y="T5"/>
                </a:cxn>
              </a:cxnLst>
              <a:rect l="0" t="0" r="r" b="b"/>
              <a:pathLst>
                <a:path w="3" h="4">
                  <a:moveTo>
                    <a:pt x="2" y="1"/>
                  </a:moveTo>
                  <a:cubicBezTo>
                    <a:pt x="0" y="0"/>
                    <a:pt x="0" y="3"/>
                    <a:pt x="1" y="3"/>
                  </a:cubicBezTo>
                  <a:cubicBezTo>
                    <a:pt x="2" y="4"/>
                    <a:pt x="3" y="2"/>
                    <a:pt x="2"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54" name="Freeform 600">
              <a:extLst>
                <a:ext uri="{FF2B5EF4-FFF2-40B4-BE49-F238E27FC236}">
                  <a16:creationId xmlns:a16="http://schemas.microsoft.com/office/drawing/2014/main" id="{F4B03F56-2603-0771-9CD7-2A0C7276FDBE}"/>
                </a:ext>
              </a:extLst>
            </p:cNvPr>
            <p:cNvSpPr>
              <a:spLocks/>
            </p:cNvSpPr>
            <p:nvPr/>
          </p:nvSpPr>
          <p:spPr bwMode="auto">
            <a:xfrm>
              <a:off x="7177896" y="4420403"/>
              <a:ext cx="831212" cy="254845"/>
            </a:xfrm>
            <a:custGeom>
              <a:avLst/>
              <a:gdLst>
                <a:gd name="T0" fmla="*/ 17 w 89"/>
                <a:gd name="T1" fmla="*/ 7 h 27"/>
                <a:gd name="T2" fmla="*/ 19 w 89"/>
                <a:gd name="T3" fmla="*/ 4 h 27"/>
                <a:gd name="T4" fmla="*/ 15 w 89"/>
                <a:gd name="T5" fmla="*/ 2 h 27"/>
                <a:gd name="T6" fmla="*/ 12 w 89"/>
                <a:gd name="T7" fmla="*/ 2 h 27"/>
                <a:gd name="T8" fmla="*/ 4 w 89"/>
                <a:gd name="T9" fmla="*/ 1 h 27"/>
                <a:gd name="T10" fmla="*/ 4 w 89"/>
                <a:gd name="T11" fmla="*/ 3 h 27"/>
                <a:gd name="T12" fmla="*/ 0 w 89"/>
                <a:gd name="T13" fmla="*/ 4 h 27"/>
                <a:gd name="T14" fmla="*/ 5 w 89"/>
                <a:gd name="T15" fmla="*/ 5 h 27"/>
                <a:gd name="T16" fmla="*/ 7 w 89"/>
                <a:gd name="T17" fmla="*/ 6 h 27"/>
                <a:gd name="T18" fmla="*/ 6 w 89"/>
                <a:gd name="T19" fmla="*/ 7 h 27"/>
                <a:gd name="T20" fmla="*/ 24 w 89"/>
                <a:gd name="T21" fmla="*/ 13 h 27"/>
                <a:gd name="T22" fmla="*/ 25 w 89"/>
                <a:gd name="T23" fmla="*/ 16 h 27"/>
                <a:gd name="T24" fmla="*/ 24 w 89"/>
                <a:gd name="T25" fmla="*/ 21 h 27"/>
                <a:gd name="T26" fmla="*/ 27 w 89"/>
                <a:gd name="T27" fmla="*/ 25 h 27"/>
                <a:gd name="T28" fmla="*/ 30 w 89"/>
                <a:gd name="T29" fmla="*/ 24 h 27"/>
                <a:gd name="T30" fmla="*/ 33 w 89"/>
                <a:gd name="T31" fmla="*/ 26 h 27"/>
                <a:gd name="T32" fmla="*/ 38 w 89"/>
                <a:gd name="T33" fmla="*/ 26 h 27"/>
                <a:gd name="T34" fmla="*/ 42 w 89"/>
                <a:gd name="T35" fmla="*/ 23 h 27"/>
                <a:gd name="T36" fmla="*/ 45 w 89"/>
                <a:gd name="T37" fmla="*/ 26 h 27"/>
                <a:gd name="T38" fmla="*/ 52 w 89"/>
                <a:gd name="T39" fmla="*/ 27 h 27"/>
                <a:gd name="T40" fmla="*/ 62 w 89"/>
                <a:gd name="T41" fmla="*/ 27 h 27"/>
                <a:gd name="T42" fmla="*/ 65 w 89"/>
                <a:gd name="T43" fmla="*/ 27 h 27"/>
                <a:gd name="T44" fmla="*/ 67 w 89"/>
                <a:gd name="T45" fmla="*/ 24 h 27"/>
                <a:gd name="T46" fmla="*/ 70 w 89"/>
                <a:gd name="T47" fmla="*/ 25 h 27"/>
                <a:gd name="T48" fmla="*/ 76 w 89"/>
                <a:gd name="T49" fmla="*/ 27 h 27"/>
                <a:gd name="T50" fmla="*/ 82 w 89"/>
                <a:gd name="T51" fmla="*/ 26 h 27"/>
                <a:gd name="T52" fmla="*/ 85 w 89"/>
                <a:gd name="T53" fmla="*/ 24 h 27"/>
                <a:gd name="T54" fmla="*/ 85 w 89"/>
                <a:gd name="T55" fmla="*/ 22 h 27"/>
                <a:gd name="T56" fmla="*/ 82 w 89"/>
                <a:gd name="T57" fmla="*/ 22 h 27"/>
                <a:gd name="T58" fmla="*/ 85 w 89"/>
                <a:gd name="T59" fmla="*/ 17 h 27"/>
                <a:gd name="T60" fmla="*/ 80 w 89"/>
                <a:gd name="T61" fmla="*/ 16 h 27"/>
                <a:gd name="T62" fmla="*/ 78 w 89"/>
                <a:gd name="T63" fmla="*/ 14 h 27"/>
                <a:gd name="T64" fmla="*/ 70 w 89"/>
                <a:gd name="T65" fmla="*/ 14 h 27"/>
                <a:gd name="T66" fmla="*/ 65 w 89"/>
                <a:gd name="T67" fmla="*/ 14 h 27"/>
                <a:gd name="T68" fmla="*/ 55 w 89"/>
                <a:gd name="T69" fmla="*/ 17 h 27"/>
                <a:gd name="T70" fmla="*/ 56 w 89"/>
                <a:gd name="T71" fmla="*/ 18 h 27"/>
                <a:gd name="T72" fmla="*/ 52 w 89"/>
                <a:gd name="T73" fmla="*/ 18 h 27"/>
                <a:gd name="T74" fmla="*/ 49 w 89"/>
                <a:gd name="T75" fmla="*/ 16 h 27"/>
                <a:gd name="T76" fmla="*/ 46 w 89"/>
                <a:gd name="T77" fmla="*/ 17 h 27"/>
                <a:gd name="T78" fmla="*/ 42 w 89"/>
                <a:gd name="T79" fmla="*/ 16 h 27"/>
                <a:gd name="T80" fmla="*/ 41 w 89"/>
                <a:gd name="T81" fmla="*/ 18 h 27"/>
                <a:gd name="T82" fmla="*/ 38 w 89"/>
                <a:gd name="T83" fmla="*/ 16 h 27"/>
                <a:gd name="T84" fmla="*/ 39 w 89"/>
                <a:gd name="T85" fmla="*/ 14 h 27"/>
                <a:gd name="T86" fmla="*/ 34 w 89"/>
                <a:gd name="T87" fmla="*/ 12 h 27"/>
                <a:gd name="T88" fmla="*/ 30 w 89"/>
                <a:gd name="T89" fmla="*/ 13 h 27"/>
                <a:gd name="T90" fmla="*/ 32 w 89"/>
                <a:gd name="T91" fmla="*/ 12 h 27"/>
                <a:gd name="T92" fmla="*/ 28 w 89"/>
                <a:gd name="T93" fmla="*/ 9 h 27"/>
                <a:gd name="T94" fmla="*/ 38 w 89"/>
                <a:gd name="T95" fmla="*/ 10 h 27"/>
                <a:gd name="T96" fmla="*/ 33 w 89"/>
                <a:gd name="T97" fmla="*/ 7 h 27"/>
                <a:gd name="T98" fmla="*/ 28 w 89"/>
                <a:gd name="T99" fmla="*/ 7 h 27"/>
                <a:gd name="T100" fmla="*/ 32 w 89"/>
                <a:gd name="T101" fmla="*/ 6 h 27"/>
                <a:gd name="T102" fmla="*/ 27 w 89"/>
                <a:gd name="T103" fmla="*/ 5 h 27"/>
                <a:gd name="T104" fmla="*/ 17 w 89"/>
                <a:gd name="T105" fmla="*/ 7 h 27"/>
                <a:gd name="T106" fmla="*/ 17 w 89"/>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 h="27">
                  <a:moveTo>
                    <a:pt x="17" y="7"/>
                  </a:moveTo>
                  <a:cubicBezTo>
                    <a:pt x="18" y="7"/>
                    <a:pt x="20" y="5"/>
                    <a:pt x="19" y="4"/>
                  </a:cubicBezTo>
                  <a:cubicBezTo>
                    <a:pt x="18" y="3"/>
                    <a:pt x="16" y="2"/>
                    <a:pt x="15" y="2"/>
                  </a:cubicBezTo>
                  <a:cubicBezTo>
                    <a:pt x="14" y="2"/>
                    <a:pt x="13" y="2"/>
                    <a:pt x="12" y="2"/>
                  </a:cubicBezTo>
                  <a:cubicBezTo>
                    <a:pt x="9" y="1"/>
                    <a:pt x="7" y="0"/>
                    <a:pt x="4" y="1"/>
                  </a:cubicBezTo>
                  <a:cubicBezTo>
                    <a:pt x="0" y="2"/>
                    <a:pt x="3" y="2"/>
                    <a:pt x="4" y="3"/>
                  </a:cubicBezTo>
                  <a:cubicBezTo>
                    <a:pt x="4" y="3"/>
                    <a:pt x="0" y="3"/>
                    <a:pt x="0" y="4"/>
                  </a:cubicBezTo>
                  <a:cubicBezTo>
                    <a:pt x="0" y="5"/>
                    <a:pt x="4" y="5"/>
                    <a:pt x="5" y="5"/>
                  </a:cubicBezTo>
                  <a:cubicBezTo>
                    <a:pt x="5" y="6"/>
                    <a:pt x="7" y="6"/>
                    <a:pt x="7" y="6"/>
                  </a:cubicBezTo>
                  <a:cubicBezTo>
                    <a:pt x="7" y="7"/>
                    <a:pt x="6" y="7"/>
                    <a:pt x="6" y="7"/>
                  </a:cubicBezTo>
                  <a:cubicBezTo>
                    <a:pt x="12" y="11"/>
                    <a:pt x="21" y="5"/>
                    <a:pt x="24" y="13"/>
                  </a:cubicBezTo>
                  <a:cubicBezTo>
                    <a:pt x="24" y="14"/>
                    <a:pt x="26" y="15"/>
                    <a:pt x="25" y="16"/>
                  </a:cubicBezTo>
                  <a:cubicBezTo>
                    <a:pt x="24" y="18"/>
                    <a:pt x="23" y="19"/>
                    <a:pt x="24" y="21"/>
                  </a:cubicBezTo>
                  <a:cubicBezTo>
                    <a:pt x="24" y="21"/>
                    <a:pt x="26" y="25"/>
                    <a:pt x="27" y="25"/>
                  </a:cubicBezTo>
                  <a:cubicBezTo>
                    <a:pt x="28" y="26"/>
                    <a:pt x="30" y="23"/>
                    <a:pt x="30" y="24"/>
                  </a:cubicBezTo>
                  <a:cubicBezTo>
                    <a:pt x="31" y="24"/>
                    <a:pt x="32" y="26"/>
                    <a:pt x="33" y="26"/>
                  </a:cubicBezTo>
                  <a:cubicBezTo>
                    <a:pt x="35" y="27"/>
                    <a:pt x="37" y="26"/>
                    <a:pt x="38" y="26"/>
                  </a:cubicBezTo>
                  <a:cubicBezTo>
                    <a:pt x="39" y="25"/>
                    <a:pt x="41" y="23"/>
                    <a:pt x="42" y="23"/>
                  </a:cubicBezTo>
                  <a:cubicBezTo>
                    <a:pt x="42" y="23"/>
                    <a:pt x="44" y="26"/>
                    <a:pt x="45" y="26"/>
                  </a:cubicBezTo>
                  <a:cubicBezTo>
                    <a:pt x="47" y="27"/>
                    <a:pt x="50" y="27"/>
                    <a:pt x="52" y="27"/>
                  </a:cubicBezTo>
                  <a:cubicBezTo>
                    <a:pt x="56" y="27"/>
                    <a:pt x="59" y="27"/>
                    <a:pt x="62" y="27"/>
                  </a:cubicBezTo>
                  <a:cubicBezTo>
                    <a:pt x="63" y="27"/>
                    <a:pt x="64" y="27"/>
                    <a:pt x="65" y="27"/>
                  </a:cubicBezTo>
                  <a:cubicBezTo>
                    <a:pt x="67" y="26"/>
                    <a:pt x="66" y="24"/>
                    <a:pt x="67" y="24"/>
                  </a:cubicBezTo>
                  <a:cubicBezTo>
                    <a:pt x="68" y="23"/>
                    <a:pt x="69" y="24"/>
                    <a:pt x="70" y="25"/>
                  </a:cubicBezTo>
                  <a:cubicBezTo>
                    <a:pt x="71" y="26"/>
                    <a:pt x="74" y="27"/>
                    <a:pt x="76" y="27"/>
                  </a:cubicBezTo>
                  <a:cubicBezTo>
                    <a:pt x="78" y="27"/>
                    <a:pt x="80" y="27"/>
                    <a:pt x="82" y="26"/>
                  </a:cubicBezTo>
                  <a:cubicBezTo>
                    <a:pt x="84" y="26"/>
                    <a:pt x="83" y="24"/>
                    <a:pt x="85" y="24"/>
                  </a:cubicBezTo>
                  <a:cubicBezTo>
                    <a:pt x="86" y="24"/>
                    <a:pt x="87" y="21"/>
                    <a:pt x="85" y="22"/>
                  </a:cubicBezTo>
                  <a:cubicBezTo>
                    <a:pt x="85" y="22"/>
                    <a:pt x="83" y="22"/>
                    <a:pt x="82" y="22"/>
                  </a:cubicBezTo>
                  <a:cubicBezTo>
                    <a:pt x="82" y="22"/>
                    <a:pt x="89" y="18"/>
                    <a:pt x="85" y="17"/>
                  </a:cubicBezTo>
                  <a:cubicBezTo>
                    <a:pt x="84" y="17"/>
                    <a:pt x="82" y="16"/>
                    <a:pt x="80" y="16"/>
                  </a:cubicBezTo>
                  <a:cubicBezTo>
                    <a:pt x="78" y="16"/>
                    <a:pt x="80" y="14"/>
                    <a:pt x="78" y="14"/>
                  </a:cubicBezTo>
                  <a:cubicBezTo>
                    <a:pt x="75" y="14"/>
                    <a:pt x="73" y="14"/>
                    <a:pt x="70" y="14"/>
                  </a:cubicBezTo>
                  <a:cubicBezTo>
                    <a:pt x="68" y="14"/>
                    <a:pt x="67" y="13"/>
                    <a:pt x="65" y="14"/>
                  </a:cubicBezTo>
                  <a:cubicBezTo>
                    <a:pt x="64" y="14"/>
                    <a:pt x="55" y="16"/>
                    <a:pt x="55" y="17"/>
                  </a:cubicBezTo>
                  <a:cubicBezTo>
                    <a:pt x="55" y="17"/>
                    <a:pt x="56" y="17"/>
                    <a:pt x="56" y="18"/>
                  </a:cubicBezTo>
                  <a:cubicBezTo>
                    <a:pt x="56" y="18"/>
                    <a:pt x="53" y="18"/>
                    <a:pt x="52" y="18"/>
                  </a:cubicBezTo>
                  <a:cubicBezTo>
                    <a:pt x="51" y="18"/>
                    <a:pt x="50" y="17"/>
                    <a:pt x="49" y="16"/>
                  </a:cubicBezTo>
                  <a:cubicBezTo>
                    <a:pt x="48" y="16"/>
                    <a:pt x="47" y="17"/>
                    <a:pt x="46" y="17"/>
                  </a:cubicBezTo>
                  <a:cubicBezTo>
                    <a:pt x="45" y="17"/>
                    <a:pt x="43" y="16"/>
                    <a:pt x="42" y="16"/>
                  </a:cubicBezTo>
                  <a:cubicBezTo>
                    <a:pt x="41" y="16"/>
                    <a:pt x="42" y="18"/>
                    <a:pt x="41" y="18"/>
                  </a:cubicBezTo>
                  <a:cubicBezTo>
                    <a:pt x="40" y="18"/>
                    <a:pt x="39" y="16"/>
                    <a:pt x="38" y="16"/>
                  </a:cubicBezTo>
                  <a:cubicBezTo>
                    <a:pt x="35" y="16"/>
                    <a:pt x="39" y="15"/>
                    <a:pt x="39" y="14"/>
                  </a:cubicBezTo>
                  <a:cubicBezTo>
                    <a:pt x="39" y="13"/>
                    <a:pt x="35" y="12"/>
                    <a:pt x="34" y="12"/>
                  </a:cubicBezTo>
                  <a:cubicBezTo>
                    <a:pt x="34" y="12"/>
                    <a:pt x="30" y="13"/>
                    <a:pt x="30" y="13"/>
                  </a:cubicBezTo>
                  <a:cubicBezTo>
                    <a:pt x="30" y="12"/>
                    <a:pt x="32" y="12"/>
                    <a:pt x="32" y="12"/>
                  </a:cubicBezTo>
                  <a:cubicBezTo>
                    <a:pt x="32" y="11"/>
                    <a:pt x="27" y="10"/>
                    <a:pt x="28" y="9"/>
                  </a:cubicBezTo>
                  <a:cubicBezTo>
                    <a:pt x="28" y="9"/>
                    <a:pt x="38" y="10"/>
                    <a:pt x="38" y="10"/>
                  </a:cubicBezTo>
                  <a:cubicBezTo>
                    <a:pt x="38" y="9"/>
                    <a:pt x="34" y="8"/>
                    <a:pt x="33" y="7"/>
                  </a:cubicBezTo>
                  <a:cubicBezTo>
                    <a:pt x="32" y="7"/>
                    <a:pt x="30" y="7"/>
                    <a:pt x="28" y="7"/>
                  </a:cubicBezTo>
                  <a:cubicBezTo>
                    <a:pt x="29" y="7"/>
                    <a:pt x="31" y="7"/>
                    <a:pt x="32" y="6"/>
                  </a:cubicBezTo>
                  <a:cubicBezTo>
                    <a:pt x="32" y="5"/>
                    <a:pt x="27" y="5"/>
                    <a:pt x="27" y="5"/>
                  </a:cubicBezTo>
                  <a:cubicBezTo>
                    <a:pt x="23" y="5"/>
                    <a:pt x="21" y="6"/>
                    <a:pt x="17" y="7"/>
                  </a:cubicBezTo>
                  <a:cubicBezTo>
                    <a:pt x="17" y="7"/>
                    <a:pt x="18" y="7"/>
                    <a:pt x="17" y="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55" name="Freeform 601">
              <a:extLst>
                <a:ext uri="{FF2B5EF4-FFF2-40B4-BE49-F238E27FC236}">
                  <a16:creationId xmlns:a16="http://schemas.microsoft.com/office/drawing/2014/main" id="{4098C640-5D7D-0237-5248-E4A70A7BFED3}"/>
                </a:ext>
              </a:extLst>
            </p:cNvPr>
            <p:cNvSpPr>
              <a:spLocks/>
            </p:cNvSpPr>
            <p:nvPr/>
          </p:nvSpPr>
          <p:spPr bwMode="auto">
            <a:xfrm>
              <a:off x="7197007" y="3980797"/>
              <a:ext cx="550956" cy="347225"/>
            </a:xfrm>
            <a:custGeom>
              <a:avLst/>
              <a:gdLst>
                <a:gd name="T0" fmla="*/ 55 w 59"/>
                <a:gd name="T1" fmla="*/ 21 h 37"/>
                <a:gd name="T2" fmla="*/ 46 w 59"/>
                <a:gd name="T3" fmla="*/ 20 h 37"/>
                <a:gd name="T4" fmla="*/ 46 w 59"/>
                <a:gd name="T5" fmla="*/ 18 h 37"/>
                <a:gd name="T6" fmla="*/ 44 w 59"/>
                <a:gd name="T7" fmla="*/ 15 h 37"/>
                <a:gd name="T8" fmla="*/ 44 w 59"/>
                <a:gd name="T9" fmla="*/ 11 h 37"/>
                <a:gd name="T10" fmla="*/ 43 w 59"/>
                <a:gd name="T11" fmla="*/ 15 h 37"/>
                <a:gd name="T12" fmla="*/ 35 w 59"/>
                <a:gd name="T13" fmla="*/ 10 h 37"/>
                <a:gd name="T14" fmla="*/ 24 w 59"/>
                <a:gd name="T15" fmla="*/ 2 h 37"/>
                <a:gd name="T16" fmla="*/ 12 w 59"/>
                <a:gd name="T17" fmla="*/ 1 h 37"/>
                <a:gd name="T18" fmla="*/ 12 w 59"/>
                <a:gd name="T19" fmla="*/ 3 h 37"/>
                <a:gd name="T20" fmla="*/ 6 w 59"/>
                <a:gd name="T21" fmla="*/ 5 h 37"/>
                <a:gd name="T22" fmla="*/ 11 w 59"/>
                <a:gd name="T23" fmla="*/ 9 h 37"/>
                <a:gd name="T24" fmla="*/ 6 w 59"/>
                <a:gd name="T25" fmla="*/ 9 h 37"/>
                <a:gd name="T26" fmla="*/ 5 w 59"/>
                <a:gd name="T27" fmla="*/ 11 h 37"/>
                <a:gd name="T28" fmla="*/ 6 w 59"/>
                <a:gd name="T29" fmla="*/ 14 h 37"/>
                <a:gd name="T30" fmla="*/ 10 w 59"/>
                <a:gd name="T31" fmla="*/ 14 h 37"/>
                <a:gd name="T32" fmla="*/ 0 w 59"/>
                <a:gd name="T33" fmla="*/ 15 h 37"/>
                <a:gd name="T34" fmla="*/ 7 w 59"/>
                <a:gd name="T35" fmla="*/ 20 h 37"/>
                <a:gd name="T36" fmla="*/ 8 w 59"/>
                <a:gd name="T37" fmla="*/ 23 h 37"/>
                <a:gd name="T38" fmla="*/ 14 w 59"/>
                <a:gd name="T39" fmla="*/ 23 h 37"/>
                <a:gd name="T40" fmla="*/ 26 w 59"/>
                <a:gd name="T41" fmla="*/ 23 h 37"/>
                <a:gd name="T42" fmla="*/ 28 w 59"/>
                <a:gd name="T43" fmla="*/ 24 h 37"/>
                <a:gd name="T44" fmla="*/ 16 w 59"/>
                <a:gd name="T45" fmla="*/ 25 h 37"/>
                <a:gd name="T46" fmla="*/ 16 w 59"/>
                <a:gd name="T47" fmla="*/ 30 h 37"/>
                <a:gd name="T48" fmla="*/ 19 w 59"/>
                <a:gd name="T49" fmla="*/ 33 h 37"/>
                <a:gd name="T50" fmla="*/ 32 w 59"/>
                <a:gd name="T51" fmla="*/ 35 h 37"/>
                <a:gd name="T52" fmla="*/ 34 w 59"/>
                <a:gd name="T53" fmla="*/ 36 h 37"/>
                <a:gd name="T54" fmla="*/ 40 w 59"/>
                <a:gd name="T55" fmla="*/ 35 h 37"/>
                <a:gd name="T56" fmla="*/ 41 w 59"/>
                <a:gd name="T57" fmla="*/ 35 h 37"/>
                <a:gd name="T58" fmla="*/ 41 w 59"/>
                <a:gd name="T59" fmla="*/ 29 h 37"/>
                <a:gd name="T60" fmla="*/ 46 w 59"/>
                <a:gd name="T61" fmla="*/ 30 h 37"/>
                <a:gd name="T62" fmla="*/ 51 w 59"/>
                <a:gd name="T63" fmla="*/ 28 h 37"/>
                <a:gd name="T64" fmla="*/ 54 w 59"/>
                <a:gd name="T65" fmla="*/ 26 h 37"/>
                <a:gd name="T66" fmla="*/ 58 w 59"/>
                <a:gd name="T67"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37">
                  <a:moveTo>
                    <a:pt x="58" y="24"/>
                  </a:moveTo>
                  <a:cubicBezTo>
                    <a:pt x="58" y="22"/>
                    <a:pt x="56" y="22"/>
                    <a:pt x="55" y="21"/>
                  </a:cubicBezTo>
                  <a:cubicBezTo>
                    <a:pt x="54" y="20"/>
                    <a:pt x="53" y="22"/>
                    <a:pt x="52" y="21"/>
                  </a:cubicBezTo>
                  <a:cubicBezTo>
                    <a:pt x="50" y="19"/>
                    <a:pt x="48" y="21"/>
                    <a:pt x="46" y="20"/>
                  </a:cubicBezTo>
                  <a:cubicBezTo>
                    <a:pt x="46" y="20"/>
                    <a:pt x="48" y="19"/>
                    <a:pt x="48" y="18"/>
                  </a:cubicBezTo>
                  <a:cubicBezTo>
                    <a:pt x="48" y="18"/>
                    <a:pt x="46" y="18"/>
                    <a:pt x="46" y="18"/>
                  </a:cubicBezTo>
                  <a:cubicBezTo>
                    <a:pt x="46" y="17"/>
                    <a:pt x="47" y="17"/>
                    <a:pt x="47" y="16"/>
                  </a:cubicBezTo>
                  <a:cubicBezTo>
                    <a:pt x="47" y="15"/>
                    <a:pt x="44" y="16"/>
                    <a:pt x="44" y="15"/>
                  </a:cubicBezTo>
                  <a:cubicBezTo>
                    <a:pt x="43" y="15"/>
                    <a:pt x="45" y="14"/>
                    <a:pt x="45" y="14"/>
                  </a:cubicBezTo>
                  <a:cubicBezTo>
                    <a:pt x="46" y="13"/>
                    <a:pt x="44" y="12"/>
                    <a:pt x="44" y="11"/>
                  </a:cubicBezTo>
                  <a:cubicBezTo>
                    <a:pt x="43" y="10"/>
                    <a:pt x="38" y="11"/>
                    <a:pt x="38" y="11"/>
                  </a:cubicBezTo>
                  <a:cubicBezTo>
                    <a:pt x="38" y="12"/>
                    <a:pt x="43" y="14"/>
                    <a:pt x="43" y="15"/>
                  </a:cubicBezTo>
                  <a:cubicBezTo>
                    <a:pt x="42" y="16"/>
                    <a:pt x="39" y="14"/>
                    <a:pt x="38" y="13"/>
                  </a:cubicBezTo>
                  <a:cubicBezTo>
                    <a:pt x="36" y="12"/>
                    <a:pt x="39" y="10"/>
                    <a:pt x="35" y="10"/>
                  </a:cubicBezTo>
                  <a:cubicBezTo>
                    <a:pt x="33" y="10"/>
                    <a:pt x="30" y="10"/>
                    <a:pt x="29" y="8"/>
                  </a:cubicBezTo>
                  <a:cubicBezTo>
                    <a:pt x="28" y="6"/>
                    <a:pt x="26" y="3"/>
                    <a:pt x="24" y="2"/>
                  </a:cubicBezTo>
                  <a:cubicBezTo>
                    <a:pt x="21" y="1"/>
                    <a:pt x="18" y="0"/>
                    <a:pt x="16" y="0"/>
                  </a:cubicBezTo>
                  <a:cubicBezTo>
                    <a:pt x="15" y="0"/>
                    <a:pt x="10" y="0"/>
                    <a:pt x="12" y="1"/>
                  </a:cubicBezTo>
                  <a:cubicBezTo>
                    <a:pt x="13" y="1"/>
                    <a:pt x="17" y="2"/>
                    <a:pt x="17" y="2"/>
                  </a:cubicBezTo>
                  <a:cubicBezTo>
                    <a:pt x="17" y="4"/>
                    <a:pt x="13" y="3"/>
                    <a:pt x="12" y="3"/>
                  </a:cubicBezTo>
                  <a:cubicBezTo>
                    <a:pt x="12" y="3"/>
                    <a:pt x="13" y="4"/>
                    <a:pt x="13" y="4"/>
                  </a:cubicBezTo>
                  <a:cubicBezTo>
                    <a:pt x="13" y="5"/>
                    <a:pt x="7" y="2"/>
                    <a:pt x="6" y="5"/>
                  </a:cubicBezTo>
                  <a:cubicBezTo>
                    <a:pt x="6" y="5"/>
                    <a:pt x="11" y="7"/>
                    <a:pt x="12" y="7"/>
                  </a:cubicBezTo>
                  <a:cubicBezTo>
                    <a:pt x="10" y="6"/>
                    <a:pt x="11" y="9"/>
                    <a:pt x="11" y="9"/>
                  </a:cubicBezTo>
                  <a:cubicBezTo>
                    <a:pt x="11" y="10"/>
                    <a:pt x="4" y="7"/>
                    <a:pt x="3" y="8"/>
                  </a:cubicBezTo>
                  <a:cubicBezTo>
                    <a:pt x="3" y="7"/>
                    <a:pt x="6" y="8"/>
                    <a:pt x="6" y="9"/>
                  </a:cubicBezTo>
                  <a:cubicBezTo>
                    <a:pt x="6" y="8"/>
                    <a:pt x="4" y="9"/>
                    <a:pt x="4" y="9"/>
                  </a:cubicBezTo>
                  <a:cubicBezTo>
                    <a:pt x="3" y="10"/>
                    <a:pt x="5" y="11"/>
                    <a:pt x="5" y="11"/>
                  </a:cubicBezTo>
                  <a:cubicBezTo>
                    <a:pt x="6" y="12"/>
                    <a:pt x="2" y="12"/>
                    <a:pt x="1" y="12"/>
                  </a:cubicBezTo>
                  <a:cubicBezTo>
                    <a:pt x="2" y="12"/>
                    <a:pt x="4" y="13"/>
                    <a:pt x="6" y="14"/>
                  </a:cubicBezTo>
                  <a:cubicBezTo>
                    <a:pt x="8" y="14"/>
                    <a:pt x="10" y="13"/>
                    <a:pt x="12" y="13"/>
                  </a:cubicBezTo>
                  <a:cubicBezTo>
                    <a:pt x="12" y="13"/>
                    <a:pt x="10" y="14"/>
                    <a:pt x="10" y="14"/>
                  </a:cubicBezTo>
                  <a:cubicBezTo>
                    <a:pt x="10" y="15"/>
                    <a:pt x="11" y="15"/>
                    <a:pt x="11" y="15"/>
                  </a:cubicBezTo>
                  <a:cubicBezTo>
                    <a:pt x="11" y="16"/>
                    <a:pt x="0" y="15"/>
                    <a:pt x="0" y="15"/>
                  </a:cubicBezTo>
                  <a:cubicBezTo>
                    <a:pt x="0" y="15"/>
                    <a:pt x="2" y="18"/>
                    <a:pt x="2" y="18"/>
                  </a:cubicBezTo>
                  <a:cubicBezTo>
                    <a:pt x="3" y="19"/>
                    <a:pt x="7" y="21"/>
                    <a:pt x="7" y="20"/>
                  </a:cubicBezTo>
                  <a:cubicBezTo>
                    <a:pt x="7" y="21"/>
                    <a:pt x="5" y="20"/>
                    <a:pt x="6" y="22"/>
                  </a:cubicBezTo>
                  <a:cubicBezTo>
                    <a:pt x="6" y="22"/>
                    <a:pt x="7" y="23"/>
                    <a:pt x="8" y="23"/>
                  </a:cubicBezTo>
                  <a:cubicBezTo>
                    <a:pt x="9" y="24"/>
                    <a:pt x="10" y="23"/>
                    <a:pt x="11" y="23"/>
                  </a:cubicBezTo>
                  <a:cubicBezTo>
                    <a:pt x="12" y="22"/>
                    <a:pt x="13" y="24"/>
                    <a:pt x="14" y="23"/>
                  </a:cubicBezTo>
                  <a:cubicBezTo>
                    <a:pt x="17" y="22"/>
                    <a:pt x="19" y="21"/>
                    <a:pt x="21" y="22"/>
                  </a:cubicBezTo>
                  <a:cubicBezTo>
                    <a:pt x="23" y="23"/>
                    <a:pt x="24" y="23"/>
                    <a:pt x="26" y="23"/>
                  </a:cubicBezTo>
                  <a:cubicBezTo>
                    <a:pt x="25" y="23"/>
                    <a:pt x="23" y="23"/>
                    <a:pt x="21" y="23"/>
                  </a:cubicBezTo>
                  <a:cubicBezTo>
                    <a:pt x="23" y="23"/>
                    <a:pt x="27" y="23"/>
                    <a:pt x="28" y="24"/>
                  </a:cubicBezTo>
                  <a:cubicBezTo>
                    <a:pt x="28" y="24"/>
                    <a:pt x="23" y="25"/>
                    <a:pt x="23" y="25"/>
                  </a:cubicBezTo>
                  <a:cubicBezTo>
                    <a:pt x="21" y="25"/>
                    <a:pt x="18" y="25"/>
                    <a:pt x="16" y="25"/>
                  </a:cubicBezTo>
                  <a:cubicBezTo>
                    <a:pt x="16" y="26"/>
                    <a:pt x="12" y="27"/>
                    <a:pt x="13" y="27"/>
                  </a:cubicBezTo>
                  <a:cubicBezTo>
                    <a:pt x="14" y="28"/>
                    <a:pt x="15" y="28"/>
                    <a:pt x="16" y="30"/>
                  </a:cubicBezTo>
                  <a:cubicBezTo>
                    <a:pt x="16" y="32"/>
                    <a:pt x="22" y="30"/>
                    <a:pt x="23" y="32"/>
                  </a:cubicBezTo>
                  <a:cubicBezTo>
                    <a:pt x="23" y="32"/>
                    <a:pt x="19" y="32"/>
                    <a:pt x="19" y="33"/>
                  </a:cubicBezTo>
                  <a:cubicBezTo>
                    <a:pt x="20" y="34"/>
                    <a:pt x="25" y="36"/>
                    <a:pt x="26" y="36"/>
                  </a:cubicBezTo>
                  <a:cubicBezTo>
                    <a:pt x="26" y="36"/>
                    <a:pt x="32" y="36"/>
                    <a:pt x="32" y="35"/>
                  </a:cubicBezTo>
                  <a:cubicBezTo>
                    <a:pt x="32" y="35"/>
                    <a:pt x="31" y="35"/>
                    <a:pt x="31" y="35"/>
                  </a:cubicBezTo>
                  <a:cubicBezTo>
                    <a:pt x="31" y="33"/>
                    <a:pt x="35" y="36"/>
                    <a:pt x="34" y="36"/>
                  </a:cubicBezTo>
                  <a:cubicBezTo>
                    <a:pt x="35" y="36"/>
                    <a:pt x="33" y="33"/>
                    <a:pt x="33" y="32"/>
                  </a:cubicBezTo>
                  <a:cubicBezTo>
                    <a:pt x="35" y="31"/>
                    <a:pt x="37" y="37"/>
                    <a:pt x="40" y="35"/>
                  </a:cubicBezTo>
                  <a:cubicBezTo>
                    <a:pt x="41" y="34"/>
                    <a:pt x="39" y="32"/>
                    <a:pt x="40" y="32"/>
                  </a:cubicBezTo>
                  <a:cubicBezTo>
                    <a:pt x="41" y="32"/>
                    <a:pt x="41" y="34"/>
                    <a:pt x="41" y="35"/>
                  </a:cubicBezTo>
                  <a:cubicBezTo>
                    <a:pt x="42" y="35"/>
                    <a:pt x="43" y="31"/>
                    <a:pt x="42" y="31"/>
                  </a:cubicBezTo>
                  <a:cubicBezTo>
                    <a:pt x="42" y="30"/>
                    <a:pt x="42" y="29"/>
                    <a:pt x="41" y="29"/>
                  </a:cubicBezTo>
                  <a:cubicBezTo>
                    <a:pt x="41" y="28"/>
                    <a:pt x="42" y="26"/>
                    <a:pt x="43" y="27"/>
                  </a:cubicBezTo>
                  <a:cubicBezTo>
                    <a:pt x="44" y="28"/>
                    <a:pt x="43" y="32"/>
                    <a:pt x="46" y="30"/>
                  </a:cubicBezTo>
                  <a:cubicBezTo>
                    <a:pt x="47" y="29"/>
                    <a:pt x="50" y="25"/>
                    <a:pt x="52" y="27"/>
                  </a:cubicBezTo>
                  <a:cubicBezTo>
                    <a:pt x="53" y="27"/>
                    <a:pt x="51" y="28"/>
                    <a:pt x="51" y="28"/>
                  </a:cubicBezTo>
                  <a:cubicBezTo>
                    <a:pt x="51" y="28"/>
                    <a:pt x="56" y="27"/>
                    <a:pt x="56" y="27"/>
                  </a:cubicBezTo>
                  <a:cubicBezTo>
                    <a:pt x="56" y="27"/>
                    <a:pt x="54" y="27"/>
                    <a:pt x="54" y="26"/>
                  </a:cubicBezTo>
                  <a:cubicBezTo>
                    <a:pt x="54" y="25"/>
                    <a:pt x="59" y="25"/>
                    <a:pt x="58" y="24"/>
                  </a:cubicBezTo>
                  <a:cubicBezTo>
                    <a:pt x="58" y="22"/>
                    <a:pt x="58" y="25"/>
                    <a:pt x="58" y="2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56" name="Freeform 602">
              <a:extLst>
                <a:ext uri="{FF2B5EF4-FFF2-40B4-BE49-F238E27FC236}">
                  <a16:creationId xmlns:a16="http://schemas.microsoft.com/office/drawing/2014/main" id="{EEB6FEB9-0682-6AC3-F04B-D8B7CCE32331}"/>
                </a:ext>
              </a:extLst>
            </p:cNvPr>
            <p:cNvSpPr>
              <a:spLocks/>
            </p:cNvSpPr>
            <p:nvPr/>
          </p:nvSpPr>
          <p:spPr bwMode="auto">
            <a:xfrm>
              <a:off x="7419934" y="3767367"/>
              <a:ext cx="1455416" cy="758159"/>
            </a:xfrm>
            <a:custGeom>
              <a:avLst/>
              <a:gdLst>
                <a:gd name="T0" fmla="*/ 15 w 156"/>
                <a:gd name="T1" fmla="*/ 77 h 81"/>
                <a:gd name="T2" fmla="*/ 27 w 156"/>
                <a:gd name="T3" fmla="*/ 76 h 81"/>
                <a:gd name="T4" fmla="*/ 37 w 156"/>
                <a:gd name="T5" fmla="*/ 78 h 81"/>
                <a:gd name="T6" fmla="*/ 48 w 156"/>
                <a:gd name="T7" fmla="*/ 77 h 81"/>
                <a:gd name="T8" fmla="*/ 65 w 156"/>
                <a:gd name="T9" fmla="*/ 76 h 81"/>
                <a:gd name="T10" fmla="*/ 59 w 156"/>
                <a:gd name="T11" fmla="*/ 70 h 81"/>
                <a:gd name="T12" fmla="*/ 50 w 156"/>
                <a:gd name="T13" fmla="*/ 65 h 81"/>
                <a:gd name="T14" fmla="*/ 73 w 156"/>
                <a:gd name="T15" fmla="*/ 61 h 81"/>
                <a:gd name="T16" fmla="*/ 76 w 156"/>
                <a:gd name="T17" fmla="*/ 55 h 81"/>
                <a:gd name="T18" fmla="*/ 71 w 156"/>
                <a:gd name="T19" fmla="*/ 50 h 81"/>
                <a:gd name="T20" fmla="*/ 72 w 156"/>
                <a:gd name="T21" fmla="*/ 48 h 81"/>
                <a:gd name="T22" fmla="*/ 78 w 156"/>
                <a:gd name="T23" fmla="*/ 45 h 81"/>
                <a:gd name="T24" fmla="*/ 90 w 156"/>
                <a:gd name="T25" fmla="*/ 44 h 81"/>
                <a:gd name="T26" fmla="*/ 105 w 156"/>
                <a:gd name="T27" fmla="*/ 37 h 81"/>
                <a:gd name="T28" fmla="*/ 105 w 156"/>
                <a:gd name="T29" fmla="*/ 32 h 81"/>
                <a:gd name="T30" fmla="*/ 136 w 156"/>
                <a:gd name="T31" fmla="*/ 21 h 81"/>
                <a:gd name="T32" fmla="*/ 115 w 156"/>
                <a:gd name="T33" fmla="*/ 23 h 81"/>
                <a:gd name="T34" fmla="*/ 134 w 156"/>
                <a:gd name="T35" fmla="*/ 18 h 81"/>
                <a:gd name="T36" fmla="*/ 146 w 156"/>
                <a:gd name="T37" fmla="*/ 10 h 81"/>
                <a:gd name="T38" fmla="*/ 133 w 156"/>
                <a:gd name="T39" fmla="*/ 5 h 81"/>
                <a:gd name="T40" fmla="*/ 121 w 156"/>
                <a:gd name="T41" fmla="*/ 5 h 81"/>
                <a:gd name="T42" fmla="*/ 100 w 156"/>
                <a:gd name="T43" fmla="*/ 2 h 81"/>
                <a:gd name="T44" fmla="*/ 91 w 156"/>
                <a:gd name="T45" fmla="*/ 5 h 81"/>
                <a:gd name="T46" fmla="*/ 80 w 156"/>
                <a:gd name="T47" fmla="*/ 8 h 81"/>
                <a:gd name="T48" fmla="*/ 58 w 156"/>
                <a:gd name="T49" fmla="*/ 4 h 81"/>
                <a:gd name="T50" fmla="*/ 52 w 156"/>
                <a:gd name="T51" fmla="*/ 5 h 81"/>
                <a:gd name="T52" fmla="*/ 46 w 156"/>
                <a:gd name="T53" fmla="*/ 10 h 81"/>
                <a:gd name="T54" fmla="*/ 45 w 156"/>
                <a:gd name="T55" fmla="*/ 12 h 81"/>
                <a:gd name="T56" fmla="*/ 31 w 156"/>
                <a:gd name="T57" fmla="*/ 10 h 81"/>
                <a:gd name="T58" fmla="*/ 34 w 156"/>
                <a:gd name="T59" fmla="*/ 16 h 81"/>
                <a:gd name="T60" fmla="*/ 23 w 156"/>
                <a:gd name="T61" fmla="*/ 16 h 81"/>
                <a:gd name="T62" fmla="*/ 5 w 156"/>
                <a:gd name="T63" fmla="*/ 17 h 81"/>
                <a:gd name="T64" fmla="*/ 11 w 156"/>
                <a:gd name="T65" fmla="*/ 21 h 81"/>
                <a:gd name="T66" fmla="*/ 13 w 156"/>
                <a:gd name="T67" fmla="*/ 26 h 81"/>
                <a:gd name="T68" fmla="*/ 23 w 156"/>
                <a:gd name="T69" fmla="*/ 27 h 81"/>
                <a:gd name="T70" fmla="*/ 20 w 156"/>
                <a:gd name="T71" fmla="*/ 31 h 81"/>
                <a:gd name="T72" fmla="*/ 26 w 156"/>
                <a:gd name="T73" fmla="*/ 30 h 81"/>
                <a:gd name="T74" fmla="*/ 42 w 156"/>
                <a:gd name="T75" fmla="*/ 30 h 81"/>
                <a:gd name="T76" fmla="*/ 52 w 156"/>
                <a:gd name="T77" fmla="*/ 31 h 81"/>
                <a:gd name="T78" fmla="*/ 73 w 156"/>
                <a:gd name="T79" fmla="*/ 21 h 81"/>
                <a:gd name="T80" fmla="*/ 60 w 156"/>
                <a:gd name="T81" fmla="*/ 31 h 81"/>
                <a:gd name="T82" fmla="*/ 44 w 156"/>
                <a:gd name="T83" fmla="*/ 35 h 81"/>
                <a:gd name="T84" fmla="*/ 58 w 156"/>
                <a:gd name="T85" fmla="*/ 42 h 81"/>
                <a:gd name="T86" fmla="*/ 32 w 156"/>
                <a:gd name="T87" fmla="*/ 39 h 81"/>
                <a:gd name="T88" fmla="*/ 42 w 156"/>
                <a:gd name="T89" fmla="*/ 50 h 81"/>
                <a:gd name="T90" fmla="*/ 44 w 156"/>
                <a:gd name="T91" fmla="*/ 52 h 81"/>
                <a:gd name="T92" fmla="*/ 30 w 156"/>
                <a:gd name="T93" fmla="*/ 52 h 81"/>
                <a:gd name="T94" fmla="*/ 27 w 156"/>
                <a:gd name="T95" fmla="*/ 59 h 81"/>
                <a:gd name="T96" fmla="*/ 36 w 156"/>
                <a:gd name="T97" fmla="*/ 57 h 81"/>
                <a:gd name="T98" fmla="*/ 34 w 156"/>
                <a:gd name="T99" fmla="*/ 60 h 81"/>
                <a:gd name="T100" fmla="*/ 37 w 156"/>
                <a:gd name="T101" fmla="*/ 65 h 81"/>
                <a:gd name="T102" fmla="*/ 38 w 156"/>
                <a:gd name="T103" fmla="*/ 68 h 81"/>
                <a:gd name="T104" fmla="*/ 19 w 156"/>
                <a:gd name="T10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6" h="81">
                  <a:moveTo>
                    <a:pt x="26" y="70"/>
                  </a:moveTo>
                  <a:cubicBezTo>
                    <a:pt x="22" y="70"/>
                    <a:pt x="17" y="70"/>
                    <a:pt x="13" y="71"/>
                  </a:cubicBezTo>
                  <a:cubicBezTo>
                    <a:pt x="11" y="72"/>
                    <a:pt x="11" y="75"/>
                    <a:pt x="12" y="76"/>
                  </a:cubicBezTo>
                  <a:cubicBezTo>
                    <a:pt x="13" y="77"/>
                    <a:pt x="15" y="78"/>
                    <a:pt x="15" y="77"/>
                  </a:cubicBezTo>
                  <a:cubicBezTo>
                    <a:pt x="17" y="77"/>
                    <a:pt x="16" y="76"/>
                    <a:pt x="17" y="75"/>
                  </a:cubicBezTo>
                  <a:cubicBezTo>
                    <a:pt x="17" y="75"/>
                    <a:pt x="17" y="78"/>
                    <a:pt x="17" y="78"/>
                  </a:cubicBezTo>
                  <a:cubicBezTo>
                    <a:pt x="19" y="78"/>
                    <a:pt x="22" y="78"/>
                    <a:pt x="24" y="78"/>
                  </a:cubicBezTo>
                  <a:cubicBezTo>
                    <a:pt x="26" y="78"/>
                    <a:pt x="26" y="76"/>
                    <a:pt x="27" y="76"/>
                  </a:cubicBezTo>
                  <a:cubicBezTo>
                    <a:pt x="29" y="76"/>
                    <a:pt x="27" y="78"/>
                    <a:pt x="27" y="78"/>
                  </a:cubicBezTo>
                  <a:cubicBezTo>
                    <a:pt x="27" y="78"/>
                    <a:pt x="37" y="79"/>
                    <a:pt x="37" y="78"/>
                  </a:cubicBezTo>
                  <a:cubicBezTo>
                    <a:pt x="37" y="78"/>
                    <a:pt x="35" y="77"/>
                    <a:pt x="34" y="76"/>
                  </a:cubicBezTo>
                  <a:cubicBezTo>
                    <a:pt x="34" y="76"/>
                    <a:pt x="38" y="77"/>
                    <a:pt x="37" y="78"/>
                  </a:cubicBezTo>
                  <a:cubicBezTo>
                    <a:pt x="38" y="77"/>
                    <a:pt x="37" y="76"/>
                    <a:pt x="38" y="76"/>
                  </a:cubicBezTo>
                  <a:cubicBezTo>
                    <a:pt x="38" y="76"/>
                    <a:pt x="40" y="77"/>
                    <a:pt x="41" y="77"/>
                  </a:cubicBezTo>
                  <a:cubicBezTo>
                    <a:pt x="43" y="79"/>
                    <a:pt x="41" y="76"/>
                    <a:pt x="42" y="75"/>
                  </a:cubicBezTo>
                  <a:cubicBezTo>
                    <a:pt x="42" y="75"/>
                    <a:pt x="48" y="78"/>
                    <a:pt x="48" y="77"/>
                  </a:cubicBezTo>
                  <a:cubicBezTo>
                    <a:pt x="48" y="76"/>
                    <a:pt x="46" y="76"/>
                    <a:pt x="46" y="75"/>
                  </a:cubicBezTo>
                  <a:cubicBezTo>
                    <a:pt x="46" y="75"/>
                    <a:pt x="53" y="76"/>
                    <a:pt x="53" y="76"/>
                  </a:cubicBezTo>
                  <a:cubicBezTo>
                    <a:pt x="57" y="76"/>
                    <a:pt x="52" y="79"/>
                    <a:pt x="52" y="80"/>
                  </a:cubicBezTo>
                  <a:cubicBezTo>
                    <a:pt x="52" y="81"/>
                    <a:pt x="64" y="76"/>
                    <a:pt x="65" y="76"/>
                  </a:cubicBezTo>
                  <a:cubicBezTo>
                    <a:pt x="67" y="76"/>
                    <a:pt x="72" y="73"/>
                    <a:pt x="68" y="72"/>
                  </a:cubicBezTo>
                  <a:cubicBezTo>
                    <a:pt x="66" y="71"/>
                    <a:pt x="63" y="73"/>
                    <a:pt x="61" y="72"/>
                  </a:cubicBezTo>
                  <a:cubicBezTo>
                    <a:pt x="61" y="72"/>
                    <a:pt x="63" y="70"/>
                    <a:pt x="63" y="70"/>
                  </a:cubicBezTo>
                  <a:cubicBezTo>
                    <a:pt x="63" y="69"/>
                    <a:pt x="60" y="70"/>
                    <a:pt x="59" y="70"/>
                  </a:cubicBezTo>
                  <a:cubicBezTo>
                    <a:pt x="57" y="70"/>
                    <a:pt x="56" y="68"/>
                    <a:pt x="54" y="68"/>
                  </a:cubicBezTo>
                  <a:cubicBezTo>
                    <a:pt x="53" y="69"/>
                    <a:pt x="50" y="70"/>
                    <a:pt x="48" y="69"/>
                  </a:cubicBezTo>
                  <a:cubicBezTo>
                    <a:pt x="49" y="69"/>
                    <a:pt x="50" y="69"/>
                    <a:pt x="51" y="69"/>
                  </a:cubicBezTo>
                  <a:cubicBezTo>
                    <a:pt x="52" y="68"/>
                    <a:pt x="50" y="66"/>
                    <a:pt x="50" y="65"/>
                  </a:cubicBezTo>
                  <a:cubicBezTo>
                    <a:pt x="50" y="67"/>
                    <a:pt x="59" y="68"/>
                    <a:pt x="60" y="68"/>
                  </a:cubicBezTo>
                  <a:cubicBezTo>
                    <a:pt x="61" y="68"/>
                    <a:pt x="63" y="68"/>
                    <a:pt x="65" y="68"/>
                  </a:cubicBezTo>
                  <a:cubicBezTo>
                    <a:pt x="67" y="68"/>
                    <a:pt x="69" y="65"/>
                    <a:pt x="68" y="64"/>
                  </a:cubicBezTo>
                  <a:cubicBezTo>
                    <a:pt x="65" y="61"/>
                    <a:pt x="71" y="61"/>
                    <a:pt x="73" y="61"/>
                  </a:cubicBezTo>
                  <a:cubicBezTo>
                    <a:pt x="74" y="61"/>
                    <a:pt x="79" y="61"/>
                    <a:pt x="80" y="60"/>
                  </a:cubicBezTo>
                  <a:cubicBezTo>
                    <a:pt x="80" y="60"/>
                    <a:pt x="75" y="58"/>
                    <a:pt x="75" y="58"/>
                  </a:cubicBezTo>
                  <a:cubicBezTo>
                    <a:pt x="77" y="57"/>
                    <a:pt x="81" y="59"/>
                    <a:pt x="82" y="57"/>
                  </a:cubicBezTo>
                  <a:cubicBezTo>
                    <a:pt x="83" y="56"/>
                    <a:pt x="77" y="55"/>
                    <a:pt x="76" y="55"/>
                  </a:cubicBezTo>
                  <a:cubicBezTo>
                    <a:pt x="77" y="55"/>
                    <a:pt x="84" y="54"/>
                    <a:pt x="85" y="53"/>
                  </a:cubicBezTo>
                  <a:cubicBezTo>
                    <a:pt x="87" y="52"/>
                    <a:pt x="77" y="50"/>
                    <a:pt x="77" y="51"/>
                  </a:cubicBezTo>
                  <a:cubicBezTo>
                    <a:pt x="77" y="50"/>
                    <a:pt x="79" y="50"/>
                    <a:pt x="79" y="50"/>
                  </a:cubicBezTo>
                  <a:cubicBezTo>
                    <a:pt x="79" y="49"/>
                    <a:pt x="72" y="50"/>
                    <a:pt x="71" y="50"/>
                  </a:cubicBezTo>
                  <a:cubicBezTo>
                    <a:pt x="69" y="50"/>
                    <a:pt x="68" y="51"/>
                    <a:pt x="66" y="52"/>
                  </a:cubicBezTo>
                  <a:cubicBezTo>
                    <a:pt x="67" y="52"/>
                    <a:pt x="70" y="49"/>
                    <a:pt x="68" y="49"/>
                  </a:cubicBezTo>
                  <a:cubicBezTo>
                    <a:pt x="68" y="49"/>
                    <a:pt x="64" y="49"/>
                    <a:pt x="64" y="48"/>
                  </a:cubicBezTo>
                  <a:cubicBezTo>
                    <a:pt x="64" y="48"/>
                    <a:pt x="71" y="48"/>
                    <a:pt x="72" y="48"/>
                  </a:cubicBezTo>
                  <a:cubicBezTo>
                    <a:pt x="71" y="48"/>
                    <a:pt x="68" y="47"/>
                    <a:pt x="68" y="47"/>
                  </a:cubicBezTo>
                  <a:cubicBezTo>
                    <a:pt x="69" y="46"/>
                    <a:pt x="72" y="48"/>
                    <a:pt x="74" y="47"/>
                  </a:cubicBezTo>
                  <a:cubicBezTo>
                    <a:pt x="73" y="47"/>
                    <a:pt x="69" y="46"/>
                    <a:pt x="69" y="46"/>
                  </a:cubicBezTo>
                  <a:cubicBezTo>
                    <a:pt x="69" y="45"/>
                    <a:pt x="77" y="46"/>
                    <a:pt x="78" y="45"/>
                  </a:cubicBezTo>
                  <a:cubicBezTo>
                    <a:pt x="78" y="45"/>
                    <a:pt x="75" y="44"/>
                    <a:pt x="75" y="44"/>
                  </a:cubicBezTo>
                  <a:cubicBezTo>
                    <a:pt x="74" y="44"/>
                    <a:pt x="77" y="44"/>
                    <a:pt x="77" y="44"/>
                  </a:cubicBezTo>
                  <a:cubicBezTo>
                    <a:pt x="79" y="45"/>
                    <a:pt x="80" y="46"/>
                    <a:pt x="82" y="46"/>
                  </a:cubicBezTo>
                  <a:cubicBezTo>
                    <a:pt x="84" y="46"/>
                    <a:pt x="87" y="45"/>
                    <a:pt x="90" y="44"/>
                  </a:cubicBezTo>
                  <a:cubicBezTo>
                    <a:pt x="98" y="43"/>
                    <a:pt x="85" y="42"/>
                    <a:pt x="84" y="40"/>
                  </a:cubicBezTo>
                  <a:cubicBezTo>
                    <a:pt x="84" y="39"/>
                    <a:pt x="93" y="40"/>
                    <a:pt x="94" y="41"/>
                  </a:cubicBezTo>
                  <a:cubicBezTo>
                    <a:pt x="96" y="42"/>
                    <a:pt x="97" y="42"/>
                    <a:pt x="100" y="41"/>
                  </a:cubicBezTo>
                  <a:cubicBezTo>
                    <a:pt x="101" y="41"/>
                    <a:pt x="106" y="39"/>
                    <a:pt x="105" y="37"/>
                  </a:cubicBezTo>
                  <a:cubicBezTo>
                    <a:pt x="105" y="36"/>
                    <a:pt x="94" y="41"/>
                    <a:pt x="97" y="36"/>
                  </a:cubicBezTo>
                  <a:cubicBezTo>
                    <a:pt x="96" y="37"/>
                    <a:pt x="101" y="37"/>
                    <a:pt x="101" y="37"/>
                  </a:cubicBezTo>
                  <a:cubicBezTo>
                    <a:pt x="104" y="37"/>
                    <a:pt x="106" y="36"/>
                    <a:pt x="108" y="36"/>
                  </a:cubicBezTo>
                  <a:cubicBezTo>
                    <a:pt x="108" y="35"/>
                    <a:pt x="105" y="32"/>
                    <a:pt x="105" y="32"/>
                  </a:cubicBezTo>
                  <a:cubicBezTo>
                    <a:pt x="106" y="32"/>
                    <a:pt x="107" y="33"/>
                    <a:pt x="107" y="34"/>
                  </a:cubicBezTo>
                  <a:cubicBezTo>
                    <a:pt x="108" y="35"/>
                    <a:pt x="110" y="34"/>
                    <a:pt x="111" y="34"/>
                  </a:cubicBezTo>
                  <a:cubicBezTo>
                    <a:pt x="114" y="32"/>
                    <a:pt x="116" y="30"/>
                    <a:pt x="119" y="29"/>
                  </a:cubicBezTo>
                  <a:cubicBezTo>
                    <a:pt x="121" y="28"/>
                    <a:pt x="136" y="22"/>
                    <a:pt x="136" y="21"/>
                  </a:cubicBezTo>
                  <a:cubicBezTo>
                    <a:pt x="136" y="20"/>
                    <a:pt x="123" y="23"/>
                    <a:pt x="122" y="23"/>
                  </a:cubicBezTo>
                  <a:cubicBezTo>
                    <a:pt x="119" y="24"/>
                    <a:pt x="116" y="24"/>
                    <a:pt x="112" y="25"/>
                  </a:cubicBezTo>
                  <a:cubicBezTo>
                    <a:pt x="112" y="25"/>
                    <a:pt x="108" y="25"/>
                    <a:pt x="108" y="25"/>
                  </a:cubicBezTo>
                  <a:cubicBezTo>
                    <a:pt x="108" y="24"/>
                    <a:pt x="114" y="24"/>
                    <a:pt x="115" y="23"/>
                  </a:cubicBezTo>
                  <a:cubicBezTo>
                    <a:pt x="116" y="23"/>
                    <a:pt x="123" y="22"/>
                    <a:pt x="123" y="21"/>
                  </a:cubicBezTo>
                  <a:cubicBezTo>
                    <a:pt x="123" y="22"/>
                    <a:pt x="113" y="20"/>
                    <a:pt x="114" y="19"/>
                  </a:cubicBezTo>
                  <a:cubicBezTo>
                    <a:pt x="114" y="19"/>
                    <a:pt x="126" y="20"/>
                    <a:pt x="127" y="19"/>
                  </a:cubicBezTo>
                  <a:cubicBezTo>
                    <a:pt x="129" y="19"/>
                    <a:pt x="132" y="18"/>
                    <a:pt x="134" y="18"/>
                  </a:cubicBezTo>
                  <a:cubicBezTo>
                    <a:pt x="135" y="18"/>
                    <a:pt x="137" y="18"/>
                    <a:pt x="138" y="18"/>
                  </a:cubicBezTo>
                  <a:cubicBezTo>
                    <a:pt x="142" y="17"/>
                    <a:pt x="146" y="16"/>
                    <a:pt x="149" y="15"/>
                  </a:cubicBezTo>
                  <a:cubicBezTo>
                    <a:pt x="149" y="15"/>
                    <a:pt x="156" y="11"/>
                    <a:pt x="153" y="10"/>
                  </a:cubicBezTo>
                  <a:cubicBezTo>
                    <a:pt x="151" y="10"/>
                    <a:pt x="148" y="10"/>
                    <a:pt x="146" y="10"/>
                  </a:cubicBezTo>
                  <a:cubicBezTo>
                    <a:pt x="145" y="9"/>
                    <a:pt x="143" y="10"/>
                    <a:pt x="143" y="9"/>
                  </a:cubicBezTo>
                  <a:cubicBezTo>
                    <a:pt x="143" y="7"/>
                    <a:pt x="141" y="7"/>
                    <a:pt x="141" y="5"/>
                  </a:cubicBezTo>
                  <a:cubicBezTo>
                    <a:pt x="141" y="5"/>
                    <a:pt x="137" y="6"/>
                    <a:pt x="136" y="6"/>
                  </a:cubicBezTo>
                  <a:cubicBezTo>
                    <a:pt x="135" y="5"/>
                    <a:pt x="134" y="3"/>
                    <a:pt x="133" y="5"/>
                  </a:cubicBezTo>
                  <a:cubicBezTo>
                    <a:pt x="133" y="5"/>
                    <a:pt x="127" y="6"/>
                    <a:pt x="126" y="6"/>
                  </a:cubicBezTo>
                  <a:cubicBezTo>
                    <a:pt x="124" y="7"/>
                    <a:pt x="122" y="7"/>
                    <a:pt x="120" y="7"/>
                  </a:cubicBezTo>
                  <a:cubicBezTo>
                    <a:pt x="120" y="7"/>
                    <a:pt x="116" y="7"/>
                    <a:pt x="116" y="7"/>
                  </a:cubicBezTo>
                  <a:cubicBezTo>
                    <a:pt x="116" y="6"/>
                    <a:pt x="120" y="6"/>
                    <a:pt x="121" y="5"/>
                  </a:cubicBezTo>
                  <a:cubicBezTo>
                    <a:pt x="123" y="5"/>
                    <a:pt x="125" y="4"/>
                    <a:pt x="126" y="3"/>
                  </a:cubicBezTo>
                  <a:cubicBezTo>
                    <a:pt x="124" y="6"/>
                    <a:pt x="103" y="0"/>
                    <a:pt x="102" y="2"/>
                  </a:cubicBezTo>
                  <a:cubicBezTo>
                    <a:pt x="102" y="3"/>
                    <a:pt x="104" y="3"/>
                    <a:pt x="105" y="4"/>
                  </a:cubicBezTo>
                  <a:cubicBezTo>
                    <a:pt x="105" y="5"/>
                    <a:pt x="100" y="2"/>
                    <a:pt x="100" y="2"/>
                  </a:cubicBezTo>
                  <a:cubicBezTo>
                    <a:pt x="98" y="1"/>
                    <a:pt x="95" y="2"/>
                    <a:pt x="94" y="2"/>
                  </a:cubicBezTo>
                  <a:cubicBezTo>
                    <a:pt x="93" y="2"/>
                    <a:pt x="90" y="2"/>
                    <a:pt x="91" y="3"/>
                  </a:cubicBezTo>
                  <a:cubicBezTo>
                    <a:pt x="92" y="4"/>
                    <a:pt x="94" y="7"/>
                    <a:pt x="95" y="6"/>
                  </a:cubicBezTo>
                  <a:cubicBezTo>
                    <a:pt x="95" y="7"/>
                    <a:pt x="91" y="6"/>
                    <a:pt x="91" y="5"/>
                  </a:cubicBezTo>
                  <a:cubicBezTo>
                    <a:pt x="88" y="5"/>
                    <a:pt x="87" y="2"/>
                    <a:pt x="85" y="2"/>
                  </a:cubicBezTo>
                  <a:cubicBezTo>
                    <a:pt x="81" y="2"/>
                    <a:pt x="78" y="2"/>
                    <a:pt x="75" y="2"/>
                  </a:cubicBezTo>
                  <a:cubicBezTo>
                    <a:pt x="70" y="3"/>
                    <a:pt x="73" y="4"/>
                    <a:pt x="76" y="5"/>
                  </a:cubicBezTo>
                  <a:cubicBezTo>
                    <a:pt x="77" y="6"/>
                    <a:pt x="79" y="7"/>
                    <a:pt x="80" y="8"/>
                  </a:cubicBezTo>
                  <a:cubicBezTo>
                    <a:pt x="80" y="8"/>
                    <a:pt x="77" y="10"/>
                    <a:pt x="77" y="10"/>
                  </a:cubicBezTo>
                  <a:cubicBezTo>
                    <a:pt x="76" y="10"/>
                    <a:pt x="78" y="9"/>
                    <a:pt x="78" y="9"/>
                  </a:cubicBezTo>
                  <a:cubicBezTo>
                    <a:pt x="78" y="8"/>
                    <a:pt x="71" y="4"/>
                    <a:pt x="70" y="4"/>
                  </a:cubicBezTo>
                  <a:cubicBezTo>
                    <a:pt x="66" y="4"/>
                    <a:pt x="62" y="3"/>
                    <a:pt x="58" y="4"/>
                  </a:cubicBezTo>
                  <a:cubicBezTo>
                    <a:pt x="58" y="4"/>
                    <a:pt x="60" y="6"/>
                    <a:pt x="61" y="6"/>
                  </a:cubicBezTo>
                  <a:cubicBezTo>
                    <a:pt x="62" y="6"/>
                    <a:pt x="64" y="7"/>
                    <a:pt x="66" y="6"/>
                  </a:cubicBezTo>
                  <a:cubicBezTo>
                    <a:pt x="64" y="7"/>
                    <a:pt x="61" y="8"/>
                    <a:pt x="59" y="7"/>
                  </a:cubicBezTo>
                  <a:cubicBezTo>
                    <a:pt x="58" y="7"/>
                    <a:pt x="51" y="4"/>
                    <a:pt x="52" y="5"/>
                  </a:cubicBezTo>
                  <a:cubicBezTo>
                    <a:pt x="52" y="4"/>
                    <a:pt x="57" y="10"/>
                    <a:pt x="53" y="9"/>
                  </a:cubicBezTo>
                  <a:cubicBezTo>
                    <a:pt x="52" y="8"/>
                    <a:pt x="49" y="7"/>
                    <a:pt x="47" y="8"/>
                  </a:cubicBezTo>
                  <a:cubicBezTo>
                    <a:pt x="48" y="8"/>
                    <a:pt x="51" y="9"/>
                    <a:pt x="51" y="9"/>
                  </a:cubicBezTo>
                  <a:cubicBezTo>
                    <a:pt x="50" y="10"/>
                    <a:pt x="46" y="8"/>
                    <a:pt x="46" y="10"/>
                  </a:cubicBezTo>
                  <a:cubicBezTo>
                    <a:pt x="46" y="11"/>
                    <a:pt x="50" y="12"/>
                    <a:pt x="51" y="13"/>
                  </a:cubicBezTo>
                  <a:cubicBezTo>
                    <a:pt x="54" y="13"/>
                    <a:pt x="61" y="14"/>
                    <a:pt x="61" y="17"/>
                  </a:cubicBezTo>
                  <a:cubicBezTo>
                    <a:pt x="61" y="16"/>
                    <a:pt x="54" y="15"/>
                    <a:pt x="52" y="14"/>
                  </a:cubicBezTo>
                  <a:cubicBezTo>
                    <a:pt x="50" y="14"/>
                    <a:pt x="47" y="11"/>
                    <a:pt x="45" y="12"/>
                  </a:cubicBezTo>
                  <a:cubicBezTo>
                    <a:pt x="45" y="12"/>
                    <a:pt x="48" y="14"/>
                    <a:pt x="48" y="14"/>
                  </a:cubicBezTo>
                  <a:cubicBezTo>
                    <a:pt x="48" y="14"/>
                    <a:pt x="45" y="15"/>
                    <a:pt x="45" y="14"/>
                  </a:cubicBezTo>
                  <a:cubicBezTo>
                    <a:pt x="43" y="13"/>
                    <a:pt x="42" y="12"/>
                    <a:pt x="40" y="11"/>
                  </a:cubicBezTo>
                  <a:cubicBezTo>
                    <a:pt x="39" y="10"/>
                    <a:pt x="31" y="10"/>
                    <a:pt x="31" y="10"/>
                  </a:cubicBezTo>
                  <a:cubicBezTo>
                    <a:pt x="31" y="11"/>
                    <a:pt x="34" y="11"/>
                    <a:pt x="31" y="12"/>
                  </a:cubicBezTo>
                  <a:cubicBezTo>
                    <a:pt x="30" y="12"/>
                    <a:pt x="25" y="14"/>
                    <a:pt x="25" y="14"/>
                  </a:cubicBezTo>
                  <a:cubicBezTo>
                    <a:pt x="26" y="14"/>
                    <a:pt x="29" y="13"/>
                    <a:pt x="29" y="13"/>
                  </a:cubicBezTo>
                  <a:cubicBezTo>
                    <a:pt x="30" y="14"/>
                    <a:pt x="34" y="16"/>
                    <a:pt x="34" y="16"/>
                  </a:cubicBezTo>
                  <a:cubicBezTo>
                    <a:pt x="34" y="16"/>
                    <a:pt x="31" y="15"/>
                    <a:pt x="31" y="16"/>
                  </a:cubicBezTo>
                  <a:cubicBezTo>
                    <a:pt x="31" y="16"/>
                    <a:pt x="32" y="19"/>
                    <a:pt x="30" y="17"/>
                  </a:cubicBezTo>
                  <a:cubicBezTo>
                    <a:pt x="29" y="16"/>
                    <a:pt x="28" y="14"/>
                    <a:pt x="26" y="15"/>
                  </a:cubicBezTo>
                  <a:cubicBezTo>
                    <a:pt x="25" y="15"/>
                    <a:pt x="24" y="17"/>
                    <a:pt x="23" y="16"/>
                  </a:cubicBezTo>
                  <a:cubicBezTo>
                    <a:pt x="22" y="15"/>
                    <a:pt x="21" y="14"/>
                    <a:pt x="19" y="14"/>
                  </a:cubicBezTo>
                  <a:cubicBezTo>
                    <a:pt x="18" y="14"/>
                    <a:pt x="15" y="15"/>
                    <a:pt x="14" y="16"/>
                  </a:cubicBezTo>
                  <a:cubicBezTo>
                    <a:pt x="12" y="17"/>
                    <a:pt x="13" y="18"/>
                    <a:pt x="10" y="17"/>
                  </a:cubicBezTo>
                  <a:cubicBezTo>
                    <a:pt x="8" y="16"/>
                    <a:pt x="7" y="17"/>
                    <a:pt x="5" y="17"/>
                  </a:cubicBezTo>
                  <a:cubicBezTo>
                    <a:pt x="4" y="18"/>
                    <a:pt x="0" y="18"/>
                    <a:pt x="0" y="19"/>
                  </a:cubicBezTo>
                  <a:cubicBezTo>
                    <a:pt x="0" y="21"/>
                    <a:pt x="9" y="19"/>
                    <a:pt x="9" y="20"/>
                  </a:cubicBezTo>
                  <a:cubicBezTo>
                    <a:pt x="9" y="21"/>
                    <a:pt x="6" y="21"/>
                    <a:pt x="5" y="22"/>
                  </a:cubicBezTo>
                  <a:cubicBezTo>
                    <a:pt x="5" y="21"/>
                    <a:pt x="10" y="21"/>
                    <a:pt x="11" y="21"/>
                  </a:cubicBezTo>
                  <a:cubicBezTo>
                    <a:pt x="12" y="21"/>
                    <a:pt x="17" y="21"/>
                    <a:pt x="17" y="21"/>
                  </a:cubicBezTo>
                  <a:cubicBezTo>
                    <a:pt x="17" y="21"/>
                    <a:pt x="15" y="22"/>
                    <a:pt x="14" y="22"/>
                  </a:cubicBezTo>
                  <a:cubicBezTo>
                    <a:pt x="12" y="22"/>
                    <a:pt x="11" y="22"/>
                    <a:pt x="9" y="24"/>
                  </a:cubicBezTo>
                  <a:cubicBezTo>
                    <a:pt x="5" y="26"/>
                    <a:pt x="12" y="26"/>
                    <a:pt x="13" y="26"/>
                  </a:cubicBezTo>
                  <a:cubicBezTo>
                    <a:pt x="17" y="27"/>
                    <a:pt x="20" y="27"/>
                    <a:pt x="24" y="26"/>
                  </a:cubicBezTo>
                  <a:cubicBezTo>
                    <a:pt x="26" y="25"/>
                    <a:pt x="31" y="22"/>
                    <a:pt x="34" y="24"/>
                  </a:cubicBezTo>
                  <a:cubicBezTo>
                    <a:pt x="34" y="24"/>
                    <a:pt x="29" y="26"/>
                    <a:pt x="29" y="26"/>
                  </a:cubicBezTo>
                  <a:cubicBezTo>
                    <a:pt x="27" y="26"/>
                    <a:pt x="25" y="26"/>
                    <a:pt x="23" y="27"/>
                  </a:cubicBezTo>
                  <a:cubicBezTo>
                    <a:pt x="22" y="27"/>
                    <a:pt x="20" y="27"/>
                    <a:pt x="18" y="27"/>
                  </a:cubicBezTo>
                  <a:cubicBezTo>
                    <a:pt x="16" y="28"/>
                    <a:pt x="14" y="27"/>
                    <a:pt x="12" y="28"/>
                  </a:cubicBezTo>
                  <a:cubicBezTo>
                    <a:pt x="13" y="28"/>
                    <a:pt x="16" y="29"/>
                    <a:pt x="16" y="29"/>
                  </a:cubicBezTo>
                  <a:cubicBezTo>
                    <a:pt x="17" y="30"/>
                    <a:pt x="18" y="31"/>
                    <a:pt x="20" y="31"/>
                  </a:cubicBezTo>
                  <a:cubicBezTo>
                    <a:pt x="24" y="31"/>
                    <a:pt x="26" y="28"/>
                    <a:pt x="30" y="27"/>
                  </a:cubicBezTo>
                  <a:cubicBezTo>
                    <a:pt x="31" y="27"/>
                    <a:pt x="44" y="26"/>
                    <a:pt x="44" y="25"/>
                  </a:cubicBezTo>
                  <a:cubicBezTo>
                    <a:pt x="44" y="26"/>
                    <a:pt x="38" y="26"/>
                    <a:pt x="37" y="26"/>
                  </a:cubicBezTo>
                  <a:cubicBezTo>
                    <a:pt x="34" y="27"/>
                    <a:pt x="29" y="28"/>
                    <a:pt x="26" y="30"/>
                  </a:cubicBezTo>
                  <a:cubicBezTo>
                    <a:pt x="23" y="33"/>
                    <a:pt x="32" y="32"/>
                    <a:pt x="33" y="32"/>
                  </a:cubicBezTo>
                  <a:cubicBezTo>
                    <a:pt x="35" y="32"/>
                    <a:pt x="37" y="33"/>
                    <a:pt x="39" y="31"/>
                  </a:cubicBezTo>
                  <a:cubicBezTo>
                    <a:pt x="40" y="31"/>
                    <a:pt x="40" y="30"/>
                    <a:pt x="40" y="29"/>
                  </a:cubicBezTo>
                  <a:cubicBezTo>
                    <a:pt x="41" y="29"/>
                    <a:pt x="42" y="29"/>
                    <a:pt x="42" y="30"/>
                  </a:cubicBezTo>
                  <a:cubicBezTo>
                    <a:pt x="42" y="30"/>
                    <a:pt x="42" y="30"/>
                    <a:pt x="41" y="30"/>
                  </a:cubicBezTo>
                  <a:cubicBezTo>
                    <a:pt x="43" y="30"/>
                    <a:pt x="48" y="28"/>
                    <a:pt x="50" y="29"/>
                  </a:cubicBezTo>
                  <a:cubicBezTo>
                    <a:pt x="49" y="28"/>
                    <a:pt x="44" y="32"/>
                    <a:pt x="43" y="32"/>
                  </a:cubicBezTo>
                  <a:cubicBezTo>
                    <a:pt x="44" y="33"/>
                    <a:pt x="50" y="31"/>
                    <a:pt x="52" y="31"/>
                  </a:cubicBezTo>
                  <a:cubicBezTo>
                    <a:pt x="55" y="31"/>
                    <a:pt x="58" y="30"/>
                    <a:pt x="61" y="28"/>
                  </a:cubicBezTo>
                  <a:cubicBezTo>
                    <a:pt x="62" y="27"/>
                    <a:pt x="62" y="25"/>
                    <a:pt x="62" y="25"/>
                  </a:cubicBezTo>
                  <a:cubicBezTo>
                    <a:pt x="64" y="25"/>
                    <a:pt x="64" y="25"/>
                    <a:pt x="65" y="24"/>
                  </a:cubicBezTo>
                  <a:cubicBezTo>
                    <a:pt x="66" y="24"/>
                    <a:pt x="73" y="20"/>
                    <a:pt x="73" y="21"/>
                  </a:cubicBezTo>
                  <a:cubicBezTo>
                    <a:pt x="73" y="21"/>
                    <a:pt x="69" y="24"/>
                    <a:pt x="69" y="24"/>
                  </a:cubicBezTo>
                  <a:cubicBezTo>
                    <a:pt x="68" y="25"/>
                    <a:pt x="64" y="27"/>
                    <a:pt x="64" y="28"/>
                  </a:cubicBezTo>
                  <a:cubicBezTo>
                    <a:pt x="64" y="29"/>
                    <a:pt x="75" y="28"/>
                    <a:pt x="75" y="29"/>
                  </a:cubicBezTo>
                  <a:cubicBezTo>
                    <a:pt x="75" y="28"/>
                    <a:pt x="60" y="32"/>
                    <a:pt x="60" y="31"/>
                  </a:cubicBezTo>
                  <a:cubicBezTo>
                    <a:pt x="60" y="31"/>
                    <a:pt x="69" y="32"/>
                    <a:pt x="68" y="32"/>
                  </a:cubicBezTo>
                  <a:cubicBezTo>
                    <a:pt x="68" y="33"/>
                    <a:pt x="64" y="33"/>
                    <a:pt x="63" y="33"/>
                  </a:cubicBezTo>
                  <a:cubicBezTo>
                    <a:pt x="61" y="33"/>
                    <a:pt x="58" y="33"/>
                    <a:pt x="56" y="34"/>
                  </a:cubicBezTo>
                  <a:cubicBezTo>
                    <a:pt x="52" y="34"/>
                    <a:pt x="48" y="34"/>
                    <a:pt x="44" y="35"/>
                  </a:cubicBezTo>
                  <a:cubicBezTo>
                    <a:pt x="43" y="35"/>
                    <a:pt x="43" y="36"/>
                    <a:pt x="45" y="36"/>
                  </a:cubicBezTo>
                  <a:cubicBezTo>
                    <a:pt x="46" y="37"/>
                    <a:pt x="49" y="38"/>
                    <a:pt x="50" y="39"/>
                  </a:cubicBezTo>
                  <a:cubicBezTo>
                    <a:pt x="52" y="41"/>
                    <a:pt x="50" y="43"/>
                    <a:pt x="53" y="43"/>
                  </a:cubicBezTo>
                  <a:cubicBezTo>
                    <a:pt x="54" y="42"/>
                    <a:pt x="57" y="43"/>
                    <a:pt x="58" y="42"/>
                  </a:cubicBezTo>
                  <a:cubicBezTo>
                    <a:pt x="49" y="47"/>
                    <a:pt x="44" y="36"/>
                    <a:pt x="37" y="36"/>
                  </a:cubicBezTo>
                  <a:cubicBezTo>
                    <a:pt x="35" y="36"/>
                    <a:pt x="26" y="34"/>
                    <a:pt x="26" y="36"/>
                  </a:cubicBezTo>
                  <a:cubicBezTo>
                    <a:pt x="26" y="36"/>
                    <a:pt x="25" y="38"/>
                    <a:pt x="25" y="38"/>
                  </a:cubicBezTo>
                  <a:cubicBezTo>
                    <a:pt x="26" y="38"/>
                    <a:pt x="32" y="38"/>
                    <a:pt x="32" y="39"/>
                  </a:cubicBezTo>
                  <a:cubicBezTo>
                    <a:pt x="32" y="39"/>
                    <a:pt x="26" y="39"/>
                    <a:pt x="26" y="41"/>
                  </a:cubicBezTo>
                  <a:cubicBezTo>
                    <a:pt x="26" y="42"/>
                    <a:pt x="32" y="42"/>
                    <a:pt x="34" y="43"/>
                  </a:cubicBezTo>
                  <a:cubicBezTo>
                    <a:pt x="35" y="44"/>
                    <a:pt x="36" y="45"/>
                    <a:pt x="37" y="46"/>
                  </a:cubicBezTo>
                  <a:cubicBezTo>
                    <a:pt x="38" y="48"/>
                    <a:pt x="40" y="49"/>
                    <a:pt x="42" y="50"/>
                  </a:cubicBezTo>
                  <a:cubicBezTo>
                    <a:pt x="44" y="51"/>
                    <a:pt x="45" y="51"/>
                    <a:pt x="47" y="50"/>
                  </a:cubicBezTo>
                  <a:cubicBezTo>
                    <a:pt x="48" y="50"/>
                    <a:pt x="50" y="49"/>
                    <a:pt x="51" y="50"/>
                  </a:cubicBezTo>
                  <a:cubicBezTo>
                    <a:pt x="51" y="50"/>
                    <a:pt x="50" y="52"/>
                    <a:pt x="50" y="52"/>
                  </a:cubicBezTo>
                  <a:cubicBezTo>
                    <a:pt x="48" y="52"/>
                    <a:pt x="45" y="51"/>
                    <a:pt x="44" y="52"/>
                  </a:cubicBezTo>
                  <a:cubicBezTo>
                    <a:pt x="44" y="51"/>
                    <a:pt x="48" y="54"/>
                    <a:pt x="48" y="54"/>
                  </a:cubicBezTo>
                  <a:cubicBezTo>
                    <a:pt x="48" y="55"/>
                    <a:pt x="43" y="53"/>
                    <a:pt x="43" y="53"/>
                  </a:cubicBezTo>
                  <a:cubicBezTo>
                    <a:pt x="40" y="51"/>
                    <a:pt x="38" y="51"/>
                    <a:pt x="35" y="51"/>
                  </a:cubicBezTo>
                  <a:cubicBezTo>
                    <a:pt x="33" y="51"/>
                    <a:pt x="32" y="51"/>
                    <a:pt x="30" y="52"/>
                  </a:cubicBezTo>
                  <a:cubicBezTo>
                    <a:pt x="28" y="53"/>
                    <a:pt x="27" y="52"/>
                    <a:pt x="26" y="53"/>
                  </a:cubicBezTo>
                  <a:cubicBezTo>
                    <a:pt x="25" y="54"/>
                    <a:pt x="25" y="55"/>
                    <a:pt x="23" y="55"/>
                  </a:cubicBezTo>
                  <a:cubicBezTo>
                    <a:pt x="22" y="56"/>
                    <a:pt x="21" y="59"/>
                    <a:pt x="23" y="59"/>
                  </a:cubicBezTo>
                  <a:cubicBezTo>
                    <a:pt x="25" y="59"/>
                    <a:pt x="27" y="58"/>
                    <a:pt x="27" y="59"/>
                  </a:cubicBezTo>
                  <a:cubicBezTo>
                    <a:pt x="28" y="61"/>
                    <a:pt x="32" y="60"/>
                    <a:pt x="32" y="59"/>
                  </a:cubicBezTo>
                  <a:cubicBezTo>
                    <a:pt x="33" y="59"/>
                    <a:pt x="35" y="56"/>
                    <a:pt x="35" y="55"/>
                  </a:cubicBezTo>
                  <a:cubicBezTo>
                    <a:pt x="35" y="56"/>
                    <a:pt x="35" y="56"/>
                    <a:pt x="35" y="57"/>
                  </a:cubicBezTo>
                  <a:cubicBezTo>
                    <a:pt x="35" y="57"/>
                    <a:pt x="36" y="57"/>
                    <a:pt x="36" y="57"/>
                  </a:cubicBezTo>
                  <a:cubicBezTo>
                    <a:pt x="36" y="57"/>
                    <a:pt x="35" y="58"/>
                    <a:pt x="35" y="59"/>
                  </a:cubicBezTo>
                  <a:cubicBezTo>
                    <a:pt x="35" y="59"/>
                    <a:pt x="35" y="59"/>
                    <a:pt x="36" y="59"/>
                  </a:cubicBezTo>
                  <a:cubicBezTo>
                    <a:pt x="36" y="59"/>
                    <a:pt x="33" y="60"/>
                    <a:pt x="34" y="60"/>
                  </a:cubicBezTo>
                  <a:cubicBezTo>
                    <a:pt x="34" y="60"/>
                    <a:pt x="34" y="60"/>
                    <a:pt x="34" y="60"/>
                  </a:cubicBezTo>
                  <a:cubicBezTo>
                    <a:pt x="34" y="61"/>
                    <a:pt x="31" y="60"/>
                    <a:pt x="30" y="61"/>
                  </a:cubicBezTo>
                  <a:cubicBezTo>
                    <a:pt x="31" y="61"/>
                    <a:pt x="35" y="61"/>
                    <a:pt x="36" y="62"/>
                  </a:cubicBezTo>
                  <a:cubicBezTo>
                    <a:pt x="36" y="62"/>
                    <a:pt x="31" y="65"/>
                    <a:pt x="32" y="65"/>
                  </a:cubicBezTo>
                  <a:cubicBezTo>
                    <a:pt x="32" y="66"/>
                    <a:pt x="37" y="65"/>
                    <a:pt x="37" y="65"/>
                  </a:cubicBezTo>
                  <a:cubicBezTo>
                    <a:pt x="37" y="65"/>
                    <a:pt x="36" y="65"/>
                    <a:pt x="36" y="65"/>
                  </a:cubicBezTo>
                  <a:cubicBezTo>
                    <a:pt x="36" y="66"/>
                    <a:pt x="41" y="65"/>
                    <a:pt x="42" y="64"/>
                  </a:cubicBezTo>
                  <a:cubicBezTo>
                    <a:pt x="42" y="64"/>
                    <a:pt x="46" y="59"/>
                    <a:pt x="47" y="60"/>
                  </a:cubicBezTo>
                  <a:cubicBezTo>
                    <a:pt x="48" y="61"/>
                    <a:pt x="40" y="67"/>
                    <a:pt x="38" y="68"/>
                  </a:cubicBezTo>
                  <a:cubicBezTo>
                    <a:pt x="35" y="68"/>
                    <a:pt x="33" y="68"/>
                    <a:pt x="30" y="66"/>
                  </a:cubicBezTo>
                  <a:cubicBezTo>
                    <a:pt x="28" y="65"/>
                    <a:pt x="28" y="63"/>
                    <a:pt x="26" y="63"/>
                  </a:cubicBezTo>
                  <a:cubicBezTo>
                    <a:pt x="24" y="62"/>
                    <a:pt x="22" y="62"/>
                    <a:pt x="20" y="62"/>
                  </a:cubicBezTo>
                  <a:cubicBezTo>
                    <a:pt x="17" y="62"/>
                    <a:pt x="17" y="63"/>
                    <a:pt x="19" y="65"/>
                  </a:cubicBezTo>
                  <a:cubicBezTo>
                    <a:pt x="20" y="66"/>
                    <a:pt x="20" y="67"/>
                    <a:pt x="22" y="67"/>
                  </a:cubicBezTo>
                  <a:cubicBezTo>
                    <a:pt x="25" y="67"/>
                    <a:pt x="22" y="67"/>
                    <a:pt x="22" y="68"/>
                  </a:cubicBezTo>
                  <a:cubicBezTo>
                    <a:pt x="22" y="68"/>
                    <a:pt x="26" y="70"/>
                    <a:pt x="26" y="7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57" name="Freeform 604">
              <a:extLst>
                <a:ext uri="{FF2B5EF4-FFF2-40B4-BE49-F238E27FC236}">
                  <a16:creationId xmlns:a16="http://schemas.microsoft.com/office/drawing/2014/main" id="{FE636549-DF3B-9545-128B-D9EDD54CC0D2}"/>
                </a:ext>
              </a:extLst>
            </p:cNvPr>
            <p:cNvSpPr>
              <a:spLocks/>
            </p:cNvSpPr>
            <p:nvPr/>
          </p:nvSpPr>
          <p:spPr bwMode="auto">
            <a:xfrm>
              <a:off x="8101466" y="4187857"/>
              <a:ext cx="130574" cy="47785"/>
            </a:xfrm>
            <a:custGeom>
              <a:avLst/>
              <a:gdLst>
                <a:gd name="T0" fmla="*/ 13 w 14"/>
                <a:gd name="T1" fmla="*/ 4 h 5"/>
                <a:gd name="T2" fmla="*/ 11 w 14"/>
                <a:gd name="T3" fmla="*/ 2 h 5"/>
                <a:gd name="T4" fmla="*/ 8 w 14"/>
                <a:gd name="T5" fmla="*/ 2 h 5"/>
                <a:gd name="T6" fmla="*/ 1 w 14"/>
                <a:gd name="T7" fmla="*/ 1 h 5"/>
                <a:gd name="T8" fmla="*/ 2 w 14"/>
                <a:gd name="T9" fmla="*/ 2 h 5"/>
                <a:gd name="T10" fmla="*/ 0 w 14"/>
                <a:gd name="T11" fmla="*/ 3 h 5"/>
                <a:gd name="T12" fmla="*/ 3 w 14"/>
                <a:gd name="T13" fmla="*/ 3 h 5"/>
                <a:gd name="T14" fmla="*/ 8 w 14"/>
                <a:gd name="T15" fmla="*/ 4 h 5"/>
                <a:gd name="T16" fmla="*/ 13 w 14"/>
                <a:gd name="T17" fmla="*/ 4 h 5"/>
                <a:gd name="T18" fmla="*/ 13 w 1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3" y="4"/>
                  </a:moveTo>
                  <a:cubicBezTo>
                    <a:pt x="12" y="3"/>
                    <a:pt x="13" y="3"/>
                    <a:pt x="11" y="2"/>
                  </a:cubicBezTo>
                  <a:cubicBezTo>
                    <a:pt x="10" y="2"/>
                    <a:pt x="9" y="2"/>
                    <a:pt x="8" y="2"/>
                  </a:cubicBezTo>
                  <a:cubicBezTo>
                    <a:pt x="7" y="2"/>
                    <a:pt x="2" y="0"/>
                    <a:pt x="1" y="1"/>
                  </a:cubicBezTo>
                  <a:cubicBezTo>
                    <a:pt x="1" y="1"/>
                    <a:pt x="3" y="2"/>
                    <a:pt x="2" y="2"/>
                  </a:cubicBezTo>
                  <a:cubicBezTo>
                    <a:pt x="2" y="3"/>
                    <a:pt x="0" y="4"/>
                    <a:pt x="0" y="3"/>
                  </a:cubicBezTo>
                  <a:cubicBezTo>
                    <a:pt x="0" y="4"/>
                    <a:pt x="2" y="3"/>
                    <a:pt x="3" y="3"/>
                  </a:cubicBezTo>
                  <a:cubicBezTo>
                    <a:pt x="4" y="3"/>
                    <a:pt x="6" y="4"/>
                    <a:pt x="8" y="4"/>
                  </a:cubicBezTo>
                  <a:cubicBezTo>
                    <a:pt x="9" y="4"/>
                    <a:pt x="13" y="4"/>
                    <a:pt x="13" y="4"/>
                  </a:cubicBezTo>
                  <a:cubicBezTo>
                    <a:pt x="12" y="3"/>
                    <a:pt x="14" y="5"/>
                    <a:pt x="13"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58" name="Freeform 605">
              <a:extLst>
                <a:ext uri="{FF2B5EF4-FFF2-40B4-BE49-F238E27FC236}">
                  <a16:creationId xmlns:a16="http://schemas.microsoft.com/office/drawing/2014/main" id="{E38254E2-16BB-32BC-7CA8-63011FFA98EB}"/>
                </a:ext>
              </a:extLst>
            </p:cNvPr>
            <p:cNvSpPr>
              <a:spLocks/>
            </p:cNvSpPr>
            <p:nvPr/>
          </p:nvSpPr>
          <p:spPr bwMode="auto">
            <a:xfrm>
              <a:off x="7738407" y="4226081"/>
              <a:ext cx="54142" cy="19114"/>
            </a:xfrm>
            <a:custGeom>
              <a:avLst/>
              <a:gdLst>
                <a:gd name="T0" fmla="*/ 5 w 6"/>
                <a:gd name="T1" fmla="*/ 1 h 2"/>
                <a:gd name="T2" fmla="*/ 2 w 6"/>
                <a:gd name="T3" fmla="*/ 0 h 2"/>
                <a:gd name="T4" fmla="*/ 5 w 6"/>
                <a:gd name="T5" fmla="*/ 1 h 2"/>
              </a:gdLst>
              <a:ahLst/>
              <a:cxnLst>
                <a:cxn ang="0">
                  <a:pos x="T0" y="T1"/>
                </a:cxn>
                <a:cxn ang="0">
                  <a:pos x="T2" y="T3"/>
                </a:cxn>
                <a:cxn ang="0">
                  <a:pos x="T4" y="T5"/>
                </a:cxn>
              </a:cxnLst>
              <a:rect l="0" t="0" r="r" b="b"/>
              <a:pathLst>
                <a:path w="6" h="2">
                  <a:moveTo>
                    <a:pt x="5" y="1"/>
                  </a:moveTo>
                  <a:cubicBezTo>
                    <a:pt x="4" y="2"/>
                    <a:pt x="0" y="0"/>
                    <a:pt x="2" y="0"/>
                  </a:cubicBezTo>
                  <a:cubicBezTo>
                    <a:pt x="3" y="0"/>
                    <a:pt x="6" y="1"/>
                    <a:pt x="5"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59" name="Freeform 606">
              <a:extLst>
                <a:ext uri="{FF2B5EF4-FFF2-40B4-BE49-F238E27FC236}">
                  <a16:creationId xmlns:a16="http://schemas.microsoft.com/office/drawing/2014/main" id="{C2A6051A-7FA3-FB7C-ACE8-BCD6B62EE540}"/>
                </a:ext>
              </a:extLst>
            </p:cNvPr>
            <p:cNvSpPr>
              <a:spLocks/>
            </p:cNvSpPr>
            <p:nvPr/>
          </p:nvSpPr>
          <p:spPr bwMode="auto">
            <a:xfrm>
              <a:off x="7980446" y="4515968"/>
              <a:ext cx="54142" cy="28672"/>
            </a:xfrm>
            <a:custGeom>
              <a:avLst/>
              <a:gdLst>
                <a:gd name="T0" fmla="*/ 4 w 6"/>
                <a:gd name="T1" fmla="*/ 1 h 3"/>
                <a:gd name="T2" fmla="*/ 1 w 6"/>
                <a:gd name="T3" fmla="*/ 2 h 3"/>
                <a:gd name="T4" fmla="*/ 4 w 6"/>
                <a:gd name="T5" fmla="*/ 1 h 3"/>
              </a:gdLst>
              <a:ahLst/>
              <a:cxnLst>
                <a:cxn ang="0">
                  <a:pos x="T0" y="T1"/>
                </a:cxn>
                <a:cxn ang="0">
                  <a:pos x="T2" y="T3"/>
                </a:cxn>
                <a:cxn ang="0">
                  <a:pos x="T4" y="T5"/>
                </a:cxn>
              </a:cxnLst>
              <a:rect l="0" t="0" r="r" b="b"/>
              <a:pathLst>
                <a:path w="6" h="3">
                  <a:moveTo>
                    <a:pt x="4" y="1"/>
                  </a:moveTo>
                  <a:cubicBezTo>
                    <a:pt x="3" y="0"/>
                    <a:pt x="0" y="2"/>
                    <a:pt x="1" y="2"/>
                  </a:cubicBezTo>
                  <a:cubicBezTo>
                    <a:pt x="2" y="3"/>
                    <a:pt x="6" y="1"/>
                    <a:pt x="4"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60" name="Freeform 607">
              <a:extLst>
                <a:ext uri="{FF2B5EF4-FFF2-40B4-BE49-F238E27FC236}">
                  <a16:creationId xmlns:a16="http://schemas.microsoft.com/office/drawing/2014/main" id="{8CA95AF9-642A-0D0C-27D7-6913AC73D9FA}"/>
                </a:ext>
              </a:extLst>
            </p:cNvPr>
            <p:cNvSpPr>
              <a:spLocks/>
            </p:cNvSpPr>
            <p:nvPr/>
          </p:nvSpPr>
          <p:spPr bwMode="auto">
            <a:xfrm>
              <a:off x="4805282" y="5815671"/>
              <a:ext cx="47770" cy="38227"/>
            </a:xfrm>
            <a:custGeom>
              <a:avLst/>
              <a:gdLst>
                <a:gd name="T0" fmla="*/ 4 w 5"/>
                <a:gd name="T1" fmla="*/ 1 h 4"/>
                <a:gd name="T2" fmla="*/ 1 w 5"/>
                <a:gd name="T3" fmla="*/ 4 h 4"/>
                <a:gd name="T4" fmla="*/ 4 w 5"/>
                <a:gd name="T5" fmla="*/ 1 h 4"/>
              </a:gdLst>
              <a:ahLst/>
              <a:cxnLst>
                <a:cxn ang="0">
                  <a:pos x="T0" y="T1"/>
                </a:cxn>
                <a:cxn ang="0">
                  <a:pos x="T2" y="T3"/>
                </a:cxn>
                <a:cxn ang="0">
                  <a:pos x="T4" y="T5"/>
                </a:cxn>
              </a:cxnLst>
              <a:rect l="0" t="0" r="r" b="b"/>
              <a:pathLst>
                <a:path w="5" h="4">
                  <a:moveTo>
                    <a:pt x="4" y="1"/>
                  </a:moveTo>
                  <a:cubicBezTo>
                    <a:pt x="3" y="0"/>
                    <a:pt x="0" y="4"/>
                    <a:pt x="1" y="4"/>
                  </a:cubicBezTo>
                  <a:cubicBezTo>
                    <a:pt x="1" y="4"/>
                    <a:pt x="5" y="1"/>
                    <a:pt x="4"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61" name="Freeform 608">
              <a:extLst>
                <a:ext uri="{FF2B5EF4-FFF2-40B4-BE49-F238E27FC236}">
                  <a16:creationId xmlns:a16="http://schemas.microsoft.com/office/drawing/2014/main" id="{32A94AA9-78C4-4E17-9E2C-054328CAD591}"/>
                </a:ext>
              </a:extLst>
            </p:cNvPr>
            <p:cNvSpPr>
              <a:spLocks/>
            </p:cNvSpPr>
            <p:nvPr/>
          </p:nvSpPr>
          <p:spPr bwMode="auto">
            <a:xfrm>
              <a:off x="4872164" y="5806113"/>
              <a:ext cx="9556" cy="9558"/>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62" name="Freeform 609">
              <a:extLst>
                <a:ext uri="{FF2B5EF4-FFF2-40B4-BE49-F238E27FC236}">
                  <a16:creationId xmlns:a16="http://schemas.microsoft.com/office/drawing/2014/main" id="{56B6310C-1E6A-5E01-5E2C-64507E3422ED}"/>
                </a:ext>
              </a:extLst>
            </p:cNvPr>
            <p:cNvSpPr>
              <a:spLocks/>
            </p:cNvSpPr>
            <p:nvPr/>
          </p:nvSpPr>
          <p:spPr bwMode="auto">
            <a:xfrm>
              <a:off x="3919931" y="5815671"/>
              <a:ext cx="63695" cy="57338"/>
            </a:xfrm>
            <a:custGeom>
              <a:avLst/>
              <a:gdLst>
                <a:gd name="T0" fmla="*/ 5 w 7"/>
                <a:gd name="T1" fmla="*/ 2 h 6"/>
                <a:gd name="T2" fmla="*/ 1 w 7"/>
                <a:gd name="T3" fmla="*/ 2 h 6"/>
                <a:gd name="T4" fmla="*/ 5 w 7"/>
                <a:gd name="T5" fmla="*/ 2 h 6"/>
                <a:gd name="T6" fmla="*/ 5 w 7"/>
                <a:gd name="T7" fmla="*/ 2 h 6"/>
              </a:gdLst>
              <a:ahLst/>
              <a:cxnLst>
                <a:cxn ang="0">
                  <a:pos x="T0" y="T1"/>
                </a:cxn>
                <a:cxn ang="0">
                  <a:pos x="T2" y="T3"/>
                </a:cxn>
                <a:cxn ang="0">
                  <a:pos x="T4" y="T5"/>
                </a:cxn>
                <a:cxn ang="0">
                  <a:pos x="T6" y="T7"/>
                </a:cxn>
              </a:cxnLst>
              <a:rect l="0" t="0" r="r" b="b"/>
              <a:pathLst>
                <a:path w="7" h="6">
                  <a:moveTo>
                    <a:pt x="5" y="2"/>
                  </a:moveTo>
                  <a:cubicBezTo>
                    <a:pt x="7" y="0"/>
                    <a:pt x="2" y="0"/>
                    <a:pt x="1" y="2"/>
                  </a:cubicBezTo>
                  <a:cubicBezTo>
                    <a:pt x="0" y="3"/>
                    <a:pt x="4" y="5"/>
                    <a:pt x="5" y="2"/>
                  </a:cubicBezTo>
                  <a:cubicBezTo>
                    <a:pt x="6" y="1"/>
                    <a:pt x="3" y="6"/>
                    <a:pt x="5"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63" name="Freeform 610">
              <a:extLst>
                <a:ext uri="{FF2B5EF4-FFF2-40B4-BE49-F238E27FC236}">
                  <a16:creationId xmlns:a16="http://schemas.microsoft.com/office/drawing/2014/main" id="{42FB3D40-221F-561E-7737-ED3DE28765B9}"/>
                </a:ext>
              </a:extLst>
            </p:cNvPr>
            <p:cNvSpPr>
              <a:spLocks/>
            </p:cNvSpPr>
            <p:nvPr/>
          </p:nvSpPr>
          <p:spPr bwMode="auto">
            <a:xfrm>
              <a:off x="17661981" y="9138193"/>
              <a:ext cx="19109" cy="9558"/>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2" y="1"/>
                    <a:pt x="0" y="0"/>
                    <a:pt x="0" y="0"/>
                  </a:cubicBezTo>
                  <a:cubicBezTo>
                    <a:pt x="1" y="0"/>
                    <a:pt x="2" y="0"/>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64" name="Freeform 611">
              <a:extLst>
                <a:ext uri="{FF2B5EF4-FFF2-40B4-BE49-F238E27FC236}">
                  <a16:creationId xmlns:a16="http://schemas.microsoft.com/office/drawing/2014/main" id="{E1B48894-D5A8-B7CE-9B12-0127CA708109}"/>
                </a:ext>
              </a:extLst>
            </p:cNvPr>
            <p:cNvSpPr>
              <a:spLocks/>
            </p:cNvSpPr>
            <p:nvPr/>
          </p:nvSpPr>
          <p:spPr bwMode="auto">
            <a:xfrm>
              <a:off x="17540962" y="9119079"/>
              <a:ext cx="19109" cy="19114"/>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2" y="1"/>
                    <a:pt x="0" y="2"/>
                    <a:pt x="0" y="1"/>
                  </a:cubicBezTo>
                  <a:cubicBezTo>
                    <a:pt x="0" y="0"/>
                    <a:pt x="2" y="0"/>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65" name="Freeform 612">
              <a:extLst>
                <a:ext uri="{FF2B5EF4-FFF2-40B4-BE49-F238E27FC236}">
                  <a16:creationId xmlns:a16="http://schemas.microsoft.com/office/drawing/2014/main" id="{D247C295-0FB1-34F8-EE92-285E5674CF8D}"/>
                </a:ext>
              </a:extLst>
            </p:cNvPr>
            <p:cNvSpPr>
              <a:spLocks/>
            </p:cNvSpPr>
            <p:nvPr/>
          </p:nvSpPr>
          <p:spPr bwMode="auto">
            <a:xfrm>
              <a:off x="17961345" y="10785121"/>
              <a:ext cx="63695" cy="47785"/>
            </a:xfrm>
            <a:custGeom>
              <a:avLst/>
              <a:gdLst>
                <a:gd name="T0" fmla="*/ 6 w 7"/>
                <a:gd name="T1" fmla="*/ 2 h 5"/>
                <a:gd name="T2" fmla="*/ 1 w 7"/>
                <a:gd name="T3" fmla="*/ 2 h 5"/>
                <a:gd name="T4" fmla="*/ 6 w 7"/>
                <a:gd name="T5" fmla="*/ 2 h 5"/>
              </a:gdLst>
              <a:ahLst/>
              <a:cxnLst>
                <a:cxn ang="0">
                  <a:pos x="T0" y="T1"/>
                </a:cxn>
                <a:cxn ang="0">
                  <a:pos x="T2" y="T3"/>
                </a:cxn>
                <a:cxn ang="0">
                  <a:pos x="T4" y="T5"/>
                </a:cxn>
              </a:cxnLst>
              <a:rect l="0" t="0" r="r" b="b"/>
              <a:pathLst>
                <a:path w="7" h="5">
                  <a:moveTo>
                    <a:pt x="6" y="2"/>
                  </a:moveTo>
                  <a:cubicBezTo>
                    <a:pt x="7" y="0"/>
                    <a:pt x="0" y="1"/>
                    <a:pt x="1" y="2"/>
                  </a:cubicBezTo>
                  <a:cubicBezTo>
                    <a:pt x="1" y="3"/>
                    <a:pt x="5" y="5"/>
                    <a:pt x="6"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66" name="Rectangle 613">
              <a:extLst>
                <a:ext uri="{FF2B5EF4-FFF2-40B4-BE49-F238E27FC236}">
                  <a16:creationId xmlns:a16="http://schemas.microsoft.com/office/drawing/2014/main" id="{64ABFA2C-D379-4E2B-9AB2-EA18D05C2C71}"/>
                </a:ext>
              </a:extLst>
            </p:cNvPr>
            <p:cNvSpPr>
              <a:spLocks noChangeArrowheads="1"/>
            </p:cNvSpPr>
            <p:nvPr/>
          </p:nvSpPr>
          <p:spPr bwMode="auto">
            <a:xfrm>
              <a:off x="12451788" y="5197675"/>
              <a:ext cx="3187" cy="3188"/>
            </a:xfrm>
            <a:prstGeom prst="rect">
              <a:avLst/>
            </a:pr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67" name="Freeform 614">
              <a:extLst>
                <a:ext uri="{FF2B5EF4-FFF2-40B4-BE49-F238E27FC236}">
                  <a16:creationId xmlns:a16="http://schemas.microsoft.com/office/drawing/2014/main" id="{78A20554-C871-2281-D584-F159DC29AA46}"/>
                </a:ext>
              </a:extLst>
            </p:cNvPr>
            <p:cNvSpPr>
              <a:spLocks/>
            </p:cNvSpPr>
            <p:nvPr/>
          </p:nvSpPr>
          <p:spPr bwMode="auto">
            <a:xfrm>
              <a:off x="9257516" y="10504795"/>
              <a:ext cx="95541" cy="82827"/>
            </a:xfrm>
            <a:custGeom>
              <a:avLst/>
              <a:gdLst>
                <a:gd name="T0" fmla="*/ 4 w 10"/>
                <a:gd name="T1" fmla="*/ 4 h 9"/>
                <a:gd name="T2" fmla="*/ 0 w 10"/>
                <a:gd name="T3" fmla="*/ 8 h 9"/>
                <a:gd name="T4" fmla="*/ 2 w 10"/>
                <a:gd name="T5" fmla="*/ 8 h 9"/>
                <a:gd name="T6" fmla="*/ 5 w 10"/>
                <a:gd name="T7" fmla="*/ 5 h 9"/>
                <a:gd name="T8" fmla="*/ 8 w 10"/>
                <a:gd name="T9" fmla="*/ 0 h 9"/>
                <a:gd name="T10" fmla="*/ 4 w 10"/>
                <a:gd name="T11" fmla="*/ 4 h 9"/>
                <a:gd name="T12" fmla="*/ 4 w 10"/>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4" y="4"/>
                  </a:moveTo>
                  <a:cubicBezTo>
                    <a:pt x="4" y="5"/>
                    <a:pt x="1" y="7"/>
                    <a:pt x="0" y="8"/>
                  </a:cubicBezTo>
                  <a:cubicBezTo>
                    <a:pt x="0" y="9"/>
                    <a:pt x="2" y="8"/>
                    <a:pt x="2" y="8"/>
                  </a:cubicBezTo>
                  <a:cubicBezTo>
                    <a:pt x="3" y="7"/>
                    <a:pt x="4" y="6"/>
                    <a:pt x="5" y="5"/>
                  </a:cubicBezTo>
                  <a:cubicBezTo>
                    <a:pt x="6" y="4"/>
                    <a:pt x="10" y="0"/>
                    <a:pt x="8" y="0"/>
                  </a:cubicBezTo>
                  <a:cubicBezTo>
                    <a:pt x="7" y="0"/>
                    <a:pt x="4" y="3"/>
                    <a:pt x="4" y="4"/>
                  </a:cubicBezTo>
                  <a:cubicBezTo>
                    <a:pt x="4" y="5"/>
                    <a:pt x="4" y="3"/>
                    <a:pt x="4"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68" name="Freeform 615">
              <a:extLst>
                <a:ext uri="{FF2B5EF4-FFF2-40B4-BE49-F238E27FC236}">
                  <a16:creationId xmlns:a16="http://schemas.microsoft.com/office/drawing/2014/main" id="{DBB3AA9B-AD03-2DD8-7552-98866202D71F}"/>
                </a:ext>
              </a:extLst>
            </p:cNvPr>
            <p:cNvSpPr>
              <a:spLocks/>
            </p:cNvSpPr>
            <p:nvPr/>
          </p:nvSpPr>
          <p:spPr bwMode="auto">
            <a:xfrm>
              <a:off x="7821211" y="6733109"/>
              <a:ext cx="66879" cy="28672"/>
            </a:xfrm>
            <a:custGeom>
              <a:avLst/>
              <a:gdLst>
                <a:gd name="T0" fmla="*/ 7 w 7"/>
                <a:gd name="T1" fmla="*/ 1 h 3"/>
                <a:gd name="T2" fmla="*/ 1 w 7"/>
                <a:gd name="T3" fmla="*/ 0 h 3"/>
                <a:gd name="T4" fmla="*/ 7 w 7"/>
                <a:gd name="T5" fmla="*/ 1 h 3"/>
              </a:gdLst>
              <a:ahLst/>
              <a:cxnLst>
                <a:cxn ang="0">
                  <a:pos x="T0" y="T1"/>
                </a:cxn>
                <a:cxn ang="0">
                  <a:pos x="T2" y="T3"/>
                </a:cxn>
                <a:cxn ang="0">
                  <a:pos x="T4" y="T5"/>
                </a:cxn>
              </a:cxnLst>
              <a:rect l="0" t="0" r="r" b="b"/>
              <a:pathLst>
                <a:path w="7" h="3">
                  <a:moveTo>
                    <a:pt x="7" y="1"/>
                  </a:moveTo>
                  <a:cubicBezTo>
                    <a:pt x="7" y="0"/>
                    <a:pt x="0" y="0"/>
                    <a:pt x="1" y="0"/>
                  </a:cubicBezTo>
                  <a:cubicBezTo>
                    <a:pt x="2" y="0"/>
                    <a:pt x="6" y="3"/>
                    <a:pt x="7"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69" name="Freeform 616">
              <a:extLst>
                <a:ext uri="{FF2B5EF4-FFF2-40B4-BE49-F238E27FC236}">
                  <a16:creationId xmlns:a16="http://schemas.microsoft.com/office/drawing/2014/main" id="{4A28D8F7-8916-A92C-8516-B1558CD5157A}"/>
                </a:ext>
              </a:extLst>
            </p:cNvPr>
            <p:cNvSpPr>
              <a:spLocks/>
            </p:cNvSpPr>
            <p:nvPr/>
          </p:nvSpPr>
          <p:spPr bwMode="auto">
            <a:xfrm>
              <a:off x="8483629" y="11766268"/>
              <a:ext cx="168791" cy="149721"/>
            </a:xfrm>
            <a:custGeom>
              <a:avLst/>
              <a:gdLst>
                <a:gd name="T0" fmla="*/ 17 w 18"/>
                <a:gd name="T1" fmla="*/ 14 h 16"/>
                <a:gd name="T2" fmla="*/ 8 w 18"/>
                <a:gd name="T3" fmla="*/ 9 h 16"/>
                <a:gd name="T4" fmla="*/ 4 w 18"/>
                <a:gd name="T5" fmla="*/ 5 h 16"/>
                <a:gd name="T6" fmla="*/ 1 w 18"/>
                <a:gd name="T7" fmla="*/ 3 h 16"/>
                <a:gd name="T8" fmla="*/ 2 w 18"/>
                <a:gd name="T9" fmla="*/ 2 h 16"/>
                <a:gd name="T10" fmla="*/ 0 w 18"/>
                <a:gd name="T11" fmla="*/ 0 h 16"/>
                <a:gd name="T12" fmla="*/ 0 w 18"/>
                <a:gd name="T13" fmla="*/ 14 h 16"/>
                <a:gd name="T14" fmla="*/ 7 w 18"/>
                <a:gd name="T15" fmla="*/ 15 h 16"/>
                <a:gd name="T16" fmla="*/ 10 w 18"/>
                <a:gd name="T17" fmla="*/ 16 h 16"/>
                <a:gd name="T18" fmla="*/ 13 w 18"/>
                <a:gd name="T19" fmla="*/ 15 h 16"/>
                <a:gd name="T20" fmla="*/ 18 w 18"/>
                <a:gd name="T21" fmla="*/ 14 h 16"/>
                <a:gd name="T22" fmla="*/ 17 w 1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17" y="14"/>
                  </a:moveTo>
                  <a:cubicBezTo>
                    <a:pt x="13" y="14"/>
                    <a:pt x="11" y="11"/>
                    <a:pt x="8" y="9"/>
                  </a:cubicBezTo>
                  <a:cubicBezTo>
                    <a:pt x="7" y="7"/>
                    <a:pt x="5" y="6"/>
                    <a:pt x="4" y="5"/>
                  </a:cubicBezTo>
                  <a:cubicBezTo>
                    <a:pt x="3" y="5"/>
                    <a:pt x="1" y="4"/>
                    <a:pt x="1" y="3"/>
                  </a:cubicBezTo>
                  <a:cubicBezTo>
                    <a:pt x="1" y="3"/>
                    <a:pt x="2" y="3"/>
                    <a:pt x="2" y="2"/>
                  </a:cubicBezTo>
                  <a:cubicBezTo>
                    <a:pt x="3" y="2"/>
                    <a:pt x="1" y="0"/>
                    <a:pt x="0" y="0"/>
                  </a:cubicBezTo>
                  <a:cubicBezTo>
                    <a:pt x="0" y="5"/>
                    <a:pt x="0" y="10"/>
                    <a:pt x="0" y="14"/>
                  </a:cubicBezTo>
                  <a:cubicBezTo>
                    <a:pt x="0" y="15"/>
                    <a:pt x="6" y="15"/>
                    <a:pt x="7" y="15"/>
                  </a:cubicBezTo>
                  <a:cubicBezTo>
                    <a:pt x="8" y="15"/>
                    <a:pt x="9" y="15"/>
                    <a:pt x="10" y="16"/>
                  </a:cubicBezTo>
                  <a:cubicBezTo>
                    <a:pt x="12" y="16"/>
                    <a:pt x="12" y="16"/>
                    <a:pt x="13" y="15"/>
                  </a:cubicBezTo>
                  <a:cubicBezTo>
                    <a:pt x="14" y="15"/>
                    <a:pt x="18" y="15"/>
                    <a:pt x="18" y="14"/>
                  </a:cubicBezTo>
                  <a:cubicBezTo>
                    <a:pt x="18" y="14"/>
                    <a:pt x="18" y="13"/>
                    <a:pt x="17" y="1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70" name="Freeform 617">
              <a:extLst>
                <a:ext uri="{FF2B5EF4-FFF2-40B4-BE49-F238E27FC236}">
                  <a16:creationId xmlns:a16="http://schemas.microsoft.com/office/drawing/2014/main" id="{3FB1BFD0-5ABC-2230-BA05-10FF0800E316}"/>
                </a:ext>
              </a:extLst>
            </p:cNvPr>
            <p:cNvSpPr>
              <a:spLocks/>
            </p:cNvSpPr>
            <p:nvPr/>
          </p:nvSpPr>
          <p:spPr bwMode="auto">
            <a:xfrm>
              <a:off x="8305288" y="11747159"/>
              <a:ext cx="280256" cy="216615"/>
            </a:xfrm>
            <a:custGeom>
              <a:avLst/>
              <a:gdLst>
                <a:gd name="T0" fmla="*/ 19 w 30"/>
                <a:gd name="T1" fmla="*/ 17 h 23"/>
                <a:gd name="T2" fmla="*/ 19 w 30"/>
                <a:gd name="T3" fmla="*/ 7 h 23"/>
                <a:gd name="T4" fmla="*/ 19 w 30"/>
                <a:gd name="T5" fmla="*/ 3 h 23"/>
                <a:gd name="T6" fmla="*/ 15 w 30"/>
                <a:gd name="T7" fmla="*/ 1 h 23"/>
                <a:gd name="T8" fmla="*/ 12 w 30"/>
                <a:gd name="T9" fmla="*/ 3 h 23"/>
                <a:gd name="T10" fmla="*/ 13 w 30"/>
                <a:gd name="T11" fmla="*/ 6 h 23"/>
                <a:gd name="T12" fmla="*/ 15 w 30"/>
                <a:gd name="T13" fmla="*/ 6 h 23"/>
                <a:gd name="T14" fmla="*/ 14 w 30"/>
                <a:gd name="T15" fmla="*/ 8 h 23"/>
                <a:gd name="T16" fmla="*/ 13 w 30"/>
                <a:gd name="T17" fmla="*/ 11 h 23"/>
                <a:gd name="T18" fmla="*/ 16 w 30"/>
                <a:gd name="T19" fmla="*/ 13 h 23"/>
                <a:gd name="T20" fmla="*/ 12 w 30"/>
                <a:gd name="T21" fmla="*/ 13 h 23"/>
                <a:gd name="T22" fmla="*/ 9 w 30"/>
                <a:gd name="T23" fmla="*/ 12 h 23"/>
                <a:gd name="T24" fmla="*/ 10 w 30"/>
                <a:gd name="T25" fmla="*/ 12 h 23"/>
                <a:gd name="T26" fmla="*/ 10 w 30"/>
                <a:gd name="T27" fmla="*/ 9 h 23"/>
                <a:gd name="T28" fmla="*/ 8 w 30"/>
                <a:gd name="T29" fmla="*/ 11 h 23"/>
                <a:gd name="T30" fmla="*/ 5 w 30"/>
                <a:gd name="T31" fmla="*/ 11 h 23"/>
                <a:gd name="T32" fmla="*/ 0 w 30"/>
                <a:gd name="T33" fmla="*/ 12 h 23"/>
                <a:gd name="T34" fmla="*/ 2 w 30"/>
                <a:gd name="T35" fmla="*/ 12 h 23"/>
                <a:gd name="T36" fmla="*/ 3 w 30"/>
                <a:gd name="T37" fmla="*/ 12 h 23"/>
                <a:gd name="T38" fmla="*/ 5 w 30"/>
                <a:gd name="T39" fmla="*/ 12 h 23"/>
                <a:gd name="T40" fmla="*/ 6 w 30"/>
                <a:gd name="T41" fmla="*/ 13 h 23"/>
                <a:gd name="T42" fmla="*/ 4 w 30"/>
                <a:gd name="T43" fmla="*/ 15 h 23"/>
                <a:gd name="T44" fmla="*/ 6 w 30"/>
                <a:gd name="T45" fmla="*/ 15 h 23"/>
                <a:gd name="T46" fmla="*/ 8 w 30"/>
                <a:gd name="T47" fmla="*/ 16 h 23"/>
                <a:gd name="T48" fmla="*/ 7 w 30"/>
                <a:gd name="T49" fmla="*/ 16 h 23"/>
                <a:gd name="T50" fmla="*/ 10 w 30"/>
                <a:gd name="T51" fmla="*/ 17 h 23"/>
                <a:gd name="T52" fmla="*/ 12 w 30"/>
                <a:gd name="T53" fmla="*/ 17 h 23"/>
                <a:gd name="T54" fmla="*/ 17 w 30"/>
                <a:gd name="T55" fmla="*/ 21 h 23"/>
                <a:gd name="T56" fmla="*/ 16 w 30"/>
                <a:gd name="T57" fmla="*/ 20 h 23"/>
                <a:gd name="T58" fmla="*/ 23 w 30"/>
                <a:gd name="T59" fmla="*/ 23 h 23"/>
                <a:gd name="T60" fmla="*/ 19 w 30"/>
                <a:gd name="T61" fmla="*/ 18 h 23"/>
                <a:gd name="T62" fmla="*/ 24 w 30"/>
                <a:gd name="T63" fmla="*/ 19 h 23"/>
                <a:gd name="T64" fmla="*/ 30 w 30"/>
                <a:gd name="T65" fmla="*/ 18 h 23"/>
                <a:gd name="T66" fmla="*/ 19 w 30"/>
                <a:gd name="T67"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23">
                  <a:moveTo>
                    <a:pt x="19" y="17"/>
                  </a:moveTo>
                  <a:cubicBezTo>
                    <a:pt x="19" y="13"/>
                    <a:pt x="19" y="10"/>
                    <a:pt x="19" y="7"/>
                  </a:cubicBezTo>
                  <a:cubicBezTo>
                    <a:pt x="19" y="6"/>
                    <a:pt x="19" y="4"/>
                    <a:pt x="19" y="3"/>
                  </a:cubicBezTo>
                  <a:cubicBezTo>
                    <a:pt x="19" y="2"/>
                    <a:pt x="16" y="0"/>
                    <a:pt x="15" y="1"/>
                  </a:cubicBezTo>
                  <a:cubicBezTo>
                    <a:pt x="14" y="2"/>
                    <a:pt x="12" y="1"/>
                    <a:pt x="12" y="3"/>
                  </a:cubicBezTo>
                  <a:cubicBezTo>
                    <a:pt x="11" y="5"/>
                    <a:pt x="9" y="7"/>
                    <a:pt x="13" y="6"/>
                  </a:cubicBezTo>
                  <a:cubicBezTo>
                    <a:pt x="13" y="6"/>
                    <a:pt x="15" y="6"/>
                    <a:pt x="15" y="6"/>
                  </a:cubicBezTo>
                  <a:cubicBezTo>
                    <a:pt x="16" y="6"/>
                    <a:pt x="14" y="8"/>
                    <a:pt x="14" y="8"/>
                  </a:cubicBezTo>
                  <a:cubicBezTo>
                    <a:pt x="13" y="8"/>
                    <a:pt x="11" y="10"/>
                    <a:pt x="13" y="11"/>
                  </a:cubicBezTo>
                  <a:cubicBezTo>
                    <a:pt x="13" y="12"/>
                    <a:pt x="16" y="12"/>
                    <a:pt x="16" y="13"/>
                  </a:cubicBezTo>
                  <a:cubicBezTo>
                    <a:pt x="16" y="13"/>
                    <a:pt x="12" y="13"/>
                    <a:pt x="12" y="13"/>
                  </a:cubicBezTo>
                  <a:cubicBezTo>
                    <a:pt x="11" y="13"/>
                    <a:pt x="9" y="12"/>
                    <a:pt x="9" y="12"/>
                  </a:cubicBezTo>
                  <a:cubicBezTo>
                    <a:pt x="9" y="12"/>
                    <a:pt x="10" y="13"/>
                    <a:pt x="10" y="12"/>
                  </a:cubicBezTo>
                  <a:cubicBezTo>
                    <a:pt x="10" y="11"/>
                    <a:pt x="11" y="10"/>
                    <a:pt x="10" y="9"/>
                  </a:cubicBezTo>
                  <a:cubicBezTo>
                    <a:pt x="10" y="9"/>
                    <a:pt x="8" y="11"/>
                    <a:pt x="8" y="11"/>
                  </a:cubicBezTo>
                  <a:cubicBezTo>
                    <a:pt x="7" y="12"/>
                    <a:pt x="6" y="11"/>
                    <a:pt x="5" y="11"/>
                  </a:cubicBezTo>
                  <a:cubicBezTo>
                    <a:pt x="4" y="11"/>
                    <a:pt x="0" y="10"/>
                    <a:pt x="0" y="12"/>
                  </a:cubicBezTo>
                  <a:cubicBezTo>
                    <a:pt x="0" y="13"/>
                    <a:pt x="2" y="12"/>
                    <a:pt x="2" y="12"/>
                  </a:cubicBezTo>
                  <a:cubicBezTo>
                    <a:pt x="3" y="11"/>
                    <a:pt x="2" y="12"/>
                    <a:pt x="3" y="12"/>
                  </a:cubicBezTo>
                  <a:cubicBezTo>
                    <a:pt x="4" y="13"/>
                    <a:pt x="4" y="11"/>
                    <a:pt x="5" y="12"/>
                  </a:cubicBezTo>
                  <a:cubicBezTo>
                    <a:pt x="5" y="12"/>
                    <a:pt x="6" y="13"/>
                    <a:pt x="6" y="13"/>
                  </a:cubicBezTo>
                  <a:cubicBezTo>
                    <a:pt x="6" y="13"/>
                    <a:pt x="2" y="14"/>
                    <a:pt x="4" y="15"/>
                  </a:cubicBezTo>
                  <a:cubicBezTo>
                    <a:pt x="5" y="16"/>
                    <a:pt x="6" y="14"/>
                    <a:pt x="6" y="15"/>
                  </a:cubicBezTo>
                  <a:cubicBezTo>
                    <a:pt x="7" y="15"/>
                    <a:pt x="8" y="16"/>
                    <a:pt x="8" y="16"/>
                  </a:cubicBezTo>
                  <a:cubicBezTo>
                    <a:pt x="8" y="16"/>
                    <a:pt x="8" y="16"/>
                    <a:pt x="7" y="16"/>
                  </a:cubicBezTo>
                  <a:cubicBezTo>
                    <a:pt x="7" y="17"/>
                    <a:pt x="9" y="17"/>
                    <a:pt x="10" y="17"/>
                  </a:cubicBezTo>
                  <a:cubicBezTo>
                    <a:pt x="11" y="17"/>
                    <a:pt x="11" y="15"/>
                    <a:pt x="12" y="17"/>
                  </a:cubicBezTo>
                  <a:cubicBezTo>
                    <a:pt x="12" y="17"/>
                    <a:pt x="16" y="22"/>
                    <a:pt x="17" y="21"/>
                  </a:cubicBezTo>
                  <a:cubicBezTo>
                    <a:pt x="17" y="21"/>
                    <a:pt x="16" y="20"/>
                    <a:pt x="16" y="20"/>
                  </a:cubicBezTo>
                  <a:cubicBezTo>
                    <a:pt x="16" y="19"/>
                    <a:pt x="22" y="23"/>
                    <a:pt x="23" y="23"/>
                  </a:cubicBezTo>
                  <a:cubicBezTo>
                    <a:pt x="23" y="22"/>
                    <a:pt x="19" y="19"/>
                    <a:pt x="19" y="18"/>
                  </a:cubicBezTo>
                  <a:cubicBezTo>
                    <a:pt x="20" y="18"/>
                    <a:pt x="24" y="19"/>
                    <a:pt x="24" y="19"/>
                  </a:cubicBezTo>
                  <a:cubicBezTo>
                    <a:pt x="26" y="19"/>
                    <a:pt x="28" y="19"/>
                    <a:pt x="30" y="18"/>
                  </a:cubicBezTo>
                  <a:cubicBezTo>
                    <a:pt x="27" y="16"/>
                    <a:pt x="23" y="17"/>
                    <a:pt x="19" y="1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71" name="Freeform 618">
              <a:extLst>
                <a:ext uri="{FF2B5EF4-FFF2-40B4-BE49-F238E27FC236}">
                  <a16:creationId xmlns:a16="http://schemas.microsoft.com/office/drawing/2014/main" id="{38087387-FC70-FF06-59E3-555A90B1EE0F}"/>
                </a:ext>
              </a:extLst>
            </p:cNvPr>
            <p:cNvSpPr>
              <a:spLocks/>
            </p:cNvSpPr>
            <p:nvPr/>
          </p:nvSpPr>
          <p:spPr bwMode="auto">
            <a:xfrm>
              <a:off x="8260699" y="8501084"/>
              <a:ext cx="710194" cy="516057"/>
            </a:xfrm>
            <a:custGeom>
              <a:avLst/>
              <a:gdLst>
                <a:gd name="T0" fmla="*/ 63 w 76"/>
                <a:gd name="T1" fmla="*/ 28 h 55"/>
                <a:gd name="T2" fmla="*/ 66 w 76"/>
                <a:gd name="T3" fmla="*/ 24 h 55"/>
                <a:gd name="T4" fmla="*/ 67 w 76"/>
                <a:gd name="T5" fmla="*/ 22 h 55"/>
                <a:gd name="T6" fmla="*/ 67 w 76"/>
                <a:gd name="T7" fmla="*/ 18 h 55"/>
                <a:gd name="T8" fmla="*/ 61 w 76"/>
                <a:gd name="T9" fmla="*/ 15 h 55"/>
                <a:gd name="T10" fmla="*/ 63 w 76"/>
                <a:gd name="T11" fmla="*/ 14 h 55"/>
                <a:gd name="T12" fmla="*/ 64 w 76"/>
                <a:gd name="T13" fmla="*/ 11 h 55"/>
                <a:gd name="T14" fmla="*/ 60 w 76"/>
                <a:gd name="T15" fmla="*/ 9 h 55"/>
                <a:gd name="T16" fmla="*/ 59 w 76"/>
                <a:gd name="T17" fmla="*/ 8 h 55"/>
                <a:gd name="T18" fmla="*/ 57 w 76"/>
                <a:gd name="T19" fmla="*/ 9 h 55"/>
                <a:gd name="T20" fmla="*/ 57 w 76"/>
                <a:gd name="T21" fmla="*/ 7 h 55"/>
                <a:gd name="T22" fmla="*/ 54 w 76"/>
                <a:gd name="T23" fmla="*/ 8 h 55"/>
                <a:gd name="T24" fmla="*/ 54 w 76"/>
                <a:gd name="T25" fmla="*/ 6 h 55"/>
                <a:gd name="T26" fmla="*/ 58 w 76"/>
                <a:gd name="T27" fmla="*/ 5 h 55"/>
                <a:gd name="T28" fmla="*/ 55 w 76"/>
                <a:gd name="T29" fmla="*/ 4 h 55"/>
                <a:gd name="T30" fmla="*/ 49 w 76"/>
                <a:gd name="T31" fmla="*/ 4 h 55"/>
                <a:gd name="T32" fmla="*/ 44 w 76"/>
                <a:gd name="T33" fmla="*/ 7 h 55"/>
                <a:gd name="T34" fmla="*/ 38 w 76"/>
                <a:gd name="T35" fmla="*/ 5 h 55"/>
                <a:gd name="T36" fmla="*/ 29 w 76"/>
                <a:gd name="T37" fmla="*/ 5 h 55"/>
                <a:gd name="T38" fmla="*/ 26 w 76"/>
                <a:gd name="T39" fmla="*/ 2 h 55"/>
                <a:gd name="T40" fmla="*/ 20 w 76"/>
                <a:gd name="T41" fmla="*/ 0 h 55"/>
                <a:gd name="T42" fmla="*/ 11 w 76"/>
                <a:gd name="T43" fmla="*/ 4 h 55"/>
                <a:gd name="T44" fmla="*/ 13 w 76"/>
                <a:gd name="T45" fmla="*/ 12 h 55"/>
                <a:gd name="T46" fmla="*/ 8 w 76"/>
                <a:gd name="T47" fmla="*/ 8 h 55"/>
                <a:gd name="T48" fmla="*/ 10 w 76"/>
                <a:gd name="T49" fmla="*/ 5 h 55"/>
                <a:gd name="T50" fmla="*/ 8 w 76"/>
                <a:gd name="T51" fmla="*/ 1 h 55"/>
                <a:gd name="T52" fmla="*/ 4 w 76"/>
                <a:gd name="T53" fmla="*/ 7 h 55"/>
                <a:gd name="T54" fmla="*/ 3 w 76"/>
                <a:gd name="T55" fmla="*/ 12 h 55"/>
                <a:gd name="T56" fmla="*/ 5 w 76"/>
                <a:gd name="T57" fmla="*/ 13 h 55"/>
                <a:gd name="T58" fmla="*/ 7 w 76"/>
                <a:gd name="T59" fmla="*/ 16 h 55"/>
                <a:gd name="T60" fmla="*/ 10 w 76"/>
                <a:gd name="T61" fmla="*/ 23 h 55"/>
                <a:gd name="T62" fmla="*/ 13 w 76"/>
                <a:gd name="T63" fmla="*/ 23 h 55"/>
                <a:gd name="T64" fmla="*/ 15 w 76"/>
                <a:gd name="T65" fmla="*/ 22 h 55"/>
                <a:gd name="T66" fmla="*/ 21 w 76"/>
                <a:gd name="T67" fmla="*/ 27 h 55"/>
                <a:gd name="T68" fmla="*/ 23 w 76"/>
                <a:gd name="T69" fmla="*/ 27 h 55"/>
                <a:gd name="T70" fmla="*/ 26 w 76"/>
                <a:gd name="T71" fmla="*/ 27 h 55"/>
                <a:gd name="T72" fmla="*/ 31 w 76"/>
                <a:gd name="T73" fmla="*/ 29 h 55"/>
                <a:gd name="T74" fmla="*/ 31 w 76"/>
                <a:gd name="T75" fmla="*/ 38 h 55"/>
                <a:gd name="T76" fmla="*/ 32 w 76"/>
                <a:gd name="T77" fmla="*/ 41 h 55"/>
                <a:gd name="T78" fmla="*/ 30 w 76"/>
                <a:gd name="T79" fmla="*/ 44 h 55"/>
                <a:gd name="T80" fmla="*/ 40 w 76"/>
                <a:gd name="T81" fmla="*/ 53 h 55"/>
                <a:gd name="T82" fmla="*/ 42 w 76"/>
                <a:gd name="T83" fmla="*/ 54 h 55"/>
                <a:gd name="T84" fmla="*/ 45 w 76"/>
                <a:gd name="T85" fmla="*/ 52 h 55"/>
                <a:gd name="T86" fmla="*/ 51 w 76"/>
                <a:gd name="T87" fmla="*/ 47 h 55"/>
                <a:gd name="T88" fmla="*/ 49 w 76"/>
                <a:gd name="T89" fmla="*/ 44 h 55"/>
                <a:gd name="T90" fmla="*/ 48 w 76"/>
                <a:gd name="T91" fmla="*/ 41 h 55"/>
                <a:gd name="T92" fmla="*/ 45 w 76"/>
                <a:gd name="T93" fmla="*/ 38 h 55"/>
                <a:gd name="T94" fmla="*/ 52 w 76"/>
                <a:gd name="T95" fmla="*/ 38 h 55"/>
                <a:gd name="T96" fmla="*/ 54 w 76"/>
                <a:gd name="T97" fmla="*/ 40 h 55"/>
                <a:gd name="T98" fmla="*/ 56 w 76"/>
                <a:gd name="T99" fmla="*/ 38 h 55"/>
                <a:gd name="T100" fmla="*/ 62 w 76"/>
                <a:gd name="T101" fmla="*/ 36 h 55"/>
                <a:gd name="T102" fmla="*/ 67 w 76"/>
                <a:gd name="T103" fmla="*/ 33 h 55"/>
                <a:gd name="T104" fmla="*/ 63 w 76"/>
                <a:gd name="T105"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55">
                  <a:moveTo>
                    <a:pt x="63" y="28"/>
                  </a:moveTo>
                  <a:cubicBezTo>
                    <a:pt x="63" y="26"/>
                    <a:pt x="63" y="25"/>
                    <a:pt x="66" y="24"/>
                  </a:cubicBezTo>
                  <a:cubicBezTo>
                    <a:pt x="66" y="23"/>
                    <a:pt x="68" y="23"/>
                    <a:pt x="67" y="22"/>
                  </a:cubicBezTo>
                  <a:cubicBezTo>
                    <a:pt x="66" y="21"/>
                    <a:pt x="65" y="19"/>
                    <a:pt x="67" y="18"/>
                  </a:cubicBezTo>
                  <a:cubicBezTo>
                    <a:pt x="76" y="14"/>
                    <a:pt x="61" y="15"/>
                    <a:pt x="61" y="15"/>
                  </a:cubicBezTo>
                  <a:cubicBezTo>
                    <a:pt x="61" y="14"/>
                    <a:pt x="62" y="14"/>
                    <a:pt x="63" y="14"/>
                  </a:cubicBezTo>
                  <a:cubicBezTo>
                    <a:pt x="64" y="14"/>
                    <a:pt x="64" y="12"/>
                    <a:pt x="64" y="11"/>
                  </a:cubicBezTo>
                  <a:cubicBezTo>
                    <a:pt x="64" y="10"/>
                    <a:pt x="60" y="8"/>
                    <a:pt x="60" y="9"/>
                  </a:cubicBezTo>
                  <a:cubicBezTo>
                    <a:pt x="60" y="10"/>
                    <a:pt x="59" y="8"/>
                    <a:pt x="59" y="8"/>
                  </a:cubicBezTo>
                  <a:cubicBezTo>
                    <a:pt x="58" y="8"/>
                    <a:pt x="58" y="10"/>
                    <a:pt x="57" y="9"/>
                  </a:cubicBezTo>
                  <a:cubicBezTo>
                    <a:pt x="57" y="9"/>
                    <a:pt x="57" y="8"/>
                    <a:pt x="57" y="7"/>
                  </a:cubicBezTo>
                  <a:cubicBezTo>
                    <a:pt x="56" y="6"/>
                    <a:pt x="55" y="8"/>
                    <a:pt x="54" y="8"/>
                  </a:cubicBezTo>
                  <a:cubicBezTo>
                    <a:pt x="54" y="8"/>
                    <a:pt x="54" y="6"/>
                    <a:pt x="54" y="6"/>
                  </a:cubicBezTo>
                  <a:cubicBezTo>
                    <a:pt x="54" y="4"/>
                    <a:pt x="57" y="5"/>
                    <a:pt x="58" y="5"/>
                  </a:cubicBezTo>
                  <a:cubicBezTo>
                    <a:pt x="59" y="4"/>
                    <a:pt x="55" y="4"/>
                    <a:pt x="55" y="4"/>
                  </a:cubicBezTo>
                  <a:cubicBezTo>
                    <a:pt x="53" y="4"/>
                    <a:pt x="51" y="3"/>
                    <a:pt x="49" y="4"/>
                  </a:cubicBezTo>
                  <a:cubicBezTo>
                    <a:pt x="47" y="5"/>
                    <a:pt x="46" y="8"/>
                    <a:pt x="44" y="7"/>
                  </a:cubicBezTo>
                  <a:cubicBezTo>
                    <a:pt x="41" y="7"/>
                    <a:pt x="40" y="7"/>
                    <a:pt x="38" y="5"/>
                  </a:cubicBezTo>
                  <a:cubicBezTo>
                    <a:pt x="36" y="3"/>
                    <a:pt x="32" y="5"/>
                    <a:pt x="29" y="5"/>
                  </a:cubicBezTo>
                  <a:cubicBezTo>
                    <a:pt x="27" y="5"/>
                    <a:pt x="27" y="4"/>
                    <a:pt x="26" y="2"/>
                  </a:cubicBezTo>
                  <a:cubicBezTo>
                    <a:pt x="25" y="0"/>
                    <a:pt x="23" y="0"/>
                    <a:pt x="20" y="0"/>
                  </a:cubicBezTo>
                  <a:cubicBezTo>
                    <a:pt x="19" y="0"/>
                    <a:pt x="11" y="1"/>
                    <a:pt x="11" y="4"/>
                  </a:cubicBezTo>
                  <a:cubicBezTo>
                    <a:pt x="11" y="7"/>
                    <a:pt x="15" y="8"/>
                    <a:pt x="13" y="12"/>
                  </a:cubicBezTo>
                  <a:cubicBezTo>
                    <a:pt x="11" y="14"/>
                    <a:pt x="7" y="10"/>
                    <a:pt x="8" y="8"/>
                  </a:cubicBezTo>
                  <a:cubicBezTo>
                    <a:pt x="8" y="7"/>
                    <a:pt x="10" y="6"/>
                    <a:pt x="10" y="5"/>
                  </a:cubicBezTo>
                  <a:cubicBezTo>
                    <a:pt x="11" y="3"/>
                    <a:pt x="8" y="2"/>
                    <a:pt x="8" y="1"/>
                  </a:cubicBezTo>
                  <a:cubicBezTo>
                    <a:pt x="5" y="3"/>
                    <a:pt x="4" y="4"/>
                    <a:pt x="4" y="7"/>
                  </a:cubicBezTo>
                  <a:cubicBezTo>
                    <a:pt x="3" y="8"/>
                    <a:pt x="0" y="12"/>
                    <a:pt x="3" y="12"/>
                  </a:cubicBezTo>
                  <a:cubicBezTo>
                    <a:pt x="3" y="12"/>
                    <a:pt x="4" y="12"/>
                    <a:pt x="5" y="13"/>
                  </a:cubicBezTo>
                  <a:cubicBezTo>
                    <a:pt x="5" y="14"/>
                    <a:pt x="6" y="15"/>
                    <a:pt x="7" y="16"/>
                  </a:cubicBezTo>
                  <a:cubicBezTo>
                    <a:pt x="9" y="18"/>
                    <a:pt x="5" y="22"/>
                    <a:pt x="10" y="23"/>
                  </a:cubicBezTo>
                  <a:cubicBezTo>
                    <a:pt x="10" y="23"/>
                    <a:pt x="12" y="23"/>
                    <a:pt x="13" y="23"/>
                  </a:cubicBezTo>
                  <a:cubicBezTo>
                    <a:pt x="14" y="23"/>
                    <a:pt x="14" y="22"/>
                    <a:pt x="15" y="22"/>
                  </a:cubicBezTo>
                  <a:cubicBezTo>
                    <a:pt x="18" y="22"/>
                    <a:pt x="19" y="25"/>
                    <a:pt x="21" y="27"/>
                  </a:cubicBezTo>
                  <a:cubicBezTo>
                    <a:pt x="21" y="27"/>
                    <a:pt x="22" y="28"/>
                    <a:pt x="23" y="27"/>
                  </a:cubicBezTo>
                  <a:cubicBezTo>
                    <a:pt x="23" y="26"/>
                    <a:pt x="24" y="27"/>
                    <a:pt x="26" y="27"/>
                  </a:cubicBezTo>
                  <a:cubicBezTo>
                    <a:pt x="28" y="28"/>
                    <a:pt x="33" y="25"/>
                    <a:pt x="31" y="29"/>
                  </a:cubicBezTo>
                  <a:cubicBezTo>
                    <a:pt x="29" y="32"/>
                    <a:pt x="29" y="35"/>
                    <a:pt x="31" y="38"/>
                  </a:cubicBezTo>
                  <a:cubicBezTo>
                    <a:pt x="31" y="39"/>
                    <a:pt x="32" y="40"/>
                    <a:pt x="32" y="41"/>
                  </a:cubicBezTo>
                  <a:cubicBezTo>
                    <a:pt x="32" y="42"/>
                    <a:pt x="29" y="43"/>
                    <a:pt x="30" y="44"/>
                  </a:cubicBezTo>
                  <a:cubicBezTo>
                    <a:pt x="33" y="47"/>
                    <a:pt x="34" y="55"/>
                    <a:pt x="40" y="53"/>
                  </a:cubicBezTo>
                  <a:cubicBezTo>
                    <a:pt x="41" y="53"/>
                    <a:pt x="41" y="54"/>
                    <a:pt x="42" y="54"/>
                  </a:cubicBezTo>
                  <a:cubicBezTo>
                    <a:pt x="43" y="54"/>
                    <a:pt x="44" y="53"/>
                    <a:pt x="45" y="52"/>
                  </a:cubicBezTo>
                  <a:cubicBezTo>
                    <a:pt x="47" y="51"/>
                    <a:pt x="48" y="49"/>
                    <a:pt x="51" y="47"/>
                  </a:cubicBezTo>
                  <a:cubicBezTo>
                    <a:pt x="53" y="46"/>
                    <a:pt x="49" y="46"/>
                    <a:pt x="49" y="44"/>
                  </a:cubicBezTo>
                  <a:cubicBezTo>
                    <a:pt x="49" y="43"/>
                    <a:pt x="48" y="42"/>
                    <a:pt x="48" y="41"/>
                  </a:cubicBezTo>
                  <a:cubicBezTo>
                    <a:pt x="48" y="40"/>
                    <a:pt x="45" y="39"/>
                    <a:pt x="45" y="38"/>
                  </a:cubicBezTo>
                  <a:cubicBezTo>
                    <a:pt x="45" y="37"/>
                    <a:pt x="51" y="38"/>
                    <a:pt x="52" y="38"/>
                  </a:cubicBezTo>
                  <a:cubicBezTo>
                    <a:pt x="54" y="38"/>
                    <a:pt x="53" y="39"/>
                    <a:pt x="54" y="40"/>
                  </a:cubicBezTo>
                  <a:cubicBezTo>
                    <a:pt x="55" y="40"/>
                    <a:pt x="55" y="38"/>
                    <a:pt x="56" y="38"/>
                  </a:cubicBezTo>
                  <a:cubicBezTo>
                    <a:pt x="57" y="37"/>
                    <a:pt x="60" y="37"/>
                    <a:pt x="62" y="36"/>
                  </a:cubicBezTo>
                  <a:cubicBezTo>
                    <a:pt x="63" y="35"/>
                    <a:pt x="65" y="34"/>
                    <a:pt x="67" y="33"/>
                  </a:cubicBezTo>
                  <a:cubicBezTo>
                    <a:pt x="66" y="31"/>
                    <a:pt x="63" y="30"/>
                    <a:pt x="63" y="2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72" name="Freeform 619">
              <a:extLst>
                <a:ext uri="{FF2B5EF4-FFF2-40B4-BE49-F238E27FC236}">
                  <a16:creationId xmlns:a16="http://schemas.microsoft.com/office/drawing/2014/main" id="{2D05556F-2417-B5B7-1A95-F81BFEE4F9D4}"/>
                </a:ext>
              </a:extLst>
            </p:cNvPr>
            <p:cNvSpPr>
              <a:spLocks/>
            </p:cNvSpPr>
            <p:nvPr/>
          </p:nvSpPr>
          <p:spPr bwMode="auto">
            <a:xfrm>
              <a:off x="8830764" y="8641249"/>
              <a:ext cx="242036" cy="356781"/>
            </a:xfrm>
            <a:custGeom>
              <a:avLst/>
              <a:gdLst>
                <a:gd name="T0" fmla="*/ 22 w 26"/>
                <a:gd name="T1" fmla="*/ 29 h 38"/>
                <a:gd name="T2" fmla="*/ 18 w 26"/>
                <a:gd name="T3" fmla="*/ 21 h 38"/>
                <a:gd name="T4" fmla="*/ 20 w 26"/>
                <a:gd name="T5" fmla="*/ 18 h 38"/>
                <a:gd name="T6" fmla="*/ 22 w 26"/>
                <a:gd name="T7" fmla="*/ 15 h 38"/>
                <a:gd name="T8" fmla="*/ 22 w 26"/>
                <a:gd name="T9" fmla="*/ 13 h 38"/>
                <a:gd name="T10" fmla="*/ 20 w 26"/>
                <a:gd name="T11" fmla="*/ 11 h 38"/>
                <a:gd name="T12" fmla="*/ 16 w 26"/>
                <a:gd name="T13" fmla="*/ 7 h 38"/>
                <a:gd name="T14" fmla="*/ 9 w 26"/>
                <a:gd name="T15" fmla="*/ 0 h 38"/>
                <a:gd name="T16" fmla="*/ 5 w 26"/>
                <a:gd name="T17" fmla="*/ 5 h 38"/>
                <a:gd name="T18" fmla="*/ 6 w 26"/>
                <a:gd name="T19" fmla="*/ 8 h 38"/>
                <a:gd name="T20" fmla="*/ 3 w 26"/>
                <a:gd name="T21" fmla="*/ 10 h 38"/>
                <a:gd name="T22" fmla="*/ 4 w 26"/>
                <a:gd name="T23" fmla="*/ 16 h 38"/>
                <a:gd name="T24" fmla="*/ 7 w 26"/>
                <a:gd name="T25" fmla="*/ 18 h 38"/>
                <a:gd name="T26" fmla="*/ 8 w 26"/>
                <a:gd name="T27" fmla="*/ 20 h 38"/>
                <a:gd name="T28" fmla="*/ 8 w 26"/>
                <a:gd name="T29" fmla="*/ 27 h 38"/>
                <a:gd name="T30" fmla="*/ 11 w 26"/>
                <a:gd name="T31" fmla="*/ 35 h 38"/>
                <a:gd name="T32" fmla="*/ 17 w 26"/>
                <a:gd name="T33" fmla="*/ 35 h 38"/>
                <a:gd name="T34" fmla="*/ 21 w 26"/>
                <a:gd name="T35" fmla="*/ 34 h 38"/>
                <a:gd name="T36" fmla="*/ 26 w 26"/>
                <a:gd name="T37" fmla="*/ 34 h 38"/>
                <a:gd name="T38" fmla="*/ 22 w 26"/>
                <a:gd name="T39" fmla="*/ 29 h 38"/>
                <a:gd name="T40" fmla="*/ 22 w 26"/>
                <a:gd name="T41"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8">
                  <a:moveTo>
                    <a:pt x="22" y="29"/>
                  </a:moveTo>
                  <a:cubicBezTo>
                    <a:pt x="22" y="28"/>
                    <a:pt x="17" y="22"/>
                    <a:pt x="18" y="21"/>
                  </a:cubicBezTo>
                  <a:cubicBezTo>
                    <a:pt x="19" y="20"/>
                    <a:pt x="18" y="19"/>
                    <a:pt x="20" y="18"/>
                  </a:cubicBezTo>
                  <a:cubicBezTo>
                    <a:pt x="23" y="18"/>
                    <a:pt x="22" y="16"/>
                    <a:pt x="22" y="15"/>
                  </a:cubicBezTo>
                  <a:cubicBezTo>
                    <a:pt x="22" y="14"/>
                    <a:pt x="22" y="13"/>
                    <a:pt x="22" y="13"/>
                  </a:cubicBezTo>
                  <a:cubicBezTo>
                    <a:pt x="22" y="12"/>
                    <a:pt x="21" y="12"/>
                    <a:pt x="20" y="11"/>
                  </a:cubicBezTo>
                  <a:cubicBezTo>
                    <a:pt x="19" y="9"/>
                    <a:pt x="16" y="9"/>
                    <a:pt x="16" y="7"/>
                  </a:cubicBezTo>
                  <a:cubicBezTo>
                    <a:pt x="15" y="4"/>
                    <a:pt x="11" y="1"/>
                    <a:pt x="9" y="0"/>
                  </a:cubicBezTo>
                  <a:cubicBezTo>
                    <a:pt x="9" y="3"/>
                    <a:pt x="4" y="3"/>
                    <a:pt x="5" y="5"/>
                  </a:cubicBezTo>
                  <a:cubicBezTo>
                    <a:pt x="5" y="6"/>
                    <a:pt x="7" y="7"/>
                    <a:pt x="6" y="8"/>
                  </a:cubicBezTo>
                  <a:cubicBezTo>
                    <a:pt x="5" y="8"/>
                    <a:pt x="3" y="9"/>
                    <a:pt x="3" y="10"/>
                  </a:cubicBezTo>
                  <a:cubicBezTo>
                    <a:pt x="0" y="11"/>
                    <a:pt x="2" y="14"/>
                    <a:pt x="4" y="16"/>
                  </a:cubicBezTo>
                  <a:cubicBezTo>
                    <a:pt x="5" y="17"/>
                    <a:pt x="5" y="18"/>
                    <a:pt x="7" y="18"/>
                  </a:cubicBezTo>
                  <a:cubicBezTo>
                    <a:pt x="8" y="18"/>
                    <a:pt x="7" y="19"/>
                    <a:pt x="8" y="20"/>
                  </a:cubicBezTo>
                  <a:cubicBezTo>
                    <a:pt x="10" y="23"/>
                    <a:pt x="9" y="24"/>
                    <a:pt x="8" y="27"/>
                  </a:cubicBezTo>
                  <a:cubicBezTo>
                    <a:pt x="8" y="30"/>
                    <a:pt x="10" y="33"/>
                    <a:pt x="11" y="35"/>
                  </a:cubicBezTo>
                  <a:cubicBezTo>
                    <a:pt x="14" y="38"/>
                    <a:pt x="15" y="35"/>
                    <a:pt x="17" y="35"/>
                  </a:cubicBezTo>
                  <a:cubicBezTo>
                    <a:pt x="19" y="35"/>
                    <a:pt x="20" y="34"/>
                    <a:pt x="21" y="34"/>
                  </a:cubicBezTo>
                  <a:cubicBezTo>
                    <a:pt x="23" y="33"/>
                    <a:pt x="24" y="33"/>
                    <a:pt x="26" y="34"/>
                  </a:cubicBezTo>
                  <a:cubicBezTo>
                    <a:pt x="25" y="32"/>
                    <a:pt x="24" y="30"/>
                    <a:pt x="22" y="29"/>
                  </a:cubicBezTo>
                  <a:cubicBezTo>
                    <a:pt x="21" y="27"/>
                    <a:pt x="23" y="29"/>
                    <a:pt x="22" y="2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73" name="Freeform 620">
              <a:extLst>
                <a:ext uri="{FF2B5EF4-FFF2-40B4-BE49-F238E27FC236}">
                  <a16:creationId xmlns:a16="http://schemas.microsoft.com/office/drawing/2014/main" id="{0EADE9E4-9041-A1EA-ADD4-252E89F2D1D3}"/>
                </a:ext>
              </a:extLst>
            </p:cNvPr>
            <p:cNvSpPr>
              <a:spLocks/>
            </p:cNvSpPr>
            <p:nvPr/>
          </p:nvSpPr>
          <p:spPr bwMode="auto">
            <a:xfrm>
              <a:off x="8986815" y="8752743"/>
              <a:ext cx="207006" cy="216615"/>
            </a:xfrm>
            <a:custGeom>
              <a:avLst/>
              <a:gdLst>
                <a:gd name="T0" fmla="*/ 19 w 22"/>
                <a:gd name="T1" fmla="*/ 7 h 23"/>
                <a:gd name="T2" fmla="*/ 22 w 22"/>
                <a:gd name="T3" fmla="*/ 2 h 23"/>
                <a:gd name="T4" fmla="*/ 12 w 22"/>
                <a:gd name="T5" fmla="*/ 2 h 23"/>
                <a:gd name="T6" fmla="*/ 9 w 22"/>
                <a:gd name="T7" fmla="*/ 0 h 23"/>
                <a:gd name="T8" fmla="*/ 5 w 22"/>
                <a:gd name="T9" fmla="*/ 1 h 23"/>
                <a:gd name="T10" fmla="*/ 4 w 22"/>
                <a:gd name="T11" fmla="*/ 6 h 23"/>
                <a:gd name="T12" fmla="*/ 1 w 22"/>
                <a:gd name="T13" fmla="*/ 10 h 23"/>
                <a:gd name="T14" fmla="*/ 4 w 22"/>
                <a:gd name="T15" fmla="*/ 15 h 23"/>
                <a:gd name="T16" fmla="*/ 9 w 22"/>
                <a:gd name="T17" fmla="*/ 22 h 23"/>
                <a:gd name="T18" fmla="*/ 12 w 22"/>
                <a:gd name="T19" fmla="*/ 19 h 23"/>
                <a:gd name="T20" fmla="*/ 16 w 22"/>
                <a:gd name="T21" fmla="*/ 18 h 23"/>
                <a:gd name="T22" fmla="*/ 19 w 22"/>
                <a:gd name="T23" fmla="*/ 19 h 23"/>
                <a:gd name="T24" fmla="*/ 20 w 22"/>
                <a:gd name="T25" fmla="*/ 14 h 23"/>
                <a:gd name="T26" fmla="*/ 19 w 22"/>
                <a:gd name="T2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3">
                  <a:moveTo>
                    <a:pt x="19" y="7"/>
                  </a:moveTo>
                  <a:cubicBezTo>
                    <a:pt x="19" y="5"/>
                    <a:pt x="21" y="3"/>
                    <a:pt x="22" y="2"/>
                  </a:cubicBezTo>
                  <a:cubicBezTo>
                    <a:pt x="19" y="1"/>
                    <a:pt x="14" y="0"/>
                    <a:pt x="12" y="2"/>
                  </a:cubicBezTo>
                  <a:cubicBezTo>
                    <a:pt x="10" y="3"/>
                    <a:pt x="9" y="1"/>
                    <a:pt x="9" y="0"/>
                  </a:cubicBezTo>
                  <a:cubicBezTo>
                    <a:pt x="8" y="0"/>
                    <a:pt x="7" y="2"/>
                    <a:pt x="5" y="1"/>
                  </a:cubicBezTo>
                  <a:cubicBezTo>
                    <a:pt x="5" y="2"/>
                    <a:pt x="7" y="6"/>
                    <a:pt x="4" y="6"/>
                  </a:cubicBezTo>
                  <a:cubicBezTo>
                    <a:pt x="2" y="7"/>
                    <a:pt x="0" y="8"/>
                    <a:pt x="1" y="10"/>
                  </a:cubicBezTo>
                  <a:cubicBezTo>
                    <a:pt x="2" y="12"/>
                    <a:pt x="3" y="13"/>
                    <a:pt x="4" y="15"/>
                  </a:cubicBezTo>
                  <a:cubicBezTo>
                    <a:pt x="5" y="17"/>
                    <a:pt x="7" y="19"/>
                    <a:pt x="9" y="22"/>
                  </a:cubicBezTo>
                  <a:cubicBezTo>
                    <a:pt x="12" y="23"/>
                    <a:pt x="10" y="19"/>
                    <a:pt x="12" y="19"/>
                  </a:cubicBezTo>
                  <a:cubicBezTo>
                    <a:pt x="14" y="19"/>
                    <a:pt x="15" y="19"/>
                    <a:pt x="16" y="18"/>
                  </a:cubicBezTo>
                  <a:cubicBezTo>
                    <a:pt x="17" y="18"/>
                    <a:pt x="17" y="20"/>
                    <a:pt x="19" y="19"/>
                  </a:cubicBezTo>
                  <a:cubicBezTo>
                    <a:pt x="20" y="17"/>
                    <a:pt x="21" y="16"/>
                    <a:pt x="20" y="14"/>
                  </a:cubicBezTo>
                  <a:cubicBezTo>
                    <a:pt x="20" y="12"/>
                    <a:pt x="19" y="9"/>
                    <a:pt x="19" y="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74" name="Freeform 621">
              <a:extLst>
                <a:ext uri="{FF2B5EF4-FFF2-40B4-BE49-F238E27FC236}">
                  <a16:creationId xmlns:a16="http://schemas.microsoft.com/office/drawing/2014/main" id="{4AA8CB0F-9087-D042-9EEB-3E1940EA3D36}"/>
                </a:ext>
              </a:extLst>
            </p:cNvPr>
            <p:cNvSpPr>
              <a:spLocks/>
            </p:cNvSpPr>
            <p:nvPr/>
          </p:nvSpPr>
          <p:spPr bwMode="auto">
            <a:xfrm>
              <a:off x="9155606" y="8771859"/>
              <a:ext cx="149682" cy="168837"/>
            </a:xfrm>
            <a:custGeom>
              <a:avLst/>
              <a:gdLst>
                <a:gd name="T0" fmla="*/ 12 w 16"/>
                <a:gd name="T1" fmla="*/ 5 h 18"/>
                <a:gd name="T2" fmla="*/ 5 w 16"/>
                <a:gd name="T3" fmla="*/ 1 h 18"/>
                <a:gd name="T4" fmla="*/ 1 w 16"/>
                <a:gd name="T5" fmla="*/ 6 h 18"/>
                <a:gd name="T6" fmla="*/ 2 w 16"/>
                <a:gd name="T7" fmla="*/ 12 h 18"/>
                <a:gd name="T8" fmla="*/ 0 w 16"/>
                <a:gd name="T9" fmla="*/ 17 h 18"/>
                <a:gd name="T10" fmla="*/ 4 w 16"/>
                <a:gd name="T11" fmla="*/ 17 h 18"/>
                <a:gd name="T12" fmla="*/ 9 w 16"/>
                <a:gd name="T13" fmla="*/ 17 h 18"/>
                <a:gd name="T14" fmla="*/ 16 w 16"/>
                <a:gd name="T15" fmla="*/ 8 h 18"/>
                <a:gd name="T16" fmla="*/ 12 w 16"/>
                <a:gd name="T17" fmla="*/ 5 h 18"/>
                <a:gd name="T18" fmla="*/ 12 w 16"/>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8">
                  <a:moveTo>
                    <a:pt x="12" y="5"/>
                  </a:moveTo>
                  <a:cubicBezTo>
                    <a:pt x="10" y="3"/>
                    <a:pt x="8" y="1"/>
                    <a:pt x="5" y="1"/>
                  </a:cubicBezTo>
                  <a:cubicBezTo>
                    <a:pt x="3" y="0"/>
                    <a:pt x="0" y="4"/>
                    <a:pt x="1" y="6"/>
                  </a:cubicBezTo>
                  <a:cubicBezTo>
                    <a:pt x="1" y="8"/>
                    <a:pt x="2" y="10"/>
                    <a:pt x="2" y="12"/>
                  </a:cubicBezTo>
                  <a:cubicBezTo>
                    <a:pt x="3" y="14"/>
                    <a:pt x="1" y="16"/>
                    <a:pt x="0" y="17"/>
                  </a:cubicBezTo>
                  <a:cubicBezTo>
                    <a:pt x="1" y="18"/>
                    <a:pt x="3" y="17"/>
                    <a:pt x="4" y="17"/>
                  </a:cubicBezTo>
                  <a:cubicBezTo>
                    <a:pt x="6" y="17"/>
                    <a:pt x="7" y="18"/>
                    <a:pt x="9" y="17"/>
                  </a:cubicBezTo>
                  <a:cubicBezTo>
                    <a:pt x="12" y="16"/>
                    <a:pt x="13" y="10"/>
                    <a:pt x="16" y="8"/>
                  </a:cubicBezTo>
                  <a:cubicBezTo>
                    <a:pt x="14" y="7"/>
                    <a:pt x="13" y="6"/>
                    <a:pt x="12" y="5"/>
                  </a:cubicBezTo>
                  <a:cubicBezTo>
                    <a:pt x="10" y="4"/>
                    <a:pt x="13" y="6"/>
                    <a:pt x="12"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75" name="Freeform 622">
              <a:extLst>
                <a:ext uri="{FF2B5EF4-FFF2-40B4-BE49-F238E27FC236}">
                  <a16:creationId xmlns:a16="http://schemas.microsoft.com/office/drawing/2014/main" id="{C53ABEF3-47D9-FCD0-0F16-A4D38E42BAD4}"/>
                </a:ext>
              </a:extLst>
            </p:cNvPr>
            <p:cNvSpPr>
              <a:spLocks/>
            </p:cNvSpPr>
            <p:nvPr/>
          </p:nvSpPr>
          <p:spPr bwMode="auto">
            <a:xfrm>
              <a:off x="7821211" y="8453303"/>
              <a:ext cx="754780" cy="786831"/>
            </a:xfrm>
            <a:custGeom>
              <a:avLst/>
              <a:gdLst>
                <a:gd name="T0" fmla="*/ 76 w 81"/>
                <a:gd name="T1" fmla="*/ 39 h 84"/>
                <a:gd name="T2" fmla="*/ 74 w 81"/>
                <a:gd name="T3" fmla="*/ 32 h 84"/>
                <a:gd name="T4" fmla="*/ 69 w 81"/>
                <a:gd name="T5" fmla="*/ 33 h 84"/>
                <a:gd name="T6" fmla="*/ 58 w 81"/>
                <a:gd name="T7" fmla="*/ 28 h 84"/>
                <a:gd name="T8" fmla="*/ 53 w 81"/>
                <a:gd name="T9" fmla="*/ 20 h 84"/>
                <a:gd name="T10" fmla="*/ 50 w 81"/>
                <a:gd name="T11" fmla="*/ 15 h 84"/>
                <a:gd name="T12" fmla="*/ 56 w 81"/>
                <a:gd name="T13" fmla="*/ 5 h 84"/>
                <a:gd name="T14" fmla="*/ 56 w 81"/>
                <a:gd name="T15" fmla="*/ 1 h 84"/>
                <a:gd name="T16" fmla="*/ 44 w 81"/>
                <a:gd name="T17" fmla="*/ 8 h 84"/>
                <a:gd name="T18" fmla="*/ 36 w 81"/>
                <a:gd name="T19" fmla="*/ 16 h 84"/>
                <a:gd name="T20" fmla="*/ 31 w 81"/>
                <a:gd name="T21" fmla="*/ 23 h 84"/>
                <a:gd name="T22" fmla="*/ 25 w 81"/>
                <a:gd name="T23" fmla="*/ 17 h 84"/>
                <a:gd name="T24" fmla="*/ 7 w 81"/>
                <a:gd name="T25" fmla="*/ 18 h 84"/>
                <a:gd name="T26" fmla="*/ 1 w 81"/>
                <a:gd name="T27" fmla="*/ 16 h 84"/>
                <a:gd name="T28" fmla="*/ 1 w 81"/>
                <a:gd name="T29" fmla="*/ 21 h 84"/>
                <a:gd name="T30" fmla="*/ 8 w 81"/>
                <a:gd name="T31" fmla="*/ 24 h 84"/>
                <a:gd name="T32" fmla="*/ 11 w 81"/>
                <a:gd name="T33" fmla="*/ 26 h 84"/>
                <a:gd name="T34" fmla="*/ 13 w 81"/>
                <a:gd name="T35" fmla="*/ 23 h 84"/>
                <a:gd name="T36" fmla="*/ 20 w 81"/>
                <a:gd name="T37" fmla="*/ 18 h 84"/>
                <a:gd name="T38" fmla="*/ 24 w 81"/>
                <a:gd name="T39" fmla="*/ 20 h 84"/>
                <a:gd name="T40" fmla="*/ 25 w 81"/>
                <a:gd name="T41" fmla="*/ 26 h 84"/>
                <a:gd name="T42" fmla="*/ 28 w 81"/>
                <a:gd name="T43" fmla="*/ 42 h 84"/>
                <a:gd name="T44" fmla="*/ 28 w 81"/>
                <a:gd name="T45" fmla="*/ 47 h 84"/>
                <a:gd name="T46" fmla="*/ 22 w 81"/>
                <a:gd name="T47" fmla="*/ 53 h 84"/>
                <a:gd name="T48" fmla="*/ 26 w 81"/>
                <a:gd name="T49" fmla="*/ 58 h 84"/>
                <a:gd name="T50" fmla="*/ 34 w 81"/>
                <a:gd name="T51" fmla="*/ 61 h 84"/>
                <a:gd name="T52" fmla="*/ 41 w 81"/>
                <a:gd name="T53" fmla="*/ 64 h 84"/>
                <a:gd name="T54" fmla="*/ 54 w 81"/>
                <a:gd name="T55" fmla="*/ 76 h 84"/>
                <a:gd name="T56" fmla="*/ 60 w 81"/>
                <a:gd name="T57" fmla="*/ 75 h 84"/>
                <a:gd name="T58" fmla="*/ 64 w 81"/>
                <a:gd name="T59" fmla="*/ 80 h 84"/>
                <a:gd name="T60" fmla="*/ 65 w 81"/>
                <a:gd name="T61" fmla="*/ 84 h 84"/>
                <a:gd name="T62" fmla="*/ 65 w 81"/>
                <a:gd name="T63" fmla="*/ 63 h 84"/>
                <a:gd name="T64" fmla="*/ 70 w 81"/>
                <a:gd name="T65" fmla="*/ 58 h 84"/>
                <a:gd name="T66" fmla="*/ 66 w 81"/>
                <a:gd name="T67" fmla="*/ 55 h 84"/>
                <a:gd name="T68" fmla="*/ 79 w 81"/>
                <a:gd name="T69" fmla="*/ 53 h 84"/>
                <a:gd name="T70" fmla="*/ 77 w 81"/>
                <a:gd name="T71" fmla="*/ 4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84">
                  <a:moveTo>
                    <a:pt x="77" y="48"/>
                  </a:moveTo>
                  <a:cubicBezTo>
                    <a:pt x="81" y="45"/>
                    <a:pt x="76" y="42"/>
                    <a:pt x="76" y="39"/>
                  </a:cubicBezTo>
                  <a:cubicBezTo>
                    <a:pt x="76" y="37"/>
                    <a:pt x="78" y="35"/>
                    <a:pt x="78" y="33"/>
                  </a:cubicBezTo>
                  <a:cubicBezTo>
                    <a:pt x="79" y="30"/>
                    <a:pt x="75" y="32"/>
                    <a:pt x="74" y="32"/>
                  </a:cubicBezTo>
                  <a:cubicBezTo>
                    <a:pt x="73" y="32"/>
                    <a:pt x="72" y="32"/>
                    <a:pt x="71" y="32"/>
                  </a:cubicBezTo>
                  <a:cubicBezTo>
                    <a:pt x="70" y="32"/>
                    <a:pt x="70" y="33"/>
                    <a:pt x="69" y="33"/>
                  </a:cubicBezTo>
                  <a:cubicBezTo>
                    <a:pt x="68" y="33"/>
                    <a:pt x="67" y="30"/>
                    <a:pt x="66" y="30"/>
                  </a:cubicBezTo>
                  <a:cubicBezTo>
                    <a:pt x="64" y="26"/>
                    <a:pt x="62" y="28"/>
                    <a:pt x="58" y="28"/>
                  </a:cubicBezTo>
                  <a:cubicBezTo>
                    <a:pt x="56" y="28"/>
                    <a:pt x="55" y="28"/>
                    <a:pt x="54" y="26"/>
                  </a:cubicBezTo>
                  <a:cubicBezTo>
                    <a:pt x="53" y="24"/>
                    <a:pt x="56" y="22"/>
                    <a:pt x="53" y="20"/>
                  </a:cubicBezTo>
                  <a:cubicBezTo>
                    <a:pt x="52" y="19"/>
                    <a:pt x="52" y="17"/>
                    <a:pt x="50" y="17"/>
                  </a:cubicBezTo>
                  <a:cubicBezTo>
                    <a:pt x="48" y="17"/>
                    <a:pt x="49" y="17"/>
                    <a:pt x="50" y="15"/>
                  </a:cubicBezTo>
                  <a:cubicBezTo>
                    <a:pt x="51" y="13"/>
                    <a:pt x="50" y="11"/>
                    <a:pt x="51" y="9"/>
                  </a:cubicBezTo>
                  <a:cubicBezTo>
                    <a:pt x="52" y="7"/>
                    <a:pt x="54" y="6"/>
                    <a:pt x="56" y="5"/>
                  </a:cubicBezTo>
                  <a:cubicBezTo>
                    <a:pt x="57" y="4"/>
                    <a:pt x="59" y="4"/>
                    <a:pt x="60" y="2"/>
                  </a:cubicBezTo>
                  <a:cubicBezTo>
                    <a:pt x="60" y="0"/>
                    <a:pt x="56" y="0"/>
                    <a:pt x="56" y="1"/>
                  </a:cubicBezTo>
                  <a:cubicBezTo>
                    <a:pt x="54" y="3"/>
                    <a:pt x="51" y="6"/>
                    <a:pt x="48" y="6"/>
                  </a:cubicBezTo>
                  <a:cubicBezTo>
                    <a:pt x="45" y="6"/>
                    <a:pt x="45" y="6"/>
                    <a:pt x="44" y="8"/>
                  </a:cubicBezTo>
                  <a:cubicBezTo>
                    <a:pt x="43" y="10"/>
                    <a:pt x="43" y="7"/>
                    <a:pt x="41" y="7"/>
                  </a:cubicBezTo>
                  <a:cubicBezTo>
                    <a:pt x="37" y="8"/>
                    <a:pt x="39" y="14"/>
                    <a:pt x="36" y="16"/>
                  </a:cubicBezTo>
                  <a:cubicBezTo>
                    <a:pt x="35" y="17"/>
                    <a:pt x="33" y="18"/>
                    <a:pt x="32" y="20"/>
                  </a:cubicBezTo>
                  <a:cubicBezTo>
                    <a:pt x="32" y="20"/>
                    <a:pt x="32" y="23"/>
                    <a:pt x="31" y="23"/>
                  </a:cubicBezTo>
                  <a:cubicBezTo>
                    <a:pt x="30" y="21"/>
                    <a:pt x="29" y="20"/>
                    <a:pt x="28" y="19"/>
                  </a:cubicBezTo>
                  <a:cubicBezTo>
                    <a:pt x="27" y="17"/>
                    <a:pt x="26" y="17"/>
                    <a:pt x="25" y="17"/>
                  </a:cubicBezTo>
                  <a:cubicBezTo>
                    <a:pt x="21" y="16"/>
                    <a:pt x="19" y="13"/>
                    <a:pt x="15" y="16"/>
                  </a:cubicBezTo>
                  <a:cubicBezTo>
                    <a:pt x="13" y="17"/>
                    <a:pt x="9" y="20"/>
                    <a:pt x="7" y="18"/>
                  </a:cubicBezTo>
                  <a:cubicBezTo>
                    <a:pt x="6" y="17"/>
                    <a:pt x="5" y="17"/>
                    <a:pt x="4" y="16"/>
                  </a:cubicBezTo>
                  <a:cubicBezTo>
                    <a:pt x="2" y="16"/>
                    <a:pt x="3" y="14"/>
                    <a:pt x="1" y="16"/>
                  </a:cubicBezTo>
                  <a:cubicBezTo>
                    <a:pt x="0" y="17"/>
                    <a:pt x="1" y="17"/>
                    <a:pt x="2" y="18"/>
                  </a:cubicBezTo>
                  <a:cubicBezTo>
                    <a:pt x="2" y="19"/>
                    <a:pt x="1" y="20"/>
                    <a:pt x="1" y="21"/>
                  </a:cubicBezTo>
                  <a:cubicBezTo>
                    <a:pt x="3" y="21"/>
                    <a:pt x="5" y="22"/>
                    <a:pt x="6" y="22"/>
                  </a:cubicBezTo>
                  <a:cubicBezTo>
                    <a:pt x="7" y="23"/>
                    <a:pt x="8" y="23"/>
                    <a:pt x="8" y="24"/>
                  </a:cubicBezTo>
                  <a:cubicBezTo>
                    <a:pt x="9" y="25"/>
                    <a:pt x="9" y="24"/>
                    <a:pt x="10" y="24"/>
                  </a:cubicBezTo>
                  <a:cubicBezTo>
                    <a:pt x="10" y="23"/>
                    <a:pt x="10" y="26"/>
                    <a:pt x="11" y="26"/>
                  </a:cubicBezTo>
                  <a:cubicBezTo>
                    <a:pt x="12" y="27"/>
                    <a:pt x="13" y="26"/>
                    <a:pt x="15" y="25"/>
                  </a:cubicBezTo>
                  <a:cubicBezTo>
                    <a:pt x="16" y="25"/>
                    <a:pt x="13" y="23"/>
                    <a:pt x="13" y="23"/>
                  </a:cubicBezTo>
                  <a:cubicBezTo>
                    <a:pt x="13" y="22"/>
                    <a:pt x="16" y="20"/>
                    <a:pt x="16" y="19"/>
                  </a:cubicBezTo>
                  <a:cubicBezTo>
                    <a:pt x="17" y="18"/>
                    <a:pt x="19" y="17"/>
                    <a:pt x="20" y="18"/>
                  </a:cubicBezTo>
                  <a:cubicBezTo>
                    <a:pt x="21" y="18"/>
                    <a:pt x="23" y="19"/>
                    <a:pt x="23" y="19"/>
                  </a:cubicBezTo>
                  <a:cubicBezTo>
                    <a:pt x="23" y="20"/>
                    <a:pt x="23" y="20"/>
                    <a:pt x="24" y="20"/>
                  </a:cubicBezTo>
                  <a:cubicBezTo>
                    <a:pt x="24" y="21"/>
                    <a:pt x="23" y="22"/>
                    <a:pt x="23" y="22"/>
                  </a:cubicBezTo>
                  <a:cubicBezTo>
                    <a:pt x="23" y="23"/>
                    <a:pt x="25" y="25"/>
                    <a:pt x="25" y="26"/>
                  </a:cubicBezTo>
                  <a:cubicBezTo>
                    <a:pt x="27" y="29"/>
                    <a:pt x="29" y="29"/>
                    <a:pt x="29" y="33"/>
                  </a:cubicBezTo>
                  <a:cubicBezTo>
                    <a:pt x="29" y="36"/>
                    <a:pt x="29" y="39"/>
                    <a:pt x="28" y="42"/>
                  </a:cubicBezTo>
                  <a:cubicBezTo>
                    <a:pt x="28" y="43"/>
                    <a:pt x="30" y="43"/>
                    <a:pt x="30" y="44"/>
                  </a:cubicBezTo>
                  <a:cubicBezTo>
                    <a:pt x="29" y="45"/>
                    <a:pt x="28" y="46"/>
                    <a:pt x="28" y="47"/>
                  </a:cubicBezTo>
                  <a:cubicBezTo>
                    <a:pt x="27" y="48"/>
                    <a:pt x="27" y="50"/>
                    <a:pt x="26" y="50"/>
                  </a:cubicBezTo>
                  <a:cubicBezTo>
                    <a:pt x="24" y="51"/>
                    <a:pt x="22" y="50"/>
                    <a:pt x="22" y="53"/>
                  </a:cubicBezTo>
                  <a:cubicBezTo>
                    <a:pt x="22" y="55"/>
                    <a:pt x="19" y="55"/>
                    <a:pt x="22" y="56"/>
                  </a:cubicBezTo>
                  <a:cubicBezTo>
                    <a:pt x="23" y="57"/>
                    <a:pt x="24" y="57"/>
                    <a:pt x="26" y="58"/>
                  </a:cubicBezTo>
                  <a:cubicBezTo>
                    <a:pt x="27" y="59"/>
                    <a:pt x="28" y="60"/>
                    <a:pt x="29" y="61"/>
                  </a:cubicBezTo>
                  <a:cubicBezTo>
                    <a:pt x="31" y="62"/>
                    <a:pt x="32" y="61"/>
                    <a:pt x="34" y="61"/>
                  </a:cubicBezTo>
                  <a:cubicBezTo>
                    <a:pt x="35" y="61"/>
                    <a:pt x="36" y="62"/>
                    <a:pt x="38" y="63"/>
                  </a:cubicBezTo>
                  <a:cubicBezTo>
                    <a:pt x="39" y="63"/>
                    <a:pt x="40" y="63"/>
                    <a:pt x="41" y="64"/>
                  </a:cubicBezTo>
                  <a:cubicBezTo>
                    <a:pt x="44" y="66"/>
                    <a:pt x="46" y="68"/>
                    <a:pt x="48" y="71"/>
                  </a:cubicBezTo>
                  <a:cubicBezTo>
                    <a:pt x="49" y="74"/>
                    <a:pt x="50" y="75"/>
                    <a:pt x="54" y="76"/>
                  </a:cubicBezTo>
                  <a:cubicBezTo>
                    <a:pt x="55" y="76"/>
                    <a:pt x="56" y="75"/>
                    <a:pt x="57" y="74"/>
                  </a:cubicBezTo>
                  <a:cubicBezTo>
                    <a:pt x="58" y="74"/>
                    <a:pt x="59" y="76"/>
                    <a:pt x="60" y="75"/>
                  </a:cubicBezTo>
                  <a:cubicBezTo>
                    <a:pt x="62" y="74"/>
                    <a:pt x="64" y="75"/>
                    <a:pt x="65" y="76"/>
                  </a:cubicBezTo>
                  <a:cubicBezTo>
                    <a:pt x="65" y="77"/>
                    <a:pt x="64" y="79"/>
                    <a:pt x="64" y="80"/>
                  </a:cubicBezTo>
                  <a:cubicBezTo>
                    <a:pt x="63" y="81"/>
                    <a:pt x="62" y="81"/>
                    <a:pt x="64" y="82"/>
                  </a:cubicBezTo>
                  <a:cubicBezTo>
                    <a:pt x="64" y="82"/>
                    <a:pt x="66" y="84"/>
                    <a:pt x="65" y="84"/>
                  </a:cubicBezTo>
                  <a:cubicBezTo>
                    <a:pt x="67" y="84"/>
                    <a:pt x="68" y="73"/>
                    <a:pt x="69" y="71"/>
                  </a:cubicBezTo>
                  <a:cubicBezTo>
                    <a:pt x="69" y="67"/>
                    <a:pt x="66" y="66"/>
                    <a:pt x="65" y="63"/>
                  </a:cubicBezTo>
                  <a:cubicBezTo>
                    <a:pt x="65" y="61"/>
                    <a:pt x="65" y="60"/>
                    <a:pt x="66" y="60"/>
                  </a:cubicBezTo>
                  <a:cubicBezTo>
                    <a:pt x="67" y="60"/>
                    <a:pt x="70" y="59"/>
                    <a:pt x="70" y="58"/>
                  </a:cubicBezTo>
                  <a:cubicBezTo>
                    <a:pt x="69" y="58"/>
                    <a:pt x="67" y="58"/>
                    <a:pt x="67" y="57"/>
                  </a:cubicBezTo>
                  <a:cubicBezTo>
                    <a:pt x="66" y="57"/>
                    <a:pt x="66" y="55"/>
                    <a:pt x="66" y="55"/>
                  </a:cubicBezTo>
                  <a:cubicBezTo>
                    <a:pt x="68" y="55"/>
                    <a:pt x="70" y="55"/>
                    <a:pt x="72" y="55"/>
                  </a:cubicBezTo>
                  <a:cubicBezTo>
                    <a:pt x="73" y="55"/>
                    <a:pt x="79" y="52"/>
                    <a:pt x="79" y="53"/>
                  </a:cubicBezTo>
                  <a:cubicBezTo>
                    <a:pt x="79" y="51"/>
                    <a:pt x="76" y="48"/>
                    <a:pt x="77" y="48"/>
                  </a:cubicBezTo>
                  <a:cubicBezTo>
                    <a:pt x="78" y="47"/>
                    <a:pt x="76" y="48"/>
                    <a:pt x="77" y="4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76" name="Freeform 623">
              <a:extLst>
                <a:ext uri="{FF2B5EF4-FFF2-40B4-BE49-F238E27FC236}">
                  <a16:creationId xmlns:a16="http://schemas.microsoft.com/office/drawing/2014/main" id="{29851600-FC57-77B2-8521-06191C613231}"/>
                </a:ext>
              </a:extLst>
            </p:cNvPr>
            <p:cNvSpPr>
              <a:spLocks/>
            </p:cNvSpPr>
            <p:nvPr/>
          </p:nvSpPr>
          <p:spPr bwMode="auto">
            <a:xfrm>
              <a:off x="7923120" y="8978916"/>
              <a:ext cx="261145" cy="309000"/>
            </a:xfrm>
            <a:custGeom>
              <a:avLst/>
              <a:gdLst>
                <a:gd name="T0" fmla="*/ 20 w 28"/>
                <a:gd name="T1" fmla="*/ 6 h 33"/>
                <a:gd name="T2" fmla="*/ 15 w 28"/>
                <a:gd name="T3" fmla="*/ 3 h 33"/>
                <a:gd name="T4" fmla="*/ 10 w 28"/>
                <a:gd name="T5" fmla="*/ 0 h 33"/>
                <a:gd name="T6" fmla="*/ 4 w 28"/>
                <a:gd name="T7" fmla="*/ 4 h 33"/>
                <a:gd name="T8" fmla="*/ 3 w 28"/>
                <a:gd name="T9" fmla="*/ 7 h 33"/>
                <a:gd name="T10" fmla="*/ 2 w 28"/>
                <a:gd name="T11" fmla="*/ 10 h 33"/>
                <a:gd name="T12" fmla="*/ 0 w 28"/>
                <a:gd name="T13" fmla="*/ 13 h 33"/>
                <a:gd name="T14" fmla="*/ 0 w 28"/>
                <a:gd name="T15" fmla="*/ 15 h 33"/>
                <a:gd name="T16" fmla="*/ 0 w 28"/>
                <a:gd name="T17" fmla="*/ 18 h 33"/>
                <a:gd name="T18" fmla="*/ 2 w 28"/>
                <a:gd name="T19" fmla="*/ 20 h 33"/>
                <a:gd name="T20" fmla="*/ 5 w 28"/>
                <a:gd name="T21" fmla="*/ 18 h 33"/>
                <a:gd name="T22" fmla="*/ 5 w 28"/>
                <a:gd name="T23" fmla="*/ 20 h 33"/>
                <a:gd name="T24" fmla="*/ 3 w 28"/>
                <a:gd name="T25" fmla="*/ 24 h 33"/>
                <a:gd name="T26" fmla="*/ 3 w 28"/>
                <a:gd name="T27" fmla="*/ 26 h 33"/>
                <a:gd name="T28" fmla="*/ 3 w 28"/>
                <a:gd name="T29" fmla="*/ 28 h 33"/>
                <a:gd name="T30" fmla="*/ 8 w 28"/>
                <a:gd name="T31" fmla="*/ 32 h 33"/>
                <a:gd name="T32" fmla="*/ 11 w 28"/>
                <a:gd name="T33" fmla="*/ 29 h 33"/>
                <a:gd name="T34" fmla="*/ 16 w 28"/>
                <a:gd name="T35" fmla="*/ 22 h 33"/>
                <a:gd name="T36" fmla="*/ 22 w 28"/>
                <a:gd name="T37" fmla="*/ 19 h 33"/>
                <a:gd name="T38" fmla="*/ 27 w 28"/>
                <a:gd name="T39" fmla="*/ 13 h 33"/>
                <a:gd name="T40" fmla="*/ 27 w 28"/>
                <a:gd name="T41" fmla="*/ 8 h 33"/>
                <a:gd name="T42" fmla="*/ 24 w 28"/>
                <a:gd name="T43" fmla="*/ 5 h 33"/>
                <a:gd name="T44" fmla="*/ 20 w 28"/>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33">
                  <a:moveTo>
                    <a:pt x="20" y="6"/>
                  </a:moveTo>
                  <a:cubicBezTo>
                    <a:pt x="18" y="6"/>
                    <a:pt x="17" y="4"/>
                    <a:pt x="15" y="3"/>
                  </a:cubicBezTo>
                  <a:cubicBezTo>
                    <a:pt x="14" y="2"/>
                    <a:pt x="12" y="0"/>
                    <a:pt x="10" y="0"/>
                  </a:cubicBezTo>
                  <a:cubicBezTo>
                    <a:pt x="10" y="3"/>
                    <a:pt x="4" y="1"/>
                    <a:pt x="4" y="4"/>
                  </a:cubicBezTo>
                  <a:cubicBezTo>
                    <a:pt x="4" y="6"/>
                    <a:pt x="4" y="6"/>
                    <a:pt x="3" y="7"/>
                  </a:cubicBezTo>
                  <a:cubicBezTo>
                    <a:pt x="1" y="8"/>
                    <a:pt x="2" y="9"/>
                    <a:pt x="2" y="10"/>
                  </a:cubicBezTo>
                  <a:cubicBezTo>
                    <a:pt x="2" y="11"/>
                    <a:pt x="1" y="12"/>
                    <a:pt x="0" y="13"/>
                  </a:cubicBezTo>
                  <a:cubicBezTo>
                    <a:pt x="0" y="13"/>
                    <a:pt x="0" y="14"/>
                    <a:pt x="0" y="15"/>
                  </a:cubicBezTo>
                  <a:cubicBezTo>
                    <a:pt x="1" y="16"/>
                    <a:pt x="0" y="17"/>
                    <a:pt x="0" y="18"/>
                  </a:cubicBezTo>
                  <a:cubicBezTo>
                    <a:pt x="0" y="18"/>
                    <a:pt x="1" y="21"/>
                    <a:pt x="2" y="20"/>
                  </a:cubicBezTo>
                  <a:cubicBezTo>
                    <a:pt x="4" y="20"/>
                    <a:pt x="4" y="18"/>
                    <a:pt x="5" y="18"/>
                  </a:cubicBezTo>
                  <a:cubicBezTo>
                    <a:pt x="4" y="18"/>
                    <a:pt x="6" y="20"/>
                    <a:pt x="5" y="20"/>
                  </a:cubicBezTo>
                  <a:cubicBezTo>
                    <a:pt x="5" y="22"/>
                    <a:pt x="5" y="23"/>
                    <a:pt x="3" y="24"/>
                  </a:cubicBezTo>
                  <a:cubicBezTo>
                    <a:pt x="3" y="24"/>
                    <a:pt x="4" y="26"/>
                    <a:pt x="3" y="26"/>
                  </a:cubicBezTo>
                  <a:cubicBezTo>
                    <a:pt x="3" y="27"/>
                    <a:pt x="2" y="27"/>
                    <a:pt x="3" y="28"/>
                  </a:cubicBezTo>
                  <a:cubicBezTo>
                    <a:pt x="5" y="29"/>
                    <a:pt x="6" y="29"/>
                    <a:pt x="8" y="32"/>
                  </a:cubicBezTo>
                  <a:cubicBezTo>
                    <a:pt x="9" y="33"/>
                    <a:pt x="10" y="29"/>
                    <a:pt x="11" y="29"/>
                  </a:cubicBezTo>
                  <a:cubicBezTo>
                    <a:pt x="12" y="26"/>
                    <a:pt x="13" y="23"/>
                    <a:pt x="16" y="22"/>
                  </a:cubicBezTo>
                  <a:cubicBezTo>
                    <a:pt x="18" y="21"/>
                    <a:pt x="20" y="21"/>
                    <a:pt x="22" y="19"/>
                  </a:cubicBezTo>
                  <a:cubicBezTo>
                    <a:pt x="24" y="18"/>
                    <a:pt x="26" y="16"/>
                    <a:pt x="27" y="13"/>
                  </a:cubicBezTo>
                  <a:cubicBezTo>
                    <a:pt x="27" y="11"/>
                    <a:pt x="28" y="10"/>
                    <a:pt x="27" y="8"/>
                  </a:cubicBezTo>
                  <a:cubicBezTo>
                    <a:pt x="26" y="7"/>
                    <a:pt x="25" y="6"/>
                    <a:pt x="24" y="5"/>
                  </a:cubicBezTo>
                  <a:cubicBezTo>
                    <a:pt x="23" y="5"/>
                    <a:pt x="21" y="6"/>
                    <a:pt x="20"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77" name="Freeform 624">
              <a:extLst>
                <a:ext uri="{FF2B5EF4-FFF2-40B4-BE49-F238E27FC236}">
                  <a16:creationId xmlns:a16="http://schemas.microsoft.com/office/drawing/2014/main" id="{8D0F37FB-0395-F4A4-4C08-AE56296CE53F}"/>
                </a:ext>
              </a:extLst>
            </p:cNvPr>
            <p:cNvSpPr>
              <a:spLocks/>
            </p:cNvSpPr>
            <p:nvPr/>
          </p:nvSpPr>
          <p:spPr bwMode="auto">
            <a:xfrm>
              <a:off x="7894458" y="9036257"/>
              <a:ext cx="598727" cy="888769"/>
            </a:xfrm>
            <a:custGeom>
              <a:avLst/>
              <a:gdLst>
                <a:gd name="T0" fmla="*/ 57 w 64"/>
                <a:gd name="T1" fmla="*/ 21 h 95"/>
                <a:gd name="T2" fmla="*/ 56 w 64"/>
                <a:gd name="T3" fmla="*/ 14 h 95"/>
                <a:gd name="T4" fmla="*/ 50 w 64"/>
                <a:gd name="T5" fmla="*/ 13 h 95"/>
                <a:gd name="T6" fmla="*/ 46 w 64"/>
                <a:gd name="T7" fmla="*/ 14 h 95"/>
                <a:gd name="T8" fmla="*/ 41 w 64"/>
                <a:gd name="T9" fmla="*/ 11 h 95"/>
                <a:gd name="T10" fmla="*/ 38 w 64"/>
                <a:gd name="T11" fmla="*/ 6 h 95"/>
                <a:gd name="T12" fmla="*/ 33 w 64"/>
                <a:gd name="T13" fmla="*/ 2 h 95"/>
                <a:gd name="T14" fmla="*/ 28 w 64"/>
                <a:gd name="T15" fmla="*/ 0 h 95"/>
                <a:gd name="T16" fmla="*/ 31 w 64"/>
                <a:gd name="T17" fmla="*/ 5 h 95"/>
                <a:gd name="T18" fmla="*/ 28 w 64"/>
                <a:gd name="T19" fmla="*/ 10 h 95"/>
                <a:gd name="T20" fmla="*/ 23 w 64"/>
                <a:gd name="T21" fmla="*/ 14 h 95"/>
                <a:gd name="T22" fmla="*/ 17 w 64"/>
                <a:gd name="T23" fmla="*/ 17 h 95"/>
                <a:gd name="T24" fmla="*/ 11 w 64"/>
                <a:gd name="T25" fmla="*/ 26 h 95"/>
                <a:gd name="T26" fmla="*/ 6 w 64"/>
                <a:gd name="T27" fmla="*/ 22 h 95"/>
                <a:gd name="T28" fmla="*/ 6 w 64"/>
                <a:gd name="T29" fmla="*/ 21 h 95"/>
                <a:gd name="T30" fmla="*/ 6 w 64"/>
                <a:gd name="T31" fmla="*/ 18 h 95"/>
                <a:gd name="T32" fmla="*/ 2 w 64"/>
                <a:gd name="T33" fmla="*/ 26 h 95"/>
                <a:gd name="T34" fmla="*/ 3 w 64"/>
                <a:gd name="T35" fmla="*/ 30 h 95"/>
                <a:gd name="T36" fmla="*/ 3 w 64"/>
                <a:gd name="T37" fmla="*/ 32 h 95"/>
                <a:gd name="T38" fmla="*/ 14 w 64"/>
                <a:gd name="T39" fmla="*/ 47 h 95"/>
                <a:gd name="T40" fmla="*/ 23 w 64"/>
                <a:gd name="T41" fmla="*/ 63 h 95"/>
                <a:gd name="T42" fmla="*/ 26 w 64"/>
                <a:gd name="T43" fmla="*/ 70 h 95"/>
                <a:gd name="T44" fmla="*/ 25 w 64"/>
                <a:gd name="T45" fmla="*/ 71 h 95"/>
                <a:gd name="T46" fmla="*/ 28 w 64"/>
                <a:gd name="T47" fmla="*/ 74 h 95"/>
                <a:gd name="T48" fmla="*/ 32 w 64"/>
                <a:gd name="T49" fmla="*/ 79 h 95"/>
                <a:gd name="T50" fmla="*/ 41 w 64"/>
                <a:gd name="T51" fmla="*/ 83 h 95"/>
                <a:gd name="T52" fmla="*/ 48 w 64"/>
                <a:gd name="T53" fmla="*/ 87 h 95"/>
                <a:gd name="T54" fmla="*/ 54 w 64"/>
                <a:gd name="T55" fmla="*/ 93 h 95"/>
                <a:gd name="T56" fmla="*/ 59 w 64"/>
                <a:gd name="T57" fmla="*/ 90 h 95"/>
                <a:gd name="T58" fmla="*/ 61 w 64"/>
                <a:gd name="T59" fmla="*/ 86 h 95"/>
                <a:gd name="T60" fmla="*/ 63 w 64"/>
                <a:gd name="T61" fmla="*/ 82 h 95"/>
                <a:gd name="T62" fmla="*/ 61 w 64"/>
                <a:gd name="T63" fmla="*/ 78 h 95"/>
                <a:gd name="T64" fmla="*/ 61 w 64"/>
                <a:gd name="T65" fmla="*/ 76 h 95"/>
                <a:gd name="T66" fmla="*/ 63 w 64"/>
                <a:gd name="T67" fmla="*/ 74 h 95"/>
                <a:gd name="T68" fmla="*/ 64 w 64"/>
                <a:gd name="T69" fmla="*/ 64 h 95"/>
                <a:gd name="T70" fmla="*/ 62 w 64"/>
                <a:gd name="T71" fmla="*/ 59 h 95"/>
                <a:gd name="T72" fmla="*/ 57 w 64"/>
                <a:gd name="T73" fmla="*/ 57 h 95"/>
                <a:gd name="T74" fmla="*/ 55 w 64"/>
                <a:gd name="T75" fmla="*/ 48 h 95"/>
                <a:gd name="T76" fmla="*/ 50 w 64"/>
                <a:gd name="T77" fmla="*/ 51 h 95"/>
                <a:gd name="T78" fmla="*/ 46 w 64"/>
                <a:gd name="T79" fmla="*/ 51 h 95"/>
                <a:gd name="T80" fmla="*/ 44 w 64"/>
                <a:gd name="T81" fmla="*/ 48 h 95"/>
                <a:gd name="T82" fmla="*/ 40 w 64"/>
                <a:gd name="T83" fmla="*/ 42 h 95"/>
                <a:gd name="T84" fmla="*/ 39 w 64"/>
                <a:gd name="T85" fmla="*/ 35 h 95"/>
                <a:gd name="T86" fmla="*/ 42 w 64"/>
                <a:gd name="T87" fmla="*/ 33 h 95"/>
                <a:gd name="T88" fmla="*/ 42 w 64"/>
                <a:gd name="T89" fmla="*/ 30 h 95"/>
                <a:gd name="T90" fmla="*/ 45 w 64"/>
                <a:gd name="T91" fmla="*/ 25 h 95"/>
                <a:gd name="T92" fmla="*/ 50 w 64"/>
                <a:gd name="T93" fmla="*/ 24 h 95"/>
                <a:gd name="T94" fmla="*/ 53 w 64"/>
                <a:gd name="T95" fmla="*/ 22 h 95"/>
                <a:gd name="T96" fmla="*/ 57 w 64"/>
                <a:gd name="T97" fmla="*/ 2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 h="95">
                  <a:moveTo>
                    <a:pt x="57" y="21"/>
                  </a:moveTo>
                  <a:cubicBezTo>
                    <a:pt x="53" y="19"/>
                    <a:pt x="59" y="15"/>
                    <a:pt x="56" y="14"/>
                  </a:cubicBezTo>
                  <a:cubicBezTo>
                    <a:pt x="54" y="12"/>
                    <a:pt x="52" y="13"/>
                    <a:pt x="50" y="13"/>
                  </a:cubicBezTo>
                  <a:cubicBezTo>
                    <a:pt x="48" y="12"/>
                    <a:pt x="48" y="14"/>
                    <a:pt x="46" y="14"/>
                  </a:cubicBezTo>
                  <a:cubicBezTo>
                    <a:pt x="44" y="13"/>
                    <a:pt x="42" y="13"/>
                    <a:pt x="41" y="11"/>
                  </a:cubicBezTo>
                  <a:cubicBezTo>
                    <a:pt x="40" y="10"/>
                    <a:pt x="39" y="7"/>
                    <a:pt x="38" y="6"/>
                  </a:cubicBezTo>
                  <a:cubicBezTo>
                    <a:pt x="36" y="5"/>
                    <a:pt x="35" y="3"/>
                    <a:pt x="33" y="2"/>
                  </a:cubicBezTo>
                  <a:cubicBezTo>
                    <a:pt x="32" y="0"/>
                    <a:pt x="30" y="1"/>
                    <a:pt x="28" y="0"/>
                  </a:cubicBezTo>
                  <a:cubicBezTo>
                    <a:pt x="30" y="2"/>
                    <a:pt x="31" y="3"/>
                    <a:pt x="31" y="5"/>
                  </a:cubicBezTo>
                  <a:cubicBezTo>
                    <a:pt x="30" y="7"/>
                    <a:pt x="30" y="9"/>
                    <a:pt x="28" y="10"/>
                  </a:cubicBezTo>
                  <a:cubicBezTo>
                    <a:pt x="26" y="12"/>
                    <a:pt x="25" y="14"/>
                    <a:pt x="23" y="14"/>
                  </a:cubicBezTo>
                  <a:cubicBezTo>
                    <a:pt x="21" y="15"/>
                    <a:pt x="19" y="15"/>
                    <a:pt x="17" y="17"/>
                  </a:cubicBezTo>
                  <a:cubicBezTo>
                    <a:pt x="16" y="18"/>
                    <a:pt x="12" y="27"/>
                    <a:pt x="11" y="26"/>
                  </a:cubicBezTo>
                  <a:cubicBezTo>
                    <a:pt x="9" y="23"/>
                    <a:pt x="8" y="23"/>
                    <a:pt x="6" y="22"/>
                  </a:cubicBezTo>
                  <a:cubicBezTo>
                    <a:pt x="5" y="22"/>
                    <a:pt x="5" y="22"/>
                    <a:pt x="6" y="21"/>
                  </a:cubicBezTo>
                  <a:cubicBezTo>
                    <a:pt x="7" y="20"/>
                    <a:pt x="7" y="19"/>
                    <a:pt x="6" y="18"/>
                  </a:cubicBezTo>
                  <a:cubicBezTo>
                    <a:pt x="4" y="19"/>
                    <a:pt x="0" y="23"/>
                    <a:pt x="2" y="26"/>
                  </a:cubicBezTo>
                  <a:cubicBezTo>
                    <a:pt x="2" y="26"/>
                    <a:pt x="4" y="29"/>
                    <a:pt x="3" y="30"/>
                  </a:cubicBezTo>
                  <a:cubicBezTo>
                    <a:pt x="2" y="30"/>
                    <a:pt x="1" y="31"/>
                    <a:pt x="3" y="32"/>
                  </a:cubicBezTo>
                  <a:cubicBezTo>
                    <a:pt x="8" y="35"/>
                    <a:pt x="12" y="41"/>
                    <a:pt x="14" y="47"/>
                  </a:cubicBezTo>
                  <a:cubicBezTo>
                    <a:pt x="17" y="52"/>
                    <a:pt x="19" y="58"/>
                    <a:pt x="23" y="63"/>
                  </a:cubicBezTo>
                  <a:cubicBezTo>
                    <a:pt x="24" y="65"/>
                    <a:pt x="26" y="67"/>
                    <a:pt x="26" y="70"/>
                  </a:cubicBezTo>
                  <a:cubicBezTo>
                    <a:pt x="26" y="71"/>
                    <a:pt x="25" y="70"/>
                    <a:pt x="25" y="71"/>
                  </a:cubicBezTo>
                  <a:cubicBezTo>
                    <a:pt x="26" y="72"/>
                    <a:pt x="27" y="73"/>
                    <a:pt x="28" y="74"/>
                  </a:cubicBezTo>
                  <a:cubicBezTo>
                    <a:pt x="29" y="76"/>
                    <a:pt x="30" y="78"/>
                    <a:pt x="32" y="79"/>
                  </a:cubicBezTo>
                  <a:cubicBezTo>
                    <a:pt x="35" y="80"/>
                    <a:pt x="38" y="82"/>
                    <a:pt x="41" y="83"/>
                  </a:cubicBezTo>
                  <a:cubicBezTo>
                    <a:pt x="43" y="84"/>
                    <a:pt x="45" y="86"/>
                    <a:pt x="48" y="87"/>
                  </a:cubicBezTo>
                  <a:cubicBezTo>
                    <a:pt x="50" y="89"/>
                    <a:pt x="52" y="91"/>
                    <a:pt x="54" y="93"/>
                  </a:cubicBezTo>
                  <a:cubicBezTo>
                    <a:pt x="58" y="95"/>
                    <a:pt x="57" y="91"/>
                    <a:pt x="59" y="90"/>
                  </a:cubicBezTo>
                  <a:cubicBezTo>
                    <a:pt x="60" y="89"/>
                    <a:pt x="60" y="87"/>
                    <a:pt x="61" y="86"/>
                  </a:cubicBezTo>
                  <a:cubicBezTo>
                    <a:pt x="61" y="85"/>
                    <a:pt x="64" y="83"/>
                    <a:pt x="63" y="82"/>
                  </a:cubicBezTo>
                  <a:cubicBezTo>
                    <a:pt x="61" y="81"/>
                    <a:pt x="60" y="81"/>
                    <a:pt x="61" y="78"/>
                  </a:cubicBezTo>
                  <a:cubicBezTo>
                    <a:pt x="61" y="77"/>
                    <a:pt x="61" y="76"/>
                    <a:pt x="61" y="76"/>
                  </a:cubicBezTo>
                  <a:cubicBezTo>
                    <a:pt x="62" y="75"/>
                    <a:pt x="63" y="74"/>
                    <a:pt x="63" y="74"/>
                  </a:cubicBezTo>
                  <a:cubicBezTo>
                    <a:pt x="64" y="71"/>
                    <a:pt x="62" y="66"/>
                    <a:pt x="64" y="64"/>
                  </a:cubicBezTo>
                  <a:cubicBezTo>
                    <a:pt x="64" y="63"/>
                    <a:pt x="63" y="61"/>
                    <a:pt x="62" y="59"/>
                  </a:cubicBezTo>
                  <a:cubicBezTo>
                    <a:pt x="61" y="56"/>
                    <a:pt x="60" y="56"/>
                    <a:pt x="57" y="57"/>
                  </a:cubicBezTo>
                  <a:cubicBezTo>
                    <a:pt x="53" y="57"/>
                    <a:pt x="55" y="50"/>
                    <a:pt x="55" y="48"/>
                  </a:cubicBezTo>
                  <a:cubicBezTo>
                    <a:pt x="53" y="49"/>
                    <a:pt x="52" y="51"/>
                    <a:pt x="50" y="51"/>
                  </a:cubicBezTo>
                  <a:cubicBezTo>
                    <a:pt x="49" y="51"/>
                    <a:pt x="47" y="51"/>
                    <a:pt x="46" y="51"/>
                  </a:cubicBezTo>
                  <a:cubicBezTo>
                    <a:pt x="45" y="50"/>
                    <a:pt x="45" y="48"/>
                    <a:pt x="44" y="48"/>
                  </a:cubicBezTo>
                  <a:cubicBezTo>
                    <a:pt x="41" y="48"/>
                    <a:pt x="41" y="44"/>
                    <a:pt x="40" y="42"/>
                  </a:cubicBezTo>
                  <a:cubicBezTo>
                    <a:pt x="38" y="40"/>
                    <a:pt x="37" y="37"/>
                    <a:pt x="39" y="35"/>
                  </a:cubicBezTo>
                  <a:cubicBezTo>
                    <a:pt x="40" y="34"/>
                    <a:pt x="42" y="34"/>
                    <a:pt x="42" y="33"/>
                  </a:cubicBezTo>
                  <a:cubicBezTo>
                    <a:pt x="42" y="32"/>
                    <a:pt x="42" y="31"/>
                    <a:pt x="42" y="30"/>
                  </a:cubicBezTo>
                  <a:cubicBezTo>
                    <a:pt x="42" y="27"/>
                    <a:pt x="42" y="26"/>
                    <a:pt x="45" y="25"/>
                  </a:cubicBezTo>
                  <a:cubicBezTo>
                    <a:pt x="47" y="24"/>
                    <a:pt x="48" y="24"/>
                    <a:pt x="50" y="24"/>
                  </a:cubicBezTo>
                  <a:cubicBezTo>
                    <a:pt x="51" y="24"/>
                    <a:pt x="52" y="23"/>
                    <a:pt x="53" y="22"/>
                  </a:cubicBezTo>
                  <a:cubicBezTo>
                    <a:pt x="54" y="22"/>
                    <a:pt x="59" y="23"/>
                    <a:pt x="57" y="2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78" name="Freeform 625">
              <a:extLst>
                <a:ext uri="{FF2B5EF4-FFF2-40B4-BE49-F238E27FC236}">
                  <a16:creationId xmlns:a16="http://schemas.microsoft.com/office/drawing/2014/main" id="{670B9361-84F1-0661-2177-C91EE05D6FE1}"/>
                </a:ext>
              </a:extLst>
            </p:cNvPr>
            <p:cNvSpPr>
              <a:spLocks/>
            </p:cNvSpPr>
            <p:nvPr/>
          </p:nvSpPr>
          <p:spPr bwMode="auto">
            <a:xfrm>
              <a:off x="8158790" y="9867685"/>
              <a:ext cx="407643" cy="1984597"/>
            </a:xfrm>
            <a:custGeom>
              <a:avLst/>
              <a:gdLst>
                <a:gd name="T0" fmla="*/ 38 w 44"/>
                <a:gd name="T1" fmla="*/ 20 h 212"/>
                <a:gd name="T2" fmla="*/ 36 w 44"/>
                <a:gd name="T3" fmla="*/ 12 h 212"/>
                <a:gd name="T4" fmla="*/ 34 w 44"/>
                <a:gd name="T5" fmla="*/ 5 h 212"/>
                <a:gd name="T6" fmla="*/ 30 w 44"/>
                <a:gd name="T7" fmla="*/ 3 h 212"/>
                <a:gd name="T8" fmla="*/ 28 w 44"/>
                <a:gd name="T9" fmla="*/ 15 h 212"/>
                <a:gd name="T10" fmla="*/ 26 w 44"/>
                <a:gd name="T11" fmla="*/ 31 h 212"/>
                <a:gd name="T12" fmla="*/ 23 w 44"/>
                <a:gd name="T13" fmla="*/ 56 h 212"/>
                <a:gd name="T14" fmla="*/ 21 w 44"/>
                <a:gd name="T15" fmla="*/ 68 h 212"/>
                <a:gd name="T16" fmla="*/ 21 w 44"/>
                <a:gd name="T17" fmla="*/ 80 h 212"/>
                <a:gd name="T18" fmla="*/ 20 w 44"/>
                <a:gd name="T19" fmla="*/ 88 h 212"/>
                <a:gd name="T20" fmla="*/ 11 w 44"/>
                <a:gd name="T21" fmla="*/ 110 h 212"/>
                <a:gd name="T22" fmla="*/ 10 w 44"/>
                <a:gd name="T23" fmla="*/ 132 h 212"/>
                <a:gd name="T24" fmla="*/ 17 w 44"/>
                <a:gd name="T25" fmla="*/ 133 h 212"/>
                <a:gd name="T26" fmla="*/ 16 w 44"/>
                <a:gd name="T27" fmla="*/ 136 h 212"/>
                <a:gd name="T28" fmla="*/ 14 w 44"/>
                <a:gd name="T29" fmla="*/ 145 h 212"/>
                <a:gd name="T30" fmla="*/ 15 w 44"/>
                <a:gd name="T31" fmla="*/ 150 h 212"/>
                <a:gd name="T32" fmla="*/ 13 w 44"/>
                <a:gd name="T33" fmla="*/ 152 h 212"/>
                <a:gd name="T34" fmla="*/ 11 w 44"/>
                <a:gd name="T35" fmla="*/ 158 h 212"/>
                <a:gd name="T36" fmla="*/ 8 w 44"/>
                <a:gd name="T37" fmla="*/ 159 h 212"/>
                <a:gd name="T38" fmla="*/ 4 w 44"/>
                <a:gd name="T39" fmla="*/ 159 h 212"/>
                <a:gd name="T40" fmla="*/ 0 w 44"/>
                <a:gd name="T41" fmla="*/ 164 h 212"/>
                <a:gd name="T42" fmla="*/ 2 w 44"/>
                <a:gd name="T43" fmla="*/ 163 h 212"/>
                <a:gd name="T44" fmla="*/ 7 w 44"/>
                <a:gd name="T45" fmla="*/ 171 h 212"/>
                <a:gd name="T46" fmla="*/ 11 w 44"/>
                <a:gd name="T47" fmla="*/ 173 h 212"/>
                <a:gd name="T48" fmla="*/ 7 w 44"/>
                <a:gd name="T49" fmla="*/ 174 h 212"/>
                <a:gd name="T50" fmla="*/ 7 w 44"/>
                <a:gd name="T51" fmla="*/ 179 h 212"/>
                <a:gd name="T52" fmla="*/ 9 w 44"/>
                <a:gd name="T53" fmla="*/ 182 h 212"/>
                <a:gd name="T54" fmla="*/ 9 w 44"/>
                <a:gd name="T55" fmla="*/ 185 h 212"/>
                <a:gd name="T56" fmla="*/ 7 w 44"/>
                <a:gd name="T57" fmla="*/ 187 h 212"/>
                <a:gd name="T58" fmla="*/ 10 w 44"/>
                <a:gd name="T59" fmla="*/ 190 h 212"/>
                <a:gd name="T60" fmla="*/ 8 w 44"/>
                <a:gd name="T61" fmla="*/ 193 h 212"/>
                <a:gd name="T62" fmla="*/ 11 w 44"/>
                <a:gd name="T63" fmla="*/ 194 h 212"/>
                <a:gd name="T64" fmla="*/ 11 w 44"/>
                <a:gd name="T65" fmla="*/ 198 h 212"/>
                <a:gd name="T66" fmla="*/ 15 w 44"/>
                <a:gd name="T67" fmla="*/ 197 h 212"/>
                <a:gd name="T68" fmla="*/ 15 w 44"/>
                <a:gd name="T69" fmla="*/ 197 h 212"/>
                <a:gd name="T70" fmla="*/ 16 w 44"/>
                <a:gd name="T71" fmla="*/ 198 h 212"/>
                <a:gd name="T72" fmla="*/ 18 w 44"/>
                <a:gd name="T73" fmla="*/ 202 h 212"/>
                <a:gd name="T74" fmla="*/ 16 w 44"/>
                <a:gd name="T75" fmla="*/ 207 h 212"/>
                <a:gd name="T76" fmla="*/ 18 w 44"/>
                <a:gd name="T77" fmla="*/ 209 h 212"/>
                <a:gd name="T78" fmla="*/ 25 w 44"/>
                <a:gd name="T79" fmla="*/ 204 h 212"/>
                <a:gd name="T80" fmla="*/ 26 w 44"/>
                <a:gd name="T81" fmla="*/ 199 h 212"/>
                <a:gd name="T82" fmla="*/ 17 w 44"/>
                <a:gd name="T83" fmla="*/ 192 h 212"/>
                <a:gd name="T84" fmla="*/ 12 w 44"/>
                <a:gd name="T85" fmla="*/ 185 h 212"/>
                <a:gd name="T86" fmla="*/ 15 w 44"/>
                <a:gd name="T87" fmla="*/ 177 h 212"/>
                <a:gd name="T88" fmla="*/ 17 w 44"/>
                <a:gd name="T89" fmla="*/ 169 h 212"/>
                <a:gd name="T90" fmla="*/ 21 w 44"/>
                <a:gd name="T91" fmla="*/ 158 h 212"/>
                <a:gd name="T92" fmla="*/ 21 w 44"/>
                <a:gd name="T93" fmla="*/ 152 h 212"/>
                <a:gd name="T94" fmla="*/ 19 w 44"/>
                <a:gd name="T95" fmla="*/ 140 h 212"/>
                <a:gd name="T96" fmla="*/ 23 w 44"/>
                <a:gd name="T97" fmla="*/ 117 h 212"/>
                <a:gd name="T98" fmla="*/ 26 w 44"/>
                <a:gd name="T99" fmla="*/ 102 h 212"/>
                <a:gd name="T100" fmla="*/ 29 w 44"/>
                <a:gd name="T101" fmla="*/ 85 h 212"/>
                <a:gd name="T102" fmla="*/ 27 w 44"/>
                <a:gd name="T103" fmla="*/ 73 h 212"/>
                <a:gd name="T104" fmla="*/ 30 w 44"/>
                <a:gd name="T105" fmla="*/ 62 h 212"/>
                <a:gd name="T106" fmla="*/ 34 w 44"/>
                <a:gd name="T107" fmla="*/ 54 h 212"/>
                <a:gd name="T108" fmla="*/ 36 w 44"/>
                <a:gd name="T109" fmla="*/ 44 h 212"/>
                <a:gd name="T110" fmla="*/ 40 w 44"/>
                <a:gd name="T111" fmla="*/ 35 h 212"/>
                <a:gd name="T112" fmla="*/ 40 w 44"/>
                <a:gd name="T113" fmla="*/ 2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 h="212">
                  <a:moveTo>
                    <a:pt x="40" y="28"/>
                  </a:moveTo>
                  <a:cubicBezTo>
                    <a:pt x="38" y="27"/>
                    <a:pt x="40" y="22"/>
                    <a:pt x="38" y="20"/>
                  </a:cubicBezTo>
                  <a:cubicBezTo>
                    <a:pt x="37" y="19"/>
                    <a:pt x="35" y="16"/>
                    <a:pt x="36" y="14"/>
                  </a:cubicBezTo>
                  <a:cubicBezTo>
                    <a:pt x="38" y="13"/>
                    <a:pt x="35" y="13"/>
                    <a:pt x="36" y="12"/>
                  </a:cubicBezTo>
                  <a:cubicBezTo>
                    <a:pt x="37" y="11"/>
                    <a:pt x="36" y="10"/>
                    <a:pt x="35" y="9"/>
                  </a:cubicBezTo>
                  <a:cubicBezTo>
                    <a:pt x="34" y="8"/>
                    <a:pt x="34" y="7"/>
                    <a:pt x="34" y="5"/>
                  </a:cubicBezTo>
                  <a:cubicBezTo>
                    <a:pt x="34" y="3"/>
                    <a:pt x="33" y="2"/>
                    <a:pt x="32" y="0"/>
                  </a:cubicBezTo>
                  <a:cubicBezTo>
                    <a:pt x="31" y="1"/>
                    <a:pt x="30" y="2"/>
                    <a:pt x="30" y="3"/>
                  </a:cubicBezTo>
                  <a:cubicBezTo>
                    <a:pt x="29" y="5"/>
                    <a:pt x="27" y="4"/>
                    <a:pt x="28" y="6"/>
                  </a:cubicBezTo>
                  <a:cubicBezTo>
                    <a:pt x="28" y="9"/>
                    <a:pt x="28" y="12"/>
                    <a:pt x="28" y="15"/>
                  </a:cubicBezTo>
                  <a:cubicBezTo>
                    <a:pt x="28" y="19"/>
                    <a:pt x="29" y="24"/>
                    <a:pt x="28" y="28"/>
                  </a:cubicBezTo>
                  <a:cubicBezTo>
                    <a:pt x="27" y="29"/>
                    <a:pt x="26" y="30"/>
                    <a:pt x="26" y="31"/>
                  </a:cubicBezTo>
                  <a:cubicBezTo>
                    <a:pt x="26" y="33"/>
                    <a:pt x="27" y="35"/>
                    <a:pt x="27" y="37"/>
                  </a:cubicBezTo>
                  <a:cubicBezTo>
                    <a:pt x="27" y="43"/>
                    <a:pt x="25" y="50"/>
                    <a:pt x="23" y="56"/>
                  </a:cubicBezTo>
                  <a:cubicBezTo>
                    <a:pt x="22" y="59"/>
                    <a:pt x="22" y="61"/>
                    <a:pt x="23" y="64"/>
                  </a:cubicBezTo>
                  <a:cubicBezTo>
                    <a:pt x="23" y="66"/>
                    <a:pt x="23" y="67"/>
                    <a:pt x="21" y="68"/>
                  </a:cubicBezTo>
                  <a:cubicBezTo>
                    <a:pt x="20" y="69"/>
                    <a:pt x="21" y="70"/>
                    <a:pt x="21" y="71"/>
                  </a:cubicBezTo>
                  <a:cubicBezTo>
                    <a:pt x="21" y="74"/>
                    <a:pt x="21" y="77"/>
                    <a:pt x="21" y="80"/>
                  </a:cubicBezTo>
                  <a:cubicBezTo>
                    <a:pt x="21" y="81"/>
                    <a:pt x="21" y="83"/>
                    <a:pt x="21" y="84"/>
                  </a:cubicBezTo>
                  <a:cubicBezTo>
                    <a:pt x="20" y="85"/>
                    <a:pt x="21" y="87"/>
                    <a:pt x="20" y="88"/>
                  </a:cubicBezTo>
                  <a:cubicBezTo>
                    <a:pt x="18" y="93"/>
                    <a:pt x="16" y="98"/>
                    <a:pt x="14" y="103"/>
                  </a:cubicBezTo>
                  <a:cubicBezTo>
                    <a:pt x="13" y="106"/>
                    <a:pt x="10" y="107"/>
                    <a:pt x="11" y="110"/>
                  </a:cubicBezTo>
                  <a:cubicBezTo>
                    <a:pt x="12" y="113"/>
                    <a:pt x="14" y="118"/>
                    <a:pt x="12" y="122"/>
                  </a:cubicBezTo>
                  <a:cubicBezTo>
                    <a:pt x="10" y="124"/>
                    <a:pt x="8" y="129"/>
                    <a:pt x="10" y="132"/>
                  </a:cubicBezTo>
                  <a:cubicBezTo>
                    <a:pt x="11" y="134"/>
                    <a:pt x="12" y="134"/>
                    <a:pt x="13" y="133"/>
                  </a:cubicBezTo>
                  <a:cubicBezTo>
                    <a:pt x="14" y="132"/>
                    <a:pt x="18" y="132"/>
                    <a:pt x="17" y="133"/>
                  </a:cubicBezTo>
                  <a:cubicBezTo>
                    <a:pt x="17" y="133"/>
                    <a:pt x="16" y="133"/>
                    <a:pt x="15" y="134"/>
                  </a:cubicBezTo>
                  <a:cubicBezTo>
                    <a:pt x="15" y="135"/>
                    <a:pt x="15" y="135"/>
                    <a:pt x="16" y="136"/>
                  </a:cubicBezTo>
                  <a:cubicBezTo>
                    <a:pt x="16" y="136"/>
                    <a:pt x="15" y="137"/>
                    <a:pt x="15" y="137"/>
                  </a:cubicBezTo>
                  <a:cubicBezTo>
                    <a:pt x="14" y="139"/>
                    <a:pt x="13" y="143"/>
                    <a:pt x="14" y="145"/>
                  </a:cubicBezTo>
                  <a:cubicBezTo>
                    <a:pt x="14" y="146"/>
                    <a:pt x="14" y="146"/>
                    <a:pt x="13" y="148"/>
                  </a:cubicBezTo>
                  <a:cubicBezTo>
                    <a:pt x="12" y="149"/>
                    <a:pt x="14" y="149"/>
                    <a:pt x="15" y="150"/>
                  </a:cubicBezTo>
                  <a:cubicBezTo>
                    <a:pt x="15" y="150"/>
                    <a:pt x="15" y="150"/>
                    <a:pt x="14" y="151"/>
                  </a:cubicBezTo>
                  <a:cubicBezTo>
                    <a:pt x="13" y="151"/>
                    <a:pt x="11" y="152"/>
                    <a:pt x="13" y="152"/>
                  </a:cubicBezTo>
                  <a:cubicBezTo>
                    <a:pt x="12" y="153"/>
                    <a:pt x="13" y="156"/>
                    <a:pt x="14" y="156"/>
                  </a:cubicBezTo>
                  <a:cubicBezTo>
                    <a:pt x="13" y="156"/>
                    <a:pt x="10" y="155"/>
                    <a:pt x="11" y="158"/>
                  </a:cubicBezTo>
                  <a:cubicBezTo>
                    <a:pt x="11" y="158"/>
                    <a:pt x="12" y="163"/>
                    <a:pt x="10" y="162"/>
                  </a:cubicBezTo>
                  <a:cubicBezTo>
                    <a:pt x="10" y="162"/>
                    <a:pt x="8" y="160"/>
                    <a:pt x="8" y="159"/>
                  </a:cubicBezTo>
                  <a:cubicBezTo>
                    <a:pt x="6" y="158"/>
                    <a:pt x="7" y="157"/>
                    <a:pt x="5" y="158"/>
                  </a:cubicBezTo>
                  <a:cubicBezTo>
                    <a:pt x="5" y="158"/>
                    <a:pt x="4" y="159"/>
                    <a:pt x="4" y="159"/>
                  </a:cubicBezTo>
                  <a:cubicBezTo>
                    <a:pt x="4" y="160"/>
                    <a:pt x="5" y="160"/>
                    <a:pt x="4" y="161"/>
                  </a:cubicBezTo>
                  <a:cubicBezTo>
                    <a:pt x="4" y="162"/>
                    <a:pt x="0" y="162"/>
                    <a:pt x="0" y="164"/>
                  </a:cubicBezTo>
                  <a:cubicBezTo>
                    <a:pt x="0" y="164"/>
                    <a:pt x="1" y="165"/>
                    <a:pt x="2" y="165"/>
                  </a:cubicBezTo>
                  <a:cubicBezTo>
                    <a:pt x="2" y="165"/>
                    <a:pt x="1" y="164"/>
                    <a:pt x="2" y="163"/>
                  </a:cubicBezTo>
                  <a:cubicBezTo>
                    <a:pt x="2" y="163"/>
                    <a:pt x="5" y="165"/>
                    <a:pt x="7" y="164"/>
                  </a:cubicBezTo>
                  <a:cubicBezTo>
                    <a:pt x="11" y="163"/>
                    <a:pt x="5" y="170"/>
                    <a:pt x="7" y="171"/>
                  </a:cubicBezTo>
                  <a:cubicBezTo>
                    <a:pt x="8" y="171"/>
                    <a:pt x="10" y="170"/>
                    <a:pt x="11" y="171"/>
                  </a:cubicBezTo>
                  <a:cubicBezTo>
                    <a:pt x="12" y="171"/>
                    <a:pt x="12" y="174"/>
                    <a:pt x="11" y="173"/>
                  </a:cubicBezTo>
                  <a:cubicBezTo>
                    <a:pt x="11" y="173"/>
                    <a:pt x="8" y="171"/>
                    <a:pt x="8" y="172"/>
                  </a:cubicBezTo>
                  <a:cubicBezTo>
                    <a:pt x="7" y="173"/>
                    <a:pt x="6" y="173"/>
                    <a:pt x="7" y="174"/>
                  </a:cubicBezTo>
                  <a:cubicBezTo>
                    <a:pt x="7" y="174"/>
                    <a:pt x="9" y="176"/>
                    <a:pt x="8" y="176"/>
                  </a:cubicBezTo>
                  <a:cubicBezTo>
                    <a:pt x="7" y="176"/>
                    <a:pt x="7" y="179"/>
                    <a:pt x="7" y="179"/>
                  </a:cubicBezTo>
                  <a:cubicBezTo>
                    <a:pt x="6" y="182"/>
                    <a:pt x="9" y="178"/>
                    <a:pt x="9" y="178"/>
                  </a:cubicBezTo>
                  <a:cubicBezTo>
                    <a:pt x="9" y="178"/>
                    <a:pt x="8" y="183"/>
                    <a:pt x="9" y="182"/>
                  </a:cubicBezTo>
                  <a:cubicBezTo>
                    <a:pt x="9" y="182"/>
                    <a:pt x="8" y="182"/>
                    <a:pt x="8" y="183"/>
                  </a:cubicBezTo>
                  <a:cubicBezTo>
                    <a:pt x="7" y="184"/>
                    <a:pt x="8" y="184"/>
                    <a:pt x="9" y="185"/>
                  </a:cubicBezTo>
                  <a:cubicBezTo>
                    <a:pt x="9" y="185"/>
                    <a:pt x="7" y="186"/>
                    <a:pt x="7" y="186"/>
                  </a:cubicBezTo>
                  <a:cubicBezTo>
                    <a:pt x="6" y="186"/>
                    <a:pt x="7" y="186"/>
                    <a:pt x="7" y="187"/>
                  </a:cubicBezTo>
                  <a:cubicBezTo>
                    <a:pt x="6" y="189"/>
                    <a:pt x="10" y="189"/>
                    <a:pt x="10" y="188"/>
                  </a:cubicBezTo>
                  <a:cubicBezTo>
                    <a:pt x="10" y="189"/>
                    <a:pt x="9" y="189"/>
                    <a:pt x="10" y="190"/>
                  </a:cubicBezTo>
                  <a:cubicBezTo>
                    <a:pt x="10" y="190"/>
                    <a:pt x="10" y="190"/>
                    <a:pt x="10" y="190"/>
                  </a:cubicBezTo>
                  <a:cubicBezTo>
                    <a:pt x="10" y="191"/>
                    <a:pt x="8" y="192"/>
                    <a:pt x="8" y="193"/>
                  </a:cubicBezTo>
                  <a:cubicBezTo>
                    <a:pt x="7" y="195"/>
                    <a:pt x="10" y="192"/>
                    <a:pt x="11" y="192"/>
                  </a:cubicBezTo>
                  <a:cubicBezTo>
                    <a:pt x="10" y="193"/>
                    <a:pt x="11" y="194"/>
                    <a:pt x="11" y="194"/>
                  </a:cubicBezTo>
                  <a:cubicBezTo>
                    <a:pt x="11" y="195"/>
                    <a:pt x="8" y="196"/>
                    <a:pt x="8" y="196"/>
                  </a:cubicBezTo>
                  <a:cubicBezTo>
                    <a:pt x="10" y="197"/>
                    <a:pt x="10" y="196"/>
                    <a:pt x="11" y="198"/>
                  </a:cubicBezTo>
                  <a:cubicBezTo>
                    <a:pt x="12" y="200"/>
                    <a:pt x="14" y="195"/>
                    <a:pt x="13" y="195"/>
                  </a:cubicBezTo>
                  <a:cubicBezTo>
                    <a:pt x="14" y="195"/>
                    <a:pt x="14" y="196"/>
                    <a:pt x="15" y="197"/>
                  </a:cubicBezTo>
                  <a:cubicBezTo>
                    <a:pt x="15" y="197"/>
                    <a:pt x="15" y="195"/>
                    <a:pt x="15" y="195"/>
                  </a:cubicBezTo>
                  <a:cubicBezTo>
                    <a:pt x="15" y="195"/>
                    <a:pt x="15" y="197"/>
                    <a:pt x="15" y="197"/>
                  </a:cubicBezTo>
                  <a:cubicBezTo>
                    <a:pt x="16" y="196"/>
                    <a:pt x="16" y="195"/>
                    <a:pt x="16" y="196"/>
                  </a:cubicBezTo>
                  <a:cubicBezTo>
                    <a:pt x="17" y="196"/>
                    <a:pt x="16" y="198"/>
                    <a:pt x="16" y="198"/>
                  </a:cubicBezTo>
                  <a:cubicBezTo>
                    <a:pt x="15" y="199"/>
                    <a:pt x="17" y="199"/>
                    <a:pt x="16" y="200"/>
                  </a:cubicBezTo>
                  <a:cubicBezTo>
                    <a:pt x="15" y="202"/>
                    <a:pt x="17" y="201"/>
                    <a:pt x="18" y="202"/>
                  </a:cubicBezTo>
                  <a:cubicBezTo>
                    <a:pt x="21" y="202"/>
                    <a:pt x="24" y="204"/>
                    <a:pt x="21" y="206"/>
                  </a:cubicBezTo>
                  <a:cubicBezTo>
                    <a:pt x="20" y="207"/>
                    <a:pt x="17" y="206"/>
                    <a:pt x="16" y="207"/>
                  </a:cubicBezTo>
                  <a:cubicBezTo>
                    <a:pt x="15" y="209"/>
                    <a:pt x="18" y="208"/>
                    <a:pt x="19" y="209"/>
                  </a:cubicBezTo>
                  <a:cubicBezTo>
                    <a:pt x="18" y="209"/>
                    <a:pt x="18" y="209"/>
                    <a:pt x="18" y="209"/>
                  </a:cubicBezTo>
                  <a:cubicBezTo>
                    <a:pt x="18" y="209"/>
                    <a:pt x="22" y="212"/>
                    <a:pt x="24" y="210"/>
                  </a:cubicBezTo>
                  <a:cubicBezTo>
                    <a:pt x="25" y="208"/>
                    <a:pt x="23" y="206"/>
                    <a:pt x="25" y="204"/>
                  </a:cubicBezTo>
                  <a:cubicBezTo>
                    <a:pt x="26" y="202"/>
                    <a:pt x="29" y="202"/>
                    <a:pt x="30" y="202"/>
                  </a:cubicBezTo>
                  <a:cubicBezTo>
                    <a:pt x="35" y="199"/>
                    <a:pt x="28" y="199"/>
                    <a:pt x="26" y="199"/>
                  </a:cubicBezTo>
                  <a:cubicBezTo>
                    <a:pt x="24" y="199"/>
                    <a:pt x="21" y="199"/>
                    <a:pt x="19" y="198"/>
                  </a:cubicBezTo>
                  <a:cubicBezTo>
                    <a:pt x="17" y="196"/>
                    <a:pt x="17" y="196"/>
                    <a:pt x="17" y="192"/>
                  </a:cubicBezTo>
                  <a:cubicBezTo>
                    <a:pt x="17" y="188"/>
                    <a:pt x="16" y="191"/>
                    <a:pt x="13" y="189"/>
                  </a:cubicBezTo>
                  <a:cubicBezTo>
                    <a:pt x="12" y="189"/>
                    <a:pt x="12" y="186"/>
                    <a:pt x="12" y="185"/>
                  </a:cubicBezTo>
                  <a:cubicBezTo>
                    <a:pt x="11" y="183"/>
                    <a:pt x="11" y="180"/>
                    <a:pt x="13" y="179"/>
                  </a:cubicBezTo>
                  <a:cubicBezTo>
                    <a:pt x="14" y="178"/>
                    <a:pt x="14" y="178"/>
                    <a:pt x="15" y="177"/>
                  </a:cubicBezTo>
                  <a:cubicBezTo>
                    <a:pt x="15" y="176"/>
                    <a:pt x="16" y="175"/>
                    <a:pt x="17" y="175"/>
                  </a:cubicBezTo>
                  <a:cubicBezTo>
                    <a:pt x="18" y="174"/>
                    <a:pt x="16" y="171"/>
                    <a:pt x="17" y="169"/>
                  </a:cubicBezTo>
                  <a:cubicBezTo>
                    <a:pt x="17" y="168"/>
                    <a:pt x="19" y="167"/>
                    <a:pt x="20" y="165"/>
                  </a:cubicBezTo>
                  <a:cubicBezTo>
                    <a:pt x="20" y="163"/>
                    <a:pt x="20" y="160"/>
                    <a:pt x="21" y="158"/>
                  </a:cubicBezTo>
                  <a:cubicBezTo>
                    <a:pt x="21" y="156"/>
                    <a:pt x="23" y="156"/>
                    <a:pt x="21" y="154"/>
                  </a:cubicBezTo>
                  <a:cubicBezTo>
                    <a:pt x="20" y="153"/>
                    <a:pt x="17" y="153"/>
                    <a:pt x="21" y="152"/>
                  </a:cubicBezTo>
                  <a:cubicBezTo>
                    <a:pt x="26" y="151"/>
                    <a:pt x="20" y="151"/>
                    <a:pt x="19" y="149"/>
                  </a:cubicBezTo>
                  <a:cubicBezTo>
                    <a:pt x="19" y="146"/>
                    <a:pt x="19" y="142"/>
                    <a:pt x="19" y="140"/>
                  </a:cubicBezTo>
                  <a:cubicBezTo>
                    <a:pt x="19" y="136"/>
                    <a:pt x="19" y="131"/>
                    <a:pt x="19" y="127"/>
                  </a:cubicBezTo>
                  <a:cubicBezTo>
                    <a:pt x="20" y="124"/>
                    <a:pt x="21" y="119"/>
                    <a:pt x="23" y="117"/>
                  </a:cubicBezTo>
                  <a:cubicBezTo>
                    <a:pt x="26" y="114"/>
                    <a:pt x="23" y="109"/>
                    <a:pt x="23" y="106"/>
                  </a:cubicBezTo>
                  <a:cubicBezTo>
                    <a:pt x="23" y="104"/>
                    <a:pt x="24" y="103"/>
                    <a:pt x="26" y="102"/>
                  </a:cubicBezTo>
                  <a:cubicBezTo>
                    <a:pt x="28" y="100"/>
                    <a:pt x="27" y="99"/>
                    <a:pt x="27" y="96"/>
                  </a:cubicBezTo>
                  <a:cubicBezTo>
                    <a:pt x="27" y="92"/>
                    <a:pt x="30" y="89"/>
                    <a:pt x="29" y="85"/>
                  </a:cubicBezTo>
                  <a:cubicBezTo>
                    <a:pt x="29" y="82"/>
                    <a:pt x="28" y="79"/>
                    <a:pt x="27" y="76"/>
                  </a:cubicBezTo>
                  <a:cubicBezTo>
                    <a:pt x="27" y="75"/>
                    <a:pt x="26" y="74"/>
                    <a:pt x="27" y="73"/>
                  </a:cubicBezTo>
                  <a:cubicBezTo>
                    <a:pt x="28" y="72"/>
                    <a:pt x="29" y="68"/>
                    <a:pt x="29" y="67"/>
                  </a:cubicBezTo>
                  <a:cubicBezTo>
                    <a:pt x="29" y="66"/>
                    <a:pt x="28" y="64"/>
                    <a:pt x="30" y="62"/>
                  </a:cubicBezTo>
                  <a:cubicBezTo>
                    <a:pt x="31" y="61"/>
                    <a:pt x="30" y="59"/>
                    <a:pt x="31" y="58"/>
                  </a:cubicBezTo>
                  <a:cubicBezTo>
                    <a:pt x="31" y="56"/>
                    <a:pt x="33" y="55"/>
                    <a:pt x="34" y="54"/>
                  </a:cubicBezTo>
                  <a:cubicBezTo>
                    <a:pt x="34" y="53"/>
                    <a:pt x="37" y="50"/>
                    <a:pt x="37" y="49"/>
                  </a:cubicBezTo>
                  <a:cubicBezTo>
                    <a:pt x="37" y="48"/>
                    <a:pt x="36" y="46"/>
                    <a:pt x="36" y="44"/>
                  </a:cubicBezTo>
                  <a:cubicBezTo>
                    <a:pt x="36" y="42"/>
                    <a:pt x="36" y="41"/>
                    <a:pt x="36" y="39"/>
                  </a:cubicBezTo>
                  <a:cubicBezTo>
                    <a:pt x="36" y="36"/>
                    <a:pt x="37" y="36"/>
                    <a:pt x="40" y="35"/>
                  </a:cubicBezTo>
                  <a:cubicBezTo>
                    <a:pt x="44" y="34"/>
                    <a:pt x="44" y="32"/>
                    <a:pt x="44" y="28"/>
                  </a:cubicBezTo>
                  <a:cubicBezTo>
                    <a:pt x="43" y="29"/>
                    <a:pt x="41" y="29"/>
                    <a:pt x="40" y="28"/>
                  </a:cubicBezTo>
                  <a:cubicBezTo>
                    <a:pt x="40" y="28"/>
                    <a:pt x="40" y="29"/>
                    <a:pt x="40" y="2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79" name="Freeform 626">
              <a:extLst>
                <a:ext uri="{FF2B5EF4-FFF2-40B4-BE49-F238E27FC236}">
                  <a16:creationId xmlns:a16="http://schemas.microsoft.com/office/drawing/2014/main" id="{3FB6AC71-E184-BB83-26DC-D2F2D88602D9}"/>
                </a:ext>
              </a:extLst>
            </p:cNvPr>
            <p:cNvSpPr>
              <a:spLocks/>
            </p:cNvSpPr>
            <p:nvPr/>
          </p:nvSpPr>
          <p:spPr bwMode="auto">
            <a:xfrm>
              <a:off x="8435859" y="9485418"/>
              <a:ext cx="598727" cy="653038"/>
            </a:xfrm>
            <a:custGeom>
              <a:avLst/>
              <a:gdLst>
                <a:gd name="T0" fmla="*/ 61 w 64"/>
                <a:gd name="T1" fmla="*/ 42 h 70"/>
                <a:gd name="T2" fmla="*/ 58 w 64"/>
                <a:gd name="T3" fmla="*/ 35 h 70"/>
                <a:gd name="T4" fmla="*/ 50 w 64"/>
                <a:gd name="T5" fmla="*/ 35 h 70"/>
                <a:gd name="T6" fmla="*/ 49 w 64"/>
                <a:gd name="T7" fmla="*/ 33 h 70"/>
                <a:gd name="T8" fmla="*/ 47 w 64"/>
                <a:gd name="T9" fmla="*/ 30 h 70"/>
                <a:gd name="T10" fmla="*/ 48 w 64"/>
                <a:gd name="T11" fmla="*/ 28 h 70"/>
                <a:gd name="T12" fmla="*/ 47 w 64"/>
                <a:gd name="T13" fmla="*/ 26 h 70"/>
                <a:gd name="T14" fmla="*/ 47 w 64"/>
                <a:gd name="T15" fmla="*/ 23 h 70"/>
                <a:gd name="T16" fmla="*/ 41 w 64"/>
                <a:gd name="T17" fmla="*/ 21 h 70"/>
                <a:gd name="T18" fmla="*/ 37 w 64"/>
                <a:gd name="T19" fmla="*/ 18 h 70"/>
                <a:gd name="T20" fmla="*/ 33 w 64"/>
                <a:gd name="T21" fmla="*/ 16 h 70"/>
                <a:gd name="T22" fmla="*/ 29 w 64"/>
                <a:gd name="T23" fmla="*/ 16 h 70"/>
                <a:gd name="T24" fmla="*/ 23 w 64"/>
                <a:gd name="T25" fmla="*/ 9 h 70"/>
                <a:gd name="T26" fmla="*/ 23 w 64"/>
                <a:gd name="T27" fmla="*/ 6 h 70"/>
                <a:gd name="T28" fmla="*/ 23 w 64"/>
                <a:gd name="T29" fmla="*/ 4 h 70"/>
                <a:gd name="T30" fmla="*/ 18 w 64"/>
                <a:gd name="T31" fmla="*/ 3 h 70"/>
                <a:gd name="T32" fmla="*/ 10 w 64"/>
                <a:gd name="T33" fmla="*/ 6 h 70"/>
                <a:gd name="T34" fmla="*/ 7 w 64"/>
                <a:gd name="T35" fmla="*/ 9 h 70"/>
                <a:gd name="T36" fmla="*/ 2 w 64"/>
                <a:gd name="T37" fmla="*/ 8 h 70"/>
                <a:gd name="T38" fmla="*/ 6 w 64"/>
                <a:gd name="T39" fmla="*/ 16 h 70"/>
                <a:gd name="T40" fmla="*/ 5 w 64"/>
                <a:gd name="T41" fmla="*/ 23 h 70"/>
                <a:gd name="T42" fmla="*/ 4 w 64"/>
                <a:gd name="T43" fmla="*/ 27 h 70"/>
                <a:gd name="T44" fmla="*/ 3 w 64"/>
                <a:gd name="T45" fmla="*/ 31 h 70"/>
                <a:gd name="T46" fmla="*/ 5 w 64"/>
                <a:gd name="T47" fmla="*/ 35 h 70"/>
                <a:gd name="T48" fmla="*/ 3 w 64"/>
                <a:gd name="T49" fmla="*/ 38 h 70"/>
                <a:gd name="T50" fmla="*/ 4 w 64"/>
                <a:gd name="T51" fmla="*/ 46 h 70"/>
                <a:gd name="T52" fmla="*/ 4 w 64"/>
                <a:gd name="T53" fmla="*/ 49 h 70"/>
                <a:gd name="T54" fmla="*/ 7 w 64"/>
                <a:gd name="T55" fmla="*/ 52 h 70"/>
                <a:gd name="T56" fmla="*/ 7 w 64"/>
                <a:gd name="T57" fmla="*/ 54 h 70"/>
                <a:gd name="T58" fmla="*/ 6 w 64"/>
                <a:gd name="T59" fmla="*/ 56 h 70"/>
                <a:gd name="T60" fmla="*/ 9 w 64"/>
                <a:gd name="T61" fmla="*/ 63 h 70"/>
                <a:gd name="T62" fmla="*/ 13 w 64"/>
                <a:gd name="T63" fmla="*/ 69 h 70"/>
                <a:gd name="T64" fmla="*/ 14 w 64"/>
                <a:gd name="T65" fmla="*/ 67 h 70"/>
                <a:gd name="T66" fmla="*/ 17 w 64"/>
                <a:gd name="T67" fmla="*/ 65 h 70"/>
                <a:gd name="T68" fmla="*/ 20 w 64"/>
                <a:gd name="T69" fmla="*/ 65 h 70"/>
                <a:gd name="T70" fmla="*/ 25 w 64"/>
                <a:gd name="T71" fmla="*/ 65 h 70"/>
                <a:gd name="T72" fmla="*/ 28 w 64"/>
                <a:gd name="T73" fmla="*/ 68 h 70"/>
                <a:gd name="T74" fmla="*/ 31 w 64"/>
                <a:gd name="T75" fmla="*/ 65 h 70"/>
                <a:gd name="T76" fmla="*/ 37 w 64"/>
                <a:gd name="T77" fmla="*/ 64 h 70"/>
                <a:gd name="T78" fmla="*/ 44 w 64"/>
                <a:gd name="T79" fmla="*/ 52 h 70"/>
                <a:gd name="T80" fmla="*/ 52 w 64"/>
                <a:gd name="T81" fmla="*/ 51 h 70"/>
                <a:gd name="T82" fmla="*/ 59 w 64"/>
                <a:gd name="T83" fmla="*/ 54 h 70"/>
                <a:gd name="T84" fmla="*/ 61 w 64"/>
                <a:gd name="T85" fmla="*/ 42 h 70"/>
                <a:gd name="T86" fmla="*/ 61 w 64"/>
                <a:gd name="T87" fmla="*/ 4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70">
                  <a:moveTo>
                    <a:pt x="61" y="42"/>
                  </a:moveTo>
                  <a:cubicBezTo>
                    <a:pt x="57" y="40"/>
                    <a:pt x="58" y="39"/>
                    <a:pt x="58" y="35"/>
                  </a:cubicBezTo>
                  <a:cubicBezTo>
                    <a:pt x="55" y="35"/>
                    <a:pt x="52" y="35"/>
                    <a:pt x="50" y="35"/>
                  </a:cubicBezTo>
                  <a:cubicBezTo>
                    <a:pt x="48" y="35"/>
                    <a:pt x="49" y="34"/>
                    <a:pt x="49" y="33"/>
                  </a:cubicBezTo>
                  <a:cubicBezTo>
                    <a:pt x="49" y="32"/>
                    <a:pt x="48" y="30"/>
                    <a:pt x="47" y="30"/>
                  </a:cubicBezTo>
                  <a:cubicBezTo>
                    <a:pt x="47" y="29"/>
                    <a:pt x="48" y="29"/>
                    <a:pt x="48" y="28"/>
                  </a:cubicBezTo>
                  <a:cubicBezTo>
                    <a:pt x="49" y="27"/>
                    <a:pt x="48" y="26"/>
                    <a:pt x="47" y="26"/>
                  </a:cubicBezTo>
                  <a:cubicBezTo>
                    <a:pt x="47" y="25"/>
                    <a:pt x="48" y="24"/>
                    <a:pt x="47" y="23"/>
                  </a:cubicBezTo>
                  <a:cubicBezTo>
                    <a:pt x="45" y="21"/>
                    <a:pt x="43" y="21"/>
                    <a:pt x="41" y="21"/>
                  </a:cubicBezTo>
                  <a:cubicBezTo>
                    <a:pt x="40" y="21"/>
                    <a:pt x="38" y="19"/>
                    <a:pt x="37" y="18"/>
                  </a:cubicBezTo>
                  <a:cubicBezTo>
                    <a:pt x="35" y="18"/>
                    <a:pt x="34" y="16"/>
                    <a:pt x="33" y="16"/>
                  </a:cubicBezTo>
                  <a:cubicBezTo>
                    <a:pt x="31" y="16"/>
                    <a:pt x="30" y="16"/>
                    <a:pt x="29" y="16"/>
                  </a:cubicBezTo>
                  <a:cubicBezTo>
                    <a:pt x="27" y="16"/>
                    <a:pt x="23" y="11"/>
                    <a:pt x="23" y="9"/>
                  </a:cubicBezTo>
                  <a:cubicBezTo>
                    <a:pt x="23" y="8"/>
                    <a:pt x="23" y="7"/>
                    <a:pt x="23" y="6"/>
                  </a:cubicBezTo>
                  <a:cubicBezTo>
                    <a:pt x="23" y="5"/>
                    <a:pt x="23" y="5"/>
                    <a:pt x="23" y="4"/>
                  </a:cubicBezTo>
                  <a:cubicBezTo>
                    <a:pt x="23" y="0"/>
                    <a:pt x="21" y="2"/>
                    <a:pt x="18" y="3"/>
                  </a:cubicBezTo>
                  <a:cubicBezTo>
                    <a:pt x="15" y="3"/>
                    <a:pt x="13" y="6"/>
                    <a:pt x="10" y="6"/>
                  </a:cubicBezTo>
                  <a:cubicBezTo>
                    <a:pt x="8" y="6"/>
                    <a:pt x="8" y="8"/>
                    <a:pt x="7" y="9"/>
                  </a:cubicBezTo>
                  <a:cubicBezTo>
                    <a:pt x="6" y="9"/>
                    <a:pt x="3" y="8"/>
                    <a:pt x="2" y="8"/>
                  </a:cubicBezTo>
                  <a:cubicBezTo>
                    <a:pt x="4" y="9"/>
                    <a:pt x="5" y="14"/>
                    <a:pt x="6" y="16"/>
                  </a:cubicBezTo>
                  <a:cubicBezTo>
                    <a:pt x="4" y="17"/>
                    <a:pt x="5" y="21"/>
                    <a:pt x="5" y="23"/>
                  </a:cubicBezTo>
                  <a:cubicBezTo>
                    <a:pt x="5" y="25"/>
                    <a:pt x="5" y="26"/>
                    <a:pt x="4" y="27"/>
                  </a:cubicBezTo>
                  <a:cubicBezTo>
                    <a:pt x="3" y="28"/>
                    <a:pt x="3" y="30"/>
                    <a:pt x="3" y="31"/>
                  </a:cubicBezTo>
                  <a:cubicBezTo>
                    <a:pt x="2" y="33"/>
                    <a:pt x="5" y="33"/>
                    <a:pt x="5" y="35"/>
                  </a:cubicBezTo>
                  <a:cubicBezTo>
                    <a:pt x="5" y="36"/>
                    <a:pt x="3" y="37"/>
                    <a:pt x="3" y="38"/>
                  </a:cubicBezTo>
                  <a:cubicBezTo>
                    <a:pt x="0" y="41"/>
                    <a:pt x="4" y="42"/>
                    <a:pt x="4" y="46"/>
                  </a:cubicBezTo>
                  <a:cubicBezTo>
                    <a:pt x="4" y="47"/>
                    <a:pt x="4" y="48"/>
                    <a:pt x="4" y="49"/>
                  </a:cubicBezTo>
                  <a:cubicBezTo>
                    <a:pt x="5" y="50"/>
                    <a:pt x="6" y="51"/>
                    <a:pt x="7" y="52"/>
                  </a:cubicBezTo>
                  <a:cubicBezTo>
                    <a:pt x="7" y="53"/>
                    <a:pt x="5" y="53"/>
                    <a:pt x="7" y="54"/>
                  </a:cubicBezTo>
                  <a:cubicBezTo>
                    <a:pt x="7" y="54"/>
                    <a:pt x="6" y="56"/>
                    <a:pt x="6" y="56"/>
                  </a:cubicBezTo>
                  <a:cubicBezTo>
                    <a:pt x="6" y="59"/>
                    <a:pt x="9" y="61"/>
                    <a:pt x="9" y="63"/>
                  </a:cubicBezTo>
                  <a:cubicBezTo>
                    <a:pt x="10" y="66"/>
                    <a:pt x="8" y="69"/>
                    <a:pt x="13" y="69"/>
                  </a:cubicBezTo>
                  <a:cubicBezTo>
                    <a:pt x="14" y="70"/>
                    <a:pt x="14" y="68"/>
                    <a:pt x="14" y="67"/>
                  </a:cubicBezTo>
                  <a:cubicBezTo>
                    <a:pt x="14" y="66"/>
                    <a:pt x="16" y="65"/>
                    <a:pt x="17" y="65"/>
                  </a:cubicBezTo>
                  <a:cubicBezTo>
                    <a:pt x="18" y="64"/>
                    <a:pt x="19" y="63"/>
                    <a:pt x="20" y="65"/>
                  </a:cubicBezTo>
                  <a:cubicBezTo>
                    <a:pt x="22" y="66"/>
                    <a:pt x="24" y="65"/>
                    <a:pt x="25" y="65"/>
                  </a:cubicBezTo>
                  <a:cubicBezTo>
                    <a:pt x="27" y="65"/>
                    <a:pt x="27" y="68"/>
                    <a:pt x="28" y="68"/>
                  </a:cubicBezTo>
                  <a:cubicBezTo>
                    <a:pt x="29" y="68"/>
                    <a:pt x="30" y="66"/>
                    <a:pt x="31" y="65"/>
                  </a:cubicBezTo>
                  <a:cubicBezTo>
                    <a:pt x="32" y="63"/>
                    <a:pt x="36" y="66"/>
                    <a:pt x="37" y="64"/>
                  </a:cubicBezTo>
                  <a:cubicBezTo>
                    <a:pt x="39" y="59"/>
                    <a:pt x="38" y="54"/>
                    <a:pt x="44" y="52"/>
                  </a:cubicBezTo>
                  <a:cubicBezTo>
                    <a:pt x="46" y="51"/>
                    <a:pt x="49" y="51"/>
                    <a:pt x="52" y="51"/>
                  </a:cubicBezTo>
                  <a:cubicBezTo>
                    <a:pt x="55" y="51"/>
                    <a:pt x="57" y="52"/>
                    <a:pt x="59" y="54"/>
                  </a:cubicBezTo>
                  <a:cubicBezTo>
                    <a:pt x="60" y="51"/>
                    <a:pt x="64" y="43"/>
                    <a:pt x="61" y="42"/>
                  </a:cubicBezTo>
                  <a:cubicBezTo>
                    <a:pt x="60" y="41"/>
                    <a:pt x="62" y="42"/>
                    <a:pt x="61" y="4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80" name="Freeform 627">
              <a:extLst>
                <a:ext uri="{FF2B5EF4-FFF2-40B4-BE49-F238E27FC236}">
                  <a16:creationId xmlns:a16="http://schemas.microsoft.com/office/drawing/2014/main" id="{25C96A03-6241-D1A1-0B58-65E0423B6634}"/>
                </a:ext>
              </a:extLst>
            </p:cNvPr>
            <p:cNvSpPr>
              <a:spLocks/>
            </p:cNvSpPr>
            <p:nvPr/>
          </p:nvSpPr>
          <p:spPr bwMode="auto">
            <a:xfrm>
              <a:off x="8773441" y="9950508"/>
              <a:ext cx="420383" cy="414121"/>
            </a:xfrm>
            <a:custGeom>
              <a:avLst/>
              <a:gdLst>
                <a:gd name="T0" fmla="*/ 40 w 45"/>
                <a:gd name="T1" fmla="*/ 24 h 44"/>
                <a:gd name="T2" fmla="*/ 36 w 45"/>
                <a:gd name="T3" fmla="*/ 24 h 44"/>
                <a:gd name="T4" fmla="*/ 36 w 45"/>
                <a:gd name="T5" fmla="*/ 20 h 44"/>
                <a:gd name="T6" fmla="*/ 34 w 45"/>
                <a:gd name="T7" fmla="*/ 17 h 44"/>
                <a:gd name="T8" fmla="*/ 29 w 45"/>
                <a:gd name="T9" fmla="*/ 16 h 44"/>
                <a:gd name="T10" fmla="*/ 25 w 45"/>
                <a:gd name="T11" fmla="*/ 15 h 44"/>
                <a:gd name="T12" fmla="*/ 25 w 45"/>
                <a:gd name="T13" fmla="*/ 12 h 44"/>
                <a:gd name="T14" fmla="*/ 24 w 45"/>
                <a:gd name="T15" fmla="*/ 7 h 44"/>
                <a:gd name="T16" fmla="*/ 21 w 45"/>
                <a:gd name="T17" fmla="*/ 3 h 44"/>
                <a:gd name="T18" fmla="*/ 14 w 45"/>
                <a:gd name="T19" fmla="*/ 1 h 44"/>
                <a:gd name="T20" fmla="*/ 5 w 45"/>
                <a:gd name="T21" fmla="*/ 3 h 44"/>
                <a:gd name="T22" fmla="*/ 2 w 45"/>
                <a:gd name="T23" fmla="*/ 11 h 44"/>
                <a:gd name="T24" fmla="*/ 1 w 45"/>
                <a:gd name="T25" fmla="*/ 14 h 44"/>
                <a:gd name="T26" fmla="*/ 2 w 45"/>
                <a:gd name="T27" fmla="*/ 17 h 44"/>
                <a:gd name="T28" fmla="*/ 9 w 45"/>
                <a:gd name="T29" fmla="*/ 24 h 44"/>
                <a:gd name="T30" fmla="*/ 13 w 45"/>
                <a:gd name="T31" fmla="*/ 25 h 44"/>
                <a:gd name="T32" fmla="*/ 17 w 45"/>
                <a:gd name="T33" fmla="*/ 27 h 44"/>
                <a:gd name="T34" fmla="*/ 25 w 45"/>
                <a:gd name="T35" fmla="*/ 35 h 44"/>
                <a:gd name="T36" fmla="*/ 22 w 45"/>
                <a:gd name="T37" fmla="*/ 39 h 44"/>
                <a:gd name="T38" fmla="*/ 20 w 45"/>
                <a:gd name="T39" fmla="*/ 42 h 44"/>
                <a:gd name="T40" fmla="*/ 28 w 45"/>
                <a:gd name="T41" fmla="*/ 44 h 44"/>
                <a:gd name="T42" fmla="*/ 32 w 45"/>
                <a:gd name="T43" fmla="*/ 43 h 44"/>
                <a:gd name="T44" fmla="*/ 37 w 45"/>
                <a:gd name="T45" fmla="*/ 42 h 44"/>
                <a:gd name="T46" fmla="*/ 40 w 45"/>
                <a:gd name="T47" fmla="*/ 39 h 44"/>
                <a:gd name="T48" fmla="*/ 41 w 45"/>
                <a:gd name="T49" fmla="*/ 34 h 44"/>
                <a:gd name="T50" fmla="*/ 40 w 45"/>
                <a:gd name="T51" fmla="*/ 24 h 44"/>
                <a:gd name="T52" fmla="*/ 40 w 45"/>
                <a:gd name="T53"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44">
                  <a:moveTo>
                    <a:pt x="40" y="24"/>
                  </a:moveTo>
                  <a:cubicBezTo>
                    <a:pt x="39" y="25"/>
                    <a:pt x="37" y="26"/>
                    <a:pt x="36" y="24"/>
                  </a:cubicBezTo>
                  <a:cubicBezTo>
                    <a:pt x="35" y="23"/>
                    <a:pt x="37" y="22"/>
                    <a:pt x="36" y="20"/>
                  </a:cubicBezTo>
                  <a:cubicBezTo>
                    <a:pt x="35" y="19"/>
                    <a:pt x="35" y="18"/>
                    <a:pt x="34" y="17"/>
                  </a:cubicBezTo>
                  <a:cubicBezTo>
                    <a:pt x="31" y="15"/>
                    <a:pt x="31" y="17"/>
                    <a:pt x="29" y="16"/>
                  </a:cubicBezTo>
                  <a:cubicBezTo>
                    <a:pt x="28" y="16"/>
                    <a:pt x="27" y="16"/>
                    <a:pt x="25" y="15"/>
                  </a:cubicBezTo>
                  <a:cubicBezTo>
                    <a:pt x="23" y="15"/>
                    <a:pt x="24" y="13"/>
                    <a:pt x="25" y="12"/>
                  </a:cubicBezTo>
                  <a:cubicBezTo>
                    <a:pt x="25" y="10"/>
                    <a:pt x="24" y="8"/>
                    <a:pt x="24" y="7"/>
                  </a:cubicBezTo>
                  <a:cubicBezTo>
                    <a:pt x="23" y="4"/>
                    <a:pt x="24" y="4"/>
                    <a:pt x="21" y="3"/>
                  </a:cubicBezTo>
                  <a:cubicBezTo>
                    <a:pt x="19" y="1"/>
                    <a:pt x="18" y="0"/>
                    <a:pt x="14" y="1"/>
                  </a:cubicBezTo>
                  <a:cubicBezTo>
                    <a:pt x="11" y="1"/>
                    <a:pt x="7" y="2"/>
                    <a:pt x="5" y="3"/>
                  </a:cubicBezTo>
                  <a:cubicBezTo>
                    <a:pt x="2" y="6"/>
                    <a:pt x="3" y="8"/>
                    <a:pt x="2" y="11"/>
                  </a:cubicBezTo>
                  <a:cubicBezTo>
                    <a:pt x="2" y="12"/>
                    <a:pt x="1" y="13"/>
                    <a:pt x="1" y="14"/>
                  </a:cubicBezTo>
                  <a:cubicBezTo>
                    <a:pt x="0" y="15"/>
                    <a:pt x="1" y="15"/>
                    <a:pt x="2" y="17"/>
                  </a:cubicBezTo>
                  <a:cubicBezTo>
                    <a:pt x="4" y="20"/>
                    <a:pt x="6" y="21"/>
                    <a:pt x="9" y="24"/>
                  </a:cubicBezTo>
                  <a:cubicBezTo>
                    <a:pt x="10" y="25"/>
                    <a:pt x="12" y="25"/>
                    <a:pt x="13" y="25"/>
                  </a:cubicBezTo>
                  <a:cubicBezTo>
                    <a:pt x="15" y="25"/>
                    <a:pt x="16" y="26"/>
                    <a:pt x="17" y="27"/>
                  </a:cubicBezTo>
                  <a:cubicBezTo>
                    <a:pt x="19" y="28"/>
                    <a:pt x="27" y="31"/>
                    <a:pt x="25" y="35"/>
                  </a:cubicBezTo>
                  <a:cubicBezTo>
                    <a:pt x="24" y="36"/>
                    <a:pt x="22" y="37"/>
                    <a:pt x="22" y="39"/>
                  </a:cubicBezTo>
                  <a:cubicBezTo>
                    <a:pt x="22" y="41"/>
                    <a:pt x="22" y="41"/>
                    <a:pt x="20" y="42"/>
                  </a:cubicBezTo>
                  <a:cubicBezTo>
                    <a:pt x="19" y="44"/>
                    <a:pt x="27" y="43"/>
                    <a:pt x="28" y="44"/>
                  </a:cubicBezTo>
                  <a:cubicBezTo>
                    <a:pt x="30" y="44"/>
                    <a:pt x="30" y="44"/>
                    <a:pt x="32" y="43"/>
                  </a:cubicBezTo>
                  <a:cubicBezTo>
                    <a:pt x="33" y="41"/>
                    <a:pt x="36" y="43"/>
                    <a:pt x="37" y="42"/>
                  </a:cubicBezTo>
                  <a:cubicBezTo>
                    <a:pt x="38" y="41"/>
                    <a:pt x="39" y="40"/>
                    <a:pt x="40" y="39"/>
                  </a:cubicBezTo>
                  <a:cubicBezTo>
                    <a:pt x="41" y="37"/>
                    <a:pt x="40" y="35"/>
                    <a:pt x="41" y="34"/>
                  </a:cubicBezTo>
                  <a:cubicBezTo>
                    <a:pt x="41" y="32"/>
                    <a:pt x="45" y="24"/>
                    <a:pt x="40" y="24"/>
                  </a:cubicBezTo>
                  <a:cubicBezTo>
                    <a:pt x="40" y="25"/>
                    <a:pt x="41" y="24"/>
                    <a:pt x="40" y="2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81" name="Freeform 628">
              <a:extLst>
                <a:ext uri="{FF2B5EF4-FFF2-40B4-BE49-F238E27FC236}">
                  <a16:creationId xmlns:a16="http://schemas.microsoft.com/office/drawing/2014/main" id="{D6D12B2C-FA4E-EEC2-3AA7-7267BF32A58D}"/>
                </a:ext>
              </a:extLst>
            </p:cNvPr>
            <p:cNvSpPr>
              <a:spLocks noEditPoints="1"/>
            </p:cNvSpPr>
            <p:nvPr/>
          </p:nvSpPr>
          <p:spPr bwMode="auto">
            <a:xfrm>
              <a:off x="8241593" y="8800526"/>
              <a:ext cx="1856688" cy="1882659"/>
            </a:xfrm>
            <a:custGeom>
              <a:avLst/>
              <a:gdLst>
                <a:gd name="T0" fmla="*/ 188 w 199"/>
                <a:gd name="T1" fmla="*/ 51 h 201"/>
                <a:gd name="T2" fmla="*/ 165 w 199"/>
                <a:gd name="T3" fmla="*/ 41 h 201"/>
                <a:gd name="T4" fmla="*/ 135 w 199"/>
                <a:gd name="T5" fmla="*/ 30 h 201"/>
                <a:gd name="T6" fmla="*/ 122 w 199"/>
                <a:gd name="T7" fmla="*/ 36 h 201"/>
                <a:gd name="T8" fmla="*/ 116 w 199"/>
                <a:gd name="T9" fmla="*/ 29 h 201"/>
                <a:gd name="T10" fmla="*/ 111 w 199"/>
                <a:gd name="T11" fmla="*/ 33 h 201"/>
                <a:gd name="T12" fmla="*/ 120 w 199"/>
                <a:gd name="T13" fmla="*/ 23 h 201"/>
                <a:gd name="T14" fmla="*/ 116 w 199"/>
                <a:gd name="T15" fmla="*/ 8 h 201"/>
                <a:gd name="T16" fmla="*/ 105 w 199"/>
                <a:gd name="T17" fmla="*/ 15 h 201"/>
                <a:gd name="T18" fmla="*/ 93 w 199"/>
                <a:gd name="T19" fmla="*/ 14 h 201"/>
                <a:gd name="T20" fmla="*/ 77 w 199"/>
                <a:gd name="T21" fmla="*/ 19 h 201"/>
                <a:gd name="T22" fmla="*/ 69 w 199"/>
                <a:gd name="T23" fmla="*/ 1 h 201"/>
                <a:gd name="T24" fmla="*/ 56 w 199"/>
                <a:gd name="T25" fmla="*/ 7 h 201"/>
                <a:gd name="T26" fmla="*/ 50 w 199"/>
                <a:gd name="T27" fmla="*/ 11 h 201"/>
                <a:gd name="T28" fmla="*/ 51 w 199"/>
                <a:gd name="T29" fmla="*/ 16 h 201"/>
                <a:gd name="T30" fmla="*/ 41 w 199"/>
                <a:gd name="T31" fmla="*/ 22 h 201"/>
                <a:gd name="T32" fmla="*/ 27 w 199"/>
                <a:gd name="T33" fmla="*/ 18 h 201"/>
                <a:gd name="T34" fmla="*/ 25 w 199"/>
                <a:gd name="T35" fmla="*/ 21 h 201"/>
                <a:gd name="T36" fmla="*/ 22 w 199"/>
                <a:gd name="T37" fmla="*/ 39 h 201"/>
                <a:gd name="T38" fmla="*/ 10 w 199"/>
                <a:gd name="T39" fmla="*/ 49 h 201"/>
                <a:gd name="T40" fmla="*/ 2 w 199"/>
                <a:gd name="T41" fmla="*/ 66 h 201"/>
                <a:gd name="T42" fmla="*/ 9 w 199"/>
                <a:gd name="T43" fmla="*/ 75 h 201"/>
                <a:gd name="T44" fmla="*/ 24 w 199"/>
                <a:gd name="T45" fmla="*/ 81 h 201"/>
                <a:gd name="T46" fmla="*/ 39 w 199"/>
                <a:gd name="T47" fmla="*/ 76 h 201"/>
                <a:gd name="T48" fmla="*/ 49 w 199"/>
                <a:gd name="T49" fmla="*/ 88 h 201"/>
                <a:gd name="T50" fmla="*/ 61 w 199"/>
                <a:gd name="T51" fmla="*/ 94 h 201"/>
                <a:gd name="T52" fmla="*/ 68 w 199"/>
                <a:gd name="T53" fmla="*/ 102 h 201"/>
                <a:gd name="T54" fmla="*/ 80 w 199"/>
                <a:gd name="T55" fmla="*/ 114 h 201"/>
                <a:gd name="T56" fmla="*/ 82 w 199"/>
                <a:gd name="T57" fmla="*/ 135 h 201"/>
                <a:gd name="T58" fmla="*/ 93 w 199"/>
                <a:gd name="T59" fmla="*/ 145 h 201"/>
                <a:gd name="T60" fmla="*/ 98 w 199"/>
                <a:gd name="T61" fmla="*/ 157 h 201"/>
                <a:gd name="T62" fmla="*/ 90 w 199"/>
                <a:gd name="T63" fmla="*/ 173 h 201"/>
                <a:gd name="T64" fmla="*/ 86 w 199"/>
                <a:gd name="T65" fmla="*/ 181 h 201"/>
                <a:gd name="T66" fmla="*/ 94 w 199"/>
                <a:gd name="T67" fmla="*/ 187 h 201"/>
                <a:gd name="T68" fmla="*/ 107 w 199"/>
                <a:gd name="T69" fmla="*/ 197 h 201"/>
                <a:gd name="T70" fmla="*/ 119 w 199"/>
                <a:gd name="T71" fmla="*/ 180 h 201"/>
                <a:gd name="T72" fmla="*/ 128 w 199"/>
                <a:gd name="T73" fmla="*/ 157 h 201"/>
                <a:gd name="T74" fmla="*/ 137 w 199"/>
                <a:gd name="T75" fmla="*/ 149 h 201"/>
                <a:gd name="T76" fmla="*/ 144 w 199"/>
                <a:gd name="T77" fmla="*/ 147 h 201"/>
                <a:gd name="T78" fmla="*/ 155 w 199"/>
                <a:gd name="T79" fmla="*/ 142 h 201"/>
                <a:gd name="T80" fmla="*/ 163 w 199"/>
                <a:gd name="T81" fmla="*/ 139 h 201"/>
                <a:gd name="T82" fmla="*/ 169 w 199"/>
                <a:gd name="T83" fmla="*/ 130 h 201"/>
                <a:gd name="T84" fmla="*/ 175 w 199"/>
                <a:gd name="T85" fmla="*/ 116 h 201"/>
                <a:gd name="T86" fmla="*/ 176 w 199"/>
                <a:gd name="T87" fmla="*/ 98 h 201"/>
                <a:gd name="T88" fmla="*/ 178 w 199"/>
                <a:gd name="T89" fmla="*/ 91 h 201"/>
                <a:gd name="T90" fmla="*/ 182 w 199"/>
                <a:gd name="T91" fmla="*/ 86 h 201"/>
                <a:gd name="T92" fmla="*/ 196 w 199"/>
                <a:gd name="T93" fmla="*/ 57 h 201"/>
                <a:gd name="T94" fmla="*/ 110 w 199"/>
                <a:gd name="T95" fmla="*/ 190 h 201"/>
                <a:gd name="T96" fmla="*/ 115 w 199"/>
                <a:gd name="T97" fmla="*/ 18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01">
                  <a:moveTo>
                    <a:pt x="196" y="57"/>
                  </a:moveTo>
                  <a:cubicBezTo>
                    <a:pt x="195" y="55"/>
                    <a:pt x="195" y="53"/>
                    <a:pt x="194" y="52"/>
                  </a:cubicBezTo>
                  <a:cubicBezTo>
                    <a:pt x="192" y="51"/>
                    <a:pt x="189" y="52"/>
                    <a:pt x="188" y="51"/>
                  </a:cubicBezTo>
                  <a:cubicBezTo>
                    <a:pt x="183" y="50"/>
                    <a:pt x="180" y="46"/>
                    <a:pt x="177" y="44"/>
                  </a:cubicBezTo>
                  <a:cubicBezTo>
                    <a:pt x="175" y="43"/>
                    <a:pt x="173" y="42"/>
                    <a:pt x="172" y="41"/>
                  </a:cubicBezTo>
                  <a:cubicBezTo>
                    <a:pt x="169" y="40"/>
                    <a:pt x="168" y="41"/>
                    <a:pt x="165" y="41"/>
                  </a:cubicBezTo>
                  <a:cubicBezTo>
                    <a:pt x="161" y="42"/>
                    <a:pt x="157" y="37"/>
                    <a:pt x="153" y="39"/>
                  </a:cubicBezTo>
                  <a:cubicBezTo>
                    <a:pt x="150" y="40"/>
                    <a:pt x="147" y="35"/>
                    <a:pt x="145" y="34"/>
                  </a:cubicBezTo>
                  <a:cubicBezTo>
                    <a:pt x="142" y="32"/>
                    <a:pt x="138" y="30"/>
                    <a:pt x="135" y="30"/>
                  </a:cubicBezTo>
                  <a:cubicBezTo>
                    <a:pt x="133" y="29"/>
                    <a:pt x="131" y="29"/>
                    <a:pt x="130" y="30"/>
                  </a:cubicBezTo>
                  <a:cubicBezTo>
                    <a:pt x="129" y="33"/>
                    <a:pt x="126" y="34"/>
                    <a:pt x="125" y="36"/>
                  </a:cubicBezTo>
                  <a:cubicBezTo>
                    <a:pt x="123" y="39"/>
                    <a:pt x="124" y="38"/>
                    <a:pt x="122" y="36"/>
                  </a:cubicBezTo>
                  <a:cubicBezTo>
                    <a:pt x="122" y="36"/>
                    <a:pt x="121" y="35"/>
                    <a:pt x="121" y="35"/>
                  </a:cubicBezTo>
                  <a:cubicBezTo>
                    <a:pt x="119" y="34"/>
                    <a:pt x="120" y="36"/>
                    <a:pt x="119" y="37"/>
                  </a:cubicBezTo>
                  <a:cubicBezTo>
                    <a:pt x="118" y="38"/>
                    <a:pt x="115" y="29"/>
                    <a:pt x="116" y="29"/>
                  </a:cubicBezTo>
                  <a:cubicBezTo>
                    <a:pt x="116" y="29"/>
                    <a:pt x="113" y="33"/>
                    <a:pt x="112" y="33"/>
                  </a:cubicBezTo>
                  <a:cubicBezTo>
                    <a:pt x="112" y="33"/>
                    <a:pt x="116" y="30"/>
                    <a:pt x="115" y="29"/>
                  </a:cubicBezTo>
                  <a:cubicBezTo>
                    <a:pt x="113" y="28"/>
                    <a:pt x="113" y="33"/>
                    <a:pt x="111" y="33"/>
                  </a:cubicBezTo>
                  <a:cubicBezTo>
                    <a:pt x="111" y="33"/>
                    <a:pt x="115" y="27"/>
                    <a:pt x="115" y="26"/>
                  </a:cubicBezTo>
                  <a:cubicBezTo>
                    <a:pt x="115" y="25"/>
                    <a:pt x="117" y="25"/>
                    <a:pt x="117" y="24"/>
                  </a:cubicBezTo>
                  <a:cubicBezTo>
                    <a:pt x="118" y="23"/>
                    <a:pt x="119" y="25"/>
                    <a:pt x="120" y="23"/>
                  </a:cubicBezTo>
                  <a:cubicBezTo>
                    <a:pt x="121" y="22"/>
                    <a:pt x="120" y="22"/>
                    <a:pt x="120" y="20"/>
                  </a:cubicBezTo>
                  <a:cubicBezTo>
                    <a:pt x="121" y="19"/>
                    <a:pt x="121" y="17"/>
                    <a:pt x="119" y="16"/>
                  </a:cubicBezTo>
                  <a:cubicBezTo>
                    <a:pt x="116" y="15"/>
                    <a:pt x="116" y="11"/>
                    <a:pt x="116" y="8"/>
                  </a:cubicBezTo>
                  <a:cubicBezTo>
                    <a:pt x="116" y="7"/>
                    <a:pt x="115" y="6"/>
                    <a:pt x="114" y="5"/>
                  </a:cubicBezTo>
                  <a:cubicBezTo>
                    <a:pt x="113" y="4"/>
                    <a:pt x="112" y="7"/>
                    <a:pt x="111" y="8"/>
                  </a:cubicBezTo>
                  <a:cubicBezTo>
                    <a:pt x="110" y="11"/>
                    <a:pt x="108" y="15"/>
                    <a:pt x="105" y="15"/>
                  </a:cubicBezTo>
                  <a:cubicBezTo>
                    <a:pt x="104" y="15"/>
                    <a:pt x="103" y="14"/>
                    <a:pt x="101" y="14"/>
                  </a:cubicBezTo>
                  <a:cubicBezTo>
                    <a:pt x="100" y="14"/>
                    <a:pt x="99" y="15"/>
                    <a:pt x="98" y="14"/>
                  </a:cubicBezTo>
                  <a:cubicBezTo>
                    <a:pt x="96" y="13"/>
                    <a:pt x="95" y="14"/>
                    <a:pt x="93" y="14"/>
                  </a:cubicBezTo>
                  <a:cubicBezTo>
                    <a:pt x="91" y="14"/>
                    <a:pt x="92" y="14"/>
                    <a:pt x="91" y="16"/>
                  </a:cubicBezTo>
                  <a:cubicBezTo>
                    <a:pt x="90" y="17"/>
                    <a:pt x="85" y="16"/>
                    <a:pt x="84" y="17"/>
                  </a:cubicBezTo>
                  <a:cubicBezTo>
                    <a:pt x="82" y="17"/>
                    <a:pt x="79" y="19"/>
                    <a:pt x="77" y="19"/>
                  </a:cubicBezTo>
                  <a:cubicBezTo>
                    <a:pt x="74" y="19"/>
                    <a:pt x="72" y="15"/>
                    <a:pt x="72" y="13"/>
                  </a:cubicBezTo>
                  <a:cubicBezTo>
                    <a:pt x="70" y="10"/>
                    <a:pt x="74" y="8"/>
                    <a:pt x="73" y="5"/>
                  </a:cubicBezTo>
                  <a:cubicBezTo>
                    <a:pt x="72" y="3"/>
                    <a:pt x="71" y="0"/>
                    <a:pt x="69" y="1"/>
                  </a:cubicBezTo>
                  <a:cubicBezTo>
                    <a:pt x="69" y="2"/>
                    <a:pt x="62" y="5"/>
                    <a:pt x="61" y="5"/>
                  </a:cubicBezTo>
                  <a:cubicBezTo>
                    <a:pt x="60" y="5"/>
                    <a:pt x="58" y="5"/>
                    <a:pt x="58" y="6"/>
                  </a:cubicBezTo>
                  <a:cubicBezTo>
                    <a:pt x="57" y="6"/>
                    <a:pt x="57" y="9"/>
                    <a:pt x="56" y="7"/>
                  </a:cubicBezTo>
                  <a:cubicBezTo>
                    <a:pt x="55" y="6"/>
                    <a:pt x="47" y="5"/>
                    <a:pt x="47" y="6"/>
                  </a:cubicBezTo>
                  <a:cubicBezTo>
                    <a:pt x="47" y="6"/>
                    <a:pt x="49" y="7"/>
                    <a:pt x="49" y="7"/>
                  </a:cubicBezTo>
                  <a:cubicBezTo>
                    <a:pt x="50" y="8"/>
                    <a:pt x="50" y="9"/>
                    <a:pt x="50" y="11"/>
                  </a:cubicBezTo>
                  <a:cubicBezTo>
                    <a:pt x="51" y="11"/>
                    <a:pt x="51" y="13"/>
                    <a:pt x="52" y="14"/>
                  </a:cubicBezTo>
                  <a:cubicBezTo>
                    <a:pt x="52" y="14"/>
                    <a:pt x="54" y="14"/>
                    <a:pt x="54" y="14"/>
                  </a:cubicBezTo>
                  <a:cubicBezTo>
                    <a:pt x="54" y="15"/>
                    <a:pt x="52" y="16"/>
                    <a:pt x="51" y="16"/>
                  </a:cubicBezTo>
                  <a:cubicBezTo>
                    <a:pt x="50" y="17"/>
                    <a:pt x="50" y="18"/>
                    <a:pt x="49" y="19"/>
                  </a:cubicBezTo>
                  <a:cubicBezTo>
                    <a:pt x="49" y="19"/>
                    <a:pt x="44" y="23"/>
                    <a:pt x="43" y="22"/>
                  </a:cubicBezTo>
                  <a:cubicBezTo>
                    <a:pt x="43" y="21"/>
                    <a:pt x="42" y="21"/>
                    <a:pt x="41" y="22"/>
                  </a:cubicBezTo>
                  <a:cubicBezTo>
                    <a:pt x="40" y="23"/>
                    <a:pt x="38" y="21"/>
                    <a:pt x="38" y="21"/>
                  </a:cubicBezTo>
                  <a:cubicBezTo>
                    <a:pt x="36" y="20"/>
                    <a:pt x="35" y="16"/>
                    <a:pt x="34" y="16"/>
                  </a:cubicBezTo>
                  <a:cubicBezTo>
                    <a:pt x="32" y="15"/>
                    <a:pt x="29" y="18"/>
                    <a:pt x="27" y="18"/>
                  </a:cubicBezTo>
                  <a:cubicBezTo>
                    <a:pt x="25" y="18"/>
                    <a:pt x="23" y="18"/>
                    <a:pt x="21" y="18"/>
                  </a:cubicBezTo>
                  <a:cubicBezTo>
                    <a:pt x="21" y="18"/>
                    <a:pt x="21" y="20"/>
                    <a:pt x="22" y="20"/>
                  </a:cubicBezTo>
                  <a:cubicBezTo>
                    <a:pt x="22" y="21"/>
                    <a:pt x="24" y="21"/>
                    <a:pt x="25" y="21"/>
                  </a:cubicBezTo>
                  <a:cubicBezTo>
                    <a:pt x="25" y="22"/>
                    <a:pt x="21" y="23"/>
                    <a:pt x="20" y="23"/>
                  </a:cubicBezTo>
                  <a:cubicBezTo>
                    <a:pt x="19" y="24"/>
                    <a:pt x="21" y="27"/>
                    <a:pt x="22" y="28"/>
                  </a:cubicBezTo>
                  <a:cubicBezTo>
                    <a:pt x="24" y="32"/>
                    <a:pt x="24" y="35"/>
                    <a:pt x="22" y="39"/>
                  </a:cubicBezTo>
                  <a:cubicBezTo>
                    <a:pt x="22" y="41"/>
                    <a:pt x="22" y="47"/>
                    <a:pt x="20" y="47"/>
                  </a:cubicBezTo>
                  <a:cubicBezTo>
                    <a:pt x="19" y="48"/>
                    <a:pt x="17" y="47"/>
                    <a:pt x="15" y="48"/>
                  </a:cubicBezTo>
                  <a:cubicBezTo>
                    <a:pt x="14" y="49"/>
                    <a:pt x="11" y="49"/>
                    <a:pt x="10" y="49"/>
                  </a:cubicBezTo>
                  <a:cubicBezTo>
                    <a:pt x="5" y="51"/>
                    <a:pt x="5" y="53"/>
                    <a:pt x="5" y="57"/>
                  </a:cubicBezTo>
                  <a:cubicBezTo>
                    <a:pt x="5" y="59"/>
                    <a:pt x="2" y="59"/>
                    <a:pt x="2" y="60"/>
                  </a:cubicBezTo>
                  <a:cubicBezTo>
                    <a:pt x="2" y="63"/>
                    <a:pt x="0" y="64"/>
                    <a:pt x="2" y="66"/>
                  </a:cubicBezTo>
                  <a:cubicBezTo>
                    <a:pt x="4" y="68"/>
                    <a:pt x="4" y="70"/>
                    <a:pt x="5" y="72"/>
                  </a:cubicBezTo>
                  <a:cubicBezTo>
                    <a:pt x="5" y="73"/>
                    <a:pt x="6" y="73"/>
                    <a:pt x="7" y="73"/>
                  </a:cubicBezTo>
                  <a:cubicBezTo>
                    <a:pt x="8" y="73"/>
                    <a:pt x="8" y="74"/>
                    <a:pt x="9" y="75"/>
                  </a:cubicBezTo>
                  <a:cubicBezTo>
                    <a:pt x="11" y="78"/>
                    <a:pt x="16" y="75"/>
                    <a:pt x="18" y="73"/>
                  </a:cubicBezTo>
                  <a:cubicBezTo>
                    <a:pt x="18" y="76"/>
                    <a:pt x="16" y="81"/>
                    <a:pt x="19" y="82"/>
                  </a:cubicBezTo>
                  <a:cubicBezTo>
                    <a:pt x="20" y="82"/>
                    <a:pt x="23" y="81"/>
                    <a:pt x="24" y="81"/>
                  </a:cubicBezTo>
                  <a:cubicBezTo>
                    <a:pt x="27" y="82"/>
                    <a:pt x="28" y="82"/>
                    <a:pt x="30" y="80"/>
                  </a:cubicBezTo>
                  <a:cubicBezTo>
                    <a:pt x="30" y="79"/>
                    <a:pt x="32" y="79"/>
                    <a:pt x="33" y="79"/>
                  </a:cubicBezTo>
                  <a:cubicBezTo>
                    <a:pt x="35" y="77"/>
                    <a:pt x="37" y="76"/>
                    <a:pt x="39" y="76"/>
                  </a:cubicBezTo>
                  <a:cubicBezTo>
                    <a:pt x="41" y="75"/>
                    <a:pt x="46" y="73"/>
                    <a:pt x="44" y="77"/>
                  </a:cubicBezTo>
                  <a:cubicBezTo>
                    <a:pt x="44" y="79"/>
                    <a:pt x="43" y="81"/>
                    <a:pt x="44" y="83"/>
                  </a:cubicBezTo>
                  <a:cubicBezTo>
                    <a:pt x="45" y="85"/>
                    <a:pt x="47" y="87"/>
                    <a:pt x="49" y="88"/>
                  </a:cubicBezTo>
                  <a:cubicBezTo>
                    <a:pt x="51" y="90"/>
                    <a:pt x="54" y="89"/>
                    <a:pt x="56" y="90"/>
                  </a:cubicBezTo>
                  <a:cubicBezTo>
                    <a:pt x="57" y="91"/>
                    <a:pt x="58" y="92"/>
                    <a:pt x="59" y="92"/>
                  </a:cubicBezTo>
                  <a:cubicBezTo>
                    <a:pt x="60" y="92"/>
                    <a:pt x="61" y="93"/>
                    <a:pt x="61" y="94"/>
                  </a:cubicBezTo>
                  <a:cubicBezTo>
                    <a:pt x="63" y="94"/>
                    <a:pt x="68" y="93"/>
                    <a:pt x="68" y="96"/>
                  </a:cubicBezTo>
                  <a:cubicBezTo>
                    <a:pt x="69" y="98"/>
                    <a:pt x="68" y="98"/>
                    <a:pt x="69" y="100"/>
                  </a:cubicBezTo>
                  <a:cubicBezTo>
                    <a:pt x="70" y="101"/>
                    <a:pt x="69" y="101"/>
                    <a:pt x="68" y="102"/>
                  </a:cubicBezTo>
                  <a:cubicBezTo>
                    <a:pt x="68" y="102"/>
                    <a:pt x="70" y="107"/>
                    <a:pt x="70" y="108"/>
                  </a:cubicBezTo>
                  <a:cubicBezTo>
                    <a:pt x="70" y="109"/>
                    <a:pt x="78" y="108"/>
                    <a:pt x="79" y="108"/>
                  </a:cubicBezTo>
                  <a:cubicBezTo>
                    <a:pt x="79" y="110"/>
                    <a:pt x="78" y="113"/>
                    <a:pt x="80" y="114"/>
                  </a:cubicBezTo>
                  <a:cubicBezTo>
                    <a:pt x="83" y="116"/>
                    <a:pt x="83" y="118"/>
                    <a:pt x="82" y="122"/>
                  </a:cubicBezTo>
                  <a:cubicBezTo>
                    <a:pt x="81" y="124"/>
                    <a:pt x="80" y="127"/>
                    <a:pt x="81" y="130"/>
                  </a:cubicBezTo>
                  <a:cubicBezTo>
                    <a:pt x="81" y="131"/>
                    <a:pt x="82" y="133"/>
                    <a:pt x="82" y="135"/>
                  </a:cubicBezTo>
                  <a:cubicBezTo>
                    <a:pt x="82" y="136"/>
                    <a:pt x="80" y="138"/>
                    <a:pt x="82" y="138"/>
                  </a:cubicBezTo>
                  <a:cubicBezTo>
                    <a:pt x="83" y="139"/>
                    <a:pt x="86" y="140"/>
                    <a:pt x="88" y="139"/>
                  </a:cubicBezTo>
                  <a:cubicBezTo>
                    <a:pt x="90" y="137"/>
                    <a:pt x="94" y="144"/>
                    <a:pt x="93" y="145"/>
                  </a:cubicBezTo>
                  <a:cubicBezTo>
                    <a:pt x="93" y="146"/>
                    <a:pt x="93" y="147"/>
                    <a:pt x="94" y="148"/>
                  </a:cubicBezTo>
                  <a:cubicBezTo>
                    <a:pt x="95" y="149"/>
                    <a:pt x="97" y="147"/>
                    <a:pt x="98" y="148"/>
                  </a:cubicBezTo>
                  <a:cubicBezTo>
                    <a:pt x="102" y="150"/>
                    <a:pt x="98" y="154"/>
                    <a:pt x="98" y="157"/>
                  </a:cubicBezTo>
                  <a:cubicBezTo>
                    <a:pt x="100" y="154"/>
                    <a:pt x="102" y="160"/>
                    <a:pt x="102" y="160"/>
                  </a:cubicBezTo>
                  <a:cubicBezTo>
                    <a:pt x="103" y="164"/>
                    <a:pt x="101" y="165"/>
                    <a:pt x="98" y="166"/>
                  </a:cubicBezTo>
                  <a:cubicBezTo>
                    <a:pt x="94" y="168"/>
                    <a:pt x="92" y="170"/>
                    <a:pt x="90" y="173"/>
                  </a:cubicBezTo>
                  <a:cubicBezTo>
                    <a:pt x="89" y="175"/>
                    <a:pt x="88" y="176"/>
                    <a:pt x="86" y="177"/>
                  </a:cubicBezTo>
                  <a:cubicBezTo>
                    <a:pt x="85" y="179"/>
                    <a:pt x="83" y="180"/>
                    <a:pt x="81" y="182"/>
                  </a:cubicBezTo>
                  <a:cubicBezTo>
                    <a:pt x="83" y="182"/>
                    <a:pt x="85" y="181"/>
                    <a:pt x="86" y="181"/>
                  </a:cubicBezTo>
                  <a:cubicBezTo>
                    <a:pt x="87" y="181"/>
                    <a:pt x="88" y="183"/>
                    <a:pt x="89" y="183"/>
                  </a:cubicBezTo>
                  <a:cubicBezTo>
                    <a:pt x="89" y="184"/>
                    <a:pt x="90" y="185"/>
                    <a:pt x="91" y="186"/>
                  </a:cubicBezTo>
                  <a:cubicBezTo>
                    <a:pt x="92" y="187"/>
                    <a:pt x="93" y="186"/>
                    <a:pt x="94" y="187"/>
                  </a:cubicBezTo>
                  <a:cubicBezTo>
                    <a:pt x="96" y="189"/>
                    <a:pt x="100" y="190"/>
                    <a:pt x="101" y="193"/>
                  </a:cubicBezTo>
                  <a:cubicBezTo>
                    <a:pt x="102" y="195"/>
                    <a:pt x="103" y="199"/>
                    <a:pt x="104" y="201"/>
                  </a:cubicBezTo>
                  <a:cubicBezTo>
                    <a:pt x="105" y="200"/>
                    <a:pt x="106" y="199"/>
                    <a:pt x="107" y="197"/>
                  </a:cubicBezTo>
                  <a:cubicBezTo>
                    <a:pt x="107" y="196"/>
                    <a:pt x="108" y="194"/>
                    <a:pt x="109" y="193"/>
                  </a:cubicBezTo>
                  <a:cubicBezTo>
                    <a:pt x="110" y="190"/>
                    <a:pt x="113" y="189"/>
                    <a:pt x="116" y="187"/>
                  </a:cubicBezTo>
                  <a:cubicBezTo>
                    <a:pt x="118" y="185"/>
                    <a:pt x="118" y="183"/>
                    <a:pt x="119" y="180"/>
                  </a:cubicBezTo>
                  <a:cubicBezTo>
                    <a:pt x="121" y="176"/>
                    <a:pt x="124" y="175"/>
                    <a:pt x="126" y="172"/>
                  </a:cubicBezTo>
                  <a:cubicBezTo>
                    <a:pt x="129" y="169"/>
                    <a:pt x="126" y="165"/>
                    <a:pt x="127" y="161"/>
                  </a:cubicBezTo>
                  <a:cubicBezTo>
                    <a:pt x="128" y="160"/>
                    <a:pt x="128" y="159"/>
                    <a:pt x="128" y="157"/>
                  </a:cubicBezTo>
                  <a:cubicBezTo>
                    <a:pt x="128" y="156"/>
                    <a:pt x="128" y="156"/>
                    <a:pt x="129" y="156"/>
                  </a:cubicBezTo>
                  <a:cubicBezTo>
                    <a:pt x="131" y="155"/>
                    <a:pt x="132" y="153"/>
                    <a:pt x="133" y="152"/>
                  </a:cubicBezTo>
                  <a:cubicBezTo>
                    <a:pt x="134" y="151"/>
                    <a:pt x="135" y="150"/>
                    <a:pt x="137" y="149"/>
                  </a:cubicBezTo>
                  <a:cubicBezTo>
                    <a:pt x="138" y="149"/>
                    <a:pt x="139" y="148"/>
                    <a:pt x="141" y="147"/>
                  </a:cubicBezTo>
                  <a:cubicBezTo>
                    <a:pt x="142" y="147"/>
                    <a:pt x="143" y="148"/>
                    <a:pt x="144" y="148"/>
                  </a:cubicBezTo>
                  <a:cubicBezTo>
                    <a:pt x="145" y="148"/>
                    <a:pt x="144" y="147"/>
                    <a:pt x="144" y="147"/>
                  </a:cubicBezTo>
                  <a:cubicBezTo>
                    <a:pt x="143" y="146"/>
                    <a:pt x="147" y="145"/>
                    <a:pt x="147" y="145"/>
                  </a:cubicBezTo>
                  <a:cubicBezTo>
                    <a:pt x="147" y="145"/>
                    <a:pt x="149" y="142"/>
                    <a:pt x="149" y="143"/>
                  </a:cubicBezTo>
                  <a:cubicBezTo>
                    <a:pt x="150" y="144"/>
                    <a:pt x="155" y="142"/>
                    <a:pt x="155" y="142"/>
                  </a:cubicBezTo>
                  <a:cubicBezTo>
                    <a:pt x="156" y="142"/>
                    <a:pt x="155" y="143"/>
                    <a:pt x="156" y="143"/>
                  </a:cubicBezTo>
                  <a:cubicBezTo>
                    <a:pt x="157" y="143"/>
                    <a:pt x="160" y="143"/>
                    <a:pt x="161" y="142"/>
                  </a:cubicBezTo>
                  <a:cubicBezTo>
                    <a:pt x="162" y="141"/>
                    <a:pt x="162" y="140"/>
                    <a:pt x="163" y="139"/>
                  </a:cubicBezTo>
                  <a:cubicBezTo>
                    <a:pt x="164" y="139"/>
                    <a:pt x="165" y="138"/>
                    <a:pt x="165" y="137"/>
                  </a:cubicBezTo>
                  <a:cubicBezTo>
                    <a:pt x="166" y="136"/>
                    <a:pt x="165" y="134"/>
                    <a:pt x="166" y="133"/>
                  </a:cubicBezTo>
                  <a:cubicBezTo>
                    <a:pt x="167" y="132"/>
                    <a:pt x="168" y="131"/>
                    <a:pt x="169" y="130"/>
                  </a:cubicBezTo>
                  <a:cubicBezTo>
                    <a:pt x="171" y="127"/>
                    <a:pt x="172" y="126"/>
                    <a:pt x="172" y="123"/>
                  </a:cubicBezTo>
                  <a:cubicBezTo>
                    <a:pt x="172" y="121"/>
                    <a:pt x="172" y="120"/>
                    <a:pt x="173" y="118"/>
                  </a:cubicBezTo>
                  <a:cubicBezTo>
                    <a:pt x="173" y="117"/>
                    <a:pt x="174" y="117"/>
                    <a:pt x="175" y="116"/>
                  </a:cubicBezTo>
                  <a:cubicBezTo>
                    <a:pt x="176" y="115"/>
                    <a:pt x="175" y="113"/>
                    <a:pt x="175" y="112"/>
                  </a:cubicBezTo>
                  <a:cubicBezTo>
                    <a:pt x="175" y="110"/>
                    <a:pt x="176" y="109"/>
                    <a:pt x="176" y="107"/>
                  </a:cubicBezTo>
                  <a:cubicBezTo>
                    <a:pt x="177" y="104"/>
                    <a:pt x="176" y="101"/>
                    <a:pt x="176" y="98"/>
                  </a:cubicBezTo>
                  <a:cubicBezTo>
                    <a:pt x="176" y="96"/>
                    <a:pt x="175" y="94"/>
                    <a:pt x="176" y="93"/>
                  </a:cubicBezTo>
                  <a:cubicBezTo>
                    <a:pt x="177" y="91"/>
                    <a:pt x="176" y="92"/>
                    <a:pt x="176" y="90"/>
                  </a:cubicBezTo>
                  <a:cubicBezTo>
                    <a:pt x="176" y="90"/>
                    <a:pt x="178" y="91"/>
                    <a:pt x="178" y="91"/>
                  </a:cubicBezTo>
                  <a:cubicBezTo>
                    <a:pt x="178" y="91"/>
                    <a:pt x="178" y="90"/>
                    <a:pt x="178" y="90"/>
                  </a:cubicBezTo>
                  <a:cubicBezTo>
                    <a:pt x="178" y="90"/>
                    <a:pt x="179" y="90"/>
                    <a:pt x="179" y="90"/>
                  </a:cubicBezTo>
                  <a:cubicBezTo>
                    <a:pt x="181" y="90"/>
                    <a:pt x="182" y="87"/>
                    <a:pt x="182" y="86"/>
                  </a:cubicBezTo>
                  <a:cubicBezTo>
                    <a:pt x="183" y="85"/>
                    <a:pt x="184" y="83"/>
                    <a:pt x="185" y="81"/>
                  </a:cubicBezTo>
                  <a:cubicBezTo>
                    <a:pt x="187" y="79"/>
                    <a:pt x="189" y="79"/>
                    <a:pt x="190" y="77"/>
                  </a:cubicBezTo>
                  <a:cubicBezTo>
                    <a:pt x="195" y="71"/>
                    <a:pt x="199" y="64"/>
                    <a:pt x="196" y="57"/>
                  </a:cubicBezTo>
                  <a:cubicBezTo>
                    <a:pt x="194" y="53"/>
                    <a:pt x="198" y="60"/>
                    <a:pt x="196" y="57"/>
                  </a:cubicBezTo>
                  <a:close/>
                  <a:moveTo>
                    <a:pt x="115" y="186"/>
                  </a:moveTo>
                  <a:cubicBezTo>
                    <a:pt x="113" y="187"/>
                    <a:pt x="112" y="189"/>
                    <a:pt x="110" y="190"/>
                  </a:cubicBezTo>
                  <a:cubicBezTo>
                    <a:pt x="107" y="191"/>
                    <a:pt x="112" y="188"/>
                    <a:pt x="112" y="187"/>
                  </a:cubicBezTo>
                  <a:cubicBezTo>
                    <a:pt x="113" y="186"/>
                    <a:pt x="114" y="184"/>
                    <a:pt x="116" y="182"/>
                  </a:cubicBezTo>
                  <a:cubicBezTo>
                    <a:pt x="118" y="180"/>
                    <a:pt x="117" y="184"/>
                    <a:pt x="115" y="186"/>
                  </a:cubicBezTo>
                  <a:cubicBezTo>
                    <a:pt x="115" y="186"/>
                    <a:pt x="116" y="185"/>
                    <a:pt x="115" y="186"/>
                  </a:cubicBezTo>
                  <a:close/>
                </a:path>
              </a:pathLst>
            </a:custGeom>
            <a:grpFill/>
            <a:ln w="9525"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82" name="Freeform 629">
              <a:extLst>
                <a:ext uri="{FF2B5EF4-FFF2-40B4-BE49-F238E27FC236}">
                  <a16:creationId xmlns:a16="http://schemas.microsoft.com/office/drawing/2014/main" id="{4B780719-3D47-8C84-914B-FBFB3AA58218}"/>
                </a:ext>
              </a:extLst>
            </p:cNvPr>
            <p:cNvSpPr>
              <a:spLocks/>
            </p:cNvSpPr>
            <p:nvPr/>
          </p:nvSpPr>
          <p:spPr bwMode="auto">
            <a:xfrm>
              <a:off x="8961338" y="10485681"/>
              <a:ext cx="251592" cy="261215"/>
            </a:xfrm>
            <a:custGeom>
              <a:avLst/>
              <a:gdLst>
                <a:gd name="T0" fmla="*/ 21 w 27"/>
                <a:gd name="T1" fmla="*/ 10 h 28"/>
                <a:gd name="T2" fmla="*/ 17 w 27"/>
                <a:gd name="T3" fmla="*/ 7 h 28"/>
                <a:gd name="T4" fmla="*/ 14 w 27"/>
                <a:gd name="T5" fmla="*/ 6 h 28"/>
                <a:gd name="T6" fmla="*/ 11 w 27"/>
                <a:gd name="T7" fmla="*/ 3 h 28"/>
                <a:gd name="T8" fmla="*/ 6 w 27"/>
                <a:gd name="T9" fmla="*/ 2 h 28"/>
                <a:gd name="T10" fmla="*/ 4 w 27"/>
                <a:gd name="T11" fmla="*/ 3 h 28"/>
                <a:gd name="T12" fmla="*/ 3 w 27"/>
                <a:gd name="T13" fmla="*/ 6 h 28"/>
                <a:gd name="T14" fmla="*/ 3 w 27"/>
                <a:gd name="T15" fmla="*/ 12 h 28"/>
                <a:gd name="T16" fmla="*/ 2 w 27"/>
                <a:gd name="T17" fmla="*/ 17 h 28"/>
                <a:gd name="T18" fmla="*/ 1 w 27"/>
                <a:gd name="T19" fmla="*/ 22 h 28"/>
                <a:gd name="T20" fmla="*/ 4 w 27"/>
                <a:gd name="T21" fmla="*/ 25 h 28"/>
                <a:gd name="T22" fmla="*/ 9 w 27"/>
                <a:gd name="T23" fmla="*/ 26 h 28"/>
                <a:gd name="T24" fmla="*/ 13 w 27"/>
                <a:gd name="T25" fmla="*/ 28 h 28"/>
                <a:gd name="T26" fmla="*/ 19 w 27"/>
                <a:gd name="T27" fmla="*/ 28 h 28"/>
                <a:gd name="T28" fmla="*/ 24 w 27"/>
                <a:gd name="T29" fmla="*/ 25 h 28"/>
                <a:gd name="T30" fmla="*/ 26 w 27"/>
                <a:gd name="T31" fmla="*/ 19 h 28"/>
                <a:gd name="T32" fmla="*/ 24 w 27"/>
                <a:gd name="T33" fmla="*/ 14 h 28"/>
                <a:gd name="T34" fmla="*/ 21 w 27"/>
                <a:gd name="T35" fmla="*/ 10 h 28"/>
                <a:gd name="T36" fmla="*/ 21 w 27"/>
                <a:gd name="T3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8">
                  <a:moveTo>
                    <a:pt x="21" y="10"/>
                  </a:moveTo>
                  <a:cubicBezTo>
                    <a:pt x="20" y="8"/>
                    <a:pt x="18" y="8"/>
                    <a:pt x="17" y="7"/>
                  </a:cubicBezTo>
                  <a:cubicBezTo>
                    <a:pt x="16" y="6"/>
                    <a:pt x="15" y="7"/>
                    <a:pt x="14" y="6"/>
                  </a:cubicBezTo>
                  <a:cubicBezTo>
                    <a:pt x="13" y="5"/>
                    <a:pt x="12" y="4"/>
                    <a:pt x="11" y="3"/>
                  </a:cubicBezTo>
                  <a:cubicBezTo>
                    <a:pt x="10" y="0"/>
                    <a:pt x="9" y="1"/>
                    <a:pt x="6" y="2"/>
                  </a:cubicBezTo>
                  <a:cubicBezTo>
                    <a:pt x="5" y="2"/>
                    <a:pt x="5" y="1"/>
                    <a:pt x="4" y="3"/>
                  </a:cubicBezTo>
                  <a:cubicBezTo>
                    <a:pt x="3" y="4"/>
                    <a:pt x="3" y="5"/>
                    <a:pt x="3" y="6"/>
                  </a:cubicBezTo>
                  <a:cubicBezTo>
                    <a:pt x="3" y="8"/>
                    <a:pt x="3" y="10"/>
                    <a:pt x="3" y="12"/>
                  </a:cubicBezTo>
                  <a:cubicBezTo>
                    <a:pt x="3" y="13"/>
                    <a:pt x="3" y="15"/>
                    <a:pt x="2" y="17"/>
                  </a:cubicBezTo>
                  <a:cubicBezTo>
                    <a:pt x="0" y="19"/>
                    <a:pt x="0" y="19"/>
                    <a:pt x="1" y="22"/>
                  </a:cubicBezTo>
                  <a:cubicBezTo>
                    <a:pt x="2" y="24"/>
                    <a:pt x="2" y="24"/>
                    <a:pt x="4" y="25"/>
                  </a:cubicBezTo>
                  <a:cubicBezTo>
                    <a:pt x="6" y="25"/>
                    <a:pt x="8" y="25"/>
                    <a:pt x="9" y="26"/>
                  </a:cubicBezTo>
                  <a:cubicBezTo>
                    <a:pt x="10" y="26"/>
                    <a:pt x="12" y="28"/>
                    <a:pt x="13" y="28"/>
                  </a:cubicBezTo>
                  <a:cubicBezTo>
                    <a:pt x="15" y="27"/>
                    <a:pt x="17" y="28"/>
                    <a:pt x="19" y="28"/>
                  </a:cubicBezTo>
                  <a:cubicBezTo>
                    <a:pt x="20" y="28"/>
                    <a:pt x="23" y="26"/>
                    <a:pt x="24" y="25"/>
                  </a:cubicBezTo>
                  <a:cubicBezTo>
                    <a:pt x="26" y="23"/>
                    <a:pt x="27" y="21"/>
                    <a:pt x="26" y="19"/>
                  </a:cubicBezTo>
                  <a:cubicBezTo>
                    <a:pt x="25" y="17"/>
                    <a:pt x="25" y="16"/>
                    <a:pt x="24" y="14"/>
                  </a:cubicBezTo>
                  <a:cubicBezTo>
                    <a:pt x="24" y="12"/>
                    <a:pt x="23" y="11"/>
                    <a:pt x="21" y="10"/>
                  </a:cubicBezTo>
                  <a:cubicBezTo>
                    <a:pt x="20" y="9"/>
                    <a:pt x="22" y="10"/>
                    <a:pt x="21"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83" name="Freeform 630">
              <a:extLst>
                <a:ext uri="{FF2B5EF4-FFF2-40B4-BE49-F238E27FC236}">
                  <a16:creationId xmlns:a16="http://schemas.microsoft.com/office/drawing/2014/main" id="{B9537163-17E8-1A29-D9A8-83770E52CEF1}"/>
                </a:ext>
              </a:extLst>
            </p:cNvPr>
            <p:cNvSpPr>
              <a:spLocks/>
            </p:cNvSpPr>
            <p:nvPr/>
          </p:nvSpPr>
          <p:spPr bwMode="auto">
            <a:xfrm>
              <a:off x="8241593" y="10074745"/>
              <a:ext cx="961783" cy="1672412"/>
            </a:xfrm>
            <a:custGeom>
              <a:avLst/>
              <a:gdLst>
                <a:gd name="T0" fmla="*/ 80 w 103"/>
                <a:gd name="T1" fmla="*/ 52 h 179"/>
                <a:gd name="T2" fmla="*/ 85 w 103"/>
                <a:gd name="T3" fmla="*/ 42 h 179"/>
                <a:gd name="T4" fmla="*/ 102 w 103"/>
                <a:gd name="T5" fmla="*/ 29 h 179"/>
                <a:gd name="T6" fmla="*/ 99 w 103"/>
                <a:gd name="T7" fmla="*/ 21 h 179"/>
                <a:gd name="T8" fmla="*/ 94 w 103"/>
                <a:gd name="T9" fmla="*/ 29 h 179"/>
                <a:gd name="T10" fmla="*/ 82 w 103"/>
                <a:gd name="T11" fmla="*/ 30 h 179"/>
                <a:gd name="T12" fmla="*/ 79 w 103"/>
                <a:gd name="T13" fmla="*/ 28 h 179"/>
                <a:gd name="T14" fmla="*/ 81 w 103"/>
                <a:gd name="T15" fmla="*/ 22 h 179"/>
                <a:gd name="T16" fmla="*/ 64 w 103"/>
                <a:gd name="T17" fmla="*/ 9 h 179"/>
                <a:gd name="T18" fmla="*/ 57 w 103"/>
                <a:gd name="T19" fmla="*/ 2 h 179"/>
                <a:gd name="T20" fmla="*/ 48 w 103"/>
                <a:gd name="T21" fmla="*/ 4 h 179"/>
                <a:gd name="T22" fmla="*/ 39 w 103"/>
                <a:gd name="T23" fmla="*/ 1 h 179"/>
                <a:gd name="T24" fmla="*/ 35 w 103"/>
                <a:gd name="T25" fmla="*/ 9 h 179"/>
                <a:gd name="T26" fmla="*/ 27 w 103"/>
                <a:gd name="T27" fmla="*/ 22 h 179"/>
                <a:gd name="T28" fmla="*/ 25 w 103"/>
                <a:gd name="T29" fmla="*/ 32 h 179"/>
                <a:gd name="T30" fmla="*/ 21 w 103"/>
                <a:gd name="T31" fmla="*/ 39 h 179"/>
                <a:gd name="T32" fmla="*/ 19 w 103"/>
                <a:gd name="T33" fmla="*/ 47 h 179"/>
                <a:gd name="T34" fmla="*/ 17 w 103"/>
                <a:gd name="T35" fmla="*/ 52 h 179"/>
                <a:gd name="T36" fmla="*/ 20 w 103"/>
                <a:gd name="T37" fmla="*/ 61 h 179"/>
                <a:gd name="T38" fmla="*/ 18 w 103"/>
                <a:gd name="T39" fmla="*/ 79 h 179"/>
                <a:gd name="T40" fmla="*/ 15 w 103"/>
                <a:gd name="T41" fmla="*/ 94 h 179"/>
                <a:gd name="T42" fmla="*/ 10 w 103"/>
                <a:gd name="T43" fmla="*/ 117 h 179"/>
                <a:gd name="T44" fmla="*/ 13 w 103"/>
                <a:gd name="T45" fmla="*/ 130 h 179"/>
                <a:gd name="T46" fmla="*/ 12 w 103"/>
                <a:gd name="T47" fmla="*/ 135 h 179"/>
                <a:gd name="T48" fmla="*/ 8 w 103"/>
                <a:gd name="T49" fmla="*/ 147 h 179"/>
                <a:gd name="T50" fmla="*/ 5 w 103"/>
                <a:gd name="T51" fmla="*/ 156 h 179"/>
                <a:gd name="T52" fmla="*/ 8 w 103"/>
                <a:gd name="T53" fmla="*/ 170 h 179"/>
                <a:gd name="T54" fmla="*/ 13 w 103"/>
                <a:gd name="T55" fmla="*/ 176 h 179"/>
                <a:gd name="T56" fmla="*/ 23 w 103"/>
                <a:gd name="T57" fmla="*/ 178 h 179"/>
                <a:gd name="T58" fmla="*/ 27 w 103"/>
                <a:gd name="T59" fmla="*/ 179 h 179"/>
                <a:gd name="T60" fmla="*/ 24 w 103"/>
                <a:gd name="T61" fmla="*/ 169 h 179"/>
                <a:gd name="T62" fmla="*/ 25 w 103"/>
                <a:gd name="T63" fmla="*/ 163 h 179"/>
                <a:gd name="T64" fmla="*/ 28 w 103"/>
                <a:gd name="T65" fmla="*/ 163 h 179"/>
                <a:gd name="T66" fmla="*/ 31 w 103"/>
                <a:gd name="T67" fmla="*/ 157 h 179"/>
                <a:gd name="T68" fmla="*/ 40 w 103"/>
                <a:gd name="T69" fmla="*/ 151 h 179"/>
                <a:gd name="T70" fmla="*/ 41 w 103"/>
                <a:gd name="T71" fmla="*/ 145 h 179"/>
                <a:gd name="T72" fmla="*/ 32 w 103"/>
                <a:gd name="T73" fmla="*/ 140 h 179"/>
                <a:gd name="T74" fmla="*/ 39 w 103"/>
                <a:gd name="T75" fmla="*/ 131 h 179"/>
                <a:gd name="T76" fmla="*/ 43 w 103"/>
                <a:gd name="T77" fmla="*/ 124 h 179"/>
                <a:gd name="T78" fmla="*/ 48 w 103"/>
                <a:gd name="T79" fmla="*/ 116 h 179"/>
                <a:gd name="T80" fmla="*/ 51 w 103"/>
                <a:gd name="T81" fmla="*/ 114 h 179"/>
                <a:gd name="T82" fmla="*/ 45 w 103"/>
                <a:gd name="T83" fmla="*/ 113 h 179"/>
                <a:gd name="T84" fmla="*/ 54 w 103"/>
                <a:gd name="T85" fmla="*/ 108 h 179"/>
                <a:gd name="T86" fmla="*/ 58 w 103"/>
                <a:gd name="T87" fmla="*/ 102 h 179"/>
                <a:gd name="T88" fmla="*/ 59 w 103"/>
                <a:gd name="T89" fmla="*/ 97 h 179"/>
                <a:gd name="T90" fmla="*/ 60 w 103"/>
                <a:gd name="T91" fmla="*/ 96 h 179"/>
                <a:gd name="T92" fmla="*/ 76 w 103"/>
                <a:gd name="T93" fmla="*/ 93 h 179"/>
                <a:gd name="T94" fmla="*/ 84 w 103"/>
                <a:gd name="T95" fmla="*/ 87 h 179"/>
                <a:gd name="T96" fmla="*/ 83 w 103"/>
                <a:gd name="T97" fmla="*/ 78 h 179"/>
                <a:gd name="T98" fmla="*/ 78 w 103"/>
                <a:gd name="T99" fmla="*/ 69 h 179"/>
                <a:gd name="T100" fmla="*/ 78 w 103"/>
                <a:gd name="T101" fmla="*/ 66 h 179"/>
                <a:gd name="T102" fmla="*/ 78 w 103"/>
                <a:gd name="T103" fmla="*/ 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179">
                  <a:moveTo>
                    <a:pt x="78" y="62"/>
                  </a:moveTo>
                  <a:cubicBezTo>
                    <a:pt x="81" y="59"/>
                    <a:pt x="79" y="56"/>
                    <a:pt x="80" y="52"/>
                  </a:cubicBezTo>
                  <a:cubicBezTo>
                    <a:pt x="80" y="51"/>
                    <a:pt x="80" y="49"/>
                    <a:pt x="80" y="48"/>
                  </a:cubicBezTo>
                  <a:cubicBezTo>
                    <a:pt x="81" y="45"/>
                    <a:pt x="83" y="44"/>
                    <a:pt x="85" y="42"/>
                  </a:cubicBezTo>
                  <a:cubicBezTo>
                    <a:pt x="89" y="39"/>
                    <a:pt x="91" y="34"/>
                    <a:pt x="95" y="31"/>
                  </a:cubicBezTo>
                  <a:cubicBezTo>
                    <a:pt x="97" y="30"/>
                    <a:pt x="100" y="30"/>
                    <a:pt x="102" y="29"/>
                  </a:cubicBezTo>
                  <a:cubicBezTo>
                    <a:pt x="103" y="27"/>
                    <a:pt x="102" y="24"/>
                    <a:pt x="101" y="23"/>
                  </a:cubicBezTo>
                  <a:cubicBezTo>
                    <a:pt x="100" y="21"/>
                    <a:pt x="101" y="21"/>
                    <a:pt x="99" y="21"/>
                  </a:cubicBezTo>
                  <a:cubicBezTo>
                    <a:pt x="97" y="20"/>
                    <a:pt x="98" y="24"/>
                    <a:pt x="97" y="25"/>
                  </a:cubicBezTo>
                  <a:cubicBezTo>
                    <a:pt x="96" y="26"/>
                    <a:pt x="95" y="28"/>
                    <a:pt x="94" y="29"/>
                  </a:cubicBezTo>
                  <a:cubicBezTo>
                    <a:pt x="93" y="30"/>
                    <a:pt x="90" y="29"/>
                    <a:pt x="88" y="30"/>
                  </a:cubicBezTo>
                  <a:cubicBezTo>
                    <a:pt x="87" y="32"/>
                    <a:pt x="84" y="30"/>
                    <a:pt x="82" y="30"/>
                  </a:cubicBezTo>
                  <a:cubicBezTo>
                    <a:pt x="81" y="30"/>
                    <a:pt x="79" y="31"/>
                    <a:pt x="78" y="30"/>
                  </a:cubicBezTo>
                  <a:cubicBezTo>
                    <a:pt x="76" y="30"/>
                    <a:pt x="79" y="28"/>
                    <a:pt x="79" y="28"/>
                  </a:cubicBezTo>
                  <a:cubicBezTo>
                    <a:pt x="80" y="27"/>
                    <a:pt x="79" y="26"/>
                    <a:pt x="79" y="26"/>
                  </a:cubicBezTo>
                  <a:cubicBezTo>
                    <a:pt x="79" y="24"/>
                    <a:pt x="80" y="23"/>
                    <a:pt x="81" y="22"/>
                  </a:cubicBezTo>
                  <a:cubicBezTo>
                    <a:pt x="85" y="18"/>
                    <a:pt x="77" y="16"/>
                    <a:pt x="74" y="14"/>
                  </a:cubicBezTo>
                  <a:cubicBezTo>
                    <a:pt x="71" y="12"/>
                    <a:pt x="67" y="12"/>
                    <a:pt x="64" y="9"/>
                  </a:cubicBezTo>
                  <a:cubicBezTo>
                    <a:pt x="63" y="8"/>
                    <a:pt x="61" y="7"/>
                    <a:pt x="60" y="6"/>
                  </a:cubicBezTo>
                  <a:cubicBezTo>
                    <a:pt x="59" y="4"/>
                    <a:pt x="58" y="2"/>
                    <a:pt x="57" y="2"/>
                  </a:cubicBezTo>
                  <a:cubicBezTo>
                    <a:pt x="56" y="1"/>
                    <a:pt x="53" y="1"/>
                    <a:pt x="52" y="2"/>
                  </a:cubicBezTo>
                  <a:cubicBezTo>
                    <a:pt x="51" y="3"/>
                    <a:pt x="50" y="6"/>
                    <a:pt x="48" y="4"/>
                  </a:cubicBezTo>
                  <a:cubicBezTo>
                    <a:pt x="47" y="2"/>
                    <a:pt x="45" y="2"/>
                    <a:pt x="43" y="2"/>
                  </a:cubicBezTo>
                  <a:cubicBezTo>
                    <a:pt x="41" y="2"/>
                    <a:pt x="41" y="0"/>
                    <a:pt x="39" y="1"/>
                  </a:cubicBezTo>
                  <a:cubicBezTo>
                    <a:pt x="38" y="2"/>
                    <a:pt x="35" y="3"/>
                    <a:pt x="35" y="4"/>
                  </a:cubicBezTo>
                  <a:cubicBezTo>
                    <a:pt x="34" y="6"/>
                    <a:pt x="35" y="8"/>
                    <a:pt x="35" y="9"/>
                  </a:cubicBezTo>
                  <a:cubicBezTo>
                    <a:pt x="34" y="13"/>
                    <a:pt x="31" y="13"/>
                    <a:pt x="28" y="14"/>
                  </a:cubicBezTo>
                  <a:cubicBezTo>
                    <a:pt x="26" y="15"/>
                    <a:pt x="27" y="20"/>
                    <a:pt x="27" y="22"/>
                  </a:cubicBezTo>
                  <a:cubicBezTo>
                    <a:pt x="27" y="24"/>
                    <a:pt x="28" y="26"/>
                    <a:pt x="28" y="27"/>
                  </a:cubicBezTo>
                  <a:cubicBezTo>
                    <a:pt x="28" y="28"/>
                    <a:pt x="25" y="31"/>
                    <a:pt x="25" y="32"/>
                  </a:cubicBezTo>
                  <a:cubicBezTo>
                    <a:pt x="24" y="33"/>
                    <a:pt x="21" y="35"/>
                    <a:pt x="21" y="36"/>
                  </a:cubicBezTo>
                  <a:cubicBezTo>
                    <a:pt x="21" y="37"/>
                    <a:pt x="21" y="38"/>
                    <a:pt x="21" y="39"/>
                  </a:cubicBezTo>
                  <a:cubicBezTo>
                    <a:pt x="21" y="40"/>
                    <a:pt x="20" y="41"/>
                    <a:pt x="20" y="42"/>
                  </a:cubicBezTo>
                  <a:cubicBezTo>
                    <a:pt x="20" y="43"/>
                    <a:pt x="21" y="46"/>
                    <a:pt x="19" y="47"/>
                  </a:cubicBezTo>
                  <a:cubicBezTo>
                    <a:pt x="19" y="48"/>
                    <a:pt x="19" y="50"/>
                    <a:pt x="19" y="51"/>
                  </a:cubicBezTo>
                  <a:cubicBezTo>
                    <a:pt x="18" y="51"/>
                    <a:pt x="17" y="51"/>
                    <a:pt x="17" y="52"/>
                  </a:cubicBezTo>
                  <a:cubicBezTo>
                    <a:pt x="17" y="54"/>
                    <a:pt x="19" y="55"/>
                    <a:pt x="19" y="57"/>
                  </a:cubicBezTo>
                  <a:cubicBezTo>
                    <a:pt x="19" y="58"/>
                    <a:pt x="19" y="60"/>
                    <a:pt x="20" y="61"/>
                  </a:cubicBezTo>
                  <a:cubicBezTo>
                    <a:pt x="22" y="65"/>
                    <a:pt x="18" y="69"/>
                    <a:pt x="18" y="73"/>
                  </a:cubicBezTo>
                  <a:cubicBezTo>
                    <a:pt x="17" y="75"/>
                    <a:pt x="19" y="77"/>
                    <a:pt x="18" y="79"/>
                  </a:cubicBezTo>
                  <a:cubicBezTo>
                    <a:pt x="17" y="80"/>
                    <a:pt x="15" y="81"/>
                    <a:pt x="14" y="83"/>
                  </a:cubicBezTo>
                  <a:cubicBezTo>
                    <a:pt x="13" y="85"/>
                    <a:pt x="17" y="93"/>
                    <a:pt x="15" y="94"/>
                  </a:cubicBezTo>
                  <a:cubicBezTo>
                    <a:pt x="11" y="96"/>
                    <a:pt x="12" y="101"/>
                    <a:pt x="11" y="105"/>
                  </a:cubicBezTo>
                  <a:cubicBezTo>
                    <a:pt x="9" y="108"/>
                    <a:pt x="10" y="113"/>
                    <a:pt x="10" y="117"/>
                  </a:cubicBezTo>
                  <a:cubicBezTo>
                    <a:pt x="10" y="120"/>
                    <a:pt x="10" y="123"/>
                    <a:pt x="10" y="126"/>
                  </a:cubicBezTo>
                  <a:cubicBezTo>
                    <a:pt x="10" y="127"/>
                    <a:pt x="15" y="130"/>
                    <a:pt x="13" y="130"/>
                  </a:cubicBezTo>
                  <a:cubicBezTo>
                    <a:pt x="13" y="130"/>
                    <a:pt x="9" y="131"/>
                    <a:pt x="11" y="132"/>
                  </a:cubicBezTo>
                  <a:cubicBezTo>
                    <a:pt x="13" y="132"/>
                    <a:pt x="13" y="133"/>
                    <a:pt x="12" y="135"/>
                  </a:cubicBezTo>
                  <a:cubicBezTo>
                    <a:pt x="11" y="137"/>
                    <a:pt x="11" y="139"/>
                    <a:pt x="11" y="142"/>
                  </a:cubicBezTo>
                  <a:cubicBezTo>
                    <a:pt x="11" y="144"/>
                    <a:pt x="9" y="145"/>
                    <a:pt x="8" y="147"/>
                  </a:cubicBezTo>
                  <a:cubicBezTo>
                    <a:pt x="7" y="148"/>
                    <a:pt x="8" y="150"/>
                    <a:pt x="8" y="152"/>
                  </a:cubicBezTo>
                  <a:cubicBezTo>
                    <a:pt x="8" y="153"/>
                    <a:pt x="6" y="156"/>
                    <a:pt x="5" y="156"/>
                  </a:cubicBezTo>
                  <a:cubicBezTo>
                    <a:pt x="0" y="158"/>
                    <a:pt x="3" y="164"/>
                    <a:pt x="4" y="167"/>
                  </a:cubicBezTo>
                  <a:cubicBezTo>
                    <a:pt x="5" y="169"/>
                    <a:pt x="8" y="166"/>
                    <a:pt x="8" y="170"/>
                  </a:cubicBezTo>
                  <a:cubicBezTo>
                    <a:pt x="8" y="171"/>
                    <a:pt x="7" y="174"/>
                    <a:pt x="9" y="175"/>
                  </a:cubicBezTo>
                  <a:cubicBezTo>
                    <a:pt x="10" y="176"/>
                    <a:pt x="11" y="176"/>
                    <a:pt x="13" y="176"/>
                  </a:cubicBezTo>
                  <a:cubicBezTo>
                    <a:pt x="15" y="177"/>
                    <a:pt x="18" y="177"/>
                    <a:pt x="20" y="177"/>
                  </a:cubicBezTo>
                  <a:cubicBezTo>
                    <a:pt x="21" y="177"/>
                    <a:pt x="22" y="177"/>
                    <a:pt x="23" y="178"/>
                  </a:cubicBezTo>
                  <a:cubicBezTo>
                    <a:pt x="23" y="177"/>
                    <a:pt x="24" y="177"/>
                    <a:pt x="25" y="177"/>
                  </a:cubicBezTo>
                  <a:cubicBezTo>
                    <a:pt x="25" y="178"/>
                    <a:pt x="27" y="179"/>
                    <a:pt x="27" y="179"/>
                  </a:cubicBezTo>
                  <a:cubicBezTo>
                    <a:pt x="28" y="179"/>
                    <a:pt x="26" y="176"/>
                    <a:pt x="26" y="175"/>
                  </a:cubicBezTo>
                  <a:cubicBezTo>
                    <a:pt x="24" y="173"/>
                    <a:pt x="24" y="171"/>
                    <a:pt x="24" y="169"/>
                  </a:cubicBezTo>
                  <a:cubicBezTo>
                    <a:pt x="24" y="167"/>
                    <a:pt x="24" y="166"/>
                    <a:pt x="27" y="164"/>
                  </a:cubicBezTo>
                  <a:cubicBezTo>
                    <a:pt x="29" y="163"/>
                    <a:pt x="25" y="163"/>
                    <a:pt x="25" y="163"/>
                  </a:cubicBezTo>
                  <a:cubicBezTo>
                    <a:pt x="25" y="163"/>
                    <a:pt x="27" y="162"/>
                    <a:pt x="26" y="162"/>
                  </a:cubicBezTo>
                  <a:cubicBezTo>
                    <a:pt x="27" y="162"/>
                    <a:pt x="27" y="163"/>
                    <a:pt x="28" y="163"/>
                  </a:cubicBezTo>
                  <a:cubicBezTo>
                    <a:pt x="29" y="164"/>
                    <a:pt x="30" y="163"/>
                    <a:pt x="31" y="163"/>
                  </a:cubicBezTo>
                  <a:cubicBezTo>
                    <a:pt x="32" y="161"/>
                    <a:pt x="31" y="159"/>
                    <a:pt x="31" y="157"/>
                  </a:cubicBezTo>
                  <a:cubicBezTo>
                    <a:pt x="32" y="155"/>
                    <a:pt x="34" y="154"/>
                    <a:pt x="37" y="153"/>
                  </a:cubicBezTo>
                  <a:cubicBezTo>
                    <a:pt x="38" y="152"/>
                    <a:pt x="39" y="152"/>
                    <a:pt x="40" y="151"/>
                  </a:cubicBezTo>
                  <a:cubicBezTo>
                    <a:pt x="41" y="150"/>
                    <a:pt x="39" y="149"/>
                    <a:pt x="39" y="149"/>
                  </a:cubicBezTo>
                  <a:cubicBezTo>
                    <a:pt x="39" y="148"/>
                    <a:pt x="42" y="147"/>
                    <a:pt x="41" y="145"/>
                  </a:cubicBezTo>
                  <a:cubicBezTo>
                    <a:pt x="40" y="143"/>
                    <a:pt x="36" y="145"/>
                    <a:pt x="35" y="143"/>
                  </a:cubicBezTo>
                  <a:cubicBezTo>
                    <a:pt x="34" y="142"/>
                    <a:pt x="33" y="142"/>
                    <a:pt x="32" y="140"/>
                  </a:cubicBezTo>
                  <a:cubicBezTo>
                    <a:pt x="31" y="138"/>
                    <a:pt x="33" y="135"/>
                    <a:pt x="34" y="134"/>
                  </a:cubicBezTo>
                  <a:cubicBezTo>
                    <a:pt x="36" y="133"/>
                    <a:pt x="37" y="131"/>
                    <a:pt x="39" y="131"/>
                  </a:cubicBezTo>
                  <a:cubicBezTo>
                    <a:pt x="41" y="130"/>
                    <a:pt x="41" y="132"/>
                    <a:pt x="42" y="129"/>
                  </a:cubicBezTo>
                  <a:cubicBezTo>
                    <a:pt x="42" y="127"/>
                    <a:pt x="44" y="126"/>
                    <a:pt x="43" y="124"/>
                  </a:cubicBezTo>
                  <a:cubicBezTo>
                    <a:pt x="42" y="121"/>
                    <a:pt x="47" y="121"/>
                    <a:pt x="48" y="119"/>
                  </a:cubicBezTo>
                  <a:cubicBezTo>
                    <a:pt x="48" y="119"/>
                    <a:pt x="43" y="115"/>
                    <a:pt x="48" y="116"/>
                  </a:cubicBezTo>
                  <a:cubicBezTo>
                    <a:pt x="49" y="117"/>
                    <a:pt x="49" y="118"/>
                    <a:pt x="50" y="118"/>
                  </a:cubicBezTo>
                  <a:cubicBezTo>
                    <a:pt x="52" y="118"/>
                    <a:pt x="52" y="115"/>
                    <a:pt x="51" y="114"/>
                  </a:cubicBezTo>
                  <a:cubicBezTo>
                    <a:pt x="51" y="113"/>
                    <a:pt x="49" y="115"/>
                    <a:pt x="49" y="115"/>
                  </a:cubicBezTo>
                  <a:cubicBezTo>
                    <a:pt x="47" y="115"/>
                    <a:pt x="45" y="114"/>
                    <a:pt x="45" y="113"/>
                  </a:cubicBezTo>
                  <a:cubicBezTo>
                    <a:pt x="45" y="112"/>
                    <a:pt x="43" y="105"/>
                    <a:pt x="45" y="105"/>
                  </a:cubicBezTo>
                  <a:cubicBezTo>
                    <a:pt x="48" y="106"/>
                    <a:pt x="50" y="108"/>
                    <a:pt x="54" y="108"/>
                  </a:cubicBezTo>
                  <a:cubicBezTo>
                    <a:pt x="55" y="108"/>
                    <a:pt x="56" y="107"/>
                    <a:pt x="57" y="107"/>
                  </a:cubicBezTo>
                  <a:cubicBezTo>
                    <a:pt x="59" y="105"/>
                    <a:pt x="57" y="104"/>
                    <a:pt x="58" y="102"/>
                  </a:cubicBezTo>
                  <a:cubicBezTo>
                    <a:pt x="58" y="101"/>
                    <a:pt x="59" y="100"/>
                    <a:pt x="59" y="100"/>
                  </a:cubicBezTo>
                  <a:cubicBezTo>
                    <a:pt x="60" y="98"/>
                    <a:pt x="59" y="98"/>
                    <a:pt x="59" y="97"/>
                  </a:cubicBezTo>
                  <a:cubicBezTo>
                    <a:pt x="58" y="96"/>
                    <a:pt x="58" y="94"/>
                    <a:pt x="59" y="94"/>
                  </a:cubicBezTo>
                  <a:cubicBezTo>
                    <a:pt x="61" y="94"/>
                    <a:pt x="60" y="96"/>
                    <a:pt x="60" y="96"/>
                  </a:cubicBezTo>
                  <a:cubicBezTo>
                    <a:pt x="59" y="95"/>
                    <a:pt x="65" y="95"/>
                    <a:pt x="65" y="95"/>
                  </a:cubicBezTo>
                  <a:cubicBezTo>
                    <a:pt x="69" y="95"/>
                    <a:pt x="72" y="93"/>
                    <a:pt x="76" y="93"/>
                  </a:cubicBezTo>
                  <a:cubicBezTo>
                    <a:pt x="77" y="92"/>
                    <a:pt x="80" y="91"/>
                    <a:pt x="82" y="90"/>
                  </a:cubicBezTo>
                  <a:cubicBezTo>
                    <a:pt x="83" y="89"/>
                    <a:pt x="83" y="88"/>
                    <a:pt x="84" y="87"/>
                  </a:cubicBezTo>
                  <a:cubicBezTo>
                    <a:pt x="85" y="86"/>
                    <a:pt x="86" y="85"/>
                    <a:pt x="87" y="83"/>
                  </a:cubicBezTo>
                  <a:cubicBezTo>
                    <a:pt x="87" y="80"/>
                    <a:pt x="85" y="80"/>
                    <a:pt x="83" y="78"/>
                  </a:cubicBezTo>
                  <a:cubicBezTo>
                    <a:pt x="82" y="76"/>
                    <a:pt x="85" y="75"/>
                    <a:pt x="83" y="73"/>
                  </a:cubicBezTo>
                  <a:cubicBezTo>
                    <a:pt x="82" y="72"/>
                    <a:pt x="78" y="71"/>
                    <a:pt x="78" y="69"/>
                  </a:cubicBezTo>
                  <a:cubicBezTo>
                    <a:pt x="78" y="69"/>
                    <a:pt x="78" y="68"/>
                    <a:pt x="79" y="68"/>
                  </a:cubicBezTo>
                  <a:cubicBezTo>
                    <a:pt x="79" y="67"/>
                    <a:pt x="78" y="67"/>
                    <a:pt x="78" y="66"/>
                  </a:cubicBezTo>
                  <a:cubicBezTo>
                    <a:pt x="78" y="65"/>
                    <a:pt x="77" y="63"/>
                    <a:pt x="78" y="62"/>
                  </a:cubicBezTo>
                  <a:cubicBezTo>
                    <a:pt x="79" y="61"/>
                    <a:pt x="77" y="63"/>
                    <a:pt x="78" y="6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84" name="Freeform 631">
              <a:extLst>
                <a:ext uri="{FF2B5EF4-FFF2-40B4-BE49-F238E27FC236}">
                  <a16:creationId xmlns:a16="http://schemas.microsoft.com/office/drawing/2014/main" id="{7C6F8086-4DC8-FBA0-FCB8-D838ABF1844D}"/>
                </a:ext>
              </a:extLst>
            </p:cNvPr>
            <p:cNvSpPr>
              <a:spLocks/>
            </p:cNvSpPr>
            <p:nvPr/>
          </p:nvSpPr>
          <p:spPr bwMode="auto">
            <a:xfrm>
              <a:off x="7617387" y="8313140"/>
              <a:ext cx="203824" cy="226173"/>
            </a:xfrm>
            <a:custGeom>
              <a:avLst/>
              <a:gdLst>
                <a:gd name="T0" fmla="*/ 15 w 22"/>
                <a:gd name="T1" fmla="*/ 23 h 24"/>
                <a:gd name="T2" fmla="*/ 19 w 22"/>
                <a:gd name="T3" fmla="*/ 24 h 24"/>
                <a:gd name="T4" fmla="*/ 19 w 22"/>
                <a:gd name="T5" fmla="*/ 17 h 24"/>
                <a:gd name="T6" fmla="*/ 20 w 22"/>
                <a:gd name="T7" fmla="*/ 10 h 24"/>
                <a:gd name="T8" fmla="*/ 21 w 22"/>
                <a:gd name="T9" fmla="*/ 7 h 24"/>
                <a:gd name="T10" fmla="*/ 22 w 22"/>
                <a:gd name="T11" fmla="*/ 3 h 24"/>
                <a:gd name="T12" fmla="*/ 17 w 22"/>
                <a:gd name="T13" fmla="*/ 4 h 24"/>
                <a:gd name="T14" fmla="*/ 12 w 22"/>
                <a:gd name="T15" fmla="*/ 5 h 24"/>
                <a:gd name="T16" fmla="*/ 9 w 22"/>
                <a:gd name="T17" fmla="*/ 8 h 24"/>
                <a:gd name="T18" fmla="*/ 4 w 22"/>
                <a:gd name="T19" fmla="*/ 9 h 24"/>
                <a:gd name="T20" fmla="*/ 3 w 22"/>
                <a:gd name="T21" fmla="*/ 12 h 24"/>
                <a:gd name="T22" fmla="*/ 0 w 22"/>
                <a:gd name="T23" fmla="*/ 13 h 24"/>
                <a:gd name="T24" fmla="*/ 6 w 22"/>
                <a:gd name="T25" fmla="*/ 19 h 24"/>
                <a:gd name="T26" fmla="*/ 11 w 22"/>
                <a:gd name="T27" fmla="*/ 22 h 24"/>
                <a:gd name="T28" fmla="*/ 15 w 22"/>
                <a:gd name="T29" fmla="*/ 23 h 24"/>
                <a:gd name="T30" fmla="*/ 15 w 22"/>
                <a:gd name="T3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4">
                  <a:moveTo>
                    <a:pt x="15" y="23"/>
                  </a:moveTo>
                  <a:cubicBezTo>
                    <a:pt x="16" y="24"/>
                    <a:pt x="17" y="24"/>
                    <a:pt x="19" y="24"/>
                  </a:cubicBezTo>
                  <a:cubicBezTo>
                    <a:pt x="17" y="21"/>
                    <a:pt x="19" y="20"/>
                    <a:pt x="19" y="17"/>
                  </a:cubicBezTo>
                  <a:cubicBezTo>
                    <a:pt x="19" y="15"/>
                    <a:pt x="20" y="12"/>
                    <a:pt x="20" y="10"/>
                  </a:cubicBezTo>
                  <a:cubicBezTo>
                    <a:pt x="20" y="9"/>
                    <a:pt x="21" y="8"/>
                    <a:pt x="21" y="7"/>
                  </a:cubicBezTo>
                  <a:cubicBezTo>
                    <a:pt x="22" y="6"/>
                    <a:pt x="21" y="5"/>
                    <a:pt x="22" y="3"/>
                  </a:cubicBezTo>
                  <a:cubicBezTo>
                    <a:pt x="22" y="0"/>
                    <a:pt x="18" y="4"/>
                    <a:pt x="17" y="4"/>
                  </a:cubicBezTo>
                  <a:cubicBezTo>
                    <a:pt x="15" y="4"/>
                    <a:pt x="14" y="3"/>
                    <a:pt x="12" y="5"/>
                  </a:cubicBezTo>
                  <a:cubicBezTo>
                    <a:pt x="12" y="5"/>
                    <a:pt x="10" y="9"/>
                    <a:pt x="9" y="8"/>
                  </a:cubicBezTo>
                  <a:cubicBezTo>
                    <a:pt x="7" y="8"/>
                    <a:pt x="6" y="8"/>
                    <a:pt x="4" y="9"/>
                  </a:cubicBezTo>
                  <a:cubicBezTo>
                    <a:pt x="4" y="10"/>
                    <a:pt x="4" y="12"/>
                    <a:pt x="3" y="12"/>
                  </a:cubicBezTo>
                  <a:cubicBezTo>
                    <a:pt x="3" y="13"/>
                    <a:pt x="1" y="13"/>
                    <a:pt x="0" y="13"/>
                  </a:cubicBezTo>
                  <a:cubicBezTo>
                    <a:pt x="2" y="15"/>
                    <a:pt x="4" y="18"/>
                    <a:pt x="6" y="19"/>
                  </a:cubicBezTo>
                  <a:cubicBezTo>
                    <a:pt x="7" y="21"/>
                    <a:pt x="9" y="22"/>
                    <a:pt x="11" y="22"/>
                  </a:cubicBezTo>
                  <a:cubicBezTo>
                    <a:pt x="12" y="22"/>
                    <a:pt x="14" y="22"/>
                    <a:pt x="15" y="23"/>
                  </a:cubicBezTo>
                  <a:cubicBezTo>
                    <a:pt x="16" y="23"/>
                    <a:pt x="15" y="22"/>
                    <a:pt x="15" y="2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85" name="Freeform 632">
              <a:extLst>
                <a:ext uri="{FF2B5EF4-FFF2-40B4-BE49-F238E27FC236}">
                  <a16:creationId xmlns:a16="http://schemas.microsoft.com/office/drawing/2014/main" id="{DA7F4EFA-6C36-0CC9-D20C-EB4AF5B41064}"/>
                </a:ext>
              </a:extLst>
            </p:cNvPr>
            <p:cNvSpPr>
              <a:spLocks/>
            </p:cNvSpPr>
            <p:nvPr/>
          </p:nvSpPr>
          <p:spPr bwMode="auto">
            <a:xfrm>
              <a:off x="7681084" y="8520197"/>
              <a:ext cx="159235" cy="140163"/>
            </a:xfrm>
            <a:custGeom>
              <a:avLst/>
              <a:gdLst>
                <a:gd name="T0" fmla="*/ 16 w 17"/>
                <a:gd name="T1" fmla="*/ 10 h 15"/>
                <a:gd name="T2" fmla="*/ 17 w 17"/>
                <a:gd name="T3" fmla="*/ 8 h 15"/>
                <a:gd name="T4" fmla="*/ 15 w 17"/>
                <a:gd name="T5" fmla="*/ 6 h 15"/>
                <a:gd name="T6" fmla="*/ 12 w 17"/>
                <a:gd name="T7" fmla="*/ 2 h 15"/>
                <a:gd name="T8" fmla="*/ 8 w 17"/>
                <a:gd name="T9" fmla="*/ 1 h 15"/>
                <a:gd name="T10" fmla="*/ 3 w 17"/>
                <a:gd name="T11" fmla="*/ 0 h 15"/>
                <a:gd name="T12" fmla="*/ 3 w 17"/>
                <a:gd name="T13" fmla="*/ 6 h 15"/>
                <a:gd name="T14" fmla="*/ 6 w 17"/>
                <a:gd name="T15" fmla="*/ 7 h 15"/>
                <a:gd name="T16" fmla="*/ 4 w 17"/>
                <a:gd name="T17" fmla="*/ 5 h 15"/>
                <a:gd name="T18" fmla="*/ 7 w 17"/>
                <a:gd name="T19" fmla="*/ 7 h 15"/>
                <a:gd name="T20" fmla="*/ 11 w 17"/>
                <a:gd name="T21" fmla="*/ 10 h 15"/>
                <a:gd name="T22" fmla="*/ 14 w 17"/>
                <a:gd name="T23" fmla="*/ 14 h 15"/>
                <a:gd name="T24" fmla="*/ 16 w 17"/>
                <a:gd name="T25" fmla="*/ 10 h 15"/>
                <a:gd name="T26" fmla="*/ 16 w 17"/>
                <a:gd name="T2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5">
                  <a:moveTo>
                    <a:pt x="16" y="10"/>
                  </a:moveTo>
                  <a:cubicBezTo>
                    <a:pt x="16" y="9"/>
                    <a:pt x="16" y="8"/>
                    <a:pt x="17" y="8"/>
                  </a:cubicBezTo>
                  <a:cubicBezTo>
                    <a:pt x="16" y="7"/>
                    <a:pt x="16" y="6"/>
                    <a:pt x="15" y="6"/>
                  </a:cubicBezTo>
                  <a:cubicBezTo>
                    <a:pt x="14" y="5"/>
                    <a:pt x="13" y="2"/>
                    <a:pt x="12" y="2"/>
                  </a:cubicBezTo>
                  <a:cubicBezTo>
                    <a:pt x="10" y="2"/>
                    <a:pt x="9" y="2"/>
                    <a:pt x="8" y="1"/>
                  </a:cubicBezTo>
                  <a:cubicBezTo>
                    <a:pt x="7" y="0"/>
                    <a:pt x="4" y="0"/>
                    <a:pt x="3" y="0"/>
                  </a:cubicBezTo>
                  <a:cubicBezTo>
                    <a:pt x="4" y="1"/>
                    <a:pt x="0" y="6"/>
                    <a:pt x="3" y="6"/>
                  </a:cubicBezTo>
                  <a:cubicBezTo>
                    <a:pt x="4" y="6"/>
                    <a:pt x="4" y="8"/>
                    <a:pt x="6" y="7"/>
                  </a:cubicBezTo>
                  <a:cubicBezTo>
                    <a:pt x="7" y="6"/>
                    <a:pt x="4" y="5"/>
                    <a:pt x="4" y="5"/>
                  </a:cubicBezTo>
                  <a:cubicBezTo>
                    <a:pt x="5" y="5"/>
                    <a:pt x="7" y="6"/>
                    <a:pt x="7" y="7"/>
                  </a:cubicBezTo>
                  <a:cubicBezTo>
                    <a:pt x="8" y="9"/>
                    <a:pt x="10" y="8"/>
                    <a:pt x="11" y="10"/>
                  </a:cubicBezTo>
                  <a:cubicBezTo>
                    <a:pt x="12" y="11"/>
                    <a:pt x="12" y="13"/>
                    <a:pt x="14" y="14"/>
                  </a:cubicBezTo>
                  <a:cubicBezTo>
                    <a:pt x="17" y="15"/>
                    <a:pt x="17" y="12"/>
                    <a:pt x="16" y="10"/>
                  </a:cubicBezTo>
                  <a:cubicBezTo>
                    <a:pt x="16" y="9"/>
                    <a:pt x="16" y="11"/>
                    <a:pt x="16"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86" name="Freeform 633">
              <a:extLst>
                <a:ext uri="{FF2B5EF4-FFF2-40B4-BE49-F238E27FC236}">
                  <a16:creationId xmlns:a16="http://schemas.microsoft.com/office/drawing/2014/main" id="{A17B82B8-56D5-0F0F-4262-36E46A646798}"/>
                </a:ext>
              </a:extLst>
            </p:cNvPr>
            <p:cNvSpPr>
              <a:spLocks/>
            </p:cNvSpPr>
            <p:nvPr/>
          </p:nvSpPr>
          <p:spPr bwMode="auto">
            <a:xfrm>
              <a:off x="7502737" y="8360921"/>
              <a:ext cx="105096" cy="82827"/>
            </a:xfrm>
            <a:custGeom>
              <a:avLst/>
              <a:gdLst>
                <a:gd name="T0" fmla="*/ 4 w 11"/>
                <a:gd name="T1" fmla="*/ 1 h 9"/>
                <a:gd name="T2" fmla="*/ 4 w 11"/>
                <a:gd name="T3" fmla="*/ 0 h 9"/>
                <a:gd name="T4" fmla="*/ 0 w 11"/>
                <a:gd name="T5" fmla="*/ 4 h 9"/>
                <a:gd name="T6" fmla="*/ 11 w 11"/>
                <a:gd name="T7" fmla="*/ 5 h 9"/>
                <a:gd name="T8" fmla="*/ 4 w 11"/>
                <a:gd name="T9" fmla="*/ 1 h 9"/>
              </a:gdLst>
              <a:ahLst/>
              <a:cxnLst>
                <a:cxn ang="0">
                  <a:pos x="T0" y="T1"/>
                </a:cxn>
                <a:cxn ang="0">
                  <a:pos x="T2" y="T3"/>
                </a:cxn>
                <a:cxn ang="0">
                  <a:pos x="T4" y="T5"/>
                </a:cxn>
                <a:cxn ang="0">
                  <a:pos x="T6" y="T7"/>
                </a:cxn>
                <a:cxn ang="0">
                  <a:pos x="T8" y="T9"/>
                </a:cxn>
              </a:cxnLst>
              <a:rect l="0" t="0" r="r" b="b"/>
              <a:pathLst>
                <a:path w="11" h="9">
                  <a:moveTo>
                    <a:pt x="4" y="1"/>
                  </a:moveTo>
                  <a:cubicBezTo>
                    <a:pt x="4" y="0"/>
                    <a:pt x="4" y="0"/>
                    <a:pt x="4" y="0"/>
                  </a:cubicBezTo>
                  <a:cubicBezTo>
                    <a:pt x="3" y="1"/>
                    <a:pt x="1" y="3"/>
                    <a:pt x="0" y="4"/>
                  </a:cubicBezTo>
                  <a:cubicBezTo>
                    <a:pt x="2" y="5"/>
                    <a:pt x="11" y="9"/>
                    <a:pt x="11" y="5"/>
                  </a:cubicBezTo>
                  <a:cubicBezTo>
                    <a:pt x="11" y="2"/>
                    <a:pt x="6" y="3"/>
                    <a:pt x="4"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87" name="Freeform 634">
              <a:extLst>
                <a:ext uri="{FF2B5EF4-FFF2-40B4-BE49-F238E27FC236}">
                  <a16:creationId xmlns:a16="http://schemas.microsoft.com/office/drawing/2014/main" id="{9B6D037A-6F21-7CFB-0CFB-5C7A6E94901F}"/>
                </a:ext>
              </a:extLst>
            </p:cNvPr>
            <p:cNvSpPr>
              <a:spLocks/>
            </p:cNvSpPr>
            <p:nvPr/>
          </p:nvSpPr>
          <p:spPr bwMode="auto">
            <a:xfrm>
              <a:off x="7391272" y="8192091"/>
              <a:ext cx="187902" cy="216615"/>
            </a:xfrm>
            <a:custGeom>
              <a:avLst/>
              <a:gdLst>
                <a:gd name="T0" fmla="*/ 16 w 20"/>
                <a:gd name="T1" fmla="*/ 16 h 23"/>
                <a:gd name="T2" fmla="*/ 20 w 20"/>
                <a:gd name="T3" fmla="*/ 12 h 23"/>
                <a:gd name="T4" fmla="*/ 16 w 20"/>
                <a:gd name="T5" fmla="*/ 8 h 23"/>
                <a:gd name="T6" fmla="*/ 16 w 20"/>
                <a:gd name="T7" fmla="*/ 1 h 23"/>
                <a:gd name="T8" fmla="*/ 8 w 20"/>
                <a:gd name="T9" fmla="*/ 1 h 23"/>
                <a:gd name="T10" fmla="*/ 7 w 20"/>
                <a:gd name="T11" fmla="*/ 6 h 23"/>
                <a:gd name="T12" fmla="*/ 8 w 20"/>
                <a:gd name="T13" fmla="*/ 10 h 23"/>
                <a:gd name="T14" fmla="*/ 4 w 20"/>
                <a:gd name="T15" fmla="*/ 10 h 23"/>
                <a:gd name="T16" fmla="*/ 2 w 20"/>
                <a:gd name="T17" fmla="*/ 15 h 23"/>
                <a:gd name="T18" fmla="*/ 12 w 20"/>
                <a:gd name="T19" fmla="*/ 21 h 23"/>
                <a:gd name="T20" fmla="*/ 16 w 20"/>
                <a:gd name="T2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3">
                  <a:moveTo>
                    <a:pt x="16" y="16"/>
                  </a:moveTo>
                  <a:cubicBezTo>
                    <a:pt x="16" y="14"/>
                    <a:pt x="19" y="13"/>
                    <a:pt x="20" y="12"/>
                  </a:cubicBezTo>
                  <a:cubicBezTo>
                    <a:pt x="17" y="11"/>
                    <a:pt x="16" y="11"/>
                    <a:pt x="16" y="8"/>
                  </a:cubicBezTo>
                  <a:cubicBezTo>
                    <a:pt x="16" y="7"/>
                    <a:pt x="17" y="2"/>
                    <a:pt x="16" y="1"/>
                  </a:cubicBezTo>
                  <a:cubicBezTo>
                    <a:pt x="15" y="0"/>
                    <a:pt x="10" y="1"/>
                    <a:pt x="8" y="1"/>
                  </a:cubicBezTo>
                  <a:cubicBezTo>
                    <a:pt x="6" y="1"/>
                    <a:pt x="6" y="4"/>
                    <a:pt x="7" y="6"/>
                  </a:cubicBezTo>
                  <a:cubicBezTo>
                    <a:pt x="8" y="7"/>
                    <a:pt x="12" y="10"/>
                    <a:pt x="8" y="10"/>
                  </a:cubicBezTo>
                  <a:cubicBezTo>
                    <a:pt x="7" y="10"/>
                    <a:pt x="5" y="10"/>
                    <a:pt x="4" y="10"/>
                  </a:cubicBezTo>
                  <a:cubicBezTo>
                    <a:pt x="2" y="10"/>
                    <a:pt x="2" y="14"/>
                    <a:pt x="2" y="15"/>
                  </a:cubicBezTo>
                  <a:cubicBezTo>
                    <a:pt x="0" y="21"/>
                    <a:pt x="8" y="20"/>
                    <a:pt x="12" y="21"/>
                  </a:cubicBezTo>
                  <a:cubicBezTo>
                    <a:pt x="13" y="23"/>
                    <a:pt x="16" y="17"/>
                    <a:pt x="16" y="1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88" name="Freeform 635">
              <a:extLst>
                <a:ext uri="{FF2B5EF4-FFF2-40B4-BE49-F238E27FC236}">
                  <a16:creationId xmlns:a16="http://schemas.microsoft.com/office/drawing/2014/main" id="{3FF98922-16F5-693A-65F2-CB9B3D78955D}"/>
                </a:ext>
              </a:extLst>
            </p:cNvPr>
            <p:cNvSpPr>
              <a:spLocks/>
            </p:cNvSpPr>
            <p:nvPr/>
          </p:nvSpPr>
          <p:spPr bwMode="auto">
            <a:xfrm>
              <a:off x="6254330" y="7453043"/>
              <a:ext cx="1398093" cy="898324"/>
            </a:xfrm>
            <a:custGeom>
              <a:avLst/>
              <a:gdLst>
                <a:gd name="T0" fmla="*/ 132 w 150"/>
                <a:gd name="T1" fmla="*/ 88 h 96"/>
                <a:gd name="T2" fmla="*/ 130 w 150"/>
                <a:gd name="T3" fmla="*/ 80 h 96"/>
                <a:gd name="T4" fmla="*/ 144 w 150"/>
                <a:gd name="T5" fmla="*/ 78 h 96"/>
                <a:gd name="T6" fmla="*/ 146 w 150"/>
                <a:gd name="T7" fmla="*/ 68 h 96"/>
                <a:gd name="T8" fmla="*/ 146 w 150"/>
                <a:gd name="T9" fmla="*/ 61 h 96"/>
                <a:gd name="T10" fmla="*/ 132 w 150"/>
                <a:gd name="T11" fmla="*/ 64 h 96"/>
                <a:gd name="T12" fmla="*/ 126 w 150"/>
                <a:gd name="T13" fmla="*/ 76 h 96"/>
                <a:gd name="T14" fmla="*/ 110 w 150"/>
                <a:gd name="T15" fmla="*/ 76 h 96"/>
                <a:gd name="T16" fmla="*/ 102 w 150"/>
                <a:gd name="T17" fmla="*/ 69 h 96"/>
                <a:gd name="T18" fmla="*/ 96 w 150"/>
                <a:gd name="T19" fmla="*/ 51 h 96"/>
                <a:gd name="T20" fmla="*/ 98 w 150"/>
                <a:gd name="T21" fmla="*/ 38 h 96"/>
                <a:gd name="T22" fmla="*/ 90 w 150"/>
                <a:gd name="T23" fmla="*/ 35 h 96"/>
                <a:gd name="T24" fmla="*/ 82 w 150"/>
                <a:gd name="T25" fmla="*/ 24 h 96"/>
                <a:gd name="T26" fmla="*/ 75 w 150"/>
                <a:gd name="T27" fmla="*/ 17 h 96"/>
                <a:gd name="T28" fmla="*/ 68 w 150"/>
                <a:gd name="T29" fmla="*/ 20 h 96"/>
                <a:gd name="T30" fmla="*/ 59 w 150"/>
                <a:gd name="T31" fmla="*/ 10 h 96"/>
                <a:gd name="T32" fmla="*/ 45 w 150"/>
                <a:gd name="T33" fmla="*/ 6 h 96"/>
                <a:gd name="T34" fmla="*/ 29 w 150"/>
                <a:gd name="T35" fmla="*/ 8 h 96"/>
                <a:gd name="T36" fmla="*/ 13 w 150"/>
                <a:gd name="T37" fmla="*/ 1 h 96"/>
                <a:gd name="T38" fmla="*/ 7 w 150"/>
                <a:gd name="T39" fmla="*/ 16 h 96"/>
                <a:gd name="T40" fmla="*/ 15 w 150"/>
                <a:gd name="T41" fmla="*/ 28 h 96"/>
                <a:gd name="T42" fmla="*/ 15 w 150"/>
                <a:gd name="T43" fmla="*/ 32 h 96"/>
                <a:gd name="T44" fmla="*/ 25 w 150"/>
                <a:gd name="T45" fmla="*/ 38 h 96"/>
                <a:gd name="T46" fmla="*/ 26 w 150"/>
                <a:gd name="T47" fmla="*/ 44 h 96"/>
                <a:gd name="T48" fmla="*/ 36 w 150"/>
                <a:gd name="T49" fmla="*/ 53 h 96"/>
                <a:gd name="T50" fmla="*/ 36 w 150"/>
                <a:gd name="T51" fmla="*/ 47 h 96"/>
                <a:gd name="T52" fmla="*/ 32 w 150"/>
                <a:gd name="T53" fmla="*/ 42 h 96"/>
                <a:gd name="T54" fmla="*/ 26 w 150"/>
                <a:gd name="T55" fmla="*/ 32 h 96"/>
                <a:gd name="T56" fmla="*/ 20 w 150"/>
                <a:gd name="T57" fmla="*/ 23 h 96"/>
                <a:gd name="T58" fmla="*/ 13 w 150"/>
                <a:gd name="T59" fmla="*/ 16 h 96"/>
                <a:gd name="T60" fmla="*/ 11 w 150"/>
                <a:gd name="T61" fmla="*/ 5 h 96"/>
                <a:gd name="T62" fmla="*/ 15 w 150"/>
                <a:gd name="T63" fmla="*/ 7 h 96"/>
                <a:gd name="T64" fmla="*/ 20 w 150"/>
                <a:gd name="T65" fmla="*/ 9 h 96"/>
                <a:gd name="T66" fmla="*/ 23 w 150"/>
                <a:gd name="T67" fmla="*/ 19 h 96"/>
                <a:gd name="T68" fmla="*/ 23 w 150"/>
                <a:gd name="T69" fmla="*/ 20 h 96"/>
                <a:gd name="T70" fmla="*/ 32 w 150"/>
                <a:gd name="T71" fmla="*/ 27 h 96"/>
                <a:gd name="T72" fmla="*/ 36 w 150"/>
                <a:gd name="T73" fmla="*/ 33 h 96"/>
                <a:gd name="T74" fmla="*/ 38 w 150"/>
                <a:gd name="T75" fmla="*/ 38 h 96"/>
                <a:gd name="T76" fmla="*/ 46 w 150"/>
                <a:gd name="T77" fmla="*/ 45 h 96"/>
                <a:gd name="T78" fmla="*/ 54 w 150"/>
                <a:gd name="T79" fmla="*/ 53 h 96"/>
                <a:gd name="T80" fmla="*/ 56 w 150"/>
                <a:gd name="T81" fmla="*/ 59 h 96"/>
                <a:gd name="T82" fmla="*/ 58 w 150"/>
                <a:gd name="T83" fmla="*/ 65 h 96"/>
                <a:gd name="T84" fmla="*/ 60 w 150"/>
                <a:gd name="T85" fmla="*/ 72 h 96"/>
                <a:gd name="T86" fmla="*/ 68 w 150"/>
                <a:gd name="T87" fmla="*/ 77 h 96"/>
                <a:gd name="T88" fmla="*/ 89 w 150"/>
                <a:gd name="T89" fmla="*/ 86 h 96"/>
                <a:gd name="T90" fmla="*/ 113 w 150"/>
                <a:gd name="T91" fmla="*/ 88 h 96"/>
                <a:gd name="T92" fmla="*/ 126 w 150"/>
                <a:gd name="T93" fmla="*/ 8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0" h="96">
                  <a:moveTo>
                    <a:pt x="126" y="89"/>
                  </a:moveTo>
                  <a:cubicBezTo>
                    <a:pt x="127" y="89"/>
                    <a:pt x="134" y="90"/>
                    <a:pt x="132" y="88"/>
                  </a:cubicBezTo>
                  <a:cubicBezTo>
                    <a:pt x="131" y="86"/>
                    <a:pt x="129" y="85"/>
                    <a:pt x="128" y="83"/>
                  </a:cubicBezTo>
                  <a:cubicBezTo>
                    <a:pt x="128" y="83"/>
                    <a:pt x="129" y="80"/>
                    <a:pt x="130" y="80"/>
                  </a:cubicBezTo>
                  <a:cubicBezTo>
                    <a:pt x="131" y="79"/>
                    <a:pt x="136" y="80"/>
                    <a:pt x="138" y="80"/>
                  </a:cubicBezTo>
                  <a:cubicBezTo>
                    <a:pt x="141" y="80"/>
                    <a:pt x="140" y="75"/>
                    <a:pt x="144" y="78"/>
                  </a:cubicBezTo>
                  <a:cubicBezTo>
                    <a:pt x="145" y="76"/>
                    <a:pt x="146" y="75"/>
                    <a:pt x="146" y="73"/>
                  </a:cubicBezTo>
                  <a:cubicBezTo>
                    <a:pt x="146" y="71"/>
                    <a:pt x="145" y="69"/>
                    <a:pt x="146" y="68"/>
                  </a:cubicBezTo>
                  <a:cubicBezTo>
                    <a:pt x="147" y="66"/>
                    <a:pt x="150" y="64"/>
                    <a:pt x="150" y="63"/>
                  </a:cubicBezTo>
                  <a:cubicBezTo>
                    <a:pt x="149" y="61"/>
                    <a:pt x="148" y="61"/>
                    <a:pt x="146" y="61"/>
                  </a:cubicBezTo>
                  <a:cubicBezTo>
                    <a:pt x="143" y="61"/>
                    <a:pt x="139" y="61"/>
                    <a:pt x="136" y="62"/>
                  </a:cubicBezTo>
                  <a:cubicBezTo>
                    <a:pt x="134" y="62"/>
                    <a:pt x="133" y="63"/>
                    <a:pt x="132" y="64"/>
                  </a:cubicBezTo>
                  <a:cubicBezTo>
                    <a:pt x="131" y="66"/>
                    <a:pt x="132" y="68"/>
                    <a:pt x="131" y="70"/>
                  </a:cubicBezTo>
                  <a:cubicBezTo>
                    <a:pt x="131" y="71"/>
                    <a:pt x="126" y="76"/>
                    <a:pt x="126" y="76"/>
                  </a:cubicBezTo>
                  <a:cubicBezTo>
                    <a:pt x="122" y="75"/>
                    <a:pt x="118" y="76"/>
                    <a:pt x="114" y="78"/>
                  </a:cubicBezTo>
                  <a:cubicBezTo>
                    <a:pt x="112" y="78"/>
                    <a:pt x="111" y="77"/>
                    <a:pt x="110" y="76"/>
                  </a:cubicBezTo>
                  <a:cubicBezTo>
                    <a:pt x="109" y="75"/>
                    <a:pt x="107" y="75"/>
                    <a:pt x="105" y="74"/>
                  </a:cubicBezTo>
                  <a:cubicBezTo>
                    <a:pt x="103" y="74"/>
                    <a:pt x="103" y="71"/>
                    <a:pt x="102" y="69"/>
                  </a:cubicBezTo>
                  <a:cubicBezTo>
                    <a:pt x="101" y="67"/>
                    <a:pt x="99" y="66"/>
                    <a:pt x="98" y="64"/>
                  </a:cubicBezTo>
                  <a:cubicBezTo>
                    <a:pt x="97" y="60"/>
                    <a:pt x="95" y="55"/>
                    <a:pt x="96" y="51"/>
                  </a:cubicBezTo>
                  <a:cubicBezTo>
                    <a:pt x="96" y="48"/>
                    <a:pt x="95" y="44"/>
                    <a:pt x="97" y="41"/>
                  </a:cubicBezTo>
                  <a:cubicBezTo>
                    <a:pt x="98" y="40"/>
                    <a:pt x="98" y="39"/>
                    <a:pt x="98" y="38"/>
                  </a:cubicBezTo>
                  <a:cubicBezTo>
                    <a:pt x="99" y="36"/>
                    <a:pt x="97" y="37"/>
                    <a:pt x="96" y="36"/>
                  </a:cubicBezTo>
                  <a:cubicBezTo>
                    <a:pt x="94" y="36"/>
                    <a:pt x="92" y="35"/>
                    <a:pt x="90" y="35"/>
                  </a:cubicBezTo>
                  <a:cubicBezTo>
                    <a:pt x="89" y="34"/>
                    <a:pt x="87" y="32"/>
                    <a:pt x="87" y="30"/>
                  </a:cubicBezTo>
                  <a:cubicBezTo>
                    <a:pt x="87" y="27"/>
                    <a:pt x="84" y="26"/>
                    <a:pt x="82" y="24"/>
                  </a:cubicBezTo>
                  <a:cubicBezTo>
                    <a:pt x="81" y="22"/>
                    <a:pt x="81" y="20"/>
                    <a:pt x="80" y="18"/>
                  </a:cubicBezTo>
                  <a:cubicBezTo>
                    <a:pt x="79" y="17"/>
                    <a:pt x="77" y="17"/>
                    <a:pt x="75" y="17"/>
                  </a:cubicBezTo>
                  <a:cubicBezTo>
                    <a:pt x="74" y="16"/>
                    <a:pt x="72" y="16"/>
                    <a:pt x="71" y="17"/>
                  </a:cubicBezTo>
                  <a:cubicBezTo>
                    <a:pt x="71" y="18"/>
                    <a:pt x="70" y="20"/>
                    <a:pt x="68" y="20"/>
                  </a:cubicBezTo>
                  <a:cubicBezTo>
                    <a:pt x="66" y="20"/>
                    <a:pt x="63" y="18"/>
                    <a:pt x="62" y="16"/>
                  </a:cubicBezTo>
                  <a:cubicBezTo>
                    <a:pt x="61" y="13"/>
                    <a:pt x="61" y="12"/>
                    <a:pt x="59" y="10"/>
                  </a:cubicBezTo>
                  <a:cubicBezTo>
                    <a:pt x="57" y="9"/>
                    <a:pt x="54" y="6"/>
                    <a:pt x="52" y="6"/>
                  </a:cubicBezTo>
                  <a:cubicBezTo>
                    <a:pt x="51" y="5"/>
                    <a:pt x="45" y="5"/>
                    <a:pt x="45" y="6"/>
                  </a:cubicBezTo>
                  <a:cubicBezTo>
                    <a:pt x="43" y="9"/>
                    <a:pt x="42" y="8"/>
                    <a:pt x="39" y="8"/>
                  </a:cubicBezTo>
                  <a:cubicBezTo>
                    <a:pt x="35" y="8"/>
                    <a:pt x="32" y="8"/>
                    <a:pt x="29" y="8"/>
                  </a:cubicBezTo>
                  <a:cubicBezTo>
                    <a:pt x="28" y="8"/>
                    <a:pt x="25" y="6"/>
                    <a:pt x="23" y="5"/>
                  </a:cubicBezTo>
                  <a:cubicBezTo>
                    <a:pt x="20" y="4"/>
                    <a:pt x="17" y="3"/>
                    <a:pt x="13" y="1"/>
                  </a:cubicBezTo>
                  <a:cubicBezTo>
                    <a:pt x="9" y="0"/>
                    <a:pt x="4" y="1"/>
                    <a:pt x="0" y="2"/>
                  </a:cubicBezTo>
                  <a:cubicBezTo>
                    <a:pt x="1" y="7"/>
                    <a:pt x="5" y="11"/>
                    <a:pt x="7" y="16"/>
                  </a:cubicBezTo>
                  <a:cubicBezTo>
                    <a:pt x="8" y="18"/>
                    <a:pt x="11" y="20"/>
                    <a:pt x="13" y="21"/>
                  </a:cubicBezTo>
                  <a:cubicBezTo>
                    <a:pt x="14" y="23"/>
                    <a:pt x="16" y="26"/>
                    <a:pt x="15" y="28"/>
                  </a:cubicBezTo>
                  <a:cubicBezTo>
                    <a:pt x="15" y="28"/>
                    <a:pt x="8" y="26"/>
                    <a:pt x="12" y="29"/>
                  </a:cubicBezTo>
                  <a:cubicBezTo>
                    <a:pt x="13" y="30"/>
                    <a:pt x="14" y="31"/>
                    <a:pt x="15" y="32"/>
                  </a:cubicBezTo>
                  <a:cubicBezTo>
                    <a:pt x="17" y="32"/>
                    <a:pt x="18" y="32"/>
                    <a:pt x="19" y="33"/>
                  </a:cubicBezTo>
                  <a:cubicBezTo>
                    <a:pt x="21" y="34"/>
                    <a:pt x="23" y="36"/>
                    <a:pt x="25" y="38"/>
                  </a:cubicBezTo>
                  <a:cubicBezTo>
                    <a:pt x="26" y="39"/>
                    <a:pt x="25" y="41"/>
                    <a:pt x="24" y="42"/>
                  </a:cubicBezTo>
                  <a:cubicBezTo>
                    <a:pt x="23" y="43"/>
                    <a:pt x="25" y="44"/>
                    <a:pt x="26" y="44"/>
                  </a:cubicBezTo>
                  <a:cubicBezTo>
                    <a:pt x="29" y="46"/>
                    <a:pt x="31" y="48"/>
                    <a:pt x="33" y="50"/>
                  </a:cubicBezTo>
                  <a:cubicBezTo>
                    <a:pt x="34" y="51"/>
                    <a:pt x="35" y="53"/>
                    <a:pt x="36" y="53"/>
                  </a:cubicBezTo>
                  <a:cubicBezTo>
                    <a:pt x="37" y="53"/>
                    <a:pt x="38" y="51"/>
                    <a:pt x="37" y="50"/>
                  </a:cubicBezTo>
                  <a:cubicBezTo>
                    <a:pt x="37" y="49"/>
                    <a:pt x="36" y="48"/>
                    <a:pt x="36" y="47"/>
                  </a:cubicBezTo>
                  <a:cubicBezTo>
                    <a:pt x="35" y="46"/>
                    <a:pt x="33" y="47"/>
                    <a:pt x="32" y="46"/>
                  </a:cubicBezTo>
                  <a:cubicBezTo>
                    <a:pt x="30" y="44"/>
                    <a:pt x="32" y="44"/>
                    <a:pt x="32" y="42"/>
                  </a:cubicBezTo>
                  <a:cubicBezTo>
                    <a:pt x="32" y="42"/>
                    <a:pt x="30" y="40"/>
                    <a:pt x="30" y="39"/>
                  </a:cubicBezTo>
                  <a:cubicBezTo>
                    <a:pt x="28" y="37"/>
                    <a:pt x="28" y="34"/>
                    <a:pt x="26" y="32"/>
                  </a:cubicBezTo>
                  <a:cubicBezTo>
                    <a:pt x="24" y="31"/>
                    <a:pt x="22" y="29"/>
                    <a:pt x="21" y="27"/>
                  </a:cubicBezTo>
                  <a:cubicBezTo>
                    <a:pt x="21" y="26"/>
                    <a:pt x="21" y="24"/>
                    <a:pt x="20" y="23"/>
                  </a:cubicBezTo>
                  <a:cubicBezTo>
                    <a:pt x="19" y="22"/>
                    <a:pt x="18" y="21"/>
                    <a:pt x="17" y="20"/>
                  </a:cubicBezTo>
                  <a:cubicBezTo>
                    <a:pt x="16" y="18"/>
                    <a:pt x="15" y="17"/>
                    <a:pt x="13" y="16"/>
                  </a:cubicBezTo>
                  <a:cubicBezTo>
                    <a:pt x="12" y="15"/>
                    <a:pt x="12" y="13"/>
                    <a:pt x="12" y="12"/>
                  </a:cubicBezTo>
                  <a:cubicBezTo>
                    <a:pt x="12" y="11"/>
                    <a:pt x="10" y="6"/>
                    <a:pt x="11" y="5"/>
                  </a:cubicBezTo>
                  <a:cubicBezTo>
                    <a:pt x="12" y="4"/>
                    <a:pt x="13" y="7"/>
                    <a:pt x="14" y="7"/>
                  </a:cubicBezTo>
                  <a:cubicBezTo>
                    <a:pt x="15" y="7"/>
                    <a:pt x="15" y="7"/>
                    <a:pt x="15" y="7"/>
                  </a:cubicBezTo>
                  <a:cubicBezTo>
                    <a:pt x="17" y="6"/>
                    <a:pt x="17" y="7"/>
                    <a:pt x="18" y="8"/>
                  </a:cubicBezTo>
                  <a:cubicBezTo>
                    <a:pt x="19" y="8"/>
                    <a:pt x="20" y="8"/>
                    <a:pt x="20" y="9"/>
                  </a:cubicBezTo>
                  <a:cubicBezTo>
                    <a:pt x="20" y="11"/>
                    <a:pt x="21" y="13"/>
                    <a:pt x="22" y="15"/>
                  </a:cubicBezTo>
                  <a:cubicBezTo>
                    <a:pt x="22" y="16"/>
                    <a:pt x="23" y="18"/>
                    <a:pt x="23" y="19"/>
                  </a:cubicBezTo>
                  <a:cubicBezTo>
                    <a:pt x="23" y="20"/>
                    <a:pt x="22" y="21"/>
                    <a:pt x="22" y="22"/>
                  </a:cubicBezTo>
                  <a:cubicBezTo>
                    <a:pt x="23" y="22"/>
                    <a:pt x="23" y="20"/>
                    <a:pt x="23" y="20"/>
                  </a:cubicBezTo>
                  <a:cubicBezTo>
                    <a:pt x="24" y="19"/>
                    <a:pt x="25" y="22"/>
                    <a:pt x="26" y="22"/>
                  </a:cubicBezTo>
                  <a:cubicBezTo>
                    <a:pt x="27" y="23"/>
                    <a:pt x="32" y="26"/>
                    <a:pt x="32" y="27"/>
                  </a:cubicBezTo>
                  <a:cubicBezTo>
                    <a:pt x="32" y="29"/>
                    <a:pt x="33" y="30"/>
                    <a:pt x="34" y="30"/>
                  </a:cubicBezTo>
                  <a:cubicBezTo>
                    <a:pt x="35" y="31"/>
                    <a:pt x="35" y="32"/>
                    <a:pt x="36" y="33"/>
                  </a:cubicBezTo>
                  <a:cubicBezTo>
                    <a:pt x="37" y="34"/>
                    <a:pt x="38" y="33"/>
                    <a:pt x="38" y="34"/>
                  </a:cubicBezTo>
                  <a:cubicBezTo>
                    <a:pt x="39" y="35"/>
                    <a:pt x="37" y="36"/>
                    <a:pt x="38" y="38"/>
                  </a:cubicBezTo>
                  <a:cubicBezTo>
                    <a:pt x="40" y="39"/>
                    <a:pt x="42" y="40"/>
                    <a:pt x="44" y="42"/>
                  </a:cubicBezTo>
                  <a:cubicBezTo>
                    <a:pt x="45" y="43"/>
                    <a:pt x="45" y="44"/>
                    <a:pt x="46" y="45"/>
                  </a:cubicBezTo>
                  <a:cubicBezTo>
                    <a:pt x="47" y="46"/>
                    <a:pt x="48" y="46"/>
                    <a:pt x="49" y="48"/>
                  </a:cubicBezTo>
                  <a:cubicBezTo>
                    <a:pt x="51" y="49"/>
                    <a:pt x="52" y="51"/>
                    <a:pt x="54" y="53"/>
                  </a:cubicBezTo>
                  <a:cubicBezTo>
                    <a:pt x="55" y="54"/>
                    <a:pt x="56" y="55"/>
                    <a:pt x="57" y="56"/>
                  </a:cubicBezTo>
                  <a:cubicBezTo>
                    <a:pt x="58" y="58"/>
                    <a:pt x="56" y="58"/>
                    <a:pt x="56" y="59"/>
                  </a:cubicBezTo>
                  <a:cubicBezTo>
                    <a:pt x="56" y="60"/>
                    <a:pt x="59" y="59"/>
                    <a:pt x="59" y="61"/>
                  </a:cubicBezTo>
                  <a:cubicBezTo>
                    <a:pt x="58" y="63"/>
                    <a:pt x="57" y="63"/>
                    <a:pt x="58" y="65"/>
                  </a:cubicBezTo>
                  <a:cubicBezTo>
                    <a:pt x="58" y="65"/>
                    <a:pt x="56" y="67"/>
                    <a:pt x="57" y="68"/>
                  </a:cubicBezTo>
                  <a:cubicBezTo>
                    <a:pt x="58" y="69"/>
                    <a:pt x="59" y="71"/>
                    <a:pt x="60" y="72"/>
                  </a:cubicBezTo>
                  <a:cubicBezTo>
                    <a:pt x="61" y="73"/>
                    <a:pt x="62" y="73"/>
                    <a:pt x="63" y="73"/>
                  </a:cubicBezTo>
                  <a:cubicBezTo>
                    <a:pt x="66" y="74"/>
                    <a:pt x="66" y="76"/>
                    <a:pt x="68" y="77"/>
                  </a:cubicBezTo>
                  <a:cubicBezTo>
                    <a:pt x="71" y="79"/>
                    <a:pt x="75" y="79"/>
                    <a:pt x="77" y="81"/>
                  </a:cubicBezTo>
                  <a:cubicBezTo>
                    <a:pt x="81" y="83"/>
                    <a:pt x="85" y="85"/>
                    <a:pt x="89" y="86"/>
                  </a:cubicBezTo>
                  <a:cubicBezTo>
                    <a:pt x="92" y="88"/>
                    <a:pt x="97" y="90"/>
                    <a:pt x="101" y="91"/>
                  </a:cubicBezTo>
                  <a:cubicBezTo>
                    <a:pt x="105" y="91"/>
                    <a:pt x="108" y="87"/>
                    <a:pt x="113" y="88"/>
                  </a:cubicBezTo>
                  <a:cubicBezTo>
                    <a:pt x="117" y="89"/>
                    <a:pt x="120" y="93"/>
                    <a:pt x="123" y="96"/>
                  </a:cubicBezTo>
                  <a:cubicBezTo>
                    <a:pt x="123" y="95"/>
                    <a:pt x="124" y="90"/>
                    <a:pt x="126" y="89"/>
                  </a:cubicBezTo>
                  <a:cubicBezTo>
                    <a:pt x="127" y="89"/>
                    <a:pt x="125" y="89"/>
                    <a:pt x="126" y="8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89" name="Freeform 636">
              <a:extLst>
                <a:ext uri="{FF2B5EF4-FFF2-40B4-BE49-F238E27FC236}">
                  <a16:creationId xmlns:a16="http://schemas.microsoft.com/office/drawing/2014/main" id="{05FE66C1-7B54-63F1-6E6B-5190928C791B}"/>
                </a:ext>
              </a:extLst>
            </p:cNvPr>
            <p:cNvSpPr>
              <a:spLocks/>
            </p:cNvSpPr>
            <p:nvPr/>
          </p:nvSpPr>
          <p:spPr bwMode="auto">
            <a:xfrm>
              <a:off x="7531402" y="8287656"/>
              <a:ext cx="280256" cy="149721"/>
            </a:xfrm>
            <a:custGeom>
              <a:avLst/>
              <a:gdLst>
                <a:gd name="T0" fmla="*/ 12 w 30"/>
                <a:gd name="T1" fmla="*/ 15 h 16"/>
                <a:gd name="T2" fmla="*/ 13 w 30"/>
                <a:gd name="T3" fmla="*/ 13 h 16"/>
                <a:gd name="T4" fmla="*/ 16 w 30"/>
                <a:gd name="T5" fmla="*/ 11 h 16"/>
                <a:gd name="T6" fmla="*/ 20 w 30"/>
                <a:gd name="T7" fmla="*/ 10 h 16"/>
                <a:gd name="T8" fmla="*/ 24 w 30"/>
                <a:gd name="T9" fmla="*/ 7 h 16"/>
                <a:gd name="T10" fmla="*/ 30 w 30"/>
                <a:gd name="T11" fmla="*/ 5 h 16"/>
                <a:gd name="T12" fmla="*/ 20 w 30"/>
                <a:gd name="T13" fmla="*/ 1 h 16"/>
                <a:gd name="T14" fmla="*/ 14 w 30"/>
                <a:gd name="T15" fmla="*/ 2 h 16"/>
                <a:gd name="T16" fmla="*/ 8 w 30"/>
                <a:gd name="T17" fmla="*/ 1 h 16"/>
                <a:gd name="T18" fmla="*/ 2 w 30"/>
                <a:gd name="T19" fmla="*/ 4 h 16"/>
                <a:gd name="T20" fmla="*/ 1 w 30"/>
                <a:gd name="T21" fmla="*/ 9 h 16"/>
                <a:gd name="T22" fmla="*/ 8 w 30"/>
                <a:gd name="T23" fmla="*/ 14 h 16"/>
                <a:gd name="T24" fmla="*/ 10 w 30"/>
                <a:gd name="T25" fmla="*/ 14 h 16"/>
                <a:gd name="T26" fmla="*/ 9 w 30"/>
                <a:gd name="T27" fmla="*/ 16 h 16"/>
                <a:gd name="T28" fmla="*/ 12 w 30"/>
                <a:gd name="T2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16">
                  <a:moveTo>
                    <a:pt x="12" y="15"/>
                  </a:moveTo>
                  <a:cubicBezTo>
                    <a:pt x="13" y="15"/>
                    <a:pt x="13" y="14"/>
                    <a:pt x="13" y="13"/>
                  </a:cubicBezTo>
                  <a:cubicBezTo>
                    <a:pt x="13" y="12"/>
                    <a:pt x="15" y="11"/>
                    <a:pt x="16" y="11"/>
                  </a:cubicBezTo>
                  <a:cubicBezTo>
                    <a:pt x="18" y="10"/>
                    <a:pt x="18" y="12"/>
                    <a:pt x="20" y="10"/>
                  </a:cubicBezTo>
                  <a:cubicBezTo>
                    <a:pt x="21" y="9"/>
                    <a:pt x="22" y="6"/>
                    <a:pt x="24" y="7"/>
                  </a:cubicBezTo>
                  <a:cubicBezTo>
                    <a:pt x="27" y="7"/>
                    <a:pt x="27" y="6"/>
                    <a:pt x="30" y="5"/>
                  </a:cubicBezTo>
                  <a:cubicBezTo>
                    <a:pt x="26" y="3"/>
                    <a:pt x="25" y="0"/>
                    <a:pt x="20" y="1"/>
                  </a:cubicBezTo>
                  <a:cubicBezTo>
                    <a:pt x="18" y="1"/>
                    <a:pt x="16" y="2"/>
                    <a:pt x="14" y="2"/>
                  </a:cubicBezTo>
                  <a:cubicBezTo>
                    <a:pt x="12" y="2"/>
                    <a:pt x="10" y="1"/>
                    <a:pt x="8" y="1"/>
                  </a:cubicBezTo>
                  <a:cubicBezTo>
                    <a:pt x="5" y="2"/>
                    <a:pt x="4" y="2"/>
                    <a:pt x="2" y="4"/>
                  </a:cubicBezTo>
                  <a:cubicBezTo>
                    <a:pt x="2" y="5"/>
                    <a:pt x="0" y="7"/>
                    <a:pt x="1" y="9"/>
                  </a:cubicBezTo>
                  <a:cubicBezTo>
                    <a:pt x="4" y="11"/>
                    <a:pt x="8" y="9"/>
                    <a:pt x="8" y="14"/>
                  </a:cubicBezTo>
                  <a:cubicBezTo>
                    <a:pt x="8" y="14"/>
                    <a:pt x="10" y="14"/>
                    <a:pt x="10" y="14"/>
                  </a:cubicBezTo>
                  <a:cubicBezTo>
                    <a:pt x="10" y="14"/>
                    <a:pt x="9" y="16"/>
                    <a:pt x="9" y="16"/>
                  </a:cubicBezTo>
                  <a:cubicBezTo>
                    <a:pt x="10" y="16"/>
                    <a:pt x="12" y="16"/>
                    <a:pt x="12" y="1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90" name="Freeform 637">
              <a:extLst>
                <a:ext uri="{FF2B5EF4-FFF2-40B4-BE49-F238E27FC236}">
                  <a16:creationId xmlns:a16="http://schemas.microsoft.com/office/drawing/2014/main" id="{AEFB251A-47E1-70C6-0189-764DDA4C9E85}"/>
                </a:ext>
              </a:extLst>
            </p:cNvPr>
            <p:cNvSpPr>
              <a:spLocks/>
            </p:cNvSpPr>
            <p:nvPr/>
          </p:nvSpPr>
          <p:spPr bwMode="auto">
            <a:xfrm>
              <a:off x="7531402" y="8163419"/>
              <a:ext cx="66879" cy="140163"/>
            </a:xfrm>
            <a:custGeom>
              <a:avLst/>
              <a:gdLst>
                <a:gd name="T0" fmla="*/ 5 w 7"/>
                <a:gd name="T1" fmla="*/ 1 h 15"/>
                <a:gd name="T2" fmla="*/ 2 w 7"/>
                <a:gd name="T3" fmla="*/ 4 h 15"/>
                <a:gd name="T4" fmla="*/ 1 w 7"/>
                <a:gd name="T5" fmla="*/ 6 h 15"/>
                <a:gd name="T6" fmla="*/ 2 w 7"/>
                <a:gd name="T7" fmla="*/ 14 h 15"/>
                <a:gd name="T8" fmla="*/ 6 w 7"/>
                <a:gd name="T9" fmla="*/ 8 h 15"/>
                <a:gd name="T10" fmla="*/ 7 w 7"/>
                <a:gd name="T11" fmla="*/ 2 h 15"/>
                <a:gd name="T12" fmla="*/ 5 w 7"/>
                <a:gd name="T13" fmla="*/ 1 h 15"/>
                <a:gd name="T14" fmla="*/ 5 w 7"/>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5" y="1"/>
                  </a:moveTo>
                  <a:cubicBezTo>
                    <a:pt x="4" y="0"/>
                    <a:pt x="2" y="3"/>
                    <a:pt x="2" y="4"/>
                  </a:cubicBezTo>
                  <a:cubicBezTo>
                    <a:pt x="1" y="5"/>
                    <a:pt x="1" y="4"/>
                    <a:pt x="1" y="6"/>
                  </a:cubicBezTo>
                  <a:cubicBezTo>
                    <a:pt x="1" y="7"/>
                    <a:pt x="0" y="15"/>
                    <a:pt x="2" y="14"/>
                  </a:cubicBezTo>
                  <a:cubicBezTo>
                    <a:pt x="2" y="13"/>
                    <a:pt x="5" y="10"/>
                    <a:pt x="6" y="8"/>
                  </a:cubicBezTo>
                  <a:cubicBezTo>
                    <a:pt x="6" y="5"/>
                    <a:pt x="6" y="4"/>
                    <a:pt x="7" y="2"/>
                  </a:cubicBezTo>
                  <a:cubicBezTo>
                    <a:pt x="7" y="1"/>
                    <a:pt x="6" y="1"/>
                    <a:pt x="5" y="1"/>
                  </a:cubicBezTo>
                  <a:cubicBezTo>
                    <a:pt x="4" y="0"/>
                    <a:pt x="6" y="1"/>
                    <a:pt x="5"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91" name="Freeform 638">
              <a:extLst>
                <a:ext uri="{FF2B5EF4-FFF2-40B4-BE49-F238E27FC236}">
                  <a16:creationId xmlns:a16="http://schemas.microsoft.com/office/drawing/2014/main" id="{B0801EDA-3F7E-5280-52FE-1AF67400FC74}"/>
                </a:ext>
              </a:extLst>
            </p:cNvPr>
            <p:cNvSpPr>
              <a:spLocks/>
            </p:cNvSpPr>
            <p:nvPr/>
          </p:nvSpPr>
          <p:spPr bwMode="auto">
            <a:xfrm>
              <a:off x="8232035" y="8080592"/>
              <a:ext cx="121018" cy="101936"/>
            </a:xfrm>
            <a:custGeom>
              <a:avLst/>
              <a:gdLst>
                <a:gd name="T0" fmla="*/ 12 w 13"/>
                <a:gd name="T1" fmla="*/ 3 h 11"/>
                <a:gd name="T2" fmla="*/ 6 w 13"/>
                <a:gd name="T3" fmla="*/ 1 h 11"/>
                <a:gd name="T4" fmla="*/ 7 w 13"/>
                <a:gd name="T5" fmla="*/ 5 h 11"/>
                <a:gd name="T6" fmla="*/ 9 w 13"/>
                <a:gd name="T7" fmla="*/ 9 h 11"/>
                <a:gd name="T8" fmla="*/ 6 w 13"/>
                <a:gd name="T9" fmla="*/ 10 h 11"/>
                <a:gd name="T10" fmla="*/ 5 w 13"/>
                <a:gd name="T11" fmla="*/ 8 h 11"/>
                <a:gd name="T12" fmla="*/ 0 w 13"/>
                <a:gd name="T13" fmla="*/ 9 h 11"/>
                <a:gd name="T14" fmla="*/ 3 w 13"/>
                <a:gd name="T15" fmla="*/ 11 h 11"/>
                <a:gd name="T16" fmla="*/ 13 w 13"/>
                <a:gd name="T17" fmla="*/ 11 h 11"/>
                <a:gd name="T18" fmla="*/ 12 w 13"/>
                <a:gd name="T19" fmla="*/ 3 h 11"/>
                <a:gd name="T20" fmla="*/ 12 w 13"/>
                <a:gd name="T2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1">
                  <a:moveTo>
                    <a:pt x="12" y="3"/>
                  </a:moveTo>
                  <a:cubicBezTo>
                    <a:pt x="10" y="3"/>
                    <a:pt x="8" y="0"/>
                    <a:pt x="6" y="1"/>
                  </a:cubicBezTo>
                  <a:cubicBezTo>
                    <a:pt x="3" y="2"/>
                    <a:pt x="7" y="3"/>
                    <a:pt x="7" y="5"/>
                  </a:cubicBezTo>
                  <a:cubicBezTo>
                    <a:pt x="8" y="6"/>
                    <a:pt x="10" y="8"/>
                    <a:pt x="9" y="9"/>
                  </a:cubicBezTo>
                  <a:cubicBezTo>
                    <a:pt x="8" y="10"/>
                    <a:pt x="7" y="10"/>
                    <a:pt x="6" y="10"/>
                  </a:cubicBezTo>
                  <a:cubicBezTo>
                    <a:pt x="4" y="9"/>
                    <a:pt x="6" y="9"/>
                    <a:pt x="5" y="8"/>
                  </a:cubicBezTo>
                  <a:cubicBezTo>
                    <a:pt x="5" y="8"/>
                    <a:pt x="0" y="9"/>
                    <a:pt x="0" y="9"/>
                  </a:cubicBezTo>
                  <a:cubicBezTo>
                    <a:pt x="0" y="11"/>
                    <a:pt x="2" y="11"/>
                    <a:pt x="3" y="11"/>
                  </a:cubicBezTo>
                  <a:cubicBezTo>
                    <a:pt x="6" y="10"/>
                    <a:pt x="9" y="11"/>
                    <a:pt x="13" y="11"/>
                  </a:cubicBezTo>
                  <a:cubicBezTo>
                    <a:pt x="13" y="8"/>
                    <a:pt x="12" y="5"/>
                    <a:pt x="12" y="3"/>
                  </a:cubicBezTo>
                  <a:cubicBezTo>
                    <a:pt x="11" y="3"/>
                    <a:pt x="12" y="5"/>
                    <a:pt x="12"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92" name="Freeform 639">
              <a:extLst>
                <a:ext uri="{FF2B5EF4-FFF2-40B4-BE49-F238E27FC236}">
                  <a16:creationId xmlns:a16="http://schemas.microsoft.com/office/drawing/2014/main" id="{4494CBF4-9698-82C9-733F-974C718A06C5}"/>
                </a:ext>
              </a:extLst>
            </p:cNvPr>
            <p:cNvSpPr>
              <a:spLocks/>
            </p:cNvSpPr>
            <p:nvPr/>
          </p:nvSpPr>
          <p:spPr bwMode="auto">
            <a:xfrm>
              <a:off x="8343503" y="8080592"/>
              <a:ext cx="168791" cy="140163"/>
            </a:xfrm>
            <a:custGeom>
              <a:avLst/>
              <a:gdLst>
                <a:gd name="T0" fmla="*/ 14 w 18"/>
                <a:gd name="T1" fmla="*/ 7 h 15"/>
                <a:gd name="T2" fmla="*/ 8 w 18"/>
                <a:gd name="T3" fmla="*/ 3 h 15"/>
                <a:gd name="T4" fmla="*/ 1 w 18"/>
                <a:gd name="T5" fmla="*/ 1 h 15"/>
                <a:gd name="T6" fmla="*/ 0 w 18"/>
                <a:gd name="T7" fmla="*/ 3 h 15"/>
                <a:gd name="T8" fmla="*/ 1 w 18"/>
                <a:gd name="T9" fmla="*/ 10 h 15"/>
                <a:gd name="T10" fmla="*/ 2 w 18"/>
                <a:gd name="T11" fmla="*/ 12 h 15"/>
                <a:gd name="T12" fmla="*/ 4 w 18"/>
                <a:gd name="T13" fmla="*/ 10 h 15"/>
                <a:gd name="T14" fmla="*/ 13 w 18"/>
                <a:gd name="T15" fmla="*/ 10 h 15"/>
                <a:gd name="T16" fmla="*/ 17 w 18"/>
                <a:gd name="T17" fmla="*/ 10 h 15"/>
                <a:gd name="T18" fmla="*/ 14 w 18"/>
                <a:gd name="T19" fmla="*/ 7 h 15"/>
                <a:gd name="T20" fmla="*/ 14 w 18"/>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5">
                  <a:moveTo>
                    <a:pt x="14" y="7"/>
                  </a:moveTo>
                  <a:cubicBezTo>
                    <a:pt x="12" y="6"/>
                    <a:pt x="10" y="4"/>
                    <a:pt x="8" y="3"/>
                  </a:cubicBezTo>
                  <a:cubicBezTo>
                    <a:pt x="7" y="2"/>
                    <a:pt x="2" y="0"/>
                    <a:pt x="1" y="1"/>
                  </a:cubicBezTo>
                  <a:cubicBezTo>
                    <a:pt x="1" y="1"/>
                    <a:pt x="3" y="3"/>
                    <a:pt x="0" y="3"/>
                  </a:cubicBezTo>
                  <a:cubicBezTo>
                    <a:pt x="0" y="5"/>
                    <a:pt x="1" y="7"/>
                    <a:pt x="1" y="10"/>
                  </a:cubicBezTo>
                  <a:cubicBezTo>
                    <a:pt x="1" y="11"/>
                    <a:pt x="1" y="11"/>
                    <a:pt x="2" y="12"/>
                  </a:cubicBezTo>
                  <a:cubicBezTo>
                    <a:pt x="3" y="15"/>
                    <a:pt x="3" y="11"/>
                    <a:pt x="4" y="10"/>
                  </a:cubicBezTo>
                  <a:cubicBezTo>
                    <a:pt x="6" y="8"/>
                    <a:pt x="11" y="10"/>
                    <a:pt x="13" y="10"/>
                  </a:cubicBezTo>
                  <a:cubicBezTo>
                    <a:pt x="15" y="10"/>
                    <a:pt x="15" y="11"/>
                    <a:pt x="17" y="10"/>
                  </a:cubicBezTo>
                  <a:cubicBezTo>
                    <a:pt x="18" y="8"/>
                    <a:pt x="17" y="7"/>
                    <a:pt x="14" y="7"/>
                  </a:cubicBezTo>
                  <a:cubicBezTo>
                    <a:pt x="12" y="7"/>
                    <a:pt x="16" y="7"/>
                    <a:pt x="14" y="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93" name="Freeform 640">
              <a:extLst>
                <a:ext uri="{FF2B5EF4-FFF2-40B4-BE49-F238E27FC236}">
                  <a16:creationId xmlns:a16="http://schemas.microsoft.com/office/drawing/2014/main" id="{CA79E684-9406-EA2A-34D2-E2EBAFEDBABA}"/>
                </a:ext>
              </a:extLst>
            </p:cNvPr>
            <p:cNvSpPr>
              <a:spLocks/>
            </p:cNvSpPr>
            <p:nvPr/>
          </p:nvSpPr>
          <p:spPr bwMode="auto">
            <a:xfrm>
              <a:off x="3843499" y="4965129"/>
              <a:ext cx="1812106" cy="1216878"/>
            </a:xfrm>
            <a:custGeom>
              <a:avLst/>
              <a:gdLst>
                <a:gd name="T0" fmla="*/ 184 w 194"/>
                <a:gd name="T1" fmla="*/ 118 h 130"/>
                <a:gd name="T2" fmla="*/ 161 w 194"/>
                <a:gd name="T3" fmla="*/ 97 h 130"/>
                <a:gd name="T4" fmla="*/ 143 w 194"/>
                <a:gd name="T5" fmla="*/ 92 h 130"/>
                <a:gd name="T6" fmla="*/ 138 w 194"/>
                <a:gd name="T7" fmla="*/ 76 h 130"/>
                <a:gd name="T8" fmla="*/ 135 w 194"/>
                <a:gd name="T9" fmla="*/ 14 h 130"/>
                <a:gd name="T10" fmla="*/ 84 w 194"/>
                <a:gd name="T11" fmla="*/ 8 h 130"/>
                <a:gd name="T12" fmla="*/ 71 w 194"/>
                <a:gd name="T13" fmla="*/ 5 h 130"/>
                <a:gd name="T14" fmla="*/ 62 w 194"/>
                <a:gd name="T15" fmla="*/ 1 h 130"/>
                <a:gd name="T16" fmla="*/ 43 w 194"/>
                <a:gd name="T17" fmla="*/ 8 h 130"/>
                <a:gd name="T18" fmla="*/ 32 w 194"/>
                <a:gd name="T19" fmla="*/ 11 h 130"/>
                <a:gd name="T20" fmla="*/ 12 w 194"/>
                <a:gd name="T21" fmla="*/ 23 h 130"/>
                <a:gd name="T22" fmla="*/ 26 w 194"/>
                <a:gd name="T23" fmla="*/ 38 h 130"/>
                <a:gd name="T24" fmla="*/ 33 w 194"/>
                <a:gd name="T25" fmla="*/ 42 h 130"/>
                <a:gd name="T26" fmla="*/ 38 w 194"/>
                <a:gd name="T27" fmla="*/ 45 h 130"/>
                <a:gd name="T28" fmla="*/ 24 w 194"/>
                <a:gd name="T29" fmla="*/ 42 h 130"/>
                <a:gd name="T30" fmla="*/ 9 w 194"/>
                <a:gd name="T31" fmla="*/ 46 h 130"/>
                <a:gd name="T32" fmla="*/ 12 w 194"/>
                <a:gd name="T33" fmla="*/ 58 h 130"/>
                <a:gd name="T34" fmla="*/ 32 w 194"/>
                <a:gd name="T35" fmla="*/ 58 h 130"/>
                <a:gd name="T36" fmla="*/ 38 w 194"/>
                <a:gd name="T37" fmla="*/ 61 h 130"/>
                <a:gd name="T38" fmla="*/ 21 w 194"/>
                <a:gd name="T39" fmla="*/ 71 h 130"/>
                <a:gd name="T40" fmla="*/ 15 w 194"/>
                <a:gd name="T41" fmla="*/ 78 h 130"/>
                <a:gd name="T42" fmla="*/ 17 w 194"/>
                <a:gd name="T43" fmla="*/ 84 h 130"/>
                <a:gd name="T44" fmla="*/ 26 w 194"/>
                <a:gd name="T45" fmla="*/ 89 h 130"/>
                <a:gd name="T46" fmla="*/ 22 w 194"/>
                <a:gd name="T47" fmla="*/ 94 h 130"/>
                <a:gd name="T48" fmla="*/ 31 w 194"/>
                <a:gd name="T49" fmla="*/ 93 h 130"/>
                <a:gd name="T50" fmla="*/ 38 w 194"/>
                <a:gd name="T51" fmla="*/ 102 h 130"/>
                <a:gd name="T52" fmla="*/ 48 w 194"/>
                <a:gd name="T53" fmla="*/ 105 h 130"/>
                <a:gd name="T54" fmla="*/ 54 w 194"/>
                <a:gd name="T55" fmla="*/ 103 h 130"/>
                <a:gd name="T56" fmla="*/ 55 w 194"/>
                <a:gd name="T57" fmla="*/ 106 h 130"/>
                <a:gd name="T58" fmla="*/ 51 w 194"/>
                <a:gd name="T59" fmla="*/ 114 h 130"/>
                <a:gd name="T60" fmla="*/ 41 w 194"/>
                <a:gd name="T61" fmla="*/ 124 h 130"/>
                <a:gd name="T62" fmla="*/ 36 w 194"/>
                <a:gd name="T63" fmla="*/ 126 h 130"/>
                <a:gd name="T64" fmla="*/ 43 w 194"/>
                <a:gd name="T65" fmla="*/ 125 h 130"/>
                <a:gd name="T66" fmla="*/ 54 w 194"/>
                <a:gd name="T67" fmla="*/ 118 h 130"/>
                <a:gd name="T68" fmla="*/ 72 w 194"/>
                <a:gd name="T69" fmla="*/ 107 h 130"/>
                <a:gd name="T70" fmla="*/ 77 w 194"/>
                <a:gd name="T71" fmla="*/ 91 h 130"/>
                <a:gd name="T72" fmla="*/ 94 w 194"/>
                <a:gd name="T73" fmla="*/ 86 h 130"/>
                <a:gd name="T74" fmla="*/ 87 w 194"/>
                <a:gd name="T75" fmla="*/ 97 h 130"/>
                <a:gd name="T76" fmla="*/ 101 w 194"/>
                <a:gd name="T77" fmla="*/ 88 h 130"/>
                <a:gd name="T78" fmla="*/ 119 w 194"/>
                <a:gd name="T79" fmla="*/ 92 h 130"/>
                <a:gd name="T80" fmla="*/ 136 w 194"/>
                <a:gd name="T81" fmla="*/ 95 h 130"/>
                <a:gd name="T82" fmla="*/ 145 w 194"/>
                <a:gd name="T83" fmla="*/ 98 h 130"/>
                <a:gd name="T84" fmla="*/ 160 w 194"/>
                <a:gd name="T85" fmla="*/ 102 h 130"/>
                <a:gd name="T86" fmla="*/ 169 w 194"/>
                <a:gd name="T87" fmla="*/ 104 h 130"/>
                <a:gd name="T88" fmla="*/ 176 w 194"/>
                <a:gd name="T89" fmla="*/ 111 h 130"/>
                <a:gd name="T90" fmla="*/ 184 w 194"/>
                <a:gd name="T91" fmla="*/ 121 h 130"/>
                <a:gd name="T92" fmla="*/ 186 w 194"/>
                <a:gd name="T93" fmla="*/ 125 h 130"/>
                <a:gd name="T94" fmla="*/ 194 w 194"/>
                <a:gd name="T95" fmla="*/ 1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4" h="130">
                  <a:moveTo>
                    <a:pt x="194" y="126"/>
                  </a:moveTo>
                  <a:cubicBezTo>
                    <a:pt x="193" y="125"/>
                    <a:pt x="191" y="125"/>
                    <a:pt x="193" y="123"/>
                  </a:cubicBezTo>
                  <a:cubicBezTo>
                    <a:pt x="193" y="122"/>
                    <a:pt x="192" y="122"/>
                    <a:pt x="191" y="122"/>
                  </a:cubicBezTo>
                  <a:cubicBezTo>
                    <a:pt x="189" y="120"/>
                    <a:pt x="185" y="119"/>
                    <a:pt x="184" y="118"/>
                  </a:cubicBezTo>
                  <a:cubicBezTo>
                    <a:pt x="180" y="113"/>
                    <a:pt x="178" y="107"/>
                    <a:pt x="174" y="103"/>
                  </a:cubicBezTo>
                  <a:cubicBezTo>
                    <a:pt x="172" y="102"/>
                    <a:pt x="170" y="100"/>
                    <a:pt x="169" y="99"/>
                  </a:cubicBezTo>
                  <a:cubicBezTo>
                    <a:pt x="167" y="98"/>
                    <a:pt x="167" y="95"/>
                    <a:pt x="165" y="95"/>
                  </a:cubicBezTo>
                  <a:cubicBezTo>
                    <a:pt x="164" y="95"/>
                    <a:pt x="161" y="97"/>
                    <a:pt x="161" y="97"/>
                  </a:cubicBezTo>
                  <a:cubicBezTo>
                    <a:pt x="162" y="99"/>
                    <a:pt x="159" y="100"/>
                    <a:pt x="158" y="100"/>
                  </a:cubicBezTo>
                  <a:cubicBezTo>
                    <a:pt x="155" y="101"/>
                    <a:pt x="152" y="97"/>
                    <a:pt x="150" y="95"/>
                  </a:cubicBezTo>
                  <a:cubicBezTo>
                    <a:pt x="149" y="94"/>
                    <a:pt x="148" y="94"/>
                    <a:pt x="147" y="92"/>
                  </a:cubicBezTo>
                  <a:cubicBezTo>
                    <a:pt x="146" y="90"/>
                    <a:pt x="144" y="91"/>
                    <a:pt x="143" y="92"/>
                  </a:cubicBezTo>
                  <a:cubicBezTo>
                    <a:pt x="141" y="92"/>
                    <a:pt x="141" y="91"/>
                    <a:pt x="139" y="92"/>
                  </a:cubicBezTo>
                  <a:cubicBezTo>
                    <a:pt x="139" y="92"/>
                    <a:pt x="138" y="92"/>
                    <a:pt x="138" y="91"/>
                  </a:cubicBezTo>
                  <a:cubicBezTo>
                    <a:pt x="138" y="90"/>
                    <a:pt x="138" y="90"/>
                    <a:pt x="138" y="89"/>
                  </a:cubicBezTo>
                  <a:cubicBezTo>
                    <a:pt x="138" y="85"/>
                    <a:pt x="138" y="80"/>
                    <a:pt x="138" y="76"/>
                  </a:cubicBezTo>
                  <a:cubicBezTo>
                    <a:pt x="138" y="64"/>
                    <a:pt x="138" y="51"/>
                    <a:pt x="138" y="38"/>
                  </a:cubicBezTo>
                  <a:cubicBezTo>
                    <a:pt x="138" y="33"/>
                    <a:pt x="138" y="27"/>
                    <a:pt x="138" y="21"/>
                  </a:cubicBezTo>
                  <a:cubicBezTo>
                    <a:pt x="138" y="20"/>
                    <a:pt x="138" y="18"/>
                    <a:pt x="138" y="16"/>
                  </a:cubicBezTo>
                  <a:cubicBezTo>
                    <a:pt x="138" y="15"/>
                    <a:pt x="137" y="15"/>
                    <a:pt x="135" y="14"/>
                  </a:cubicBezTo>
                  <a:cubicBezTo>
                    <a:pt x="130" y="12"/>
                    <a:pt x="127" y="12"/>
                    <a:pt x="122" y="12"/>
                  </a:cubicBezTo>
                  <a:cubicBezTo>
                    <a:pt x="117" y="12"/>
                    <a:pt x="113" y="11"/>
                    <a:pt x="108" y="10"/>
                  </a:cubicBezTo>
                  <a:cubicBezTo>
                    <a:pt x="102" y="10"/>
                    <a:pt x="97" y="8"/>
                    <a:pt x="92" y="8"/>
                  </a:cubicBezTo>
                  <a:cubicBezTo>
                    <a:pt x="89" y="8"/>
                    <a:pt x="87" y="9"/>
                    <a:pt x="84" y="8"/>
                  </a:cubicBezTo>
                  <a:cubicBezTo>
                    <a:pt x="84" y="8"/>
                    <a:pt x="80" y="7"/>
                    <a:pt x="80" y="7"/>
                  </a:cubicBezTo>
                  <a:cubicBezTo>
                    <a:pt x="80" y="7"/>
                    <a:pt x="81" y="5"/>
                    <a:pt x="81" y="4"/>
                  </a:cubicBezTo>
                  <a:cubicBezTo>
                    <a:pt x="81" y="4"/>
                    <a:pt x="78" y="4"/>
                    <a:pt x="78" y="4"/>
                  </a:cubicBezTo>
                  <a:cubicBezTo>
                    <a:pt x="76" y="4"/>
                    <a:pt x="73" y="5"/>
                    <a:pt x="71" y="5"/>
                  </a:cubicBezTo>
                  <a:cubicBezTo>
                    <a:pt x="69" y="5"/>
                    <a:pt x="70" y="1"/>
                    <a:pt x="67" y="3"/>
                  </a:cubicBezTo>
                  <a:cubicBezTo>
                    <a:pt x="66" y="3"/>
                    <a:pt x="65" y="5"/>
                    <a:pt x="64" y="4"/>
                  </a:cubicBezTo>
                  <a:cubicBezTo>
                    <a:pt x="62" y="4"/>
                    <a:pt x="62" y="3"/>
                    <a:pt x="64" y="2"/>
                  </a:cubicBezTo>
                  <a:cubicBezTo>
                    <a:pt x="66" y="2"/>
                    <a:pt x="63" y="1"/>
                    <a:pt x="62" y="1"/>
                  </a:cubicBezTo>
                  <a:cubicBezTo>
                    <a:pt x="58" y="0"/>
                    <a:pt x="58" y="1"/>
                    <a:pt x="56" y="3"/>
                  </a:cubicBezTo>
                  <a:cubicBezTo>
                    <a:pt x="53" y="6"/>
                    <a:pt x="49" y="4"/>
                    <a:pt x="45" y="5"/>
                  </a:cubicBezTo>
                  <a:cubicBezTo>
                    <a:pt x="41" y="6"/>
                    <a:pt x="45" y="8"/>
                    <a:pt x="45" y="8"/>
                  </a:cubicBezTo>
                  <a:cubicBezTo>
                    <a:pt x="44" y="8"/>
                    <a:pt x="43" y="8"/>
                    <a:pt x="43" y="8"/>
                  </a:cubicBezTo>
                  <a:cubicBezTo>
                    <a:pt x="43" y="8"/>
                    <a:pt x="44" y="10"/>
                    <a:pt x="43" y="10"/>
                  </a:cubicBezTo>
                  <a:cubicBezTo>
                    <a:pt x="42" y="10"/>
                    <a:pt x="42" y="8"/>
                    <a:pt x="42" y="7"/>
                  </a:cubicBezTo>
                  <a:cubicBezTo>
                    <a:pt x="41" y="7"/>
                    <a:pt x="38" y="10"/>
                    <a:pt x="38" y="10"/>
                  </a:cubicBezTo>
                  <a:cubicBezTo>
                    <a:pt x="36" y="11"/>
                    <a:pt x="34" y="9"/>
                    <a:pt x="32" y="11"/>
                  </a:cubicBezTo>
                  <a:cubicBezTo>
                    <a:pt x="30" y="12"/>
                    <a:pt x="28" y="13"/>
                    <a:pt x="27" y="15"/>
                  </a:cubicBezTo>
                  <a:cubicBezTo>
                    <a:pt x="27" y="17"/>
                    <a:pt x="27" y="19"/>
                    <a:pt x="25" y="20"/>
                  </a:cubicBezTo>
                  <a:cubicBezTo>
                    <a:pt x="23" y="21"/>
                    <a:pt x="22" y="22"/>
                    <a:pt x="20" y="22"/>
                  </a:cubicBezTo>
                  <a:cubicBezTo>
                    <a:pt x="19" y="22"/>
                    <a:pt x="13" y="22"/>
                    <a:pt x="12" y="23"/>
                  </a:cubicBezTo>
                  <a:cubicBezTo>
                    <a:pt x="12" y="24"/>
                    <a:pt x="10" y="27"/>
                    <a:pt x="10" y="27"/>
                  </a:cubicBezTo>
                  <a:cubicBezTo>
                    <a:pt x="11" y="28"/>
                    <a:pt x="14" y="28"/>
                    <a:pt x="15" y="29"/>
                  </a:cubicBezTo>
                  <a:cubicBezTo>
                    <a:pt x="18" y="30"/>
                    <a:pt x="21" y="32"/>
                    <a:pt x="23" y="34"/>
                  </a:cubicBezTo>
                  <a:cubicBezTo>
                    <a:pt x="24" y="35"/>
                    <a:pt x="24" y="37"/>
                    <a:pt x="26" y="38"/>
                  </a:cubicBezTo>
                  <a:cubicBezTo>
                    <a:pt x="28" y="38"/>
                    <a:pt x="29" y="38"/>
                    <a:pt x="31" y="37"/>
                  </a:cubicBezTo>
                  <a:cubicBezTo>
                    <a:pt x="31" y="37"/>
                    <a:pt x="34" y="38"/>
                    <a:pt x="34" y="38"/>
                  </a:cubicBezTo>
                  <a:cubicBezTo>
                    <a:pt x="36" y="41"/>
                    <a:pt x="31" y="39"/>
                    <a:pt x="31" y="39"/>
                  </a:cubicBezTo>
                  <a:cubicBezTo>
                    <a:pt x="29" y="39"/>
                    <a:pt x="32" y="41"/>
                    <a:pt x="33" y="42"/>
                  </a:cubicBezTo>
                  <a:cubicBezTo>
                    <a:pt x="34" y="44"/>
                    <a:pt x="35" y="43"/>
                    <a:pt x="37" y="42"/>
                  </a:cubicBezTo>
                  <a:cubicBezTo>
                    <a:pt x="38" y="41"/>
                    <a:pt x="41" y="41"/>
                    <a:pt x="42" y="42"/>
                  </a:cubicBezTo>
                  <a:cubicBezTo>
                    <a:pt x="43" y="43"/>
                    <a:pt x="38" y="44"/>
                    <a:pt x="38" y="44"/>
                  </a:cubicBezTo>
                  <a:cubicBezTo>
                    <a:pt x="37" y="44"/>
                    <a:pt x="38" y="44"/>
                    <a:pt x="38" y="45"/>
                  </a:cubicBezTo>
                  <a:cubicBezTo>
                    <a:pt x="38" y="46"/>
                    <a:pt x="36" y="45"/>
                    <a:pt x="36" y="45"/>
                  </a:cubicBezTo>
                  <a:cubicBezTo>
                    <a:pt x="35" y="45"/>
                    <a:pt x="34" y="46"/>
                    <a:pt x="32" y="46"/>
                  </a:cubicBezTo>
                  <a:cubicBezTo>
                    <a:pt x="30" y="46"/>
                    <a:pt x="26" y="47"/>
                    <a:pt x="24" y="46"/>
                  </a:cubicBezTo>
                  <a:cubicBezTo>
                    <a:pt x="22" y="45"/>
                    <a:pt x="25" y="43"/>
                    <a:pt x="24" y="42"/>
                  </a:cubicBezTo>
                  <a:cubicBezTo>
                    <a:pt x="23" y="42"/>
                    <a:pt x="21" y="42"/>
                    <a:pt x="20" y="43"/>
                  </a:cubicBezTo>
                  <a:cubicBezTo>
                    <a:pt x="19" y="43"/>
                    <a:pt x="17" y="43"/>
                    <a:pt x="16" y="43"/>
                  </a:cubicBezTo>
                  <a:cubicBezTo>
                    <a:pt x="14" y="44"/>
                    <a:pt x="15" y="46"/>
                    <a:pt x="15" y="46"/>
                  </a:cubicBezTo>
                  <a:cubicBezTo>
                    <a:pt x="13" y="46"/>
                    <a:pt x="11" y="45"/>
                    <a:pt x="9" y="46"/>
                  </a:cubicBezTo>
                  <a:cubicBezTo>
                    <a:pt x="8" y="47"/>
                    <a:pt x="6" y="48"/>
                    <a:pt x="5" y="49"/>
                  </a:cubicBezTo>
                  <a:cubicBezTo>
                    <a:pt x="0" y="52"/>
                    <a:pt x="12" y="52"/>
                    <a:pt x="12" y="53"/>
                  </a:cubicBezTo>
                  <a:cubicBezTo>
                    <a:pt x="11" y="54"/>
                    <a:pt x="8" y="54"/>
                    <a:pt x="10" y="55"/>
                  </a:cubicBezTo>
                  <a:cubicBezTo>
                    <a:pt x="11" y="56"/>
                    <a:pt x="11" y="58"/>
                    <a:pt x="12" y="58"/>
                  </a:cubicBezTo>
                  <a:cubicBezTo>
                    <a:pt x="16" y="59"/>
                    <a:pt x="19" y="58"/>
                    <a:pt x="23" y="58"/>
                  </a:cubicBezTo>
                  <a:cubicBezTo>
                    <a:pt x="24" y="59"/>
                    <a:pt x="25" y="59"/>
                    <a:pt x="26" y="59"/>
                  </a:cubicBezTo>
                  <a:cubicBezTo>
                    <a:pt x="28" y="59"/>
                    <a:pt x="27" y="59"/>
                    <a:pt x="29" y="60"/>
                  </a:cubicBezTo>
                  <a:cubicBezTo>
                    <a:pt x="29" y="60"/>
                    <a:pt x="31" y="58"/>
                    <a:pt x="32" y="58"/>
                  </a:cubicBezTo>
                  <a:cubicBezTo>
                    <a:pt x="33" y="57"/>
                    <a:pt x="34" y="57"/>
                    <a:pt x="35" y="57"/>
                  </a:cubicBezTo>
                  <a:cubicBezTo>
                    <a:pt x="36" y="56"/>
                    <a:pt x="37" y="55"/>
                    <a:pt x="37" y="55"/>
                  </a:cubicBezTo>
                  <a:cubicBezTo>
                    <a:pt x="38" y="56"/>
                    <a:pt x="39" y="57"/>
                    <a:pt x="38" y="58"/>
                  </a:cubicBezTo>
                  <a:cubicBezTo>
                    <a:pt x="37" y="59"/>
                    <a:pt x="36" y="59"/>
                    <a:pt x="38" y="61"/>
                  </a:cubicBezTo>
                  <a:cubicBezTo>
                    <a:pt x="40" y="65"/>
                    <a:pt x="38" y="68"/>
                    <a:pt x="33" y="67"/>
                  </a:cubicBezTo>
                  <a:cubicBezTo>
                    <a:pt x="33" y="67"/>
                    <a:pt x="32" y="66"/>
                    <a:pt x="31" y="67"/>
                  </a:cubicBezTo>
                  <a:cubicBezTo>
                    <a:pt x="30" y="68"/>
                    <a:pt x="29" y="70"/>
                    <a:pt x="28" y="70"/>
                  </a:cubicBezTo>
                  <a:cubicBezTo>
                    <a:pt x="26" y="71"/>
                    <a:pt x="20" y="68"/>
                    <a:pt x="21" y="71"/>
                  </a:cubicBezTo>
                  <a:cubicBezTo>
                    <a:pt x="21" y="71"/>
                    <a:pt x="18" y="73"/>
                    <a:pt x="19" y="73"/>
                  </a:cubicBezTo>
                  <a:cubicBezTo>
                    <a:pt x="19" y="73"/>
                    <a:pt x="20" y="73"/>
                    <a:pt x="20" y="73"/>
                  </a:cubicBezTo>
                  <a:cubicBezTo>
                    <a:pt x="21" y="74"/>
                    <a:pt x="18" y="75"/>
                    <a:pt x="17" y="76"/>
                  </a:cubicBezTo>
                  <a:cubicBezTo>
                    <a:pt x="16" y="76"/>
                    <a:pt x="15" y="77"/>
                    <a:pt x="15" y="78"/>
                  </a:cubicBezTo>
                  <a:cubicBezTo>
                    <a:pt x="14" y="80"/>
                    <a:pt x="16" y="80"/>
                    <a:pt x="14" y="81"/>
                  </a:cubicBezTo>
                  <a:cubicBezTo>
                    <a:pt x="12" y="82"/>
                    <a:pt x="14" y="84"/>
                    <a:pt x="15" y="85"/>
                  </a:cubicBezTo>
                  <a:cubicBezTo>
                    <a:pt x="15" y="86"/>
                    <a:pt x="18" y="81"/>
                    <a:pt x="19" y="81"/>
                  </a:cubicBezTo>
                  <a:cubicBezTo>
                    <a:pt x="19" y="81"/>
                    <a:pt x="17" y="84"/>
                    <a:pt x="17" y="84"/>
                  </a:cubicBezTo>
                  <a:cubicBezTo>
                    <a:pt x="16" y="85"/>
                    <a:pt x="19" y="87"/>
                    <a:pt x="20" y="87"/>
                  </a:cubicBezTo>
                  <a:cubicBezTo>
                    <a:pt x="21" y="88"/>
                    <a:pt x="21" y="89"/>
                    <a:pt x="22" y="88"/>
                  </a:cubicBezTo>
                  <a:cubicBezTo>
                    <a:pt x="23" y="87"/>
                    <a:pt x="24" y="86"/>
                    <a:pt x="24" y="86"/>
                  </a:cubicBezTo>
                  <a:cubicBezTo>
                    <a:pt x="24" y="87"/>
                    <a:pt x="25" y="89"/>
                    <a:pt x="26" y="89"/>
                  </a:cubicBezTo>
                  <a:cubicBezTo>
                    <a:pt x="24" y="90"/>
                    <a:pt x="23" y="89"/>
                    <a:pt x="22" y="89"/>
                  </a:cubicBezTo>
                  <a:cubicBezTo>
                    <a:pt x="21" y="90"/>
                    <a:pt x="20" y="87"/>
                    <a:pt x="19" y="87"/>
                  </a:cubicBezTo>
                  <a:cubicBezTo>
                    <a:pt x="18" y="87"/>
                    <a:pt x="16" y="90"/>
                    <a:pt x="18" y="91"/>
                  </a:cubicBezTo>
                  <a:cubicBezTo>
                    <a:pt x="20" y="92"/>
                    <a:pt x="20" y="93"/>
                    <a:pt x="22" y="94"/>
                  </a:cubicBezTo>
                  <a:cubicBezTo>
                    <a:pt x="23" y="96"/>
                    <a:pt x="25" y="95"/>
                    <a:pt x="27" y="95"/>
                  </a:cubicBezTo>
                  <a:cubicBezTo>
                    <a:pt x="28" y="94"/>
                    <a:pt x="30" y="95"/>
                    <a:pt x="30" y="93"/>
                  </a:cubicBezTo>
                  <a:cubicBezTo>
                    <a:pt x="30" y="91"/>
                    <a:pt x="31" y="88"/>
                    <a:pt x="33" y="89"/>
                  </a:cubicBezTo>
                  <a:cubicBezTo>
                    <a:pt x="33" y="88"/>
                    <a:pt x="31" y="92"/>
                    <a:pt x="31" y="93"/>
                  </a:cubicBezTo>
                  <a:cubicBezTo>
                    <a:pt x="31" y="94"/>
                    <a:pt x="35" y="97"/>
                    <a:pt x="34" y="98"/>
                  </a:cubicBezTo>
                  <a:cubicBezTo>
                    <a:pt x="32" y="100"/>
                    <a:pt x="35" y="101"/>
                    <a:pt x="35" y="101"/>
                  </a:cubicBezTo>
                  <a:cubicBezTo>
                    <a:pt x="34" y="101"/>
                    <a:pt x="32" y="104"/>
                    <a:pt x="32" y="104"/>
                  </a:cubicBezTo>
                  <a:cubicBezTo>
                    <a:pt x="33" y="105"/>
                    <a:pt x="38" y="102"/>
                    <a:pt x="38" y="102"/>
                  </a:cubicBezTo>
                  <a:cubicBezTo>
                    <a:pt x="38" y="103"/>
                    <a:pt x="37" y="103"/>
                    <a:pt x="37" y="104"/>
                  </a:cubicBezTo>
                  <a:cubicBezTo>
                    <a:pt x="37" y="104"/>
                    <a:pt x="39" y="102"/>
                    <a:pt x="40" y="101"/>
                  </a:cubicBezTo>
                  <a:cubicBezTo>
                    <a:pt x="41" y="101"/>
                    <a:pt x="45" y="102"/>
                    <a:pt x="45" y="103"/>
                  </a:cubicBezTo>
                  <a:cubicBezTo>
                    <a:pt x="46" y="104"/>
                    <a:pt x="48" y="107"/>
                    <a:pt x="48" y="105"/>
                  </a:cubicBezTo>
                  <a:cubicBezTo>
                    <a:pt x="48" y="104"/>
                    <a:pt x="50" y="100"/>
                    <a:pt x="50" y="100"/>
                  </a:cubicBezTo>
                  <a:cubicBezTo>
                    <a:pt x="50" y="99"/>
                    <a:pt x="53" y="102"/>
                    <a:pt x="53" y="101"/>
                  </a:cubicBezTo>
                  <a:cubicBezTo>
                    <a:pt x="53" y="101"/>
                    <a:pt x="50" y="101"/>
                    <a:pt x="50" y="102"/>
                  </a:cubicBezTo>
                  <a:cubicBezTo>
                    <a:pt x="50" y="104"/>
                    <a:pt x="53" y="104"/>
                    <a:pt x="54" y="103"/>
                  </a:cubicBezTo>
                  <a:cubicBezTo>
                    <a:pt x="55" y="102"/>
                    <a:pt x="56" y="103"/>
                    <a:pt x="57" y="102"/>
                  </a:cubicBezTo>
                  <a:cubicBezTo>
                    <a:pt x="57" y="102"/>
                    <a:pt x="59" y="100"/>
                    <a:pt x="59" y="100"/>
                  </a:cubicBezTo>
                  <a:cubicBezTo>
                    <a:pt x="59" y="100"/>
                    <a:pt x="57" y="103"/>
                    <a:pt x="56" y="104"/>
                  </a:cubicBezTo>
                  <a:cubicBezTo>
                    <a:pt x="56" y="105"/>
                    <a:pt x="56" y="105"/>
                    <a:pt x="55" y="106"/>
                  </a:cubicBezTo>
                  <a:cubicBezTo>
                    <a:pt x="55" y="107"/>
                    <a:pt x="56" y="106"/>
                    <a:pt x="56" y="107"/>
                  </a:cubicBezTo>
                  <a:cubicBezTo>
                    <a:pt x="56" y="107"/>
                    <a:pt x="55" y="108"/>
                    <a:pt x="54" y="109"/>
                  </a:cubicBezTo>
                  <a:cubicBezTo>
                    <a:pt x="54" y="111"/>
                    <a:pt x="54" y="111"/>
                    <a:pt x="55" y="112"/>
                  </a:cubicBezTo>
                  <a:cubicBezTo>
                    <a:pt x="55" y="112"/>
                    <a:pt x="52" y="114"/>
                    <a:pt x="51" y="114"/>
                  </a:cubicBezTo>
                  <a:cubicBezTo>
                    <a:pt x="50" y="116"/>
                    <a:pt x="49" y="117"/>
                    <a:pt x="47" y="118"/>
                  </a:cubicBezTo>
                  <a:cubicBezTo>
                    <a:pt x="45" y="118"/>
                    <a:pt x="43" y="120"/>
                    <a:pt x="42" y="121"/>
                  </a:cubicBezTo>
                  <a:cubicBezTo>
                    <a:pt x="41" y="121"/>
                    <a:pt x="41" y="122"/>
                    <a:pt x="40" y="122"/>
                  </a:cubicBezTo>
                  <a:cubicBezTo>
                    <a:pt x="40" y="123"/>
                    <a:pt x="41" y="124"/>
                    <a:pt x="41" y="124"/>
                  </a:cubicBezTo>
                  <a:cubicBezTo>
                    <a:pt x="40" y="125"/>
                    <a:pt x="37" y="124"/>
                    <a:pt x="36" y="124"/>
                  </a:cubicBezTo>
                  <a:cubicBezTo>
                    <a:pt x="33" y="124"/>
                    <a:pt x="32" y="125"/>
                    <a:pt x="30" y="127"/>
                  </a:cubicBezTo>
                  <a:cubicBezTo>
                    <a:pt x="29" y="128"/>
                    <a:pt x="30" y="130"/>
                    <a:pt x="31" y="129"/>
                  </a:cubicBezTo>
                  <a:cubicBezTo>
                    <a:pt x="33" y="128"/>
                    <a:pt x="35" y="125"/>
                    <a:pt x="36" y="126"/>
                  </a:cubicBezTo>
                  <a:cubicBezTo>
                    <a:pt x="36" y="125"/>
                    <a:pt x="35" y="129"/>
                    <a:pt x="38" y="126"/>
                  </a:cubicBezTo>
                  <a:cubicBezTo>
                    <a:pt x="38" y="126"/>
                    <a:pt x="40" y="129"/>
                    <a:pt x="41" y="127"/>
                  </a:cubicBezTo>
                  <a:cubicBezTo>
                    <a:pt x="41" y="126"/>
                    <a:pt x="40" y="126"/>
                    <a:pt x="41" y="126"/>
                  </a:cubicBezTo>
                  <a:cubicBezTo>
                    <a:pt x="42" y="125"/>
                    <a:pt x="42" y="125"/>
                    <a:pt x="43" y="125"/>
                  </a:cubicBezTo>
                  <a:cubicBezTo>
                    <a:pt x="44" y="125"/>
                    <a:pt x="44" y="125"/>
                    <a:pt x="45" y="124"/>
                  </a:cubicBezTo>
                  <a:cubicBezTo>
                    <a:pt x="46" y="123"/>
                    <a:pt x="48" y="123"/>
                    <a:pt x="50" y="122"/>
                  </a:cubicBezTo>
                  <a:cubicBezTo>
                    <a:pt x="53" y="121"/>
                    <a:pt x="49" y="121"/>
                    <a:pt x="51" y="120"/>
                  </a:cubicBezTo>
                  <a:cubicBezTo>
                    <a:pt x="52" y="119"/>
                    <a:pt x="53" y="118"/>
                    <a:pt x="54" y="118"/>
                  </a:cubicBezTo>
                  <a:cubicBezTo>
                    <a:pt x="56" y="117"/>
                    <a:pt x="58" y="116"/>
                    <a:pt x="59" y="116"/>
                  </a:cubicBezTo>
                  <a:cubicBezTo>
                    <a:pt x="62" y="114"/>
                    <a:pt x="60" y="115"/>
                    <a:pt x="60" y="113"/>
                  </a:cubicBezTo>
                  <a:cubicBezTo>
                    <a:pt x="60" y="113"/>
                    <a:pt x="68" y="109"/>
                    <a:pt x="69" y="108"/>
                  </a:cubicBezTo>
                  <a:cubicBezTo>
                    <a:pt x="70" y="108"/>
                    <a:pt x="72" y="108"/>
                    <a:pt x="72" y="107"/>
                  </a:cubicBezTo>
                  <a:cubicBezTo>
                    <a:pt x="72" y="104"/>
                    <a:pt x="73" y="105"/>
                    <a:pt x="75" y="104"/>
                  </a:cubicBezTo>
                  <a:cubicBezTo>
                    <a:pt x="78" y="102"/>
                    <a:pt x="69" y="101"/>
                    <a:pt x="73" y="97"/>
                  </a:cubicBezTo>
                  <a:cubicBezTo>
                    <a:pt x="75" y="96"/>
                    <a:pt x="77" y="96"/>
                    <a:pt x="78" y="95"/>
                  </a:cubicBezTo>
                  <a:cubicBezTo>
                    <a:pt x="79" y="94"/>
                    <a:pt x="79" y="91"/>
                    <a:pt x="77" y="91"/>
                  </a:cubicBezTo>
                  <a:cubicBezTo>
                    <a:pt x="79" y="91"/>
                    <a:pt x="79" y="92"/>
                    <a:pt x="81" y="91"/>
                  </a:cubicBezTo>
                  <a:cubicBezTo>
                    <a:pt x="82" y="90"/>
                    <a:pt x="83" y="88"/>
                    <a:pt x="85" y="87"/>
                  </a:cubicBezTo>
                  <a:cubicBezTo>
                    <a:pt x="86" y="86"/>
                    <a:pt x="88" y="84"/>
                    <a:pt x="89" y="84"/>
                  </a:cubicBezTo>
                  <a:cubicBezTo>
                    <a:pt x="90" y="84"/>
                    <a:pt x="95" y="84"/>
                    <a:pt x="94" y="86"/>
                  </a:cubicBezTo>
                  <a:cubicBezTo>
                    <a:pt x="93" y="87"/>
                    <a:pt x="91" y="85"/>
                    <a:pt x="89" y="86"/>
                  </a:cubicBezTo>
                  <a:cubicBezTo>
                    <a:pt x="87" y="87"/>
                    <a:pt x="87" y="88"/>
                    <a:pt x="86" y="90"/>
                  </a:cubicBezTo>
                  <a:cubicBezTo>
                    <a:pt x="86" y="92"/>
                    <a:pt x="84" y="94"/>
                    <a:pt x="84" y="96"/>
                  </a:cubicBezTo>
                  <a:cubicBezTo>
                    <a:pt x="83" y="97"/>
                    <a:pt x="87" y="96"/>
                    <a:pt x="87" y="97"/>
                  </a:cubicBezTo>
                  <a:cubicBezTo>
                    <a:pt x="86" y="97"/>
                    <a:pt x="81" y="99"/>
                    <a:pt x="85" y="99"/>
                  </a:cubicBezTo>
                  <a:cubicBezTo>
                    <a:pt x="88" y="99"/>
                    <a:pt x="90" y="97"/>
                    <a:pt x="93" y="96"/>
                  </a:cubicBezTo>
                  <a:cubicBezTo>
                    <a:pt x="95" y="94"/>
                    <a:pt x="97" y="94"/>
                    <a:pt x="99" y="93"/>
                  </a:cubicBezTo>
                  <a:cubicBezTo>
                    <a:pt x="103" y="92"/>
                    <a:pt x="101" y="90"/>
                    <a:pt x="101" y="88"/>
                  </a:cubicBezTo>
                  <a:cubicBezTo>
                    <a:pt x="100" y="84"/>
                    <a:pt x="109" y="87"/>
                    <a:pt x="111" y="88"/>
                  </a:cubicBezTo>
                  <a:cubicBezTo>
                    <a:pt x="113" y="88"/>
                    <a:pt x="114" y="90"/>
                    <a:pt x="116" y="91"/>
                  </a:cubicBezTo>
                  <a:cubicBezTo>
                    <a:pt x="116" y="91"/>
                    <a:pt x="118" y="88"/>
                    <a:pt x="119" y="89"/>
                  </a:cubicBezTo>
                  <a:cubicBezTo>
                    <a:pt x="119" y="89"/>
                    <a:pt x="119" y="91"/>
                    <a:pt x="119" y="92"/>
                  </a:cubicBezTo>
                  <a:cubicBezTo>
                    <a:pt x="121" y="93"/>
                    <a:pt x="122" y="93"/>
                    <a:pt x="123" y="93"/>
                  </a:cubicBezTo>
                  <a:cubicBezTo>
                    <a:pt x="126" y="93"/>
                    <a:pt x="129" y="92"/>
                    <a:pt x="131" y="93"/>
                  </a:cubicBezTo>
                  <a:cubicBezTo>
                    <a:pt x="132" y="93"/>
                    <a:pt x="133" y="94"/>
                    <a:pt x="134" y="93"/>
                  </a:cubicBezTo>
                  <a:cubicBezTo>
                    <a:pt x="135" y="93"/>
                    <a:pt x="135" y="94"/>
                    <a:pt x="136" y="95"/>
                  </a:cubicBezTo>
                  <a:cubicBezTo>
                    <a:pt x="137" y="95"/>
                    <a:pt x="139" y="96"/>
                    <a:pt x="140" y="96"/>
                  </a:cubicBezTo>
                  <a:cubicBezTo>
                    <a:pt x="142" y="96"/>
                    <a:pt x="143" y="94"/>
                    <a:pt x="144" y="94"/>
                  </a:cubicBezTo>
                  <a:cubicBezTo>
                    <a:pt x="146" y="93"/>
                    <a:pt x="145" y="96"/>
                    <a:pt x="145" y="96"/>
                  </a:cubicBezTo>
                  <a:cubicBezTo>
                    <a:pt x="144" y="97"/>
                    <a:pt x="144" y="97"/>
                    <a:pt x="145" y="98"/>
                  </a:cubicBezTo>
                  <a:cubicBezTo>
                    <a:pt x="148" y="99"/>
                    <a:pt x="150" y="100"/>
                    <a:pt x="152" y="101"/>
                  </a:cubicBezTo>
                  <a:cubicBezTo>
                    <a:pt x="154" y="103"/>
                    <a:pt x="156" y="105"/>
                    <a:pt x="158" y="106"/>
                  </a:cubicBezTo>
                  <a:cubicBezTo>
                    <a:pt x="159" y="106"/>
                    <a:pt x="160" y="105"/>
                    <a:pt x="161" y="105"/>
                  </a:cubicBezTo>
                  <a:cubicBezTo>
                    <a:pt x="162" y="104"/>
                    <a:pt x="160" y="103"/>
                    <a:pt x="160" y="102"/>
                  </a:cubicBezTo>
                  <a:cubicBezTo>
                    <a:pt x="160" y="101"/>
                    <a:pt x="163" y="103"/>
                    <a:pt x="163" y="103"/>
                  </a:cubicBezTo>
                  <a:cubicBezTo>
                    <a:pt x="163" y="104"/>
                    <a:pt x="166" y="106"/>
                    <a:pt x="167" y="105"/>
                  </a:cubicBezTo>
                  <a:cubicBezTo>
                    <a:pt x="167" y="105"/>
                    <a:pt x="165" y="99"/>
                    <a:pt x="165" y="99"/>
                  </a:cubicBezTo>
                  <a:cubicBezTo>
                    <a:pt x="166" y="99"/>
                    <a:pt x="168" y="104"/>
                    <a:pt x="169" y="104"/>
                  </a:cubicBezTo>
                  <a:cubicBezTo>
                    <a:pt x="169" y="105"/>
                    <a:pt x="170" y="107"/>
                    <a:pt x="171" y="107"/>
                  </a:cubicBezTo>
                  <a:cubicBezTo>
                    <a:pt x="172" y="107"/>
                    <a:pt x="173" y="105"/>
                    <a:pt x="173" y="105"/>
                  </a:cubicBezTo>
                  <a:cubicBezTo>
                    <a:pt x="171" y="106"/>
                    <a:pt x="177" y="110"/>
                    <a:pt x="177" y="111"/>
                  </a:cubicBezTo>
                  <a:cubicBezTo>
                    <a:pt x="176" y="111"/>
                    <a:pt x="176" y="111"/>
                    <a:pt x="176" y="111"/>
                  </a:cubicBezTo>
                  <a:cubicBezTo>
                    <a:pt x="175" y="112"/>
                    <a:pt x="177" y="112"/>
                    <a:pt x="177" y="113"/>
                  </a:cubicBezTo>
                  <a:cubicBezTo>
                    <a:pt x="177" y="113"/>
                    <a:pt x="175" y="114"/>
                    <a:pt x="176" y="114"/>
                  </a:cubicBezTo>
                  <a:cubicBezTo>
                    <a:pt x="177" y="115"/>
                    <a:pt x="178" y="116"/>
                    <a:pt x="179" y="117"/>
                  </a:cubicBezTo>
                  <a:cubicBezTo>
                    <a:pt x="181" y="119"/>
                    <a:pt x="182" y="120"/>
                    <a:pt x="184" y="121"/>
                  </a:cubicBezTo>
                  <a:cubicBezTo>
                    <a:pt x="184" y="121"/>
                    <a:pt x="182" y="125"/>
                    <a:pt x="183" y="125"/>
                  </a:cubicBezTo>
                  <a:cubicBezTo>
                    <a:pt x="184" y="126"/>
                    <a:pt x="184" y="124"/>
                    <a:pt x="184" y="124"/>
                  </a:cubicBezTo>
                  <a:cubicBezTo>
                    <a:pt x="185" y="123"/>
                    <a:pt x="185" y="126"/>
                    <a:pt x="186" y="127"/>
                  </a:cubicBezTo>
                  <a:cubicBezTo>
                    <a:pt x="186" y="127"/>
                    <a:pt x="186" y="126"/>
                    <a:pt x="186" y="125"/>
                  </a:cubicBezTo>
                  <a:cubicBezTo>
                    <a:pt x="186" y="127"/>
                    <a:pt x="192" y="130"/>
                    <a:pt x="193" y="127"/>
                  </a:cubicBezTo>
                  <a:cubicBezTo>
                    <a:pt x="193" y="127"/>
                    <a:pt x="193" y="128"/>
                    <a:pt x="193" y="128"/>
                  </a:cubicBezTo>
                  <a:cubicBezTo>
                    <a:pt x="193" y="128"/>
                    <a:pt x="194" y="127"/>
                    <a:pt x="194" y="126"/>
                  </a:cubicBezTo>
                  <a:cubicBezTo>
                    <a:pt x="193" y="126"/>
                    <a:pt x="194" y="127"/>
                    <a:pt x="194" y="12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94" name="Freeform 641">
              <a:extLst>
                <a:ext uri="{FF2B5EF4-FFF2-40B4-BE49-F238E27FC236}">
                  <a16:creationId xmlns:a16="http://schemas.microsoft.com/office/drawing/2014/main" id="{72B88261-52B3-B46D-57AF-D569A7C432EA}"/>
                </a:ext>
              </a:extLst>
            </p:cNvPr>
            <p:cNvSpPr>
              <a:spLocks/>
            </p:cNvSpPr>
            <p:nvPr/>
          </p:nvSpPr>
          <p:spPr bwMode="auto">
            <a:xfrm>
              <a:off x="5888086" y="6516489"/>
              <a:ext cx="2697455" cy="1337930"/>
            </a:xfrm>
            <a:custGeom>
              <a:avLst/>
              <a:gdLst>
                <a:gd name="T0" fmla="*/ 84 w 289"/>
                <a:gd name="T1" fmla="*/ 106 h 143"/>
                <a:gd name="T2" fmla="*/ 105 w 289"/>
                <a:gd name="T3" fmla="*/ 119 h 143"/>
                <a:gd name="T4" fmla="*/ 125 w 289"/>
                <a:gd name="T5" fmla="*/ 127 h 143"/>
                <a:gd name="T6" fmla="*/ 137 w 289"/>
                <a:gd name="T7" fmla="*/ 127 h 143"/>
                <a:gd name="T8" fmla="*/ 149 w 289"/>
                <a:gd name="T9" fmla="*/ 119 h 143"/>
                <a:gd name="T10" fmla="*/ 162 w 289"/>
                <a:gd name="T11" fmla="*/ 118 h 143"/>
                <a:gd name="T12" fmla="*/ 177 w 289"/>
                <a:gd name="T13" fmla="*/ 119 h 143"/>
                <a:gd name="T14" fmla="*/ 171 w 289"/>
                <a:gd name="T15" fmla="*/ 113 h 143"/>
                <a:gd name="T16" fmla="*/ 186 w 289"/>
                <a:gd name="T17" fmla="*/ 113 h 143"/>
                <a:gd name="T18" fmla="*/ 209 w 289"/>
                <a:gd name="T19" fmla="*/ 122 h 143"/>
                <a:gd name="T20" fmla="*/ 213 w 289"/>
                <a:gd name="T21" fmla="*/ 133 h 143"/>
                <a:gd name="T22" fmla="*/ 220 w 289"/>
                <a:gd name="T23" fmla="*/ 143 h 143"/>
                <a:gd name="T24" fmla="*/ 215 w 289"/>
                <a:gd name="T25" fmla="*/ 108 h 143"/>
                <a:gd name="T26" fmla="*/ 234 w 289"/>
                <a:gd name="T27" fmla="*/ 92 h 143"/>
                <a:gd name="T28" fmla="*/ 239 w 289"/>
                <a:gd name="T29" fmla="*/ 86 h 143"/>
                <a:gd name="T30" fmla="*/ 244 w 289"/>
                <a:gd name="T31" fmla="*/ 82 h 143"/>
                <a:gd name="T32" fmla="*/ 242 w 289"/>
                <a:gd name="T33" fmla="*/ 78 h 143"/>
                <a:gd name="T34" fmla="*/ 238 w 289"/>
                <a:gd name="T35" fmla="*/ 71 h 143"/>
                <a:gd name="T36" fmla="*/ 239 w 289"/>
                <a:gd name="T37" fmla="*/ 69 h 143"/>
                <a:gd name="T38" fmla="*/ 242 w 289"/>
                <a:gd name="T39" fmla="*/ 75 h 143"/>
                <a:gd name="T40" fmla="*/ 246 w 289"/>
                <a:gd name="T41" fmla="*/ 62 h 143"/>
                <a:gd name="T42" fmla="*/ 253 w 289"/>
                <a:gd name="T43" fmla="*/ 52 h 143"/>
                <a:gd name="T44" fmla="*/ 265 w 289"/>
                <a:gd name="T45" fmla="*/ 48 h 143"/>
                <a:gd name="T46" fmla="*/ 271 w 289"/>
                <a:gd name="T47" fmla="*/ 48 h 143"/>
                <a:gd name="T48" fmla="*/ 274 w 289"/>
                <a:gd name="T49" fmla="*/ 35 h 143"/>
                <a:gd name="T50" fmla="*/ 288 w 289"/>
                <a:gd name="T51" fmla="*/ 28 h 143"/>
                <a:gd name="T52" fmla="*/ 276 w 289"/>
                <a:gd name="T53" fmla="*/ 13 h 143"/>
                <a:gd name="T54" fmla="*/ 264 w 289"/>
                <a:gd name="T55" fmla="*/ 28 h 143"/>
                <a:gd name="T56" fmla="*/ 237 w 289"/>
                <a:gd name="T57" fmla="*/ 39 h 143"/>
                <a:gd name="T58" fmla="*/ 224 w 289"/>
                <a:gd name="T59" fmla="*/ 45 h 143"/>
                <a:gd name="T60" fmla="*/ 208 w 289"/>
                <a:gd name="T61" fmla="*/ 44 h 143"/>
                <a:gd name="T62" fmla="*/ 203 w 289"/>
                <a:gd name="T63" fmla="*/ 36 h 143"/>
                <a:gd name="T64" fmla="*/ 196 w 289"/>
                <a:gd name="T65" fmla="*/ 28 h 143"/>
                <a:gd name="T66" fmla="*/ 185 w 289"/>
                <a:gd name="T67" fmla="*/ 48 h 143"/>
                <a:gd name="T68" fmla="*/ 187 w 289"/>
                <a:gd name="T69" fmla="*/ 25 h 143"/>
                <a:gd name="T70" fmla="*/ 196 w 289"/>
                <a:gd name="T71" fmla="*/ 17 h 143"/>
                <a:gd name="T72" fmla="*/ 184 w 289"/>
                <a:gd name="T73" fmla="*/ 13 h 143"/>
                <a:gd name="T74" fmla="*/ 165 w 289"/>
                <a:gd name="T75" fmla="*/ 15 h 143"/>
                <a:gd name="T76" fmla="*/ 158 w 289"/>
                <a:gd name="T77" fmla="*/ 5 h 143"/>
                <a:gd name="T78" fmla="*/ 147 w 289"/>
                <a:gd name="T79" fmla="*/ 4 h 143"/>
                <a:gd name="T80" fmla="*/ 30 w 289"/>
                <a:gd name="T81" fmla="*/ 4 h 143"/>
                <a:gd name="T82" fmla="*/ 7 w 289"/>
                <a:gd name="T83" fmla="*/ 9 h 143"/>
                <a:gd name="T84" fmla="*/ 8 w 289"/>
                <a:gd name="T85" fmla="*/ 21 h 143"/>
                <a:gd name="T86" fmla="*/ 2 w 289"/>
                <a:gd name="T87" fmla="*/ 40 h 143"/>
                <a:gd name="T88" fmla="*/ 5 w 289"/>
                <a:gd name="T89" fmla="*/ 63 h 143"/>
                <a:gd name="T90" fmla="*/ 12 w 289"/>
                <a:gd name="T91" fmla="*/ 73 h 143"/>
                <a:gd name="T92" fmla="*/ 21 w 289"/>
                <a:gd name="T93" fmla="*/ 88 h 143"/>
                <a:gd name="T94" fmla="*/ 39 w 289"/>
                <a:gd name="T95" fmla="*/ 10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9" h="143">
                  <a:moveTo>
                    <a:pt x="68" y="108"/>
                  </a:moveTo>
                  <a:cubicBezTo>
                    <a:pt x="71" y="108"/>
                    <a:pt x="74" y="108"/>
                    <a:pt x="78" y="108"/>
                  </a:cubicBezTo>
                  <a:cubicBezTo>
                    <a:pt x="79" y="108"/>
                    <a:pt x="81" y="108"/>
                    <a:pt x="82" y="108"/>
                  </a:cubicBezTo>
                  <a:cubicBezTo>
                    <a:pt x="83" y="108"/>
                    <a:pt x="83" y="106"/>
                    <a:pt x="84" y="106"/>
                  </a:cubicBezTo>
                  <a:cubicBezTo>
                    <a:pt x="85" y="105"/>
                    <a:pt x="91" y="105"/>
                    <a:pt x="91" y="106"/>
                  </a:cubicBezTo>
                  <a:cubicBezTo>
                    <a:pt x="94" y="108"/>
                    <a:pt x="97" y="110"/>
                    <a:pt x="100" y="112"/>
                  </a:cubicBezTo>
                  <a:cubicBezTo>
                    <a:pt x="100" y="112"/>
                    <a:pt x="101" y="115"/>
                    <a:pt x="101" y="116"/>
                  </a:cubicBezTo>
                  <a:cubicBezTo>
                    <a:pt x="102" y="118"/>
                    <a:pt x="102" y="118"/>
                    <a:pt x="105" y="119"/>
                  </a:cubicBezTo>
                  <a:cubicBezTo>
                    <a:pt x="107" y="120"/>
                    <a:pt x="108" y="121"/>
                    <a:pt x="109" y="119"/>
                  </a:cubicBezTo>
                  <a:cubicBezTo>
                    <a:pt x="110" y="116"/>
                    <a:pt x="111" y="116"/>
                    <a:pt x="114" y="117"/>
                  </a:cubicBezTo>
                  <a:cubicBezTo>
                    <a:pt x="116" y="117"/>
                    <a:pt x="119" y="118"/>
                    <a:pt x="119" y="120"/>
                  </a:cubicBezTo>
                  <a:cubicBezTo>
                    <a:pt x="121" y="123"/>
                    <a:pt x="123" y="124"/>
                    <a:pt x="125" y="127"/>
                  </a:cubicBezTo>
                  <a:cubicBezTo>
                    <a:pt x="127" y="129"/>
                    <a:pt x="126" y="133"/>
                    <a:pt x="129" y="134"/>
                  </a:cubicBezTo>
                  <a:cubicBezTo>
                    <a:pt x="131" y="136"/>
                    <a:pt x="135" y="136"/>
                    <a:pt x="137" y="137"/>
                  </a:cubicBezTo>
                  <a:cubicBezTo>
                    <a:pt x="137" y="136"/>
                    <a:pt x="135" y="129"/>
                    <a:pt x="135" y="129"/>
                  </a:cubicBezTo>
                  <a:cubicBezTo>
                    <a:pt x="137" y="130"/>
                    <a:pt x="136" y="127"/>
                    <a:pt x="137" y="127"/>
                  </a:cubicBezTo>
                  <a:cubicBezTo>
                    <a:pt x="137" y="126"/>
                    <a:pt x="139" y="126"/>
                    <a:pt x="140" y="125"/>
                  </a:cubicBezTo>
                  <a:cubicBezTo>
                    <a:pt x="141" y="125"/>
                    <a:pt x="142" y="122"/>
                    <a:pt x="142" y="122"/>
                  </a:cubicBezTo>
                  <a:cubicBezTo>
                    <a:pt x="143" y="123"/>
                    <a:pt x="144" y="123"/>
                    <a:pt x="145" y="122"/>
                  </a:cubicBezTo>
                  <a:cubicBezTo>
                    <a:pt x="147" y="121"/>
                    <a:pt x="148" y="121"/>
                    <a:pt x="149" y="119"/>
                  </a:cubicBezTo>
                  <a:cubicBezTo>
                    <a:pt x="151" y="118"/>
                    <a:pt x="148" y="118"/>
                    <a:pt x="148" y="117"/>
                  </a:cubicBezTo>
                  <a:cubicBezTo>
                    <a:pt x="148" y="117"/>
                    <a:pt x="151" y="118"/>
                    <a:pt x="152" y="117"/>
                  </a:cubicBezTo>
                  <a:cubicBezTo>
                    <a:pt x="154" y="116"/>
                    <a:pt x="155" y="116"/>
                    <a:pt x="157" y="116"/>
                  </a:cubicBezTo>
                  <a:cubicBezTo>
                    <a:pt x="159" y="116"/>
                    <a:pt x="160" y="119"/>
                    <a:pt x="162" y="118"/>
                  </a:cubicBezTo>
                  <a:cubicBezTo>
                    <a:pt x="165" y="116"/>
                    <a:pt x="166" y="118"/>
                    <a:pt x="168" y="119"/>
                  </a:cubicBezTo>
                  <a:cubicBezTo>
                    <a:pt x="170" y="120"/>
                    <a:pt x="171" y="118"/>
                    <a:pt x="172" y="118"/>
                  </a:cubicBezTo>
                  <a:cubicBezTo>
                    <a:pt x="173" y="117"/>
                    <a:pt x="176" y="119"/>
                    <a:pt x="176" y="120"/>
                  </a:cubicBezTo>
                  <a:cubicBezTo>
                    <a:pt x="177" y="121"/>
                    <a:pt x="178" y="120"/>
                    <a:pt x="177" y="119"/>
                  </a:cubicBezTo>
                  <a:cubicBezTo>
                    <a:pt x="177" y="119"/>
                    <a:pt x="176" y="118"/>
                    <a:pt x="175" y="118"/>
                  </a:cubicBezTo>
                  <a:cubicBezTo>
                    <a:pt x="174" y="117"/>
                    <a:pt x="176" y="117"/>
                    <a:pt x="176" y="117"/>
                  </a:cubicBezTo>
                  <a:cubicBezTo>
                    <a:pt x="175" y="115"/>
                    <a:pt x="175" y="114"/>
                    <a:pt x="173" y="115"/>
                  </a:cubicBezTo>
                  <a:cubicBezTo>
                    <a:pt x="173" y="115"/>
                    <a:pt x="169" y="115"/>
                    <a:pt x="171" y="113"/>
                  </a:cubicBezTo>
                  <a:cubicBezTo>
                    <a:pt x="173" y="113"/>
                    <a:pt x="174" y="114"/>
                    <a:pt x="175" y="114"/>
                  </a:cubicBezTo>
                  <a:cubicBezTo>
                    <a:pt x="178" y="113"/>
                    <a:pt x="180" y="113"/>
                    <a:pt x="183" y="113"/>
                  </a:cubicBezTo>
                  <a:cubicBezTo>
                    <a:pt x="184" y="113"/>
                    <a:pt x="183" y="113"/>
                    <a:pt x="184" y="114"/>
                  </a:cubicBezTo>
                  <a:cubicBezTo>
                    <a:pt x="184" y="114"/>
                    <a:pt x="185" y="114"/>
                    <a:pt x="186" y="113"/>
                  </a:cubicBezTo>
                  <a:cubicBezTo>
                    <a:pt x="188" y="113"/>
                    <a:pt x="190" y="113"/>
                    <a:pt x="192" y="113"/>
                  </a:cubicBezTo>
                  <a:cubicBezTo>
                    <a:pt x="194" y="113"/>
                    <a:pt x="194" y="115"/>
                    <a:pt x="196" y="116"/>
                  </a:cubicBezTo>
                  <a:cubicBezTo>
                    <a:pt x="198" y="118"/>
                    <a:pt x="200" y="116"/>
                    <a:pt x="202" y="115"/>
                  </a:cubicBezTo>
                  <a:cubicBezTo>
                    <a:pt x="203" y="115"/>
                    <a:pt x="209" y="121"/>
                    <a:pt x="209" y="122"/>
                  </a:cubicBezTo>
                  <a:cubicBezTo>
                    <a:pt x="210" y="123"/>
                    <a:pt x="208" y="125"/>
                    <a:pt x="209" y="126"/>
                  </a:cubicBezTo>
                  <a:cubicBezTo>
                    <a:pt x="210" y="128"/>
                    <a:pt x="209" y="128"/>
                    <a:pt x="210" y="130"/>
                  </a:cubicBezTo>
                  <a:cubicBezTo>
                    <a:pt x="210" y="131"/>
                    <a:pt x="211" y="132"/>
                    <a:pt x="211" y="132"/>
                  </a:cubicBezTo>
                  <a:cubicBezTo>
                    <a:pt x="212" y="132"/>
                    <a:pt x="212" y="133"/>
                    <a:pt x="213" y="133"/>
                  </a:cubicBezTo>
                  <a:cubicBezTo>
                    <a:pt x="214" y="134"/>
                    <a:pt x="213" y="136"/>
                    <a:pt x="214" y="137"/>
                  </a:cubicBezTo>
                  <a:cubicBezTo>
                    <a:pt x="215" y="138"/>
                    <a:pt x="216" y="138"/>
                    <a:pt x="217" y="140"/>
                  </a:cubicBezTo>
                  <a:cubicBezTo>
                    <a:pt x="219" y="143"/>
                    <a:pt x="218" y="140"/>
                    <a:pt x="220" y="141"/>
                  </a:cubicBezTo>
                  <a:cubicBezTo>
                    <a:pt x="220" y="141"/>
                    <a:pt x="220" y="143"/>
                    <a:pt x="220" y="143"/>
                  </a:cubicBezTo>
                  <a:cubicBezTo>
                    <a:pt x="221" y="143"/>
                    <a:pt x="222" y="136"/>
                    <a:pt x="222" y="135"/>
                  </a:cubicBezTo>
                  <a:cubicBezTo>
                    <a:pt x="222" y="132"/>
                    <a:pt x="221" y="130"/>
                    <a:pt x="220" y="126"/>
                  </a:cubicBezTo>
                  <a:cubicBezTo>
                    <a:pt x="218" y="123"/>
                    <a:pt x="218" y="120"/>
                    <a:pt x="217" y="117"/>
                  </a:cubicBezTo>
                  <a:cubicBezTo>
                    <a:pt x="215" y="115"/>
                    <a:pt x="214" y="111"/>
                    <a:pt x="215" y="108"/>
                  </a:cubicBezTo>
                  <a:cubicBezTo>
                    <a:pt x="216" y="105"/>
                    <a:pt x="218" y="103"/>
                    <a:pt x="221" y="101"/>
                  </a:cubicBezTo>
                  <a:cubicBezTo>
                    <a:pt x="222" y="100"/>
                    <a:pt x="223" y="100"/>
                    <a:pt x="224" y="99"/>
                  </a:cubicBezTo>
                  <a:cubicBezTo>
                    <a:pt x="225" y="98"/>
                    <a:pt x="226" y="96"/>
                    <a:pt x="227" y="96"/>
                  </a:cubicBezTo>
                  <a:cubicBezTo>
                    <a:pt x="229" y="94"/>
                    <a:pt x="232" y="94"/>
                    <a:pt x="234" y="92"/>
                  </a:cubicBezTo>
                  <a:cubicBezTo>
                    <a:pt x="235" y="91"/>
                    <a:pt x="236" y="89"/>
                    <a:pt x="238" y="89"/>
                  </a:cubicBezTo>
                  <a:cubicBezTo>
                    <a:pt x="238" y="89"/>
                    <a:pt x="242" y="89"/>
                    <a:pt x="241" y="87"/>
                  </a:cubicBezTo>
                  <a:cubicBezTo>
                    <a:pt x="241" y="87"/>
                    <a:pt x="238" y="88"/>
                    <a:pt x="238" y="88"/>
                  </a:cubicBezTo>
                  <a:cubicBezTo>
                    <a:pt x="238" y="87"/>
                    <a:pt x="240" y="88"/>
                    <a:pt x="239" y="86"/>
                  </a:cubicBezTo>
                  <a:cubicBezTo>
                    <a:pt x="239" y="86"/>
                    <a:pt x="238" y="85"/>
                    <a:pt x="239" y="85"/>
                  </a:cubicBezTo>
                  <a:cubicBezTo>
                    <a:pt x="239" y="84"/>
                    <a:pt x="239" y="85"/>
                    <a:pt x="240" y="84"/>
                  </a:cubicBezTo>
                  <a:cubicBezTo>
                    <a:pt x="239" y="85"/>
                    <a:pt x="241" y="86"/>
                    <a:pt x="241" y="85"/>
                  </a:cubicBezTo>
                  <a:cubicBezTo>
                    <a:pt x="242" y="85"/>
                    <a:pt x="245" y="83"/>
                    <a:pt x="244" y="82"/>
                  </a:cubicBezTo>
                  <a:cubicBezTo>
                    <a:pt x="244" y="83"/>
                    <a:pt x="238" y="82"/>
                    <a:pt x="239" y="81"/>
                  </a:cubicBezTo>
                  <a:cubicBezTo>
                    <a:pt x="239" y="80"/>
                    <a:pt x="240" y="82"/>
                    <a:pt x="241" y="81"/>
                  </a:cubicBezTo>
                  <a:cubicBezTo>
                    <a:pt x="241" y="81"/>
                    <a:pt x="243" y="80"/>
                    <a:pt x="243" y="80"/>
                  </a:cubicBezTo>
                  <a:cubicBezTo>
                    <a:pt x="243" y="80"/>
                    <a:pt x="242" y="79"/>
                    <a:pt x="242" y="78"/>
                  </a:cubicBezTo>
                  <a:cubicBezTo>
                    <a:pt x="243" y="77"/>
                    <a:pt x="243" y="76"/>
                    <a:pt x="241" y="76"/>
                  </a:cubicBezTo>
                  <a:cubicBezTo>
                    <a:pt x="241" y="76"/>
                    <a:pt x="237" y="74"/>
                    <a:pt x="237" y="74"/>
                  </a:cubicBezTo>
                  <a:cubicBezTo>
                    <a:pt x="238" y="73"/>
                    <a:pt x="239" y="74"/>
                    <a:pt x="240" y="74"/>
                  </a:cubicBezTo>
                  <a:cubicBezTo>
                    <a:pt x="241" y="73"/>
                    <a:pt x="239" y="71"/>
                    <a:pt x="238" y="71"/>
                  </a:cubicBezTo>
                  <a:cubicBezTo>
                    <a:pt x="237" y="70"/>
                    <a:pt x="236" y="69"/>
                    <a:pt x="236" y="68"/>
                  </a:cubicBezTo>
                  <a:cubicBezTo>
                    <a:pt x="235" y="67"/>
                    <a:pt x="238" y="65"/>
                    <a:pt x="237" y="64"/>
                  </a:cubicBezTo>
                  <a:cubicBezTo>
                    <a:pt x="238" y="65"/>
                    <a:pt x="237" y="66"/>
                    <a:pt x="237" y="67"/>
                  </a:cubicBezTo>
                  <a:cubicBezTo>
                    <a:pt x="237" y="67"/>
                    <a:pt x="239" y="69"/>
                    <a:pt x="239" y="69"/>
                  </a:cubicBezTo>
                  <a:cubicBezTo>
                    <a:pt x="241" y="67"/>
                    <a:pt x="239" y="62"/>
                    <a:pt x="242" y="61"/>
                  </a:cubicBezTo>
                  <a:cubicBezTo>
                    <a:pt x="241" y="61"/>
                    <a:pt x="241" y="66"/>
                    <a:pt x="242" y="67"/>
                  </a:cubicBezTo>
                  <a:cubicBezTo>
                    <a:pt x="242" y="69"/>
                    <a:pt x="244" y="69"/>
                    <a:pt x="244" y="71"/>
                  </a:cubicBezTo>
                  <a:cubicBezTo>
                    <a:pt x="244" y="72"/>
                    <a:pt x="241" y="74"/>
                    <a:pt x="242" y="75"/>
                  </a:cubicBezTo>
                  <a:cubicBezTo>
                    <a:pt x="242" y="75"/>
                    <a:pt x="248" y="69"/>
                    <a:pt x="247" y="67"/>
                  </a:cubicBezTo>
                  <a:cubicBezTo>
                    <a:pt x="247" y="65"/>
                    <a:pt x="245" y="64"/>
                    <a:pt x="245" y="62"/>
                  </a:cubicBezTo>
                  <a:cubicBezTo>
                    <a:pt x="244" y="61"/>
                    <a:pt x="245" y="58"/>
                    <a:pt x="247" y="59"/>
                  </a:cubicBezTo>
                  <a:cubicBezTo>
                    <a:pt x="246" y="58"/>
                    <a:pt x="245" y="61"/>
                    <a:pt x="246" y="62"/>
                  </a:cubicBezTo>
                  <a:cubicBezTo>
                    <a:pt x="248" y="64"/>
                    <a:pt x="248" y="65"/>
                    <a:pt x="250" y="62"/>
                  </a:cubicBezTo>
                  <a:cubicBezTo>
                    <a:pt x="251" y="61"/>
                    <a:pt x="253" y="58"/>
                    <a:pt x="252" y="56"/>
                  </a:cubicBezTo>
                  <a:cubicBezTo>
                    <a:pt x="252" y="56"/>
                    <a:pt x="251" y="55"/>
                    <a:pt x="252" y="54"/>
                  </a:cubicBezTo>
                  <a:cubicBezTo>
                    <a:pt x="252" y="54"/>
                    <a:pt x="253" y="52"/>
                    <a:pt x="253" y="52"/>
                  </a:cubicBezTo>
                  <a:cubicBezTo>
                    <a:pt x="253" y="52"/>
                    <a:pt x="253" y="54"/>
                    <a:pt x="253" y="54"/>
                  </a:cubicBezTo>
                  <a:cubicBezTo>
                    <a:pt x="253" y="54"/>
                    <a:pt x="258" y="51"/>
                    <a:pt x="260" y="51"/>
                  </a:cubicBezTo>
                  <a:cubicBezTo>
                    <a:pt x="261" y="50"/>
                    <a:pt x="263" y="51"/>
                    <a:pt x="264" y="51"/>
                  </a:cubicBezTo>
                  <a:cubicBezTo>
                    <a:pt x="266" y="50"/>
                    <a:pt x="265" y="49"/>
                    <a:pt x="265" y="48"/>
                  </a:cubicBezTo>
                  <a:cubicBezTo>
                    <a:pt x="266" y="48"/>
                    <a:pt x="266" y="50"/>
                    <a:pt x="267" y="50"/>
                  </a:cubicBezTo>
                  <a:cubicBezTo>
                    <a:pt x="267" y="50"/>
                    <a:pt x="269" y="49"/>
                    <a:pt x="269" y="49"/>
                  </a:cubicBezTo>
                  <a:cubicBezTo>
                    <a:pt x="271" y="51"/>
                    <a:pt x="275" y="46"/>
                    <a:pt x="272" y="46"/>
                  </a:cubicBezTo>
                  <a:cubicBezTo>
                    <a:pt x="272" y="46"/>
                    <a:pt x="272" y="48"/>
                    <a:pt x="271" y="48"/>
                  </a:cubicBezTo>
                  <a:cubicBezTo>
                    <a:pt x="270" y="48"/>
                    <a:pt x="268" y="44"/>
                    <a:pt x="268" y="44"/>
                  </a:cubicBezTo>
                  <a:cubicBezTo>
                    <a:pt x="269" y="43"/>
                    <a:pt x="268" y="42"/>
                    <a:pt x="269" y="41"/>
                  </a:cubicBezTo>
                  <a:cubicBezTo>
                    <a:pt x="270" y="39"/>
                    <a:pt x="271" y="37"/>
                    <a:pt x="272" y="36"/>
                  </a:cubicBezTo>
                  <a:cubicBezTo>
                    <a:pt x="273" y="36"/>
                    <a:pt x="274" y="35"/>
                    <a:pt x="274" y="35"/>
                  </a:cubicBezTo>
                  <a:cubicBezTo>
                    <a:pt x="276" y="36"/>
                    <a:pt x="277" y="33"/>
                    <a:pt x="278" y="32"/>
                  </a:cubicBezTo>
                  <a:cubicBezTo>
                    <a:pt x="278" y="32"/>
                    <a:pt x="280" y="33"/>
                    <a:pt x="281" y="32"/>
                  </a:cubicBezTo>
                  <a:cubicBezTo>
                    <a:pt x="283" y="31"/>
                    <a:pt x="285" y="31"/>
                    <a:pt x="286" y="30"/>
                  </a:cubicBezTo>
                  <a:cubicBezTo>
                    <a:pt x="287" y="30"/>
                    <a:pt x="289" y="29"/>
                    <a:pt x="288" y="28"/>
                  </a:cubicBezTo>
                  <a:cubicBezTo>
                    <a:pt x="286" y="26"/>
                    <a:pt x="286" y="25"/>
                    <a:pt x="285" y="24"/>
                  </a:cubicBezTo>
                  <a:cubicBezTo>
                    <a:pt x="281" y="23"/>
                    <a:pt x="287" y="14"/>
                    <a:pt x="281" y="14"/>
                  </a:cubicBezTo>
                  <a:cubicBezTo>
                    <a:pt x="280" y="13"/>
                    <a:pt x="279" y="15"/>
                    <a:pt x="278" y="14"/>
                  </a:cubicBezTo>
                  <a:cubicBezTo>
                    <a:pt x="277" y="13"/>
                    <a:pt x="277" y="12"/>
                    <a:pt x="276" y="13"/>
                  </a:cubicBezTo>
                  <a:cubicBezTo>
                    <a:pt x="275" y="14"/>
                    <a:pt x="274" y="16"/>
                    <a:pt x="273" y="17"/>
                  </a:cubicBezTo>
                  <a:cubicBezTo>
                    <a:pt x="272" y="18"/>
                    <a:pt x="272" y="20"/>
                    <a:pt x="271" y="21"/>
                  </a:cubicBezTo>
                  <a:cubicBezTo>
                    <a:pt x="271" y="23"/>
                    <a:pt x="270" y="26"/>
                    <a:pt x="268" y="26"/>
                  </a:cubicBezTo>
                  <a:cubicBezTo>
                    <a:pt x="266" y="26"/>
                    <a:pt x="266" y="28"/>
                    <a:pt x="264" y="28"/>
                  </a:cubicBezTo>
                  <a:cubicBezTo>
                    <a:pt x="259" y="28"/>
                    <a:pt x="254" y="28"/>
                    <a:pt x="249" y="28"/>
                  </a:cubicBezTo>
                  <a:cubicBezTo>
                    <a:pt x="247" y="28"/>
                    <a:pt x="247" y="28"/>
                    <a:pt x="246" y="29"/>
                  </a:cubicBezTo>
                  <a:cubicBezTo>
                    <a:pt x="245" y="31"/>
                    <a:pt x="241" y="33"/>
                    <a:pt x="241" y="34"/>
                  </a:cubicBezTo>
                  <a:cubicBezTo>
                    <a:pt x="242" y="37"/>
                    <a:pt x="239" y="39"/>
                    <a:pt x="237" y="39"/>
                  </a:cubicBezTo>
                  <a:cubicBezTo>
                    <a:pt x="235" y="39"/>
                    <a:pt x="234" y="38"/>
                    <a:pt x="232" y="38"/>
                  </a:cubicBezTo>
                  <a:cubicBezTo>
                    <a:pt x="230" y="38"/>
                    <a:pt x="228" y="39"/>
                    <a:pt x="227" y="39"/>
                  </a:cubicBezTo>
                  <a:cubicBezTo>
                    <a:pt x="227" y="39"/>
                    <a:pt x="227" y="42"/>
                    <a:pt x="228" y="42"/>
                  </a:cubicBezTo>
                  <a:cubicBezTo>
                    <a:pt x="227" y="43"/>
                    <a:pt x="226" y="44"/>
                    <a:pt x="224" y="45"/>
                  </a:cubicBezTo>
                  <a:cubicBezTo>
                    <a:pt x="222" y="46"/>
                    <a:pt x="219" y="48"/>
                    <a:pt x="216" y="49"/>
                  </a:cubicBezTo>
                  <a:cubicBezTo>
                    <a:pt x="213" y="50"/>
                    <a:pt x="210" y="50"/>
                    <a:pt x="207" y="49"/>
                  </a:cubicBezTo>
                  <a:cubicBezTo>
                    <a:pt x="206" y="48"/>
                    <a:pt x="205" y="47"/>
                    <a:pt x="206" y="46"/>
                  </a:cubicBezTo>
                  <a:cubicBezTo>
                    <a:pt x="206" y="46"/>
                    <a:pt x="207" y="44"/>
                    <a:pt x="208" y="44"/>
                  </a:cubicBezTo>
                  <a:cubicBezTo>
                    <a:pt x="208" y="44"/>
                    <a:pt x="208" y="45"/>
                    <a:pt x="208" y="46"/>
                  </a:cubicBezTo>
                  <a:cubicBezTo>
                    <a:pt x="210" y="42"/>
                    <a:pt x="211" y="39"/>
                    <a:pt x="209" y="35"/>
                  </a:cubicBezTo>
                  <a:cubicBezTo>
                    <a:pt x="208" y="34"/>
                    <a:pt x="206" y="36"/>
                    <a:pt x="205" y="36"/>
                  </a:cubicBezTo>
                  <a:cubicBezTo>
                    <a:pt x="204" y="37"/>
                    <a:pt x="204" y="36"/>
                    <a:pt x="203" y="36"/>
                  </a:cubicBezTo>
                  <a:cubicBezTo>
                    <a:pt x="202" y="35"/>
                    <a:pt x="204" y="34"/>
                    <a:pt x="204" y="34"/>
                  </a:cubicBezTo>
                  <a:cubicBezTo>
                    <a:pt x="208" y="30"/>
                    <a:pt x="205" y="26"/>
                    <a:pt x="201" y="25"/>
                  </a:cubicBezTo>
                  <a:cubicBezTo>
                    <a:pt x="198" y="24"/>
                    <a:pt x="198" y="25"/>
                    <a:pt x="196" y="26"/>
                  </a:cubicBezTo>
                  <a:cubicBezTo>
                    <a:pt x="196" y="27"/>
                    <a:pt x="196" y="27"/>
                    <a:pt x="196" y="28"/>
                  </a:cubicBezTo>
                  <a:cubicBezTo>
                    <a:pt x="196" y="29"/>
                    <a:pt x="194" y="28"/>
                    <a:pt x="193" y="28"/>
                  </a:cubicBezTo>
                  <a:cubicBezTo>
                    <a:pt x="192" y="28"/>
                    <a:pt x="190" y="36"/>
                    <a:pt x="190" y="37"/>
                  </a:cubicBezTo>
                  <a:cubicBezTo>
                    <a:pt x="191" y="42"/>
                    <a:pt x="192" y="45"/>
                    <a:pt x="188" y="47"/>
                  </a:cubicBezTo>
                  <a:cubicBezTo>
                    <a:pt x="188" y="48"/>
                    <a:pt x="185" y="49"/>
                    <a:pt x="185" y="48"/>
                  </a:cubicBezTo>
                  <a:cubicBezTo>
                    <a:pt x="185" y="46"/>
                    <a:pt x="184" y="44"/>
                    <a:pt x="184" y="42"/>
                  </a:cubicBezTo>
                  <a:cubicBezTo>
                    <a:pt x="184" y="41"/>
                    <a:pt x="186" y="30"/>
                    <a:pt x="186" y="30"/>
                  </a:cubicBezTo>
                  <a:cubicBezTo>
                    <a:pt x="185" y="30"/>
                    <a:pt x="183" y="32"/>
                    <a:pt x="183" y="31"/>
                  </a:cubicBezTo>
                  <a:cubicBezTo>
                    <a:pt x="183" y="30"/>
                    <a:pt x="186" y="26"/>
                    <a:pt x="187" y="25"/>
                  </a:cubicBezTo>
                  <a:cubicBezTo>
                    <a:pt x="188" y="23"/>
                    <a:pt x="191" y="23"/>
                    <a:pt x="193" y="22"/>
                  </a:cubicBezTo>
                  <a:cubicBezTo>
                    <a:pt x="196" y="22"/>
                    <a:pt x="199" y="23"/>
                    <a:pt x="202" y="23"/>
                  </a:cubicBezTo>
                  <a:cubicBezTo>
                    <a:pt x="205" y="23"/>
                    <a:pt x="201" y="20"/>
                    <a:pt x="199" y="20"/>
                  </a:cubicBezTo>
                  <a:cubicBezTo>
                    <a:pt x="197" y="20"/>
                    <a:pt x="199" y="17"/>
                    <a:pt x="196" y="17"/>
                  </a:cubicBezTo>
                  <a:cubicBezTo>
                    <a:pt x="194" y="18"/>
                    <a:pt x="192" y="19"/>
                    <a:pt x="189" y="19"/>
                  </a:cubicBezTo>
                  <a:cubicBezTo>
                    <a:pt x="187" y="19"/>
                    <a:pt x="185" y="17"/>
                    <a:pt x="183" y="16"/>
                  </a:cubicBezTo>
                  <a:cubicBezTo>
                    <a:pt x="183" y="16"/>
                    <a:pt x="180" y="16"/>
                    <a:pt x="181" y="15"/>
                  </a:cubicBezTo>
                  <a:cubicBezTo>
                    <a:pt x="182" y="15"/>
                    <a:pt x="184" y="14"/>
                    <a:pt x="184" y="13"/>
                  </a:cubicBezTo>
                  <a:cubicBezTo>
                    <a:pt x="184" y="13"/>
                    <a:pt x="176" y="16"/>
                    <a:pt x="175" y="16"/>
                  </a:cubicBezTo>
                  <a:cubicBezTo>
                    <a:pt x="174" y="17"/>
                    <a:pt x="173" y="18"/>
                    <a:pt x="172" y="18"/>
                  </a:cubicBezTo>
                  <a:cubicBezTo>
                    <a:pt x="170" y="18"/>
                    <a:pt x="170" y="16"/>
                    <a:pt x="168" y="16"/>
                  </a:cubicBezTo>
                  <a:cubicBezTo>
                    <a:pt x="167" y="16"/>
                    <a:pt x="162" y="18"/>
                    <a:pt x="165" y="15"/>
                  </a:cubicBezTo>
                  <a:cubicBezTo>
                    <a:pt x="168" y="13"/>
                    <a:pt x="171" y="11"/>
                    <a:pt x="174" y="9"/>
                  </a:cubicBezTo>
                  <a:cubicBezTo>
                    <a:pt x="172" y="9"/>
                    <a:pt x="170" y="7"/>
                    <a:pt x="168" y="9"/>
                  </a:cubicBezTo>
                  <a:cubicBezTo>
                    <a:pt x="165" y="10"/>
                    <a:pt x="164" y="8"/>
                    <a:pt x="161" y="7"/>
                  </a:cubicBezTo>
                  <a:cubicBezTo>
                    <a:pt x="160" y="7"/>
                    <a:pt x="159" y="6"/>
                    <a:pt x="158" y="5"/>
                  </a:cubicBezTo>
                  <a:cubicBezTo>
                    <a:pt x="156" y="5"/>
                    <a:pt x="155" y="6"/>
                    <a:pt x="153" y="6"/>
                  </a:cubicBezTo>
                  <a:cubicBezTo>
                    <a:pt x="152" y="5"/>
                    <a:pt x="150" y="5"/>
                    <a:pt x="150" y="3"/>
                  </a:cubicBezTo>
                  <a:cubicBezTo>
                    <a:pt x="150" y="3"/>
                    <a:pt x="148" y="0"/>
                    <a:pt x="148" y="1"/>
                  </a:cubicBezTo>
                  <a:cubicBezTo>
                    <a:pt x="147" y="1"/>
                    <a:pt x="148" y="4"/>
                    <a:pt x="147" y="4"/>
                  </a:cubicBezTo>
                  <a:cubicBezTo>
                    <a:pt x="146" y="4"/>
                    <a:pt x="145" y="4"/>
                    <a:pt x="145" y="4"/>
                  </a:cubicBezTo>
                  <a:cubicBezTo>
                    <a:pt x="142" y="4"/>
                    <a:pt x="139" y="4"/>
                    <a:pt x="136" y="4"/>
                  </a:cubicBezTo>
                  <a:cubicBezTo>
                    <a:pt x="125" y="4"/>
                    <a:pt x="115" y="4"/>
                    <a:pt x="105" y="4"/>
                  </a:cubicBezTo>
                  <a:cubicBezTo>
                    <a:pt x="80" y="4"/>
                    <a:pt x="55" y="4"/>
                    <a:pt x="30" y="4"/>
                  </a:cubicBezTo>
                  <a:cubicBezTo>
                    <a:pt x="24" y="4"/>
                    <a:pt x="17" y="4"/>
                    <a:pt x="11" y="4"/>
                  </a:cubicBezTo>
                  <a:cubicBezTo>
                    <a:pt x="12" y="5"/>
                    <a:pt x="14" y="13"/>
                    <a:pt x="11" y="14"/>
                  </a:cubicBezTo>
                  <a:cubicBezTo>
                    <a:pt x="9" y="14"/>
                    <a:pt x="8" y="14"/>
                    <a:pt x="10" y="12"/>
                  </a:cubicBezTo>
                  <a:cubicBezTo>
                    <a:pt x="12" y="9"/>
                    <a:pt x="9" y="9"/>
                    <a:pt x="7" y="9"/>
                  </a:cubicBezTo>
                  <a:cubicBezTo>
                    <a:pt x="5" y="9"/>
                    <a:pt x="2" y="7"/>
                    <a:pt x="1" y="7"/>
                  </a:cubicBezTo>
                  <a:cubicBezTo>
                    <a:pt x="0" y="8"/>
                    <a:pt x="2" y="12"/>
                    <a:pt x="2" y="12"/>
                  </a:cubicBezTo>
                  <a:cubicBezTo>
                    <a:pt x="3" y="15"/>
                    <a:pt x="4" y="16"/>
                    <a:pt x="4" y="18"/>
                  </a:cubicBezTo>
                  <a:cubicBezTo>
                    <a:pt x="4" y="19"/>
                    <a:pt x="7" y="21"/>
                    <a:pt x="8" y="21"/>
                  </a:cubicBezTo>
                  <a:cubicBezTo>
                    <a:pt x="7" y="21"/>
                    <a:pt x="6" y="21"/>
                    <a:pt x="5" y="22"/>
                  </a:cubicBezTo>
                  <a:cubicBezTo>
                    <a:pt x="4" y="23"/>
                    <a:pt x="5" y="24"/>
                    <a:pt x="5" y="25"/>
                  </a:cubicBezTo>
                  <a:cubicBezTo>
                    <a:pt x="5" y="28"/>
                    <a:pt x="5" y="30"/>
                    <a:pt x="4" y="32"/>
                  </a:cubicBezTo>
                  <a:cubicBezTo>
                    <a:pt x="4" y="35"/>
                    <a:pt x="3" y="37"/>
                    <a:pt x="2" y="40"/>
                  </a:cubicBezTo>
                  <a:cubicBezTo>
                    <a:pt x="1" y="43"/>
                    <a:pt x="3" y="46"/>
                    <a:pt x="4" y="49"/>
                  </a:cubicBezTo>
                  <a:cubicBezTo>
                    <a:pt x="4" y="52"/>
                    <a:pt x="3" y="54"/>
                    <a:pt x="3" y="56"/>
                  </a:cubicBezTo>
                  <a:cubicBezTo>
                    <a:pt x="3" y="57"/>
                    <a:pt x="4" y="58"/>
                    <a:pt x="4" y="59"/>
                  </a:cubicBezTo>
                  <a:cubicBezTo>
                    <a:pt x="5" y="60"/>
                    <a:pt x="5" y="62"/>
                    <a:pt x="5" y="63"/>
                  </a:cubicBezTo>
                  <a:cubicBezTo>
                    <a:pt x="6" y="66"/>
                    <a:pt x="9" y="67"/>
                    <a:pt x="10" y="70"/>
                  </a:cubicBezTo>
                  <a:cubicBezTo>
                    <a:pt x="11" y="72"/>
                    <a:pt x="11" y="71"/>
                    <a:pt x="12" y="70"/>
                  </a:cubicBezTo>
                  <a:cubicBezTo>
                    <a:pt x="12" y="70"/>
                    <a:pt x="13" y="73"/>
                    <a:pt x="13" y="73"/>
                  </a:cubicBezTo>
                  <a:cubicBezTo>
                    <a:pt x="13" y="73"/>
                    <a:pt x="12" y="72"/>
                    <a:pt x="12" y="73"/>
                  </a:cubicBezTo>
                  <a:cubicBezTo>
                    <a:pt x="12" y="74"/>
                    <a:pt x="12" y="75"/>
                    <a:pt x="13" y="76"/>
                  </a:cubicBezTo>
                  <a:cubicBezTo>
                    <a:pt x="14" y="76"/>
                    <a:pt x="14" y="76"/>
                    <a:pt x="15" y="77"/>
                  </a:cubicBezTo>
                  <a:cubicBezTo>
                    <a:pt x="16" y="78"/>
                    <a:pt x="14" y="79"/>
                    <a:pt x="15" y="80"/>
                  </a:cubicBezTo>
                  <a:cubicBezTo>
                    <a:pt x="17" y="83"/>
                    <a:pt x="21" y="85"/>
                    <a:pt x="21" y="88"/>
                  </a:cubicBezTo>
                  <a:cubicBezTo>
                    <a:pt x="22" y="90"/>
                    <a:pt x="23" y="90"/>
                    <a:pt x="25" y="91"/>
                  </a:cubicBezTo>
                  <a:cubicBezTo>
                    <a:pt x="27" y="92"/>
                    <a:pt x="29" y="93"/>
                    <a:pt x="31" y="93"/>
                  </a:cubicBezTo>
                  <a:cubicBezTo>
                    <a:pt x="33" y="93"/>
                    <a:pt x="35" y="95"/>
                    <a:pt x="36" y="96"/>
                  </a:cubicBezTo>
                  <a:cubicBezTo>
                    <a:pt x="36" y="97"/>
                    <a:pt x="40" y="101"/>
                    <a:pt x="39" y="102"/>
                  </a:cubicBezTo>
                  <a:cubicBezTo>
                    <a:pt x="43" y="101"/>
                    <a:pt x="48" y="100"/>
                    <a:pt x="52" y="101"/>
                  </a:cubicBezTo>
                  <a:cubicBezTo>
                    <a:pt x="58" y="103"/>
                    <a:pt x="63" y="106"/>
                    <a:pt x="68" y="108"/>
                  </a:cubicBezTo>
                  <a:close/>
                </a:path>
              </a:pathLst>
            </a:custGeom>
            <a:grpFill/>
            <a:ln w="9525"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95" name="Freeform 642">
              <a:extLst>
                <a:ext uri="{FF2B5EF4-FFF2-40B4-BE49-F238E27FC236}">
                  <a16:creationId xmlns:a16="http://schemas.microsoft.com/office/drawing/2014/main" id="{BC9C3D29-C5D0-B95C-5B65-F236E230BBAB}"/>
                </a:ext>
              </a:extLst>
            </p:cNvPr>
            <p:cNvSpPr>
              <a:spLocks noEditPoints="1"/>
            </p:cNvSpPr>
            <p:nvPr/>
          </p:nvSpPr>
          <p:spPr bwMode="auto">
            <a:xfrm>
              <a:off x="5133309" y="4907791"/>
              <a:ext cx="3984080" cy="2048308"/>
            </a:xfrm>
            <a:custGeom>
              <a:avLst/>
              <a:gdLst>
                <a:gd name="T0" fmla="*/ 255 w 427"/>
                <a:gd name="T1" fmla="*/ 181 h 219"/>
                <a:gd name="T2" fmla="*/ 299 w 427"/>
                <a:gd name="T3" fmla="*/ 195 h 219"/>
                <a:gd name="T4" fmla="*/ 296 w 427"/>
                <a:gd name="T5" fmla="*/ 215 h 219"/>
                <a:gd name="T6" fmla="*/ 332 w 427"/>
                <a:gd name="T7" fmla="*/ 200 h 219"/>
                <a:gd name="T8" fmla="*/ 366 w 427"/>
                <a:gd name="T9" fmla="*/ 196 h 219"/>
                <a:gd name="T10" fmla="*/ 383 w 427"/>
                <a:gd name="T11" fmla="*/ 200 h 219"/>
                <a:gd name="T12" fmla="*/ 391 w 427"/>
                <a:gd name="T13" fmla="*/ 201 h 219"/>
                <a:gd name="T14" fmla="*/ 380 w 427"/>
                <a:gd name="T15" fmla="*/ 188 h 219"/>
                <a:gd name="T16" fmla="*/ 382 w 427"/>
                <a:gd name="T17" fmla="*/ 176 h 219"/>
                <a:gd name="T18" fmla="*/ 354 w 427"/>
                <a:gd name="T19" fmla="*/ 180 h 219"/>
                <a:gd name="T20" fmla="*/ 414 w 427"/>
                <a:gd name="T21" fmla="*/ 160 h 219"/>
                <a:gd name="T22" fmla="*/ 417 w 427"/>
                <a:gd name="T23" fmla="*/ 144 h 219"/>
                <a:gd name="T24" fmla="*/ 415 w 427"/>
                <a:gd name="T25" fmla="*/ 139 h 219"/>
                <a:gd name="T26" fmla="*/ 394 w 427"/>
                <a:gd name="T27" fmla="*/ 126 h 219"/>
                <a:gd name="T28" fmla="*/ 390 w 427"/>
                <a:gd name="T29" fmla="*/ 110 h 219"/>
                <a:gd name="T30" fmla="*/ 378 w 427"/>
                <a:gd name="T31" fmla="*/ 104 h 219"/>
                <a:gd name="T32" fmla="*/ 364 w 427"/>
                <a:gd name="T33" fmla="*/ 112 h 219"/>
                <a:gd name="T34" fmla="*/ 356 w 427"/>
                <a:gd name="T35" fmla="*/ 107 h 219"/>
                <a:gd name="T36" fmla="*/ 342 w 427"/>
                <a:gd name="T37" fmla="*/ 85 h 219"/>
                <a:gd name="T38" fmla="*/ 314 w 427"/>
                <a:gd name="T39" fmla="*/ 91 h 219"/>
                <a:gd name="T40" fmla="*/ 320 w 427"/>
                <a:gd name="T41" fmla="*/ 116 h 219"/>
                <a:gd name="T42" fmla="*/ 306 w 427"/>
                <a:gd name="T43" fmla="*/ 159 h 219"/>
                <a:gd name="T44" fmla="*/ 292 w 427"/>
                <a:gd name="T45" fmla="*/ 135 h 219"/>
                <a:gd name="T46" fmla="*/ 250 w 427"/>
                <a:gd name="T47" fmla="*/ 119 h 219"/>
                <a:gd name="T48" fmla="*/ 237 w 427"/>
                <a:gd name="T49" fmla="*/ 86 h 219"/>
                <a:gd name="T50" fmla="*/ 246 w 427"/>
                <a:gd name="T51" fmla="*/ 77 h 219"/>
                <a:gd name="T52" fmla="*/ 246 w 427"/>
                <a:gd name="T53" fmla="*/ 70 h 219"/>
                <a:gd name="T54" fmla="*/ 263 w 427"/>
                <a:gd name="T55" fmla="*/ 58 h 219"/>
                <a:gd name="T56" fmla="*/ 276 w 427"/>
                <a:gd name="T57" fmla="*/ 48 h 219"/>
                <a:gd name="T58" fmla="*/ 293 w 427"/>
                <a:gd name="T59" fmla="*/ 36 h 219"/>
                <a:gd name="T60" fmla="*/ 276 w 427"/>
                <a:gd name="T61" fmla="*/ 23 h 219"/>
                <a:gd name="T62" fmla="*/ 262 w 427"/>
                <a:gd name="T63" fmla="*/ 35 h 219"/>
                <a:gd name="T64" fmla="*/ 252 w 427"/>
                <a:gd name="T65" fmla="*/ 23 h 219"/>
                <a:gd name="T66" fmla="*/ 241 w 427"/>
                <a:gd name="T67" fmla="*/ 10 h 219"/>
                <a:gd name="T68" fmla="*/ 223 w 427"/>
                <a:gd name="T69" fmla="*/ 6 h 219"/>
                <a:gd name="T70" fmla="*/ 232 w 427"/>
                <a:gd name="T71" fmla="*/ 27 h 219"/>
                <a:gd name="T72" fmla="*/ 226 w 427"/>
                <a:gd name="T73" fmla="*/ 40 h 219"/>
                <a:gd name="T74" fmla="*/ 218 w 427"/>
                <a:gd name="T75" fmla="*/ 37 h 219"/>
                <a:gd name="T76" fmla="*/ 164 w 427"/>
                <a:gd name="T77" fmla="*/ 29 h 219"/>
                <a:gd name="T78" fmla="*/ 166 w 427"/>
                <a:gd name="T79" fmla="*/ 41 h 219"/>
                <a:gd name="T80" fmla="*/ 160 w 427"/>
                <a:gd name="T81" fmla="*/ 40 h 219"/>
                <a:gd name="T82" fmla="*/ 133 w 427"/>
                <a:gd name="T83" fmla="*/ 30 h 219"/>
                <a:gd name="T84" fmla="*/ 83 w 427"/>
                <a:gd name="T85" fmla="*/ 23 h 219"/>
                <a:gd name="T86" fmla="*/ 71 w 427"/>
                <a:gd name="T87" fmla="*/ 18 h 219"/>
                <a:gd name="T88" fmla="*/ 50 w 427"/>
                <a:gd name="T89" fmla="*/ 24 h 219"/>
                <a:gd name="T90" fmla="*/ 49 w 427"/>
                <a:gd name="T91" fmla="*/ 22 h 219"/>
                <a:gd name="T92" fmla="*/ 29 w 427"/>
                <a:gd name="T93" fmla="*/ 23 h 219"/>
                <a:gd name="T94" fmla="*/ 21 w 427"/>
                <a:gd name="T95" fmla="*/ 28 h 219"/>
                <a:gd name="T96" fmla="*/ 3 w 427"/>
                <a:gd name="T97" fmla="*/ 97 h 219"/>
                <a:gd name="T98" fmla="*/ 40 w 427"/>
                <a:gd name="T99" fmla="*/ 116 h 219"/>
                <a:gd name="T100" fmla="*/ 53 w 427"/>
                <a:gd name="T101" fmla="*/ 141 h 219"/>
                <a:gd name="T102" fmla="*/ 62 w 427"/>
                <a:gd name="T103" fmla="*/ 150 h 219"/>
                <a:gd name="T104" fmla="*/ 67 w 427"/>
                <a:gd name="T105" fmla="*/ 160 h 219"/>
                <a:gd name="T106" fmla="*/ 80 w 427"/>
                <a:gd name="T107" fmla="*/ 166 h 219"/>
                <a:gd name="T108" fmla="*/ 133 w 427"/>
                <a:gd name="T109" fmla="*/ 176 h 219"/>
                <a:gd name="T110" fmla="*/ 97 w 427"/>
                <a:gd name="T111" fmla="*/ 57 h 219"/>
                <a:gd name="T112" fmla="*/ 87 w 427"/>
                <a:gd name="T113" fmla="*/ 51 h 219"/>
                <a:gd name="T114" fmla="*/ 113 w 427"/>
                <a:gd name="T115" fmla="*/ 49 h 219"/>
                <a:gd name="T116" fmla="*/ 142 w 427"/>
                <a:gd name="T117" fmla="*/ 85 h 219"/>
                <a:gd name="T118" fmla="*/ 131 w 427"/>
                <a:gd name="T119" fmla="*/ 85 h 219"/>
                <a:gd name="T120" fmla="*/ 160 w 427"/>
                <a:gd name="T121" fmla="*/ 78 h 219"/>
                <a:gd name="T122" fmla="*/ 210 w 427"/>
                <a:gd name="T123" fmla="*/ 150 h 219"/>
                <a:gd name="T124" fmla="*/ 222 w 427"/>
                <a:gd name="T125" fmla="*/ 165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7" h="219">
                  <a:moveTo>
                    <a:pt x="229" y="174"/>
                  </a:moveTo>
                  <a:cubicBezTo>
                    <a:pt x="229" y="174"/>
                    <a:pt x="229" y="173"/>
                    <a:pt x="229" y="173"/>
                  </a:cubicBezTo>
                  <a:cubicBezTo>
                    <a:pt x="229" y="173"/>
                    <a:pt x="232" y="177"/>
                    <a:pt x="232" y="177"/>
                  </a:cubicBezTo>
                  <a:cubicBezTo>
                    <a:pt x="234" y="177"/>
                    <a:pt x="235" y="178"/>
                    <a:pt x="236" y="178"/>
                  </a:cubicBezTo>
                  <a:cubicBezTo>
                    <a:pt x="238" y="178"/>
                    <a:pt x="238" y="177"/>
                    <a:pt x="239" y="178"/>
                  </a:cubicBezTo>
                  <a:cubicBezTo>
                    <a:pt x="242" y="179"/>
                    <a:pt x="244" y="180"/>
                    <a:pt x="246" y="181"/>
                  </a:cubicBezTo>
                  <a:cubicBezTo>
                    <a:pt x="247" y="182"/>
                    <a:pt x="248" y="181"/>
                    <a:pt x="249" y="181"/>
                  </a:cubicBezTo>
                  <a:cubicBezTo>
                    <a:pt x="250" y="180"/>
                    <a:pt x="251" y="180"/>
                    <a:pt x="252" y="180"/>
                  </a:cubicBezTo>
                  <a:cubicBezTo>
                    <a:pt x="253" y="180"/>
                    <a:pt x="254" y="181"/>
                    <a:pt x="255" y="181"/>
                  </a:cubicBezTo>
                  <a:cubicBezTo>
                    <a:pt x="257" y="181"/>
                    <a:pt x="258" y="180"/>
                    <a:pt x="259" y="179"/>
                  </a:cubicBezTo>
                  <a:cubicBezTo>
                    <a:pt x="260" y="178"/>
                    <a:pt x="263" y="175"/>
                    <a:pt x="264" y="175"/>
                  </a:cubicBezTo>
                  <a:cubicBezTo>
                    <a:pt x="264" y="175"/>
                    <a:pt x="265" y="176"/>
                    <a:pt x="265" y="176"/>
                  </a:cubicBezTo>
                  <a:cubicBezTo>
                    <a:pt x="267" y="176"/>
                    <a:pt x="268" y="176"/>
                    <a:pt x="269" y="176"/>
                  </a:cubicBezTo>
                  <a:cubicBezTo>
                    <a:pt x="273" y="176"/>
                    <a:pt x="272" y="179"/>
                    <a:pt x="274" y="181"/>
                  </a:cubicBezTo>
                  <a:cubicBezTo>
                    <a:pt x="275" y="182"/>
                    <a:pt x="279" y="181"/>
                    <a:pt x="279" y="183"/>
                  </a:cubicBezTo>
                  <a:cubicBezTo>
                    <a:pt x="279" y="185"/>
                    <a:pt x="280" y="187"/>
                    <a:pt x="281" y="189"/>
                  </a:cubicBezTo>
                  <a:cubicBezTo>
                    <a:pt x="281" y="194"/>
                    <a:pt x="290" y="193"/>
                    <a:pt x="293" y="194"/>
                  </a:cubicBezTo>
                  <a:cubicBezTo>
                    <a:pt x="295" y="194"/>
                    <a:pt x="298" y="194"/>
                    <a:pt x="299" y="195"/>
                  </a:cubicBezTo>
                  <a:cubicBezTo>
                    <a:pt x="300" y="196"/>
                    <a:pt x="305" y="201"/>
                    <a:pt x="304" y="201"/>
                  </a:cubicBezTo>
                  <a:cubicBezTo>
                    <a:pt x="302" y="203"/>
                    <a:pt x="302" y="203"/>
                    <a:pt x="300" y="202"/>
                  </a:cubicBezTo>
                  <a:cubicBezTo>
                    <a:pt x="299" y="201"/>
                    <a:pt x="295" y="199"/>
                    <a:pt x="295" y="199"/>
                  </a:cubicBezTo>
                  <a:cubicBezTo>
                    <a:pt x="295" y="200"/>
                    <a:pt x="298" y="201"/>
                    <a:pt x="297" y="203"/>
                  </a:cubicBezTo>
                  <a:cubicBezTo>
                    <a:pt x="296" y="204"/>
                    <a:pt x="295" y="206"/>
                    <a:pt x="295" y="207"/>
                  </a:cubicBezTo>
                  <a:cubicBezTo>
                    <a:pt x="295" y="209"/>
                    <a:pt x="295" y="210"/>
                    <a:pt x="294" y="211"/>
                  </a:cubicBezTo>
                  <a:cubicBezTo>
                    <a:pt x="294" y="212"/>
                    <a:pt x="291" y="213"/>
                    <a:pt x="291" y="213"/>
                  </a:cubicBezTo>
                  <a:cubicBezTo>
                    <a:pt x="290" y="214"/>
                    <a:pt x="287" y="219"/>
                    <a:pt x="291" y="219"/>
                  </a:cubicBezTo>
                  <a:cubicBezTo>
                    <a:pt x="292" y="219"/>
                    <a:pt x="294" y="217"/>
                    <a:pt x="296" y="215"/>
                  </a:cubicBezTo>
                  <a:cubicBezTo>
                    <a:pt x="298" y="214"/>
                    <a:pt x="299" y="216"/>
                    <a:pt x="301" y="215"/>
                  </a:cubicBezTo>
                  <a:cubicBezTo>
                    <a:pt x="304" y="215"/>
                    <a:pt x="305" y="213"/>
                    <a:pt x="308" y="213"/>
                  </a:cubicBezTo>
                  <a:cubicBezTo>
                    <a:pt x="308" y="211"/>
                    <a:pt x="308" y="212"/>
                    <a:pt x="306" y="211"/>
                  </a:cubicBezTo>
                  <a:cubicBezTo>
                    <a:pt x="305" y="211"/>
                    <a:pt x="305" y="210"/>
                    <a:pt x="306" y="210"/>
                  </a:cubicBezTo>
                  <a:cubicBezTo>
                    <a:pt x="307" y="208"/>
                    <a:pt x="308" y="207"/>
                    <a:pt x="311" y="207"/>
                  </a:cubicBezTo>
                  <a:cubicBezTo>
                    <a:pt x="312" y="207"/>
                    <a:pt x="315" y="205"/>
                    <a:pt x="317" y="206"/>
                  </a:cubicBezTo>
                  <a:cubicBezTo>
                    <a:pt x="319" y="207"/>
                    <a:pt x="320" y="203"/>
                    <a:pt x="322" y="206"/>
                  </a:cubicBezTo>
                  <a:cubicBezTo>
                    <a:pt x="324" y="204"/>
                    <a:pt x="325" y="203"/>
                    <a:pt x="327" y="201"/>
                  </a:cubicBezTo>
                  <a:cubicBezTo>
                    <a:pt x="329" y="200"/>
                    <a:pt x="330" y="200"/>
                    <a:pt x="332" y="200"/>
                  </a:cubicBezTo>
                  <a:cubicBezTo>
                    <a:pt x="335" y="200"/>
                    <a:pt x="339" y="200"/>
                    <a:pt x="342" y="200"/>
                  </a:cubicBezTo>
                  <a:cubicBezTo>
                    <a:pt x="345" y="200"/>
                    <a:pt x="346" y="201"/>
                    <a:pt x="347" y="199"/>
                  </a:cubicBezTo>
                  <a:cubicBezTo>
                    <a:pt x="348" y="198"/>
                    <a:pt x="349" y="199"/>
                    <a:pt x="350" y="198"/>
                  </a:cubicBezTo>
                  <a:cubicBezTo>
                    <a:pt x="351" y="196"/>
                    <a:pt x="352" y="195"/>
                    <a:pt x="352" y="193"/>
                  </a:cubicBezTo>
                  <a:cubicBezTo>
                    <a:pt x="353" y="191"/>
                    <a:pt x="353" y="190"/>
                    <a:pt x="354" y="188"/>
                  </a:cubicBezTo>
                  <a:cubicBezTo>
                    <a:pt x="355" y="187"/>
                    <a:pt x="356" y="186"/>
                    <a:pt x="357" y="185"/>
                  </a:cubicBezTo>
                  <a:cubicBezTo>
                    <a:pt x="358" y="184"/>
                    <a:pt x="359" y="187"/>
                    <a:pt x="361" y="186"/>
                  </a:cubicBezTo>
                  <a:cubicBezTo>
                    <a:pt x="363" y="184"/>
                    <a:pt x="365" y="187"/>
                    <a:pt x="365" y="189"/>
                  </a:cubicBezTo>
                  <a:cubicBezTo>
                    <a:pt x="365" y="190"/>
                    <a:pt x="364" y="196"/>
                    <a:pt x="366" y="196"/>
                  </a:cubicBezTo>
                  <a:cubicBezTo>
                    <a:pt x="367" y="197"/>
                    <a:pt x="368" y="199"/>
                    <a:pt x="369" y="201"/>
                  </a:cubicBezTo>
                  <a:cubicBezTo>
                    <a:pt x="370" y="199"/>
                    <a:pt x="381" y="196"/>
                    <a:pt x="381" y="196"/>
                  </a:cubicBezTo>
                  <a:cubicBezTo>
                    <a:pt x="381" y="195"/>
                    <a:pt x="380" y="195"/>
                    <a:pt x="380" y="194"/>
                  </a:cubicBezTo>
                  <a:cubicBezTo>
                    <a:pt x="380" y="194"/>
                    <a:pt x="382" y="196"/>
                    <a:pt x="382" y="196"/>
                  </a:cubicBezTo>
                  <a:cubicBezTo>
                    <a:pt x="382" y="197"/>
                    <a:pt x="380" y="197"/>
                    <a:pt x="380" y="197"/>
                  </a:cubicBezTo>
                  <a:cubicBezTo>
                    <a:pt x="380" y="197"/>
                    <a:pt x="386" y="198"/>
                    <a:pt x="386" y="198"/>
                  </a:cubicBezTo>
                  <a:cubicBezTo>
                    <a:pt x="386" y="198"/>
                    <a:pt x="386" y="198"/>
                    <a:pt x="386" y="198"/>
                  </a:cubicBezTo>
                  <a:cubicBezTo>
                    <a:pt x="386" y="198"/>
                    <a:pt x="386" y="199"/>
                    <a:pt x="386" y="199"/>
                  </a:cubicBezTo>
                  <a:cubicBezTo>
                    <a:pt x="385" y="199"/>
                    <a:pt x="384" y="199"/>
                    <a:pt x="383" y="200"/>
                  </a:cubicBezTo>
                  <a:cubicBezTo>
                    <a:pt x="383" y="201"/>
                    <a:pt x="382" y="198"/>
                    <a:pt x="382" y="198"/>
                  </a:cubicBezTo>
                  <a:cubicBezTo>
                    <a:pt x="381" y="198"/>
                    <a:pt x="381" y="199"/>
                    <a:pt x="381" y="199"/>
                  </a:cubicBezTo>
                  <a:cubicBezTo>
                    <a:pt x="381" y="199"/>
                    <a:pt x="381" y="198"/>
                    <a:pt x="380" y="199"/>
                  </a:cubicBezTo>
                  <a:cubicBezTo>
                    <a:pt x="379" y="200"/>
                    <a:pt x="378" y="200"/>
                    <a:pt x="377" y="201"/>
                  </a:cubicBezTo>
                  <a:cubicBezTo>
                    <a:pt x="375" y="202"/>
                    <a:pt x="371" y="205"/>
                    <a:pt x="373" y="208"/>
                  </a:cubicBezTo>
                  <a:cubicBezTo>
                    <a:pt x="376" y="210"/>
                    <a:pt x="378" y="208"/>
                    <a:pt x="379" y="207"/>
                  </a:cubicBezTo>
                  <a:cubicBezTo>
                    <a:pt x="380" y="206"/>
                    <a:pt x="384" y="203"/>
                    <a:pt x="384" y="202"/>
                  </a:cubicBezTo>
                  <a:cubicBezTo>
                    <a:pt x="384" y="203"/>
                    <a:pt x="386" y="204"/>
                    <a:pt x="387" y="203"/>
                  </a:cubicBezTo>
                  <a:cubicBezTo>
                    <a:pt x="387" y="202"/>
                    <a:pt x="390" y="201"/>
                    <a:pt x="391" y="201"/>
                  </a:cubicBezTo>
                  <a:cubicBezTo>
                    <a:pt x="393" y="200"/>
                    <a:pt x="395" y="199"/>
                    <a:pt x="397" y="199"/>
                  </a:cubicBezTo>
                  <a:cubicBezTo>
                    <a:pt x="398" y="199"/>
                    <a:pt x="398" y="199"/>
                    <a:pt x="398" y="198"/>
                  </a:cubicBezTo>
                  <a:cubicBezTo>
                    <a:pt x="397" y="197"/>
                    <a:pt x="398" y="197"/>
                    <a:pt x="398" y="197"/>
                  </a:cubicBezTo>
                  <a:cubicBezTo>
                    <a:pt x="398" y="196"/>
                    <a:pt x="396" y="197"/>
                    <a:pt x="395" y="196"/>
                  </a:cubicBezTo>
                  <a:cubicBezTo>
                    <a:pt x="394" y="196"/>
                    <a:pt x="395" y="194"/>
                    <a:pt x="393" y="196"/>
                  </a:cubicBezTo>
                  <a:cubicBezTo>
                    <a:pt x="391" y="197"/>
                    <a:pt x="387" y="196"/>
                    <a:pt x="385" y="195"/>
                  </a:cubicBezTo>
                  <a:cubicBezTo>
                    <a:pt x="384" y="195"/>
                    <a:pt x="385" y="193"/>
                    <a:pt x="384" y="193"/>
                  </a:cubicBezTo>
                  <a:cubicBezTo>
                    <a:pt x="384" y="193"/>
                    <a:pt x="382" y="193"/>
                    <a:pt x="381" y="192"/>
                  </a:cubicBezTo>
                  <a:cubicBezTo>
                    <a:pt x="380" y="192"/>
                    <a:pt x="380" y="189"/>
                    <a:pt x="380" y="188"/>
                  </a:cubicBezTo>
                  <a:cubicBezTo>
                    <a:pt x="380" y="187"/>
                    <a:pt x="378" y="188"/>
                    <a:pt x="377" y="187"/>
                  </a:cubicBezTo>
                  <a:cubicBezTo>
                    <a:pt x="377" y="187"/>
                    <a:pt x="379" y="185"/>
                    <a:pt x="379" y="185"/>
                  </a:cubicBezTo>
                  <a:cubicBezTo>
                    <a:pt x="380" y="184"/>
                    <a:pt x="380" y="181"/>
                    <a:pt x="378" y="181"/>
                  </a:cubicBezTo>
                  <a:cubicBezTo>
                    <a:pt x="378" y="181"/>
                    <a:pt x="376" y="185"/>
                    <a:pt x="375" y="183"/>
                  </a:cubicBezTo>
                  <a:cubicBezTo>
                    <a:pt x="375" y="181"/>
                    <a:pt x="374" y="182"/>
                    <a:pt x="373" y="181"/>
                  </a:cubicBezTo>
                  <a:cubicBezTo>
                    <a:pt x="373" y="180"/>
                    <a:pt x="376" y="181"/>
                    <a:pt x="376" y="181"/>
                  </a:cubicBezTo>
                  <a:cubicBezTo>
                    <a:pt x="378" y="181"/>
                    <a:pt x="379" y="180"/>
                    <a:pt x="380" y="180"/>
                  </a:cubicBezTo>
                  <a:cubicBezTo>
                    <a:pt x="381" y="179"/>
                    <a:pt x="382" y="179"/>
                    <a:pt x="383" y="179"/>
                  </a:cubicBezTo>
                  <a:cubicBezTo>
                    <a:pt x="384" y="178"/>
                    <a:pt x="382" y="176"/>
                    <a:pt x="382" y="176"/>
                  </a:cubicBezTo>
                  <a:cubicBezTo>
                    <a:pt x="382" y="176"/>
                    <a:pt x="383" y="176"/>
                    <a:pt x="383" y="176"/>
                  </a:cubicBezTo>
                  <a:cubicBezTo>
                    <a:pt x="383" y="176"/>
                    <a:pt x="379" y="174"/>
                    <a:pt x="379" y="174"/>
                  </a:cubicBezTo>
                  <a:cubicBezTo>
                    <a:pt x="377" y="173"/>
                    <a:pt x="375" y="173"/>
                    <a:pt x="373" y="174"/>
                  </a:cubicBezTo>
                  <a:cubicBezTo>
                    <a:pt x="369" y="175"/>
                    <a:pt x="366" y="176"/>
                    <a:pt x="363" y="178"/>
                  </a:cubicBezTo>
                  <a:cubicBezTo>
                    <a:pt x="360" y="179"/>
                    <a:pt x="358" y="181"/>
                    <a:pt x="355" y="183"/>
                  </a:cubicBezTo>
                  <a:cubicBezTo>
                    <a:pt x="354" y="184"/>
                    <a:pt x="353" y="185"/>
                    <a:pt x="352" y="187"/>
                  </a:cubicBezTo>
                  <a:cubicBezTo>
                    <a:pt x="352" y="187"/>
                    <a:pt x="348" y="189"/>
                    <a:pt x="348" y="189"/>
                  </a:cubicBezTo>
                  <a:cubicBezTo>
                    <a:pt x="348" y="188"/>
                    <a:pt x="353" y="184"/>
                    <a:pt x="354" y="183"/>
                  </a:cubicBezTo>
                  <a:cubicBezTo>
                    <a:pt x="354" y="182"/>
                    <a:pt x="355" y="181"/>
                    <a:pt x="354" y="180"/>
                  </a:cubicBezTo>
                  <a:cubicBezTo>
                    <a:pt x="353" y="180"/>
                    <a:pt x="351" y="179"/>
                    <a:pt x="350" y="179"/>
                  </a:cubicBezTo>
                  <a:cubicBezTo>
                    <a:pt x="351" y="179"/>
                    <a:pt x="353" y="180"/>
                    <a:pt x="354" y="180"/>
                  </a:cubicBezTo>
                  <a:cubicBezTo>
                    <a:pt x="356" y="181"/>
                    <a:pt x="358" y="178"/>
                    <a:pt x="359" y="177"/>
                  </a:cubicBezTo>
                  <a:cubicBezTo>
                    <a:pt x="360" y="176"/>
                    <a:pt x="361" y="174"/>
                    <a:pt x="363" y="173"/>
                  </a:cubicBezTo>
                  <a:cubicBezTo>
                    <a:pt x="365" y="173"/>
                    <a:pt x="367" y="174"/>
                    <a:pt x="368" y="172"/>
                  </a:cubicBezTo>
                  <a:cubicBezTo>
                    <a:pt x="369" y="168"/>
                    <a:pt x="371" y="167"/>
                    <a:pt x="375" y="167"/>
                  </a:cubicBezTo>
                  <a:cubicBezTo>
                    <a:pt x="379" y="167"/>
                    <a:pt x="383" y="167"/>
                    <a:pt x="387" y="167"/>
                  </a:cubicBezTo>
                  <a:cubicBezTo>
                    <a:pt x="394" y="167"/>
                    <a:pt x="404" y="169"/>
                    <a:pt x="409" y="163"/>
                  </a:cubicBezTo>
                  <a:cubicBezTo>
                    <a:pt x="411" y="161"/>
                    <a:pt x="412" y="160"/>
                    <a:pt x="414" y="160"/>
                  </a:cubicBezTo>
                  <a:cubicBezTo>
                    <a:pt x="416" y="160"/>
                    <a:pt x="418" y="160"/>
                    <a:pt x="421" y="158"/>
                  </a:cubicBezTo>
                  <a:cubicBezTo>
                    <a:pt x="422" y="158"/>
                    <a:pt x="425" y="156"/>
                    <a:pt x="425" y="155"/>
                  </a:cubicBezTo>
                  <a:cubicBezTo>
                    <a:pt x="427" y="152"/>
                    <a:pt x="422" y="153"/>
                    <a:pt x="422" y="152"/>
                  </a:cubicBezTo>
                  <a:cubicBezTo>
                    <a:pt x="422" y="151"/>
                    <a:pt x="424" y="151"/>
                    <a:pt x="424" y="151"/>
                  </a:cubicBezTo>
                  <a:cubicBezTo>
                    <a:pt x="425" y="150"/>
                    <a:pt x="424" y="149"/>
                    <a:pt x="424" y="148"/>
                  </a:cubicBezTo>
                  <a:cubicBezTo>
                    <a:pt x="424" y="148"/>
                    <a:pt x="425" y="147"/>
                    <a:pt x="425" y="147"/>
                  </a:cubicBezTo>
                  <a:cubicBezTo>
                    <a:pt x="425" y="146"/>
                    <a:pt x="423" y="145"/>
                    <a:pt x="423" y="145"/>
                  </a:cubicBezTo>
                  <a:cubicBezTo>
                    <a:pt x="422" y="144"/>
                    <a:pt x="421" y="144"/>
                    <a:pt x="421" y="143"/>
                  </a:cubicBezTo>
                  <a:cubicBezTo>
                    <a:pt x="420" y="143"/>
                    <a:pt x="418" y="146"/>
                    <a:pt x="417" y="144"/>
                  </a:cubicBezTo>
                  <a:cubicBezTo>
                    <a:pt x="417" y="144"/>
                    <a:pt x="419" y="143"/>
                    <a:pt x="418" y="143"/>
                  </a:cubicBezTo>
                  <a:cubicBezTo>
                    <a:pt x="418" y="142"/>
                    <a:pt x="417" y="141"/>
                    <a:pt x="416" y="141"/>
                  </a:cubicBezTo>
                  <a:cubicBezTo>
                    <a:pt x="415" y="140"/>
                    <a:pt x="411" y="141"/>
                    <a:pt x="410" y="142"/>
                  </a:cubicBezTo>
                  <a:cubicBezTo>
                    <a:pt x="409" y="144"/>
                    <a:pt x="406" y="145"/>
                    <a:pt x="404" y="146"/>
                  </a:cubicBezTo>
                  <a:cubicBezTo>
                    <a:pt x="403" y="146"/>
                    <a:pt x="400" y="144"/>
                    <a:pt x="400" y="143"/>
                  </a:cubicBezTo>
                  <a:cubicBezTo>
                    <a:pt x="400" y="142"/>
                    <a:pt x="403" y="145"/>
                    <a:pt x="403" y="145"/>
                  </a:cubicBezTo>
                  <a:cubicBezTo>
                    <a:pt x="404" y="145"/>
                    <a:pt x="408" y="142"/>
                    <a:pt x="408" y="142"/>
                  </a:cubicBezTo>
                  <a:cubicBezTo>
                    <a:pt x="408" y="142"/>
                    <a:pt x="406" y="141"/>
                    <a:pt x="406" y="141"/>
                  </a:cubicBezTo>
                  <a:cubicBezTo>
                    <a:pt x="409" y="140"/>
                    <a:pt x="412" y="140"/>
                    <a:pt x="415" y="139"/>
                  </a:cubicBezTo>
                  <a:cubicBezTo>
                    <a:pt x="415" y="139"/>
                    <a:pt x="417" y="138"/>
                    <a:pt x="416" y="137"/>
                  </a:cubicBezTo>
                  <a:cubicBezTo>
                    <a:pt x="416" y="137"/>
                    <a:pt x="414" y="135"/>
                    <a:pt x="414" y="135"/>
                  </a:cubicBezTo>
                  <a:cubicBezTo>
                    <a:pt x="412" y="136"/>
                    <a:pt x="410" y="136"/>
                    <a:pt x="409" y="134"/>
                  </a:cubicBezTo>
                  <a:cubicBezTo>
                    <a:pt x="408" y="134"/>
                    <a:pt x="404" y="137"/>
                    <a:pt x="404" y="136"/>
                  </a:cubicBezTo>
                  <a:cubicBezTo>
                    <a:pt x="404" y="136"/>
                    <a:pt x="407" y="133"/>
                    <a:pt x="404" y="134"/>
                  </a:cubicBezTo>
                  <a:cubicBezTo>
                    <a:pt x="404" y="134"/>
                    <a:pt x="400" y="135"/>
                    <a:pt x="400" y="135"/>
                  </a:cubicBezTo>
                  <a:cubicBezTo>
                    <a:pt x="401" y="133"/>
                    <a:pt x="404" y="133"/>
                    <a:pt x="402" y="130"/>
                  </a:cubicBezTo>
                  <a:cubicBezTo>
                    <a:pt x="402" y="130"/>
                    <a:pt x="398" y="128"/>
                    <a:pt x="398" y="128"/>
                  </a:cubicBezTo>
                  <a:cubicBezTo>
                    <a:pt x="396" y="128"/>
                    <a:pt x="396" y="126"/>
                    <a:pt x="394" y="126"/>
                  </a:cubicBezTo>
                  <a:cubicBezTo>
                    <a:pt x="395" y="126"/>
                    <a:pt x="392" y="122"/>
                    <a:pt x="392" y="122"/>
                  </a:cubicBezTo>
                  <a:cubicBezTo>
                    <a:pt x="392" y="122"/>
                    <a:pt x="393" y="123"/>
                    <a:pt x="394" y="123"/>
                  </a:cubicBezTo>
                  <a:cubicBezTo>
                    <a:pt x="395" y="124"/>
                    <a:pt x="395" y="122"/>
                    <a:pt x="396" y="122"/>
                  </a:cubicBezTo>
                  <a:cubicBezTo>
                    <a:pt x="400" y="121"/>
                    <a:pt x="393" y="118"/>
                    <a:pt x="392" y="117"/>
                  </a:cubicBezTo>
                  <a:cubicBezTo>
                    <a:pt x="392" y="118"/>
                    <a:pt x="394" y="116"/>
                    <a:pt x="394" y="116"/>
                  </a:cubicBezTo>
                  <a:cubicBezTo>
                    <a:pt x="395" y="115"/>
                    <a:pt x="393" y="115"/>
                    <a:pt x="392" y="114"/>
                  </a:cubicBezTo>
                  <a:cubicBezTo>
                    <a:pt x="392" y="114"/>
                    <a:pt x="391" y="113"/>
                    <a:pt x="390" y="113"/>
                  </a:cubicBezTo>
                  <a:cubicBezTo>
                    <a:pt x="390" y="113"/>
                    <a:pt x="388" y="113"/>
                    <a:pt x="388" y="113"/>
                  </a:cubicBezTo>
                  <a:cubicBezTo>
                    <a:pt x="389" y="112"/>
                    <a:pt x="391" y="113"/>
                    <a:pt x="390" y="110"/>
                  </a:cubicBezTo>
                  <a:cubicBezTo>
                    <a:pt x="389" y="110"/>
                    <a:pt x="386" y="111"/>
                    <a:pt x="386" y="111"/>
                  </a:cubicBezTo>
                  <a:cubicBezTo>
                    <a:pt x="386" y="110"/>
                    <a:pt x="389" y="110"/>
                    <a:pt x="388" y="108"/>
                  </a:cubicBezTo>
                  <a:cubicBezTo>
                    <a:pt x="388" y="107"/>
                    <a:pt x="388" y="106"/>
                    <a:pt x="387" y="105"/>
                  </a:cubicBezTo>
                  <a:cubicBezTo>
                    <a:pt x="387" y="105"/>
                    <a:pt x="386" y="106"/>
                    <a:pt x="386" y="105"/>
                  </a:cubicBezTo>
                  <a:cubicBezTo>
                    <a:pt x="386" y="106"/>
                    <a:pt x="384" y="102"/>
                    <a:pt x="384" y="102"/>
                  </a:cubicBezTo>
                  <a:cubicBezTo>
                    <a:pt x="383" y="100"/>
                    <a:pt x="382" y="99"/>
                    <a:pt x="382" y="98"/>
                  </a:cubicBezTo>
                  <a:cubicBezTo>
                    <a:pt x="381" y="96"/>
                    <a:pt x="381" y="94"/>
                    <a:pt x="379" y="97"/>
                  </a:cubicBezTo>
                  <a:cubicBezTo>
                    <a:pt x="379" y="97"/>
                    <a:pt x="378" y="101"/>
                    <a:pt x="379" y="100"/>
                  </a:cubicBezTo>
                  <a:cubicBezTo>
                    <a:pt x="375" y="101"/>
                    <a:pt x="377" y="101"/>
                    <a:pt x="378" y="104"/>
                  </a:cubicBezTo>
                  <a:cubicBezTo>
                    <a:pt x="378" y="103"/>
                    <a:pt x="377" y="103"/>
                    <a:pt x="377" y="104"/>
                  </a:cubicBezTo>
                  <a:cubicBezTo>
                    <a:pt x="376" y="104"/>
                    <a:pt x="376" y="104"/>
                    <a:pt x="375" y="105"/>
                  </a:cubicBezTo>
                  <a:cubicBezTo>
                    <a:pt x="375" y="105"/>
                    <a:pt x="377" y="106"/>
                    <a:pt x="377" y="106"/>
                  </a:cubicBezTo>
                  <a:cubicBezTo>
                    <a:pt x="376" y="107"/>
                    <a:pt x="374" y="106"/>
                    <a:pt x="374" y="107"/>
                  </a:cubicBezTo>
                  <a:cubicBezTo>
                    <a:pt x="373" y="108"/>
                    <a:pt x="375" y="110"/>
                    <a:pt x="373" y="111"/>
                  </a:cubicBezTo>
                  <a:cubicBezTo>
                    <a:pt x="374" y="111"/>
                    <a:pt x="372" y="107"/>
                    <a:pt x="370" y="109"/>
                  </a:cubicBezTo>
                  <a:cubicBezTo>
                    <a:pt x="370" y="110"/>
                    <a:pt x="366" y="113"/>
                    <a:pt x="366" y="113"/>
                  </a:cubicBezTo>
                  <a:cubicBezTo>
                    <a:pt x="365" y="113"/>
                    <a:pt x="365" y="112"/>
                    <a:pt x="365" y="111"/>
                  </a:cubicBezTo>
                  <a:cubicBezTo>
                    <a:pt x="364" y="111"/>
                    <a:pt x="364" y="112"/>
                    <a:pt x="364" y="112"/>
                  </a:cubicBezTo>
                  <a:cubicBezTo>
                    <a:pt x="363" y="111"/>
                    <a:pt x="364" y="111"/>
                    <a:pt x="364" y="110"/>
                  </a:cubicBezTo>
                  <a:cubicBezTo>
                    <a:pt x="364" y="111"/>
                    <a:pt x="357" y="116"/>
                    <a:pt x="357" y="115"/>
                  </a:cubicBezTo>
                  <a:cubicBezTo>
                    <a:pt x="356" y="114"/>
                    <a:pt x="360" y="113"/>
                    <a:pt x="361" y="113"/>
                  </a:cubicBezTo>
                  <a:cubicBezTo>
                    <a:pt x="363" y="111"/>
                    <a:pt x="363" y="110"/>
                    <a:pt x="362" y="108"/>
                  </a:cubicBezTo>
                  <a:cubicBezTo>
                    <a:pt x="361" y="107"/>
                    <a:pt x="358" y="107"/>
                    <a:pt x="357" y="107"/>
                  </a:cubicBezTo>
                  <a:cubicBezTo>
                    <a:pt x="356" y="107"/>
                    <a:pt x="356" y="108"/>
                    <a:pt x="356" y="108"/>
                  </a:cubicBezTo>
                  <a:cubicBezTo>
                    <a:pt x="355" y="110"/>
                    <a:pt x="353" y="108"/>
                    <a:pt x="352" y="108"/>
                  </a:cubicBezTo>
                  <a:cubicBezTo>
                    <a:pt x="353" y="108"/>
                    <a:pt x="355" y="106"/>
                    <a:pt x="355" y="106"/>
                  </a:cubicBezTo>
                  <a:cubicBezTo>
                    <a:pt x="355" y="106"/>
                    <a:pt x="356" y="107"/>
                    <a:pt x="356" y="107"/>
                  </a:cubicBezTo>
                  <a:cubicBezTo>
                    <a:pt x="355" y="107"/>
                    <a:pt x="357" y="105"/>
                    <a:pt x="357" y="105"/>
                  </a:cubicBezTo>
                  <a:cubicBezTo>
                    <a:pt x="358" y="103"/>
                    <a:pt x="356" y="104"/>
                    <a:pt x="355" y="103"/>
                  </a:cubicBezTo>
                  <a:cubicBezTo>
                    <a:pt x="355" y="103"/>
                    <a:pt x="356" y="98"/>
                    <a:pt x="354" y="99"/>
                  </a:cubicBezTo>
                  <a:cubicBezTo>
                    <a:pt x="355" y="98"/>
                    <a:pt x="356" y="98"/>
                    <a:pt x="355" y="96"/>
                  </a:cubicBezTo>
                  <a:cubicBezTo>
                    <a:pt x="353" y="95"/>
                    <a:pt x="357" y="94"/>
                    <a:pt x="356" y="92"/>
                  </a:cubicBezTo>
                  <a:cubicBezTo>
                    <a:pt x="356" y="91"/>
                    <a:pt x="354" y="93"/>
                    <a:pt x="353" y="92"/>
                  </a:cubicBezTo>
                  <a:cubicBezTo>
                    <a:pt x="352" y="91"/>
                    <a:pt x="350" y="91"/>
                    <a:pt x="349" y="91"/>
                  </a:cubicBezTo>
                  <a:cubicBezTo>
                    <a:pt x="347" y="90"/>
                    <a:pt x="346" y="90"/>
                    <a:pt x="345" y="88"/>
                  </a:cubicBezTo>
                  <a:cubicBezTo>
                    <a:pt x="345" y="86"/>
                    <a:pt x="342" y="87"/>
                    <a:pt x="342" y="85"/>
                  </a:cubicBezTo>
                  <a:cubicBezTo>
                    <a:pt x="342" y="84"/>
                    <a:pt x="340" y="85"/>
                    <a:pt x="340" y="85"/>
                  </a:cubicBezTo>
                  <a:cubicBezTo>
                    <a:pt x="341" y="83"/>
                    <a:pt x="339" y="83"/>
                    <a:pt x="338" y="82"/>
                  </a:cubicBezTo>
                  <a:cubicBezTo>
                    <a:pt x="336" y="81"/>
                    <a:pt x="336" y="80"/>
                    <a:pt x="334" y="81"/>
                  </a:cubicBezTo>
                  <a:cubicBezTo>
                    <a:pt x="332" y="82"/>
                    <a:pt x="331" y="83"/>
                    <a:pt x="329" y="82"/>
                  </a:cubicBezTo>
                  <a:cubicBezTo>
                    <a:pt x="327" y="81"/>
                    <a:pt x="326" y="83"/>
                    <a:pt x="324" y="82"/>
                  </a:cubicBezTo>
                  <a:cubicBezTo>
                    <a:pt x="322" y="80"/>
                    <a:pt x="320" y="80"/>
                    <a:pt x="318" y="80"/>
                  </a:cubicBezTo>
                  <a:cubicBezTo>
                    <a:pt x="316" y="80"/>
                    <a:pt x="314" y="80"/>
                    <a:pt x="313" y="82"/>
                  </a:cubicBezTo>
                  <a:cubicBezTo>
                    <a:pt x="312" y="84"/>
                    <a:pt x="315" y="85"/>
                    <a:pt x="315" y="86"/>
                  </a:cubicBezTo>
                  <a:cubicBezTo>
                    <a:pt x="316" y="87"/>
                    <a:pt x="315" y="90"/>
                    <a:pt x="314" y="91"/>
                  </a:cubicBezTo>
                  <a:cubicBezTo>
                    <a:pt x="314" y="92"/>
                    <a:pt x="314" y="91"/>
                    <a:pt x="313" y="92"/>
                  </a:cubicBezTo>
                  <a:cubicBezTo>
                    <a:pt x="313" y="92"/>
                    <a:pt x="315" y="94"/>
                    <a:pt x="315" y="94"/>
                  </a:cubicBezTo>
                  <a:cubicBezTo>
                    <a:pt x="315" y="96"/>
                    <a:pt x="316" y="98"/>
                    <a:pt x="316" y="99"/>
                  </a:cubicBezTo>
                  <a:cubicBezTo>
                    <a:pt x="316" y="100"/>
                    <a:pt x="316" y="100"/>
                    <a:pt x="316" y="101"/>
                  </a:cubicBezTo>
                  <a:cubicBezTo>
                    <a:pt x="316" y="102"/>
                    <a:pt x="315" y="101"/>
                    <a:pt x="315" y="101"/>
                  </a:cubicBezTo>
                  <a:cubicBezTo>
                    <a:pt x="314" y="102"/>
                    <a:pt x="314" y="104"/>
                    <a:pt x="314" y="104"/>
                  </a:cubicBezTo>
                  <a:cubicBezTo>
                    <a:pt x="313" y="105"/>
                    <a:pt x="312" y="106"/>
                    <a:pt x="312" y="107"/>
                  </a:cubicBezTo>
                  <a:cubicBezTo>
                    <a:pt x="311" y="109"/>
                    <a:pt x="311" y="109"/>
                    <a:pt x="312" y="110"/>
                  </a:cubicBezTo>
                  <a:cubicBezTo>
                    <a:pt x="315" y="112"/>
                    <a:pt x="318" y="114"/>
                    <a:pt x="320" y="116"/>
                  </a:cubicBezTo>
                  <a:cubicBezTo>
                    <a:pt x="321" y="119"/>
                    <a:pt x="322" y="124"/>
                    <a:pt x="321" y="127"/>
                  </a:cubicBezTo>
                  <a:cubicBezTo>
                    <a:pt x="319" y="131"/>
                    <a:pt x="313" y="133"/>
                    <a:pt x="310" y="135"/>
                  </a:cubicBezTo>
                  <a:cubicBezTo>
                    <a:pt x="309" y="136"/>
                    <a:pt x="308" y="136"/>
                    <a:pt x="307" y="137"/>
                  </a:cubicBezTo>
                  <a:cubicBezTo>
                    <a:pt x="304" y="138"/>
                    <a:pt x="308" y="141"/>
                    <a:pt x="308" y="143"/>
                  </a:cubicBezTo>
                  <a:cubicBezTo>
                    <a:pt x="308" y="143"/>
                    <a:pt x="309" y="145"/>
                    <a:pt x="309" y="146"/>
                  </a:cubicBezTo>
                  <a:cubicBezTo>
                    <a:pt x="309" y="148"/>
                    <a:pt x="309" y="149"/>
                    <a:pt x="310" y="151"/>
                  </a:cubicBezTo>
                  <a:cubicBezTo>
                    <a:pt x="311" y="153"/>
                    <a:pt x="311" y="154"/>
                    <a:pt x="309" y="156"/>
                  </a:cubicBezTo>
                  <a:cubicBezTo>
                    <a:pt x="309" y="156"/>
                    <a:pt x="310" y="160"/>
                    <a:pt x="309" y="161"/>
                  </a:cubicBezTo>
                  <a:cubicBezTo>
                    <a:pt x="308" y="161"/>
                    <a:pt x="307" y="157"/>
                    <a:pt x="306" y="159"/>
                  </a:cubicBezTo>
                  <a:cubicBezTo>
                    <a:pt x="305" y="161"/>
                    <a:pt x="307" y="164"/>
                    <a:pt x="307" y="164"/>
                  </a:cubicBezTo>
                  <a:cubicBezTo>
                    <a:pt x="307" y="163"/>
                    <a:pt x="301" y="158"/>
                    <a:pt x="298" y="161"/>
                  </a:cubicBezTo>
                  <a:cubicBezTo>
                    <a:pt x="299" y="160"/>
                    <a:pt x="302" y="159"/>
                    <a:pt x="300" y="157"/>
                  </a:cubicBezTo>
                  <a:cubicBezTo>
                    <a:pt x="299" y="156"/>
                    <a:pt x="298" y="155"/>
                    <a:pt x="297" y="155"/>
                  </a:cubicBezTo>
                  <a:cubicBezTo>
                    <a:pt x="297" y="154"/>
                    <a:pt x="295" y="154"/>
                    <a:pt x="294" y="154"/>
                  </a:cubicBezTo>
                  <a:cubicBezTo>
                    <a:pt x="294" y="153"/>
                    <a:pt x="295" y="153"/>
                    <a:pt x="294" y="151"/>
                  </a:cubicBezTo>
                  <a:cubicBezTo>
                    <a:pt x="293" y="150"/>
                    <a:pt x="292" y="148"/>
                    <a:pt x="293" y="146"/>
                  </a:cubicBezTo>
                  <a:cubicBezTo>
                    <a:pt x="294" y="143"/>
                    <a:pt x="291" y="142"/>
                    <a:pt x="291" y="140"/>
                  </a:cubicBezTo>
                  <a:cubicBezTo>
                    <a:pt x="291" y="138"/>
                    <a:pt x="293" y="137"/>
                    <a:pt x="292" y="135"/>
                  </a:cubicBezTo>
                  <a:cubicBezTo>
                    <a:pt x="290" y="133"/>
                    <a:pt x="286" y="133"/>
                    <a:pt x="283" y="133"/>
                  </a:cubicBezTo>
                  <a:cubicBezTo>
                    <a:pt x="282" y="133"/>
                    <a:pt x="281" y="133"/>
                    <a:pt x="279" y="133"/>
                  </a:cubicBezTo>
                  <a:cubicBezTo>
                    <a:pt x="279" y="133"/>
                    <a:pt x="277" y="135"/>
                    <a:pt x="277" y="135"/>
                  </a:cubicBezTo>
                  <a:cubicBezTo>
                    <a:pt x="277" y="134"/>
                    <a:pt x="278" y="134"/>
                    <a:pt x="277" y="133"/>
                  </a:cubicBezTo>
                  <a:cubicBezTo>
                    <a:pt x="277" y="132"/>
                    <a:pt x="276" y="131"/>
                    <a:pt x="275" y="131"/>
                  </a:cubicBezTo>
                  <a:cubicBezTo>
                    <a:pt x="273" y="130"/>
                    <a:pt x="271" y="130"/>
                    <a:pt x="269" y="129"/>
                  </a:cubicBezTo>
                  <a:cubicBezTo>
                    <a:pt x="266" y="128"/>
                    <a:pt x="264" y="125"/>
                    <a:pt x="261" y="123"/>
                  </a:cubicBezTo>
                  <a:cubicBezTo>
                    <a:pt x="259" y="122"/>
                    <a:pt x="257" y="121"/>
                    <a:pt x="256" y="121"/>
                  </a:cubicBezTo>
                  <a:cubicBezTo>
                    <a:pt x="254" y="121"/>
                    <a:pt x="252" y="119"/>
                    <a:pt x="250" y="119"/>
                  </a:cubicBezTo>
                  <a:cubicBezTo>
                    <a:pt x="249" y="119"/>
                    <a:pt x="240" y="121"/>
                    <a:pt x="240" y="121"/>
                  </a:cubicBezTo>
                  <a:cubicBezTo>
                    <a:pt x="240" y="120"/>
                    <a:pt x="241" y="120"/>
                    <a:pt x="242" y="119"/>
                  </a:cubicBezTo>
                  <a:cubicBezTo>
                    <a:pt x="242" y="118"/>
                    <a:pt x="241" y="117"/>
                    <a:pt x="241" y="117"/>
                  </a:cubicBezTo>
                  <a:cubicBezTo>
                    <a:pt x="240" y="114"/>
                    <a:pt x="239" y="112"/>
                    <a:pt x="238" y="110"/>
                  </a:cubicBezTo>
                  <a:cubicBezTo>
                    <a:pt x="237" y="108"/>
                    <a:pt x="236" y="108"/>
                    <a:pt x="234" y="108"/>
                  </a:cubicBezTo>
                  <a:cubicBezTo>
                    <a:pt x="231" y="108"/>
                    <a:pt x="230" y="108"/>
                    <a:pt x="230" y="105"/>
                  </a:cubicBezTo>
                  <a:cubicBezTo>
                    <a:pt x="231" y="103"/>
                    <a:pt x="230" y="100"/>
                    <a:pt x="230" y="98"/>
                  </a:cubicBezTo>
                  <a:cubicBezTo>
                    <a:pt x="231" y="95"/>
                    <a:pt x="233" y="93"/>
                    <a:pt x="234" y="90"/>
                  </a:cubicBezTo>
                  <a:cubicBezTo>
                    <a:pt x="235" y="88"/>
                    <a:pt x="235" y="87"/>
                    <a:pt x="237" y="86"/>
                  </a:cubicBezTo>
                  <a:cubicBezTo>
                    <a:pt x="238" y="86"/>
                    <a:pt x="237" y="85"/>
                    <a:pt x="237" y="84"/>
                  </a:cubicBezTo>
                  <a:cubicBezTo>
                    <a:pt x="238" y="84"/>
                    <a:pt x="240" y="82"/>
                    <a:pt x="240" y="82"/>
                  </a:cubicBezTo>
                  <a:cubicBezTo>
                    <a:pt x="240" y="82"/>
                    <a:pt x="240" y="82"/>
                    <a:pt x="239" y="81"/>
                  </a:cubicBezTo>
                  <a:cubicBezTo>
                    <a:pt x="239" y="81"/>
                    <a:pt x="240" y="81"/>
                    <a:pt x="240" y="81"/>
                  </a:cubicBezTo>
                  <a:cubicBezTo>
                    <a:pt x="240" y="79"/>
                    <a:pt x="242" y="80"/>
                    <a:pt x="243" y="80"/>
                  </a:cubicBezTo>
                  <a:cubicBezTo>
                    <a:pt x="244" y="80"/>
                    <a:pt x="244" y="79"/>
                    <a:pt x="244" y="79"/>
                  </a:cubicBezTo>
                  <a:cubicBezTo>
                    <a:pt x="245" y="77"/>
                    <a:pt x="243" y="78"/>
                    <a:pt x="242" y="77"/>
                  </a:cubicBezTo>
                  <a:cubicBezTo>
                    <a:pt x="242" y="77"/>
                    <a:pt x="244" y="77"/>
                    <a:pt x="244" y="77"/>
                  </a:cubicBezTo>
                  <a:cubicBezTo>
                    <a:pt x="245" y="76"/>
                    <a:pt x="246" y="77"/>
                    <a:pt x="246" y="77"/>
                  </a:cubicBezTo>
                  <a:cubicBezTo>
                    <a:pt x="248" y="79"/>
                    <a:pt x="248" y="77"/>
                    <a:pt x="250" y="76"/>
                  </a:cubicBezTo>
                  <a:cubicBezTo>
                    <a:pt x="252" y="74"/>
                    <a:pt x="248" y="72"/>
                    <a:pt x="246" y="71"/>
                  </a:cubicBezTo>
                  <a:cubicBezTo>
                    <a:pt x="245" y="71"/>
                    <a:pt x="241" y="72"/>
                    <a:pt x="241" y="72"/>
                  </a:cubicBezTo>
                  <a:cubicBezTo>
                    <a:pt x="240" y="70"/>
                    <a:pt x="243" y="70"/>
                    <a:pt x="240" y="69"/>
                  </a:cubicBezTo>
                  <a:cubicBezTo>
                    <a:pt x="239" y="69"/>
                    <a:pt x="234" y="69"/>
                    <a:pt x="234" y="68"/>
                  </a:cubicBezTo>
                  <a:cubicBezTo>
                    <a:pt x="234" y="67"/>
                    <a:pt x="236" y="67"/>
                    <a:pt x="236" y="67"/>
                  </a:cubicBezTo>
                  <a:cubicBezTo>
                    <a:pt x="237" y="66"/>
                    <a:pt x="237" y="67"/>
                    <a:pt x="238" y="67"/>
                  </a:cubicBezTo>
                  <a:cubicBezTo>
                    <a:pt x="237" y="68"/>
                    <a:pt x="240" y="68"/>
                    <a:pt x="240" y="68"/>
                  </a:cubicBezTo>
                  <a:cubicBezTo>
                    <a:pt x="242" y="68"/>
                    <a:pt x="245" y="70"/>
                    <a:pt x="246" y="70"/>
                  </a:cubicBezTo>
                  <a:cubicBezTo>
                    <a:pt x="247" y="70"/>
                    <a:pt x="248" y="71"/>
                    <a:pt x="249" y="71"/>
                  </a:cubicBezTo>
                  <a:cubicBezTo>
                    <a:pt x="251" y="72"/>
                    <a:pt x="250" y="71"/>
                    <a:pt x="251" y="71"/>
                  </a:cubicBezTo>
                  <a:cubicBezTo>
                    <a:pt x="252" y="71"/>
                    <a:pt x="255" y="71"/>
                    <a:pt x="254" y="70"/>
                  </a:cubicBezTo>
                  <a:cubicBezTo>
                    <a:pt x="253" y="69"/>
                    <a:pt x="254" y="67"/>
                    <a:pt x="255" y="66"/>
                  </a:cubicBezTo>
                  <a:cubicBezTo>
                    <a:pt x="255" y="67"/>
                    <a:pt x="258" y="68"/>
                    <a:pt x="258" y="68"/>
                  </a:cubicBezTo>
                  <a:cubicBezTo>
                    <a:pt x="260" y="68"/>
                    <a:pt x="261" y="68"/>
                    <a:pt x="263" y="67"/>
                  </a:cubicBezTo>
                  <a:cubicBezTo>
                    <a:pt x="264" y="66"/>
                    <a:pt x="265" y="64"/>
                    <a:pt x="266" y="63"/>
                  </a:cubicBezTo>
                  <a:cubicBezTo>
                    <a:pt x="267" y="62"/>
                    <a:pt x="269" y="61"/>
                    <a:pt x="268" y="59"/>
                  </a:cubicBezTo>
                  <a:cubicBezTo>
                    <a:pt x="267" y="57"/>
                    <a:pt x="264" y="58"/>
                    <a:pt x="263" y="58"/>
                  </a:cubicBezTo>
                  <a:cubicBezTo>
                    <a:pt x="260" y="58"/>
                    <a:pt x="258" y="57"/>
                    <a:pt x="256" y="56"/>
                  </a:cubicBezTo>
                  <a:cubicBezTo>
                    <a:pt x="255" y="55"/>
                    <a:pt x="254" y="54"/>
                    <a:pt x="252" y="53"/>
                  </a:cubicBezTo>
                  <a:cubicBezTo>
                    <a:pt x="252" y="53"/>
                    <a:pt x="247" y="53"/>
                    <a:pt x="247" y="53"/>
                  </a:cubicBezTo>
                  <a:cubicBezTo>
                    <a:pt x="247" y="52"/>
                    <a:pt x="252" y="53"/>
                    <a:pt x="253" y="53"/>
                  </a:cubicBezTo>
                  <a:cubicBezTo>
                    <a:pt x="255" y="53"/>
                    <a:pt x="255" y="52"/>
                    <a:pt x="257" y="53"/>
                  </a:cubicBezTo>
                  <a:cubicBezTo>
                    <a:pt x="261" y="55"/>
                    <a:pt x="265" y="59"/>
                    <a:pt x="269" y="56"/>
                  </a:cubicBezTo>
                  <a:cubicBezTo>
                    <a:pt x="271" y="54"/>
                    <a:pt x="272" y="53"/>
                    <a:pt x="273" y="51"/>
                  </a:cubicBezTo>
                  <a:cubicBezTo>
                    <a:pt x="274" y="50"/>
                    <a:pt x="268" y="49"/>
                    <a:pt x="271" y="47"/>
                  </a:cubicBezTo>
                  <a:cubicBezTo>
                    <a:pt x="272" y="47"/>
                    <a:pt x="275" y="47"/>
                    <a:pt x="276" y="48"/>
                  </a:cubicBezTo>
                  <a:cubicBezTo>
                    <a:pt x="279" y="48"/>
                    <a:pt x="279" y="50"/>
                    <a:pt x="282" y="48"/>
                  </a:cubicBezTo>
                  <a:cubicBezTo>
                    <a:pt x="282" y="48"/>
                    <a:pt x="285" y="49"/>
                    <a:pt x="284" y="47"/>
                  </a:cubicBezTo>
                  <a:cubicBezTo>
                    <a:pt x="283" y="46"/>
                    <a:pt x="279" y="44"/>
                    <a:pt x="278" y="44"/>
                  </a:cubicBezTo>
                  <a:cubicBezTo>
                    <a:pt x="280" y="43"/>
                    <a:pt x="282" y="45"/>
                    <a:pt x="284" y="45"/>
                  </a:cubicBezTo>
                  <a:cubicBezTo>
                    <a:pt x="285" y="45"/>
                    <a:pt x="287" y="50"/>
                    <a:pt x="289" y="49"/>
                  </a:cubicBezTo>
                  <a:cubicBezTo>
                    <a:pt x="289" y="49"/>
                    <a:pt x="288" y="48"/>
                    <a:pt x="288" y="48"/>
                  </a:cubicBezTo>
                  <a:cubicBezTo>
                    <a:pt x="289" y="47"/>
                    <a:pt x="290" y="47"/>
                    <a:pt x="292" y="46"/>
                  </a:cubicBezTo>
                  <a:cubicBezTo>
                    <a:pt x="293" y="45"/>
                    <a:pt x="296" y="42"/>
                    <a:pt x="297" y="41"/>
                  </a:cubicBezTo>
                  <a:cubicBezTo>
                    <a:pt x="297" y="38"/>
                    <a:pt x="295" y="38"/>
                    <a:pt x="293" y="36"/>
                  </a:cubicBezTo>
                  <a:cubicBezTo>
                    <a:pt x="293" y="36"/>
                    <a:pt x="290" y="30"/>
                    <a:pt x="290" y="31"/>
                  </a:cubicBezTo>
                  <a:cubicBezTo>
                    <a:pt x="291" y="30"/>
                    <a:pt x="295" y="30"/>
                    <a:pt x="296" y="30"/>
                  </a:cubicBezTo>
                  <a:cubicBezTo>
                    <a:pt x="299" y="29"/>
                    <a:pt x="294" y="28"/>
                    <a:pt x="294" y="27"/>
                  </a:cubicBezTo>
                  <a:cubicBezTo>
                    <a:pt x="293" y="26"/>
                    <a:pt x="297" y="26"/>
                    <a:pt x="297" y="25"/>
                  </a:cubicBezTo>
                  <a:cubicBezTo>
                    <a:pt x="297" y="25"/>
                    <a:pt x="287" y="21"/>
                    <a:pt x="287" y="21"/>
                  </a:cubicBezTo>
                  <a:cubicBezTo>
                    <a:pt x="288" y="21"/>
                    <a:pt x="290" y="20"/>
                    <a:pt x="291" y="20"/>
                  </a:cubicBezTo>
                  <a:cubicBezTo>
                    <a:pt x="288" y="20"/>
                    <a:pt x="285" y="19"/>
                    <a:pt x="282" y="19"/>
                  </a:cubicBezTo>
                  <a:cubicBezTo>
                    <a:pt x="280" y="19"/>
                    <a:pt x="277" y="20"/>
                    <a:pt x="276" y="19"/>
                  </a:cubicBezTo>
                  <a:cubicBezTo>
                    <a:pt x="278" y="20"/>
                    <a:pt x="275" y="21"/>
                    <a:pt x="276" y="23"/>
                  </a:cubicBezTo>
                  <a:cubicBezTo>
                    <a:pt x="277" y="24"/>
                    <a:pt x="280" y="25"/>
                    <a:pt x="280" y="26"/>
                  </a:cubicBezTo>
                  <a:cubicBezTo>
                    <a:pt x="280" y="26"/>
                    <a:pt x="278" y="27"/>
                    <a:pt x="278" y="27"/>
                  </a:cubicBezTo>
                  <a:cubicBezTo>
                    <a:pt x="278" y="27"/>
                    <a:pt x="280" y="28"/>
                    <a:pt x="279" y="28"/>
                  </a:cubicBezTo>
                  <a:cubicBezTo>
                    <a:pt x="277" y="29"/>
                    <a:pt x="276" y="27"/>
                    <a:pt x="275" y="31"/>
                  </a:cubicBezTo>
                  <a:cubicBezTo>
                    <a:pt x="274" y="33"/>
                    <a:pt x="274" y="35"/>
                    <a:pt x="273" y="37"/>
                  </a:cubicBezTo>
                  <a:cubicBezTo>
                    <a:pt x="272" y="37"/>
                    <a:pt x="271" y="38"/>
                    <a:pt x="271" y="39"/>
                  </a:cubicBezTo>
                  <a:cubicBezTo>
                    <a:pt x="271" y="40"/>
                    <a:pt x="270" y="40"/>
                    <a:pt x="270" y="41"/>
                  </a:cubicBezTo>
                  <a:cubicBezTo>
                    <a:pt x="267" y="42"/>
                    <a:pt x="268" y="43"/>
                    <a:pt x="266" y="40"/>
                  </a:cubicBezTo>
                  <a:cubicBezTo>
                    <a:pt x="265" y="39"/>
                    <a:pt x="262" y="37"/>
                    <a:pt x="262" y="35"/>
                  </a:cubicBezTo>
                  <a:cubicBezTo>
                    <a:pt x="262" y="35"/>
                    <a:pt x="262" y="32"/>
                    <a:pt x="263" y="32"/>
                  </a:cubicBezTo>
                  <a:cubicBezTo>
                    <a:pt x="263" y="32"/>
                    <a:pt x="265" y="33"/>
                    <a:pt x="265" y="31"/>
                  </a:cubicBezTo>
                  <a:cubicBezTo>
                    <a:pt x="264" y="29"/>
                    <a:pt x="264" y="28"/>
                    <a:pt x="262" y="26"/>
                  </a:cubicBezTo>
                  <a:cubicBezTo>
                    <a:pt x="260" y="25"/>
                    <a:pt x="258" y="23"/>
                    <a:pt x="256" y="25"/>
                  </a:cubicBezTo>
                  <a:cubicBezTo>
                    <a:pt x="255" y="26"/>
                    <a:pt x="255" y="28"/>
                    <a:pt x="255" y="30"/>
                  </a:cubicBezTo>
                  <a:cubicBezTo>
                    <a:pt x="255" y="31"/>
                    <a:pt x="251" y="31"/>
                    <a:pt x="251" y="30"/>
                  </a:cubicBezTo>
                  <a:cubicBezTo>
                    <a:pt x="251" y="29"/>
                    <a:pt x="251" y="26"/>
                    <a:pt x="250" y="25"/>
                  </a:cubicBezTo>
                  <a:cubicBezTo>
                    <a:pt x="246" y="22"/>
                    <a:pt x="251" y="25"/>
                    <a:pt x="251" y="24"/>
                  </a:cubicBezTo>
                  <a:cubicBezTo>
                    <a:pt x="252" y="24"/>
                    <a:pt x="253" y="23"/>
                    <a:pt x="252" y="23"/>
                  </a:cubicBezTo>
                  <a:cubicBezTo>
                    <a:pt x="252" y="22"/>
                    <a:pt x="251" y="21"/>
                    <a:pt x="250" y="22"/>
                  </a:cubicBezTo>
                  <a:cubicBezTo>
                    <a:pt x="249" y="23"/>
                    <a:pt x="249" y="21"/>
                    <a:pt x="248" y="21"/>
                  </a:cubicBezTo>
                  <a:cubicBezTo>
                    <a:pt x="247" y="20"/>
                    <a:pt x="246" y="22"/>
                    <a:pt x="245" y="21"/>
                  </a:cubicBezTo>
                  <a:cubicBezTo>
                    <a:pt x="243" y="20"/>
                    <a:pt x="242" y="21"/>
                    <a:pt x="243" y="18"/>
                  </a:cubicBezTo>
                  <a:cubicBezTo>
                    <a:pt x="243" y="18"/>
                    <a:pt x="243" y="18"/>
                    <a:pt x="244" y="18"/>
                  </a:cubicBezTo>
                  <a:cubicBezTo>
                    <a:pt x="244" y="17"/>
                    <a:pt x="244" y="17"/>
                    <a:pt x="244" y="16"/>
                  </a:cubicBezTo>
                  <a:cubicBezTo>
                    <a:pt x="245" y="16"/>
                    <a:pt x="245" y="16"/>
                    <a:pt x="246" y="16"/>
                  </a:cubicBezTo>
                  <a:cubicBezTo>
                    <a:pt x="245" y="16"/>
                    <a:pt x="244" y="13"/>
                    <a:pt x="244" y="13"/>
                  </a:cubicBezTo>
                  <a:cubicBezTo>
                    <a:pt x="243" y="11"/>
                    <a:pt x="241" y="11"/>
                    <a:pt x="241" y="10"/>
                  </a:cubicBezTo>
                  <a:cubicBezTo>
                    <a:pt x="239" y="9"/>
                    <a:pt x="240" y="9"/>
                    <a:pt x="239" y="7"/>
                  </a:cubicBezTo>
                  <a:cubicBezTo>
                    <a:pt x="239" y="5"/>
                    <a:pt x="237" y="4"/>
                    <a:pt x="237" y="3"/>
                  </a:cubicBezTo>
                  <a:cubicBezTo>
                    <a:pt x="236" y="1"/>
                    <a:pt x="234" y="1"/>
                    <a:pt x="232" y="1"/>
                  </a:cubicBezTo>
                  <a:cubicBezTo>
                    <a:pt x="231" y="1"/>
                    <a:pt x="232" y="0"/>
                    <a:pt x="230" y="0"/>
                  </a:cubicBezTo>
                  <a:cubicBezTo>
                    <a:pt x="229" y="0"/>
                    <a:pt x="228" y="0"/>
                    <a:pt x="228" y="2"/>
                  </a:cubicBezTo>
                  <a:cubicBezTo>
                    <a:pt x="228" y="2"/>
                    <a:pt x="225" y="3"/>
                    <a:pt x="225" y="3"/>
                  </a:cubicBezTo>
                  <a:cubicBezTo>
                    <a:pt x="226" y="3"/>
                    <a:pt x="228" y="3"/>
                    <a:pt x="228" y="4"/>
                  </a:cubicBezTo>
                  <a:cubicBezTo>
                    <a:pt x="228" y="4"/>
                    <a:pt x="226" y="5"/>
                    <a:pt x="226" y="5"/>
                  </a:cubicBezTo>
                  <a:cubicBezTo>
                    <a:pt x="225" y="6"/>
                    <a:pt x="224" y="4"/>
                    <a:pt x="223" y="6"/>
                  </a:cubicBezTo>
                  <a:cubicBezTo>
                    <a:pt x="222" y="6"/>
                    <a:pt x="221" y="9"/>
                    <a:pt x="221" y="10"/>
                  </a:cubicBezTo>
                  <a:cubicBezTo>
                    <a:pt x="222" y="10"/>
                    <a:pt x="224" y="10"/>
                    <a:pt x="225" y="11"/>
                  </a:cubicBezTo>
                  <a:cubicBezTo>
                    <a:pt x="224" y="10"/>
                    <a:pt x="222" y="14"/>
                    <a:pt x="222" y="15"/>
                  </a:cubicBezTo>
                  <a:cubicBezTo>
                    <a:pt x="222" y="16"/>
                    <a:pt x="224" y="18"/>
                    <a:pt x="225" y="19"/>
                  </a:cubicBezTo>
                  <a:cubicBezTo>
                    <a:pt x="226" y="19"/>
                    <a:pt x="228" y="21"/>
                    <a:pt x="229" y="21"/>
                  </a:cubicBezTo>
                  <a:cubicBezTo>
                    <a:pt x="231" y="20"/>
                    <a:pt x="231" y="20"/>
                    <a:pt x="232" y="21"/>
                  </a:cubicBezTo>
                  <a:cubicBezTo>
                    <a:pt x="233" y="21"/>
                    <a:pt x="235" y="23"/>
                    <a:pt x="235" y="23"/>
                  </a:cubicBezTo>
                  <a:cubicBezTo>
                    <a:pt x="234" y="24"/>
                    <a:pt x="233" y="22"/>
                    <a:pt x="233" y="24"/>
                  </a:cubicBezTo>
                  <a:cubicBezTo>
                    <a:pt x="233" y="26"/>
                    <a:pt x="232" y="26"/>
                    <a:pt x="232" y="27"/>
                  </a:cubicBezTo>
                  <a:cubicBezTo>
                    <a:pt x="231" y="29"/>
                    <a:pt x="233" y="29"/>
                    <a:pt x="234" y="28"/>
                  </a:cubicBezTo>
                  <a:cubicBezTo>
                    <a:pt x="234" y="28"/>
                    <a:pt x="236" y="25"/>
                    <a:pt x="236" y="26"/>
                  </a:cubicBezTo>
                  <a:cubicBezTo>
                    <a:pt x="237" y="27"/>
                    <a:pt x="236" y="29"/>
                    <a:pt x="236" y="30"/>
                  </a:cubicBezTo>
                  <a:cubicBezTo>
                    <a:pt x="235" y="31"/>
                    <a:pt x="234" y="31"/>
                    <a:pt x="233" y="31"/>
                  </a:cubicBezTo>
                  <a:cubicBezTo>
                    <a:pt x="233" y="32"/>
                    <a:pt x="233" y="33"/>
                    <a:pt x="232" y="34"/>
                  </a:cubicBezTo>
                  <a:cubicBezTo>
                    <a:pt x="231" y="34"/>
                    <a:pt x="229" y="34"/>
                    <a:pt x="228" y="35"/>
                  </a:cubicBezTo>
                  <a:cubicBezTo>
                    <a:pt x="227" y="35"/>
                    <a:pt x="226" y="37"/>
                    <a:pt x="226" y="37"/>
                  </a:cubicBezTo>
                  <a:cubicBezTo>
                    <a:pt x="227" y="38"/>
                    <a:pt x="228" y="39"/>
                    <a:pt x="228" y="41"/>
                  </a:cubicBezTo>
                  <a:cubicBezTo>
                    <a:pt x="228" y="42"/>
                    <a:pt x="227" y="41"/>
                    <a:pt x="226" y="40"/>
                  </a:cubicBezTo>
                  <a:cubicBezTo>
                    <a:pt x="226" y="40"/>
                    <a:pt x="225" y="40"/>
                    <a:pt x="225" y="41"/>
                  </a:cubicBezTo>
                  <a:cubicBezTo>
                    <a:pt x="224" y="41"/>
                    <a:pt x="222" y="40"/>
                    <a:pt x="222" y="39"/>
                  </a:cubicBezTo>
                  <a:cubicBezTo>
                    <a:pt x="222" y="38"/>
                    <a:pt x="224" y="35"/>
                    <a:pt x="224" y="34"/>
                  </a:cubicBezTo>
                  <a:cubicBezTo>
                    <a:pt x="225" y="32"/>
                    <a:pt x="222" y="34"/>
                    <a:pt x="222" y="34"/>
                  </a:cubicBezTo>
                  <a:cubicBezTo>
                    <a:pt x="221" y="34"/>
                    <a:pt x="218" y="32"/>
                    <a:pt x="217" y="31"/>
                  </a:cubicBezTo>
                  <a:cubicBezTo>
                    <a:pt x="215" y="30"/>
                    <a:pt x="216" y="32"/>
                    <a:pt x="214" y="32"/>
                  </a:cubicBezTo>
                  <a:cubicBezTo>
                    <a:pt x="213" y="32"/>
                    <a:pt x="210" y="31"/>
                    <a:pt x="212" y="33"/>
                  </a:cubicBezTo>
                  <a:cubicBezTo>
                    <a:pt x="213" y="34"/>
                    <a:pt x="213" y="35"/>
                    <a:pt x="215" y="35"/>
                  </a:cubicBezTo>
                  <a:cubicBezTo>
                    <a:pt x="216" y="35"/>
                    <a:pt x="218" y="35"/>
                    <a:pt x="218" y="37"/>
                  </a:cubicBezTo>
                  <a:cubicBezTo>
                    <a:pt x="220" y="41"/>
                    <a:pt x="214" y="36"/>
                    <a:pt x="213" y="35"/>
                  </a:cubicBezTo>
                  <a:cubicBezTo>
                    <a:pt x="211" y="35"/>
                    <a:pt x="211" y="37"/>
                    <a:pt x="209" y="37"/>
                  </a:cubicBezTo>
                  <a:cubicBezTo>
                    <a:pt x="207" y="37"/>
                    <a:pt x="206" y="36"/>
                    <a:pt x="204" y="36"/>
                  </a:cubicBezTo>
                  <a:cubicBezTo>
                    <a:pt x="200" y="37"/>
                    <a:pt x="197" y="37"/>
                    <a:pt x="193" y="37"/>
                  </a:cubicBezTo>
                  <a:cubicBezTo>
                    <a:pt x="190" y="36"/>
                    <a:pt x="186" y="34"/>
                    <a:pt x="182" y="33"/>
                  </a:cubicBezTo>
                  <a:cubicBezTo>
                    <a:pt x="181" y="33"/>
                    <a:pt x="179" y="33"/>
                    <a:pt x="178" y="32"/>
                  </a:cubicBezTo>
                  <a:cubicBezTo>
                    <a:pt x="177" y="30"/>
                    <a:pt x="177" y="28"/>
                    <a:pt x="176" y="28"/>
                  </a:cubicBezTo>
                  <a:cubicBezTo>
                    <a:pt x="174" y="27"/>
                    <a:pt x="172" y="28"/>
                    <a:pt x="171" y="28"/>
                  </a:cubicBezTo>
                  <a:cubicBezTo>
                    <a:pt x="168" y="29"/>
                    <a:pt x="166" y="29"/>
                    <a:pt x="164" y="29"/>
                  </a:cubicBezTo>
                  <a:cubicBezTo>
                    <a:pt x="163" y="30"/>
                    <a:pt x="161" y="31"/>
                    <a:pt x="161" y="32"/>
                  </a:cubicBezTo>
                  <a:cubicBezTo>
                    <a:pt x="161" y="32"/>
                    <a:pt x="165" y="34"/>
                    <a:pt x="166" y="34"/>
                  </a:cubicBezTo>
                  <a:cubicBezTo>
                    <a:pt x="166" y="34"/>
                    <a:pt x="165" y="31"/>
                    <a:pt x="167" y="32"/>
                  </a:cubicBezTo>
                  <a:cubicBezTo>
                    <a:pt x="168" y="32"/>
                    <a:pt x="168" y="33"/>
                    <a:pt x="169" y="32"/>
                  </a:cubicBezTo>
                  <a:cubicBezTo>
                    <a:pt x="170" y="32"/>
                    <a:pt x="176" y="28"/>
                    <a:pt x="176" y="30"/>
                  </a:cubicBezTo>
                  <a:cubicBezTo>
                    <a:pt x="176" y="31"/>
                    <a:pt x="173" y="32"/>
                    <a:pt x="172" y="33"/>
                  </a:cubicBezTo>
                  <a:cubicBezTo>
                    <a:pt x="171" y="34"/>
                    <a:pt x="169" y="34"/>
                    <a:pt x="167" y="34"/>
                  </a:cubicBezTo>
                  <a:cubicBezTo>
                    <a:pt x="166" y="35"/>
                    <a:pt x="163" y="37"/>
                    <a:pt x="165" y="38"/>
                  </a:cubicBezTo>
                  <a:cubicBezTo>
                    <a:pt x="167" y="38"/>
                    <a:pt x="167" y="39"/>
                    <a:pt x="166" y="41"/>
                  </a:cubicBezTo>
                  <a:cubicBezTo>
                    <a:pt x="166" y="42"/>
                    <a:pt x="168" y="42"/>
                    <a:pt x="168" y="43"/>
                  </a:cubicBezTo>
                  <a:cubicBezTo>
                    <a:pt x="169" y="44"/>
                    <a:pt x="169" y="46"/>
                    <a:pt x="167" y="44"/>
                  </a:cubicBezTo>
                  <a:cubicBezTo>
                    <a:pt x="165" y="42"/>
                    <a:pt x="167" y="46"/>
                    <a:pt x="166" y="45"/>
                  </a:cubicBezTo>
                  <a:cubicBezTo>
                    <a:pt x="165" y="45"/>
                    <a:pt x="163" y="42"/>
                    <a:pt x="162" y="43"/>
                  </a:cubicBezTo>
                  <a:cubicBezTo>
                    <a:pt x="164" y="42"/>
                    <a:pt x="167" y="43"/>
                    <a:pt x="164" y="41"/>
                  </a:cubicBezTo>
                  <a:cubicBezTo>
                    <a:pt x="165" y="41"/>
                    <a:pt x="166" y="40"/>
                    <a:pt x="164" y="39"/>
                  </a:cubicBezTo>
                  <a:cubicBezTo>
                    <a:pt x="166" y="40"/>
                    <a:pt x="161" y="40"/>
                    <a:pt x="162" y="40"/>
                  </a:cubicBezTo>
                  <a:cubicBezTo>
                    <a:pt x="162" y="39"/>
                    <a:pt x="162" y="39"/>
                    <a:pt x="163" y="39"/>
                  </a:cubicBezTo>
                  <a:cubicBezTo>
                    <a:pt x="163" y="38"/>
                    <a:pt x="160" y="40"/>
                    <a:pt x="160" y="40"/>
                  </a:cubicBezTo>
                  <a:cubicBezTo>
                    <a:pt x="159" y="40"/>
                    <a:pt x="160" y="38"/>
                    <a:pt x="159" y="37"/>
                  </a:cubicBezTo>
                  <a:cubicBezTo>
                    <a:pt x="159" y="37"/>
                    <a:pt x="157" y="37"/>
                    <a:pt x="157" y="37"/>
                  </a:cubicBezTo>
                  <a:cubicBezTo>
                    <a:pt x="155" y="37"/>
                    <a:pt x="155" y="34"/>
                    <a:pt x="153" y="35"/>
                  </a:cubicBezTo>
                  <a:cubicBezTo>
                    <a:pt x="151" y="37"/>
                    <a:pt x="150" y="37"/>
                    <a:pt x="147" y="37"/>
                  </a:cubicBezTo>
                  <a:cubicBezTo>
                    <a:pt x="143" y="37"/>
                    <a:pt x="140" y="37"/>
                    <a:pt x="136" y="37"/>
                  </a:cubicBezTo>
                  <a:cubicBezTo>
                    <a:pt x="135" y="37"/>
                    <a:pt x="128" y="37"/>
                    <a:pt x="128" y="36"/>
                  </a:cubicBezTo>
                  <a:cubicBezTo>
                    <a:pt x="127" y="36"/>
                    <a:pt x="130" y="34"/>
                    <a:pt x="131" y="33"/>
                  </a:cubicBezTo>
                  <a:cubicBezTo>
                    <a:pt x="132" y="32"/>
                    <a:pt x="133" y="33"/>
                    <a:pt x="135" y="33"/>
                  </a:cubicBezTo>
                  <a:cubicBezTo>
                    <a:pt x="136" y="32"/>
                    <a:pt x="133" y="30"/>
                    <a:pt x="133" y="30"/>
                  </a:cubicBezTo>
                  <a:cubicBezTo>
                    <a:pt x="131" y="28"/>
                    <a:pt x="130" y="28"/>
                    <a:pt x="128" y="27"/>
                  </a:cubicBezTo>
                  <a:cubicBezTo>
                    <a:pt x="127" y="27"/>
                    <a:pt x="126" y="26"/>
                    <a:pt x="125" y="27"/>
                  </a:cubicBezTo>
                  <a:cubicBezTo>
                    <a:pt x="124" y="28"/>
                    <a:pt x="123" y="29"/>
                    <a:pt x="122" y="28"/>
                  </a:cubicBezTo>
                  <a:cubicBezTo>
                    <a:pt x="119" y="26"/>
                    <a:pt x="116" y="26"/>
                    <a:pt x="113" y="25"/>
                  </a:cubicBezTo>
                  <a:cubicBezTo>
                    <a:pt x="109" y="24"/>
                    <a:pt x="106" y="24"/>
                    <a:pt x="102" y="22"/>
                  </a:cubicBezTo>
                  <a:cubicBezTo>
                    <a:pt x="99" y="20"/>
                    <a:pt x="97" y="19"/>
                    <a:pt x="93" y="19"/>
                  </a:cubicBezTo>
                  <a:cubicBezTo>
                    <a:pt x="92" y="19"/>
                    <a:pt x="91" y="19"/>
                    <a:pt x="90" y="20"/>
                  </a:cubicBezTo>
                  <a:cubicBezTo>
                    <a:pt x="89" y="21"/>
                    <a:pt x="88" y="23"/>
                    <a:pt x="87" y="23"/>
                  </a:cubicBezTo>
                  <a:cubicBezTo>
                    <a:pt x="86" y="23"/>
                    <a:pt x="83" y="24"/>
                    <a:pt x="83" y="23"/>
                  </a:cubicBezTo>
                  <a:cubicBezTo>
                    <a:pt x="83" y="22"/>
                    <a:pt x="85" y="21"/>
                    <a:pt x="85" y="20"/>
                  </a:cubicBezTo>
                  <a:cubicBezTo>
                    <a:pt x="85" y="20"/>
                    <a:pt x="82" y="21"/>
                    <a:pt x="82" y="20"/>
                  </a:cubicBezTo>
                  <a:cubicBezTo>
                    <a:pt x="83" y="19"/>
                    <a:pt x="83" y="18"/>
                    <a:pt x="82" y="17"/>
                  </a:cubicBezTo>
                  <a:cubicBezTo>
                    <a:pt x="82" y="15"/>
                    <a:pt x="78" y="17"/>
                    <a:pt x="78" y="18"/>
                  </a:cubicBezTo>
                  <a:cubicBezTo>
                    <a:pt x="78" y="18"/>
                    <a:pt x="80" y="17"/>
                    <a:pt x="80" y="18"/>
                  </a:cubicBezTo>
                  <a:cubicBezTo>
                    <a:pt x="81" y="18"/>
                    <a:pt x="77" y="20"/>
                    <a:pt x="80" y="20"/>
                  </a:cubicBezTo>
                  <a:cubicBezTo>
                    <a:pt x="79" y="20"/>
                    <a:pt x="78" y="20"/>
                    <a:pt x="78" y="22"/>
                  </a:cubicBezTo>
                  <a:cubicBezTo>
                    <a:pt x="78" y="23"/>
                    <a:pt x="77" y="24"/>
                    <a:pt x="76" y="23"/>
                  </a:cubicBezTo>
                  <a:cubicBezTo>
                    <a:pt x="73" y="22"/>
                    <a:pt x="72" y="21"/>
                    <a:pt x="71" y="18"/>
                  </a:cubicBezTo>
                  <a:cubicBezTo>
                    <a:pt x="70" y="16"/>
                    <a:pt x="68" y="15"/>
                    <a:pt x="66" y="13"/>
                  </a:cubicBezTo>
                  <a:cubicBezTo>
                    <a:pt x="65" y="13"/>
                    <a:pt x="64" y="11"/>
                    <a:pt x="63" y="12"/>
                  </a:cubicBezTo>
                  <a:cubicBezTo>
                    <a:pt x="63" y="14"/>
                    <a:pt x="66" y="15"/>
                    <a:pt x="67" y="16"/>
                  </a:cubicBezTo>
                  <a:cubicBezTo>
                    <a:pt x="67" y="15"/>
                    <a:pt x="63" y="16"/>
                    <a:pt x="63" y="17"/>
                  </a:cubicBezTo>
                  <a:cubicBezTo>
                    <a:pt x="62" y="18"/>
                    <a:pt x="63" y="18"/>
                    <a:pt x="62" y="19"/>
                  </a:cubicBezTo>
                  <a:cubicBezTo>
                    <a:pt x="61" y="19"/>
                    <a:pt x="60" y="21"/>
                    <a:pt x="59" y="20"/>
                  </a:cubicBezTo>
                  <a:cubicBezTo>
                    <a:pt x="59" y="20"/>
                    <a:pt x="59" y="19"/>
                    <a:pt x="59" y="19"/>
                  </a:cubicBezTo>
                  <a:cubicBezTo>
                    <a:pt x="59" y="18"/>
                    <a:pt x="54" y="20"/>
                    <a:pt x="54" y="21"/>
                  </a:cubicBezTo>
                  <a:cubicBezTo>
                    <a:pt x="53" y="22"/>
                    <a:pt x="52" y="23"/>
                    <a:pt x="50" y="24"/>
                  </a:cubicBezTo>
                  <a:cubicBezTo>
                    <a:pt x="49" y="25"/>
                    <a:pt x="50" y="22"/>
                    <a:pt x="49" y="22"/>
                  </a:cubicBezTo>
                  <a:cubicBezTo>
                    <a:pt x="48" y="22"/>
                    <a:pt x="47" y="23"/>
                    <a:pt x="46" y="23"/>
                  </a:cubicBezTo>
                  <a:cubicBezTo>
                    <a:pt x="45" y="23"/>
                    <a:pt x="45" y="25"/>
                    <a:pt x="44" y="25"/>
                  </a:cubicBezTo>
                  <a:cubicBezTo>
                    <a:pt x="43" y="25"/>
                    <a:pt x="40" y="27"/>
                    <a:pt x="41" y="27"/>
                  </a:cubicBezTo>
                  <a:cubicBezTo>
                    <a:pt x="41" y="28"/>
                    <a:pt x="43" y="28"/>
                    <a:pt x="40" y="29"/>
                  </a:cubicBezTo>
                  <a:cubicBezTo>
                    <a:pt x="40" y="29"/>
                    <a:pt x="37" y="29"/>
                    <a:pt x="37" y="28"/>
                  </a:cubicBezTo>
                  <a:cubicBezTo>
                    <a:pt x="37" y="27"/>
                    <a:pt x="40" y="26"/>
                    <a:pt x="40" y="26"/>
                  </a:cubicBezTo>
                  <a:cubicBezTo>
                    <a:pt x="41" y="24"/>
                    <a:pt x="43" y="23"/>
                    <a:pt x="44" y="22"/>
                  </a:cubicBezTo>
                  <a:cubicBezTo>
                    <a:pt x="46" y="21"/>
                    <a:pt x="47" y="21"/>
                    <a:pt x="49" y="22"/>
                  </a:cubicBezTo>
                  <a:cubicBezTo>
                    <a:pt x="48" y="22"/>
                    <a:pt x="56" y="18"/>
                    <a:pt x="56" y="18"/>
                  </a:cubicBezTo>
                  <a:cubicBezTo>
                    <a:pt x="58" y="17"/>
                    <a:pt x="57" y="16"/>
                    <a:pt x="56" y="16"/>
                  </a:cubicBezTo>
                  <a:cubicBezTo>
                    <a:pt x="54" y="16"/>
                    <a:pt x="52" y="16"/>
                    <a:pt x="50" y="17"/>
                  </a:cubicBezTo>
                  <a:cubicBezTo>
                    <a:pt x="49" y="17"/>
                    <a:pt x="49" y="19"/>
                    <a:pt x="47" y="19"/>
                  </a:cubicBezTo>
                  <a:cubicBezTo>
                    <a:pt x="46" y="19"/>
                    <a:pt x="44" y="20"/>
                    <a:pt x="43" y="20"/>
                  </a:cubicBezTo>
                  <a:cubicBezTo>
                    <a:pt x="41" y="20"/>
                    <a:pt x="36" y="25"/>
                    <a:pt x="35" y="24"/>
                  </a:cubicBezTo>
                  <a:cubicBezTo>
                    <a:pt x="34" y="24"/>
                    <a:pt x="36" y="23"/>
                    <a:pt x="36" y="22"/>
                  </a:cubicBezTo>
                  <a:cubicBezTo>
                    <a:pt x="36" y="22"/>
                    <a:pt x="33" y="21"/>
                    <a:pt x="33" y="21"/>
                  </a:cubicBezTo>
                  <a:cubicBezTo>
                    <a:pt x="33" y="21"/>
                    <a:pt x="30" y="23"/>
                    <a:pt x="29" y="23"/>
                  </a:cubicBezTo>
                  <a:cubicBezTo>
                    <a:pt x="28" y="23"/>
                    <a:pt x="26" y="24"/>
                    <a:pt x="25" y="25"/>
                  </a:cubicBezTo>
                  <a:cubicBezTo>
                    <a:pt x="24" y="25"/>
                    <a:pt x="26" y="26"/>
                    <a:pt x="26" y="26"/>
                  </a:cubicBezTo>
                  <a:cubicBezTo>
                    <a:pt x="27" y="26"/>
                    <a:pt x="26" y="27"/>
                    <a:pt x="26" y="27"/>
                  </a:cubicBezTo>
                  <a:cubicBezTo>
                    <a:pt x="26" y="28"/>
                    <a:pt x="30" y="27"/>
                    <a:pt x="30" y="27"/>
                  </a:cubicBezTo>
                  <a:cubicBezTo>
                    <a:pt x="31" y="26"/>
                    <a:pt x="33" y="25"/>
                    <a:pt x="34" y="24"/>
                  </a:cubicBezTo>
                  <a:cubicBezTo>
                    <a:pt x="29" y="26"/>
                    <a:pt x="34" y="27"/>
                    <a:pt x="33" y="29"/>
                  </a:cubicBezTo>
                  <a:cubicBezTo>
                    <a:pt x="33" y="29"/>
                    <a:pt x="32" y="28"/>
                    <a:pt x="32" y="28"/>
                  </a:cubicBezTo>
                  <a:cubicBezTo>
                    <a:pt x="30" y="27"/>
                    <a:pt x="29" y="28"/>
                    <a:pt x="28" y="29"/>
                  </a:cubicBezTo>
                  <a:cubicBezTo>
                    <a:pt x="27" y="29"/>
                    <a:pt x="23" y="28"/>
                    <a:pt x="21" y="28"/>
                  </a:cubicBezTo>
                  <a:cubicBezTo>
                    <a:pt x="19" y="28"/>
                    <a:pt x="16" y="26"/>
                    <a:pt x="14" y="25"/>
                  </a:cubicBezTo>
                  <a:cubicBezTo>
                    <a:pt x="13" y="25"/>
                    <a:pt x="12" y="24"/>
                    <a:pt x="11" y="24"/>
                  </a:cubicBezTo>
                  <a:cubicBezTo>
                    <a:pt x="10" y="23"/>
                    <a:pt x="9" y="21"/>
                    <a:pt x="10" y="21"/>
                  </a:cubicBezTo>
                  <a:cubicBezTo>
                    <a:pt x="9" y="21"/>
                    <a:pt x="7" y="21"/>
                    <a:pt x="6" y="22"/>
                  </a:cubicBezTo>
                  <a:cubicBezTo>
                    <a:pt x="4" y="22"/>
                    <a:pt x="2" y="22"/>
                    <a:pt x="0" y="21"/>
                  </a:cubicBezTo>
                  <a:cubicBezTo>
                    <a:pt x="0" y="41"/>
                    <a:pt x="0" y="61"/>
                    <a:pt x="0" y="80"/>
                  </a:cubicBezTo>
                  <a:cubicBezTo>
                    <a:pt x="0" y="85"/>
                    <a:pt x="0" y="89"/>
                    <a:pt x="0" y="94"/>
                  </a:cubicBezTo>
                  <a:cubicBezTo>
                    <a:pt x="0" y="95"/>
                    <a:pt x="0" y="96"/>
                    <a:pt x="0" y="97"/>
                  </a:cubicBezTo>
                  <a:cubicBezTo>
                    <a:pt x="0" y="99"/>
                    <a:pt x="2" y="97"/>
                    <a:pt x="3" y="97"/>
                  </a:cubicBezTo>
                  <a:cubicBezTo>
                    <a:pt x="5" y="98"/>
                    <a:pt x="5" y="97"/>
                    <a:pt x="7" y="97"/>
                  </a:cubicBezTo>
                  <a:cubicBezTo>
                    <a:pt x="9" y="97"/>
                    <a:pt x="9" y="98"/>
                    <a:pt x="10" y="99"/>
                  </a:cubicBezTo>
                  <a:cubicBezTo>
                    <a:pt x="11" y="101"/>
                    <a:pt x="16" y="107"/>
                    <a:pt x="18" y="107"/>
                  </a:cubicBezTo>
                  <a:cubicBezTo>
                    <a:pt x="19" y="107"/>
                    <a:pt x="21" y="106"/>
                    <a:pt x="22" y="105"/>
                  </a:cubicBezTo>
                  <a:cubicBezTo>
                    <a:pt x="23" y="104"/>
                    <a:pt x="22" y="103"/>
                    <a:pt x="23" y="102"/>
                  </a:cubicBezTo>
                  <a:cubicBezTo>
                    <a:pt x="24" y="102"/>
                    <a:pt x="28" y="101"/>
                    <a:pt x="28" y="102"/>
                  </a:cubicBezTo>
                  <a:cubicBezTo>
                    <a:pt x="30" y="104"/>
                    <a:pt x="32" y="105"/>
                    <a:pt x="33" y="107"/>
                  </a:cubicBezTo>
                  <a:cubicBezTo>
                    <a:pt x="35" y="109"/>
                    <a:pt x="37" y="110"/>
                    <a:pt x="38" y="112"/>
                  </a:cubicBezTo>
                  <a:cubicBezTo>
                    <a:pt x="39" y="113"/>
                    <a:pt x="39" y="114"/>
                    <a:pt x="40" y="116"/>
                  </a:cubicBezTo>
                  <a:cubicBezTo>
                    <a:pt x="42" y="118"/>
                    <a:pt x="43" y="122"/>
                    <a:pt x="46" y="124"/>
                  </a:cubicBezTo>
                  <a:cubicBezTo>
                    <a:pt x="48" y="126"/>
                    <a:pt x="52" y="127"/>
                    <a:pt x="54" y="128"/>
                  </a:cubicBezTo>
                  <a:cubicBezTo>
                    <a:pt x="56" y="129"/>
                    <a:pt x="53" y="130"/>
                    <a:pt x="54" y="132"/>
                  </a:cubicBezTo>
                  <a:cubicBezTo>
                    <a:pt x="55" y="132"/>
                    <a:pt x="56" y="132"/>
                    <a:pt x="56" y="133"/>
                  </a:cubicBezTo>
                  <a:cubicBezTo>
                    <a:pt x="56" y="133"/>
                    <a:pt x="55" y="136"/>
                    <a:pt x="56" y="135"/>
                  </a:cubicBezTo>
                  <a:cubicBezTo>
                    <a:pt x="55" y="136"/>
                    <a:pt x="53" y="136"/>
                    <a:pt x="53" y="138"/>
                  </a:cubicBezTo>
                  <a:cubicBezTo>
                    <a:pt x="52" y="139"/>
                    <a:pt x="55" y="141"/>
                    <a:pt x="56" y="141"/>
                  </a:cubicBezTo>
                  <a:cubicBezTo>
                    <a:pt x="56" y="141"/>
                    <a:pt x="54" y="143"/>
                    <a:pt x="54" y="143"/>
                  </a:cubicBezTo>
                  <a:cubicBezTo>
                    <a:pt x="54" y="143"/>
                    <a:pt x="53" y="142"/>
                    <a:pt x="53" y="141"/>
                  </a:cubicBezTo>
                  <a:cubicBezTo>
                    <a:pt x="52" y="141"/>
                    <a:pt x="53" y="143"/>
                    <a:pt x="53" y="143"/>
                  </a:cubicBezTo>
                  <a:cubicBezTo>
                    <a:pt x="54" y="144"/>
                    <a:pt x="53" y="145"/>
                    <a:pt x="54" y="146"/>
                  </a:cubicBezTo>
                  <a:cubicBezTo>
                    <a:pt x="55" y="148"/>
                    <a:pt x="55" y="148"/>
                    <a:pt x="57" y="147"/>
                  </a:cubicBezTo>
                  <a:cubicBezTo>
                    <a:pt x="57" y="147"/>
                    <a:pt x="58" y="147"/>
                    <a:pt x="58" y="147"/>
                  </a:cubicBezTo>
                  <a:cubicBezTo>
                    <a:pt x="59" y="147"/>
                    <a:pt x="59" y="145"/>
                    <a:pt x="59" y="145"/>
                  </a:cubicBezTo>
                  <a:cubicBezTo>
                    <a:pt x="59" y="145"/>
                    <a:pt x="60" y="147"/>
                    <a:pt x="61" y="147"/>
                  </a:cubicBezTo>
                  <a:cubicBezTo>
                    <a:pt x="61" y="147"/>
                    <a:pt x="60" y="149"/>
                    <a:pt x="60" y="150"/>
                  </a:cubicBezTo>
                  <a:cubicBezTo>
                    <a:pt x="59" y="151"/>
                    <a:pt x="59" y="152"/>
                    <a:pt x="61" y="151"/>
                  </a:cubicBezTo>
                  <a:cubicBezTo>
                    <a:pt x="61" y="150"/>
                    <a:pt x="62" y="150"/>
                    <a:pt x="62" y="150"/>
                  </a:cubicBezTo>
                  <a:cubicBezTo>
                    <a:pt x="63" y="150"/>
                    <a:pt x="63" y="149"/>
                    <a:pt x="63" y="149"/>
                  </a:cubicBezTo>
                  <a:cubicBezTo>
                    <a:pt x="65" y="148"/>
                    <a:pt x="64" y="151"/>
                    <a:pt x="64" y="152"/>
                  </a:cubicBezTo>
                  <a:cubicBezTo>
                    <a:pt x="64" y="153"/>
                    <a:pt x="65" y="154"/>
                    <a:pt x="66" y="154"/>
                  </a:cubicBezTo>
                  <a:cubicBezTo>
                    <a:pt x="67" y="154"/>
                    <a:pt x="68" y="152"/>
                    <a:pt x="69" y="152"/>
                  </a:cubicBezTo>
                  <a:cubicBezTo>
                    <a:pt x="69" y="152"/>
                    <a:pt x="68" y="153"/>
                    <a:pt x="68" y="153"/>
                  </a:cubicBezTo>
                  <a:cubicBezTo>
                    <a:pt x="68" y="153"/>
                    <a:pt x="70" y="154"/>
                    <a:pt x="70" y="154"/>
                  </a:cubicBezTo>
                  <a:cubicBezTo>
                    <a:pt x="70" y="154"/>
                    <a:pt x="63" y="156"/>
                    <a:pt x="66" y="158"/>
                  </a:cubicBezTo>
                  <a:cubicBezTo>
                    <a:pt x="66" y="158"/>
                    <a:pt x="72" y="157"/>
                    <a:pt x="71" y="158"/>
                  </a:cubicBezTo>
                  <a:cubicBezTo>
                    <a:pt x="71" y="158"/>
                    <a:pt x="66" y="158"/>
                    <a:pt x="67" y="160"/>
                  </a:cubicBezTo>
                  <a:cubicBezTo>
                    <a:pt x="67" y="160"/>
                    <a:pt x="69" y="160"/>
                    <a:pt x="69" y="160"/>
                  </a:cubicBezTo>
                  <a:cubicBezTo>
                    <a:pt x="68" y="161"/>
                    <a:pt x="66" y="161"/>
                    <a:pt x="67" y="162"/>
                  </a:cubicBezTo>
                  <a:cubicBezTo>
                    <a:pt x="69" y="163"/>
                    <a:pt x="71" y="163"/>
                    <a:pt x="72" y="163"/>
                  </a:cubicBezTo>
                  <a:cubicBezTo>
                    <a:pt x="74" y="163"/>
                    <a:pt x="73" y="164"/>
                    <a:pt x="74" y="164"/>
                  </a:cubicBezTo>
                  <a:cubicBezTo>
                    <a:pt x="76" y="165"/>
                    <a:pt x="76" y="162"/>
                    <a:pt x="77" y="162"/>
                  </a:cubicBezTo>
                  <a:cubicBezTo>
                    <a:pt x="78" y="162"/>
                    <a:pt x="77" y="164"/>
                    <a:pt x="77" y="164"/>
                  </a:cubicBezTo>
                  <a:cubicBezTo>
                    <a:pt x="76" y="165"/>
                    <a:pt x="76" y="165"/>
                    <a:pt x="77" y="166"/>
                  </a:cubicBezTo>
                  <a:cubicBezTo>
                    <a:pt x="80" y="168"/>
                    <a:pt x="81" y="163"/>
                    <a:pt x="81" y="163"/>
                  </a:cubicBezTo>
                  <a:cubicBezTo>
                    <a:pt x="81" y="163"/>
                    <a:pt x="81" y="166"/>
                    <a:pt x="80" y="166"/>
                  </a:cubicBezTo>
                  <a:cubicBezTo>
                    <a:pt x="80" y="167"/>
                    <a:pt x="82" y="166"/>
                    <a:pt x="83" y="166"/>
                  </a:cubicBezTo>
                  <a:cubicBezTo>
                    <a:pt x="82" y="168"/>
                    <a:pt x="81" y="169"/>
                    <a:pt x="83" y="170"/>
                  </a:cubicBezTo>
                  <a:cubicBezTo>
                    <a:pt x="85" y="171"/>
                    <a:pt x="86" y="168"/>
                    <a:pt x="86" y="168"/>
                  </a:cubicBezTo>
                  <a:cubicBezTo>
                    <a:pt x="86" y="168"/>
                    <a:pt x="86" y="169"/>
                    <a:pt x="86" y="170"/>
                  </a:cubicBezTo>
                  <a:cubicBezTo>
                    <a:pt x="87" y="172"/>
                    <a:pt x="86" y="171"/>
                    <a:pt x="85" y="171"/>
                  </a:cubicBezTo>
                  <a:cubicBezTo>
                    <a:pt x="84" y="172"/>
                    <a:pt x="90" y="173"/>
                    <a:pt x="89" y="171"/>
                  </a:cubicBezTo>
                  <a:cubicBezTo>
                    <a:pt x="91" y="174"/>
                    <a:pt x="90" y="176"/>
                    <a:pt x="94" y="176"/>
                  </a:cubicBezTo>
                  <a:cubicBezTo>
                    <a:pt x="97" y="176"/>
                    <a:pt x="99" y="176"/>
                    <a:pt x="102" y="176"/>
                  </a:cubicBezTo>
                  <a:cubicBezTo>
                    <a:pt x="113" y="176"/>
                    <a:pt x="123" y="176"/>
                    <a:pt x="133" y="176"/>
                  </a:cubicBezTo>
                  <a:cubicBezTo>
                    <a:pt x="158" y="176"/>
                    <a:pt x="183" y="176"/>
                    <a:pt x="208" y="176"/>
                  </a:cubicBezTo>
                  <a:cubicBezTo>
                    <a:pt x="213" y="176"/>
                    <a:pt x="218" y="176"/>
                    <a:pt x="223" y="176"/>
                  </a:cubicBezTo>
                  <a:cubicBezTo>
                    <a:pt x="224" y="176"/>
                    <a:pt x="229" y="177"/>
                    <a:pt x="229" y="174"/>
                  </a:cubicBezTo>
                  <a:close/>
                  <a:moveTo>
                    <a:pt x="112" y="54"/>
                  </a:moveTo>
                  <a:cubicBezTo>
                    <a:pt x="110" y="54"/>
                    <a:pt x="108" y="53"/>
                    <a:pt x="106" y="54"/>
                  </a:cubicBezTo>
                  <a:cubicBezTo>
                    <a:pt x="104" y="57"/>
                    <a:pt x="108" y="56"/>
                    <a:pt x="108" y="57"/>
                  </a:cubicBezTo>
                  <a:cubicBezTo>
                    <a:pt x="108" y="56"/>
                    <a:pt x="100" y="60"/>
                    <a:pt x="100" y="60"/>
                  </a:cubicBezTo>
                  <a:cubicBezTo>
                    <a:pt x="98" y="59"/>
                    <a:pt x="107" y="53"/>
                    <a:pt x="99" y="56"/>
                  </a:cubicBezTo>
                  <a:cubicBezTo>
                    <a:pt x="98" y="56"/>
                    <a:pt x="97" y="57"/>
                    <a:pt x="97" y="57"/>
                  </a:cubicBezTo>
                  <a:cubicBezTo>
                    <a:pt x="96" y="58"/>
                    <a:pt x="97" y="59"/>
                    <a:pt x="96" y="60"/>
                  </a:cubicBezTo>
                  <a:cubicBezTo>
                    <a:pt x="95" y="60"/>
                    <a:pt x="88" y="59"/>
                    <a:pt x="88" y="59"/>
                  </a:cubicBezTo>
                  <a:cubicBezTo>
                    <a:pt x="88" y="58"/>
                    <a:pt x="91" y="59"/>
                    <a:pt x="91" y="58"/>
                  </a:cubicBezTo>
                  <a:cubicBezTo>
                    <a:pt x="92" y="57"/>
                    <a:pt x="91" y="57"/>
                    <a:pt x="92" y="56"/>
                  </a:cubicBezTo>
                  <a:cubicBezTo>
                    <a:pt x="92" y="55"/>
                    <a:pt x="94" y="54"/>
                    <a:pt x="94" y="54"/>
                  </a:cubicBezTo>
                  <a:cubicBezTo>
                    <a:pt x="94" y="53"/>
                    <a:pt x="91" y="52"/>
                    <a:pt x="94" y="52"/>
                  </a:cubicBezTo>
                  <a:cubicBezTo>
                    <a:pt x="94" y="52"/>
                    <a:pt x="98" y="53"/>
                    <a:pt x="98" y="52"/>
                  </a:cubicBezTo>
                  <a:cubicBezTo>
                    <a:pt x="98" y="51"/>
                    <a:pt x="93" y="50"/>
                    <a:pt x="92" y="50"/>
                  </a:cubicBezTo>
                  <a:cubicBezTo>
                    <a:pt x="91" y="50"/>
                    <a:pt x="89" y="51"/>
                    <a:pt x="87" y="51"/>
                  </a:cubicBezTo>
                  <a:cubicBezTo>
                    <a:pt x="86" y="51"/>
                    <a:pt x="84" y="50"/>
                    <a:pt x="82" y="51"/>
                  </a:cubicBezTo>
                  <a:cubicBezTo>
                    <a:pt x="81" y="51"/>
                    <a:pt x="79" y="53"/>
                    <a:pt x="80" y="51"/>
                  </a:cubicBezTo>
                  <a:cubicBezTo>
                    <a:pt x="81" y="49"/>
                    <a:pt x="83" y="50"/>
                    <a:pt x="84" y="49"/>
                  </a:cubicBezTo>
                  <a:cubicBezTo>
                    <a:pt x="86" y="49"/>
                    <a:pt x="89" y="48"/>
                    <a:pt x="91" y="47"/>
                  </a:cubicBezTo>
                  <a:cubicBezTo>
                    <a:pt x="95" y="46"/>
                    <a:pt x="99" y="46"/>
                    <a:pt x="102" y="44"/>
                  </a:cubicBezTo>
                  <a:cubicBezTo>
                    <a:pt x="104" y="44"/>
                    <a:pt x="107" y="43"/>
                    <a:pt x="108" y="45"/>
                  </a:cubicBezTo>
                  <a:cubicBezTo>
                    <a:pt x="109" y="46"/>
                    <a:pt x="105" y="47"/>
                    <a:pt x="104" y="48"/>
                  </a:cubicBezTo>
                  <a:cubicBezTo>
                    <a:pt x="102" y="49"/>
                    <a:pt x="110" y="49"/>
                    <a:pt x="111" y="49"/>
                  </a:cubicBezTo>
                  <a:cubicBezTo>
                    <a:pt x="111" y="49"/>
                    <a:pt x="113" y="49"/>
                    <a:pt x="113" y="49"/>
                  </a:cubicBezTo>
                  <a:cubicBezTo>
                    <a:pt x="114" y="48"/>
                    <a:pt x="116" y="46"/>
                    <a:pt x="117" y="47"/>
                  </a:cubicBezTo>
                  <a:cubicBezTo>
                    <a:pt x="118" y="48"/>
                    <a:pt x="113" y="54"/>
                    <a:pt x="112" y="54"/>
                  </a:cubicBezTo>
                  <a:cubicBezTo>
                    <a:pt x="110" y="54"/>
                    <a:pt x="114" y="54"/>
                    <a:pt x="112" y="54"/>
                  </a:cubicBezTo>
                  <a:close/>
                  <a:moveTo>
                    <a:pt x="157" y="78"/>
                  </a:moveTo>
                  <a:cubicBezTo>
                    <a:pt x="157" y="78"/>
                    <a:pt x="152" y="78"/>
                    <a:pt x="153" y="78"/>
                  </a:cubicBezTo>
                  <a:cubicBezTo>
                    <a:pt x="153" y="79"/>
                    <a:pt x="155" y="78"/>
                    <a:pt x="155" y="79"/>
                  </a:cubicBezTo>
                  <a:cubicBezTo>
                    <a:pt x="155" y="80"/>
                    <a:pt x="151" y="81"/>
                    <a:pt x="150" y="81"/>
                  </a:cubicBezTo>
                  <a:cubicBezTo>
                    <a:pt x="148" y="81"/>
                    <a:pt x="147" y="83"/>
                    <a:pt x="145" y="84"/>
                  </a:cubicBezTo>
                  <a:cubicBezTo>
                    <a:pt x="145" y="84"/>
                    <a:pt x="141" y="84"/>
                    <a:pt x="142" y="85"/>
                  </a:cubicBezTo>
                  <a:cubicBezTo>
                    <a:pt x="142" y="86"/>
                    <a:pt x="145" y="86"/>
                    <a:pt x="142" y="88"/>
                  </a:cubicBezTo>
                  <a:cubicBezTo>
                    <a:pt x="141" y="88"/>
                    <a:pt x="137" y="88"/>
                    <a:pt x="137" y="89"/>
                  </a:cubicBezTo>
                  <a:cubicBezTo>
                    <a:pt x="136" y="89"/>
                    <a:pt x="137" y="90"/>
                    <a:pt x="137" y="90"/>
                  </a:cubicBezTo>
                  <a:cubicBezTo>
                    <a:pt x="137" y="92"/>
                    <a:pt x="135" y="92"/>
                    <a:pt x="134" y="92"/>
                  </a:cubicBezTo>
                  <a:cubicBezTo>
                    <a:pt x="131" y="93"/>
                    <a:pt x="128" y="93"/>
                    <a:pt x="125" y="93"/>
                  </a:cubicBezTo>
                  <a:cubicBezTo>
                    <a:pt x="125" y="93"/>
                    <a:pt x="120" y="90"/>
                    <a:pt x="120" y="90"/>
                  </a:cubicBezTo>
                  <a:cubicBezTo>
                    <a:pt x="122" y="89"/>
                    <a:pt x="125" y="90"/>
                    <a:pt x="126" y="89"/>
                  </a:cubicBezTo>
                  <a:cubicBezTo>
                    <a:pt x="127" y="89"/>
                    <a:pt x="126" y="87"/>
                    <a:pt x="127" y="87"/>
                  </a:cubicBezTo>
                  <a:cubicBezTo>
                    <a:pt x="128" y="85"/>
                    <a:pt x="130" y="86"/>
                    <a:pt x="131" y="85"/>
                  </a:cubicBezTo>
                  <a:cubicBezTo>
                    <a:pt x="132" y="85"/>
                    <a:pt x="130" y="83"/>
                    <a:pt x="130" y="83"/>
                  </a:cubicBezTo>
                  <a:cubicBezTo>
                    <a:pt x="128" y="82"/>
                    <a:pt x="128" y="82"/>
                    <a:pt x="128" y="81"/>
                  </a:cubicBezTo>
                  <a:cubicBezTo>
                    <a:pt x="128" y="79"/>
                    <a:pt x="126" y="80"/>
                    <a:pt x="126" y="79"/>
                  </a:cubicBezTo>
                  <a:cubicBezTo>
                    <a:pt x="125" y="78"/>
                    <a:pt x="128" y="79"/>
                    <a:pt x="128" y="79"/>
                  </a:cubicBezTo>
                  <a:cubicBezTo>
                    <a:pt x="131" y="80"/>
                    <a:pt x="134" y="81"/>
                    <a:pt x="136" y="82"/>
                  </a:cubicBezTo>
                  <a:cubicBezTo>
                    <a:pt x="138" y="84"/>
                    <a:pt x="142" y="83"/>
                    <a:pt x="144" y="82"/>
                  </a:cubicBezTo>
                  <a:cubicBezTo>
                    <a:pt x="147" y="81"/>
                    <a:pt x="148" y="78"/>
                    <a:pt x="152" y="77"/>
                  </a:cubicBezTo>
                  <a:cubicBezTo>
                    <a:pt x="153" y="76"/>
                    <a:pt x="155" y="76"/>
                    <a:pt x="157" y="77"/>
                  </a:cubicBezTo>
                  <a:cubicBezTo>
                    <a:pt x="157" y="77"/>
                    <a:pt x="160" y="78"/>
                    <a:pt x="160" y="78"/>
                  </a:cubicBezTo>
                  <a:cubicBezTo>
                    <a:pt x="160" y="78"/>
                    <a:pt x="158" y="78"/>
                    <a:pt x="157" y="78"/>
                  </a:cubicBezTo>
                  <a:close/>
                  <a:moveTo>
                    <a:pt x="222" y="165"/>
                  </a:moveTo>
                  <a:cubicBezTo>
                    <a:pt x="221" y="167"/>
                    <a:pt x="219" y="163"/>
                    <a:pt x="219" y="162"/>
                  </a:cubicBezTo>
                  <a:cubicBezTo>
                    <a:pt x="219" y="160"/>
                    <a:pt x="221" y="159"/>
                    <a:pt x="221" y="157"/>
                  </a:cubicBezTo>
                  <a:cubicBezTo>
                    <a:pt x="220" y="156"/>
                    <a:pt x="219" y="159"/>
                    <a:pt x="218" y="158"/>
                  </a:cubicBezTo>
                  <a:cubicBezTo>
                    <a:pt x="218" y="157"/>
                    <a:pt x="218" y="154"/>
                    <a:pt x="216" y="154"/>
                  </a:cubicBezTo>
                  <a:cubicBezTo>
                    <a:pt x="216" y="154"/>
                    <a:pt x="216" y="156"/>
                    <a:pt x="215" y="156"/>
                  </a:cubicBezTo>
                  <a:cubicBezTo>
                    <a:pt x="214" y="155"/>
                    <a:pt x="214" y="154"/>
                    <a:pt x="213" y="153"/>
                  </a:cubicBezTo>
                  <a:cubicBezTo>
                    <a:pt x="212" y="152"/>
                    <a:pt x="211" y="151"/>
                    <a:pt x="210" y="150"/>
                  </a:cubicBezTo>
                  <a:cubicBezTo>
                    <a:pt x="209" y="149"/>
                    <a:pt x="212" y="149"/>
                    <a:pt x="212" y="148"/>
                  </a:cubicBezTo>
                  <a:cubicBezTo>
                    <a:pt x="211" y="147"/>
                    <a:pt x="209" y="148"/>
                    <a:pt x="209" y="147"/>
                  </a:cubicBezTo>
                  <a:cubicBezTo>
                    <a:pt x="209" y="146"/>
                    <a:pt x="210" y="143"/>
                    <a:pt x="210" y="142"/>
                  </a:cubicBezTo>
                  <a:cubicBezTo>
                    <a:pt x="212" y="140"/>
                    <a:pt x="217" y="147"/>
                    <a:pt x="217" y="148"/>
                  </a:cubicBezTo>
                  <a:cubicBezTo>
                    <a:pt x="218" y="150"/>
                    <a:pt x="219" y="151"/>
                    <a:pt x="219" y="153"/>
                  </a:cubicBezTo>
                  <a:cubicBezTo>
                    <a:pt x="220" y="155"/>
                    <a:pt x="220" y="154"/>
                    <a:pt x="221" y="156"/>
                  </a:cubicBezTo>
                  <a:cubicBezTo>
                    <a:pt x="221" y="157"/>
                    <a:pt x="222" y="158"/>
                    <a:pt x="222" y="159"/>
                  </a:cubicBezTo>
                  <a:cubicBezTo>
                    <a:pt x="223" y="161"/>
                    <a:pt x="222" y="163"/>
                    <a:pt x="222" y="165"/>
                  </a:cubicBezTo>
                  <a:cubicBezTo>
                    <a:pt x="221" y="166"/>
                    <a:pt x="222" y="164"/>
                    <a:pt x="222" y="16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96" name="Freeform 643">
              <a:extLst>
                <a:ext uri="{FF2B5EF4-FFF2-40B4-BE49-F238E27FC236}">
                  <a16:creationId xmlns:a16="http://schemas.microsoft.com/office/drawing/2014/main" id="{14F0A230-F33B-013F-C186-E0478C876FE6}"/>
                </a:ext>
              </a:extLst>
            </p:cNvPr>
            <p:cNvSpPr>
              <a:spLocks/>
            </p:cNvSpPr>
            <p:nvPr/>
          </p:nvSpPr>
          <p:spPr bwMode="auto">
            <a:xfrm>
              <a:off x="17343512" y="9466307"/>
              <a:ext cx="95541" cy="82827"/>
            </a:xfrm>
            <a:custGeom>
              <a:avLst/>
              <a:gdLst>
                <a:gd name="T0" fmla="*/ 9 w 10"/>
                <a:gd name="T1" fmla="*/ 0 h 9"/>
                <a:gd name="T2" fmla="*/ 2 w 10"/>
                <a:gd name="T3" fmla="*/ 7 h 9"/>
                <a:gd name="T4" fmla="*/ 10 w 10"/>
                <a:gd name="T5" fmla="*/ 3 h 9"/>
                <a:gd name="T6" fmla="*/ 9 w 10"/>
                <a:gd name="T7" fmla="*/ 0 h 9"/>
              </a:gdLst>
              <a:ahLst/>
              <a:cxnLst>
                <a:cxn ang="0">
                  <a:pos x="T0" y="T1"/>
                </a:cxn>
                <a:cxn ang="0">
                  <a:pos x="T2" y="T3"/>
                </a:cxn>
                <a:cxn ang="0">
                  <a:pos x="T4" y="T5"/>
                </a:cxn>
                <a:cxn ang="0">
                  <a:pos x="T6" y="T7"/>
                </a:cxn>
              </a:cxnLst>
              <a:rect l="0" t="0" r="r" b="b"/>
              <a:pathLst>
                <a:path w="10" h="9">
                  <a:moveTo>
                    <a:pt x="9" y="0"/>
                  </a:moveTo>
                  <a:cubicBezTo>
                    <a:pt x="7" y="1"/>
                    <a:pt x="0" y="4"/>
                    <a:pt x="2" y="7"/>
                  </a:cubicBezTo>
                  <a:cubicBezTo>
                    <a:pt x="4" y="9"/>
                    <a:pt x="9" y="3"/>
                    <a:pt x="10" y="3"/>
                  </a:cubicBezTo>
                  <a:cubicBezTo>
                    <a:pt x="10" y="2"/>
                    <a:pt x="9" y="1"/>
                    <a:pt x="9"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97" name="Freeform 644">
              <a:extLst>
                <a:ext uri="{FF2B5EF4-FFF2-40B4-BE49-F238E27FC236}">
                  <a16:creationId xmlns:a16="http://schemas.microsoft.com/office/drawing/2014/main" id="{70DF28B6-9A84-7519-2B98-AE91B47513CE}"/>
                </a:ext>
              </a:extLst>
            </p:cNvPr>
            <p:cNvSpPr>
              <a:spLocks/>
            </p:cNvSpPr>
            <p:nvPr/>
          </p:nvSpPr>
          <p:spPr bwMode="auto">
            <a:xfrm>
              <a:off x="17419944" y="9447193"/>
              <a:ext cx="121018" cy="44598"/>
            </a:xfrm>
            <a:custGeom>
              <a:avLst/>
              <a:gdLst>
                <a:gd name="T0" fmla="*/ 12 w 13"/>
                <a:gd name="T1" fmla="*/ 0 h 5"/>
                <a:gd name="T2" fmla="*/ 7 w 13"/>
                <a:gd name="T3" fmla="*/ 0 h 5"/>
                <a:gd name="T4" fmla="*/ 1 w 13"/>
                <a:gd name="T5" fmla="*/ 2 h 5"/>
                <a:gd name="T6" fmla="*/ 5 w 13"/>
                <a:gd name="T7" fmla="*/ 3 h 5"/>
                <a:gd name="T8" fmla="*/ 12 w 13"/>
                <a:gd name="T9" fmla="*/ 0 h 5"/>
              </a:gdLst>
              <a:ahLst/>
              <a:cxnLst>
                <a:cxn ang="0">
                  <a:pos x="T0" y="T1"/>
                </a:cxn>
                <a:cxn ang="0">
                  <a:pos x="T2" y="T3"/>
                </a:cxn>
                <a:cxn ang="0">
                  <a:pos x="T4" y="T5"/>
                </a:cxn>
                <a:cxn ang="0">
                  <a:pos x="T6" y="T7"/>
                </a:cxn>
                <a:cxn ang="0">
                  <a:pos x="T8" y="T9"/>
                </a:cxn>
              </a:cxnLst>
              <a:rect l="0" t="0" r="r" b="b"/>
              <a:pathLst>
                <a:path w="13" h="5">
                  <a:moveTo>
                    <a:pt x="12" y="0"/>
                  </a:moveTo>
                  <a:cubicBezTo>
                    <a:pt x="13" y="0"/>
                    <a:pt x="7" y="0"/>
                    <a:pt x="7" y="0"/>
                  </a:cubicBezTo>
                  <a:cubicBezTo>
                    <a:pt x="6" y="0"/>
                    <a:pt x="0" y="1"/>
                    <a:pt x="1" y="2"/>
                  </a:cubicBezTo>
                  <a:cubicBezTo>
                    <a:pt x="3" y="5"/>
                    <a:pt x="2" y="5"/>
                    <a:pt x="5" y="3"/>
                  </a:cubicBezTo>
                  <a:cubicBezTo>
                    <a:pt x="8" y="2"/>
                    <a:pt x="10" y="2"/>
                    <a:pt x="1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98" name="Freeform 645">
              <a:extLst>
                <a:ext uri="{FF2B5EF4-FFF2-40B4-BE49-F238E27FC236}">
                  <a16:creationId xmlns:a16="http://schemas.microsoft.com/office/drawing/2014/main" id="{58847AE6-2E25-6516-EA65-9E8A8F26B5A8}"/>
                </a:ext>
              </a:extLst>
            </p:cNvPr>
            <p:cNvSpPr>
              <a:spLocks/>
            </p:cNvSpPr>
            <p:nvPr/>
          </p:nvSpPr>
          <p:spPr bwMode="auto">
            <a:xfrm>
              <a:off x="12273444" y="6414553"/>
              <a:ext cx="289811" cy="159279"/>
            </a:xfrm>
            <a:custGeom>
              <a:avLst/>
              <a:gdLst>
                <a:gd name="T0" fmla="*/ 10 w 31"/>
                <a:gd name="T1" fmla="*/ 17 h 17"/>
                <a:gd name="T2" fmla="*/ 13 w 31"/>
                <a:gd name="T3" fmla="*/ 14 h 17"/>
                <a:gd name="T4" fmla="*/ 18 w 31"/>
                <a:gd name="T5" fmla="*/ 16 h 17"/>
                <a:gd name="T6" fmla="*/ 21 w 31"/>
                <a:gd name="T7" fmla="*/ 16 h 17"/>
                <a:gd name="T8" fmla="*/ 23 w 31"/>
                <a:gd name="T9" fmla="*/ 15 h 17"/>
                <a:gd name="T10" fmla="*/ 29 w 31"/>
                <a:gd name="T11" fmla="*/ 11 h 17"/>
                <a:gd name="T12" fmla="*/ 27 w 31"/>
                <a:gd name="T13" fmla="*/ 7 h 17"/>
                <a:gd name="T14" fmla="*/ 21 w 31"/>
                <a:gd name="T15" fmla="*/ 5 h 17"/>
                <a:gd name="T16" fmla="*/ 17 w 31"/>
                <a:gd name="T17" fmla="*/ 3 h 17"/>
                <a:gd name="T18" fmla="*/ 13 w 31"/>
                <a:gd name="T19" fmla="*/ 0 h 17"/>
                <a:gd name="T20" fmla="*/ 11 w 31"/>
                <a:gd name="T21" fmla="*/ 2 h 17"/>
                <a:gd name="T22" fmla="*/ 8 w 31"/>
                <a:gd name="T23" fmla="*/ 2 h 17"/>
                <a:gd name="T24" fmla="*/ 0 w 31"/>
                <a:gd name="T25" fmla="*/ 6 h 17"/>
                <a:gd name="T26" fmla="*/ 2 w 31"/>
                <a:gd name="T27" fmla="*/ 10 h 17"/>
                <a:gd name="T28" fmla="*/ 4 w 31"/>
                <a:gd name="T29" fmla="*/ 13 h 17"/>
                <a:gd name="T30" fmla="*/ 10 w 31"/>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7">
                  <a:moveTo>
                    <a:pt x="10" y="17"/>
                  </a:moveTo>
                  <a:cubicBezTo>
                    <a:pt x="12" y="17"/>
                    <a:pt x="11" y="14"/>
                    <a:pt x="13" y="14"/>
                  </a:cubicBezTo>
                  <a:cubicBezTo>
                    <a:pt x="15" y="14"/>
                    <a:pt x="16" y="16"/>
                    <a:pt x="18" y="16"/>
                  </a:cubicBezTo>
                  <a:cubicBezTo>
                    <a:pt x="19" y="16"/>
                    <a:pt x="20" y="16"/>
                    <a:pt x="21" y="16"/>
                  </a:cubicBezTo>
                  <a:cubicBezTo>
                    <a:pt x="22" y="16"/>
                    <a:pt x="23" y="15"/>
                    <a:pt x="23" y="15"/>
                  </a:cubicBezTo>
                  <a:cubicBezTo>
                    <a:pt x="26" y="14"/>
                    <a:pt x="27" y="13"/>
                    <a:pt x="29" y="11"/>
                  </a:cubicBezTo>
                  <a:cubicBezTo>
                    <a:pt x="31" y="9"/>
                    <a:pt x="29" y="8"/>
                    <a:pt x="27" y="7"/>
                  </a:cubicBezTo>
                  <a:cubicBezTo>
                    <a:pt x="25" y="6"/>
                    <a:pt x="22" y="3"/>
                    <a:pt x="21" y="5"/>
                  </a:cubicBezTo>
                  <a:cubicBezTo>
                    <a:pt x="19" y="8"/>
                    <a:pt x="18" y="4"/>
                    <a:pt x="17" y="3"/>
                  </a:cubicBezTo>
                  <a:cubicBezTo>
                    <a:pt x="16" y="2"/>
                    <a:pt x="13" y="3"/>
                    <a:pt x="13" y="0"/>
                  </a:cubicBezTo>
                  <a:cubicBezTo>
                    <a:pt x="13" y="1"/>
                    <a:pt x="12" y="3"/>
                    <a:pt x="11" y="2"/>
                  </a:cubicBezTo>
                  <a:cubicBezTo>
                    <a:pt x="9" y="0"/>
                    <a:pt x="9" y="0"/>
                    <a:pt x="8" y="2"/>
                  </a:cubicBezTo>
                  <a:cubicBezTo>
                    <a:pt x="7" y="3"/>
                    <a:pt x="0" y="5"/>
                    <a:pt x="0" y="6"/>
                  </a:cubicBezTo>
                  <a:cubicBezTo>
                    <a:pt x="0" y="6"/>
                    <a:pt x="1" y="9"/>
                    <a:pt x="2" y="10"/>
                  </a:cubicBezTo>
                  <a:cubicBezTo>
                    <a:pt x="2" y="11"/>
                    <a:pt x="3" y="12"/>
                    <a:pt x="4" y="13"/>
                  </a:cubicBezTo>
                  <a:cubicBezTo>
                    <a:pt x="6" y="14"/>
                    <a:pt x="8" y="17"/>
                    <a:pt x="10" y="1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999" name="Freeform 646">
              <a:extLst>
                <a:ext uri="{FF2B5EF4-FFF2-40B4-BE49-F238E27FC236}">
                  <a16:creationId xmlns:a16="http://schemas.microsoft.com/office/drawing/2014/main" id="{EED287E6-3BB2-08B8-A8CC-231C8E1F25AC}"/>
                </a:ext>
              </a:extLst>
            </p:cNvPr>
            <p:cNvSpPr>
              <a:spLocks/>
            </p:cNvSpPr>
            <p:nvPr/>
          </p:nvSpPr>
          <p:spPr bwMode="auto">
            <a:xfrm>
              <a:off x="12142870" y="6545160"/>
              <a:ext cx="347132" cy="149721"/>
            </a:xfrm>
            <a:custGeom>
              <a:avLst/>
              <a:gdLst>
                <a:gd name="T0" fmla="*/ 32 w 37"/>
                <a:gd name="T1" fmla="*/ 2 h 16"/>
                <a:gd name="T2" fmla="*/ 27 w 37"/>
                <a:gd name="T3" fmla="*/ 0 h 16"/>
                <a:gd name="T4" fmla="*/ 24 w 37"/>
                <a:gd name="T5" fmla="*/ 3 h 16"/>
                <a:gd name="T6" fmla="*/ 20 w 37"/>
                <a:gd name="T7" fmla="*/ 3 h 16"/>
                <a:gd name="T8" fmla="*/ 17 w 37"/>
                <a:gd name="T9" fmla="*/ 7 h 16"/>
                <a:gd name="T10" fmla="*/ 16 w 37"/>
                <a:gd name="T11" fmla="*/ 9 h 16"/>
                <a:gd name="T12" fmla="*/ 13 w 37"/>
                <a:gd name="T13" fmla="*/ 9 h 16"/>
                <a:gd name="T14" fmla="*/ 9 w 37"/>
                <a:gd name="T15" fmla="*/ 10 h 16"/>
                <a:gd name="T16" fmla="*/ 5 w 37"/>
                <a:gd name="T17" fmla="*/ 11 h 16"/>
                <a:gd name="T18" fmla="*/ 0 w 37"/>
                <a:gd name="T19" fmla="*/ 9 h 16"/>
                <a:gd name="T20" fmla="*/ 4 w 37"/>
                <a:gd name="T21" fmla="*/ 13 h 16"/>
                <a:gd name="T22" fmla="*/ 6 w 37"/>
                <a:gd name="T23" fmla="*/ 13 h 16"/>
                <a:gd name="T24" fmla="*/ 8 w 37"/>
                <a:gd name="T25" fmla="*/ 14 h 16"/>
                <a:gd name="T26" fmla="*/ 12 w 37"/>
                <a:gd name="T27" fmla="*/ 13 h 16"/>
                <a:gd name="T28" fmla="*/ 15 w 37"/>
                <a:gd name="T29" fmla="*/ 15 h 16"/>
                <a:gd name="T30" fmla="*/ 22 w 37"/>
                <a:gd name="T31" fmla="*/ 16 h 16"/>
                <a:gd name="T32" fmla="*/ 29 w 37"/>
                <a:gd name="T33" fmla="*/ 14 h 16"/>
                <a:gd name="T34" fmla="*/ 33 w 37"/>
                <a:gd name="T35" fmla="*/ 12 h 16"/>
                <a:gd name="T36" fmla="*/ 34 w 37"/>
                <a:gd name="T37" fmla="*/ 9 h 16"/>
                <a:gd name="T38" fmla="*/ 36 w 37"/>
                <a:gd name="T39" fmla="*/ 8 h 16"/>
                <a:gd name="T40" fmla="*/ 36 w 37"/>
                <a:gd name="T41" fmla="*/ 2 h 16"/>
                <a:gd name="T42" fmla="*/ 32 w 37"/>
                <a:gd name="T4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16">
                  <a:moveTo>
                    <a:pt x="32" y="2"/>
                  </a:moveTo>
                  <a:cubicBezTo>
                    <a:pt x="30" y="2"/>
                    <a:pt x="28" y="0"/>
                    <a:pt x="27" y="0"/>
                  </a:cubicBezTo>
                  <a:cubicBezTo>
                    <a:pt x="25" y="0"/>
                    <a:pt x="26" y="3"/>
                    <a:pt x="24" y="3"/>
                  </a:cubicBezTo>
                  <a:cubicBezTo>
                    <a:pt x="22" y="3"/>
                    <a:pt x="22" y="2"/>
                    <a:pt x="20" y="3"/>
                  </a:cubicBezTo>
                  <a:cubicBezTo>
                    <a:pt x="20" y="3"/>
                    <a:pt x="16" y="6"/>
                    <a:pt x="17" y="7"/>
                  </a:cubicBezTo>
                  <a:cubicBezTo>
                    <a:pt x="17" y="8"/>
                    <a:pt x="19" y="10"/>
                    <a:pt x="16" y="9"/>
                  </a:cubicBezTo>
                  <a:cubicBezTo>
                    <a:pt x="15" y="9"/>
                    <a:pt x="14" y="8"/>
                    <a:pt x="13" y="9"/>
                  </a:cubicBezTo>
                  <a:cubicBezTo>
                    <a:pt x="12" y="9"/>
                    <a:pt x="10" y="10"/>
                    <a:pt x="9" y="10"/>
                  </a:cubicBezTo>
                  <a:cubicBezTo>
                    <a:pt x="7" y="10"/>
                    <a:pt x="6" y="8"/>
                    <a:pt x="5" y="11"/>
                  </a:cubicBezTo>
                  <a:cubicBezTo>
                    <a:pt x="5" y="11"/>
                    <a:pt x="1" y="9"/>
                    <a:pt x="0" y="9"/>
                  </a:cubicBezTo>
                  <a:cubicBezTo>
                    <a:pt x="0" y="11"/>
                    <a:pt x="1" y="12"/>
                    <a:pt x="4" y="13"/>
                  </a:cubicBezTo>
                  <a:cubicBezTo>
                    <a:pt x="5" y="13"/>
                    <a:pt x="5" y="13"/>
                    <a:pt x="6" y="13"/>
                  </a:cubicBezTo>
                  <a:cubicBezTo>
                    <a:pt x="7" y="13"/>
                    <a:pt x="7" y="15"/>
                    <a:pt x="8" y="14"/>
                  </a:cubicBezTo>
                  <a:cubicBezTo>
                    <a:pt x="10" y="13"/>
                    <a:pt x="10" y="13"/>
                    <a:pt x="12" y="13"/>
                  </a:cubicBezTo>
                  <a:cubicBezTo>
                    <a:pt x="14" y="13"/>
                    <a:pt x="13" y="14"/>
                    <a:pt x="15" y="15"/>
                  </a:cubicBezTo>
                  <a:cubicBezTo>
                    <a:pt x="17" y="16"/>
                    <a:pt x="20" y="16"/>
                    <a:pt x="22" y="16"/>
                  </a:cubicBezTo>
                  <a:cubicBezTo>
                    <a:pt x="25" y="16"/>
                    <a:pt x="26" y="14"/>
                    <a:pt x="29" y="14"/>
                  </a:cubicBezTo>
                  <a:cubicBezTo>
                    <a:pt x="31" y="14"/>
                    <a:pt x="33" y="13"/>
                    <a:pt x="33" y="12"/>
                  </a:cubicBezTo>
                  <a:cubicBezTo>
                    <a:pt x="34" y="11"/>
                    <a:pt x="34" y="10"/>
                    <a:pt x="34" y="9"/>
                  </a:cubicBezTo>
                  <a:cubicBezTo>
                    <a:pt x="34" y="7"/>
                    <a:pt x="35" y="9"/>
                    <a:pt x="36" y="8"/>
                  </a:cubicBezTo>
                  <a:cubicBezTo>
                    <a:pt x="37" y="6"/>
                    <a:pt x="36" y="3"/>
                    <a:pt x="36" y="2"/>
                  </a:cubicBezTo>
                  <a:cubicBezTo>
                    <a:pt x="34" y="2"/>
                    <a:pt x="33" y="2"/>
                    <a:pt x="32"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00" name="Freeform 647">
              <a:extLst>
                <a:ext uri="{FF2B5EF4-FFF2-40B4-BE49-F238E27FC236}">
                  <a16:creationId xmlns:a16="http://schemas.microsoft.com/office/drawing/2014/main" id="{0407AA74-0C1C-D028-AC55-45AF46D449C6}"/>
                </a:ext>
              </a:extLst>
            </p:cNvPr>
            <p:cNvSpPr>
              <a:spLocks/>
            </p:cNvSpPr>
            <p:nvPr/>
          </p:nvSpPr>
          <p:spPr bwMode="auto">
            <a:xfrm>
              <a:off x="12021850" y="6656654"/>
              <a:ext cx="531848" cy="516057"/>
            </a:xfrm>
            <a:custGeom>
              <a:avLst/>
              <a:gdLst>
                <a:gd name="T0" fmla="*/ 37 w 57"/>
                <a:gd name="T1" fmla="*/ 10 h 55"/>
                <a:gd name="T2" fmla="*/ 41 w 57"/>
                <a:gd name="T3" fmla="*/ 9 h 55"/>
                <a:gd name="T4" fmla="*/ 43 w 57"/>
                <a:gd name="T5" fmla="*/ 6 h 55"/>
                <a:gd name="T6" fmla="*/ 45 w 57"/>
                <a:gd name="T7" fmla="*/ 4 h 55"/>
                <a:gd name="T8" fmla="*/ 45 w 57"/>
                <a:gd name="T9" fmla="*/ 1 h 55"/>
                <a:gd name="T10" fmla="*/ 41 w 57"/>
                <a:gd name="T11" fmla="*/ 2 h 55"/>
                <a:gd name="T12" fmla="*/ 36 w 57"/>
                <a:gd name="T13" fmla="*/ 4 h 55"/>
                <a:gd name="T14" fmla="*/ 27 w 57"/>
                <a:gd name="T15" fmla="*/ 1 h 55"/>
                <a:gd name="T16" fmla="*/ 22 w 57"/>
                <a:gd name="T17" fmla="*/ 1 h 55"/>
                <a:gd name="T18" fmla="*/ 19 w 57"/>
                <a:gd name="T19" fmla="*/ 1 h 55"/>
                <a:gd name="T20" fmla="*/ 18 w 57"/>
                <a:gd name="T21" fmla="*/ 3 h 55"/>
                <a:gd name="T22" fmla="*/ 17 w 57"/>
                <a:gd name="T23" fmla="*/ 4 h 55"/>
                <a:gd name="T24" fmla="*/ 15 w 57"/>
                <a:gd name="T25" fmla="*/ 5 h 55"/>
                <a:gd name="T26" fmla="*/ 13 w 57"/>
                <a:gd name="T27" fmla="*/ 5 h 55"/>
                <a:gd name="T28" fmla="*/ 12 w 57"/>
                <a:gd name="T29" fmla="*/ 4 h 55"/>
                <a:gd name="T30" fmla="*/ 11 w 57"/>
                <a:gd name="T31" fmla="*/ 8 h 55"/>
                <a:gd name="T32" fmla="*/ 9 w 57"/>
                <a:gd name="T33" fmla="*/ 5 h 55"/>
                <a:gd name="T34" fmla="*/ 5 w 57"/>
                <a:gd name="T35" fmla="*/ 7 h 55"/>
                <a:gd name="T36" fmla="*/ 0 w 57"/>
                <a:gd name="T37" fmla="*/ 7 h 55"/>
                <a:gd name="T38" fmla="*/ 1 w 57"/>
                <a:gd name="T39" fmla="*/ 10 h 55"/>
                <a:gd name="T40" fmla="*/ 0 w 57"/>
                <a:gd name="T41" fmla="*/ 14 h 55"/>
                <a:gd name="T42" fmla="*/ 2 w 57"/>
                <a:gd name="T43" fmla="*/ 18 h 55"/>
                <a:gd name="T44" fmla="*/ 4 w 57"/>
                <a:gd name="T45" fmla="*/ 21 h 55"/>
                <a:gd name="T46" fmla="*/ 12 w 57"/>
                <a:gd name="T47" fmla="*/ 17 h 55"/>
                <a:gd name="T48" fmla="*/ 15 w 57"/>
                <a:gd name="T49" fmla="*/ 19 h 55"/>
                <a:gd name="T50" fmla="*/ 17 w 57"/>
                <a:gd name="T51" fmla="*/ 22 h 55"/>
                <a:gd name="T52" fmla="*/ 18 w 57"/>
                <a:gd name="T53" fmla="*/ 25 h 55"/>
                <a:gd name="T54" fmla="*/ 21 w 57"/>
                <a:gd name="T55" fmla="*/ 28 h 55"/>
                <a:gd name="T56" fmla="*/ 28 w 57"/>
                <a:gd name="T57" fmla="*/ 33 h 55"/>
                <a:gd name="T58" fmla="*/ 33 w 57"/>
                <a:gd name="T59" fmla="*/ 36 h 55"/>
                <a:gd name="T60" fmla="*/ 42 w 57"/>
                <a:gd name="T61" fmla="*/ 42 h 55"/>
                <a:gd name="T62" fmla="*/ 45 w 57"/>
                <a:gd name="T63" fmla="*/ 48 h 55"/>
                <a:gd name="T64" fmla="*/ 43 w 57"/>
                <a:gd name="T65" fmla="*/ 55 h 55"/>
                <a:gd name="T66" fmla="*/ 49 w 57"/>
                <a:gd name="T67" fmla="*/ 48 h 55"/>
                <a:gd name="T68" fmla="*/ 47 w 57"/>
                <a:gd name="T69" fmla="*/ 45 h 55"/>
                <a:gd name="T70" fmla="*/ 50 w 57"/>
                <a:gd name="T71" fmla="*/ 40 h 55"/>
                <a:gd name="T72" fmla="*/ 53 w 57"/>
                <a:gd name="T73" fmla="*/ 41 h 55"/>
                <a:gd name="T74" fmla="*/ 55 w 57"/>
                <a:gd name="T75" fmla="*/ 44 h 55"/>
                <a:gd name="T76" fmla="*/ 53 w 57"/>
                <a:gd name="T77" fmla="*/ 39 h 55"/>
                <a:gd name="T78" fmla="*/ 44 w 57"/>
                <a:gd name="T79" fmla="*/ 35 h 55"/>
                <a:gd name="T80" fmla="*/ 44 w 57"/>
                <a:gd name="T81" fmla="*/ 32 h 55"/>
                <a:gd name="T82" fmla="*/ 39 w 57"/>
                <a:gd name="T83" fmla="*/ 31 h 55"/>
                <a:gd name="T84" fmla="*/ 35 w 57"/>
                <a:gd name="T85" fmla="*/ 26 h 55"/>
                <a:gd name="T86" fmla="*/ 32 w 57"/>
                <a:gd name="T87" fmla="*/ 21 h 55"/>
                <a:gd name="T88" fmla="*/ 27 w 57"/>
                <a:gd name="T89" fmla="*/ 17 h 55"/>
                <a:gd name="T90" fmla="*/ 27 w 57"/>
                <a:gd name="T91" fmla="*/ 15 h 55"/>
                <a:gd name="T92" fmla="*/ 28 w 57"/>
                <a:gd name="T93" fmla="*/ 12 h 55"/>
                <a:gd name="T94" fmla="*/ 30 w 57"/>
                <a:gd name="T95" fmla="*/ 9 h 55"/>
                <a:gd name="T96" fmla="*/ 32 w 57"/>
                <a:gd name="T97" fmla="*/ 8 h 55"/>
                <a:gd name="T98" fmla="*/ 34 w 57"/>
                <a:gd name="T99" fmla="*/ 10 h 55"/>
                <a:gd name="T100" fmla="*/ 37 w 57"/>
                <a:gd name="T101" fmla="*/ 10 h 55"/>
                <a:gd name="T102" fmla="*/ 37 w 57"/>
                <a:gd name="T103"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55">
                  <a:moveTo>
                    <a:pt x="37" y="10"/>
                  </a:moveTo>
                  <a:cubicBezTo>
                    <a:pt x="38" y="9"/>
                    <a:pt x="40" y="10"/>
                    <a:pt x="41" y="9"/>
                  </a:cubicBezTo>
                  <a:cubicBezTo>
                    <a:pt x="43" y="8"/>
                    <a:pt x="42" y="7"/>
                    <a:pt x="43" y="6"/>
                  </a:cubicBezTo>
                  <a:cubicBezTo>
                    <a:pt x="43" y="5"/>
                    <a:pt x="44" y="4"/>
                    <a:pt x="45" y="4"/>
                  </a:cubicBezTo>
                  <a:cubicBezTo>
                    <a:pt x="46" y="3"/>
                    <a:pt x="45" y="3"/>
                    <a:pt x="45" y="1"/>
                  </a:cubicBezTo>
                  <a:cubicBezTo>
                    <a:pt x="44" y="2"/>
                    <a:pt x="43" y="2"/>
                    <a:pt x="41" y="2"/>
                  </a:cubicBezTo>
                  <a:cubicBezTo>
                    <a:pt x="39" y="2"/>
                    <a:pt x="37" y="5"/>
                    <a:pt x="36" y="4"/>
                  </a:cubicBezTo>
                  <a:cubicBezTo>
                    <a:pt x="33" y="3"/>
                    <a:pt x="28" y="4"/>
                    <a:pt x="27" y="1"/>
                  </a:cubicBezTo>
                  <a:cubicBezTo>
                    <a:pt x="26" y="0"/>
                    <a:pt x="23" y="1"/>
                    <a:pt x="22" y="1"/>
                  </a:cubicBezTo>
                  <a:cubicBezTo>
                    <a:pt x="20" y="3"/>
                    <a:pt x="20" y="1"/>
                    <a:pt x="19" y="1"/>
                  </a:cubicBezTo>
                  <a:cubicBezTo>
                    <a:pt x="18" y="1"/>
                    <a:pt x="18" y="3"/>
                    <a:pt x="18" y="3"/>
                  </a:cubicBezTo>
                  <a:cubicBezTo>
                    <a:pt x="18" y="3"/>
                    <a:pt x="17" y="4"/>
                    <a:pt x="17" y="4"/>
                  </a:cubicBezTo>
                  <a:cubicBezTo>
                    <a:pt x="17" y="5"/>
                    <a:pt x="16" y="5"/>
                    <a:pt x="15" y="5"/>
                  </a:cubicBezTo>
                  <a:cubicBezTo>
                    <a:pt x="15" y="5"/>
                    <a:pt x="14" y="5"/>
                    <a:pt x="13" y="5"/>
                  </a:cubicBezTo>
                  <a:cubicBezTo>
                    <a:pt x="13" y="5"/>
                    <a:pt x="13" y="5"/>
                    <a:pt x="12" y="4"/>
                  </a:cubicBezTo>
                  <a:cubicBezTo>
                    <a:pt x="12" y="4"/>
                    <a:pt x="11" y="7"/>
                    <a:pt x="11" y="8"/>
                  </a:cubicBezTo>
                  <a:cubicBezTo>
                    <a:pt x="11" y="9"/>
                    <a:pt x="9" y="6"/>
                    <a:pt x="9" y="5"/>
                  </a:cubicBezTo>
                  <a:cubicBezTo>
                    <a:pt x="7" y="4"/>
                    <a:pt x="6" y="7"/>
                    <a:pt x="5" y="7"/>
                  </a:cubicBezTo>
                  <a:cubicBezTo>
                    <a:pt x="3" y="7"/>
                    <a:pt x="1" y="7"/>
                    <a:pt x="0" y="7"/>
                  </a:cubicBezTo>
                  <a:cubicBezTo>
                    <a:pt x="0" y="8"/>
                    <a:pt x="1" y="9"/>
                    <a:pt x="1" y="10"/>
                  </a:cubicBezTo>
                  <a:cubicBezTo>
                    <a:pt x="1" y="12"/>
                    <a:pt x="0" y="12"/>
                    <a:pt x="0" y="14"/>
                  </a:cubicBezTo>
                  <a:cubicBezTo>
                    <a:pt x="0" y="15"/>
                    <a:pt x="0" y="18"/>
                    <a:pt x="2" y="18"/>
                  </a:cubicBezTo>
                  <a:cubicBezTo>
                    <a:pt x="3" y="19"/>
                    <a:pt x="4" y="18"/>
                    <a:pt x="4" y="21"/>
                  </a:cubicBezTo>
                  <a:cubicBezTo>
                    <a:pt x="6" y="20"/>
                    <a:pt x="10" y="16"/>
                    <a:pt x="12" y="17"/>
                  </a:cubicBezTo>
                  <a:cubicBezTo>
                    <a:pt x="13" y="18"/>
                    <a:pt x="14" y="19"/>
                    <a:pt x="15" y="19"/>
                  </a:cubicBezTo>
                  <a:cubicBezTo>
                    <a:pt x="16" y="19"/>
                    <a:pt x="17" y="21"/>
                    <a:pt x="17" y="22"/>
                  </a:cubicBezTo>
                  <a:cubicBezTo>
                    <a:pt x="18" y="23"/>
                    <a:pt x="18" y="24"/>
                    <a:pt x="18" y="25"/>
                  </a:cubicBezTo>
                  <a:cubicBezTo>
                    <a:pt x="19" y="26"/>
                    <a:pt x="20" y="27"/>
                    <a:pt x="21" y="28"/>
                  </a:cubicBezTo>
                  <a:cubicBezTo>
                    <a:pt x="23" y="29"/>
                    <a:pt x="25" y="31"/>
                    <a:pt x="28" y="33"/>
                  </a:cubicBezTo>
                  <a:cubicBezTo>
                    <a:pt x="30" y="35"/>
                    <a:pt x="31" y="35"/>
                    <a:pt x="33" y="36"/>
                  </a:cubicBezTo>
                  <a:cubicBezTo>
                    <a:pt x="36" y="38"/>
                    <a:pt x="38" y="41"/>
                    <a:pt x="42" y="42"/>
                  </a:cubicBezTo>
                  <a:cubicBezTo>
                    <a:pt x="44" y="43"/>
                    <a:pt x="44" y="46"/>
                    <a:pt x="45" y="48"/>
                  </a:cubicBezTo>
                  <a:cubicBezTo>
                    <a:pt x="45" y="50"/>
                    <a:pt x="42" y="52"/>
                    <a:pt x="43" y="55"/>
                  </a:cubicBezTo>
                  <a:cubicBezTo>
                    <a:pt x="43" y="54"/>
                    <a:pt x="49" y="49"/>
                    <a:pt x="49" y="48"/>
                  </a:cubicBezTo>
                  <a:cubicBezTo>
                    <a:pt x="50" y="47"/>
                    <a:pt x="47" y="45"/>
                    <a:pt x="47" y="45"/>
                  </a:cubicBezTo>
                  <a:cubicBezTo>
                    <a:pt x="45" y="43"/>
                    <a:pt x="49" y="39"/>
                    <a:pt x="50" y="40"/>
                  </a:cubicBezTo>
                  <a:cubicBezTo>
                    <a:pt x="51" y="41"/>
                    <a:pt x="52" y="41"/>
                    <a:pt x="53" y="41"/>
                  </a:cubicBezTo>
                  <a:cubicBezTo>
                    <a:pt x="54" y="42"/>
                    <a:pt x="54" y="43"/>
                    <a:pt x="55" y="44"/>
                  </a:cubicBezTo>
                  <a:cubicBezTo>
                    <a:pt x="57" y="44"/>
                    <a:pt x="54" y="40"/>
                    <a:pt x="53" y="39"/>
                  </a:cubicBezTo>
                  <a:cubicBezTo>
                    <a:pt x="51" y="37"/>
                    <a:pt x="47" y="37"/>
                    <a:pt x="44" y="35"/>
                  </a:cubicBezTo>
                  <a:cubicBezTo>
                    <a:pt x="43" y="34"/>
                    <a:pt x="46" y="32"/>
                    <a:pt x="44" y="32"/>
                  </a:cubicBezTo>
                  <a:cubicBezTo>
                    <a:pt x="43" y="31"/>
                    <a:pt x="41" y="32"/>
                    <a:pt x="39" y="31"/>
                  </a:cubicBezTo>
                  <a:cubicBezTo>
                    <a:pt x="37" y="30"/>
                    <a:pt x="36" y="28"/>
                    <a:pt x="35" y="26"/>
                  </a:cubicBezTo>
                  <a:cubicBezTo>
                    <a:pt x="34" y="24"/>
                    <a:pt x="34" y="22"/>
                    <a:pt x="32" y="21"/>
                  </a:cubicBezTo>
                  <a:cubicBezTo>
                    <a:pt x="31" y="20"/>
                    <a:pt x="27" y="19"/>
                    <a:pt x="27" y="17"/>
                  </a:cubicBezTo>
                  <a:cubicBezTo>
                    <a:pt x="27" y="16"/>
                    <a:pt x="27" y="15"/>
                    <a:pt x="27" y="15"/>
                  </a:cubicBezTo>
                  <a:cubicBezTo>
                    <a:pt x="28" y="13"/>
                    <a:pt x="28" y="13"/>
                    <a:pt x="28" y="12"/>
                  </a:cubicBezTo>
                  <a:cubicBezTo>
                    <a:pt x="27" y="9"/>
                    <a:pt x="30" y="10"/>
                    <a:pt x="30" y="9"/>
                  </a:cubicBezTo>
                  <a:cubicBezTo>
                    <a:pt x="31" y="8"/>
                    <a:pt x="32" y="8"/>
                    <a:pt x="32" y="8"/>
                  </a:cubicBezTo>
                  <a:cubicBezTo>
                    <a:pt x="34" y="8"/>
                    <a:pt x="34" y="9"/>
                    <a:pt x="34" y="10"/>
                  </a:cubicBezTo>
                  <a:cubicBezTo>
                    <a:pt x="35" y="10"/>
                    <a:pt x="36" y="10"/>
                    <a:pt x="37" y="10"/>
                  </a:cubicBezTo>
                  <a:cubicBezTo>
                    <a:pt x="37" y="9"/>
                    <a:pt x="36" y="10"/>
                    <a:pt x="37"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01" name="Freeform 648">
              <a:extLst>
                <a:ext uri="{FF2B5EF4-FFF2-40B4-BE49-F238E27FC236}">
                  <a16:creationId xmlns:a16="http://schemas.microsoft.com/office/drawing/2014/main" id="{7641E9C2-9F15-5956-757D-4832D4767797}"/>
                </a:ext>
              </a:extLst>
            </p:cNvPr>
            <p:cNvSpPr>
              <a:spLocks/>
            </p:cNvSpPr>
            <p:nvPr/>
          </p:nvSpPr>
          <p:spPr bwMode="auto">
            <a:xfrm>
              <a:off x="12330767" y="6685324"/>
              <a:ext cx="251592" cy="235731"/>
            </a:xfrm>
            <a:custGeom>
              <a:avLst/>
              <a:gdLst>
                <a:gd name="T0" fmla="*/ 12 w 27"/>
                <a:gd name="T1" fmla="*/ 10 h 25"/>
                <a:gd name="T2" fmla="*/ 21 w 27"/>
                <a:gd name="T3" fmla="*/ 9 h 25"/>
                <a:gd name="T4" fmla="*/ 27 w 27"/>
                <a:gd name="T5" fmla="*/ 11 h 25"/>
                <a:gd name="T6" fmla="*/ 25 w 27"/>
                <a:gd name="T7" fmla="*/ 4 h 25"/>
                <a:gd name="T8" fmla="*/ 17 w 27"/>
                <a:gd name="T9" fmla="*/ 3 h 25"/>
                <a:gd name="T10" fmla="*/ 13 w 27"/>
                <a:gd name="T11" fmla="*/ 0 h 25"/>
                <a:gd name="T12" fmla="*/ 11 w 27"/>
                <a:gd name="T13" fmla="*/ 2 h 25"/>
                <a:gd name="T14" fmla="*/ 6 w 27"/>
                <a:gd name="T15" fmla="*/ 7 h 25"/>
                <a:gd name="T16" fmla="*/ 1 w 27"/>
                <a:gd name="T17" fmla="*/ 7 h 25"/>
                <a:gd name="T18" fmla="*/ 1 w 27"/>
                <a:gd name="T19" fmla="*/ 11 h 25"/>
                <a:gd name="T20" fmla="*/ 3 w 27"/>
                <a:gd name="T21" fmla="*/ 10 h 25"/>
                <a:gd name="T22" fmla="*/ 4 w 27"/>
                <a:gd name="T23" fmla="*/ 13 h 25"/>
                <a:gd name="T24" fmla="*/ 6 w 27"/>
                <a:gd name="T25" fmla="*/ 10 h 25"/>
                <a:gd name="T26" fmla="*/ 11 w 27"/>
                <a:gd name="T27" fmla="*/ 17 h 25"/>
                <a:gd name="T28" fmla="*/ 23 w 27"/>
                <a:gd name="T29" fmla="*/ 25 h 25"/>
                <a:gd name="T30" fmla="*/ 21 w 27"/>
                <a:gd name="T31" fmla="*/ 22 h 25"/>
                <a:gd name="T32" fmla="*/ 16 w 27"/>
                <a:gd name="T33" fmla="*/ 19 h 25"/>
                <a:gd name="T34" fmla="*/ 12 w 27"/>
                <a:gd name="T3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25">
                  <a:moveTo>
                    <a:pt x="12" y="10"/>
                  </a:moveTo>
                  <a:cubicBezTo>
                    <a:pt x="15" y="10"/>
                    <a:pt x="18" y="8"/>
                    <a:pt x="21" y="9"/>
                  </a:cubicBezTo>
                  <a:cubicBezTo>
                    <a:pt x="23" y="9"/>
                    <a:pt x="25" y="10"/>
                    <a:pt x="27" y="11"/>
                  </a:cubicBezTo>
                  <a:cubicBezTo>
                    <a:pt x="26" y="9"/>
                    <a:pt x="26" y="7"/>
                    <a:pt x="25" y="4"/>
                  </a:cubicBezTo>
                  <a:cubicBezTo>
                    <a:pt x="22" y="6"/>
                    <a:pt x="19" y="4"/>
                    <a:pt x="17" y="3"/>
                  </a:cubicBezTo>
                  <a:cubicBezTo>
                    <a:pt x="15" y="2"/>
                    <a:pt x="14" y="2"/>
                    <a:pt x="13" y="0"/>
                  </a:cubicBezTo>
                  <a:cubicBezTo>
                    <a:pt x="13" y="0"/>
                    <a:pt x="11" y="1"/>
                    <a:pt x="11" y="2"/>
                  </a:cubicBezTo>
                  <a:cubicBezTo>
                    <a:pt x="9" y="3"/>
                    <a:pt x="10" y="8"/>
                    <a:pt x="6" y="7"/>
                  </a:cubicBezTo>
                  <a:cubicBezTo>
                    <a:pt x="4" y="6"/>
                    <a:pt x="2" y="7"/>
                    <a:pt x="1" y="7"/>
                  </a:cubicBezTo>
                  <a:cubicBezTo>
                    <a:pt x="0" y="8"/>
                    <a:pt x="1" y="11"/>
                    <a:pt x="1" y="11"/>
                  </a:cubicBezTo>
                  <a:cubicBezTo>
                    <a:pt x="1" y="11"/>
                    <a:pt x="3" y="10"/>
                    <a:pt x="3" y="10"/>
                  </a:cubicBezTo>
                  <a:cubicBezTo>
                    <a:pt x="4" y="10"/>
                    <a:pt x="4" y="12"/>
                    <a:pt x="4" y="13"/>
                  </a:cubicBezTo>
                  <a:cubicBezTo>
                    <a:pt x="4" y="11"/>
                    <a:pt x="5" y="8"/>
                    <a:pt x="6" y="10"/>
                  </a:cubicBezTo>
                  <a:cubicBezTo>
                    <a:pt x="7" y="13"/>
                    <a:pt x="9" y="15"/>
                    <a:pt x="11" y="17"/>
                  </a:cubicBezTo>
                  <a:cubicBezTo>
                    <a:pt x="14" y="20"/>
                    <a:pt x="19" y="22"/>
                    <a:pt x="23" y="25"/>
                  </a:cubicBezTo>
                  <a:cubicBezTo>
                    <a:pt x="23" y="23"/>
                    <a:pt x="23" y="23"/>
                    <a:pt x="21" y="22"/>
                  </a:cubicBezTo>
                  <a:cubicBezTo>
                    <a:pt x="19" y="21"/>
                    <a:pt x="17" y="20"/>
                    <a:pt x="16" y="19"/>
                  </a:cubicBezTo>
                  <a:cubicBezTo>
                    <a:pt x="14" y="17"/>
                    <a:pt x="9" y="10"/>
                    <a:pt x="12"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02" name="Freeform 649">
              <a:extLst>
                <a:ext uri="{FF2B5EF4-FFF2-40B4-BE49-F238E27FC236}">
                  <a16:creationId xmlns:a16="http://schemas.microsoft.com/office/drawing/2014/main" id="{E3503ED5-2DD3-910F-B030-ED49700D0B21}"/>
                </a:ext>
              </a:extLst>
            </p:cNvPr>
            <p:cNvSpPr>
              <a:spLocks/>
            </p:cNvSpPr>
            <p:nvPr/>
          </p:nvSpPr>
          <p:spPr bwMode="auto">
            <a:xfrm>
              <a:off x="11470893" y="6414553"/>
              <a:ext cx="617835" cy="531986"/>
            </a:xfrm>
            <a:custGeom>
              <a:avLst/>
              <a:gdLst>
                <a:gd name="T0" fmla="*/ 59 w 66"/>
                <a:gd name="T1" fmla="*/ 31 h 57"/>
                <a:gd name="T2" fmla="*/ 56 w 66"/>
                <a:gd name="T3" fmla="*/ 30 h 57"/>
                <a:gd name="T4" fmla="*/ 60 w 66"/>
                <a:gd name="T5" fmla="*/ 24 h 57"/>
                <a:gd name="T6" fmla="*/ 63 w 66"/>
                <a:gd name="T7" fmla="*/ 23 h 57"/>
                <a:gd name="T8" fmla="*/ 65 w 66"/>
                <a:gd name="T9" fmla="*/ 15 h 57"/>
                <a:gd name="T10" fmla="*/ 60 w 66"/>
                <a:gd name="T11" fmla="*/ 13 h 57"/>
                <a:gd name="T12" fmla="*/ 57 w 66"/>
                <a:gd name="T13" fmla="*/ 11 h 57"/>
                <a:gd name="T14" fmla="*/ 55 w 66"/>
                <a:gd name="T15" fmla="*/ 11 h 57"/>
                <a:gd name="T16" fmla="*/ 48 w 66"/>
                <a:gd name="T17" fmla="*/ 7 h 57"/>
                <a:gd name="T18" fmla="*/ 43 w 66"/>
                <a:gd name="T19" fmla="*/ 5 h 57"/>
                <a:gd name="T20" fmla="*/ 38 w 66"/>
                <a:gd name="T21" fmla="*/ 1 h 57"/>
                <a:gd name="T22" fmla="*/ 34 w 66"/>
                <a:gd name="T23" fmla="*/ 1 h 57"/>
                <a:gd name="T24" fmla="*/ 33 w 66"/>
                <a:gd name="T25" fmla="*/ 5 h 57"/>
                <a:gd name="T26" fmla="*/ 30 w 66"/>
                <a:gd name="T27" fmla="*/ 8 h 57"/>
                <a:gd name="T28" fmla="*/ 26 w 66"/>
                <a:gd name="T29" fmla="*/ 10 h 57"/>
                <a:gd name="T30" fmla="*/ 24 w 66"/>
                <a:gd name="T31" fmla="*/ 12 h 57"/>
                <a:gd name="T32" fmla="*/ 20 w 66"/>
                <a:gd name="T33" fmla="*/ 11 h 57"/>
                <a:gd name="T34" fmla="*/ 16 w 66"/>
                <a:gd name="T35" fmla="*/ 10 h 57"/>
                <a:gd name="T36" fmla="*/ 16 w 66"/>
                <a:gd name="T37" fmla="*/ 16 h 57"/>
                <a:gd name="T38" fmla="*/ 9 w 66"/>
                <a:gd name="T39" fmla="*/ 15 h 57"/>
                <a:gd name="T40" fmla="*/ 1 w 66"/>
                <a:gd name="T41" fmla="*/ 17 h 57"/>
                <a:gd name="T42" fmla="*/ 2 w 66"/>
                <a:gd name="T43" fmla="*/ 19 h 57"/>
                <a:gd name="T44" fmla="*/ 4 w 66"/>
                <a:gd name="T45" fmla="*/ 21 h 57"/>
                <a:gd name="T46" fmla="*/ 15 w 66"/>
                <a:gd name="T47" fmla="*/ 25 h 57"/>
                <a:gd name="T48" fmla="*/ 14 w 66"/>
                <a:gd name="T49" fmla="*/ 28 h 57"/>
                <a:gd name="T50" fmla="*/ 19 w 66"/>
                <a:gd name="T51" fmla="*/ 31 h 57"/>
                <a:gd name="T52" fmla="*/ 20 w 66"/>
                <a:gd name="T53" fmla="*/ 35 h 57"/>
                <a:gd name="T54" fmla="*/ 22 w 66"/>
                <a:gd name="T55" fmla="*/ 38 h 57"/>
                <a:gd name="T56" fmla="*/ 19 w 66"/>
                <a:gd name="T57" fmla="*/ 36 h 57"/>
                <a:gd name="T58" fmla="*/ 16 w 66"/>
                <a:gd name="T59" fmla="*/ 49 h 57"/>
                <a:gd name="T60" fmla="*/ 27 w 66"/>
                <a:gd name="T61" fmla="*/ 53 h 57"/>
                <a:gd name="T62" fmla="*/ 30 w 66"/>
                <a:gd name="T63" fmla="*/ 53 h 57"/>
                <a:gd name="T64" fmla="*/ 33 w 66"/>
                <a:gd name="T65" fmla="*/ 55 h 57"/>
                <a:gd name="T66" fmla="*/ 40 w 66"/>
                <a:gd name="T67" fmla="*/ 54 h 57"/>
                <a:gd name="T68" fmla="*/ 47 w 66"/>
                <a:gd name="T69" fmla="*/ 48 h 57"/>
                <a:gd name="T70" fmla="*/ 57 w 66"/>
                <a:gd name="T71" fmla="*/ 50 h 57"/>
                <a:gd name="T72" fmla="*/ 62 w 66"/>
                <a:gd name="T73" fmla="*/ 47 h 57"/>
                <a:gd name="T74" fmla="*/ 62 w 66"/>
                <a:gd name="T75" fmla="*/ 45 h 57"/>
                <a:gd name="T76" fmla="*/ 59 w 66"/>
                <a:gd name="T77" fmla="*/ 38 h 57"/>
                <a:gd name="T78" fmla="*/ 59 w 66"/>
                <a:gd name="T79" fmla="*/ 34 h 57"/>
                <a:gd name="T80" fmla="*/ 59 w 66"/>
                <a:gd name="T81" fmla="*/ 31 h 57"/>
                <a:gd name="T82" fmla="*/ 59 w 66"/>
                <a:gd name="T83"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 h="57">
                  <a:moveTo>
                    <a:pt x="59" y="31"/>
                  </a:moveTo>
                  <a:cubicBezTo>
                    <a:pt x="58" y="29"/>
                    <a:pt x="55" y="33"/>
                    <a:pt x="56" y="30"/>
                  </a:cubicBezTo>
                  <a:cubicBezTo>
                    <a:pt x="56" y="29"/>
                    <a:pt x="59" y="24"/>
                    <a:pt x="60" y="24"/>
                  </a:cubicBezTo>
                  <a:cubicBezTo>
                    <a:pt x="61" y="23"/>
                    <a:pt x="62" y="25"/>
                    <a:pt x="63" y="23"/>
                  </a:cubicBezTo>
                  <a:cubicBezTo>
                    <a:pt x="64" y="20"/>
                    <a:pt x="63" y="18"/>
                    <a:pt x="65" y="15"/>
                  </a:cubicBezTo>
                  <a:cubicBezTo>
                    <a:pt x="66" y="13"/>
                    <a:pt x="61" y="13"/>
                    <a:pt x="60" y="13"/>
                  </a:cubicBezTo>
                  <a:cubicBezTo>
                    <a:pt x="58" y="13"/>
                    <a:pt x="57" y="12"/>
                    <a:pt x="57" y="11"/>
                  </a:cubicBezTo>
                  <a:cubicBezTo>
                    <a:pt x="56" y="11"/>
                    <a:pt x="55" y="11"/>
                    <a:pt x="55" y="11"/>
                  </a:cubicBezTo>
                  <a:cubicBezTo>
                    <a:pt x="53" y="11"/>
                    <a:pt x="48" y="9"/>
                    <a:pt x="48" y="7"/>
                  </a:cubicBezTo>
                  <a:cubicBezTo>
                    <a:pt x="47" y="10"/>
                    <a:pt x="44" y="5"/>
                    <a:pt x="43" y="5"/>
                  </a:cubicBezTo>
                  <a:cubicBezTo>
                    <a:pt x="41" y="4"/>
                    <a:pt x="39" y="3"/>
                    <a:pt x="38" y="1"/>
                  </a:cubicBezTo>
                  <a:cubicBezTo>
                    <a:pt x="37" y="0"/>
                    <a:pt x="35" y="0"/>
                    <a:pt x="34" y="1"/>
                  </a:cubicBezTo>
                  <a:cubicBezTo>
                    <a:pt x="33" y="2"/>
                    <a:pt x="32" y="4"/>
                    <a:pt x="33" y="5"/>
                  </a:cubicBezTo>
                  <a:cubicBezTo>
                    <a:pt x="33" y="6"/>
                    <a:pt x="31" y="7"/>
                    <a:pt x="30" y="8"/>
                  </a:cubicBezTo>
                  <a:cubicBezTo>
                    <a:pt x="29" y="8"/>
                    <a:pt x="27" y="8"/>
                    <a:pt x="26" y="10"/>
                  </a:cubicBezTo>
                  <a:cubicBezTo>
                    <a:pt x="26" y="11"/>
                    <a:pt x="25" y="12"/>
                    <a:pt x="24" y="12"/>
                  </a:cubicBezTo>
                  <a:cubicBezTo>
                    <a:pt x="22" y="12"/>
                    <a:pt x="21" y="12"/>
                    <a:pt x="20" y="11"/>
                  </a:cubicBezTo>
                  <a:cubicBezTo>
                    <a:pt x="18" y="11"/>
                    <a:pt x="18" y="10"/>
                    <a:pt x="16" y="10"/>
                  </a:cubicBezTo>
                  <a:cubicBezTo>
                    <a:pt x="14" y="9"/>
                    <a:pt x="20" y="16"/>
                    <a:pt x="16" y="16"/>
                  </a:cubicBezTo>
                  <a:cubicBezTo>
                    <a:pt x="13" y="16"/>
                    <a:pt x="11" y="17"/>
                    <a:pt x="9" y="15"/>
                  </a:cubicBezTo>
                  <a:cubicBezTo>
                    <a:pt x="8" y="14"/>
                    <a:pt x="1" y="16"/>
                    <a:pt x="1" y="17"/>
                  </a:cubicBezTo>
                  <a:cubicBezTo>
                    <a:pt x="1" y="18"/>
                    <a:pt x="4" y="18"/>
                    <a:pt x="2" y="19"/>
                  </a:cubicBezTo>
                  <a:cubicBezTo>
                    <a:pt x="0" y="20"/>
                    <a:pt x="3" y="21"/>
                    <a:pt x="4" y="21"/>
                  </a:cubicBezTo>
                  <a:cubicBezTo>
                    <a:pt x="6" y="22"/>
                    <a:pt x="15" y="23"/>
                    <a:pt x="15" y="25"/>
                  </a:cubicBezTo>
                  <a:cubicBezTo>
                    <a:pt x="15" y="26"/>
                    <a:pt x="13" y="26"/>
                    <a:pt x="14" y="28"/>
                  </a:cubicBezTo>
                  <a:cubicBezTo>
                    <a:pt x="16" y="30"/>
                    <a:pt x="17" y="30"/>
                    <a:pt x="19" y="31"/>
                  </a:cubicBezTo>
                  <a:cubicBezTo>
                    <a:pt x="21" y="32"/>
                    <a:pt x="18" y="34"/>
                    <a:pt x="20" y="35"/>
                  </a:cubicBezTo>
                  <a:cubicBezTo>
                    <a:pt x="20" y="35"/>
                    <a:pt x="22" y="38"/>
                    <a:pt x="22" y="38"/>
                  </a:cubicBezTo>
                  <a:cubicBezTo>
                    <a:pt x="21" y="39"/>
                    <a:pt x="20" y="36"/>
                    <a:pt x="19" y="36"/>
                  </a:cubicBezTo>
                  <a:cubicBezTo>
                    <a:pt x="18" y="36"/>
                    <a:pt x="19" y="48"/>
                    <a:pt x="16" y="49"/>
                  </a:cubicBezTo>
                  <a:cubicBezTo>
                    <a:pt x="19" y="51"/>
                    <a:pt x="23" y="54"/>
                    <a:pt x="27" y="53"/>
                  </a:cubicBezTo>
                  <a:cubicBezTo>
                    <a:pt x="28" y="53"/>
                    <a:pt x="29" y="52"/>
                    <a:pt x="30" y="53"/>
                  </a:cubicBezTo>
                  <a:cubicBezTo>
                    <a:pt x="31" y="53"/>
                    <a:pt x="32" y="54"/>
                    <a:pt x="33" y="55"/>
                  </a:cubicBezTo>
                  <a:cubicBezTo>
                    <a:pt x="35" y="56"/>
                    <a:pt x="41" y="57"/>
                    <a:pt x="40" y="54"/>
                  </a:cubicBezTo>
                  <a:cubicBezTo>
                    <a:pt x="39" y="49"/>
                    <a:pt x="44" y="47"/>
                    <a:pt x="47" y="48"/>
                  </a:cubicBezTo>
                  <a:cubicBezTo>
                    <a:pt x="51" y="49"/>
                    <a:pt x="53" y="52"/>
                    <a:pt x="57" y="50"/>
                  </a:cubicBezTo>
                  <a:cubicBezTo>
                    <a:pt x="59" y="49"/>
                    <a:pt x="60" y="48"/>
                    <a:pt x="62" y="47"/>
                  </a:cubicBezTo>
                  <a:cubicBezTo>
                    <a:pt x="62" y="47"/>
                    <a:pt x="64" y="45"/>
                    <a:pt x="62" y="45"/>
                  </a:cubicBezTo>
                  <a:cubicBezTo>
                    <a:pt x="60" y="44"/>
                    <a:pt x="58" y="40"/>
                    <a:pt x="59" y="38"/>
                  </a:cubicBezTo>
                  <a:cubicBezTo>
                    <a:pt x="61" y="36"/>
                    <a:pt x="60" y="36"/>
                    <a:pt x="59" y="34"/>
                  </a:cubicBezTo>
                  <a:cubicBezTo>
                    <a:pt x="59" y="33"/>
                    <a:pt x="59" y="32"/>
                    <a:pt x="59" y="31"/>
                  </a:cubicBezTo>
                  <a:cubicBezTo>
                    <a:pt x="58" y="30"/>
                    <a:pt x="59" y="32"/>
                    <a:pt x="59" y="31"/>
                  </a:cubicBezTo>
                  <a:close/>
                </a:path>
              </a:pathLst>
            </a:custGeom>
            <a:grpFill/>
            <a:ln w="9525"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03" name="Freeform 650">
              <a:extLst>
                <a:ext uri="{FF2B5EF4-FFF2-40B4-BE49-F238E27FC236}">
                  <a16:creationId xmlns:a16="http://schemas.microsoft.com/office/drawing/2014/main" id="{F58F2F0D-72E3-2578-A28B-7C503AD09514}"/>
                </a:ext>
              </a:extLst>
            </p:cNvPr>
            <p:cNvSpPr>
              <a:spLocks/>
            </p:cNvSpPr>
            <p:nvPr/>
          </p:nvSpPr>
          <p:spPr bwMode="auto">
            <a:xfrm>
              <a:off x="11983632" y="6621615"/>
              <a:ext cx="207006" cy="140163"/>
            </a:xfrm>
            <a:custGeom>
              <a:avLst/>
              <a:gdLst>
                <a:gd name="T0" fmla="*/ 17 w 22"/>
                <a:gd name="T1" fmla="*/ 1 h 15"/>
                <a:gd name="T2" fmla="*/ 9 w 22"/>
                <a:gd name="T3" fmla="*/ 1 h 15"/>
                <a:gd name="T4" fmla="*/ 8 w 22"/>
                <a:gd name="T5" fmla="*/ 2 h 15"/>
                <a:gd name="T6" fmla="*/ 5 w 22"/>
                <a:gd name="T7" fmla="*/ 2 h 15"/>
                <a:gd name="T8" fmla="*/ 3 w 22"/>
                <a:gd name="T9" fmla="*/ 5 h 15"/>
                <a:gd name="T10" fmla="*/ 1 w 22"/>
                <a:gd name="T11" fmla="*/ 9 h 15"/>
                <a:gd name="T12" fmla="*/ 4 w 22"/>
                <a:gd name="T13" fmla="*/ 10 h 15"/>
                <a:gd name="T14" fmla="*/ 7 w 22"/>
                <a:gd name="T15" fmla="*/ 11 h 15"/>
                <a:gd name="T16" fmla="*/ 11 w 22"/>
                <a:gd name="T17" fmla="*/ 10 h 15"/>
                <a:gd name="T18" fmla="*/ 13 w 22"/>
                <a:gd name="T19" fmla="*/ 10 h 15"/>
                <a:gd name="T20" fmla="*/ 16 w 22"/>
                <a:gd name="T21" fmla="*/ 8 h 15"/>
                <a:gd name="T22" fmla="*/ 18 w 22"/>
                <a:gd name="T23" fmla="*/ 9 h 15"/>
                <a:gd name="T24" fmla="*/ 21 w 22"/>
                <a:gd name="T25" fmla="*/ 8 h 15"/>
                <a:gd name="T26" fmla="*/ 22 w 22"/>
                <a:gd name="T27" fmla="*/ 5 h 15"/>
                <a:gd name="T28" fmla="*/ 18 w 22"/>
                <a:gd name="T29" fmla="*/ 4 h 15"/>
                <a:gd name="T30" fmla="*/ 17 w 22"/>
                <a:gd name="T3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5">
                  <a:moveTo>
                    <a:pt x="17" y="1"/>
                  </a:moveTo>
                  <a:cubicBezTo>
                    <a:pt x="14" y="0"/>
                    <a:pt x="12" y="1"/>
                    <a:pt x="9" y="1"/>
                  </a:cubicBezTo>
                  <a:cubicBezTo>
                    <a:pt x="7" y="1"/>
                    <a:pt x="9" y="1"/>
                    <a:pt x="8" y="2"/>
                  </a:cubicBezTo>
                  <a:cubicBezTo>
                    <a:pt x="7" y="2"/>
                    <a:pt x="5" y="2"/>
                    <a:pt x="5" y="2"/>
                  </a:cubicBezTo>
                  <a:cubicBezTo>
                    <a:pt x="4" y="2"/>
                    <a:pt x="3" y="5"/>
                    <a:pt x="3" y="5"/>
                  </a:cubicBezTo>
                  <a:cubicBezTo>
                    <a:pt x="2" y="6"/>
                    <a:pt x="0" y="10"/>
                    <a:pt x="1" y="9"/>
                  </a:cubicBezTo>
                  <a:cubicBezTo>
                    <a:pt x="3" y="9"/>
                    <a:pt x="3" y="8"/>
                    <a:pt x="4" y="10"/>
                  </a:cubicBezTo>
                  <a:cubicBezTo>
                    <a:pt x="4" y="12"/>
                    <a:pt x="5" y="11"/>
                    <a:pt x="7" y="11"/>
                  </a:cubicBezTo>
                  <a:cubicBezTo>
                    <a:pt x="8" y="11"/>
                    <a:pt x="10" y="11"/>
                    <a:pt x="11" y="10"/>
                  </a:cubicBezTo>
                  <a:cubicBezTo>
                    <a:pt x="12" y="8"/>
                    <a:pt x="13" y="9"/>
                    <a:pt x="13" y="10"/>
                  </a:cubicBezTo>
                  <a:cubicBezTo>
                    <a:pt x="16" y="15"/>
                    <a:pt x="15" y="8"/>
                    <a:pt x="16" y="8"/>
                  </a:cubicBezTo>
                  <a:cubicBezTo>
                    <a:pt x="17" y="8"/>
                    <a:pt x="17" y="9"/>
                    <a:pt x="18" y="9"/>
                  </a:cubicBezTo>
                  <a:cubicBezTo>
                    <a:pt x="19" y="9"/>
                    <a:pt x="20" y="9"/>
                    <a:pt x="21" y="8"/>
                  </a:cubicBezTo>
                  <a:cubicBezTo>
                    <a:pt x="22" y="7"/>
                    <a:pt x="22" y="7"/>
                    <a:pt x="22" y="5"/>
                  </a:cubicBezTo>
                  <a:cubicBezTo>
                    <a:pt x="22" y="5"/>
                    <a:pt x="19" y="4"/>
                    <a:pt x="18" y="4"/>
                  </a:cubicBezTo>
                  <a:cubicBezTo>
                    <a:pt x="17" y="3"/>
                    <a:pt x="17" y="2"/>
                    <a:pt x="17"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04" name="Freeform 651">
              <a:extLst>
                <a:ext uri="{FF2B5EF4-FFF2-40B4-BE49-F238E27FC236}">
                  <a16:creationId xmlns:a16="http://schemas.microsoft.com/office/drawing/2014/main" id="{57263618-CB26-F417-0B68-7413CCFF1052}"/>
                </a:ext>
              </a:extLst>
            </p:cNvPr>
            <p:cNvSpPr>
              <a:spLocks/>
            </p:cNvSpPr>
            <p:nvPr/>
          </p:nvSpPr>
          <p:spPr bwMode="auto">
            <a:xfrm>
              <a:off x="11808475" y="6395439"/>
              <a:ext cx="194268" cy="121050"/>
            </a:xfrm>
            <a:custGeom>
              <a:avLst/>
              <a:gdLst>
                <a:gd name="T0" fmla="*/ 19 w 21"/>
                <a:gd name="T1" fmla="*/ 9 h 13"/>
                <a:gd name="T2" fmla="*/ 20 w 21"/>
                <a:gd name="T3" fmla="*/ 6 h 13"/>
                <a:gd name="T4" fmla="*/ 18 w 21"/>
                <a:gd name="T5" fmla="*/ 3 h 13"/>
                <a:gd name="T6" fmla="*/ 13 w 21"/>
                <a:gd name="T7" fmla="*/ 0 h 13"/>
                <a:gd name="T8" fmla="*/ 8 w 21"/>
                <a:gd name="T9" fmla="*/ 1 h 13"/>
                <a:gd name="T10" fmla="*/ 3 w 21"/>
                <a:gd name="T11" fmla="*/ 1 h 13"/>
                <a:gd name="T12" fmla="*/ 5 w 21"/>
                <a:gd name="T13" fmla="*/ 6 h 13"/>
                <a:gd name="T14" fmla="*/ 10 w 21"/>
                <a:gd name="T15" fmla="*/ 9 h 13"/>
                <a:gd name="T16" fmla="*/ 12 w 21"/>
                <a:gd name="T17" fmla="*/ 9 h 13"/>
                <a:gd name="T18" fmla="*/ 18 w 21"/>
                <a:gd name="T19" fmla="*/ 13 h 13"/>
                <a:gd name="T20" fmla="*/ 19 w 21"/>
                <a:gd name="T21" fmla="*/ 9 h 13"/>
                <a:gd name="T22" fmla="*/ 19 w 21"/>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3">
                  <a:moveTo>
                    <a:pt x="19" y="9"/>
                  </a:moveTo>
                  <a:cubicBezTo>
                    <a:pt x="18" y="9"/>
                    <a:pt x="21" y="7"/>
                    <a:pt x="20" y="6"/>
                  </a:cubicBezTo>
                  <a:cubicBezTo>
                    <a:pt x="20" y="5"/>
                    <a:pt x="19" y="3"/>
                    <a:pt x="18" y="3"/>
                  </a:cubicBezTo>
                  <a:cubicBezTo>
                    <a:pt x="17" y="2"/>
                    <a:pt x="15" y="0"/>
                    <a:pt x="13" y="0"/>
                  </a:cubicBezTo>
                  <a:cubicBezTo>
                    <a:pt x="11" y="0"/>
                    <a:pt x="10" y="1"/>
                    <a:pt x="8" y="1"/>
                  </a:cubicBezTo>
                  <a:cubicBezTo>
                    <a:pt x="6" y="1"/>
                    <a:pt x="5" y="0"/>
                    <a:pt x="3" y="1"/>
                  </a:cubicBezTo>
                  <a:cubicBezTo>
                    <a:pt x="0" y="3"/>
                    <a:pt x="3" y="5"/>
                    <a:pt x="5" y="6"/>
                  </a:cubicBezTo>
                  <a:cubicBezTo>
                    <a:pt x="7" y="7"/>
                    <a:pt x="8" y="7"/>
                    <a:pt x="10" y="9"/>
                  </a:cubicBezTo>
                  <a:cubicBezTo>
                    <a:pt x="10" y="10"/>
                    <a:pt x="12" y="10"/>
                    <a:pt x="12" y="9"/>
                  </a:cubicBezTo>
                  <a:cubicBezTo>
                    <a:pt x="12" y="10"/>
                    <a:pt x="17" y="13"/>
                    <a:pt x="18" y="13"/>
                  </a:cubicBezTo>
                  <a:cubicBezTo>
                    <a:pt x="18" y="11"/>
                    <a:pt x="18" y="10"/>
                    <a:pt x="19" y="9"/>
                  </a:cubicBezTo>
                  <a:cubicBezTo>
                    <a:pt x="19" y="9"/>
                    <a:pt x="17" y="10"/>
                    <a:pt x="19" y="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05" name="Freeform 652">
              <a:extLst>
                <a:ext uri="{FF2B5EF4-FFF2-40B4-BE49-F238E27FC236}">
                  <a16:creationId xmlns:a16="http://schemas.microsoft.com/office/drawing/2014/main" id="{46E9BE36-E049-CB6A-17B5-E4FE502E4D0B}"/>
                </a:ext>
              </a:extLst>
            </p:cNvPr>
            <p:cNvSpPr>
              <a:spLocks/>
            </p:cNvSpPr>
            <p:nvPr/>
          </p:nvSpPr>
          <p:spPr bwMode="auto">
            <a:xfrm>
              <a:off x="11967711" y="6481449"/>
              <a:ext cx="35033" cy="35042"/>
            </a:xfrm>
            <a:custGeom>
              <a:avLst/>
              <a:gdLst>
                <a:gd name="T0" fmla="*/ 2 w 4"/>
                <a:gd name="T1" fmla="*/ 0 h 4"/>
                <a:gd name="T2" fmla="*/ 1 w 4"/>
                <a:gd name="T3" fmla="*/ 3 h 4"/>
                <a:gd name="T4" fmla="*/ 4 w 4"/>
                <a:gd name="T5" fmla="*/ 4 h 4"/>
                <a:gd name="T6" fmla="*/ 2 w 4"/>
                <a:gd name="T7" fmla="*/ 0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1" y="0"/>
                    <a:pt x="1" y="2"/>
                    <a:pt x="1" y="3"/>
                  </a:cubicBezTo>
                  <a:cubicBezTo>
                    <a:pt x="1" y="4"/>
                    <a:pt x="3" y="4"/>
                    <a:pt x="4" y="4"/>
                  </a:cubicBezTo>
                  <a:cubicBezTo>
                    <a:pt x="4" y="2"/>
                    <a:pt x="4" y="1"/>
                    <a:pt x="2" y="0"/>
                  </a:cubicBezTo>
                  <a:cubicBezTo>
                    <a:pt x="0" y="1"/>
                    <a:pt x="3" y="1"/>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06" name="Freeform 653">
              <a:extLst>
                <a:ext uri="{FF2B5EF4-FFF2-40B4-BE49-F238E27FC236}">
                  <a16:creationId xmlns:a16="http://schemas.microsoft.com/office/drawing/2014/main" id="{455E87C8-4C0A-5DE9-3C8B-907F19960CEB}"/>
                </a:ext>
              </a:extLst>
            </p:cNvPr>
            <p:cNvSpPr>
              <a:spLocks/>
            </p:cNvSpPr>
            <p:nvPr/>
          </p:nvSpPr>
          <p:spPr bwMode="auto">
            <a:xfrm>
              <a:off x="11853061" y="6264832"/>
              <a:ext cx="187902" cy="168837"/>
            </a:xfrm>
            <a:custGeom>
              <a:avLst/>
              <a:gdLst>
                <a:gd name="T0" fmla="*/ 5 w 20"/>
                <a:gd name="T1" fmla="*/ 14 h 18"/>
                <a:gd name="T2" fmla="*/ 14 w 20"/>
                <a:gd name="T3" fmla="*/ 18 h 18"/>
                <a:gd name="T4" fmla="*/ 14 w 20"/>
                <a:gd name="T5" fmla="*/ 13 h 18"/>
                <a:gd name="T6" fmla="*/ 17 w 20"/>
                <a:gd name="T7" fmla="*/ 11 h 18"/>
                <a:gd name="T8" fmla="*/ 18 w 20"/>
                <a:gd name="T9" fmla="*/ 6 h 18"/>
                <a:gd name="T10" fmla="*/ 20 w 20"/>
                <a:gd name="T11" fmla="*/ 5 h 18"/>
                <a:gd name="T12" fmla="*/ 19 w 20"/>
                <a:gd name="T13" fmla="*/ 0 h 18"/>
                <a:gd name="T14" fmla="*/ 15 w 20"/>
                <a:gd name="T15" fmla="*/ 1 h 18"/>
                <a:gd name="T16" fmla="*/ 10 w 20"/>
                <a:gd name="T17" fmla="*/ 3 h 18"/>
                <a:gd name="T18" fmla="*/ 12 w 20"/>
                <a:gd name="T19" fmla="*/ 6 h 18"/>
                <a:gd name="T20" fmla="*/ 10 w 20"/>
                <a:gd name="T21" fmla="*/ 4 h 18"/>
                <a:gd name="T22" fmla="*/ 7 w 20"/>
                <a:gd name="T23" fmla="*/ 6 h 18"/>
                <a:gd name="T24" fmla="*/ 5 w 20"/>
                <a:gd name="T25" fmla="*/ 8 h 18"/>
                <a:gd name="T26" fmla="*/ 5 w 20"/>
                <a:gd name="T27" fmla="*/ 12 h 18"/>
                <a:gd name="T28" fmla="*/ 3 w 20"/>
                <a:gd name="T29" fmla="*/ 12 h 18"/>
                <a:gd name="T30" fmla="*/ 4 w 20"/>
                <a:gd name="T31" fmla="*/ 12 h 18"/>
                <a:gd name="T32" fmla="*/ 3 w 20"/>
                <a:gd name="T33" fmla="*/ 12 h 18"/>
                <a:gd name="T34" fmla="*/ 4 w 20"/>
                <a:gd name="T35" fmla="*/ 14 h 18"/>
                <a:gd name="T36" fmla="*/ 2 w 20"/>
                <a:gd name="T37" fmla="*/ 13 h 18"/>
                <a:gd name="T38" fmla="*/ 3 w 20"/>
                <a:gd name="T39" fmla="*/ 14 h 18"/>
                <a:gd name="T40" fmla="*/ 1 w 20"/>
                <a:gd name="T41" fmla="*/ 14 h 18"/>
                <a:gd name="T42" fmla="*/ 2 w 20"/>
                <a:gd name="T43" fmla="*/ 15 h 18"/>
                <a:gd name="T44" fmla="*/ 0 w 20"/>
                <a:gd name="T45" fmla="*/ 15 h 18"/>
                <a:gd name="T46" fmla="*/ 5 w 20"/>
                <a:gd name="T47" fmla="*/ 14 h 18"/>
                <a:gd name="T48" fmla="*/ 5 w 20"/>
                <a:gd name="T49"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18">
                  <a:moveTo>
                    <a:pt x="5" y="14"/>
                  </a:moveTo>
                  <a:cubicBezTo>
                    <a:pt x="7" y="12"/>
                    <a:pt x="13" y="16"/>
                    <a:pt x="14" y="18"/>
                  </a:cubicBezTo>
                  <a:cubicBezTo>
                    <a:pt x="15" y="16"/>
                    <a:pt x="15" y="14"/>
                    <a:pt x="14" y="13"/>
                  </a:cubicBezTo>
                  <a:cubicBezTo>
                    <a:pt x="13" y="9"/>
                    <a:pt x="15" y="11"/>
                    <a:pt x="17" y="11"/>
                  </a:cubicBezTo>
                  <a:cubicBezTo>
                    <a:pt x="19" y="10"/>
                    <a:pt x="19" y="8"/>
                    <a:pt x="18" y="6"/>
                  </a:cubicBezTo>
                  <a:cubicBezTo>
                    <a:pt x="18" y="6"/>
                    <a:pt x="20" y="5"/>
                    <a:pt x="20" y="5"/>
                  </a:cubicBezTo>
                  <a:cubicBezTo>
                    <a:pt x="20" y="3"/>
                    <a:pt x="20" y="2"/>
                    <a:pt x="19" y="0"/>
                  </a:cubicBezTo>
                  <a:cubicBezTo>
                    <a:pt x="19" y="0"/>
                    <a:pt x="15" y="1"/>
                    <a:pt x="15" y="1"/>
                  </a:cubicBezTo>
                  <a:cubicBezTo>
                    <a:pt x="13" y="1"/>
                    <a:pt x="12" y="1"/>
                    <a:pt x="10" y="3"/>
                  </a:cubicBezTo>
                  <a:cubicBezTo>
                    <a:pt x="10" y="3"/>
                    <a:pt x="13" y="5"/>
                    <a:pt x="12" y="6"/>
                  </a:cubicBezTo>
                  <a:cubicBezTo>
                    <a:pt x="10" y="8"/>
                    <a:pt x="9" y="4"/>
                    <a:pt x="10" y="4"/>
                  </a:cubicBezTo>
                  <a:cubicBezTo>
                    <a:pt x="10" y="4"/>
                    <a:pt x="7" y="5"/>
                    <a:pt x="7" y="6"/>
                  </a:cubicBezTo>
                  <a:cubicBezTo>
                    <a:pt x="7" y="7"/>
                    <a:pt x="6" y="7"/>
                    <a:pt x="5" y="8"/>
                  </a:cubicBezTo>
                  <a:cubicBezTo>
                    <a:pt x="5" y="9"/>
                    <a:pt x="3" y="12"/>
                    <a:pt x="5" y="12"/>
                  </a:cubicBezTo>
                  <a:cubicBezTo>
                    <a:pt x="5" y="12"/>
                    <a:pt x="4" y="12"/>
                    <a:pt x="3" y="12"/>
                  </a:cubicBezTo>
                  <a:cubicBezTo>
                    <a:pt x="3" y="12"/>
                    <a:pt x="4" y="12"/>
                    <a:pt x="4" y="12"/>
                  </a:cubicBezTo>
                  <a:cubicBezTo>
                    <a:pt x="4" y="12"/>
                    <a:pt x="3" y="12"/>
                    <a:pt x="3" y="12"/>
                  </a:cubicBezTo>
                  <a:cubicBezTo>
                    <a:pt x="2" y="13"/>
                    <a:pt x="4" y="14"/>
                    <a:pt x="4" y="14"/>
                  </a:cubicBezTo>
                  <a:cubicBezTo>
                    <a:pt x="4" y="13"/>
                    <a:pt x="2" y="13"/>
                    <a:pt x="2" y="13"/>
                  </a:cubicBezTo>
                  <a:cubicBezTo>
                    <a:pt x="2" y="13"/>
                    <a:pt x="3" y="14"/>
                    <a:pt x="3" y="14"/>
                  </a:cubicBezTo>
                  <a:cubicBezTo>
                    <a:pt x="3" y="14"/>
                    <a:pt x="2" y="13"/>
                    <a:pt x="1" y="14"/>
                  </a:cubicBezTo>
                  <a:cubicBezTo>
                    <a:pt x="1" y="14"/>
                    <a:pt x="2" y="15"/>
                    <a:pt x="2" y="15"/>
                  </a:cubicBezTo>
                  <a:cubicBezTo>
                    <a:pt x="2" y="14"/>
                    <a:pt x="1" y="14"/>
                    <a:pt x="0" y="15"/>
                  </a:cubicBezTo>
                  <a:cubicBezTo>
                    <a:pt x="1" y="15"/>
                    <a:pt x="4" y="16"/>
                    <a:pt x="5" y="14"/>
                  </a:cubicBezTo>
                  <a:cubicBezTo>
                    <a:pt x="5" y="14"/>
                    <a:pt x="5" y="15"/>
                    <a:pt x="5" y="1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07" name="Freeform 654">
              <a:extLst>
                <a:ext uri="{FF2B5EF4-FFF2-40B4-BE49-F238E27FC236}">
                  <a16:creationId xmlns:a16="http://schemas.microsoft.com/office/drawing/2014/main" id="{20C2F185-1BDE-584A-B770-C17EBFEC1A3A}"/>
                </a:ext>
              </a:extLst>
            </p:cNvPr>
            <p:cNvSpPr>
              <a:spLocks/>
            </p:cNvSpPr>
            <p:nvPr/>
          </p:nvSpPr>
          <p:spPr bwMode="auto">
            <a:xfrm>
              <a:off x="12079173" y="5984503"/>
              <a:ext cx="140127" cy="207060"/>
            </a:xfrm>
            <a:custGeom>
              <a:avLst/>
              <a:gdLst>
                <a:gd name="T0" fmla="*/ 10 w 15"/>
                <a:gd name="T1" fmla="*/ 21 h 22"/>
                <a:gd name="T2" fmla="*/ 8 w 15"/>
                <a:gd name="T3" fmla="*/ 17 h 22"/>
                <a:gd name="T4" fmla="*/ 11 w 15"/>
                <a:gd name="T5" fmla="*/ 12 h 22"/>
                <a:gd name="T6" fmla="*/ 11 w 15"/>
                <a:gd name="T7" fmla="*/ 13 h 22"/>
                <a:gd name="T8" fmla="*/ 15 w 15"/>
                <a:gd name="T9" fmla="*/ 10 h 22"/>
                <a:gd name="T10" fmla="*/ 11 w 15"/>
                <a:gd name="T11" fmla="*/ 7 h 22"/>
                <a:gd name="T12" fmla="*/ 10 w 15"/>
                <a:gd name="T13" fmla="*/ 5 h 22"/>
                <a:gd name="T14" fmla="*/ 12 w 15"/>
                <a:gd name="T15" fmla="*/ 4 h 22"/>
                <a:gd name="T16" fmla="*/ 12 w 15"/>
                <a:gd name="T17" fmla="*/ 1 h 22"/>
                <a:gd name="T18" fmla="*/ 11 w 15"/>
                <a:gd name="T19" fmla="*/ 1 h 22"/>
                <a:gd name="T20" fmla="*/ 7 w 15"/>
                <a:gd name="T21" fmla="*/ 4 h 22"/>
                <a:gd name="T22" fmla="*/ 2 w 15"/>
                <a:gd name="T23" fmla="*/ 5 h 22"/>
                <a:gd name="T24" fmla="*/ 4 w 15"/>
                <a:gd name="T25" fmla="*/ 6 h 22"/>
                <a:gd name="T26" fmla="*/ 6 w 15"/>
                <a:gd name="T27" fmla="*/ 8 h 22"/>
                <a:gd name="T28" fmla="*/ 4 w 15"/>
                <a:gd name="T29" fmla="*/ 8 h 22"/>
                <a:gd name="T30" fmla="*/ 2 w 15"/>
                <a:gd name="T31" fmla="*/ 8 h 22"/>
                <a:gd name="T32" fmla="*/ 0 w 15"/>
                <a:gd name="T33" fmla="*/ 9 h 22"/>
                <a:gd name="T34" fmla="*/ 0 w 15"/>
                <a:gd name="T35" fmla="*/ 14 h 22"/>
                <a:gd name="T36" fmla="*/ 2 w 15"/>
                <a:gd name="T37" fmla="*/ 16 h 22"/>
                <a:gd name="T38" fmla="*/ 2 w 15"/>
                <a:gd name="T39" fmla="*/ 20 h 22"/>
                <a:gd name="T40" fmla="*/ 10 w 15"/>
                <a:gd name="T41"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2">
                  <a:moveTo>
                    <a:pt x="10" y="21"/>
                  </a:moveTo>
                  <a:cubicBezTo>
                    <a:pt x="10" y="20"/>
                    <a:pt x="6" y="18"/>
                    <a:pt x="8" y="17"/>
                  </a:cubicBezTo>
                  <a:cubicBezTo>
                    <a:pt x="9" y="16"/>
                    <a:pt x="9" y="13"/>
                    <a:pt x="11" y="12"/>
                  </a:cubicBezTo>
                  <a:cubicBezTo>
                    <a:pt x="11" y="12"/>
                    <a:pt x="11" y="13"/>
                    <a:pt x="11" y="13"/>
                  </a:cubicBezTo>
                  <a:cubicBezTo>
                    <a:pt x="12" y="13"/>
                    <a:pt x="15" y="11"/>
                    <a:pt x="15" y="10"/>
                  </a:cubicBezTo>
                  <a:cubicBezTo>
                    <a:pt x="15" y="9"/>
                    <a:pt x="11" y="9"/>
                    <a:pt x="11" y="7"/>
                  </a:cubicBezTo>
                  <a:cubicBezTo>
                    <a:pt x="11" y="6"/>
                    <a:pt x="10" y="6"/>
                    <a:pt x="10" y="5"/>
                  </a:cubicBezTo>
                  <a:cubicBezTo>
                    <a:pt x="10" y="4"/>
                    <a:pt x="12" y="5"/>
                    <a:pt x="12" y="4"/>
                  </a:cubicBezTo>
                  <a:cubicBezTo>
                    <a:pt x="12" y="3"/>
                    <a:pt x="12" y="2"/>
                    <a:pt x="12" y="1"/>
                  </a:cubicBezTo>
                  <a:cubicBezTo>
                    <a:pt x="12" y="0"/>
                    <a:pt x="12" y="1"/>
                    <a:pt x="11" y="1"/>
                  </a:cubicBezTo>
                  <a:cubicBezTo>
                    <a:pt x="8" y="1"/>
                    <a:pt x="9" y="2"/>
                    <a:pt x="7" y="4"/>
                  </a:cubicBezTo>
                  <a:cubicBezTo>
                    <a:pt x="6" y="5"/>
                    <a:pt x="3" y="3"/>
                    <a:pt x="2" y="5"/>
                  </a:cubicBezTo>
                  <a:cubicBezTo>
                    <a:pt x="0" y="7"/>
                    <a:pt x="3" y="7"/>
                    <a:pt x="4" y="6"/>
                  </a:cubicBezTo>
                  <a:cubicBezTo>
                    <a:pt x="5" y="5"/>
                    <a:pt x="7" y="6"/>
                    <a:pt x="6" y="8"/>
                  </a:cubicBezTo>
                  <a:cubicBezTo>
                    <a:pt x="6" y="7"/>
                    <a:pt x="4" y="6"/>
                    <a:pt x="4" y="8"/>
                  </a:cubicBezTo>
                  <a:cubicBezTo>
                    <a:pt x="3" y="8"/>
                    <a:pt x="2" y="9"/>
                    <a:pt x="2" y="8"/>
                  </a:cubicBezTo>
                  <a:cubicBezTo>
                    <a:pt x="2" y="9"/>
                    <a:pt x="0" y="7"/>
                    <a:pt x="0" y="9"/>
                  </a:cubicBezTo>
                  <a:cubicBezTo>
                    <a:pt x="0" y="11"/>
                    <a:pt x="0" y="12"/>
                    <a:pt x="0" y="14"/>
                  </a:cubicBezTo>
                  <a:cubicBezTo>
                    <a:pt x="1" y="15"/>
                    <a:pt x="2" y="15"/>
                    <a:pt x="2" y="16"/>
                  </a:cubicBezTo>
                  <a:cubicBezTo>
                    <a:pt x="3" y="18"/>
                    <a:pt x="1" y="19"/>
                    <a:pt x="2" y="20"/>
                  </a:cubicBezTo>
                  <a:cubicBezTo>
                    <a:pt x="4" y="22"/>
                    <a:pt x="8" y="21"/>
                    <a:pt x="10" y="2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08" name="Freeform 655">
              <a:extLst>
                <a:ext uri="{FF2B5EF4-FFF2-40B4-BE49-F238E27FC236}">
                  <a16:creationId xmlns:a16="http://schemas.microsoft.com/office/drawing/2014/main" id="{B08ABC72-95C1-885D-2FC7-2974A4ED67A5}"/>
                </a:ext>
              </a:extLst>
            </p:cNvPr>
            <p:cNvSpPr>
              <a:spLocks/>
            </p:cNvSpPr>
            <p:nvPr/>
          </p:nvSpPr>
          <p:spPr bwMode="auto">
            <a:xfrm>
              <a:off x="11977264" y="6172454"/>
              <a:ext cx="417198" cy="484203"/>
            </a:xfrm>
            <a:custGeom>
              <a:avLst/>
              <a:gdLst>
                <a:gd name="T0" fmla="*/ 44 w 45"/>
                <a:gd name="T1" fmla="*/ 24 h 52"/>
                <a:gd name="T2" fmla="*/ 43 w 45"/>
                <a:gd name="T3" fmla="*/ 18 h 52"/>
                <a:gd name="T4" fmla="*/ 42 w 45"/>
                <a:gd name="T5" fmla="*/ 12 h 52"/>
                <a:gd name="T6" fmla="*/ 41 w 45"/>
                <a:gd name="T7" fmla="*/ 7 h 52"/>
                <a:gd name="T8" fmla="*/ 38 w 45"/>
                <a:gd name="T9" fmla="*/ 4 h 52"/>
                <a:gd name="T10" fmla="*/ 38 w 45"/>
                <a:gd name="T11" fmla="*/ 2 h 52"/>
                <a:gd name="T12" fmla="*/ 37 w 45"/>
                <a:gd name="T13" fmla="*/ 5 h 52"/>
                <a:gd name="T14" fmla="*/ 33 w 45"/>
                <a:gd name="T15" fmla="*/ 4 h 52"/>
                <a:gd name="T16" fmla="*/ 25 w 45"/>
                <a:gd name="T17" fmla="*/ 7 h 52"/>
                <a:gd name="T18" fmla="*/ 26 w 45"/>
                <a:gd name="T19" fmla="*/ 4 h 52"/>
                <a:gd name="T20" fmla="*/ 21 w 45"/>
                <a:gd name="T21" fmla="*/ 4 h 52"/>
                <a:gd name="T22" fmla="*/ 20 w 45"/>
                <a:gd name="T23" fmla="*/ 1 h 52"/>
                <a:gd name="T24" fmla="*/ 13 w 45"/>
                <a:gd name="T25" fmla="*/ 0 h 52"/>
                <a:gd name="T26" fmla="*/ 15 w 45"/>
                <a:gd name="T27" fmla="*/ 3 h 52"/>
                <a:gd name="T28" fmla="*/ 15 w 45"/>
                <a:gd name="T29" fmla="*/ 6 h 52"/>
                <a:gd name="T30" fmla="*/ 17 w 45"/>
                <a:gd name="T31" fmla="*/ 7 h 52"/>
                <a:gd name="T32" fmla="*/ 20 w 45"/>
                <a:gd name="T33" fmla="*/ 9 h 52"/>
                <a:gd name="T34" fmla="*/ 15 w 45"/>
                <a:gd name="T35" fmla="*/ 8 h 52"/>
                <a:gd name="T36" fmla="*/ 14 w 45"/>
                <a:gd name="T37" fmla="*/ 8 h 52"/>
                <a:gd name="T38" fmla="*/ 13 w 45"/>
                <a:gd name="T39" fmla="*/ 10 h 52"/>
                <a:gd name="T40" fmla="*/ 6 w 45"/>
                <a:gd name="T41" fmla="*/ 10 h 52"/>
                <a:gd name="T42" fmla="*/ 6 w 45"/>
                <a:gd name="T43" fmla="*/ 15 h 52"/>
                <a:gd name="T44" fmla="*/ 6 w 45"/>
                <a:gd name="T45" fmla="*/ 17 h 52"/>
                <a:gd name="T46" fmla="*/ 1 w 45"/>
                <a:gd name="T47" fmla="*/ 22 h 52"/>
                <a:gd name="T48" fmla="*/ 2 w 45"/>
                <a:gd name="T49" fmla="*/ 26 h 52"/>
                <a:gd name="T50" fmla="*/ 2 w 45"/>
                <a:gd name="T51" fmla="*/ 30 h 52"/>
                <a:gd name="T52" fmla="*/ 1 w 45"/>
                <a:gd name="T53" fmla="*/ 33 h 52"/>
                <a:gd name="T54" fmla="*/ 3 w 45"/>
                <a:gd name="T55" fmla="*/ 37 h 52"/>
                <a:gd name="T56" fmla="*/ 11 w 45"/>
                <a:gd name="T57" fmla="*/ 40 h 52"/>
                <a:gd name="T58" fmla="*/ 9 w 45"/>
                <a:gd name="T59" fmla="*/ 49 h 52"/>
                <a:gd name="T60" fmla="*/ 19 w 45"/>
                <a:gd name="T61" fmla="*/ 49 h 52"/>
                <a:gd name="T62" fmla="*/ 23 w 45"/>
                <a:gd name="T63" fmla="*/ 51 h 52"/>
                <a:gd name="T64" fmla="*/ 26 w 45"/>
                <a:gd name="T65" fmla="*/ 50 h 52"/>
                <a:gd name="T66" fmla="*/ 33 w 45"/>
                <a:gd name="T67" fmla="*/ 49 h 52"/>
                <a:gd name="T68" fmla="*/ 36 w 45"/>
                <a:gd name="T69" fmla="*/ 49 h 52"/>
                <a:gd name="T70" fmla="*/ 36 w 45"/>
                <a:gd name="T71" fmla="*/ 45 h 52"/>
                <a:gd name="T72" fmla="*/ 40 w 45"/>
                <a:gd name="T73" fmla="*/ 43 h 52"/>
                <a:gd name="T74" fmla="*/ 35 w 45"/>
                <a:gd name="T75" fmla="*/ 37 h 52"/>
                <a:gd name="T76" fmla="*/ 32 w 45"/>
                <a:gd name="T77" fmla="*/ 31 h 52"/>
                <a:gd name="T78" fmla="*/ 41 w 45"/>
                <a:gd name="T79" fmla="*/ 26 h 52"/>
                <a:gd name="T80" fmla="*/ 44 w 45"/>
                <a:gd name="T81" fmla="*/ 28 h 52"/>
                <a:gd name="T82" fmla="*/ 44 w 45"/>
                <a:gd name="T83" fmla="*/ 24 h 52"/>
                <a:gd name="T84" fmla="*/ 44 w 45"/>
                <a:gd name="T85"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 h="52">
                  <a:moveTo>
                    <a:pt x="44" y="24"/>
                  </a:moveTo>
                  <a:cubicBezTo>
                    <a:pt x="43" y="22"/>
                    <a:pt x="43" y="20"/>
                    <a:pt x="43" y="18"/>
                  </a:cubicBezTo>
                  <a:cubicBezTo>
                    <a:pt x="42" y="16"/>
                    <a:pt x="41" y="15"/>
                    <a:pt x="42" y="12"/>
                  </a:cubicBezTo>
                  <a:cubicBezTo>
                    <a:pt x="43" y="10"/>
                    <a:pt x="42" y="8"/>
                    <a:pt x="41" y="7"/>
                  </a:cubicBezTo>
                  <a:cubicBezTo>
                    <a:pt x="40" y="6"/>
                    <a:pt x="38" y="5"/>
                    <a:pt x="38" y="4"/>
                  </a:cubicBezTo>
                  <a:cubicBezTo>
                    <a:pt x="38" y="4"/>
                    <a:pt x="39" y="3"/>
                    <a:pt x="38" y="2"/>
                  </a:cubicBezTo>
                  <a:cubicBezTo>
                    <a:pt x="37" y="2"/>
                    <a:pt x="37" y="5"/>
                    <a:pt x="37" y="5"/>
                  </a:cubicBezTo>
                  <a:cubicBezTo>
                    <a:pt x="35" y="5"/>
                    <a:pt x="35" y="4"/>
                    <a:pt x="33" y="4"/>
                  </a:cubicBezTo>
                  <a:cubicBezTo>
                    <a:pt x="31" y="5"/>
                    <a:pt x="28" y="7"/>
                    <a:pt x="25" y="7"/>
                  </a:cubicBezTo>
                  <a:cubicBezTo>
                    <a:pt x="24" y="6"/>
                    <a:pt x="26" y="5"/>
                    <a:pt x="26" y="4"/>
                  </a:cubicBezTo>
                  <a:cubicBezTo>
                    <a:pt x="24" y="4"/>
                    <a:pt x="23" y="5"/>
                    <a:pt x="21" y="4"/>
                  </a:cubicBezTo>
                  <a:cubicBezTo>
                    <a:pt x="20" y="3"/>
                    <a:pt x="23" y="1"/>
                    <a:pt x="20" y="1"/>
                  </a:cubicBezTo>
                  <a:cubicBezTo>
                    <a:pt x="18" y="1"/>
                    <a:pt x="16" y="1"/>
                    <a:pt x="13" y="0"/>
                  </a:cubicBezTo>
                  <a:cubicBezTo>
                    <a:pt x="14" y="1"/>
                    <a:pt x="15" y="1"/>
                    <a:pt x="15" y="3"/>
                  </a:cubicBezTo>
                  <a:cubicBezTo>
                    <a:pt x="14" y="4"/>
                    <a:pt x="14" y="4"/>
                    <a:pt x="15" y="6"/>
                  </a:cubicBezTo>
                  <a:cubicBezTo>
                    <a:pt x="15" y="8"/>
                    <a:pt x="15" y="7"/>
                    <a:pt x="17" y="7"/>
                  </a:cubicBezTo>
                  <a:cubicBezTo>
                    <a:pt x="18" y="7"/>
                    <a:pt x="19" y="8"/>
                    <a:pt x="20" y="9"/>
                  </a:cubicBezTo>
                  <a:cubicBezTo>
                    <a:pt x="19" y="8"/>
                    <a:pt x="16" y="8"/>
                    <a:pt x="15" y="8"/>
                  </a:cubicBezTo>
                  <a:cubicBezTo>
                    <a:pt x="15" y="8"/>
                    <a:pt x="14" y="8"/>
                    <a:pt x="14" y="8"/>
                  </a:cubicBezTo>
                  <a:cubicBezTo>
                    <a:pt x="13" y="9"/>
                    <a:pt x="14" y="10"/>
                    <a:pt x="13" y="10"/>
                  </a:cubicBezTo>
                  <a:cubicBezTo>
                    <a:pt x="11" y="11"/>
                    <a:pt x="7" y="6"/>
                    <a:pt x="6" y="10"/>
                  </a:cubicBezTo>
                  <a:cubicBezTo>
                    <a:pt x="7" y="12"/>
                    <a:pt x="8" y="14"/>
                    <a:pt x="6" y="15"/>
                  </a:cubicBezTo>
                  <a:cubicBezTo>
                    <a:pt x="5" y="17"/>
                    <a:pt x="5" y="15"/>
                    <a:pt x="6" y="17"/>
                  </a:cubicBezTo>
                  <a:cubicBezTo>
                    <a:pt x="6" y="22"/>
                    <a:pt x="0" y="20"/>
                    <a:pt x="1" y="22"/>
                  </a:cubicBezTo>
                  <a:cubicBezTo>
                    <a:pt x="1" y="23"/>
                    <a:pt x="2" y="24"/>
                    <a:pt x="2" y="26"/>
                  </a:cubicBezTo>
                  <a:cubicBezTo>
                    <a:pt x="2" y="28"/>
                    <a:pt x="1" y="28"/>
                    <a:pt x="2" y="30"/>
                  </a:cubicBezTo>
                  <a:cubicBezTo>
                    <a:pt x="3" y="31"/>
                    <a:pt x="0" y="33"/>
                    <a:pt x="1" y="33"/>
                  </a:cubicBezTo>
                  <a:cubicBezTo>
                    <a:pt x="3" y="34"/>
                    <a:pt x="2" y="36"/>
                    <a:pt x="3" y="37"/>
                  </a:cubicBezTo>
                  <a:cubicBezTo>
                    <a:pt x="4" y="40"/>
                    <a:pt x="8" y="39"/>
                    <a:pt x="11" y="40"/>
                  </a:cubicBezTo>
                  <a:cubicBezTo>
                    <a:pt x="11" y="40"/>
                    <a:pt x="9" y="48"/>
                    <a:pt x="9" y="49"/>
                  </a:cubicBezTo>
                  <a:cubicBezTo>
                    <a:pt x="13" y="49"/>
                    <a:pt x="15" y="48"/>
                    <a:pt x="19" y="49"/>
                  </a:cubicBezTo>
                  <a:cubicBezTo>
                    <a:pt x="19" y="49"/>
                    <a:pt x="23" y="52"/>
                    <a:pt x="23" y="51"/>
                  </a:cubicBezTo>
                  <a:cubicBezTo>
                    <a:pt x="24" y="49"/>
                    <a:pt x="25" y="49"/>
                    <a:pt x="26" y="50"/>
                  </a:cubicBezTo>
                  <a:cubicBezTo>
                    <a:pt x="27" y="51"/>
                    <a:pt x="32" y="48"/>
                    <a:pt x="33" y="49"/>
                  </a:cubicBezTo>
                  <a:cubicBezTo>
                    <a:pt x="33" y="49"/>
                    <a:pt x="37" y="50"/>
                    <a:pt x="36" y="49"/>
                  </a:cubicBezTo>
                  <a:cubicBezTo>
                    <a:pt x="35" y="46"/>
                    <a:pt x="34" y="46"/>
                    <a:pt x="36" y="45"/>
                  </a:cubicBezTo>
                  <a:cubicBezTo>
                    <a:pt x="38" y="43"/>
                    <a:pt x="38" y="43"/>
                    <a:pt x="40" y="43"/>
                  </a:cubicBezTo>
                  <a:cubicBezTo>
                    <a:pt x="41" y="42"/>
                    <a:pt x="36" y="38"/>
                    <a:pt x="35" y="37"/>
                  </a:cubicBezTo>
                  <a:cubicBezTo>
                    <a:pt x="34" y="37"/>
                    <a:pt x="31" y="32"/>
                    <a:pt x="32" y="31"/>
                  </a:cubicBezTo>
                  <a:cubicBezTo>
                    <a:pt x="36" y="30"/>
                    <a:pt x="38" y="29"/>
                    <a:pt x="41" y="26"/>
                  </a:cubicBezTo>
                  <a:cubicBezTo>
                    <a:pt x="42" y="25"/>
                    <a:pt x="43" y="29"/>
                    <a:pt x="44" y="28"/>
                  </a:cubicBezTo>
                  <a:cubicBezTo>
                    <a:pt x="45" y="27"/>
                    <a:pt x="45" y="25"/>
                    <a:pt x="44" y="24"/>
                  </a:cubicBezTo>
                  <a:cubicBezTo>
                    <a:pt x="44" y="23"/>
                    <a:pt x="44" y="24"/>
                    <a:pt x="44" y="2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09" name="Freeform 656">
              <a:extLst>
                <a:ext uri="{FF2B5EF4-FFF2-40B4-BE49-F238E27FC236}">
                  <a16:creationId xmlns:a16="http://schemas.microsoft.com/office/drawing/2014/main" id="{512F8D5A-426E-8DC0-8ABC-125FD938F230}"/>
                </a:ext>
              </a:extLst>
            </p:cNvPr>
            <p:cNvSpPr>
              <a:spLocks/>
            </p:cNvSpPr>
            <p:nvPr/>
          </p:nvSpPr>
          <p:spPr bwMode="auto">
            <a:xfrm>
              <a:off x="12712935" y="6322173"/>
              <a:ext cx="831212" cy="493761"/>
            </a:xfrm>
            <a:custGeom>
              <a:avLst/>
              <a:gdLst>
                <a:gd name="T0" fmla="*/ 0 w 89"/>
                <a:gd name="T1" fmla="*/ 27 h 53"/>
                <a:gd name="T2" fmla="*/ 9 w 89"/>
                <a:gd name="T3" fmla="*/ 30 h 53"/>
                <a:gd name="T4" fmla="*/ 16 w 89"/>
                <a:gd name="T5" fmla="*/ 31 h 53"/>
                <a:gd name="T6" fmla="*/ 22 w 89"/>
                <a:gd name="T7" fmla="*/ 28 h 53"/>
                <a:gd name="T8" fmla="*/ 33 w 89"/>
                <a:gd name="T9" fmla="*/ 30 h 53"/>
                <a:gd name="T10" fmla="*/ 40 w 89"/>
                <a:gd name="T11" fmla="*/ 41 h 53"/>
                <a:gd name="T12" fmla="*/ 44 w 89"/>
                <a:gd name="T13" fmla="*/ 38 h 53"/>
                <a:gd name="T14" fmla="*/ 47 w 89"/>
                <a:gd name="T15" fmla="*/ 41 h 53"/>
                <a:gd name="T16" fmla="*/ 57 w 89"/>
                <a:gd name="T17" fmla="*/ 42 h 53"/>
                <a:gd name="T18" fmla="*/ 51 w 89"/>
                <a:gd name="T19" fmla="*/ 46 h 53"/>
                <a:gd name="T20" fmla="*/ 55 w 89"/>
                <a:gd name="T21" fmla="*/ 49 h 53"/>
                <a:gd name="T22" fmla="*/ 59 w 89"/>
                <a:gd name="T23" fmla="*/ 51 h 53"/>
                <a:gd name="T24" fmla="*/ 67 w 89"/>
                <a:gd name="T25" fmla="*/ 48 h 53"/>
                <a:gd name="T26" fmla="*/ 72 w 89"/>
                <a:gd name="T27" fmla="*/ 46 h 53"/>
                <a:gd name="T28" fmla="*/ 68 w 89"/>
                <a:gd name="T29" fmla="*/ 46 h 53"/>
                <a:gd name="T30" fmla="*/ 63 w 89"/>
                <a:gd name="T31" fmla="*/ 44 h 53"/>
                <a:gd name="T32" fmla="*/ 72 w 89"/>
                <a:gd name="T33" fmla="*/ 38 h 53"/>
                <a:gd name="T34" fmla="*/ 78 w 89"/>
                <a:gd name="T35" fmla="*/ 35 h 53"/>
                <a:gd name="T36" fmla="*/ 84 w 89"/>
                <a:gd name="T37" fmla="*/ 31 h 53"/>
                <a:gd name="T38" fmla="*/ 87 w 89"/>
                <a:gd name="T39" fmla="*/ 28 h 53"/>
                <a:gd name="T40" fmla="*/ 86 w 89"/>
                <a:gd name="T41" fmla="*/ 26 h 53"/>
                <a:gd name="T42" fmla="*/ 88 w 89"/>
                <a:gd name="T43" fmla="*/ 25 h 53"/>
                <a:gd name="T44" fmla="*/ 86 w 89"/>
                <a:gd name="T45" fmla="*/ 24 h 53"/>
                <a:gd name="T46" fmla="*/ 88 w 89"/>
                <a:gd name="T47" fmla="*/ 21 h 53"/>
                <a:gd name="T48" fmla="*/ 85 w 89"/>
                <a:gd name="T49" fmla="*/ 19 h 53"/>
                <a:gd name="T50" fmla="*/ 82 w 89"/>
                <a:gd name="T51" fmla="*/ 18 h 53"/>
                <a:gd name="T52" fmla="*/ 78 w 89"/>
                <a:gd name="T53" fmla="*/ 18 h 53"/>
                <a:gd name="T54" fmla="*/ 75 w 89"/>
                <a:gd name="T55" fmla="*/ 15 h 53"/>
                <a:gd name="T56" fmla="*/ 72 w 89"/>
                <a:gd name="T57" fmla="*/ 17 h 53"/>
                <a:gd name="T58" fmla="*/ 69 w 89"/>
                <a:gd name="T59" fmla="*/ 14 h 53"/>
                <a:gd name="T60" fmla="*/ 65 w 89"/>
                <a:gd name="T61" fmla="*/ 14 h 53"/>
                <a:gd name="T62" fmla="*/ 64 w 89"/>
                <a:gd name="T63" fmla="*/ 10 h 53"/>
                <a:gd name="T64" fmla="*/ 60 w 89"/>
                <a:gd name="T65" fmla="*/ 9 h 53"/>
                <a:gd name="T66" fmla="*/ 60 w 89"/>
                <a:gd name="T67" fmla="*/ 5 h 53"/>
                <a:gd name="T68" fmla="*/ 58 w 89"/>
                <a:gd name="T69" fmla="*/ 2 h 53"/>
                <a:gd name="T70" fmla="*/ 53 w 89"/>
                <a:gd name="T71" fmla="*/ 1 h 53"/>
                <a:gd name="T72" fmla="*/ 47 w 89"/>
                <a:gd name="T73" fmla="*/ 2 h 53"/>
                <a:gd name="T74" fmla="*/ 43 w 89"/>
                <a:gd name="T75" fmla="*/ 3 h 53"/>
                <a:gd name="T76" fmla="*/ 41 w 89"/>
                <a:gd name="T77" fmla="*/ 9 h 53"/>
                <a:gd name="T78" fmla="*/ 38 w 89"/>
                <a:gd name="T79" fmla="*/ 7 h 53"/>
                <a:gd name="T80" fmla="*/ 36 w 89"/>
                <a:gd name="T81" fmla="*/ 8 h 53"/>
                <a:gd name="T82" fmla="*/ 34 w 89"/>
                <a:gd name="T83" fmla="*/ 6 h 53"/>
                <a:gd name="T84" fmla="*/ 31 w 89"/>
                <a:gd name="T85" fmla="*/ 7 h 53"/>
                <a:gd name="T86" fmla="*/ 29 w 89"/>
                <a:gd name="T87" fmla="*/ 6 h 53"/>
                <a:gd name="T88" fmla="*/ 28 w 89"/>
                <a:gd name="T89" fmla="*/ 8 h 53"/>
                <a:gd name="T90" fmla="*/ 21 w 89"/>
                <a:gd name="T91" fmla="*/ 5 h 53"/>
                <a:gd name="T92" fmla="*/ 12 w 89"/>
                <a:gd name="T93" fmla="*/ 4 h 53"/>
                <a:gd name="T94" fmla="*/ 6 w 89"/>
                <a:gd name="T95" fmla="*/ 6 h 53"/>
                <a:gd name="T96" fmla="*/ 9 w 89"/>
                <a:gd name="T97" fmla="*/ 11 h 53"/>
                <a:gd name="T98" fmla="*/ 10 w 89"/>
                <a:gd name="T99" fmla="*/ 14 h 53"/>
                <a:gd name="T100" fmla="*/ 5 w 89"/>
                <a:gd name="T101" fmla="*/ 16 h 53"/>
                <a:gd name="T102" fmla="*/ 2 w 89"/>
                <a:gd name="T103" fmla="*/ 23 h 53"/>
                <a:gd name="T104" fmla="*/ 0 w 89"/>
                <a:gd name="T105"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9" h="53">
                  <a:moveTo>
                    <a:pt x="0" y="27"/>
                  </a:moveTo>
                  <a:cubicBezTo>
                    <a:pt x="0" y="30"/>
                    <a:pt x="7" y="30"/>
                    <a:pt x="9" y="30"/>
                  </a:cubicBezTo>
                  <a:cubicBezTo>
                    <a:pt x="11" y="30"/>
                    <a:pt x="13" y="32"/>
                    <a:pt x="16" y="31"/>
                  </a:cubicBezTo>
                  <a:cubicBezTo>
                    <a:pt x="17" y="29"/>
                    <a:pt x="20" y="28"/>
                    <a:pt x="22" y="28"/>
                  </a:cubicBezTo>
                  <a:cubicBezTo>
                    <a:pt x="25" y="26"/>
                    <a:pt x="31" y="28"/>
                    <a:pt x="33" y="30"/>
                  </a:cubicBezTo>
                  <a:cubicBezTo>
                    <a:pt x="36" y="34"/>
                    <a:pt x="37" y="38"/>
                    <a:pt x="40" y="41"/>
                  </a:cubicBezTo>
                  <a:cubicBezTo>
                    <a:pt x="42" y="40"/>
                    <a:pt x="42" y="39"/>
                    <a:pt x="44" y="38"/>
                  </a:cubicBezTo>
                  <a:cubicBezTo>
                    <a:pt x="46" y="38"/>
                    <a:pt x="46" y="40"/>
                    <a:pt x="47" y="41"/>
                  </a:cubicBezTo>
                  <a:cubicBezTo>
                    <a:pt x="48" y="42"/>
                    <a:pt x="57" y="43"/>
                    <a:pt x="57" y="42"/>
                  </a:cubicBezTo>
                  <a:cubicBezTo>
                    <a:pt x="57" y="43"/>
                    <a:pt x="51" y="45"/>
                    <a:pt x="51" y="46"/>
                  </a:cubicBezTo>
                  <a:cubicBezTo>
                    <a:pt x="52" y="47"/>
                    <a:pt x="56" y="46"/>
                    <a:pt x="55" y="49"/>
                  </a:cubicBezTo>
                  <a:cubicBezTo>
                    <a:pt x="54" y="51"/>
                    <a:pt x="57" y="53"/>
                    <a:pt x="59" y="51"/>
                  </a:cubicBezTo>
                  <a:cubicBezTo>
                    <a:pt x="61" y="50"/>
                    <a:pt x="64" y="48"/>
                    <a:pt x="67" y="48"/>
                  </a:cubicBezTo>
                  <a:cubicBezTo>
                    <a:pt x="70" y="48"/>
                    <a:pt x="71" y="48"/>
                    <a:pt x="72" y="46"/>
                  </a:cubicBezTo>
                  <a:cubicBezTo>
                    <a:pt x="72" y="46"/>
                    <a:pt x="69" y="46"/>
                    <a:pt x="68" y="46"/>
                  </a:cubicBezTo>
                  <a:cubicBezTo>
                    <a:pt x="66" y="46"/>
                    <a:pt x="64" y="47"/>
                    <a:pt x="63" y="44"/>
                  </a:cubicBezTo>
                  <a:cubicBezTo>
                    <a:pt x="60" y="40"/>
                    <a:pt x="70" y="38"/>
                    <a:pt x="72" y="38"/>
                  </a:cubicBezTo>
                  <a:cubicBezTo>
                    <a:pt x="74" y="37"/>
                    <a:pt x="76" y="36"/>
                    <a:pt x="78" y="35"/>
                  </a:cubicBezTo>
                  <a:cubicBezTo>
                    <a:pt x="79" y="33"/>
                    <a:pt x="81" y="31"/>
                    <a:pt x="84" y="31"/>
                  </a:cubicBezTo>
                  <a:cubicBezTo>
                    <a:pt x="85" y="31"/>
                    <a:pt x="87" y="31"/>
                    <a:pt x="87" y="28"/>
                  </a:cubicBezTo>
                  <a:cubicBezTo>
                    <a:pt x="87" y="27"/>
                    <a:pt x="86" y="27"/>
                    <a:pt x="86" y="26"/>
                  </a:cubicBezTo>
                  <a:cubicBezTo>
                    <a:pt x="86" y="25"/>
                    <a:pt x="88" y="25"/>
                    <a:pt x="88" y="25"/>
                  </a:cubicBezTo>
                  <a:cubicBezTo>
                    <a:pt x="88" y="25"/>
                    <a:pt x="86" y="24"/>
                    <a:pt x="86" y="24"/>
                  </a:cubicBezTo>
                  <a:cubicBezTo>
                    <a:pt x="86" y="23"/>
                    <a:pt x="89" y="23"/>
                    <a:pt x="88" y="21"/>
                  </a:cubicBezTo>
                  <a:cubicBezTo>
                    <a:pt x="88" y="21"/>
                    <a:pt x="86" y="20"/>
                    <a:pt x="85" y="19"/>
                  </a:cubicBezTo>
                  <a:cubicBezTo>
                    <a:pt x="84" y="18"/>
                    <a:pt x="83" y="20"/>
                    <a:pt x="82" y="18"/>
                  </a:cubicBezTo>
                  <a:cubicBezTo>
                    <a:pt x="81" y="17"/>
                    <a:pt x="80" y="17"/>
                    <a:pt x="78" y="18"/>
                  </a:cubicBezTo>
                  <a:cubicBezTo>
                    <a:pt x="77" y="18"/>
                    <a:pt x="76" y="15"/>
                    <a:pt x="75" y="15"/>
                  </a:cubicBezTo>
                  <a:cubicBezTo>
                    <a:pt x="74" y="14"/>
                    <a:pt x="73" y="16"/>
                    <a:pt x="72" y="17"/>
                  </a:cubicBezTo>
                  <a:cubicBezTo>
                    <a:pt x="71" y="17"/>
                    <a:pt x="70" y="14"/>
                    <a:pt x="69" y="14"/>
                  </a:cubicBezTo>
                  <a:cubicBezTo>
                    <a:pt x="68" y="14"/>
                    <a:pt x="65" y="15"/>
                    <a:pt x="65" y="14"/>
                  </a:cubicBezTo>
                  <a:cubicBezTo>
                    <a:pt x="65" y="13"/>
                    <a:pt x="65" y="11"/>
                    <a:pt x="64" y="10"/>
                  </a:cubicBezTo>
                  <a:cubicBezTo>
                    <a:pt x="63" y="9"/>
                    <a:pt x="61" y="10"/>
                    <a:pt x="60" y="9"/>
                  </a:cubicBezTo>
                  <a:cubicBezTo>
                    <a:pt x="59" y="8"/>
                    <a:pt x="58" y="6"/>
                    <a:pt x="60" y="5"/>
                  </a:cubicBezTo>
                  <a:cubicBezTo>
                    <a:pt x="61" y="5"/>
                    <a:pt x="59" y="2"/>
                    <a:pt x="58" y="2"/>
                  </a:cubicBezTo>
                  <a:cubicBezTo>
                    <a:pt x="57" y="1"/>
                    <a:pt x="54" y="2"/>
                    <a:pt x="53" y="1"/>
                  </a:cubicBezTo>
                  <a:cubicBezTo>
                    <a:pt x="50" y="0"/>
                    <a:pt x="50" y="6"/>
                    <a:pt x="47" y="2"/>
                  </a:cubicBezTo>
                  <a:cubicBezTo>
                    <a:pt x="46" y="2"/>
                    <a:pt x="44" y="3"/>
                    <a:pt x="43" y="3"/>
                  </a:cubicBezTo>
                  <a:cubicBezTo>
                    <a:pt x="41" y="4"/>
                    <a:pt x="42" y="9"/>
                    <a:pt x="41" y="9"/>
                  </a:cubicBezTo>
                  <a:cubicBezTo>
                    <a:pt x="40" y="9"/>
                    <a:pt x="39" y="7"/>
                    <a:pt x="38" y="7"/>
                  </a:cubicBezTo>
                  <a:cubicBezTo>
                    <a:pt x="38" y="7"/>
                    <a:pt x="37" y="8"/>
                    <a:pt x="36" y="8"/>
                  </a:cubicBezTo>
                  <a:cubicBezTo>
                    <a:pt x="35" y="8"/>
                    <a:pt x="34" y="7"/>
                    <a:pt x="34" y="6"/>
                  </a:cubicBezTo>
                  <a:cubicBezTo>
                    <a:pt x="34" y="5"/>
                    <a:pt x="32" y="7"/>
                    <a:pt x="31" y="7"/>
                  </a:cubicBezTo>
                  <a:cubicBezTo>
                    <a:pt x="30" y="7"/>
                    <a:pt x="30" y="6"/>
                    <a:pt x="29" y="6"/>
                  </a:cubicBezTo>
                  <a:cubicBezTo>
                    <a:pt x="28" y="6"/>
                    <a:pt x="28" y="7"/>
                    <a:pt x="28" y="8"/>
                  </a:cubicBezTo>
                  <a:cubicBezTo>
                    <a:pt x="28" y="8"/>
                    <a:pt x="21" y="5"/>
                    <a:pt x="21" y="5"/>
                  </a:cubicBezTo>
                  <a:cubicBezTo>
                    <a:pt x="18" y="4"/>
                    <a:pt x="15" y="4"/>
                    <a:pt x="12" y="4"/>
                  </a:cubicBezTo>
                  <a:cubicBezTo>
                    <a:pt x="10" y="4"/>
                    <a:pt x="9" y="6"/>
                    <a:pt x="6" y="6"/>
                  </a:cubicBezTo>
                  <a:cubicBezTo>
                    <a:pt x="6" y="9"/>
                    <a:pt x="9" y="9"/>
                    <a:pt x="9" y="11"/>
                  </a:cubicBezTo>
                  <a:cubicBezTo>
                    <a:pt x="9" y="12"/>
                    <a:pt x="10" y="13"/>
                    <a:pt x="10" y="14"/>
                  </a:cubicBezTo>
                  <a:cubicBezTo>
                    <a:pt x="9" y="15"/>
                    <a:pt x="6" y="15"/>
                    <a:pt x="5" y="16"/>
                  </a:cubicBezTo>
                  <a:cubicBezTo>
                    <a:pt x="2" y="18"/>
                    <a:pt x="3" y="20"/>
                    <a:pt x="2" y="23"/>
                  </a:cubicBezTo>
                  <a:cubicBezTo>
                    <a:pt x="2" y="25"/>
                    <a:pt x="1" y="26"/>
                    <a:pt x="0" y="2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10" name="Freeform 657">
              <a:extLst>
                <a:ext uri="{FF2B5EF4-FFF2-40B4-BE49-F238E27FC236}">
                  <a16:creationId xmlns:a16="http://schemas.microsoft.com/office/drawing/2014/main" id="{CF4F3DD8-F5AB-8DB6-B260-B314B9A29684}"/>
                </a:ext>
              </a:extLst>
            </p:cNvPr>
            <p:cNvSpPr>
              <a:spLocks/>
            </p:cNvSpPr>
            <p:nvPr/>
          </p:nvSpPr>
          <p:spPr bwMode="auto">
            <a:xfrm>
              <a:off x="12451788" y="6506933"/>
              <a:ext cx="280256" cy="114679"/>
            </a:xfrm>
            <a:custGeom>
              <a:avLst/>
              <a:gdLst>
                <a:gd name="T0" fmla="*/ 30 w 30"/>
                <a:gd name="T1" fmla="*/ 4 h 12"/>
                <a:gd name="T2" fmla="*/ 22 w 30"/>
                <a:gd name="T3" fmla="*/ 0 h 12"/>
                <a:gd name="T4" fmla="*/ 17 w 30"/>
                <a:gd name="T5" fmla="*/ 0 h 12"/>
                <a:gd name="T6" fmla="*/ 14 w 30"/>
                <a:gd name="T7" fmla="*/ 1 h 12"/>
                <a:gd name="T8" fmla="*/ 11 w 30"/>
                <a:gd name="T9" fmla="*/ 0 h 12"/>
                <a:gd name="T10" fmla="*/ 8 w 30"/>
                <a:gd name="T11" fmla="*/ 3 h 12"/>
                <a:gd name="T12" fmla="*/ 3 w 30"/>
                <a:gd name="T13" fmla="*/ 9 h 12"/>
                <a:gd name="T14" fmla="*/ 11 w 30"/>
                <a:gd name="T15" fmla="*/ 11 h 12"/>
                <a:gd name="T16" fmla="*/ 13 w 30"/>
                <a:gd name="T17" fmla="*/ 9 h 12"/>
                <a:gd name="T18" fmla="*/ 18 w 30"/>
                <a:gd name="T19" fmla="*/ 9 h 12"/>
                <a:gd name="T20" fmla="*/ 19 w 30"/>
                <a:gd name="T21" fmla="*/ 6 h 12"/>
                <a:gd name="T22" fmla="*/ 24 w 30"/>
                <a:gd name="T23" fmla="*/ 7 h 12"/>
                <a:gd name="T24" fmla="*/ 28 w 30"/>
                <a:gd name="T25" fmla="*/ 7 h 12"/>
                <a:gd name="T26" fmla="*/ 30 w 30"/>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12">
                  <a:moveTo>
                    <a:pt x="30" y="4"/>
                  </a:moveTo>
                  <a:cubicBezTo>
                    <a:pt x="27" y="2"/>
                    <a:pt x="26" y="0"/>
                    <a:pt x="22" y="0"/>
                  </a:cubicBezTo>
                  <a:cubicBezTo>
                    <a:pt x="20" y="0"/>
                    <a:pt x="19" y="0"/>
                    <a:pt x="17" y="0"/>
                  </a:cubicBezTo>
                  <a:cubicBezTo>
                    <a:pt x="15" y="0"/>
                    <a:pt x="15" y="1"/>
                    <a:pt x="14" y="1"/>
                  </a:cubicBezTo>
                  <a:cubicBezTo>
                    <a:pt x="13" y="1"/>
                    <a:pt x="12" y="0"/>
                    <a:pt x="11" y="0"/>
                  </a:cubicBezTo>
                  <a:cubicBezTo>
                    <a:pt x="10" y="1"/>
                    <a:pt x="9" y="2"/>
                    <a:pt x="8" y="3"/>
                  </a:cubicBezTo>
                  <a:cubicBezTo>
                    <a:pt x="6" y="5"/>
                    <a:pt x="0" y="4"/>
                    <a:pt x="3" y="9"/>
                  </a:cubicBezTo>
                  <a:cubicBezTo>
                    <a:pt x="4" y="11"/>
                    <a:pt x="8" y="12"/>
                    <a:pt x="11" y="11"/>
                  </a:cubicBezTo>
                  <a:cubicBezTo>
                    <a:pt x="12" y="11"/>
                    <a:pt x="12" y="9"/>
                    <a:pt x="13" y="9"/>
                  </a:cubicBezTo>
                  <a:cubicBezTo>
                    <a:pt x="15" y="9"/>
                    <a:pt x="17" y="9"/>
                    <a:pt x="18" y="9"/>
                  </a:cubicBezTo>
                  <a:cubicBezTo>
                    <a:pt x="19" y="9"/>
                    <a:pt x="19" y="7"/>
                    <a:pt x="19" y="6"/>
                  </a:cubicBezTo>
                  <a:cubicBezTo>
                    <a:pt x="20" y="5"/>
                    <a:pt x="23" y="7"/>
                    <a:pt x="24" y="7"/>
                  </a:cubicBezTo>
                  <a:cubicBezTo>
                    <a:pt x="25" y="7"/>
                    <a:pt x="27" y="7"/>
                    <a:pt x="28" y="7"/>
                  </a:cubicBezTo>
                  <a:cubicBezTo>
                    <a:pt x="29" y="7"/>
                    <a:pt x="29" y="5"/>
                    <a:pt x="30"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11" name="Freeform 658">
              <a:extLst>
                <a:ext uri="{FF2B5EF4-FFF2-40B4-BE49-F238E27FC236}">
                  <a16:creationId xmlns:a16="http://schemas.microsoft.com/office/drawing/2014/main" id="{3123D279-DEC6-179A-B7B9-7AC85E777824}"/>
                </a:ext>
              </a:extLst>
            </p:cNvPr>
            <p:cNvSpPr>
              <a:spLocks/>
            </p:cNvSpPr>
            <p:nvPr/>
          </p:nvSpPr>
          <p:spPr bwMode="auto">
            <a:xfrm>
              <a:off x="12760703" y="6086441"/>
              <a:ext cx="439491" cy="328114"/>
            </a:xfrm>
            <a:custGeom>
              <a:avLst/>
              <a:gdLst>
                <a:gd name="T0" fmla="*/ 11 w 47"/>
                <a:gd name="T1" fmla="*/ 29 h 35"/>
                <a:gd name="T2" fmla="*/ 18 w 47"/>
                <a:gd name="T3" fmla="*/ 30 h 35"/>
                <a:gd name="T4" fmla="*/ 23 w 47"/>
                <a:gd name="T5" fmla="*/ 33 h 35"/>
                <a:gd name="T6" fmla="*/ 25 w 47"/>
                <a:gd name="T7" fmla="*/ 31 h 35"/>
                <a:gd name="T8" fmla="*/ 29 w 47"/>
                <a:gd name="T9" fmla="*/ 32 h 35"/>
                <a:gd name="T10" fmla="*/ 33 w 47"/>
                <a:gd name="T11" fmla="*/ 32 h 35"/>
                <a:gd name="T12" fmla="*/ 36 w 47"/>
                <a:gd name="T13" fmla="*/ 33 h 35"/>
                <a:gd name="T14" fmla="*/ 38 w 47"/>
                <a:gd name="T15" fmla="*/ 28 h 35"/>
                <a:gd name="T16" fmla="*/ 42 w 47"/>
                <a:gd name="T17" fmla="*/ 27 h 35"/>
                <a:gd name="T18" fmla="*/ 40 w 47"/>
                <a:gd name="T19" fmla="*/ 22 h 35"/>
                <a:gd name="T20" fmla="*/ 44 w 47"/>
                <a:gd name="T21" fmla="*/ 21 h 35"/>
                <a:gd name="T22" fmla="*/ 45 w 47"/>
                <a:gd name="T23" fmla="*/ 17 h 35"/>
                <a:gd name="T24" fmla="*/ 42 w 47"/>
                <a:gd name="T25" fmla="*/ 15 h 35"/>
                <a:gd name="T26" fmla="*/ 39 w 47"/>
                <a:gd name="T27" fmla="*/ 11 h 35"/>
                <a:gd name="T28" fmla="*/ 38 w 47"/>
                <a:gd name="T29" fmla="*/ 6 h 35"/>
                <a:gd name="T30" fmla="*/ 35 w 47"/>
                <a:gd name="T31" fmla="*/ 2 h 35"/>
                <a:gd name="T32" fmla="*/ 33 w 47"/>
                <a:gd name="T33" fmla="*/ 2 h 35"/>
                <a:gd name="T34" fmla="*/ 30 w 47"/>
                <a:gd name="T35" fmla="*/ 1 h 35"/>
                <a:gd name="T36" fmla="*/ 28 w 47"/>
                <a:gd name="T37" fmla="*/ 2 h 35"/>
                <a:gd name="T38" fmla="*/ 25 w 47"/>
                <a:gd name="T39" fmla="*/ 0 h 35"/>
                <a:gd name="T40" fmla="*/ 22 w 47"/>
                <a:gd name="T41" fmla="*/ 2 h 35"/>
                <a:gd name="T42" fmla="*/ 17 w 47"/>
                <a:gd name="T43" fmla="*/ 3 h 35"/>
                <a:gd name="T44" fmla="*/ 17 w 47"/>
                <a:gd name="T45" fmla="*/ 6 h 35"/>
                <a:gd name="T46" fmla="*/ 13 w 47"/>
                <a:gd name="T47" fmla="*/ 9 h 35"/>
                <a:gd name="T48" fmla="*/ 12 w 47"/>
                <a:gd name="T49" fmla="*/ 13 h 35"/>
                <a:gd name="T50" fmla="*/ 8 w 47"/>
                <a:gd name="T51" fmla="*/ 14 h 35"/>
                <a:gd name="T52" fmla="*/ 1 w 47"/>
                <a:gd name="T53" fmla="*/ 16 h 35"/>
                <a:gd name="T54" fmla="*/ 2 w 47"/>
                <a:gd name="T55" fmla="*/ 24 h 35"/>
                <a:gd name="T56" fmla="*/ 1 w 47"/>
                <a:gd name="T57" fmla="*/ 27 h 35"/>
                <a:gd name="T58" fmla="*/ 1 w 47"/>
                <a:gd name="T59" fmla="*/ 31 h 35"/>
                <a:gd name="T60" fmla="*/ 5 w 47"/>
                <a:gd name="T61" fmla="*/ 30 h 35"/>
                <a:gd name="T62" fmla="*/ 11 w 47"/>
                <a:gd name="T63"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35">
                  <a:moveTo>
                    <a:pt x="11" y="29"/>
                  </a:moveTo>
                  <a:cubicBezTo>
                    <a:pt x="14" y="29"/>
                    <a:pt x="16" y="30"/>
                    <a:pt x="18" y="30"/>
                  </a:cubicBezTo>
                  <a:cubicBezTo>
                    <a:pt x="18" y="30"/>
                    <a:pt x="23" y="33"/>
                    <a:pt x="23" y="33"/>
                  </a:cubicBezTo>
                  <a:cubicBezTo>
                    <a:pt x="23" y="32"/>
                    <a:pt x="24" y="29"/>
                    <a:pt x="25" y="31"/>
                  </a:cubicBezTo>
                  <a:cubicBezTo>
                    <a:pt x="27" y="34"/>
                    <a:pt x="28" y="29"/>
                    <a:pt x="29" y="32"/>
                  </a:cubicBezTo>
                  <a:cubicBezTo>
                    <a:pt x="30" y="34"/>
                    <a:pt x="32" y="32"/>
                    <a:pt x="33" y="32"/>
                  </a:cubicBezTo>
                  <a:cubicBezTo>
                    <a:pt x="34" y="31"/>
                    <a:pt x="36" y="35"/>
                    <a:pt x="36" y="33"/>
                  </a:cubicBezTo>
                  <a:cubicBezTo>
                    <a:pt x="37" y="31"/>
                    <a:pt x="36" y="29"/>
                    <a:pt x="38" y="28"/>
                  </a:cubicBezTo>
                  <a:cubicBezTo>
                    <a:pt x="39" y="28"/>
                    <a:pt x="41" y="27"/>
                    <a:pt x="42" y="27"/>
                  </a:cubicBezTo>
                  <a:cubicBezTo>
                    <a:pt x="41" y="26"/>
                    <a:pt x="40" y="24"/>
                    <a:pt x="40" y="22"/>
                  </a:cubicBezTo>
                  <a:cubicBezTo>
                    <a:pt x="40" y="20"/>
                    <a:pt x="42" y="22"/>
                    <a:pt x="44" y="21"/>
                  </a:cubicBezTo>
                  <a:cubicBezTo>
                    <a:pt x="46" y="21"/>
                    <a:pt x="47" y="19"/>
                    <a:pt x="45" y="17"/>
                  </a:cubicBezTo>
                  <a:cubicBezTo>
                    <a:pt x="44" y="16"/>
                    <a:pt x="43" y="17"/>
                    <a:pt x="42" y="15"/>
                  </a:cubicBezTo>
                  <a:cubicBezTo>
                    <a:pt x="41" y="14"/>
                    <a:pt x="40" y="13"/>
                    <a:pt x="39" y="11"/>
                  </a:cubicBezTo>
                  <a:cubicBezTo>
                    <a:pt x="38" y="10"/>
                    <a:pt x="38" y="8"/>
                    <a:pt x="38" y="6"/>
                  </a:cubicBezTo>
                  <a:cubicBezTo>
                    <a:pt x="39" y="4"/>
                    <a:pt x="36" y="2"/>
                    <a:pt x="35" y="2"/>
                  </a:cubicBezTo>
                  <a:cubicBezTo>
                    <a:pt x="34" y="1"/>
                    <a:pt x="34" y="2"/>
                    <a:pt x="33" y="2"/>
                  </a:cubicBezTo>
                  <a:cubicBezTo>
                    <a:pt x="31" y="3"/>
                    <a:pt x="31" y="2"/>
                    <a:pt x="30" y="1"/>
                  </a:cubicBezTo>
                  <a:cubicBezTo>
                    <a:pt x="29" y="0"/>
                    <a:pt x="29" y="2"/>
                    <a:pt x="28" y="2"/>
                  </a:cubicBezTo>
                  <a:cubicBezTo>
                    <a:pt x="27" y="2"/>
                    <a:pt x="25" y="0"/>
                    <a:pt x="25" y="0"/>
                  </a:cubicBezTo>
                  <a:cubicBezTo>
                    <a:pt x="23" y="0"/>
                    <a:pt x="23" y="2"/>
                    <a:pt x="22" y="2"/>
                  </a:cubicBezTo>
                  <a:cubicBezTo>
                    <a:pt x="20" y="3"/>
                    <a:pt x="19" y="3"/>
                    <a:pt x="17" y="3"/>
                  </a:cubicBezTo>
                  <a:cubicBezTo>
                    <a:pt x="16" y="4"/>
                    <a:pt x="17" y="6"/>
                    <a:pt x="17" y="6"/>
                  </a:cubicBezTo>
                  <a:cubicBezTo>
                    <a:pt x="16" y="8"/>
                    <a:pt x="13" y="7"/>
                    <a:pt x="13" y="9"/>
                  </a:cubicBezTo>
                  <a:cubicBezTo>
                    <a:pt x="12" y="10"/>
                    <a:pt x="12" y="11"/>
                    <a:pt x="12" y="13"/>
                  </a:cubicBezTo>
                  <a:cubicBezTo>
                    <a:pt x="12" y="14"/>
                    <a:pt x="9" y="14"/>
                    <a:pt x="8" y="14"/>
                  </a:cubicBezTo>
                  <a:cubicBezTo>
                    <a:pt x="5" y="15"/>
                    <a:pt x="4" y="16"/>
                    <a:pt x="1" y="16"/>
                  </a:cubicBezTo>
                  <a:cubicBezTo>
                    <a:pt x="2" y="19"/>
                    <a:pt x="5" y="21"/>
                    <a:pt x="2" y="24"/>
                  </a:cubicBezTo>
                  <a:cubicBezTo>
                    <a:pt x="0" y="25"/>
                    <a:pt x="0" y="26"/>
                    <a:pt x="1" y="27"/>
                  </a:cubicBezTo>
                  <a:cubicBezTo>
                    <a:pt x="3" y="28"/>
                    <a:pt x="1" y="30"/>
                    <a:pt x="1" y="31"/>
                  </a:cubicBezTo>
                  <a:cubicBezTo>
                    <a:pt x="3" y="31"/>
                    <a:pt x="4" y="31"/>
                    <a:pt x="5" y="30"/>
                  </a:cubicBezTo>
                  <a:cubicBezTo>
                    <a:pt x="7" y="29"/>
                    <a:pt x="10" y="29"/>
                    <a:pt x="11" y="2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12" name="Freeform 659">
              <a:extLst>
                <a:ext uri="{FF2B5EF4-FFF2-40B4-BE49-F238E27FC236}">
                  <a16:creationId xmlns:a16="http://schemas.microsoft.com/office/drawing/2014/main" id="{B698C86B-567A-A4A1-2E7B-C6BD8FCE2414}"/>
                </a:ext>
              </a:extLst>
            </p:cNvPr>
            <p:cNvSpPr>
              <a:spLocks/>
            </p:cNvSpPr>
            <p:nvPr/>
          </p:nvSpPr>
          <p:spPr bwMode="auto">
            <a:xfrm>
              <a:off x="12658794" y="6067328"/>
              <a:ext cx="270700" cy="178393"/>
            </a:xfrm>
            <a:custGeom>
              <a:avLst/>
              <a:gdLst>
                <a:gd name="T0" fmla="*/ 16 w 29"/>
                <a:gd name="T1" fmla="*/ 18 h 19"/>
                <a:gd name="T2" fmla="*/ 23 w 29"/>
                <a:gd name="T3" fmla="*/ 15 h 19"/>
                <a:gd name="T4" fmla="*/ 23 w 29"/>
                <a:gd name="T5" fmla="*/ 12 h 19"/>
                <a:gd name="T6" fmla="*/ 27 w 29"/>
                <a:gd name="T7" fmla="*/ 9 h 19"/>
                <a:gd name="T8" fmla="*/ 26 w 29"/>
                <a:gd name="T9" fmla="*/ 4 h 19"/>
                <a:gd name="T10" fmla="*/ 19 w 29"/>
                <a:gd name="T11" fmla="*/ 1 h 19"/>
                <a:gd name="T12" fmla="*/ 10 w 29"/>
                <a:gd name="T13" fmla="*/ 1 h 19"/>
                <a:gd name="T14" fmla="*/ 0 w 29"/>
                <a:gd name="T15" fmla="*/ 4 h 19"/>
                <a:gd name="T16" fmla="*/ 1 w 29"/>
                <a:gd name="T17" fmla="*/ 6 h 19"/>
                <a:gd name="T18" fmla="*/ 2 w 29"/>
                <a:gd name="T19" fmla="*/ 9 h 19"/>
                <a:gd name="T20" fmla="*/ 5 w 29"/>
                <a:gd name="T21" fmla="*/ 10 h 19"/>
                <a:gd name="T22" fmla="*/ 9 w 29"/>
                <a:gd name="T23" fmla="*/ 11 h 19"/>
                <a:gd name="T24" fmla="*/ 8 w 29"/>
                <a:gd name="T25" fmla="*/ 15 h 19"/>
                <a:gd name="T26" fmla="*/ 12 w 29"/>
                <a:gd name="T27" fmla="*/ 18 h 19"/>
                <a:gd name="T28" fmla="*/ 16 w 29"/>
                <a:gd name="T29" fmla="*/ 18 h 19"/>
                <a:gd name="T30" fmla="*/ 16 w 29"/>
                <a:gd name="T31"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9">
                  <a:moveTo>
                    <a:pt x="16" y="18"/>
                  </a:moveTo>
                  <a:cubicBezTo>
                    <a:pt x="18" y="16"/>
                    <a:pt x="21" y="16"/>
                    <a:pt x="23" y="15"/>
                  </a:cubicBezTo>
                  <a:cubicBezTo>
                    <a:pt x="23" y="14"/>
                    <a:pt x="23" y="13"/>
                    <a:pt x="23" y="12"/>
                  </a:cubicBezTo>
                  <a:cubicBezTo>
                    <a:pt x="24" y="10"/>
                    <a:pt x="25" y="10"/>
                    <a:pt x="27" y="9"/>
                  </a:cubicBezTo>
                  <a:cubicBezTo>
                    <a:pt x="29" y="8"/>
                    <a:pt x="28" y="5"/>
                    <a:pt x="26" y="4"/>
                  </a:cubicBezTo>
                  <a:cubicBezTo>
                    <a:pt x="24" y="3"/>
                    <a:pt x="22" y="2"/>
                    <a:pt x="19" y="1"/>
                  </a:cubicBezTo>
                  <a:cubicBezTo>
                    <a:pt x="17" y="0"/>
                    <a:pt x="13" y="1"/>
                    <a:pt x="10" y="1"/>
                  </a:cubicBezTo>
                  <a:cubicBezTo>
                    <a:pt x="8" y="1"/>
                    <a:pt x="0" y="0"/>
                    <a:pt x="0" y="4"/>
                  </a:cubicBezTo>
                  <a:cubicBezTo>
                    <a:pt x="0" y="4"/>
                    <a:pt x="1" y="5"/>
                    <a:pt x="1" y="6"/>
                  </a:cubicBezTo>
                  <a:cubicBezTo>
                    <a:pt x="2" y="7"/>
                    <a:pt x="1" y="8"/>
                    <a:pt x="2" y="9"/>
                  </a:cubicBezTo>
                  <a:cubicBezTo>
                    <a:pt x="3" y="9"/>
                    <a:pt x="4" y="11"/>
                    <a:pt x="5" y="10"/>
                  </a:cubicBezTo>
                  <a:cubicBezTo>
                    <a:pt x="7" y="10"/>
                    <a:pt x="9" y="9"/>
                    <a:pt x="9" y="11"/>
                  </a:cubicBezTo>
                  <a:cubicBezTo>
                    <a:pt x="9" y="12"/>
                    <a:pt x="9" y="14"/>
                    <a:pt x="8" y="15"/>
                  </a:cubicBezTo>
                  <a:cubicBezTo>
                    <a:pt x="11" y="15"/>
                    <a:pt x="11" y="15"/>
                    <a:pt x="12" y="18"/>
                  </a:cubicBezTo>
                  <a:cubicBezTo>
                    <a:pt x="13" y="18"/>
                    <a:pt x="16" y="18"/>
                    <a:pt x="16" y="18"/>
                  </a:cubicBezTo>
                  <a:cubicBezTo>
                    <a:pt x="17" y="17"/>
                    <a:pt x="15" y="19"/>
                    <a:pt x="16" y="1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13" name="Freeform 660">
              <a:extLst>
                <a:ext uri="{FF2B5EF4-FFF2-40B4-BE49-F238E27FC236}">
                  <a16:creationId xmlns:a16="http://schemas.microsoft.com/office/drawing/2014/main" id="{9DC343FF-5D0A-1689-B21E-D570CE91CE89}"/>
                </a:ext>
              </a:extLst>
            </p:cNvPr>
            <p:cNvSpPr>
              <a:spLocks/>
            </p:cNvSpPr>
            <p:nvPr/>
          </p:nvSpPr>
          <p:spPr bwMode="auto">
            <a:xfrm>
              <a:off x="12658794" y="5955834"/>
              <a:ext cx="334397" cy="168837"/>
            </a:xfrm>
            <a:custGeom>
              <a:avLst/>
              <a:gdLst>
                <a:gd name="T0" fmla="*/ 11 w 36"/>
                <a:gd name="T1" fmla="*/ 13 h 18"/>
                <a:gd name="T2" fmla="*/ 19 w 36"/>
                <a:gd name="T3" fmla="*/ 12 h 18"/>
                <a:gd name="T4" fmla="*/ 25 w 36"/>
                <a:gd name="T5" fmla="*/ 15 h 18"/>
                <a:gd name="T6" fmla="*/ 29 w 36"/>
                <a:gd name="T7" fmla="*/ 17 h 18"/>
                <a:gd name="T8" fmla="*/ 33 w 36"/>
                <a:gd name="T9" fmla="*/ 16 h 18"/>
                <a:gd name="T10" fmla="*/ 36 w 36"/>
                <a:gd name="T11" fmla="*/ 14 h 18"/>
                <a:gd name="T12" fmla="*/ 34 w 36"/>
                <a:gd name="T13" fmla="*/ 8 h 18"/>
                <a:gd name="T14" fmla="*/ 31 w 36"/>
                <a:gd name="T15" fmla="*/ 4 h 18"/>
                <a:gd name="T16" fmla="*/ 25 w 36"/>
                <a:gd name="T17" fmla="*/ 3 h 18"/>
                <a:gd name="T18" fmla="*/ 18 w 36"/>
                <a:gd name="T19" fmla="*/ 1 h 18"/>
                <a:gd name="T20" fmla="*/ 17 w 36"/>
                <a:gd name="T21" fmla="*/ 5 h 18"/>
                <a:gd name="T22" fmla="*/ 15 w 36"/>
                <a:gd name="T23" fmla="*/ 7 h 18"/>
                <a:gd name="T24" fmla="*/ 8 w 36"/>
                <a:gd name="T25" fmla="*/ 4 h 18"/>
                <a:gd name="T26" fmla="*/ 0 w 36"/>
                <a:gd name="T27" fmla="*/ 15 h 18"/>
                <a:gd name="T28" fmla="*/ 11 w 36"/>
                <a:gd name="T2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8">
                  <a:moveTo>
                    <a:pt x="11" y="13"/>
                  </a:moveTo>
                  <a:cubicBezTo>
                    <a:pt x="14" y="13"/>
                    <a:pt x="16" y="12"/>
                    <a:pt x="19" y="12"/>
                  </a:cubicBezTo>
                  <a:cubicBezTo>
                    <a:pt x="20" y="12"/>
                    <a:pt x="24" y="14"/>
                    <a:pt x="25" y="15"/>
                  </a:cubicBezTo>
                  <a:cubicBezTo>
                    <a:pt x="26" y="16"/>
                    <a:pt x="27" y="18"/>
                    <a:pt x="29" y="17"/>
                  </a:cubicBezTo>
                  <a:cubicBezTo>
                    <a:pt x="30" y="17"/>
                    <a:pt x="31" y="16"/>
                    <a:pt x="33" y="16"/>
                  </a:cubicBezTo>
                  <a:cubicBezTo>
                    <a:pt x="34" y="16"/>
                    <a:pt x="34" y="14"/>
                    <a:pt x="36" y="14"/>
                  </a:cubicBezTo>
                  <a:cubicBezTo>
                    <a:pt x="35" y="12"/>
                    <a:pt x="33" y="9"/>
                    <a:pt x="34" y="8"/>
                  </a:cubicBezTo>
                  <a:cubicBezTo>
                    <a:pt x="35" y="6"/>
                    <a:pt x="32" y="4"/>
                    <a:pt x="31" y="4"/>
                  </a:cubicBezTo>
                  <a:cubicBezTo>
                    <a:pt x="29" y="3"/>
                    <a:pt x="27" y="5"/>
                    <a:pt x="25" y="3"/>
                  </a:cubicBezTo>
                  <a:cubicBezTo>
                    <a:pt x="22" y="1"/>
                    <a:pt x="21" y="0"/>
                    <a:pt x="18" y="1"/>
                  </a:cubicBezTo>
                  <a:cubicBezTo>
                    <a:pt x="16" y="2"/>
                    <a:pt x="17" y="3"/>
                    <a:pt x="17" y="5"/>
                  </a:cubicBezTo>
                  <a:cubicBezTo>
                    <a:pt x="16" y="6"/>
                    <a:pt x="16" y="7"/>
                    <a:pt x="15" y="7"/>
                  </a:cubicBezTo>
                  <a:cubicBezTo>
                    <a:pt x="12" y="9"/>
                    <a:pt x="10" y="5"/>
                    <a:pt x="8" y="4"/>
                  </a:cubicBezTo>
                  <a:cubicBezTo>
                    <a:pt x="3" y="0"/>
                    <a:pt x="0" y="11"/>
                    <a:pt x="0" y="15"/>
                  </a:cubicBezTo>
                  <a:cubicBezTo>
                    <a:pt x="4" y="13"/>
                    <a:pt x="7" y="13"/>
                    <a:pt x="11" y="1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14" name="Freeform 661">
              <a:extLst>
                <a:ext uri="{FF2B5EF4-FFF2-40B4-BE49-F238E27FC236}">
                  <a16:creationId xmlns:a16="http://schemas.microsoft.com/office/drawing/2014/main" id="{47ED676A-AEE1-38F7-1509-1907C35DF88E}"/>
                </a:ext>
              </a:extLst>
            </p:cNvPr>
            <p:cNvSpPr>
              <a:spLocks/>
            </p:cNvSpPr>
            <p:nvPr/>
          </p:nvSpPr>
          <p:spPr bwMode="auto">
            <a:xfrm>
              <a:off x="12760703" y="5853898"/>
              <a:ext cx="222932" cy="140163"/>
            </a:xfrm>
            <a:custGeom>
              <a:avLst/>
              <a:gdLst>
                <a:gd name="T0" fmla="*/ 16 w 24"/>
                <a:gd name="T1" fmla="*/ 15 h 15"/>
                <a:gd name="T2" fmla="*/ 20 w 24"/>
                <a:gd name="T3" fmla="*/ 15 h 15"/>
                <a:gd name="T4" fmla="*/ 22 w 24"/>
                <a:gd name="T5" fmla="*/ 13 h 15"/>
                <a:gd name="T6" fmla="*/ 22 w 24"/>
                <a:gd name="T7" fmla="*/ 10 h 15"/>
                <a:gd name="T8" fmla="*/ 21 w 24"/>
                <a:gd name="T9" fmla="*/ 5 h 15"/>
                <a:gd name="T10" fmla="*/ 24 w 24"/>
                <a:gd name="T11" fmla="*/ 0 h 15"/>
                <a:gd name="T12" fmla="*/ 12 w 24"/>
                <a:gd name="T13" fmla="*/ 0 h 15"/>
                <a:gd name="T14" fmla="*/ 6 w 24"/>
                <a:gd name="T15" fmla="*/ 1 h 15"/>
                <a:gd name="T16" fmla="*/ 0 w 24"/>
                <a:gd name="T17" fmla="*/ 5 h 15"/>
                <a:gd name="T18" fmla="*/ 2 w 24"/>
                <a:gd name="T19" fmla="*/ 6 h 15"/>
                <a:gd name="T20" fmla="*/ 2 w 24"/>
                <a:gd name="T21" fmla="*/ 8 h 15"/>
                <a:gd name="T22" fmla="*/ 7 w 24"/>
                <a:gd name="T23" fmla="*/ 9 h 15"/>
                <a:gd name="T24" fmla="*/ 6 w 24"/>
                <a:gd name="T25" fmla="*/ 13 h 15"/>
                <a:gd name="T26" fmla="*/ 11 w 24"/>
                <a:gd name="T27" fmla="*/ 12 h 15"/>
                <a:gd name="T28" fmla="*/ 16 w 24"/>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5">
                  <a:moveTo>
                    <a:pt x="16" y="15"/>
                  </a:moveTo>
                  <a:cubicBezTo>
                    <a:pt x="17" y="15"/>
                    <a:pt x="19" y="15"/>
                    <a:pt x="20" y="15"/>
                  </a:cubicBezTo>
                  <a:cubicBezTo>
                    <a:pt x="20" y="14"/>
                    <a:pt x="22" y="14"/>
                    <a:pt x="22" y="13"/>
                  </a:cubicBezTo>
                  <a:cubicBezTo>
                    <a:pt x="22" y="12"/>
                    <a:pt x="22" y="11"/>
                    <a:pt x="22" y="10"/>
                  </a:cubicBezTo>
                  <a:cubicBezTo>
                    <a:pt x="21" y="8"/>
                    <a:pt x="20" y="7"/>
                    <a:pt x="21" y="5"/>
                  </a:cubicBezTo>
                  <a:cubicBezTo>
                    <a:pt x="23" y="4"/>
                    <a:pt x="24" y="2"/>
                    <a:pt x="24" y="0"/>
                  </a:cubicBezTo>
                  <a:cubicBezTo>
                    <a:pt x="22" y="3"/>
                    <a:pt x="15" y="0"/>
                    <a:pt x="12" y="0"/>
                  </a:cubicBezTo>
                  <a:cubicBezTo>
                    <a:pt x="10" y="0"/>
                    <a:pt x="8" y="0"/>
                    <a:pt x="6" y="1"/>
                  </a:cubicBezTo>
                  <a:cubicBezTo>
                    <a:pt x="5" y="1"/>
                    <a:pt x="0" y="5"/>
                    <a:pt x="0" y="5"/>
                  </a:cubicBezTo>
                  <a:cubicBezTo>
                    <a:pt x="0" y="6"/>
                    <a:pt x="3" y="5"/>
                    <a:pt x="2" y="6"/>
                  </a:cubicBezTo>
                  <a:cubicBezTo>
                    <a:pt x="2" y="7"/>
                    <a:pt x="2" y="7"/>
                    <a:pt x="2" y="8"/>
                  </a:cubicBezTo>
                  <a:cubicBezTo>
                    <a:pt x="3" y="10"/>
                    <a:pt x="7" y="9"/>
                    <a:pt x="7" y="9"/>
                  </a:cubicBezTo>
                  <a:cubicBezTo>
                    <a:pt x="7" y="10"/>
                    <a:pt x="6" y="12"/>
                    <a:pt x="6" y="13"/>
                  </a:cubicBezTo>
                  <a:cubicBezTo>
                    <a:pt x="7" y="12"/>
                    <a:pt x="9" y="11"/>
                    <a:pt x="11" y="12"/>
                  </a:cubicBezTo>
                  <a:cubicBezTo>
                    <a:pt x="13" y="13"/>
                    <a:pt x="14" y="15"/>
                    <a:pt x="16" y="1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15" name="Freeform 662">
              <a:extLst>
                <a:ext uri="{FF2B5EF4-FFF2-40B4-BE49-F238E27FC236}">
                  <a16:creationId xmlns:a16="http://schemas.microsoft.com/office/drawing/2014/main" id="{E7374963-267C-D41C-8D9E-B9D58FA02480}"/>
                </a:ext>
              </a:extLst>
            </p:cNvPr>
            <p:cNvSpPr>
              <a:spLocks/>
            </p:cNvSpPr>
            <p:nvPr/>
          </p:nvSpPr>
          <p:spPr bwMode="auto">
            <a:xfrm>
              <a:off x="12591917" y="6143782"/>
              <a:ext cx="149682" cy="73269"/>
            </a:xfrm>
            <a:custGeom>
              <a:avLst/>
              <a:gdLst>
                <a:gd name="T0" fmla="*/ 16 w 16"/>
                <a:gd name="T1" fmla="*/ 4 h 8"/>
                <a:gd name="T2" fmla="*/ 12 w 16"/>
                <a:gd name="T3" fmla="*/ 2 h 8"/>
                <a:gd name="T4" fmla="*/ 8 w 16"/>
                <a:gd name="T5" fmla="*/ 0 h 8"/>
                <a:gd name="T6" fmla="*/ 7 w 16"/>
                <a:gd name="T7" fmla="*/ 3 h 8"/>
                <a:gd name="T8" fmla="*/ 5 w 16"/>
                <a:gd name="T9" fmla="*/ 2 h 8"/>
                <a:gd name="T10" fmla="*/ 2 w 16"/>
                <a:gd name="T11" fmla="*/ 3 h 8"/>
                <a:gd name="T12" fmla="*/ 0 w 16"/>
                <a:gd name="T13" fmla="*/ 5 h 8"/>
                <a:gd name="T14" fmla="*/ 0 w 16"/>
                <a:gd name="T15" fmla="*/ 6 h 8"/>
                <a:gd name="T16" fmla="*/ 2 w 16"/>
                <a:gd name="T17" fmla="*/ 6 h 8"/>
                <a:gd name="T18" fmla="*/ 8 w 16"/>
                <a:gd name="T19" fmla="*/ 7 h 8"/>
                <a:gd name="T20" fmla="*/ 16 w 16"/>
                <a:gd name="T2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6" y="4"/>
                  </a:moveTo>
                  <a:cubicBezTo>
                    <a:pt x="16" y="1"/>
                    <a:pt x="14" y="2"/>
                    <a:pt x="12" y="2"/>
                  </a:cubicBezTo>
                  <a:cubicBezTo>
                    <a:pt x="11" y="3"/>
                    <a:pt x="10" y="1"/>
                    <a:pt x="8" y="0"/>
                  </a:cubicBezTo>
                  <a:cubicBezTo>
                    <a:pt x="8" y="1"/>
                    <a:pt x="8" y="2"/>
                    <a:pt x="7" y="3"/>
                  </a:cubicBezTo>
                  <a:cubicBezTo>
                    <a:pt x="6" y="3"/>
                    <a:pt x="7" y="1"/>
                    <a:pt x="5" y="2"/>
                  </a:cubicBezTo>
                  <a:cubicBezTo>
                    <a:pt x="4" y="2"/>
                    <a:pt x="2" y="2"/>
                    <a:pt x="2" y="3"/>
                  </a:cubicBezTo>
                  <a:cubicBezTo>
                    <a:pt x="1" y="5"/>
                    <a:pt x="2" y="6"/>
                    <a:pt x="0" y="5"/>
                  </a:cubicBezTo>
                  <a:cubicBezTo>
                    <a:pt x="0" y="5"/>
                    <a:pt x="0" y="5"/>
                    <a:pt x="0" y="6"/>
                  </a:cubicBezTo>
                  <a:cubicBezTo>
                    <a:pt x="0" y="6"/>
                    <a:pt x="1" y="6"/>
                    <a:pt x="2" y="6"/>
                  </a:cubicBezTo>
                  <a:cubicBezTo>
                    <a:pt x="4" y="7"/>
                    <a:pt x="6" y="7"/>
                    <a:pt x="8" y="7"/>
                  </a:cubicBezTo>
                  <a:cubicBezTo>
                    <a:pt x="10" y="7"/>
                    <a:pt x="16" y="8"/>
                    <a:pt x="16"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16" name="Freeform 663">
              <a:extLst>
                <a:ext uri="{FF2B5EF4-FFF2-40B4-BE49-F238E27FC236}">
                  <a16:creationId xmlns:a16="http://schemas.microsoft.com/office/drawing/2014/main" id="{B6EB316A-7B09-B951-EC1F-0EBD087D1ABA}"/>
                </a:ext>
              </a:extLst>
            </p:cNvPr>
            <p:cNvSpPr>
              <a:spLocks/>
            </p:cNvSpPr>
            <p:nvPr/>
          </p:nvSpPr>
          <p:spPr bwMode="auto">
            <a:xfrm>
              <a:off x="12359429" y="6162893"/>
              <a:ext cx="445860" cy="391823"/>
            </a:xfrm>
            <a:custGeom>
              <a:avLst/>
              <a:gdLst>
                <a:gd name="T0" fmla="*/ 1 w 48"/>
                <a:gd name="T1" fmla="*/ 12 h 42"/>
                <a:gd name="T2" fmla="*/ 0 w 48"/>
                <a:gd name="T3" fmla="*/ 16 h 42"/>
                <a:gd name="T4" fmla="*/ 2 w 48"/>
                <a:gd name="T5" fmla="*/ 20 h 42"/>
                <a:gd name="T6" fmla="*/ 4 w 48"/>
                <a:gd name="T7" fmla="*/ 27 h 42"/>
                <a:gd name="T8" fmla="*/ 9 w 48"/>
                <a:gd name="T9" fmla="*/ 31 h 42"/>
                <a:gd name="T10" fmla="*/ 10 w 48"/>
                <a:gd name="T11" fmla="*/ 33 h 42"/>
                <a:gd name="T12" fmla="*/ 13 w 48"/>
                <a:gd name="T13" fmla="*/ 32 h 42"/>
                <a:gd name="T14" fmla="*/ 21 w 48"/>
                <a:gd name="T15" fmla="*/ 36 h 42"/>
                <a:gd name="T16" fmla="*/ 25 w 48"/>
                <a:gd name="T17" fmla="*/ 37 h 42"/>
                <a:gd name="T18" fmla="*/ 33 w 48"/>
                <a:gd name="T19" fmla="*/ 37 h 42"/>
                <a:gd name="T20" fmla="*/ 39 w 48"/>
                <a:gd name="T21" fmla="*/ 41 h 42"/>
                <a:gd name="T22" fmla="*/ 41 w 48"/>
                <a:gd name="T23" fmla="*/ 35 h 42"/>
                <a:gd name="T24" fmla="*/ 44 w 48"/>
                <a:gd name="T25" fmla="*/ 32 h 42"/>
                <a:gd name="T26" fmla="*/ 48 w 48"/>
                <a:gd name="T27" fmla="*/ 31 h 42"/>
                <a:gd name="T28" fmla="*/ 45 w 48"/>
                <a:gd name="T29" fmla="*/ 26 h 42"/>
                <a:gd name="T30" fmla="*/ 44 w 48"/>
                <a:gd name="T31" fmla="*/ 19 h 42"/>
                <a:gd name="T32" fmla="*/ 46 w 48"/>
                <a:gd name="T33" fmla="*/ 12 h 42"/>
                <a:gd name="T34" fmla="*/ 44 w 48"/>
                <a:gd name="T35" fmla="*/ 7 h 42"/>
                <a:gd name="T36" fmla="*/ 42 w 48"/>
                <a:gd name="T37" fmla="*/ 5 h 42"/>
                <a:gd name="T38" fmla="*/ 25 w 48"/>
                <a:gd name="T39" fmla="*/ 4 h 42"/>
                <a:gd name="T40" fmla="*/ 20 w 48"/>
                <a:gd name="T41" fmla="*/ 2 h 42"/>
                <a:gd name="T42" fmla="*/ 13 w 48"/>
                <a:gd name="T43" fmla="*/ 4 h 42"/>
                <a:gd name="T44" fmla="*/ 6 w 48"/>
                <a:gd name="T45" fmla="*/ 6 h 42"/>
                <a:gd name="T46" fmla="*/ 2 w 48"/>
                <a:gd name="T47" fmla="*/ 7 h 42"/>
                <a:gd name="T48" fmla="*/ 1 w 48"/>
                <a:gd name="T49" fmla="*/ 9 h 42"/>
                <a:gd name="T50" fmla="*/ 1 w 48"/>
                <a:gd name="T51" fmla="*/ 12 h 42"/>
                <a:gd name="T52" fmla="*/ 1 w 48"/>
                <a:gd name="T53"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42">
                  <a:moveTo>
                    <a:pt x="1" y="12"/>
                  </a:moveTo>
                  <a:cubicBezTo>
                    <a:pt x="1" y="13"/>
                    <a:pt x="0" y="15"/>
                    <a:pt x="0" y="16"/>
                  </a:cubicBezTo>
                  <a:cubicBezTo>
                    <a:pt x="1" y="17"/>
                    <a:pt x="2" y="19"/>
                    <a:pt x="2" y="20"/>
                  </a:cubicBezTo>
                  <a:cubicBezTo>
                    <a:pt x="2" y="22"/>
                    <a:pt x="3" y="25"/>
                    <a:pt x="4" y="27"/>
                  </a:cubicBezTo>
                  <a:cubicBezTo>
                    <a:pt x="5" y="30"/>
                    <a:pt x="8" y="29"/>
                    <a:pt x="9" y="31"/>
                  </a:cubicBezTo>
                  <a:cubicBezTo>
                    <a:pt x="9" y="31"/>
                    <a:pt x="9" y="33"/>
                    <a:pt x="10" y="33"/>
                  </a:cubicBezTo>
                  <a:cubicBezTo>
                    <a:pt x="11" y="34"/>
                    <a:pt x="12" y="32"/>
                    <a:pt x="13" y="32"/>
                  </a:cubicBezTo>
                  <a:cubicBezTo>
                    <a:pt x="15" y="31"/>
                    <a:pt x="19" y="35"/>
                    <a:pt x="21" y="36"/>
                  </a:cubicBezTo>
                  <a:cubicBezTo>
                    <a:pt x="22" y="37"/>
                    <a:pt x="23" y="39"/>
                    <a:pt x="25" y="37"/>
                  </a:cubicBezTo>
                  <a:cubicBezTo>
                    <a:pt x="26" y="36"/>
                    <a:pt x="31" y="37"/>
                    <a:pt x="33" y="37"/>
                  </a:cubicBezTo>
                  <a:cubicBezTo>
                    <a:pt x="36" y="37"/>
                    <a:pt x="37" y="39"/>
                    <a:pt x="39" y="41"/>
                  </a:cubicBezTo>
                  <a:cubicBezTo>
                    <a:pt x="40" y="42"/>
                    <a:pt x="40" y="36"/>
                    <a:pt x="41" y="35"/>
                  </a:cubicBezTo>
                  <a:cubicBezTo>
                    <a:pt x="42" y="34"/>
                    <a:pt x="43" y="33"/>
                    <a:pt x="44" y="32"/>
                  </a:cubicBezTo>
                  <a:cubicBezTo>
                    <a:pt x="45" y="32"/>
                    <a:pt x="48" y="32"/>
                    <a:pt x="48" y="31"/>
                  </a:cubicBezTo>
                  <a:cubicBezTo>
                    <a:pt x="47" y="28"/>
                    <a:pt x="47" y="27"/>
                    <a:pt x="45" y="26"/>
                  </a:cubicBezTo>
                  <a:cubicBezTo>
                    <a:pt x="43" y="24"/>
                    <a:pt x="46" y="21"/>
                    <a:pt x="44" y="19"/>
                  </a:cubicBezTo>
                  <a:cubicBezTo>
                    <a:pt x="42" y="18"/>
                    <a:pt x="47" y="14"/>
                    <a:pt x="46" y="12"/>
                  </a:cubicBezTo>
                  <a:cubicBezTo>
                    <a:pt x="45" y="10"/>
                    <a:pt x="44" y="9"/>
                    <a:pt x="44" y="7"/>
                  </a:cubicBezTo>
                  <a:cubicBezTo>
                    <a:pt x="44" y="6"/>
                    <a:pt x="44" y="5"/>
                    <a:pt x="42" y="5"/>
                  </a:cubicBezTo>
                  <a:cubicBezTo>
                    <a:pt x="37" y="3"/>
                    <a:pt x="30" y="6"/>
                    <a:pt x="25" y="4"/>
                  </a:cubicBezTo>
                  <a:cubicBezTo>
                    <a:pt x="25" y="7"/>
                    <a:pt x="21" y="2"/>
                    <a:pt x="20" y="2"/>
                  </a:cubicBezTo>
                  <a:cubicBezTo>
                    <a:pt x="17" y="0"/>
                    <a:pt x="15" y="2"/>
                    <a:pt x="13" y="4"/>
                  </a:cubicBezTo>
                  <a:cubicBezTo>
                    <a:pt x="10" y="5"/>
                    <a:pt x="8" y="6"/>
                    <a:pt x="6" y="6"/>
                  </a:cubicBezTo>
                  <a:cubicBezTo>
                    <a:pt x="5" y="7"/>
                    <a:pt x="3" y="7"/>
                    <a:pt x="2" y="7"/>
                  </a:cubicBezTo>
                  <a:cubicBezTo>
                    <a:pt x="1" y="8"/>
                    <a:pt x="3" y="9"/>
                    <a:pt x="1" y="9"/>
                  </a:cubicBezTo>
                  <a:cubicBezTo>
                    <a:pt x="1" y="10"/>
                    <a:pt x="1" y="11"/>
                    <a:pt x="1" y="12"/>
                  </a:cubicBezTo>
                  <a:cubicBezTo>
                    <a:pt x="1" y="14"/>
                    <a:pt x="1" y="12"/>
                    <a:pt x="1" y="1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17" name="Freeform 664">
              <a:extLst>
                <a:ext uri="{FF2B5EF4-FFF2-40B4-BE49-F238E27FC236}">
                  <a16:creationId xmlns:a16="http://schemas.microsoft.com/office/drawing/2014/main" id="{1CAB9892-9F44-D99E-2D15-4D130AB59406}"/>
                </a:ext>
              </a:extLst>
            </p:cNvPr>
            <p:cNvSpPr>
              <a:spLocks/>
            </p:cNvSpPr>
            <p:nvPr/>
          </p:nvSpPr>
          <p:spPr bwMode="auto">
            <a:xfrm>
              <a:off x="12630129" y="6573832"/>
              <a:ext cx="429938" cy="280329"/>
            </a:xfrm>
            <a:custGeom>
              <a:avLst/>
              <a:gdLst>
                <a:gd name="T0" fmla="*/ 38 w 46"/>
                <a:gd name="T1" fmla="*/ 13 h 30"/>
                <a:gd name="T2" fmla="*/ 35 w 46"/>
                <a:gd name="T3" fmla="*/ 6 h 30"/>
                <a:gd name="T4" fmla="*/ 32 w 46"/>
                <a:gd name="T5" fmla="*/ 0 h 30"/>
                <a:gd name="T6" fmla="*/ 22 w 46"/>
                <a:gd name="T7" fmla="*/ 4 h 30"/>
                <a:gd name="T8" fmla="*/ 18 w 46"/>
                <a:gd name="T9" fmla="*/ 3 h 30"/>
                <a:gd name="T10" fmla="*/ 12 w 46"/>
                <a:gd name="T11" fmla="*/ 3 h 30"/>
                <a:gd name="T12" fmla="*/ 8 w 46"/>
                <a:gd name="T13" fmla="*/ 6 h 30"/>
                <a:gd name="T14" fmla="*/ 4 w 46"/>
                <a:gd name="T15" fmla="*/ 14 h 30"/>
                <a:gd name="T16" fmla="*/ 0 w 46"/>
                <a:gd name="T17" fmla="*/ 15 h 30"/>
                <a:gd name="T18" fmla="*/ 3 w 46"/>
                <a:gd name="T19" fmla="*/ 18 h 30"/>
                <a:gd name="T20" fmla="*/ 5 w 46"/>
                <a:gd name="T21" fmla="*/ 22 h 30"/>
                <a:gd name="T22" fmla="*/ 8 w 46"/>
                <a:gd name="T23" fmla="*/ 24 h 30"/>
                <a:gd name="T24" fmla="*/ 11 w 46"/>
                <a:gd name="T25" fmla="*/ 25 h 30"/>
                <a:gd name="T26" fmla="*/ 11 w 46"/>
                <a:gd name="T27" fmla="*/ 28 h 30"/>
                <a:gd name="T28" fmla="*/ 21 w 46"/>
                <a:gd name="T29" fmla="*/ 30 h 30"/>
                <a:gd name="T30" fmla="*/ 28 w 46"/>
                <a:gd name="T31" fmla="*/ 28 h 30"/>
                <a:gd name="T32" fmla="*/ 40 w 46"/>
                <a:gd name="T33" fmla="*/ 30 h 30"/>
                <a:gd name="T34" fmla="*/ 41 w 46"/>
                <a:gd name="T35" fmla="*/ 23 h 30"/>
                <a:gd name="T36" fmla="*/ 46 w 46"/>
                <a:gd name="T37" fmla="*/ 20 h 30"/>
                <a:gd name="T38" fmla="*/ 39 w 46"/>
                <a:gd name="T39" fmla="*/ 20 h 30"/>
                <a:gd name="T40" fmla="*/ 38 w 46"/>
                <a:gd name="T41" fmla="*/ 13 h 30"/>
                <a:gd name="T42" fmla="*/ 38 w 46"/>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30">
                  <a:moveTo>
                    <a:pt x="38" y="13"/>
                  </a:moveTo>
                  <a:cubicBezTo>
                    <a:pt x="39" y="10"/>
                    <a:pt x="36" y="8"/>
                    <a:pt x="35" y="6"/>
                  </a:cubicBezTo>
                  <a:cubicBezTo>
                    <a:pt x="33" y="5"/>
                    <a:pt x="32" y="2"/>
                    <a:pt x="32" y="0"/>
                  </a:cubicBezTo>
                  <a:cubicBezTo>
                    <a:pt x="29" y="1"/>
                    <a:pt x="26" y="4"/>
                    <a:pt x="22" y="4"/>
                  </a:cubicBezTo>
                  <a:cubicBezTo>
                    <a:pt x="21" y="4"/>
                    <a:pt x="19" y="3"/>
                    <a:pt x="18" y="3"/>
                  </a:cubicBezTo>
                  <a:cubicBezTo>
                    <a:pt x="16" y="3"/>
                    <a:pt x="14" y="3"/>
                    <a:pt x="12" y="3"/>
                  </a:cubicBezTo>
                  <a:cubicBezTo>
                    <a:pt x="12" y="3"/>
                    <a:pt x="9" y="6"/>
                    <a:pt x="8" y="6"/>
                  </a:cubicBezTo>
                  <a:cubicBezTo>
                    <a:pt x="7" y="9"/>
                    <a:pt x="5" y="11"/>
                    <a:pt x="4" y="14"/>
                  </a:cubicBezTo>
                  <a:cubicBezTo>
                    <a:pt x="3" y="14"/>
                    <a:pt x="1" y="14"/>
                    <a:pt x="0" y="15"/>
                  </a:cubicBezTo>
                  <a:cubicBezTo>
                    <a:pt x="0" y="16"/>
                    <a:pt x="3" y="17"/>
                    <a:pt x="3" y="18"/>
                  </a:cubicBezTo>
                  <a:cubicBezTo>
                    <a:pt x="3" y="20"/>
                    <a:pt x="4" y="20"/>
                    <a:pt x="5" y="22"/>
                  </a:cubicBezTo>
                  <a:cubicBezTo>
                    <a:pt x="5" y="24"/>
                    <a:pt x="6" y="24"/>
                    <a:pt x="8" y="24"/>
                  </a:cubicBezTo>
                  <a:cubicBezTo>
                    <a:pt x="9" y="24"/>
                    <a:pt x="11" y="24"/>
                    <a:pt x="11" y="25"/>
                  </a:cubicBezTo>
                  <a:cubicBezTo>
                    <a:pt x="11" y="26"/>
                    <a:pt x="11" y="27"/>
                    <a:pt x="11" y="28"/>
                  </a:cubicBezTo>
                  <a:cubicBezTo>
                    <a:pt x="13" y="30"/>
                    <a:pt x="18" y="30"/>
                    <a:pt x="21" y="30"/>
                  </a:cubicBezTo>
                  <a:cubicBezTo>
                    <a:pt x="24" y="30"/>
                    <a:pt x="26" y="30"/>
                    <a:pt x="28" y="28"/>
                  </a:cubicBezTo>
                  <a:cubicBezTo>
                    <a:pt x="32" y="26"/>
                    <a:pt x="36" y="28"/>
                    <a:pt x="40" y="30"/>
                  </a:cubicBezTo>
                  <a:cubicBezTo>
                    <a:pt x="40" y="28"/>
                    <a:pt x="40" y="25"/>
                    <a:pt x="41" y="23"/>
                  </a:cubicBezTo>
                  <a:cubicBezTo>
                    <a:pt x="42" y="22"/>
                    <a:pt x="45" y="24"/>
                    <a:pt x="46" y="20"/>
                  </a:cubicBezTo>
                  <a:cubicBezTo>
                    <a:pt x="43" y="18"/>
                    <a:pt x="42" y="20"/>
                    <a:pt x="39" y="20"/>
                  </a:cubicBezTo>
                  <a:cubicBezTo>
                    <a:pt x="37" y="19"/>
                    <a:pt x="37" y="14"/>
                    <a:pt x="38" y="13"/>
                  </a:cubicBezTo>
                  <a:cubicBezTo>
                    <a:pt x="39" y="11"/>
                    <a:pt x="37" y="15"/>
                    <a:pt x="38" y="1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18" name="Freeform 665">
              <a:extLst>
                <a:ext uri="{FF2B5EF4-FFF2-40B4-BE49-F238E27FC236}">
                  <a16:creationId xmlns:a16="http://schemas.microsoft.com/office/drawing/2014/main" id="{5E348AC7-4141-30E2-64CD-D5A206A84134}"/>
                </a:ext>
              </a:extLst>
            </p:cNvPr>
            <p:cNvSpPr>
              <a:spLocks/>
            </p:cNvSpPr>
            <p:nvPr/>
          </p:nvSpPr>
          <p:spPr bwMode="auto">
            <a:xfrm>
              <a:off x="12929494" y="6564274"/>
              <a:ext cx="156051" cy="187951"/>
            </a:xfrm>
            <a:custGeom>
              <a:avLst/>
              <a:gdLst>
                <a:gd name="T0" fmla="*/ 14 w 17"/>
                <a:gd name="T1" fmla="*/ 10 h 20"/>
                <a:gd name="T2" fmla="*/ 9 w 17"/>
                <a:gd name="T3" fmla="*/ 3 h 20"/>
                <a:gd name="T4" fmla="*/ 0 w 17"/>
                <a:gd name="T5" fmla="*/ 1 h 20"/>
                <a:gd name="T6" fmla="*/ 5 w 17"/>
                <a:gd name="T7" fmla="*/ 10 h 20"/>
                <a:gd name="T8" fmla="*/ 7 w 17"/>
                <a:gd name="T9" fmla="*/ 20 h 20"/>
                <a:gd name="T10" fmla="*/ 10 w 17"/>
                <a:gd name="T11" fmla="*/ 14 h 20"/>
                <a:gd name="T12" fmla="*/ 14 w 17"/>
                <a:gd name="T13" fmla="*/ 14 h 20"/>
                <a:gd name="T14" fmla="*/ 14 w 17"/>
                <a:gd name="T15" fmla="*/ 10 h 20"/>
                <a:gd name="T16" fmla="*/ 14 w 17"/>
                <a:gd name="T17"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0">
                  <a:moveTo>
                    <a:pt x="14" y="10"/>
                  </a:moveTo>
                  <a:cubicBezTo>
                    <a:pt x="12" y="8"/>
                    <a:pt x="11" y="4"/>
                    <a:pt x="9" y="3"/>
                  </a:cubicBezTo>
                  <a:cubicBezTo>
                    <a:pt x="8" y="3"/>
                    <a:pt x="0" y="0"/>
                    <a:pt x="0" y="1"/>
                  </a:cubicBezTo>
                  <a:cubicBezTo>
                    <a:pt x="1" y="5"/>
                    <a:pt x="3" y="7"/>
                    <a:pt x="5" y="10"/>
                  </a:cubicBezTo>
                  <a:cubicBezTo>
                    <a:pt x="7" y="13"/>
                    <a:pt x="4" y="17"/>
                    <a:pt x="7" y="20"/>
                  </a:cubicBezTo>
                  <a:cubicBezTo>
                    <a:pt x="8" y="19"/>
                    <a:pt x="9" y="16"/>
                    <a:pt x="10" y="14"/>
                  </a:cubicBezTo>
                  <a:cubicBezTo>
                    <a:pt x="12" y="13"/>
                    <a:pt x="13" y="14"/>
                    <a:pt x="14" y="14"/>
                  </a:cubicBezTo>
                  <a:cubicBezTo>
                    <a:pt x="17" y="14"/>
                    <a:pt x="14" y="10"/>
                    <a:pt x="14" y="10"/>
                  </a:cubicBezTo>
                  <a:cubicBezTo>
                    <a:pt x="13" y="9"/>
                    <a:pt x="14" y="10"/>
                    <a:pt x="14"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19" name="Freeform 666">
              <a:extLst>
                <a:ext uri="{FF2B5EF4-FFF2-40B4-BE49-F238E27FC236}">
                  <a16:creationId xmlns:a16="http://schemas.microsoft.com/office/drawing/2014/main" id="{010D3ADA-0CF0-2D7D-1445-43633AA0C3EF}"/>
                </a:ext>
              </a:extLst>
            </p:cNvPr>
            <p:cNvSpPr>
              <a:spLocks/>
            </p:cNvSpPr>
            <p:nvPr/>
          </p:nvSpPr>
          <p:spPr bwMode="auto">
            <a:xfrm>
              <a:off x="12993189" y="6666210"/>
              <a:ext cx="92356" cy="95566"/>
            </a:xfrm>
            <a:custGeom>
              <a:avLst/>
              <a:gdLst>
                <a:gd name="T0" fmla="*/ 7 w 10"/>
                <a:gd name="T1" fmla="*/ 9 h 10"/>
                <a:gd name="T2" fmla="*/ 7 w 10"/>
                <a:gd name="T3" fmla="*/ 7 h 10"/>
                <a:gd name="T4" fmla="*/ 10 w 10"/>
                <a:gd name="T5" fmla="*/ 4 h 10"/>
                <a:gd name="T6" fmla="*/ 8 w 10"/>
                <a:gd name="T7" fmla="*/ 1 h 10"/>
                <a:gd name="T8" fmla="*/ 3 w 10"/>
                <a:gd name="T9" fmla="*/ 4 h 10"/>
                <a:gd name="T10" fmla="*/ 0 w 10"/>
                <a:gd name="T11" fmla="*/ 9 h 10"/>
                <a:gd name="T12" fmla="*/ 3 w 10"/>
                <a:gd name="T13" fmla="*/ 9 h 10"/>
                <a:gd name="T14" fmla="*/ 7 w 10"/>
                <a:gd name="T15" fmla="*/ 10 h 10"/>
                <a:gd name="T16" fmla="*/ 7 w 10"/>
                <a:gd name="T17" fmla="*/ 9 h 10"/>
                <a:gd name="T18" fmla="*/ 7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7" y="9"/>
                  </a:moveTo>
                  <a:cubicBezTo>
                    <a:pt x="6" y="8"/>
                    <a:pt x="6" y="8"/>
                    <a:pt x="7" y="7"/>
                  </a:cubicBezTo>
                  <a:cubicBezTo>
                    <a:pt x="8" y="6"/>
                    <a:pt x="9" y="5"/>
                    <a:pt x="10" y="4"/>
                  </a:cubicBezTo>
                  <a:cubicBezTo>
                    <a:pt x="10" y="4"/>
                    <a:pt x="8" y="2"/>
                    <a:pt x="8" y="1"/>
                  </a:cubicBezTo>
                  <a:cubicBezTo>
                    <a:pt x="8" y="5"/>
                    <a:pt x="3" y="0"/>
                    <a:pt x="3" y="4"/>
                  </a:cubicBezTo>
                  <a:cubicBezTo>
                    <a:pt x="3" y="6"/>
                    <a:pt x="1" y="8"/>
                    <a:pt x="0" y="9"/>
                  </a:cubicBezTo>
                  <a:cubicBezTo>
                    <a:pt x="0" y="10"/>
                    <a:pt x="2" y="9"/>
                    <a:pt x="3" y="9"/>
                  </a:cubicBezTo>
                  <a:cubicBezTo>
                    <a:pt x="5" y="9"/>
                    <a:pt x="6" y="9"/>
                    <a:pt x="7" y="10"/>
                  </a:cubicBezTo>
                  <a:cubicBezTo>
                    <a:pt x="7" y="10"/>
                    <a:pt x="7" y="9"/>
                    <a:pt x="7" y="9"/>
                  </a:cubicBezTo>
                  <a:cubicBezTo>
                    <a:pt x="6" y="8"/>
                    <a:pt x="7" y="9"/>
                    <a:pt x="7" y="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20" name="Freeform 667">
              <a:extLst>
                <a:ext uri="{FF2B5EF4-FFF2-40B4-BE49-F238E27FC236}">
                  <a16:creationId xmlns:a16="http://schemas.microsoft.com/office/drawing/2014/main" id="{10B18990-9D79-3870-9547-F374D662BFF7}"/>
                </a:ext>
              </a:extLst>
            </p:cNvPr>
            <p:cNvSpPr>
              <a:spLocks/>
            </p:cNvSpPr>
            <p:nvPr/>
          </p:nvSpPr>
          <p:spPr bwMode="auto">
            <a:xfrm>
              <a:off x="12712935" y="6815931"/>
              <a:ext cx="299364" cy="178393"/>
            </a:xfrm>
            <a:custGeom>
              <a:avLst/>
              <a:gdLst>
                <a:gd name="T0" fmla="*/ 17 w 32"/>
                <a:gd name="T1" fmla="*/ 4 h 19"/>
                <a:gd name="T2" fmla="*/ 2 w 32"/>
                <a:gd name="T3" fmla="*/ 0 h 19"/>
                <a:gd name="T4" fmla="*/ 2 w 32"/>
                <a:gd name="T5" fmla="*/ 5 h 19"/>
                <a:gd name="T6" fmla="*/ 3 w 32"/>
                <a:gd name="T7" fmla="*/ 8 h 19"/>
                <a:gd name="T8" fmla="*/ 1 w 32"/>
                <a:gd name="T9" fmla="*/ 11 h 19"/>
                <a:gd name="T10" fmla="*/ 3 w 32"/>
                <a:gd name="T11" fmla="*/ 17 h 19"/>
                <a:gd name="T12" fmla="*/ 9 w 32"/>
                <a:gd name="T13" fmla="*/ 17 h 19"/>
                <a:gd name="T14" fmla="*/ 16 w 32"/>
                <a:gd name="T15" fmla="*/ 18 h 19"/>
                <a:gd name="T16" fmla="*/ 21 w 32"/>
                <a:gd name="T17" fmla="*/ 15 h 19"/>
                <a:gd name="T18" fmla="*/ 28 w 32"/>
                <a:gd name="T19" fmla="*/ 14 h 19"/>
                <a:gd name="T20" fmla="*/ 28 w 32"/>
                <a:gd name="T21" fmla="*/ 8 h 19"/>
                <a:gd name="T22" fmla="*/ 29 w 32"/>
                <a:gd name="T23" fmla="*/ 3 h 19"/>
                <a:gd name="T24" fmla="*/ 21 w 32"/>
                <a:gd name="T25" fmla="*/ 2 h 19"/>
                <a:gd name="T26" fmla="*/ 17 w 32"/>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9">
                  <a:moveTo>
                    <a:pt x="17" y="4"/>
                  </a:moveTo>
                  <a:cubicBezTo>
                    <a:pt x="13" y="4"/>
                    <a:pt x="3" y="6"/>
                    <a:pt x="2" y="0"/>
                  </a:cubicBezTo>
                  <a:cubicBezTo>
                    <a:pt x="1" y="2"/>
                    <a:pt x="0" y="4"/>
                    <a:pt x="2" y="5"/>
                  </a:cubicBezTo>
                  <a:cubicBezTo>
                    <a:pt x="3" y="6"/>
                    <a:pt x="4" y="7"/>
                    <a:pt x="3" y="8"/>
                  </a:cubicBezTo>
                  <a:cubicBezTo>
                    <a:pt x="2" y="9"/>
                    <a:pt x="1" y="9"/>
                    <a:pt x="1" y="11"/>
                  </a:cubicBezTo>
                  <a:cubicBezTo>
                    <a:pt x="2" y="13"/>
                    <a:pt x="3" y="14"/>
                    <a:pt x="3" y="17"/>
                  </a:cubicBezTo>
                  <a:cubicBezTo>
                    <a:pt x="5" y="17"/>
                    <a:pt x="7" y="17"/>
                    <a:pt x="9" y="17"/>
                  </a:cubicBezTo>
                  <a:cubicBezTo>
                    <a:pt x="11" y="17"/>
                    <a:pt x="14" y="19"/>
                    <a:pt x="16" y="18"/>
                  </a:cubicBezTo>
                  <a:cubicBezTo>
                    <a:pt x="18" y="18"/>
                    <a:pt x="20" y="16"/>
                    <a:pt x="21" y="15"/>
                  </a:cubicBezTo>
                  <a:cubicBezTo>
                    <a:pt x="23" y="13"/>
                    <a:pt x="25" y="14"/>
                    <a:pt x="28" y="14"/>
                  </a:cubicBezTo>
                  <a:cubicBezTo>
                    <a:pt x="27" y="12"/>
                    <a:pt x="27" y="11"/>
                    <a:pt x="28" y="8"/>
                  </a:cubicBezTo>
                  <a:cubicBezTo>
                    <a:pt x="29" y="6"/>
                    <a:pt x="32" y="4"/>
                    <a:pt x="29" y="3"/>
                  </a:cubicBezTo>
                  <a:cubicBezTo>
                    <a:pt x="27" y="2"/>
                    <a:pt x="24" y="1"/>
                    <a:pt x="21" y="2"/>
                  </a:cubicBezTo>
                  <a:cubicBezTo>
                    <a:pt x="19" y="2"/>
                    <a:pt x="18" y="4"/>
                    <a:pt x="17"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21" name="Freeform 668">
              <a:extLst>
                <a:ext uri="{FF2B5EF4-FFF2-40B4-BE49-F238E27FC236}">
                  <a16:creationId xmlns:a16="http://schemas.microsoft.com/office/drawing/2014/main" id="{CDD8239B-A779-6136-8B71-541004723305}"/>
                </a:ext>
              </a:extLst>
            </p:cNvPr>
            <p:cNvSpPr>
              <a:spLocks/>
            </p:cNvSpPr>
            <p:nvPr/>
          </p:nvSpPr>
          <p:spPr bwMode="auto">
            <a:xfrm>
              <a:off x="12423124" y="6771334"/>
              <a:ext cx="168791" cy="140163"/>
            </a:xfrm>
            <a:custGeom>
              <a:avLst/>
              <a:gdLst>
                <a:gd name="T0" fmla="*/ 10 w 18"/>
                <a:gd name="T1" fmla="*/ 0 h 15"/>
                <a:gd name="T2" fmla="*/ 1 w 18"/>
                <a:gd name="T3" fmla="*/ 2 h 15"/>
                <a:gd name="T4" fmla="*/ 4 w 18"/>
                <a:gd name="T5" fmla="*/ 8 h 15"/>
                <a:gd name="T6" fmla="*/ 13 w 18"/>
                <a:gd name="T7" fmla="*/ 15 h 15"/>
                <a:gd name="T8" fmla="*/ 15 w 18"/>
                <a:gd name="T9" fmla="*/ 10 h 15"/>
                <a:gd name="T10" fmla="*/ 17 w 18"/>
                <a:gd name="T11" fmla="*/ 6 h 15"/>
                <a:gd name="T12" fmla="*/ 16 w 18"/>
                <a:gd name="T13" fmla="*/ 2 h 15"/>
                <a:gd name="T14" fmla="*/ 10 w 18"/>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5">
                  <a:moveTo>
                    <a:pt x="10" y="0"/>
                  </a:moveTo>
                  <a:cubicBezTo>
                    <a:pt x="8" y="0"/>
                    <a:pt x="0" y="0"/>
                    <a:pt x="1" y="2"/>
                  </a:cubicBezTo>
                  <a:cubicBezTo>
                    <a:pt x="1" y="3"/>
                    <a:pt x="3" y="7"/>
                    <a:pt x="4" y="8"/>
                  </a:cubicBezTo>
                  <a:cubicBezTo>
                    <a:pt x="6" y="11"/>
                    <a:pt x="10" y="13"/>
                    <a:pt x="13" y="15"/>
                  </a:cubicBezTo>
                  <a:cubicBezTo>
                    <a:pt x="13" y="13"/>
                    <a:pt x="13" y="11"/>
                    <a:pt x="15" y="10"/>
                  </a:cubicBezTo>
                  <a:cubicBezTo>
                    <a:pt x="17" y="9"/>
                    <a:pt x="18" y="8"/>
                    <a:pt x="17" y="6"/>
                  </a:cubicBezTo>
                  <a:cubicBezTo>
                    <a:pt x="17" y="4"/>
                    <a:pt x="17" y="3"/>
                    <a:pt x="16" y="2"/>
                  </a:cubicBezTo>
                  <a:cubicBezTo>
                    <a:pt x="14" y="1"/>
                    <a:pt x="12" y="0"/>
                    <a:pt x="10"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22" name="Freeform 669">
              <a:extLst>
                <a:ext uri="{FF2B5EF4-FFF2-40B4-BE49-F238E27FC236}">
                  <a16:creationId xmlns:a16="http://schemas.microsoft.com/office/drawing/2014/main" id="{8FE41B37-91A0-6DB8-6F48-C1EF8E868944}"/>
                </a:ext>
              </a:extLst>
            </p:cNvPr>
            <p:cNvSpPr>
              <a:spLocks/>
            </p:cNvSpPr>
            <p:nvPr/>
          </p:nvSpPr>
          <p:spPr bwMode="auto">
            <a:xfrm>
              <a:off x="12544142" y="6704437"/>
              <a:ext cx="207006" cy="251657"/>
            </a:xfrm>
            <a:custGeom>
              <a:avLst/>
              <a:gdLst>
                <a:gd name="T0" fmla="*/ 21 w 22"/>
                <a:gd name="T1" fmla="*/ 19 h 27"/>
                <a:gd name="T2" fmla="*/ 20 w 22"/>
                <a:gd name="T3" fmla="*/ 17 h 27"/>
                <a:gd name="T4" fmla="*/ 19 w 22"/>
                <a:gd name="T5" fmla="*/ 13 h 27"/>
                <a:gd name="T6" fmla="*/ 15 w 22"/>
                <a:gd name="T7" fmla="*/ 10 h 27"/>
                <a:gd name="T8" fmla="*/ 14 w 22"/>
                <a:gd name="T9" fmla="*/ 8 h 27"/>
                <a:gd name="T10" fmla="*/ 12 w 22"/>
                <a:gd name="T11" fmla="*/ 5 h 27"/>
                <a:gd name="T12" fmla="*/ 5 w 22"/>
                <a:gd name="T13" fmla="*/ 1 h 27"/>
                <a:gd name="T14" fmla="*/ 2 w 22"/>
                <a:gd name="T15" fmla="*/ 4 h 27"/>
                <a:gd name="T16" fmla="*/ 4 w 22"/>
                <a:gd name="T17" fmla="*/ 14 h 27"/>
                <a:gd name="T18" fmla="*/ 1 w 22"/>
                <a:gd name="T19" fmla="*/ 19 h 27"/>
                <a:gd name="T20" fmla="*/ 0 w 22"/>
                <a:gd name="T21" fmla="*/ 23 h 27"/>
                <a:gd name="T22" fmla="*/ 4 w 22"/>
                <a:gd name="T23" fmla="*/ 27 h 27"/>
                <a:gd name="T24" fmla="*/ 6 w 22"/>
                <a:gd name="T25" fmla="*/ 23 h 27"/>
                <a:gd name="T26" fmla="*/ 10 w 22"/>
                <a:gd name="T27" fmla="*/ 26 h 27"/>
                <a:gd name="T28" fmla="*/ 20 w 22"/>
                <a:gd name="T29" fmla="*/ 24 h 27"/>
                <a:gd name="T30" fmla="*/ 21 w 22"/>
                <a:gd name="T31" fmla="*/ 19 h 27"/>
                <a:gd name="T32" fmla="*/ 21 w 22"/>
                <a:gd name="T33"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27">
                  <a:moveTo>
                    <a:pt x="21" y="19"/>
                  </a:moveTo>
                  <a:cubicBezTo>
                    <a:pt x="22" y="18"/>
                    <a:pt x="21" y="18"/>
                    <a:pt x="20" y="17"/>
                  </a:cubicBezTo>
                  <a:cubicBezTo>
                    <a:pt x="19" y="16"/>
                    <a:pt x="19" y="15"/>
                    <a:pt x="19" y="13"/>
                  </a:cubicBezTo>
                  <a:cubicBezTo>
                    <a:pt x="21" y="10"/>
                    <a:pt x="18" y="10"/>
                    <a:pt x="15" y="10"/>
                  </a:cubicBezTo>
                  <a:cubicBezTo>
                    <a:pt x="14" y="10"/>
                    <a:pt x="14" y="9"/>
                    <a:pt x="14" y="8"/>
                  </a:cubicBezTo>
                  <a:cubicBezTo>
                    <a:pt x="13" y="6"/>
                    <a:pt x="12" y="7"/>
                    <a:pt x="12" y="5"/>
                  </a:cubicBezTo>
                  <a:cubicBezTo>
                    <a:pt x="11" y="2"/>
                    <a:pt x="9" y="0"/>
                    <a:pt x="5" y="1"/>
                  </a:cubicBezTo>
                  <a:cubicBezTo>
                    <a:pt x="2" y="2"/>
                    <a:pt x="2" y="2"/>
                    <a:pt x="2" y="4"/>
                  </a:cubicBezTo>
                  <a:cubicBezTo>
                    <a:pt x="3" y="7"/>
                    <a:pt x="4" y="10"/>
                    <a:pt x="4" y="14"/>
                  </a:cubicBezTo>
                  <a:cubicBezTo>
                    <a:pt x="5" y="17"/>
                    <a:pt x="2" y="16"/>
                    <a:pt x="1" y="19"/>
                  </a:cubicBezTo>
                  <a:cubicBezTo>
                    <a:pt x="0" y="20"/>
                    <a:pt x="0" y="22"/>
                    <a:pt x="0" y="23"/>
                  </a:cubicBezTo>
                  <a:cubicBezTo>
                    <a:pt x="0" y="25"/>
                    <a:pt x="3" y="26"/>
                    <a:pt x="4" y="27"/>
                  </a:cubicBezTo>
                  <a:cubicBezTo>
                    <a:pt x="4" y="26"/>
                    <a:pt x="4" y="23"/>
                    <a:pt x="6" y="23"/>
                  </a:cubicBezTo>
                  <a:cubicBezTo>
                    <a:pt x="8" y="23"/>
                    <a:pt x="9" y="24"/>
                    <a:pt x="10" y="26"/>
                  </a:cubicBezTo>
                  <a:cubicBezTo>
                    <a:pt x="11" y="26"/>
                    <a:pt x="18" y="24"/>
                    <a:pt x="20" y="24"/>
                  </a:cubicBezTo>
                  <a:cubicBezTo>
                    <a:pt x="18" y="22"/>
                    <a:pt x="20" y="21"/>
                    <a:pt x="21" y="19"/>
                  </a:cubicBezTo>
                  <a:cubicBezTo>
                    <a:pt x="22" y="18"/>
                    <a:pt x="20" y="20"/>
                    <a:pt x="21" y="1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23" name="Freeform 670">
              <a:extLst>
                <a:ext uri="{FF2B5EF4-FFF2-40B4-BE49-F238E27FC236}">
                  <a16:creationId xmlns:a16="http://schemas.microsoft.com/office/drawing/2014/main" id="{09E4F8CC-D606-4592-F011-09E48C1F7D06}"/>
                </a:ext>
              </a:extLst>
            </p:cNvPr>
            <p:cNvSpPr>
              <a:spLocks/>
            </p:cNvSpPr>
            <p:nvPr/>
          </p:nvSpPr>
          <p:spPr bwMode="auto">
            <a:xfrm>
              <a:off x="12432679" y="6554719"/>
              <a:ext cx="328029" cy="178393"/>
            </a:xfrm>
            <a:custGeom>
              <a:avLst/>
              <a:gdLst>
                <a:gd name="T0" fmla="*/ 30 w 35"/>
                <a:gd name="T1" fmla="*/ 3 h 19"/>
                <a:gd name="T2" fmla="*/ 24 w 35"/>
                <a:gd name="T3" fmla="*/ 1 h 19"/>
                <a:gd name="T4" fmla="*/ 19 w 35"/>
                <a:gd name="T5" fmla="*/ 4 h 19"/>
                <a:gd name="T6" fmla="*/ 15 w 35"/>
                <a:gd name="T7" fmla="*/ 4 h 19"/>
                <a:gd name="T8" fmla="*/ 13 w 35"/>
                <a:gd name="T9" fmla="*/ 6 h 19"/>
                <a:gd name="T10" fmla="*/ 5 w 35"/>
                <a:gd name="T11" fmla="*/ 4 h 19"/>
                <a:gd name="T12" fmla="*/ 5 w 35"/>
                <a:gd name="T13" fmla="*/ 7 h 19"/>
                <a:gd name="T14" fmla="*/ 3 w 35"/>
                <a:gd name="T15" fmla="*/ 8 h 19"/>
                <a:gd name="T16" fmla="*/ 3 w 35"/>
                <a:gd name="T17" fmla="*/ 15 h 19"/>
                <a:gd name="T18" fmla="*/ 11 w 35"/>
                <a:gd name="T19" fmla="*/ 19 h 19"/>
                <a:gd name="T20" fmla="*/ 21 w 35"/>
                <a:gd name="T21" fmla="*/ 17 h 19"/>
                <a:gd name="T22" fmla="*/ 25 w 35"/>
                <a:gd name="T23" fmla="*/ 15 h 19"/>
                <a:gd name="T24" fmla="*/ 29 w 35"/>
                <a:gd name="T25" fmla="*/ 9 h 19"/>
                <a:gd name="T26" fmla="*/ 33 w 35"/>
                <a:gd name="T27" fmla="*/ 6 h 19"/>
                <a:gd name="T28" fmla="*/ 30 w 35"/>
                <a:gd name="T29" fmla="*/ 3 h 19"/>
                <a:gd name="T30" fmla="*/ 30 w 35"/>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19">
                  <a:moveTo>
                    <a:pt x="30" y="3"/>
                  </a:moveTo>
                  <a:cubicBezTo>
                    <a:pt x="30" y="2"/>
                    <a:pt x="25" y="2"/>
                    <a:pt x="24" y="1"/>
                  </a:cubicBezTo>
                  <a:cubicBezTo>
                    <a:pt x="20" y="0"/>
                    <a:pt x="22" y="4"/>
                    <a:pt x="19" y="4"/>
                  </a:cubicBezTo>
                  <a:cubicBezTo>
                    <a:pt x="18" y="3"/>
                    <a:pt x="17" y="4"/>
                    <a:pt x="15" y="4"/>
                  </a:cubicBezTo>
                  <a:cubicBezTo>
                    <a:pt x="14" y="4"/>
                    <a:pt x="14" y="6"/>
                    <a:pt x="13" y="6"/>
                  </a:cubicBezTo>
                  <a:cubicBezTo>
                    <a:pt x="9" y="8"/>
                    <a:pt x="7" y="6"/>
                    <a:pt x="5" y="4"/>
                  </a:cubicBezTo>
                  <a:cubicBezTo>
                    <a:pt x="5" y="5"/>
                    <a:pt x="5" y="6"/>
                    <a:pt x="5" y="7"/>
                  </a:cubicBezTo>
                  <a:cubicBezTo>
                    <a:pt x="4" y="8"/>
                    <a:pt x="3" y="6"/>
                    <a:pt x="3" y="8"/>
                  </a:cubicBezTo>
                  <a:cubicBezTo>
                    <a:pt x="3" y="11"/>
                    <a:pt x="0" y="13"/>
                    <a:pt x="3" y="15"/>
                  </a:cubicBezTo>
                  <a:cubicBezTo>
                    <a:pt x="5" y="17"/>
                    <a:pt x="8" y="19"/>
                    <a:pt x="11" y="19"/>
                  </a:cubicBezTo>
                  <a:cubicBezTo>
                    <a:pt x="15" y="19"/>
                    <a:pt x="17" y="16"/>
                    <a:pt x="21" y="17"/>
                  </a:cubicBezTo>
                  <a:cubicBezTo>
                    <a:pt x="21" y="16"/>
                    <a:pt x="24" y="16"/>
                    <a:pt x="25" y="15"/>
                  </a:cubicBezTo>
                  <a:cubicBezTo>
                    <a:pt x="26" y="13"/>
                    <a:pt x="27" y="11"/>
                    <a:pt x="29" y="9"/>
                  </a:cubicBezTo>
                  <a:cubicBezTo>
                    <a:pt x="30" y="7"/>
                    <a:pt x="31" y="7"/>
                    <a:pt x="33" y="6"/>
                  </a:cubicBezTo>
                  <a:cubicBezTo>
                    <a:pt x="35" y="4"/>
                    <a:pt x="30" y="4"/>
                    <a:pt x="30" y="3"/>
                  </a:cubicBezTo>
                  <a:cubicBezTo>
                    <a:pt x="30" y="3"/>
                    <a:pt x="30" y="4"/>
                    <a:pt x="30"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24" name="Freeform 671">
              <a:extLst>
                <a:ext uri="{FF2B5EF4-FFF2-40B4-BE49-F238E27FC236}">
                  <a16:creationId xmlns:a16="http://schemas.microsoft.com/office/drawing/2014/main" id="{ABBC05C5-AC20-6FF2-B603-F8F7F85DD402}"/>
                </a:ext>
              </a:extLst>
            </p:cNvPr>
            <p:cNvSpPr>
              <a:spLocks/>
            </p:cNvSpPr>
            <p:nvPr/>
          </p:nvSpPr>
          <p:spPr bwMode="auto">
            <a:xfrm>
              <a:off x="12620574" y="6956097"/>
              <a:ext cx="289811" cy="299442"/>
            </a:xfrm>
            <a:custGeom>
              <a:avLst/>
              <a:gdLst>
                <a:gd name="T0" fmla="*/ 31 w 31"/>
                <a:gd name="T1" fmla="*/ 0 h 32"/>
                <a:gd name="T2" fmla="*/ 23 w 31"/>
                <a:gd name="T3" fmla="*/ 3 h 32"/>
                <a:gd name="T4" fmla="*/ 13 w 31"/>
                <a:gd name="T5" fmla="*/ 2 h 32"/>
                <a:gd name="T6" fmla="*/ 9 w 31"/>
                <a:gd name="T7" fmla="*/ 4 h 32"/>
                <a:gd name="T8" fmla="*/ 6 w 31"/>
                <a:gd name="T9" fmla="*/ 5 h 32"/>
                <a:gd name="T10" fmla="*/ 4 w 31"/>
                <a:gd name="T11" fmla="*/ 8 h 32"/>
                <a:gd name="T12" fmla="*/ 2 w 31"/>
                <a:gd name="T13" fmla="*/ 11 h 32"/>
                <a:gd name="T14" fmla="*/ 2 w 31"/>
                <a:gd name="T15" fmla="*/ 15 h 32"/>
                <a:gd name="T16" fmla="*/ 4 w 31"/>
                <a:gd name="T17" fmla="*/ 17 h 32"/>
                <a:gd name="T18" fmla="*/ 5 w 31"/>
                <a:gd name="T19" fmla="*/ 22 h 32"/>
                <a:gd name="T20" fmla="*/ 6 w 31"/>
                <a:gd name="T21" fmla="*/ 25 h 32"/>
                <a:gd name="T22" fmla="*/ 7 w 31"/>
                <a:gd name="T23" fmla="*/ 28 h 32"/>
                <a:gd name="T24" fmla="*/ 8 w 31"/>
                <a:gd name="T25" fmla="*/ 29 h 32"/>
                <a:gd name="T26" fmla="*/ 10 w 31"/>
                <a:gd name="T27" fmla="*/ 31 h 32"/>
                <a:gd name="T28" fmla="*/ 12 w 31"/>
                <a:gd name="T29" fmla="*/ 30 h 32"/>
                <a:gd name="T30" fmla="*/ 13 w 31"/>
                <a:gd name="T31" fmla="*/ 31 h 32"/>
                <a:gd name="T32" fmla="*/ 13 w 31"/>
                <a:gd name="T33" fmla="*/ 26 h 32"/>
                <a:gd name="T34" fmla="*/ 17 w 31"/>
                <a:gd name="T35" fmla="*/ 26 h 32"/>
                <a:gd name="T36" fmla="*/ 14 w 31"/>
                <a:gd name="T37" fmla="*/ 23 h 32"/>
                <a:gd name="T38" fmla="*/ 17 w 31"/>
                <a:gd name="T39" fmla="*/ 24 h 32"/>
                <a:gd name="T40" fmla="*/ 18 w 31"/>
                <a:gd name="T41" fmla="*/ 22 h 32"/>
                <a:gd name="T42" fmla="*/ 21 w 31"/>
                <a:gd name="T43" fmla="*/ 23 h 32"/>
                <a:gd name="T44" fmla="*/ 19 w 31"/>
                <a:gd name="T45" fmla="*/ 19 h 32"/>
                <a:gd name="T46" fmla="*/ 15 w 31"/>
                <a:gd name="T47" fmla="*/ 17 h 32"/>
                <a:gd name="T48" fmla="*/ 15 w 31"/>
                <a:gd name="T49" fmla="*/ 16 h 32"/>
                <a:gd name="T50" fmla="*/ 11 w 31"/>
                <a:gd name="T51" fmla="*/ 10 h 32"/>
                <a:gd name="T52" fmla="*/ 16 w 31"/>
                <a:gd name="T53" fmla="*/ 11 h 32"/>
                <a:gd name="T54" fmla="*/ 16 w 31"/>
                <a:gd name="T55" fmla="*/ 10 h 32"/>
                <a:gd name="T56" fmla="*/ 18 w 31"/>
                <a:gd name="T57" fmla="*/ 11 h 32"/>
                <a:gd name="T58" fmla="*/ 17 w 31"/>
                <a:gd name="T59" fmla="*/ 9 h 32"/>
                <a:gd name="T60" fmla="*/ 21 w 31"/>
                <a:gd name="T61" fmla="*/ 10 h 32"/>
                <a:gd name="T62" fmla="*/ 17 w 31"/>
                <a:gd name="T63" fmla="*/ 7 h 32"/>
                <a:gd name="T64" fmla="*/ 22 w 31"/>
                <a:gd name="T65" fmla="*/ 5 h 32"/>
                <a:gd name="T66" fmla="*/ 21 w 31"/>
                <a:gd name="T67" fmla="*/ 7 h 32"/>
                <a:gd name="T68" fmla="*/ 25 w 31"/>
                <a:gd name="T69" fmla="*/ 5 h 32"/>
                <a:gd name="T70" fmla="*/ 29 w 31"/>
                <a:gd name="T71" fmla="*/ 7 h 32"/>
                <a:gd name="T72" fmla="*/ 31 w 31"/>
                <a:gd name="T7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32">
                  <a:moveTo>
                    <a:pt x="31" y="0"/>
                  </a:moveTo>
                  <a:cubicBezTo>
                    <a:pt x="28" y="2"/>
                    <a:pt x="27" y="4"/>
                    <a:pt x="23" y="3"/>
                  </a:cubicBezTo>
                  <a:cubicBezTo>
                    <a:pt x="21" y="2"/>
                    <a:pt x="15" y="1"/>
                    <a:pt x="13" y="2"/>
                  </a:cubicBezTo>
                  <a:cubicBezTo>
                    <a:pt x="13" y="5"/>
                    <a:pt x="10" y="3"/>
                    <a:pt x="9" y="4"/>
                  </a:cubicBezTo>
                  <a:cubicBezTo>
                    <a:pt x="8" y="5"/>
                    <a:pt x="7" y="5"/>
                    <a:pt x="6" y="5"/>
                  </a:cubicBezTo>
                  <a:cubicBezTo>
                    <a:pt x="4" y="6"/>
                    <a:pt x="4" y="7"/>
                    <a:pt x="4" y="8"/>
                  </a:cubicBezTo>
                  <a:cubicBezTo>
                    <a:pt x="3" y="9"/>
                    <a:pt x="3" y="10"/>
                    <a:pt x="2" y="11"/>
                  </a:cubicBezTo>
                  <a:cubicBezTo>
                    <a:pt x="0" y="13"/>
                    <a:pt x="0" y="13"/>
                    <a:pt x="2" y="15"/>
                  </a:cubicBezTo>
                  <a:cubicBezTo>
                    <a:pt x="3" y="16"/>
                    <a:pt x="4" y="16"/>
                    <a:pt x="4" y="17"/>
                  </a:cubicBezTo>
                  <a:cubicBezTo>
                    <a:pt x="4" y="19"/>
                    <a:pt x="4" y="20"/>
                    <a:pt x="5" y="22"/>
                  </a:cubicBezTo>
                  <a:cubicBezTo>
                    <a:pt x="5" y="23"/>
                    <a:pt x="5" y="24"/>
                    <a:pt x="6" y="25"/>
                  </a:cubicBezTo>
                  <a:cubicBezTo>
                    <a:pt x="8" y="26"/>
                    <a:pt x="6" y="27"/>
                    <a:pt x="7" y="28"/>
                  </a:cubicBezTo>
                  <a:cubicBezTo>
                    <a:pt x="7" y="30"/>
                    <a:pt x="8" y="29"/>
                    <a:pt x="8" y="29"/>
                  </a:cubicBezTo>
                  <a:cubicBezTo>
                    <a:pt x="10" y="29"/>
                    <a:pt x="10" y="30"/>
                    <a:pt x="10" y="31"/>
                  </a:cubicBezTo>
                  <a:cubicBezTo>
                    <a:pt x="11" y="31"/>
                    <a:pt x="12" y="30"/>
                    <a:pt x="12" y="30"/>
                  </a:cubicBezTo>
                  <a:cubicBezTo>
                    <a:pt x="13" y="29"/>
                    <a:pt x="13" y="31"/>
                    <a:pt x="13" y="31"/>
                  </a:cubicBezTo>
                  <a:cubicBezTo>
                    <a:pt x="14" y="32"/>
                    <a:pt x="13" y="25"/>
                    <a:pt x="13" y="26"/>
                  </a:cubicBezTo>
                  <a:cubicBezTo>
                    <a:pt x="13" y="25"/>
                    <a:pt x="16" y="26"/>
                    <a:pt x="17" y="26"/>
                  </a:cubicBezTo>
                  <a:cubicBezTo>
                    <a:pt x="17" y="25"/>
                    <a:pt x="14" y="24"/>
                    <a:pt x="14" y="23"/>
                  </a:cubicBezTo>
                  <a:cubicBezTo>
                    <a:pt x="15" y="21"/>
                    <a:pt x="17" y="23"/>
                    <a:pt x="17" y="24"/>
                  </a:cubicBezTo>
                  <a:cubicBezTo>
                    <a:pt x="19" y="25"/>
                    <a:pt x="18" y="23"/>
                    <a:pt x="18" y="22"/>
                  </a:cubicBezTo>
                  <a:cubicBezTo>
                    <a:pt x="18" y="21"/>
                    <a:pt x="21" y="23"/>
                    <a:pt x="21" y="23"/>
                  </a:cubicBezTo>
                  <a:cubicBezTo>
                    <a:pt x="21" y="22"/>
                    <a:pt x="19" y="19"/>
                    <a:pt x="19" y="19"/>
                  </a:cubicBezTo>
                  <a:cubicBezTo>
                    <a:pt x="18" y="18"/>
                    <a:pt x="16" y="18"/>
                    <a:pt x="15" y="17"/>
                  </a:cubicBezTo>
                  <a:cubicBezTo>
                    <a:pt x="15" y="17"/>
                    <a:pt x="15" y="15"/>
                    <a:pt x="15" y="16"/>
                  </a:cubicBezTo>
                  <a:cubicBezTo>
                    <a:pt x="14" y="14"/>
                    <a:pt x="11" y="12"/>
                    <a:pt x="11" y="10"/>
                  </a:cubicBezTo>
                  <a:cubicBezTo>
                    <a:pt x="12" y="6"/>
                    <a:pt x="15" y="10"/>
                    <a:pt x="16" y="11"/>
                  </a:cubicBezTo>
                  <a:cubicBezTo>
                    <a:pt x="16" y="11"/>
                    <a:pt x="16" y="10"/>
                    <a:pt x="16" y="10"/>
                  </a:cubicBezTo>
                  <a:cubicBezTo>
                    <a:pt x="17" y="9"/>
                    <a:pt x="18" y="10"/>
                    <a:pt x="18" y="11"/>
                  </a:cubicBezTo>
                  <a:cubicBezTo>
                    <a:pt x="18" y="11"/>
                    <a:pt x="17" y="9"/>
                    <a:pt x="17" y="9"/>
                  </a:cubicBezTo>
                  <a:cubicBezTo>
                    <a:pt x="18" y="9"/>
                    <a:pt x="20" y="10"/>
                    <a:pt x="21" y="10"/>
                  </a:cubicBezTo>
                  <a:cubicBezTo>
                    <a:pt x="21" y="9"/>
                    <a:pt x="17" y="9"/>
                    <a:pt x="17" y="7"/>
                  </a:cubicBezTo>
                  <a:cubicBezTo>
                    <a:pt x="17" y="7"/>
                    <a:pt x="21" y="5"/>
                    <a:pt x="22" y="5"/>
                  </a:cubicBezTo>
                  <a:cubicBezTo>
                    <a:pt x="22" y="5"/>
                    <a:pt x="21" y="7"/>
                    <a:pt x="21" y="7"/>
                  </a:cubicBezTo>
                  <a:cubicBezTo>
                    <a:pt x="21" y="7"/>
                    <a:pt x="24" y="5"/>
                    <a:pt x="25" y="5"/>
                  </a:cubicBezTo>
                  <a:cubicBezTo>
                    <a:pt x="26" y="5"/>
                    <a:pt x="27" y="6"/>
                    <a:pt x="29" y="7"/>
                  </a:cubicBezTo>
                  <a:cubicBezTo>
                    <a:pt x="30" y="5"/>
                    <a:pt x="31" y="2"/>
                    <a:pt x="31"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25" name="Freeform 672">
              <a:extLst>
                <a:ext uri="{FF2B5EF4-FFF2-40B4-BE49-F238E27FC236}">
                  <a16:creationId xmlns:a16="http://schemas.microsoft.com/office/drawing/2014/main" id="{E63DC5F1-8CD6-D760-FD44-38F60928A9D3}"/>
                </a:ext>
              </a:extLst>
            </p:cNvPr>
            <p:cNvSpPr>
              <a:spLocks/>
            </p:cNvSpPr>
            <p:nvPr/>
          </p:nvSpPr>
          <p:spPr bwMode="auto">
            <a:xfrm>
              <a:off x="12881724" y="6940166"/>
              <a:ext cx="140127" cy="92380"/>
            </a:xfrm>
            <a:custGeom>
              <a:avLst/>
              <a:gdLst>
                <a:gd name="T0" fmla="*/ 15 w 15"/>
                <a:gd name="T1" fmla="*/ 6 h 10"/>
                <a:gd name="T2" fmla="*/ 10 w 15"/>
                <a:gd name="T3" fmla="*/ 1 h 10"/>
                <a:gd name="T4" fmla="*/ 2 w 15"/>
                <a:gd name="T5" fmla="*/ 5 h 10"/>
                <a:gd name="T6" fmla="*/ 1 w 15"/>
                <a:gd name="T7" fmla="*/ 9 h 10"/>
                <a:gd name="T8" fmla="*/ 6 w 15"/>
                <a:gd name="T9" fmla="*/ 9 h 10"/>
                <a:gd name="T10" fmla="*/ 11 w 15"/>
                <a:gd name="T11" fmla="*/ 7 h 10"/>
                <a:gd name="T12" fmla="*/ 15 w 15"/>
                <a:gd name="T13" fmla="*/ 6 h 10"/>
                <a:gd name="T14" fmla="*/ 15 w 15"/>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5" y="6"/>
                  </a:moveTo>
                  <a:cubicBezTo>
                    <a:pt x="13" y="4"/>
                    <a:pt x="10" y="4"/>
                    <a:pt x="10" y="1"/>
                  </a:cubicBezTo>
                  <a:cubicBezTo>
                    <a:pt x="5" y="0"/>
                    <a:pt x="4" y="0"/>
                    <a:pt x="2" y="5"/>
                  </a:cubicBezTo>
                  <a:cubicBezTo>
                    <a:pt x="2" y="6"/>
                    <a:pt x="0" y="9"/>
                    <a:pt x="1" y="9"/>
                  </a:cubicBezTo>
                  <a:cubicBezTo>
                    <a:pt x="3" y="10"/>
                    <a:pt x="5" y="10"/>
                    <a:pt x="6" y="9"/>
                  </a:cubicBezTo>
                  <a:cubicBezTo>
                    <a:pt x="8" y="8"/>
                    <a:pt x="9" y="7"/>
                    <a:pt x="11" y="7"/>
                  </a:cubicBezTo>
                  <a:cubicBezTo>
                    <a:pt x="11" y="7"/>
                    <a:pt x="15" y="7"/>
                    <a:pt x="15" y="6"/>
                  </a:cubicBezTo>
                  <a:cubicBezTo>
                    <a:pt x="14" y="6"/>
                    <a:pt x="15" y="7"/>
                    <a:pt x="15"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26" name="Freeform 673">
              <a:extLst>
                <a:ext uri="{FF2B5EF4-FFF2-40B4-BE49-F238E27FC236}">
                  <a16:creationId xmlns:a16="http://schemas.microsoft.com/office/drawing/2014/main" id="{65E61C99-05D1-9997-6B06-382FF49D71F7}"/>
                </a:ext>
              </a:extLst>
            </p:cNvPr>
            <p:cNvSpPr>
              <a:spLocks/>
            </p:cNvSpPr>
            <p:nvPr/>
          </p:nvSpPr>
          <p:spPr bwMode="auto">
            <a:xfrm>
              <a:off x="12582361" y="6911499"/>
              <a:ext cx="82803" cy="168837"/>
            </a:xfrm>
            <a:custGeom>
              <a:avLst/>
              <a:gdLst>
                <a:gd name="T0" fmla="*/ 6 w 9"/>
                <a:gd name="T1" fmla="*/ 16 h 18"/>
                <a:gd name="T2" fmla="*/ 7 w 9"/>
                <a:gd name="T3" fmla="*/ 11 h 18"/>
                <a:gd name="T4" fmla="*/ 6 w 9"/>
                <a:gd name="T5" fmla="*/ 6 h 18"/>
                <a:gd name="T6" fmla="*/ 7 w 9"/>
                <a:gd name="T7" fmla="*/ 4 h 18"/>
                <a:gd name="T8" fmla="*/ 3 w 9"/>
                <a:gd name="T9" fmla="*/ 1 h 18"/>
                <a:gd name="T10" fmla="*/ 0 w 9"/>
                <a:gd name="T11" fmla="*/ 9 h 18"/>
                <a:gd name="T12" fmla="*/ 4 w 9"/>
                <a:gd name="T13" fmla="*/ 18 h 18"/>
                <a:gd name="T14" fmla="*/ 6 w 9"/>
                <a:gd name="T15" fmla="*/ 16 h 18"/>
                <a:gd name="T16" fmla="*/ 6 w 9"/>
                <a:gd name="T17"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8">
                  <a:moveTo>
                    <a:pt x="6" y="16"/>
                  </a:moveTo>
                  <a:cubicBezTo>
                    <a:pt x="7" y="14"/>
                    <a:pt x="9" y="12"/>
                    <a:pt x="7" y="11"/>
                  </a:cubicBezTo>
                  <a:cubicBezTo>
                    <a:pt x="6" y="10"/>
                    <a:pt x="5" y="8"/>
                    <a:pt x="6" y="6"/>
                  </a:cubicBezTo>
                  <a:cubicBezTo>
                    <a:pt x="6" y="6"/>
                    <a:pt x="7" y="4"/>
                    <a:pt x="7" y="4"/>
                  </a:cubicBezTo>
                  <a:cubicBezTo>
                    <a:pt x="6" y="3"/>
                    <a:pt x="4" y="1"/>
                    <a:pt x="3" y="1"/>
                  </a:cubicBezTo>
                  <a:cubicBezTo>
                    <a:pt x="0" y="0"/>
                    <a:pt x="0" y="7"/>
                    <a:pt x="0" y="9"/>
                  </a:cubicBezTo>
                  <a:cubicBezTo>
                    <a:pt x="0" y="13"/>
                    <a:pt x="2" y="15"/>
                    <a:pt x="4" y="18"/>
                  </a:cubicBezTo>
                  <a:cubicBezTo>
                    <a:pt x="5" y="17"/>
                    <a:pt x="6" y="16"/>
                    <a:pt x="6" y="16"/>
                  </a:cubicBezTo>
                  <a:cubicBezTo>
                    <a:pt x="7" y="14"/>
                    <a:pt x="6" y="16"/>
                    <a:pt x="6" y="1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27" name="Freeform 674">
              <a:extLst>
                <a:ext uri="{FF2B5EF4-FFF2-40B4-BE49-F238E27FC236}">
                  <a16:creationId xmlns:a16="http://schemas.microsoft.com/office/drawing/2014/main" id="{81375955-BF83-0B08-AB70-4FF8C374A0C0}"/>
                </a:ext>
              </a:extLst>
            </p:cNvPr>
            <p:cNvSpPr>
              <a:spLocks/>
            </p:cNvSpPr>
            <p:nvPr/>
          </p:nvSpPr>
          <p:spPr bwMode="auto">
            <a:xfrm>
              <a:off x="12630129" y="6930613"/>
              <a:ext cx="121018" cy="82827"/>
            </a:xfrm>
            <a:custGeom>
              <a:avLst/>
              <a:gdLst>
                <a:gd name="T0" fmla="*/ 11 w 13"/>
                <a:gd name="T1" fmla="*/ 0 h 9"/>
                <a:gd name="T2" fmla="*/ 2 w 13"/>
                <a:gd name="T3" fmla="*/ 2 h 9"/>
                <a:gd name="T4" fmla="*/ 3 w 13"/>
                <a:gd name="T5" fmla="*/ 9 h 9"/>
                <a:gd name="T6" fmla="*/ 7 w 13"/>
                <a:gd name="T7" fmla="*/ 8 h 9"/>
                <a:gd name="T8" fmla="*/ 10 w 13"/>
                <a:gd name="T9" fmla="*/ 7 h 9"/>
                <a:gd name="T10" fmla="*/ 11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1" y="0"/>
                  </a:moveTo>
                  <a:cubicBezTo>
                    <a:pt x="9" y="0"/>
                    <a:pt x="2" y="0"/>
                    <a:pt x="2" y="2"/>
                  </a:cubicBezTo>
                  <a:cubicBezTo>
                    <a:pt x="0" y="4"/>
                    <a:pt x="0" y="8"/>
                    <a:pt x="3" y="9"/>
                  </a:cubicBezTo>
                  <a:cubicBezTo>
                    <a:pt x="4" y="8"/>
                    <a:pt x="6" y="9"/>
                    <a:pt x="7" y="8"/>
                  </a:cubicBezTo>
                  <a:cubicBezTo>
                    <a:pt x="8" y="8"/>
                    <a:pt x="9" y="6"/>
                    <a:pt x="10" y="7"/>
                  </a:cubicBezTo>
                  <a:cubicBezTo>
                    <a:pt x="13" y="9"/>
                    <a:pt x="11" y="1"/>
                    <a:pt x="11"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28" name="Freeform 675">
              <a:extLst>
                <a:ext uri="{FF2B5EF4-FFF2-40B4-BE49-F238E27FC236}">
                  <a16:creationId xmlns:a16="http://schemas.microsoft.com/office/drawing/2014/main" id="{7CE6043D-A70E-FDB8-23DD-7AE9877A99F0}"/>
                </a:ext>
              </a:extLst>
            </p:cNvPr>
            <p:cNvSpPr>
              <a:spLocks/>
            </p:cNvSpPr>
            <p:nvPr/>
          </p:nvSpPr>
          <p:spPr bwMode="auto">
            <a:xfrm>
              <a:off x="13655610" y="6984764"/>
              <a:ext cx="178346" cy="149721"/>
            </a:xfrm>
            <a:custGeom>
              <a:avLst/>
              <a:gdLst>
                <a:gd name="T0" fmla="*/ 19 w 19"/>
                <a:gd name="T1" fmla="*/ 14 h 16"/>
                <a:gd name="T2" fmla="*/ 17 w 19"/>
                <a:gd name="T3" fmla="*/ 10 h 16"/>
                <a:gd name="T4" fmla="*/ 16 w 19"/>
                <a:gd name="T5" fmla="*/ 7 h 16"/>
                <a:gd name="T6" fmla="*/ 14 w 19"/>
                <a:gd name="T7" fmla="*/ 3 h 16"/>
                <a:gd name="T8" fmla="*/ 12 w 19"/>
                <a:gd name="T9" fmla="*/ 0 h 16"/>
                <a:gd name="T10" fmla="*/ 6 w 19"/>
                <a:gd name="T11" fmla="*/ 6 h 16"/>
                <a:gd name="T12" fmla="*/ 9 w 19"/>
                <a:gd name="T13" fmla="*/ 9 h 16"/>
                <a:gd name="T14" fmla="*/ 12 w 19"/>
                <a:gd name="T15" fmla="*/ 11 h 16"/>
                <a:gd name="T16" fmla="*/ 16 w 19"/>
                <a:gd name="T17" fmla="*/ 13 h 16"/>
                <a:gd name="T18" fmla="*/ 19 w 19"/>
                <a:gd name="T19" fmla="*/ 14 h 16"/>
                <a:gd name="T20" fmla="*/ 19 w 19"/>
                <a:gd name="T2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19" y="14"/>
                  </a:moveTo>
                  <a:cubicBezTo>
                    <a:pt x="19" y="12"/>
                    <a:pt x="19" y="11"/>
                    <a:pt x="17" y="10"/>
                  </a:cubicBezTo>
                  <a:cubicBezTo>
                    <a:pt x="15" y="9"/>
                    <a:pt x="17" y="8"/>
                    <a:pt x="16" y="7"/>
                  </a:cubicBezTo>
                  <a:cubicBezTo>
                    <a:pt x="15" y="5"/>
                    <a:pt x="14" y="6"/>
                    <a:pt x="14" y="3"/>
                  </a:cubicBezTo>
                  <a:cubicBezTo>
                    <a:pt x="14" y="3"/>
                    <a:pt x="11" y="1"/>
                    <a:pt x="12" y="0"/>
                  </a:cubicBezTo>
                  <a:cubicBezTo>
                    <a:pt x="9" y="0"/>
                    <a:pt x="0" y="1"/>
                    <a:pt x="6" y="6"/>
                  </a:cubicBezTo>
                  <a:cubicBezTo>
                    <a:pt x="7" y="7"/>
                    <a:pt x="8" y="8"/>
                    <a:pt x="9" y="9"/>
                  </a:cubicBezTo>
                  <a:cubicBezTo>
                    <a:pt x="10" y="10"/>
                    <a:pt x="11" y="10"/>
                    <a:pt x="12" y="11"/>
                  </a:cubicBezTo>
                  <a:cubicBezTo>
                    <a:pt x="14" y="11"/>
                    <a:pt x="16" y="11"/>
                    <a:pt x="16" y="13"/>
                  </a:cubicBezTo>
                  <a:cubicBezTo>
                    <a:pt x="17" y="14"/>
                    <a:pt x="18" y="16"/>
                    <a:pt x="19" y="14"/>
                  </a:cubicBezTo>
                  <a:cubicBezTo>
                    <a:pt x="19" y="13"/>
                    <a:pt x="18" y="15"/>
                    <a:pt x="19" y="1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29" name="Freeform 676">
              <a:extLst>
                <a:ext uri="{FF2B5EF4-FFF2-40B4-BE49-F238E27FC236}">
                  <a16:creationId xmlns:a16="http://schemas.microsoft.com/office/drawing/2014/main" id="{191B1996-A471-25F4-EDA2-94E7C925227C}"/>
                </a:ext>
              </a:extLst>
            </p:cNvPr>
            <p:cNvSpPr>
              <a:spLocks/>
            </p:cNvSpPr>
            <p:nvPr/>
          </p:nvSpPr>
          <p:spPr bwMode="auto">
            <a:xfrm>
              <a:off x="13722489" y="7061218"/>
              <a:ext cx="923568" cy="783643"/>
            </a:xfrm>
            <a:custGeom>
              <a:avLst/>
              <a:gdLst>
                <a:gd name="T0" fmla="*/ 95 w 99"/>
                <a:gd name="T1" fmla="*/ 73 h 84"/>
                <a:gd name="T2" fmla="*/ 93 w 99"/>
                <a:gd name="T3" fmla="*/ 68 h 84"/>
                <a:gd name="T4" fmla="*/ 90 w 99"/>
                <a:gd name="T5" fmla="*/ 65 h 84"/>
                <a:gd name="T6" fmla="*/ 86 w 99"/>
                <a:gd name="T7" fmla="*/ 60 h 84"/>
                <a:gd name="T8" fmla="*/ 87 w 99"/>
                <a:gd name="T9" fmla="*/ 55 h 84"/>
                <a:gd name="T10" fmla="*/ 89 w 99"/>
                <a:gd name="T11" fmla="*/ 50 h 84"/>
                <a:gd name="T12" fmla="*/ 84 w 99"/>
                <a:gd name="T13" fmla="*/ 49 h 84"/>
                <a:gd name="T14" fmla="*/ 84 w 99"/>
                <a:gd name="T15" fmla="*/ 46 h 84"/>
                <a:gd name="T16" fmla="*/ 84 w 99"/>
                <a:gd name="T17" fmla="*/ 40 h 84"/>
                <a:gd name="T18" fmla="*/ 82 w 99"/>
                <a:gd name="T19" fmla="*/ 36 h 84"/>
                <a:gd name="T20" fmla="*/ 85 w 99"/>
                <a:gd name="T21" fmla="*/ 31 h 84"/>
                <a:gd name="T22" fmla="*/ 86 w 99"/>
                <a:gd name="T23" fmla="*/ 20 h 84"/>
                <a:gd name="T24" fmla="*/ 79 w 99"/>
                <a:gd name="T25" fmla="*/ 18 h 84"/>
                <a:gd name="T26" fmla="*/ 76 w 99"/>
                <a:gd name="T27" fmla="*/ 15 h 84"/>
                <a:gd name="T28" fmla="*/ 71 w 99"/>
                <a:gd name="T29" fmla="*/ 13 h 84"/>
                <a:gd name="T30" fmla="*/ 66 w 99"/>
                <a:gd name="T31" fmla="*/ 12 h 84"/>
                <a:gd name="T32" fmla="*/ 61 w 99"/>
                <a:gd name="T33" fmla="*/ 11 h 84"/>
                <a:gd name="T34" fmla="*/ 57 w 99"/>
                <a:gd name="T35" fmla="*/ 12 h 84"/>
                <a:gd name="T36" fmla="*/ 53 w 99"/>
                <a:gd name="T37" fmla="*/ 15 h 84"/>
                <a:gd name="T38" fmla="*/ 49 w 99"/>
                <a:gd name="T39" fmla="*/ 17 h 84"/>
                <a:gd name="T40" fmla="*/ 46 w 99"/>
                <a:gd name="T41" fmla="*/ 20 h 84"/>
                <a:gd name="T42" fmla="*/ 33 w 99"/>
                <a:gd name="T43" fmla="*/ 18 h 84"/>
                <a:gd name="T44" fmla="*/ 30 w 99"/>
                <a:gd name="T45" fmla="*/ 16 h 84"/>
                <a:gd name="T46" fmla="*/ 25 w 99"/>
                <a:gd name="T47" fmla="*/ 15 h 84"/>
                <a:gd name="T48" fmla="*/ 24 w 99"/>
                <a:gd name="T49" fmla="*/ 10 h 84"/>
                <a:gd name="T50" fmla="*/ 20 w 99"/>
                <a:gd name="T51" fmla="*/ 5 h 84"/>
                <a:gd name="T52" fmla="*/ 14 w 99"/>
                <a:gd name="T53" fmla="*/ 5 h 84"/>
                <a:gd name="T54" fmla="*/ 11 w 99"/>
                <a:gd name="T55" fmla="*/ 7 h 84"/>
                <a:gd name="T56" fmla="*/ 5 w 99"/>
                <a:gd name="T57" fmla="*/ 4 h 84"/>
                <a:gd name="T58" fmla="*/ 1 w 99"/>
                <a:gd name="T59" fmla="*/ 3 h 84"/>
                <a:gd name="T60" fmla="*/ 0 w 99"/>
                <a:gd name="T61" fmla="*/ 5 h 84"/>
                <a:gd name="T62" fmla="*/ 1 w 99"/>
                <a:gd name="T63" fmla="*/ 8 h 84"/>
                <a:gd name="T64" fmla="*/ 1 w 99"/>
                <a:gd name="T65" fmla="*/ 10 h 84"/>
                <a:gd name="T66" fmla="*/ 1 w 99"/>
                <a:gd name="T67" fmla="*/ 12 h 84"/>
                <a:gd name="T68" fmla="*/ 3 w 99"/>
                <a:gd name="T69" fmla="*/ 14 h 84"/>
                <a:gd name="T70" fmla="*/ 3 w 99"/>
                <a:gd name="T71" fmla="*/ 16 h 84"/>
                <a:gd name="T72" fmla="*/ 5 w 99"/>
                <a:gd name="T73" fmla="*/ 21 h 84"/>
                <a:gd name="T74" fmla="*/ 8 w 99"/>
                <a:gd name="T75" fmla="*/ 24 h 84"/>
                <a:gd name="T76" fmla="*/ 10 w 99"/>
                <a:gd name="T77" fmla="*/ 25 h 84"/>
                <a:gd name="T78" fmla="*/ 8 w 99"/>
                <a:gd name="T79" fmla="*/ 37 h 84"/>
                <a:gd name="T80" fmla="*/ 12 w 99"/>
                <a:gd name="T81" fmla="*/ 41 h 84"/>
                <a:gd name="T82" fmla="*/ 18 w 99"/>
                <a:gd name="T83" fmla="*/ 47 h 84"/>
                <a:gd name="T84" fmla="*/ 17 w 99"/>
                <a:gd name="T85" fmla="*/ 50 h 84"/>
                <a:gd name="T86" fmla="*/ 19 w 99"/>
                <a:gd name="T87" fmla="*/ 52 h 84"/>
                <a:gd name="T88" fmla="*/ 22 w 99"/>
                <a:gd name="T89" fmla="*/ 58 h 84"/>
                <a:gd name="T90" fmla="*/ 24 w 99"/>
                <a:gd name="T91" fmla="*/ 55 h 84"/>
                <a:gd name="T92" fmla="*/ 25 w 99"/>
                <a:gd name="T93" fmla="*/ 56 h 84"/>
                <a:gd name="T94" fmla="*/ 26 w 99"/>
                <a:gd name="T95" fmla="*/ 57 h 84"/>
                <a:gd name="T96" fmla="*/ 30 w 99"/>
                <a:gd name="T97" fmla="*/ 57 h 84"/>
                <a:gd name="T98" fmla="*/ 35 w 99"/>
                <a:gd name="T99" fmla="*/ 66 h 84"/>
                <a:gd name="T100" fmla="*/ 46 w 99"/>
                <a:gd name="T101" fmla="*/ 74 h 84"/>
                <a:gd name="T102" fmla="*/ 52 w 99"/>
                <a:gd name="T103" fmla="*/ 76 h 84"/>
                <a:gd name="T104" fmla="*/ 56 w 99"/>
                <a:gd name="T105" fmla="*/ 75 h 84"/>
                <a:gd name="T106" fmla="*/ 56 w 99"/>
                <a:gd name="T107" fmla="*/ 76 h 84"/>
                <a:gd name="T108" fmla="*/ 61 w 99"/>
                <a:gd name="T109" fmla="*/ 73 h 84"/>
                <a:gd name="T110" fmla="*/ 60 w 99"/>
                <a:gd name="T111" fmla="*/ 73 h 84"/>
                <a:gd name="T112" fmla="*/ 62 w 99"/>
                <a:gd name="T113" fmla="*/ 73 h 84"/>
                <a:gd name="T114" fmla="*/ 65 w 99"/>
                <a:gd name="T115" fmla="*/ 77 h 84"/>
                <a:gd name="T116" fmla="*/ 69 w 99"/>
                <a:gd name="T117" fmla="*/ 81 h 84"/>
                <a:gd name="T118" fmla="*/ 88 w 99"/>
                <a:gd name="T119" fmla="*/ 84 h 84"/>
                <a:gd name="T120" fmla="*/ 92 w 99"/>
                <a:gd name="T121" fmla="*/ 77 h 84"/>
                <a:gd name="T122" fmla="*/ 95 w 99"/>
                <a:gd name="T123" fmla="*/ 73 h 84"/>
                <a:gd name="T124" fmla="*/ 95 w 99"/>
                <a:gd name="T125" fmla="*/ 7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84">
                  <a:moveTo>
                    <a:pt x="95" y="73"/>
                  </a:moveTo>
                  <a:cubicBezTo>
                    <a:pt x="93" y="72"/>
                    <a:pt x="94" y="70"/>
                    <a:pt x="93" y="68"/>
                  </a:cubicBezTo>
                  <a:cubicBezTo>
                    <a:pt x="93" y="67"/>
                    <a:pt x="91" y="66"/>
                    <a:pt x="90" y="65"/>
                  </a:cubicBezTo>
                  <a:cubicBezTo>
                    <a:pt x="88" y="64"/>
                    <a:pt x="87" y="62"/>
                    <a:pt x="86" y="60"/>
                  </a:cubicBezTo>
                  <a:cubicBezTo>
                    <a:pt x="84" y="58"/>
                    <a:pt x="85" y="58"/>
                    <a:pt x="87" y="55"/>
                  </a:cubicBezTo>
                  <a:cubicBezTo>
                    <a:pt x="88" y="54"/>
                    <a:pt x="90" y="52"/>
                    <a:pt x="89" y="50"/>
                  </a:cubicBezTo>
                  <a:cubicBezTo>
                    <a:pt x="88" y="49"/>
                    <a:pt x="85" y="49"/>
                    <a:pt x="84" y="49"/>
                  </a:cubicBezTo>
                  <a:cubicBezTo>
                    <a:pt x="83" y="48"/>
                    <a:pt x="84" y="46"/>
                    <a:pt x="84" y="46"/>
                  </a:cubicBezTo>
                  <a:cubicBezTo>
                    <a:pt x="83" y="44"/>
                    <a:pt x="83" y="41"/>
                    <a:pt x="84" y="40"/>
                  </a:cubicBezTo>
                  <a:cubicBezTo>
                    <a:pt x="86" y="38"/>
                    <a:pt x="83" y="37"/>
                    <a:pt x="82" y="36"/>
                  </a:cubicBezTo>
                  <a:cubicBezTo>
                    <a:pt x="82" y="35"/>
                    <a:pt x="84" y="32"/>
                    <a:pt x="85" y="31"/>
                  </a:cubicBezTo>
                  <a:cubicBezTo>
                    <a:pt x="85" y="30"/>
                    <a:pt x="87" y="20"/>
                    <a:pt x="86" y="20"/>
                  </a:cubicBezTo>
                  <a:cubicBezTo>
                    <a:pt x="83" y="20"/>
                    <a:pt x="82" y="20"/>
                    <a:pt x="79" y="18"/>
                  </a:cubicBezTo>
                  <a:cubicBezTo>
                    <a:pt x="78" y="17"/>
                    <a:pt x="77" y="16"/>
                    <a:pt x="76" y="15"/>
                  </a:cubicBezTo>
                  <a:cubicBezTo>
                    <a:pt x="75" y="14"/>
                    <a:pt x="72" y="14"/>
                    <a:pt x="71" y="13"/>
                  </a:cubicBezTo>
                  <a:cubicBezTo>
                    <a:pt x="69" y="13"/>
                    <a:pt x="68" y="13"/>
                    <a:pt x="66" y="12"/>
                  </a:cubicBezTo>
                  <a:cubicBezTo>
                    <a:pt x="65" y="10"/>
                    <a:pt x="63" y="11"/>
                    <a:pt x="61" y="11"/>
                  </a:cubicBezTo>
                  <a:cubicBezTo>
                    <a:pt x="60" y="12"/>
                    <a:pt x="58" y="11"/>
                    <a:pt x="57" y="12"/>
                  </a:cubicBezTo>
                  <a:cubicBezTo>
                    <a:pt x="55" y="12"/>
                    <a:pt x="54" y="14"/>
                    <a:pt x="53" y="15"/>
                  </a:cubicBezTo>
                  <a:cubicBezTo>
                    <a:pt x="52" y="16"/>
                    <a:pt x="49" y="15"/>
                    <a:pt x="49" y="17"/>
                  </a:cubicBezTo>
                  <a:cubicBezTo>
                    <a:pt x="49" y="19"/>
                    <a:pt x="48" y="19"/>
                    <a:pt x="46" y="20"/>
                  </a:cubicBezTo>
                  <a:cubicBezTo>
                    <a:pt x="41" y="21"/>
                    <a:pt x="37" y="21"/>
                    <a:pt x="33" y="18"/>
                  </a:cubicBezTo>
                  <a:cubicBezTo>
                    <a:pt x="32" y="17"/>
                    <a:pt x="31" y="16"/>
                    <a:pt x="30" y="16"/>
                  </a:cubicBezTo>
                  <a:cubicBezTo>
                    <a:pt x="28" y="14"/>
                    <a:pt x="27" y="15"/>
                    <a:pt x="25" y="15"/>
                  </a:cubicBezTo>
                  <a:cubicBezTo>
                    <a:pt x="24" y="14"/>
                    <a:pt x="24" y="11"/>
                    <a:pt x="24" y="10"/>
                  </a:cubicBezTo>
                  <a:cubicBezTo>
                    <a:pt x="21" y="9"/>
                    <a:pt x="20" y="8"/>
                    <a:pt x="20" y="5"/>
                  </a:cubicBezTo>
                  <a:cubicBezTo>
                    <a:pt x="20" y="0"/>
                    <a:pt x="16" y="3"/>
                    <a:pt x="14" y="5"/>
                  </a:cubicBezTo>
                  <a:cubicBezTo>
                    <a:pt x="13" y="6"/>
                    <a:pt x="12" y="7"/>
                    <a:pt x="11" y="7"/>
                  </a:cubicBezTo>
                  <a:cubicBezTo>
                    <a:pt x="9" y="6"/>
                    <a:pt x="6" y="6"/>
                    <a:pt x="5" y="4"/>
                  </a:cubicBezTo>
                  <a:cubicBezTo>
                    <a:pt x="3" y="2"/>
                    <a:pt x="3" y="1"/>
                    <a:pt x="1" y="3"/>
                  </a:cubicBezTo>
                  <a:cubicBezTo>
                    <a:pt x="1" y="4"/>
                    <a:pt x="0" y="4"/>
                    <a:pt x="0" y="5"/>
                  </a:cubicBezTo>
                  <a:cubicBezTo>
                    <a:pt x="0" y="6"/>
                    <a:pt x="0" y="7"/>
                    <a:pt x="1" y="8"/>
                  </a:cubicBezTo>
                  <a:cubicBezTo>
                    <a:pt x="1" y="8"/>
                    <a:pt x="2" y="10"/>
                    <a:pt x="1" y="10"/>
                  </a:cubicBezTo>
                  <a:cubicBezTo>
                    <a:pt x="1" y="11"/>
                    <a:pt x="0" y="11"/>
                    <a:pt x="1" y="12"/>
                  </a:cubicBezTo>
                  <a:cubicBezTo>
                    <a:pt x="1" y="13"/>
                    <a:pt x="3" y="13"/>
                    <a:pt x="3" y="14"/>
                  </a:cubicBezTo>
                  <a:cubicBezTo>
                    <a:pt x="3" y="15"/>
                    <a:pt x="2" y="16"/>
                    <a:pt x="3" y="16"/>
                  </a:cubicBezTo>
                  <a:cubicBezTo>
                    <a:pt x="4" y="18"/>
                    <a:pt x="4" y="19"/>
                    <a:pt x="5" y="21"/>
                  </a:cubicBezTo>
                  <a:cubicBezTo>
                    <a:pt x="6" y="22"/>
                    <a:pt x="6" y="23"/>
                    <a:pt x="8" y="24"/>
                  </a:cubicBezTo>
                  <a:cubicBezTo>
                    <a:pt x="8" y="24"/>
                    <a:pt x="10" y="25"/>
                    <a:pt x="10" y="25"/>
                  </a:cubicBezTo>
                  <a:cubicBezTo>
                    <a:pt x="11" y="29"/>
                    <a:pt x="2" y="33"/>
                    <a:pt x="8" y="37"/>
                  </a:cubicBezTo>
                  <a:cubicBezTo>
                    <a:pt x="10" y="38"/>
                    <a:pt x="10" y="40"/>
                    <a:pt x="12" y="41"/>
                  </a:cubicBezTo>
                  <a:cubicBezTo>
                    <a:pt x="14" y="43"/>
                    <a:pt x="16" y="44"/>
                    <a:pt x="18" y="47"/>
                  </a:cubicBezTo>
                  <a:cubicBezTo>
                    <a:pt x="18" y="48"/>
                    <a:pt x="17" y="49"/>
                    <a:pt x="17" y="50"/>
                  </a:cubicBezTo>
                  <a:cubicBezTo>
                    <a:pt x="18" y="51"/>
                    <a:pt x="20" y="51"/>
                    <a:pt x="19" y="52"/>
                  </a:cubicBezTo>
                  <a:cubicBezTo>
                    <a:pt x="19" y="55"/>
                    <a:pt x="21" y="56"/>
                    <a:pt x="22" y="58"/>
                  </a:cubicBezTo>
                  <a:cubicBezTo>
                    <a:pt x="24" y="57"/>
                    <a:pt x="23" y="56"/>
                    <a:pt x="24" y="55"/>
                  </a:cubicBezTo>
                  <a:cubicBezTo>
                    <a:pt x="24" y="55"/>
                    <a:pt x="25" y="56"/>
                    <a:pt x="25" y="56"/>
                  </a:cubicBezTo>
                  <a:cubicBezTo>
                    <a:pt x="27" y="56"/>
                    <a:pt x="25" y="56"/>
                    <a:pt x="26" y="57"/>
                  </a:cubicBezTo>
                  <a:cubicBezTo>
                    <a:pt x="27" y="58"/>
                    <a:pt x="28" y="55"/>
                    <a:pt x="30" y="57"/>
                  </a:cubicBezTo>
                  <a:cubicBezTo>
                    <a:pt x="32" y="60"/>
                    <a:pt x="33" y="63"/>
                    <a:pt x="35" y="66"/>
                  </a:cubicBezTo>
                  <a:cubicBezTo>
                    <a:pt x="37" y="69"/>
                    <a:pt x="42" y="72"/>
                    <a:pt x="46" y="74"/>
                  </a:cubicBezTo>
                  <a:cubicBezTo>
                    <a:pt x="48" y="75"/>
                    <a:pt x="50" y="75"/>
                    <a:pt x="52" y="76"/>
                  </a:cubicBezTo>
                  <a:cubicBezTo>
                    <a:pt x="53" y="76"/>
                    <a:pt x="56" y="75"/>
                    <a:pt x="56" y="75"/>
                  </a:cubicBezTo>
                  <a:cubicBezTo>
                    <a:pt x="56" y="75"/>
                    <a:pt x="56" y="76"/>
                    <a:pt x="56" y="76"/>
                  </a:cubicBezTo>
                  <a:cubicBezTo>
                    <a:pt x="57" y="76"/>
                    <a:pt x="60" y="74"/>
                    <a:pt x="61" y="73"/>
                  </a:cubicBezTo>
                  <a:cubicBezTo>
                    <a:pt x="61" y="73"/>
                    <a:pt x="60" y="73"/>
                    <a:pt x="60" y="73"/>
                  </a:cubicBezTo>
                  <a:cubicBezTo>
                    <a:pt x="60" y="72"/>
                    <a:pt x="62" y="73"/>
                    <a:pt x="62" y="73"/>
                  </a:cubicBezTo>
                  <a:cubicBezTo>
                    <a:pt x="64" y="74"/>
                    <a:pt x="64" y="75"/>
                    <a:pt x="65" y="77"/>
                  </a:cubicBezTo>
                  <a:cubicBezTo>
                    <a:pt x="66" y="80"/>
                    <a:pt x="67" y="80"/>
                    <a:pt x="69" y="81"/>
                  </a:cubicBezTo>
                  <a:cubicBezTo>
                    <a:pt x="75" y="82"/>
                    <a:pt x="82" y="83"/>
                    <a:pt x="88" y="84"/>
                  </a:cubicBezTo>
                  <a:cubicBezTo>
                    <a:pt x="88" y="80"/>
                    <a:pt x="89" y="79"/>
                    <a:pt x="92" y="77"/>
                  </a:cubicBezTo>
                  <a:cubicBezTo>
                    <a:pt x="94" y="76"/>
                    <a:pt x="99" y="75"/>
                    <a:pt x="95" y="73"/>
                  </a:cubicBezTo>
                  <a:cubicBezTo>
                    <a:pt x="94" y="72"/>
                    <a:pt x="97" y="74"/>
                    <a:pt x="95" y="7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30" name="Freeform 677">
              <a:extLst>
                <a:ext uri="{FF2B5EF4-FFF2-40B4-BE49-F238E27FC236}">
                  <a16:creationId xmlns:a16="http://schemas.microsoft.com/office/drawing/2014/main" id="{5A5E924D-CE85-80AD-E57D-D0B2E48C1616}"/>
                </a:ext>
              </a:extLst>
            </p:cNvPr>
            <p:cNvSpPr>
              <a:spLocks/>
            </p:cNvSpPr>
            <p:nvPr/>
          </p:nvSpPr>
          <p:spPr bwMode="auto">
            <a:xfrm>
              <a:off x="13741597" y="7070776"/>
              <a:ext cx="73250" cy="54156"/>
            </a:xfrm>
            <a:custGeom>
              <a:avLst/>
              <a:gdLst>
                <a:gd name="T0" fmla="*/ 1 w 8"/>
                <a:gd name="T1" fmla="*/ 1 h 6"/>
                <a:gd name="T2" fmla="*/ 3 w 8"/>
                <a:gd name="T3" fmla="*/ 4 h 6"/>
                <a:gd name="T4" fmla="*/ 8 w 8"/>
                <a:gd name="T5" fmla="*/ 6 h 6"/>
                <a:gd name="T6" fmla="*/ 0 w 8"/>
                <a:gd name="T7" fmla="*/ 0 h 6"/>
                <a:gd name="T8" fmla="*/ 1 w 8"/>
                <a:gd name="T9" fmla="*/ 1 h 6"/>
                <a:gd name="T10" fmla="*/ 1 w 8"/>
                <a:gd name="T11" fmla="*/ 1 h 6"/>
              </a:gdLst>
              <a:ahLst/>
              <a:cxnLst>
                <a:cxn ang="0">
                  <a:pos x="T0" y="T1"/>
                </a:cxn>
                <a:cxn ang="0">
                  <a:pos x="T2" y="T3"/>
                </a:cxn>
                <a:cxn ang="0">
                  <a:pos x="T4" y="T5"/>
                </a:cxn>
                <a:cxn ang="0">
                  <a:pos x="T6" y="T7"/>
                </a:cxn>
                <a:cxn ang="0">
                  <a:pos x="T8" y="T9"/>
                </a:cxn>
                <a:cxn ang="0">
                  <a:pos x="T10" y="T11"/>
                </a:cxn>
              </a:cxnLst>
              <a:rect l="0" t="0" r="r" b="b"/>
              <a:pathLst>
                <a:path w="8" h="6">
                  <a:moveTo>
                    <a:pt x="1" y="1"/>
                  </a:moveTo>
                  <a:cubicBezTo>
                    <a:pt x="2" y="1"/>
                    <a:pt x="2" y="3"/>
                    <a:pt x="3" y="4"/>
                  </a:cubicBezTo>
                  <a:cubicBezTo>
                    <a:pt x="5" y="4"/>
                    <a:pt x="6" y="5"/>
                    <a:pt x="8" y="6"/>
                  </a:cubicBezTo>
                  <a:cubicBezTo>
                    <a:pt x="7" y="2"/>
                    <a:pt x="3" y="1"/>
                    <a:pt x="0" y="0"/>
                  </a:cubicBezTo>
                  <a:cubicBezTo>
                    <a:pt x="0" y="1"/>
                    <a:pt x="0" y="1"/>
                    <a:pt x="1" y="1"/>
                  </a:cubicBezTo>
                  <a:cubicBezTo>
                    <a:pt x="2" y="1"/>
                    <a:pt x="0" y="1"/>
                    <a:pt x="1"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31" name="Freeform 678">
              <a:extLst>
                <a:ext uri="{FF2B5EF4-FFF2-40B4-BE49-F238E27FC236}">
                  <a16:creationId xmlns:a16="http://schemas.microsoft.com/office/drawing/2014/main" id="{B5C6144B-C17E-CEFD-E6AE-05964640B463}"/>
                </a:ext>
              </a:extLst>
            </p:cNvPr>
            <p:cNvSpPr>
              <a:spLocks/>
            </p:cNvSpPr>
            <p:nvPr/>
          </p:nvSpPr>
          <p:spPr bwMode="auto">
            <a:xfrm>
              <a:off x="13525034" y="6844600"/>
              <a:ext cx="328029" cy="168837"/>
            </a:xfrm>
            <a:custGeom>
              <a:avLst/>
              <a:gdLst>
                <a:gd name="T0" fmla="*/ 26 w 35"/>
                <a:gd name="T1" fmla="*/ 15 h 18"/>
                <a:gd name="T2" fmla="*/ 30 w 35"/>
                <a:gd name="T3" fmla="*/ 17 h 18"/>
                <a:gd name="T4" fmla="*/ 34 w 35"/>
                <a:gd name="T5" fmla="*/ 17 h 18"/>
                <a:gd name="T6" fmla="*/ 33 w 35"/>
                <a:gd name="T7" fmla="*/ 12 h 18"/>
                <a:gd name="T8" fmla="*/ 30 w 35"/>
                <a:gd name="T9" fmla="*/ 10 h 18"/>
                <a:gd name="T10" fmla="*/ 27 w 35"/>
                <a:gd name="T11" fmla="*/ 7 h 18"/>
                <a:gd name="T12" fmla="*/ 19 w 35"/>
                <a:gd name="T13" fmla="*/ 6 h 18"/>
                <a:gd name="T14" fmla="*/ 9 w 35"/>
                <a:gd name="T15" fmla="*/ 4 h 18"/>
                <a:gd name="T16" fmla="*/ 0 w 35"/>
                <a:gd name="T17" fmla="*/ 2 h 18"/>
                <a:gd name="T18" fmla="*/ 8 w 35"/>
                <a:gd name="T19" fmla="*/ 14 h 18"/>
                <a:gd name="T20" fmla="*/ 18 w 35"/>
                <a:gd name="T21" fmla="*/ 18 h 18"/>
                <a:gd name="T22" fmla="*/ 26 w 35"/>
                <a:gd name="T23" fmla="*/ 15 h 18"/>
                <a:gd name="T24" fmla="*/ 26 w 35"/>
                <a:gd name="T25"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8">
                  <a:moveTo>
                    <a:pt x="26" y="15"/>
                  </a:moveTo>
                  <a:cubicBezTo>
                    <a:pt x="27" y="14"/>
                    <a:pt x="29" y="16"/>
                    <a:pt x="30" y="17"/>
                  </a:cubicBezTo>
                  <a:cubicBezTo>
                    <a:pt x="30" y="17"/>
                    <a:pt x="34" y="17"/>
                    <a:pt x="34" y="17"/>
                  </a:cubicBezTo>
                  <a:cubicBezTo>
                    <a:pt x="35" y="16"/>
                    <a:pt x="30" y="12"/>
                    <a:pt x="33" y="12"/>
                  </a:cubicBezTo>
                  <a:cubicBezTo>
                    <a:pt x="32" y="11"/>
                    <a:pt x="30" y="11"/>
                    <a:pt x="30" y="10"/>
                  </a:cubicBezTo>
                  <a:cubicBezTo>
                    <a:pt x="30" y="8"/>
                    <a:pt x="29" y="7"/>
                    <a:pt x="27" y="7"/>
                  </a:cubicBezTo>
                  <a:cubicBezTo>
                    <a:pt x="24" y="7"/>
                    <a:pt x="22" y="8"/>
                    <a:pt x="19" y="6"/>
                  </a:cubicBezTo>
                  <a:cubicBezTo>
                    <a:pt x="16" y="5"/>
                    <a:pt x="13" y="5"/>
                    <a:pt x="9" y="4"/>
                  </a:cubicBezTo>
                  <a:cubicBezTo>
                    <a:pt x="6" y="3"/>
                    <a:pt x="4" y="0"/>
                    <a:pt x="0" y="2"/>
                  </a:cubicBezTo>
                  <a:cubicBezTo>
                    <a:pt x="3" y="6"/>
                    <a:pt x="11" y="7"/>
                    <a:pt x="8" y="14"/>
                  </a:cubicBezTo>
                  <a:cubicBezTo>
                    <a:pt x="11" y="14"/>
                    <a:pt x="18" y="14"/>
                    <a:pt x="18" y="18"/>
                  </a:cubicBezTo>
                  <a:cubicBezTo>
                    <a:pt x="18" y="15"/>
                    <a:pt x="24" y="15"/>
                    <a:pt x="26" y="15"/>
                  </a:cubicBezTo>
                  <a:cubicBezTo>
                    <a:pt x="27" y="14"/>
                    <a:pt x="19" y="15"/>
                    <a:pt x="26" y="1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32" name="Freeform 679">
              <a:extLst>
                <a:ext uri="{FF2B5EF4-FFF2-40B4-BE49-F238E27FC236}">
                  <a16:creationId xmlns:a16="http://schemas.microsoft.com/office/drawing/2014/main" id="{33330253-D6B5-B5BB-8DB7-28D29591F39C}"/>
                </a:ext>
              </a:extLst>
            </p:cNvPr>
            <p:cNvSpPr>
              <a:spLocks/>
            </p:cNvSpPr>
            <p:nvPr/>
          </p:nvSpPr>
          <p:spPr bwMode="auto">
            <a:xfrm>
              <a:off x="13751153" y="6956097"/>
              <a:ext cx="251592" cy="197506"/>
            </a:xfrm>
            <a:custGeom>
              <a:avLst/>
              <a:gdLst>
                <a:gd name="T0" fmla="*/ 8 w 27"/>
                <a:gd name="T1" fmla="*/ 2 h 21"/>
                <a:gd name="T2" fmla="*/ 10 w 27"/>
                <a:gd name="T3" fmla="*/ 5 h 21"/>
                <a:gd name="T4" fmla="*/ 7 w 27"/>
                <a:gd name="T5" fmla="*/ 5 h 21"/>
                <a:gd name="T6" fmla="*/ 4 w 27"/>
                <a:gd name="T7" fmla="*/ 3 h 21"/>
                <a:gd name="T8" fmla="*/ 4 w 27"/>
                <a:gd name="T9" fmla="*/ 7 h 21"/>
                <a:gd name="T10" fmla="*/ 6 w 27"/>
                <a:gd name="T11" fmla="*/ 11 h 21"/>
                <a:gd name="T12" fmla="*/ 8 w 27"/>
                <a:gd name="T13" fmla="*/ 14 h 21"/>
                <a:gd name="T14" fmla="*/ 9 w 27"/>
                <a:gd name="T15" fmla="*/ 17 h 21"/>
                <a:gd name="T16" fmla="*/ 16 w 27"/>
                <a:gd name="T17" fmla="*/ 13 h 21"/>
                <a:gd name="T18" fmla="*/ 17 w 27"/>
                <a:gd name="T19" fmla="*/ 16 h 21"/>
                <a:gd name="T20" fmla="*/ 21 w 27"/>
                <a:gd name="T21" fmla="*/ 21 h 21"/>
                <a:gd name="T22" fmla="*/ 21 w 27"/>
                <a:gd name="T23" fmla="*/ 18 h 21"/>
                <a:gd name="T24" fmla="*/ 23 w 27"/>
                <a:gd name="T25" fmla="*/ 16 h 21"/>
                <a:gd name="T26" fmla="*/ 25 w 27"/>
                <a:gd name="T27" fmla="*/ 11 h 21"/>
                <a:gd name="T28" fmla="*/ 19 w 27"/>
                <a:gd name="T29" fmla="*/ 1 h 21"/>
                <a:gd name="T30" fmla="*/ 12 w 27"/>
                <a:gd name="T31" fmla="*/ 2 h 21"/>
                <a:gd name="T32" fmla="*/ 9 w 27"/>
                <a:gd name="T33" fmla="*/ 0 h 21"/>
                <a:gd name="T34" fmla="*/ 8 w 27"/>
                <a:gd name="T35" fmla="*/ 2 h 21"/>
                <a:gd name="T36" fmla="*/ 8 w 27"/>
                <a:gd name="T3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1">
                  <a:moveTo>
                    <a:pt x="8" y="2"/>
                  </a:moveTo>
                  <a:cubicBezTo>
                    <a:pt x="8" y="2"/>
                    <a:pt x="11" y="4"/>
                    <a:pt x="10" y="5"/>
                  </a:cubicBezTo>
                  <a:cubicBezTo>
                    <a:pt x="10" y="5"/>
                    <a:pt x="7" y="5"/>
                    <a:pt x="7" y="5"/>
                  </a:cubicBezTo>
                  <a:cubicBezTo>
                    <a:pt x="5" y="5"/>
                    <a:pt x="5" y="3"/>
                    <a:pt x="4" y="3"/>
                  </a:cubicBezTo>
                  <a:cubicBezTo>
                    <a:pt x="0" y="2"/>
                    <a:pt x="4" y="6"/>
                    <a:pt x="4" y="7"/>
                  </a:cubicBezTo>
                  <a:cubicBezTo>
                    <a:pt x="4" y="10"/>
                    <a:pt x="7" y="8"/>
                    <a:pt x="6" y="11"/>
                  </a:cubicBezTo>
                  <a:cubicBezTo>
                    <a:pt x="5" y="13"/>
                    <a:pt x="7" y="13"/>
                    <a:pt x="8" y="14"/>
                  </a:cubicBezTo>
                  <a:cubicBezTo>
                    <a:pt x="9" y="14"/>
                    <a:pt x="9" y="16"/>
                    <a:pt x="9" y="17"/>
                  </a:cubicBezTo>
                  <a:cubicBezTo>
                    <a:pt x="10" y="16"/>
                    <a:pt x="14" y="14"/>
                    <a:pt x="16" y="13"/>
                  </a:cubicBezTo>
                  <a:cubicBezTo>
                    <a:pt x="17" y="13"/>
                    <a:pt x="17" y="15"/>
                    <a:pt x="17" y="16"/>
                  </a:cubicBezTo>
                  <a:cubicBezTo>
                    <a:pt x="17" y="19"/>
                    <a:pt x="18" y="20"/>
                    <a:pt x="21" y="21"/>
                  </a:cubicBezTo>
                  <a:cubicBezTo>
                    <a:pt x="21" y="20"/>
                    <a:pt x="21" y="18"/>
                    <a:pt x="21" y="18"/>
                  </a:cubicBezTo>
                  <a:cubicBezTo>
                    <a:pt x="22" y="17"/>
                    <a:pt x="23" y="17"/>
                    <a:pt x="23" y="16"/>
                  </a:cubicBezTo>
                  <a:cubicBezTo>
                    <a:pt x="24" y="14"/>
                    <a:pt x="24" y="12"/>
                    <a:pt x="25" y="11"/>
                  </a:cubicBezTo>
                  <a:cubicBezTo>
                    <a:pt x="27" y="8"/>
                    <a:pt x="21" y="2"/>
                    <a:pt x="19" y="1"/>
                  </a:cubicBezTo>
                  <a:cubicBezTo>
                    <a:pt x="17" y="4"/>
                    <a:pt x="15" y="4"/>
                    <a:pt x="12" y="2"/>
                  </a:cubicBezTo>
                  <a:cubicBezTo>
                    <a:pt x="12" y="1"/>
                    <a:pt x="10" y="0"/>
                    <a:pt x="9" y="0"/>
                  </a:cubicBezTo>
                  <a:cubicBezTo>
                    <a:pt x="8" y="0"/>
                    <a:pt x="8" y="1"/>
                    <a:pt x="8" y="2"/>
                  </a:cubicBezTo>
                  <a:cubicBezTo>
                    <a:pt x="9" y="3"/>
                    <a:pt x="7" y="0"/>
                    <a:pt x="8"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33" name="Freeform 680">
              <a:extLst>
                <a:ext uri="{FF2B5EF4-FFF2-40B4-BE49-F238E27FC236}">
                  <a16:creationId xmlns:a16="http://schemas.microsoft.com/office/drawing/2014/main" id="{CF62BC2F-5298-FA7E-3112-C684FA01A944}"/>
                </a:ext>
              </a:extLst>
            </p:cNvPr>
            <p:cNvSpPr>
              <a:spLocks/>
            </p:cNvSpPr>
            <p:nvPr/>
          </p:nvSpPr>
          <p:spPr bwMode="auto">
            <a:xfrm>
              <a:off x="13833954" y="7574093"/>
              <a:ext cx="82803" cy="95566"/>
            </a:xfrm>
            <a:custGeom>
              <a:avLst/>
              <a:gdLst>
                <a:gd name="T0" fmla="*/ 3 w 9"/>
                <a:gd name="T1" fmla="*/ 2 h 10"/>
                <a:gd name="T2" fmla="*/ 0 w 9"/>
                <a:gd name="T3" fmla="*/ 7 h 10"/>
                <a:gd name="T4" fmla="*/ 4 w 9"/>
                <a:gd name="T5" fmla="*/ 8 h 10"/>
                <a:gd name="T6" fmla="*/ 9 w 9"/>
                <a:gd name="T7" fmla="*/ 10 h 10"/>
                <a:gd name="T8" fmla="*/ 7 w 9"/>
                <a:gd name="T9" fmla="*/ 5 h 10"/>
                <a:gd name="T10" fmla="*/ 8 w 9"/>
                <a:gd name="T11" fmla="*/ 3 h 10"/>
                <a:gd name="T12" fmla="*/ 3 w 9"/>
                <a:gd name="T13" fmla="*/ 2 h 10"/>
                <a:gd name="T14" fmla="*/ 3 w 9"/>
                <a:gd name="T15" fmla="*/ 2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3" y="2"/>
                  </a:moveTo>
                  <a:cubicBezTo>
                    <a:pt x="1" y="3"/>
                    <a:pt x="0" y="5"/>
                    <a:pt x="0" y="7"/>
                  </a:cubicBezTo>
                  <a:cubicBezTo>
                    <a:pt x="1" y="7"/>
                    <a:pt x="4" y="7"/>
                    <a:pt x="4" y="8"/>
                  </a:cubicBezTo>
                  <a:cubicBezTo>
                    <a:pt x="6" y="10"/>
                    <a:pt x="7" y="10"/>
                    <a:pt x="9" y="10"/>
                  </a:cubicBezTo>
                  <a:cubicBezTo>
                    <a:pt x="9" y="10"/>
                    <a:pt x="7" y="5"/>
                    <a:pt x="7" y="5"/>
                  </a:cubicBezTo>
                  <a:cubicBezTo>
                    <a:pt x="8" y="5"/>
                    <a:pt x="9" y="5"/>
                    <a:pt x="8" y="3"/>
                  </a:cubicBezTo>
                  <a:cubicBezTo>
                    <a:pt x="6" y="2"/>
                    <a:pt x="5" y="0"/>
                    <a:pt x="3" y="2"/>
                  </a:cubicBezTo>
                  <a:cubicBezTo>
                    <a:pt x="1" y="4"/>
                    <a:pt x="4" y="1"/>
                    <a:pt x="3"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34" name="Freeform 681">
              <a:extLst>
                <a:ext uri="{FF2B5EF4-FFF2-40B4-BE49-F238E27FC236}">
                  <a16:creationId xmlns:a16="http://schemas.microsoft.com/office/drawing/2014/main" id="{6A21C321-328F-6391-C521-68B81BC4D4AC}"/>
                </a:ext>
              </a:extLst>
            </p:cNvPr>
            <p:cNvSpPr>
              <a:spLocks/>
            </p:cNvSpPr>
            <p:nvPr/>
          </p:nvSpPr>
          <p:spPr bwMode="auto">
            <a:xfrm>
              <a:off x="13311662" y="7220495"/>
              <a:ext cx="324842" cy="251657"/>
            </a:xfrm>
            <a:custGeom>
              <a:avLst/>
              <a:gdLst>
                <a:gd name="T0" fmla="*/ 29 w 35"/>
                <a:gd name="T1" fmla="*/ 10 h 27"/>
                <a:gd name="T2" fmla="*/ 30 w 35"/>
                <a:gd name="T3" fmla="*/ 7 h 27"/>
                <a:gd name="T4" fmla="*/ 29 w 35"/>
                <a:gd name="T5" fmla="*/ 5 h 27"/>
                <a:gd name="T6" fmla="*/ 35 w 35"/>
                <a:gd name="T7" fmla="*/ 0 h 27"/>
                <a:gd name="T8" fmla="*/ 25 w 35"/>
                <a:gd name="T9" fmla="*/ 1 h 27"/>
                <a:gd name="T10" fmla="*/ 19 w 35"/>
                <a:gd name="T11" fmla="*/ 2 h 27"/>
                <a:gd name="T12" fmla="*/ 13 w 35"/>
                <a:gd name="T13" fmla="*/ 2 h 27"/>
                <a:gd name="T14" fmla="*/ 8 w 35"/>
                <a:gd name="T15" fmla="*/ 2 h 27"/>
                <a:gd name="T16" fmla="*/ 7 w 35"/>
                <a:gd name="T17" fmla="*/ 4 h 27"/>
                <a:gd name="T18" fmla="*/ 6 w 35"/>
                <a:gd name="T19" fmla="*/ 6 h 27"/>
                <a:gd name="T20" fmla="*/ 3 w 35"/>
                <a:gd name="T21" fmla="*/ 6 h 27"/>
                <a:gd name="T22" fmla="*/ 3 w 35"/>
                <a:gd name="T23" fmla="*/ 10 h 27"/>
                <a:gd name="T24" fmla="*/ 4 w 35"/>
                <a:gd name="T25" fmla="*/ 14 h 27"/>
                <a:gd name="T26" fmla="*/ 2 w 35"/>
                <a:gd name="T27" fmla="*/ 22 h 27"/>
                <a:gd name="T28" fmla="*/ 7 w 35"/>
                <a:gd name="T29" fmla="*/ 27 h 27"/>
                <a:gd name="T30" fmla="*/ 13 w 35"/>
                <a:gd name="T31" fmla="*/ 24 h 27"/>
                <a:gd name="T32" fmla="*/ 22 w 35"/>
                <a:gd name="T33" fmla="*/ 19 h 27"/>
                <a:gd name="T34" fmla="*/ 28 w 35"/>
                <a:gd name="T35" fmla="*/ 15 h 27"/>
                <a:gd name="T36" fmla="*/ 29 w 35"/>
                <a:gd name="T37" fmla="*/ 10 h 27"/>
                <a:gd name="T38" fmla="*/ 29 w 35"/>
                <a:gd name="T39"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27">
                  <a:moveTo>
                    <a:pt x="29" y="10"/>
                  </a:moveTo>
                  <a:cubicBezTo>
                    <a:pt x="30" y="9"/>
                    <a:pt x="31" y="8"/>
                    <a:pt x="30" y="7"/>
                  </a:cubicBezTo>
                  <a:cubicBezTo>
                    <a:pt x="29" y="6"/>
                    <a:pt x="28" y="6"/>
                    <a:pt x="29" y="5"/>
                  </a:cubicBezTo>
                  <a:cubicBezTo>
                    <a:pt x="31" y="3"/>
                    <a:pt x="35" y="3"/>
                    <a:pt x="35" y="0"/>
                  </a:cubicBezTo>
                  <a:cubicBezTo>
                    <a:pt x="32" y="0"/>
                    <a:pt x="28" y="0"/>
                    <a:pt x="25" y="1"/>
                  </a:cubicBezTo>
                  <a:cubicBezTo>
                    <a:pt x="23" y="1"/>
                    <a:pt x="21" y="2"/>
                    <a:pt x="19" y="2"/>
                  </a:cubicBezTo>
                  <a:cubicBezTo>
                    <a:pt x="16" y="2"/>
                    <a:pt x="15" y="1"/>
                    <a:pt x="13" y="2"/>
                  </a:cubicBezTo>
                  <a:cubicBezTo>
                    <a:pt x="11" y="3"/>
                    <a:pt x="10" y="3"/>
                    <a:pt x="8" y="2"/>
                  </a:cubicBezTo>
                  <a:cubicBezTo>
                    <a:pt x="6" y="0"/>
                    <a:pt x="7" y="4"/>
                    <a:pt x="7" y="4"/>
                  </a:cubicBezTo>
                  <a:cubicBezTo>
                    <a:pt x="6" y="5"/>
                    <a:pt x="6" y="6"/>
                    <a:pt x="6" y="6"/>
                  </a:cubicBezTo>
                  <a:cubicBezTo>
                    <a:pt x="5" y="8"/>
                    <a:pt x="4" y="6"/>
                    <a:pt x="3" y="6"/>
                  </a:cubicBezTo>
                  <a:cubicBezTo>
                    <a:pt x="2" y="7"/>
                    <a:pt x="3" y="9"/>
                    <a:pt x="3" y="10"/>
                  </a:cubicBezTo>
                  <a:cubicBezTo>
                    <a:pt x="3" y="11"/>
                    <a:pt x="2" y="13"/>
                    <a:pt x="4" y="14"/>
                  </a:cubicBezTo>
                  <a:cubicBezTo>
                    <a:pt x="9" y="17"/>
                    <a:pt x="5" y="19"/>
                    <a:pt x="2" y="22"/>
                  </a:cubicBezTo>
                  <a:cubicBezTo>
                    <a:pt x="0" y="24"/>
                    <a:pt x="5" y="27"/>
                    <a:pt x="7" y="27"/>
                  </a:cubicBezTo>
                  <a:cubicBezTo>
                    <a:pt x="9" y="27"/>
                    <a:pt x="11" y="25"/>
                    <a:pt x="13" y="24"/>
                  </a:cubicBezTo>
                  <a:cubicBezTo>
                    <a:pt x="16" y="22"/>
                    <a:pt x="19" y="21"/>
                    <a:pt x="22" y="19"/>
                  </a:cubicBezTo>
                  <a:cubicBezTo>
                    <a:pt x="24" y="18"/>
                    <a:pt x="26" y="17"/>
                    <a:pt x="28" y="15"/>
                  </a:cubicBezTo>
                  <a:cubicBezTo>
                    <a:pt x="29" y="13"/>
                    <a:pt x="28" y="11"/>
                    <a:pt x="29" y="10"/>
                  </a:cubicBezTo>
                  <a:cubicBezTo>
                    <a:pt x="30" y="8"/>
                    <a:pt x="29" y="11"/>
                    <a:pt x="29"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35" name="Freeform 682">
              <a:extLst>
                <a:ext uri="{FF2B5EF4-FFF2-40B4-BE49-F238E27FC236}">
                  <a16:creationId xmlns:a16="http://schemas.microsoft.com/office/drawing/2014/main" id="{67274020-4357-5080-123F-0B6B9870F28A}"/>
                </a:ext>
              </a:extLst>
            </p:cNvPr>
            <p:cNvSpPr>
              <a:spLocks/>
            </p:cNvSpPr>
            <p:nvPr/>
          </p:nvSpPr>
          <p:spPr bwMode="auto">
            <a:xfrm>
              <a:off x="13461341" y="7201383"/>
              <a:ext cx="464969" cy="439605"/>
            </a:xfrm>
            <a:custGeom>
              <a:avLst/>
              <a:gdLst>
                <a:gd name="T0" fmla="*/ 47 w 50"/>
                <a:gd name="T1" fmla="*/ 36 h 47"/>
                <a:gd name="T2" fmla="*/ 45 w 50"/>
                <a:gd name="T3" fmla="*/ 34 h 47"/>
                <a:gd name="T4" fmla="*/ 46 w 50"/>
                <a:gd name="T5" fmla="*/ 32 h 47"/>
                <a:gd name="T6" fmla="*/ 41 w 50"/>
                <a:gd name="T7" fmla="*/ 27 h 47"/>
                <a:gd name="T8" fmla="*/ 38 w 50"/>
                <a:gd name="T9" fmla="*/ 25 h 47"/>
                <a:gd name="T10" fmla="*/ 35 w 50"/>
                <a:gd name="T11" fmla="*/ 18 h 47"/>
                <a:gd name="T12" fmla="*/ 38 w 50"/>
                <a:gd name="T13" fmla="*/ 10 h 47"/>
                <a:gd name="T14" fmla="*/ 34 w 50"/>
                <a:gd name="T15" fmla="*/ 6 h 47"/>
                <a:gd name="T16" fmla="*/ 32 w 50"/>
                <a:gd name="T17" fmla="*/ 2 h 47"/>
                <a:gd name="T18" fmla="*/ 30 w 50"/>
                <a:gd name="T19" fmla="*/ 3 h 47"/>
                <a:gd name="T20" fmla="*/ 28 w 50"/>
                <a:gd name="T21" fmla="*/ 1 h 47"/>
                <a:gd name="T22" fmla="*/ 25 w 50"/>
                <a:gd name="T23" fmla="*/ 2 h 47"/>
                <a:gd name="T24" fmla="*/ 20 w 50"/>
                <a:gd name="T25" fmla="*/ 1 h 47"/>
                <a:gd name="T26" fmla="*/ 18 w 50"/>
                <a:gd name="T27" fmla="*/ 4 h 47"/>
                <a:gd name="T28" fmla="*/ 13 w 50"/>
                <a:gd name="T29" fmla="*/ 7 h 47"/>
                <a:gd name="T30" fmla="*/ 14 w 50"/>
                <a:gd name="T31" fmla="*/ 10 h 47"/>
                <a:gd name="T32" fmla="*/ 13 w 50"/>
                <a:gd name="T33" fmla="*/ 13 h 47"/>
                <a:gd name="T34" fmla="*/ 9 w 50"/>
                <a:gd name="T35" fmla="*/ 19 h 47"/>
                <a:gd name="T36" fmla="*/ 1 w 50"/>
                <a:gd name="T37" fmla="*/ 25 h 47"/>
                <a:gd name="T38" fmla="*/ 3 w 50"/>
                <a:gd name="T39" fmla="*/ 30 h 47"/>
                <a:gd name="T40" fmla="*/ 9 w 50"/>
                <a:gd name="T41" fmla="*/ 31 h 47"/>
                <a:gd name="T42" fmla="*/ 18 w 50"/>
                <a:gd name="T43" fmla="*/ 36 h 47"/>
                <a:gd name="T44" fmla="*/ 29 w 50"/>
                <a:gd name="T45" fmla="*/ 45 h 47"/>
                <a:gd name="T46" fmla="*/ 38 w 50"/>
                <a:gd name="T47" fmla="*/ 47 h 47"/>
                <a:gd name="T48" fmla="*/ 43 w 50"/>
                <a:gd name="T49" fmla="*/ 42 h 47"/>
                <a:gd name="T50" fmla="*/ 50 w 50"/>
                <a:gd name="T51" fmla="*/ 43 h 47"/>
                <a:gd name="T52" fmla="*/ 47 w 50"/>
                <a:gd name="T53" fmla="*/ 39 h 47"/>
                <a:gd name="T54" fmla="*/ 47 w 50"/>
                <a:gd name="T55" fmla="*/ 36 h 47"/>
                <a:gd name="T56" fmla="*/ 47 w 50"/>
                <a:gd name="T57"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47">
                  <a:moveTo>
                    <a:pt x="47" y="36"/>
                  </a:moveTo>
                  <a:cubicBezTo>
                    <a:pt x="47" y="36"/>
                    <a:pt x="45" y="35"/>
                    <a:pt x="45" y="34"/>
                  </a:cubicBezTo>
                  <a:cubicBezTo>
                    <a:pt x="45" y="33"/>
                    <a:pt x="46" y="33"/>
                    <a:pt x="46" y="32"/>
                  </a:cubicBezTo>
                  <a:cubicBezTo>
                    <a:pt x="45" y="30"/>
                    <a:pt x="43" y="29"/>
                    <a:pt x="41" y="27"/>
                  </a:cubicBezTo>
                  <a:cubicBezTo>
                    <a:pt x="40" y="27"/>
                    <a:pt x="38" y="26"/>
                    <a:pt x="38" y="25"/>
                  </a:cubicBezTo>
                  <a:cubicBezTo>
                    <a:pt x="37" y="23"/>
                    <a:pt x="35" y="21"/>
                    <a:pt x="35" y="18"/>
                  </a:cubicBezTo>
                  <a:cubicBezTo>
                    <a:pt x="34" y="16"/>
                    <a:pt x="40" y="12"/>
                    <a:pt x="38" y="10"/>
                  </a:cubicBezTo>
                  <a:cubicBezTo>
                    <a:pt x="36" y="9"/>
                    <a:pt x="35" y="8"/>
                    <a:pt x="34" y="6"/>
                  </a:cubicBezTo>
                  <a:cubicBezTo>
                    <a:pt x="33" y="5"/>
                    <a:pt x="33" y="3"/>
                    <a:pt x="32" y="2"/>
                  </a:cubicBezTo>
                  <a:cubicBezTo>
                    <a:pt x="31" y="2"/>
                    <a:pt x="31" y="3"/>
                    <a:pt x="30" y="3"/>
                  </a:cubicBezTo>
                  <a:cubicBezTo>
                    <a:pt x="28" y="3"/>
                    <a:pt x="29" y="1"/>
                    <a:pt x="28" y="1"/>
                  </a:cubicBezTo>
                  <a:cubicBezTo>
                    <a:pt x="27" y="1"/>
                    <a:pt x="25" y="2"/>
                    <a:pt x="25" y="2"/>
                  </a:cubicBezTo>
                  <a:cubicBezTo>
                    <a:pt x="23" y="0"/>
                    <a:pt x="22" y="1"/>
                    <a:pt x="20" y="1"/>
                  </a:cubicBezTo>
                  <a:cubicBezTo>
                    <a:pt x="18" y="2"/>
                    <a:pt x="19" y="3"/>
                    <a:pt x="18" y="4"/>
                  </a:cubicBezTo>
                  <a:cubicBezTo>
                    <a:pt x="16" y="5"/>
                    <a:pt x="14" y="5"/>
                    <a:pt x="13" y="7"/>
                  </a:cubicBezTo>
                  <a:cubicBezTo>
                    <a:pt x="12" y="9"/>
                    <a:pt x="14" y="8"/>
                    <a:pt x="14" y="10"/>
                  </a:cubicBezTo>
                  <a:cubicBezTo>
                    <a:pt x="14" y="11"/>
                    <a:pt x="13" y="11"/>
                    <a:pt x="13" y="13"/>
                  </a:cubicBezTo>
                  <a:cubicBezTo>
                    <a:pt x="13" y="16"/>
                    <a:pt x="12" y="17"/>
                    <a:pt x="9" y="19"/>
                  </a:cubicBezTo>
                  <a:cubicBezTo>
                    <a:pt x="7" y="20"/>
                    <a:pt x="0" y="23"/>
                    <a:pt x="1" y="25"/>
                  </a:cubicBezTo>
                  <a:cubicBezTo>
                    <a:pt x="2" y="26"/>
                    <a:pt x="2" y="29"/>
                    <a:pt x="3" y="30"/>
                  </a:cubicBezTo>
                  <a:cubicBezTo>
                    <a:pt x="4" y="31"/>
                    <a:pt x="8" y="31"/>
                    <a:pt x="9" y="31"/>
                  </a:cubicBezTo>
                  <a:cubicBezTo>
                    <a:pt x="12" y="32"/>
                    <a:pt x="15" y="34"/>
                    <a:pt x="18" y="36"/>
                  </a:cubicBezTo>
                  <a:cubicBezTo>
                    <a:pt x="22" y="39"/>
                    <a:pt x="25" y="42"/>
                    <a:pt x="29" y="45"/>
                  </a:cubicBezTo>
                  <a:cubicBezTo>
                    <a:pt x="32" y="47"/>
                    <a:pt x="35" y="47"/>
                    <a:pt x="38" y="47"/>
                  </a:cubicBezTo>
                  <a:cubicBezTo>
                    <a:pt x="41" y="47"/>
                    <a:pt x="41" y="44"/>
                    <a:pt x="43" y="42"/>
                  </a:cubicBezTo>
                  <a:cubicBezTo>
                    <a:pt x="45" y="40"/>
                    <a:pt x="49" y="44"/>
                    <a:pt x="50" y="43"/>
                  </a:cubicBezTo>
                  <a:cubicBezTo>
                    <a:pt x="49" y="42"/>
                    <a:pt x="48" y="41"/>
                    <a:pt x="47" y="39"/>
                  </a:cubicBezTo>
                  <a:cubicBezTo>
                    <a:pt x="47" y="38"/>
                    <a:pt x="48" y="37"/>
                    <a:pt x="47" y="36"/>
                  </a:cubicBezTo>
                  <a:cubicBezTo>
                    <a:pt x="46" y="35"/>
                    <a:pt x="48" y="37"/>
                    <a:pt x="47" y="3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36" name="Freeform 683">
              <a:extLst>
                <a:ext uri="{FF2B5EF4-FFF2-40B4-BE49-F238E27FC236}">
                  <a16:creationId xmlns:a16="http://schemas.microsoft.com/office/drawing/2014/main" id="{F10720B9-99CA-CC15-EDEE-D2A14C9E459B}"/>
                </a:ext>
              </a:extLst>
            </p:cNvPr>
            <p:cNvSpPr>
              <a:spLocks/>
            </p:cNvSpPr>
            <p:nvPr/>
          </p:nvSpPr>
          <p:spPr bwMode="auto">
            <a:xfrm>
              <a:off x="12872168" y="6946541"/>
              <a:ext cx="885351" cy="337667"/>
            </a:xfrm>
            <a:custGeom>
              <a:avLst/>
              <a:gdLst>
                <a:gd name="T0" fmla="*/ 52 w 95"/>
                <a:gd name="T1" fmla="*/ 36 h 36"/>
                <a:gd name="T2" fmla="*/ 54 w 95"/>
                <a:gd name="T3" fmla="*/ 33 h 36"/>
                <a:gd name="T4" fmla="*/ 55 w 95"/>
                <a:gd name="T5" fmla="*/ 31 h 36"/>
                <a:gd name="T6" fmla="*/ 60 w 95"/>
                <a:gd name="T7" fmla="*/ 31 h 36"/>
                <a:gd name="T8" fmla="*/ 64 w 95"/>
                <a:gd name="T9" fmla="*/ 31 h 36"/>
                <a:gd name="T10" fmla="*/ 75 w 95"/>
                <a:gd name="T11" fmla="*/ 29 h 36"/>
                <a:gd name="T12" fmla="*/ 85 w 95"/>
                <a:gd name="T13" fmla="*/ 28 h 36"/>
                <a:gd name="T14" fmla="*/ 90 w 95"/>
                <a:gd name="T15" fmla="*/ 28 h 36"/>
                <a:gd name="T16" fmla="*/ 92 w 95"/>
                <a:gd name="T17" fmla="*/ 30 h 36"/>
                <a:gd name="T18" fmla="*/ 94 w 95"/>
                <a:gd name="T19" fmla="*/ 28 h 36"/>
                <a:gd name="T20" fmla="*/ 92 w 95"/>
                <a:gd name="T21" fmla="*/ 24 h 36"/>
                <a:gd name="T22" fmla="*/ 92 w 95"/>
                <a:gd name="T23" fmla="*/ 22 h 36"/>
                <a:gd name="T24" fmla="*/ 91 w 95"/>
                <a:gd name="T25" fmla="*/ 17 h 36"/>
                <a:gd name="T26" fmla="*/ 93 w 95"/>
                <a:gd name="T27" fmla="*/ 14 h 36"/>
                <a:gd name="T28" fmla="*/ 89 w 95"/>
                <a:gd name="T29" fmla="*/ 8 h 36"/>
                <a:gd name="T30" fmla="*/ 83 w 95"/>
                <a:gd name="T31" fmla="*/ 3 h 36"/>
                <a:gd name="T32" fmla="*/ 80 w 95"/>
                <a:gd name="T33" fmla="*/ 3 h 36"/>
                <a:gd name="T34" fmla="*/ 78 w 95"/>
                <a:gd name="T35" fmla="*/ 3 h 36"/>
                <a:gd name="T36" fmla="*/ 73 w 95"/>
                <a:gd name="T37" fmla="*/ 6 h 36"/>
                <a:gd name="T38" fmla="*/ 63 w 95"/>
                <a:gd name="T39" fmla="*/ 6 h 36"/>
                <a:gd name="T40" fmla="*/ 58 w 95"/>
                <a:gd name="T41" fmla="*/ 6 h 36"/>
                <a:gd name="T42" fmla="*/ 54 w 95"/>
                <a:gd name="T43" fmla="*/ 4 h 36"/>
                <a:gd name="T44" fmla="*/ 50 w 95"/>
                <a:gd name="T45" fmla="*/ 2 h 36"/>
                <a:gd name="T46" fmla="*/ 46 w 95"/>
                <a:gd name="T47" fmla="*/ 0 h 36"/>
                <a:gd name="T48" fmla="*/ 37 w 95"/>
                <a:gd name="T49" fmla="*/ 0 h 36"/>
                <a:gd name="T50" fmla="*/ 29 w 95"/>
                <a:gd name="T51" fmla="*/ 4 h 36"/>
                <a:gd name="T52" fmla="*/ 18 w 95"/>
                <a:gd name="T53" fmla="*/ 5 h 36"/>
                <a:gd name="T54" fmla="*/ 16 w 95"/>
                <a:gd name="T55" fmla="*/ 6 h 36"/>
                <a:gd name="T56" fmla="*/ 18 w 95"/>
                <a:gd name="T57" fmla="*/ 7 h 36"/>
                <a:gd name="T58" fmla="*/ 15 w 95"/>
                <a:gd name="T59" fmla="*/ 8 h 36"/>
                <a:gd name="T60" fmla="*/ 13 w 95"/>
                <a:gd name="T61" fmla="*/ 9 h 36"/>
                <a:gd name="T62" fmla="*/ 4 w 95"/>
                <a:gd name="T63" fmla="*/ 9 h 36"/>
                <a:gd name="T64" fmla="*/ 3 w 95"/>
                <a:gd name="T65" fmla="*/ 11 h 36"/>
                <a:gd name="T66" fmla="*/ 3 w 95"/>
                <a:gd name="T67" fmla="*/ 15 h 36"/>
                <a:gd name="T68" fmla="*/ 5 w 95"/>
                <a:gd name="T69" fmla="*/ 14 h 36"/>
                <a:gd name="T70" fmla="*/ 3 w 95"/>
                <a:gd name="T71" fmla="*/ 17 h 36"/>
                <a:gd name="T72" fmla="*/ 5 w 95"/>
                <a:gd name="T73" fmla="*/ 17 h 36"/>
                <a:gd name="T74" fmla="*/ 5 w 95"/>
                <a:gd name="T75" fmla="*/ 19 h 36"/>
                <a:gd name="T76" fmla="*/ 3 w 95"/>
                <a:gd name="T77" fmla="*/ 20 h 36"/>
                <a:gd name="T78" fmla="*/ 4 w 95"/>
                <a:gd name="T79" fmla="*/ 22 h 36"/>
                <a:gd name="T80" fmla="*/ 4 w 95"/>
                <a:gd name="T81" fmla="*/ 25 h 36"/>
                <a:gd name="T82" fmla="*/ 8 w 95"/>
                <a:gd name="T83" fmla="*/ 27 h 36"/>
                <a:gd name="T84" fmla="*/ 7 w 95"/>
                <a:gd name="T85" fmla="*/ 30 h 36"/>
                <a:gd name="T86" fmla="*/ 10 w 95"/>
                <a:gd name="T87" fmla="*/ 30 h 36"/>
                <a:gd name="T88" fmla="*/ 8 w 95"/>
                <a:gd name="T89" fmla="*/ 31 h 36"/>
                <a:gd name="T90" fmla="*/ 10 w 95"/>
                <a:gd name="T91" fmla="*/ 31 h 36"/>
                <a:gd name="T92" fmla="*/ 9 w 95"/>
                <a:gd name="T93" fmla="*/ 34 h 36"/>
                <a:gd name="T94" fmla="*/ 11 w 95"/>
                <a:gd name="T95" fmla="*/ 35 h 36"/>
                <a:gd name="T96" fmla="*/ 12 w 95"/>
                <a:gd name="T97" fmla="*/ 31 h 36"/>
                <a:gd name="T98" fmla="*/ 16 w 95"/>
                <a:gd name="T99" fmla="*/ 32 h 36"/>
                <a:gd name="T100" fmla="*/ 22 w 95"/>
                <a:gd name="T101" fmla="*/ 33 h 36"/>
                <a:gd name="T102" fmla="*/ 27 w 95"/>
                <a:gd name="T103" fmla="*/ 31 h 36"/>
                <a:gd name="T104" fmla="*/ 35 w 95"/>
                <a:gd name="T105" fmla="*/ 35 h 36"/>
                <a:gd name="T106" fmla="*/ 42 w 95"/>
                <a:gd name="T107" fmla="*/ 32 h 36"/>
                <a:gd name="T108" fmla="*/ 44 w 95"/>
                <a:gd name="T109" fmla="*/ 30 h 36"/>
                <a:gd name="T110" fmla="*/ 48 w 95"/>
                <a:gd name="T111" fmla="*/ 31 h 36"/>
                <a:gd name="T112" fmla="*/ 50 w 95"/>
                <a:gd name="T113" fmla="*/ 33 h 36"/>
                <a:gd name="T114" fmla="*/ 50 w 95"/>
                <a:gd name="T115" fmla="*/ 35 h 36"/>
                <a:gd name="T116" fmla="*/ 52 w 95"/>
                <a:gd name="T117" fmla="*/ 36 h 36"/>
                <a:gd name="T118" fmla="*/ 52 w 95"/>
                <a:gd name="T1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36">
                  <a:moveTo>
                    <a:pt x="52" y="36"/>
                  </a:moveTo>
                  <a:cubicBezTo>
                    <a:pt x="53" y="35"/>
                    <a:pt x="54" y="33"/>
                    <a:pt x="54" y="33"/>
                  </a:cubicBezTo>
                  <a:cubicBezTo>
                    <a:pt x="53" y="31"/>
                    <a:pt x="54" y="30"/>
                    <a:pt x="55" y="31"/>
                  </a:cubicBezTo>
                  <a:cubicBezTo>
                    <a:pt x="57" y="32"/>
                    <a:pt x="58" y="31"/>
                    <a:pt x="60" y="31"/>
                  </a:cubicBezTo>
                  <a:cubicBezTo>
                    <a:pt x="62" y="30"/>
                    <a:pt x="62" y="30"/>
                    <a:pt x="64" y="31"/>
                  </a:cubicBezTo>
                  <a:cubicBezTo>
                    <a:pt x="68" y="31"/>
                    <a:pt x="71" y="29"/>
                    <a:pt x="75" y="29"/>
                  </a:cubicBezTo>
                  <a:cubicBezTo>
                    <a:pt x="78" y="29"/>
                    <a:pt x="82" y="29"/>
                    <a:pt x="85" y="28"/>
                  </a:cubicBezTo>
                  <a:cubicBezTo>
                    <a:pt x="87" y="27"/>
                    <a:pt x="87" y="29"/>
                    <a:pt x="90" y="28"/>
                  </a:cubicBezTo>
                  <a:cubicBezTo>
                    <a:pt x="92" y="27"/>
                    <a:pt x="91" y="29"/>
                    <a:pt x="92" y="30"/>
                  </a:cubicBezTo>
                  <a:cubicBezTo>
                    <a:pt x="93" y="31"/>
                    <a:pt x="95" y="29"/>
                    <a:pt x="94" y="28"/>
                  </a:cubicBezTo>
                  <a:cubicBezTo>
                    <a:pt x="93" y="27"/>
                    <a:pt x="95" y="25"/>
                    <a:pt x="92" y="24"/>
                  </a:cubicBezTo>
                  <a:cubicBezTo>
                    <a:pt x="91" y="23"/>
                    <a:pt x="93" y="23"/>
                    <a:pt x="92" y="22"/>
                  </a:cubicBezTo>
                  <a:cubicBezTo>
                    <a:pt x="92" y="20"/>
                    <a:pt x="91" y="19"/>
                    <a:pt x="91" y="17"/>
                  </a:cubicBezTo>
                  <a:cubicBezTo>
                    <a:pt x="91" y="16"/>
                    <a:pt x="93" y="14"/>
                    <a:pt x="93" y="14"/>
                  </a:cubicBezTo>
                  <a:cubicBezTo>
                    <a:pt x="92" y="12"/>
                    <a:pt x="90" y="11"/>
                    <a:pt x="89" y="8"/>
                  </a:cubicBezTo>
                  <a:cubicBezTo>
                    <a:pt x="87" y="5"/>
                    <a:pt x="87" y="4"/>
                    <a:pt x="83" y="3"/>
                  </a:cubicBezTo>
                  <a:cubicBezTo>
                    <a:pt x="82" y="3"/>
                    <a:pt x="81" y="3"/>
                    <a:pt x="80" y="3"/>
                  </a:cubicBezTo>
                  <a:cubicBezTo>
                    <a:pt x="78" y="2"/>
                    <a:pt x="79" y="3"/>
                    <a:pt x="78" y="3"/>
                  </a:cubicBezTo>
                  <a:cubicBezTo>
                    <a:pt x="76" y="5"/>
                    <a:pt x="74" y="5"/>
                    <a:pt x="73" y="6"/>
                  </a:cubicBezTo>
                  <a:cubicBezTo>
                    <a:pt x="70" y="7"/>
                    <a:pt x="66" y="6"/>
                    <a:pt x="63" y="6"/>
                  </a:cubicBezTo>
                  <a:cubicBezTo>
                    <a:pt x="61" y="6"/>
                    <a:pt x="59" y="6"/>
                    <a:pt x="58" y="6"/>
                  </a:cubicBezTo>
                  <a:cubicBezTo>
                    <a:pt x="56" y="5"/>
                    <a:pt x="56" y="4"/>
                    <a:pt x="54" y="4"/>
                  </a:cubicBezTo>
                  <a:cubicBezTo>
                    <a:pt x="52" y="4"/>
                    <a:pt x="51" y="3"/>
                    <a:pt x="50" y="2"/>
                  </a:cubicBezTo>
                  <a:cubicBezTo>
                    <a:pt x="49" y="2"/>
                    <a:pt x="45" y="0"/>
                    <a:pt x="46" y="0"/>
                  </a:cubicBezTo>
                  <a:cubicBezTo>
                    <a:pt x="44" y="1"/>
                    <a:pt x="39" y="0"/>
                    <a:pt x="37" y="0"/>
                  </a:cubicBezTo>
                  <a:cubicBezTo>
                    <a:pt x="34" y="0"/>
                    <a:pt x="31" y="3"/>
                    <a:pt x="29" y="4"/>
                  </a:cubicBezTo>
                  <a:cubicBezTo>
                    <a:pt x="26" y="6"/>
                    <a:pt x="21" y="4"/>
                    <a:pt x="18" y="5"/>
                  </a:cubicBezTo>
                  <a:cubicBezTo>
                    <a:pt x="17" y="5"/>
                    <a:pt x="16" y="5"/>
                    <a:pt x="16" y="6"/>
                  </a:cubicBezTo>
                  <a:cubicBezTo>
                    <a:pt x="16" y="6"/>
                    <a:pt x="18" y="6"/>
                    <a:pt x="18" y="7"/>
                  </a:cubicBezTo>
                  <a:cubicBezTo>
                    <a:pt x="18" y="7"/>
                    <a:pt x="15" y="7"/>
                    <a:pt x="15" y="8"/>
                  </a:cubicBezTo>
                  <a:cubicBezTo>
                    <a:pt x="15" y="9"/>
                    <a:pt x="15" y="9"/>
                    <a:pt x="13" y="9"/>
                  </a:cubicBezTo>
                  <a:cubicBezTo>
                    <a:pt x="10" y="9"/>
                    <a:pt x="7" y="9"/>
                    <a:pt x="4" y="9"/>
                  </a:cubicBezTo>
                  <a:cubicBezTo>
                    <a:pt x="2" y="9"/>
                    <a:pt x="3" y="10"/>
                    <a:pt x="3" y="11"/>
                  </a:cubicBezTo>
                  <a:cubicBezTo>
                    <a:pt x="2" y="13"/>
                    <a:pt x="0" y="14"/>
                    <a:pt x="3" y="15"/>
                  </a:cubicBezTo>
                  <a:cubicBezTo>
                    <a:pt x="3" y="15"/>
                    <a:pt x="5" y="14"/>
                    <a:pt x="5" y="14"/>
                  </a:cubicBezTo>
                  <a:cubicBezTo>
                    <a:pt x="5" y="15"/>
                    <a:pt x="3" y="17"/>
                    <a:pt x="3" y="17"/>
                  </a:cubicBezTo>
                  <a:cubicBezTo>
                    <a:pt x="4" y="18"/>
                    <a:pt x="4" y="17"/>
                    <a:pt x="5" y="17"/>
                  </a:cubicBezTo>
                  <a:cubicBezTo>
                    <a:pt x="5" y="17"/>
                    <a:pt x="5" y="19"/>
                    <a:pt x="5" y="19"/>
                  </a:cubicBezTo>
                  <a:cubicBezTo>
                    <a:pt x="7" y="22"/>
                    <a:pt x="4" y="20"/>
                    <a:pt x="3" y="20"/>
                  </a:cubicBezTo>
                  <a:cubicBezTo>
                    <a:pt x="3" y="20"/>
                    <a:pt x="2" y="23"/>
                    <a:pt x="4" y="22"/>
                  </a:cubicBezTo>
                  <a:cubicBezTo>
                    <a:pt x="6" y="22"/>
                    <a:pt x="4" y="24"/>
                    <a:pt x="4" y="25"/>
                  </a:cubicBezTo>
                  <a:cubicBezTo>
                    <a:pt x="4" y="26"/>
                    <a:pt x="7" y="26"/>
                    <a:pt x="8" y="27"/>
                  </a:cubicBezTo>
                  <a:cubicBezTo>
                    <a:pt x="9" y="28"/>
                    <a:pt x="7" y="30"/>
                    <a:pt x="7" y="30"/>
                  </a:cubicBezTo>
                  <a:cubicBezTo>
                    <a:pt x="8" y="30"/>
                    <a:pt x="9" y="28"/>
                    <a:pt x="10" y="30"/>
                  </a:cubicBezTo>
                  <a:cubicBezTo>
                    <a:pt x="10" y="31"/>
                    <a:pt x="8" y="31"/>
                    <a:pt x="8" y="31"/>
                  </a:cubicBezTo>
                  <a:cubicBezTo>
                    <a:pt x="8" y="31"/>
                    <a:pt x="10" y="31"/>
                    <a:pt x="10" y="31"/>
                  </a:cubicBezTo>
                  <a:cubicBezTo>
                    <a:pt x="11" y="32"/>
                    <a:pt x="10" y="33"/>
                    <a:pt x="9" y="34"/>
                  </a:cubicBezTo>
                  <a:cubicBezTo>
                    <a:pt x="9" y="35"/>
                    <a:pt x="11" y="36"/>
                    <a:pt x="11" y="35"/>
                  </a:cubicBezTo>
                  <a:cubicBezTo>
                    <a:pt x="12" y="34"/>
                    <a:pt x="11" y="32"/>
                    <a:pt x="12" y="31"/>
                  </a:cubicBezTo>
                  <a:cubicBezTo>
                    <a:pt x="13" y="30"/>
                    <a:pt x="15" y="32"/>
                    <a:pt x="16" y="32"/>
                  </a:cubicBezTo>
                  <a:cubicBezTo>
                    <a:pt x="18" y="33"/>
                    <a:pt x="20" y="35"/>
                    <a:pt x="22" y="33"/>
                  </a:cubicBezTo>
                  <a:cubicBezTo>
                    <a:pt x="25" y="32"/>
                    <a:pt x="23" y="29"/>
                    <a:pt x="27" y="31"/>
                  </a:cubicBezTo>
                  <a:cubicBezTo>
                    <a:pt x="29" y="33"/>
                    <a:pt x="32" y="35"/>
                    <a:pt x="35" y="35"/>
                  </a:cubicBezTo>
                  <a:cubicBezTo>
                    <a:pt x="37" y="34"/>
                    <a:pt x="40" y="33"/>
                    <a:pt x="42" y="32"/>
                  </a:cubicBezTo>
                  <a:cubicBezTo>
                    <a:pt x="43" y="31"/>
                    <a:pt x="43" y="30"/>
                    <a:pt x="44" y="30"/>
                  </a:cubicBezTo>
                  <a:cubicBezTo>
                    <a:pt x="46" y="31"/>
                    <a:pt x="47" y="32"/>
                    <a:pt x="48" y="31"/>
                  </a:cubicBezTo>
                  <a:cubicBezTo>
                    <a:pt x="51" y="30"/>
                    <a:pt x="51" y="31"/>
                    <a:pt x="50" y="33"/>
                  </a:cubicBezTo>
                  <a:cubicBezTo>
                    <a:pt x="50" y="34"/>
                    <a:pt x="52" y="34"/>
                    <a:pt x="50" y="35"/>
                  </a:cubicBezTo>
                  <a:cubicBezTo>
                    <a:pt x="51" y="36"/>
                    <a:pt x="51" y="36"/>
                    <a:pt x="52" y="36"/>
                  </a:cubicBezTo>
                  <a:cubicBezTo>
                    <a:pt x="53" y="35"/>
                    <a:pt x="51" y="36"/>
                    <a:pt x="52" y="36"/>
                  </a:cubicBezTo>
                  <a:close/>
                </a:path>
              </a:pathLst>
            </a:custGeom>
            <a:grpFill/>
            <a:ln w="9525"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37" name="Freeform 684">
              <a:extLst>
                <a:ext uri="{FF2B5EF4-FFF2-40B4-BE49-F238E27FC236}">
                  <a16:creationId xmlns:a16="http://schemas.microsoft.com/office/drawing/2014/main" id="{6E1801DC-9BA3-CFC0-F20A-37AC8C7252C2}"/>
                </a:ext>
              </a:extLst>
            </p:cNvPr>
            <p:cNvSpPr>
              <a:spLocks/>
            </p:cNvSpPr>
            <p:nvPr/>
          </p:nvSpPr>
          <p:spPr bwMode="auto">
            <a:xfrm>
              <a:off x="13273442" y="7481712"/>
              <a:ext cx="980892" cy="786831"/>
            </a:xfrm>
            <a:custGeom>
              <a:avLst/>
              <a:gdLst>
                <a:gd name="T0" fmla="*/ 65 w 105"/>
                <a:gd name="T1" fmla="*/ 20 h 84"/>
                <a:gd name="T2" fmla="*/ 61 w 105"/>
                <a:gd name="T3" fmla="*/ 17 h 84"/>
                <a:gd name="T4" fmla="*/ 52 w 105"/>
                <a:gd name="T5" fmla="*/ 17 h 84"/>
                <a:gd name="T6" fmla="*/ 48 w 105"/>
                <a:gd name="T7" fmla="*/ 15 h 84"/>
                <a:gd name="T8" fmla="*/ 40 w 105"/>
                <a:gd name="T9" fmla="*/ 8 h 84"/>
                <a:gd name="T10" fmla="*/ 27 w 105"/>
                <a:gd name="T11" fmla="*/ 1 h 84"/>
                <a:gd name="T12" fmla="*/ 21 w 105"/>
                <a:gd name="T13" fmla="*/ 1 h 84"/>
                <a:gd name="T14" fmla="*/ 13 w 105"/>
                <a:gd name="T15" fmla="*/ 3 h 84"/>
                <a:gd name="T16" fmla="*/ 17 w 105"/>
                <a:gd name="T17" fmla="*/ 9 h 84"/>
                <a:gd name="T18" fmla="*/ 13 w 105"/>
                <a:gd name="T19" fmla="*/ 12 h 84"/>
                <a:gd name="T20" fmla="*/ 10 w 105"/>
                <a:gd name="T21" fmla="*/ 12 h 84"/>
                <a:gd name="T22" fmla="*/ 9 w 105"/>
                <a:gd name="T23" fmla="*/ 14 h 84"/>
                <a:gd name="T24" fmla="*/ 2 w 105"/>
                <a:gd name="T25" fmla="*/ 14 h 84"/>
                <a:gd name="T26" fmla="*/ 1 w 105"/>
                <a:gd name="T27" fmla="*/ 19 h 84"/>
                <a:gd name="T28" fmla="*/ 3 w 105"/>
                <a:gd name="T29" fmla="*/ 22 h 84"/>
                <a:gd name="T30" fmla="*/ 8 w 105"/>
                <a:gd name="T31" fmla="*/ 31 h 84"/>
                <a:gd name="T32" fmla="*/ 12 w 105"/>
                <a:gd name="T33" fmla="*/ 38 h 84"/>
                <a:gd name="T34" fmla="*/ 15 w 105"/>
                <a:gd name="T35" fmla="*/ 42 h 84"/>
                <a:gd name="T36" fmla="*/ 20 w 105"/>
                <a:gd name="T37" fmla="*/ 46 h 84"/>
                <a:gd name="T38" fmla="*/ 22 w 105"/>
                <a:gd name="T39" fmla="*/ 53 h 84"/>
                <a:gd name="T40" fmla="*/ 23 w 105"/>
                <a:gd name="T41" fmla="*/ 59 h 84"/>
                <a:gd name="T42" fmla="*/ 31 w 105"/>
                <a:gd name="T43" fmla="*/ 67 h 84"/>
                <a:gd name="T44" fmla="*/ 36 w 105"/>
                <a:gd name="T45" fmla="*/ 76 h 84"/>
                <a:gd name="T46" fmla="*/ 40 w 105"/>
                <a:gd name="T47" fmla="*/ 81 h 84"/>
                <a:gd name="T48" fmla="*/ 41 w 105"/>
                <a:gd name="T49" fmla="*/ 84 h 84"/>
                <a:gd name="T50" fmla="*/ 43 w 105"/>
                <a:gd name="T51" fmla="*/ 81 h 84"/>
                <a:gd name="T52" fmla="*/ 50 w 105"/>
                <a:gd name="T53" fmla="*/ 79 h 84"/>
                <a:gd name="T54" fmla="*/ 60 w 105"/>
                <a:gd name="T55" fmla="*/ 80 h 84"/>
                <a:gd name="T56" fmla="*/ 66 w 105"/>
                <a:gd name="T57" fmla="*/ 77 h 84"/>
                <a:gd name="T58" fmla="*/ 76 w 105"/>
                <a:gd name="T59" fmla="*/ 72 h 84"/>
                <a:gd name="T60" fmla="*/ 94 w 105"/>
                <a:gd name="T61" fmla="*/ 68 h 84"/>
                <a:gd name="T62" fmla="*/ 102 w 105"/>
                <a:gd name="T63" fmla="*/ 66 h 84"/>
                <a:gd name="T64" fmla="*/ 104 w 105"/>
                <a:gd name="T65" fmla="*/ 61 h 84"/>
                <a:gd name="T66" fmla="*/ 105 w 105"/>
                <a:gd name="T67" fmla="*/ 56 h 84"/>
                <a:gd name="T68" fmla="*/ 103 w 105"/>
                <a:gd name="T69" fmla="*/ 51 h 84"/>
                <a:gd name="T70" fmla="*/ 93 w 105"/>
                <a:gd name="T71" fmla="*/ 50 h 84"/>
                <a:gd name="T72" fmla="*/ 88 w 105"/>
                <a:gd name="T73" fmla="*/ 47 h 84"/>
                <a:gd name="T74" fmla="*/ 81 w 105"/>
                <a:gd name="T75" fmla="*/ 39 h 84"/>
                <a:gd name="T76" fmla="*/ 77 w 105"/>
                <a:gd name="T77" fmla="*/ 34 h 84"/>
                <a:gd name="T78" fmla="*/ 77 w 105"/>
                <a:gd name="T79" fmla="*/ 29 h 84"/>
                <a:gd name="T80" fmla="*/ 74 w 105"/>
                <a:gd name="T81" fmla="*/ 27 h 84"/>
                <a:gd name="T82" fmla="*/ 70 w 105"/>
                <a:gd name="T83" fmla="*/ 22 h 84"/>
                <a:gd name="T84" fmla="*/ 65 w 105"/>
                <a:gd name="T85" fmla="*/ 2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84">
                  <a:moveTo>
                    <a:pt x="65" y="20"/>
                  </a:moveTo>
                  <a:cubicBezTo>
                    <a:pt x="64" y="17"/>
                    <a:pt x="64" y="17"/>
                    <a:pt x="61" y="17"/>
                  </a:cubicBezTo>
                  <a:cubicBezTo>
                    <a:pt x="58" y="17"/>
                    <a:pt x="55" y="17"/>
                    <a:pt x="52" y="17"/>
                  </a:cubicBezTo>
                  <a:cubicBezTo>
                    <a:pt x="50" y="17"/>
                    <a:pt x="49" y="15"/>
                    <a:pt x="48" y="15"/>
                  </a:cubicBezTo>
                  <a:cubicBezTo>
                    <a:pt x="45" y="12"/>
                    <a:pt x="42" y="10"/>
                    <a:pt x="40" y="8"/>
                  </a:cubicBezTo>
                  <a:cubicBezTo>
                    <a:pt x="36" y="5"/>
                    <a:pt x="32" y="2"/>
                    <a:pt x="27" y="1"/>
                  </a:cubicBezTo>
                  <a:cubicBezTo>
                    <a:pt x="25" y="0"/>
                    <a:pt x="24" y="0"/>
                    <a:pt x="21" y="1"/>
                  </a:cubicBezTo>
                  <a:cubicBezTo>
                    <a:pt x="19" y="1"/>
                    <a:pt x="16" y="2"/>
                    <a:pt x="13" y="3"/>
                  </a:cubicBezTo>
                  <a:cubicBezTo>
                    <a:pt x="14" y="5"/>
                    <a:pt x="17" y="7"/>
                    <a:pt x="17" y="9"/>
                  </a:cubicBezTo>
                  <a:cubicBezTo>
                    <a:pt x="17" y="11"/>
                    <a:pt x="14" y="12"/>
                    <a:pt x="13" y="12"/>
                  </a:cubicBezTo>
                  <a:cubicBezTo>
                    <a:pt x="12" y="13"/>
                    <a:pt x="11" y="12"/>
                    <a:pt x="10" y="12"/>
                  </a:cubicBezTo>
                  <a:cubicBezTo>
                    <a:pt x="9" y="13"/>
                    <a:pt x="9" y="14"/>
                    <a:pt x="9" y="14"/>
                  </a:cubicBezTo>
                  <a:cubicBezTo>
                    <a:pt x="7" y="17"/>
                    <a:pt x="3" y="15"/>
                    <a:pt x="2" y="14"/>
                  </a:cubicBezTo>
                  <a:cubicBezTo>
                    <a:pt x="1" y="16"/>
                    <a:pt x="1" y="17"/>
                    <a:pt x="1" y="19"/>
                  </a:cubicBezTo>
                  <a:cubicBezTo>
                    <a:pt x="0" y="22"/>
                    <a:pt x="1" y="21"/>
                    <a:pt x="3" y="22"/>
                  </a:cubicBezTo>
                  <a:cubicBezTo>
                    <a:pt x="5" y="24"/>
                    <a:pt x="7" y="28"/>
                    <a:pt x="8" y="31"/>
                  </a:cubicBezTo>
                  <a:cubicBezTo>
                    <a:pt x="10" y="33"/>
                    <a:pt x="11" y="35"/>
                    <a:pt x="12" y="38"/>
                  </a:cubicBezTo>
                  <a:cubicBezTo>
                    <a:pt x="13" y="40"/>
                    <a:pt x="14" y="41"/>
                    <a:pt x="15" y="42"/>
                  </a:cubicBezTo>
                  <a:cubicBezTo>
                    <a:pt x="17" y="44"/>
                    <a:pt x="19" y="44"/>
                    <a:pt x="20" y="46"/>
                  </a:cubicBezTo>
                  <a:cubicBezTo>
                    <a:pt x="21" y="48"/>
                    <a:pt x="22" y="50"/>
                    <a:pt x="22" y="53"/>
                  </a:cubicBezTo>
                  <a:cubicBezTo>
                    <a:pt x="23" y="55"/>
                    <a:pt x="22" y="57"/>
                    <a:pt x="23" y="59"/>
                  </a:cubicBezTo>
                  <a:cubicBezTo>
                    <a:pt x="25" y="63"/>
                    <a:pt x="29" y="64"/>
                    <a:pt x="31" y="67"/>
                  </a:cubicBezTo>
                  <a:cubicBezTo>
                    <a:pt x="33" y="70"/>
                    <a:pt x="34" y="74"/>
                    <a:pt x="36" y="76"/>
                  </a:cubicBezTo>
                  <a:cubicBezTo>
                    <a:pt x="37" y="78"/>
                    <a:pt x="39" y="80"/>
                    <a:pt x="40" y="81"/>
                  </a:cubicBezTo>
                  <a:cubicBezTo>
                    <a:pt x="40" y="82"/>
                    <a:pt x="40" y="84"/>
                    <a:pt x="41" y="84"/>
                  </a:cubicBezTo>
                  <a:cubicBezTo>
                    <a:pt x="43" y="84"/>
                    <a:pt x="42" y="82"/>
                    <a:pt x="43" y="81"/>
                  </a:cubicBezTo>
                  <a:cubicBezTo>
                    <a:pt x="43" y="78"/>
                    <a:pt x="48" y="79"/>
                    <a:pt x="50" y="79"/>
                  </a:cubicBezTo>
                  <a:cubicBezTo>
                    <a:pt x="53" y="79"/>
                    <a:pt x="58" y="78"/>
                    <a:pt x="60" y="80"/>
                  </a:cubicBezTo>
                  <a:cubicBezTo>
                    <a:pt x="63" y="81"/>
                    <a:pt x="64" y="79"/>
                    <a:pt x="66" y="77"/>
                  </a:cubicBezTo>
                  <a:cubicBezTo>
                    <a:pt x="69" y="73"/>
                    <a:pt x="72" y="73"/>
                    <a:pt x="76" y="72"/>
                  </a:cubicBezTo>
                  <a:cubicBezTo>
                    <a:pt x="82" y="72"/>
                    <a:pt x="88" y="70"/>
                    <a:pt x="94" y="68"/>
                  </a:cubicBezTo>
                  <a:cubicBezTo>
                    <a:pt x="96" y="67"/>
                    <a:pt x="99" y="66"/>
                    <a:pt x="102" y="66"/>
                  </a:cubicBezTo>
                  <a:cubicBezTo>
                    <a:pt x="103" y="65"/>
                    <a:pt x="103" y="63"/>
                    <a:pt x="104" y="61"/>
                  </a:cubicBezTo>
                  <a:cubicBezTo>
                    <a:pt x="104" y="60"/>
                    <a:pt x="105" y="58"/>
                    <a:pt x="105" y="56"/>
                  </a:cubicBezTo>
                  <a:cubicBezTo>
                    <a:pt x="105" y="55"/>
                    <a:pt x="104" y="52"/>
                    <a:pt x="103" y="51"/>
                  </a:cubicBezTo>
                  <a:cubicBezTo>
                    <a:pt x="100" y="51"/>
                    <a:pt x="96" y="51"/>
                    <a:pt x="93" y="50"/>
                  </a:cubicBezTo>
                  <a:cubicBezTo>
                    <a:pt x="90" y="50"/>
                    <a:pt x="90" y="49"/>
                    <a:pt x="88" y="47"/>
                  </a:cubicBezTo>
                  <a:cubicBezTo>
                    <a:pt x="86" y="43"/>
                    <a:pt x="83" y="42"/>
                    <a:pt x="81" y="39"/>
                  </a:cubicBezTo>
                  <a:cubicBezTo>
                    <a:pt x="80" y="39"/>
                    <a:pt x="78" y="35"/>
                    <a:pt x="77" y="34"/>
                  </a:cubicBezTo>
                  <a:cubicBezTo>
                    <a:pt x="76" y="32"/>
                    <a:pt x="81" y="31"/>
                    <a:pt x="77" y="29"/>
                  </a:cubicBezTo>
                  <a:cubicBezTo>
                    <a:pt x="76" y="29"/>
                    <a:pt x="75" y="27"/>
                    <a:pt x="74" y="27"/>
                  </a:cubicBezTo>
                  <a:cubicBezTo>
                    <a:pt x="72" y="27"/>
                    <a:pt x="71" y="24"/>
                    <a:pt x="70" y="22"/>
                  </a:cubicBezTo>
                  <a:cubicBezTo>
                    <a:pt x="69" y="19"/>
                    <a:pt x="69" y="20"/>
                    <a:pt x="65" y="2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38" name="Freeform 685">
              <a:extLst>
                <a:ext uri="{FF2B5EF4-FFF2-40B4-BE49-F238E27FC236}">
                  <a16:creationId xmlns:a16="http://schemas.microsoft.com/office/drawing/2014/main" id="{1E4607C4-FD1B-2CB9-F324-188D6AE76FCB}"/>
                </a:ext>
              </a:extLst>
            </p:cNvPr>
            <p:cNvSpPr>
              <a:spLocks/>
            </p:cNvSpPr>
            <p:nvPr/>
          </p:nvSpPr>
          <p:spPr bwMode="auto">
            <a:xfrm>
              <a:off x="13292551" y="7424369"/>
              <a:ext cx="194268" cy="207060"/>
            </a:xfrm>
            <a:custGeom>
              <a:avLst/>
              <a:gdLst>
                <a:gd name="T0" fmla="*/ 5 w 21"/>
                <a:gd name="T1" fmla="*/ 22 h 22"/>
                <a:gd name="T2" fmla="*/ 8 w 21"/>
                <a:gd name="T3" fmla="*/ 19 h 22"/>
                <a:gd name="T4" fmla="*/ 12 w 21"/>
                <a:gd name="T5" fmla="*/ 18 h 22"/>
                <a:gd name="T6" fmla="*/ 15 w 21"/>
                <a:gd name="T7" fmla="*/ 15 h 22"/>
                <a:gd name="T8" fmla="*/ 11 w 21"/>
                <a:gd name="T9" fmla="*/ 9 h 22"/>
                <a:gd name="T10" fmla="*/ 21 w 21"/>
                <a:gd name="T11" fmla="*/ 6 h 22"/>
                <a:gd name="T12" fmla="*/ 19 w 21"/>
                <a:gd name="T13" fmla="*/ 0 h 22"/>
                <a:gd name="T14" fmla="*/ 9 w 21"/>
                <a:gd name="T15" fmla="*/ 5 h 22"/>
                <a:gd name="T16" fmla="*/ 4 w 21"/>
                <a:gd name="T17" fmla="*/ 1 h 22"/>
                <a:gd name="T18" fmla="*/ 3 w 21"/>
                <a:gd name="T19" fmla="*/ 11 h 22"/>
                <a:gd name="T20" fmla="*/ 0 w 21"/>
                <a:gd name="T21" fmla="*/ 18 h 22"/>
                <a:gd name="T22" fmla="*/ 1 w 21"/>
                <a:gd name="T23" fmla="*/ 21 h 22"/>
                <a:gd name="T24" fmla="*/ 5 w 21"/>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5" y="22"/>
                  </a:moveTo>
                  <a:cubicBezTo>
                    <a:pt x="7" y="22"/>
                    <a:pt x="7" y="19"/>
                    <a:pt x="8" y="19"/>
                  </a:cubicBezTo>
                  <a:cubicBezTo>
                    <a:pt x="9" y="17"/>
                    <a:pt x="11" y="18"/>
                    <a:pt x="12" y="18"/>
                  </a:cubicBezTo>
                  <a:cubicBezTo>
                    <a:pt x="13" y="17"/>
                    <a:pt x="16" y="16"/>
                    <a:pt x="15" y="15"/>
                  </a:cubicBezTo>
                  <a:cubicBezTo>
                    <a:pt x="14" y="13"/>
                    <a:pt x="13" y="11"/>
                    <a:pt x="11" y="9"/>
                  </a:cubicBezTo>
                  <a:cubicBezTo>
                    <a:pt x="15" y="8"/>
                    <a:pt x="18" y="7"/>
                    <a:pt x="21" y="6"/>
                  </a:cubicBezTo>
                  <a:cubicBezTo>
                    <a:pt x="21" y="4"/>
                    <a:pt x="20" y="2"/>
                    <a:pt x="19" y="0"/>
                  </a:cubicBezTo>
                  <a:cubicBezTo>
                    <a:pt x="16" y="1"/>
                    <a:pt x="12" y="5"/>
                    <a:pt x="9" y="5"/>
                  </a:cubicBezTo>
                  <a:cubicBezTo>
                    <a:pt x="7" y="5"/>
                    <a:pt x="4" y="3"/>
                    <a:pt x="4" y="1"/>
                  </a:cubicBezTo>
                  <a:cubicBezTo>
                    <a:pt x="3" y="5"/>
                    <a:pt x="3" y="8"/>
                    <a:pt x="3" y="11"/>
                  </a:cubicBezTo>
                  <a:cubicBezTo>
                    <a:pt x="2" y="13"/>
                    <a:pt x="0" y="16"/>
                    <a:pt x="0" y="18"/>
                  </a:cubicBezTo>
                  <a:cubicBezTo>
                    <a:pt x="0" y="20"/>
                    <a:pt x="0" y="20"/>
                    <a:pt x="1" y="21"/>
                  </a:cubicBezTo>
                  <a:cubicBezTo>
                    <a:pt x="3" y="21"/>
                    <a:pt x="4" y="22"/>
                    <a:pt x="5" y="2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39" name="Freeform 686">
              <a:extLst>
                <a:ext uri="{FF2B5EF4-FFF2-40B4-BE49-F238E27FC236}">
                  <a16:creationId xmlns:a16="http://schemas.microsoft.com/office/drawing/2014/main" id="{0B096BEE-18A6-CE0E-BC0F-83E92F40F283}"/>
                </a:ext>
              </a:extLst>
            </p:cNvPr>
            <p:cNvSpPr>
              <a:spLocks/>
            </p:cNvSpPr>
            <p:nvPr/>
          </p:nvSpPr>
          <p:spPr bwMode="auto">
            <a:xfrm>
              <a:off x="13302106" y="7351105"/>
              <a:ext cx="73250" cy="82827"/>
            </a:xfrm>
            <a:custGeom>
              <a:avLst/>
              <a:gdLst>
                <a:gd name="T0" fmla="*/ 7 w 8"/>
                <a:gd name="T1" fmla="*/ 2 h 9"/>
                <a:gd name="T2" fmla="*/ 4 w 8"/>
                <a:gd name="T3" fmla="*/ 0 h 9"/>
                <a:gd name="T4" fmla="*/ 2 w 8"/>
                <a:gd name="T5" fmla="*/ 2 h 9"/>
                <a:gd name="T6" fmla="*/ 0 w 8"/>
                <a:gd name="T7" fmla="*/ 8 h 9"/>
                <a:gd name="T8" fmla="*/ 4 w 8"/>
                <a:gd name="T9" fmla="*/ 8 h 9"/>
                <a:gd name="T10" fmla="*/ 7 w 8"/>
                <a:gd name="T11" fmla="*/ 2 h 9"/>
              </a:gdLst>
              <a:ahLst/>
              <a:cxnLst>
                <a:cxn ang="0">
                  <a:pos x="T0" y="T1"/>
                </a:cxn>
                <a:cxn ang="0">
                  <a:pos x="T2" y="T3"/>
                </a:cxn>
                <a:cxn ang="0">
                  <a:pos x="T4" y="T5"/>
                </a:cxn>
                <a:cxn ang="0">
                  <a:pos x="T6" y="T7"/>
                </a:cxn>
                <a:cxn ang="0">
                  <a:pos x="T8" y="T9"/>
                </a:cxn>
                <a:cxn ang="0">
                  <a:pos x="T10" y="T11"/>
                </a:cxn>
              </a:cxnLst>
              <a:rect l="0" t="0" r="r" b="b"/>
              <a:pathLst>
                <a:path w="8" h="9">
                  <a:moveTo>
                    <a:pt x="7" y="2"/>
                  </a:moveTo>
                  <a:cubicBezTo>
                    <a:pt x="7" y="1"/>
                    <a:pt x="5" y="0"/>
                    <a:pt x="4" y="0"/>
                  </a:cubicBezTo>
                  <a:cubicBezTo>
                    <a:pt x="3" y="1"/>
                    <a:pt x="3" y="1"/>
                    <a:pt x="2" y="2"/>
                  </a:cubicBezTo>
                  <a:cubicBezTo>
                    <a:pt x="2" y="4"/>
                    <a:pt x="1" y="6"/>
                    <a:pt x="0" y="8"/>
                  </a:cubicBezTo>
                  <a:cubicBezTo>
                    <a:pt x="2" y="8"/>
                    <a:pt x="2" y="9"/>
                    <a:pt x="4" y="8"/>
                  </a:cubicBezTo>
                  <a:cubicBezTo>
                    <a:pt x="5" y="7"/>
                    <a:pt x="8" y="4"/>
                    <a:pt x="7"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40" name="Freeform 687">
              <a:extLst>
                <a:ext uri="{FF2B5EF4-FFF2-40B4-BE49-F238E27FC236}">
                  <a16:creationId xmlns:a16="http://schemas.microsoft.com/office/drawing/2014/main" id="{078C9335-5C7B-BF49-778D-0E046AD39F64}"/>
                </a:ext>
              </a:extLst>
            </p:cNvPr>
            <p:cNvSpPr>
              <a:spLocks/>
            </p:cNvSpPr>
            <p:nvPr/>
          </p:nvSpPr>
          <p:spPr bwMode="auto">
            <a:xfrm>
              <a:off x="13292551" y="7462599"/>
              <a:ext cx="28664" cy="66896"/>
            </a:xfrm>
            <a:custGeom>
              <a:avLst/>
              <a:gdLst>
                <a:gd name="T0" fmla="*/ 0 w 3"/>
                <a:gd name="T1" fmla="*/ 3 h 7"/>
                <a:gd name="T2" fmla="*/ 3 w 3"/>
                <a:gd name="T3" fmla="*/ 7 h 7"/>
                <a:gd name="T4" fmla="*/ 3 w 3"/>
                <a:gd name="T5" fmla="*/ 1 h 7"/>
                <a:gd name="T6" fmla="*/ 2 w 3"/>
                <a:gd name="T7" fmla="*/ 0 h 7"/>
                <a:gd name="T8" fmla="*/ 0 w 3"/>
                <a:gd name="T9" fmla="*/ 3 h 7"/>
              </a:gdLst>
              <a:ahLst/>
              <a:cxnLst>
                <a:cxn ang="0">
                  <a:pos x="T0" y="T1"/>
                </a:cxn>
                <a:cxn ang="0">
                  <a:pos x="T2" y="T3"/>
                </a:cxn>
                <a:cxn ang="0">
                  <a:pos x="T4" y="T5"/>
                </a:cxn>
                <a:cxn ang="0">
                  <a:pos x="T6" y="T7"/>
                </a:cxn>
                <a:cxn ang="0">
                  <a:pos x="T8" y="T9"/>
                </a:cxn>
              </a:cxnLst>
              <a:rect l="0" t="0" r="r" b="b"/>
              <a:pathLst>
                <a:path w="3" h="7">
                  <a:moveTo>
                    <a:pt x="0" y="3"/>
                  </a:moveTo>
                  <a:cubicBezTo>
                    <a:pt x="0" y="5"/>
                    <a:pt x="1" y="6"/>
                    <a:pt x="3" y="7"/>
                  </a:cubicBezTo>
                  <a:cubicBezTo>
                    <a:pt x="3" y="5"/>
                    <a:pt x="3" y="3"/>
                    <a:pt x="3" y="1"/>
                  </a:cubicBezTo>
                  <a:cubicBezTo>
                    <a:pt x="3" y="0"/>
                    <a:pt x="3" y="0"/>
                    <a:pt x="2" y="0"/>
                  </a:cubicBezTo>
                  <a:cubicBezTo>
                    <a:pt x="0" y="0"/>
                    <a:pt x="0" y="2"/>
                    <a:pt x="0"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41" name="Freeform 688">
              <a:extLst>
                <a:ext uri="{FF2B5EF4-FFF2-40B4-BE49-F238E27FC236}">
                  <a16:creationId xmlns:a16="http://schemas.microsoft.com/office/drawing/2014/main" id="{8BEC4F9C-69AB-7181-5153-9BDDC9814DB8}"/>
                </a:ext>
              </a:extLst>
            </p:cNvPr>
            <p:cNvSpPr>
              <a:spLocks/>
            </p:cNvSpPr>
            <p:nvPr/>
          </p:nvSpPr>
          <p:spPr bwMode="auto">
            <a:xfrm>
              <a:off x="13254336" y="7424369"/>
              <a:ext cx="76432" cy="245289"/>
            </a:xfrm>
            <a:custGeom>
              <a:avLst/>
              <a:gdLst>
                <a:gd name="T0" fmla="*/ 4 w 8"/>
                <a:gd name="T1" fmla="*/ 17 h 26"/>
                <a:gd name="T2" fmla="*/ 6 w 8"/>
                <a:gd name="T3" fmla="*/ 13 h 26"/>
                <a:gd name="T4" fmla="*/ 5 w 8"/>
                <a:gd name="T5" fmla="*/ 10 h 26"/>
                <a:gd name="T6" fmla="*/ 7 w 8"/>
                <a:gd name="T7" fmla="*/ 4 h 26"/>
                <a:gd name="T8" fmla="*/ 6 w 8"/>
                <a:gd name="T9" fmla="*/ 0 h 26"/>
                <a:gd name="T10" fmla="*/ 2 w 8"/>
                <a:gd name="T11" fmla="*/ 7 h 26"/>
                <a:gd name="T12" fmla="*/ 0 w 8"/>
                <a:gd name="T13" fmla="*/ 11 h 26"/>
                <a:gd name="T14" fmla="*/ 1 w 8"/>
                <a:gd name="T15" fmla="*/ 16 h 26"/>
                <a:gd name="T16" fmla="*/ 2 w 8"/>
                <a:gd name="T17" fmla="*/ 26 h 26"/>
                <a:gd name="T18" fmla="*/ 2 w 8"/>
                <a:gd name="T19" fmla="*/ 25 h 26"/>
                <a:gd name="T20" fmla="*/ 4 w 8"/>
                <a:gd name="T21" fmla="*/ 17 h 26"/>
                <a:gd name="T22" fmla="*/ 4 w 8"/>
                <a:gd name="T23"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6">
                  <a:moveTo>
                    <a:pt x="4" y="17"/>
                  </a:moveTo>
                  <a:cubicBezTo>
                    <a:pt x="4" y="16"/>
                    <a:pt x="5" y="15"/>
                    <a:pt x="6" y="13"/>
                  </a:cubicBezTo>
                  <a:cubicBezTo>
                    <a:pt x="7" y="11"/>
                    <a:pt x="6" y="12"/>
                    <a:pt x="5" y="10"/>
                  </a:cubicBezTo>
                  <a:cubicBezTo>
                    <a:pt x="3" y="8"/>
                    <a:pt x="4" y="3"/>
                    <a:pt x="7" y="4"/>
                  </a:cubicBezTo>
                  <a:cubicBezTo>
                    <a:pt x="8" y="1"/>
                    <a:pt x="8" y="1"/>
                    <a:pt x="6" y="0"/>
                  </a:cubicBezTo>
                  <a:cubicBezTo>
                    <a:pt x="4" y="0"/>
                    <a:pt x="3" y="5"/>
                    <a:pt x="2" y="7"/>
                  </a:cubicBezTo>
                  <a:cubicBezTo>
                    <a:pt x="1" y="8"/>
                    <a:pt x="0" y="9"/>
                    <a:pt x="0" y="11"/>
                  </a:cubicBezTo>
                  <a:cubicBezTo>
                    <a:pt x="0" y="12"/>
                    <a:pt x="1" y="14"/>
                    <a:pt x="1" y="16"/>
                  </a:cubicBezTo>
                  <a:cubicBezTo>
                    <a:pt x="1" y="19"/>
                    <a:pt x="2" y="22"/>
                    <a:pt x="2" y="26"/>
                  </a:cubicBezTo>
                  <a:cubicBezTo>
                    <a:pt x="2" y="25"/>
                    <a:pt x="2" y="25"/>
                    <a:pt x="2" y="25"/>
                  </a:cubicBezTo>
                  <a:cubicBezTo>
                    <a:pt x="3" y="23"/>
                    <a:pt x="3" y="20"/>
                    <a:pt x="4" y="17"/>
                  </a:cubicBezTo>
                  <a:cubicBezTo>
                    <a:pt x="4" y="16"/>
                    <a:pt x="4" y="18"/>
                    <a:pt x="4" y="1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42" name="Freeform 689">
              <a:extLst>
                <a:ext uri="{FF2B5EF4-FFF2-40B4-BE49-F238E27FC236}">
                  <a16:creationId xmlns:a16="http://schemas.microsoft.com/office/drawing/2014/main" id="{6F90E2CF-898D-2EAE-7B0B-8BD25BA73620}"/>
                </a:ext>
              </a:extLst>
            </p:cNvPr>
            <p:cNvSpPr>
              <a:spLocks/>
            </p:cNvSpPr>
            <p:nvPr/>
          </p:nvSpPr>
          <p:spPr bwMode="auto">
            <a:xfrm>
              <a:off x="14028220" y="7790708"/>
              <a:ext cx="47770" cy="73269"/>
            </a:xfrm>
            <a:custGeom>
              <a:avLst/>
              <a:gdLst>
                <a:gd name="T0" fmla="*/ 3 w 5"/>
                <a:gd name="T1" fmla="*/ 8 h 8"/>
                <a:gd name="T2" fmla="*/ 2 w 5"/>
                <a:gd name="T3" fmla="*/ 0 h 8"/>
                <a:gd name="T4" fmla="*/ 0 w 5"/>
                <a:gd name="T5" fmla="*/ 4 h 8"/>
                <a:gd name="T6" fmla="*/ 3 w 5"/>
                <a:gd name="T7" fmla="*/ 8 h 8"/>
                <a:gd name="T8" fmla="*/ 3 w 5"/>
                <a:gd name="T9" fmla="*/ 8 h 8"/>
              </a:gdLst>
              <a:ahLst/>
              <a:cxnLst>
                <a:cxn ang="0">
                  <a:pos x="T0" y="T1"/>
                </a:cxn>
                <a:cxn ang="0">
                  <a:pos x="T2" y="T3"/>
                </a:cxn>
                <a:cxn ang="0">
                  <a:pos x="T4" y="T5"/>
                </a:cxn>
                <a:cxn ang="0">
                  <a:pos x="T6" y="T7"/>
                </a:cxn>
                <a:cxn ang="0">
                  <a:pos x="T8" y="T9"/>
                </a:cxn>
              </a:cxnLst>
              <a:rect l="0" t="0" r="r" b="b"/>
              <a:pathLst>
                <a:path w="5" h="8">
                  <a:moveTo>
                    <a:pt x="3" y="8"/>
                  </a:moveTo>
                  <a:cubicBezTo>
                    <a:pt x="3" y="7"/>
                    <a:pt x="5" y="0"/>
                    <a:pt x="2" y="0"/>
                  </a:cubicBezTo>
                  <a:cubicBezTo>
                    <a:pt x="1" y="1"/>
                    <a:pt x="0" y="3"/>
                    <a:pt x="0" y="4"/>
                  </a:cubicBezTo>
                  <a:cubicBezTo>
                    <a:pt x="0" y="6"/>
                    <a:pt x="1" y="7"/>
                    <a:pt x="3" y="8"/>
                  </a:cubicBezTo>
                  <a:cubicBezTo>
                    <a:pt x="3" y="8"/>
                    <a:pt x="2" y="8"/>
                    <a:pt x="3" y="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43" name="Freeform 690">
              <a:extLst>
                <a:ext uri="{FF2B5EF4-FFF2-40B4-BE49-F238E27FC236}">
                  <a16:creationId xmlns:a16="http://schemas.microsoft.com/office/drawing/2014/main" id="{F7E07F3F-2C8D-03C2-8935-CED40DF86EDB}"/>
                </a:ext>
              </a:extLst>
            </p:cNvPr>
            <p:cNvSpPr>
              <a:spLocks/>
            </p:cNvSpPr>
            <p:nvPr/>
          </p:nvSpPr>
          <p:spPr bwMode="auto">
            <a:xfrm>
              <a:off x="13646057" y="8137935"/>
              <a:ext cx="496815" cy="315371"/>
            </a:xfrm>
            <a:custGeom>
              <a:avLst/>
              <a:gdLst>
                <a:gd name="T0" fmla="*/ 47 w 53"/>
                <a:gd name="T1" fmla="*/ 0 h 34"/>
                <a:gd name="T2" fmla="*/ 38 w 53"/>
                <a:gd name="T3" fmla="*/ 2 h 34"/>
                <a:gd name="T4" fmla="*/ 28 w 53"/>
                <a:gd name="T5" fmla="*/ 4 h 34"/>
                <a:gd name="T6" fmla="*/ 23 w 53"/>
                <a:gd name="T7" fmla="*/ 10 h 34"/>
                <a:gd name="T8" fmla="*/ 17 w 53"/>
                <a:gd name="T9" fmla="*/ 9 h 34"/>
                <a:gd name="T10" fmla="*/ 9 w 53"/>
                <a:gd name="T11" fmla="*/ 9 h 34"/>
                <a:gd name="T12" fmla="*/ 3 w 53"/>
                <a:gd name="T13" fmla="*/ 12 h 34"/>
                <a:gd name="T14" fmla="*/ 1 w 53"/>
                <a:gd name="T15" fmla="*/ 15 h 34"/>
                <a:gd name="T16" fmla="*/ 1 w 53"/>
                <a:gd name="T17" fmla="*/ 21 h 34"/>
                <a:gd name="T18" fmla="*/ 3 w 53"/>
                <a:gd name="T19" fmla="*/ 28 h 34"/>
                <a:gd name="T20" fmla="*/ 4 w 53"/>
                <a:gd name="T21" fmla="*/ 32 h 34"/>
                <a:gd name="T22" fmla="*/ 12 w 53"/>
                <a:gd name="T23" fmla="*/ 32 h 34"/>
                <a:gd name="T24" fmla="*/ 16 w 53"/>
                <a:gd name="T25" fmla="*/ 29 h 34"/>
                <a:gd name="T26" fmla="*/ 21 w 53"/>
                <a:gd name="T27" fmla="*/ 29 h 34"/>
                <a:gd name="T28" fmla="*/ 24 w 53"/>
                <a:gd name="T29" fmla="*/ 26 h 34"/>
                <a:gd name="T30" fmla="*/ 32 w 53"/>
                <a:gd name="T31" fmla="*/ 24 h 34"/>
                <a:gd name="T32" fmla="*/ 41 w 53"/>
                <a:gd name="T33" fmla="*/ 21 h 34"/>
                <a:gd name="T34" fmla="*/ 47 w 53"/>
                <a:gd name="T35" fmla="*/ 17 h 34"/>
                <a:gd name="T36" fmla="*/ 52 w 53"/>
                <a:gd name="T37" fmla="*/ 12 h 34"/>
                <a:gd name="T38" fmla="*/ 47 w 53"/>
                <a:gd name="T3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34">
                  <a:moveTo>
                    <a:pt x="47" y="0"/>
                  </a:moveTo>
                  <a:cubicBezTo>
                    <a:pt x="44" y="1"/>
                    <a:pt x="41" y="2"/>
                    <a:pt x="38" y="2"/>
                  </a:cubicBezTo>
                  <a:cubicBezTo>
                    <a:pt x="35" y="3"/>
                    <a:pt x="31" y="2"/>
                    <a:pt x="28" y="4"/>
                  </a:cubicBezTo>
                  <a:cubicBezTo>
                    <a:pt x="26" y="6"/>
                    <a:pt x="25" y="8"/>
                    <a:pt x="23" y="10"/>
                  </a:cubicBezTo>
                  <a:cubicBezTo>
                    <a:pt x="22" y="11"/>
                    <a:pt x="19" y="9"/>
                    <a:pt x="17" y="9"/>
                  </a:cubicBezTo>
                  <a:cubicBezTo>
                    <a:pt x="14" y="9"/>
                    <a:pt x="12" y="9"/>
                    <a:pt x="9" y="9"/>
                  </a:cubicBezTo>
                  <a:cubicBezTo>
                    <a:pt x="6" y="9"/>
                    <a:pt x="3" y="8"/>
                    <a:pt x="3" y="12"/>
                  </a:cubicBezTo>
                  <a:cubicBezTo>
                    <a:pt x="2" y="14"/>
                    <a:pt x="1" y="13"/>
                    <a:pt x="1" y="15"/>
                  </a:cubicBezTo>
                  <a:cubicBezTo>
                    <a:pt x="0" y="17"/>
                    <a:pt x="0" y="19"/>
                    <a:pt x="1" y="21"/>
                  </a:cubicBezTo>
                  <a:cubicBezTo>
                    <a:pt x="1" y="23"/>
                    <a:pt x="2" y="26"/>
                    <a:pt x="3" y="28"/>
                  </a:cubicBezTo>
                  <a:cubicBezTo>
                    <a:pt x="3" y="29"/>
                    <a:pt x="3" y="31"/>
                    <a:pt x="4" y="32"/>
                  </a:cubicBezTo>
                  <a:cubicBezTo>
                    <a:pt x="5" y="34"/>
                    <a:pt x="10" y="33"/>
                    <a:pt x="12" y="32"/>
                  </a:cubicBezTo>
                  <a:cubicBezTo>
                    <a:pt x="13" y="31"/>
                    <a:pt x="14" y="30"/>
                    <a:pt x="16" y="29"/>
                  </a:cubicBezTo>
                  <a:cubicBezTo>
                    <a:pt x="17" y="29"/>
                    <a:pt x="19" y="29"/>
                    <a:pt x="21" y="29"/>
                  </a:cubicBezTo>
                  <a:cubicBezTo>
                    <a:pt x="22" y="28"/>
                    <a:pt x="23" y="27"/>
                    <a:pt x="24" y="26"/>
                  </a:cubicBezTo>
                  <a:cubicBezTo>
                    <a:pt x="27" y="25"/>
                    <a:pt x="29" y="25"/>
                    <a:pt x="32" y="24"/>
                  </a:cubicBezTo>
                  <a:cubicBezTo>
                    <a:pt x="35" y="23"/>
                    <a:pt x="38" y="22"/>
                    <a:pt x="41" y="21"/>
                  </a:cubicBezTo>
                  <a:cubicBezTo>
                    <a:pt x="43" y="20"/>
                    <a:pt x="47" y="19"/>
                    <a:pt x="47" y="17"/>
                  </a:cubicBezTo>
                  <a:cubicBezTo>
                    <a:pt x="48" y="14"/>
                    <a:pt x="53" y="14"/>
                    <a:pt x="52" y="12"/>
                  </a:cubicBezTo>
                  <a:cubicBezTo>
                    <a:pt x="50" y="8"/>
                    <a:pt x="49" y="4"/>
                    <a:pt x="47"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44" name="Freeform 691">
              <a:extLst>
                <a:ext uri="{FF2B5EF4-FFF2-40B4-BE49-F238E27FC236}">
                  <a16:creationId xmlns:a16="http://schemas.microsoft.com/office/drawing/2014/main" id="{171C8A55-9F68-CF9F-6D0E-D40E775EAB08}"/>
                </a:ext>
              </a:extLst>
            </p:cNvPr>
            <p:cNvSpPr>
              <a:spLocks/>
            </p:cNvSpPr>
            <p:nvPr/>
          </p:nvSpPr>
          <p:spPr bwMode="auto">
            <a:xfrm>
              <a:off x="14085545" y="7790708"/>
              <a:ext cx="382165" cy="458719"/>
            </a:xfrm>
            <a:custGeom>
              <a:avLst/>
              <a:gdLst>
                <a:gd name="T0" fmla="*/ 39 w 41"/>
                <a:gd name="T1" fmla="*/ 19 h 49"/>
                <a:gd name="T2" fmla="*/ 34 w 41"/>
                <a:gd name="T3" fmla="*/ 14 h 49"/>
                <a:gd name="T4" fmla="*/ 28 w 41"/>
                <a:gd name="T5" fmla="*/ 12 h 49"/>
                <a:gd name="T6" fmla="*/ 22 w 41"/>
                <a:gd name="T7" fmla="*/ 6 h 49"/>
                <a:gd name="T8" fmla="*/ 21 w 41"/>
                <a:gd name="T9" fmla="*/ 3 h 49"/>
                <a:gd name="T10" fmla="*/ 22 w 41"/>
                <a:gd name="T11" fmla="*/ 0 h 49"/>
                <a:gd name="T12" fmla="*/ 17 w 41"/>
                <a:gd name="T13" fmla="*/ 5 h 49"/>
                <a:gd name="T14" fmla="*/ 10 w 41"/>
                <a:gd name="T15" fmla="*/ 10 h 49"/>
                <a:gd name="T16" fmla="*/ 5 w 41"/>
                <a:gd name="T17" fmla="*/ 10 h 49"/>
                <a:gd name="T18" fmla="*/ 0 w 41"/>
                <a:gd name="T19" fmla="*/ 11 h 49"/>
                <a:gd name="T20" fmla="*/ 5 w 41"/>
                <a:gd name="T21" fmla="*/ 17 h 49"/>
                <a:gd name="T22" fmla="*/ 16 w 41"/>
                <a:gd name="T23" fmla="*/ 19 h 49"/>
                <a:gd name="T24" fmla="*/ 16 w 41"/>
                <a:gd name="T25" fmla="*/ 32 h 49"/>
                <a:gd name="T26" fmla="*/ 11 w 41"/>
                <a:gd name="T27" fmla="*/ 34 h 49"/>
                <a:gd name="T28" fmla="*/ 0 w 41"/>
                <a:gd name="T29" fmla="*/ 37 h 49"/>
                <a:gd name="T30" fmla="*/ 5 w 41"/>
                <a:gd name="T31" fmla="*/ 49 h 49"/>
                <a:gd name="T32" fmla="*/ 14 w 41"/>
                <a:gd name="T33" fmla="*/ 48 h 49"/>
                <a:gd name="T34" fmla="*/ 17 w 41"/>
                <a:gd name="T35" fmla="*/ 44 h 49"/>
                <a:gd name="T36" fmla="*/ 23 w 41"/>
                <a:gd name="T37" fmla="*/ 42 h 49"/>
                <a:gd name="T38" fmla="*/ 28 w 41"/>
                <a:gd name="T39" fmla="*/ 38 h 49"/>
                <a:gd name="T40" fmla="*/ 29 w 41"/>
                <a:gd name="T41" fmla="*/ 32 h 49"/>
                <a:gd name="T42" fmla="*/ 32 w 41"/>
                <a:gd name="T43" fmla="*/ 30 h 49"/>
                <a:gd name="T44" fmla="*/ 37 w 41"/>
                <a:gd name="T45" fmla="*/ 24 h 49"/>
                <a:gd name="T46" fmla="*/ 39 w 41"/>
                <a:gd name="T47" fmla="*/ 19 h 49"/>
                <a:gd name="T48" fmla="*/ 39 w 41"/>
                <a:gd name="T49"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9">
                  <a:moveTo>
                    <a:pt x="39" y="19"/>
                  </a:moveTo>
                  <a:cubicBezTo>
                    <a:pt x="36" y="19"/>
                    <a:pt x="35" y="16"/>
                    <a:pt x="34" y="14"/>
                  </a:cubicBezTo>
                  <a:cubicBezTo>
                    <a:pt x="33" y="13"/>
                    <a:pt x="29" y="13"/>
                    <a:pt x="28" y="12"/>
                  </a:cubicBezTo>
                  <a:cubicBezTo>
                    <a:pt x="25" y="11"/>
                    <a:pt x="24" y="9"/>
                    <a:pt x="22" y="6"/>
                  </a:cubicBezTo>
                  <a:cubicBezTo>
                    <a:pt x="22" y="5"/>
                    <a:pt x="21" y="4"/>
                    <a:pt x="21" y="3"/>
                  </a:cubicBezTo>
                  <a:cubicBezTo>
                    <a:pt x="21" y="3"/>
                    <a:pt x="22" y="0"/>
                    <a:pt x="22" y="0"/>
                  </a:cubicBezTo>
                  <a:cubicBezTo>
                    <a:pt x="21" y="0"/>
                    <a:pt x="18" y="4"/>
                    <a:pt x="17" y="5"/>
                  </a:cubicBezTo>
                  <a:cubicBezTo>
                    <a:pt x="15" y="7"/>
                    <a:pt x="13" y="10"/>
                    <a:pt x="10" y="10"/>
                  </a:cubicBezTo>
                  <a:cubicBezTo>
                    <a:pt x="8" y="11"/>
                    <a:pt x="7" y="10"/>
                    <a:pt x="5" y="10"/>
                  </a:cubicBezTo>
                  <a:cubicBezTo>
                    <a:pt x="3" y="11"/>
                    <a:pt x="1" y="13"/>
                    <a:pt x="0" y="11"/>
                  </a:cubicBezTo>
                  <a:cubicBezTo>
                    <a:pt x="1" y="14"/>
                    <a:pt x="2" y="17"/>
                    <a:pt x="5" y="17"/>
                  </a:cubicBezTo>
                  <a:cubicBezTo>
                    <a:pt x="7" y="17"/>
                    <a:pt x="15" y="17"/>
                    <a:pt x="16" y="19"/>
                  </a:cubicBezTo>
                  <a:cubicBezTo>
                    <a:pt x="19" y="23"/>
                    <a:pt x="17" y="27"/>
                    <a:pt x="16" y="32"/>
                  </a:cubicBezTo>
                  <a:cubicBezTo>
                    <a:pt x="15" y="33"/>
                    <a:pt x="11" y="34"/>
                    <a:pt x="11" y="34"/>
                  </a:cubicBezTo>
                  <a:cubicBezTo>
                    <a:pt x="7" y="35"/>
                    <a:pt x="3" y="36"/>
                    <a:pt x="0" y="37"/>
                  </a:cubicBezTo>
                  <a:cubicBezTo>
                    <a:pt x="2" y="41"/>
                    <a:pt x="4" y="45"/>
                    <a:pt x="5" y="49"/>
                  </a:cubicBezTo>
                  <a:cubicBezTo>
                    <a:pt x="8" y="48"/>
                    <a:pt x="11" y="48"/>
                    <a:pt x="14" y="48"/>
                  </a:cubicBezTo>
                  <a:cubicBezTo>
                    <a:pt x="18" y="47"/>
                    <a:pt x="15" y="46"/>
                    <a:pt x="17" y="44"/>
                  </a:cubicBezTo>
                  <a:cubicBezTo>
                    <a:pt x="19" y="43"/>
                    <a:pt x="22" y="44"/>
                    <a:pt x="23" y="42"/>
                  </a:cubicBezTo>
                  <a:cubicBezTo>
                    <a:pt x="25" y="40"/>
                    <a:pt x="25" y="39"/>
                    <a:pt x="28" y="38"/>
                  </a:cubicBezTo>
                  <a:cubicBezTo>
                    <a:pt x="30" y="37"/>
                    <a:pt x="29" y="34"/>
                    <a:pt x="29" y="32"/>
                  </a:cubicBezTo>
                  <a:cubicBezTo>
                    <a:pt x="28" y="30"/>
                    <a:pt x="30" y="30"/>
                    <a:pt x="32" y="30"/>
                  </a:cubicBezTo>
                  <a:cubicBezTo>
                    <a:pt x="35" y="29"/>
                    <a:pt x="35" y="26"/>
                    <a:pt x="37" y="24"/>
                  </a:cubicBezTo>
                  <a:cubicBezTo>
                    <a:pt x="38" y="23"/>
                    <a:pt x="41" y="20"/>
                    <a:pt x="39" y="19"/>
                  </a:cubicBezTo>
                  <a:cubicBezTo>
                    <a:pt x="38" y="19"/>
                    <a:pt x="40" y="20"/>
                    <a:pt x="39" y="1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45" name="Freeform 692">
              <a:extLst>
                <a:ext uri="{FF2B5EF4-FFF2-40B4-BE49-F238E27FC236}">
                  <a16:creationId xmlns:a16="http://schemas.microsoft.com/office/drawing/2014/main" id="{199A647B-28F6-AB11-048D-DA10C162358C}"/>
                </a:ext>
              </a:extLst>
            </p:cNvPr>
            <p:cNvSpPr>
              <a:spLocks/>
            </p:cNvSpPr>
            <p:nvPr/>
          </p:nvSpPr>
          <p:spPr bwMode="auto">
            <a:xfrm>
              <a:off x="14897646" y="6892386"/>
              <a:ext cx="512741" cy="222990"/>
            </a:xfrm>
            <a:custGeom>
              <a:avLst/>
              <a:gdLst>
                <a:gd name="T0" fmla="*/ 55 w 55"/>
                <a:gd name="T1" fmla="*/ 5 h 24"/>
                <a:gd name="T2" fmla="*/ 47 w 55"/>
                <a:gd name="T3" fmla="*/ 3 h 24"/>
                <a:gd name="T4" fmla="*/ 36 w 55"/>
                <a:gd name="T5" fmla="*/ 2 h 24"/>
                <a:gd name="T6" fmla="*/ 27 w 55"/>
                <a:gd name="T7" fmla="*/ 0 h 24"/>
                <a:gd name="T8" fmla="*/ 22 w 55"/>
                <a:gd name="T9" fmla="*/ 2 h 24"/>
                <a:gd name="T10" fmla="*/ 19 w 55"/>
                <a:gd name="T11" fmla="*/ 4 h 24"/>
                <a:gd name="T12" fmla="*/ 11 w 55"/>
                <a:gd name="T13" fmla="*/ 5 h 24"/>
                <a:gd name="T14" fmla="*/ 9 w 55"/>
                <a:gd name="T15" fmla="*/ 7 h 24"/>
                <a:gd name="T16" fmla="*/ 8 w 55"/>
                <a:gd name="T17" fmla="*/ 11 h 24"/>
                <a:gd name="T18" fmla="*/ 12 w 55"/>
                <a:gd name="T19" fmla="*/ 12 h 24"/>
                <a:gd name="T20" fmla="*/ 15 w 55"/>
                <a:gd name="T21" fmla="*/ 12 h 24"/>
                <a:gd name="T22" fmla="*/ 19 w 55"/>
                <a:gd name="T23" fmla="*/ 15 h 24"/>
                <a:gd name="T24" fmla="*/ 15 w 55"/>
                <a:gd name="T25" fmla="*/ 17 h 24"/>
                <a:gd name="T26" fmla="*/ 11 w 55"/>
                <a:gd name="T27" fmla="*/ 17 h 24"/>
                <a:gd name="T28" fmla="*/ 10 w 55"/>
                <a:gd name="T29" fmla="*/ 20 h 24"/>
                <a:gd name="T30" fmla="*/ 1 w 55"/>
                <a:gd name="T31" fmla="*/ 20 h 24"/>
                <a:gd name="T32" fmla="*/ 11 w 55"/>
                <a:gd name="T33" fmla="*/ 22 h 24"/>
                <a:gd name="T34" fmla="*/ 15 w 55"/>
                <a:gd name="T35" fmla="*/ 23 h 24"/>
                <a:gd name="T36" fmla="*/ 21 w 55"/>
                <a:gd name="T37" fmla="*/ 23 h 24"/>
                <a:gd name="T38" fmla="*/ 25 w 55"/>
                <a:gd name="T39" fmla="*/ 20 h 24"/>
                <a:gd name="T40" fmla="*/ 28 w 55"/>
                <a:gd name="T41" fmla="*/ 17 h 24"/>
                <a:gd name="T42" fmla="*/ 33 w 55"/>
                <a:gd name="T43" fmla="*/ 16 h 24"/>
                <a:gd name="T44" fmla="*/ 37 w 55"/>
                <a:gd name="T45" fmla="*/ 16 h 24"/>
                <a:gd name="T46" fmla="*/ 40 w 55"/>
                <a:gd name="T47" fmla="*/ 13 h 24"/>
                <a:gd name="T48" fmla="*/ 44 w 55"/>
                <a:gd name="T49" fmla="*/ 12 h 24"/>
                <a:gd name="T50" fmla="*/ 54 w 55"/>
                <a:gd name="T51" fmla="*/ 7 h 24"/>
                <a:gd name="T52" fmla="*/ 55 w 55"/>
                <a:gd name="T5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24">
                  <a:moveTo>
                    <a:pt x="55" y="5"/>
                  </a:moveTo>
                  <a:cubicBezTo>
                    <a:pt x="52" y="5"/>
                    <a:pt x="50" y="3"/>
                    <a:pt x="47" y="3"/>
                  </a:cubicBezTo>
                  <a:cubicBezTo>
                    <a:pt x="44" y="2"/>
                    <a:pt x="40" y="2"/>
                    <a:pt x="36" y="2"/>
                  </a:cubicBezTo>
                  <a:cubicBezTo>
                    <a:pt x="33" y="2"/>
                    <a:pt x="30" y="2"/>
                    <a:pt x="27" y="0"/>
                  </a:cubicBezTo>
                  <a:cubicBezTo>
                    <a:pt x="25" y="0"/>
                    <a:pt x="23" y="0"/>
                    <a:pt x="22" y="2"/>
                  </a:cubicBezTo>
                  <a:cubicBezTo>
                    <a:pt x="22" y="4"/>
                    <a:pt x="21" y="5"/>
                    <a:pt x="19" y="4"/>
                  </a:cubicBezTo>
                  <a:cubicBezTo>
                    <a:pt x="17" y="3"/>
                    <a:pt x="12" y="1"/>
                    <a:pt x="11" y="5"/>
                  </a:cubicBezTo>
                  <a:cubicBezTo>
                    <a:pt x="10" y="6"/>
                    <a:pt x="11" y="6"/>
                    <a:pt x="9" y="7"/>
                  </a:cubicBezTo>
                  <a:cubicBezTo>
                    <a:pt x="8" y="8"/>
                    <a:pt x="6" y="10"/>
                    <a:pt x="8" y="11"/>
                  </a:cubicBezTo>
                  <a:cubicBezTo>
                    <a:pt x="9" y="12"/>
                    <a:pt x="12" y="13"/>
                    <a:pt x="12" y="12"/>
                  </a:cubicBezTo>
                  <a:cubicBezTo>
                    <a:pt x="13" y="10"/>
                    <a:pt x="14" y="11"/>
                    <a:pt x="15" y="12"/>
                  </a:cubicBezTo>
                  <a:cubicBezTo>
                    <a:pt x="16" y="13"/>
                    <a:pt x="20" y="14"/>
                    <a:pt x="19" y="15"/>
                  </a:cubicBezTo>
                  <a:cubicBezTo>
                    <a:pt x="19" y="16"/>
                    <a:pt x="16" y="16"/>
                    <a:pt x="15" y="17"/>
                  </a:cubicBezTo>
                  <a:cubicBezTo>
                    <a:pt x="14" y="18"/>
                    <a:pt x="13" y="19"/>
                    <a:pt x="11" y="17"/>
                  </a:cubicBezTo>
                  <a:cubicBezTo>
                    <a:pt x="10" y="16"/>
                    <a:pt x="10" y="19"/>
                    <a:pt x="10" y="20"/>
                  </a:cubicBezTo>
                  <a:cubicBezTo>
                    <a:pt x="6" y="22"/>
                    <a:pt x="4" y="15"/>
                    <a:pt x="1" y="20"/>
                  </a:cubicBezTo>
                  <a:cubicBezTo>
                    <a:pt x="0" y="21"/>
                    <a:pt x="10" y="23"/>
                    <a:pt x="11" y="22"/>
                  </a:cubicBezTo>
                  <a:cubicBezTo>
                    <a:pt x="12" y="21"/>
                    <a:pt x="14" y="22"/>
                    <a:pt x="15" y="23"/>
                  </a:cubicBezTo>
                  <a:cubicBezTo>
                    <a:pt x="16" y="23"/>
                    <a:pt x="19" y="24"/>
                    <a:pt x="21" y="23"/>
                  </a:cubicBezTo>
                  <a:cubicBezTo>
                    <a:pt x="22" y="22"/>
                    <a:pt x="24" y="23"/>
                    <a:pt x="25" y="20"/>
                  </a:cubicBezTo>
                  <a:cubicBezTo>
                    <a:pt x="25" y="19"/>
                    <a:pt x="27" y="18"/>
                    <a:pt x="28" y="17"/>
                  </a:cubicBezTo>
                  <a:cubicBezTo>
                    <a:pt x="29" y="16"/>
                    <a:pt x="33" y="16"/>
                    <a:pt x="33" y="16"/>
                  </a:cubicBezTo>
                  <a:cubicBezTo>
                    <a:pt x="34" y="18"/>
                    <a:pt x="35" y="16"/>
                    <a:pt x="37" y="16"/>
                  </a:cubicBezTo>
                  <a:cubicBezTo>
                    <a:pt x="38" y="16"/>
                    <a:pt x="39" y="13"/>
                    <a:pt x="40" y="13"/>
                  </a:cubicBezTo>
                  <a:cubicBezTo>
                    <a:pt x="41" y="12"/>
                    <a:pt x="43" y="13"/>
                    <a:pt x="44" y="12"/>
                  </a:cubicBezTo>
                  <a:cubicBezTo>
                    <a:pt x="48" y="11"/>
                    <a:pt x="50" y="9"/>
                    <a:pt x="54" y="7"/>
                  </a:cubicBezTo>
                  <a:cubicBezTo>
                    <a:pt x="55" y="7"/>
                    <a:pt x="55" y="7"/>
                    <a:pt x="55"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46" name="Freeform 693">
              <a:extLst>
                <a:ext uri="{FF2B5EF4-FFF2-40B4-BE49-F238E27FC236}">
                  <a16:creationId xmlns:a16="http://schemas.microsoft.com/office/drawing/2014/main" id="{AB6D9D8E-9B97-C839-CC12-20B3AD6DB8A8}"/>
                </a:ext>
              </a:extLst>
            </p:cNvPr>
            <p:cNvSpPr>
              <a:spLocks/>
            </p:cNvSpPr>
            <p:nvPr/>
          </p:nvSpPr>
          <p:spPr bwMode="auto">
            <a:xfrm>
              <a:off x="14273445" y="6752222"/>
              <a:ext cx="831212" cy="487388"/>
            </a:xfrm>
            <a:custGeom>
              <a:avLst/>
              <a:gdLst>
                <a:gd name="T0" fmla="*/ 78 w 89"/>
                <a:gd name="T1" fmla="*/ 32 h 52"/>
                <a:gd name="T2" fmla="*/ 81 w 89"/>
                <a:gd name="T3" fmla="*/ 33 h 52"/>
                <a:gd name="T4" fmla="*/ 84 w 89"/>
                <a:gd name="T5" fmla="*/ 31 h 52"/>
                <a:gd name="T6" fmla="*/ 81 w 89"/>
                <a:gd name="T7" fmla="*/ 26 h 52"/>
                <a:gd name="T8" fmla="*/ 79 w 89"/>
                <a:gd name="T9" fmla="*/ 27 h 52"/>
                <a:gd name="T10" fmla="*/ 75 w 89"/>
                <a:gd name="T11" fmla="*/ 27 h 52"/>
                <a:gd name="T12" fmla="*/ 78 w 89"/>
                <a:gd name="T13" fmla="*/ 21 h 52"/>
                <a:gd name="T14" fmla="*/ 74 w 89"/>
                <a:gd name="T15" fmla="*/ 22 h 52"/>
                <a:gd name="T16" fmla="*/ 68 w 89"/>
                <a:gd name="T17" fmla="*/ 25 h 52"/>
                <a:gd name="T18" fmla="*/ 65 w 89"/>
                <a:gd name="T19" fmla="*/ 29 h 52"/>
                <a:gd name="T20" fmla="*/ 62 w 89"/>
                <a:gd name="T21" fmla="*/ 28 h 52"/>
                <a:gd name="T22" fmla="*/ 57 w 89"/>
                <a:gd name="T23" fmla="*/ 27 h 52"/>
                <a:gd name="T24" fmla="*/ 53 w 89"/>
                <a:gd name="T25" fmla="*/ 23 h 52"/>
                <a:gd name="T26" fmla="*/ 52 w 89"/>
                <a:gd name="T27" fmla="*/ 17 h 52"/>
                <a:gd name="T28" fmla="*/ 49 w 89"/>
                <a:gd name="T29" fmla="*/ 13 h 52"/>
                <a:gd name="T30" fmla="*/ 45 w 89"/>
                <a:gd name="T31" fmla="*/ 12 h 52"/>
                <a:gd name="T32" fmla="*/ 38 w 89"/>
                <a:gd name="T33" fmla="*/ 12 h 52"/>
                <a:gd name="T34" fmla="*/ 31 w 89"/>
                <a:gd name="T35" fmla="*/ 12 h 52"/>
                <a:gd name="T36" fmla="*/ 27 w 89"/>
                <a:gd name="T37" fmla="*/ 8 h 52"/>
                <a:gd name="T38" fmla="*/ 23 w 89"/>
                <a:gd name="T39" fmla="*/ 8 h 52"/>
                <a:gd name="T40" fmla="*/ 19 w 89"/>
                <a:gd name="T41" fmla="*/ 10 h 52"/>
                <a:gd name="T42" fmla="*/ 17 w 89"/>
                <a:gd name="T43" fmla="*/ 6 h 52"/>
                <a:gd name="T44" fmla="*/ 15 w 89"/>
                <a:gd name="T45" fmla="*/ 1 h 52"/>
                <a:gd name="T46" fmla="*/ 15 w 89"/>
                <a:gd name="T47" fmla="*/ 5 h 52"/>
                <a:gd name="T48" fmla="*/ 14 w 89"/>
                <a:gd name="T49" fmla="*/ 8 h 52"/>
                <a:gd name="T50" fmla="*/ 13 w 89"/>
                <a:gd name="T51" fmla="*/ 3 h 52"/>
                <a:gd name="T52" fmla="*/ 14 w 89"/>
                <a:gd name="T53" fmla="*/ 0 h 52"/>
                <a:gd name="T54" fmla="*/ 1 w 89"/>
                <a:gd name="T55" fmla="*/ 4 h 52"/>
                <a:gd name="T56" fmla="*/ 1 w 89"/>
                <a:gd name="T57" fmla="*/ 15 h 52"/>
                <a:gd name="T58" fmla="*/ 1 w 89"/>
                <a:gd name="T59" fmla="*/ 23 h 52"/>
                <a:gd name="T60" fmla="*/ 2 w 89"/>
                <a:gd name="T61" fmla="*/ 26 h 52"/>
                <a:gd name="T62" fmla="*/ 6 w 89"/>
                <a:gd name="T63" fmla="*/ 26 h 52"/>
                <a:gd name="T64" fmla="*/ 6 w 89"/>
                <a:gd name="T65" fmla="*/ 23 h 52"/>
                <a:gd name="T66" fmla="*/ 10 w 89"/>
                <a:gd name="T67" fmla="*/ 20 h 52"/>
                <a:gd name="T68" fmla="*/ 13 w 89"/>
                <a:gd name="T69" fmla="*/ 18 h 52"/>
                <a:gd name="T70" fmla="*/ 17 w 89"/>
                <a:gd name="T71" fmla="*/ 19 h 52"/>
                <a:gd name="T72" fmla="*/ 21 w 89"/>
                <a:gd name="T73" fmla="*/ 20 h 52"/>
                <a:gd name="T74" fmla="*/ 21 w 89"/>
                <a:gd name="T75" fmla="*/ 24 h 52"/>
                <a:gd name="T76" fmla="*/ 26 w 89"/>
                <a:gd name="T77" fmla="*/ 27 h 52"/>
                <a:gd name="T78" fmla="*/ 33 w 89"/>
                <a:gd name="T79" fmla="*/ 34 h 52"/>
                <a:gd name="T80" fmla="*/ 38 w 89"/>
                <a:gd name="T81" fmla="*/ 37 h 52"/>
                <a:gd name="T82" fmla="*/ 41 w 89"/>
                <a:gd name="T83" fmla="*/ 39 h 52"/>
                <a:gd name="T84" fmla="*/ 50 w 89"/>
                <a:gd name="T85" fmla="*/ 45 h 52"/>
                <a:gd name="T86" fmla="*/ 54 w 89"/>
                <a:gd name="T87" fmla="*/ 49 h 52"/>
                <a:gd name="T88" fmla="*/ 61 w 89"/>
                <a:gd name="T89" fmla="*/ 52 h 52"/>
                <a:gd name="T90" fmla="*/ 63 w 89"/>
                <a:gd name="T91" fmla="*/ 47 h 52"/>
                <a:gd name="T92" fmla="*/ 62 w 89"/>
                <a:gd name="T93" fmla="*/ 42 h 52"/>
                <a:gd name="T94" fmla="*/ 59 w 89"/>
                <a:gd name="T95" fmla="*/ 38 h 52"/>
                <a:gd name="T96" fmla="*/ 64 w 89"/>
                <a:gd name="T97" fmla="*/ 36 h 52"/>
                <a:gd name="T98" fmla="*/ 66 w 89"/>
                <a:gd name="T99" fmla="*/ 33 h 52"/>
                <a:gd name="T100" fmla="*/ 68 w 89"/>
                <a:gd name="T101" fmla="*/ 30 h 52"/>
                <a:gd name="T102" fmla="*/ 71 w 89"/>
                <a:gd name="T103" fmla="*/ 30 h 52"/>
                <a:gd name="T104" fmla="*/ 74 w 89"/>
                <a:gd name="T105" fmla="*/ 29 h 52"/>
                <a:gd name="T106" fmla="*/ 74 w 89"/>
                <a:gd name="T107" fmla="*/ 34 h 52"/>
                <a:gd name="T108" fmla="*/ 77 w 89"/>
                <a:gd name="T109" fmla="*/ 34 h 52"/>
                <a:gd name="T110" fmla="*/ 78 w 89"/>
                <a:gd name="T111" fmla="*/ 32 h 52"/>
                <a:gd name="T112" fmla="*/ 78 w 89"/>
                <a:gd name="T11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52">
                  <a:moveTo>
                    <a:pt x="78" y="32"/>
                  </a:moveTo>
                  <a:cubicBezTo>
                    <a:pt x="79" y="33"/>
                    <a:pt x="79" y="34"/>
                    <a:pt x="81" y="33"/>
                  </a:cubicBezTo>
                  <a:cubicBezTo>
                    <a:pt x="82" y="33"/>
                    <a:pt x="83" y="31"/>
                    <a:pt x="84" y="31"/>
                  </a:cubicBezTo>
                  <a:cubicBezTo>
                    <a:pt x="89" y="30"/>
                    <a:pt x="83" y="28"/>
                    <a:pt x="81" y="26"/>
                  </a:cubicBezTo>
                  <a:cubicBezTo>
                    <a:pt x="80" y="25"/>
                    <a:pt x="80" y="26"/>
                    <a:pt x="79" y="27"/>
                  </a:cubicBezTo>
                  <a:cubicBezTo>
                    <a:pt x="79" y="28"/>
                    <a:pt x="76" y="27"/>
                    <a:pt x="75" y="27"/>
                  </a:cubicBezTo>
                  <a:cubicBezTo>
                    <a:pt x="71" y="25"/>
                    <a:pt x="77" y="22"/>
                    <a:pt x="78" y="21"/>
                  </a:cubicBezTo>
                  <a:cubicBezTo>
                    <a:pt x="78" y="21"/>
                    <a:pt x="74" y="22"/>
                    <a:pt x="74" y="22"/>
                  </a:cubicBezTo>
                  <a:cubicBezTo>
                    <a:pt x="72" y="23"/>
                    <a:pt x="70" y="23"/>
                    <a:pt x="68" y="25"/>
                  </a:cubicBezTo>
                  <a:cubicBezTo>
                    <a:pt x="67" y="26"/>
                    <a:pt x="66" y="28"/>
                    <a:pt x="65" y="29"/>
                  </a:cubicBezTo>
                  <a:cubicBezTo>
                    <a:pt x="64" y="32"/>
                    <a:pt x="63" y="30"/>
                    <a:pt x="62" y="28"/>
                  </a:cubicBezTo>
                  <a:cubicBezTo>
                    <a:pt x="61" y="26"/>
                    <a:pt x="59" y="27"/>
                    <a:pt x="57" y="27"/>
                  </a:cubicBezTo>
                  <a:cubicBezTo>
                    <a:pt x="55" y="27"/>
                    <a:pt x="54" y="24"/>
                    <a:pt x="53" y="23"/>
                  </a:cubicBezTo>
                  <a:cubicBezTo>
                    <a:pt x="51" y="21"/>
                    <a:pt x="54" y="19"/>
                    <a:pt x="52" y="17"/>
                  </a:cubicBezTo>
                  <a:cubicBezTo>
                    <a:pt x="51" y="16"/>
                    <a:pt x="50" y="14"/>
                    <a:pt x="49" y="13"/>
                  </a:cubicBezTo>
                  <a:cubicBezTo>
                    <a:pt x="48" y="12"/>
                    <a:pt x="46" y="11"/>
                    <a:pt x="45" y="12"/>
                  </a:cubicBezTo>
                  <a:cubicBezTo>
                    <a:pt x="43" y="13"/>
                    <a:pt x="41" y="12"/>
                    <a:pt x="38" y="12"/>
                  </a:cubicBezTo>
                  <a:cubicBezTo>
                    <a:pt x="36" y="12"/>
                    <a:pt x="33" y="13"/>
                    <a:pt x="31" y="12"/>
                  </a:cubicBezTo>
                  <a:cubicBezTo>
                    <a:pt x="30" y="11"/>
                    <a:pt x="28" y="9"/>
                    <a:pt x="27" y="8"/>
                  </a:cubicBezTo>
                  <a:cubicBezTo>
                    <a:pt x="25" y="6"/>
                    <a:pt x="24" y="6"/>
                    <a:pt x="23" y="8"/>
                  </a:cubicBezTo>
                  <a:cubicBezTo>
                    <a:pt x="22" y="9"/>
                    <a:pt x="21" y="10"/>
                    <a:pt x="19" y="10"/>
                  </a:cubicBezTo>
                  <a:cubicBezTo>
                    <a:pt x="16" y="10"/>
                    <a:pt x="16" y="8"/>
                    <a:pt x="17" y="6"/>
                  </a:cubicBezTo>
                  <a:cubicBezTo>
                    <a:pt x="18" y="3"/>
                    <a:pt x="18" y="3"/>
                    <a:pt x="15" y="1"/>
                  </a:cubicBezTo>
                  <a:cubicBezTo>
                    <a:pt x="15" y="2"/>
                    <a:pt x="15" y="4"/>
                    <a:pt x="15" y="5"/>
                  </a:cubicBezTo>
                  <a:cubicBezTo>
                    <a:pt x="15" y="7"/>
                    <a:pt x="16" y="8"/>
                    <a:pt x="14" y="8"/>
                  </a:cubicBezTo>
                  <a:cubicBezTo>
                    <a:pt x="12" y="7"/>
                    <a:pt x="12" y="4"/>
                    <a:pt x="13" y="3"/>
                  </a:cubicBezTo>
                  <a:cubicBezTo>
                    <a:pt x="13" y="3"/>
                    <a:pt x="15" y="0"/>
                    <a:pt x="14" y="0"/>
                  </a:cubicBezTo>
                  <a:cubicBezTo>
                    <a:pt x="9" y="1"/>
                    <a:pt x="5" y="2"/>
                    <a:pt x="1" y="4"/>
                  </a:cubicBezTo>
                  <a:cubicBezTo>
                    <a:pt x="0" y="4"/>
                    <a:pt x="1" y="14"/>
                    <a:pt x="1" y="15"/>
                  </a:cubicBezTo>
                  <a:cubicBezTo>
                    <a:pt x="1" y="18"/>
                    <a:pt x="1" y="21"/>
                    <a:pt x="1" y="23"/>
                  </a:cubicBezTo>
                  <a:cubicBezTo>
                    <a:pt x="1" y="25"/>
                    <a:pt x="0" y="26"/>
                    <a:pt x="2" y="26"/>
                  </a:cubicBezTo>
                  <a:cubicBezTo>
                    <a:pt x="3" y="26"/>
                    <a:pt x="4" y="26"/>
                    <a:pt x="6" y="26"/>
                  </a:cubicBezTo>
                  <a:cubicBezTo>
                    <a:pt x="8" y="26"/>
                    <a:pt x="5" y="24"/>
                    <a:pt x="6" y="23"/>
                  </a:cubicBezTo>
                  <a:cubicBezTo>
                    <a:pt x="7" y="21"/>
                    <a:pt x="9" y="22"/>
                    <a:pt x="10" y="20"/>
                  </a:cubicBezTo>
                  <a:cubicBezTo>
                    <a:pt x="12" y="19"/>
                    <a:pt x="12" y="19"/>
                    <a:pt x="13" y="18"/>
                  </a:cubicBezTo>
                  <a:cubicBezTo>
                    <a:pt x="15" y="17"/>
                    <a:pt x="16" y="18"/>
                    <a:pt x="17" y="19"/>
                  </a:cubicBezTo>
                  <a:cubicBezTo>
                    <a:pt x="18" y="20"/>
                    <a:pt x="21" y="20"/>
                    <a:pt x="21" y="20"/>
                  </a:cubicBezTo>
                  <a:cubicBezTo>
                    <a:pt x="22" y="22"/>
                    <a:pt x="21" y="23"/>
                    <a:pt x="21" y="24"/>
                  </a:cubicBezTo>
                  <a:cubicBezTo>
                    <a:pt x="22" y="27"/>
                    <a:pt x="25" y="27"/>
                    <a:pt x="26" y="27"/>
                  </a:cubicBezTo>
                  <a:cubicBezTo>
                    <a:pt x="31" y="27"/>
                    <a:pt x="31" y="30"/>
                    <a:pt x="33" y="34"/>
                  </a:cubicBezTo>
                  <a:cubicBezTo>
                    <a:pt x="34" y="35"/>
                    <a:pt x="36" y="36"/>
                    <a:pt x="38" y="37"/>
                  </a:cubicBezTo>
                  <a:cubicBezTo>
                    <a:pt x="39" y="37"/>
                    <a:pt x="40" y="38"/>
                    <a:pt x="41" y="39"/>
                  </a:cubicBezTo>
                  <a:cubicBezTo>
                    <a:pt x="44" y="41"/>
                    <a:pt x="47" y="44"/>
                    <a:pt x="50" y="45"/>
                  </a:cubicBezTo>
                  <a:cubicBezTo>
                    <a:pt x="54" y="46"/>
                    <a:pt x="54" y="46"/>
                    <a:pt x="54" y="49"/>
                  </a:cubicBezTo>
                  <a:cubicBezTo>
                    <a:pt x="56" y="49"/>
                    <a:pt x="59" y="51"/>
                    <a:pt x="61" y="52"/>
                  </a:cubicBezTo>
                  <a:cubicBezTo>
                    <a:pt x="61" y="49"/>
                    <a:pt x="60" y="49"/>
                    <a:pt x="63" y="47"/>
                  </a:cubicBezTo>
                  <a:cubicBezTo>
                    <a:pt x="64" y="45"/>
                    <a:pt x="62" y="44"/>
                    <a:pt x="62" y="42"/>
                  </a:cubicBezTo>
                  <a:cubicBezTo>
                    <a:pt x="63" y="39"/>
                    <a:pt x="60" y="40"/>
                    <a:pt x="59" y="38"/>
                  </a:cubicBezTo>
                  <a:cubicBezTo>
                    <a:pt x="58" y="36"/>
                    <a:pt x="63" y="37"/>
                    <a:pt x="64" y="36"/>
                  </a:cubicBezTo>
                  <a:cubicBezTo>
                    <a:pt x="67" y="35"/>
                    <a:pt x="64" y="32"/>
                    <a:pt x="66" y="33"/>
                  </a:cubicBezTo>
                  <a:cubicBezTo>
                    <a:pt x="70" y="33"/>
                    <a:pt x="66" y="30"/>
                    <a:pt x="68" y="30"/>
                  </a:cubicBezTo>
                  <a:cubicBezTo>
                    <a:pt x="69" y="29"/>
                    <a:pt x="70" y="31"/>
                    <a:pt x="71" y="30"/>
                  </a:cubicBezTo>
                  <a:cubicBezTo>
                    <a:pt x="72" y="30"/>
                    <a:pt x="73" y="29"/>
                    <a:pt x="74" y="29"/>
                  </a:cubicBezTo>
                  <a:cubicBezTo>
                    <a:pt x="76" y="29"/>
                    <a:pt x="74" y="33"/>
                    <a:pt x="74" y="34"/>
                  </a:cubicBezTo>
                  <a:cubicBezTo>
                    <a:pt x="75" y="34"/>
                    <a:pt x="77" y="31"/>
                    <a:pt x="77" y="34"/>
                  </a:cubicBezTo>
                  <a:cubicBezTo>
                    <a:pt x="77" y="34"/>
                    <a:pt x="77" y="32"/>
                    <a:pt x="78" y="32"/>
                  </a:cubicBezTo>
                  <a:cubicBezTo>
                    <a:pt x="79" y="32"/>
                    <a:pt x="77" y="32"/>
                    <a:pt x="78" y="3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47" name="Freeform 694">
              <a:extLst>
                <a:ext uri="{FF2B5EF4-FFF2-40B4-BE49-F238E27FC236}">
                  <a16:creationId xmlns:a16="http://schemas.microsoft.com/office/drawing/2014/main" id="{4649750D-DF34-A099-8907-D4A618F04E75}"/>
                </a:ext>
              </a:extLst>
            </p:cNvPr>
            <p:cNvSpPr>
              <a:spLocks/>
            </p:cNvSpPr>
            <p:nvPr/>
          </p:nvSpPr>
          <p:spPr bwMode="auto">
            <a:xfrm>
              <a:off x="14525037" y="7293764"/>
              <a:ext cx="0" cy="955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48" name="Freeform 695">
              <a:extLst>
                <a:ext uri="{FF2B5EF4-FFF2-40B4-BE49-F238E27FC236}">
                  <a16:creationId xmlns:a16="http://schemas.microsoft.com/office/drawing/2014/main" id="{7E39F1BF-C6D5-D0D9-A57C-422B10864E64}"/>
                </a:ext>
              </a:extLst>
            </p:cNvPr>
            <p:cNvSpPr>
              <a:spLocks/>
            </p:cNvSpPr>
            <p:nvPr/>
          </p:nvSpPr>
          <p:spPr bwMode="auto">
            <a:xfrm>
              <a:off x="14095099" y="6921055"/>
              <a:ext cx="681527" cy="401378"/>
            </a:xfrm>
            <a:custGeom>
              <a:avLst/>
              <a:gdLst>
                <a:gd name="T0" fmla="*/ 73 w 73"/>
                <a:gd name="T1" fmla="*/ 28 h 43"/>
                <a:gd name="T2" fmla="*/ 69 w 73"/>
                <a:gd name="T3" fmla="*/ 27 h 43"/>
                <a:gd name="T4" fmla="*/ 65 w 73"/>
                <a:gd name="T5" fmla="*/ 24 h 43"/>
                <a:gd name="T6" fmla="*/ 58 w 73"/>
                <a:gd name="T7" fmla="*/ 20 h 43"/>
                <a:gd name="T8" fmla="*/ 52 w 73"/>
                <a:gd name="T9" fmla="*/ 16 h 43"/>
                <a:gd name="T10" fmla="*/ 47 w 73"/>
                <a:gd name="T11" fmla="*/ 9 h 43"/>
                <a:gd name="T12" fmla="*/ 40 w 73"/>
                <a:gd name="T13" fmla="*/ 5 h 43"/>
                <a:gd name="T14" fmla="*/ 40 w 73"/>
                <a:gd name="T15" fmla="*/ 2 h 43"/>
                <a:gd name="T16" fmla="*/ 36 w 73"/>
                <a:gd name="T17" fmla="*/ 1 h 43"/>
                <a:gd name="T18" fmla="*/ 34 w 73"/>
                <a:gd name="T19" fmla="*/ 0 h 43"/>
                <a:gd name="T20" fmla="*/ 31 w 73"/>
                <a:gd name="T21" fmla="*/ 1 h 43"/>
                <a:gd name="T22" fmla="*/ 28 w 73"/>
                <a:gd name="T23" fmla="*/ 3 h 43"/>
                <a:gd name="T24" fmla="*/ 25 w 73"/>
                <a:gd name="T25" fmla="*/ 6 h 43"/>
                <a:gd name="T26" fmla="*/ 22 w 73"/>
                <a:gd name="T27" fmla="*/ 8 h 43"/>
                <a:gd name="T28" fmla="*/ 17 w 73"/>
                <a:gd name="T29" fmla="*/ 8 h 43"/>
                <a:gd name="T30" fmla="*/ 12 w 73"/>
                <a:gd name="T31" fmla="*/ 2 h 43"/>
                <a:gd name="T32" fmla="*/ 2 w 73"/>
                <a:gd name="T33" fmla="*/ 5 h 43"/>
                <a:gd name="T34" fmla="*/ 5 w 73"/>
                <a:gd name="T35" fmla="*/ 12 h 43"/>
                <a:gd name="T36" fmla="*/ 8 w 73"/>
                <a:gd name="T37" fmla="*/ 17 h 43"/>
                <a:gd name="T38" fmla="*/ 8 w 73"/>
                <a:gd name="T39" fmla="*/ 19 h 43"/>
                <a:gd name="T40" fmla="*/ 10 w 73"/>
                <a:gd name="T41" fmla="*/ 22 h 43"/>
                <a:gd name="T42" fmla="*/ 9 w 73"/>
                <a:gd name="T43" fmla="*/ 26 h 43"/>
                <a:gd name="T44" fmla="*/ 9 w 73"/>
                <a:gd name="T45" fmla="*/ 31 h 43"/>
                <a:gd name="T46" fmla="*/ 14 w 73"/>
                <a:gd name="T47" fmla="*/ 29 h 43"/>
                <a:gd name="T48" fmla="*/ 17 w 73"/>
                <a:gd name="T49" fmla="*/ 26 h 43"/>
                <a:gd name="T50" fmla="*/ 27 w 73"/>
                <a:gd name="T51" fmla="*/ 27 h 43"/>
                <a:gd name="T52" fmla="*/ 37 w 73"/>
                <a:gd name="T53" fmla="*/ 31 h 43"/>
                <a:gd name="T54" fmla="*/ 45 w 73"/>
                <a:gd name="T55" fmla="*/ 35 h 43"/>
                <a:gd name="T56" fmla="*/ 46 w 73"/>
                <a:gd name="T57" fmla="*/ 37 h 43"/>
                <a:gd name="T58" fmla="*/ 48 w 73"/>
                <a:gd name="T59" fmla="*/ 42 h 43"/>
                <a:gd name="T60" fmla="*/ 53 w 73"/>
                <a:gd name="T61" fmla="*/ 43 h 43"/>
                <a:gd name="T62" fmla="*/ 57 w 73"/>
                <a:gd name="T63" fmla="*/ 40 h 43"/>
                <a:gd name="T64" fmla="*/ 62 w 73"/>
                <a:gd name="T65" fmla="*/ 38 h 43"/>
                <a:gd name="T66" fmla="*/ 65 w 73"/>
                <a:gd name="T67" fmla="*/ 33 h 43"/>
                <a:gd name="T68" fmla="*/ 69 w 73"/>
                <a:gd name="T69" fmla="*/ 31 h 43"/>
                <a:gd name="T70" fmla="*/ 73 w 73"/>
                <a:gd name="T71" fmla="*/ 31 h 43"/>
                <a:gd name="T72" fmla="*/ 73 w 73"/>
                <a:gd name="T73"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 h="43">
                  <a:moveTo>
                    <a:pt x="73" y="28"/>
                  </a:moveTo>
                  <a:cubicBezTo>
                    <a:pt x="72" y="27"/>
                    <a:pt x="71" y="27"/>
                    <a:pt x="69" y="27"/>
                  </a:cubicBezTo>
                  <a:cubicBezTo>
                    <a:pt x="68" y="26"/>
                    <a:pt x="66" y="25"/>
                    <a:pt x="65" y="24"/>
                  </a:cubicBezTo>
                  <a:cubicBezTo>
                    <a:pt x="63" y="23"/>
                    <a:pt x="60" y="22"/>
                    <a:pt x="58" y="20"/>
                  </a:cubicBezTo>
                  <a:cubicBezTo>
                    <a:pt x="57" y="18"/>
                    <a:pt x="54" y="18"/>
                    <a:pt x="52" y="16"/>
                  </a:cubicBezTo>
                  <a:cubicBezTo>
                    <a:pt x="51" y="13"/>
                    <a:pt x="50" y="9"/>
                    <a:pt x="47" y="9"/>
                  </a:cubicBezTo>
                  <a:cubicBezTo>
                    <a:pt x="44" y="9"/>
                    <a:pt x="40" y="9"/>
                    <a:pt x="40" y="5"/>
                  </a:cubicBezTo>
                  <a:cubicBezTo>
                    <a:pt x="40" y="4"/>
                    <a:pt x="41" y="2"/>
                    <a:pt x="40" y="2"/>
                  </a:cubicBezTo>
                  <a:cubicBezTo>
                    <a:pt x="39" y="1"/>
                    <a:pt x="38" y="2"/>
                    <a:pt x="36" y="1"/>
                  </a:cubicBezTo>
                  <a:cubicBezTo>
                    <a:pt x="36" y="1"/>
                    <a:pt x="35" y="0"/>
                    <a:pt x="34" y="0"/>
                  </a:cubicBezTo>
                  <a:cubicBezTo>
                    <a:pt x="33" y="0"/>
                    <a:pt x="32" y="1"/>
                    <a:pt x="31" y="1"/>
                  </a:cubicBezTo>
                  <a:cubicBezTo>
                    <a:pt x="30" y="0"/>
                    <a:pt x="29" y="3"/>
                    <a:pt x="28" y="3"/>
                  </a:cubicBezTo>
                  <a:cubicBezTo>
                    <a:pt x="27" y="3"/>
                    <a:pt x="24" y="4"/>
                    <a:pt x="25" y="6"/>
                  </a:cubicBezTo>
                  <a:cubicBezTo>
                    <a:pt x="26" y="9"/>
                    <a:pt x="25" y="8"/>
                    <a:pt x="22" y="8"/>
                  </a:cubicBezTo>
                  <a:cubicBezTo>
                    <a:pt x="21" y="8"/>
                    <a:pt x="18" y="8"/>
                    <a:pt x="17" y="8"/>
                  </a:cubicBezTo>
                  <a:cubicBezTo>
                    <a:pt x="15" y="6"/>
                    <a:pt x="14" y="4"/>
                    <a:pt x="12" y="2"/>
                  </a:cubicBezTo>
                  <a:cubicBezTo>
                    <a:pt x="9" y="0"/>
                    <a:pt x="5" y="3"/>
                    <a:pt x="2" y="5"/>
                  </a:cubicBezTo>
                  <a:cubicBezTo>
                    <a:pt x="3" y="6"/>
                    <a:pt x="6" y="10"/>
                    <a:pt x="5" y="12"/>
                  </a:cubicBezTo>
                  <a:cubicBezTo>
                    <a:pt x="0" y="15"/>
                    <a:pt x="6" y="15"/>
                    <a:pt x="8" y="17"/>
                  </a:cubicBezTo>
                  <a:cubicBezTo>
                    <a:pt x="8" y="17"/>
                    <a:pt x="8" y="19"/>
                    <a:pt x="8" y="19"/>
                  </a:cubicBezTo>
                  <a:cubicBezTo>
                    <a:pt x="7" y="20"/>
                    <a:pt x="9" y="22"/>
                    <a:pt x="10" y="22"/>
                  </a:cubicBezTo>
                  <a:cubicBezTo>
                    <a:pt x="10" y="23"/>
                    <a:pt x="9" y="24"/>
                    <a:pt x="9" y="26"/>
                  </a:cubicBezTo>
                  <a:cubicBezTo>
                    <a:pt x="9" y="27"/>
                    <a:pt x="9" y="29"/>
                    <a:pt x="9" y="31"/>
                  </a:cubicBezTo>
                  <a:cubicBezTo>
                    <a:pt x="11" y="31"/>
                    <a:pt x="12" y="31"/>
                    <a:pt x="14" y="29"/>
                  </a:cubicBezTo>
                  <a:cubicBezTo>
                    <a:pt x="15" y="28"/>
                    <a:pt x="16" y="27"/>
                    <a:pt x="17" y="26"/>
                  </a:cubicBezTo>
                  <a:cubicBezTo>
                    <a:pt x="21" y="26"/>
                    <a:pt x="24" y="25"/>
                    <a:pt x="27" y="27"/>
                  </a:cubicBezTo>
                  <a:cubicBezTo>
                    <a:pt x="29" y="30"/>
                    <a:pt x="35" y="28"/>
                    <a:pt x="37" y="31"/>
                  </a:cubicBezTo>
                  <a:cubicBezTo>
                    <a:pt x="39" y="34"/>
                    <a:pt x="41" y="35"/>
                    <a:pt x="45" y="35"/>
                  </a:cubicBezTo>
                  <a:cubicBezTo>
                    <a:pt x="46" y="35"/>
                    <a:pt x="46" y="35"/>
                    <a:pt x="46" y="37"/>
                  </a:cubicBezTo>
                  <a:cubicBezTo>
                    <a:pt x="46" y="40"/>
                    <a:pt x="46" y="40"/>
                    <a:pt x="48" y="42"/>
                  </a:cubicBezTo>
                  <a:cubicBezTo>
                    <a:pt x="50" y="42"/>
                    <a:pt x="51" y="43"/>
                    <a:pt x="53" y="43"/>
                  </a:cubicBezTo>
                  <a:cubicBezTo>
                    <a:pt x="56" y="43"/>
                    <a:pt x="56" y="42"/>
                    <a:pt x="57" y="40"/>
                  </a:cubicBezTo>
                  <a:cubicBezTo>
                    <a:pt x="58" y="38"/>
                    <a:pt x="60" y="39"/>
                    <a:pt x="62" y="38"/>
                  </a:cubicBezTo>
                  <a:cubicBezTo>
                    <a:pt x="64" y="37"/>
                    <a:pt x="64" y="35"/>
                    <a:pt x="65" y="33"/>
                  </a:cubicBezTo>
                  <a:cubicBezTo>
                    <a:pt x="65" y="31"/>
                    <a:pt x="68" y="33"/>
                    <a:pt x="69" y="31"/>
                  </a:cubicBezTo>
                  <a:cubicBezTo>
                    <a:pt x="69" y="29"/>
                    <a:pt x="72" y="31"/>
                    <a:pt x="73" y="31"/>
                  </a:cubicBezTo>
                  <a:cubicBezTo>
                    <a:pt x="73" y="30"/>
                    <a:pt x="73" y="29"/>
                    <a:pt x="73" y="2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49" name="Freeform 696">
              <a:extLst>
                <a:ext uri="{FF2B5EF4-FFF2-40B4-BE49-F238E27FC236}">
                  <a16:creationId xmlns:a16="http://schemas.microsoft.com/office/drawing/2014/main" id="{82F4104D-3319-F670-12DC-09C9B0D89BC7}"/>
                </a:ext>
              </a:extLst>
            </p:cNvPr>
            <p:cNvSpPr>
              <a:spLocks/>
            </p:cNvSpPr>
            <p:nvPr/>
          </p:nvSpPr>
          <p:spPr bwMode="auto">
            <a:xfrm>
              <a:off x="14814846" y="7013435"/>
              <a:ext cx="372610" cy="251657"/>
            </a:xfrm>
            <a:custGeom>
              <a:avLst/>
              <a:gdLst>
                <a:gd name="T0" fmla="*/ 30 w 40"/>
                <a:gd name="T1" fmla="*/ 10 h 27"/>
                <a:gd name="T2" fmla="*/ 25 w 40"/>
                <a:gd name="T3" fmla="*/ 10 h 27"/>
                <a:gd name="T4" fmla="*/ 21 w 40"/>
                <a:gd name="T5" fmla="*/ 8 h 27"/>
                <a:gd name="T6" fmla="*/ 19 w 40"/>
                <a:gd name="T7" fmla="*/ 9 h 27"/>
                <a:gd name="T8" fmla="*/ 17 w 40"/>
                <a:gd name="T9" fmla="*/ 9 h 27"/>
                <a:gd name="T10" fmla="*/ 10 w 40"/>
                <a:gd name="T11" fmla="*/ 8 h 27"/>
                <a:gd name="T12" fmla="*/ 12 w 40"/>
                <a:gd name="T13" fmla="*/ 5 h 27"/>
                <a:gd name="T14" fmla="*/ 16 w 40"/>
                <a:gd name="T15" fmla="*/ 7 h 27"/>
                <a:gd name="T16" fmla="*/ 19 w 40"/>
                <a:gd name="T17" fmla="*/ 5 h 27"/>
                <a:gd name="T18" fmla="*/ 16 w 40"/>
                <a:gd name="T19" fmla="*/ 6 h 27"/>
                <a:gd name="T20" fmla="*/ 16 w 40"/>
                <a:gd name="T21" fmla="*/ 1 h 27"/>
                <a:gd name="T22" fmla="*/ 14 w 40"/>
                <a:gd name="T23" fmla="*/ 2 h 27"/>
                <a:gd name="T24" fmla="*/ 10 w 40"/>
                <a:gd name="T25" fmla="*/ 2 h 27"/>
                <a:gd name="T26" fmla="*/ 8 w 40"/>
                <a:gd name="T27" fmla="*/ 5 h 27"/>
                <a:gd name="T28" fmla="*/ 6 w 40"/>
                <a:gd name="T29" fmla="*/ 8 h 27"/>
                <a:gd name="T30" fmla="*/ 1 w 40"/>
                <a:gd name="T31" fmla="*/ 10 h 27"/>
                <a:gd name="T32" fmla="*/ 4 w 40"/>
                <a:gd name="T33" fmla="*/ 14 h 27"/>
                <a:gd name="T34" fmla="*/ 4 w 40"/>
                <a:gd name="T35" fmla="*/ 19 h 27"/>
                <a:gd name="T36" fmla="*/ 4 w 40"/>
                <a:gd name="T37" fmla="*/ 24 h 27"/>
                <a:gd name="T38" fmla="*/ 9 w 40"/>
                <a:gd name="T39" fmla="*/ 22 h 27"/>
                <a:gd name="T40" fmla="*/ 12 w 40"/>
                <a:gd name="T41" fmla="*/ 20 h 27"/>
                <a:gd name="T42" fmla="*/ 17 w 40"/>
                <a:gd name="T43" fmla="*/ 17 h 27"/>
                <a:gd name="T44" fmla="*/ 20 w 40"/>
                <a:gd name="T45" fmla="*/ 17 h 27"/>
                <a:gd name="T46" fmla="*/ 22 w 40"/>
                <a:gd name="T47" fmla="*/ 21 h 27"/>
                <a:gd name="T48" fmla="*/ 21 w 40"/>
                <a:gd name="T49" fmla="*/ 24 h 27"/>
                <a:gd name="T50" fmla="*/ 27 w 40"/>
                <a:gd name="T51" fmla="*/ 23 h 27"/>
                <a:gd name="T52" fmla="*/ 32 w 40"/>
                <a:gd name="T53" fmla="*/ 21 h 27"/>
                <a:gd name="T54" fmla="*/ 39 w 40"/>
                <a:gd name="T55" fmla="*/ 21 h 27"/>
                <a:gd name="T56" fmla="*/ 38 w 40"/>
                <a:gd name="T57" fmla="*/ 18 h 27"/>
                <a:gd name="T58" fmla="*/ 36 w 40"/>
                <a:gd name="T59" fmla="*/ 14 h 27"/>
                <a:gd name="T60" fmla="*/ 32 w 40"/>
                <a:gd name="T61" fmla="*/ 9 h 27"/>
                <a:gd name="T62" fmla="*/ 30 w 40"/>
                <a:gd name="T63" fmla="*/ 10 h 27"/>
                <a:gd name="T64" fmla="*/ 30 w 40"/>
                <a:gd name="T6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27">
                  <a:moveTo>
                    <a:pt x="30" y="10"/>
                  </a:moveTo>
                  <a:cubicBezTo>
                    <a:pt x="28" y="11"/>
                    <a:pt x="27" y="10"/>
                    <a:pt x="25" y="10"/>
                  </a:cubicBezTo>
                  <a:cubicBezTo>
                    <a:pt x="23" y="10"/>
                    <a:pt x="22" y="8"/>
                    <a:pt x="21" y="8"/>
                  </a:cubicBezTo>
                  <a:cubicBezTo>
                    <a:pt x="20" y="8"/>
                    <a:pt x="20" y="9"/>
                    <a:pt x="19" y="9"/>
                  </a:cubicBezTo>
                  <a:cubicBezTo>
                    <a:pt x="19" y="10"/>
                    <a:pt x="18" y="9"/>
                    <a:pt x="17" y="9"/>
                  </a:cubicBezTo>
                  <a:cubicBezTo>
                    <a:pt x="15" y="9"/>
                    <a:pt x="12" y="9"/>
                    <a:pt x="10" y="8"/>
                  </a:cubicBezTo>
                  <a:cubicBezTo>
                    <a:pt x="9" y="7"/>
                    <a:pt x="12" y="5"/>
                    <a:pt x="12" y="5"/>
                  </a:cubicBezTo>
                  <a:cubicBezTo>
                    <a:pt x="14" y="4"/>
                    <a:pt x="15" y="7"/>
                    <a:pt x="16" y="7"/>
                  </a:cubicBezTo>
                  <a:cubicBezTo>
                    <a:pt x="18" y="7"/>
                    <a:pt x="19" y="6"/>
                    <a:pt x="19" y="5"/>
                  </a:cubicBezTo>
                  <a:cubicBezTo>
                    <a:pt x="18" y="4"/>
                    <a:pt x="17" y="6"/>
                    <a:pt x="16" y="6"/>
                  </a:cubicBezTo>
                  <a:cubicBezTo>
                    <a:pt x="15" y="5"/>
                    <a:pt x="17" y="2"/>
                    <a:pt x="16" y="1"/>
                  </a:cubicBezTo>
                  <a:cubicBezTo>
                    <a:pt x="16" y="0"/>
                    <a:pt x="14" y="2"/>
                    <a:pt x="14" y="2"/>
                  </a:cubicBezTo>
                  <a:cubicBezTo>
                    <a:pt x="12" y="3"/>
                    <a:pt x="11" y="1"/>
                    <a:pt x="10" y="2"/>
                  </a:cubicBezTo>
                  <a:cubicBezTo>
                    <a:pt x="8" y="2"/>
                    <a:pt x="12" y="5"/>
                    <a:pt x="8" y="5"/>
                  </a:cubicBezTo>
                  <a:cubicBezTo>
                    <a:pt x="6" y="4"/>
                    <a:pt x="9" y="8"/>
                    <a:pt x="6" y="8"/>
                  </a:cubicBezTo>
                  <a:cubicBezTo>
                    <a:pt x="5" y="9"/>
                    <a:pt x="0" y="8"/>
                    <a:pt x="1" y="10"/>
                  </a:cubicBezTo>
                  <a:cubicBezTo>
                    <a:pt x="2" y="13"/>
                    <a:pt x="5" y="11"/>
                    <a:pt x="4" y="14"/>
                  </a:cubicBezTo>
                  <a:cubicBezTo>
                    <a:pt x="4" y="17"/>
                    <a:pt x="7" y="17"/>
                    <a:pt x="4" y="19"/>
                  </a:cubicBezTo>
                  <a:cubicBezTo>
                    <a:pt x="3" y="20"/>
                    <a:pt x="1" y="24"/>
                    <a:pt x="4" y="24"/>
                  </a:cubicBezTo>
                  <a:cubicBezTo>
                    <a:pt x="6" y="24"/>
                    <a:pt x="8" y="21"/>
                    <a:pt x="9" y="22"/>
                  </a:cubicBezTo>
                  <a:cubicBezTo>
                    <a:pt x="12" y="25"/>
                    <a:pt x="9" y="20"/>
                    <a:pt x="12" y="20"/>
                  </a:cubicBezTo>
                  <a:cubicBezTo>
                    <a:pt x="14" y="20"/>
                    <a:pt x="15" y="19"/>
                    <a:pt x="17" y="17"/>
                  </a:cubicBezTo>
                  <a:cubicBezTo>
                    <a:pt x="18" y="14"/>
                    <a:pt x="19" y="15"/>
                    <a:pt x="20" y="17"/>
                  </a:cubicBezTo>
                  <a:cubicBezTo>
                    <a:pt x="21" y="18"/>
                    <a:pt x="22" y="19"/>
                    <a:pt x="22" y="21"/>
                  </a:cubicBezTo>
                  <a:cubicBezTo>
                    <a:pt x="22" y="22"/>
                    <a:pt x="21" y="23"/>
                    <a:pt x="21" y="24"/>
                  </a:cubicBezTo>
                  <a:cubicBezTo>
                    <a:pt x="22" y="27"/>
                    <a:pt x="26" y="24"/>
                    <a:pt x="27" y="23"/>
                  </a:cubicBezTo>
                  <a:cubicBezTo>
                    <a:pt x="28" y="22"/>
                    <a:pt x="31" y="20"/>
                    <a:pt x="32" y="21"/>
                  </a:cubicBezTo>
                  <a:cubicBezTo>
                    <a:pt x="34" y="23"/>
                    <a:pt x="36" y="20"/>
                    <a:pt x="39" y="21"/>
                  </a:cubicBezTo>
                  <a:cubicBezTo>
                    <a:pt x="40" y="20"/>
                    <a:pt x="38" y="18"/>
                    <a:pt x="38" y="18"/>
                  </a:cubicBezTo>
                  <a:cubicBezTo>
                    <a:pt x="37" y="16"/>
                    <a:pt x="38" y="14"/>
                    <a:pt x="36" y="14"/>
                  </a:cubicBezTo>
                  <a:cubicBezTo>
                    <a:pt x="33" y="15"/>
                    <a:pt x="31" y="12"/>
                    <a:pt x="32" y="9"/>
                  </a:cubicBezTo>
                  <a:cubicBezTo>
                    <a:pt x="32" y="9"/>
                    <a:pt x="31" y="9"/>
                    <a:pt x="30" y="10"/>
                  </a:cubicBezTo>
                  <a:cubicBezTo>
                    <a:pt x="29" y="10"/>
                    <a:pt x="31" y="9"/>
                    <a:pt x="30"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50" name="Freeform 697">
              <a:extLst>
                <a:ext uri="{FF2B5EF4-FFF2-40B4-BE49-F238E27FC236}">
                  <a16:creationId xmlns:a16="http://schemas.microsoft.com/office/drawing/2014/main" id="{BE490F02-4A02-F3D0-6BA8-2FB035DCEFAE}"/>
                </a:ext>
              </a:extLst>
            </p:cNvPr>
            <p:cNvSpPr>
              <a:spLocks/>
            </p:cNvSpPr>
            <p:nvPr/>
          </p:nvSpPr>
          <p:spPr bwMode="auto">
            <a:xfrm>
              <a:off x="14515484" y="7230053"/>
              <a:ext cx="773889" cy="691265"/>
            </a:xfrm>
            <a:custGeom>
              <a:avLst/>
              <a:gdLst>
                <a:gd name="T0" fmla="*/ 8 w 83"/>
                <a:gd name="T1" fmla="*/ 51 h 74"/>
                <a:gd name="T2" fmla="*/ 9 w 83"/>
                <a:gd name="T3" fmla="*/ 54 h 74"/>
                <a:gd name="T4" fmla="*/ 11 w 83"/>
                <a:gd name="T5" fmla="*/ 57 h 74"/>
                <a:gd name="T6" fmla="*/ 5 w 83"/>
                <a:gd name="T7" fmla="*/ 61 h 74"/>
                <a:gd name="T8" fmla="*/ 3 w 83"/>
                <a:gd name="T9" fmla="*/ 64 h 74"/>
                <a:gd name="T10" fmla="*/ 6 w 83"/>
                <a:gd name="T11" fmla="*/ 66 h 74"/>
                <a:gd name="T12" fmla="*/ 13 w 83"/>
                <a:gd name="T13" fmla="*/ 64 h 74"/>
                <a:gd name="T14" fmla="*/ 19 w 83"/>
                <a:gd name="T15" fmla="*/ 65 h 74"/>
                <a:gd name="T16" fmla="*/ 23 w 83"/>
                <a:gd name="T17" fmla="*/ 65 h 74"/>
                <a:gd name="T18" fmla="*/ 28 w 83"/>
                <a:gd name="T19" fmla="*/ 64 h 74"/>
                <a:gd name="T20" fmla="*/ 29 w 83"/>
                <a:gd name="T21" fmla="*/ 67 h 74"/>
                <a:gd name="T22" fmla="*/ 32 w 83"/>
                <a:gd name="T23" fmla="*/ 69 h 74"/>
                <a:gd name="T24" fmla="*/ 33 w 83"/>
                <a:gd name="T25" fmla="*/ 73 h 74"/>
                <a:gd name="T26" fmla="*/ 34 w 83"/>
                <a:gd name="T27" fmla="*/ 71 h 74"/>
                <a:gd name="T28" fmla="*/ 36 w 83"/>
                <a:gd name="T29" fmla="*/ 73 h 74"/>
                <a:gd name="T30" fmla="*/ 43 w 83"/>
                <a:gd name="T31" fmla="*/ 71 h 74"/>
                <a:gd name="T32" fmla="*/ 46 w 83"/>
                <a:gd name="T33" fmla="*/ 70 h 74"/>
                <a:gd name="T34" fmla="*/ 50 w 83"/>
                <a:gd name="T35" fmla="*/ 70 h 74"/>
                <a:gd name="T36" fmla="*/ 48 w 83"/>
                <a:gd name="T37" fmla="*/ 64 h 74"/>
                <a:gd name="T38" fmla="*/ 46 w 83"/>
                <a:gd name="T39" fmla="*/ 61 h 74"/>
                <a:gd name="T40" fmla="*/ 44 w 83"/>
                <a:gd name="T41" fmla="*/ 57 h 74"/>
                <a:gd name="T42" fmla="*/ 46 w 83"/>
                <a:gd name="T43" fmla="*/ 52 h 74"/>
                <a:gd name="T44" fmla="*/ 49 w 83"/>
                <a:gd name="T45" fmla="*/ 52 h 74"/>
                <a:gd name="T46" fmla="*/ 52 w 83"/>
                <a:gd name="T47" fmla="*/ 52 h 74"/>
                <a:gd name="T48" fmla="*/ 57 w 83"/>
                <a:gd name="T49" fmla="*/ 46 h 74"/>
                <a:gd name="T50" fmla="*/ 60 w 83"/>
                <a:gd name="T51" fmla="*/ 44 h 74"/>
                <a:gd name="T52" fmla="*/ 62 w 83"/>
                <a:gd name="T53" fmla="*/ 41 h 74"/>
                <a:gd name="T54" fmla="*/ 65 w 83"/>
                <a:gd name="T55" fmla="*/ 39 h 74"/>
                <a:gd name="T56" fmla="*/ 66 w 83"/>
                <a:gd name="T57" fmla="*/ 37 h 74"/>
                <a:gd name="T58" fmla="*/ 69 w 83"/>
                <a:gd name="T59" fmla="*/ 33 h 74"/>
                <a:gd name="T60" fmla="*/ 71 w 83"/>
                <a:gd name="T61" fmla="*/ 27 h 74"/>
                <a:gd name="T62" fmla="*/ 66 w 83"/>
                <a:gd name="T63" fmla="*/ 23 h 74"/>
                <a:gd name="T64" fmla="*/ 65 w 83"/>
                <a:gd name="T65" fmla="*/ 16 h 74"/>
                <a:gd name="T66" fmla="*/ 70 w 83"/>
                <a:gd name="T67" fmla="*/ 14 h 74"/>
                <a:gd name="T68" fmla="*/ 74 w 83"/>
                <a:gd name="T69" fmla="*/ 15 h 74"/>
                <a:gd name="T70" fmla="*/ 77 w 83"/>
                <a:gd name="T71" fmla="*/ 13 h 74"/>
                <a:gd name="T72" fmla="*/ 83 w 83"/>
                <a:gd name="T73" fmla="*/ 10 h 74"/>
                <a:gd name="T74" fmla="*/ 76 w 83"/>
                <a:gd name="T75" fmla="*/ 6 h 74"/>
                <a:gd name="T76" fmla="*/ 74 w 83"/>
                <a:gd name="T77" fmla="*/ 2 h 74"/>
                <a:gd name="T78" fmla="*/ 71 w 83"/>
                <a:gd name="T79" fmla="*/ 0 h 74"/>
                <a:gd name="T80" fmla="*/ 65 w 83"/>
                <a:gd name="T81" fmla="*/ 1 h 74"/>
                <a:gd name="T82" fmla="*/ 56 w 83"/>
                <a:gd name="T83" fmla="*/ 4 h 74"/>
                <a:gd name="T84" fmla="*/ 53 w 83"/>
                <a:gd name="T85" fmla="*/ 8 h 74"/>
                <a:gd name="T86" fmla="*/ 51 w 83"/>
                <a:gd name="T87" fmla="*/ 13 h 74"/>
                <a:gd name="T88" fmla="*/ 48 w 83"/>
                <a:gd name="T89" fmla="*/ 18 h 74"/>
                <a:gd name="T90" fmla="*/ 47 w 83"/>
                <a:gd name="T91" fmla="*/ 21 h 74"/>
                <a:gd name="T92" fmla="*/ 43 w 83"/>
                <a:gd name="T93" fmla="*/ 24 h 74"/>
                <a:gd name="T94" fmla="*/ 41 w 83"/>
                <a:gd name="T95" fmla="*/ 30 h 74"/>
                <a:gd name="T96" fmla="*/ 38 w 83"/>
                <a:gd name="T97" fmla="*/ 30 h 74"/>
                <a:gd name="T98" fmla="*/ 34 w 83"/>
                <a:gd name="T99" fmla="*/ 32 h 74"/>
                <a:gd name="T100" fmla="*/ 30 w 83"/>
                <a:gd name="T101" fmla="*/ 33 h 74"/>
                <a:gd name="T102" fmla="*/ 27 w 83"/>
                <a:gd name="T103" fmla="*/ 37 h 74"/>
                <a:gd name="T104" fmla="*/ 22 w 83"/>
                <a:gd name="T105" fmla="*/ 42 h 74"/>
                <a:gd name="T106" fmla="*/ 13 w 83"/>
                <a:gd name="T107" fmla="*/ 43 h 74"/>
                <a:gd name="T108" fmla="*/ 0 w 83"/>
                <a:gd name="T109" fmla="*/ 40 h 74"/>
                <a:gd name="T110" fmla="*/ 3 w 83"/>
                <a:gd name="T111" fmla="*/ 46 h 74"/>
                <a:gd name="T112" fmla="*/ 8 w 83"/>
                <a:gd name="T113" fmla="*/ 5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 h="74">
                  <a:moveTo>
                    <a:pt x="8" y="51"/>
                  </a:moveTo>
                  <a:cubicBezTo>
                    <a:pt x="8" y="52"/>
                    <a:pt x="8" y="53"/>
                    <a:pt x="9" y="54"/>
                  </a:cubicBezTo>
                  <a:cubicBezTo>
                    <a:pt x="10" y="55"/>
                    <a:pt x="11" y="56"/>
                    <a:pt x="11" y="57"/>
                  </a:cubicBezTo>
                  <a:cubicBezTo>
                    <a:pt x="11" y="58"/>
                    <a:pt x="6" y="60"/>
                    <a:pt x="5" y="61"/>
                  </a:cubicBezTo>
                  <a:cubicBezTo>
                    <a:pt x="4" y="61"/>
                    <a:pt x="3" y="62"/>
                    <a:pt x="3" y="64"/>
                  </a:cubicBezTo>
                  <a:cubicBezTo>
                    <a:pt x="3" y="66"/>
                    <a:pt x="3" y="66"/>
                    <a:pt x="6" y="66"/>
                  </a:cubicBezTo>
                  <a:cubicBezTo>
                    <a:pt x="8" y="65"/>
                    <a:pt x="11" y="65"/>
                    <a:pt x="13" y="64"/>
                  </a:cubicBezTo>
                  <a:cubicBezTo>
                    <a:pt x="15" y="64"/>
                    <a:pt x="17" y="64"/>
                    <a:pt x="19" y="65"/>
                  </a:cubicBezTo>
                  <a:cubicBezTo>
                    <a:pt x="20" y="65"/>
                    <a:pt x="22" y="65"/>
                    <a:pt x="23" y="65"/>
                  </a:cubicBezTo>
                  <a:cubicBezTo>
                    <a:pt x="25" y="65"/>
                    <a:pt x="26" y="64"/>
                    <a:pt x="28" y="64"/>
                  </a:cubicBezTo>
                  <a:cubicBezTo>
                    <a:pt x="29" y="64"/>
                    <a:pt x="29" y="66"/>
                    <a:pt x="29" y="67"/>
                  </a:cubicBezTo>
                  <a:cubicBezTo>
                    <a:pt x="30" y="68"/>
                    <a:pt x="31" y="68"/>
                    <a:pt x="32" y="69"/>
                  </a:cubicBezTo>
                  <a:cubicBezTo>
                    <a:pt x="32" y="70"/>
                    <a:pt x="33" y="72"/>
                    <a:pt x="33" y="73"/>
                  </a:cubicBezTo>
                  <a:cubicBezTo>
                    <a:pt x="35" y="74"/>
                    <a:pt x="34" y="72"/>
                    <a:pt x="34" y="71"/>
                  </a:cubicBezTo>
                  <a:cubicBezTo>
                    <a:pt x="35" y="71"/>
                    <a:pt x="36" y="73"/>
                    <a:pt x="36" y="73"/>
                  </a:cubicBezTo>
                  <a:cubicBezTo>
                    <a:pt x="38" y="72"/>
                    <a:pt x="40" y="70"/>
                    <a:pt x="43" y="71"/>
                  </a:cubicBezTo>
                  <a:cubicBezTo>
                    <a:pt x="44" y="71"/>
                    <a:pt x="45" y="71"/>
                    <a:pt x="46" y="70"/>
                  </a:cubicBezTo>
                  <a:cubicBezTo>
                    <a:pt x="47" y="70"/>
                    <a:pt x="49" y="70"/>
                    <a:pt x="50" y="70"/>
                  </a:cubicBezTo>
                  <a:cubicBezTo>
                    <a:pt x="51" y="69"/>
                    <a:pt x="49" y="64"/>
                    <a:pt x="48" y="64"/>
                  </a:cubicBezTo>
                  <a:cubicBezTo>
                    <a:pt x="47" y="63"/>
                    <a:pt x="46" y="63"/>
                    <a:pt x="46" y="61"/>
                  </a:cubicBezTo>
                  <a:cubicBezTo>
                    <a:pt x="46" y="59"/>
                    <a:pt x="45" y="58"/>
                    <a:pt x="44" y="57"/>
                  </a:cubicBezTo>
                  <a:cubicBezTo>
                    <a:pt x="41" y="56"/>
                    <a:pt x="45" y="54"/>
                    <a:pt x="46" y="52"/>
                  </a:cubicBezTo>
                  <a:cubicBezTo>
                    <a:pt x="47" y="52"/>
                    <a:pt x="47" y="51"/>
                    <a:pt x="49" y="52"/>
                  </a:cubicBezTo>
                  <a:cubicBezTo>
                    <a:pt x="51" y="54"/>
                    <a:pt x="50" y="52"/>
                    <a:pt x="52" y="52"/>
                  </a:cubicBezTo>
                  <a:cubicBezTo>
                    <a:pt x="56" y="51"/>
                    <a:pt x="55" y="48"/>
                    <a:pt x="57" y="46"/>
                  </a:cubicBezTo>
                  <a:cubicBezTo>
                    <a:pt x="58" y="45"/>
                    <a:pt x="60" y="45"/>
                    <a:pt x="60" y="44"/>
                  </a:cubicBezTo>
                  <a:cubicBezTo>
                    <a:pt x="61" y="43"/>
                    <a:pt x="62" y="42"/>
                    <a:pt x="62" y="41"/>
                  </a:cubicBezTo>
                  <a:cubicBezTo>
                    <a:pt x="62" y="40"/>
                    <a:pt x="64" y="39"/>
                    <a:pt x="65" y="39"/>
                  </a:cubicBezTo>
                  <a:cubicBezTo>
                    <a:pt x="66" y="39"/>
                    <a:pt x="66" y="37"/>
                    <a:pt x="66" y="37"/>
                  </a:cubicBezTo>
                  <a:cubicBezTo>
                    <a:pt x="66" y="34"/>
                    <a:pt x="70" y="36"/>
                    <a:pt x="69" y="33"/>
                  </a:cubicBezTo>
                  <a:cubicBezTo>
                    <a:pt x="69" y="30"/>
                    <a:pt x="68" y="29"/>
                    <a:pt x="71" y="27"/>
                  </a:cubicBezTo>
                  <a:cubicBezTo>
                    <a:pt x="72" y="27"/>
                    <a:pt x="67" y="24"/>
                    <a:pt x="66" y="23"/>
                  </a:cubicBezTo>
                  <a:cubicBezTo>
                    <a:pt x="65" y="21"/>
                    <a:pt x="66" y="18"/>
                    <a:pt x="65" y="16"/>
                  </a:cubicBezTo>
                  <a:cubicBezTo>
                    <a:pt x="65" y="13"/>
                    <a:pt x="68" y="13"/>
                    <a:pt x="70" y="14"/>
                  </a:cubicBezTo>
                  <a:cubicBezTo>
                    <a:pt x="71" y="14"/>
                    <a:pt x="73" y="15"/>
                    <a:pt x="74" y="15"/>
                  </a:cubicBezTo>
                  <a:cubicBezTo>
                    <a:pt x="76" y="15"/>
                    <a:pt x="76" y="14"/>
                    <a:pt x="77" y="13"/>
                  </a:cubicBezTo>
                  <a:cubicBezTo>
                    <a:pt x="80" y="13"/>
                    <a:pt x="81" y="13"/>
                    <a:pt x="83" y="10"/>
                  </a:cubicBezTo>
                  <a:cubicBezTo>
                    <a:pt x="80" y="9"/>
                    <a:pt x="77" y="8"/>
                    <a:pt x="76" y="6"/>
                  </a:cubicBezTo>
                  <a:cubicBezTo>
                    <a:pt x="75" y="5"/>
                    <a:pt x="75" y="3"/>
                    <a:pt x="74" y="2"/>
                  </a:cubicBezTo>
                  <a:cubicBezTo>
                    <a:pt x="73" y="1"/>
                    <a:pt x="72" y="1"/>
                    <a:pt x="71" y="0"/>
                  </a:cubicBezTo>
                  <a:cubicBezTo>
                    <a:pt x="69" y="0"/>
                    <a:pt x="66" y="1"/>
                    <a:pt x="65" y="1"/>
                  </a:cubicBezTo>
                  <a:cubicBezTo>
                    <a:pt x="61" y="0"/>
                    <a:pt x="59" y="2"/>
                    <a:pt x="56" y="4"/>
                  </a:cubicBezTo>
                  <a:cubicBezTo>
                    <a:pt x="53" y="5"/>
                    <a:pt x="51" y="5"/>
                    <a:pt x="53" y="8"/>
                  </a:cubicBezTo>
                  <a:cubicBezTo>
                    <a:pt x="55" y="10"/>
                    <a:pt x="53" y="12"/>
                    <a:pt x="51" y="13"/>
                  </a:cubicBezTo>
                  <a:cubicBezTo>
                    <a:pt x="49" y="15"/>
                    <a:pt x="52" y="19"/>
                    <a:pt x="48" y="18"/>
                  </a:cubicBezTo>
                  <a:cubicBezTo>
                    <a:pt x="43" y="18"/>
                    <a:pt x="47" y="19"/>
                    <a:pt x="47" y="21"/>
                  </a:cubicBezTo>
                  <a:cubicBezTo>
                    <a:pt x="48" y="22"/>
                    <a:pt x="44" y="23"/>
                    <a:pt x="43" y="24"/>
                  </a:cubicBezTo>
                  <a:cubicBezTo>
                    <a:pt x="42" y="26"/>
                    <a:pt x="42" y="30"/>
                    <a:pt x="41" y="30"/>
                  </a:cubicBezTo>
                  <a:cubicBezTo>
                    <a:pt x="40" y="31"/>
                    <a:pt x="39" y="30"/>
                    <a:pt x="38" y="30"/>
                  </a:cubicBezTo>
                  <a:cubicBezTo>
                    <a:pt x="36" y="30"/>
                    <a:pt x="35" y="31"/>
                    <a:pt x="34" y="32"/>
                  </a:cubicBezTo>
                  <a:cubicBezTo>
                    <a:pt x="32" y="33"/>
                    <a:pt x="31" y="32"/>
                    <a:pt x="30" y="33"/>
                  </a:cubicBezTo>
                  <a:cubicBezTo>
                    <a:pt x="28" y="34"/>
                    <a:pt x="28" y="35"/>
                    <a:pt x="27" y="37"/>
                  </a:cubicBezTo>
                  <a:cubicBezTo>
                    <a:pt x="27" y="40"/>
                    <a:pt x="25" y="41"/>
                    <a:pt x="22" y="42"/>
                  </a:cubicBezTo>
                  <a:cubicBezTo>
                    <a:pt x="19" y="43"/>
                    <a:pt x="16" y="43"/>
                    <a:pt x="13" y="43"/>
                  </a:cubicBezTo>
                  <a:cubicBezTo>
                    <a:pt x="8" y="43"/>
                    <a:pt x="4" y="42"/>
                    <a:pt x="0" y="40"/>
                  </a:cubicBezTo>
                  <a:cubicBezTo>
                    <a:pt x="1" y="42"/>
                    <a:pt x="2" y="44"/>
                    <a:pt x="3" y="46"/>
                  </a:cubicBezTo>
                  <a:cubicBezTo>
                    <a:pt x="4" y="47"/>
                    <a:pt x="8" y="48"/>
                    <a:pt x="8" y="5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51" name="Freeform 698">
              <a:extLst>
                <a:ext uri="{FF2B5EF4-FFF2-40B4-BE49-F238E27FC236}">
                  <a16:creationId xmlns:a16="http://schemas.microsoft.com/office/drawing/2014/main" id="{C11FFB63-A91B-EF15-4CBE-4D4380CB5612}"/>
                </a:ext>
              </a:extLst>
            </p:cNvPr>
            <p:cNvSpPr>
              <a:spLocks/>
            </p:cNvSpPr>
            <p:nvPr/>
          </p:nvSpPr>
          <p:spPr bwMode="auto">
            <a:xfrm>
              <a:off x="14477266" y="7144043"/>
              <a:ext cx="700638" cy="496944"/>
            </a:xfrm>
            <a:custGeom>
              <a:avLst/>
              <a:gdLst>
                <a:gd name="T0" fmla="*/ 72 w 75"/>
                <a:gd name="T1" fmla="*/ 7 h 53"/>
                <a:gd name="T2" fmla="*/ 69 w 75"/>
                <a:gd name="T3" fmla="*/ 8 h 53"/>
                <a:gd name="T4" fmla="*/ 67 w 75"/>
                <a:gd name="T5" fmla="*/ 7 h 53"/>
                <a:gd name="T6" fmla="*/ 62 w 75"/>
                <a:gd name="T7" fmla="*/ 10 h 53"/>
                <a:gd name="T8" fmla="*/ 57 w 75"/>
                <a:gd name="T9" fmla="*/ 11 h 53"/>
                <a:gd name="T10" fmla="*/ 57 w 75"/>
                <a:gd name="T11" fmla="*/ 4 h 53"/>
                <a:gd name="T12" fmla="*/ 54 w 75"/>
                <a:gd name="T13" fmla="*/ 1 h 53"/>
                <a:gd name="T14" fmla="*/ 50 w 75"/>
                <a:gd name="T15" fmla="*/ 6 h 53"/>
                <a:gd name="T16" fmla="*/ 47 w 75"/>
                <a:gd name="T17" fmla="*/ 8 h 53"/>
                <a:gd name="T18" fmla="*/ 44 w 75"/>
                <a:gd name="T19" fmla="*/ 8 h 53"/>
                <a:gd name="T20" fmla="*/ 39 w 75"/>
                <a:gd name="T21" fmla="*/ 10 h 53"/>
                <a:gd name="T22" fmla="*/ 34 w 75"/>
                <a:gd name="T23" fmla="*/ 7 h 53"/>
                <a:gd name="T24" fmla="*/ 28 w 75"/>
                <a:gd name="T25" fmla="*/ 6 h 53"/>
                <a:gd name="T26" fmla="*/ 27 w 75"/>
                <a:gd name="T27" fmla="*/ 8 h 53"/>
                <a:gd name="T28" fmla="*/ 24 w 75"/>
                <a:gd name="T29" fmla="*/ 9 h 53"/>
                <a:gd name="T30" fmla="*/ 21 w 75"/>
                <a:gd name="T31" fmla="*/ 14 h 53"/>
                <a:gd name="T32" fmla="*/ 15 w 75"/>
                <a:gd name="T33" fmla="*/ 17 h 53"/>
                <a:gd name="T34" fmla="*/ 11 w 75"/>
                <a:gd name="T35" fmla="*/ 19 h 53"/>
                <a:gd name="T36" fmla="*/ 5 w 75"/>
                <a:gd name="T37" fmla="*/ 16 h 53"/>
                <a:gd name="T38" fmla="*/ 4 w 75"/>
                <a:gd name="T39" fmla="*/ 23 h 53"/>
                <a:gd name="T40" fmla="*/ 3 w 75"/>
                <a:gd name="T41" fmla="*/ 29 h 53"/>
                <a:gd name="T42" fmla="*/ 2 w 75"/>
                <a:gd name="T43" fmla="*/ 33 h 53"/>
                <a:gd name="T44" fmla="*/ 3 w 75"/>
                <a:gd name="T45" fmla="*/ 37 h 53"/>
                <a:gd name="T46" fmla="*/ 4 w 75"/>
                <a:gd name="T47" fmla="*/ 40 h 53"/>
                <a:gd name="T48" fmla="*/ 8 w 75"/>
                <a:gd name="T49" fmla="*/ 43 h 53"/>
                <a:gd name="T50" fmla="*/ 4 w 75"/>
                <a:gd name="T51" fmla="*/ 49 h 53"/>
                <a:gd name="T52" fmla="*/ 29 w 75"/>
                <a:gd name="T53" fmla="*/ 50 h 53"/>
                <a:gd name="T54" fmla="*/ 32 w 75"/>
                <a:gd name="T55" fmla="*/ 43 h 53"/>
                <a:gd name="T56" fmla="*/ 39 w 75"/>
                <a:gd name="T57" fmla="*/ 40 h 53"/>
                <a:gd name="T58" fmla="*/ 43 w 75"/>
                <a:gd name="T59" fmla="*/ 39 h 53"/>
                <a:gd name="T60" fmla="*/ 45 w 75"/>
                <a:gd name="T61" fmla="*/ 39 h 53"/>
                <a:gd name="T62" fmla="*/ 47 w 75"/>
                <a:gd name="T63" fmla="*/ 33 h 53"/>
                <a:gd name="T64" fmla="*/ 51 w 75"/>
                <a:gd name="T65" fmla="*/ 30 h 53"/>
                <a:gd name="T66" fmla="*/ 51 w 75"/>
                <a:gd name="T67" fmla="*/ 27 h 53"/>
                <a:gd name="T68" fmla="*/ 55 w 75"/>
                <a:gd name="T69" fmla="*/ 26 h 53"/>
                <a:gd name="T70" fmla="*/ 55 w 75"/>
                <a:gd name="T71" fmla="*/ 23 h 53"/>
                <a:gd name="T72" fmla="*/ 58 w 75"/>
                <a:gd name="T73" fmla="*/ 19 h 53"/>
                <a:gd name="T74" fmla="*/ 56 w 75"/>
                <a:gd name="T75" fmla="*/ 14 h 53"/>
                <a:gd name="T76" fmla="*/ 63 w 75"/>
                <a:gd name="T77" fmla="*/ 11 h 53"/>
                <a:gd name="T78" fmla="*/ 70 w 75"/>
                <a:gd name="T79" fmla="*/ 10 h 53"/>
                <a:gd name="T80" fmla="*/ 74 w 75"/>
                <a:gd name="T81" fmla="*/ 9 h 53"/>
                <a:gd name="T82" fmla="*/ 75 w 75"/>
                <a:gd name="T83" fmla="*/ 7 h 53"/>
                <a:gd name="T84" fmla="*/ 72 w 75"/>
                <a:gd name="T85" fmla="*/ 7 h 53"/>
                <a:gd name="T86" fmla="*/ 72 w 75"/>
                <a:gd name="T87"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 h="53">
                  <a:moveTo>
                    <a:pt x="72" y="7"/>
                  </a:moveTo>
                  <a:cubicBezTo>
                    <a:pt x="71" y="7"/>
                    <a:pt x="70" y="9"/>
                    <a:pt x="69" y="8"/>
                  </a:cubicBezTo>
                  <a:cubicBezTo>
                    <a:pt x="68" y="8"/>
                    <a:pt x="68" y="6"/>
                    <a:pt x="67" y="7"/>
                  </a:cubicBezTo>
                  <a:cubicBezTo>
                    <a:pt x="65" y="7"/>
                    <a:pt x="63" y="9"/>
                    <a:pt x="62" y="10"/>
                  </a:cubicBezTo>
                  <a:cubicBezTo>
                    <a:pt x="61" y="10"/>
                    <a:pt x="59" y="12"/>
                    <a:pt x="57" y="11"/>
                  </a:cubicBezTo>
                  <a:cubicBezTo>
                    <a:pt x="56" y="10"/>
                    <a:pt x="59" y="6"/>
                    <a:pt x="57" y="4"/>
                  </a:cubicBezTo>
                  <a:cubicBezTo>
                    <a:pt x="57" y="4"/>
                    <a:pt x="55" y="0"/>
                    <a:pt x="54" y="1"/>
                  </a:cubicBezTo>
                  <a:cubicBezTo>
                    <a:pt x="53" y="3"/>
                    <a:pt x="52" y="5"/>
                    <a:pt x="50" y="6"/>
                  </a:cubicBezTo>
                  <a:cubicBezTo>
                    <a:pt x="48" y="7"/>
                    <a:pt x="47" y="6"/>
                    <a:pt x="47" y="8"/>
                  </a:cubicBezTo>
                  <a:cubicBezTo>
                    <a:pt x="46" y="11"/>
                    <a:pt x="45" y="7"/>
                    <a:pt x="44" y="8"/>
                  </a:cubicBezTo>
                  <a:cubicBezTo>
                    <a:pt x="42" y="9"/>
                    <a:pt x="41" y="10"/>
                    <a:pt x="39" y="10"/>
                  </a:cubicBezTo>
                  <a:cubicBezTo>
                    <a:pt x="37" y="9"/>
                    <a:pt x="35" y="8"/>
                    <a:pt x="34" y="7"/>
                  </a:cubicBezTo>
                  <a:cubicBezTo>
                    <a:pt x="33" y="7"/>
                    <a:pt x="28" y="6"/>
                    <a:pt x="28" y="6"/>
                  </a:cubicBezTo>
                  <a:cubicBezTo>
                    <a:pt x="27" y="7"/>
                    <a:pt x="28" y="8"/>
                    <a:pt x="27" y="8"/>
                  </a:cubicBezTo>
                  <a:cubicBezTo>
                    <a:pt x="26" y="8"/>
                    <a:pt x="24" y="8"/>
                    <a:pt x="24" y="9"/>
                  </a:cubicBezTo>
                  <a:cubicBezTo>
                    <a:pt x="23" y="11"/>
                    <a:pt x="23" y="13"/>
                    <a:pt x="21" y="14"/>
                  </a:cubicBezTo>
                  <a:cubicBezTo>
                    <a:pt x="18" y="16"/>
                    <a:pt x="17" y="15"/>
                    <a:pt x="15" y="17"/>
                  </a:cubicBezTo>
                  <a:cubicBezTo>
                    <a:pt x="14" y="19"/>
                    <a:pt x="12" y="19"/>
                    <a:pt x="11" y="19"/>
                  </a:cubicBezTo>
                  <a:cubicBezTo>
                    <a:pt x="10" y="18"/>
                    <a:pt x="5" y="17"/>
                    <a:pt x="5" y="16"/>
                  </a:cubicBezTo>
                  <a:cubicBezTo>
                    <a:pt x="5" y="19"/>
                    <a:pt x="5" y="21"/>
                    <a:pt x="4" y="23"/>
                  </a:cubicBezTo>
                  <a:cubicBezTo>
                    <a:pt x="2" y="25"/>
                    <a:pt x="0" y="27"/>
                    <a:pt x="3" y="29"/>
                  </a:cubicBezTo>
                  <a:cubicBezTo>
                    <a:pt x="4" y="30"/>
                    <a:pt x="2" y="31"/>
                    <a:pt x="2" y="33"/>
                  </a:cubicBezTo>
                  <a:cubicBezTo>
                    <a:pt x="2" y="34"/>
                    <a:pt x="2" y="36"/>
                    <a:pt x="3" y="37"/>
                  </a:cubicBezTo>
                  <a:cubicBezTo>
                    <a:pt x="3" y="39"/>
                    <a:pt x="2" y="40"/>
                    <a:pt x="4" y="40"/>
                  </a:cubicBezTo>
                  <a:cubicBezTo>
                    <a:pt x="7" y="41"/>
                    <a:pt x="8" y="40"/>
                    <a:pt x="8" y="43"/>
                  </a:cubicBezTo>
                  <a:cubicBezTo>
                    <a:pt x="8" y="45"/>
                    <a:pt x="5" y="48"/>
                    <a:pt x="4" y="49"/>
                  </a:cubicBezTo>
                  <a:cubicBezTo>
                    <a:pt x="12" y="53"/>
                    <a:pt x="21" y="52"/>
                    <a:pt x="29" y="50"/>
                  </a:cubicBezTo>
                  <a:cubicBezTo>
                    <a:pt x="32" y="49"/>
                    <a:pt x="31" y="45"/>
                    <a:pt x="32" y="43"/>
                  </a:cubicBezTo>
                  <a:cubicBezTo>
                    <a:pt x="33" y="41"/>
                    <a:pt x="37" y="42"/>
                    <a:pt x="39" y="40"/>
                  </a:cubicBezTo>
                  <a:cubicBezTo>
                    <a:pt x="40" y="40"/>
                    <a:pt x="41" y="39"/>
                    <a:pt x="43" y="39"/>
                  </a:cubicBezTo>
                  <a:cubicBezTo>
                    <a:pt x="43" y="39"/>
                    <a:pt x="45" y="40"/>
                    <a:pt x="45" y="39"/>
                  </a:cubicBezTo>
                  <a:cubicBezTo>
                    <a:pt x="46" y="37"/>
                    <a:pt x="46" y="35"/>
                    <a:pt x="47" y="33"/>
                  </a:cubicBezTo>
                  <a:cubicBezTo>
                    <a:pt x="48" y="32"/>
                    <a:pt x="52" y="31"/>
                    <a:pt x="51" y="30"/>
                  </a:cubicBezTo>
                  <a:cubicBezTo>
                    <a:pt x="51" y="29"/>
                    <a:pt x="47" y="27"/>
                    <a:pt x="51" y="27"/>
                  </a:cubicBezTo>
                  <a:cubicBezTo>
                    <a:pt x="52" y="27"/>
                    <a:pt x="54" y="28"/>
                    <a:pt x="55" y="26"/>
                  </a:cubicBezTo>
                  <a:cubicBezTo>
                    <a:pt x="55" y="25"/>
                    <a:pt x="54" y="24"/>
                    <a:pt x="55" y="23"/>
                  </a:cubicBezTo>
                  <a:cubicBezTo>
                    <a:pt x="55" y="21"/>
                    <a:pt x="58" y="21"/>
                    <a:pt x="58" y="19"/>
                  </a:cubicBezTo>
                  <a:cubicBezTo>
                    <a:pt x="58" y="17"/>
                    <a:pt x="55" y="16"/>
                    <a:pt x="56" y="14"/>
                  </a:cubicBezTo>
                  <a:cubicBezTo>
                    <a:pt x="58" y="13"/>
                    <a:pt x="61" y="12"/>
                    <a:pt x="63" y="11"/>
                  </a:cubicBezTo>
                  <a:cubicBezTo>
                    <a:pt x="65" y="9"/>
                    <a:pt x="68" y="10"/>
                    <a:pt x="70" y="10"/>
                  </a:cubicBezTo>
                  <a:cubicBezTo>
                    <a:pt x="71" y="10"/>
                    <a:pt x="73" y="10"/>
                    <a:pt x="74" y="9"/>
                  </a:cubicBezTo>
                  <a:cubicBezTo>
                    <a:pt x="74" y="9"/>
                    <a:pt x="75" y="8"/>
                    <a:pt x="75" y="7"/>
                  </a:cubicBezTo>
                  <a:cubicBezTo>
                    <a:pt x="74" y="7"/>
                    <a:pt x="73" y="7"/>
                    <a:pt x="72" y="7"/>
                  </a:cubicBezTo>
                  <a:cubicBezTo>
                    <a:pt x="71" y="8"/>
                    <a:pt x="73" y="7"/>
                    <a:pt x="72" y="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52" name="Freeform 699">
              <a:extLst>
                <a:ext uri="{FF2B5EF4-FFF2-40B4-BE49-F238E27FC236}">
                  <a16:creationId xmlns:a16="http://schemas.microsoft.com/office/drawing/2014/main" id="{4339D555-19FD-0EC5-35DD-775B8753B7F8}"/>
                </a:ext>
              </a:extLst>
            </p:cNvPr>
            <p:cNvSpPr>
              <a:spLocks/>
            </p:cNvSpPr>
            <p:nvPr/>
          </p:nvSpPr>
          <p:spPr bwMode="auto">
            <a:xfrm>
              <a:off x="14413572" y="6742664"/>
              <a:ext cx="25477" cy="38227"/>
            </a:xfrm>
            <a:custGeom>
              <a:avLst/>
              <a:gdLst>
                <a:gd name="T0" fmla="*/ 3 w 3"/>
                <a:gd name="T1" fmla="*/ 2 h 4"/>
                <a:gd name="T2" fmla="*/ 1 w 3"/>
                <a:gd name="T3" fmla="*/ 1 h 4"/>
                <a:gd name="T4" fmla="*/ 3 w 3"/>
                <a:gd name="T5" fmla="*/ 4 h 4"/>
                <a:gd name="T6" fmla="*/ 3 w 3"/>
                <a:gd name="T7" fmla="*/ 2 h 4"/>
                <a:gd name="T8" fmla="*/ 3 w 3"/>
                <a:gd name="T9" fmla="*/ 2 h 4"/>
              </a:gdLst>
              <a:ahLst/>
              <a:cxnLst>
                <a:cxn ang="0">
                  <a:pos x="T0" y="T1"/>
                </a:cxn>
                <a:cxn ang="0">
                  <a:pos x="T2" y="T3"/>
                </a:cxn>
                <a:cxn ang="0">
                  <a:pos x="T4" y="T5"/>
                </a:cxn>
                <a:cxn ang="0">
                  <a:pos x="T6" y="T7"/>
                </a:cxn>
                <a:cxn ang="0">
                  <a:pos x="T8" y="T9"/>
                </a:cxn>
              </a:cxnLst>
              <a:rect l="0" t="0" r="r" b="b"/>
              <a:pathLst>
                <a:path w="3" h="4">
                  <a:moveTo>
                    <a:pt x="3" y="2"/>
                  </a:moveTo>
                  <a:cubicBezTo>
                    <a:pt x="2" y="2"/>
                    <a:pt x="1" y="0"/>
                    <a:pt x="1" y="1"/>
                  </a:cubicBezTo>
                  <a:cubicBezTo>
                    <a:pt x="0" y="2"/>
                    <a:pt x="2" y="3"/>
                    <a:pt x="3" y="4"/>
                  </a:cubicBezTo>
                  <a:cubicBezTo>
                    <a:pt x="3" y="3"/>
                    <a:pt x="3" y="2"/>
                    <a:pt x="3" y="2"/>
                  </a:cubicBezTo>
                  <a:cubicBezTo>
                    <a:pt x="2" y="1"/>
                    <a:pt x="3" y="2"/>
                    <a:pt x="3"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53" name="Freeform 700">
              <a:extLst>
                <a:ext uri="{FF2B5EF4-FFF2-40B4-BE49-F238E27FC236}">
                  <a16:creationId xmlns:a16="http://schemas.microsoft.com/office/drawing/2014/main" id="{462FED1F-CBB6-943C-D93D-A25631BF98D0}"/>
                </a:ext>
              </a:extLst>
            </p:cNvPr>
            <p:cNvSpPr>
              <a:spLocks noEditPoints="1"/>
            </p:cNvSpPr>
            <p:nvPr/>
          </p:nvSpPr>
          <p:spPr bwMode="auto">
            <a:xfrm>
              <a:off x="13824398" y="6153340"/>
              <a:ext cx="1894907" cy="907882"/>
            </a:xfrm>
            <a:custGeom>
              <a:avLst/>
              <a:gdLst>
                <a:gd name="T0" fmla="*/ 194 w 203"/>
                <a:gd name="T1" fmla="*/ 37 h 97"/>
                <a:gd name="T2" fmla="*/ 177 w 203"/>
                <a:gd name="T3" fmla="*/ 31 h 97"/>
                <a:gd name="T4" fmla="*/ 163 w 203"/>
                <a:gd name="T5" fmla="*/ 19 h 97"/>
                <a:gd name="T6" fmla="*/ 154 w 203"/>
                <a:gd name="T7" fmla="*/ 7 h 97"/>
                <a:gd name="T8" fmla="*/ 137 w 203"/>
                <a:gd name="T9" fmla="*/ 10 h 97"/>
                <a:gd name="T10" fmla="*/ 129 w 203"/>
                <a:gd name="T11" fmla="*/ 8 h 97"/>
                <a:gd name="T12" fmla="*/ 112 w 203"/>
                <a:gd name="T13" fmla="*/ 2 h 97"/>
                <a:gd name="T14" fmla="*/ 76 w 203"/>
                <a:gd name="T15" fmla="*/ 10 h 97"/>
                <a:gd name="T16" fmla="*/ 75 w 203"/>
                <a:gd name="T17" fmla="*/ 20 h 97"/>
                <a:gd name="T18" fmla="*/ 74 w 203"/>
                <a:gd name="T19" fmla="*/ 31 h 97"/>
                <a:gd name="T20" fmla="*/ 60 w 203"/>
                <a:gd name="T21" fmla="*/ 29 h 97"/>
                <a:gd name="T22" fmla="*/ 48 w 203"/>
                <a:gd name="T23" fmla="*/ 32 h 97"/>
                <a:gd name="T24" fmla="*/ 37 w 203"/>
                <a:gd name="T25" fmla="*/ 27 h 97"/>
                <a:gd name="T26" fmla="*/ 22 w 203"/>
                <a:gd name="T27" fmla="*/ 25 h 97"/>
                <a:gd name="T28" fmla="*/ 13 w 203"/>
                <a:gd name="T29" fmla="*/ 32 h 97"/>
                <a:gd name="T30" fmla="*/ 3 w 203"/>
                <a:gd name="T31" fmla="*/ 38 h 97"/>
                <a:gd name="T32" fmla="*/ 4 w 203"/>
                <a:gd name="T33" fmla="*/ 47 h 97"/>
                <a:gd name="T34" fmla="*/ 14 w 203"/>
                <a:gd name="T35" fmla="*/ 57 h 97"/>
                <a:gd name="T36" fmla="*/ 17 w 203"/>
                <a:gd name="T37" fmla="*/ 57 h 97"/>
                <a:gd name="T38" fmla="*/ 36 w 203"/>
                <a:gd name="T39" fmla="*/ 63 h 97"/>
                <a:gd name="T40" fmla="*/ 33 w 203"/>
                <a:gd name="T41" fmla="*/ 66 h 97"/>
                <a:gd name="T42" fmla="*/ 22 w 203"/>
                <a:gd name="T43" fmla="*/ 72 h 97"/>
                <a:gd name="T44" fmla="*/ 31 w 203"/>
                <a:gd name="T45" fmla="*/ 82 h 97"/>
                <a:gd name="T46" fmla="*/ 48 w 203"/>
                <a:gd name="T47" fmla="*/ 90 h 97"/>
                <a:gd name="T48" fmla="*/ 50 w 203"/>
                <a:gd name="T49" fmla="*/ 68 h 97"/>
                <a:gd name="T50" fmla="*/ 64 w 203"/>
                <a:gd name="T51" fmla="*/ 62 h 97"/>
                <a:gd name="T52" fmla="*/ 72 w 203"/>
                <a:gd name="T53" fmla="*/ 66 h 97"/>
                <a:gd name="T54" fmla="*/ 84 w 203"/>
                <a:gd name="T55" fmla="*/ 76 h 97"/>
                <a:gd name="T56" fmla="*/ 100 w 203"/>
                <a:gd name="T57" fmla="*/ 81 h 97"/>
                <a:gd name="T58" fmla="*/ 107 w 203"/>
                <a:gd name="T59" fmla="*/ 91 h 97"/>
                <a:gd name="T60" fmla="*/ 123 w 203"/>
                <a:gd name="T61" fmla="*/ 85 h 97"/>
                <a:gd name="T62" fmla="*/ 137 w 203"/>
                <a:gd name="T63" fmla="*/ 83 h 97"/>
                <a:gd name="T64" fmla="*/ 153 w 203"/>
                <a:gd name="T65" fmla="*/ 81 h 97"/>
                <a:gd name="T66" fmla="*/ 172 w 203"/>
                <a:gd name="T67" fmla="*/ 76 h 97"/>
                <a:gd name="T68" fmla="*/ 175 w 203"/>
                <a:gd name="T69" fmla="*/ 66 h 97"/>
                <a:gd name="T70" fmla="*/ 182 w 203"/>
                <a:gd name="T71" fmla="*/ 60 h 97"/>
                <a:gd name="T72" fmla="*/ 193 w 203"/>
                <a:gd name="T73" fmla="*/ 56 h 97"/>
                <a:gd name="T74" fmla="*/ 202 w 203"/>
                <a:gd name="T75" fmla="*/ 44 h 97"/>
                <a:gd name="T76" fmla="*/ 201 w 203"/>
                <a:gd name="T77" fmla="*/ 39 h 97"/>
                <a:gd name="T78" fmla="*/ 140 w 203"/>
                <a:gd name="T79" fmla="*/ 65 h 97"/>
                <a:gd name="T80" fmla="*/ 141 w 203"/>
                <a:gd name="T81" fmla="*/ 59 h 97"/>
                <a:gd name="T82" fmla="*/ 148 w 203"/>
                <a:gd name="T83" fmla="*/ 58 h 97"/>
                <a:gd name="T84" fmla="*/ 156 w 203"/>
                <a:gd name="T85" fmla="*/ 58 h 97"/>
                <a:gd name="T86" fmla="*/ 165 w 203"/>
                <a:gd name="T87" fmla="*/ 5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97">
                  <a:moveTo>
                    <a:pt x="201" y="39"/>
                  </a:moveTo>
                  <a:cubicBezTo>
                    <a:pt x="201" y="38"/>
                    <a:pt x="197" y="39"/>
                    <a:pt x="197" y="39"/>
                  </a:cubicBezTo>
                  <a:cubicBezTo>
                    <a:pt x="195" y="39"/>
                    <a:pt x="194" y="38"/>
                    <a:pt x="194" y="37"/>
                  </a:cubicBezTo>
                  <a:cubicBezTo>
                    <a:pt x="193" y="35"/>
                    <a:pt x="191" y="35"/>
                    <a:pt x="191" y="34"/>
                  </a:cubicBezTo>
                  <a:cubicBezTo>
                    <a:pt x="190" y="33"/>
                    <a:pt x="189" y="30"/>
                    <a:pt x="186" y="30"/>
                  </a:cubicBezTo>
                  <a:cubicBezTo>
                    <a:pt x="183" y="30"/>
                    <a:pt x="180" y="33"/>
                    <a:pt x="177" y="31"/>
                  </a:cubicBezTo>
                  <a:cubicBezTo>
                    <a:pt x="176" y="30"/>
                    <a:pt x="175" y="29"/>
                    <a:pt x="174" y="28"/>
                  </a:cubicBezTo>
                  <a:cubicBezTo>
                    <a:pt x="173" y="28"/>
                    <a:pt x="171" y="31"/>
                    <a:pt x="170" y="31"/>
                  </a:cubicBezTo>
                  <a:cubicBezTo>
                    <a:pt x="169" y="32"/>
                    <a:pt x="163" y="21"/>
                    <a:pt x="163" y="19"/>
                  </a:cubicBezTo>
                  <a:cubicBezTo>
                    <a:pt x="161" y="17"/>
                    <a:pt x="160" y="14"/>
                    <a:pt x="157" y="13"/>
                  </a:cubicBezTo>
                  <a:cubicBezTo>
                    <a:pt x="156" y="12"/>
                    <a:pt x="155" y="11"/>
                    <a:pt x="154" y="11"/>
                  </a:cubicBezTo>
                  <a:cubicBezTo>
                    <a:pt x="152" y="10"/>
                    <a:pt x="154" y="8"/>
                    <a:pt x="154" y="7"/>
                  </a:cubicBezTo>
                  <a:cubicBezTo>
                    <a:pt x="154" y="6"/>
                    <a:pt x="147" y="10"/>
                    <a:pt x="146" y="11"/>
                  </a:cubicBezTo>
                  <a:cubicBezTo>
                    <a:pt x="145" y="11"/>
                    <a:pt x="137" y="14"/>
                    <a:pt x="137" y="13"/>
                  </a:cubicBezTo>
                  <a:cubicBezTo>
                    <a:pt x="137" y="11"/>
                    <a:pt x="139" y="10"/>
                    <a:pt x="137" y="10"/>
                  </a:cubicBezTo>
                  <a:cubicBezTo>
                    <a:pt x="136" y="9"/>
                    <a:pt x="135" y="8"/>
                    <a:pt x="134" y="9"/>
                  </a:cubicBezTo>
                  <a:cubicBezTo>
                    <a:pt x="134" y="9"/>
                    <a:pt x="134" y="10"/>
                    <a:pt x="133" y="9"/>
                  </a:cubicBezTo>
                  <a:cubicBezTo>
                    <a:pt x="131" y="8"/>
                    <a:pt x="132" y="7"/>
                    <a:pt x="129" y="8"/>
                  </a:cubicBezTo>
                  <a:cubicBezTo>
                    <a:pt x="126" y="10"/>
                    <a:pt x="126" y="7"/>
                    <a:pt x="126" y="5"/>
                  </a:cubicBezTo>
                  <a:cubicBezTo>
                    <a:pt x="127" y="1"/>
                    <a:pt x="121" y="0"/>
                    <a:pt x="118" y="0"/>
                  </a:cubicBezTo>
                  <a:cubicBezTo>
                    <a:pt x="116" y="0"/>
                    <a:pt x="114" y="1"/>
                    <a:pt x="112" y="2"/>
                  </a:cubicBezTo>
                  <a:cubicBezTo>
                    <a:pt x="110" y="3"/>
                    <a:pt x="108" y="4"/>
                    <a:pt x="105" y="4"/>
                  </a:cubicBezTo>
                  <a:cubicBezTo>
                    <a:pt x="97" y="6"/>
                    <a:pt x="89" y="9"/>
                    <a:pt x="81" y="9"/>
                  </a:cubicBezTo>
                  <a:cubicBezTo>
                    <a:pt x="79" y="9"/>
                    <a:pt x="77" y="9"/>
                    <a:pt x="76" y="10"/>
                  </a:cubicBezTo>
                  <a:cubicBezTo>
                    <a:pt x="75" y="11"/>
                    <a:pt x="77" y="14"/>
                    <a:pt x="79" y="14"/>
                  </a:cubicBezTo>
                  <a:cubicBezTo>
                    <a:pt x="83" y="17"/>
                    <a:pt x="76" y="16"/>
                    <a:pt x="74" y="17"/>
                  </a:cubicBezTo>
                  <a:cubicBezTo>
                    <a:pt x="72" y="18"/>
                    <a:pt x="75" y="19"/>
                    <a:pt x="75" y="20"/>
                  </a:cubicBezTo>
                  <a:cubicBezTo>
                    <a:pt x="75" y="22"/>
                    <a:pt x="71" y="22"/>
                    <a:pt x="71" y="23"/>
                  </a:cubicBezTo>
                  <a:cubicBezTo>
                    <a:pt x="71" y="26"/>
                    <a:pt x="79" y="25"/>
                    <a:pt x="78" y="29"/>
                  </a:cubicBezTo>
                  <a:cubicBezTo>
                    <a:pt x="77" y="30"/>
                    <a:pt x="76" y="31"/>
                    <a:pt x="74" y="31"/>
                  </a:cubicBezTo>
                  <a:cubicBezTo>
                    <a:pt x="73" y="31"/>
                    <a:pt x="70" y="31"/>
                    <a:pt x="69" y="31"/>
                  </a:cubicBezTo>
                  <a:cubicBezTo>
                    <a:pt x="67" y="32"/>
                    <a:pt x="68" y="33"/>
                    <a:pt x="66" y="32"/>
                  </a:cubicBezTo>
                  <a:cubicBezTo>
                    <a:pt x="64" y="31"/>
                    <a:pt x="62" y="29"/>
                    <a:pt x="60" y="29"/>
                  </a:cubicBezTo>
                  <a:cubicBezTo>
                    <a:pt x="59" y="28"/>
                    <a:pt x="57" y="30"/>
                    <a:pt x="56" y="30"/>
                  </a:cubicBezTo>
                  <a:cubicBezTo>
                    <a:pt x="54" y="29"/>
                    <a:pt x="53" y="29"/>
                    <a:pt x="51" y="30"/>
                  </a:cubicBezTo>
                  <a:cubicBezTo>
                    <a:pt x="50" y="31"/>
                    <a:pt x="49" y="33"/>
                    <a:pt x="48" y="32"/>
                  </a:cubicBezTo>
                  <a:cubicBezTo>
                    <a:pt x="47" y="32"/>
                    <a:pt x="44" y="29"/>
                    <a:pt x="43" y="30"/>
                  </a:cubicBezTo>
                  <a:cubicBezTo>
                    <a:pt x="42" y="30"/>
                    <a:pt x="42" y="33"/>
                    <a:pt x="41" y="31"/>
                  </a:cubicBezTo>
                  <a:cubicBezTo>
                    <a:pt x="40" y="29"/>
                    <a:pt x="39" y="28"/>
                    <a:pt x="37" y="27"/>
                  </a:cubicBezTo>
                  <a:cubicBezTo>
                    <a:pt x="35" y="26"/>
                    <a:pt x="33" y="26"/>
                    <a:pt x="32" y="25"/>
                  </a:cubicBezTo>
                  <a:cubicBezTo>
                    <a:pt x="29" y="24"/>
                    <a:pt x="29" y="26"/>
                    <a:pt x="27" y="26"/>
                  </a:cubicBezTo>
                  <a:cubicBezTo>
                    <a:pt x="25" y="27"/>
                    <a:pt x="24" y="24"/>
                    <a:pt x="22" y="25"/>
                  </a:cubicBezTo>
                  <a:cubicBezTo>
                    <a:pt x="21" y="26"/>
                    <a:pt x="21" y="27"/>
                    <a:pt x="20" y="27"/>
                  </a:cubicBezTo>
                  <a:cubicBezTo>
                    <a:pt x="19" y="28"/>
                    <a:pt x="17" y="28"/>
                    <a:pt x="16" y="28"/>
                  </a:cubicBezTo>
                  <a:cubicBezTo>
                    <a:pt x="15" y="29"/>
                    <a:pt x="13" y="31"/>
                    <a:pt x="13" y="32"/>
                  </a:cubicBezTo>
                  <a:cubicBezTo>
                    <a:pt x="12" y="33"/>
                    <a:pt x="14" y="36"/>
                    <a:pt x="12" y="36"/>
                  </a:cubicBezTo>
                  <a:cubicBezTo>
                    <a:pt x="10" y="37"/>
                    <a:pt x="7" y="31"/>
                    <a:pt x="6" y="34"/>
                  </a:cubicBezTo>
                  <a:cubicBezTo>
                    <a:pt x="5" y="36"/>
                    <a:pt x="4" y="36"/>
                    <a:pt x="3" y="38"/>
                  </a:cubicBezTo>
                  <a:cubicBezTo>
                    <a:pt x="2" y="40"/>
                    <a:pt x="6" y="40"/>
                    <a:pt x="4" y="42"/>
                  </a:cubicBezTo>
                  <a:cubicBezTo>
                    <a:pt x="3" y="43"/>
                    <a:pt x="0" y="45"/>
                    <a:pt x="2" y="46"/>
                  </a:cubicBezTo>
                  <a:cubicBezTo>
                    <a:pt x="3" y="46"/>
                    <a:pt x="4" y="47"/>
                    <a:pt x="4" y="47"/>
                  </a:cubicBezTo>
                  <a:cubicBezTo>
                    <a:pt x="5" y="48"/>
                    <a:pt x="4" y="49"/>
                    <a:pt x="5" y="50"/>
                  </a:cubicBezTo>
                  <a:cubicBezTo>
                    <a:pt x="7" y="51"/>
                    <a:pt x="9" y="49"/>
                    <a:pt x="11" y="51"/>
                  </a:cubicBezTo>
                  <a:cubicBezTo>
                    <a:pt x="12" y="52"/>
                    <a:pt x="14" y="55"/>
                    <a:pt x="14" y="57"/>
                  </a:cubicBezTo>
                  <a:cubicBezTo>
                    <a:pt x="13" y="57"/>
                    <a:pt x="10" y="56"/>
                    <a:pt x="13" y="58"/>
                  </a:cubicBezTo>
                  <a:cubicBezTo>
                    <a:pt x="14" y="59"/>
                    <a:pt x="14" y="60"/>
                    <a:pt x="16" y="58"/>
                  </a:cubicBezTo>
                  <a:cubicBezTo>
                    <a:pt x="16" y="57"/>
                    <a:pt x="16" y="57"/>
                    <a:pt x="17" y="57"/>
                  </a:cubicBezTo>
                  <a:cubicBezTo>
                    <a:pt x="22" y="57"/>
                    <a:pt x="24" y="54"/>
                    <a:pt x="29" y="56"/>
                  </a:cubicBezTo>
                  <a:cubicBezTo>
                    <a:pt x="31" y="57"/>
                    <a:pt x="33" y="54"/>
                    <a:pt x="34" y="56"/>
                  </a:cubicBezTo>
                  <a:cubicBezTo>
                    <a:pt x="35" y="57"/>
                    <a:pt x="37" y="61"/>
                    <a:pt x="36" y="63"/>
                  </a:cubicBezTo>
                  <a:cubicBezTo>
                    <a:pt x="35" y="63"/>
                    <a:pt x="33" y="64"/>
                    <a:pt x="35" y="64"/>
                  </a:cubicBezTo>
                  <a:cubicBezTo>
                    <a:pt x="35" y="65"/>
                    <a:pt x="35" y="65"/>
                    <a:pt x="35" y="65"/>
                  </a:cubicBezTo>
                  <a:cubicBezTo>
                    <a:pt x="34" y="66"/>
                    <a:pt x="33" y="66"/>
                    <a:pt x="33" y="66"/>
                  </a:cubicBezTo>
                  <a:cubicBezTo>
                    <a:pt x="30" y="66"/>
                    <a:pt x="22" y="64"/>
                    <a:pt x="24" y="69"/>
                  </a:cubicBezTo>
                  <a:cubicBezTo>
                    <a:pt x="25" y="71"/>
                    <a:pt x="24" y="71"/>
                    <a:pt x="22" y="70"/>
                  </a:cubicBezTo>
                  <a:cubicBezTo>
                    <a:pt x="20" y="69"/>
                    <a:pt x="21" y="71"/>
                    <a:pt x="22" y="72"/>
                  </a:cubicBezTo>
                  <a:cubicBezTo>
                    <a:pt x="24" y="72"/>
                    <a:pt x="24" y="75"/>
                    <a:pt x="25" y="76"/>
                  </a:cubicBezTo>
                  <a:cubicBezTo>
                    <a:pt x="27" y="77"/>
                    <a:pt x="24" y="79"/>
                    <a:pt x="27" y="79"/>
                  </a:cubicBezTo>
                  <a:cubicBezTo>
                    <a:pt x="28" y="79"/>
                    <a:pt x="30" y="81"/>
                    <a:pt x="31" y="82"/>
                  </a:cubicBezTo>
                  <a:cubicBezTo>
                    <a:pt x="34" y="82"/>
                    <a:pt x="31" y="85"/>
                    <a:pt x="31" y="87"/>
                  </a:cubicBezTo>
                  <a:cubicBezTo>
                    <a:pt x="34" y="85"/>
                    <a:pt x="38" y="82"/>
                    <a:pt x="42" y="85"/>
                  </a:cubicBezTo>
                  <a:cubicBezTo>
                    <a:pt x="44" y="87"/>
                    <a:pt x="45" y="90"/>
                    <a:pt x="48" y="90"/>
                  </a:cubicBezTo>
                  <a:cubicBezTo>
                    <a:pt x="50" y="90"/>
                    <a:pt x="49" y="88"/>
                    <a:pt x="49" y="87"/>
                  </a:cubicBezTo>
                  <a:cubicBezTo>
                    <a:pt x="49" y="84"/>
                    <a:pt x="49" y="81"/>
                    <a:pt x="49" y="78"/>
                  </a:cubicBezTo>
                  <a:cubicBezTo>
                    <a:pt x="49" y="76"/>
                    <a:pt x="48" y="68"/>
                    <a:pt x="50" y="68"/>
                  </a:cubicBezTo>
                  <a:cubicBezTo>
                    <a:pt x="52" y="67"/>
                    <a:pt x="55" y="66"/>
                    <a:pt x="57" y="65"/>
                  </a:cubicBezTo>
                  <a:cubicBezTo>
                    <a:pt x="59" y="65"/>
                    <a:pt x="61" y="64"/>
                    <a:pt x="62" y="64"/>
                  </a:cubicBezTo>
                  <a:cubicBezTo>
                    <a:pt x="63" y="63"/>
                    <a:pt x="62" y="61"/>
                    <a:pt x="64" y="62"/>
                  </a:cubicBezTo>
                  <a:cubicBezTo>
                    <a:pt x="65" y="62"/>
                    <a:pt x="68" y="64"/>
                    <a:pt x="68" y="62"/>
                  </a:cubicBezTo>
                  <a:cubicBezTo>
                    <a:pt x="68" y="61"/>
                    <a:pt x="70" y="60"/>
                    <a:pt x="71" y="62"/>
                  </a:cubicBezTo>
                  <a:cubicBezTo>
                    <a:pt x="72" y="63"/>
                    <a:pt x="71" y="64"/>
                    <a:pt x="72" y="66"/>
                  </a:cubicBezTo>
                  <a:cubicBezTo>
                    <a:pt x="72" y="67"/>
                    <a:pt x="73" y="69"/>
                    <a:pt x="72" y="70"/>
                  </a:cubicBezTo>
                  <a:cubicBezTo>
                    <a:pt x="73" y="71"/>
                    <a:pt x="74" y="71"/>
                    <a:pt x="75" y="72"/>
                  </a:cubicBezTo>
                  <a:cubicBezTo>
                    <a:pt x="78" y="75"/>
                    <a:pt x="80" y="77"/>
                    <a:pt x="84" y="76"/>
                  </a:cubicBezTo>
                  <a:cubicBezTo>
                    <a:pt x="86" y="76"/>
                    <a:pt x="88" y="77"/>
                    <a:pt x="90" y="77"/>
                  </a:cubicBezTo>
                  <a:cubicBezTo>
                    <a:pt x="92" y="77"/>
                    <a:pt x="93" y="75"/>
                    <a:pt x="95" y="75"/>
                  </a:cubicBezTo>
                  <a:cubicBezTo>
                    <a:pt x="97" y="76"/>
                    <a:pt x="99" y="79"/>
                    <a:pt x="100" y="81"/>
                  </a:cubicBezTo>
                  <a:cubicBezTo>
                    <a:pt x="101" y="82"/>
                    <a:pt x="100" y="83"/>
                    <a:pt x="100" y="85"/>
                  </a:cubicBezTo>
                  <a:cubicBezTo>
                    <a:pt x="100" y="87"/>
                    <a:pt x="103" y="88"/>
                    <a:pt x="103" y="90"/>
                  </a:cubicBezTo>
                  <a:cubicBezTo>
                    <a:pt x="103" y="91"/>
                    <a:pt x="106" y="91"/>
                    <a:pt x="107" y="91"/>
                  </a:cubicBezTo>
                  <a:cubicBezTo>
                    <a:pt x="109" y="91"/>
                    <a:pt x="109" y="91"/>
                    <a:pt x="110" y="93"/>
                  </a:cubicBezTo>
                  <a:cubicBezTo>
                    <a:pt x="112" y="97"/>
                    <a:pt x="114" y="92"/>
                    <a:pt x="116" y="90"/>
                  </a:cubicBezTo>
                  <a:cubicBezTo>
                    <a:pt x="117" y="87"/>
                    <a:pt x="121" y="87"/>
                    <a:pt x="123" y="85"/>
                  </a:cubicBezTo>
                  <a:cubicBezTo>
                    <a:pt x="125" y="85"/>
                    <a:pt x="125" y="85"/>
                    <a:pt x="126" y="84"/>
                  </a:cubicBezTo>
                  <a:cubicBezTo>
                    <a:pt x="127" y="81"/>
                    <a:pt x="128" y="82"/>
                    <a:pt x="130" y="82"/>
                  </a:cubicBezTo>
                  <a:cubicBezTo>
                    <a:pt x="132" y="82"/>
                    <a:pt x="136" y="85"/>
                    <a:pt x="137" y="83"/>
                  </a:cubicBezTo>
                  <a:cubicBezTo>
                    <a:pt x="137" y="81"/>
                    <a:pt x="137" y="80"/>
                    <a:pt x="139" y="79"/>
                  </a:cubicBezTo>
                  <a:cubicBezTo>
                    <a:pt x="141" y="78"/>
                    <a:pt x="143" y="80"/>
                    <a:pt x="145" y="80"/>
                  </a:cubicBezTo>
                  <a:cubicBezTo>
                    <a:pt x="147" y="81"/>
                    <a:pt x="151" y="81"/>
                    <a:pt x="153" y="81"/>
                  </a:cubicBezTo>
                  <a:cubicBezTo>
                    <a:pt x="159" y="81"/>
                    <a:pt x="164" y="83"/>
                    <a:pt x="170" y="84"/>
                  </a:cubicBezTo>
                  <a:cubicBezTo>
                    <a:pt x="169" y="82"/>
                    <a:pt x="171" y="81"/>
                    <a:pt x="173" y="79"/>
                  </a:cubicBezTo>
                  <a:cubicBezTo>
                    <a:pt x="174" y="78"/>
                    <a:pt x="173" y="78"/>
                    <a:pt x="172" y="76"/>
                  </a:cubicBezTo>
                  <a:cubicBezTo>
                    <a:pt x="171" y="75"/>
                    <a:pt x="171" y="73"/>
                    <a:pt x="171" y="71"/>
                  </a:cubicBezTo>
                  <a:cubicBezTo>
                    <a:pt x="170" y="71"/>
                    <a:pt x="170" y="67"/>
                    <a:pt x="169" y="68"/>
                  </a:cubicBezTo>
                  <a:cubicBezTo>
                    <a:pt x="170" y="67"/>
                    <a:pt x="173" y="67"/>
                    <a:pt x="175" y="66"/>
                  </a:cubicBezTo>
                  <a:cubicBezTo>
                    <a:pt x="178" y="66"/>
                    <a:pt x="180" y="68"/>
                    <a:pt x="182" y="66"/>
                  </a:cubicBezTo>
                  <a:cubicBezTo>
                    <a:pt x="183" y="66"/>
                    <a:pt x="181" y="65"/>
                    <a:pt x="181" y="64"/>
                  </a:cubicBezTo>
                  <a:cubicBezTo>
                    <a:pt x="180" y="63"/>
                    <a:pt x="181" y="61"/>
                    <a:pt x="182" y="60"/>
                  </a:cubicBezTo>
                  <a:cubicBezTo>
                    <a:pt x="183" y="59"/>
                    <a:pt x="184" y="53"/>
                    <a:pt x="185" y="54"/>
                  </a:cubicBezTo>
                  <a:cubicBezTo>
                    <a:pt x="187" y="55"/>
                    <a:pt x="188" y="56"/>
                    <a:pt x="190" y="56"/>
                  </a:cubicBezTo>
                  <a:cubicBezTo>
                    <a:pt x="191" y="55"/>
                    <a:pt x="192" y="57"/>
                    <a:pt x="193" y="56"/>
                  </a:cubicBezTo>
                  <a:cubicBezTo>
                    <a:pt x="194" y="56"/>
                    <a:pt x="196" y="55"/>
                    <a:pt x="197" y="54"/>
                  </a:cubicBezTo>
                  <a:cubicBezTo>
                    <a:pt x="198" y="53"/>
                    <a:pt x="196" y="51"/>
                    <a:pt x="196" y="49"/>
                  </a:cubicBezTo>
                  <a:cubicBezTo>
                    <a:pt x="197" y="46"/>
                    <a:pt x="200" y="47"/>
                    <a:pt x="202" y="44"/>
                  </a:cubicBezTo>
                  <a:cubicBezTo>
                    <a:pt x="202" y="43"/>
                    <a:pt x="202" y="43"/>
                    <a:pt x="203" y="42"/>
                  </a:cubicBezTo>
                  <a:cubicBezTo>
                    <a:pt x="203" y="41"/>
                    <a:pt x="202" y="40"/>
                    <a:pt x="201" y="39"/>
                  </a:cubicBezTo>
                  <a:cubicBezTo>
                    <a:pt x="201" y="38"/>
                    <a:pt x="202" y="39"/>
                    <a:pt x="201" y="39"/>
                  </a:cubicBezTo>
                  <a:close/>
                  <a:moveTo>
                    <a:pt x="148" y="58"/>
                  </a:moveTo>
                  <a:cubicBezTo>
                    <a:pt x="146" y="58"/>
                    <a:pt x="143" y="61"/>
                    <a:pt x="142" y="62"/>
                  </a:cubicBezTo>
                  <a:cubicBezTo>
                    <a:pt x="141" y="62"/>
                    <a:pt x="140" y="64"/>
                    <a:pt x="140" y="65"/>
                  </a:cubicBezTo>
                  <a:cubicBezTo>
                    <a:pt x="140" y="66"/>
                    <a:pt x="141" y="67"/>
                    <a:pt x="141" y="67"/>
                  </a:cubicBezTo>
                  <a:cubicBezTo>
                    <a:pt x="140" y="68"/>
                    <a:pt x="138" y="64"/>
                    <a:pt x="138" y="63"/>
                  </a:cubicBezTo>
                  <a:cubicBezTo>
                    <a:pt x="138" y="61"/>
                    <a:pt x="139" y="60"/>
                    <a:pt x="141" y="59"/>
                  </a:cubicBezTo>
                  <a:cubicBezTo>
                    <a:pt x="143" y="58"/>
                    <a:pt x="145" y="57"/>
                    <a:pt x="147" y="57"/>
                  </a:cubicBezTo>
                  <a:cubicBezTo>
                    <a:pt x="147" y="57"/>
                    <a:pt x="152" y="58"/>
                    <a:pt x="152" y="58"/>
                  </a:cubicBezTo>
                  <a:cubicBezTo>
                    <a:pt x="151" y="59"/>
                    <a:pt x="148" y="58"/>
                    <a:pt x="148" y="58"/>
                  </a:cubicBezTo>
                  <a:cubicBezTo>
                    <a:pt x="146" y="58"/>
                    <a:pt x="149" y="58"/>
                    <a:pt x="148" y="58"/>
                  </a:cubicBezTo>
                  <a:close/>
                  <a:moveTo>
                    <a:pt x="165" y="59"/>
                  </a:moveTo>
                  <a:cubicBezTo>
                    <a:pt x="164" y="61"/>
                    <a:pt x="157" y="60"/>
                    <a:pt x="156" y="58"/>
                  </a:cubicBezTo>
                  <a:cubicBezTo>
                    <a:pt x="156" y="58"/>
                    <a:pt x="160" y="58"/>
                    <a:pt x="160" y="58"/>
                  </a:cubicBezTo>
                  <a:cubicBezTo>
                    <a:pt x="162" y="58"/>
                    <a:pt x="163" y="58"/>
                    <a:pt x="165" y="57"/>
                  </a:cubicBezTo>
                  <a:cubicBezTo>
                    <a:pt x="165" y="57"/>
                    <a:pt x="165" y="59"/>
                    <a:pt x="165" y="59"/>
                  </a:cubicBezTo>
                  <a:cubicBezTo>
                    <a:pt x="164" y="60"/>
                    <a:pt x="165" y="58"/>
                    <a:pt x="165" y="5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54" name="Freeform 701">
              <a:extLst>
                <a:ext uri="{FF2B5EF4-FFF2-40B4-BE49-F238E27FC236}">
                  <a16:creationId xmlns:a16="http://schemas.microsoft.com/office/drawing/2014/main" id="{97E95108-B9E5-8318-27AA-AB49360EF80B}"/>
                </a:ext>
              </a:extLst>
            </p:cNvPr>
            <p:cNvSpPr>
              <a:spLocks/>
            </p:cNvSpPr>
            <p:nvPr/>
          </p:nvSpPr>
          <p:spPr bwMode="auto">
            <a:xfrm>
              <a:off x="14849878" y="7284206"/>
              <a:ext cx="1308918" cy="1395268"/>
            </a:xfrm>
            <a:custGeom>
              <a:avLst/>
              <a:gdLst>
                <a:gd name="T0" fmla="*/ 121 w 140"/>
                <a:gd name="T1" fmla="*/ 66 h 149"/>
                <a:gd name="T2" fmla="*/ 129 w 140"/>
                <a:gd name="T3" fmla="*/ 54 h 149"/>
                <a:gd name="T4" fmla="*/ 137 w 140"/>
                <a:gd name="T5" fmla="*/ 46 h 149"/>
                <a:gd name="T6" fmla="*/ 135 w 140"/>
                <a:gd name="T7" fmla="*/ 41 h 149"/>
                <a:gd name="T8" fmla="*/ 127 w 140"/>
                <a:gd name="T9" fmla="*/ 37 h 149"/>
                <a:gd name="T10" fmla="*/ 119 w 140"/>
                <a:gd name="T11" fmla="*/ 43 h 149"/>
                <a:gd name="T12" fmla="*/ 106 w 140"/>
                <a:gd name="T13" fmla="*/ 51 h 149"/>
                <a:gd name="T14" fmla="*/ 100 w 140"/>
                <a:gd name="T15" fmla="*/ 45 h 149"/>
                <a:gd name="T16" fmla="*/ 92 w 140"/>
                <a:gd name="T17" fmla="*/ 52 h 149"/>
                <a:gd name="T18" fmla="*/ 77 w 140"/>
                <a:gd name="T19" fmla="*/ 47 h 149"/>
                <a:gd name="T20" fmla="*/ 62 w 140"/>
                <a:gd name="T21" fmla="*/ 41 h 149"/>
                <a:gd name="T22" fmla="*/ 63 w 140"/>
                <a:gd name="T23" fmla="*/ 32 h 149"/>
                <a:gd name="T24" fmla="*/ 52 w 140"/>
                <a:gd name="T25" fmla="*/ 22 h 149"/>
                <a:gd name="T26" fmla="*/ 55 w 140"/>
                <a:gd name="T27" fmla="*/ 12 h 149"/>
                <a:gd name="T28" fmla="*/ 50 w 140"/>
                <a:gd name="T29" fmla="*/ 2 h 149"/>
                <a:gd name="T30" fmla="*/ 40 w 140"/>
                <a:gd name="T31" fmla="*/ 8 h 149"/>
                <a:gd name="T32" fmla="*/ 30 w 140"/>
                <a:gd name="T33" fmla="*/ 12 h 149"/>
                <a:gd name="T34" fmla="*/ 33 w 140"/>
                <a:gd name="T35" fmla="*/ 22 h 149"/>
                <a:gd name="T36" fmla="*/ 29 w 140"/>
                <a:gd name="T37" fmla="*/ 33 h 149"/>
                <a:gd name="T38" fmla="*/ 19 w 140"/>
                <a:gd name="T39" fmla="*/ 44 h 149"/>
                <a:gd name="T40" fmla="*/ 7 w 140"/>
                <a:gd name="T41" fmla="*/ 50 h 149"/>
                <a:gd name="T42" fmla="*/ 14 w 140"/>
                <a:gd name="T43" fmla="*/ 64 h 149"/>
                <a:gd name="T44" fmla="*/ 5 w 140"/>
                <a:gd name="T45" fmla="*/ 64 h 149"/>
                <a:gd name="T46" fmla="*/ 11 w 140"/>
                <a:gd name="T47" fmla="*/ 72 h 149"/>
                <a:gd name="T48" fmla="*/ 11 w 140"/>
                <a:gd name="T49" fmla="*/ 82 h 149"/>
                <a:gd name="T50" fmla="*/ 19 w 140"/>
                <a:gd name="T51" fmla="*/ 78 h 149"/>
                <a:gd name="T52" fmla="*/ 23 w 140"/>
                <a:gd name="T53" fmla="*/ 75 h 149"/>
                <a:gd name="T54" fmla="*/ 22 w 140"/>
                <a:gd name="T55" fmla="*/ 78 h 149"/>
                <a:gd name="T56" fmla="*/ 24 w 140"/>
                <a:gd name="T57" fmla="*/ 82 h 149"/>
                <a:gd name="T58" fmla="*/ 24 w 140"/>
                <a:gd name="T59" fmla="*/ 95 h 149"/>
                <a:gd name="T60" fmla="*/ 26 w 140"/>
                <a:gd name="T61" fmla="*/ 107 h 149"/>
                <a:gd name="T62" fmla="*/ 39 w 140"/>
                <a:gd name="T63" fmla="*/ 134 h 149"/>
                <a:gd name="T64" fmla="*/ 50 w 140"/>
                <a:gd name="T65" fmla="*/ 143 h 149"/>
                <a:gd name="T66" fmla="*/ 57 w 140"/>
                <a:gd name="T67" fmla="*/ 132 h 149"/>
                <a:gd name="T68" fmla="*/ 65 w 140"/>
                <a:gd name="T69" fmla="*/ 107 h 149"/>
                <a:gd name="T70" fmla="*/ 81 w 140"/>
                <a:gd name="T71" fmla="*/ 93 h 149"/>
                <a:gd name="T72" fmla="*/ 91 w 140"/>
                <a:gd name="T73" fmla="*/ 84 h 149"/>
                <a:gd name="T74" fmla="*/ 98 w 140"/>
                <a:gd name="T75" fmla="*/ 74 h 149"/>
                <a:gd name="T76" fmla="*/ 101 w 140"/>
                <a:gd name="T77" fmla="*/ 78 h 149"/>
                <a:gd name="T78" fmla="*/ 100 w 140"/>
                <a:gd name="T79" fmla="*/ 58 h 149"/>
                <a:gd name="T80" fmla="*/ 104 w 140"/>
                <a:gd name="T81" fmla="*/ 57 h 149"/>
                <a:gd name="T82" fmla="*/ 114 w 140"/>
                <a:gd name="T83" fmla="*/ 60 h 149"/>
                <a:gd name="T84" fmla="*/ 115 w 140"/>
                <a:gd name="T85" fmla="*/ 6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9">
                  <a:moveTo>
                    <a:pt x="117" y="76"/>
                  </a:moveTo>
                  <a:cubicBezTo>
                    <a:pt x="121" y="77"/>
                    <a:pt x="119" y="73"/>
                    <a:pt x="120" y="71"/>
                  </a:cubicBezTo>
                  <a:cubicBezTo>
                    <a:pt x="120" y="69"/>
                    <a:pt x="121" y="67"/>
                    <a:pt x="121" y="66"/>
                  </a:cubicBezTo>
                  <a:cubicBezTo>
                    <a:pt x="122" y="65"/>
                    <a:pt x="124" y="67"/>
                    <a:pt x="125" y="65"/>
                  </a:cubicBezTo>
                  <a:cubicBezTo>
                    <a:pt x="126" y="63"/>
                    <a:pt x="126" y="61"/>
                    <a:pt x="126" y="59"/>
                  </a:cubicBezTo>
                  <a:cubicBezTo>
                    <a:pt x="127" y="57"/>
                    <a:pt x="129" y="56"/>
                    <a:pt x="129" y="54"/>
                  </a:cubicBezTo>
                  <a:cubicBezTo>
                    <a:pt x="129" y="52"/>
                    <a:pt x="132" y="50"/>
                    <a:pt x="133" y="49"/>
                  </a:cubicBezTo>
                  <a:cubicBezTo>
                    <a:pt x="136" y="46"/>
                    <a:pt x="135" y="49"/>
                    <a:pt x="137" y="50"/>
                  </a:cubicBezTo>
                  <a:cubicBezTo>
                    <a:pt x="137" y="50"/>
                    <a:pt x="137" y="46"/>
                    <a:pt x="137" y="46"/>
                  </a:cubicBezTo>
                  <a:cubicBezTo>
                    <a:pt x="137" y="45"/>
                    <a:pt x="140" y="45"/>
                    <a:pt x="138" y="43"/>
                  </a:cubicBezTo>
                  <a:cubicBezTo>
                    <a:pt x="137" y="43"/>
                    <a:pt x="135" y="43"/>
                    <a:pt x="134" y="43"/>
                  </a:cubicBezTo>
                  <a:cubicBezTo>
                    <a:pt x="134" y="42"/>
                    <a:pt x="135" y="41"/>
                    <a:pt x="135" y="41"/>
                  </a:cubicBezTo>
                  <a:cubicBezTo>
                    <a:pt x="136" y="40"/>
                    <a:pt x="135" y="39"/>
                    <a:pt x="134" y="38"/>
                  </a:cubicBezTo>
                  <a:cubicBezTo>
                    <a:pt x="133" y="37"/>
                    <a:pt x="133" y="37"/>
                    <a:pt x="132" y="38"/>
                  </a:cubicBezTo>
                  <a:cubicBezTo>
                    <a:pt x="130" y="39"/>
                    <a:pt x="129" y="38"/>
                    <a:pt x="127" y="37"/>
                  </a:cubicBezTo>
                  <a:cubicBezTo>
                    <a:pt x="126" y="37"/>
                    <a:pt x="124" y="39"/>
                    <a:pt x="124" y="40"/>
                  </a:cubicBezTo>
                  <a:cubicBezTo>
                    <a:pt x="123" y="41"/>
                    <a:pt x="122" y="40"/>
                    <a:pt x="121" y="41"/>
                  </a:cubicBezTo>
                  <a:cubicBezTo>
                    <a:pt x="120" y="41"/>
                    <a:pt x="119" y="42"/>
                    <a:pt x="119" y="43"/>
                  </a:cubicBezTo>
                  <a:cubicBezTo>
                    <a:pt x="117" y="45"/>
                    <a:pt x="116" y="46"/>
                    <a:pt x="114" y="45"/>
                  </a:cubicBezTo>
                  <a:cubicBezTo>
                    <a:pt x="113" y="46"/>
                    <a:pt x="114" y="48"/>
                    <a:pt x="115" y="49"/>
                  </a:cubicBezTo>
                  <a:cubicBezTo>
                    <a:pt x="117" y="53"/>
                    <a:pt x="108" y="50"/>
                    <a:pt x="106" y="51"/>
                  </a:cubicBezTo>
                  <a:cubicBezTo>
                    <a:pt x="105" y="52"/>
                    <a:pt x="102" y="51"/>
                    <a:pt x="101" y="50"/>
                  </a:cubicBezTo>
                  <a:cubicBezTo>
                    <a:pt x="100" y="49"/>
                    <a:pt x="101" y="47"/>
                    <a:pt x="101" y="47"/>
                  </a:cubicBezTo>
                  <a:cubicBezTo>
                    <a:pt x="101" y="47"/>
                    <a:pt x="101" y="44"/>
                    <a:pt x="100" y="45"/>
                  </a:cubicBezTo>
                  <a:cubicBezTo>
                    <a:pt x="98" y="45"/>
                    <a:pt x="96" y="45"/>
                    <a:pt x="96" y="48"/>
                  </a:cubicBezTo>
                  <a:cubicBezTo>
                    <a:pt x="97" y="49"/>
                    <a:pt x="98" y="52"/>
                    <a:pt x="97" y="52"/>
                  </a:cubicBezTo>
                  <a:cubicBezTo>
                    <a:pt x="95" y="52"/>
                    <a:pt x="94" y="54"/>
                    <a:pt x="92" y="52"/>
                  </a:cubicBezTo>
                  <a:cubicBezTo>
                    <a:pt x="91" y="50"/>
                    <a:pt x="90" y="53"/>
                    <a:pt x="89" y="52"/>
                  </a:cubicBezTo>
                  <a:cubicBezTo>
                    <a:pt x="86" y="51"/>
                    <a:pt x="85" y="51"/>
                    <a:pt x="82" y="50"/>
                  </a:cubicBezTo>
                  <a:cubicBezTo>
                    <a:pt x="80" y="49"/>
                    <a:pt x="79" y="47"/>
                    <a:pt x="77" y="47"/>
                  </a:cubicBezTo>
                  <a:cubicBezTo>
                    <a:pt x="74" y="48"/>
                    <a:pt x="74" y="47"/>
                    <a:pt x="72" y="46"/>
                  </a:cubicBezTo>
                  <a:cubicBezTo>
                    <a:pt x="70" y="45"/>
                    <a:pt x="68" y="46"/>
                    <a:pt x="67" y="45"/>
                  </a:cubicBezTo>
                  <a:cubicBezTo>
                    <a:pt x="65" y="43"/>
                    <a:pt x="63" y="42"/>
                    <a:pt x="62" y="41"/>
                  </a:cubicBezTo>
                  <a:cubicBezTo>
                    <a:pt x="60" y="40"/>
                    <a:pt x="59" y="40"/>
                    <a:pt x="60" y="38"/>
                  </a:cubicBezTo>
                  <a:cubicBezTo>
                    <a:pt x="61" y="37"/>
                    <a:pt x="60" y="35"/>
                    <a:pt x="62" y="34"/>
                  </a:cubicBezTo>
                  <a:cubicBezTo>
                    <a:pt x="64" y="33"/>
                    <a:pt x="65" y="34"/>
                    <a:pt x="63" y="32"/>
                  </a:cubicBezTo>
                  <a:cubicBezTo>
                    <a:pt x="61" y="31"/>
                    <a:pt x="59" y="29"/>
                    <a:pt x="57" y="28"/>
                  </a:cubicBezTo>
                  <a:cubicBezTo>
                    <a:pt x="56" y="28"/>
                    <a:pt x="55" y="26"/>
                    <a:pt x="53" y="26"/>
                  </a:cubicBezTo>
                  <a:cubicBezTo>
                    <a:pt x="53" y="26"/>
                    <a:pt x="53" y="23"/>
                    <a:pt x="52" y="22"/>
                  </a:cubicBezTo>
                  <a:cubicBezTo>
                    <a:pt x="47" y="17"/>
                    <a:pt x="57" y="23"/>
                    <a:pt x="57" y="19"/>
                  </a:cubicBezTo>
                  <a:cubicBezTo>
                    <a:pt x="57" y="17"/>
                    <a:pt x="56" y="17"/>
                    <a:pt x="54" y="15"/>
                  </a:cubicBezTo>
                  <a:cubicBezTo>
                    <a:pt x="53" y="14"/>
                    <a:pt x="53" y="13"/>
                    <a:pt x="55" y="12"/>
                  </a:cubicBezTo>
                  <a:cubicBezTo>
                    <a:pt x="57" y="12"/>
                    <a:pt x="56" y="9"/>
                    <a:pt x="58" y="8"/>
                  </a:cubicBezTo>
                  <a:cubicBezTo>
                    <a:pt x="59" y="7"/>
                    <a:pt x="61" y="6"/>
                    <a:pt x="60" y="4"/>
                  </a:cubicBezTo>
                  <a:cubicBezTo>
                    <a:pt x="58" y="1"/>
                    <a:pt x="53" y="0"/>
                    <a:pt x="50" y="2"/>
                  </a:cubicBezTo>
                  <a:cubicBezTo>
                    <a:pt x="49" y="3"/>
                    <a:pt x="49" y="3"/>
                    <a:pt x="47" y="4"/>
                  </a:cubicBezTo>
                  <a:cubicBezTo>
                    <a:pt x="46" y="4"/>
                    <a:pt x="46" y="6"/>
                    <a:pt x="45" y="7"/>
                  </a:cubicBezTo>
                  <a:cubicBezTo>
                    <a:pt x="43" y="8"/>
                    <a:pt x="41" y="7"/>
                    <a:pt x="40" y="8"/>
                  </a:cubicBezTo>
                  <a:cubicBezTo>
                    <a:pt x="39" y="9"/>
                    <a:pt x="37" y="9"/>
                    <a:pt x="35" y="8"/>
                  </a:cubicBezTo>
                  <a:cubicBezTo>
                    <a:pt x="33" y="8"/>
                    <a:pt x="32" y="7"/>
                    <a:pt x="30" y="8"/>
                  </a:cubicBezTo>
                  <a:cubicBezTo>
                    <a:pt x="28" y="8"/>
                    <a:pt x="29" y="11"/>
                    <a:pt x="30" y="12"/>
                  </a:cubicBezTo>
                  <a:cubicBezTo>
                    <a:pt x="30" y="14"/>
                    <a:pt x="30" y="16"/>
                    <a:pt x="30" y="17"/>
                  </a:cubicBezTo>
                  <a:cubicBezTo>
                    <a:pt x="31" y="19"/>
                    <a:pt x="33" y="19"/>
                    <a:pt x="35" y="20"/>
                  </a:cubicBezTo>
                  <a:cubicBezTo>
                    <a:pt x="36" y="22"/>
                    <a:pt x="34" y="22"/>
                    <a:pt x="33" y="22"/>
                  </a:cubicBezTo>
                  <a:cubicBezTo>
                    <a:pt x="32" y="24"/>
                    <a:pt x="33" y="26"/>
                    <a:pt x="33" y="28"/>
                  </a:cubicBezTo>
                  <a:cubicBezTo>
                    <a:pt x="33" y="29"/>
                    <a:pt x="31" y="29"/>
                    <a:pt x="31" y="29"/>
                  </a:cubicBezTo>
                  <a:cubicBezTo>
                    <a:pt x="29" y="30"/>
                    <a:pt x="31" y="33"/>
                    <a:pt x="29" y="33"/>
                  </a:cubicBezTo>
                  <a:cubicBezTo>
                    <a:pt x="27" y="34"/>
                    <a:pt x="26" y="35"/>
                    <a:pt x="26" y="36"/>
                  </a:cubicBezTo>
                  <a:cubicBezTo>
                    <a:pt x="25" y="38"/>
                    <a:pt x="24" y="38"/>
                    <a:pt x="22" y="39"/>
                  </a:cubicBezTo>
                  <a:cubicBezTo>
                    <a:pt x="20" y="40"/>
                    <a:pt x="20" y="43"/>
                    <a:pt x="19" y="44"/>
                  </a:cubicBezTo>
                  <a:cubicBezTo>
                    <a:pt x="18" y="46"/>
                    <a:pt x="16" y="45"/>
                    <a:pt x="15" y="47"/>
                  </a:cubicBezTo>
                  <a:cubicBezTo>
                    <a:pt x="13" y="48"/>
                    <a:pt x="12" y="44"/>
                    <a:pt x="11" y="46"/>
                  </a:cubicBezTo>
                  <a:cubicBezTo>
                    <a:pt x="10" y="47"/>
                    <a:pt x="6" y="49"/>
                    <a:pt x="7" y="50"/>
                  </a:cubicBezTo>
                  <a:cubicBezTo>
                    <a:pt x="7" y="52"/>
                    <a:pt x="10" y="52"/>
                    <a:pt x="10" y="54"/>
                  </a:cubicBezTo>
                  <a:cubicBezTo>
                    <a:pt x="9" y="57"/>
                    <a:pt x="11" y="57"/>
                    <a:pt x="13" y="58"/>
                  </a:cubicBezTo>
                  <a:cubicBezTo>
                    <a:pt x="13" y="60"/>
                    <a:pt x="14" y="62"/>
                    <a:pt x="14" y="64"/>
                  </a:cubicBezTo>
                  <a:cubicBezTo>
                    <a:pt x="14" y="64"/>
                    <a:pt x="11" y="64"/>
                    <a:pt x="10" y="64"/>
                  </a:cubicBezTo>
                  <a:cubicBezTo>
                    <a:pt x="9" y="64"/>
                    <a:pt x="8" y="65"/>
                    <a:pt x="7" y="65"/>
                  </a:cubicBezTo>
                  <a:cubicBezTo>
                    <a:pt x="7" y="65"/>
                    <a:pt x="6" y="64"/>
                    <a:pt x="5" y="64"/>
                  </a:cubicBezTo>
                  <a:cubicBezTo>
                    <a:pt x="4" y="64"/>
                    <a:pt x="0" y="66"/>
                    <a:pt x="0" y="67"/>
                  </a:cubicBezTo>
                  <a:cubicBezTo>
                    <a:pt x="2" y="69"/>
                    <a:pt x="3" y="70"/>
                    <a:pt x="5" y="72"/>
                  </a:cubicBezTo>
                  <a:cubicBezTo>
                    <a:pt x="5" y="72"/>
                    <a:pt x="11" y="72"/>
                    <a:pt x="11" y="72"/>
                  </a:cubicBezTo>
                  <a:cubicBezTo>
                    <a:pt x="11" y="73"/>
                    <a:pt x="9" y="74"/>
                    <a:pt x="8" y="74"/>
                  </a:cubicBezTo>
                  <a:cubicBezTo>
                    <a:pt x="7" y="75"/>
                    <a:pt x="4" y="73"/>
                    <a:pt x="4" y="75"/>
                  </a:cubicBezTo>
                  <a:cubicBezTo>
                    <a:pt x="4" y="77"/>
                    <a:pt x="9" y="80"/>
                    <a:pt x="11" y="82"/>
                  </a:cubicBezTo>
                  <a:cubicBezTo>
                    <a:pt x="12" y="83"/>
                    <a:pt x="13" y="83"/>
                    <a:pt x="15" y="83"/>
                  </a:cubicBezTo>
                  <a:cubicBezTo>
                    <a:pt x="17" y="82"/>
                    <a:pt x="20" y="81"/>
                    <a:pt x="21" y="79"/>
                  </a:cubicBezTo>
                  <a:cubicBezTo>
                    <a:pt x="21" y="79"/>
                    <a:pt x="20" y="78"/>
                    <a:pt x="19" y="78"/>
                  </a:cubicBezTo>
                  <a:cubicBezTo>
                    <a:pt x="19" y="77"/>
                    <a:pt x="20" y="77"/>
                    <a:pt x="20" y="77"/>
                  </a:cubicBezTo>
                  <a:cubicBezTo>
                    <a:pt x="21" y="76"/>
                    <a:pt x="20" y="75"/>
                    <a:pt x="21" y="75"/>
                  </a:cubicBezTo>
                  <a:cubicBezTo>
                    <a:pt x="21" y="75"/>
                    <a:pt x="23" y="75"/>
                    <a:pt x="23" y="75"/>
                  </a:cubicBezTo>
                  <a:cubicBezTo>
                    <a:pt x="23" y="76"/>
                    <a:pt x="21" y="76"/>
                    <a:pt x="22" y="77"/>
                  </a:cubicBezTo>
                  <a:cubicBezTo>
                    <a:pt x="22" y="77"/>
                    <a:pt x="23" y="77"/>
                    <a:pt x="23" y="77"/>
                  </a:cubicBezTo>
                  <a:cubicBezTo>
                    <a:pt x="23" y="78"/>
                    <a:pt x="22" y="78"/>
                    <a:pt x="22" y="78"/>
                  </a:cubicBezTo>
                  <a:cubicBezTo>
                    <a:pt x="21" y="78"/>
                    <a:pt x="23" y="78"/>
                    <a:pt x="23" y="78"/>
                  </a:cubicBezTo>
                  <a:cubicBezTo>
                    <a:pt x="23" y="79"/>
                    <a:pt x="22" y="79"/>
                    <a:pt x="22" y="80"/>
                  </a:cubicBezTo>
                  <a:cubicBezTo>
                    <a:pt x="21" y="80"/>
                    <a:pt x="23" y="81"/>
                    <a:pt x="24" y="82"/>
                  </a:cubicBezTo>
                  <a:cubicBezTo>
                    <a:pt x="25" y="83"/>
                    <a:pt x="23" y="85"/>
                    <a:pt x="22" y="87"/>
                  </a:cubicBezTo>
                  <a:cubicBezTo>
                    <a:pt x="22" y="88"/>
                    <a:pt x="23" y="89"/>
                    <a:pt x="24" y="90"/>
                  </a:cubicBezTo>
                  <a:cubicBezTo>
                    <a:pt x="24" y="92"/>
                    <a:pt x="24" y="93"/>
                    <a:pt x="24" y="95"/>
                  </a:cubicBezTo>
                  <a:cubicBezTo>
                    <a:pt x="24" y="97"/>
                    <a:pt x="23" y="100"/>
                    <a:pt x="23" y="101"/>
                  </a:cubicBezTo>
                  <a:cubicBezTo>
                    <a:pt x="23" y="101"/>
                    <a:pt x="24" y="99"/>
                    <a:pt x="24" y="99"/>
                  </a:cubicBezTo>
                  <a:cubicBezTo>
                    <a:pt x="25" y="100"/>
                    <a:pt x="26" y="106"/>
                    <a:pt x="26" y="107"/>
                  </a:cubicBezTo>
                  <a:cubicBezTo>
                    <a:pt x="27" y="109"/>
                    <a:pt x="29" y="112"/>
                    <a:pt x="30" y="115"/>
                  </a:cubicBezTo>
                  <a:cubicBezTo>
                    <a:pt x="31" y="118"/>
                    <a:pt x="31" y="121"/>
                    <a:pt x="32" y="124"/>
                  </a:cubicBezTo>
                  <a:cubicBezTo>
                    <a:pt x="34" y="128"/>
                    <a:pt x="37" y="131"/>
                    <a:pt x="39" y="134"/>
                  </a:cubicBezTo>
                  <a:cubicBezTo>
                    <a:pt x="40" y="137"/>
                    <a:pt x="40" y="140"/>
                    <a:pt x="41" y="143"/>
                  </a:cubicBezTo>
                  <a:cubicBezTo>
                    <a:pt x="43" y="146"/>
                    <a:pt x="45" y="149"/>
                    <a:pt x="48" y="146"/>
                  </a:cubicBezTo>
                  <a:cubicBezTo>
                    <a:pt x="50" y="145"/>
                    <a:pt x="50" y="144"/>
                    <a:pt x="50" y="143"/>
                  </a:cubicBezTo>
                  <a:cubicBezTo>
                    <a:pt x="50" y="141"/>
                    <a:pt x="52" y="140"/>
                    <a:pt x="53" y="139"/>
                  </a:cubicBezTo>
                  <a:cubicBezTo>
                    <a:pt x="54" y="138"/>
                    <a:pt x="56" y="138"/>
                    <a:pt x="57" y="137"/>
                  </a:cubicBezTo>
                  <a:cubicBezTo>
                    <a:pt x="58" y="136"/>
                    <a:pt x="57" y="133"/>
                    <a:pt x="57" y="132"/>
                  </a:cubicBezTo>
                  <a:cubicBezTo>
                    <a:pt x="56" y="128"/>
                    <a:pt x="61" y="125"/>
                    <a:pt x="60" y="122"/>
                  </a:cubicBezTo>
                  <a:cubicBezTo>
                    <a:pt x="59" y="119"/>
                    <a:pt x="58" y="116"/>
                    <a:pt x="58" y="113"/>
                  </a:cubicBezTo>
                  <a:cubicBezTo>
                    <a:pt x="58" y="109"/>
                    <a:pt x="62" y="108"/>
                    <a:pt x="65" y="107"/>
                  </a:cubicBezTo>
                  <a:cubicBezTo>
                    <a:pt x="66" y="106"/>
                    <a:pt x="69" y="106"/>
                    <a:pt x="69" y="105"/>
                  </a:cubicBezTo>
                  <a:cubicBezTo>
                    <a:pt x="70" y="103"/>
                    <a:pt x="71" y="102"/>
                    <a:pt x="72" y="101"/>
                  </a:cubicBezTo>
                  <a:cubicBezTo>
                    <a:pt x="75" y="98"/>
                    <a:pt x="78" y="95"/>
                    <a:pt x="81" y="93"/>
                  </a:cubicBezTo>
                  <a:cubicBezTo>
                    <a:pt x="82" y="92"/>
                    <a:pt x="83" y="90"/>
                    <a:pt x="84" y="89"/>
                  </a:cubicBezTo>
                  <a:cubicBezTo>
                    <a:pt x="85" y="88"/>
                    <a:pt x="87" y="88"/>
                    <a:pt x="88" y="87"/>
                  </a:cubicBezTo>
                  <a:cubicBezTo>
                    <a:pt x="89" y="86"/>
                    <a:pt x="90" y="85"/>
                    <a:pt x="91" y="84"/>
                  </a:cubicBezTo>
                  <a:cubicBezTo>
                    <a:pt x="92" y="83"/>
                    <a:pt x="90" y="82"/>
                    <a:pt x="90" y="81"/>
                  </a:cubicBezTo>
                  <a:cubicBezTo>
                    <a:pt x="91" y="79"/>
                    <a:pt x="94" y="79"/>
                    <a:pt x="95" y="78"/>
                  </a:cubicBezTo>
                  <a:cubicBezTo>
                    <a:pt x="96" y="78"/>
                    <a:pt x="98" y="75"/>
                    <a:pt x="98" y="74"/>
                  </a:cubicBezTo>
                  <a:cubicBezTo>
                    <a:pt x="98" y="76"/>
                    <a:pt x="96" y="76"/>
                    <a:pt x="97" y="78"/>
                  </a:cubicBezTo>
                  <a:cubicBezTo>
                    <a:pt x="99" y="79"/>
                    <a:pt x="100" y="76"/>
                    <a:pt x="100" y="76"/>
                  </a:cubicBezTo>
                  <a:cubicBezTo>
                    <a:pt x="101" y="77"/>
                    <a:pt x="100" y="78"/>
                    <a:pt x="101" y="78"/>
                  </a:cubicBezTo>
                  <a:cubicBezTo>
                    <a:pt x="102" y="75"/>
                    <a:pt x="101" y="72"/>
                    <a:pt x="99" y="69"/>
                  </a:cubicBezTo>
                  <a:cubicBezTo>
                    <a:pt x="98" y="67"/>
                    <a:pt x="96" y="65"/>
                    <a:pt x="97" y="62"/>
                  </a:cubicBezTo>
                  <a:cubicBezTo>
                    <a:pt x="98" y="59"/>
                    <a:pt x="103" y="61"/>
                    <a:pt x="100" y="58"/>
                  </a:cubicBezTo>
                  <a:cubicBezTo>
                    <a:pt x="99" y="57"/>
                    <a:pt x="97" y="56"/>
                    <a:pt x="98" y="54"/>
                  </a:cubicBezTo>
                  <a:cubicBezTo>
                    <a:pt x="99" y="53"/>
                    <a:pt x="100" y="54"/>
                    <a:pt x="102" y="55"/>
                  </a:cubicBezTo>
                  <a:cubicBezTo>
                    <a:pt x="103" y="56"/>
                    <a:pt x="104" y="55"/>
                    <a:pt x="104" y="57"/>
                  </a:cubicBezTo>
                  <a:cubicBezTo>
                    <a:pt x="104" y="58"/>
                    <a:pt x="104" y="59"/>
                    <a:pt x="106" y="60"/>
                  </a:cubicBezTo>
                  <a:cubicBezTo>
                    <a:pt x="107" y="60"/>
                    <a:pt x="109" y="60"/>
                    <a:pt x="110" y="60"/>
                  </a:cubicBezTo>
                  <a:cubicBezTo>
                    <a:pt x="111" y="60"/>
                    <a:pt x="113" y="61"/>
                    <a:pt x="114" y="60"/>
                  </a:cubicBezTo>
                  <a:cubicBezTo>
                    <a:pt x="119" y="59"/>
                    <a:pt x="115" y="65"/>
                    <a:pt x="113" y="66"/>
                  </a:cubicBezTo>
                  <a:cubicBezTo>
                    <a:pt x="110" y="66"/>
                    <a:pt x="112" y="70"/>
                    <a:pt x="112" y="71"/>
                  </a:cubicBezTo>
                  <a:cubicBezTo>
                    <a:pt x="113" y="71"/>
                    <a:pt x="115" y="67"/>
                    <a:pt x="115" y="68"/>
                  </a:cubicBezTo>
                  <a:cubicBezTo>
                    <a:pt x="115" y="71"/>
                    <a:pt x="117" y="74"/>
                    <a:pt x="117" y="7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55" name="Freeform 702">
              <a:extLst>
                <a:ext uri="{FF2B5EF4-FFF2-40B4-BE49-F238E27FC236}">
                  <a16:creationId xmlns:a16="http://schemas.microsoft.com/office/drawing/2014/main" id="{D14FE27C-0D8F-7921-0143-67B61B9BF5A4}"/>
                </a:ext>
              </a:extLst>
            </p:cNvPr>
            <p:cNvSpPr>
              <a:spLocks/>
            </p:cNvSpPr>
            <p:nvPr/>
          </p:nvSpPr>
          <p:spPr bwMode="auto">
            <a:xfrm>
              <a:off x="15926311" y="7669658"/>
              <a:ext cx="382165" cy="917438"/>
            </a:xfrm>
            <a:custGeom>
              <a:avLst/>
              <a:gdLst>
                <a:gd name="T0" fmla="*/ 37 w 41"/>
                <a:gd name="T1" fmla="*/ 37 h 98"/>
                <a:gd name="T2" fmla="*/ 34 w 41"/>
                <a:gd name="T3" fmla="*/ 35 h 98"/>
                <a:gd name="T4" fmla="*/ 31 w 41"/>
                <a:gd name="T5" fmla="*/ 29 h 98"/>
                <a:gd name="T6" fmla="*/ 32 w 41"/>
                <a:gd name="T7" fmla="*/ 25 h 98"/>
                <a:gd name="T8" fmla="*/ 25 w 41"/>
                <a:gd name="T9" fmla="*/ 22 h 98"/>
                <a:gd name="T10" fmla="*/ 30 w 41"/>
                <a:gd name="T11" fmla="*/ 10 h 98"/>
                <a:gd name="T12" fmla="*/ 28 w 41"/>
                <a:gd name="T13" fmla="*/ 6 h 98"/>
                <a:gd name="T14" fmla="*/ 23 w 41"/>
                <a:gd name="T15" fmla="*/ 2 h 98"/>
                <a:gd name="T16" fmla="*/ 22 w 41"/>
                <a:gd name="T17" fmla="*/ 9 h 98"/>
                <a:gd name="T18" fmla="*/ 18 w 41"/>
                <a:gd name="T19" fmla="*/ 9 h 98"/>
                <a:gd name="T20" fmla="*/ 13 w 41"/>
                <a:gd name="T21" fmla="*/ 15 h 98"/>
                <a:gd name="T22" fmla="*/ 11 w 41"/>
                <a:gd name="T23" fmla="*/ 21 h 98"/>
                <a:gd name="T24" fmla="*/ 6 w 41"/>
                <a:gd name="T25" fmla="*/ 25 h 98"/>
                <a:gd name="T26" fmla="*/ 2 w 41"/>
                <a:gd name="T27" fmla="*/ 35 h 98"/>
                <a:gd name="T28" fmla="*/ 0 w 41"/>
                <a:gd name="T29" fmla="*/ 40 h 98"/>
                <a:gd name="T30" fmla="*/ 4 w 41"/>
                <a:gd name="T31" fmla="*/ 44 h 98"/>
                <a:gd name="T32" fmla="*/ 7 w 41"/>
                <a:gd name="T33" fmla="*/ 52 h 98"/>
                <a:gd name="T34" fmla="*/ 11 w 41"/>
                <a:gd name="T35" fmla="*/ 58 h 98"/>
                <a:gd name="T36" fmla="*/ 11 w 41"/>
                <a:gd name="T37" fmla="*/ 64 h 98"/>
                <a:gd name="T38" fmla="*/ 12 w 41"/>
                <a:gd name="T39" fmla="*/ 66 h 98"/>
                <a:gd name="T40" fmla="*/ 14 w 41"/>
                <a:gd name="T41" fmla="*/ 66 h 98"/>
                <a:gd name="T42" fmla="*/ 17 w 41"/>
                <a:gd name="T43" fmla="*/ 65 h 98"/>
                <a:gd name="T44" fmla="*/ 22 w 41"/>
                <a:gd name="T45" fmla="*/ 64 h 98"/>
                <a:gd name="T46" fmla="*/ 25 w 41"/>
                <a:gd name="T47" fmla="*/ 72 h 98"/>
                <a:gd name="T48" fmla="*/ 29 w 41"/>
                <a:gd name="T49" fmla="*/ 80 h 98"/>
                <a:gd name="T50" fmla="*/ 30 w 41"/>
                <a:gd name="T51" fmla="*/ 85 h 98"/>
                <a:gd name="T52" fmla="*/ 29 w 41"/>
                <a:gd name="T53" fmla="*/ 88 h 98"/>
                <a:gd name="T54" fmla="*/ 29 w 41"/>
                <a:gd name="T55" fmla="*/ 98 h 98"/>
                <a:gd name="T56" fmla="*/ 34 w 41"/>
                <a:gd name="T57" fmla="*/ 85 h 98"/>
                <a:gd name="T58" fmla="*/ 28 w 41"/>
                <a:gd name="T59" fmla="*/ 71 h 98"/>
                <a:gd name="T60" fmla="*/ 30 w 41"/>
                <a:gd name="T61" fmla="*/ 65 h 98"/>
                <a:gd name="T62" fmla="*/ 26 w 41"/>
                <a:gd name="T63" fmla="*/ 49 h 98"/>
                <a:gd name="T64" fmla="*/ 34 w 41"/>
                <a:gd name="T65" fmla="*/ 44 h 98"/>
                <a:gd name="T66" fmla="*/ 41 w 41"/>
                <a:gd name="T67"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98">
                  <a:moveTo>
                    <a:pt x="39" y="38"/>
                  </a:moveTo>
                  <a:cubicBezTo>
                    <a:pt x="38" y="38"/>
                    <a:pt x="37" y="39"/>
                    <a:pt x="37" y="37"/>
                  </a:cubicBezTo>
                  <a:cubicBezTo>
                    <a:pt x="37" y="37"/>
                    <a:pt x="37" y="36"/>
                    <a:pt x="37" y="36"/>
                  </a:cubicBezTo>
                  <a:cubicBezTo>
                    <a:pt x="37" y="35"/>
                    <a:pt x="34" y="35"/>
                    <a:pt x="34" y="35"/>
                  </a:cubicBezTo>
                  <a:cubicBezTo>
                    <a:pt x="33" y="34"/>
                    <a:pt x="34" y="32"/>
                    <a:pt x="34" y="31"/>
                  </a:cubicBezTo>
                  <a:cubicBezTo>
                    <a:pt x="35" y="29"/>
                    <a:pt x="32" y="30"/>
                    <a:pt x="31" y="29"/>
                  </a:cubicBezTo>
                  <a:cubicBezTo>
                    <a:pt x="31" y="28"/>
                    <a:pt x="30" y="28"/>
                    <a:pt x="30" y="27"/>
                  </a:cubicBezTo>
                  <a:cubicBezTo>
                    <a:pt x="30" y="26"/>
                    <a:pt x="32" y="25"/>
                    <a:pt x="32" y="25"/>
                  </a:cubicBezTo>
                  <a:cubicBezTo>
                    <a:pt x="31" y="23"/>
                    <a:pt x="25" y="26"/>
                    <a:pt x="24" y="25"/>
                  </a:cubicBezTo>
                  <a:cubicBezTo>
                    <a:pt x="24" y="25"/>
                    <a:pt x="25" y="23"/>
                    <a:pt x="25" y="22"/>
                  </a:cubicBezTo>
                  <a:cubicBezTo>
                    <a:pt x="24" y="21"/>
                    <a:pt x="27" y="19"/>
                    <a:pt x="27" y="18"/>
                  </a:cubicBezTo>
                  <a:cubicBezTo>
                    <a:pt x="29" y="15"/>
                    <a:pt x="31" y="13"/>
                    <a:pt x="30" y="10"/>
                  </a:cubicBezTo>
                  <a:cubicBezTo>
                    <a:pt x="30" y="9"/>
                    <a:pt x="31" y="8"/>
                    <a:pt x="31" y="7"/>
                  </a:cubicBezTo>
                  <a:cubicBezTo>
                    <a:pt x="31" y="5"/>
                    <a:pt x="29" y="7"/>
                    <a:pt x="28" y="6"/>
                  </a:cubicBezTo>
                  <a:cubicBezTo>
                    <a:pt x="28" y="4"/>
                    <a:pt x="27" y="3"/>
                    <a:pt x="27" y="2"/>
                  </a:cubicBezTo>
                  <a:cubicBezTo>
                    <a:pt x="25" y="0"/>
                    <a:pt x="25" y="3"/>
                    <a:pt x="23" y="2"/>
                  </a:cubicBezTo>
                  <a:cubicBezTo>
                    <a:pt x="24" y="4"/>
                    <a:pt x="22" y="4"/>
                    <a:pt x="22" y="5"/>
                  </a:cubicBezTo>
                  <a:cubicBezTo>
                    <a:pt x="22" y="5"/>
                    <a:pt x="22" y="9"/>
                    <a:pt x="22" y="9"/>
                  </a:cubicBezTo>
                  <a:cubicBezTo>
                    <a:pt x="21" y="9"/>
                    <a:pt x="21" y="7"/>
                    <a:pt x="21" y="7"/>
                  </a:cubicBezTo>
                  <a:cubicBezTo>
                    <a:pt x="19" y="7"/>
                    <a:pt x="18" y="8"/>
                    <a:pt x="18" y="9"/>
                  </a:cubicBezTo>
                  <a:cubicBezTo>
                    <a:pt x="17" y="10"/>
                    <a:pt x="15" y="10"/>
                    <a:pt x="14" y="11"/>
                  </a:cubicBezTo>
                  <a:cubicBezTo>
                    <a:pt x="13" y="12"/>
                    <a:pt x="14" y="14"/>
                    <a:pt x="13" y="15"/>
                  </a:cubicBezTo>
                  <a:cubicBezTo>
                    <a:pt x="13" y="16"/>
                    <a:pt x="12" y="17"/>
                    <a:pt x="11" y="18"/>
                  </a:cubicBezTo>
                  <a:cubicBezTo>
                    <a:pt x="11" y="19"/>
                    <a:pt x="11" y="20"/>
                    <a:pt x="11" y="21"/>
                  </a:cubicBezTo>
                  <a:cubicBezTo>
                    <a:pt x="11" y="23"/>
                    <a:pt x="10" y="25"/>
                    <a:pt x="9" y="25"/>
                  </a:cubicBezTo>
                  <a:cubicBezTo>
                    <a:pt x="8" y="25"/>
                    <a:pt x="7" y="25"/>
                    <a:pt x="6" y="25"/>
                  </a:cubicBezTo>
                  <a:cubicBezTo>
                    <a:pt x="5" y="27"/>
                    <a:pt x="6" y="35"/>
                    <a:pt x="4" y="35"/>
                  </a:cubicBezTo>
                  <a:cubicBezTo>
                    <a:pt x="4" y="35"/>
                    <a:pt x="2" y="35"/>
                    <a:pt x="2" y="35"/>
                  </a:cubicBezTo>
                  <a:cubicBezTo>
                    <a:pt x="2" y="36"/>
                    <a:pt x="2" y="37"/>
                    <a:pt x="2" y="37"/>
                  </a:cubicBezTo>
                  <a:cubicBezTo>
                    <a:pt x="2" y="38"/>
                    <a:pt x="1" y="39"/>
                    <a:pt x="0" y="40"/>
                  </a:cubicBezTo>
                  <a:cubicBezTo>
                    <a:pt x="0" y="41"/>
                    <a:pt x="4" y="46"/>
                    <a:pt x="5" y="47"/>
                  </a:cubicBezTo>
                  <a:cubicBezTo>
                    <a:pt x="5" y="47"/>
                    <a:pt x="4" y="44"/>
                    <a:pt x="4" y="44"/>
                  </a:cubicBezTo>
                  <a:cubicBezTo>
                    <a:pt x="4" y="44"/>
                    <a:pt x="7" y="48"/>
                    <a:pt x="7" y="48"/>
                  </a:cubicBezTo>
                  <a:cubicBezTo>
                    <a:pt x="8" y="50"/>
                    <a:pt x="6" y="50"/>
                    <a:pt x="7" y="52"/>
                  </a:cubicBezTo>
                  <a:cubicBezTo>
                    <a:pt x="6" y="51"/>
                    <a:pt x="8" y="51"/>
                    <a:pt x="9" y="52"/>
                  </a:cubicBezTo>
                  <a:cubicBezTo>
                    <a:pt x="10" y="54"/>
                    <a:pt x="11" y="56"/>
                    <a:pt x="11" y="58"/>
                  </a:cubicBezTo>
                  <a:cubicBezTo>
                    <a:pt x="11" y="58"/>
                    <a:pt x="10" y="67"/>
                    <a:pt x="10" y="67"/>
                  </a:cubicBezTo>
                  <a:cubicBezTo>
                    <a:pt x="11" y="67"/>
                    <a:pt x="11" y="64"/>
                    <a:pt x="11" y="64"/>
                  </a:cubicBezTo>
                  <a:cubicBezTo>
                    <a:pt x="11" y="64"/>
                    <a:pt x="11" y="67"/>
                    <a:pt x="11" y="67"/>
                  </a:cubicBezTo>
                  <a:cubicBezTo>
                    <a:pt x="11" y="67"/>
                    <a:pt x="12" y="66"/>
                    <a:pt x="12" y="66"/>
                  </a:cubicBezTo>
                  <a:cubicBezTo>
                    <a:pt x="12" y="66"/>
                    <a:pt x="12" y="68"/>
                    <a:pt x="12" y="68"/>
                  </a:cubicBezTo>
                  <a:cubicBezTo>
                    <a:pt x="13" y="68"/>
                    <a:pt x="13" y="66"/>
                    <a:pt x="14" y="66"/>
                  </a:cubicBezTo>
                  <a:cubicBezTo>
                    <a:pt x="14" y="66"/>
                    <a:pt x="14" y="67"/>
                    <a:pt x="14" y="67"/>
                  </a:cubicBezTo>
                  <a:cubicBezTo>
                    <a:pt x="14" y="67"/>
                    <a:pt x="17" y="66"/>
                    <a:pt x="17" y="65"/>
                  </a:cubicBezTo>
                  <a:cubicBezTo>
                    <a:pt x="18" y="65"/>
                    <a:pt x="23" y="62"/>
                    <a:pt x="21" y="61"/>
                  </a:cubicBezTo>
                  <a:cubicBezTo>
                    <a:pt x="22" y="61"/>
                    <a:pt x="21" y="63"/>
                    <a:pt x="22" y="64"/>
                  </a:cubicBezTo>
                  <a:cubicBezTo>
                    <a:pt x="23" y="64"/>
                    <a:pt x="24" y="64"/>
                    <a:pt x="24" y="65"/>
                  </a:cubicBezTo>
                  <a:cubicBezTo>
                    <a:pt x="25" y="67"/>
                    <a:pt x="25" y="70"/>
                    <a:pt x="25" y="72"/>
                  </a:cubicBezTo>
                  <a:cubicBezTo>
                    <a:pt x="26" y="75"/>
                    <a:pt x="26" y="77"/>
                    <a:pt x="28" y="79"/>
                  </a:cubicBezTo>
                  <a:cubicBezTo>
                    <a:pt x="28" y="79"/>
                    <a:pt x="29" y="80"/>
                    <a:pt x="29" y="80"/>
                  </a:cubicBezTo>
                  <a:cubicBezTo>
                    <a:pt x="29" y="82"/>
                    <a:pt x="30" y="82"/>
                    <a:pt x="30" y="82"/>
                  </a:cubicBezTo>
                  <a:cubicBezTo>
                    <a:pt x="31" y="83"/>
                    <a:pt x="29" y="85"/>
                    <a:pt x="30" y="85"/>
                  </a:cubicBezTo>
                  <a:cubicBezTo>
                    <a:pt x="30" y="85"/>
                    <a:pt x="30" y="85"/>
                    <a:pt x="31" y="85"/>
                  </a:cubicBezTo>
                  <a:cubicBezTo>
                    <a:pt x="31" y="86"/>
                    <a:pt x="29" y="87"/>
                    <a:pt x="29" y="88"/>
                  </a:cubicBezTo>
                  <a:cubicBezTo>
                    <a:pt x="29" y="90"/>
                    <a:pt x="30" y="88"/>
                    <a:pt x="31" y="89"/>
                  </a:cubicBezTo>
                  <a:cubicBezTo>
                    <a:pt x="31" y="89"/>
                    <a:pt x="29" y="97"/>
                    <a:pt x="29" y="98"/>
                  </a:cubicBezTo>
                  <a:cubicBezTo>
                    <a:pt x="31" y="96"/>
                    <a:pt x="32" y="92"/>
                    <a:pt x="33" y="90"/>
                  </a:cubicBezTo>
                  <a:cubicBezTo>
                    <a:pt x="34" y="88"/>
                    <a:pt x="35" y="87"/>
                    <a:pt x="34" y="85"/>
                  </a:cubicBezTo>
                  <a:cubicBezTo>
                    <a:pt x="33" y="83"/>
                    <a:pt x="33" y="82"/>
                    <a:pt x="33" y="80"/>
                  </a:cubicBezTo>
                  <a:cubicBezTo>
                    <a:pt x="32" y="78"/>
                    <a:pt x="27" y="74"/>
                    <a:pt x="28" y="71"/>
                  </a:cubicBezTo>
                  <a:cubicBezTo>
                    <a:pt x="28" y="71"/>
                    <a:pt x="30" y="70"/>
                    <a:pt x="30" y="69"/>
                  </a:cubicBezTo>
                  <a:cubicBezTo>
                    <a:pt x="29" y="67"/>
                    <a:pt x="30" y="67"/>
                    <a:pt x="30" y="65"/>
                  </a:cubicBezTo>
                  <a:cubicBezTo>
                    <a:pt x="31" y="62"/>
                    <a:pt x="27" y="60"/>
                    <a:pt x="26" y="58"/>
                  </a:cubicBezTo>
                  <a:cubicBezTo>
                    <a:pt x="23" y="56"/>
                    <a:pt x="25" y="52"/>
                    <a:pt x="26" y="49"/>
                  </a:cubicBezTo>
                  <a:cubicBezTo>
                    <a:pt x="26" y="47"/>
                    <a:pt x="27" y="47"/>
                    <a:pt x="29" y="47"/>
                  </a:cubicBezTo>
                  <a:cubicBezTo>
                    <a:pt x="31" y="47"/>
                    <a:pt x="33" y="45"/>
                    <a:pt x="34" y="44"/>
                  </a:cubicBezTo>
                  <a:cubicBezTo>
                    <a:pt x="36" y="43"/>
                    <a:pt x="37" y="44"/>
                    <a:pt x="39" y="42"/>
                  </a:cubicBezTo>
                  <a:cubicBezTo>
                    <a:pt x="40" y="40"/>
                    <a:pt x="41" y="39"/>
                    <a:pt x="41" y="38"/>
                  </a:cubicBezTo>
                  <a:cubicBezTo>
                    <a:pt x="41" y="38"/>
                    <a:pt x="40" y="38"/>
                    <a:pt x="39" y="3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56" name="Freeform 703">
              <a:extLst>
                <a:ext uri="{FF2B5EF4-FFF2-40B4-BE49-F238E27FC236}">
                  <a16:creationId xmlns:a16="http://schemas.microsoft.com/office/drawing/2014/main" id="{83E1AEC1-AF69-3ED5-A763-CB0914B78793}"/>
                </a:ext>
              </a:extLst>
            </p:cNvPr>
            <p:cNvSpPr>
              <a:spLocks/>
            </p:cNvSpPr>
            <p:nvPr/>
          </p:nvSpPr>
          <p:spPr bwMode="auto">
            <a:xfrm>
              <a:off x="15747967" y="7781150"/>
              <a:ext cx="213379" cy="261215"/>
            </a:xfrm>
            <a:custGeom>
              <a:avLst/>
              <a:gdLst>
                <a:gd name="T0" fmla="*/ 21 w 23"/>
                <a:gd name="T1" fmla="*/ 26 h 28"/>
                <a:gd name="T2" fmla="*/ 20 w 23"/>
                <a:gd name="T3" fmla="*/ 17 h 28"/>
                <a:gd name="T4" fmla="*/ 18 w 23"/>
                <a:gd name="T5" fmla="*/ 16 h 28"/>
                <a:gd name="T6" fmla="*/ 16 w 23"/>
                <a:gd name="T7" fmla="*/ 18 h 28"/>
                <a:gd name="T8" fmla="*/ 17 w 23"/>
                <a:gd name="T9" fmla="*/ 13 h 28"/>
                <a:gd name="T10" fmla="*/ 18 w 23"/>
                <a:gd name="T11" fmla="*/ 7 h 28"/>
                <a:gd name="T12" fmla="*/ 14 w 23"/>
                <a:gd name="T13" fmla="*/ 7 h 28"/>
                <a:gd name="T14" fmla="*/ 10 w 23"/>
                <a:gd name="T15" fmla="*/ 7 h 28"/>
                <a:gd name="T16" fmla="*/ 8 w 23"/>
                <a:gd name="T17" fmla="*/ 4 h 28"/>
                <a:gd name="T18" fmla="*/ 6 w 23"/>
                <a:gd name="T19" fmla="*/ 2 h 28"/>
                <a:gd name="T20" fmla="*/ 2 w 23"/>
                <a:gd name="T21" fmla="*/ 1 h 28"/>
                <a:gd name="T22" fmla="*/ 4 w 23"/>
                <a:gd name="T23" fmla="*/ 5 h 28"/>
                <a:gd name="T24" fmla="*/ 1 w 23"/>
                <a:gd name="T25" fmla="*/ 9 h 28"/>
                <a:gd name="T26" fmla="*/ 3 w 23"/>
                <a:gd name="T27" fmla="*/ 16 h 28"/>
                <a:gd name="T28" fmla="*/ 5 w 23"/>
                <a:gd name="T29" fmla="*/ 25 h 28"/>
                <a:gd name="T30" fmla="*/ 6 w 23"/>
                <a:gd name="T31" fmla="*/ 22 h 28"/>
                <a:gd name="T32" fmla="*/ 7 w 23"/>
                <a:gd name="T33" fmla="*/ 24 h 28"/>
                <a:gd name="T34" fmla="*/ 7 w 23"/>
                <a:gd name="T35" fmla="*/ 23 h 28"/>
                <a:gd name="T36" fmla="*/ 8 w 23"/>
                <a:gd name="T37" fmla="*/ 21 h 28"/>
                <a:gd name="T38" fmla="*/ 13 w 23"/>
                <a:gd name="T39" fmla="*/ 22 h 28"/>
                <a:gd name="T40" fmla="*/ 11 w 23"/>
                <a:gd name="T41" fmla="*/ 16 h 28"/>
                <a:gd name="T42" fmla="*/ 13 w 23"/>
                <a:gd name="T43" fmla="*/ 19 h 28"/>
                <a:gd name="T44" fmla="*/ 17 w 23"/>
                <a:gd name="T45" fmla="*/ 20 h 28"/>
                <a:gd name="T46" fmla="*/ 18 w 23"/>
                <a:gd name="T47" fmla="*/ 22 h 28"/>
                <a:gd name="T48" fmla="*/ 19 w 23"/>
                <a:gd name="T49" fmla="*/ 28 h 28"/>
                <a:gd name="T50" fmla="*/ 21 w 23"/>
                <a:gd name="T51" fmla="*/ 26 h 28"/>
                <a:gd name="T52" fmla="*/ 21 w 23"/>
                <a:gd name="T5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8">
                  <a:moveTo>
                    <a:pt x="21" y="26"/>
                  </a:moveTo>
                  <a:cubicBezTo>
                    <a:pt x="22" y="24"/>
                    <a:pt x="20" y="19"/>
                    <a:pt x="20" y="17"/>
                  </a:cubicBezTo>
                  <a:cubicBezTo>
                    <a:pt x="20" y="17"/>
                    <a:pt x="19" y="13"/>
                    <a:pt x="18" y="16"/>
                  </a:cubicBezTo>
                  <a:cubicBezTo>
                    <a:pt x="18" y="16"/>
                    <a:pt x="17" y="17"/>
                    <a:pt x="16" y="18"/>
                  </a:cubicBezTo>
                  <a:cubicBezTo>
                    <a:pt x="16" y="17"/>
                    <a:pt x="14" y="13"/>
                    <a:pt x="17" y="13"/>
                  </a:cubicBezTo>
                  <a:cubicBezTo>
                    <a:pt x="19" y="12"/>
                    <a:pt x="23" y="6"/>
                    <a:pt x="18" y="7"/>
                  </a:cubicBezTo>
                  <a:cubicBezTo>
                    <a:pt x="17" y="8"/>
                    <a:pt x="15" y="7"/>
                    <a:pt x="14" y="7"/>
                  </a:cubicBezTo>
                  <a:cubicBezTo>
                    <a:pt x="13" y="7"/>
                    <a:pt x="11" y="7"/>
                    <a:pt x="10" y="7"/>
                  </a:cubicBezTo>
                  <a:cubicBezTo>
                    <a:pt x="8" y="6"/>
                    <a:pt x="8" y="5"/>
                    <a:pt x="8" y="4"/>
                  </a:cubicBezTo>
                  <a:cubicBezTo>
                    <a:pt x="8" y="2"/>
                    <a:pt x="7" y="3"/>
                    <a:pt x="6" y="2"/>
                  </a:cubicBezTo>
                  <a:cubicBezTo>
                    <a:pt x="4" y="1"/>
                    <a:pt x="3" y="0"/>
                    <a:pt x="2" y="1"/>
                  </a:cubicBezTo>
                  <a:cubicBezTo>
                    <a:pt x="1" y="3"/>
                    <a:pt x="3" y="4"/>
                    <a:pt x="4" y="5"/>
                  </a:cubicBezTo>
                  <a:cubicBezTo>
                    <a:pt x="7" y="8"/>
                    <a:pt x="2" y="6"/>
                    <a:pt x="1" y="9"/>
                  </a:cubicBezTo>
                  <a:cubicBezTo>
                    <a:pt x="0" y="12"/>
                    <a:pt x="2" y="14"/>
                    <a:pt x="3" y="16"/>
                  </a:cubicBezTo>
                  <a:cubicBezTo>
                    <a:pt x="5" y="19"/>
                    <a:pt x="6" y="22"/>
                    <a:pt x="5" y="25"/>
                  </a:cubicBezTo>
                  <a:cubicBezTo>
                    <a:pt x="6" y="26"/>
                    <a:pt x="6" y="23"/>
                    <a:pt x="6" y="22"/>
                  </a:cubicBezTo>
                  <a:cubicBezTo>
                    <a:pt x="6" y="23"/>
                    <a:pt x="6" y="24"/>
                    <a:pt x="7" y="24"/>
                  </a:cubicBezTo>
                  <a:cubicBezTo>
                    <a:pt x="7" y="24"/>
                    <a:pt x="7" y="23"/>
                    <a:pt x="7" y="23"/>
                  </a:cubicBezTo>
                  <a:cubicBezTo>
                    <a:pt x="8" y="26"/>
                    <a:pt x="8" y="23"/>
                    <a:pt x="8" y="21"/>
                  </a:cubicBezTo>
                  <a:cubicBezTo>
                    <a:pt x="8" y="22"/>
                    <a:pt x="12" y="25"/>
                    <a:pt x="13" y="22"/>
                  </a:cubicBezTo>
                  <a:cubicBezTo>
                    <a:pt x="13" y="21"/>
                    <a:pt x="12" y="16"/>
                    <a:pt x="11" y="16"/>
                  </a:cubicBezTo>
                  <a:cubicBezTo>
                    <a:pt x="12" y="16"/>
                    <a:pt x="13" y="18"/>
                    <a:pt x="13" y="19"/>
                  </a:cubicBezTo>
                  <a:cubicBezTo>
                    <a:pt x="14" y="20"/>
                    <a:pt x="17" y="18"/>
                    <a:pt x="17" y="20"/>
                  </a:cubicBezTo>
                  <a:cubicBezTo>
                    <a:pt x="17" y="21"/>
                    <a:pt x="18" y="20"/>
                    <a:pt x="18" y="22"/>
                  </a:cubicBezTo>
                  <a:cubicBezTo>
                    <a:pt x="18" y="24"/>
                    <a:pt x="18" y="26"/>
                    <a:pt x="19" y="28"/>
                  </a:cubicBezTo>
                  <a:cubicBezTo>
                    <a:pt x="20" y="27"/>
                    <a:pt x="20" y="27"/>
                    <a:pt x="21" y="26"/>
                  </a:cubicBezTo>
                  <a:cubicBezTo>
                    <a:pt x="22" y="25"/>
                    <a:pt x="20" y="27"/>
                    <a:pt x="21" y="2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57" name="Freeform 704">
              <a:extLst>
                <a:ext uri="{FF2B5EF4-FFF2-40B4-BE49-F238E27FC236}">
                  <a16:creationId xmlns:a16="http://schemas.microsoft.com/office/drawing/2014/main" id="{919DE978-12D3-3E0C-4476-8C63B9D73652}"/>
                </a:ext>
              </a:extLst>
            </p:cNvPr>
            <p:cNvSpPr>
              <a:spLocks/>
            </p:cNvSpPr>
            <p:nvPr/>
          </p:nvSpPr>
          <p:spPr bwMode="auto">
            <a:xfrm>
              <a:off x="16149241" y="8071036"/>
              <a:ext cx="391721" cy="719934"/>
            </a:xfrm>
            <a:custGeom>
              <a:avLst/>
              <a:gdLst>
                <a:gd name="T0" fmla="*/ 40 w 42"/>
                <a:gd name="T1" fmla="*/ 30 h 77"/>
                <a:gd name="T2" fmla="*/ 41 w 42"/>
                <a:gd name="T3" fmla="*/ 27 h 77"/>
                <a:gd name="T4" fmla="*/ 39 w 42"/>
                <a:gd name="T5" fmla="*/ 24 h 77"/>
                <a:gd name="T6" fmla="*/ 36 w 42"/>
                <a:gd name="T7" fmla="*/ 20 h 77"/>
                <a:gd name="T8" fmla="*/ 35 w 42"/>
                <a:gd name="T9" fmla="*/ 15 h 77"/>
                <a:gd name="T10" fmla="*/ 30 w 42"/>
                <a:gd name="T11" fmla="*/ 12 h 77"/>
                <a:gd name="T12" fmla="*/ 25 w 42"/>
                <a:gd name="T13" fmla="*/ 14 h 77"/>
                <a:gd name="T14" fmla="*/ 21 w 42"/>
                <a:gd name="T15" fmla="*/ 14 h 77"/>
                <a:gd name="T16" fmla="*/ 17 w 42"/>
                <a:gd name="T17" fmla="*/ 16 h 77"/>
                <a:gd name="T18" fmla="*/ 19 w 42"/>
                <a:gd name="T19" fmla="*/ 12 h 77"/>
                <a:gd name="T20" fmla="*/ 19 w 42"/>
                <a:gd name="T21" fmla="*/ 9 h 77"/>
                <a:gd name="T22" fmla="*/ 18 w 42"/>
                <a:gd name="T23" fmla="*/ 5 h 77"/>
                <a:gd name="T24" fmla="*/ 15 w 42"/>
                <a:gd name="T25" fmla="*/ 4 h 77"/>
                <a:gd name="T26" fmla="*/ 9 w 42"/>
                <a:gd name="T27" fmla="*/ 1 h 77"/>
                <a:gd name="T28" fmla="*/ 4 w 42"/>
                <a:gd name="T29" fmla="*/ 4 h 77"/>
                <a:gd name="T30" fmla="*/ 1 w 42"/>
                <a:gd name="T31" fmla="*/ 8 h 77"/>
                <a:gd name="T32" fmla="*/ 0 w 42"/>
                <a:gd name="T33" fmla="*/ 13 h 77"/>
                <a:gd name="T34" fmla="*/ 3 w 42"/>
                <a:gd name="T35" fmla="*/ 16 h 77"/>
                <a:gd name="T36" fmla="*/ 6 w 42"/>
                <a:gd name="T37" fmla="*/ 20 h 77"/>
                <a:gd name="T38" fmla="*/ 5 w 42"/>
                <a:gd name="T39" fmla="*/ 24 h 77"/>
                <a:gd name="T40" fmla="*/ 5 w 42"/>
                <a:gd name="T41" fmla="*/ 27 h 77"/>
                <a:gd name="T42" fmla="*/ 4 w 42"/>
                <a:gd name="T43" fmla="*/ 28 h 77"/>
                <a:gd name="T44" fmla="*/ 6 w 42"/>
                <a:gd name="T45" fmla="*/ 33 h 77"/>
                <a:gd name="T46" fmla="*/ 9 w 42"/>
                <a:gd name="T47" fmla="*/ 37 h 77"/>
                <a:gd name="T48" fmla="*/ 10 w 42"/>
                <a:gd name="T49" fmla="*/ 42 h 77"/>
                <a:gd name="T50" fmla="*/ 6 w 42"/>
                <a:gd name="T51" fmla="*/ 52 h 77"/>
                <a:gd name="T52" fmla="*/ 5 w 42"/>
                <a:gd name="T53" fmla="*/ 55 h 77"/>
                <a:gd name="T54" fmla="*/ 4 w 42"/>
                <a:gd name="T55" fmla="*/ 58 h 77"/>
                <a:gd name="T56" fmla="*/ 5 w 42"/>
                <a:gd name="T57" fmla="*/ 62 h 77"/>
                <a:gd name="T58" fmla="*/ 11 w 42"/>
                <a:gd name="T59" fmla="*/ 69 h 77"/>
                <a:gd name="T60" fmla="*/ 13 w 42"/>
                <a:gd name="T61" fmla="*/ 72 h 77"/>
                <a:gd name="T62" fmla="*/ 16 w 42"/>
                <a:gd name="T63" fmla="*/ 72 h 77"/>
                <a:gd name="T64" fmla="*/ 18 w 42"/>
                <a:gd name="T65" fmla="*/ 74 h 77"/>
                <a:gd name="T66" fmla="*/ 19 w 42"/>
                <a:gd name="T67" fmla="*/ 76 h 77"/>
                <a:gd name="T68" fmla="*/ 21 w 42"/>
                <a:gd name="T69" fmla="*/ 76 h 77"/>
                <a:gd name="T70" fmla="*/ 23 w 42"/>
                <a:gd name="T71" fmla="*/ 74 h 77"/>
                <a:gd name="T72" fmla="*/ 16 w 42"/>
                <a:gd name="T73" fmla="*/ 69 h 77"/>
                <a:gd name="T74" fmla="*/ 13 w 42"/>
                <a:gd name="T75" fmla="*/ 67 h 77"/>
                <a:gd name="T76" fmla="*/ 15 w 42"/>
                <a:gd name="T77" fmla="*/ 67 h 77"/>
                <a:gd name="T78" fmla="*/ 12 w 42"/>
                <a:gd name="T79" fmla="*/ 60 h 77"/>
                <a:gd name="T80" fmla="*/ 11 w 42"/>
                <a:gd name="T81" fmla="*/ 58 h 77"/>
                <a:gd name="T82" fmla="*/ 9 w 42"/>
                <a:gd name="T83" fmla="*/ 56 h 77"/>
                <a:gd name="T84" fmla="*/ 11 w 42"/>
                <a:gd name="T85" fmla="*/ 48 h 77"/>
                <a:gd name="T86" fmla="*/ 13 w 42"/>
                <a:gd name="T87" fmla="*/ 43 h 77"/>
                <a:gd name="T88" fmla="*/ 14 w 42"/>
                <a:gd name="T89" fmla="*/ 36 h 77"/>
                <a:gd name="T90" fmla="*/ 17 w 42"/>
                <a:gd name="T91" fmla="*/ 40 h 77"/>
                <a:gd name="T92" fmla="*/ 22 w 42"/>
                <a:gd name="T93" fmla="*/ 41 h 77"/>
                <a:gd name="T94" fmla="*/ 27 w 42"/>
                <a:gd name="T95" fmla="*/ 44 h 77"/>
                <a:gd name="T96" fmla="*/ 24 w 42"/>
                <a:gd name="T97" fmla="*/ 38 h 77"/>
                <a:gd name="T98" fmla="*/ 28 w 42"/>
                <a:gd name="T99" fmla="*/ 33 h 77"/>
                <a:gd name="T100" fmla="*/ 34 w 42"/>
                <a:gd name="T101" fmla="*/ 32 h 77"/>
                <a:gd name="T102" fmla="*/ 38 w 42"/>
                <a:gd name="T103" fmla="*/ 33 h 77"/>
                <a:gd name="T104" fmla="*/ 40 w 42"/>
                <a:gd name="T105" fmla="*/ 30 h 77"/>
                <a:gd name="T106" fmla="*/ 40 w 42"/>
                <a:gd name="T107"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77">
                  <a:moveTo>
                    <a:pt x="40" y="30"/>
                  </a:moveTo>
                  <a:cubicBezTo>
                    <a:pt x="41" y="30"/>
                    <a:pt x="40" y="28"/>
                    <a:pt x="41" y="27"/>
                  </a:cubicBezTo>
                  <a:cubicBezTo>
                    <a:pt x="42" y="26"/>
                    <a:pt x="40" y="24"/>
                    <a:pt x="39" y="24"/>
                  </a:cubicBezTo>
                  <a:cubicBezTo>
                    <a:pt x="38" y="23"/>
                    <a:pt x="36" y="22"/>
                    <a:pt x="36" y="20"/>
                  </a:cubicBezTo>
                  <a:cubicBezTo>
                    <a:pt x="36" y="18"/>
                    <a:pt x="37" y="17"/>
                    <a:pt x="35" y="15"/>
                  </a:cubicBezTo>
                  <a:cubicBezTo>
                    <a:pt x="34" y="14"/>
                    <a:pt x="32" y="12"/>
                    <a:pt x="30" y="12"/>
                  </a:cubicBezTo>
                  <a:cubicBezTo>
                    <a:pt x="28" y="12"/>
                    <a:pt x="27" y="14"/>
                    <a:pt x="25" y="14"/>
                  </a:cubicBezTo>
                  <a:cubicBezTo>
                    <a:pt x="23" y="13"/>
                    <a:pt x="23" y="13"/>
                    <a:pt x="21" y="14"/>
                  </a:cubicBezTo>
                  <a:cubicBezTo>
                    <a:pt x="21" y="14"/>
                    <a:pt x="18" y="17"/>
                    <a:pt x="17" y="16"/>
                  </a:cubicBezTo>
                  <a:cubicBezTo>
                    <a:pt x="17" y="15"/>
                    <a:pt x="20" y="13"/>
                    <a:pt x="19" y="12"/>
                  </a:cubicBezTo>
                  <a:cubicBezTo>
                    <a:pt x="17" y="11"/>
                    <a:pt x="19" y="10"/>
                    <a:pt x="19" y="9"/>
                  </a:cubicBezTo>
                  <a:cubicBezTo>
                    <a:pt x="19" y="8"/>
                    <a:pt x="19" y="5"/>
                    <a:pt x="18" y="5"/>
                  </a:cubicBezTo>
                  <a:cubicBezTo>
                    <a:pt x="16" y="6"/>
                    <a:pt x="14" y="6"/>
                    <a:pt x="15" y="4"/>
                  </a:cubicBezTo>
                  <a:cubicBezTo>
                    <a:pt x="16" y="0"/>
                    <a:pt x="11" y="0"/>
                    <a:pt x="9" y="1"/>
                  </a:cubicBezTo>
                  <a:cubicBezTo>
                    <a:pt x="8" y="3"/>
                    <a:pt x="6" y="4"/>
                    <a:pt x="4" y="4"/>
                  </a:cubicBezTo>
                  <a:cubicBezTo>
                    <a:pt x="2" y="4"/>
                    <a:pt x="1" y="7"/>
                    <a:pt x="1" y="8"/>
                  </a:cubicBezTo>
                  <a:cubicBezTo>
                    <a:pt x="1" y="10"/>
                    <a:pt x="0" y="11"/>
                    <a:pt x="0" y="13"/>
                  </a:cubicBezTo>
                  <a:cubicBezTo>
                    <a:pt x="0" y="15"/>
                    <a:pt x="1" y="15"/>
                    <a:pt x="3" y="16"/>
                  </a:cubicBezTo>
                  <a:cubicBezTo>
                    <a:pt x="4" y="18"/>
                    <a:pt x="5" y="19"/>
                    <a:pt x="6" y="20"/>
                  </a:cubicBezTo>
                  <a:cubicBezTo>
                    <a:pt x="7" y="22"/>
                    <a:pt x="5" y="23"/>
                    <a:pt x="5" y="24"/>
                  </a:cubicBezTo>
                  <a:cubicBezTo>
                    <a:pt x="5" y="25"/>
                    <a:pt x="6" y="26"/>
                    <a:pt x="5" y="27"/>
                  </a:cubicBezTo>
                  <a:cubicBezTo>
                    <a:pt x="5" y="27"/>
                    <a:pt x="4" y="27"/>
                    <a:pt x="4" y="28"/>
                  </a:cubicBezTo>
                  <a:cubicBezTo>
                    <a:pt x="3" y="29"/>
                    <a:pt x="5" y="32"/>
                    <a:pt x="6" y="33"/>
                  </a:cubicBezTo>
                  <a:cubicBezTo>
                    <a:pt x="7" y="34"/>
                    <a:pt x="8" y="35"/>
                    <a:pt x="9" y="37"/>
                  </a:cubicBezTo>
                  <a:cubicBezTo>
                    <a:pt x="9" y="39"/>
                    <a:pt x="9" y="40"/>
                    <a:pt x="10" y="42"/>
                  </a:cubicBezTo>
                  <a:cubicBezTo>
                    <a:pt x="11" y="46"/>
                    <a:pt x="8" y="49"/>
                    <a:pt x="6" y="52"/>
                  </a:cubicBezTo>
                  <a:cubicBezTo>
                    <a:pt x="6" y="53"/>
                    <a:pt x="5" y="54"/>
                    <a:pt x="5" y="55"/>
                  </a:cubicBezTo>
                  <a:cubicBezTo>
                    <a:pt x="4" y="56"/>
                    <a:pt x="4" y="57"/>
                    <a:pt x="4" y="58"/>
                  </a:cubicBezTo>
                  <a:cubicBezTo>
                    <a:pt x="4" y="59"/>
                    <a:pt x="3" y="62"/>
                    <a:pt x="5" y="62"/>
                  </a:cubicBezTo>
                  <a:cubicBezTo>
                    <a:pt x="8" y="64"/>
                    <a:pt x="9" y="67"/>
                    <a:pt x="11" y="69"/>
                  </a:cubicBezTo>
                  <a:cubicBezTo>
                    <a:pt x="12" y="70"/>
                    <a:pt x="12" y="71"/>
                    <a:pt x="13" y="72"/>
                  </a:cubicBezTo>
                  <a:cubicBezTo>
                    <a:pt x="14" y="72"/>
                    <a:pt x="15" y="72"/>
                    <a:pt x="16" y="72"/>
                  </a:cubicBezTo>
                  <a:cubicBezTo>
                    <a:pt x="17" y="73"/>
                    <a:pt x="18" y="73"/>
                    <a:pt x="18" y="74"/>
                  </a:cubicBezTo>
                  <a:cubicBezTo>
                    <a:pt x="18" y="75"/>
                    <a:pt x="18" y="76"/>
                    <a:pt x="19" y="76"/>
                  </a:cubicBezTo>
                  <a:cubicBezTo>
                    <a:pt x="19" y="77"/>
                    <a:pt x="20" y="76"/>
                    <a:pt x="21" y="76"/>
                  </a:cubicBezTo>
                  <a:cubicBezTo>
                    <a:pt x="22" y="76"/>
                    <a:pt x="23" y="74"/>
                    <a:pt x="23" y="74"/>
                  </a:cubicBezTo>
                  <a:cubicBezTo>
                    <a:pt x="21" y="71"/>
                    <a:pt x="20" y="70"/>
                    <a:pt x="16" y="69"/>
                  </a:cubicBezTo>
                  <a:cubicBezTo>
                    <a:pt x="15" y="69"/>
                    <a:pt x="14" y="68"/>
                    <a:pt x="13" y="67"/>
                  </a:cubicBezTo>
                  <a:cubicBezTo>
                    <a:pt x="13" y="65"/>
                    <a:pt x="14" y="67"/>
                    <a:pt x="15" y="67"/>
                  </a:cubicBezTo>
                  <a:cubicBezTo>
                    <a:pt x="14" y="67"/>
                    <a:pt x="12" y="61"/>
                    <a:pt x="12" y="60"/>
                  </a:cubicBezTo>
                  <a:cubicBezTo>
                    <a:pt x="12" y="59"/>
                    <a:pt x="12" y="59"/>
                    <a:pt x="11" y="58"/>
                  </a:cubicBezTo>
                  <a:cubicBezTo>
                    <a:pt x="10" y="58"/>
                    <a:pt x="9" y="57"/>
                    <a:pt x="9" y="56"/>
                  </a:cubicBezTo>
                  <a:cubicBezTo>
                    <a:pt x="8" y="53"/>
                    <a:pt x="10" y="50"/>
                    <a:pt x="11" y="48"/>
                  </a:cubicBezTo>
                  <a:cubicBezTo>
                    <a:pt x="11" y="46"/>
                    <a:pt x="13" y="44"/>
                    <a:pt x="13" y="43"/>
                  </a:cubicBezTo>
                  <a:cubicBezTo>
                    <a:pt x="13" y="41"/>
                    <a:pt x="12" y="37"/>
                    <a:pt x="14" y="36"/>
                  </a:cubicBezTo>
                  <a:cubicBezTo>
                    <a:pt x="17" y="36"/>
                    <a:pt x="17" y="37"/>
                    <a:pt x="17" y="40"/>
                  </a:cubicBezTo>
                  <a:cubicBezTo>
                    <a:pt x="16" y="42"/>
                    <a:pt x="20" y="41"/>
                    <a:pt x="22" y="41"/>
                  </a:cubicBezTo>
                  <a:cubicBezTo>
                    <a:pt x="23" y="41"/>
                    <a:pt x="26" y="43"/>
                    <a:pt x="27" y="44"/>
                  </a:cubicBezTo>
                  <a:cubicBezTo>
                    <a:pt x="27" y="42"/>
                    <a:pt x="25" y="41"/>
                    <a:pt x="24" y="38"/>
                  </a:cubicBezTo>
                  <a:cubicBezTo>
                    <a:pt x="24" y="36"/>
                    <a:pt x="26" y="35"/>
                    <a:pt x="28" y="33"/>
                  </a:cubicBezTo>
                  <a:cubicBezTo>
                    <a:pt x="29" y="32"/>
                    <a:pt x="32" y="32"/>
                    <a:pt x="34" y="32"/>
                  </a:cubicBezTo>
                  <a:cubicBezTo>
                    <a:pt x="36" y="32"/>
                    <a:pt x="37" y="32"/>
                    <a:pt x="38" y="33"/>
                  </a:cubicBezTo>
                  <a:cubicBezTo>
                    <a:pt x="40" y="33"/>
                    <a:pt x="39" y="32"/>
                    <a:pt x="40" y="30"/>
                  </a:cubicBezTo>
                  <a:cubicBezTo>
                    <a:pt x="41" y="30"/>
                    <a:pt x="40" y="31"/>
                    <a:pt x="40" y="3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58" name="Freeform 705">
              <a:extLst>
                <a:ext uri="{FF2B5EF4-FFF2-40B4-BE49-F238E27FC236}">
                  <a16:creationId xmlns:a16="http://schemas.microsoft.com/office/drawing/2014/main" id="{5759F5CC-4835-336A-2C72-D7A257324671}"/>
                </a:ext>
              </a:extLst>
            </p:cNvPr>
            <p:cNvSpPr>
              <a:spLocks/>
            </p:cNvSpPr>
            <p:nvPr/>
          </p:nvSpPr>
          <p:spPr bwMode="auto">
            <a:xfrm>
              <a:off x="16362618" y="7921315"/>
              <a:ext cx="356688" cy="729492"/>
            </a:xfrm>
            <a:custGeom>
              <a:avLst/>
              <a:gdLst>
                <a:gd name="T0" fmla="*/ 37 w 38"/>
                <a:gd name="T1" fmla="*/ 55 h 78"/>
                <a:gd name="T2" fmla="*/ 36 w 38"/>
                <a:gd name="T3" fmla="*/ 49 h 78"/>
                <a:gd name="T4" fmla="*/ 32 w 38"/>
                <a:gd name="T5" fmla="*/ 41 h 78"/>
                <a:gd name="T6" fmla="*/ 28 w 38"/>
                <a:gd name="T7" fmla="*/ 37 h 78"/>
                <a:gd name="T8" fmla="*/ 22 w 38"/>
                <a:gd name="T9" fmla="*/ 31 h 78"/>
                <a:gd name="T10" fmla="*/ 18 w 38"/>
                <a:gd name="T11" fmla="*/ 26 h 78"/>
                <a:gd name="T12" fmla="*/ 19 w 38"/>
                <a:gd name="T13" fmla="*/ 20 h 78"/>
                <a:gd name="T14" fmla="*/ 23 w 38"/>
                <a:gd name="T15" fmla="*/ 15 h 78"/>
                <a:gd name="T16" fmla="*/ 29 w 38"/>
                <a:gd name="T17" fmla="*/ 11 h 78"/>
                <a:gd name="T18" fmla="*/ 23 w 38"/>
                <a:gd name="T19" fmla="*/ 7 h 78"/>
                <a:gd name="T20" fmla="*/ 24 w 38"/>
                <a:gd name="T21" fmla="*/ 4 h 78"/>
                <a:gd name="T22" fmla="*/ 19 w 38"/>
                <a:gd name="T23" fmla="*/ 3 h 78"/>
                <a:gd name="T24" fmla="*/ 14 w 38"/>
                <a:gd name="T25" fmla="*/ 3 h 78"/>
                <a:gd name="T26" fmla="*/ 11 w 38"/>
                <a:gd name="T27" fmla="*/ 5 h 78"/>
                <a:gd name="T28" fmla="*/ 8 w 38"/>
                <a:gd name="T29" fmla="*/ 5 h 78"/>
                <a:gd name="T30" fmla="*/ 5 w 38"/>
                <a:gd name="T31" fmla="*/ 5 h 78"/>
                <a:gd name="T32" fmla="*/ 3 w 38"/>
                <a:gd name="T33" fmla="*/ 5 h 78"/>
                <a:gd name="T34" fmla="*/ 0 w 38"/>
                <a:gd name="T35" fmla="*/ 6 h 78"/>
                <a:gd name="T36" fmla="*/ 4 w 38"/>
                <a:gd name="T37" fmla="*/ 9 h 78"/>
                <a:gd name="T38" fmla="*/ 5 w 38"/>
                <a:gd name="T39" fmla="*/ 13 h 78"/>
                <a:gd name="T40" fmla="*/ 9 w 38"/>
                <a:gd name="T41" fmla="*/ 14 h 78"/>
                <a:gd name="T42" fmla="*/ 12 w 38"/>
                <a:gd name="T43" fmla="*/ 17 h 78"/>
                <a:gd name="T44" fmla="*/ 13 w 38"/>
                <a:gd name="T45" fmla="*/ 21 h 78"/>
                <a:gd name="T46" fmla="*/ 10 w 38"/>
                <a:gd name="T47" fmla="*/ 22 h 78"/>
                <a:gd name="T48" fmla="*/ 14 w 38"/>
                <a:gd name="T49" fmla="*/ 25 h 78"/>
                <a:gd name="T50" fmla="*/ 19 w 38"/>
                <a:gd name="T51" fmla="*/ 31 h 78"/>
                <a:gd name="T52" fmla="*/ 23 w 38"/>
                <a:gd name="T53" fmla="*/ 35 h 78"/>
                <a:gd name="T54" fmla="*/ 26 w 38"/>
                <a:gd name="T55" fmla="*/ 39 h 78"/>
                <a:gd name="T56" fmla="*/ 28 w 38"/>
                <a:gd name="T57" fmla="*/ 43 h 78"/>
                <a:gd name="T58" fmla="*/ 27 w 38"/>
                <a:gd name="T59" fmla="*/ 48 h 78"/>
                <a:gd name="T60" fmla="*/ 28 w 38"/>
                <a:gd name="T61" fmla="*/ 52 h 78"/>
                <a:gd name="T62" fmla="*/ 28 w 38"/>
                <a:gd name="T63" fmla="*/ 57 h 78"/>
                <a:gd name="T64" fmla="*/ 23 w 38"/>
                <a:gd name="T65" fmla="*/ 60 h 78"/>
                <a:gd name="T66" fmla="*/ 20 w 38"/>
                <a:gd name="T67" fmla="*/ 62 h 78"/>
                <a:gd name="T68" fmla="*/ 20 w 38"/>
                <a:gd name="T69" fmla="*/ 65 h 78"/>
                <a:gd name="T70" fmla="*/ 18 w 38"/>
                <a:gd name="T71" fmla="*/ 66 h 78"/>
                <a:gd name="T72" fmla="*/ 14 w 38"/>
                <a:gd name="T73" fmla="*/ 67 h 78"/>
                <a:gd name="T74" fmla="*/ 15 w 38"/>
                <a:gd name="T75" fmla="*/ 70 h 78"/>
                <a:gd name="T76" fmla="*/ 14 w 38"/>
                <a:gd name="T77" fmla="*/ 74 h 78"/>
                <a:gd name="T78" fmla="*/ 14 w 38"/>
                <a:gd name="T79" fmla="*/ 77 h 78"/>
                <a:gd name="T80" fmla="*/ 18 w 38"/>
                <a:gd name="T81" fmla="*/ 75 h 78"/>
                <a:gd name="T82" fmla="*/ 19 w 38"/>
                <a:gd name="T83" fmla="*/ 71 h 78"/>
                <a:gd name="T84" fmla="*/ 22 w 38"/>
                <a:gd name="T85" fmla="*/ 72 h 78"/>
                <a:gd name="T86" fmla="*/ 21 w 38"/>
                <a:gd name="T87" fmla="*/ 70 h 78"/>
                <a:gd name="T88" fmla="*/ 23 w 38"/>
                <a:gd name="T89" fmla="*/ 71 h 78"/>
                <a:gd name="T90" fmla="*/ 24 w 38"/>
                <a:gd name="T91" fmla="*/ 67 h 78"/>
                <a:gd name="T92" fmla="*/ 26 w 38"/>
                <a:gd name="T93" fmla="*/ 68 h 78"/>
                <a:gd name="T94" fmla="*/ 30 w 38"/>
                <a:gd name="T95" fmla="*/ 66 h 78"/>
                <a:gd name="T96" fmla="*/ 36 w 38"/>
                <a:gd name="T97" fmla="*/ 61 h 78"/>
                <a:gd name="T98" fmla="*/ 36 w 38"/>
                <a:gd name="T99" fmla="*/ 57 h 78"/>
                <a:gd name="T100" fmla="*/ 37 w 38"/>
                <a:gd name="T101" fmla="*/ 55 h 78"/>
                <a:gd name="T102" fmla="*/ 37 w 38"/>
                <a:gd name="T103" fmla="*/ 5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78">
                  <a:moveTo>
                    <a:pt x="37" y="55"/>
                  </a:moveTo>
                  <a:cubicBezTo>
                    <a:pt x="36" y="54"/>
                    <a:pt x="36" y="52"/>
                    <a:pt x="36" y="49"/>
                  </a:cubicBezTo>
                  <a:cubicBezTo>
                    <a:pt x="35" y="46"/>
                    <a:pt x="34" y="44"/>
                    <a:pt x="32" y="41"/>
                  </a:cubicBezTo>
                  <a:cubicBezTo>
                    <a:pt x="31" y="39"/>
                    <a:pt x="30" y="38"/>
                    <a:pt x="28" y="37"/>
                  </a:cubicBezTo>
                  <a:cubicBezTo>
                    <a:pt x="26" y="35"/>
                    <a:pt x="23" y="34"/>
                    <a:pt x="22" y="31"/>
                  </a:cubicBezTo>
                  <a:cubicBezTo>
                    <a:pt x="22" y="29"/>
                    <a:pt x="20" y="28"/>
                    <a:pt x="18" y="26"/>
                  </a:cubicBezTo>
                  <a:cubicBezTo>
                    <a:pt x="17" y="25"/>
                    <a:pt x="18" y="21"/>
                    <a:pt x="19" y="20"/>
                  </a:cubicBezTo>
                  <a:cubicBezTo>
                    <a:pt x="21" y="19"/>
                    <a:pt x="23" y="17"/>
                    <a:pt x="23" y="15"/>
                  </a:cubicBezTo>
                  <a:cubicBezTo>
                    <a:pt x="24" y="14"/>
                    <a:pt x="28" y="12"/>
                    <a:pt x="29" y="11"/>
                  </a:cubicBezTo>
                  <a:cubicBezTo>
                    <a:pt x="27" y="10"/>
                    <a:pt x="25" y="9"/>
                    <a:pt x="23" y="7"/>
                  </a:cubicBezTo>
                  <a:cubicBezTo>
                    <a:pt x="21" y="6"/>
                    <a:pt x="24" y="6"/>
                    <a:pt x="24" y="4"/>
                  </a:cubicBezTo>
                  <a:cubicBezTo>
                    <a:pt x="24" y="4"/>
                    <a:pt x="19" y="3"/>
                    <a:pt x="19" y="3"/>
                  </a:cubicBezTo>
                  <a:cubicBezTo>
                    <a:pt x="17" y="2"/>
                    <a:pt x="15" y="0"/>
                    <a:pt x="14" y="3"/>
                  </a:cubicBezTo>
                  <a:cubicBezTo>
                    <a:pt x="13" y="4"/>
                    <a:pt x="12" y="4"/>
                    <a:pt x="11" y="5"/>
                  </a:cubicBezTo>
                  <a:cubicBezTo>
                    <a:pt x="9" y="8"/>
                    <a:pt x="9" y="4"/>
                    <a:pt x="8" y="5"/>
                  </a:cubicBezTo>
                  <a:cubicBezTo>
                    <a:pt x="6" y="6"/>
                    <a:pt x="6" y="5"/>
                    <a:pt x="5" y="5"/>
                  </a:cubicBezTo>
                  <a:cubicBezTo>
                    <a:pt x="4" y="6"/>
                    <a:pt x="3" y="6"/>
                    <a:pt x="3" y="5"/>
                  </a:cubicBezTo>
                  <a:cubicBezTo>
                    <a:pt x="3" y="4"/>
                    <a:pt x="1" y="6"/>
                    <a:pt x="0" y="6"/>
                  </a:cubicBezTo>
                  <a:cubicBezTo>
                    <a:pt x="0" y="7"/>
                    <a:pt x="3" y="9"/>
                    <a:pt x="4" y="9"/>
                  </a:cubicBezTo>
                  <a:cubicBezTo>
                    <a:pt x="5" y="11"/>
                    <a:pt x="4" y="12"/>
                    <a:pt x="5" y="13"/>
                  </a:cubicBezTo>
                  <a:cubicBezTo>
                    <a:pt x="5" y="15"/>
                    <a:pt x="8" y="15"/>
                    <a:pt x="9" y="14"/>
                  </a:cubicBezTo>
                  <a:cubicBezTo>
                    <a:pt x="11" y="13"/>
                    <a:pt x="12" y="16"/>
                    <a:pt x="12" y="17"/>
                  </a:cubicBezTo>
                  <a:cubicBezTo>
                    <a:pt x="13" y="19"/>
                    <a:pt x="15" y="19"/>
                    <a:pt x="13" y="21"/>
                  </a:cubicBezTo>
                  <a:cubicBezTo>
                    <a:pt x="11" y="22"/>
                    <a:pt x="10" y="19"/>
                    <a:pt x="10" y="22"/>
                  </a:cubicBezTo>
                  <a:cubicBezTo>
                    <a:pt x="10" y="24"/>
                    <a:pt x="13" y="24"/>
                    <a:pt x="14" y="25"/>
                  </a:cubicBezTo>
                  <a:cubicBezTo>
                    <a:pt x="16" y="27"/>
                    <a:pt x="17" y="29"/>
                    <a:pt x="19" y="31"/>
                  </a:cubicBezTo>
                  <a:cubicBezTo>
                    <a:pt x="20" y="33"/>
                    <a:pt x="22" y="33"/>
                    <a:pt x="23" y="35"/>
                  </a:cubicBezTo>
                  <a:cubicBezTo>
                    <a:pt x="24" y="37"/>
                    <a:pt x="24" y="38"/>
                    <a:pt x="26" y="39"/>
                  </a:cubicBezTo>
                  <a:cubicBezTo>
                    <a:pt x="27" y="40"/>
                    <a:pt x="26" y="42"/>
                    <a:pt x="28" y="43"/>
                  </a:cubicBezTo>
                  <a:cubicBezTo>
                    <a:pt x="29" y="44"/>
                    <a:pt x="28" y="47"/>
                    <a:pt x="27" y="48"/>
                  </a:cubicBezTo>
                  <a:cubicBezTo>
                    <a:pt x="26" y="49"/>
                    <a:pt x="27" y="51"/>
                    <a:pt x="28" y="52"/>
                  </a:cubicBezTo>
                  <a:cubicBezTo>
                    <a:pt x="28" y="54"/>
                    <a:pt x="28" y="55"/>
                    <a:pt x="28" y="57"/>
                  </a:cubicBezTo>
                  <a:cubicBezTo>
                    <a:pt x="26" y="59"/>
                    <a:pt x="26" y="59"/>
                    <a:pt x="23" y="60"/>
                  </a:cubicBezTo>
                  <a:cubicBezTo>
                    <a:pt x="21" y="60"/>
                    <a:pt x="24" y="63"/>
                    <a:pt x="20" y="62"/>
                  </a:cubicBezTo>
                  <a:cubicBezTo>
                    <a:pt x="18" y="62"/>
                    <a:pt x="20" y="64"/>
                    <a:pt x="20" y="65"/>
                  </a:cubicBezTo>
                  <a:cubicBezTo>
                    <a:pt x="21" y="67"/>
                    <a:pt x="19" y="66"/>
                    <a:pt x="18" y="66"/>
                  </a:cubicBezTo>
                  <a:cubicBezTo>
                    <a:pt x="16" y="66"/>
                    <a:pt x="15" y="66"/>
                    <a:pt x="14" y="67"/>
                  </a:cubicBezTo>
                  <a:cubicBezTo>
                    <a:pt x="11" y="69"/>
                    <a:pt x="13" y="69"/>
                    <a:pt x="15" y="70"/>
                  </a:cubicBezTo>
                  <a:cubicBezTo>
                    <a:pt x="16" y="70"/>
                    <a:pt x="14" y="73"/>
                    <a:pt x="14" y="74"/>
                  </a:cubicBezTo>
                  <a:cubicBezTo>
                    <a:pt x="13" y="74"/>
                    <a:pt x="13" y="78"/>
                    <a:pt x="14" y="77"/>
                  </a:cubicBezTo>
                  <a:cubicBezTo>
                    <a:pt x="16" y="76"/>
                    <a:pt x="17" y="75"/>
                    <a:pt x="18" y="75"/>
                  </a:cubicBezTo>
                  <a:cubicBezTo>
                    <a:pt x="22" y="74"/>
                    <a:pt x="20" y="73"/>
                    <a:pt x="19" y="71"/>
                  </a:cubicBezTo>
                  <a:cubicBezTo>
                    <a:pt x="20" y="71"/>
                    <a:pt x="21" y="73"/>
                    <a:pt x="22" y="72"/>
                  </a:cubicBezTo>
                  <a:cubicBezTo>
                    <a:pt x="23" y="71"/>
                    <a:pt x="21" y="70"/>
                    <a:pt x="21" y="70"/>
                  </a:cubicBezTo>
                  <a:cubicBezTo>
                    <a:pt x="21" y="69"/>
                    <a:pt x="23" y="71"/>
                    <a:pt x="23" y="71"/>
                  </a:cubicBezTo>
                  <a:cubicBezTo>
                    <a:pt x="22" y="71"/>
                    <a:pt x="23" y="67"/>
                    <a:pt x="24" y="67"/>
                  </a:cubicBezTo>
                  <a:cubicBezTo>
                    <a:pt x="24" y="66"/>
                    <a:pt x="26" y="68"/>
                    <a:pt x="26" y="68"/>
                  </a:cubicBezTo>
                  <a:cubicBezTo>
                    <a:pt x="28" y="68"/>
                    <a:pt x="29" y="67"/>
                    <a:pt x="30" y="66"/>
                  </a:cubicBezTo>
                  <a:cubicBezTo>
                    <a:pt x="31" y="65"/>
                    <a:pt x="36" y="63"/>
                    <a:pt x="36" y="61"/>
                  </a:cubicBezTo>
                  <a:cubicBezTo>
                    <a:pt x="36" y="60"/>
                    <a:pt x="35" y="59"/>
                    <a:pt x="36" y="57"/>
                  </a:cubicBezTo>
                  <a:cubicBezTo>
                    <a:pt x="36" y="56"/>
                    <a:pt x="38" y="57"/>
                    <a:pt x="37" y="55"/>
                  </a:cubicBezTo>
                  <a:cubicBezTo>
                    <a:pt x="36" y="54"/>
                    <a:pt x="38" y="56"/>
                    <a:pt x="37" y="5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59" name="Freeform 706">
              <a:extLst>
                <a:ext uri="{FF2B5EF4-FFF2-40B4-BE49-F238E27FC236}">
                  <a16:creationId xmlns:a16="http://schemas.microsoft.com/office/drawing/2014/main" id="{7029B423-4862-3339-D4A2-0F22DB678B7E}"/>
                </a:ext>
              </a:extLst>
            </p:cNvPr>
            <p:cNvSpPr>
              <a:spLocks/>
            </p:cNvSpPr>
            <p:nvPr/>
          </p:nvSpPr>
          <p:spPr bwMode="auto">
            <a:xfrm>
              <a:off x="16279815" y="7978656"/>
              <a:ext cx="343950" cy="420492"/>
            </a:xfrm>
            <a:custGeom>
              <a:avLst/>
              <a:gdLst>
                <a:gd name="T0" fmla="*/ 37 w 37"/>
                <a:gd name="T1" fmla="*/ 38 h 45"/>
                <a:gd name="T2" fmla="*/ 35 w 37"/>
                <a:gd name="T3" fmla="*/ 35 h 45"/>
                <a:gd name="T4" fmla="*/ 33 w 37"/>
                <a:gd name="T5" fmla="*/ 32 h 45"/>
                <a:gd name="T6" fmla="*/ 30 w 37"/>
                <a:gd name="T7" fmla="*/ 28 h 45"/>
                <a:gd name="T8" fmla="*/ 26 w 37"/>
                <a:gd name="T9" fmla="*/ 22 h 45"/>
                <a:gd name="T10" fmla="*/ 22 w 37"/>
                <a:gd name="T11" fmla="*/ 18 h 45"/>
                <a:gd name="T12" fmla="*/ 19 w 37"/>
                <a:gd name="T13" fmla="*/ 15 h 45"/>
                <a:gd name="T14" fmla="*/ 22 w 37"/>
                <a:gd name="T15" fmla="*/ 14 h 45"/>
                <a:gd name="T16" fmla="*/ 21 w 37"/>
                <a:gd name="T17" fmla="*/ 10 h 45"/>
                <a:gd name="T18" fmla="*/ 14 w 37"/>
                <a:gd name="T19" fmla="*/ 8 h 45"/>
                <a:gd name="T20" fmla="*/ 13 w 37"/>
                <a:gd name="T21" fmla="*/ 4 h 45"/>
                <a:gd name="T22" fmla="*/ 9 w 37"/>
                <a:gd name="T23" fmla="*/ 0 h 45"/>
                <a:gd name="T24" fmla="*/ 7 w 37"/>
                <a:gd name="T25" fmla="*/ 0 h 45"/>
                <a:gd name="T26" fmla="*/ 8 w 37"/>
                <a:gd name="T27" fmla="*/ 4 h 45"/>
                <a:gd name="T28" fmla="*/ 8 w 37"/>
                <a:gd name="T29" fmla="*/ 7 h 45"/>
                <a:gd name="T30" fmla="*/ 4 w 37"/>
                <a:gd name="T31" fmla="*/ 5 h 45"/>
                <a:gd name="T32" fmla="*/ 0 w 37"/>
                <a:gd name="T33" fmla="*/ 10 h 45"/>
                <a:gd name="T34" fmla="*/ 4 w 37"/>
                <a:gd name="T35" fmla="*/ 15 h 45"/>
                <a:gd name="T36" fmla="*/ 4 w 37"/>
                <a:gd name="T37" fmla="*/ 22 h 45"/>
                <a:gd name="T38" fmla="*/ 3 w 37"/>
                <a:gd name="T39" fmla="*/ 26 h 45"/>
                <a:gd name="T40" fmla="*/ 7 w 37"/>
                <a:gd name="T41" fmla="*/ 25 h 45"/>
                <a:gd name="T42" fmla="*/ 10 w 37"/>
                <a:gd name="T43" fmla="*/ 23 h 45"/>
                <a:gd name="T44" fmla="*/ 15 w 37"/>
                <a:gd name="T45" fmla="*/ 22 h 45"/>
                <a:gd name="T46" fmla="*/ 23 w 37"/>
                <a:gd name="T47" fmla="*/ 28 h 45"/>
                <a:gd name="T48" fmla="*/ 27 w 37"/>
                <a:gd name="T49" fmla="*/ 36 h 45"/>
                <a:gd name="T50" fmla="*/ 27 w 37"/>
                <a:gd name="T51" fmla="*/ 39 h 45"/>
                <a:gd name="T52" fmla="*/ 25 w 37"/>
                <a:gd name="T53" fmla="*/ 43 h 45"/>
                <a:gd name="T54" fmla="*/ 29 w 37"/>
                <a:gd name="T55" fmla="*/ 43 h 45"/>
                <a:gd name="T56" fmla="*/ 32 w 37"/>
                <a:gd name="T57" fmla="*/ 42 h 45"/>
                <a:gd name="T58" fmla="*/ 35 w 37"/>
                <a:gd name="T59" fmla="*/ 42 h 45"/>
                <a:gd name="T60" fmla="*/ 37 w 37"/>
                <a:gd name="T6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 h="45">
                  <a:moveTo>
                    <a:pt x="37" y="38"/>
                  </a:moveTo>
                  <a:cubicBezTo>
                    <a:pt x="37" y="37"/>
                    <a:pt x="36" y="37"/>
                    <a:pt x="35" y="35"/>
                  </a:cubicBezTo>
                  <a:cubicBezTo>
                    <a:pt x="35" y="33"/>
                    <a:pt x="34" y="34"/>
                    <a:pt x="33" y="32"/>
                  </a:cubicBezTo>
                  <a:cubicBezTo>
                    <a:pt x="32" y="30"/>
                    <a:pt x="32" y="29"/>
                    <a:pt x="30" y="28"/>
                  </a:cubicBezTo>
                  <a:cubicBezTo>
                    <a:pt x="28" y="26"/>
                    <a:pt x="27" y="24"/>
                    <a:pt x="26" y="22"/>
                  </a:cubicBezTo>
                  <a:cubicBezTo>
                    <a:pt x="25" y="21"/>
                    <a:pt x="23" y="19"/>
                    <a:pt x="22" y="18"/>
                  </a:cubicBezTo>
                  <a:cubicBezTo>
                    <a:pt x="20" y="17"/>
                    <a:pt x="19" y="18"/>
                    <a:pt x="19" y="15"/>
                  </a:cubicBezTo>
                  <a:cubicBezTo>
                    <a:pt x="19" y="14"/>
                    <a:pt x="21" y="16"/>
                    <a:pt x="22" y="14"/>
                  </a:cubicBezTo>
                  <a:cubicBezTo>
                    <a:pt x="24" y="13"/>
                    <a:pt x="22" y="12"/>
                    <a:pt x="21" y="10"/>
                  </a:cubicBezTo>
                  <a:cubicBezTo>
                    <a:pt x="19" y="5"/>
                    <a:pt x="16" y="11"/>
                    <a:pt x="14" y="8"/>
                  </a:cubicBezTo>
                  <a:cubicBezTo>
                    <a:pt x="13" y="7"/>
                    <a:pt x="14" y="5"/>
                    <a:pt x="13" y="4"/>
                  </a:cubicBezTo>
                  <a:cubicBezTo>
                    <a:pt x="12" y="3"/>
                    <a:pt x="10" y="2"/>
                    <a:pt x="9" y="0"/>
                  </a:cubicBezTo>
                  <a:cubicBezTo>
                    <a:pt x="9" y="0"/>
                    <a:pt x="7" y="0"/>
                    <a:pt x="7" y="0"/>
                  </a:cubicBezTo>
                  <a:cubicBezTo>
                    <a:pt x="6" y="1"/>
                    <a:pt x="8" y="3"/>
                    <a:pt x="8" y="4"/>
                  </a:cubicBezTo>
                  <a:cubicBezTo>
                    <a:pt x="8" y="5"/>
                    <a:pt x="9" y="7"/>
                    <a:pt x="8" y="7"/>
                  </a:cubicBezTo>
                  <a:cubicBezTo>
                    <a:pt x="6" y="7"/>
                    <a:pt x="6" y="5"/>
                    <a:pt x="4" y="5"/>
                  </a:cubicBezTo>
                  <a:cubicBezTo>
                    <a:pt x="3" y="4"/>
                    <a:pt x="0" y="10"/>
                    <a:pt x="0" y="10"/>
                  </a:cubicBezTo>
                  <a:cubicBezTo>
                    <a:pt x="1" y="13"/>
                    <a:pt x="0" y="17"/>
                    <a:pt x="4" y="15"/>
                  </a:cubicBezTo>
                  <a:cubicBezTo>
                    <a:pt x="6" y="14"/>
                    <a:pt x="4" y="22"/>
                    <a:pt x="4" y="22"/>
                  </a:cubicBezTo>
                  <a:cubicBezTo>
                    <a:pt x="6" y="23"/>
                    <a:pt x="4" y="24"/>
                    <a:pt x="3" y="26"/>
                  </a:cubicBezTo>
                  <a:cubicBezTo>
                    <a:pt x="3" y="27"/>
                    <a:pt x="6" y="25"/>
                    <a:pt x="7" y="25"/>
                  </a:cubicBezTo>
                  <a:cubicBezTo>
                    <a:pt x="7" y="24"/>
                    <a:pt x="9" y="23"/>
                    <a:pt x="10" y="23"/>
                  </a:cubicBezTo>
                  <a:cubicBezTo>
                    <a:pt x="12" y="24"/>
                    <a:pt x="13" y="24"/>
                    <a:pt x="15" y="22"/>
                  </a:cubicBezTo>
                  <a:cubicBezTo>
                    <a:pt x="17" y="21"/>
                    <a:pt x="24" y="25"/>
                    <a:pt x="23" y="28"/>
                  </a:cubicBezTo>
                  <a:cubicBezTo>
                    <a:pt x="21" y="32"/>
                    <a:pt x="25" y="33"/>
                    <a:pt x="27" y="36"/>
                  </a:cubicBezTo>
                  <a:cubicBezTo>
                    <a:pt x="27" y="37"/>
                    <a:pt x="27" y="38"/>
                    <a:pt x="27" y="39"/>
                  </a:cubicBezTo>
                  <a:cubicBezTo>
                    <a:pt x="27" y="40"/>
                    <a:pt x="26" y="42"/>
                    <a:pt x="25" y="43"/>
                  </a:cubicBezTo>
                  <a:cubicBezTo>
                    <a:pt x="26" y="43"/>
                    <a:pt x="29" y="45"/>
                    <a:pt x="29" y="43"/>
                  </a:cubicBezTo>
                  <a:cubicBezTo>
                    <a:pt x="29" y="42"/>
                    <a:pt x="31" y="41"/>
                    <a:pt x="32" y="42"/>
                  </a:cubicBezTo>
                  <a:cubicBezTo>
                    <a:pt x="33" y="43"/>
                    <a:pt x="34" y="43"/>
                    <a:pt x="35" y="42"/>
                  </a:cubicBezTo>
                  <a:cubicBezTo>
                    <a:pt x="37" y="42"/>
                    <a:pt x="37" y="40"/>
                    <a:pt x="37" y="3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60" name="Freeform 707">
              <a:extLst>
                <a:ext uri="{FF2B5EF4-FFF2-40B4-BE49-F238E27FC236}">
                  <a16:creationId xmlns:a16="http://schemas.microsoft.com/office/drawing/2014/main" id="{4F5E8CE8-8D39-81F8-692A-7EFE42C2E041}"/>
                </a:ext>
              </a:extLst>
            </p:cNvPr>
            <p:cNvSpPr>
              <a:spLocks/>
            </p:cNvSpPr>
            <p:nvPr/>
          </p:nvSpPr>
          <p:spPr bwMode="auto">
            <a:xfrm>
              <a:off x="17754337" y="9119079"/>
              <a:ext cx="420383" cy="356781"/>
            </a:xfrm>
            <a:custGeom>
              <a:avLst/>
              <a:gdLst>
                <a:gd name="T0" fmla="*/ 45 w 45"/>
                <a:gd name="T1" fmla="*/ 29 h 38"/>
                <a:gd name="T2" fmla="*/ 45 w 45"/>
                <a:gd name="T3" fmla="*/ 26 h 38"/>
                <a:gd name="T4" fmla="*/ 45 w 45"/>
                <a:gd name="T5" fmla="*/ 24 h 38"/>
                <a:gd name="T6" fmla="*/ 45 w 45"/>
                <a:gd name="T7" fmla="*/ 15 h 38"/>
                <a:gd name="T8" fmla="*/ 45 w 45"/>
                <a:gd name="T9" fmla="*/ 6 h 38"/>
                <a:gd name="T10" fmla="*/ 35 w 45"/>
                <a:gd name="T11" fmla="*/ 3 h 38"/>
                <a:gd name="T12" fmla="*/ 30 w 45"/>
                <a:gd name="T13" fmla="*/ 0 h 38"/>
                <a:gd name="T14" fmla="*/ 26 w 45"/>
                <a:gd name="T15" fmla="*/ 3 h 38"/>
                <a:gd name="T16" fmla="*/ 22 w 45"/>
                <a:gd name="T17" fmla="*/ 5 h 38"/>
                <a:gd name="T18" fmla="*/ 18 w 45"/>
                <a:gd name="T19" fmla="*/ 10 h 38"/>
                <a:gd name="T20" fmla="*/ 14 w 45"/>
                <a:gd name="T21" fmla="*/ 8 h 38"/>
                <a:gd name="T22" fmla="*/ 11 w 45"/>
                <a:gd name="T23" fmla="*/ 5 h 38"/>
                <a:gd name="T24" fmla="*/ 9 w 45"/>
                <a:gd name="T25" fmla="*/ 6 h 38"/>
                <a:gd name="T26" fmla="*/ 7 w 45"/>
                <a:gd name="T27" fmla="*/ 5 h 38"/>
                <a:gd name="T28" fmla="*/ 4 w 45"/>
                <a:gd name="T29" fmla="*/ 6 h 38"/>
                <a:gd name="T30" fmla="*/ 0 w 45"/>
                <a:gd name="T31" fmla="*/ 7 h 38"/>
                <a:gd name="T32" fmla="*/ 3 w 45"/>
                <a:gd name="T33" fmla="*/ 8 h 38"/>
                <a:gd name="T34" fmla="*/ 4 w 45"/>
                <a:gd name="T35" fmla="*/ 11 h 38"/>
                <a:gd name="T36" fmla="*/ 7 w 45"/>
                <a:gd name="T37" fmla="*/ 14 h 38"/>
                <a:gd name="T38" fmla="*/ 9 w 45"/>
                <a:gd name="T39" fmla="*/ 8 h 38"/>
                <a:gd name="T40" fmla="*/ 10 w 45"/>
                <a:gd name="T41" fmla="*/ 12 h 38"/>
                <a:gd name="T42" fmla="*/ 15 w 45"/>
                <a:gd name="T43" fmla="*/ 12 h 38"/>
                <a:gd name="T44" fmla="*/ 18 w 45"/>
                <a:gd name="T45" fmla="*/ 15 h 38"/>
                <a:gd name="T46" fmla="*/ 27 w 45"/>
                <a:gd name="T47" fmla="*/ 19 h 38"/>
                <a:gd name="T48" fmla="*/ 32 w 45"/>
                <a:gd name="T49" fmla="*/ 22 h 38"/>
                <a:gd name="T50" fmla="*/ 34 w 45"/>
                <a:gd name="T51" fmla="*/ 26 h 38"/>
                <a:gd name="T52" fmla="*/ 36 w 45"/>
                <a:gd name="T53" fmla="*/ 27 h 38"/>
                <a:gd name="T54" fmla="*/ 34 w 45"/>
                <a:gd name="T55" fmla="*/ 28 h 38"/>
                <a:gd name="T56" fmla="*/ 36 w 45"/>
                <a:gd name="T57" fmla="*/ 29 h 38"/>
                <a:gd name="T58" fmla="*/ 35 w 45"/>
                <a:gd name="T59" fmla="*/ 30 h 38"/>
                <a:gd name="T60" fmla="*/ 32 w 45"/>
                <a:gd name="T61" fmla="*/ 31 h 38"/>
                <a:gd name="T62" fmla="*/ 29 w 45"/>
                <a:gd name="T63" fmla="*/ 34 h 38"/>
                <a:gd name="T64" fmla="*/ 34 w 45"/>
                <a:gd name="T65" fmla="*/ 35 h 38"/>
                <a:gd name="T66" fmla="*/ 36 w 45"/>
                <a:gd name="T67" fmla="*/ 31 h 38"/>
                <a:gd name="T68" fmla="*/ 36 w 45"/>
                <a:gd name="T69" fmla="*/ 33 h 38"/>
                <a:gd name="T70" fmla="*/ 40 w 45"/>
                <a:gd name="T71" fmla="*/ 32 h 38"/>
                <a:gd name="T72" fmla="*/ 45 w 45"/>
                <a:gd name="T73" fmla="*/ 38 h 38"/>
                <a:gd name="T74" fmla="*/ 45 w 45"/>
                <a:gd name="T75"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38">
                  <a:moveTo>
                    <a:pt x="45" y="29"/>
                  </a:moveTo>
                  <a:cubicBezTo>
                    <a:pt x="45" y="28"/>
                    <a:pt x="44" y="27"/>
                    <a:pt x="45" y="26"/>
                  </a:cubicBezTo>
                  <a:cubicBezTo>
                    <a:pt x="45" y="25"/>
                    <a:pt x="45" y="25"/>
                    <a:pt x="45" y="24"/>
                  </a:cubicBezTo>
                  <a:cubicBezTo>
                    <a:pt x="45" y="21"/>
                    <a:pt x="45" y="18"/>
                    <a:pt x="45" y="15"/>
                  </a:cubicBezTo>
                  <a:cubicBezTo>
                    <a:pt x="45" y="12"/>
                    <a:pt x="45" y="9"/>
                    <a:pt x="45" y="6"/>
                  </a:cubicBezTo>
                  <a:cubicBezTo>
                    <a:pt x="45" y="6"/>
                    <a:pt x="36" y="3"/>
                    <a:pt x="35" y="3"/>
                  </a:cubicBezTo>
                  <a:cubicBezTo>
                    <a:pt x="33" y="2"/>
                    <a:pt x="32" y="1"/>
                    <a:pt x="30" y="0"/>
                  </a:cubicBezTo>
                  <a:cubicBezTo>
                    <a:pt x="27" y="0"/>
                    <a:pt x="27" y="2"/>
                    <a:pt x="26" y="3"/>
                  </a:cubicBezTo>
                  <a:cubicBezTo>
                    <a:pt x="26" y="4"/>
                    <a:pt x="23" y="4"/>
                    <a:pt x="22" y="5"/>
                  </a:cubicBezTo>
                  <a:cubicBezTo>
                    <a:pt x="21" y="7"/>
                    <a:pt x="20" y="9"/>
                    <a:pt x="18" y="10"/>
                  </a:cubicBezTo>
                  <a:cubicBezTo>
                    <a:pt x="16" y="11"/>
                    <a:pt x="14" y="10"/>
                    <a:pt x="14" y="8"/>
                  </a:cubicBezTo>
                  <a:cubicBezTo>
                    <a:pt x="13" y="6"/>
                    <a:pt x="12" y="6"/>
                    <a:pt x="11" y="5"/>
                  </a:cubicBezTo>
                  <a:cubicBezTo>
                    <a:pt x="11" y="3"/>
                    <a:pt x="10" y="5"/>
                    <a:pt x="9" y="6"/>
                  </a:cubicBezTo>
                  <a:cubicBezTo>
                    <a:pt x="8" y="6"/>
                    <a:pt x="7" y="5"/>
                    <a:pt x="7" y="5"/>
                  </a:cubicBezTo>
                  <a:cubicBezTo>
                    <a:pt x="6" y="5"/>
                    <a:pt x="5" y="6"/>
                    <a:pt x="4" y="6"/>
                  </a:cubicBezTo>
                  <a:cubicBezTo>
                    <a:pt x="4" y="7"/>
                    <a:pt x="0" y="6"/>
                    <a:pt x="0" y="7"/>
                  </a:cubicBezTo>
                  <a:cubicBezTo>
                    <a:pt x="0" y="8"/>
                    <a:pt x="2" y="8"/>
                    <a:pt x="3" y="8"/>
                  </a:cubicBezTo>
                  <a:cubicBezTo>
                    <a:pt x="4" y="9"/>
                    <a:pt x="4" y="10"/>
                    <a:pt x="4" y="11"/>
                  </a:cubicBezTo>
                  <a:cubicBezTo>
                    <a:pt x="4" y="13"/>
                    <a:pt x="7" y="13"/>
                    <a:pt x="7" y="14"/>
                  </a:cubicBezTo>
                  <a:cubicBezTo>
                    <a:pt x="7" y="12"/>
                    <a:pt x="7" y="9"/>
                    <a:pt x="9" y="8"/>
                  </a:cubicBezTo>
                  <a:cubicBezTo>
                    <a:pt x="7" y="9"/>
                    <a:pt x="8" y="11"/>
                    <a:pt x="10" y="12"/>
                  </a:cubicBezTo>
                  <a:cubicBezTo>
                    <a:pt x="12" y="13"/>
                    <a:pt x="13" y="13"/>
                    <a:pt x="15" y="12"/>
                  </a:cubicBezTo>
                  <a:cubicBezTo>
                    <a:pt x="12" y="13"/>
                    <a:pt x="17" y="15"/>
                    <a:pt x="18" y="15"/>
                  </a:cubicBezTo>
                  <a:cubicBezTo>
                    <a:pt x="21" y="16"/>
                    <a:pt x="24" y="18"/>
                    <a:pt x="27" y="19"/>
                  </a:cubicBezTo>
                  <a:cubicBezTo>
                    <a:pt x="29" y="20"/>
                    <a:pt x="31" y="21"/>
                    <a:pt x="32" y="22"/>
                  </a:cubicBezTo>
                  <a:cubicBezTo>
                    <a:pt x="32" y="24"/>
                    <a:pt x="33" y="25"/>
                    <a:pt x="34" y="26"/>
                  </a:cubicBezTo>
                  <a:cubicBezTo>
                    <a:pt x="34" y="26"/>
                    <a:pt x="36" y="27"/>
                    <a:pt x="36" y="27"/>
                  </a:cubicBezTo>
                  <a:cubicBezTo>
                    <a:pt x="36" y="27"/>
                    <a:pt x="34" y="28"/>
                    <a:pt x="34" y="28"/>
                  </a:cubicBezTo>
                  <a:cubicBezTo>
                    <a:pt x="34" y="28"/>
                    <a:pt x="36" y="28"/>
                    <a:pt x="36" y="29"/>
                  </a:cubicBezTo>
                  <a:cubicBezTo>
                    <a:pt x="36" y="28"/>
                    <a:pt x="35" y="29"/>
                    <a:pt x="35" y="30"/>
                  </a:cubicBezTo>
                  <a:cubicBezTo>
                    <a:pt x="34" y="31"/>
                    <a:pt x="33" y="30"/>
                    <a:pt x="32" y="31"/>
                  </a:cubicBezTo>
                  <a:cubicBezTo>
                    <a:pt x="31" y="31"/>
                    <a:pt x="28" y="34"/>
                    <a:pt x="29" y="34"/>
                  </a:cubicBezTo>
                  <a:cubicBezTo>
                    <a:pt x="30" y="35"/>
                    <a:pt x="32" y="35"/>
                    <a:pt x="34" y="35"/>
                  </a:cubicBezTo>
                  <a:cubicBezTo>
                    <a:pt x="34" y="34"/>
                    <a:pt x="35" y="30"/>
                    <a:pt x="36" y="31"/>
                  </a:cubicBezTo>
                  <a:cubicBezTo>
                    <a:pt x="36" y="32"/>
                    <a:pt x="33" y="33"/>
                    <a:pt x="36" y="33"/>
                  </a:cubicBezTo>
                  <a:cubicBezTo>
                    <a:pt x="38" y="34"/>
                    <a:pt x="39" y="34"/>
                    <a:pt x="40" y="32"/>
                  </a:cubicBezTo>
                  <a:cubicBezTo>
                    <a:pt x="39" y="34"/>
                    <a:pt x="44" y="37"/>
                    <a:pt x="45" y="38"/>
                  </a:cubicBezTo>
                  <a:cubicBezTo>
                    <a:pt x="45" y="35"/>
                    <a:pt x="45" y="32"/>
                    <a:pt x="45" y="2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61" name="Freeform 708">
              <a:extLst>
                <a:ext uri="{FF2B5EF4-FFF2-40B4-BE49-F238E27FC236}">
                  <a16:creationId xmlns:a16="http://schemas.microsoft.com/office/drawing/2014/main" id="{E0BD011D-E311-DAE3-766F-375683C2EA1C}"/>
                </a:ext>
              </a:extLst>
            </p:cNvPr>
            <p:cNvSpPr>
              <a:spLocks/>
            </p:cNvSpPr>
            <p:nvPr/>
          </p:nvSpPr>
          <p:spPr bwMode="auto">
            <a:xfrm>
              <a:off x="18165166" y="9176423"/>
              <a:ext cx="477708" cy="382265"/>
            </a:xfrm>
            <a:custGeom>
              <a:avLst/>
              <a:gdLst>
                <a:gd name="T0" fmla="*/ 50 w 51"/>
                <a:gd name="T1" fmla="*/ 39 h 41"/>
                <a:gd name="T2" fmla="*/ 45 w 51"/>
                <a:gd name="T3" fmla="*/ 37 h 41"/>
                <a:gd name="T4" fmla="*/ 47 w 51"/>
                <a:gd name="T5" fmla="*/ 36 h 41"/>
                <a:gd name="T6" fmla="*/ 42 w 51"/>
                <a:gd name="T7" fmla="*/ 34 h 41"/>
                <a:gd name="T8" fmla="*/ 38 w 51"/>
                <a:gd name="T9" fmla="*/ 30 h 41"/>
                <a:gd name="T10" fmla="*/ 37 w 51"/>
                <a:gd name="T11" fmla="*/ 28 h 41"/>
                <a:gd name="T12" fmla="*/ 34 w 51"/>
                <a:gd name="T13" fmla="*/ 26 h 41"/>
                <a:gd name="T14" fmla="*/ 29 w 51"/>
                <a:gd name="T15" fmla="*/ 21 h 41"/>
                <a:gd name="T16" fmla="*/ 34 w 51"/>
                <a:gd name="T17" fmla="*/ 21 h 41"/>
                <a:gd name="T18" fmla="*/ 34 w 51"/>
                <a:gd name="T19" fmla="*/ 18 h 41"/>
                <a:gd name="T20" fmla="*/ 31 w 51"/>
                <a:gd name="T21" fmla="*/ 17 h 41"/>
                <a:gd name="T22" fmla="*/ 25 w 51"/>
                <a:gd name="T23" fmla="*/ 12 h 41"/>
                <a:gd name="T24" fmla="*/ 19 w 51"/>
                <a:gd name="T25" fmla="*/ 7 h 41"/>
                <a:gd name="T26" fmla="*/ 16 w 51"/>
                <a:gd name="T27" fmla="*/ 6 h 41"/>
                <a:gd name="T28" fmla="*/ 13 w 51"/>
                <a:gd name="T29" fmla="*/ 4 h 41"/>
                <a:gd name="T30" fmla="*/ 8 w 51"/>
                <a:gd name="T31" fmla="*/ 2 h 41"/>
                <a:gd name="T32" fmla="*/ 1 w 51"/>
                <a:gd name="T33" fmla="*/ 0 h 41"/>
                <a:gd name="T34" fmla="*/ 1 w 51"/>
                <a:gd name="T35" fmla="*/ 10 h 41"/>
                <a:gd name="T36" fmla="*/ 1 w 51"/>
                <a:gd name="T37" fmla="*/ 20 h 41"/>
                <a:gd name="T38" fmla="*/ 1 w 51"/>
                <a:gd name="T39" fmla="*/ 25 h 41"/>
                <a:gd name="T40" fmla="*/ 1 w 51"/>
                <a:gd name="T41" fmla="*/ 30 h 41"/>
                <a:gd name="T42" fmla="*/ 4 w 51"/>
                <a:gd name="T43" fmla="*/ 33 h 41"/>
                <a:gd name="T44" fmla="*/ 13 w 51"/>
                <a:gd name="T45" fmla="*/ 31 h 41"/>
                <a:gd name="T46" fmla="*/ 9 w 51"/>
                <a:gd name="T47" fmla="*/ 28 h 41"/>
                <a:gd name="T48" fmla="*/ 14 w 51"/>
                <a:gd name="T49" fmla="*/ 30 h 41"/>
                <a:gd name="T50" fmla="*/ 13 w 51"/>
                <a:gd name="T51" fmla="*/ 26 h 41"/>
                <a:gd name="T52" fmla="*/ 15 w 51"/>
                <a:gd name="T53" fmla="*/ 27 h 41"/>
                <a:gd name="T54" fmla="*/ 18 w 51"/>
                <a:gd name="T55" fmla="*/ 25 h 41"/>
                <a:gd name="T56" fmla="*/ 26 w 51"/>
                <a:gd name="T57" fmla="*/ 27 h 41"/>
                <a:gd name="T58" fmla="*/ 31 w 51"/>
                <a:gd name="T59" fmla="*/ 33 h 41"/>
                <a:gd name="T60" fmla="*/ 36 w 51"/>
                <a:gd name="T61" fmla="*/ 38 h 41"/>
                <a:gd name="T62" fmla="*/ 45 w 51"/>
                <a:gd name="T63" fmla="*/ 40 h 41"/>
                <a:gd name="T64" fmla="*/ 48 w 51"/>
                <a:gd name="T65" fmla="*/ 40 h 41"/>
                <a:gd name="T66" fmla="*/ 50 w 51"/>
                <a:gd name="T67" fmla="*/ 39 h 41"/>
                <a:gd name="T68" fmla="*/ 50 w 51"/>
                <a:gd name="T69"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41">
                  <a:moveTo>
                    <a:pt x="50" y="39"/>
                  </a:moveTo>
                  <a:cubicBezTo>
                    <a:pt x="48" y="38"/>
                    <a:pt x="46" y="38"/>
                    <a:pt x="45" y="37"/>
                  </a:cubicBezTo>
                  <a:cubicBezTo>
                    <a:pt x="44" y="36"/>
                    <a:pt x="46" y="35"/>
                    <a:pt x="47" y="36"/>
                  </a:cubicBezTo>
                  <a:cubicBezTo>
                    <a:pt x="45" y="35"/>
                    <a:pt x="42" y="36"/>
                    <a:pt x="42" y="34"/>
                  </a:cubicBezTo>
                  <a:cubicBezTo>
                    <a:pt x="42" y="32"/>
                    <a:pt x="39" y="32"/>
                    <a:pt x="38" y="30"/>
                  </a:cubicBezTo>
                  <a:cubicBezTo>
                    <a:pt x="37" y="29"/>
                    <a:pt x="38" y="29"/>
                    <a:pt x="37" y="28"/>
                  </a:cubicBezTo>
                  <a:cubicBezTo>
                    <a:pt x="36" y="27"/>
                    <a:pt x="35" y="27"/>
                    <a:pt x="34" y="26"/>
                  </a:cubicBezTo>
                  <a:cubicBezTo>
                    <a:pt x="34" y="26"/>
                    <a:pt x="30" y="21"/>
                    <a:pt x="29" y="21"/>
                  </a:cubicBezTo>
                  <a:cubicBezTo>
                    <a:pt x="30" y="20"/>
                    <a:pt x="33" y="21"/>
                    <a:pt x="34" y="21"/>
                  </a:cubicBezTo>
                  <a:cubicBezTo>
                    <a:pt x="36" y="21"/>
                    <a:pt x="35" y="20"/>
                    <a:pt x="34" y="18"/>
                  </a:cubicBezTo>
                  <a:cubicBezTo>
                    <a:pt x="34" y="17"/>
                    <a:pt x="32" y="17"/>
                    <a:pt x="31" y="17"/>
                  </a:cubicBezTo>
                  <a:cubicBezTo>
                    <a:pt x="28" y="15"/>
                    <a:pt x="26" y="14"/>
                    <a:pt x="25" y="12"/>
                  </a:cubicBezTo>
                  <a:cubicBezTo>
                    <a:pt x="24" y="10"/>
                    <a:pt x="21" y="8"/>
                    <a:pt x="19" y="7"/>
                  </a:cubicBezTo>
                  <a:cubicBezTo>
                    <a:pt x="18" y="6"/>
                    <a:pt x="17" y="6"/>
                    <a:pt x="16" y="6"/>
                  </a:cubicBezTo>
                  <a:cubicBezTo>
                    <a:pt x="15" y="6"/>
                    <a:pt x="14" y="4"/>
                    <a:pt x="13" y="4"/>
                  </a:cubicBezTo>
                  <a:cubicBezTo>
                    <a:pt x="12" y="3"/>
                    <a:pt x="10" y="3"/>
                    <a:pt x="8" y="2"/>
                  </a:cubicBezTo>
                  <a:cubicBezTo>
                    <a:pt x="6" y="2"/>
                    <a:pt x="4" y="0"/>
                    <a:pt x="1" y="0"/>
                  </a:cubicBezTo>
                  <a:cubicBezTo>
                    <a:pt x="1" y="3"/>
                    <a:pt x="1" y="7"/>
                    <a:pt x="1" y="10"/>
                  </a:cubicBezTo>
                  <a:cubicBezTo>
                    <a:pt x="1" y="13"/>
                    <a:pt x="2" y="17"/>
                    <a:pt x="1" y="20"/>
                  </a:cubicBezTo>
                  <a:cubicBezTo>
                    <a:pt x="0" y="21"/>
                    <a:pt x="1" y="23"/>
                    <a:pt x="1" y="25"/>
                  </a:cubicBezTo>
                  <a:cubicBezTo>
                    <a:pt x="1" y="27"/>
                    <a:pt x="1" y="28"/>
                    <a:pt x="1" y="30"/>
                  </a:cubicBezTo>
                  <a:cubicBezTo>
                    <a:pt x="1" y="33"/>
                    <a:pt x="2" y="33"/>
                    <a:pt x="4" y="33"/>
                  </a:cubicBezTo>
                  <a:cubicBezTo>
                    <a:pt x="7" y="33"/>
                    <a:pt x="10" y="33"/>
                    <a:pt x="13" y="31"/>
                  </a:cubicBezTo>
                  <a:cubicBezTo>
                    <a:pt x="14" y="31"/>
                    <a:pt x="9" y="28"/>
                    <a:pt x="9" y="28"/>
                  </a:cubicBezTo>
                  <a:cubicBezTo>
                    <a:pt x="10" y="28"/>
                    <a:pt x="14" y="31"/>
                    <a:pt x="14" y="30"/>
                  </a:cubicBezTo>
                  <a:cubicBezTo>
                    <a:pt x="14" y="29"/>
                    <a:pt x="13" y="28"/>
                    <a:pt x="13" y="26"/>
                  </a:cubicBezTo>
                  <a:cubicBezTo>
                    <a:pt x="13" y="26"/>
                    <a:pt x="16" y="28"/>
                    <a:pt x="15" y="27"/>
                  </a:cubicBezTo>
                  <a:cubicBezTo>
                    <a:pt x="15" y="25"/>
                    <a:pt x="17" y="25"/>
                    <a:pt x="18" y="25"/>
                  </a:cubicBezTo>
                  <a:cubicBezTo>
                    <a:pt x="19" y="25"/>
                    <a:pt x="26" y="28"/>
                    <a:pt x="26" y="27"/>
                  </a:cubicBezTo>
                  <a:cubicBezTo>
                    <a:pt x="26" y="29"/>
                    <a:pt x="30" y="31"/>
                    <a:pt x="31" y="33"/>
                  </a:cubicBezTo>
                  <a:cubicBezTo>
                    <a:pt x="32" y="35"/>
                    <a:pt x="34" y="38"/>
                    <a:pt x="36" y="38"/>
                  </a:cubicBezTo>
                  <a:cubicBezTo>
                    <a:pt x="39" y="38"/>
                    <a:pt x="42" y="39"/>
                    <a:pt x="45" y="40"/>
                  </a:cubicBezTo>
                  <a:cubicBezTo>
                    <a:pt x="46" y="40"/>
                    <a:pt x="48" y="41"/>
                    <a:pt x="48" y="40"/>
                  </a:cubicBezTo>
                  <a:cubicBezTo>
                    <a:pt x="48" y="39"/>
                    <a:pt x="51" y="39"/>
                    <a:pt x="50" y="39"/>
                  </a:cubicBezTo>
                  <a:cubicBezTo>
                    <a:pt x="49" y="38"/>
                    <a:pt x="51" y="39"/>
                    <a:pt x="50" y="3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62" name="Freeform 709">
              <a:extLst>
                <a:ext uri="{FF2B5EF4-FFF2-40B4-BE49-F238E27FC236}">
                  <a16:creationId xmlns:a16="http://schemas.microsoft.com/office/drawing/2014/main" id="{2892BB1F-E72A-56E0-3EAE-6BBC88228E22}"/>
                </a:ext>
              </a:extLst>
            </p:cNvPr>
            <p:cNvSpPr>
              <a:spLocks/>
            </p:cNvSpPr>
            <p:nvPr/>
          </p:nvSpPr>
          <p:spPr bwMode="auto">
            <a:xfrm>
              <a:off x="16681089" y="8829198"/>
              <a:ext cx="477708" cy="420492"/>
            </a:xfrm>
            <a:custGeom>
              <a:avLst/>
              <a:gdLst>
                <a:gd name="T0" fmla="*/ 33 w 51"/>
                <a:gd name="T1" fmla="*/ 5 h 45"/>
                <a:gd name="T2" fmla="*/ 29 w 51"/>
                <a:gd name="T3" fmla="*/ 13 h 45"/>
                <a:gd name="T4" fmla="*/ 20 w 51"/>
                <a:gd name="T5" fmla="*/ 16 h 45"/>
                <a:gd name="T6" fmla="*/ 15 w 51"/>
                <a:gd name="T7" fmla="*/ 18 h 45"/>
                <a:gd name="T8" fmla="*/ 10 w 51"/>
                <a:gd name="T9" fmla="*/ 19 h 45"/>
                <a:gd name="T10" fmla="*/ 7 w 51"/>
                <a:gd name="T11" fmla="*/ 18 h 45"/>
                <a:gd name="T12" fmla="*/ 3 w 51"/>
                <a:gd name="T13" fmla="*/ 14 h 45"/>
                <a:gd name="T14" fmla="*/ 0 w 51"/>
                <a:gd name="T15" fmla="*/ 20 h 45"/>
                <a:gd name="T16" fmla="*/ 4 w 51"/>
                <a:gd name="T17" fmla="*/ 29 h 45"/>
                <a:gd name="T18" fmla="*/ 8 w 51"/>
                <a:gd name="T19" fmla="*/ 37 h 45"/>
                <a:gd name="T20" fmla="*/ 13 w 51"/>
                <a:gd name="T21" fmla="*/ 39 h 45"/>
                <a:gd name="T22" fmla="*/ 14 w 51"/>
                <a:gd name="T23" fmla="*/ 41 h 45"/>
                <a:gd name="T24" fmla="*/ 19 w 51"/>
                <a:gd name="T25" fmla="*/ 41 h 45"/>
                <a:gd name="T26" fmla="*/ 21 w 51"/>
                <a:gd name="T27" fmla="*/ 39 h 45"/>
                <a:gd name="T28" fmla="*/ 25 w 51"/>
                <a:gd name="T29" fmla="*/ 40 h 45"/>
                <a:gd name="T30" fmla="*/ 28 w 51"/>
                <a:gd name="T31" fmla="*/ 40 h 45"/>
                <a:gd name="T32" fmla="*/ 31 w 51"/>
                <a:gd name="T33" fmla="*/ 43 h 45"/>
                <a:gd name="T34" fmla="*/ 34 w 51"/>
                <a:gd name="T35" fmla="*/ 42 h 45"/>
                <a:gd name="T36" fmla="*/ 36 w 51"/>
                <a:gd name="T37" fmla="*/ 43 h 45"/>
                <a:gd name="T38" fmla="*/ 37 w 51"/>
                <a:gd name="T39" fmla="*/ 37 h 45"/>
                <a:gd name="T40" fmla="*/ 37 w 51"/>
                <a:gd name="T41" fmla="*/ 33 h 45"/>
                <a:gd name="T42" fmla="*/ 39 w 51"/>
                <a:gd name="T43" fmla="*/ 30 h 45"/>
                <a:gd name="T44" fmla="*/ 42 w 51"/>
                <a:gd name="T45" fmla="*/ 24 h 45"/>
                <a:gd name="T46" fmla="*/ 47 w 51"/>
                <a:gd name="T47" fmla="*/ 19 h 45"/>
                <a:gd name="T48" fmla="*/ 49 w 51"/>
                <a:gd name="T49" fmla="*/ 18 h 45"/>
                <a:gd name="T50" fmla="*/ 45 w 51"/>
                <a:gd name="T51" fmla="*/ 13 h 45"/>
                <a:gd name="T52" fmla="*/ 42 w 51"/>
                <a:gd name="T53" fmla="*/ 7 h 45"/>
                <a:gd name="T54" fmla="*/ 44 w 51"/>
                <a:gd name="T55" fmla="*/ 6 h 45"/>
                <a:gd name="T56" fmla="*/ 44 w 51"/>
                <a:gd name="T57" fmla="*/ 3 h 45"/>
                <a:gd name="T58" fmla="*/ 33 w 51"/>
                <a:gd name="T59" fmla="*/ 5 h 45"/>
                <a:gd name="T60" fmla="*/ 33 w 51"/>
                <a:gd name="T61"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 h="45">
                  <a:moveTo>
                    <a:pt x="33" y="5"/>
                  </a:moveTo>
                  <a:cubicBezTo>
                    <a:pt x="32" y="8"/>
                    <a:pt x="31" y="10"/>
                    <a:pt x="29" y="13"/>
                  </a:cubicBezTo>
                  <a:cubicBezTo>
                    <a:pt x="28" y="17"/>
                    <a:pt x="23" y="17"/>
                    <a:pt x="20" y="16"/>
                  </a:cubicBezTo>
                  <a:cubicBezTo>
                    <a:pt x="18" y="15"/>
                    <a:pt x="16" y="17"/>
                    <a:pt x="15" y="18"/>
                  </a:cubicBezTo>
                  <a:cubicBezTo>
                    <a:pt x="14" y="19"/>
                    <a:pt x="11" y="18"/>
                    <a:pt x="10" y="19"/>
                  </a:cubicBezTo>
                  <a:cubicBezTo>
                    <a:pt x="8" y="20"/>
                    <a:pt x="8" y="20"/>
                    <a:pt x="7" y="18"/>
                  </a:cubicBezTo>
                  <a:cubicBezTo>
                    <a:pt x="5" y="17"/>
                    <a:pt x="4" y="16"/>
                    <a:pt x="3" y="14"/>
                  </a:cubicBezTo>
                  <a:cubicBezTo>
                    <a:pt x="2" y="13"/>
                    <a:pt x="0" y="19"/>
                    <a:pt x="0" y="20"/>
                  </a:cubicBezTo>
                  <a:cubicBezTo>
                    <a:pt x="0" y="23"/>
                    <a:pt x="3" y="26"/>
                    <a:pt x="4" y="29"/>
                  </a:cubicBezTo>
                  <a:cubicBezTo>
                    <a:pt x="6" y="32"/>
                    <a:pt x="5" y="35"/>
                    <a:pt x="8" y="37"/>
                  </a:cubicBezTo>
                  <a:cubicBezTo>
                    <a:pt x="10" y="38"/>
                    <a:pt x="12" y="39"/>
                    <a:pt x="13" y="39"/>
                  </a:cubicBezTo>
                  <a:cubicBezTo>
                    <a:pt x="16" y="38"/>
                    <a:pt x="13" y="40"/>
                    <a:pt x="14" y="41"/>
                  </a:cubicBezTo>
                  <a:cubicBezTo>
                    <a:pt x="15" y="41"/>
                    <a:pt x="18" y="41"/>
                    <a:pt x="19" y="41"/>
                  </a:cubicBezTo>
                  <a:cubicBezTo>
                    <a:pt x="20" y="40"/>
                    <a:pt x="20" y="38"/>
                    <a:pt x="21" y="39"/>
                  </a:cubicBezTo>
                  <a:cubicBezTo>
                    <a:pt x="22" y="40"/>
                    <a:pt x="24" y="41"/>
                    <a:pt x="25" y="40"/>
                  </a:cubicBezTo>
                  <a:cubicBezTo>
                    <a:pt x="26" y="40"/>
                    <a:pt x="28" y="39"/>
                    <a:pt x="28" y="40"/>
                  </a:cubicBezTo>
                  <a:cubicBezTo>
                    <a:pt x="29" y="43"/>
                    <a:pt x="27" y="45"/>
                    <a:pt x="31" y="43"/>
                  </a:cubicBezTo>
                  <a:cubicBezTo>
                    <a:pt x="32" y="43"/>
                    <a:pt x="33" y="42"/>
                    <a:pt x="34" y="42"/>
                  </a:cubicBezTo>
                  <a:cubicBezTo>
                    <a:pt x="35" y="42"/>
                    <a:pt x="36" y="43"/>
                    <a:pt x="36" y="43"/>
                  </a:cubicBezTo>
                  <a:cubicBezTo>
                    <a:pt x="37" y="41"/>
                    <a:pt x="35" y="39"/>
                    <a:pt x="37" y="37"/>
                  </a:cubicBezTo>
                  <a:cubicBezTo>
                    <a:pt x="38" y="36"/>
                    <a:pt x="37" y="35"/>
                    <a:pt x="37" y="33"/>
                  </a:cubicBezTo>
                  <a:cubicBezTo>
                    <a:pt x="37" y="32"/>
                    <a:pt x="38" y="31"/>
                    <a:pt x="39" y="30"/>
                  </a:cubicBezTo>
                  <a:cubicBezTo>
                    <a:pt x="41" y="28"/>
                    <a:pt x="43" y="27"/>
                    <a:pt x="42" y="24"/>
                  </a:cubicBezTo>
                  <a:cubicBezTo>
                    <a:pt x="42" y="22"/>
                    <a:pt x="45" y="18"/>
                    <a:pt x="47" y="19"/>
                  </a:cubicBezTo>
                  <a:cubicBezTo>
                    <a:pt x="48" y="20"/>
                    <a:pt x="51" y="19"/>
                    <a:pt x="49" y="18"/>
                  </a:cubicBezTo>
                  <a:cubicBezTo>
                    <a:pt x="48" y="16"/>
                    <a:pt x="45" y="15"/>
                    <a:pt x="45" y="13"/>
                  </a:cubicBezTo>
                  <a:cubicBezTo>
                    <a:pt x="45" y="11"/>
                    <a:pt x="43" y="9"/>
                    <a:pt x="42" y="7"/>
                  </a:cubicBezTo>
                  <a:cubicBezTo>
                    <a:pt x="41" y="4"/>
                    <a:pt x="44" y="7"/>
                    <a:pt x="44" y="6"/>
                  </a:cubicBezTo>
                  <a:cubicBezTo>
                    <a:pt x="45" y="5"/>
                    <a:pt x="41" y="4"/>
                    <a:pt x="44" y="3"/>
                  </a:cubicBezTo>
                  <a:cubicBezTo>
                    <a:pt x="40" y="2"/>
                    <a:pt x="34" y="0"/>
                    <a:pt x="33" y="5"/>
                  </a:cubicBezTo>
                  <a:cubicBezTo>
                    <a:pt x="32" y="7"/>
                    <a:pt x="34" y="3"/>
                    <a:pt x="33"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63" name="Freeform 710">
              <a:extLst>
                <a:ext uri="{FF2B5EF4-FFF2-40B4-BE49-F238E27FC236}">
                  <a16:creationId xmlns:a16="http://schemas.microsoft.com/office/drawing/2014/main" id="{BA1A744F-9FFE-D3D3-F64A-06B3C10EA84C}"/>
                </a:ext>
              </a:extLst>
            </p:cNvPr>
            <p:cNvSpPr>
              <a:spLocks/>
            </p:cNvSpPr>
            <p:nvPr/>
          </p:nvSpPr>
          <p:spPr bwMode="auto">
            <a:xfrm>
              <a:off x="16709750" y="8717701"/>
              <a:ext cx="458600" cy="299442"/>
            </a:xfrm>
            <a:custGeom>
              <a:avLst/>
              <a:gdLst>
                <a:gd name="T0" fmla="*/ 45 w 49"/>
                <a:gd name="T1" fmla="*/ 10 h 32"/>
                <a:gd name="T2" fmla="*/ 47 w 49"/>
                <a:gd name="T3" fmla="*/ 8 h 32"/>
                <a:gd name="T4" fmla="*/ 43 w 49"/>
                <a:gd name="T5" fmla="*/ 7 h 32"/>
                <a:gd name="T6" fmla="*/ 42 w 49"/>
                <a:gd name="T7" fmla="*/ 6 h 32"/>
                <a:gd name="T8" fmla="*/ 41 w 49"/>
                <a:gd name="T9" fmla="*/ 6 h 32"/>
                <a:gd name="T10" fmla="*/ 41 w 49"/>
                <a:gd name="T11" fmla="*/ 4 h 32"/>
                <a:gd name="T12" fmla="*/ 39 w 49"/>
                <a:gd name="T13" fmla="*/ 2 h 32"/>
                <a:gd name="T14" fmla="*/ 37 w 49"/>
                <a:gd name="T15" fmla="*/ 2 h 32"/>
                <a:gd name="T16" fmla="*/ 36 w 49"/>
                <a:gd name="T17" fmla="*/ 1 h 32"/>
                <a:gd name="T18" fmla="*/ 32 w 49"/>
                <a:gd name="T19" fmla="*/ 6 h 32"/>
                <a:gd name="T20" fmla="*/ 30 w 49"/>
                <a:gd name="T21" fmla="*/ 8 h 32"/>
                <a:gd name="T22" fmla="*/ 29 w 49"/>
                <a:gd name="T23" fmla="*/ 9 h 32"/>
                <a:gd name="T24" fmla="*/ 29 w 49"/>
                <a:gd name="T25" fmla="*/ 10 h 32"/>
                <a:gd name="T26" fmla="*/ 25 w 49"/>
                <a:gd name="T27" fmla="*/ 12 h 32"/>
                <a:gd name="T28" fmla="*/ 25 w 49"/>
                <a:gd name="T29" fmla="*/ 15 h 32"/>
                <a:gd name="T30" fmla="*/ 27 w 49"/>
                <a:gd name="T31" fmla="*/ 14 h 32"/>
                <a:gd name="T32" fmla="*/ 29 w 49"/>
                <a:gd name="T33" fmla="*/ 13 h 32"/>
                <a:gd name="T34" fmla="*/ 28 w 49"/>
                <a:gd name="T35" fmla="*/ 11 h 32"/>
                <a:gd name="T36" fmla="*/ 29 w 49"/>
                <a:gd name="T37" fmla="*/ 13 h 32"/>
                <a:gd name="T38" fmla="*/ 26 w 49"/>
                <a:gd name="T39" fmla="*/ 14 h 32"/>
                <a:gd name="T40" fmla="*/ 23 w 49"/>
                <a:gd name="T41" fmla="*/ 13 h 32"/>
                <a:gd name="T42" fmla="*/ 14 w 49"/>
                <a:gd name="T43" fmla="*/ 20 h 32"/>
                <a:gd name="T44" fmla="*/ 9 w 49"/>
                <a:gd name="T45" fmla="*/ 23 h 32"/>
                <a:gd name="T46" fmla="*/ 7 w 49"/>
                <a:gd name="T47" fmla="*/ 26 h 32"/>
                <a:gd name="T48" fmla="*/ 9 w 49"/>
                <a:gd name="T49" fmla="*/ 28 h 32"/>
                <a:gd name="T50" fmla="*/ 0 w 49"/>
                <a:gd name="T51" fmla="*/ 26 h 32"/>
                <a:gd name="T52" fmla="*/ 5 w 49"/>
                <a:gd name="T53" fmla="*/ 32 h 32"/>
                <a:gd name="T54" fmla="*/ 7 w 49"/>
                <a:gd name="T55" fmla="*/ 31 h 32"/>
                <a:gd name="T56" fmla="*/ 12 w 49"/>
                <a:gd name="T57" fmla="*/ 30 h 32"/>
                <a:gd name="T58" fmla="*/ 20 w 49"/>
                <a:gd name="T59" fmla="*/ 29 h 32"/>
                <a:gd name="T60" fmla="*/ 27 w 49"/>
                <a:gd name="T61" fmla="*/ 24 h 32"/>
                <a:gd name="T62" fmla="*/ 30 w 49"/>
                <a:gd name="T63" fmla="*/ 18 h 32"/>
                <a:gd name="T64" fmla="*/ 34 w 49"/>
                <a:gd name="T65" fmla="*/ 14 h 32"/>
                <a:gd name="T66" fmla="*/ 43 w 49"/>
                <a:gd name="T67" fmla="*/ 14 h 32"/>
                <a:gd name="T68" fmla="*/ 45 w 49"/>
                <a:gd name="T69"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 h="32">
                  <a:moveTo>
                    <a:pt x="45" y="10"/>
                  </a:moveTo>
                  <a:cubicBezTo>
                    <a:pt x="48" y="10"/>
                    <a:pt x="49" y="9"/>
                    <a:pt x="47" y="8"/>
                  </a:cubicBezTo>
                  <a:cubicBezTo>
                    <a:pt x="45" y="7"/>
                    <a:pt x="45" y="6"/>
                    <a:pt x="43" y="7"/>
                  </a:cubicBezTo>
                  <a:cubicBezTo>
                    <a:pt x="42" y="8"/>
                    <a:pt x="43" y="7"/>
                    <a:pt x="42" y="6"/>
                  </a:cubicBezTo>
                  <a:cubicBezTo>
                    <a:pt x="42" y="6"/>
                    <a:pt x="41" y="6"/>
                    <a:pt x="41" y="6"/>
                  </a:cubicBezTo>
                  <a:cubicBezTo>
                    <a:pt x="41" y="6"/>
                    <a:pt x="41" y="4"/>
                    <a:pt x="41" y="4"/>
                  </a:cubicBezTo>
                  <a:cubicBezTo>
                    <a:pt x="40" y="3"/>
                    <a:pt x="39" y="2"/>
                    <a:pt x="39" y="2"/>
                  </a:cubicBezTo>
                  <a:cubicBezTo>
                    <a:pt x="37" y="0"/>
                    <a:pt x="38" y="1"/>
                    <a:pt x="37" y="2"/>
                  </a:cubicBezTo>
                  <a:cubicBezTo>
                    <a:pt x="36" y="3"/>
                    <a:pt x="36" y="1"/>
                    <a:pt x="36" y="1"/>
                  </a:cubicBezTo>
                  <a:cubicBezTo>
                    <a:pt x="35" y="1"/>
                    <a:pt x="32" y="5"/>
                    <a:pt x="32" y="6"/>
                  </a:cubicBezTo>
                  <a:cubicBezTo>
                    <a:pt x="31" y="6"/>
                    <a:pt x="30" y="7"/>
                    <a:pt x="30" y="8"/>
                  </a:cubicBezTo>
                  <a:cubicBezTo>
                    <a:pt x="29" y="8"/>
                    <a:pt x="29" y="9"/>
                    <a:pt x="29" y="9"/>
                  </a:cubicBezTo>
                  <a:cubicBezTo>
                    <a:pt x="29" y="10"/>
                    <a:pt x="29" y="10"/>
                    <a:pt x="29" y="10"/>
                  </a:cubicBezTo>
                  <a:cubicBezTo>
                    <a:pt x="29" y="11"/>
                    <a:pt x="26" y="11"/>
                    <a:pt x="25" y="12"/>
                  </a:cubicBezTo>
                  <a:cubicBezTo>
                    <a:pt x="22" y="12"/>
                    <a:pt x="23" y="14"/>
                    <a:pt x="25" y="15"/>
                  </a:cubicBezTo>
                  <a:cubicBezTo>
                    <a:pt x="27" y="17"/>
                    <a:pt x="26" y="15"/>
                    <a:pt x="27" y="14"/>
                  </a:cubicBezTo>
                  <a:cubicBezTo>
                    <a:pt x="27" y="13"/>
                    <a:pt x="29" y="13"/>
                    <a:pt x="29" y="13"/>
                  </a:cubicBezTo>
                  <a:cubicBezTo>
                    <a:pt x="29" y="13"/>
                    <a:pt x="28" y="12"/>
                    <a:pt x="28" y="11"/>
                  </a:cubicBezTo>
                  <a:cubicBezTo>
                    <a:pt x="28" y="12"/>
                    <a:pt x="29" y="13"/>
                    <a:pt x="29" y="13"/>
                  </a:cubicBezTo>
                  <a:cubicBezTo>
                    <a:pt x="29" y="13"/>
                    <a:pt x="27" y="13"/>
                    <a:pt x="26" y="14"/>
                  </a:cubicBezTo>
                  <a:cubicBezTo>
                    <a:pt x="26" y="17"/>
                    <a:pt x="24" y="14"/>
                    <a:pt x="23" y="13"/>
                  </a:cubicBezTo>
                  <a:cubicBezTo>
                    <a:pt x="20" y="16"/>
                    <a:pt x="18" y="19"/>
                    <a:pt x="14" y="20"/>
                  </a:cubicBezTo>
                  <a:cubicBezTo>
                    <a:pt x="12" y="21"/>
                    <a:pt x="10" y="21"/>
                    <a:pt x="9" y="23"/>
                  </a:cubicBezTo>
                  <a:cubicBezTo>
                    <a:pt x="8" y="24"/>
                    <a:pt x="8" y="25"/>
                    <a:pt x="7" y="26"/>
                  </a:cubicBezTo>
                  <a:cubicBezTo>
                    <a:pt x="7" y="27"/>
                    <a:pt x="9" y="28"/>
                    <a:pt x="9" y="28"/>
                  </a:cubicBezTo>
                  <a:cubicBezTo>
                    <a:pt x="8" y="29"/>
                    <a:pt x="1" y="26"/>
                    <a:pt x="0" y="26"/>
                  </a:cubicBezTo>
                  <a:cubicBezTo>
                    <a:pt x="1" y="28"/>
                    <a:pt x="3" y="31"/>
                    <a:pt x="5" y="32"/>
                  </a:cubicBezTo>
                  <a:cubicBezTo>
                    <a:pt x="6" y="32"/>
                    <a:pt x="7" y="31"/>
                    <a:pt x="7" y="31"/>
                  </a:cubicBezTo>
                  <a:cubicBezTo>
                    <a:pt x="9" y="30"/>
                    <a:pt x="12" y="31"/>
                    <a:pt x="12" y="30"/>
                  </a:cubicBezTo>
                  <a:cubicBezTo>
                    <a:pt x="15" y="27"/>
                    <a:pt x="17" y="28"/>
                    <a:pt x="20" y="29"/>
                  </a:cubicBezTo>
                  <a:cubicBezTo>
                    <a:pt x="23" y="29"/>
                    <a:pt x="26" y="27"/>
                    <a:pt x="27" y="24"/>
                  </a:cubicBezTo>
                  <a:cubicBezTo>
                    <a:pt x="28" y="22"/>
                    <a:pt x="29" y="20"/>
                    <a:pt x="30" y="18"/>
                  </a:cubicBezTo>
                  <a:cubicBezTo>
                    <a:pt x="30" y="15"/>
                    <a:pt x="31" y="14"/>
                    <a:pt x="34" y="14"/>
                  </a:cubicBezTo>
                  <a:cubicBezTo>
                    <a:pt x="37" y="14"/>
                    <a:pt x="40" y="15"/>
                    <a:pt x="43" y="14"/>
                  </a:cubicBezTo>
                  <a:cubicBezTo>
                    <a:pt x="47" y="13"/>
                    <a:pt x="40" y="10"/>
                    <a:pt x="45"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64" name="Freeform 711">
              <a:extLst>
                <a:ext uri="{FF2B5EF4-FFF2-40B4-BE49-F238E27FC236}">
                  <a16:creationId xmlns:a16="http://schemas.microsoft.com/office/drawing/2014/main" id="{522CC016-1E05-FF64-6773-3D3138001E16}"/>
                </a:ext>
              </a:extLst>
            </p:cNvPr>
            <p:cNvSpPr>
              <a:spLocks/>
            </p:cNvSpPr>
            <p:nvPr/>
          </p:nvSpPr>
          <p:spPr bwMode="auto">
            <a:xfrm>
              <a:off x="15776631" y="7679214"/>
              <a:ext cx="159235" cy="92380"/>
            </a:xfrm>
            <a:custGeom>
              <a:avLst/>
              <a:gdLst>
                <a:gd name="T0" fmla="*/ 2 w 17"/>
                <a:gd name="T1" fmla="*/ 8 h 10"/>
                <a:gd name="T2" fmla="*/ 7 w 17"/>
                <a:gd name="T3" fmla="*/ 9 h 10"/>
                <a:gd name="T4" fmla="*/ 12 w 17"/>
                <a:gd name="T5" fmla="*/ 9 h 10"/>
                <a:gd name="T6" fmla="*/ 16 w 17"/>
                <a:gd name="T7" fmla="*/ 8 h 10"/>
                <a:gd name="T8" fmla="*/ 15 w 17"/>
                <a:gd name="T9" fmla="*/ 3 h 10"/>
                <a:gd name="T10" fmla="*/ 10 w 17"/>
                <a:gd name="T11" fmla="*/ 3 h 10"/>
                <a:gd name="T12" fmla="*/ 6 w 17"/>
                <a:gd name="T13" fmla="*/ 1 h 10"/>
                <a:gd name="T14" fmla="*/ 2 w 17"/>
                <a:gd name="T15" fmla="*/ 8 h 10"/>
                <a:gd name="T16" fmla="*/ 2 w 17"/>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2" y="8"/>
                  </a:moveTo>
                  <a:cubicBezTo>
                    <a:pt x="3" y="9"/>
                    <a:pt x="6" y="10"/>
                    <a:pt x="7" y="9"/>
                  </a:cubicBezTo>
                  <a:cubicBezTo>
                    <a:pt x="9" y="8"/>
                    <a:pt x="10" y="10"/>
                    <a:pt x="12" y="9"/>
                  </a:cubicBezTo>
                  <a:cubicBezTo>
                    <a:pt x="13" y="9"/>
                    <a:pt x="17" y="9"/>
                    <a:pt x="16" y="8"/>
                  </a:cubicBezTo>
                  <a:cubicBezTo>
                    <a:pt x="15" y="6"/>
                    <a:pt x="14" y="5"/>
                    <a:pt x="15" y="3"/>
                  </a:cubicBezTo>
                  <a:cubicBezTo>
                    <a:pt x="13" y="2"/>
                    <a:pt x="11" y="4"/>
                    <a:pt x="10" y="3"/>
                  </a:cubicBezTo>
                  <a:cubicBezTo>
                    <a:pt x="9" y="2"/>
                    <a:pt x="7" y="0"/>
                    <a:pt x="6" y="1"/>
                  </a:cubicBezTo>
                  <a:cubicBezTo>
                    <a:pt x="4" y="3"/>
                    <a:pt x="0" y="6"/>
                    <a:pt x="2" y="8"/>
                  </a:cubicBezTo>
                  <a:cubicBezTo>
                    <a:pt x="3" y="9"/>
                    <a:pt x="1" y="7"/>
                    <a:pt x="2" y="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65" name="Freeform 712">
              <a:extLst>
                <a:ext uri="{FF2B5EF4-FFF2-40B4-BE49-F238E27FC236}">
                  <a16:creationId xmlns:a16="http://schemas.microsoft.com/office/drawing/2014/main" id="{18A0BE65-582D-928B-1D06-84960260DC4C}"/>
                </a:ext>
              </a:extLst>
            </p:cNvPr>
            <p:cNvSpPr>
              <a:spLocks/>
            </p:cNvSpPr>
            <p:nvPr/>
          </p:nvSpPr>
          <p:spPr bwMode="auto">
            <a:xfrm>
              <a:off x="15410388" y="7574093"/>
              <a:ext cx="347132" cy="216615"/>
            </a:xfrm>
            <a:custGeom>
              <a:avLst/>
              <a:gdLst>
                <a:gd name="T0" fmla="*/ 1 w 37"/>
                <a:gd name="T1" fmla="*/ 3 h 23"/>
                <a:gd name="T2" fmla="*/ 0 w 37"/>
                <a:gd name="T3" fmla="*/ 9 h 23"/>
                <a:gd name="T4" fmla="*/ 5 w 37"/>
                <a:gd name="T5" fmla="*/ 13 h 23"/>
                <a:gd name="T6" fmla="*/ 7 w 37"/>
                <a:gd name="T7" fmla="*/ 14 h 23"/>
                <a:gd name="T8" fmla="*/ 12 w 37"/>
                <a:gd name="T9" fmla="*/ 15 h 23"/>
                <a:gd name="T10" fmla="*/ 15 w 37"/>
                <a:gd name="T11" fmla="*/ 16 h 23"/>
                <a:gd name="T12" fmla="*/ 19 w 37"/>
                <a:gd name="T13" fmla="*/ 16 h 23"/>
                <a:gd name="T14" fmla="*/ 22 w 37"/>
                <a:gd name="T15" fmla="*/ 19 h 23"/>
                <a:gd name="T16" fmla="*/ 26 w 37"/>
                <a:gd name="T17" fmla="*/ 20 h 23"/>
                <a:gd name="T18" fmla="*/ 29 w 37"/>
                <a:gd name="T19" fmla="*/ 22 h 23"/>
                <a:gd name="T20" fmla="*/ 32 w 37"/>
                <a:gd name="T21" fmla="*/ 20 h 23"/>
                <a:gd name="T22" fmla="*/ 35 w 37"/>
                <a:gd name="T23" fmla="*/ 22 h 23"/>
                <a:gd name="T24" fmla="*/ 37 w 37"/>
                <a:gd name="T25" fmla="*/ 21 h 23"/>
                <a:gd name="T26" fmla="*/ 37 w 37"/>
                <a:gd name="T27" fmla="*/ 18 h 23"/>
                <a:gd name="T28" fmla="*/ 37 w 37"/>
                <a:gd name="T29" fmla="*/ 14 h 23"/>
                <a:gd name="T30" fmla="*/ 32 w 37"/>
                <a:gd name="T31" fmla="*/ 14 h 23"/>
                <a:gd name="T32" fmla="*/ 31 w 37"/>
                <a:gd name="T33" fmla="*/ 13 h 23"/>
                <a:gd name="T34" fmla="*/ 28 w 37"/>
                <a:gd name="T35" fmla="*/ 13 h 23"/>
                <a:gd name="T36" fmla="*/ 26 w 37"/>
                <a:gd name="T37" fmla="*/ 12 h 23"/>
                <a:gd name="T38" fmla="*/ 24 w 37"/>
                <a:gd name="T39" fmla="*/ 12 h 23"/>
                <a:gd name="T40" fmla="*/ 20 w 37"/>
                <a:gd name="T41" fmla="*/ 10 h 23"/>
                <a:gd name="T42" fmla="*/ 18 w 37"/>
                <a:gd name="T43" fmla="*/ 8 h 23"/>
                <a:gd name="T44" fmla="*/ 16 w 37"/>
                <a:gd name="T45" fmla="*/ 7 h 23"/>
                <a:gd name="T46" fmla="*/ 10 w 37"/>
                <a:gd name="T47" fmla="*/ 2 h 23"/>
                <a:gd name="T48" fmla="*/ 8 w 37"/>
                <a:gd name="T49" fmla="*/ 0 h 23"/>
                <a:gd name="T50" fmla="*/ 5 w 37"/>
                <a:gd name="T51" fmla="*/ 2 h 23"/>
                <a:gd name="T52" fmla="*/ 4 w 37"/>
                <a:gd name="T53" fmla="*/ 2 h 23"/>
                <a:gd name="T54" fmla="*/ 1 w 37"/>
                <a:gd name="T55" fmla="*/ 3 h 23"/>
                <a:gd name="T56" fmla="*/ 1 w 37"/>
                <a:gd name="T57"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23">
                  <a:moveTo>
                    <a:pt x="1" y="3"/>
                  </a:moveTo>
                  <a:cubicBezTo>
                    <a:pt x="0" y="4"/>
                    <a:pt x="0" y="8"/>
                    <a:pt x="0" y="9"/>
                  </a:cubicBezTo>
                  <a:cubicBezTo>
                    <a:pt x="1" y="10"/>
                    <a:pt x="4" y="11"/>
                    <a:pt x="5" y="13"/>
                  </a:cubicBezTo>
                  <a:cubicBezTo>
                    <a:pt x="6" y="13"/>
                    <a:pt x="7" y="14"/>
                    <a:pt x="7" y="14"/>
                  </a:cubicBezTo>
                  <a:cubicBezTo>
                    <a:pt x="9" y="15"/>
                    <a:pt x="10" y="14"/>
                    <a:pt x="12" y="15"/>
                  </a:cubicBezTo>
                  <a:cubicBezTo>
                    <a:pt x="13" y="15"/>
                    <a:pt x="14" y="16"/>
                    <a:pt x="15" y="16"/>
                  </a:cubicBezTo>
                  <a:cubicBezTo>
                    <a:pt x="16" y="16"/>
                    <a:pt x="18" y="16"/>
                    <a:pt x="19" y="16"/>
                  </a:cubicBezTo>
                  <a:cubicBezTo>
                    <a:pt x="20" y="17"/>
                    <a:pt x="21" y="18"/>
                    <a:pt x="22" y="19"/>
                  </a:cubicBezTo>
                  <a:cubicBezTo>
                    <a:pt x="23" y="19"/>
                    <a:pt x="25" y="19"/>
                    <a:pt x="26" y="20"/>
                  </a:cubicBezTo>
                  <a:cubicBezTo>
                    <a:pt x="27" y="20"/>
                    <a:pt x="28" y="22"/>
                    <a:pt x="29" y="22"/>
                  </a:cubicBezTo>
                  <a:cubicBezTo>
                    <a:pt x="30" y="22"/>
                    <a:pt x="31" y="20"/>
                    <a:pt x="32" y="20"/>
                  </a:cubicBezTo>
                  <a:cubicBezTo>
                    <a:pt x="33" y="21"/>
                    <a:pt x="33" y="23"/>
                    <a:pt x="35" y="22"/>
                  </a:cubicBezTo>
                  <a:cubicBezTo>
                    <a:pt x="35" y="22"/>
                    <a:pt x="37" y="21"/>
                    <a:pt x="37" y="21"/>
                  </a:cubicBezTo>
                  <a:cubicBezTo>
                    <a:pt x="37" y="20"/>
                    <a:pt x="37" y="19"/>
                    <a:pt x="37" y="18"/>
                  </a:cubicBezTo>
                  <a:cubicBezTo>
                    <a:pt x="36" y="17"/>
                    <a:pt x="37" y="16"/>
                    <a:pt x="37" y="14"/>
                  </a:cubicBezTo>
                  <a:cubicBezTo>
                    <a:pt x="35" y="14"/>
                    <a:pt x="34" y="15"/>
                    <a:pt x="32" y="14"/>
                  </a:cubicBezTo>
                  <a:cubicBezTo>
                    <a:pt x="32" y="14"/>
                    <a:pt x="31" y="13"/>
                    <a:pt x="31" y="13"/>
                  </a:cubicBezTo>
                  <a:cubicBezTo>
                    <a:pt x="30" y="13"/>
                    <a:pt x="29" y="14"/>
                    <a:pt x="28" y="13"/>
                  </a:cubicBezTo>
                  <a:cubicBezTo>
                    <a:pt x="28" y="13"/>
                    <a:pt x="27" y="12"/>
                    <a:pt x="26" y="12"/>
                  </a:cubicBezTo>
                  <a:cubicBezTo>
                    <a:pt x="25" y="12"/>
                    <a:pt x="24" y="14"/>
                    <a:pt x="24" y="12"/>
                  </a:cubicBezTo>
                  <a:cubicBezTo>
                    <a:pt x="22" y="10"/>
                    <a:pt x="21" y="11"/>
                    <a:pt x="20" y="10"/>
                  </a:cubicBezTo>
                  <a:cubicBezTo>
                    <a:pt x="19" y="9"/>
                    <a:pt x="19" y="8"/>
                    <a:pt x="18" y="8"/>
                  </a:cubicBezTo>
                  <a:cubicBezTo>
                    <a:pt x="17" y="7"/>
                    <a:pt x="16" y="7"/>
                    <a:pt x="16" y="7"/>
                  </a:cubicBezTo>
                  <a:cubicBezTo>
                    <a:pt x="14" y="6"/>
                    <a:pt x="11" y="4"/>
                    <a:pt x="10" y="2"/>
                  </a:cubicBezTo>
                  <a:cubicBezTo>
                    <a:pt x="10" y="1"/>
                    <a:pt x="9" y="0"/>
                    <a:pt x="8" y="0"/>
                  </a:cubicBezTo>
                  <a:cubicBezTo>
                    <a:pt x="6" y="0"/>
                    <a:pt x="6" y="1"/>
                    <a:pt x="5" y="2"/>
                  </a:cubicBezTo>
                  <a:cubicBezTo>
                    <a:pt x="5" y="3"/>
                    <a:pt x="4" y="2"/>
                    <a:pt x="4" y="2"/>
                  </a:cubicBezTo>
                  <a:cubicBezTo>
                    <a:pt x="3" y="3"/>
                    <a:pt x="2" y="3"/>
                    <a:pt x="1" y="3"/>
                  </a:cubicBezTo>
                  <a:cubicBezTo>
                    <a:pt x="0" y="4"/>
                    <a:pt x="2" y="3"/>
                    <a:pt x="1"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66" name="Freeform 713">
              <a:extLst>
                <a:ext uri="{FF2B5EF4-FFF2-40B4-BE49-F238E27FC236}">
                  <a16:creationId xmlns:a16="http://schemas.microsoft.com/office/drawing/2014/main" id="{71E98070-CF04-5163-9292-27F265F840CA}"/>
                </a:ext>
              </a:extLst>
            </p:cNvPr>
            <p:cNvSpPr>
              <a:spLocks/>
            </p:cNvSpPr>
            <p:nvPr/>
          </p:nvSpPr>
          <p:spPr bwMode="auto">
            <a:xfrm>
              <a:off x="16372171" y="8360921"/>
              <a:ext cx="261145" cy="216615"/>
            </a:xfrm>
            <a:custGeom>
              <a:avLst/>
              <a:gdLst>
                <a:gd name="T0" fmla="*/ 14 w 28"/>
                <a:gd name="T1" fmla="*/ 19 h 23"/>
                <a:gd name="T2" fmla="*/ 19 w 28"/>
                <a:gd name="T3" fmla="*/ 18 h 23"/>
                <a:gd name="T4" fmla="*/ 19 w 28"/>
                <a:gd name="T5" fmla="*/ 15 h 23"/>
                <a:gd name="T6" fmla="*/ 21 w 28"/>
                <a:gd name="T7" fmla="*/ 14 h 23"/>
                <a:gd name="T8" fmla="*/ 24 w 28"/>
                <a:gd name="T9" fmla="*/ 12 h 23"/>
                <a:gd name="T10" fmla="*/ 27 w 28"/>
                <a:gd name="T11" fmla="*/ 9 h 23"/>
                <a:gd name="T12" fmla="*/ 26 w 28"/>
                <a:gd name="T13" fmla="*/ 1 h 23"/>
                <a:gd name="T14" fmla="*/ 22 w 28"/>
                <a:gd name="T15" fmla="*/ 1 h 23"/>
                <a:gd name="T16" fmla="*/ 19 w 28"/>
                <a:gd name="T17" fmla="*/ 2 h 23"/>
                <a:gd name="T18" fmla="*/ 17 w 28"/>
                <a:gd name="T19" fmla="*/ 2 h 23"/>
                <a:gd name="T20" fmla="*/ 3 w 28"/>
                <a:gd name="T21" fmla="*/ 3 h 23"/>
                <a:gd name="T22" fmla="*/ 0 w 28"/>
                <a:gd name="T23" fmla="*/ 7 h 23"/>
                <a:gd name="T24" fmla="*/ 1 w 28"/>
                <a:gd name="T25" fmla="*/ 10 h 23"/>
                <a:gd name="T26" fmla="*/ 3 w 28"/>
                <a:gd name="T27" fmla="*/ 14 h 23"/>
                <a:gd name="T28" fmla="*/ 5 w 28"/>
                <a:gd name="T29" fmla="*/ 18 h 23"/>
                <a:gd name="T30" fmla="*/ 6 w 28"/>
                <a:gd name="T31" fmla="*/ 19 h 23"/>
                <a:gd name="T32" fmla="*/ 7 w 28"/>
                <a:gd name="T33" fmla="*/ 21 h 23"/>
                <a:gd name="T34" fmla="*/ 8 w 28"/>
                <a:gd name="T35" fmla="*/ 23 h 23"/>
                <a:gd name="T36" fmla="*/ 14 w 28"/>
                <a:gd name="T37" fmla="*/ 19 h 23"/>
                <a:gd name="T38" fmla="*/ 14 w 28"/>
                <a:gd name="T39"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23">
                  <a:moveTo>
                    <a:pt x="14" y="19"/>
                  </a:moveTo>
                  <a:cubicBezTo>
                    <a:pt x="14" y="18"/>
                    <a:pt x="20" y="20"/>
                    <a:pt x="19" y="18"/>
                  </a:cubicBezTo>
                  <a:cubicBezTo>
                    <a:pt x="19" y="18"/>
                    <a:pt x="18" y="15"/>
                    <a:pt x="19" y="15"/>
                  </a:cubicBezTo>
                  <a:cubicBezTo>
                    <a:pt x="20" y="15"/>
                    <a:pt x="21" y="16"/>
                    <a:pt x="21" y="14"/>
                  </a:cubicBezTo>
                  <a:cubicBezTo>
                    <a:pt x="21" y="12"/>
                    <a:pt x="23" y="13"/>
                    <a:pt x="24" y="12"/>
                  </a:cubicBezTo>
                  <a:cubicBezTo>
                    <a:pt x="26" y="12"/>
                    <a:pt x="26" y="10"/>
                    <a:pt x="27" y="9"/>
                  </a:cubicBezTo>
                  <a:cubicBezTo>
                    <a:pt x="28" y="7"/>
                    <a:pt x="25" y="2"/>
                    <a:pt x="26" y="1"/>
                  </a:cubicBezTo>
                  <a:cubicBezTo>
                    <a:pt x="24" y="2"/>
                    <a:pt x="24" y="2"/>
                    <a:pt x="22" y="1"/>
                  </a:cubicBezTo>
                  <a:cubicBezTo>
                    <a:pt x="21" y="0"/>
                    <a:pt x="19" y="2"/>
                    <a:pt x="19" y="2"/>
                  </a:cubicBezTo>
                  <a:cubicBezTo>
                    <a:pt x="19" y="4"/>
                    <a:pt x="17" y="2"/>
                    <a:pt x="17" y="2"/>
                  </a:cubicBezTo>
                  <a:cubicBezTo>
                    <a:pt x="13" y="1"/>
                    <a:pt x="6" y="0"/>
                    <a:pt x="3" y="3"/>
                  </a:cubicBezTo>
                  <a:cubicBezTo>
                    <a:pt x="2" y="4"/>
                    <a:pt x="0" y="5"/>
                    <a:pt x="0" y="7"/>
                  </a:cubicBezTo>
                  <a:cubicBezTo>
                    <a:pt x="0" y="8"/>
                    <a:pt x="1" y="9"/>
                    <a:pt x="1" y="10"/>
                  </a:cubicBezTo>
                  <a:cubicBezTo>
                    <a:pt x="3" y="11"/>
                    <a:pt x="3" y="13"/>
                    <a:pt x="3" y="14"/>
                  </a:cubicBezTo>
                  <a:cubicBezTo>
                    <a:pt x="4" y="16"/>
                    <a:pt x="4" y="17"/>
                    <a:pt x="5" y="18"/>
                  </a:cubicBezTo>
                  <a:cubicBezTo>
                    <a:pt x="5" y="19"/>
                    <a:pt x="6" y="18"/>
                    <a:pt x="6" y="19"/>
                  </a:cubicBezTo>
                  <a:cubicBezTo>
                    <a:pt x="7" y="19"/>
                    <a:pt x="6" y="20"/>
                    <a:pt x="7" y="21"/>
                  </a:cubicBezTo>
                  <a:cubicBezTo>
                    <a:pt x="9" y="21"/>
                    <a:pt x="8" y="22"/>
                    <a:pt x="8" y="23"/>
                  </a:cubicBezTo>
                  <a:cubicBezTo>
                    <a:pt x="8" y="22"/>
                    <a:pt x="14" y="20"/>
                    <a:pt x="14" y="19"/>
                  </a:cubicBezTo>
                  <a:cubicBezTo>
                    <a:pt x="14" y="19"/>
                    <a:pt x="14" y="20"/>
                    <a:pt x="14" y="1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67" name="Freeform 714">
              <a:extLst>
                <a:ext uri="{FF2B5EF4-FFF2-40B4-BE49-F238E27FC236}">
                  <a16:creationId xmlns:a16="http://schemas.microsoft.com/office/drawing/2014/main" id="{E980D1A3-D229-D845-010E-E4F6057E16A2}"/>
                </a:ext>
              </a:extLst>
            </p:cNvPr>
            <p:cNvSpPr>
              <a:spLocks/>
            </p:cNvSpPr>
            <p:nvPr/>
          </p:nvSpPr>
          <p:spPr bwMode="auto">
            <a:xfrm>
              <a:off x="16270259" y="8743185"/>
              <a:ext cx="207006" cy="245289"/>
            </a:xfrm>
            <a:custGeom>
              <a:avLst/>
              <a:gdLst>
                <a:gd name="T0" fmla="*/ 10 w 22"/>
                <a:gd name="T1" fmla="*/ 3 h 26"/>
                <a:gd name="T2" fmla="*/ 7 w 22"/>
                <a:gd name="T3" fmla="*/ 4 h 26"/>
                <a:gd name="T4" fmla="*/ 6 w 22"/>
                <a:gd name="T5" fmla="*/ 4 h 26"/>
                <a:gd name="T6" fmla="*/ 5 w 22"/>
                <a:gd name="T7" fmla="*/ 1 h 26"/>
                <a:gd name="T8" fmla="*/ 0 w 22"/>
                <a:gd name="T9" fmla="*/ 0 h 26"/>
                <a:gd name="T10" fmla="*/ 1 w 22"/>
                <a:gd name="T11" fmla="*/ 6 h 26"/>
                <a:gd name="T12" fmla="*/ 4 w 22"/>
                <a:gd name="T13" fmla="*/ 14 h 26"/>
                <a:gd name="T14" fmla="*/ 9 w 22"/>
                <a:gd name="T15" fmla="*/ 21 h 26"/>
                <a:gd name="T16" fmla="*/ 19 w 22"/>
                <a:gd name="T17" fmla="*/ 26 h 26"/>
                <a:gd name="T18" fmla="*/ 20 w 22"/>
                <a:gd name="T19" fmla="*/ 23 h 26"/>
                <a:gd name="T20" fmla="*/ 16 w 22"/>
                <a:gd name="T21" fmla="*/ 14 h 26"/>
                <a:gd name="T22" fmla="*/ 16 w 22"/>
                <a:gd name="T23" fmla="*/ 6 h 26"/>
                <a:gd name="T24" fmla="*/ 10 w 22"/>
                <a:gd name="T25" fmla="*/ 3 h 26"/>
                <a:gd name="T26" fmla="*/ 10 w 22"/>
                <a:gd name="T2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6">
                  <a:moveTo>
                    <a:pt x="10" y="3"/>
                  </a:moveTo>
                  <a:cubicBezTo>
                    <a:pt x="9" y="3"/>
                    <a:pt x="8" y="4"/>
                    <a:pt x="7" y="4"/>
                  </a:cubicBezTo>
                  <a:cubicBezTo>
                    <a:pt x="7" y="3"/>
                    <a:pt x="6" y="4"/>
                    <a:pt x="6" y="4"/>
                  </a:cubicBezTo>
                  <a:cubicBezTo>
                    <a:pt x="5" y="4"/>
                    <a:pt x="5" y="2"/>
                    <a:pt x="5" y="1"/>
                  </a:cubicBezTo>
                  <a:cubicBezTo>
                    <a:pt x="4" y="0"/>
                    <a:pt x="2" y="0"/>
                    <a:pt x="0" y="0"/>
                  </a:cubicBezTo>
                  <a:cubicBezTo>
                    <a:pt x="1" y="1"/>
                    <a:pt x="1" y="4"/>
                    <a:pt x="1" y="6"/>
                  </a:cubicBezTo>
                  <a:cubicBezTo>
                    <a:pt x="2" y="8"/>
                    <a:pt x="3" y="11"/>
                    <a:pt x="4" y="14"/>
                  </a:cubicBezTo>
                  <a:cubicBezTo>
                    <a:pt x="6" y="16"/>
                    <a:pt x="7" y="19"/>
                    <a:pt x="9" y="21"/>
                  </a:cubicBezTo>
                  <a:cubicBezTo>
                    <a:pt x="12" y="22"/>
                    <a:pt x="15" y="26"/>
                    <a:pt x="19" y="26"/>
                  </a:cubicBezTo>
                  <a:cubicBezTo>
                    <a:pt x="22" y="26"/>
                    <a:pt x="21" y="25"/>
                    <a:pt x="20" y="23"/>
                  </a:cubicBezTo>
                  <a:cubicBezTo>
                    <a:pt x="18" y="20"/>
                    <a:pt x="16" y="18"/>
                    <a:pt x="16" y="14"/>
                  </a:cubicBezTo>
                  <a:cubicBezTo>
                    <a:pt x="16" y="11"/>
                    <a:pt x="18" y="9"/>
                    <a:pt x="16" y="6"/>
                  </a:cubicBezTo>
                  <a:cubicBezTo>
                    <a:pt x="15" y="5"/>
                    <a:pt x="11" y="0"/>
                    <a:pt x="10" y="3"/>
                  </a:cubicBezTo>
                  <a:cubicBezTo>
                    <a:pt x="9" y="4"/>
                    <a:pt x="10" y="2"/>
                    <a:pt x="10"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68" name="Freeform 715">
              <a:extLst>
                <a:ext uri="{FF2B5EF4-FFF2-40B4-BE49-F238E27FC236}">
                  <a16:creationId xmlns:a16="http://schemas.microsoft.com/office/drawing/2014/main" id="{C232F1C8-BD7D-E416-FAF7-CDFBE448C61C}"/>
                </a:ext>
              </a:extLst>
            </p:cNvPr>
            <p:cNvSpPr>
              <a:spLocks/>
            </p:cNvSpPr>
            <p:nvPr/>
          </p:nvSpPr>
          <p:spPr bwMode="auto">
            <a:xfrm>
              <a:off x="15104655" y="6264832"/>
              <a:ext cx="2799367" cy="1825318"/>
            </a:xfrm>
            <a:custGeom>
              <a:avLst/>
              <a:gdLst>
                <a:gd name="T0" fmla="*/ 279 w 300"/>
                <a:gd name="T1" fmla="*/ 37 h 195"/>
                <a:gd name="T2" fmla="*/ 244 w 300"/>
                <a:gd name="T3" fmla="*/ 1 h 195"/>
                <a:gd name="T4" fmla="*/ 223 w 300"/>
                <a:gd name="T5" fmla="*/ 18 h 195"/>
                <a:gd name="T6" fmla="*/ 214 w 300"/>
                <a:gd name="T7" fmla="*/ 27 h 195"/>
                <a:gd name="T8" fmla="*/ 205 w 300"/>
                <a:gd name="T9" fmla="*/ 39 h 195"/>
                <a:gd name="T10" fmla="*/ 224 w 300"/>
                <a:gd name="T11" fmla="*/ 46 h 195"/>
                <a:gd name="T12" fmla="*/ 197 w 300"/>
                <a:gd name="T13" fmla="*/ 55 h 195"/>
                <a:gd name="T14" fmla="*/ 180 w 300"/>
                <a:gd name="T15" fmla="*/ 66 h 195"/>
                <a:gd name="T16" fmla="*/ 146 w 300"/>
                <a:gd name="T17" fmla="*/ 75 h 195"/>
                <a:gd name="T18" fmla="*/ 121 w 300"/>
                <a:gd name="T19" fmla="*/ 70 h 195"/>
                <a:gd name="T20" fmla="*/ 94 w 300"/>
                <a:gd name="T21" fmla="*/ 56 h 195"/>
                <a:gd name="T22" fmla="*/ 66 w 300"/>
                <a:gd name="T23" fmla="*/ 30 h 195"/>
                <a:gd name="T24" fmla="*/ 56 w 300"/>
                <a:gd name="T25" fmla="*/ 44 h 195"/>
                <a:gd name="T26" fmla="*/ 44 w 300"/>
                <a:gd name="T27" fmla="*/ 51 h 195"/>
                <a:gd name="T28" fmla="*/ 34 w 300"/>
                <a:gd name="T29" fmla="*/ 63 h 195"/>
                <a:gd name="T30" fmla="*/ 28 w 300"/>
                <a:gd name="T31" fmla="*/ 76 h 195"/>
                <a:gd name="T32" fmla="*/ 11 w 300"/>
                <a:gd name="T33" fmla="*/ 84 h 195"/>
                <a:gd name="T34" fmla="*/ 1 w 300"/>
                <a:gd name="T35" fmla="*/ 91 h 195"/>
                <a:gd name="T36" fmla="*/ 7 w 300"/>
                <a:gd name="T37" fmla="*/ 103 h 195"/>
                <a:gd name="T38" fmla="*/ 23 w 300"/>
                <a:gd name="T39" fmla="*/ 111 h 195"/>
                <a:gd name="T40" fmla="*/ 27 w 300"/>
                <a:gd name="T41" fmla="*/ 121 h 195"/>
                <a:gd name="T42" fmla="*/ 27 w 300"/>
                <a:gd name="T43" fmla="*/ 135 h 195"/>
                <a:gd name="T44" fmla="*/ 40 w 300"/>
                <a:gd name="T45" fmla="*/ 140 h 195"/>
                <a:gd name="T46" fmla="*/ 62 w 300"/>
                <a:gd name="T47" fmla="*/ 154 h 195"/>
                <a:gd name="T48" fmla="*/ 74 w 300"/>
                <a:gd name="T49" fmla="*/ 156 h 195"/>
                <a:gd name="T50" fmla="*/ 92 w 300"/>
                <a:gd name="T51" fmla="*/ 151 h 195"/>
                <a:gd name="T52" fmla="*/ 106 w 300"/>
                <a:gd name="T53" fmla="*/ 146 h 195"/>
                <a:gd name="T54" fmla="*/ 116 w 300"/>
                <a:gd name="T55" fmla="*/ 155 h 195"/>
                <a:gd name="T56" fmla="*/ 117 w 300"/>
                <a:gd name="T57" fmla="*/ 166 h 195"/>
                <a:gd name="T58" fmla="*/ 119 w 300"/>
                <a:gd name="T59" fmla="*/ 178 h 195"/>
                <a:gd name="T60" fmla="*/ 125 w 300"/>
                <a:gd name="T61" fmla="*/ 187 h 195"/>
                <a:gd name="T62" fmla="*/ 134 w 300"/>
                <a:gd name="T63" fmla="*/ 186 h 195"/>
                <a:gd name="T64" fmla="*/ 143 w 300"/>
                <a:gd name="T65" fmla="*/ 182 h 195"/>
                <a:gd name="T66" fmla="*/ 155 w 300"/>
                <a:gd name="T67" fmla="*/ 180 h 195"/>
                <a:gd name="T68" fmla="*/ 168 w 300"/>
                <a:gd name="T69" fmla="*/ 186 h 195"/>
                <a:gd name="T70" fmla="*/ 175 w 300"/>
                <a:gd name="T71" fmla="*/ 195 h 195"/>
                <a:gd name="T72" fmla="*/ 189 w 300"/>
                <a:gd name="T73" fmla="*/ 186 h 195"/>
                <a:gd name="T74" fmla="*/ 202 w 300"/>
                <a:gd name="T75" fmla="*/ 182 h 195"/>
                <a:gd name="T76" fmla="*/ 215 w 300"/>
                <a:gd name="T77" fmla="*/ 173 h 195"/>
                <a:gd name="T78" fmla="*/ 221 w 300"/>
                <a:gd name="T79" fmla="*/ 164 h 195"/>
                <a:gd name="T80" fmla="*/ 228 w 300"/>
                <a:gd name="T81" fmla="*/ 156 h 195"/>
                <a:gd name="T82" fmla="*/ 232 w 300"/>
                <a:gd name="T83" fmla="*/ 149 h 195"/>
                <a:gd name="T84" fmla="*/ 236 w 300"/>
                <a:gd name="T85" fmla="*/ 143 h 195"/>
                <a:gd name="T86" fmla="*/ 231 w 300"/>
                <a:gd name="T87" fmla="*/ 139 h 195"/>
                <a:gd name="T88" fmla="*/ 229 w 300"/>
                <a:gd name="T89" fmla="*/ 132 h 195"/>
                <a:gd name="T90" fmla="*/ 221 w 300"/>
                <a:gd name="T91" fmla="*/ 115 h 195"/>
                <a:gd name="T92" fmla="*/ 229 w 300"/>
                <a:gd name="T93" fmla="*/ 106 h 195"/>
                <a:gd name="T94" fmla="*/ 238 w 300"/>
                <a:gd name="T95" fmla="*/ 102 h 195"/>
                <a:gd name="T96" fmla="*/ 220 w 300"/>
                <a:gd name="T97" fmla="*/ 102 h 195"/>
                <a:gd name="T98" fmla="*/ 221 w 300"/>
                <a:gd name="T99" fmla="*/ 90 h 195"/>
                <a:gd name="T100" fmla="*/ 234 w 300"/>
                <a:gd name="T101" fmla="*/ 87 h 195"/>
                <a:gd name="T102" fmla="*/ 238 w 300"/>
                <a:gd name="T103" fmla="*/ 89 h 195"/>
                <a:gd name="T104" fmla="*/ 259 w 300"/>
                <a:gd name="T105" fmla="*/ 77 h 195"/>
                <a:gd name="T106" fmla="*/ 271 w 300"/>
                <a:gd name="T107" fmla="*/ 72 h 195"/>
                <a:gd name="T108" fmla="*/ 281 w 300"/>
                <a:gd name="T109" fmla="*/ 60 h 195"/>
                <a:gd name="T110" fmla="*/ 295 w 300"/>
                <a:gd name="T111" fmla="*/ 4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0" h="195">
                  <a:moveTo>
                    <a:pt x="298" y="37"/>
                  </a:moveTo>
                  <a:cubicBezTo>
                    <a:pt x="298" y="35"/>
                    <a:pt x="294" y="36"/>
                    <a:pt x="293" y="37"/>
                  </a:cubicBezTo>
                  <a:cubicBezTo>
                    <a:pt x="291" y="37"/>
                    <a:pt x="290" y="38"/>
                    <a:pt x="288" y="39"/>
                  </a:cubicBezTo>
                  <a:cubicBezTo>
                    <a:pt x="286" y="40"/>
                    <a:pt x="279" y="40"/>
                    <a:pt x="279" y="37"/>
                  </a:cubicBezTo>
                  <a:cubicBezTo>
                    <a:pt x="277" y="33"/>
                    <a:pt x="276" y="31"/>
                    <a:pt x="272" y="29"/>
                  </a:cubicBezTo>
                  <a:cubicBezTo>
                    <a:pt x="269" y="28"/>
                    <a:pt x="263" y="28"/>
                    <a:pt x="262" y="24"/>
                  </a:cubicBezTo>
                  <a:cubicBezTo>
                    <a:pt x="261" y="18"/>
                    <a:pt x="259" y="11"/>
                    <a:pt x="255" y="6"/>
                  </a:cubicBezTo>
                  <a:cubicBezTo>
                    <a:pt x="252" y="3"/>
                    <a:pt x="248" y="3"/>
                    <a:pt x="244" y="1"/>
                  </a:cubicBezTo>
                  <a:cubicBezTo>
                    <a:pt x="240" y="0"/>
                    <a:pt x="233" y="1"/>
                    <a:pt x="229" y="3"/>
                  </a:cubicBezTo>
                  <a:cubicBezTo>
                    <a:pt x="228" y="4"/>
                    <a:pt x="226" y="5"/>
                    <a:pt x="225" y="6"/>
                  </a:cubicBezTo>
                  <a:cubicBezTo>
                    <a:pt x="225" y="7"/>
                    <a:pt x="228" y="7"/>
                    <a:pt x="228" y="8"/>
                  </a:cubicBezTo>
                  <a:cubicBezTo>
                    <a:pt x="229" y="12"/>
                    <a:pt x="224" y="15"/>
                    <a:pt x="223" y="18"/>
                  </a:cubicBezTo>
                  <a:cubicBezTo>
                    <a:pt x="222" y="19"/>
                    <a:pt x="222" y="20"/>
                    <a:pt x="222" y="21"/>
                  </a:cubicBezTo>
                  <a:cubicBezTo>
                    <a:pt x="222" y="22"/>
                    <a:pt x="222" y="22"/>
                    <a:pt x="222" y="23"/>
                  </a:cubicBezTo>
                  <a:cubicBezTo>
                    <a:pt x="222" y="25"/>
                    <a:pt x="219" y="25"/>
                    <a:pt x="217" y="26"/>
                  </a:cubicBezTo>
                  <a:cubicBezTo>
                    <a:pt x="216" y="26"/>
                    <a:pt x="215" y="27"/>
                    <a:pt x="214" y="27"/>
                  </a:cubicBezTo>
                  <a:cubicBezTo>
                    <a:pt x="213" y="27"/>
                    <a:pt x="208" y="25"/>
                    <a:pt x="208" y="25"/>
                  </a:cubicBezTo>
                  <a:cubicBezTo>
                    <a:pt x="207" y="27"/>
                    <a:pt x="206" y="30"/>
                    <a:pt x="205" y="32"/>
                  </a:cubicBezTo>
                  <a:cubicBezTo>
                    <a:pt x="205" y="33"/>
                    <a:pt x="204" y="34"/>
                    <a:pt x="204" y="35"/>
                  </a:cubicBezTo>
                  <a:cubicBezTo>
                    <a:pt x="204" y="35"/>
                    <a:pt x="202" y="41"/>
                    <a:pt x="205" y="39"/>
                  </a:cubicBezTo>
                  <a:cubicBezTo>
                    <a:pt x="206" y="38"/>
                    <a:pt x="206" y="38"/>
                    <a:pt x="208" y="38"/>
                  </a:cubicBezTo>
                  <a:cubicBezTo>
                    <a:pt x="209" y="38"/>
                    <a:pt x="211" y="40"/>
                    <a:pt x="212" y="39"/>
                  </a:cubicBezTo>
                  <a:cubicBezTo>
                    <a:pt x="216" y="36"/>
                    <a:pt x="219" y="38"/>
                    <a:pt x="222" y="42"/>
                  </a:cubicBezTo>
                  <a:cubicBezTo>
                    <a:pt x="223" y="43"/>
                    <a:pt x="225" y="45"/>
                    <a:pt x="224" y="46"/>
                  </a:cubicBezTo>
                  <a:cubicBezTo>
                    <a:pt x="224" y="46"/>
                    <a:pt x="220" y="45"/>
                    <a:pt x="219" y="45"/>
                  </a:cubicBezTo>
                  <a:cubicBezTo>
                    <a:pt x="216" y="46"/>
                    <a:pt x="212" y="46"/>
                    <a:pt x="209" y="47"/>
                  </a:cubicBezTo>
                  <a:cubicBezTo>
                    <a:pt x="206" y="48"/>
                    <a:pt x="206" y="54"/>
                    <a:pt x="202" y="54"/>
                  </a:cubicBezTo>
                  <a:cubicBezTo>
                    <a:pt x="200" y="54"/>
                    <a:pt x="198" y="53"/>
                    <a:pt x="197" y="55"/>
                  </a:cubicBezTo>
                  <a:cubicBezTo>
                    <a:pt x="196" y="56"/>
                    <a:pt x="194" y="58"/>
                    <a:pt x="192" y="58"/>
                  </a:cubicBezTo>
                  <a:cubicBezTo>
                    <a:pt x="189" y="57"/>
                    <a:pt x="183" y="53"/>
                    <a:pt x="182" y="59"/>
                  </a:cubicBezTo>
                  <a:cubicBezTo>
                    <a:pt x="182" y="61"/>
                    <a:pt x="184" y="62"/>
                    <a:pt x="184" y="63"/>
                  </a:cubicBezTo>
                  <a:cubicBezTo>
                    <a:pt x="184" y="65"/>
                    <a:pt x="181" y="65"/>
                    <a:pt x="180" y="66"/>
                  </a:cubicBezTo>
                  <a:cubicBezTo>
                    <a:pt x="177" y="69"/>
                    <a:pt x="176" y="72"/>
                    <a:pt x="172" y="72"/>
                  </a:cubicBezTo>
                  <a:cubicBezTo>
                    <a:pt x="167" y="72"/>
                    <a:pt x="162" y="72"/>
                    <a:pt x="157" y="73"/>
                  </a:cubicBezTo>
                  <a:cubicBezTo>
                    <a:pt x="155" y="74"/>
                    <a:pt x="151" y="78"/>
                    <a:pt x="150" y="77"/>
                  </a:cubicBezTo>
                  <a:cubicBezTo>
                    <a:pt x="148" y="77"/>
                    <a:pt x="147" y="75"/>
                    <a:pt x="146" y="75"/>
                  </a:cubicBezTo>
                  <a:cubicBezTo>
                    <a:pt x="144" y="75"/>
                    <a:pt x="143" y="75"/>
                    <a:pt x="141" y="75"/>
                  </a:cubicBezTo>
                  <a:cubicBezTo>
                    <a:pt x="139" y="74"/>
                    <a:pt x="137" y="74"/>
                    <a:pt x="135" y="72"/>
                  </a:cubicBezTo>
                  <a:cubicBezTo>
                    <a:pt x="133" y="71"/>
                    <a:pt x="132" y="71"/>
                    <a:pt x="131" y="70"/>
                  </a:cubicBezTo>
                  <a:cubicBezTo>
                    <a:pt x="127" y="70"/>
                    <a:pt x="125" y="70"/>
                    <a:pt x="121" y="70"/>
                  </a:cubicBezTo>
                  <a:cubicBezTo>
                    <a:pt x="118" y="70"/>
                    <a:pt x="113" y="71"/>
                    <a:pt x="109" y="70"/>
                  </a:cubicBezTo>
                  <a:cubicBezTo>
                    <a:pt x="108" y="70"/>
                    <a:pt x="107" y="68"/>
                    <a:pt x="107" y="67"/>
                  </a:cubicBezTo>
                  <a:cubicBezTo>
                    <a:pt x="105" y="65"/>
                    <a:pt x="104" y="63"/>
                    <a:pt x="102" y="61"/>
                  </a:cubicBezTo>
                  <a:cubicBezTo>
                    <a:pt x="99" y="59"/>
                    <a:pt x="97" y="56"/>
                    <a:pt x="94" y="56"/>
                  </a:cubicBezTo>
                  <a:cubicBezTo>
                    <a:pt x="92" y="56"/>
                    <a:pt x="81" y="56"/>
                    <a:pt x="83" y="52"/>
                  </a:cubicBezTo>
                  <a:cubicBezTo>
                    <a:pt x="85" y="48"/>
                    <a:pt x="84" y="41"/>
                    <a:pt x="79" y="38"/>
                  </a:cubicBezTo>
                  <a:cubicBezTo>
                    <a:pt x="75" y="35"/>
                    <a:pt x="70" y="35"/>
                    <a:pt x="69" y="29"/>
                  </a:cubicBezTo>
                  <a:cubicBezTo>
                    <a:pt x="68" y="30"/>
                    <a:pt x="67" y="29"/>
                    <a:pt x="66" y="30"/>
                  </a:cubicBezTo>
                  <a:cubicBezTo>
                    <a:pt x="65" y="31"/>
                    <a:pt x="65" y="31"/>
                    <a:pt x="65" y="32"/>
                  </a:cubicBezTo>
                  <a:cubicBezTo>
                    <a:pt x="63" y="35"/>
                    <a:pt x="60" y="34"/>
                    <a:pt x="59" y="37"/>
                  </a:cubicBezTo>
                  <a:cubicBezTo>
                    <a:pt x="59" y="39"/>
                    <a:pt x="61" y="41"/>
                    <a:pt x="60" y="42"/>
                  </a:cubicBezTo>
                  <a:cubicBezTo>
                    <a:pt x="59" y="43"/>
                    <a:pt x="57" y="44"/>
                    <a:pt x="56" y="44"/>
                  </a:cubicBezTo>
                  <a:cubicBezTo>
                    <a:pt x="55" y="45"/>
                    <a:pt x="54" y="43"/>
                    <a:pt x="53" y="44"/>
                  </a:cubicBezTo>
                  <a:cubicBezTo>
                    <a:pt x="51" y="44"/>
                    <a:pt x="50" y="43"/>
                    <a:pt x="48" y="42"/>
                  </a:cubicBezTo>
                  <a:cubicBezTo>
                    <a:pt x="47" y="41"/>
                    <a:pt x="46" y="46"/>
                    <a:pt x="45" y="47"/>
                  </a:cubicBezTo>
                  <a:cubicBezTo>
                    <a:pt x="45" y="48"/>
                    <a:pt x="44" y="50"/>
                    <a:pt x="44" y="51"/>
                  </a:cubicBezTo>
                  <a:cubicBezTo>
                    <a:pt x="44" y="53"/>
                    <a:pt x="45" y="53"/>
                    <a:pt x="45" y="54"/>
                  </a:cubicBezTo>
                  <a:cubicBezTo>
                    <a:pt x="45" y="56"/>
                    <a:pt x="39" y="54"/>
                    <a:pt x="39" y="54"/>
                  </a:cubicBezTo>
                  <a:cubicBezTo>
                    <a:pt x="37" y="55"/>
                    <a:pt x="33" y="55"/>
                    <a:pt x="32" y="56"/>
                  </a:cubicBezTo>
                  <a:cubicBezTo>
                    <a:pt x="33" y="55"/>
                    <a:pt x="34" y="62"/>
                    <a:pt x="34" y="63"/>
                  </a:cubicBezTo>
                  <a:cubicBezTo>
                    <a:pt x="35" y="64"/>
                    <a:pt x="36" y="65"/>
                    <a:pt x="37" y="66"/>
                  </a:cubicBezTo>
                  <a:cubicBezTo>
                    <a:pt x="37" y="67"/>
                    <a:pt x="34" y="69"/>
                    <a:pt x="33" y="70"/>
                  </a:cubicBezTo>
                  <a:cubicBezTo>
                    <a:pt x="32" y="71"/>
                    <a:pt x="33" y="74"/>
                    <a:pt x="32" y="74"/>
                  </a:cubicBezTo>
                  <a:cubicBezTo>
                    <a:pt x="31" y="75"/>
                    <a:pt x="29" y="75"/>
                    <a:pt x="28" y="76"/>
                  </a:cubicBezTo>
                  <a:cubicBezTo>
                    <a:pt x="26" y="77"/>
                    <a:pt x="25" y="78"/>
                    <a:pt x="24" y="79"/>
                  </a:cubicBezTo>
                  <a:cubicBezTo>
                    <a:pt x="22" y="79"/>
                    <a:pt x="21" y="79"/>
                    <a:pt x="19" y="80"/>
                  </a:cubicBezTo>
                  <a:cubicBezTo>
                    <a:pt x="17" y="80"/>
                    <a:pt x="16" y="81"/>
                    <a:pt x="15" y="83"/>
                  </a:cubicBezTo>
                  <a:cubicBezTo>
                    <a:pt x="15" y="83"/>
                    <a:pt x="11" y="84"/>
                    <a:pt x="11" y="84"/>
                  </a:cubicBezTo>
                  <a:cubicBezTo>
                    <a:pt x="11" y="84"/>
                    <a:pt x="11" y="83"/>
                    <a:pt x="11" y="83"/>
                  </a:cubicBezTo>
                  <a:cubicBezTo>
                    <a:pt x="10" y="83"/>
                    <a:pt x="9" y="83"/>
                    <a:pt x="7" y="83"/>
                  </a:cubicBezTo>
                  <a:cubicBezTo>
                    <a:pt x="6" y="83"/>
                    <a:pt x="3" y="85"/>
                    <a:pt x="3" y="86"/>
                  </a:cubicBezTo>
                  <a:cubicBezTo>
                    <a:pt x="2" y="88"/>
                    <a:pt x="1" y="90"/>
                    <a:pt x="1" y="91"/>
                  </a:cubicBezTo>
                  <a:cubicBezTo>
                    <a:pt x="0" y="93"/>
                    <a:pt x="3" y="95"/>
                    <a:pt x="4" y="95"/>
                  </a:cubicBezTo>
                  <a:cubicBezTo>
                    <a:pt x="7" y="95"/>
                    <a:pt x="6" y="95"/>
                    <a:pt x="7" y="98"/>
                  </a:cubicBezTo>
                  <a:cubicBezTo>
                    <a:pt x="7" y="99"/>
                    <a:pt x="8" y="99"/>
                    <a:pt x="8" y="101"/>
                  </a:cubicBezTo>
                  <a:cubicBezTo>
                    <a:pt x="8" y="101"/>
                    <a:pt x="7" y="103"/>
                    <a:pt x="7" y="103"/>
                  </a:cubicBezTo>
                  <a:cubicBezTo>
                    <a:pt x="9" y="104"/>
                    <a:pt x="10" y="104"/>
                    <a:pt x="11" y="105"/>
                  </a:cubicBezTo>
                  <a:cubicBezTo>
                    <a:pt x="13" y="107"/>
                    <a:pt x="12" y="109"/>
                    <a:pt x="14" y="110"/>
                  </a:cubicBezTo>
                  <a:cubicBezTo>
                    <a:pt x="16" y="111"/>
                    <a:pt x="18" y="112"/>
                    <a:pt x="20" y="113"/>
                  </a:cubicBezTo>
                  <a:cubicBezTo>
                    <a:pt x="21" y="113"/>
                    <a:pt x="22" y="112"/>
                    <a:pt x="23" y="111"/>
                  </a:cubicBezTo>
                  <a:cubicBezTo>
                    <a:pt x="26" y="109"/>
                    <a:pt x="31" y="110"/>
                    <a:pt x="33" y="113"/>
                  </a:cubicBezTo>
                  <a:cubicBezTo>
                    <a:pt x="34" y="115"/>
                    <a:pt x="32" y="116"/>
                    <a:pt x="31" y="117"/>
                  </a:cubicBezTo>
                  <a:cubicBezTo>
                    <a:pt x="30" y="118"/>
                    <a:pt x="30" y="118"/>
                    <a:pt x="30" y="119"/>
                  </a:cubicBezTo>
                  <a:cubicBezTo>
                    <a:pt x="29" y="121"/>
                    <a:pt x="28" y="121"/>
                    <a:pt x="27" y="121"/>
                  </a:cubicBezTo>
                  <a:cubicBezTo>
                    <a:pt x="24" y="123"/>
                    <a:pt x="32" y="126"/>
                    <a:pt x="29" y="128"/>
                  </a:cubicBezTo>
                  <a:cubicBezTo>
                    <a:pt x="28" y="130"/>
                    <a:pt x="27" y="129"/>
                    <a:pt x="25" y="129"/>
                  </a:cubicBezTo>
                  <a:cubicBezTo>
                    <a:pt x="21" y="128"/>
                    <a:pt x="26" y="132"/>
                    <a:pt x="26" y="132"/>
                  </a:cubicBezTo>
                  <a:cubicBezTo>
                    <a:pt x="26" y="134"/>
                    <a:pt x="25" y="135"/>
                    <a:pt x="27" y="135"/>
                  </a:cubicBezTo>
                  <a:cubicBezTo>
                    <a:pt x="29" y="136"/>
                    <a:pt x="29" y="137"/>
                    <a:pt x="31" y="138"/>
                  </a:cubicBezTo>
                  <a:cubicBezTo>
                    <a:pt x="33" y="138"/>
                    <a:pt x="34" y="140"/>
                    <a:pt x="36" y="141"/>
                  </a:cubicBezTo>
                  <a:cubicBezTo>
                    <a:pt x="36" y="141"/>
                    <a:pt x="37" y="142"/>
                    <a:pt x="38" y="142"/>
                  </a:cubicBezTo>
                  <a:cubicBezTo>
                    <a:pt x="39" y="142"/>
                    <a:pt x="38" y="140"/>
                    <a:pt x="40" y="140"/>
                  </a:cubicBezTo>
                  <a:cubicBezTo>
                    <a:pt x="44" y="140"/>
                    <a:pt x="46" y="147"/>
                    <a:pt x="50" y="147"/>
                  </a:cubicBezTo>
                  <a:cubicBezTo>
                    <a:pt x="52" y="147"/>
                    <a:pt x="52" y="150"/>
                    <a:pt x="54" y="150"/>
                  </a:cubicBezTo>
                  <a:cubicBezTo>
                    <a:pt x="56" y="151"/>
                    <a:pt x="57" y="153"/>
                    <a:pt x="58" y="153"/>
                  </a:cubicBezTo>
                  <a:cubicBezTo>
                    <a:pt x="60" y="151"/>
                    <a:pt x="60" y="154"/>
                    <a:pt x="62" y="154"/>
                  </a:cubicBezTo>
                  <a:cubicBezTo>
                    <a:pt x="63" y="154"/>
                    <a:pt x="63" y="153"/>
                    <a:pt x="64" y="153"/>
                  </a:cubicBezTo>
                  <a:cubicBezTo>
                    <a:pt x="65" y="153"/>
                    <a:pt x="65" y="154"/>
                    <a:pt x="66" y="155"/>
                  </a:cubicBezTo>
                  <a:cubicBezTo>
                    <a:pt x="68" y="155"/>
                    <a:pt x="70" y="155"/>
                    <a:pt x="72" y="154"/>
                  </a:cubicBezTo>
                  <a:cubicBezTo>
                    <a:pt x="75" y="153"/>
                    <a:pt x="73" y="155"/>
                    <a:pt x="74" y="156"/>
                  </a:cubicBezTo>
                  <a:cubicBezTo>
                    <a:pt x="74" y="156"/>
                    <a:pt x="76" y="153"/>
                    <a:pt x="77" y="153"/>
                  </a:cubicBezTo>
                  <a:cubicBezTo>
                    <a:pt x="78" y="152"/>
                    <a:pt x="80" y="152"/>
                    <a:pt x="81" y="153"/>
                  </a:cubicBezTo>
                  <a:cubicBezTo>
                    <a:pt x="83" y="155"/>
                    <a:pt x="85" y="153"/>
                    <a:pt x="87" y="154"/>
                  </a:cubicBezTo>
                  <a:cubicBezTo>
                    <a:pt x="89" y="155"/>
                    <a:pt x="91" y="153"/>
                    <a:pt x="92" y="151"/>
                  </a:cubicBezTo>
                  <a:cubicBezTo>
                    <a:pt x="93" y="151"/>
                    <a:pt x="93" y="150"/>
                    <a:pt x="94" y="150"/>
                  </a:cubicBezTo>
                  <a:cubicBezTo>
                    <a:pt x="95" y="149"/>
                    <a:pt x="96" y="150"/>
                    <a:pt x="97" y="149"/>
                  </a:cubicBezTo>
                  <a:cubicBezTo>
                    <a:pt x="98" y="148"/>
                    <a:pt x="99" y="146"/>
                    <a:pt x="101" y="147"/>
                  </a:cubicBezTo>
                  <a:cubicBezTo>
                    <a:pt x="103" y="148"/>
                    <a:pt x="103" y="148"/>
                    <a:pt x="106" y="146"/>
                  </a:cubicBezTo>
                  <a:cubicBezTo>
                    <a:pt x="107" y="145"/>
                    <a:pt x="109" y="148"/>
                    <a:pt x="109" y="149"/>
                  </a:cubicBezTo>
                  <a:cubicBezTo>
                    <a:pt x="108" y="151"/>
                    <a:pt x="106" y="152"/>
                    <a:pt x="108" y="152"/>
                  </a:cubicBezTo>
                  <a:cubicBezTo>
                    <a:pt x="111" y="152"/>
                    <a:pt x="111" y="152"/>
                    <a:pt x="114" y="151"/>
                  </a:cubicBezTo>
                  <a:cubicBezTo>
                    <a:pt x="115" y="151"/>
                    <a:pt x="116" y="154"/>
                    <a:pt x="116" y="155"/>
                  </a:cubicBezTo>
                  <a:cubicBezTo>
                    <a:pt x="116" y="155"/>
                    <a:pt x="116" y="157"/>
                    <a:pt x="117" y="156"/>
                  </a:cubicBezTo>
                  <a:cubicBezTo>
                    <a:pt x="117" y="156"/>
                    <a:pt x="119" y="156"/>
                    <a:pt x="119" y="157"/>
                  </a:cubicBezTo>
                  <a:cubicBezTo>
                    <a:pt x="119" y="158"/>
                    <a:pt x="117" y="159"/>
                    <a:pt x="118" y="160"/>
                  </a:cubicBezTo>
                  <a:cubicBezTo>
                    <a:pt x="119" y="162"/>
                    <a:pt x="118" y="165"/>
                    <a:pt x="117" y="166"/>
                  </a:cubicBezTo>
                  <a:cubicBezTo>
                    <a:pt x="116" y="168"/>
                    <a:pt x="114" y="169"/>
                    <a:pt x="113" y="170"/>
                  </a:cubicBezTo>
                  <a:cubicBezTo>
                    <a:pt x="113" y="171"/>
                    <a:pt x="113" y="176"/>
                    <a:pt x="112" y="175"/>
                  </a:cubicBezTo>
                  <a:cubicBezTo>
                    <a:pt x="113" y="176"/>
                    <a:pt x="119" y="173"/>
                    <a:pt x="120" y="175"/>
                  </a:cubicBezTo>
                  <a:cubicBezTo>
                    <a:pt x="120" y="175"/>
                    <a:pt x="118" y="176"/>
                    <a:pt x="119" y="178"/>
                  </a:cubicBezTo>
                  <a:cubicBezTo>
                    <a:pt x="120" y="180"/>
                    <a:pt x="123" y="180"/>
                    <a:pt x="122" y="181"/>
                  </a:cubicBezTo>
                  <a:cubicBezTo>
                    <a:pt x="122" y="182"/>
                    <a:pt x="121" y="184"/>
                    <a:pt x="121" y="185"/>
                  </a:cubicBezTo>
                  <a:cubicBezTo>
                    <a:pt x="122" y="186"/>
                    <a:pt x="125" y="185"/>
                    <a:pt x="125" y="186"/>
                  </a:cubicBezTo>
                  <a:cubicBezTo>
                    <a:pt x="125" y="186"/>
                    <a:pt x="125" y="187"/>
                    <a:pt x="125" y="187"/>
                  </a:cubicBezTo>
                  <a:cubicBezTo>
                    <a:pt x="125" y="189"/>
                    <a:pt x="126" y="188"/>
                    <a:pt x="127" y="188"/>
                  </a:cubicBezTo>
                  <a:cubicBezTo>
                    <a:pt x="128" y="188"/>
                    <a:pt x="129" y="187"/>
                    <a:pt x="130" y="188"/>
                  </a:cubicBezTo>
                  <a:cubicBezTo>
                    <a:pt x="131" y="188"/>
                    <a:pt x="132" y="189"/>
                    <a:pt x="133" y="190"/>
                  </a:cubicBezTo>
                  <a:cubicBezTo>
                    <a:pt x="135" y="191"/>
                    <a:pt x="134" y="187"/>
                    <a:pt x="134" y="186"/>
                  </a:cubicBezTo>
                  <a:cubicBezTo>
                    <a:pt x="132" y="182"/>
                    <a:pt x="134" y="184"/>
                    <a:pt x="136" y="182"/>
                  </a:cubicBezTo>
                  <a:cubicBezTo>
                    <a:pt x="138" y="181"/>
                    <a:pt x="137" y="182"/>
                    <a:pt x="139" y="183"/>
                  </a:cubicBezTo>
                  <a:cubicBezTo>
                    <a:pt x="139" y="183"/>
                    <a:pt x="141" y="182"/>
                    <a:pt x="141" y="182"/>
                  </a:cubicBezTo>
                  <a:cubicBezTo>
                    <a:pt x="141" y="183"/>
                    <a:pt x="143" y="181"/>
                    <a:pt x="143" y="182"/>
                  </a:cubicBezTo>
                  <a:cubicBezTo>
                    <a:pt x="144" y="183"/>
                    <a:pt x="144" y="184"/>
                    <a:pt x="146" y="182"/>
                  </a:cubicBezTo>
                  <a:cubicBezTo>
                    <a:pt x="147" y="181"/>
                    <a:pt x="147" y="182"/>
                    <a:pt x="148" y="181"/>
                  </a:cubicBezTo>
                  <a:cubicBezTo>
                    <a:pt x="149" y="180"/>
                    <a:pt x="149" y="178"/>
                    <a:pt x="151" y="178"/>
                  </a:cubicBezTo>
                  <a:cubicBezTo>
                    <a:pt x="152" y="178"/>
                    <a:pt x="153" y="180"/>
                    <a:pt x="155" y="180"/>
                  </a:cubicBezTo>
                  <a:cubicBezTo>
                    <a:pt x="155" y="180"/>
                    <a:pt x="159" y="181"/>
                    <a:pt x="159" y="181"/>
                  </a:cubicBezTo>
                  <a:cubicBezTo>
                    <a:pt x="159" y="182"/>
                    <a:pt x="157" y="183"/>
                    <a:pt x="157" y="184"/>
                  </a:cubicBezTo>
                  <a:cubicBezTo>
                    <a:pt x="158" y="185"/>
                    <a:pt x="160" y="186"/>
                    <a:pt x="161" y="187"/>
                  </a:cubicBezTo>
                  <a:cubicBezTo>
                    <a:pt x="163" y="188"/>
                    <a:pt x="167" y="189"/>
                    <a:pt x="168" y="186"/>
                  </a:cubicBezTo>
                  <a:cubicBezTo>
                    <a:pt x="168" y="186"/>
                    <a:pt x="170" y="188"/>
                    <a:pt x="170" y="188"/>
                  </a:cubicBezTo>
                  <a:cubicBezTo>
                    <a:pt x="171" y="189"/>
                    <a:pt x="172" y="187"/>
                    <a:pt x="174" y="188"/>
                  </a:cubicBezTo>
                  <a:cubicBezTo>
                    <a:pt x="175" y="189"/>
                    <a:pt x="173" y="190"/>
                    <a:pt x="173" y="191"/>
                  </a:cubicBezTo>
                  <a:cubicBezTo>
                    <a:pt x="173" y="192"/>
                    <a:pt x="175" y="194"/>
                    <a:pt x="175" y="195"/>
                  </a:cubicBezTo>
                  <a:cubicBezTo>
                    <a:pt x="176" y="195"/>
                    <a:pt x="177" y="194"/>
                    <a:pt x="178" y="194"/>
                  </a:cubicBezTo>
                  <a:cubicBezTo>
                    <a:pt x="178" y="193"/>
                    <a:pt x="175" y="192"/>
                    <a:pt x="176" y="191"/>
                  </a:cubicBezTo>
                  <a:cubicBezTo>
                    <a:pt x="178" y="188"/>
                    <a:pt x="180" y="188"/>
                    <a:pt x="183" y="187"/>
                  </a:cubicBezTo>
                  <a:cubicBezTo>
                    <a:pt x="185" y="186"/>
                    <a:pt x="187" y="186"/>
                    <a:pt x="189" y="186"/>
                  </a:cubicBezTo>
                  <a:cubicBezTo>
                    <a:pt x="190" y="186"/>
                    <a:pt x="190" y="184"/>
                    <a:pt x="191" y="184"/>
                  </a:cubicBezTo>
                  <a:cubicBezTo>
                    <a:pt x="193" y="184"/>
                    <a:pt x="192" y="183"/>
                    <a:pt x="192" y="182"/>
                  </a:cubicBezTo>
                  <a:cubicBezTo>
                    <a:pt x="192" y="183"/>
                    <a:pt x="196" y="182"/>
                    <a:pt x="196" y="182"/>
                  </a:cubicBezTo>
                  <a:cubicBezTo>
                    <a:pt x="198" y="181"/>
                    <a:pt x="200" y="182"/>
                    <a:pt x="202" y="182"/>
                  </a:cubicBezTo>
                  <a:cubicBezTo>
                    <a:pt x="204" y="182"/>
                    <a:pt x="205" y="181"/>
                    <a:pt x="207" y="180"/>
                  </a:cubicBezTo>
                  <a:cubicBezTo>
                    <a:pt x="208" y="180"/>
                    <a:pt x="208" y="177"/>
                    <a:pt x="209" y="177"/>
                  </a:cubicBezTo>
                  <a:cubicBezTo>
                    <a:pt x="211" y="177"/>
                    <a:pt x="212" y="176"/>
                    <a:pt x="213" y="175"/>
                  </a:cubicBezTo>
                  <a:cubicBezTo>
                    <a:pt x="214" y="175"/>
                    <a:pt x="215" y="174"/>
                    <a:pt x="215" y="173"/>
                  </a:cubicBezTo>
                  <a:cubicBezTo>
                    <a:pt x="214" y="173"/>
                    <a:pt x="218" y="172"/>
                    <a:pt x="218" y="172"/>
                  </a:cubicBezTo>
                  <a:cubicBezTo>
                    <a:pt x="219" y="171"/>
                    <a:pt x="220" y="169"/>
                    <a:pt x="221" y="168"/>
                  </a:cubicBezTo>
                  <a:cubicBezTo>
                    <a:pt x="222" y="167"/>
                    <a:pt x="222" y="167"/>
                    <a:pt x="222" y="166"/>
                  </a:cubicBezTo>
                  <a:cubicBezTo>
                    <a:pt x="223" y="164"/>
                    <a:pt x="221" y="165"/>
                    <a:pt x="221" y="164"/>
                  </a:cubicBezTo>
                  <a:cubicBezTo>
                    <a:pt x="221" y="164"/>
                    <a:pt x="226" y="164"/>
                    <a:pt x="223" y="162"/>
                  </a:cubicBezTo>
                  <a:cubicBezTo>
                    <a:pt x="222" y="161"/>
                    <a:pt x="223" y="161"/>
                    <a:pt x="224" y="161"/>
                  </a:cubicBezTo>
                  <a:cubicBezTo>
                    <a:pt x="225" y="161"/>
                    <a:pt x="225" y="160"/>
                    <a:pt x="226" y="159"/>
                  </a:cubicBezTo>
                  <a:cubicBezTo>
                    <a:pt x="227" y="158"/>
                    <a:pt x="227" y="157"/>
                    <a:pt x="228" y="156"/>
                  </a:cubicBezTo>
                  <a:cubicBezTo>
                    <a:pt x="228" y="156"/>
                    <a:pt x="228" y="154"/>
                    <a:pt x="228" y="154"/>
                  </a:cubicBezTo>
                  <a:cubicBezTo>
                    <a:pt x="229" y="153"/>
                    <a:pt x="230" y="153"/>
                    <a:pt x="231" y="152"/>
                  </a:cubicBezTo>
                  <a:cubicBezTo>
                    <a:pt x="232" y="151"/>
                    <a:pt x="231" y="150"/>
                    <a:pt x="231" y="150"/>
                  </a:cubicBezTo>
                  <a:cubicBezTo>
                    <a:pt x="231" y="149"/>
                    <a:pt x="232" y="149"/>
                    <a:pt x="232" y="149"/>
                  </a:cubicBezTo>
                  <a:cubicBezTo>
                    <a:pt x="233" y="149"/>
                    <a:pt x="232" y="147"/>
                    <a:pt x="232" y="147"/>
                  </a:cubicBezTo>
                  <a:cubicBezTo>
                    <a:pt x="232" y="147"/>
                    <a:pt x="234" y="148"/>
                    <a:pt x="234" y="147"/>
                  </a:cubicBezTo>
                  <a:cubicBezTo>
                    <a:pt x="236" y="146"/>
                    <a:pt x="234" y="146"/>
                    <a:pt x="233" y="145"/>
                  </a:cubicBezTo>
                  <a:cubicBezTo>
                    <a:pt x="233" y="145"/>
                    <a:pt x="236" y="143"/>
                    <a:pt x="236" y="143"/>
                  </a:cubicBezTo>
                  <a:cubicBezTo>
                    <a:pt x="235" y="145"/>
                    <a:pt x="232" y="142"/>
                    <a:pt x="231" y="141"/>
                  </a:cubicBezTo>
                  <a:cubicBezTo>
                    <a:pt x="231" y="141"/>
                    <a:pt x="230" y="142"/>
                    <a:pt x="229" y="142"/>
                  </a:cubicBezTo>
                  <a:cubicBezTo>
                    <a:pt x="228" y="143"/>
                    <a:pt x="227" y="141"/>
                    <a:pt x="226" y="142"/>
                  </a:cubicBezTo>
                  <a:cubicBezTo>
                    <a:pt x="228" y="141"/>
                    <a:pt x="230" y="140"/>
                    <a:pt x="231" y="139"/>
                  </a:cubicBezTo>
                  <a:cubicBezTo>
                    <a:pt x="232" y="138"/>
                    <a:pt x="235" y="138"/>
                    <a:pt x="233" y="136"/>
                  </a:cubicBezTo>
                  <a:cubicBezTo>
                    <a:pt x="231" y="135"/>
                    <a:pt x="230" y="134"/>
                    <a:pt x="228" y="132"/>
                  </a:cubicBezTo>
                  <a:cubicBezTo>
                    <a:pt x="228" y="131"/>
                    <a:pt x="223" y="133"/>
                    <a:pt x="223" y="130"/>
                  </a:cubicBezTo>
                  <a:cubicBezTo>
                    <a:pt x="223" y="132"/>
                    <a:pt x="228" y="132"/>
                    <a:pt x="229" y="132"/>
                  </a:cubicBezTo>
                  <a:cubicBezTo>
                    <a:pt x="230" y="132"/>
                    <a:pt x="233" y="135"/>
                    <a:pt x="234" y="133"/>
                  </a:cubicBezTo>
                  <a:cubicBezTo>
                    <a:pt x="235" y="131"/>
                    <a:pt x="229" y="129"/>
                    <a:pt x="229" y="127"/>
                  </a:cubicBezTo>
                  <a:cubicBezTo>
                    <a:pt x="228" y="125"/>
                    <a:pt x="228" y="121"/>
                    <a:pt x="226" y="120"/>
                  </a:cubicBezTo>
                  <a:cubicBezTo>
                    <a:pt x="225" y="118"/>
                    <a:pt x="219" y="118"/>
                    <a:pt x="221" y="115"/>
                  </a:cubicBezTo>
                  <a:cubicBezTo>
                    <a:pt x="222" y="113"/>
                    <a:pt x="223" y="112"/>
                    <a:pt x="224" y="111"/>
                  </a:cubicBezTo>
                  <a:cubicBezTo>
                    <a:pt x="226" y="109"/>
                    <a:pt x="224" y="110"/>
                    <a:pt x="225" y="109"/>
                  </a:cubicBezTo>
                  <a:cubicBezTo>
                    <a:pt x="225" y="108"/>
                    <a:pt x="228" y="109"/>
                    <a:pt x="228" y="109"/>
                  </a:cubicBezTo>
                  <a:cubicBezTo>
                    <a:pt x="229" y="108"/>
                    <a:pt x="227" y="107"/>
                    <a:pt x="229" y="106"/>
                  </a:cubicBezTo>
                  <a:cubicBezTo>
                    <a:pt x="231" y="106"/>
                    <a:pt x="232" y="105"/>
                    <a:pt x="233" y="104"/>
                  </a:cubicBezTo>
                  <a:cubicBezTo>
                    <a:pt x="234" y="104"/>
                    <a:pt x="235" y="104"/>
                    <a:pt x="235" y="104"/>
                  </a:cubicBezTo>
                  <a:cubicBezTo>
                    <a:pt x="236" y="104"/>
                    <a:pt x="235" y="105"/>
                    <a:pt x="236" y="105"/>
                  </a:cubicBezTo>
                  <a:cubicBezTo>
                    <a:pt x="237" y="106"/>
                    <a:pt x="238" y="103"/>
                    <a:pt x="238" y="102"/>
                  </a:cubicBezTo>
                  <a:cubicBezTo>
                    <a:pt x="236" y="100"/>
                    <a:pt x="234" y="101"/>
                    <a:pt x="233" y="101"/>
                  </a:cubicBezTo>
                  <a:cubicBezTo>
                    <a:pt x="231" y="101"/>
                    <a:pt x="230" y="99"/>
                    <a:pt x="228" y="100"/>
                  </a:cubicBezTo>
                  <a:cubicBezTo>
                    <a:pt x="227" y="100"/>
                    <a:pt x="226" y="102"/>
                    <a:pt x="224" y="102"/>
                  </a:cubicBezTo>
                  <a:cubicBezTo>
                    <a:pt x="223" y="103"/>
                    <a:pt x="221" y="103"/>
                    <a:pt x="220" y="102"/>
                  </a:cubicBezTo>
                  <a:cubicBezTo>
                    <a:pt x="219" y="101"/>
                    <a:pt x="221" y="99"/>
                    <a:pt x="220" y="98"/>
                  </a:cubicBezTo>
                  <a:cubicBezTo>
                    <a:pt x="218" y="97"/>
                    <a:pt x="210" y="97"/>
                    <a:pt x="213" y="92"/>
                  </a:cubicBezTo>
                  <a:cubicBezTo>
                    <a:pt x="214" y="91"/>
                    <a:pt x="215" y="92"/>
                    <a:pt x="217" y="92"/>
                  </a:cubicBezTo>
                  <a:cubicBezTo>
                    <a:pt x="218" y="92"/>
                    <a:pt x="220" y="91"/>
                    <a:pt x="221" y="90"/>
                  </a:cubicBezTo>
                  <a:cubicBezTo>
                    <a:pt x="223" y="87"/>
                    <a:pt x="226" y="85"/>
                    <a:pt x="229" y="83"/>
                  </a:cubicBezTo>
                  <a:cubicBezTo>
                    <a:pt x="230" y="81"/>
                    <a:pt x="231" y="81"/>
                    <a:pt x="233" y="81"/>
                  </a:cubicBezTo>
                  <a:cubicBezTo>
                    <a:pt x="233" y="82"/>
                    <a:pt x="236" y="82"/>
                    <a:pt x="236" y="83"/>
                  </a:cubicBezTo>
                  <a:cubicBezTo>
                    <a:pt x="235" y="84"/>
                    <a:pt x="235" y="86"/>
                    <a:pt x="234" y="87"/>
                  </a:cubicBezTo>
                  <a:cubicBezTo>
                    <a:pt x="233" y="87"/>
                    <a:pt x="231" y="88"/>
                    <a:pt x="231" y="89"/>
                  </a:cubicBezTo>
                  <a:cubicBezTo>
                    <a:pt x="231" y="90"/>
                    <a:pt x="234" y="90"/>
                    <a:pt x="234" y="90"/>
                  </a:cubicBezTo>
                  <a:cubicBezTo>
                    <a:pt x="234" y="90"/>
                    <a:pt x="230" y="93"/>
                    <a:pt x="231" y="93"/>
                  </a:cubicBezTo>
                  <a:cubicBezTo>
                    <a:pt x="232" y="94"/>
                    <a:pt x="237" y="89"/>
                    <a:pt x="238" y="89"/>
                  </a:cubicBezTo>
                  <a:cubicBezTo>
                    <a:pt x="240" y="88"/>
                    <a:pt x="242" y="87"/>
                    <a:pt x="244" y="87"/>
                  </a:cubicBezTo>
                  <a:cubicBezTo>
                    <a:pt x="246" y="87"/>
                    <a:pt x="246" y="87"/>
                    <a:pt x="247" y="85"/>
                  </a:cubicBezTo>
                  <a:cubicBezTo>
                    <a:pt x="249" y="84"/>
                    <a:pt x="252" y="83"/>
                    <a:pt x="254" y="81"/>
                  </a:cubicBezTo>
                  <a:cubicBezTo>
                    <a:pt x="255" y="80"/>
                    <a:pt x="257" y="77"/>
                    <a:pt x="259" y="77"/>
                  </a:cubicBezTo>
                  <a:cubicBezTo>
                    <a:pt x="260" y="76"/>
                    <a:pt x="266" y="80"/>
                    <a:pt x="266" y="77"/>
                  </a:cubicBezTo>
                  <a:cubicBezTo>
                    <a:pt x="266" y="76"/>
                    <a:pt x="265" y="75"/>
                    <a:pt x="266" y="74"/>
                  </a:cubicBezTo>
                  <a:cubicBezTo>
                    <a:pt x="267" y="74"/>
                    <a:pt x="268" y="74"/>
                    <a:pt x="269" y="74"/>
                  </a:cubicBezTo>
                  <a:cubicBezTo>
                    <a:pt x="271" y="74"/>
                    <a:pt x="270" y="73"/>
                    <a:pt x="271" y="72"/>
                  </a:cubicBezTo>
                  <a:cubicBezTo>
                    <a:pt x="273" y="71"/>
                    <a:pt x="274" y="72"/>
                    <a:pt x="274" y="70"/>
                  </a:cubicBezTo>
                  <a:cubicBezTo>
                    <a:pt x="274" y="67"/>
                    <a:pt x="277" y="70"/>
                    <a:pt x="278" y="71"/>
                  </a:cubicBezTo>
                  <a:cubicBezTo>
                    <a:pt x="278" y="69"/>
                    <a:pt x="281" y="69"/>
                    <a:pt x="281" y="67"/>
                  </a:cubicBezTo>
                  <a:cubicBezTo>
                    <a:pt x="281" y="65"/>
                    <a:pt x="282" y="62"/>
                    <a:pt x="281" y="60"/>
                  </a:cubicBezTo>
                  <a:cubicBezTo>
                    <a:pt x="279" y="57"/>
                    <a:pt x="280" y="58"/>
                    <a:pt x="282" y="56"/>
                  </a:cubicBezTo>
                  <a:cubicBezTo>
                    <a:pt x="284" y="55"/>
                    <a:pt x="285" y="54"/>
                    <a:pt x="287" y="55"/>
                  </a:cubicBezTo>
                  <a:cubicBezTo>
                    <a:pt x="290" y="56"/>
                    <a:pt x="290" y="56"/>
                    <a:pt x="291" y="53"/>
                  </a:cubicBezTo>
                  <a:cubicBezTo>
                    <a:pt x="292" y="51"/>
                    <a:pt x="294" y="50"/>
                    <a:pt x="295" y="47"/>
                  </a:cubicBezTo>
                  <a:cubicBezTo>
                    <a:pt x="295" y="45"/>
                    <a:pt x="296" y="43"/>
                    <a:pt x="298" y="41"/>
                  </a:cubicBezTo>
                  <a:cubicBezTo>
                    <a:pt x="300" y="39"/>
                    <a:pt x="298" y="39"/>
                    <a:pt x="298" y="37"/>
                  </a:cubicBezTo>
                  <a:close/>
                </a:path>
              </a:pathLst>
            </a:custGeom>
            <a:grpFill/>
            <a:ln w="9525"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69" name="Freeform 716">
              <a:extLst>
                <a:ext uri="{FF2B5EF4-FFF2-40B4-BE49-F238E27FC236}">
                  <a16:creationId xmlns:a16="http://schemas.microsoft.com/office/drawing/2014/main" id="{AA21A0B5-A32B-3B39-EC7F-7861A2D566EE}"/>
                </a:ext>
              </a:extLst>
            </p:cNvPr>
            <p:cNvSpPr>
              <a:spLocks/>
            </p:cNvSpPr>
            <p:nvPr/>
          </p:nvSpPr>
          <p:spPr bwMode="auto">
            <a:xfrm>
              <a:off x="15747967" y="6357215"/>
              <a:ext cx="1464969" cy="637107"/>
            </a:xfrm>
            <a:custGeom>
              <a:avLst/>
              <a:gdLst>
                <a:gd name="T0" fmla="*/ 0 w 157"/>
                <a:gd name="T1" fmla="*/ 19 h 68"/>
                <a:gd name="T2" fmla="*/ 7 w 157"/>
                <a:gd name="T3" fmla="*/ 26 h 68"/>
                <a:gd name="T4" fmla="*/ 12 w 157"/>
                <a:gd name="T5" fmla="*/ 29 h 68"/>
                <a:gd name="T6" fmla="*/ 15 w 157"/>
                <a:gd name="T7" fmla="*/ 36 h 68"/>
                <a:gd name="T8" fmla="*/ 15 w 157"/>
                <a:gd name="T9" fmla="*/ 38 h 68"/>
                <a:gd name="T10" fmla="*/ 15 w 157"/>
                <a:gd name="T11" fmla="*/ 40 h 68"/>
                <a:gd name="T12" fmla="*/ 16 w 157"/>
                <a:gd name="T13" fmla="*/ 45 h 68"/>
                <a:gd name="T14" fmla="*/ 28 w 157"/>
                <a:gd name="T15" fmla="*/ 47 h 68"/>
                <a:gd name="T16" fmla="*/ 36 w 157"/>
                <a:gd name="T17" fmla="*/ 54 h 68"/>
                <a:gd name="T18" fmla="*/ 39 w 157"/>
                <a:gd name="T19" fmla="*/ 59 h 68"/>
                <a:gd name="T20" fmla="*/ 44 w 157"/>
                <a:gd name="T21" fmla="*/ 60 h 68"/>
                <a:gd name="T22" fmla="*/ 56 w 157"/>
                <a:gd name="T23" fmla="*/ 60 h 68"/>
                <a:gd name="T24" fmla="*/ 64 w 157"/>
                <a:gd name="T25" fmla="*/ 61 h 68"/>
                <a:gd name="T26" fmla="*/ 69 w 157"/>
                <a:gd name="T27" fmla="*/ 64 h 68"/>
                <a:gd name="T28" fmla="*/ 76 w 157"/>
                <a:gd name="T29" fmla="*/ 66 h 68"/>
                <a:gd name="T30" fmla="*/ 81 w 157"/>
                <a:gd name="T31" fmla="*/ 67 h 68"/>
                <a:gd name="T32" fmla="*/ 93 w 157"/>
                <a:gd name="T33" fmla="*/ 62 h 68"/>
                <a:gd name="T34" fmla="*/ 106 w 157"/>
                <a:gd name="T35" fmla="*/ 61 h 68"/>
                <a:gd name="T36" fmla="*/ 113 w 157"/>
                <a:gd name="T37" fmla="*/ 55 h 68"/>
                <a:gd name="T38" fmla="*/ 114 w 157"/>
                <a:gd name="T39" fmla="*/ 51 h 68"/>
                <a:gd name="T40" fmla="*/ 115 w 157"/>
                <a:gd name="T41" fmla="*/ 47 h 68"/>
                <a:gd name="T42" fmla="*/ 126 w 157"/>
                <a:gd name="T43" fmla="*/ 46 h 68"/>
                <a:gd name="T44" fmla="*/ 130 w 157"/>
                <a:gd name="T45" fmla="*/ 44 h 68"/>
                <a:gd name="T46" fmla="*/ 137 w 157"/>
                <a:gd name="T47" fmla="*/ 42 h 68"/>
                <a:gd name="T48" fmla="*/ 139 w 157"/>
                <a:gd name="T49" fmla="*/ 38 h 68"/>
                <a:gd name="T50" fmla="*/ 143 w 157"/>
                <a:gd name="T51" fmla="*/ 37 h 68"/>
                <a:gd name="T52" fmla="*/ 154 w 157"/>
                <a:gd name="T53" fmla="*/ 36 h 68"/>
                <a:gd name="T54" fmla="*/ 150 w 157"/>
                <a:gd name="T55" fmla="*/ 29 h 68"/>
                <a:gd name="T56" fmla="*/ 145 w 157"/>
                <a:gd name="T57" fmla="*/ 28 h 68"/>
                <a:gd name="T58" fmla="*/ 141 w 157"/>
                <a:gd name="T59" fmla="*/ 29 h 68"/>
                <a:gd name="T60" fmla="*/ 136 w 157"/>
                <a:gd name="T61" fmla="*/ 28 h 68"/>
                <a:gd name="T62" fmla="*/ 134 w 157"/>
                <a:gd name="T63" fmla="*/ 27 h 68"/>
                <a:gd name="T64" fmla="*/ 137 w 157"/>
                <a:gd name="T65" fmla="*/ 19 h 68"/>
                <a:gd name="T66" fmla="*/ 137 w 157"/>
                <a:gd name="T67" fmla="*/ 14 h 68"/>
                <a:gd name="T68" fmla="*/ 131 w 157"/>
                <a:gd name="T69" fmla="*/ 14 h 68"/>
                <a:gd name="T70" fmla="*/ 124 w 157"/>
                <a:gd name="T71" fmla="*/ 15 h 68"/>
                <a:gd name="T72" fmla="*/ 114 w 157"/>
                <a:gd name="T73" fmla="*/ 19 h 68"/>
                <a:gd name="T74" fmla="*/ 103 w 157"/>
                <a:gd name="T75" fmla="*/ 19 h 68"/>
                <a:gd name="T76" fmla="*/ 98 w 157"/>
                <a:gd name="T77" fmla="*/ 17 h 68"/>
                <a:gd name="T78" fmla="*/ 94 w 157"/>
                <a:gd name="T79" fmla="*/ 15 h 68"/>
                <a:gd name="T80" fmla="*/ 83 w 157"/>
                <a:gd name="T81" fmla="*/ 11 h 68"/>
                <a:gd name="T82" fmla="*/ 77 w 157"/>
                <a:gd name="T83" fmla="*/ 13 h 68"/>
                <a:gd name="T84" fmla="*/ 71 w 157"/>
                <a:gd name="T85" fmla="*/ 12 h 68"/>
                <a:gd name="T86" fmla="*/ 68 w 157"/>
                <a:gd name="T87" fmla="*/ 8 h 68"/>
                <a:gd name="T88" fmla="*/ 64 w 157"/>
                <a:gd name="T89" fmla="*/ 5 h 68"/>
                <a:gd name="T90" fmla="*/ 58 w 157"/>
                <a:gd name="T91" fmla="*/ 3 h 68"/>
                <a:gd name="T92" fmla="*/ 52 w 157"/>
                <a:gd name="T93" fmla="*/ 1 h 68"/>
                <a:gd name="T94" fmla="*/ 45 w 157"/>
                <a:gd name="T95" fmla="*/ 7 h 68"/>
                <a:gd name="T96" fmla="*/ 47 w 157"/>
                <a:gd name="T97" fmla="*/ 13 h 68"/>
                <a:gd name="T98" fmla="*/ 41 w 157"/>
                <a:gd name="T99" fmla="*/ 15 h 68"/>
                <a:gd name="T100" fmla="*/ 37 w 157"/>
                <a:gd name="T101" fmla="*/ 14 h 68"/>
                <a:gd name="T102" fmla="*/ 34 w 157"/>
                <a:gd name="T103" fmla="*/ 14 h 68"/>
                <a:gd name="T104" fmla="*/ 28 w 157"/>
                <a:gd name="T105" fmla="*/ 10 h 68"/>
                <a:gd name="T106" fmla="*/ 21 w 157"/>
                <a:gd name="T107" fmla="*/ 9 h 68"/>
                <a:gd name="T108" fmla="*/ 13 w 157"/>
                <a:gd name="T109" fmla="*/ 13 h 68"/>
                <a:gd name="T110" fmla="*/ 7 w 157"/>
                <a:gd name="T111" fmla="*/ 17 h 68"/>
                <a:gd name="T112" fmla="*/ 0 w 157"/>
                <a:gd name="T113"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7" h="68">
                  <a:moveTo>
                    <a:pt x="0" y="19"/>
                  </a:moveTo>
                  <a:cubicBezTo>
                    <a:pt x="1" y="23"/>
                    <a:pt x="3" y="25"/>
                    <a:pt x="7" y="26"/>
                  </a:cubicBezTo>
                  <a:cubicBezTo>
                    <a:pt x="9" y="27"/>
                    <a:pt x="10" y="28"/>
                    <a:pt x="12" y="29"/>
                  </a:cubicBezTo>
                  <a:cubicBezTo>
                    <a:pt x="13" y="31"/>
                    <a:pt x="14" y="34"/>
                    <a:pt x="15" y="36"/>
                  </a:cubicBezTo>
                  <a:cubicBezTo>
                    <a:pt x="16" y="37"/>
                    <a:pt x="15" y="37"/>
                    <a:pt x="15" y="38"/>
                  </a:cubicBezTo>
                  <a:cubicBezTo>
                    <a:pt x="14" y="38"/>
                    <a:pt x="15" y="39"/>
                    <a:pt x="15" y="40"/>
                  </a:cubicBezTo>
                  <a:cubicBezTo>
                    <a:pt x="14" y="43"/>
                    <a:pt x="13" y="43"/>
                    <a:pt x="16" y="45"/>
                  </a:cubicBezTo>
                  <a:cubicBezTo>
                    <a:pt x="20" y="46"/>
                    <a:pt x="24" y="45"/>
                    <a:pt x="28" y="47"/>
                  </a:cubicBezTo>
                  <a:cubicBezTo>
                    <a:pt x="30" y="49"/>
                    <a:pt x="34" y="52"/>
                    <a:pt x="36" y="54"/>
                  </a:cubicBezTo>
                  <a:cubicBezTo>
                    <a:pt x="37" y="55"/>
                    <a:pt x="38" y="57"/>
                    <a:pt x="39" y="59"/>
                  </a:cubicBezTo>
                  <a:cubicBezTo>
                    <a:pt x="40" y="61"/>
                    <a:pt x="43" y="60"/>
                    <a:pt x="44" y="60"/>
                  </a:cubicBezTo>
                  <a:cubicBezTo>
                    <a:pt x="48" y="60"/>
                    <a:pt x="52" y="60"/>
                    <a:pt x="56" y="60"/>
                  </a:cubicBezTo>
                  <a:cubicBezTo>
                    <a:pt x="58" y="60"/>
                    <a:pt x="62" y="60"/>
                    <a:pt x="64" y="61"/>
                  </a:cubicBezTo>
                  <a:cubicBezTo>
                    <a:pt x="66" y="62"/>
                    <a:pt x="67" y="64"/>
                    <a:pt x="69" y="64"/>
                  </a:cubicBezTo>
                  <a:cubicBezTo>
                    <a:pt x="71" y="65"/>
                    <a:pt x="74" y="66"/>
                    <a:pt x="76" y="66"/>
                  </a:cubicBezTo>
                  <a:cubicBezTo>
                    <a:pt x="78" y="65"/>
                    <a:pt x="80" y="68"/>
                    <a:pt x="81" y="67"/>
                  </a:cubicBezTo>
                  <a:cubicBezTo>
                    <a:pt x="85" y="65"/>
                    <a:pt x="88" y="63"/>
                    <a:pt x="93" y="62"/>
                  </a:cubicBezTo>
                  <a:cubicBezTo>
                    <a:pt x="97" y="62"/>
                    <a:pt x="103" y="63"/>
                    <a:pt x="106" y="61"/>
                  </a:cubicBezTo>
                  <a:cubicBezTo>
                    <a:pt x="109" y="59"/>
                    <a:pt x="110" y="56"/>
                    <a:pt x="113" y="55"/>
                  </a:cubicBezTo>
                  <a:cubicBezTo>
                    <a:pt x="116" y="54"/>
                    <a:pt x="116" y="53"/>
                    <a:pt x="114" y="51"/>
                  </a:cubicBezTo>
                  <a:cubicBezTo>
                    <a:pt x="113" y="50"/>
                    <a:pt x="113" y="48"/>
                    <a:pt x="115" y="47"/>
                  </a:cubicBezTo>
                  <a:cubicBezTo>
                    <a:pt x="118" y="44"/>
                    <a:pt x="122" y="50"/>
                    <a:pt x="126" y="46"/>
                  </a:cubicBezTo>
                  <a:cubicBezTo>
                    <a:pt x="127" y="45"/>
                    <a:pt x="128" y="44"/>
                    <a:pt x="130" y="44"/>
                  </a:cubicBezTo>
                  <a:cubicBezTo>
                    <a:pt x="133" y="43"/>
                    <a:pt x="134" y="44"/>
                    <a:pt x="137" y="42"/>
                  </a:cubicBezTo>
                  <a:cubicBezTo>
                    <a:pt x="138" y="41"/>
                    <a:pt x="138" y="38"/>
                    <a:pt x="139" y="38"/>
                  </a:cubicBezTo>
                  <a:cubicBezTo>
                    <a:pt x="141" y="37"/>
                    <a:pt x="142" y="37"/>
                    <a:pt x="143" y="37"/>
                  </a:cubicBezTo>
                  <a:cubicBezTo>
                    <a:pt x="147" y="36"/>
                    <a:pt x="150" y="35"/>
                    <a:pt x="154" y="36"/>
                  </a:cubicBezTo>
                  <a:cubicBezTo>
                    <a:pt x="157" y="36"/>
                    <a:pt x="151" y="29"/>
                    <a:pt x="150" y="29"/>
                  </a:cubicBezTo>
                  <a:cubicBezTo>
                    <a:pt x="149" y="28"/>
                    <a:pt x="147" y="27"/>
                    <a:pt x="145" y="28"/>
                  </a:cubicBezTo>
                  <a:cubicBezTo>
                    <a:pt x="143" y="28"/>
                    <a:pt x="143" y="30"/>
                    <a:pt x="141" y="29"/>
                  </a:cubicBezTo>
                  <a:cubicBezTo>
                    <a:pt x="140" y="28"/>
                    <a:pt x="137" y="27"/>
                    <a:pt x="136" y="28"/>
                  </a:cubicBezTo>
                  <a:cubicBezTo>
                    <a:pt x="135" y="30"/>
                    <a:pt x="134" y="29"/>
                    <a:pt x="134" y="27"/>
                  </a:cubicBezTo>
                  <a:cubicBezTo>
                    <a:pt x="134" y="25"/>
                    <a:pt x="137" y="21"/>
                    <a:pt x="137" y="19"/>
                  </a:cubicBezTo>
                  <a:cubicBezTo>
                    <a:pt x="138" y="17"/>
                    <a:pt x="141" y="14"/>
                    <a:pt x="137" y="14"/>
                  </a:cubicBezTo>
                  <a:cubicBezTo>
                    <a:pt x="134" y="14"/>
                    <a:pt x="134" y="15"/>
                    <a:pt x="131" y="14"/>
                  </a:cubicBezTo>
                  <a:cubicBezTo>
                    <a:pt x="128" y="13"/>
                    <a:pt x="127" y="13"/>
                    <a:pt x="124" y="15"/>
                  </a:cubicBezTo>
                  <a:cubicBezTo>
                    <a:pt x="121" y="17"/>
                    <a:pt x="117" y="18"/>
                    <a:pt x="114" y="19"/>
                  </a:cubicBezTo>
                  <a:cubicBezTo>
                    <a:pt x="109" y="20"/>
                    <a:pt x="107" y="19"/>
                    <a:pt x="103" y="19"/>
                  </a:cubicBezTo>
                  <a:cubicBezTo>
                    <a:pt x="101" y="18"/>
                    <a:pt x="100" y="18"/>
                    <a:pt x="98" y="17"/>
                  </a:cubicBezTo>
                  <a:cubicBezTo>
                    <a:pt x="97" y="17"/>
                    <a:pt x="96" y="15"/>
                    <a:pt x="94" y="15"/>
                  </a:cubicBezTo>
                  <a:cubicBezTo>
                    <a:pt x="90" y="14"/>
                    <a:pt x="88" y="12"/>
                    <a:pt x="83" y="11"/>
                  </a:cubicBezTo>
                  <a:cubicBezTo>
                    <a:pt x="81" y="11"/>
                    <a:pt x="79" y="12"/>
                    <a:pt x="77" y="13"/>
                  </a:cubicBezTo>
                  <a:cubicBezTo>
                    <a:pt x="75" y="14"/>
                    <a:pt x="73" y="13"/>
                    <a:pt x="71" y="12"/>
                  </a:cubicBezTo>
                  <a:cubicBezTo>
                    <a:pt x="69" y="11"/>
                    <a:pt x="68" y="11"/>
                    <a:pt x="68" y="8"/>
                  </a:cubicBezTo>
                  <a:cubicBezTo>
                    <a:pt x="67" y="6"/>
                    <a:pt x="67" y="6"/>
                    <a:pt x="64" y="5"/>
                  </a:cubicBezTo>
                  <a:cubicBezTo>
                    <a:pt x="62" y="4"/>
                    <a:pt x="60" y="3"/>
                    <a:pt x="58" y="3"/>
                  </a:cubicBezTo>
                  <a:cubicBezTo>
                    <a:pt x="56" y="3"/>
                    <a:pt x="53" y="0"/>
                    <a:pt x="52" y="1"/>
                  </a:cubicBezTo>
                  <a:cubicBezTo>
                    <a:pt x="50" y="1"/>
                    <a:pt x="46" y="5"/>
                    <a:pt x="45" y="7"/>
                  </a:cubicBezTo>
                  <a:cubicBezTo>
                    <a:pt x="45" y="9"/>
                    <a:pt x="48" y="11"/>
                    <a:pt x="47" y="13"/>
                  </a:cubicBezTo>
                  <a:cubicBezTo>
                    <a:pt x="46" y="15"/>
                    <a:pt x="43" y="17"/>
                    <a:pt x="41" y="15"/>
                  </a:cubicBezTo>
                  <a:cubicBezTo>
                    <a:pt x="39" y="15"/>
                    <a:pt x="38" y="14"/>
                    <a:pt x="37" y="14"/>
                  </a:cubicBezTo>
                  <a:cubicBezTo>
                    <a:pt x="36" y="14"/>
                    <a:pt x="35" y="14"/>
                    <a:pt x="34" y="14"/>
                  </a:cubicBezTo>
                  <a:cubicBezTo>
                    <a:pt x="31" y="13"/>
                    <a:pt x="31" y="11"/>
                    <a:pt x="28" y="10"/>
                  </a:cubicBezTo>
                  <a:cubicBezTo>
                    <a:pt x="26" y="9"/>
                    <a:pt x="23" y="8"/>
                    <a:pt x="21" y="9"/>
                  </a:cubicBezTo>
                  <a:cubicBezTo>
                    <a:pt x="18" y="10"/>
                    <a:pt x="16" y="12"/>
                    <a:pt x="13" y="13"/>
                  </a:cubicBezTo>
                  <a:cubicBezTo>
                    <a:pt x="11" y="14"/>
                    <a:pt x="9" y="16"/>
                    <a:pt x="7" y="17"/>
                  </a:cubicBezTo>
                  <a:cubicBezTo>
                    <a:pt x="4" y="17"/>
                    <a:pt x="2" y="19"/>
                    <a:pt x="0" y="1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70" name="Freeform 717">
              <a:extLst>
                <a:ext uri="{FF2B5EF4-FFF2-40B4-BE49-F238E27FC236}">
                  <a16:creationId xmlns:a16="http://schemas.microsoft.com/office/drawing/2014/main" id="{7994B1EB-FC62-AEDC-25EB-147959FAE1D0}"/>
                </a:ext>
              </a:extLst>
            </p:cNvPr>
            <p:cNvSpPr>
              <a:spLocks/>
            </p:cNvSpPr>
            <p:nvPr/>
          </p:nvSpPr>
          <p:spPr bwMode="auto">
            <a:xfrm>
              <a:off x="12219302" y="5133964"/>
              <a:ext cx="585987" cy="1009821"/>
            </a:xfrm>
            <a:custGeom>
              <a:avLst/>
              <a:gdLst>
                <a:gd name="T0" fmla="*/ 61 w 63"/>
                <a:gd name="T1" fmla="*/ 25 h 108"/>
                <a:gd name="T2" fmla="*/ 61 w 63"/>
                <a:gd name="T3" fmla="*/ 20 h 108"/>
                <a:gd name="T4" fmla="*/ 61 w 63"/>
                <a:gd name="T5" fmla="*/ 16 h 108"/>
                <a:gd name="T6" fmla="*/ 60 w 63"/>
                <a:gd name="T7" fmla="*/ 13 h 108"/>
                <a:gd name="T8" fmla="*/ 60 w 63"/>
                <a:gd name="T9" fmla="*/ 11 h 108"/>
                <a:gd name="T10" fmla="*/ 57 w 63"/>
                <a:gd name="T11" fmla="*/ 7 h 108"/>
                <a:gd name="T12" fmla="*/ 51 w 63"/>
                <a:gd name="T13" fmla="*/ 5 h 108"/>
                <a:gd name="T14" fmla="*/ 44 w 63"/>
                <a:gd name="T15" fmla="*/ 1 h 108"/>
                <a:gd name="T16" fmla="*/ 44 w 63"/>
                <a:gd name="T17" fmla="*/ 5 h 108"/>
                <a:gd name="T18" fmla="*/ 34 w 63"/>
                <a:gd name="T19" fmla="*/ 5 h 108"/>
                <a:gd name="T20" fmla="*/ 34 w 63"/>
                <a:gd name="T21" fmla="*/ 10 h 108"/>
                <a:gd name="T22" fmla="*/ 29 w 63"/>
                <a:gd name="T23" fmla="*/ 10 h 108"/>
                <a:gd name="T24" fmla="*/ 27 w 63"/>
                <a:gd name="T25" fmla="*/ 12 h 108"/>
                <a:gd name="T26" fmla="*/ 25 w 63"/>
                <a:gd name="T27" fmla="*/ 15 h 108"/>
                <a:gd name="T28" fmla="*/ 25 w 63"/>
                <a:gd name="T29" fmla="*/ 18 h 108"/>
                <a:gd name="T30" fmla="*/ 24 w 63"/>
                <a:gd name="T31" fmla="*/ 20 h 108"/>
                <a:gd name="T32" fmla="*/ 20 w 63"/>
                <a:gd name="T33" fmla="*/ 25 h 108"/>
                <a:gd name="T34" fmla="*/ 17 w 63"/>
                <a:gd name="T35" fmla="*/ 27 h 108"/>
                <a:gd name="T36" fmla="*/ 16 w 63"/>
                <a:gd name="T37" fmla="*/ 33 h 108"/>
                <a:gd name="T38" fmla="*/ 13 w 63"/>
                <a:gd name="T39" fmla="*/ 38 h 108"/>
                <a:gd name="T40" fmla="*/ 15 w 63"/>
                <a:gd name="T41" fmla="*/ 42 h 108"/>
                <a:gd name="T42" fmla="*/ 9 w 63"/>
                <a:gd name="T43" fmla="*/ 44 h 108"/>
                <a:gd name="T44" fmla="*/ 5 w 63"/>
                <a:gd name="T45" fmla="*/ 51 h 108"/>
                <a:gd name="T46" fmla="*/ 6 w 63"/>
                <a:gd name="T47" fmla="*/ 57 h 108"/>
                <a:gd name="T48" fmla="*/ 8 w 63"/>
                <a:gd name="T49" fmla="*/ 63 h 108"/>
                <a:gd name="T50" fmla="*/ 7 w 63"/>
                <a:gd name="T51" fmla="*/ 67 h 108"/>
                <a:gd name="T52" fmla="*/ 7 w 63"/>
                <a:gd name="T53" fmla="*/ 74 h 108"/>
                <a:gd name="T54" fmla="*/ 4 w 63"/>
                <a:gd name="T55" fmla="*/ 78 h 108"/>
                <a:gd name="T56" fmla="*/ 3 w 63"/>
                <a:gd name="T57" fmla="*/ 83 h 108"/>
                <a:gd name="T58" fmla="*/ 0 w 63"/>
                <a:gd name="T59" fmla="*/ 82 h 108"/>
                <a:gd name="T60" fmla="*/ 4 w 63"/>
                <a:gd name="T61" fmla="*/ 90 h 108"/>
                <a:gd name="T62" fmla="*/ 7 w 63"/>
                <a:gd name="T63" fmla="*/ 97 h 108"/>
                <a:gd name="T64" fmla="*/ 8 w 63"/>
                <a:gd name="T65" fmla="*/ 102 h 108"/>
                <a:gd name="T66" fmla="*/ 10 w 63"/>
                <a:gd name="T67" fmla="*/ 107 h 108"/>
                <a:gd name="T68" fmla="*/ 14 w 63"/>
                <a:gd name="T69" fmla="*/ 108 h 108"/>
                <a:gd name="T70" fmla="*/ 15 w 63"/>
                <a:gd name="T71" fmla="*/ 105 h 108"/>
                <a:gd name="T72" fmla="*/ 24 w 63"/>
                <a:gd name="T73" fmla="*/ 101 h 108"/>
                <a:gd name="T74" fmla="*/ 27 w 63"/>
                <a:gd name="T75" fmla="*/ 92 h 108"/>
                <a:gd name="T76" fmla="*/ 26 w 63"/>
                <a:gd name="T77" fmla="*/ 87 h 108"/>
                <a:gd name="T78" fmla="*/ 28 w 63"/>
                <a:gd name="T79" fmla="*/ 84 h 108"/>
                <a:gd name="T80" fmla="*/ 32 w 63"/>
                <a:gd name="T81" fmla="*/ 82 h 108"/>
                <a:gd name="T82" fmla="*/ 32 w 63"/>
                <a:gd name="T83" fmla="*/ 81 h 108"/>
                <a:gd name="T84" fmla="*/ 35 w 63"/>
                <a:gd name="T85" fmla="*/ 80 h 108"/>
                <a:gd name="T86" fmla="*/ 34 w 63"/>
                <a:gd name="T87" fmla="*/ 78 h 108"/>
                <a:gd name="T88" fmla="*/ 36 w 63"/>
                <a:gd name="T89" fmla="*/ 77 h 108"/>
                <a:gd name="T90" fmla="*/ 35 w 63"/>
                <a:gd name="T91" fmla="*/ 73 h 108"/>
                <a:gd name="T92" fmla="*/ 29 w 63"/>
                <a:gd name="T93" fmla="*/ 66 h 108"/>
                <a:gd name="T94" fmla="*/ 30 w 63"/>
                <a:gd name="T95" fmla="*/ 60 h 108"/>
                <a:gd name="T96" fmla="*/ 30 w 63"/>
                <a:gd name="T97" fmla="*/ 56 h 108"/>
                <a:gd name="T98" fmla="*/ 33 w 63"/>
                <a:gd name="T99" fmla="*/ 53 h 108"/>
                <a:gd name="T100" fmla="*/ 39 w 63"/>
                <a:gd name="T101" fmla="*/ 48 h 108"/>
                <a:gd name="T102" fmla="*/ 49 w 63"/>
                <a:gd name="T103" fmla="*/ 41 h 108"/>
                <a:gd name="T104" fmla="*/ 50 w 63"/>
                <a:gd name="T105" fmla="*/ 35 h 108"/>
                <a:gd name="T106" fmla="*/ 50 w 63"/>
                <a:gd name="T107" fmla="*/ 32 h 108"/>
                <a:gd name="T108" fmla="*/ 54 w 63"/>
                <a:gd name="T109" fmla="*/ 30 h 108"/>
                <a:gd name="T110" fmla="*/ 58 w 63"/>
                <a:gd name="T111" fmla="*/ 29 h 108"/>
                <a:gd name="T112" fmla="*/ 60 w 63"/>
                <a:gd name="T113" fmla="*/ 28 h 108"/>
                <a:gd name="T114" fmla="*/ 63 w 63"/>
                <a:gd name="T115" fmla="*/ 28 h 108"/>
                <a:gd name="T116" fmla="*/ 61 w 63"/>
                <a:gd name="T117" fmla="*/ 25 h 108"/>
                <a:gd name="T118" fmla="*/ 61 w 63"/>
                <a:gd name="T119"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 h="108">
                  <a:moveTo>
                    <a:pt x="61" y="25"/>
                  </a:moveTo>
                  <a:cubicBezTo>
                    <a:pt x="60" y="24"/>
                    <a:pt x="62" y="22"/>
                    <a:pt x="61" y="20"/>
                  </a:cubicBezTo>
                  <a:cubicBezTo>
                    <a:pt x="60" y="18"/>
                    <a:pt x="61" y="18"/>
                    <a:pt x="61" y="16"/>
                  </a:cubicBezTo>
                  <a:cubicBezTo>
                    <a:pt x="61" y="15"/>
                    <a:pt x="60" y="14"/>
                    <a:pt x="60" y="13"/>
                  </a:cubicBezTo>
                  <a:cubicBezTo>
                    <a:pt x="59" y="12"/>
                    <a:pt x="60" y="12"/>
                    <a:pt x="60" y="11"/>
                  </a:cubicBezTo>
                  <a:cubicBezTo>
                    <a:pt x="59" y="9"/>
                    <a:pt x="59" y="8"/>
                    <a:pt x="57" y="7"/>
                  </a:cubicBezTo>
                  <a:cubicBezTo>
                    <a:pt x="55" y="6"/>
                    <a:pt x="53" y="6"/>
                    <a:pt x="51" y="5"/>
                  </a:cubicBezTo>
                  <a:cubicBezTo>
                    <a:pt x="49" y="3"/>
                    <a:pt x="47" y="0"/>
                    <a:pt x="44" y="1"/>
                  </a:cubicBezTo>
                  <a:cubicBezTo>
                    <a:pt x="43" y="1"/>
                    <a:pt x="44" y="4"/>
                    <a:pt x="44" y="5"/>
                  </a:cubicBezTo>
                  <a:cubicBezTo>
                    <a:pt x="43" y="8"/>
                    <a:pt x="37" y="6"/>
                    <a:pt x="34" y="5"/>
                  </a:cubicBezTo>
                  <a:cubicBezTo>
                    <a:pt x="34" y="7"/>
                    <a:pt x="34" y="8"/>
                    <a:pt x="34" y="10"/>
                  </a:cubicBezTo>
                  <a:cubicBezTo>
                    <a:pt x="33" y="10"/>
                    <a:pt x="31" y="9"/>
                    <a:pt x="29" y="10"/>
                  </a:cubicBezTo>
                  <a:cubicBezTo>
                    <a:pt x="28" y="10"/>
                    <a:pt x="28" y="11"/>
                    <a:pt x="27" y="12"/>
                  </a:cubicBezTo>
                  <a:cubicBezTo>
                    <a:pt x="27" y="13"/>
                    <a:pt x="25" y="14"/>
                    <a:pt x="25" y="15"/>
                  </a:cubicBezTo>
                  <a:cubicBezTo>
                    <a:pt x="24" y="16"/>
                    <a:pt x="26" y="18"/>
                    <a:pt x="25" y="18"/>
                  </a:cubicBezTo>
                  <a:cubicBezTo>
                    <a:pt x="25" y="19"/>
                    <a:pt x="24" y="19"/>
                    <a:pt x="24" y="20"/>
                  </a:cubicBezTo>
                  <a:cubicBezTo>
                    <a:pt x="22" y="21"/>
                    <a:pt x="20" y="23"/>
                    <a:pt x="20" y="25"/>
                  </a:cubicBezTo>
                  <a:cubicBezTo>
                    <a:pt x="20" y="27"/>
                    <a:pt x="18" y="25"/>
                    <a:pt x="17" y="27"/>
                  </a:cubicBezTo>
                  <a:cubicBezTo>
                    <a:pt x="17" y="29"/>
                    <a:pt x="17" y="31"/>
                    <a:pt x="16" y="33"/>
                  </a:cubicBezTo>
                  <a:cubicBezTo>
                    <a:pt x="16" y="35"/>
                    <a:pt x="13" y="36"/>
                    <a:pt x="13" y="38"/>
                  </a:cubicBezTo>
                  <a:cubicBezTo>
                    <a:pt x="13" y="39"/>
                    <a:pt x="16" y="41"/>
                    <a:pt x="15" y="42"/>
                  </a:cubicBezTo>
                  <a:cubicBezTo>
                    <a:pt x="13" y="44"/>
                    <a:pt x="11" y="43"/>
                    <a:pt x="9" y="44"/>
                  </a:cubicBezTo>
                  <a:cubicBezTo>
                    <a:pt x="6" y="45"/>
                    <a:pt x="5" y="48"/>
                    <a:pt x="5" y="51"/>
                  </a:cubicBezTo>
                  <a:cubicBezTo>
                    <a:pt x="6" y="53"/>
                    <a:pt x="6" y="55"/>
                    <a:pt x="6" y="57"/>
                  </a:cubicBezTo>
                  <a:cubicBezTo>
                    <a:pt x="6" y="60"/>
                    <a:pt x="4" y="61"/>
                    <a:pt x="8" y="63"/>
                  </a:cubicBezTo>
                  <a:cubicBezTo>
                    <a:pt x="10" y="65"/>
                    <a:pt x="9" y="66"/>
                    <a:pt x="7" y="67"/>
                  </a:cubicBezTo>
                  <a:cubicBezTo>
                    <a:pt x="6" y="68"/>
                    <a:pt x="8" y="72"/>
                    <a:pt x="7" y="74"/>
                  </a:cubicBezTo>
                  <a:cubicBezTo>
                    <a:pt x="7" y="76"/>
                    <a:pt x="4" y="76"/>
                    <a:pt x="4" y="78"/>
                  </a:cubicBezTo>
                  <a:cubicBezTo>
                    <a:pt x="4" y="79"/>
                    <a:pt x="4" y="83"/>
                    <a:pt x="3" y="83"/>
                  </a:cubicBezTo>
                  <a:cubicBezTo>
                    <a:pt x="3" y="83"/>
                    <a:pt x="1" y="82"/>
                    <a:pt x="0" y="82"/>
                  </a:cubicBezTo>
                  <a:cubicBezTo>
                    <a:pt x="0" y="86"/>
                    <a:pt x="4" y="87"/>
                    <a:pt x="4" y="90"/>
                  </a:cubicBezTo>
                  <a:cubicBezTo>
                    <a:pt x="3" y="91"/>
                    <a:pt x="6" y="96"/>
                    <a:pt x="7" y="97"/>
                  </a:cubicBezTo>
                  <a:cubicBezTo>
                    <a:pt x="9" y="99"/>
                    <a:pt x="8" y="100"/>
                    <a:pt x="8" y="102"/>
                  </a:cubicBezTo>
                  <a:cubicBezTo>
                    <a:pt x="8" y="103"/>
                    <a:pt x="10" y="105"/>
                    <a:pt x="10" y="107"/>
                  </a:cubicBezTo>
                  <a:cubicBezTo>
                    <a:pt x="9" y="108"/>
                    <a:pt x="13" y="107"/>
                    <a:pt x="14" y="108"/>
                  </a:cubicBezTo>
                  <a:cubicBezTo>
                    <a:pt x="16" y="108"/>
                    <a:pt x="15" y="107"/>
                    <a:pt x="15" y="105"/>
                  </a:cubicBezTo>
                  <a:cubicBezTo>
                    <a:pt x="15" y="100"/>
                    <a:pt x="23" y="104"/>
                    <a:pt x="24" y="101"/>
                  </a:cubicBezTo>
                  <a:cubicBezTo>
                    <a:pt x="25" y="98"/>
                    <a:pt x="26" y="95"/>
                    <a:pt x="27" y="92"/>
                  </a:cubicBezTo>
                  <a:cubicBezTo>
                    <a:pt x="27" y="90"/>
                    <a:pt x="27" y="88"/>
                    <a:pt x="26" y="87"/>
                  </a:cubicBezTo>
                  <a:cubicBezTo>
                    <a:pt x="25" y="85"/>
                    <a:pt x="26" y="85"/>
                    <a:pt x="28" y="84"/>
                  </a:cubicBezTo>
                  <a:cubicBezTo>
                    <a:pt x="29" y="84"/>
                    <a:pt x="32" y="83"/>
                    <a:pt x="32" y="82"/>
                  </a:cubicBezTo>
                  <a:cubicBezTo>
                    <a:pt x="32" y="82"/>
                    <a:pt x="32" y="81"/>
                    <a:pt x="32" y="81"/>
                  </a:cubicBezTo>
                  <a:cubicBezTo>
                    <a:pt x="33" y="81"/>
                    <a:pt x="35" y="81"/>
                    <a:pt x="35" y="80"/>
                  </a:cubicBezTo>
                  <a:cubicBezTo>
                    <a:pt x="35" y="79"/>
                    <a:pt x="34" y="79"/>
                    <a:pt x="34" y="78"/>
                  </a:cubicBezTo>
                  <a:cubicBezTo>
                    <a:pt x="35" y="78"/>
                    <a:pt x="36" y="77"/>
                    <a:pt x="36" y="77"/>
                  </a:cubicBezTo>
                  <a:cubicBezTo>
                    <a:pt x="38" y="75"/>
                    <a:pt x="37" y="74"/>
                    <a:pt x="35" y="73"/>
                  </a:cubicBezTo>
                  <a:cubicBezTo>
                    <a:pt x="33" y="71"/>
                    <a:pt x="29" y="70"/>
                    <a:pt x="29" y="66"/>
                  </a:cubicBezTo>
                  <a:cubicBezTo>
                    <a:pt x="29" y="64"/>
                    <a:pt x="29" y="62"/>
                    <a:pt x="30" y="60"/>
                  </a:cubicBezTo>
                  <a:cubicBezTo>
                    <a:pt x="31" y="58"/>
                    <a:pt x="31" y="58"/>
                    <a:pt x="30" y="56"/>
                  </a:cubicBezTo>
                  <a:cubicBezTo>
                    <a:pt x="29" y="56"/>
                    <a:pt x="33" y="53"/>
                    <a:pt x="33" y="53"/>
                  </a:cubicBezTo>
                  <a:cubicBezTo>
                    <a:pt x="35" y="51"/>
                    <a:pt x="36" y="49"/>
                    <a:pt x="39" y="48"/>
                  </a:cubicBezTo>
                  <a:cubicBezTo>
                    <a:pt x="42" y="47"/>
                    <a:pt x="47" y="44"/>
                    <a:pt x="49" y="41"/>
                  </a:cubicBezTo>
                  <a:cubicBezTo>
                    <a:pt x="51" y="38"/>
                    <a:pt x="46" y="36"/>
                    <a:pt x="50" y="35"/>
                  </a:cubicBezTo>
                  <a:cubicBezTo>
                    <a:pt x="52" y="34"/>
                    <a:pt x="51" y="34"/>
                    <a:pt x="50" y="32"/>
                  </a:cubicBezTo>
                  <a:cubicBezTo>
                    <a:pt x="50" y="31"/>
                    <a:pt x="53" y="30"/>
                    <a:pt x="54" y="30"/>
                  </a:cubicBezTo>
                  <a:cubicBezTo>
                    <a:pt x="56" y="28"/>
                    <a:pt x="57" y="27"/>
                    <a:pt x="58" y="29"/>
                  </a:cubicBezTo>
                  <a:cubicBezTo>
                    <a:pt x="59" y="29"/>
                    <a:pt x="60" y="28"/>
                    <a:pt x="60" y="28"/>
                  </a:cubicBezTo>
                  <a:cubicBezTo>
                    <a:pt x="61" y="28"/>
                    <a:pt x="62" y="28"/>
                    <a:pt x="63" y="28"/>
                  </a:cubicBezTo>
                  <a:cubicBezTo>
                    <a:pt x="63" y="27"/>
                    <a:pt x="62" y="27"/>
                    <a:pt x="61" y="25"/>
                  </a:cubicBezTo>
                  <a:cubicBezTo>
                    <a:pt x="60" y="24"/>
                    <a:pt x="61" y="26"/>
                    <a:pt x="61" y="2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71" name="Freeform 718">
              <a:extLst>
                <a:ext uri="{FF2B5EF4-FFF2-40B4-BE49-F238E27FC236}">
                  <a16:creationId xmlns:a16="http://schemas.microsoft.com/office/drawing/2014/main" id="{971B84F5-AA34-E116-DCFD-E26640B58EC2}"/>
                </a:ext>
              </a:extLst>
            </p:cNvPr>
            <p:cNvSpPr>
              <a:spLocks/>
            </p:cNvSpPr>
            <p:nvPr/>
          </p:nvSpPr>
          <p:spPr bwMode="auto">
            <a:xfrm>
              <a:off x="12649240" y="5057512"/>
              <a:ext cx="503186" cy="786831"/>
            </a:xfrm>
            <a:custGeom>
              <a:avLst/>
              <a:gdLst>
                <a:gd name="T0" fmla="*/ 53 w 54"/>
                <a:gd name="T1" fmla="*/ 59 h 84"/>
                <a:gd name="T2" fmla="*/ 47 w 54"/>
                <a:gd name="T3" fmla="*/ 55 h 84"/>
                <a:gd name="T4" fmla="*/ 49 w 54"/>
                <a:gd name="T5" fmla="*/ 51 h 84"/>
                <a:gd name="T6" fmla="*/ 44 w 54"/>
                <a:gd name="T7" fmla="*/ 44 h 84"/>
                <a:gd name="T8" fmla="*/ 46 w 54"/>
                <a:gd name="T9" fmla="*/ 43 h 84"/>
                <a:gd name="T10" fmla="*/ 44 w 54"/>
                <a:gd name="T11" fmla="*/ 38 h 84"/>
                <a:gd name="T12" fmla="*/ 45 w 54"/>
                <a:gd name="T13" fmla="*/ 36 h 84"/>
                <a:gd name="T14" fmla="*/ 44 w 54"/>
                <a:gd name="T15" fmla="*/ 32 h 84"/>
                <a:gd name="T16" fmla="*/ 42 w 54"/>
                <a:gd name="T17" fmla="*/ 26 h 84"/>
                <a:gd name="T18" fmla="*/ 45 w 54"/>
                <a:gd name="T19" fmla="*/ 23 h 84"/>
                <a:gd name="T20" fmla="*/ 44 w 54"/>
                <a:gd name="T21" fmla="*/ 19 h 84"/>
                <a:gd name="T22" fmla="*/ 38 w 54"/>
                <a:gd name="T23" fmla="*/ 13 h 84"/>
                <a:gd name="T24" fmla="*/ 40 w 54"/>
                <a:gd name="T25" fmla="*/ 12 h 84"/>
                <a:gd name="T26" fmla="*/ 39 w 54"/>
                <a:gd name="T27" fmla="*/ 10 h 84"/>
                <a:gd name="T28" fmla="*/ 41 w 54"/>
                <a:gd name="T29" fmla="*/ 3 h 84"/>
                <a:gd name="T30" fmla="*/ 37 w 54"/>
                <a:gd name="T31" fmla="*/ 1 h 84"/>
                <a:gd name="T32" fmla="*/ 34 w 54"/>
                <a:gd name="T33" fmla="*/ 0 h 84"/>
                <a:gd name="T34" fmla="*/ 29 w 54"/>
                <a:gd name="T35" fmla="*/ 1 h 84"/>
                <a:gd name="T36" fmla="*/ 25 w 54"/>
                <a:gd name="T37" fmla="*/ 5 h 84"/>
                <a:gd name="T38" fmla="*/ 24 w 54"/>
                <a:gd name="T39" fmla="*/ 10 h 84"/>
                <a:gd name="T40" fmla="*/ 21 w 54"/>
                <a:gd name="T41" fmla="*/ 13 h 84"/>
                <a:gd name="T42" fmla="*/ 17 w 54"/>
                <a:gd name="T43" fmla="*/ 11 h 84"/>
                <a:gd name="T44" fmla="*/ 14 w 54"/>
                <a:gd name="T45" fmla="*/ 12 h 84"/>
                <a:gd name="T46" fmla="*/ 7 w 54"/>
                <a:gd name="T47" fmla="*/ 10 h 84"/>
                <a:gd name="T48" fmla="*/ 4 w 54"/>
                <a:gd name="T49" fmla="*/ 7 h 84"/>
                <a:gd name="T50" fmla="*/ 0 w 54"/>
                <a:gd name="T51" fmla="*/ 9 h 84"/>
                <a:gd name="T52" fmla="*/ 8 w 54"/>
                <a:gd name="T53" fmla="*/ 14 h 84"/>
                <a:gd name="T54" fmla="*/ 12 w 54"/>
                <a:gd name="T55" fmla="*/ 16 h 84"/>
                <a:gd name="T56" fmla="*/ 14 w 54"/>
                <a:gd name="T57" fmla="*/ 19 h 84"/>
                <a:gd name="T58" fmla="*/ 14 w 54"/>
                <a:gd name="T59" fmla="*/ 21 h 84"/>
                <a:gd name="T60" fmla="*/ 15 w 54"/>
                <a:gd name="T61" fmla="*/ 24 h 84"/>
                <a:gd name="T62" fmla="*/ 15 w 54"/>
                <a:gd name="T63" fmla="*/ 27 h 84"/>
                <a:gd name="T64" fmla="*/ 16 w 54"/>
                <a:gd name="T65" fmla="*/ 29 h 84"/>
                <a:gd name="T66" fmla="*/ 15 w 54"/>
                <a:gd name="T67" fmla="*/ 33 h 84"/>
                <a:gd name="T68" fmla="*/ 17 w 54"/>
                <a:gd name="T69" fmla="*/ 36 h 84"/>
                <a:gd name="T70" fmla="*/ 21 w 54"/>
                <a:gd name="T71" fmla="*/ 38 h 84"/>
                <a:gd name="T72" fmla="*/ 22 w 54"/>
                <a:gd name="T73" fmla="*/ 41 h 84"/>
                <a:gd name="T74" fmla="*/ 23 w 54"/>
                <a:gd name="T75" fmla="*/ 44 h 84"/>
                <a:gd name="T76" fmla="*/ 20 w 54"/>
                <a:gd name="T77" fmla="*/ 44 h 84"/>
                <a:gd name="T78" fmla="*/ 16 w 54"/>
                <a:gd name="T79" fmla="*/ 49 h 84"/>
                <a:gd name="T80" fmla="*/ 13 w 54"/>
                <a:gd name="T81" fmla="*/ 51 h 84"/>
                <a:gd name="T82" fmla="*/ 10 w 54"/>
                <a:gd name="T83" fmla="*/ 54 h 84"/>
                <a:gd name="T84" fmla="*/ 4 w 54"/>
                <a:gd name="T85" fmla="*/ 57 h 84"/>
                <a:gd name="T86" fmla="*/ 2 w 54"/>
                <a:gd name="T87" fmla="*/ 62 h 84"/>
                <a:gd name="T88" fmla="*/ 4 w 54"/>
                <a:gd name="T89" fmla="*/ 67 h 84"/>
                <a:gd name="T90" fmla="*/ 4 w 54"/>
                <a:gd name="T91" fmla="*/ 73 h 84"/>
                <a:gd name="T92" fmla="*/ 4 w 54"/>
                <a:gd name="T93" fmla="*/ 78 h 84"/>
                <a:gd name="T94" fmla="*/ 7 w 54"/>
                <a:gd name="T95" fmla="*/ 80 h 84"/>
                <a:gd name="T96" fmla="*/ 5 w 54"/>
                <a:gd name="T97" fmla="*/ 81 h 84"/>
                <a:gd name="T98" fmla="*/ 8 w 54"/>
                <a:gd name="T99" fmla="*/ 79 h 84"/>
                <a:gd name="T100" fmla="*/ 8 w 54"/>
                <a:gd name="T101" fmla="*/ 83 h 84"/>
                <a:gd name="T102" fmla="*/ 11 w 54"/>
                <a:gd name="T103" fmla="*/ 80 h 84"/>
                <a:gd name="T104" fmla="*/ 11 w 54"/>
                <a:gd name="T105" fmla="*/ 83 h 84"/>
                <a:gd name="T106" fmla="*/ 23 w 54"/>
                <a:gd name="T107" fmla="*/ 80 h 84"/>
                <a:gd name="T108" fmla="*/ 36 w 54"/>
                <a:gd name="T109" fmla="*/ 78 h 84"/>
                <a:gd name="T110" fmla="*/ 46 w 54"/>
                <a:gd name="T111" fmla="*/ 68 h 84"/>
                <a:gd name="T112" fmla="*/ 53 w 54"/>
                <a:gd name="T113" fmla="*/ 59 h 84"/>
                <a:gd name="T114" fmla="*/ 53 w 54"/>
                <a:gd name="T115" fmla="*/ 5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84">
                  <a:moveTo>
                    <a:pt x="53" y="59"/>
                  </a:moveTo>
                  <a:cubicBezTo>
                    <a:pt x="52" y="57"/>
                    <a:pt x="49" y="56"/>
                    <a:pt x="47" y="55"/>
                  </a:cubicBezTo>
                  <a:cubicBezTo>
                    <a:pt x="44" y="53"/>
                    <a:pt x="48" y="53"/>
                    <a:pt x="49" y="51"/>
                  </a:cubicBezTo>
                  <a:cubicBezTo>
                    <a:pt x="49" y="51"/>
                    <a:pt x="45" y="45"/>
                    <a:pt x="44" y="44"/>
                  </a:cubicBezTo>
                  <a:cubicBezTo>
                    <a:pt x="44" y="44"/>
                    <a:pt x="46" y="43"/>
                    <a:pt x="46" y="43"/>
                  </a:cubicBezTo>
                  <a:cubicBezTo>
                    <a:pt x="46" y="42"/>
                    <a:pt x="44" y="39"/>
                    <a:pt x="44" y="38"/>
                  </a:cubicBezTo>
                  <a:cubicBezTo>
                    <a:pt x="44" y="37"/>
                    <a:pt x="45" y="37"/>
                    <a:pt x="45" y="36"/>
                  </a:cubicBezTo>
                  <a:cubicBezTo>
                    <a:pt x="46" y="35"/>
                    <a:pt x="44" y="33"/>
                    <a:pt x="44" y="32"/>
                  </a:cubicBezTo>
                  <a:cubicBezTo>
                    <a:pt x="42" y="30"/>
                    <a:pt x="40" y="28"/>
                    <a:pt x="42" y="26"/>
                  </a:cubicBezTo>
                  <a:cubicBezTo>
                    <a:pt x="43" y="25"/>
                    <a:pt x="45" y="24"/>
                    <a:pt x="45" y="23"/>
                  </a:cubicBezTo>
                  <a:cubicBezTo>
                    <a:pt x="46" y="21"/>
                    <a:pt x="44" y="20"/>
                    <a:pt x="44" y="19"/>
                  </a:cubicBezTo>
                  <a:cubicBezTo>
                    <a:pt x="43" y="18"/>
                    <a:pt x="36" y="15"/>
                    <a:pt x="38" y="13"/>
                  </a:cubicBezTo>
                  <a:cubicBezTo>
                    <a:pt x="38" y="13"/>
                    <a:pt x="40" y="12"/>
                    <a:pt x="40" y="12"/>
                  </a:cubicBezTo>
                  <a:cubicBezTo>
                    <a:pt x="40" y="12"/>
                    <a:pt x="37" y="10"/>
                    <a:pt x="39" y="10"/>
                  </a:cubicBezTo>
                  <a:cubicBezTo>
                    <a:pt x="42" y="10"/>
                    <a:pt x="44" y="5"/>
                    <a:pt x="41" y="3"/>
                  </a:cubicBezTo>
                  <a:cubicBezTo>
                    <a:pt x="40" y="2"/>
                    <a:pt x="38" y="2"/>
                    <a:pt x="37" y="1"/>
                  </a:cubicBezTo>
                  <a:cubicBezTo>
                    <a:pt x="36" y="0"/>
                    <a:pt x="35" y="0"/>
                    <a:pt x="34" y="0"/>
                  </a:cubicBezTo>
                  <a:cubicBezTo>
                    <a:pt x="32" y="1"/>
                    <a:pt x="31" y="0"/>
                    <a:pt x="29" y="1"/>
                  </a:cubicBezTo>
                  <a:cubicBezTo>
                    <a:pt x="28" y="2"/>
                    <a:pt x="26" y="4"/>
                    <a:pt x="25" y="5"/>
                  </a:cubicBezTo>
                  <a:cubicBezTo>
                    <a:pt x="25" y="6"/>
                    <a:pt x="25" y="10"/>
                    <a:pt x="24" y="10"/>
                  </a:cubicBezTo>
                  <a:cubicBezTo>
                    <a:pt x="23" y="11"/>
                    <a:pt x="22" y="12"/>
                    <a:pt x="21" y="13"/>
                  </a:cubicBezTo>
                  <a:cubicBezTo>
                    <a:pt x="20" y="13"/>
                    <a:pt x="18" y="11"/>
                    <a:pt x="17" y="11"/>
                  </a:cubicBezTo>
                  <a:cubicBezTo>
                    <a:pt x="16" y="11"/>
                    <a:pt x="15" y="12"/>
                    <a:pt x="14" y="12"/>
                  </a:cubicBezTo>
                  <a:cubicBezTo>
                    <a:pt x="11" y="13"/>
                    <a:pt x="9" y="12"/>
                    <a:pt x="7" y="10"/>
                  </a:cubicBezTo>
                  <a:cubicBezTo>
                    <a:pt x="7" y="9"/>
                    <a:pt x="5" y="7"/>
                    <a:pt x="4" y="7"/>
                  </a:cubicBezTo>
                  <a:cubicBezTo>
                    <a:pt x="3" y="7"/>
                    <a:pt x="1" y="9"/>
                    <a:pt x="0" y="9"/>
                  </a:cubicBezTo>
                  <a:cubicBezTo>
                    <a:pt x="2" y="11"/>
                    <a:pt x="5" y="13"/>
                    <a:pt x="8" y="14"/>
                  </a:cubicBezTo>
                  <a:cubicBezTo>
                    <a:pt x="9" y="14"/>
                    <a:pt x="11" y="15"/>
                    <a:pt x="12" y="16"/>
                  </a:cubicBezTo>
                  <a:cubicBezTo>
                    <a:pt x="13" y="17"/>
                    <a:pt x="13" y="18"/>
                    <a:pt x="14" y="19"/>
                  </a:cubicBezTo>
                  <a:cubicBezTo>
                    <a:pt x="14" y="20"/>
                    <a:pt x="13" y="20"/>
                    <a:pt x="14" y="21"/>
                  </a:cubicBezTo>
                  <a:cubicBezTo>
                    <a:pt x="14" y="22"/>
                    <a:pt x="16" y="23"/>
                    <a:pt x="15" y="24"/>
                  </a:cubicBezTo>
                  <a:cubicBezTo>
                    <a:pt x="15" y="25"/>
                    <a:pt x="14" y="26"/>
                    <a:pt x="15" y="27"/>
                  </a:cubicBezTo>
                  <a:cubicBezTo>
                    <a:pt x="15" y="27"/>
                    <a:pt x="16" y="29"/>
                    <a:pt x="16" y="29"/>
                  </a:cubicBezTo>
                  <a:cubicBezTo>
                    <a:pt x="15" y="30"/>
                    <a:pt x="15" y="32"/>
                    <a:pt x="15" y="33"/>
                  </a:cubicBezTo>
                  <a:cubicBezTo>
                    <a:pt x="15" y="33"/>
                    <a:pt x="17" y="36"/>
                    <a:pt x="17" y="36"/>
                  </a:cubicBezTo>
                  <a:cubicBezTo>
                    <a:pt x="18" y="37"/>
                    <a:pt x="20" y="38"/>
                    <a:pt x="21" y="38"/>
                  </a:cubicBezTo>
                  <a:cubicBezTo>
                    <a:pt x="22" y="39"/>
                    <a:pt x="22" y="40"/>
                    <a:pt x="22" y="41"/>
                  </a:cubicBezTo>
                  <a:cubicBezTo>
                    <a:pt x="22" y="42"/>
                    <a:pt x="23" y="43"/>
                    <a:pt x="23" y="44"/>
                  </a:cubicBezTo>
                  <a:cubicBezTo>
                    <a:pt x="23" y="45"/>
                    <a:pt x="21" y="44"/>
                    <a:pt x="20" y="44"/>
                  </a:cubicBezTo>
                  <a:cubicBezTo>
                    <a:pt x="19" y="44"/>
                    <a:pt x="16" y="48"/>
                    <a:pt x="16" y="49"/>
                  </a:cubicBezTo>
                  <a:cubicBezTo>
                    <a:pt x="15" y="50"/>
                    <a:pt x="14" y="50"/>
                    <a:pt x="13" y="51"/>
                  </a:cubicBezTo>
                  <a:cubicBezTo>
                    <a:pt x="12" y="52"/>
                    <a:pt x="11" y="53"/>
                    <a:pt x="10" y="54"/>
                  </a:cubicBezTo>
                  <a:cubicBezTo>
                    <a:pt x="9" y="54"/>
                    <a:pt x="4" y="58"/>
                    <a:pt x="4" y="57"/>
                  </a:cubicBezTo>
                  <a:cubicBezTo>
                    <a:pt x="4" y="59"/>
                    <a:pt x="2" y="60"/>
                    <a:pt x="2" y="62"/>
                  </a:cubicBezTo>
                  <a:cubicBezTo>
                    <a:pt x="3" y="64"/>
                    <a:pt x="2" y="67"/>
                    <a:pt x="4" y="67"/>
                  </a:cubicBezTo>
                  <a:cubicBezTo>
                    <a:pt x="5" y="67"/>
                    <a:pt x="4" y="72"/>
                    <a:pt x="4" y="73"/>
                  </a:cubicBezTo>
                  <a:cubicBezTo>
                    <a:pt x="4" y="75"/>
                    <a:pt x="2" y="77"/>
                    <a:pt x="4" y="78"/>
                  </a:cubicBezTo>
                  <a:cubicBezTo>
                    <a:pt x="4" y="78"/>
                    <a:pt x="8" y="79"/>
                    <a:pt x="7" y="80"/>
                  </a:cubicBezTo>
                  <a:cubicBezTo>
                    <a:pt x="7" y="80"/>
                    <a:pt x="5" y="81"/>
                    <a:pt x="5" y="81"/>
                  </a:cubicBezTo>
                  <a:cubicBezTo>
                    <a:pt x="7" y="81"/>
                    <a:pt x="7" y="79"/>
                    <a:pt x="8" y="79"/>
                  </a:cubicBezTo>
                  <a:cubicBezTo>
                    <a:pt x="10" y="78"/>
                    <a:pt x="8" y="83"/>
                    <a:pt x="8" y="83"/>
                  </a:cubicBezTo>
                  <a:cubicBezTo>
                    <a:pt x="8" y="83"/>
                    <a:pt x="11" y="80"/>
                    <a:pt x="11" y="80"/>
                  </a:cubicBezTo>
                  <a:cubicBezTo>
                    <a:pt x="12" y="79"/>
                    <a:pt x="11" y="83"/>
                    <a:pt x="11" y="83"/>
                  </a:cubicBezTo>
                  <a:cubicBezTo>
                    <a:pt x="14" y="84"/>
                    <a:pt x="20" y="81"/>
                    <a:pt x="23" y="80"/>
                  </a:cubicBezTo>
                  <a:cubicBezTo>
                    <a:pt x="27" y="79"/>
                    <a:pt x="31" y="79"/>
                    <a:pt x="36" y="78"/>
                  </a:cubicBezTo>
                  <a:cubicBezTo>
                    <a:pt x="39" y="74"/>
                    <a:pt x="43" y="71"/>
                    <a:pt x="46" y="68"/>
                  </a:cubicBezTo>
                  <a:cubicBezTo>
                    <a:pt x="48" y="66"/>
                    <a:pt x="54" y="62"/>
                    <a:pt x="53" y="59"/>
                  </a:cubicBezTo>
                  <a:cubicBezTo>
                    <a:pt x="52" y="57"/>
                    <a:pt x="54" y="62"/>
                    <a:pt x="53" y="5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72" name="Freeform 719">
              <a:extLst>
                <a:ext uri="{FF2B5EF4-FFF2-40B4-BE49-F238E27FC236}">
                  <a16:creationId xmlns:a16="http://schemas.microsoft.com/office/drawing/2014/main" id="{4113E574-DBF5-3CBE-EB30-091A2A2B82F6}"/>
                </a:ext>
              </a:extLst>
            </p:cNvPr>
            <p:cNvSpPr>
              <a:spLocks/>
            </p:cNvSpPr>
            <p:nvPr/>
          </p:nvSpPr>
          <p:spPr bwMode="auto">
            <a:xfrm>
              <a:off x="11929493" y="4965129"/>
              <a:ext cx="1194269" cy="1000263"/>
            </a:xfrm>
            <a:custGeom>
              <a:avLst/>
              <a:gdLst>
                <a:gd name="T0" fmla="*/ 38 w 128"/>
                <a:gd name="T1" fmla="*/ 87 h 107"/>
                <a:gd name="T2" fmla="*/ 38 w 128"/>
                <a:gd name="T3" fmla="*/ 63 h 107"/>
                <a:gd name="T4" fmla="*/ 47 w 128"/>
                <a:gd name="T5" fmla="*/ 52 h 107"/>
                <a:gd name="T6" fmla="*/ 56 w 128"/>
                <a:gd name="T7" fmla="*/ 34 h 107"/>
                <a:gd name="T8" fmla="*/ 72 w 128"/>
                <a:gd name="T9" fmla="*/ 25 h 107"/>
                <a:gd name="T10" fmla="*/ 86 w 128"/>
                <a:gd name="T11" fmla="*/ 22 h 107"/>
                <a:gd name="T12" fmla="*/ 102 w 128"/>
                <a:gd name="T13" fmla="*/ 20 h 107"/>
                <a:gd name="T14" fmla="*/ 112 w 128"/>
                <a:gd name="T15" fmla="*/ 10 h 107"/>
                <a:gd name="T16" fmla="*/ 120 w 128"/>
                <a:gd name="T17" fmla="*/ 13 h 107"/>
                <a:gd name="T18" fmla="*/ 127 w 128"/>
                <a:gd name="T19" fmla="*/ 6 h 107"/>
                <a:gd name="T20" fmla="*/ 114 w 128"/>
                <a:gd name="T21" fmla="*/ 5 h 107"/>
                <a:gd name="T22" fmla="*/ 116 w 128"/>
                <a:gd name="T23" fmla="*/ 2 h 107"/>
                <a:gd name="T24" fmla="*/ 106 w 128"/>
                <a:gd name="T25" fmla="*/ 3 h 107"/>
                <a:gd name="T26" fmla="*/ 100 w 128"/>
                <a:gd name="T27" fmla="*/ 1 h 107"/>
                <a:gd name="T28" fmla="*/ 95 w 128"/>
                <a:gd name="T29" fmla="*/ 3 h 107"/>
                <a:gd name="T30" fmla="*/ 91 w 128"/>
                <a:gd name="T31" fmla="*/ 6 h 107"/>
                <a:gd name="T32" fmla="*/ 90 w 128"/>
                <a:gd name="T33" fmla="*/ 11 h 107"/>
                <a:gd name="T34" fmla="*/ 84 w 128"/>
                <a:gd name="T35" fmla="*/ 10 h 107"/>
                <a:gd name="T36" fmla="*/ 80 w 128"/>
                <a:gd name="T37" fmla="*/ 13 h 107"/>
                <a:gd name="T38" fmla="*/ 76 w 128"/>
                <a:gd name="T39" fmla="*/ 15 h 107"/>
                <a:gd name="T40" fmla="*/ 72 w 128"/>
                <a:gd name="T41" fmla="*/ 16 h 107"/>
                <a:gd name="T42" fmla="*/ 68 w 128"/>
                <a:gd name="T43" fmla="*/ 10 h 107"/>
                <a:gd name="T44" fmla="*/ 67 w 128"/>
                <a:gd name="T45" fmla="*/ 14 h 107"/>
                <a:gd name="T46" fmla="*/ 65 w 128"/>
                <a:gd name="T47" fmla="*/ 14 h 107"/>
                <a:gd name="T48" fmla="*/ 62 w 128"/>
                <a:gd name="T49" fmla="*/ 18 h 107"/>
                <a:gd name="T50" fmla="*/ 61 w 128"/>
                <a:gd name="T51" fmla="*/ 21 h 107"/>
                <a:gd name="T52" fmla="*/ 57 w 128"/>
                <a:gd name="T53" fmla="*/ 20 h 107"/>
                <a:gd name="T54" fmla="*/ 54 w 128"/>
                <a:gd name="T55" fmla="*/ 20 h 107"/>
                <a:gd name="T56" fmla="*/ 51 w 128"/>
                <a:gd name="T57" fmla="*/ 22 h 107"/>
                <a:gd name="T58" fmla="*/ 49 w 128"/>
                <a:gd name="T59" fmla="*/ 23 h 107"/>
                <a:gd name="T60" fmla="*/ 54 w 128"/>
                <a:gd name="T61" fmla="*/ 25 h 107"/>
                <a:gd name="T62" fmla="*/ 56 w 128"/>
                <a:gd name="T63" fmla="*/ 25 h 107"/>
                <a:gd name="T64" fmla="*/ 57 w 128"/>
                <a:gd name="T65" fmla="*/ 28 h 107"/>
                <a:gd name="T66" fmla="*/ 49 w 128"/>
                <a:gd name="T67" fmla="*/ 31 h 107"/>
                <a:gd name="T68" fmla="*/ 53 w 128"/>
                <a:gd name="T69" fmla="*/ 33 h 107"/>
                <a:gd name="T70" fmla="*/ 49 w 128"/>
                <a:gd name="T71" fmla="*/ 35 h 107"/>
                <a:gd name="T72" fmla="*/ 43 w 128"/>
                <a:gd name="T73" fmla="*/ 40 h 107"/>
                <a:gd name="T74" fmla="*/ 42 w 128"/>
                <a:gd name="T75" fmla="*/ 43 h 107"/>
                <a:gd name="T76" fmla="*/ 39 w 128"/>
                <a:gd name="T77" fmla="*/ 45 h 107"/>
                <a:gd name="T78" fmla="*/ 39 w 128"/>
                <a:gd name="T79" fmla="*/ 49 h 107"/>
                <a:gd name="T80" fmla="*/ 39 w 128"/>
                <a:gd name="T81" fmla="*/ 52 h 107"/>
                <a:gd name="T82" fmla="*/ 35 w 128"/>
                <a:gd name="T83" fmla="*/ 56 h 107"/>
                <a:gd name="T84" fmla="*/ 27 w 128"/>
                <a:gd name="T85" fmla="*/ 62 h 107"/>
                <a:gd name="T86" fmla="*/ 31 w 128"/>
                <a:gd name="T87" fmla="*/ 64 h 107"/>
                <a:gd name="T88" fmla="*/ 28 w 128"/>
                <a:gd name="T89" fmla="*/ 66 h 107"/>
                <a:gd name="T90" fmla="*/ 19 w 128"/>
                <a:gd name="T91" fmla="*/ 68 h 107"/>
                <a:gd name="T92" fmla="*/ 16 w 128"/>
                <a:gd name="T93" fmla="*/ 72 h 107"/>
                <a:gd name="T94" fmla="*/ 10 w 128"/>
                <a:gd name="T95" fmla="*/ 73 h 107"/>
                <a:gd name="T96" fmla="*/ 10 w 128"/>
                <a:gd name="T97" fmla="*/ 74 h 107"/>
                <a:gd name="T98" fmla="*/ 5 w 128"/>
                <a:gd name="T99" fmla="*/ 75 h 107"/>
                <a:gd name="T100" fmla="*/ 4 w 128"/>
                <a:gd name="T101" fmla="*/ 81 h 107"/>
                <a:gd name="T102" fmla="*/ 1 w 128"/>
                <a:gd name="T103" fmla="*/ 86 h 107"/>
                <a:gd name="T104" fmla="*/ 6 w 128"/>
                <a:gd name="T105" fmla="*/ 92 h 107"/>
                <a:gd name="T106" fmla="*/ 7 w 128"/>
                <a:gd name="T107" fmla="*/ 94 h 107"/>
                <a:gd name="T108" fmla="*/ 3 w 128"/>
                <a:gd name="T109" fmla="*/ 93 h 107"/>
                <a:gd name="T110" fmla="*/ 5 w 128"/>
                <a:gd name="T111" fmla="*/ 97 h 107"/>
                <a:gd name="T112" fmla="*/ 5 w 128"/>
                <a:gd name="T113" fmla="*/ 103 h 107"/>
                <a:gd name="T114" fmla="*/ 27 w 128"/>
                <a:gd name="T115" fmla="*/ 99 h 107"/>
                <a:gd name="T116" fmla="*/ 34 w 128"/>
                <a:gd name="T1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07">
                  <a:moveTo>
                    <a:pt x="34" y="101"/>
                  </a:moveTo>
                  <a:cubicBezTo>
                    <a:pt x="34" y="101"/>
                    <a:pt x="35" y="98"/>
                    <a:pt x="35" y="97"/>
                  </a:cubicBezTo>
                  <a:cubicBezTo>
                    <a:pt x="35" y="95"/>
                    <a:pt x="36" y="94"/>
                    <a:pt x="38" y="93"/>
                  </a:cubicBezTo>
                  <a:cubicBezTo>
                    <a:pt x="40" y="91"/>
                    <a:pt x="38" y="88"/>
                    <a:pt x="38" y="87"/>
                  </a:cubicBezTo>
                  <a:cubicBezTo>
                    <a:pt x="38" y="84"/>
                    <a:pt x="42" y="84"/>
                    <a:pt x="39" y="82"/>
                  </a:cubicBezTo>
                  <a:cubicBezTo>
                    <a:pt x="37" y="80"/>
                    <a:pt x="36" y="80"/>
                    <a:pt x="37" y="77"/>
                  </a:cubicBezTo>
                  <a:cubicBezTo>
                    <a:pt x="38" y="75"/>
                    <a:pt x="37" y="73"/>
                    <a:pt x="37" y="71"/>
                  </a:cubicBezTo>
                  <a:cubicBezTo>
                    <a:pt x="36" y="68"/>
                    <a:pt x="35" y="65"/>
                    <a:pt x="38" y="63"/>
                  </a:cubicBezTo>
                  <a:cubicBezTo>
                    <a:pt x="39" y="62"/>
                    <a:pt x="41" y="62"/>
                    <a:pt x="42" y="61"/>
                  </a:cubicBezTo>
                  <a:cubicBezTo>
                    <a:pt x="43" y="61"/>
                    <a:pt x="44" y="62"/>
                    <a:pt x="45" y="61"/>
                  </a:cubicBezTo>
                  <a:cubicBezTo>
                    <a:pt x="46" y="59"/>
                    <a:pt x="45" y="58"/>
                    <a:pt x="44" y="57"/>
                  </a:cubicBezTo>
                  <a:cubicBezTo>
                    <a:pt x="44" y="55"/>
                    <a:pt x="46" y="54"/>
                    <a:pt x="47" y="52"/>
                  </a:cubicBezTo>
                  <a:cubicBezTo>
                    <a:pt x="47" y="51"/>
                    <a:pt x="48" y="48"/>
                    <a:pt x="48" y="46"/>
                  </a:cubicBezTo>
                  <a:cubicBezTo>
                    <a:pt x="48" y="44"/>
                    <a:pt x="52" y="44"/>
                    <a:pt x="51" y="43"/>
                  </a:cubicBezTo>
                  <a:cubicBezTo>
                    <a:pt x="51" y="41"/>
                    <a:pt x="53" y="40"/>
                    <a:pt x="54" y="38"/>
                  </a:cubicBezTo>
                  <a:cubicBezTo>
                    <a:pt x="56" y="36"/>
                    <a:pt x="56" y="37"/>
                    <a:pt x="56" y="34"/>
                  </a:cubicBezTo>
                  <a:cubicBezTo>
                    <a:pt x="55" y="33"/>
                    <a:pt x="59" y="28"/>
                    <a:pt x="60" y="28"/>
                  </a:cubicBezTo>
                  <a:cubicBezTo>
                    <a:pt x="61" y="27"/>
                    <a:pt x="64" y="28"/>
                    <a:pt x="65" y="28"/>
                  </a:cubicBezTo>
                  <a:cubicBezTo>
                    <a:pt x="65" y="26"/>
                    <a:pt x="65" y="25"/>
                    <a:pt x="65" y="23"/>
                  </a:cubicBezTo>
                  <a:cubicBezTo>
                    <a:pt x="68" y="24"/>
                    <a:pt x="70" y="24"/>
                    <a:pt x="72" y="25"/>
                  </a:cubicBezTo>
                  <a:cubicBezTo>
                    <a:pt x="76" y="25"/>
                    <a:pt x="74" y="21"/>
                    <a:pt x="75" y="19"/>
                  </a:cubicBezTo>
                  <a:cubicBezTo>
                    <a:pt x="75" y="19"/>
                    <a:pt x="77" y="19"/>
                    <a:pt x="78" y="19"/>
                  </a:cubicBezTo>
                  <a:cubicBezTo>
                    <a:pt x="79" y="18"/>
                    <a:pt x="81" y="16"/>
                    <a:pt x="82" y="18"/>
                  </a:cubicBezTo>
                  <a:cubicBezTo>
                    <a:pt x="84" y="19"/>
                    <a:pt x="84" y="21"/>
                    <a:pt x="86" y="22"/>
                  </a:cubicBezTo>
                  <a:cubicBezTo>
                    <a:pt x="87" y="22"/>
                    <a:pt x="89" y="22"/>
                    <a:pt x="90" y="22"/>
                  </a:cubicBezTo>
                  <a:cubicBezTo>
                    <a:pt x="91" y="22"/>
                    <a:pt x="92" y="21"/>
                    <a:pt x="94" y="21"/>
                  </a:cubicBezTo>
                  <a:cubicBezTo>
                    <a:pt x="95" y="21"/>
                    <a:pt x="96" y="23"/>
                    <a:pt x="98" y="23"/>
                  </a:cubicBezTo>
                  <a:cubicBezTo>
                    <a:pt x="98" y="22"/>
                    <a:pt x="102" y="20"/>
                    <a:pt x="102" y="20"/>
                  </a:cubicBezTo>
                  <a:cubicBezTo>
                    <a:pt x="102" y="17"/>
                    <a:pt x="102" y="16"/>
                    <a:pt x="103" y="14"/>
                  </a:cubicBezTo>
                  <a:cubicBezTo>
                    <a:pt x="104" y="13"/>
                    <a:pt x="106" y="11"/>
                    <a:pt x="107" y="11"/>
                  </a:cubicBezTo>
                  <a:cubicBezTo>
                    <a:pt x="108" y="11"/>
                    <a:pt x="109" y="11"/>
                    <a:pt x="110" y="11"/>
                  </a:cubicBezTo>
                  <a:cubicBezTo>
                    <a:pt x="111" y="11"/>
                    <a:pt x="111" y="10"/>
                    <a:pt x="112" y="10"/>
                  </a:cubicBezTo>
                  <a:cubicBezTo>
                    <a:pt x="113" y="10"/>
                    <a:pt x="115" y="12"/>
                    <a:pt x="116" y="12"/>
                  </a:cubicBezTo>
                  <a:cubicBezTo>
                    <a:pt x="118" y="13"/>
                    <a:pt x="119" y="14"/>
                    <a:pt x="119" y="17"/>
                  </a:cubicBezTo>
                  <a:cubicBezTo>
                    <a:pt x="121" y="17"/>
                    <a:pt x="126" y="14"/>
                    <a:pt x="124" y="12"/>
                  </a:cubicBezTo>
                  <a:cubicBezTo>
                    <a:pt x="126" y="13"/>
                    <a:pt x="121" y="13"/>
                    <a:pt x="120" y="13"/>
                  </a:cubicBezTo>
                  <a:cubicBezTo>
                    <a:pt x="125" y="12"/>
                    <a:pt x="118" y="9"/>
                    <a:pt x="117" y="10"/>
                  </a:cubicBezTo>
                  <a:cubicBezTo>
                    <a:pt x="118" y="9"/>
                    <a:pt x="119" y="10"/>
                    <a:pt x="119" y="10"/>
                  </a:cubicBezTo>
                  <a:cubicBezTo>
                    <a:pt x="121" y="10"/>
                    <a:pt x="123" y="10"/>
                    <a:pt x="124" y="9"/>
                  </a:cubicBezTo>
                  <a:cubicBezTo>
                    <a:pt x="125" y="9"/>
                    <a:pt x="128" y="7"/>
                    <a:pt x="127" y="6"/>
                  </a:cubicBezTo>
                  <a:cubicBezTo>
                    <a:pt x="125" y="5"/>
                    <a:pt x="122" y="4"/>
                    <a:pt x="119" y="3"/>
                  </a:cubicBezTo>
                  <a:cubicBezTo>
                    <a:pt x="118" y="2"/>
                    <a:pt x="117" y="4"/>
                    <a:pt x="116" y="5"/>
                  </a:cubicBezTo>
                  <a:cubicBezTo>
                    <a:pt x="116" y="5"/>
                    <a:pt x="114" y="8"/>
                    <a:pt x="114" y="7"/>
                  </a:cubicBezTo>
                  <a:cubicBezTo>
                    <a:pt x="114" y="7"/>
                    <a:pt x="114" y="6"/>
                    <a:pt x="114" y="5"/>
                  </a:cubicBezTo>
                  <a:cubicBezTo>
                    <a:pt x="114" y="5"/>
                    <a:pt x="112" y="5"/>
                    <a:pt x="112" y="5"/>
                  </a:cubicBezTo>
                  <a:cubicBezTo>
                    <a:pt x="113" y="4"/>
                    <a:pt x="115" y="5"/>
                    <a:pt x="115" y="4"/>
                  </a:cubicBezTo>
                  <a:cubicBezTo>
                    <a:pt x="115" y="4"/>
                    <a:pt x="112" y="4"/>
                    <a:pt x="112" y="4"/>
                  </a:cubicBezTo>
                  <a:cubicBezTo>
                    <a:pt x="112" y="3"/>
                    <a:pt x="116" y="3"/>
                    <a:pt x="116" y="2"/>
                  </a:cubicBezTo>
                  <a:cubicBezTo>
                    <a:pt x="115" y="1"/>
                    <a:pt x="109" y="0"/>
                    <a:pt x="110" y="2"/>
                  </a:cubicBezTo>
                  <a:cubicBezTo>
                    <a:pt x="111" y="3"/>
                    <a:pt x="111" y="3"/>
                    <a:pt x="110" y="4"/>
                  </a:cubicBezTo>
                  <a:cubicBezTo>
                    <a:pt x="109" y="5"/>
                    <a:pt x="107" y="7"/>
                    <a:pt x="106" y="7"/>
                  </a:cubicBezTo>
                  <a:cubicBezTo>
                    <a:pt x="105" y="7"/>
                    <a:pt x="106" y="3"/>
                    <a:pt x="106" y="3"/>
                  </a:cubicBezTo>
                  <a:cubicBezTo>
                    <a:pt x="106" y="2"/>
                    <a:pt x="101" y="9"/>
                    <a:pt x="100" y="9"/>
                  </a:cubicBezTo>
                  <a:cubicBezTo>
                    <a:pt x="97" y="9"/>
                    <a:pt x="100" y="5"/>
                    <a:pt x="101" y="4"/>
                  </a:cubicBezTo>
                  <a:cubicBezTo>
                    <a:pt x="102" y="4"/>
                    <a:pt x="103" y="2"/>
                    <a:pt x="103" y="2"/>
                  </a:cubicBezTo>
                  <a:cubicBezTo>
                    <a:pt x="102" y="1"/>
                    <a:pt x="100" y="0"/>
                    <a:pt x="100" y="1"/>
                  </a:cubicBezTo>
                  <a:cubicBezTo>
                    <a:pt x="100" y="1"/>
                    <a:pt x="101" y="2"/>
                    <a:pt x="101" y="2"/>
                  </a:cubicBezTo>
                  <a:cubicBezTo>
                    <a:pt x="101" y="2"/>
                    <a:pt x="99" y="2"/>
                    <a:pt x="98" y="2"/>
                  </a:cubicBezTo>
                  <a:cubicBezTo>
                    <a:pt x="97" y="3"/>
                    <a:pt x="98" y="2"/>
                    <a:pt x="97" y="1"/>
                  </a:cubicBezTo>
                  <a:cubicBezTo>
                    <a:pt x="97" y="1"/>
                    <a:pt x="95" y="3"/>
                    <a:pt x="95" y="3"/>
                  </a:cubicBezTo>
                  <a:cubicBezTo>
                    <a:pt x="95" y="4"/>
                    <a:pt x="97" y="5"/>
                    <a:pt x="96" y="5"/>
                  </a:cubicBezTo>
                  <a:cubicBezTo>
                    <a:pt x="95" y="5"/>
                    <a:pt x="95" y="5"/>
                    <a:pt x="95" y="5"/>
                  </a:cubicBezTo>
                  <a:cubicBezTo>
                    <a:pt x="94" y="5"/>
                    <a:pt x="94" y="6"/>
                    <a:pt x="94" y="7"/>
                  </a:cubicBezTo>
                  <a:cubicBezTo>
                    <a:pt x="95" y="5"/>
                    <a:pt x="91" y="6"/>
                    <a:pt x="91" y="6"/>
                  </a:cubicBezTo>
                  <a:cubicBezTo>
                    <a:pt x="91" y="6"/>
                    <a:pt x="93" y="5"/>
                    <a:pt x="93" y="4"/>
                  </a:cubicBezTo>
                  <a:cubicBezTo>
                    <a:pt x="93" y="5"/>
                    <a:pt x="89" y="6"/>
                    <a:pt x="88" y="6"/>
                  </a:cubicBezTo>
                  <a:cubicBezTo>
                    <a:pt x="87" y="6"/>
                    <a:pt x="91" y="9"/>
                    <a:pt x="91" y="9"/>
                  </a:cubicBezTo>
                  <a:cubicBezTo>
                    <a:pt x="91" y="9"/>
                    <a:pt x="90" y="11"/>
                    <a:pt x="90" y="11"/>
                  </a:cubicBezTo>
                  <a:cubicBezTo>
                    <a:pt x="90" y="11"/>
                    <a:pt x="87" y="8"/>
                    <a:pt x="87" y="8"/>
                  </a:cubicBezTo>
                  <a:cubicBezTo>
                    <a:pt x="87" y="8"/>
                    <a:pt x="85" y="11"/>
                    <a:pt x="85" y="8"/>
                  </a:cubicBezTo>
                  <a:cubicBezTo>
                    <a:pt x="84" y="7"/>
                    <a:pt x="81" y="9"/>
                    <a:pt x="80" y="8"/>
                  </a:cubicBezTo>
                  <a:cubicBezTo>
                    <a:pt x="81" y="9"/>
                    <a:pt x="84" y="9"/>
                    <a:pt x="84" y="10"/>
                  </a:cubicBezTo>
                  <a:cubicBezTo>
                    <a:pt x="84" y="10"/>
                    <a:pt x="83" y="10"/>
                    <a:pt x="83" y="11"/>
                  </a:cubicBezTo>
                  <a:cubicBezTo>
                    <a:pt x="83" y="12"/>
                    <a:pt x="84" y="12"/>
                    <a:pt x="84" y="13"/>
                  </a:cubicBezTo>
                  <a:cubicBezTo>
                    <a:pt x="84" y="13"/>
                    <a:pt x="81" y="12"/>
                    <a:pt x="81" y="11"/>
                  </a:cubicBezTo>
                  <a:cubicBezTo>
                    <a:pt x="80" y="11"/>
                    <a:pt x="80" y="12"/>
                    <a:pt x="80" y="13"/>
                  </a:cubicBezTo>
                  <a:cubicBezTo>
                    <a:pt x="79" y="13"/>
                    <a:pt x="79" y="12"/>
                    <a:pt x="79" y="11"/>
                  </a:cubicBezTo>
                  <a:cubicBezTo>
                    <a:pt x="79" y="11"/>
                    <a:pt x="77" y="13"/>
                    <a:pt x="77" y="13"/>
                  </a:cubicBezTo>
                  <a:cubicBezTo>
                    <a:pt x="76" y="14"/>
                    <a:pt x="78" y="14"/>
                    <a:pt x="78" y="15"/>
                  </a:cubicBezTo>
                  <a:cubicBezTo>
                    <a:pt x="78" y="15"/>
                    <a:pt x="76" y="15"/>
                    <a:pt x="76" y="15"/>
                  </a:cubicBezTo>
                  <a:cubicBezTo>
                    <a:pt x="75" y="14"/>
                    <a:pt x="76" y="13"/>
                    <a:pt x="76" y="12"/>
                  </a:cubicBezTo>
                  <a:cubicBezTo>
                    <a:pt x="76" y="12"/>
                    <a:pt x="73" y="14"/>
                    <a:pt x="73" y="14"/>
                  </a:cubicBezTo>
                  <a:cubicBezTo>
                    <a:pt x="73" y="14"/>
                    <a:pt x="73" y="14"/>
                    <a:pt x="74" y="14"/>
                  </a:cubicBezTo>
                  <a:cubicBezTo>
                    <a:pt x="73" y="14"/>
                    <a:pt x="72" y="16"/>
                    <a:pt x="72" y="16"/>
                  </a:cubicBezTo>
                  <a:cubicBezTo>
                    <a:pt x="71" y="15"/>
                    <a:pt x="73" y="14"/>
                    <a:pt x="72" y="14"/>
                  </a:cubicBezTo>
                  <a:cubicBezTo>
                    <a:pt x="71" y="13"/>
                    <a:pt x="70" y="13"/>
                    <a:pt x="70" y="12"/>
                  </a:cubicBezTo>
                  <a:cubicBezTo>
                    <a:pt x="70" y="12"/>
                    <a:pt x="72" y="12"/>
                    <a:pt x="72" y="12"/>
                  </a:cubicBezTo>
                  <a:cubicBezTo>
                    <a:pt x="72" y="11"/>
                    <a:pt x="69" y="10"/>
                    <a:pt x="68" y="10"/>
                  </a:cubicBezTo>
                  <a:cubicBezTo>
                    <a:pt x="68" y="11"/>
                    <a:pt x="69" y="13"/>
                    <a:pt x="69" y="13"/>
                  </a:cubicBezTo>
                  <a:cubicBezTo>
                    <a:pt x="69" y="13"/>
                    <a:pt x="65" y="14"/>
                    <a:pt x="66" y="14"/>
                  </a:cubicBezTo>
                  <a:cubicBezTo>
                    <a:pt x="66" y="14"/>
                    <a:pt x="68" y="14"/>
                    <a:pt x="68" y="14"/>
                  </a:cubicBezTo>
                  <a:cubicBezTo>
                    <a:pt x="68" y="14"/>
                    <a:pt x="67" y="14"/>
                    <a:pt x="67" y="14"/>
                  </a:cubicBezTo>
                  <a:cubicBezTo>
                    <a:pt x="68" y="16"/>
                    <a:pt x="70" y="14"/>
                    <a:pt x="69" y="14"/>
                  </a:cubicBezTo>
                  <a:cubicBezTo>
                    <a:pt x="70" y="15"/>
                    <a:pt x="69" y="16"/>
                    <a:pt x="69" y="16"/>
                  </a:cubicBezTo>
                  <a:cubicBezTo>
                    <a:pt x="69" y="17"/>
                    <a:pt x="67" y="15"/>
                    <a:pt x="67" y="15"/>
                  </a:cubicBezTo>
                  <a:cubicBezTo>
                    <a:pt x="66" y="15"/>
                    <a:pt x="66" y="14"/>
                    <a:pt x="65" y="14"/>
                  </a:cubicBezTo>
                  <a:cubicBezTo>
                    <a:pt x="65" y="14"/>
                    <a:pt x="64" y="16"/>
                    <a:pt x="63" y="15"/>
                  </a:cubicBezTo>
                  <a:cubicBezTo>
                    <a:pt x="63" y="14"/>
                    <a:pt x="60" y="16"/>
                    <a:pt x="60" y="16"/>
                  </a:cubicBezTo>
                  <a:cubicBezTo>
                    <a:pt x="60" y="16"/>
                    <a:pt x="60" y="19"/>
                    <a:pt x="60" y="19"/>
                  </a:cubicBezTo>
                  <a:cubicBezTo>
                    <a:pt x="60" y="20"/>
                    <a:pt x="61" y="17"/>
                    <a:pt x="62" y="18"/>
                  </a:cubicBezTo>
                  <a:cubicBezTo>
                    <a:pt x="62" y="18"/>
                    <a:pt x="64" y="19"/>
                    <a:pt x="64" y="18"/>
                  </a:cubicBezTo>
                  <a:cubicBezTo>
                    <a:pt x="64" y="19"/>
                    <a:pt x="63" y="19"/>
                    <a:pt x="63" y="20"/>
                  </a:cubicBezTo>
                  <a:cubicBezTo>
                    <a:pt x="62" y="20"/>
                    <a:pt x="63" y="22"/>
                    <a:pt x="62" y="22"/>
                  </a:cubicBezTo>
                  <a:cubicBezTo>
                    <a:pt x="62" y="23"/>
                    <a:pt x="61" y="21"/>
                    <a:pt x="61" y="21"/>
                  </a:cubicBezTo>
                  <a:cubicBezTo>
                    <a:pt x="60" y="21"/>
                    <a:pt x="60" y="23"/>
                    <a:pt x="59" y="23"/>
                  </a:cubicBezTo>
                  <a:cubicBezTo>
                    <a:pt x="59" y="23"/>
                    <a:pt x="59" y="21"/>
                    <a:pt x="59" y="21"/>
                  </a:cubicBezTo>
                  <a:cubicBezTo>
                    <a:pt x="58" y="21"/>
                    <a:pt x="58" y="22"/>
                    <a:pt x="57" y="22"/>
                  </a:cubicBezTo>
                  <a:cubicBezTo>
                    <a:pt x="57" y="22"/>
                    <a:pt x="57" y="20"/>
                    <a:pt x="57" y="20"/>
                  </a:cubicBezTo>
                  <a:cubicBezTo>
                    <a:pt x="57" y="19"/>
                    <a:pt x="56" y="22"/>
                    <a:pt x="55" y="22"/>
                  </a:cubicBezTo>
                  <a:cubicBezTo>
                    <a:pt x="53" y="23"/>
                    <a:pt x="56" y="17"/>
                    <a:pt x="56" y="17"/>
                  </a:cubicBezTo>
                  <a:cubicBezTo>
                    <a:pt x="55" y="17"/>
                    <a:pt x="53" y="18"/>
                    <a:pt x="53" y="18"/>
                  </a:cubicBezTo>
                  <a:cubicBezTo>
                    <a:pt x="52" y="19"/>
                    <a:pt x="54" y="20"/>
                    <a:pt x="54" y="20"/>
                  </a:cubicBezTo>
                  <a:cubicBezTo>
                    <a:pt x="53" y="20"/>
                    <a:pt x="53" y="20"/>
                    <a:pt x="52" y="20"/>
                  </a:cubicBezTo>
                  <a:cubicBezTo>
                    <a:pt x="52" y="20"/>
                    <a:pt x="52" y="21"/>
                    <a:pt x="51" y="22"/>
                  </a:cubicBezTo>
                  <a:cubicBezTo>
                    <a:pt x="52" y="21"/>
                    <a:pt x="47" y="21"/>
                    <a:pt x="49" y="22"/>
                  </a:cubicBezTo>
                  <a:cubicBezTo>
                    <a:pt x="49" y="23"/>
                    <a:pt x="51" y="22"/>
                    <a:pt x="51" y="22"/>
                  </a:cubicBezTo>
                  <a:cubicBezTo>
                    <a:pt x="51" y="22"/>
                    <a:pt x="50" y="23"/>
                    <a:pt x="51" y="23"/>
                  </a:cubicBezTo>
                  <a:cubicBezTo>
                    <a:pt x="51" y="23"/>
                    <a:pt x="52" y="23"/>
                    <a:pt x="52" y="22"/>
                  </a:cubicBezTo>
                  <a:cubicBezTo>
                    <a:pt x="52" y="22"/>
                    <a:pt x="52" y="24"/>
                    <a:pt x="51" y="24"/>
                  </a:cubicBezTo>
                  <a:cubicBezTo>
                    <a:pt x="50" y="24"/>
                    <a:pt x="50" y="23"/>
                    <a:pt x="49" y="23"/>
                  </a:cubicBezTo>
                  <a:cubicBezTo>
                    <a:pt x="48" y="24"/>
                    <a:pt x="48" y="26"/>
                    <a:pt x="47" y="26"/>
                  </a:cubicBezTo>
                  <a:cubicBezTo>
                    <a:pt x="47" y="26"/>
                    <a:pt x="44" y="26"/>
                    <a:pt x="44" y="26"/>
                  </a:cubicBezTo>
                  <a:cubicBezTo>
                    <a:pt x="44" y="29"/>
                    <a:pt x="51" y="25"/>
                    <a:pt x="51" y="25"/>
                  </a:cubicBezTo>
                  <a:cubicBezTo>
                    <a:pt x="52" y="25"/>
                    <a:pt x="53" y="24"/>
                    <a:pt x="54" y="25"/>
                  </a:cubicBezTo>
                  <a:cubicBezTo>
                    <a:pt x="56" y="25"/>
                    <a:pt x="55" y="23"/>
                    <a:pt x="54" y="23"/>
                  </a:cubicBezTo>
                  <a:cubicBezTo>
                    <a:pt x="55" y="23"/>
                    <a:pt x="55" y="23"/>
                    <a:pt x="55" y="23"/>
                  </a:cubicBezTo>
                  <a:cubicBezTo>
                    <a:pt x="56" y="25"/>
                    <a:pt x="57" y="23"/>
                    <a:pt x="58" y="23"/>
                  </a:cubicBezTo>
                  <a:cubicBezTo>
                    <a:pt x="57" y="23"/>
                    <a:pt x="57" y="25"/>
                    <a:pt x="56" y="25"/>
                  </a:cubicBezTo>
                  <a:cubicBezTo>
                    <a:pt x="57" y="25"/>
                    <a:pt x="58" y="25"/>
                    <a:pt x="58" y="25"/>
                  </a:cubicBezTo>
                  <a:cubicBezTo>
                    <a:pt x="58" y="25"/>
                    <a:pt x="56" y="26"/>
                    <a:pt x="56" y="27"/>
                  </a:cubicBezTo>
                  <a:cubicBezTo>
                    <a:pt x="56" y="27"/>
                    <a:pt x="61" y="25"/>
                    <a:pt x="61" y="26"/>
                  </a:cubicBezTo>
                  <a:cubicBezTo>
                    <a:pt x="60" y="27"/>
                    <a:pt x="57" y="26"/>
                    <a:pt x="57" y="28"/>
                  </a:cubicBezTo>
                  <a:cubicBezTo>
                    <a:pt x="56" y="31"/>
                    <a:pt x="54" y="27"/>
                    <a:pt x="54" y="27"/>
                  </a:cubicBezTo>
                  <a:cubicBezTo>
                    <a:pt x="54" y="26"/>
                    <a:pt x="54" y="29"/>
                    <a:pt x="54" y="29"/>
                  </a:cubicBezTo>
                  <a:cubicBezTo>
                    <a:pt x="54" y="29"/>
                    <a:pt x="53" y="27"/>
                    <a:pt x="52" y="27"/>
                  </a:cubicBezTo>
                  <a:cubicBezTo>
                    <a:pt x="51" y="28"/>
                    <a:pt x="49" y="30"/>
                    <a:pt x="49" y="31"/>
                  </a:cubicBezTo>
                  <a:cubicBezTo>
                    <a:pt x="49" y="31"/>
                    <a:pt x="51" y="30"/>
                    <a:pt x="51" y="30"/>
                  </a:cubicBezTo>
                  <a:cubicBezTo>
                    <a:pt x="51" y="31"/>
                    <a:pt x="53" y="30"/>
                    <a:pt x="53" y="31"/>
                  </a:cubicBezTo>
                  <a:cubicBezTo>
                    <a:pt x="53" y="30"/>
                    <a:pt x="50" y="31"/>
                    <a:pt x="50" y="32"/>
                  </a:cubicBezTo>
                  <a:cubicBezTo>
                    <a:pt x="51" y="33"/>
                    <a:pt x="54" y="31"/>
                    <a:pt x="53" y="33"/>
                  </a:cubicBezTo>
                  <a:cubicBezTo>
                    <a:pt x="54" y="31"/>
                    <a:pt x="47" y="34"/>
                    <a:pt x="47" y="34"/>
                  </a:cubicBezTo>
                  <a:cubicBezTo>
                    <a:pt x="47" y="33"/>
                    <a:pt x="53" y="35"/>
                    <a:pt x="52" y="35"/>
                  </a:cubicBezTo>
                  <a:cubicBezTo>
                    <a:pt x="51" y="36"/>
                    <a:pt x="50" y="34"/>
                    <a:pt x="49" y="35"/>
                  </a:cubicBezTo>
                  <a:cubicBezTo>
                    <a:pt x="49" y="35"/>
                    <a:pt x="49" y="35"/>
                    <a:pt x="49" y="35"/>
                  </a:cubicBezTo>
                  <a:cubicBezTo>
                    <a:pt x="49" y="36"/>
                    <a:pt x="46" y="34"/>
                    <a:pt x="45" y="36"/>
                  </a:cubicBezTo>
                  <a:cubicBezTo>
                    <a:pt x="45" y="36"/>
                    <a:pt x="48" y="36"/>
                    <a:pt x="48" y="36"/>
                  </a:cubicBezTo>
                  <a:cubicBezTo>
                    <a:pt x="46" y="38"/>
                    <a:pt x="44" y="36"/>
                    <a:pt x="45" y="39"/>
                  </a:cubicBezTo>
                  <a:cubicBezTo>
                    <a:pt x="45" y="39"/>
                    <a:pt x="43" y="40"/>
                    <a:pt x="43" y="40"/>
                  </a:cubicBezTo>
                  <a:cubicBezTo>
                    <a:pt x="42" y="41"/>
                    <a:pt x="42" y="41"/>
                    <a:pt x="42" y="41"/>
                  </a:cubicBezTo>
                  <a:cubicBezTo>
                    <a:pt x="42" y="42"/>
                    <a:pt x="41" y="42"/>
                    <a:pt x="41" y="42"/>
                  </a:cubicBezTo>
                  <a:cubicBezTo>
                    <a:pt x="41" y="43"/>
                    <a:pt x="42" y="42"/>
                    <a:pt x="42" y="42"/>
                  </a:cubicBezTo>
                  <a:cubicBezTo>
                    <a:pt x="43" y="42"/>
                    <a:pt x="42" y="43"/>
                    <a:pt x="42" y="43"/>
                  </a:cubicBezTo>
                  <a:cubicBezTo>
                    <a:pt x="43" y="43"/>
                    <a:pt x="45" y="44"/>
                    <a:pt x="46" y="43"/>
                  </a:cubicBezTo>
                  <a:cubicBezTo>
                    <a:pt x="44" y="44"/>
                    <a:pt x="44" y="44"/>
                    <a:pt x="42" y="44"/>
                  </a:cubicBezTo>
                  <a:cubicBezTo>
                    <a:pt x="41" y="44"/>
                    <a:pt x="38" y="44"/>
                    <a:pt x="38" y="45"/>
                  </a:cubicBezTo>
                  <a:cubicBezTo>
                    <a:pt x="38" y="45"/>
                    <a:pt x="39" y="45"/>
                    <a:pt x="39" y="45"/>
                  </a:cubicBezTo>
                  <a:cubicBezTo>
                    <a:pt x="39" y="45"/>
                    <a:pt x="38" y="46"/>
                    <a:pt x="38" y="46"/>
                  </a:cubicBezTo>
                  <a:cubicBezTo>
                    <a:pt x="38" y="46"/>
                    <a:pt x="40" y="45"/>
                    <a:pt x="40" y="46"/>
                  </a:cubicBezTo>
                  <a:cubicBezTo>
                    <a:pt x="40" y="46"/>
                    <a:pt x="38" y="48"/>
                    <a:pt x="38" y="48"/>
                  </a:cubicBezTo>
                  <a:cubicBezTo>
                    <a:pt x="38" y="48"/>
                    <a:pt x="39" y="48"/>
                    <a:pt x="39" y="49"/>
                  </a:cubicBezTo>
                  <a:cubicBezTo>
                    <a:pt x="39" y="49"/>
                    <a:pt x="37" y="49"/>
                    <a:pt x="37" y="49"/>
                  </a:cubicBezTo>
                  <a:cubicBezTo>
                    <a:pt x="37" y="49"/>
                    <a:pt x="39" y="50"/>
                    <a:pt x="39" y="50"/>
                  </a:cubicBezTo>
                  <a:cubicBezTo>
                    <a:pt x="38" y="50"/>
                    <a:pt x="37" y="50"/>
                    <a:pt x="37" y="50"/>
                  </a:cubicBezTo>
                  <a:cubicBezTo>
                    <a:pt x="37" y="51"/>
                    <a:pt x="38" y="52"/>
                    <a:pt x="39" y="52"/>
                  </a:cubicBezTo>
                  <a:cubicBezTo>
                    <a:pt x="37" y="52"/>
                    <a:pt x="35" y="52"/>
                    <a:pt x="34" y="54"/>
                  </a:cubicBezTo>
                  <a:cubicBezTo>
                    <a:pt x="34" y="55"/>
                    <a:pt x="30" y="54"/>
                    <a:pt x="30" y="54"/>
                  </a:cubicBezTo>
                  <a:cubicBezTo>
                    <a:pt x="30" y="57"/>
                    <a:pt x="36" y="54"/>
                    <a:pt x="37" y="54"/>
                  </a:cubicBezTo>
                  <a:cubicBezTo>
                    <a:pt x="36" y="54"/>
                    <a:pt x="35" y="56"/>
                    <a:pt x="35" y="56"/>
                  </a:cubicBezTo>
                  <a:cubicBezTo>
                    <a:pt x="32" y="56"/>
                    <a:pt x="34" y="57"/>
                    <a:pt x="33" y="58"/>
                  </a:cubicBezTo>
                  <a:cubicBezTo>
                    <a:pt x="32" y="59"/>
                    <a:pt x="30" y="57"/>
                    <a:pt x="29" y="58"/>
                  </a:cubicBezTo>
                  <a:cubicBezTo>
                    <a:pt x="29" y="59"/>
                    <a:pt x="26" y="61"/>
                    <a:pt x="26" y="61"/>
                  </a:cubicBezTo>
                  <a:cubicBezTo>
                    <a:pt x="26" y="62"/>
                    <a:pt x="27" y="62"/>
                    <a:pt x="27" y="62"/>
                  </a:cubicBezTo>
                  <a:cubicBezTo>
                    <a:pt x="27" y="63"/>
                    <a:pt x="24" y="63"/>
                    <a:pt x="24" y="63"/>
                  </a:cubicBezTo>
                  <a:cubicBezTo>
                    <a:pt x="24" y="63"/>
                    <a:pt x="25" y="64"/>
                    <a:pt x="25" y="65"/>
                  </a:cubicBezTo>
                  <a:cubicBezTo>
                    <a:pt x="25" y="66"/>
                    <a:pt x="27" y="65"/>
                    <a:pt x="28" y="65"/>
                  </a:cubicBezTo>
                  <a:cubicBezTo>
                    <a:pt x="29" y="64"/>
                    <a:pt x="30" y="65"/>
                    <a:pt x="31" y="64"/>
                  </a:cubicBezTo>
                  <a:cubicBezTo>
                    <a:pt x="31" y="64"/>
                    <a:pt x="30" y="63"/>
                    <a:pt x="30" y="62"/>
                  </a:cubicBezTo>
                  <a:cubicBezTo>
                    <a:pt x="30" y="62"/>
                    <a:pt x="32" y="63"/>
                    <a:pt x="33" y="64"/>
                  </a:cubicBezTo>
                  <a:cubicBezTo>
                    <a:pt x="33" y="64"/>
                    <a:pt x="30" y="66"/>
                    <a:pt x="30" y="66"/>
                  </a:cubicBezTo>
                  <a:cubicBezTo>
                    <a:pt x="29" y="66"/>
                    <a:pt x="28" y="67"/>
                    <a:pt x="28" y="66"/>
                  </a:cubicBezTo>
                  <a:cubicBezTo>
                    <a:pt x="27" y="65"/>
                    <a:pt x="26" y="67"/>
                    <a:pt x="25" y="67"/>
                  </a:cubicBezTo>
                  <a:cubicBezTo>
                    <a:pt x="24" y="66"/>
                    <a:pt x="24" y="63"/>
                    <a:pt x="23" y="66"/>
                  </a:cubicBezTo>
                  <a:cubicBezTo>
                    <a:pt x="21" y="70"/>
                    <a:pt x="20" y="65"/>
                    <a:pt x="21" y="65"/>
                  </a:cubicBezTo>
                  <a:cubicBezTo>
                    <a:pt x="19" y="65"/>
                    <a:pt x="21" y="69"/>
                    <a:pt x="19" y="68"/>
                  </a:cubicBezTo>
                  <a:cubicBezTo>
                    <a:pt x="15" y="68"/>
                    <a:pt x="18" y="70"/>
                    <a:pt x="17" y="71"/>
                  </a:cubicBezTo>
                  <a:cubicBezTo>
                    <a:pt x="16" y="71"/>
                    <a:pt x="16" y="69"/>
                    <a:pt x="16" y="69"/>
                  </a:cubicBezTo>
                  <a:cubicBezTo>
                    <a:pt x="14" y="69"/>
                    <a:pt x="12" y="70"/>
                    <a:pt x="11" y="71"/>
                  </a:cubicBezTo>
                  <a:cubicBezTo>
                    <a:pt x="11" y="72"/>
                    <a:pt x="15" y="72"/>
                    <a:pt x="16" y="72"/>
                  </a:cubicBezTo>
                  <a:cubicBezTo>
                    <a:pt x="16" y="72"/>
                    <a:pt x="19" y="71"/>
                    <a:pt x="19" y="71"/>
                  </a:cubicBezTo>
                  <a:cubicBezTo>
                    <a:pt x="20" y="72"/>
                    <a:pt x="15" y="72"/>
                    <a:pt x="15" y="72"/>
                  </a:cubicBezTo>
                  <a:cubicBezTo>
                    <a:pt x="14" y="72"/>
                    <a:pt x="14" y="73"/>
                    <a:pt x="13" y="73"/>
                  </a:cubicBezTo>
                  <a:cubicBezTo>
                    <a:pt x="12" y="73"/>
                    <a:pt x="11" y="73"/>
                    <a:pt x="10" y="73"/>
                  </a:cubicBezTo>
                  <a:cubicBezTo>
                    <a:pt x="8" y="72"/>
                    <a:pt x="7" y="73"/>
                    <a:pt x="9" y="74"/>
                  </a:cubicBezTo>
                  <a:cubicBezTo>
                    <a:pt x="10" y="74"/>
                    <a:pt x="12" y="74"/>
                    <a:pt x="12" y="76"/>
                  </a:cubicBezTo>
                  <a:cubicBezTo>
                    <a:pt x="12" y="76"/>
                    <a:pt x="11" y="78"/>
                    <a:pt x="11" y="77"/>
                  </a:cubicBezTo>
                  <a:cubicBezTo>
                    <a:pt x="10" y="77"/>
                    <a:pt x="12" y="75"/>
                    <a:pt x="10" y="74"/>
                  </a:cubicBezTo>
                  <a:cubicBezTo>
                    <a:pt x="7" y="74"/>
                    <a:pt x="9" y="75"/>
                    <a:pt x="8" y="76"/>
                  </a:cubicBezTo>
                  <a:cubicBezTo>
                    <a:pt x="8" y="76"/>
                    <a:pt x="8" y="73"/>
                    <a:pt x="7" y="73"/>
                  </a:cubicBezTo>
                  <a:cubicBezTo>
                    <a:pt x="7" y="72"/>
                    <a:pt x="5" y="78"/>
                    <a:pt x="6" y="77"/>
                  </a:cubicBezTo>
                  <a:cubicBezTo>
                    <a:pt x="5" y="77"/>
                    <a:pt x="5" y="75"/>
                    <a:pt x="5" y="75"/>
                  </a:cubicBezTo>
                  <a:cubicBezTo>
                    <a:pt x="4" y="75"/>
                    <a:pt x="4" y="77"/>
                    <a:pt x="4" y="77"/>
                  </a:cubicBezTo>
                  <a:cubicBezTo>
                    <a:pt x="3" y="78"/>
                    <a:pt x="1" y="77"/>
                    <a:pt x="1" y="78"/>
                  </a:cubicBezTo>
                  <a:cubicBezTo>
                    <a:pt x="1" y="79"/>
                    <a:pt x="0" y="80"/>
                    <a:pt x="1" y="80"/>
                  </a:cubicBezTo>
                  <a:cubicBezTo>
                    <a:pt x="2" y="80"/>
                    <a:pt x="3" y="80"/>
                    <a:pt x="4" y="81"/>
                  </a:cubicBezTo>
                  <a:cubicBezTo>
                    <a:pt x="4" y="81"/>
                    <a:pt x="0" y="82"/>
                    <a:pt x="1" y="83"/>
                  </a:cubicBezTo>
                  <a:cubicBezTo>
                    <a:pt x="1" y="84"/>
                    <a:pt x="3" y="84"/>
                    <a:pt x="3" y="84"/>
                  </a:cubicBezTo>
                  <a:cubicBezTo>
                    <a:pt x="3" y="84"/>
                    <a:pt x="6" y="83"/>
                    <a:pt x="6" y="84"/>
                  </a:cubicBezTo>
                  <a:cubicBezTo>
                    <a:pt x="5" y="85"/>
                    <a:pt x="2" y="84"/>
                    <a:pt x="1" y="86"/>
                  </a:cubicBezTo>
                  <a:cubicBezTo>
                    <a:pt x="0" y="87"/>
                    <a:pt x="6" y="87"/>
                    <a:pt x="4" y="89"/>
                  </a:cubicBezTo>
                  <a:cubicBezTo>
                    <a:pt x="4" y="89"/>
                    <a:pt x="3" y="87"/>
                    <a:pt x="2" y="88"/>
                  </a:cubicBezTo>
                  <a:cubicBezTo>
                    <a:pt x="1" y="89"/>
                    <a:pt x="1" y="90"/>
                    <a:pt x="2" y="91"/>
                  </a:cubicBezTo>
                  <a:cubicBezTo>
                    <a:pt x="3" y="91"/>
                    <a:pt x="5" y="92"/>
                    <a:pt x="6" y="92"/>
                  </a:cubicBezTo>
                  <a:cubicBezTo>
                    <a:pt x="7" y="91"/>
                    <a:pt x="8" y="89"/>
                    <a:pt x="9" y="90"/>
                  </a:cubicBezTo>
                  <a:cubicBezTo>
                    <a:pt x="8" y="90"/>
                    <a:pt x="7" y="91"/>
                    <a:pt x="7" y="91"/>
                  </a:cubicBezTo>
                  <a:cubicBezTo>
                    <a:pt x="7" y="92"/>
                    <a:pt x="6" y="92"/>
                    <a:pt x="5" y="92"/>
                  </a:cubicBezTo>
                  <a:cubicBezTo>
                    <a:pt x="5" y="92"/>
                    <a:pt x="7" y="93"/>
                    <a:pt x="7" y="94"/>
                  </a:cubicBezTo>
                  <a:cubicBezTo>
                    <a:pt x="7" y="94"/>
                    <a:pt x="4" y="92"/>
                    <a:pt x="5" y="94"/>
                  </a:cubicBezTo>
                  <a:cubicBezTo>
                    <a:pt x="5" y="95"/>
                    <a:pt x="8" y="96"/>
                    <a:pt x="8" y="96"/>
                  </a:cubicBezTo>
                  <a:cubicBezTo>
                    <a:pt x="8" y="97"/>
                    <a:pt x="5" y="95"/>
                    <a:pt x="4" y="96"/>
                  </a:cubicBezTo>
                  <a:cubicBezTo>
                    <a:pt x="2" y="96"/>
                    <a:pt x="4" y="93"/>
                    <a:pt x="3" y="93"/>
                  </a:cubicBezTo>
                  <a:cubicBezTo>
                    <a:pt x="3" y="93"/>
                    <a:pt x="1" y="95"/>
                    <a:pt x="2" y="96"/>
                  </a:cubicBezTo>
                  <a:cubicBezTo>
                    <a:pt x="3" y="96"/>
                    <a:pt x="2" y="98"/>
                    <a:pt x="2" y="98"/>
                  </a:cubicBezTo>
                  <a:cubicBezTo>
                    <a:pt x="3" y="99"/>
                    <a:pt x="4" y="97"/>
                    <a:pt x="5" y="96"/>
                  </a:cubicBezTo>
                  <a:cubicBezTo>
                    <a:pt x="5" y="96"/>
                    <a:pt x="5" y="97"/>
                    <a:pt x="5" y="97"/>
                  </a:cubicBezTo>
                  <a:cubicBezTo>
                    <a:pt x="6" y="97"/>
                    <a:pt x="6" y="96"/>
                    <a:pt x="7" y="96"/>
                  </a:cubicBezTo>
                  <a:cubicBezTo>
                    <a:pt x="7" y="96"/>
                    <a:pt x="7" y="98"/>
                    <a:pt x="6" y="98"/>
                  </a:cubicBezTo>
                  <a:cubicBezTo>
                    <a:pt x="4" y="99"/>
                    <a:pt x="8" y="101"/>
                    <a:pt x="8" y="100"/>
                  </a:cubicBezTo>
                  <a:cubicBezTo>
                    <a:pt x="8" y="102"/>
                    <a:pt x="1" y="100"/>
                    <a:pt x="5" y="103"/>
                  </a:cubicBezTo>
                  <a:cubicBezTo>
                    <a:pt x="7" y="104"/>
                    <a:pt x="8" y="105"/>
                    <a:pt x="10" y="105"/>
                  </a:cubicBezTo>
                  <a:cubicBezTo>
                    <a:pt x="10" y="105"/>
                    <a:pt x="13" y="107"/>
                    <a:pt x="14" y="107"/>
                  </a:cubicBezTo>
                  <a:cubicBezTo>
                    <a:pt x="17" y="107"/>
                    <a:pt x="21" y="104"/>
                    <a:pt x="23" y="102"/>
                  </a:cubicBezTo>
                  <a:cubicBezTo>
                    <a:pt x="24" y="100"/>
                    <a:pt x="25" y="100"/>
                    <a:pt x="27" y="99"/>
                  </a:cubicBezTo>
                  <a:cubicBezTo>
                    <a:pt x="28" y="98"/>
                    <a:pt x="28" y="95"/>
                    <a:pt x="29" y="95"/>
                  </a:cubicBezTo>
                  <a:cubicBezTo>
                    <a:pt x="29" y="95"/>
                    <a:pt x="29" y="98"/>
                    <a:pt x="30" y="98"/>
                  </a:cubicBezTo>
                  <a:cubicBezTo>
                    <a:pt x="32" y="99"/>
                    <a:pt x="31" y="99"/>
                    <a:pt x="31" y="100"/>
                  </a:cubicBezTo>
                  <a:cubicBezTo>
                    <a:pt x="32" y="100"/>
                    <a:pt x="33" y="100"/>
                    <a:pt x="34" y="101"/>
                  </a:cubicBezTo>
                  <a:cubicBezTo>
                    <a:pt x="34" y="102"/>
                    <a:pt x="33" y="100"/>
                    <a:pt x="34" y="10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73" name="Freeform 720">
              <a:extLst>
                <a:ext uri="{FF2B5EF4-FFF2-40B4-BE49-F238E27FC236}">
                  <a16:creationId xmlns:a16="http://schemas.microsoft.com/office/drawing/2014/main" id="{1F668D9D-9EEC-0CA6-15C2-CA53F5EE5C36}"/>
                </a:ext>
              </a:extLst>
            </p:cNvPr>
            <p:cNvSpPr>
              <a:spLocks noEditPoints="1"/>
            </p:cNvSpPr>
            <p:nvPr/>
          </p:nvSpPr>
          <p:spPr bwMode="auto">
            <a:xfrm>
              <a:off x="12945416" y="4366247"/>
              <a:ext cx="7563702" cy="2637633"/>
            </a:xfrm>
            <a:custGeom>
              <a:avLst/>
              <a:gdLst>
                <a:gd name="T0" fmla="*/ 785 w 810"/>
                <a:gd name="T1" fmla="*/ 109 h 282"/>
                <a:gd name="T2" fmla="*/ 725 w 810"/>
                <a:gd name="T3" fmla="*/ 77 h 282"/>
                <a:gd name="T4" fmla="*/ 665 w 810"/>
                <a:gd name="T5" fmla="*/ 80 h 282"/>
                <a:gd name="T6" fmla="*/ 607 w 810"/>
                <a:gd name="T7" fmla="*/ 65 h 282"/>
                <a:gd name="T8" fmla="*/ 578 w 810"/>
                <a:gd name="T9" fmla="*/ 56 h 282"/>
                <a:gd name="T10" fmla="*/ 555 w 810"/>
                <a:gd name="T11" fmla="*/ 61 h 282"/>
                <a:gd name="T12" fmla="*/ 521 w 810"/>
                <a:gd name="T13" fmla="*/ 59 h 282"/>
                <a:gd name="T14" fmla="*/ 495 w 810"/>
                <a:gd name="T15" fmla="*/ 44 h 282"/>
                <a:gd name="T16" fmla="*/ 469 w 810"/>
                <a:gd name="T17" fmla="*/ 49 h 282"/>
                <a:gd name="T18" fmla="*/ 423 w 810"/>
                <a:gd name="T19" fmla="*/ 43 h 282"/>
                <a:gd name="T20" fmla="*/ 383 w 810"/>
                <a:gd name="T21" fmla="*/ 50 h 282"/>
                <a:gd name="T22" fmla="*/ 423 w 810"/>
                <a:gd name="T23" fmla="*/ 17 h 282"/>
                <a:gd name="T24" fmla="*/ 378 w 810"/>
                <a:gd name="T25" fmla="*/ 7 h 282"/>
                <a:gd name="T26" fmla="*/ 355 w 810"/>
                <a:gd name="T27" fmla="*/ 17 h 282"/>
                <a:gd name="T28" fmla="*/ 320 w 810"/>
                <a:gd name="T29" fmla="*/ 22 h 282"/>
                <a:gd name="T30" fmla="*/ 297 w 810"/>
                <a:gd name="T31" fmla="*/ 32 h 282"/>
                <a:gd name="T32" fmla="*/ 269 w 810"/>
                <a:gd name="T33" fmla="*/ 49 h 282"/>
                <a:gd name="T34" fmla="*/ 247 w 810"/>
                <a:gd name="T35" fmla="*/ 58 h 282"/>
                <a:gd name="T36" fmla="*/ 242 w 810"/>
                <a:gd name="T37" fmla="*/ 50 h 282"/>
                <a:gd name="T38" fmla="*/ 259 w 810"/>
                <a:gd name="T39" fmla="*/ 97 h 282"/>
                <a:gd name="T40" fmla="*/ 227 w 810"/>
                <a:gd name="T41" fmla="*/ 107 h 282"/>
                <a:gd name="T42" fmla="*/ 231 w 810"/>
                <a:gd name="T43" fmla="*/ 88 h 282"/>
                <a:gd name="T44" fmla="*/ 206 w 810"/>
                <a:gd name="T45" fmla="*/ 60 h 282"/>
                <a:gd name="T46" fmla="*/ 191 w 810"/>
                <a:gd name="T47" fmla="*/ 83 h 282"/>
                <a:gd name="T48" fmla="*/ 131 w 810"/>
                <a:gd name="T49" fmla="*/ 90 h 282"/>
                <a:gd name="T50" fmla="*/ 92 w 810"/>
                <a:gd name="T51" fmla="*/ 100 h 282"/>
                <a:gd name="T52" fmla="*/ 84 w 810"/>
                <a:gd name="T53" fmla="*/ 107 h 282"/>
                <a:gd name="T54" fmla="*/ 53 w 810"/>
                <a:gd name="T55" fmla="*/ 120 h 282"/>
                <a:gd name="T56" fmla="*/ 31 w 810"/>
                <a:gd name="T57" fmla="*/ 102 h 282"/>
                <a:gd name="T58" fmla="*/ 29 w 810"/>
                <a:gd name="T59" fmla="*/ 84 h 282"/>
                <a:gd name="T60" fmla="*/ 5 w 810"/>
                <a:gd name="T61" fmla="*/ 88 h 282"/>
                <a:gd name="T62" fmla="*/ 7 w 810"/>
                <a:gd name="T63" fmla="*/ 152 h 282"/>
                <a:gd name="T64" fmla="*/ 16 w 810"/>
                <a:gd name="T65" fmla="*/ 187 h 282"/>
                <a:gd name="T66" fmla="*/ 40 w 810"/>
                <a:gd name="T67" fmla="*/ 223 h 282"/>
                <a:gd name="T68" fmla="*/ 53 w 810"/>
                <a:gd name="T69" fmla="*/ 244 h 282"/>
                <a:gd name="T70" fmla="*/ 82 w 810"/>
                <a:gd name="T71" fmla="*/ 272 h 282"/>
                <a:gd name="T72" fmla="*/ 109 w 810"/>
                <a:gd name="T73" fmla="*/ 250 h 282"/>
                <a:gd name="T74" fmla="*/ 108 w 810"/>
                <a:gd name="T75" fmla="*/ 222 h 282"/>
                <a:gd name="T76" fmla="*/ 160 w 810"/>
                <a:gd name="T77" fmla="*/ 223 h 282"/>
                <a:gd name="T78" fmla="*/ 196 w 810"/>
                <a:gd name="T79" fmla="*/ 196 h 282"/>
                <a:gd name="T80" fmla="*/ 252 w 810"/>
                <a:gd name="T81" fmla="*/ 204 h 282"/>
                <a:gd name="T82" fmla="*/ 331 w 810"/>
                <a:gd name="T83" fmla="*/ 226 h 282"/>
                <a:gd name="T84" fmla="*/ 415 w 810"/>
                <a:gd name="T85" fmla="*/ 231 h 282"/>
                <a:gd name="T86" fmla="*/ 483 w 810"/>
                <a:gd name="T87" fmla="*/ 207 h 282"/>
                <a:gd name="T88" fmla="*/ 521 w 810"/>
                <a:gd name="T89" fmla="*/ 258 h 282"/>
                <a:gd name="T90" fmla="*/ 558 w 810"/>
                <a:gd name="T91" fmla="*/ 226 h 282"/>
                <a:gd name="T92" fmla="*/ 543 w 810"/>
                <a:gd name="T93" fmla="*/ 199 h 282"/>
                <a:gd name="T94" fmla="*/ 591 w 810"/>
                <a:gd name="T95" fmla="*/ 162 h 282"/>
                <a:gd name="T96" fmla="*/ 627 w 810"/>
                <a:gd name="T97" fmla="*/ 165 h 282"/>
                <a:gd name="T98" fmla="*/ 657 w 810"/>
                <a:gd name="T99" fmla="*/ 153 h 282"/>
                <a:gd name="T100" fmla="*/ 669 w 810"/>
                <a:gd name="T101" fmla="*/ 154 h 282"/>
                <a:gd name="T102" fmla="*/ 649 w 810"/>
                <a:gd name="T103" fmla="*/ 210 h 282"/>
                <a:gd name="T104" fmla="*/ 667 w 810"/>
                <a:gd name="T105" fmla="*/ 171 h 282"/>
                <a:gd name="T106" fmla="*/ 710 w 810"/>
                <a:gd name="T107" fmla="*/ 156 h 282"/>
                <a:gd name="T108" fmla="*/ 738 w 810"/>
                <a:gd name="T109" fmla="*/ 121 h 282"/>
                <a:gd name="T110" fmla="*/ 765 w 810"/>
                <a:gd name="T111" fmla="*/ 116 h 282"/>
                <a:gd name="T112" fmla="*/ 802 w 810"/>
                <a:gd name="T113" fmla="*/ 115 h 282"/>
                <a:gd name="T114" fmla="*/ 388 w 810"/>
                <a:gd name="T115" fmla="*/ 21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0" h="282">
                  <a:moveTo>
                    <a:pt x="808" y="111"/>
                  </a:moveTo>
                  <a:cubicBezTo>
                    <a:pt x="806" y="109"/>
                    <a:pt x="803" y="108"/>
                    <a:pt x="801" y="106"/>
                  </a:cubicBezTo>
                  <a:cubicBezTo>
                    <a:pt x="800" y="105"/>
                    <a:pt x="799" y="104"/>
                    <a:pt x="797" y="103"/>
                  </a:cubicBezTo>
                  <a:cubicBezTo>
                    <a:pt x="796" y="103"/>
                    <a:pt x="794" y="103"/>
                    <a:pt x="793" y="102"/>
                  </a:cubicBezTo>
                  <a:cubicBezTo>
                    <a:pt x="793" y="103"/>
                    <a:pt x="794" y="103"/>
                    <a:pt x="794" y="103"/>
                  </a:cubicBezTo>
                  <a:cubicBezTo>
                    <a:pt x="795" y="103"/>
                    <a:pt x="792" y="104"/>
                    <a:pt x="791" y="103"/>
                  </a:cubicBezTo>
                  <a:cubicBezTo>
                    <a:pt x="791" y="103"/>
                    <a:pt x="792" y="103"/>
                    <a:pt x="792" y="102"/>
                  </a:cubicBezTo>
                  <a:cubicBezTo>
                    <a:pt x="791" y="101"/>
                    <a:pt x="786" y="103"/>
                    <a:pt x="785" y="102"/>
                  </a:cubicBezTo>
                  <a:cubicBezTo>
                    <a:pt x="787" y="103"/>
                    <a:pt x="787" y="103"/>
                    <a:pt x="787" y="106"/>
                  </a:cubicBezTo>
                  <a:cubicBezTo>
                    <a:pt x="786" y="107"/>
                    <a:pt x="788" y="109"/>
                    <a:pt x="788" y="109"/>
                  </a:cubicBezTo>
                  <a:cubicBezTo>
                    <a:pt x="787" y="109"/>
                    <a:pt x="787" y="108"/>
                    <a:pt x="787" y="108"/>
                  </a:cubicBezTo>
                  <a:cubicBezTo>
                    <a:pt x="786" y="107"/>
                    <a:pt x="786" y="109"/>
                    <a:pt x="785" y="109"/>
                  </a:cubicBezTo>
                  <a:cubicBezTo>
                    <a:pt x="785" y="109"/>
                    <a:pt x="783" y="105"/>
                    <a:pt x="783" y="105"/>
                  </a:cubicBezTo>
                  <a:cubicBezTo>
                    <a:pt x="783" y="104"/>
                    <a:pt x="783" y="104"/>
                    <a:pt x="783" y="104"/>
                  </a:cubicBezTo>
                  <a:cubicBezTo>
                    <a:pt x="783" y="103"/>
                    <a:pt x="782" y="102"/>
                    <a:pt x="783" y="101"/>
                  </a:cubicBezTo>
                  <a:cubicBezTo>
                    <a:pt x="784" y="99"/>
                    <a:pt x="782" y="100"/>
                    <a:pt x="781" y="99"/>
                  </a:cubicBezTo>
                  <a:cubicBezTo>
                    <a:pt x="781" y="98"/>
                    <a:pt x="779" y="97"/>
                    <a:pt x="778" y="97"/>
                  </a:cubicBezTo>
                  <a:cubicBezTo>
                    <a:pt x="771" y="93"/>
                    <a:pt x="765" y="89"/>
                    <a:pt x="758" y="87"/>
                  </a:cubicBezTo>
                  <a:cubicBezTo>
                    <a:pt x="756" y="86"/>
                    <a:pt x="755" y="85"/>
                    <a:pt x="754" y="84"/>
                  </a:cubicBezTo>
                  <a:cubicBezTo>
                    <a:pt x="753" y="83"/>
                    <a:pt x="751" y="82"/>
                    <a:pt x="749" y="82"/>
                  </a:cubicBezTo>
                  <a:cubicBezTo>
                    <a:pt x="746" y="81"/>
                    <a:pt x="743" y="80"/>
                    <a:pt x="739" y="78"/>
                  </a:cubicBezTo>
                  <a:cubicBezTo>
                    <a:pt x="736" y="78"/>
                    <a:pt x="732" y="78"/>
                    <a:pt x="730" y="78"/>
                  </a:cubicBezTo>
                  <a:cubicBezTo>
                    <a:pt x="728" y="78"/>
                    <a:pt x="727" y="78"/>
                    <a:pt x="726" y="78"/>
                  </a:cubicBezTo>
                  <a:cubicBezTo>
                    <a:pt x="726" y="78"/>
                    <a:pt x="725" y="77"/>
                    <a:pt x="725" y="77"/>
                  </a:cubicBezTo>
                  <a:cubicBezTo>
                    <a:pt x="724" y="78"/>
                    <a:pt x="724" y="79"/>
                    <a:pt x="723" y="78"/>
                  </a:cubicBezTo>
                  <a:cubicBezTo>
                    <a:pt x="720" y="78"/>
                    <a:pt x="717" y="77"/>
                    <a:pt x="714" y="76"/>
                  </a:cubicBezTo>
                  <a:cubicBezTo>
                    <a:pt x="713" y="76"/>
                    <a:pt x="710" y="75"/>
                    <a:pt x="710" y="77"/>
                  </a:cubicBezTo>
                  <a:cubicBezTo>
                    <a:pt x="709" y="79"/>
                    <a:pt x="708" y="79"/>
                    <a:pt x="710" y="80"/>
                  </a:cubicBezTo>
                  <a:cubicBezTo>
                    <a:pt x="712" y="82"/>
                    <a:pt x="714" y="86"/>
                    <a:pt x="709" y="87"/>
                  </a:cubicBezTo>
                  <a:cubicBezTo>
                    <a:pt x="708" y="88"/>
                    <a:pt x="705" y="88"/>
                    <a:pt x="704" y="86"/>
                  </a:cubicBezTo>
                  <a:cubicBezTo>
                    <a:pt x="703" y="85"/>
                    <a:pt x="703" y="84"/>
                    <a:pt x="700" y="84"/>
                  </a:cubicBezTo>
                  <a:cubicBezTo>
                    <a:pt x="697" y="83"/>
                    <a:pt x="699" y="82"/>
                    <a:pt x="698" y="81"/>
                  </a:cubicBezTo>
                  <a:cubicBezTo>
                    <a:pt x="698" y="80"/>
                    <a:pt x="695" y="79"/>
                    <a:pt x="694" y="80"/>
                  </a:cubicBezTo>
                  <a:cubicBezTo>
                    <a:pt x="691" y="83"/>
                    <a:pt x="686" y="80"/>
                    <a:pt x="682" y="80"/>
                  </a:cubicBezTo>
                  <a:cubicBezTo>
                    <a:pt x="678" y="80"/>
                    <a:pt x="674" y="79"/>
                    <a:pt x="670" y="79"/>
                  </a:cubicBezTo>
                  <a:cubicBezTo>
                    <a:pt x="668" y="79"/>
                    <a:pt x="667" y="79"/>
                    <a:pt x="665" y="80"/>
                  </a:cubicBezTo>
                  <a:cubicBezTo>
                    <a:pt x="663" y="81"/>
                    <a:pt x="664" y="84"/>
                    <a:pt x="664" y="86"/>
                  </a:cubicBezTo>
                  <a:cubicBezTo>
                    <a:pt x="664" y="86"/>
                    <a:pt x="664" y="86"/>
                    <a:pt x="664" y="86"/>
                  </a:cubicBezTo>
                  <a:cubicBezTo>
                    <a:pt x="663" y="86"/>
                    <a:pt x="662" y="81"/>
                    <a:pt x="661" y="80"/>
                  </a:cubicBezTo>
                  <a:cubicBezTo>
                    <a:pt x="660" y="80"/>
                    <a:pt x="656" y="80"/>
                    <a:pt x="655" y="78"/>
                  </a:cubicBezTo>
                  <a:cubicBezTo>
                    <a:pt x="655" y="75"/>
                    <a:pt x="659" y="74"/>
                    <a:pt x="655" y="71"/>
                  </a:cubicBezTo>
                  <a:cubicBezTo>
                    <a:pt x="653" y="70"/>
                    <a:pt x="651" y="69"/>
                    <a:pt x="648" y="68"/>
                  </a:cubicBezTo>
                  <a:cubicBezTo>
                    <a:pt x="642" y="66"/>
                    <a:pt x="635" y="68"/>
                    <a:pt x="629" y="69"/>
                  </a:cubicBezTo>
                  <a:cubicBezTo>
                    <a:pt x="626" y="69"/>
                    <a:pt x="623" y="69"/>
                    <a:pt x="619" y="69"/>
                  </a:cubicBezTo>
                  <a:cubicBezTo>
                    <a:pt x="618" y="69"/>
                    <a:pt x="618" y="69"/>
                    <a:pt x="617" y="69"/>
                  </a:cubicBezTo>
                  <a:cubicBezTo>
                    <a:pt x="615" y="68"/>
                    <a:pt x="617" y="68"/>
                    <a:pt x="618" y="67"/>
                  </a:cubicBezTo>
                  <a:cubicBezTo>
                    <a:pt x="618" y="66"/>
                    <a:pt x="613" y="65"/>
                    <a:pt x="613" y="65"/>
                  </a:cubicBezTo>
                  <a:cubicBezTo>
                    <a:pt x="612" y="64"/>
                    <a:pt x="608" y="65"/>
                    <a:pt x="607" y="65"/>
                  </a:cubicBezTo>
                  <a:cubicBezTo>
                    <a:pt x="607" y="65"/>
                    <a:pt x="611" y="64"/>
                    <a:pt x="610" y="63"/>
                  </a:cubicBezTo>
                  <a:cubicBezTo>
                    <a:pt x="609" y="63"/>
                    <a:pt x="608" y="64"/>
                    <a:pt x="607" y="64"/>
                  </a:cubicBezTo>
                  <a:cubicBezTo>
                    <a:pt x="606" y="63"/>
                    <a:pt x="604" y="62"/>
                    <a:pt x="604" y="62"/>
                  </a:cubicBezTo>
                  <a:cubicBezTo>
                    <a:pt x="603" y="62"/>
                    <a:pt x="600" y="60"/>
                    <a:pt x="602" y="60"/>
                  </a:cubicBezTo>
                  <a:cubicBezTo>
                    <a:pt x="603" y="60"/>
                    <a:pt x="605" y="60"/>
                    <a:pt x="606" y="60"/>
                  </a:cubicBezTo>
                  <a:cubicBezTo>
                    <a:pt x="609" y="60"/>
                    <a:pt x="605" y="57"/>
                    <a:pt x="604" y="57"/>
                  </a:cubicBezTo>
                  <a:cubicBezTo>
                    <a:pt x="602" y="55"/>
                    <a:pt x="597" y="56"/>
                    <a:pt x="594" y="55"/>
                  </a:cubicBezTo>
                  <a:cubicBezTo>
                    <a:pt x="592" y="55"/>
                    <a:pt x="591" y="57"/>
                    <a:pt x="589" y="59"/>
                  </a:cubicBezTo>
                  <a:cubicBezTo>
                    <a:pt x="589" y="59"/>
                    <a:pt x="582" y="63"/>
                    <a:pt x="582" y="60"/>
                  </a:cubicBezTo>
                  <a:cubicBezTo>
                    <a:pt x="583" y="58"/>
                    <a:pt x="584" y="60"/>
                    <a:pt x="586" y="59"/>
                  </a:cubicBezTo>
                  <a:cubicBezTo>
                    <a:pt x="586" y="59"/>
                    <a:pt x="585" y="56"/>
                    <a:pt x="584" y="56"/>
                  </a:cubicBezTo>
                  <a:cubicBezTo>
                    <a:pt x="584" y="56"/>
                    <a:pt x="578" y="56"/>
                    <a:pt x="578" y="56"/>
                  </a:cubicBezTo>
                  <a:cubicBezTo>
                    <a:pt x="579" y="55"/>
                    <a:pt x="581" y="54"/>
                    <a:pt x="583" y="54"/>
                  </a:cubicBezTo>
                  <a:cubicBezTo>
                    <a:pt x="584" y="55"/>
                    <a:pt x="591" y="55"/>
                    <a:pt x="591" y="55"/>
                  </a:cubicBezTo>
                  <a:cubicBezTo>
                    <a:pt x="591" y="54"/>
                    <a:pt x="585" y="54"/>
                    <a:pt x="584" y="53"/>
                  </a:cubicBezTo>
                  <a:cubicBezTo>
                    <a:pt x="582" y="53"/>
                    <a:pt x="580" y="53"/>
                    <a:pt x="578" y="53"/>
                  </a:cubicBezTo>
                  <a:cubicBezTo>
                    <a:pt x="574" y="52"/>
                    <a:pt x="570" y="52"/>
                    <a:pt x="566" y="51"/>
                  </a:cubicBezTo>
                  <a:cubicBezTo>
                    <a:pt x="565" y="51"/>
                    <a:pt x="561" y="50"/>
                    <a:pt x="561" y="50"/>
                  </a:cubicBezTo>
                  <a:cubicBezTo>
                    <a:pt x="561" y="51"/>
                    <a:pt x="562" y="52"/>
                    <a:pt x="561" y="52"/>
                  </a:cubicBezTo>
                  <a:cubicBezTo>
                    <a:pt x="560" y="53"/>
                    <a:pt x="559" y="53"/>
                    <a:pt x="558" y="53"/>
                  </a:cubicBezTo>
                  <a:cubicBezTo>
                    <a:pt x="557" y="53"/>
                    <a:pt x="552" y="54"/>
                    <a:pt x="553" y="56"/>
                  </a:cubicBezTo>
                  <a:cubicBezTo>
                    <a:pt x="554" y="58"/>
                    <a:pt x="556" y="55"/>
                    <a:pt x="557" y="56"/>
                  </a:cubicBezTo>
                  <a:cubicBezTo>
                    <a:pt x="557" y="56"/>
                    <a:pt x="554" y="57"/>
                    <a:pt x="555" y="59"/>
                  </a:cubicBezTo>
                  <a:cubicBezTo>
                    <a:pt x="556" y="59"/>
                    <a:pt x="555" y="60"/>
                    <a:pt x="555" y="61"/>
                  </a:cubicBezTo>
                  <a:cubicBezTo>
                    <a:pt x="556" y="61"/>
                    <a:pt x="557" y="62"/>
                    <a:pt x="557" y="63"/>
                  </a:cubicBezTo>
                  <a:cubicBezTo>
                    <a:pt x="557" y="63"/>
                    <a:pt x="553" y="63"/>
                    <a:pt x="552" y="63"/>
                  </a:cubicBezTo>
                  <a:cubicBezTo>
                    <a:pt x="550" y="63"/>
                    <a:pt x="552" y="62"/>
                    <a:pt x="552" y="62"/>
                  </a:cubicBezTo>
                  <a:cubicBezTo>
                    <a:pt x="551" y="61"/>
                    <a:pt x="548" y="62"/>
                    <a:pt x="548" y="62"/>
                  </a:cubicBezTo>
                  <a:cubicBezTo>
                    <a:pt x="546" y="63"/>
                    <a:pt x="544" y="62"/>
                    <a:pt x="543" y="62"/>
                  </a:cubicBezTo>
                  <a:cubicBezTo>
                    <a:pt x="542" y="62"/>
                    <a:pt x="546" y="63"/>
                    <a:pt x="546" y="63"/>
                  </a:cubicBezTo>
                  <a:cubicBezTo>
                    <a:pt x="549" y="64"/>
                    <a:pt x="546" y="66"/>
                    <a:pt x="545" y="65"/>
                  </a:cubicBezTo>
                  <a:cubicBezTo>
                    <a:pt x="544" y="65"/>
                    <a:pt x="544" y="64"/>
                    <a:pt x="544" y="63"/>
                  </a:cubicBezTo>
                  <a:cubicBezTo>
                    <a:pt x="543" y="63"/>
                    <a:pt x="542" y="63"/>
                    <a:pt x="541" y="63"/>
                  </a:cubicBezTo>
                  <a:cubicBezTo>
                    <a:pt x="539" y="62"/>
                    <a:pt x="537" y="61"/>
                    <a:pt x="534" y="62"/>
                  </a:cubicBezTo>
                  <a:cubicBezTo>
                    <a:pt x="531" y="62"/>
                    <a:pt x="529" y="65"/>
                    <a:pt x="526" y="63"/>
                  </a:cubicBezTo>
                  <a:cubicBezTo>
                    <a:pt x="524" y="62"/>
                    <a:pt x="522" y="61"/>
                    <a:pt x="521" y="59"/>
                  </a:cubicBezTo>
                  <a:cubicBezTo>
                    <a:pt x="520" y="58"/>
                    <a:pt x="518" y="62"/>
                    <a:pt x="517" y="62"/>
                  </a:cubicBezTo>
                  <a:cubicBezTo>
                    <a:pt x="516" y="64"/>
                    <a:pt x="515" y="70"/>
                    <a:pt x="512" y="69"/>
                  </a:cubicBezTo>
                  <a:cubicBezTo>
                    <a:pt x="510" y="68"/>
                    <a:pt x="508" y="68"/>
                    <a:pt x="506" y="66"/>
                  </a:cubicBezTo>
                  <a:cubicBezTo>
                    <a:pt x="505" y="65"/>
                    <a:pt x="503" y="63"/>
                    <a:pt x="502" y="62"/>
                  </a:cubicBezTo>
                  <a:cubicBezTo>
                    <a:pt x="501" y="60"/>
                    <a:pt x="499" y="59"/>
                    <a:pt x="498" y="58"/>
                  </a:cubicBezTo>
                  <a:cubicBezTo>
                    <a:pt x="496" y="56"/>
                    <a:pt x="500" y="57"/>
                    <a:pt x="501" y="57"/>
                  </a:cubicBezTo>
                  <a:cubicBezTo>
                    <a:pt x="502" y="57"/>
                    <a:pt x="504" y="56"/>
                    <a:pt x="504" y="55"/>
                  </a:cubicBezTo>
                  <a:cubicBezTo>
                    <a:pt x="504" y="55"/>
                    <a:pt x="499" y="52"/>
                    <a:pt x="499" y="52"/>
                  </a:cubicBezTo>
                  <a:cubicBezTo>
                    <a:pt x="499" y="52"/>
                    <a:pt x="502" y="52"/>
                    <a:pt x="502" y="51"/>
                  </a:cubicBezTo>
                  <a:cubicBezTo>
                    <a:pt x="501" y="50"/>
                    <a:pt x="499" y="50"/>
                    <a:pt x="499" y="50"/>
                  </a:cubicBezTo>
                  <a:cubicBezTo>
                    <a:pt x="499" y="48"/>
                    <a:pt x="504" y="47"/>
                    <a:pt x="499" y="46"/>
                  </a:cubicBezTo>
                  <a:cubicBezTo>
                    <a:pt x="498" y="46"/>
                    <a:pt x="497" y="44"/>
                    <a:pt x="495" y="44"/>
                  </a:cubicBezTo>
                  <a:cubicBezTo>
                    <a:pt x="494" y="44"/>
                    <a:pt x="492" y="43"/>
                    <a:pt x="491" y="44"/>
                  </a:cubicBezTo>
                  <a:cubicBezTo>
                    <a:pt x="490" y="44"/>
                    <a:pt x="490" y="45"/>
                    <a:pt x="489" y="45"/>
                  </a:cubicBezTo>
                  <a:cubicBezTo>
                    <a:pt x="488" y="44"/>
                    <a:pt x="488" y="44"/>
                    <a:pt x="487" y="44"/>
                  </a:cubicBezTo>
                  <a:cubicBezTo>
                    <a:pt x="486" y="44"/>
                    <a:pt x="484" y="44"/>
                    <a:pt x="483" y="43"/>
                  </a:cubicBezTo>
                  <a:cubicBezTo>
                    <a:pt x="482" y="43"/>
                    <a:pt x="481" y="43"/>
                    <a:pt x="480" y="41"/>
                  </a:cubicBezTo>
                  <a:cubicBezTo>
                    <a:pt x="479" y="41"/>
                    <a:pt x="480" y="40"/>
                    <a:pt x="478" y="41"/>
                  </a:cubicBezTo>
                  <a:cubicBezTo>
                    <a:pt x="478" y="41"/>
                    <a:pt x="477" y="42"/>
                    <a:pt x="476" y="42"/>
                  </a:cubicBezTo>
                  <a:cubicBezTo>
                    <a:pt x="475" y="42"/>
                    <a:pt x="475" y="41"/>
                    <a:pt x="474" y="42"/>
                  </a:cubicBezTo>
                  <a:cubicBezTo>
                    <a:pt x="474" y="43"/>
                    <a:pt x="473" y="44"/>
                    <a:pt x="473" y="45"/>
                  </a:cubicBezTo>
                  <a:cubicBezTo>
                    <a:pt x="473" y="46"/>
                    <a:pt x="475" y="46"/>
                    <a:pt x="474" y="47"/>
                  </a:cubicBezTo>
                  <a:cubicBezTo>
                    <a:pt x="473" y="48"/>
                    <a:pt x="474" y="48"/>
                    <a:pt x="473" y="48"/>
                  </a:cubicBezTo>
                  <a:cubicBezTo>
                    <a:pt x="472" y="48"/>
                    <a:pt x="470" y="48"/>
                    <a:pt x="469" y="49"/>
                  </a:cubicBezTo>
                  <a:cubicBezTo>
                    <a:pt x="470" y="48"/>
                    <a:pt x="473" y="50"/>
                    <a:pt x="473" y="50"/>
                  </a:cubicBezTo>
                  <a:cubicBezTo>
                    <a:pt x="472" y="51"/>
                    <a:pt x="469" y="49"/>
                    <a:pt x="467" y="49"/>
                  </a:cubicBezTo>
                  <a:cubicBezTo>
                    <a:pt x="465" y="49"/>
                    <a:pt x="462" y="49"/>
                    <a:pt x="459" y="49"/>
                  </a:cubicBezTo>
                  <a:cubicBezTo>
                    <a:pt x="458" y="49"/>
                    <a:pt x="458" y="48"/>
                    <a:pt x="457" y="48"/>
                  </a:cubicBezTo>
                  <a:cubicBezTo>
                    <a:pt x="456" y="47"/>
                    <a:pt x="453" y="48"/>
                    <a:pt x="452" y="48"/>
                  </a:cubicBezTo>
                  <a:cubicBezTo>
                    <a:pt x="451" y="47"/>
                    <a:pt x="449" y="47"/>
                    <a:pt x="448" y="46"/>
                  </a:cubicBezTo>
                  <a:cubicBezTo>
                    <a:pt x="448" y="45"/>
                    <a:pt x="450" y="45"/>
                    <a:pt x="450" y="44"/>
                  </a:cubicBezTo>
                  <a:cubicBezTo>
                    <a:pt x="451" y="43"/>
                    <a:pt x="442" y="43"/>
                    <a:pt x="441" y="43"/>
                  </a:cubicBezTo>
                  <a:cubicBezTo>
                    <a:pt x="436" y="42"/>
                    <a:pt x="432" y="43"/>
                    <a:pt x="427" y="43"/>
                  </a:cubicBezTo>
                  <a:cubicBezTo>
                    <a:pt x="424" y="43"/>
                    <a:pt x="425" y="43"/>
                    <a:pt x="426" y="45"/>
                  </a:cubicBezTo>
                  <a:cubicBezTo>
                    <a:pt x="426" y="46"/>
                    <a:pt x="424" y="45"/>
                    <a:pt x="424" y="45"/>
                  </a:cubicBezTo>
                  <a:cubicBezTo>
                    <a:pt x="422" y="45"/>
                    <a:pt x="423" y="44"/>
                    <a:pt x="423" y="43"/>
                  </a:cubicBezTo>
                  <a:cubicBezTo>
                    <a:pt x="423" y="41"/>
                    <a:pt x="422" y="38"/>
                    <a:pt x="420" y="40"/>
                  </a:cubicBezTo>
                  <a:cubicBezTo>
                    <a:pt x="420" y="42"/>
                    <a:pt x="416" y="42"/>
                    <a:pt x="414" y="41"/>
                  </a:cubicBezTo>
                  <a:cubicBezTo>
                    <a:pt x="413" y="40"/>
                    <a:pt x="415" y="38"/>
                    <a:pt x="411" y="39"/>
                  </a:cubicBezTo>
                  <a:cubicBezTo>
                    <a:pt x="410" y="39"/>
                    <a:pt x="409" y="39"/>
                    <a:pt x="408" y="39"/>
                  </a:cubicBezTo>
                  <a:cubicBezTo>
                    <a:pt x="407" y="38"/>
                    <a:pt x="406" y="39"/>
                    <a:pt x="404" y="40"/>
                  </a:cubicBezTo>
                  <a:cubicBezTo>
                    <a:pt x="402" y="42"/>
                    <a:pt x="407" y="41"/>
                    <a:pt x="407" y="42"/>
                  </a:cubicBezTo>
                  <a:cubicBezTo>
                    <a:pt x="407" y="44"/>
                    <a:pt x="403" y="43"/>
                    <a:pt x="402" y="44"/>
                  </a:cubicBezTo>
                  <a:cubicBezTo>
                    <a:pt x="401" y="45"/>
                    <a:pt x="399" y="45"/>
                    <a:pt x="397" y="46"/>
                  </a:cubicBezTo>
                  <a:cubicBezTo>
                    <a:pt x="395" y="47"/>
                    <a:pt x="393" y="47"/>
                    <a:pt x="390" y="47"/>
                  </a:cubicBezTo>
                  <a:cubicBezTo>
                    <a:pt x="388" y="47"/>
                    <a:pt x="388" y="47"/>
                    <a:pt x="387" y="49"/>
                  </a:cubicBezTo>
                  <a:cubicBezTo>
                    <a:pt x="386" y="50"/>
                    <a:pt x="382" y="51"/>
                    <a:pt x="381" y="51"/>
                  </a:cubicBezTo>
                  <a:cubicBezTo>
                    <a:pt x="381" y="50"/>
                    <a:pt x="383" y="50"/>
                    <a:pt x="383" y="50"/>
                  </a:cubicBezTo>
                  <a:cubicBezTo>
                    <a:pt x="385" y="49"/>
                    <a:pt x="385" y="47"/>
                    <a:pt x="386" y="46"/>
                  </a:cubicBezTo>
                  <a:cubicBezTo>
                    <a:pt x="387" y="44"/>
                    <a:pt x="388" y="46"/>
                    <a:pt x="389" y="45"/>
                  </a:cubicBezTo>
                  <a:cubicBezTo>
                    <a:pt x="390" y="45"/>
                    <a:pt x="390" y="44"/>
                    <a:pt x="391" y="44"/>
                  </a:cubicBezTo>
                  <a:cubicBezTo>
                    <a:pt x="394" y="42"/>
                    <a:pt x="398" y="41"/>
                    <a:pt x="401" y="39"/>
                  </a:cubicBezTo>
                  <a:cubicBezTo>
                    <a:pt x="403" y="38"/>
                    <a:pt x="405" y="37"/>
                    <a:pt x="407" y="36"/>
                  </a:cubicBezTo>
                  <a:cubicBezTo>
                    <a:pt x="411" y="33"/>
                    <a:pt x="416" y="31"/>
                    <a:pt x="420" y="29"/>
                  </a:cubicBezTo>
                  <a:cubicBezTo>
                    <a:pt x="423" y="28"/>
                    <a:pt x="426" y="26"/>
                    <a:pt x="423" y="23"/>
                  </a:cubicBezTo>
                  <a:cubicBezTo>
                    <a:pt x="422" y="22"/>
                    <a:pt x="422" y="24"/>
                    <a:pt x="421" y="23"/>
                  </a:cubicBezTo>
                  <a:cubicBezTo>
                    <a:pt x="420" y="22"/>
                    <a:pt x="419" y="22"/>
                    <a:pt x="418" y="21"/>
                  </a:cubicBezTo>
                  <a:cubicBezTo>
                    <a:pt x="418" y="20"/>
                    <a:pt x="423" y="22"/>
                    <a:pt x="423" y="22"/>
                  </a:cubicBezTo>
                  <a:cubicBezTo>
                    <a:pt x="424" y="22"/>
                    <a:pt x="427" y="22"/>
                    <a:pt x="425" y="20"/>
                  </a:cubicBezTo>
                  <a:cubicBezTo>
                    <a:pt x="424" y="19"/>
                    <a:pt x="424" y="18"/>
                    <a:pt x="423" y="17"/>
                  </a:cubicBezTo>
                  <a:cubicBezTo>
                    <a:pt x="422" y="15"/>
                    <a:pt x="421" y="19"/>
                    <a:pt x="420" y="19"/>
                  </a:cubicBezTo>
                  <a:cubicBezTo>
                    <a:pt x="420" y="18"/>
                    <a:pt x="420" y="17"/>
                    <a:pt x="420" y="17"/>
                  </a:cubicBezTo>
                  <a:cubicBezTo>
                    <a:pt x="420" y="16"/>
                    <a:pt x="420" y="16"/>
                    <a:pt x="419" y="15"/>
                  </a:cubicBezTo>
                  <a:cubicBezTo>
                    <a:pt x="419" y="14"/>
                    <a:pt x="417" y="13"/>
                    <a:pt x="416" y="13"/>
                  </a:cubicBezTo>
                  <a:cubicBezTo>
                    <a:pt x="414" y="12"/>
                    <a:pt x="413" y="12"/>
                    <a:pt x="411" y="11"/>
                  </a:cubicBezTo>
                  <a:cubicBezTo>
                    <a:pt x="409" y="11"/>
                    <a:pt x="409" y="11"/>
                    <a:pt x="406" y="12"/>
                  </a:cubicBezTo>
                  <a:cubicBezTo>
                    <a:pt x="404" y="12"/>
                    <a:pt x="397" y="9"/>
                    <a:pt x="396" y="12"/>
                  </a:cubicBezTo>
                  <a:cubicBezTo>
                    <a:pt x="395" y="13"/>
                    <a:pt x="389" y="14"/>
                    <a:pt x="388" y="13"/>
                  </a:cubicBezTo>
                  <a:cubicBezTo>
                    <a:pt x="388" y="13"/>
                    <a:pt x="394" y="9"/>
                    <a:pt x="392" y="8"/>
                  </a:cubicBezTo>
                  <a:cubicBezTo>
                    <a:pt x="392" y="8"/>
                    <a:pt x="385" y="9"/>
                    <a:pt x="384" y="8"/>
                  </a:cubicBezTo>
                  <a:cubicBezTo>
                    <a:pt x="384" y="7"/>
                    <a:pt x="386" y="7"/>
                    <a:pt x="386" y="7"/>
                  </a:cubicBezTo>
                  <a:cubicBezTo>
                    <a:pt x="386" y="6"/>
                    <a:pt x="378" y="7"/>
                    <a:pt x="378" y="7"/>
                  </a:cubicBezTo>
                  <a:cubicBezTo>
                    <a:pt x="379" y="5"/>
                    <a:pt x="383" y="6"/>
                    <a:pt x="384" y="5"/>
                  </a:cubicBezTo>
                  <a:cubicBezTo>
                    <a:pt x="385" y="4"/>
                    <a:pt x="387" y="5"/>
                    <a:pt x="386" y="4"/>
                  </a:cubicBezTo>
                  <a:cubicBezTo>
                    <a:pt x="386" y="3"/>
                    <a:pt x="386" y="2"/>
                    <a:pt x="385" y="2"/>
                  </a:cubicBezTo>
                  <a:cubicBezTo>
                    <a:pt x="382" y="2"/>
                    <a:pt x="381" y="1"/>
                    <a:pt x="378" y="1"/>
                  </a:cubicBezTo>
                  <a:cubicBezTo>
                    <a:pt x="376" y="0"/>
                    <a:pt x="374" y="1"/>
                    <a:pt x="372" y="2"/>
                  </a:cubicBezTo>
                  <a:cubicBezTo>
                    <a:pt x="368" y="3"/>
                    <a:pt x="364" y="6"/>
                    <a:pt x="362" y="8"/>
                  </a:cubicBezTo>
                  <a:cubicBezTo>
                    <a:pt x="361" y="9"/>
                    <a:pt x="361" y="9"/>
                    <a:pt x="362" y="10"/>
                  </a:cubicBezTo>
                  <a:cubicBezTo>
                    <a:pt x="363" y="10"/>
                    <a:pt x="362" y="11"/>
                    <a:pt x="362" y="12"/>
                  </a:cubicBezTo>
                  <a:cubicBezTo>
                    <a:pt x="362" y="14"/>
                    <a:pt x="366" y="13"/>
                    <a:pt x="366" y="14"/>
                  </a:cubicBezTo>
                  <a:cubicBezTo>
                    <a:pt x="366" y="13"/>
                    <a:pt x="361" y="14"/>
                    <a:pt x="360" y="14"/>
                  </a:cubicBezTo>
                  <a:cubicBezTo>
                    <a:pt x="359" y="14"/>
                    <a:pt x="353" y="13"/>
                    <a:pt x="352" y="14"/>
                  </a:cubicBezTo>
                  <a:cubicBezTo>
                    <a:pt x="352" y="13"/>
                    <a:pt x="355" y="17"/>
                    <a:pt x="355" y="17"/>
                  </a:cubicBezTo>
                  <a:cubicBezTo>
                    <a:pt x="356" y="18"/>
                    <a:pt x="351" y="16"/>
                    <a:pt x="350" y="16"/>
                  </a:cubicBezTo>
                  <a:cubicBezTo>
                    <a:pt x="349" y="16"/>
                    <a:pt x="347" y="17"/>
                    <a:pt x="345" y="18"/>
                  </a:cubicBezTo>
                  <a:cubicBezTo>
                    <a:pt x="345" y="18"/>
                    <a:pt x="345" y="18"/>
                    <a:pt x="344" y="18"/>
                  </a:cubicBezTo>
                  <a:cubicBezTo>
                    <a:pt x="342" y="18"/>
                    <a:pt x="344" y="18"/>
                    <a:pt x="343" y="17"/>
                  </a:cubicBezTo>
                  <a:cubicBezTo>
                    <a:pt x="343" y="18"/>
                    <a:pt x="338" y="20"/>
                    <a:pt x="338" y="20"/>
                  </a:cubicBezTo>
                  <a:cubicBezTo>
                    <a:pt x="338" y="19"/>
                    <a:pt x="340" y="18"/>
                    <a:pt x="340" y="18"/>
                  </a:cubicBezTo>
                  <a:cubicBezTo>
                    <a:pt x="340" y="17"/>
                    <a:pt x="335" y="18"/>
                    <a:pt x="334" y="17"/>
                  </a:cubicBezTo>
                  <a:cubicBezTo>
                    <a:pt x="334" y="17"/>
                    <a:pt x="336" y="16"/>
                    <a:pt x="336" y="16"/>
                  </a:cubicBezTo>
                  <a:cubicBezTo>
                    <a:pt x="335" y="17"/>
                    <a:pt x="330" y="18"/>
                    <a:pt x="328" y="18"/>
                  </a:cubicBezTo>
                  <a:cubicBezTo>
                    <a:pt x="323" y="19"/>
                    <a:pt x="329" y="19"/>
                    <a:pt x="330" y="20"/>
                  </a:cubicBezTo>
                  <a:cubicBezTo>
                    <a:pt x="329" y="19"/>
                    <a:pt x="324" y="21"/>
                    <a:pt x="323" y="21"/>
                  </a:cubicBezTo>
                  <a:cubicBezTo>
                    <a:pt x="322" y="21"/>
                    <a:pt x="321" y="21"/>
                    <a:pt x="320" y="22"/>
                  </a:cubicBezTo>
                  <a:cubicBezTo>
                    <a:pt x="319" y="23"/>
                    <a:pt x="317" y="22"/>
                    <a:pt x="315" y="22"/>
                  </a:cubicBezTo>
                  <a:cubicBezTo>
                    <a:pt x="314" y="22"/>
                    <a:pt x="313" y="24"/>
                    <a:pt x="311" y="24"/>
                  </a:cubicBezTo>
                  <a:cubicBezTo>
                    <a:pt x="309" y="25"/>
                    <a:pt x="308" y="24"/>
                    <a:pt x="307" y="25"/>
                  </a:cubicBezTo>
                  <a:cubicBezTo>
                    <a:pt x="306" y="26"/>
                    <a:pt x="305" y="27"/>
                    <a:pt x="304" y="27"/>
                  </a:cubicBezTo>
                  <a:cubicBezTo>
                    <a:pt x="302" y="27"/>
                    <a:pt x="300" y="27"/>
                    <a:pt x="299" y="27"/>
                  </a:cubicBezTo>
                  <a:cubicBezTo>
                    <a:pt x="299" y="27"/>
                    <a:pt x="302" y="29"/>
                    <a:pt x="302" y="29"/>
                  </a:cubicBezTo>
                  <a:cubicBezTo>
                    <a:pt x="301" y="30"/>
                    <a:pt x="295" y="30"/>
                    <a:pt x="295" y="30"/>
                  </a:cubicBezTo>
                  <a:cubicBezTo>
                    <a:pt x="295" y="30"/>
                    <a:pt x="299" y="30"/>
                    <a:pt x="299" y="30"/>
                  </a:cubicBezTo>
                  <a:cubicBezTo>
                    <a:pt x="299" y="30"/>
                    <a:pt x="297" y="30"/>
                    <a:pt x="296" y="30"/>
                  </a:cubicBezTo>
                  <a:cubicBezTo>
                    <a:pt x="297" y="30"/>
                    <a:pt x="299" y="31"/>
                    <a:pt x="299" y="31"/>
                  </a:cubicBezTo>
                  <a:cubicBezTo>
                    <a:pt x="298" y="31"/>
                    <a:pt x="298" y="31"/>
                    <a:pt x="297" y="31"/>
                  </a:cubicBezTo>
                  <a:cubicBezTo>
                    <a:pt x="298" y="31"/>
                    <a:pt x="297" y="32"/>
                    <a:pt x="297" y="32"/>
                  </a:cubicBezTo>
                  <a:cubicBezTo>
                    <a:pt x="297" y="33"/>
                    <a:pt x="294" y="32"/>
                    <a:pt x="294" y="32"/>
                  </a:cubicBezTo>
                  <a:cubicBezTo>
                    <a:pt x="294" y="33"/>
                    <a:pt x="296" y="33"/>
                    <a:pt x="296" y="34"/>
                  </a:cubicBezTo>
                  <a:cubicBezTo>
                    <a:pt x="297" y="34"/>
                    <a:pt x="295" y="34"/>
                    <a:pt x="295" y="34"/>
                  </a:cubicBezTo>
                  <a:cubicBezTo>
                    <a:pt x="295" y="36"/>
                    <a:pt x="299" y="34"/>
                    <a:pt x="298" y="36"/>
                  </a:cubicBezTo>
                  <a:cubicBezTo>
                    <a:pt x="296" y="38"/>
                    <a:pt x="301" y="39"/>
                    <a:pt x="298" y="40"/>
                  </a:cubicBezTo>
                  <a:cubicBezTo>
                    <a:pt x="296" y="40"/>
                    <a:pt x="294" y="40"/>
                    <a:pt x="292" y="40"/>
                  </a:cubicBezTo>
                  <a:cubicBezTo>
                    <a:pt x="291" y="41"/>
                    <a:pt x="291" y="42"/>
                    <a:pt x="289" y="41"/>
                  </a:cubicBezTo>
                  <a:cubicBezTo>
                    <a:pt x="288" y="41"/>
                    <a:pt x="287" y="41"/>
                    <a:pt x="286" y="41"/>
                  </a:cubicBezTo>
                  <a:cubicBezTo>
                    <a:pt x="282" y="42"/>
                    <a:pt x="278" y="42"/>
                    <a:pt x="274" y="42"/>
                  </a:cubicBezTo>
                  <a:cubicBezTo>
                    <a:pt x="272" y="42"/>
                    <a:pt x="270" y="42"/>
                    <a:pt x="269" y="43"/>
                  </a:cubicBezTo>
                  <a:cubicBezTo>
                    <a:pt x="268" y="44"/>
                    <a:pt x="267" y="45"/>
                    <a:pt x="267" y="46"/>
                  </a:cubicBezTo>
                  <a:cubicBezTo>
                    <a:pt x="267" y="47"/>
                    <a:pt x="269" y="48"/>
                    <a:pt x="269" y="49"/>
                  </a:cubicBezTo>
                  <a:cubicBezTo>
                    <a:pt x="268" y="51"/>
                    <a:pt x="268" y="52"/>
                    <a:pt x="269" y="53"/>
                  </a:cubicBezTo>
                  <a:cubicBezTo>
                    <a:pt x="271" y="55"/>
                    <a:pt x="274" y="54"/>
                    <a:pt x="276" y="56"/>
                  </a:cubicBezTo>
                  <a:cubicBezTo>
                    <a:pt x="276" y="56"/>
                    <a:pt x="278" y="60"/>
                    <a:pt x="278" y="60"/>
                  </a:cubicBezTo>
                  <a:cubicBezTo>
                    <a:pt x="274" y="60"/>
                    <a:pt x="273" y="60"/>
                    <a:pt x="270" y="58"/>
                  </a:cubicBezTo>
                  <a:cubicBezTo>
                    <a:pt x="267" y="56"/>
                    <a:pt x="262" y="54"/>
                    <a:pt x="258" y="54"/>
                  </a:cubicBezTo>
                  <a:cubicBezTo>
                    <a:pt x="256" y="54"/>
                    <a:pt x="257" y="53"/>
                    <a:pt x="255" y="52"/>
                  </a:cubicBezTo>
                  <a:cubicBezTo>
                    <a:pt x="254" y="52"/>
                    <a:pt x="250" y="52"/>
                    <a:pt x="250" y="54"/>
                  </a:cubicBezTo>
                  <a:cubicBezTo>
                    <a:pt x="250" y="55"/>
                    <a:pt x="254" y="55"/>
                    <a:pt x="254" y="55"/>
                  </a:cubicBezTo>
                  <a:cubicBezTo>
                    <a:pt x="254" y="55"/>
                    <a:pt x="251" y="56"/>
                    <a:pt x="252" y="56"/>
                  </a:cubicBezTo>
                  <a:cubicBezTo>
                    <a:pt x="254" y="57"/>
                    <a:pt x="255" y="56"/>
                    <a:pt x="256" y="58"/>
                  </a:cubicBezTo>
                  <a:cubicBezTo>
                    <a:pt x="256" y="60"/>
                    <a:pt x="253" y="59"/>
                    <a:pt x="252" y="59"/>
                  </a:cubicBezTo>
                  <a:cubicBezTo>
                    <a:pt x="250" y="58"/>
                    <a:pt x="249" y="57"/>
                    <a:pt x="247" y="58"/>
                  </a:cubicBezTo>
                  <a:cubicBezTo>
                    <a:pt x="245" y="58"/>
                    <a:pt x="246" y="61"/>
                    <a:pt x="247" y="62"/>
                  </a:cubicBezTo>
                  <a:cubicBezTo>
                    <a:pt x="248" y="63"/>
                    <a:pt x="250" y="63"/>
                    <a:pt x="251" y="63"/>
                  </a:cubicBezTo>
                  <a:cubicBezTo>
                    <a:pt x="253" y="64"/>
                    <a:pt x="255" y="64"/>
                    <a:pt x="256" y="65"/>
                  </a:cubicBezTo>
                  <a:cubicBezTo>
                    <a:pt x="257" y="66"/>
                    <a:pt x="257" y="67"/>
                    <a:pt x="257" y="67"/>
                  </a:cubicBezTo>
                  <a:cubicBezTo>
                    <a:pt x="258" y="67"/>
                    <a:pt x="259" y="67"/>
                    <a:pt x="260" y="67"/>
                  </a:cubicBezTo>
                  <a:cubicBezTo>
                    <a:pt x="260" y="67"/>
                    <a:pt x="257" y="68"/>
                    <a:pt x="257" y="68"/>
                  </a:cubicBezTo>
                  <a:cubicBezTo>
                    <a:pt x="255" y="68"/>
                    <a:pt x="255" y="67"/>
                    <a:pt x="254" y="66"/>
                  </a:cubicBezTo>
                  <a:cubicBezTo>
                    <a:pt x="252" y="65"/>
                    <a:pt x="249" y="65"/>
                    <a:pt x="246" y="65"/>
                  </a:cubicBezTo>
                  <a:cubicBezTo>
                    <a:pt x="245" y="65"/>
                    <a:pt x="240" y="64"/>
                    <a:pt x="242" y="62"/>
                  </a:cubicBezTo>
                  <a:cubicBezTo>
                    <a:pt x="243" y="62"/>
                    <a:pt x="242" y="61"/>
                    <a:pt x="242" y="60"/>
                  </a:cubicBezTo>
                  <a:cubicBezTo>
                    <a:pt x="241" y="59"/>
                    <a:pt x="242" y="58"/>
                    <a:pt x="242" y="57"/>
                  </a:cubicBezTo>
                  <a:cubicBezTo>
                    <a:pt x="243" y="55"/>
                    <a:pt x="244" y="51"/>
                    <a:pt x="242" y="50"/>
                  </a:cubicBezTo>
                  <a:cubicBezTo>
                    <a:pt x="238" y="49"/>
                    <a:pt x="241" y="54"/>
                    <a:pt x="240" y="56"/>
                  </a:cubicBezTo>
                  <a:cubicBezTo>
                    <a:pt x="238" y="58"/>
                    <a:pt x="235" y="59"/>
                    <a:pt x="233" y="61"/>
                  </a:cubicBezTo>
                  <a:cubicBezTo>
                    <a:pt x="230" y="64"/>
                    <a:pt x="231" y="63"/>
                    <a:pt x="233" y="65"/>
                  </a:cubicBezTo>
                  <a:cubicBezTo>
                    <a:pt x="234" y="66"/>
                    <a:pt x="237" y="69"/>
                    <a:pt x="237" y="71"/>
                  </a:cubicBezTo>
                  <a:cubicBezTo>
                    <a:pt x="237" y="71"/>
                    <a:pt x="236" y="73"/>
                    <a:pt x="235" y="73"/>
                  </a:cubicBezTo>
                  <a:cubicBezTo>
                    <a:pt x="234" y="75"/>
                    <a:pt x="233" y="77"/>
                    <a:pt x="233" y="79"/>
                  </a:cubicBezTo>
                  <a:cubicBezTo>
                    <a:pt x="233" y="79"/>
                    <a:pt x="234" y="84"/>
                    <a:pt x="235" y="84"/>
                  </a:cubicBezTo>
                  <a:cubicBezTo>
                    <a:pt x="237" y="84"/>
                    <a:pt x="239" y="84"/>
                    <a:pt x="241" y="83"/>
                  </a:cubicBezTo>
                  <a:cubicBezTo>
                    <a:pt x="243" y="82"/>
                    <a:pt x="246" y="83"/>
                    <a:pt x="248" y="84"/>
                  </a:cubicBezTo>
                  <a:cubicBezTo>
                    <a:pt x="251" y="84"/>
                    <a:pt x="253" y="86"/>
                    <a:pt x="254" y="89"/>
                  </a:cubicBezTo>
                  <a:cubicBezTo>
                    <a:pt x="255" y="91"/>
                    <a:pt x="251" y="94"/>
                    <a:pt x="253" y="95"/>
                  </a:cubicBezTo>
                  <a:cubicBezTo>
                    <a:pt x="253" y="95"/>
                    <a:pt x="259" y="97"/>
                    <a:pt x="259" y="97"/>
                  </a:cubicBezTo>
                  <a:cubicBezTo>
                    <a:pt x="259" y="98"/>
                    <a:pt x="252" y="96"/>
                    <a:pt x="251" y="96"/>
                  </a:cubicBezTo>
                  <a:cubicBezTo>
                    <a:pt x="251" y="96"/>
                    <a:pt x="250" y="93"/>
                    <a:pt x="250" y="93"/>
                  </a:cubicBezTo>
                  <a:cubicBezTo>
                    <a:pt x="251" y="91"/>
                    <a:pt x="252" y="90"/>
                    <a:pt x="250" y="89"/>
                  </a:cubicBezTo>
                  <a:cubicBezTo>
                    <a:pt x="248" y="88"/>
                    <a:pt x="249" y="86"/>
                    <a:pt x="247" y="85"/>
                  </a:cubicBezTo>
                  <a:cubicBezTo>
                    <a:pt x="245" y="85"/>
                    <a:pt x="243" y="86"/>
                    <a:pt x="241" y="86"/>
                  </a:cubicBezTo>
                  <a:cubicBezTo>
                    <a:pt x="241" y="86"/>
                    <a:pt x="237" y="87"/>
                    <a:pt x="237" y="88"/>
                  </a:cubicBezTo>
                  <a:cubicBezTo>
                    <a:pt x="238" y="88"/>
                    <a:pt x="239" y="88"/>
                    <a:pt x="238" y="88"/>
                  </a:cubicBezTo>
                  <a:cubicBezTo>
                    <a:pt x="238" y="89"/>
                    <a:pt x="236" y="90"/>
                    <a:pt x="237" y="91"/>
                  </a:cubicBezTo>
                  <a:cubicBezTo>
                    <a:pt x="241" y="93"/>
                    <a:pt x="238" y="96"/>
                    <a:pt x="236" y="98"/>
                  </a:cubicBezTo>
                  <a:cubicBezTo>
                    <a:pt x="235" y="99"/>
                    <a:pt x="234" y="101"/>
                    <a:pt x="234" y="102"/>
                  </a:cubicBezTo>
                  <a:cubicBezTo>
                    <a:pt x="233" y="103"/>
                    <a:pt x="231" y="104"/>
                    <a:pt x="229" y="104"/>
                  </a:cubicBezTo>
                  <a:cubicBezTo>
                    <a:pt x="228" y="105"/>
                    <a:pt x="227" y="105"/>
                    <a:pt x="227" y="107"/>
                  </a:cubicBezTo>
                  <a:cubicBezTo>
                    <a:pt x="226" y="109"/>
                    <a:pt x="224" y="108"/>
                    <a:pt x="223" y="108"/>
                  </a:cubicBezTo>
                  <a:cubicBezTo>
                    <a:pt x="220" y="107"/>
                    <a:pt x="218" y="108"/>
                    <a:pt x="216" y="107"/>
                  </a:cubicBezTo>
                  <a:cubicBezTo>
                    <a:pt x="215" y="107"/>
                    <a:pt x="214" y="106"/>
                    <a:pt x="213" y="106"/>
                  </a:cubicBezTo>
                  <a:cubicBezTo>
                    <a:pt x="211" y="106"/>
                    <a:pt x="211" y="105"/>
                    <a:pt x="210" y="104"/>
                  </a:cubicBezTo>
                  <a:cubicBezTo>
                    <a:pt x="210" y="104"/>
                    <a:pt x="212" y="103"/>
                    <a:pt x="212" y="104"/>
                  </a:cubicBezTo>
                  <a:cubicBezTo>
                    <a:pt x="213" y="106"/>
                    <a:pt x="215" y="106"/>
                    <a:pt x="215" y="105"/>
                  </a:cubicBezTo>
                  <a:cubicBezTo>
                    <a:pt x="216" y="104"/>
                    <a:pt x="221" y="107"/>
                    <a:pt x="223" y="105"/>
                  </a:cubicBezTo>
                  <a:cubicBezTo>
                    <a:pt x="223" y="104"/>
                    <a:pt x="221" y="103"/>
                    <a:pt x="223" y="103"/>
                  </a:cubicBezTo>
                  <a:cubicBezTo>
                    <a:pt x="224" y="102"/>
                    <a:pt x="226" y="101"/>
                    <a:pt x="227" y="100"/>
                  </a:cubicBezTo>
                  <a:cubicBezTo>
                    <a:pt x="228" y="98"/>
                    <a:pt x="227" y="98"/>
                    <a:pt x="230" y="97"/>
                  </a:cubicBezTo>
                  <a:cubicBezTo>
                    <a:pt x="233" y="95"/>
                    <a:pt x="229" y="93"/>
                    <a:pt x="231" y="91"/>
                  </a:cubicBezTo>
                  <a:cubicBezTo>
                    <a:pt x="233" y="90"/>
                    <a:pt x="233" y="89"/>
                    <a:pt x="231" y="88"/>
                  </a:cubicBezTo>
                  <a:cubicBezTo>
                    <a:pt x="230" y="88"/>
                    <a:pt x="229" y="87"/>
                    <a:pt x="228" y="86"/>
                  </a:cubicBezTo>
                  <a:cubicBezTo>
                    <a:pt x="227" y="84"/>
                    <a:pt x="228" y="81"/>
                    <a:pt x="228" y="79"/>
                  </a:cubicBezTo>
                  <a:cubicBezTo>
                    <a:pt x="228" y="77"/>
                    <a:pt x="227" y="75"/>
                    <a:pt x="228" y="73"/>
                  </a:cubicBezTo>
                  <a:cubicBezTo>
                    <a:pt x="228" y="71"/>
                    <a:pt x="230" y="71"/>
                    <a:pt x="230" y="69"/>
                  </a:cubicBezTo>
                  <a:cubicBezTo>
                    <a:pt x="229" y="67"/>
                    <a:pt x="227" y="66"/>
                    <a:pt x="226" y="65"/>
                  </a:cubicBezTo>
                  <a:cubicBezTo>
                    <a:pt x="225" y="64"/>
                    <a:pt x="224" y="63"/>
                    <a:pt x="225" y="62"/>
                  </a:cubicBezTo>
                  <a:cubicBezTo>
                    <a:pt x="227" y="61"/>
                    <a:pt x="227" y="59"/>
                    <a:pt x="228" y="57"/>
                  </a:cubicBezTo>
                  <a:cubicBezTo>
                    <a:pt x="229" y="56"/>
                    <a:pt x="230" y="53"/>
                    <a:pt x="229" y="52"/>
                  </a:cubicBezTo>
                  <a:cubicBezTo>
                    <a:pt x="229" y="51"/>
                    <a:pt x="225" y="50"/>
                    <a:pt x="223" y="49"/>
                  </a:cubicBezTo>
                  <a:cubicBezTo>
                    <a:pt x="221" y="49"/>
                    <a:pt x="219" y="49"/>
                    <a:pt x="217" y="49"/>
                  </a:cubicBezTo>
                  <a:cubicBezTo>
                    <a:pt x="216" y="49"/>
                    <a:pt x="213" y="48"/>
                    <a:pt x="212" y="49"/>
                  </a:cubicBezTo>
                  <a:cubicBezTo>
                    <a:pt x="209" y="51"/>
                    <a:pt x="209" y="58"/>
                    <a:pt x="206" y="60"/>
                  </a:cubicBezTo>
                  <a:cubicBezTo>
                    <a:pt x="204" y="63"/>
                    <a:pt x="198" y="64"/>
                    <a:pt x="198" y="68"/>
                  </a:cubicBezTo>
                  <a:cubicBezTo>
                    <a:pt x="198" y="69"/>
                    <a:pt x="201" y="68"/>
                    <a:pt x="201" y="68"/>
                  </a:cubicBezTo>
                  <a:cubicBezTo>
                    <a:pt x="202" y="69"/>
                    <a:pt x="201" y="73"/>
                    <a:pt x="201" y="73"/>
                  </a:cubicBezTo>
                  <a:cubicBezTo>
                    <a:pt x="200" y="75"/>
                    <a:pt x="202" y="76"/>
                    <a:pt x="199" y="76"/>
                  </a:cubicBezTo>
                  <a:cubicBezTo>
                    <a:pt x="199" y="77"/>
                    <a:pt x="198" y="77"/>
                    <a:pt x="198" y="78"/>
                  </a:cubicBezTo>
                  <a:cubicBezTo>
                    <a:pt x="199" y="79"/>
                    <a:pt x="200" y="79"/>
                    <a:pt x="201" y="79"/>
                  </a:cubicBezTo>
                  <a:cubicBezTo>
                    <a:pt x="202" y="79"/>
                    <a:pt x="206" y="79"/>
                    <a:pt x="206" y="80"/>
                  </a:cubicBezTo>
                  <a:cubicBezTo>
                    <a:pt x="206" y="82"/>
                    <a:pt x="206" y="84"/>
                    <a:pt x="208" y="85"/>
                  </a:cubicBezTo>
                  <a:cubicBezTo>
                    <a:pt x="210" y="86"/>
                    <a:pt x="212" y="85"/>
                    <a:pt x="210" y="87"/>
                  </a:cubicBezTo>
                  <a:cubicBezTo>
                    <a:pt x="209" y="88"/>
                    <a:pt x="209" y="90"/>
                    <a:pt x="208" y="91"/>
                  </a:cubicBezTo>
                  <a:cubicBezTo>
                    <a:pt x="207" y="93"/>
                    <a:pt x="202" y="88"/>
                    <a:pt x="201" y="87"/>
                  </a:cubicBezTo>
                  <a:cubicBezTo>
                    <a:pt x="198" y="85"/>
                    <a:pt x="194" y="84"/>
                    <a:pt x="191" y="83"/>
                  </a:cubicBezTo>
                  <a:cubicBezTo>
                    <a:pt x="189" y="82"/>
                    <a:pt x="188" y="81"/>
                    <a:pt x="186" y="80"/>
                  </a:cubicBezTo>
                  <a:cubicBezTo>
                    <a:pt x="185" y="80"/>
                    <a:pt x="183" y="79"/>
                    <a:pt x="182" y="79"/>
                  </a:cubicBezTo>
                  <a:cubicBezTo>
                    <a:pt x="179" y="79"/>
                    <a:pt x="176" y="78"/>
                    <a:pt x="173" y="78"/>
                  </a:cubicBezTo>
                  <a:cubicBezTo>
                    <a:pt x="169" y="78"/>
                    <a:pt x="165" y="78"/>
                    <a:pt x="168" y="83"/>
                  </a:cubicBezTo>
                  <a:cubicBezTo>
                    <a:pt x="170" y="84"/>
                    <a:pt x="169" y="86"/>
                    <a:pt x="167" y="87"/>
                  </a:cubicBezTo>
                  <a:cubicBezTo>
                    <a:pt x="166" y="88"/>
                    <a:pt x="163" y="86"/>
                    <a:pt x="164" y="89"/>
                  </a:cubicBezTo>
                  <a:cubicBezTo>
                    <a:pt x="165" y="90"/>
                    <a:pt x="157" y="90"/>
                    <a:pt x="161" y="87"/>
                  </a:cubicBezTo>
                  <a:cubicBezTo>
                    <a:pt x="162" y="86"/>
                    <a:pt x="159" y="84"/>
                    <a:pt x="158" y="85"/>
                  </a:cubicBezTo>
                  <a:cubicBezTo>
                    <a:pt x="156" y="85"/>
                    <a:pt x="154" y="86"/>
                    <a:pt x="153" y="87"/>
                  </a:cubicBezTo>
                  <a:cubicBezTo>
                    <a:pt x="150" y="89"/>
                    <a:pt x="147" y="87"/>
                    <a:pt x="144" y="88"/>
                  </a:cubicBezTo>
                  <a:cubicBezTo>
                    <a:pt x="141" y="89"/>
                    <a:pt x="139" y="91"/>
                    <a:pt x="137" y="91"/>
                  </a:cubicBezTo>
                  <a:cubicBezTo>
                    <a:pt x="136" y="91"/>
                    <a:pt x="130" y="91"/>
                    <a:pt x="131" y="90"/>
                  </a:cubicBezTo>
                  <a:cubicBezTo>
                    <a:pt x="133" y="90"/>
                    <a:pt x="133" y="90"/>
                    <a:pt x="133" y="89"/>
                  </a:cubicBezTo>
                  <a:cubicBezTo>
                    <a:pt x="133" y="86"/>
                    <a:pt x="135" y="87"/>
                    <a:pt x="135" y="85"/>
                  </a:cubicBezTo>
                  <a:cubicBezTo>
                    <a:pt x="136" y="84"/>
                    <a:pt x="129" y="86"/>
                    <a:pt x="129" y="86"/>
                  </a:cubicBezTo>
                  <a:cubicBezTo>
                    <a:pt x="128" y="86"/>
                    <a:pt x="127" y="86"/>
                    <a:pt x="127" y="87"/>
                  </a:cubicBezTo>
                  <a:cubicBezTo>
                    <a:pt x="127" y="88"/>
                    <a:pt x="127" y="89"/>
                    <a:pt x="127" y="90"/>
                  </a:cubicBezTo>
                  <a:cubicBezTo>
                    <a:pt x="126" y="90"/>
                    <a:pt x="124" y="89"/>
                    <a:pt x="123" y="89"/>
                  </a:cubicBezTo>
                  <a:cubicBezTo>
                    <a:pt x="121" y="89"/>
                    <a:pt x="118" y="90"/>
                    <a:pt x="116" y="91"/>
                  </a:cubicBezTo>
                  <a:cubicBezTo>
                    <a:pt x="113" y="92"/>
                    <a:pt x="110" y="94"/>
                    <a:pt x="107" y="95"/>
                  </a:cubicBezTo>
                  <a:cubicBezTo>
                    <a:pt x="105" y="95"/>
                    <a:pt x="104" y="96"/>
                    <a:pt x="103" y="98"/>
                  </a:cubicBezTo>
                  <a:cubicBezTo>
                    <a:pt x="103" y="99"/>
                    <a:pt x="103" y="102"/>
                    <a:pt x="101" y="102"/>
                  </a:cubicBezTo>
                  <a:cubicBezTo>
                    <a:pt x="99" y="102"/>
                    <a:pt x="97" y="103"/>
                    <a:pt x="95" y="103"/>
                  </a:cubicBezTo>
                  <a:cubicBezTo>
                    <a:pt x="94" y="103"/>
                    <a:pt x="93" y="101"/>
                    <a:pt x="92" y="100"/>
                  </a:cubicBezTo>
                  <a:cubicBezTo>
                    <a:pt x="90" y="98"/>
                    <a:pt x="87" y="99"/>
                    <a:pt x="89" y="96"/>
                  </a:cubicBezTo>
                  <a:cubicBezTo>
                    <a:pt x="90" y="94"/>
                    <a:pt x="93" y="95"/>
                    <a:pt x="94" y="94"/>
                  </a:cubicBezTo>
                  <a:cubicBezTo>
                    <a:pt x="96" y="94"/>
                    <a:pt x="98" y="95"/>
                    <a:pt x="97" y="93"/>
                  </a:cubicBezTo>
                  <a:cubicBezTo>
                    <a:pt x="96" y="92"/>
                    <a:pt x="95" y="90"/>
                    <a:pt x="94" y="89"/>
                  </a:cubicBezTo>
                  <a:cubicBezTo>
                    <a:pt x="92" y="87"/>
                    <a:pt x="89" y="88"/>
                    <a:pt x="87" y="88"/>
                  </a:cubicBezTo>
                  <a:cubicBezTo>
                    <a:pt x="86" y="88"/>
                    <a:pt x="80" y="87"/>
                    <a:pt x="80" y="87"/>
                  </a:cubicBezTo>
                  <a:cubicBezTo>
                    <a:pt x="80" y="87"/>
                    <a:pt x="83" y="88"/>
                    <a:pt x="83" y="88"/>
                  </a:cubicBezTo>
                  <a:cubicBezTo>
                    <a:pt x="84" y="89"/>
                    <a:pt x="84" y="90"/>
                    <a:pt x="84" y="91"/>
                  </a:cubicBezTo>
                  <a:cubicBezTo>
                    <a:pt x="84" y="92"/>
                    <a:pt x="84" y="94"/>
                    <a:pt x="84" y="95"/>
                  </a:cubicBezTo>
                  <a:cubicBezTo>
                    <a:pt x="83" y="96"/>
                    <a:pt x="82" y="97"/>
                    <a:pt x="82" y="98"/>
                  </a:cubicBezTo>
                  <a:cubicBezTo>
                    <a:pt x="83" y="100"/>
                    <a:pt x="87" y="100"/>
                    <a:pt x="86" y="103"/>
                  </a:cubicBezTo>
                  <a:cubicBezTo>
                    <a:pt x="85" y="104"/>
                    <a:pt x="84" y="106"/>
                    <a:pt x="84" y="107"/>
                  </a:cubicBezTo>
                  <a:cubicBezTo>
                    <a:pt x="84" y="107"/>
                    <a:pt x="84" y="111"/>
                    <a:pt x="84" y="111"/>
                  </a:cubicBezTo>
                  <a:cubicBezTo>
                    <a:pt x="84" y="111"/>
                    <a:pt x="83" y="108"/>
                    <a:pt x="83" y="108"/>
                  </a:cubicBezTo>
                  <a:cubicBezTo>
                    <a:pt x="82" y="108"/>
                    <a:pt x="81" y="110"/>
                    <a:pt x="80" y="109"/>
                  </a:cubicBezTo>
                  <a:cubicBezTo>
                    <a:pt x="80" y="109"/>
                    <a:pt x="82" y="108"/>
                    <a:pt x="82" y="107"/>
                  </a:cubicBezTo>
                  <a:cubicBezTo>
                    <a:pt x="81" y="106"/>
                    <a:pt x="79" y="106"/>
                    <a:pt x="78" y="106"/>
                  </a:cubicBezTo>
                  <a:cubicBezTo>
                    <a:pt x="77" y="106"/>
                    <a:pt x="76" y="105"/>
                    <a:pt x="75" y="106"/>
                  </a:cubicBezTo>
                  <a:cubicBezTo>
                    <a:pt x="73" y="106"/>
                    <a:pt x="72" y="108"/>
                    <a:pt x="70" y="108"/>
                  </a:cubicBezTo>
                  <a:cubicBezTo>
                    <a:pt x="68" y="110"/>
                    <a:pt x="67" y="110"/>
                    <a:pt x="65" y="112"/>
                  </a:cubicBezTo>
                  <a:cubicBezTo>
                    <a:pt x="63" y="114"/>
                    <a:pt x="61" y="114"/>
                    <a:pt x="64" y="116"/>
                  </a:cubicBezTo>
                  <a:cubicBezTo>
                    <a:pt x="65" y="117"/>
                    <a:pt x="67" y="120"/>
                    <a:pt x="66" y="121"/>
                  </a:cubicBezTo>
                  <a:cubicBezTo>
                    <a:pt x="65" y="122"/>
                    <a:pt x="59" y="120"/>
                    <a:pt x="58" y="120"/>
                  </a:cubicBezTo>
                  <a:cubicBezTo>
                    <a:pt x="57" y="119"/>
                    <a:pt x="54" y="120"/>
                    <a:pt x="53" y="120"/>
                  </a:cubicBezTo>
                  <a:cubicBezTo>
                    <a:pt x="54" y="119"/>
                    <a:pt x="49" y="115"/>
                    <a:pt x="48" y="117"/>
                  </a:cubicBezTo>
                  <a:cubicBezTo>
                    <a:pt x="43" y="121"/>
                    <a:pt x="54" y="122"/>
                    <a:pt x="54" y="124"/>
                  </a:cubicBezTo>
                  <a:cubicBezTo>
                    <a:pt x="53" y="128"/>
                    <a:pt x="50" y="126"/>
                    <a:pt x="47" y="126"/>
                  </a:cubicBezTo>
                  <a:cubicBezTo>
                    <a:pt x="44" y="125"/>
                    <a:pt x="43" y="123"/>
                    <a:pt x="40" y="122"/>
                  </a:cubicBezTo>
                  <a:cubicBezTo>
                    <a:pt x="38" y="121"/>
                    <a:pt x="38" y="120"/>
                    <a:pt x="37" y="118"/>
                  </a:cubicBezTo>
                  <a:cubicBezTo>
                    <a:pt x="37" y="116"/>
                    <a:pt x="36" y="116"/>
                    <a:pt x="35" y="115"/>
                  </a:cubicBezTo>
                  <a:cubicBezTo>
                    <a:pt x="35" y="114"/>
                    <a:pt x="38" y="112"/>
                    <a:pt x="38" y="112"/>
                  </a:cubicBezTo>
                  <a:cubicBezTo>
                    <a:pt x="39" y="109"/>
                    <a:pt x="34" y="107"/>
                    <a:pt x="32" y="107"/>
                  </a:cubicBezTo>
                  <a:cubicBezTo>
                    <a:pt x="30" y="106"/>
                    <a:pt x="30" y="104"/>
                    <a:pt x="28" y="104"/>
                  </a:cubicBezTo>
                  <a:cubicBezTo>
                    <a:pt x="29" y="103"/>
                    <a:pt x="24" y="99"/>
                    <a:pt x="24" y="99"/>
                  </a:cubicBezTo>
                  <a:cubicBezTo>
                    <a:pt x="26" y="98"/>
                    <a:pt x="28" y="101"/>
                    <a:pt x="29" y="102"/>
                  </a:cubicBezTo>
                  <a:cubicBezTo>
                    <a:pt x="30" y="103"/>
                    <a:pt x="31" y="103"/>
                    <a:pt x="31" y="102"/>
                  </a:cubicBezTo>
                  <a:cubicBezTo>
                    <a:pt x="32" y="102"/>
                    <a:pt x="33" y="103"/>
                    <a:pt x="33" y="103"/>
                  </a:cubicBezTo>
                  <a:cubicBezTo>
                    <a:pt x="36" y="104"/>
                    <a:pt x="38" y="105"/>
                    <a:pt x="41" y="105"/>
                  </a:cubicBezTo>
                  <a:cubicBezTo>
                    <a:pt x="43" y="106"/>
                    <a:pt x="46" y="106"/>
                    <a:pt x="49" y="107"/>
                  </a:cubicBezTo>
                  <a:cubicBezTo>
                    <a:pt x="54" y="109"/>
                    <a:pt x="58" y="109"/>
                    <a:pt x="63" y="106"/>
                  </a:cubicBezTo>
                  <a:cubicBezTo>
                    <a:pt x="65" y="105"/>
                    <a:pt x="66" y="104"/>
                    <a:pt x="68" y="103"/>
                  </a:cubicBezTo>
                  <a:cubicBezTo>
                    <a:pt x="71" y="101"/>
                    <a:pt x="69" y="100"/>
                    <a:pt x="69" y="97"/>
                  </a:cubicBezTo>
                  <a:cubicBezTo>
                    <a:pt x="69" y="94"/>
                    <a:pt x="62" y="93"/>
                    <a:pt x="60" y="91"/>
                  </a:cubicBezTo>
                  <a:cubicBezTo>
                    <a:pt x="57" y="89"/>
                    <a:pt x="53" y="87"/>
                    <a:pt x="50" y="86"/>
                  </a:cubicBezTo>
                  <a:cubicBezTo>
                    <a:pt x="47" y="84"/>
                    <a:pt x="43" y="82"/>
                    <a:pt x="40" y="82"/>
                  </a:cubicBezTo>
                  <a:cubicBezTo>
                    <a:pt x="39" y="81"/>
                    <a:pt x="39" y="82"/>
                    <a:pt x="38" y="82"/>
                  </a:cubicBezTo>
                  <a:cubicBezTo>
                    <a:pt x="37" y="82"/>
                    <a:pt x="36" y="81"/>
                    <a:pt x="35" y="81"/>
                  </a:cubicBezTo>
                  <a:cubicBezTo>
                    <a:pt x="33" y="80"/>
                    <a:pt x="31" y="84"/>
                    <a:pt x="29" y="84"/>
                  </a:cubicBezTo>
                  <a:cubicBezTo>
                    <a:pt x="29" y="83"/>
                    <a:pt x="33" y="80"/>
                    <a:pt x="29" y="80"/>
                  </a:cubicBezTo>
                  <a:cubicBezTo>
                    <a:pt x="28" y="80"/>
                    <a:pt x="24" y="78"/>
                    <a:pt x="24" y="78"/>
                  </a:cubicBezTo>
                  <a:cubicBezTo>
                    <a:pt x="25" y="77"/>
                    <a:pt x="29" y="80"/>
                    <a:pt x="29" y="78"/>
                  </a:cubicBezTo>
                  <a:cubicBezTo>
                    <a:pt x="29" y="77"/>
                    <a:pt x="25" y="75"/>
                    <a:pt x="24" y="75"/>
                  </a:cubicBezTo>
                  <a:cubicBezTo>
                    <a:pt x="23" y="76"/>
                    <a:pt x="20" y="78"/>
                    <a:pt x="20" y="78"/>
                  </a:cubicBezTo>
                  <a:cubicBezTo>
                    <a:pt x="20" y="77"/>
                    <a:pt x="20" y="77"/>
                    <a:pt x="19" y="76"/>
                  </a:cubicBezTo>
                  <a:cubicBezTo>
                    <a:pt x="17" y="76"/>
                    <a:pt x="17" y="77"/>
                    <a:pt x="16" y="78"/>
                  </a:cubicBezTo>
                  <a:cubicBezTo>
                    <a:pt x="16" y="78"/>
                    <a:pt x="16" y="78"/>
                    <a:pt x="16" y="77"/>
                  </a:cubicBezTo>
                  <a:cubicBezTo>
                    <a:pt x="15" y="78"/>
                    <a:pt x="14" y="80"/>
                    <a:pt x="13" y="80"/>
                  </a:cubicBezTo>
                  <a:cubicBezTo>
                    <a:pt x="12" y="81"/>
                    <a:pt x="10" y="81"/>
                    <a:pt x="10" y="81"/>
                  </a:cubicBezTo>
                  <a:cubicBezTo>
                    <a:pt x="9" y="83"/>
                    <a:pt x="5" y="83"/>
                    <a:pt x="6" y="85"/>
                  </a:cubicBezTo>
                  <a:cubicBezTo>
                    <a:pt x="9" y="87"/>
                    <a:pt x="5" y="85"/>
                    <a:pt x="5" y="88"/>
                  </a:cubicBezTo>
                  <a:cubicBezTo>
                    <a:pt x="5" y="90"/>
                    <a:pt x="9" y="91"/>
                    <a:pt x="10" y="92"/>
                  </a:cubicBezTo>
                  <a:cubicBezTo>
                    <a:pt x="12" y="93"/>
                    <a:pt x="14" y="95"/>
                    <a:pt x="13" y="97"/>
                  </a:cubicBezTo>
                  <a:cubicBezTo>
                    <a:pt x="12" y="99"/>
                    <a:pt x="9" y="100"/>
                    <a:pt x="9" y="102"/>
                  </a:cubicBezTo>
                  <a:cubicBezTo>
                    <a:pt x="10" y="104"/>
                    <a:pt x="12" y="106"/>
                    <a:pt x="13" y="108"/>
                  </a:cubicBezTo>
                  <a:cubicBezTo>
                    <a:pt x="14" y="110"/>
                    <a:pt x="12" y="110"/>
                    <a:pt x="12" y="112"/>
                  </a:cubicBezTo>
                  <a:cubicBezTo>
                    <a:pt x="12" y="114"/>
                    <a:pt x="15" y="116"/>
                    <a:pt x="13" y="117"/>
                  </a:cubicBezTo>
                  <a:cubicBezTo>
                    <a:pt x="11" y="118"/>
                    <a:pt x="14" y="121"/>
                    <a:pt x="14" y="122"/>
                  </a:cubicBezTo>
                  <a:cubicBezTo>
                    <a:pt x="16" y="124"/>
                    <a:pt x="18" y="124"/>
                    <a:pt x="15" y="126"/>
                  </a:cubicBezTo>
                  <a:cubicBezTo>
                    <a:pt x="13" y="128"/>
                    <a:pt x="14" y="128"/>
                    <a:pt x="15" y="129"/>
                  </a:cubicBezTo>
                  <a:cubicBezTo>
                    <a:pt x="20" y="132"/>
                    <a:pt x="23" y="134"/>
                    <a:pt x="18" y="138"/>
                  </a:cubicBezTo>
                  <a:cubicBezTo>
                    <a:pt x="13" y="143"/>
                    <a:pt x="8" y="147"/>
                    <a:pt x="4" y="152"/>
                  </a:cubicBezTo>
                  <a:cubicBezTo>
                    <a:pt x="6" y="152"/>
                    <a:pt x="6" y="151"/>
                    <a:pt x="7" y="152"/>
                  </a:cubicBezTo>
                  <a:cubicBezTo>
                    <a:pt x="8" y="154"/>
                    <a:pt x="10" y="154"/>
                    <a:pt x="11" y="155"/>
                  </a:cubicBezTo>
                  <a:cubicBezTo>
                    <a:pt x="17" y="157"/>
                    <a:pt x="9" y="157"/>
                    <a:pt x="7" y="157"/>
                  </a:cubicBezTo>
                  <a:cubicBezTo>
                    <a:pt x="5" y="157"/>
                    <a:pt x="4" y="158"/>
                    <a:pt x="4" y="160"/>
                  </a:cubicBezTo>
                  <a:cubicBezTo>
                    <a:pt x="4" y="162"/>
                    <a:pt x="2" y="163"/>
                    <a:pt x="1" y="165"/>
                  </a:cubicBezTo>
                  <a:cubicBezTo>
                    <a:pt x="0" y="166"/>
                    <a:pt x="1" y="168"/>
                    <a:pt x="2" y="170"/>
                  </a:cubicBezTo>
                  <a:cubicBezTo>
                    <a:pt x="2" y="172"/>
                    <a:pt x="0" y="174"/>
                    <a:pt x="1" y="175"/>
                  </a:cubicBezTo>
                  <a:cubicBezTo>
                    <a:pt x="3" y="176"/>
                    <a:pt x="3" y="176"/>
                    <a:pt x="3" y="178"/>
                  </a:cubicBezTo>
                  <a:cubicBezTo>
                    <a:pt x="2" y="180"/>
                    <a:pt x="4" y="181"/>
                    <a:pt x="4" y="183"/>
                  </a:cubicBezTo>
                  <a:cubicBezTo>
                    <a:pt x="4" y="184"/>
                    <a:pt x="7" y="186"/>
                    <a:pt x="8" y="186"/>
                  </a:cubicBezTo>
                  <a:cubicBezTo>
                    <a:pt x="8" y="186"/>
                    <a:pt x="9" y="185"/>
                    <a:pt x="10" y="185"/>
                  </a:cubicBezTo>
                  <a:cubicBezTo>
                    <a:pt x="11" y="185"/>
                    <a:pt x="11" y="187"/>
                    <a:pt x="12" y="187"/>
                  </a:cubicBezTo>
                  <a:cubicBezTo>
                    <a:pt x="14" y="186"/>
                    <a:pt x="14" y="185"/>
                    <a:pt x="16" y="187"/>
                  </a:cubicBezTo>
                  <a:cubicBezTo>
                    <a:pt x="18" y="188"/>
                    <a:pt x="18" y="188"/>
                    <a:pt x="18" y="190"/>
                  </a:cubicBezTo>
                  <a:cubicBezTo>
                    <a:pt x="17" y="195"/>
                    <a:pt x="21" y="199"/>
                    <a:pt x="24" y="201"/>
                  </a:cubicBezTo>
                  <a:cubicBezTo>
                    <a:pt x="26" y="202"/>
                    <a:pt x="27" y="203"/>
                    <a:pt x="25" y="204"/>
                  </a:cubicBezTo>
                  <a:cubicBezTo>
                    <a:pt x="24" y="206"/>
                    <a:pt x="23" y="205"/>
                    <a:pt x="21" y="205"/>
                  </a:cubicBezTo>
                  <a:cubicBezTo>
                    <a:pt x="19" y="205"/>
                    <a:pt x="22" y="214"/>
                    <a:pt x="24" y="213"/>
                  </a:cubicBezTo>
                  <a:cubicBezTo>
                    <a:pt x="25" y="212"/>
                    <a:pt x="26" y="209"/>
                    <a:pt x="27" y="210"/>
                  </a:cubicBezTo>
                  <a:cubicBezTo>
                    <a:pt x="28" y="210"/>
                    <a:pt x="29" y="211"/>
                    <a:pt x="31" y="211"/>
                  </a:cubicBezTo>
                  <a:cubicBezTo>
                    <a:pt x="33" y="211"/>
                    <a:pt x="35" y="212"/>
                    <a:pt x="35" y="214"/>
                  </a:cubicBezTo>
                  <a:cubicBezTo>
                    <a:pt x="35" y="215"/>
                    <a:pt x="34" y="215"/>
                    <a:pt x="34" y="215"/>
                  </a:cubicBezTo>
                  <a:cubicBezTo>
                    <a:pt x="33" y="216"/>
                    <a:pt x="34" y="218"/>
                    <a:pt x="35" y="218"/>
                  </a:cubicBezTo>
                  <a:cubicBezTo>
                    <a:pt x="36" y="219"/>
                    <a:pt x="38" y="218"/>
                    <a:pt x="39" y="219"/>
                  </a:cubicBezTo>
                  <a:cubicBezTo>
                    <a:pt x="40" y="220"/>
                    <a:pt x="40" y="222"/>
                    <a:pt x="40" y="223"/>
                  </a:cubicBezTo>
                  <a:cubicBezTo>
                    <a:pt x="40" y="224"/>
                    <a:pt x="43" y="223"/>
                    <a:pt x="44" y="223"/>
                  </a:cubicBezTo>
                  <a:cubicBezTo>
                    <a:pt x="45" y="224"/>
                    <a:pt x="47" y="227"/>
                    <a:pt x="48" y="225"/>
                  </a:cubicBezTo>
                  <a:cubicBezTo>
                    <a:pt x="49" y="223"/>
                    <a:pt x="50" y="224"/>
                    <a:pt x="51" y="225"/>
                  </a:cubicBezTo>
                  <a:cubicBezTo>
                    <a:pt x="53" y="227"/>
                    <a:pt x="53" y="226"/>
                    <a:pt x="55" y="226"/>
                  </a:cubicBezTo>
                  <a:cubicBezTo>
                    <a:pt x="56" y="226"/>
                    <a:pt x="57" y="229"/>
                    <a:pt x="58" y="228"/>
                  </a:cubicBezTo>
                  <a:cubicBezTo>
                    <a:pt x="60" y="227"/>
                    <a:pt x="62" y="229"/>
                    <a:pt x="63" y="230"/>
                  </a:cubicBezTo>
                  <a:cubicBezTo>
                    <a:pt x="65" y="231"/>
                    <a:pt x="62" y="232"/>
                    <a:pt x="62" y="232"/>
                  </a:cubicBezTo>
                  <a:cubicBezTo>
                    <a:pt x="60" y="233"/>
                    <a:pt x="63" y="234"/>
                    <a:pt x="63" y="234"/>
                  </a:cubicBezTo>
                  <a:cubicBezTo>
                    <a:pt x="63" y="234"/>
                    <a:pt x="60" y="234"/>
                    <a:pt x="61" y="236"/>
                  </a:cubicBezTo>
                  <a:cubicBezTo>
                    <a:pt x="63" y="237"/>
                    <a:pt x="62" y="238"/>
                    <a:pt x="61" y="239"/>
                  </a:cubicBezTo>
                  <a:cubicBezTo>
                    <a:pt x="61" y="240"/>
                    <a:pt x="58" y="240"/>
                    <a:pt x="57" y="240"/>
                  </a:cubicBezTo>
                  <a:cubicBezTo>
                    <a:pt x="55" y="240"/>
                    <a:pt x="54" y="242"/>
                    <a:pt x="53" y="244"/>
                  </a:cubicBezTo>
                  <a:cubicBezTo>
                    <a:pt x="54" y="244"/>
                    <a:pt x="58" y="244"/>
                    <a:pt x="58" y="245"/>
                  </a:cubicBezTo>
                  <a:cubicBezTo>
                    <a:pt x="58" y="246"/>
                    <a:pt x="53" y="247"/>
                    <a:pt x="53" y="248"/>
                  </a:cubicBezTo>
                  <a:cubicBezTo>
                    <a:pt x="53" y="249"/>
                    <a:pt x="55" y="249"/>
                    <a:pt x="55" y="251"/>
                  </a:cubicBezTo>
                  <a:cubicBezTo>
                    <a:pt x="55" y="251"/>
                    <a:pt x="52" y="252"/>
                    <a:pt x="52" y="252"/>
                  </a:cubicBezTo>
                  <a:cubicBezTo>
                    <a:pt x="51" y="253"/>
                    <a:pt x="51" y="254"/>
                    <a:pt x="50" y="255"/>
                  </a:cubicBezTo>
                  <a:cubicBezTo>
                    <a:pt x="50" y="256"/>
                    <a:pt x="48" y="255"/>
                    <a:pt x="48" y="257"/>
                  </a:cubicBezTo>
                  <a:cubicBezTo>
                    <a:pt x="47" y="258"/>
                    <a:pt x="49" y="260"/>
                    <a:pt x="51" y="260"/>
                  </a:cubicBezTo>
                  <a:cubicBezTo>
                    <a:pt x="53" y="261"/>
                    <a:pt x="55" y="262"/>
                    <a:pt x="58" y="264"/>
                  </a:cubicBezTo>
                  <a:cubicBezTo>
                    <a:pt x="59" y="265"/>
                    <a:pt x="60" y="266"/>
                    <a:pt x="61" y="266"/>
                  </a:cubicBezTo>
                  <a:cubicBezTo>
                    <a:pt x="62" y="268"/>
                    <a:pt x="62" y="267"/>
                    <a:pt x="64" y="266"/>
                  </a:cubicBezTo>
                  <a:cubicBezTo>
                    <a:pt x="67" y="266"/>
                    <a:pt x="70" y="269"/>
                    <a:pt x="73" y="269"/>
                  </a:cubicBezTo>
                  <a:cubicBezTo>
                    <a:pt x="76" y="269"/>
                    <a:pt x="79" y="271"/>
                    <a:pt x="82" y="272"/>
                  </a:cubicBezTo>
                  <a:cubicBezTo>
                    <a:pt x="85" y="273"/>
                    <a:pt x="87" y="272"/>
                    <a:pt x="90" y="272"/>
                  </a:cubicBezTo>
                  <a:cubicBezTo>
                    <a:pt x="91" y="273"/>
                    <a:pt x="92" y="274"/>
                    <a:pt x="92" y="275"/>
                  </a:cubicBezTo>
                  <a:cubicBezTo>
                    <a:pt x="92" y="276"/>
                    <a:pt x="93" y="276"/>
                    <a:pt x="94" y="276"/>
                  </a:cubicBezTo>
                  <a:cubicBezTo>
                    <a:pt x="97" y="277"/>
                    <a:pt x="99" y="282"/>
                    <a:pt x="103" y="280"/>
                  </a:cubicBezTo>
                  <a:cubicBezTo>
                    <a:pt x="104" y="279"/>
                    <a:pt x="106" y="278"/>
                    <a:pt x="105" y="277"/>
                  </a:cubicBezTo>
                  <a:cubicBezTo>
                    <a:pt x="104" y="276"/>
                    <a:pt x="103" y="275"/>
                    <a:pt x="102" y="274"/>
                  </a:cubicBezTo>
                  <a:cubicBezTo>
                    <a:pt x="100" y="272"/>
                    <a:pt x="99" y="270"/>
                    <a:pt x="100" y="267"/>
                  </a:cubicBezTo>
                  <a:cubicBezTo>
                    <a:pt x="100" y="265"/>
                    <a:pt x="99" y="263"/>
                    <a:pt x="97" y="262"/>
                  </a:cubicBezTo>
                  <a:cubicBezTo>
                    <a:pt x="95" y="261"/>
                    <a:pt x="98" y="259"/>
                    <a:pt x="99" y="258"/>
                  </a:cubicBezTo>
                  <a:cubicBezTo>
                    <a:pt x="100" y="256"/>
                    <a:pt x="100" y="254"/>
                    <a:pt x="103" y="254"/>
                  </a:cubicBezTo>
                  <a:cubicBezTo>
                    <a:pt x="104" y="254"/>
                    <a:pt x="105" y="253"/>
                    <a:pt x="106" y="252"/>
                  </a:cubicBezTo>
                  <a:cubicBezTo>
                    <a:pt x="107" y="251"/>
                    <a:pt x="108" y="251"/>
                    <a:pt x="109" y="250"/>
                  </a:cubicBezTo>
                  <a:cubicBezTo>
                    <a:pt x="108" y="250"/>
                    <a:pt x="106" y="249"/>
                    <a:pt x="106" y="248"/>
                  </a:cubicBezTo>
                  <a:cubicBezTo>
                    <a:pt x="106" y="247"/>
                    <a:pt x="108" y="248"/>
                    <a:pt x="108" y="248"/>
                  </a:cubicBezTo>
                  <a:cubicBezTo>
                    <a:pt x="108" y="247"/>
                    <a:pt x="106" y="244"/>
                    <a:pt x="105" y="243"/>
                  </a:cubicBezTo>
                  <a:cubicBezTo>
                    <a:pt x="104" y="241"/>
                    <a:pt x="103" y="241"/>
                    <a:pt x="101" y="241"/>
                  </a:cubicBezTo>
                  <a:cubicBezTo>
                    <a:pt x="98" y="241"/>
                    <a:pt x="100" y="239"/>
                    <a:pt x="98" y="238"/>
                  </a:cubicBezTo>
                  <a:cubicBezTo>
                    <a:pt x="97" y="237"/>
                    <a:pt x="94" y="237"/>
                    <a:pt x="96" y="235"/>
                  </a:cubicBezTo>
                  <a:cubicBezTo>
                    <a:pt x="97" y="233"/>
                    <a:pt x="99" y="232"/>
                    <a:pt x="97" y="231"/>
                  </a:cubicBezTo>
                  <a:cubicBezTo>
                    <a:pt x="96" y="229"/>
                    <a:pt x="98" y="228"/>
                    <a:pt x="99" y="227"/>
                  </a:cubicBezTo>
                  <a:cubicBezTo>
                    <a:pt x="99" y="226"/>
                    <a:pt x="101" y="223"/>
                    <a:pt x="101" y="224"/>
                  </a:cubicBezTo>
                  <a:cubicBezTo>
                    <a:pt x="102" y="225"/>
                    <a:pt x="103" y="227"/>
                    <a:pt x="104" y="228"/>
                  </a:cubicBezTo>
                  <a:cubicBezTo>
                    <a:pt x="106" y="228"/>
                    <a:pt x="107" y="227"/>
                    <a:pt x="107" y="226"/>
                  </a:cubicBezTo>
                  <a:cubicBezTo>
                    <a:pt x="106" y="224"/>
                    <a:pt x="106" y="223"/>
                    <a:pt x="108" y="222"/>
                  </a:cubicBezTo>
                  <a:cubicBezTo>
                    <a:pt x="110" y="221"/>
                    <a:pt x="110" y="219"/>
                    <a:pt x="112" y="219"/>
                  </a:cubicBezTo>
                  <a:cubicBezTo>
                    <a:pt x="114" y="218"/>
                    <a:pt x="116" y="215"/>
                    <a:pt x="118" y="216"/>
                  </a:cubicBezTo>
                  <a:cubicBezTo>
                    <a:pt x="120" y="216"/>
                    <a:pt x="120" y="218"/>
                    <a:pt x="122" y="216"/>
                  </a:cubicBezTo>
                  <a:cubicBezTo>
                    <a:pt x="124" y="215"/>
                    <a:pt x="124" y="216"/>
                    <a:pt x="126" y="217"/>
                  </a:cubicBezTo>
                  <a:cubicBezTo>
                    <a:pt x="128" y="217"/>
                    <a:pt x="130" y="217"/>
                    <a:pt x="132" y="218"/>
                  </a:cubicBezTo>
                  <a:cubicBezTo>
                    <a:pt x="134" y="219"/>
                    <a:pt x="134" y="221"/>
                    <a:pt x="136" y="223"/>
                  </a:cubicBezTo>
                  <a:cubicBezTo>
                    <a:pt x="136" y="223"/>
                    <a:pt x="136" y="220"/>
                    <a:pt x="138" y="221"/>
                  </a:cubicBezTo>
                  <a:cubicBezTo>
                    <a:pt x="139" y="221"/>
                    <a:pt x="140" y="223"/>
                    <a:pt x="142" y="223"/>
                  </a:cubicBezTo>
                  <a:cubicBezTo>
                    <a:pt x="143" y="224"/>
                    <a:pt x="144" y="222"/>
                    <a:pt x="145" y="221"/>
                  </a:cubicBezTo>
                  <a:cubicBezTo>
                    <a:pt x="147" y="219"/>
                    <a:pt x="148" y="221"/>
                    <a:pt x="150" y="221"/>
                  </a:cubicBezTo>
                  <a:cubicBezTo>
                    <a:pt x="152" y="221"/>
                    <a:pt x="153" y="219"/>
                    <a:pt x="155" y="220"/>
                  </a:cubicBezTo>
                  <a:cubicBezTo>
                    <a:pt x="157" y="221"/>
                    <a:pt x="158" y="222"/>
                    <a:pt x="160" y="223"/>
                  </a:cubicBezTo>
                  <a:cubicBezTo>
                    <a:pt x="162" y="224"/>
                    <a:pt x="161" y="223"/>
                    <a:pt x="163" y="222"/>
                  </a:cubicBezTo>
                  <a:cubicBezTo>
                    <a:pt x="164" y="221"/>
                    <a:pt x="168" y="222"/>
                    <a:pt x="169" y="222"/>
                  </a:cubicBezTo>
                  <a:cubicBezTo>
                    <a:pt x="170" y="222"/>
                    <a:pt x="172" y="220"/>
                    <a:pt x="172" y="219"/>
                  </a:cubicBezTo>
                  <a:cubicBezTo>
                    <a:pt x="172" y="217"/>
                    <a:pt x="169" y="217"/>
                    <a:pt x="168" y="216"/>
                  </a:cubicBezTo>
                  <a:cubicBezTo>
                    <a:pt x="161" y="213"/>
                    <a:pt x="171" y="214"/>
                    <a:pt x="169" y="210"/>
                  </a:cubicBezTo>
                  <a:cubicBezTo>
                    <a:pt x="168" y="209"/>
                    <a:pt x="166" y="209"/>
                    <a:pt x="169" y="208"/>
                  </a:cubicBezTo>
                  <a:cubicBezTo>
                    <a:pt x="170" y="207"/>
                    <a:pt x="172" y="208"/>
                    <a:pt x="173" y="207"/>
                  </a:cubicBezTo>
                  <a:cubicBezTo>
                    <a:pt x="177" y="207"/>
                    <a:pt x="166" y="202"/>
                    <a:pt x="171" y="200"/>
                  </a:cubicBezTo>
                  <a:cubicBezTo>
                    <a:pt x="172" y="200"/>
                    <a:pt x="174" y="200"/>
                    <a:pt x="175" y="200"/>
                  </a:cubicBezTo>
                  <a:cubicBezTo>
                    <a:pt x="178" y="200"/>
                    <a:pt x="180" y="200"/>
                    <a:pt x="183" y="199"/>
                  </a:cubicBezTo>
                  <a:cubicBezTo>
                    <a:pt x="185" y="198"/>
                    <a:pt x="187" y="198"/>
                    <a:pt x="189" y="198"/>
                  </a:cubicBezTo>
                  <a:cubicBezTo>
                    <a:pt x="191" y="197"/>
                    <a:pt x="193" y="196"/>
                    <a:pt x="196" y="196"/>
                  </a:cubicBezTo>
                  <a:cubicBezTo>
                    <a:pt x="200" y="195"/>
                    <a:pt x="204" y="194"/>
                    <a:pt x="208" y="192"/>
                  </a:cubicBezTo>
                  <a:cubicBezTo>
                    <a:pt x="211" y="190"/>
                    <a:pt x="217" y="190"/>
                    <a:pt x="219" y="194"/>
                  </a:cubicBezTo>
                  <a:cubicBezTo>
                    <a:pt x="220" y="196"/>
                    <a:pt x="219" y="196"/>
                    <a:pt x="220" y="198"/>
                  </a:cubicBezTo>
                  <a:cubicBezTo>
                    <a:pt x="220" y="201"/>
                    <a:pt x="224" y="198"/>
                    <a:pt x="226" y="199"/>
                  </a:cubicBezTo>
                  <a:cubicBezTo>
                    <a:pt x="227" y="199"/>
                    <a:pt x="226" y="200"/>
                    <a:pt x="227" y="200"/>
                  </a:cubicBezTo>
                  <a:cubicBezTo>
                    <a:pt x="228" y="201"/>
                    <a:pt x="228" y="200"/>
                    <a:pt x="228" y="200"/>
                  </a:cubicBezTo>
                  <a:cubicBezTo>
                    <a:pt x="229" y="199"/>
                    <a:pt x="230" y="200"/>
                    <a:pt x="231" y="201"/>
                  </a:cubicBezTo>
                  <a:cubicBezTo>
                    <a:pt x="232" y="201"/>
                    <a:pt x="232" y="201"/>
                    <a:pt x="231" y="202"/>
                  </a:cubicBezTo>
                  <a:cubicBezTo>
                    <a:pt x="230" y="205"/>
                    <a:pt x="237" y="203"/>
                    <a:pt x="239" y="202"/>
                  </a:cubicBezTo>
                  <a:cubicBezTo>
                    <a:pt x="239" y="202"/>
                    <a:pt x="248" y="197"/>
                    <a:pt x="248" y="198"/>
                  </a:cubicBezTo>
                  <a:cubicBezTo>
                    <a:pt x="248" y="199"/>
                    <a:pt x="246" y="201"/>
                    <a:pt x="248" y="202"/>
                  </a:cubicBezTo>
                  <a:cubicBezTo>
                    <a:pt x="250" y="202"/>
                    <a:pt x="251" y="203"/>
                    <a:pt x="252" y="204"/>
                  </a:cubicBezTo>
                  <a:cubicBezTo>
                    <a:pt x="255" y="207"/>
                    <a:pt x="256" y="210"/>
                    <a:pt x="258" y="213"/>
                  </a:cubicBezTo>
                  <a:cubicBezTo>
                    <a:pt x="260" y="216"/>
                    <a:pt x="261" y="219"/>
                    <a:pt x="263" y="221"/>
                  </a:cubicBezTo>
                  <a:cubicBezTo>
                    <a:pt x="266" y="224"/>
                    <a:pt x="266" y="217"/>
                    <a:pt x="269" y="220"/>
                  </a:cubicBezTo>
                  <a:cubicBezTo>
                    <a:pt x="273" y="224"/>
                    <a:pt x="275" y="222"/>
                    <a:pt x="280" y="221"/>
                  </a:cubicBezTo>
                  <a:cubicBezTo>
                    <a:pt x="282" y="220"/>
                    <a:pt x="283" y="223"/>
                    <a:pt x="284" y="224"/>
                  </a:cubicBezTo>
                  <a:cubicBezTo>
                    <a:pt x="285" y="226"/>
                    <a:pt x="287" y="226"/>
                    <a:pt x="288" y="228"/>
                  </a:cubicBezTo>
                  <a:cubicBezTo>
                    <a:pt x="289" y="230"/>
                    <a:pt x="291" y="230"/>
                    <a:pt x="293" y="230"/>
                  </a:cubicBezTo>
                  <a:cubicBezTo>
                    <a:pt x="296" y="229"/>
                    <a:pt x="295" y="230"/>
                    <a:pt x="296" y="231"/>
                  </a:cubicBezTo>
                  <a:cubicBezTo>
                    <a:pt x="298" y="235"/>
                    <a:pt x="304" y="230"/>
                    <a:pt x="307" y="230"/>
                  </a:cubicBezTo>
                  <a:cubicBezTo>
                    <a:pt x="310" y="229"/>
                    <a:pt x="313" y="226"/>
                    <a:pt x="316" y="225"/>
                  </a:cubicBezTo>
                  <a:cubicBezTo>
                    <a:pt x="320" y="222"/>
                    <a:pt x="322" y="222"/>
                    <a:pt x="327" y="223"/>
                  </a:cubicBezTo>
                  <a:cubicBezTo>
                    <a:pt x="329" y="223"/>
                    <a:pt x="329" y="224"/>
                    <a:pt x="331" y="226"/>
                  </a:cubicBezTo>
                  <a:cubicBezTo>
                    <a:pt x="332" y="227"/>
                    <a:pt x="334" y="227"/>
                    <a:pt x="336" y="227"/>
                  </a:cubicBezTo>
                  <a:cubicBezTo>
                    <a:pt x="338" y="227"/>
                    <a:pt x="339" y="228"/>
                    <a:pt x="341" y="228"/>
                  </a:cubicBezTo>
                  <a:cubicBezTo>
                    <a:pt x="343" y="230"/>
                    <a:pt x="344" y="228"/>
                    <a:pt x="346" y="227"/>
                  </a:cubicBezTo>
                  <a:cubicBezTo>
                    <a:pt x="349" y="224"/>
                    <a:pt x="344" y="222"/>
                    <a:pt x="346" y="219"/>
                  </a:cubicBezTo>
                  <a:cubicBezTo>
                    <a:pt x="347" y="217"/>
                    <a:pt x="351" y="213"/>
                    <a:pt x="353" y="214"/>
                  </a:cubicBezTo>
                  <a:cubicBezTo>
                    <a:pt x="357" y="216"/>
                    <a:pt x="362" y="216"/>
                    <a:pt x="366" y="218"/>
                  </a:cubicBezTo>
                  <a:cubicBezTo>
                    <a:pt x="368" y="219"/>
                    <a:pt x="367" y="221"/>
                    <a:pt x="368" y="222"/>
                  </a:cubicBezTo>
                  <a:cubicBezTo>
                    <a:pt x="369" y="225"/>
                    <a:pt x="371" y="225"/>
                    <a:pt x="374" y="226"/>
                  </a:cubicBezTo>
                  <a:cubicBezTo>
                    <a:pt x="378" y="227"/>
                    <a:pt x="382" y="224"/>
                    <a:pt x="386" y="225"/>
                  </a:cubicBezTo>
                  <a:cubicBezTo>
                    <a:pt x="387" y="225"/>
                    <a:pt x="389" y="225"/>
                    <a:pt x="390" y="226"/>
                  </a:cubicBezTo>
                  <a:cubicBezTo>
                    <a:pt x="392" y="227"/>
                    <a:pt x="394" y="227"/>
                    <a:pt x="396" y="229"/>
                  </a:cubicBezTo>
                  <a:cubicBezTo>
                    <a:pt x="401" y="233"/>
                    <a:pt x="409" y="233"/>
                    <a:pt x="415" y="231"/>
                  </a:cubicBezTo>
                  <a:cubicBezTo>
                    <a:pt x="419" y="230"/>
                    <a:pt x="422" y="228"/>
                    <a:pt x="426" y="227"/>
                  </a:cubicBezTo>
                  <a:cubicBezTo>
                    <a:pt x="428" y="225"/>
                    <a:pt x="431" y="227"/>
                    <a:pt x="433" y="227"/>
                  </a:cubicBezTo>
                  <a:cubicBezTo>
                    <a:pt x="435" y="228"/>
                    <a:pt x="436" y="226"/>
                    <a:pt x="438" y="227"/>
                  </a:cubicBezTo>
                  <a:cubicBezTo>
                    <a:pt x="439" y="228"/>
                    <a:pt x="443" y="231"/>
                    <a:pt x="445" y="230"/>
                  </a:cubicBezTo>
                  <a:cubicBezTo>
                    <a:pt x="446" y="230"/>
                    <a:pt x="448" y="229"/>
                    <a:pt x="449" y="228"/>
                  </a:cubicBezTo>
                  <a:cubicBezTo>
                    <a:pt x="452" y="227"/>
                    <a:pt x="453" y="227"/>
                    <a:pt x="453" y="225"/>
                  </a:cubicBezTo>
                  <a:cubicBezTo>
                    <a:pt x="453" y="221"/>
                    <a:pt x="456" y="217"/>
                    <a:pt x="458" y="215"/>
                  </a:cubicBezTo>
                  <a:cubicBezTo>
                    <a:pt x="459" y="214"/>
                    <a:pt x="460" y="212"/>
                    <a:pt x="459" y="211"/>
                  </a:cubicBezTo>
                  <a:cubicBezTo>
                    <a:pt x="458" y="210"/>
                    <a:pt x="455" y="210"/>
                    <a:pt x="457" y="208"/>
                  </a:cubicBezTo>
                  <a:cubicBezTo>
                    <a:pt x="460" y="205"/>
                    <a:pt x="465" y="205"/>
                    <a:pt x="470" y="204"/>
                  </a:cubicBezTo>
                  <a:cubicBezTo>
                    <a:pt x="472" y="204"/>
                    <a:pt x="474" y="204"/>
                    <a:pt x="476" y="205"/>
                  </a:cubicBezTo>
                  <a:cubicBezTo>
                    <a:pt x="478" y="206"/>
                    <a:pt x="481" y="206"/>
                    <a:pt x="483" y="207"/>
                  </a:cubicBezTo>
                  <a:cubicBezTo>
                    <a:pt x="486" y="208"/>
                    <a:pt x="487" y="212"/>
                    <a:pt x="489" y="215"/>
                  </a:cubicBezTo>
                  <a:cubicBezTo>
                    <a:pt x="490" y="218"/>
                    <a:pt x="492" y="221"/>
                    <a:pt x="493" y="224"/>
                  </a:cubicBezTo>
                  <a:cubicBezTo>
                    <a:pt x="493" y="225"/>
                    <a:pt x="493" y="227"/>
                    <a:pt x="494" y="229"/>
                  </a:cubicBezTo>
                  <a:cubicBezTo>
                    <a:pt x="494" y="230"/>
                    <a:pt x="497" y="230"/>
                    <a:pt x="498" y="230"/>
                  </a:cubicBezTo>
                  <a:cubicBezTo>
                    <a:pt x="502" y="231"/>
                    <a:pt x="507" y="233"/>
                    <a:pt x="508" y="237"/>
                  </a:cubicBezTo>
                  <a:cubicBezTo>
                    <a:pt x="509" y="240"/>
                    <a:pt x="510" y="242"/>
                    <a:pt x="514" y="242"/>
                  </a:cubicBezTo>
                  <a:cubicBezTo>
                    <a:pt x="515" y="242"/>
                    <a:pt x="517" y="242"/>
                    <a:pt x="518" y="242"/>
                  </a:cubicBezTo>
                  <a:cubicBezTo>
                    <a:pt x="520" y="242"/>
                    <a:pt x="520" y="240"/>
                    <a:pt x="522" y="240"/>
                  </a:cubicBezTo>
                  <a:cubicBezTo>
                    <a:pt x="525" y="240"/>
                    <a:pt x="528" y="237"/>
                    <a:pt x="530" y="241"/>
                  </a:cubicBezTo>
                  <a:cubicBezTo>
                    <a:pt x="530" y="243"/>
                    <a:pt x="530" y="243"/>
                    <a:pt x="529" y="244"/>
                  </a:cubicBezTo>
                  <a:cubicBezTo>
                    <a:pt x="527" y="246"/>
                    <a:pt x="527" y="247"/>
                    <a:pt x="526" y="249"/>
                  </a:cubicBezTo>
                  <a:cubicBezTo>
                    <a:pt x="525" y="252"/>
                    <a:pt x="523" y="255"/>
                    <a:pt x="521" y="258"/>
                  </a:cubicBezTo>
                  <a:cubicBezTo>
                    <a:pt x="520" y="260"/>
                    <a:pt x="519" y="259"/>
                    <a:pt x="518" y="258"/>
                  </a:cubicBezTo>
                  <a:cubicBezTo>
                    <a:pt x="516" y="257"/>
                    <a:pt x="516" y="258"/>
                    <a:pt x="514" y="259"/>
                  </a:cubicBezTo>
                  <a:cubicBezTo>
                    <a:pt x="513" y="259"/>
                    <a:pt x="511" y="260"/>
                    <a:pt x="511" y="260"/>
                  </a:cubicBezTo>
                  <a:cubicBezTo>
                    <a:pt x="510" y="261"/>
                    <a:pt x="513" y="265"/>
                    <a:pt x="513" y="267"/>
                  </a:cubicBezTo>
                  <a:cubicBezTo>
                    <a:pt x="512" y="268"/>
                    <a:pt x="512" y="270"/>
                    <a:pt x="512" y="271"/>
                  </a:cubicBezTo>
                  <a:cubicBezTo>
                    <a:pt x="511" y="273"/>
                    <a:pt x="509" y="272"/>
                    <a:pt x="509" y="274"/>
                  </a:cubicBezTo>
                  <a:cubicBezTo>
                    <a:pt x="511" y="273"/>
                    <a:pt x="512" y="274"/>
                    <a:pt x="514" y="272"/>
                  </a:cubicBezTo>
                  <a:cubicBezTo>
                    <a:pt x="515" y="270"/>
                    <a:pt x="517" y="272"/>
                    <a:pt x="519" y="272"/>
                  </a:cubicBezTo>
                  <a:cubicBezTo>
                    <a:pt x="523" y="274"/>
                    <a:pt x="527" y="272"/>
                    <a:pt x="531" y="269"/>
                  </a:cubicBezTo>
                  <a:cubicBezTo>
                    <a:pt x="534" y="266"/>
                    <a:pt x="537" y="262"/>
                    <a:pt x="540" y="259"/>
                  </a:cubicBezTo>
                  <a:cubicBezTo>
                    <a:pt x="543" y="255"/>
                    <a:pt x="546" y="251"/>
                    <a:pt x="549" y="247"/>
                  </a:cubicBezTo>
                  <a:cubicBezTo>
                    <a:pt x="554" y="240"/>
                    <a:pt x="559" y="235"/>
                    <a:pt x="558" y="226"/>
                  </a:cubicBezTo>
                  <a:cubicBezTo>
                    <a:pt x="558" y="222"/>
                    <a:pt x="559" y="220"/>
                    <a:pt x="561" y="217"/>
                  </a:cubicBezTo>
                  <a:cubicBezTo>
                    <a:pt x="562" y="215"/>
                    <a:pt x="562" y="214"/>
                    <a:pt x="563" y="212"/>
                  </a:cubicBezTo>
                  <a:cubicBezTo>
                    <a:pt x="563" y="212"/>
                    <a:pt x="563" y="211"/>
                    <a:pt x="563" y="210"/>
                  </a:cubicBezTo>
                  <a:cubicBezTo>
                    <a:pt x="563" y="209"/>
                    <a:pt x="561" y="208"/>
                    <a:pt x="561" y="207"/>
                  </a:cubicBezTo>
                  <a:cubicBezTo>
                    <a:pt x="561" y="207"/>
                    <a:pt x="563" y="208"/>
                    <a:pt x="563" y="207"/>
                  </a:cubicBezTo>
                  <a:cubicBezTo>
                    <a:pt x="562" y="206"/>
                    <a:pt x="562" y="205"/>
                    <a:pt x="561" y="205"/>
                  </a:cubicBezTo>
                  <a:cubicBezTo>
                    <a:pt x="560" y="204"/>
                    <a:pt x="558" y="201"/>
                    <a:pt x="557" y="200"/>
                  </a:cubicBezTo>
                  <a:cubicBezTo>
                    <a:pt x="556" y="200"/>
                    <a:pt x="551" y="198"/>
                    <a:pt x="550" y="199"/>
                  </a:cubicBezTo>
                  <a:cubicBezTo>
                    <a:pt x="550" y="200"/>
                    <a:pt x="551" y="201"/>
                    <a:pt x="550" y="201"/>
                  </a:cubicBezTo>
                  <a:cubicBezTo>
                    <a:pt x="548" y="201"/>
                    <a:pt x="548" y="203"/>
                    <a:pt x="547" y="203"/>
                  </a:cubicBezTo>
                  <a:cubicBezTo>
                    <a:pt x="545" y="205"/>
                    <a:pt x="544" y="202"/>
                    <a:pt x="544" y="201"/>
                  </a:cubicBezTo>
                  <a:cubicBezTo>
                    <a:pt x="544" y="199"/>
                    <a:pt x="546" y="198"/>
                    <a:pt x="543" y="199"/>
                  </a:cubicBezTo>
                  <a:cubicBezTo>
                    <a:pt x="540" y="200"/>
                    <a:pt x="544" y="202"/>
                    <a:pt x="540" y="202"/>
                  </a:cubicBezTo>
                  <a:cubicBezTo>
                    <a:pt x="539" y="202"/>
                    <a:pt x="541" y="197"/>
                    <a:pt x="540" y="196"/>
                  </a:cubicBezTo>
                  <a:cubicBezTo>
                    <a:pt x="540" y="197"/>
                    <a:pt x="529" y="197"/>
                    <a:pt x="534" y="194"/>
                  </a:cubicBezTo>
                  <a:cubicBezTo>
                    <a:pt x="538" y="191"/>
                    <a:pt x="542" y="188"/>
                    <a:pt x="546" y="185"/>
                  </a:cubicBezTo>
                  <a:cubicBezTo>
                    <a:pt x="547" y="184"/>
                    <a:pt x="548" y="182"/>
                    <a:pt x="549" y="181"/>
                  </a:cubicBezTo>
                  <a:cubicBezTo>
                    <a:pt x="552" y="179"/>
                    <a:pt x="555" y="177"/>
                    <a:pt x="557" y="175"/>
                  </a:cubicBezTo>
                  <a:cubicBezTo>
                    <a:pt x="558" y="174"/>
                    <a:pt x="559" y="172"/>
                    <a:pt x="561" y="171"/>
                  </a:cubicBezTo>
                  <a:cubicBezTo>
                    <a:pt x="563" y="169"/>
                    <a:pt x="565" y="167"/>
                    <a:pt x="567" y="165"/>
                  </a:cubicBezTo>
                  <a:cubicBezTo>
                    <a:pt x="571" y="162"/>
                    <a:pt x="577" y="162"/>
                    <a:pt x="582" y="162"/>
                  </a:cubicBezTo>
                  <a:cubicBezTo>
                    <a:pt x="583" y="162"/>
                    <a:pt x="584" y="162"/>
                    <a:pt x="585" y="162"/>
                  </a:cubicBezTo>
                  <a:cubicBezTo>
                    <a:pt x="586" y="163"/>
                    <a:pt x="586" y="164"/>
                    <a:pt x="587" y="164"/>
                  </a:cubicBezTo>
                  <a:cubicBezTo>
                    <a:pt x="588" y="163"/>
                    <a:pt x="590" y="163"/>
                    <a:pt x="591" y="162"/>
                  </a:cubicBezTo>
                  <a:cubicBezTo>
                    <a:pt x="592" y="162"/>
                    <a:pt x="593" y="163"/>
                    <a:pt x="594" y="163"/>
                  </a:cubicBezTo>
                  <a:cubicBezTo>
                    <a:pt x="595" y="163"/>
                    <a:pt x="596" y="163"/>
                    <a:pt x="597" y="163"/>
                  </a:cubicBezTo>
                  <a:cubicBezTo>
                    <a:pt x="597" y="162"/>
                    <a:pt x="598" y="163"/>
                    <a:pt x="599" y="163"/>
                  </a:cubicBezTo>
                  <a:cubicBezTo>
                    <a:pt x="601" y="163"/>
                    <a:pt x="601" y="160"/>
                    <a:pt x="604" y="160"/>
                  </a:cubicBezTo>
                  <a:cubicBezTo>
                    <a:pt x="605" y="160"/>
                    <a:pt x="607" y="160"/>
                    <a:pt x="608" y="160"/>
                  </a:cubicBezTo>
                  <a:cubicBezTo>
                    <a:pt x="609" y="161"/>
                    <a:pt x="610" y="162"/>
                    <a:pt x="611" y="162"/>
                  </a:cubicBezTo>
                  <a:cubicBezTo>
                    <a:pt x="612" y="163"/>
                    <a:pt x="616" y="161"/>
                    <a:pt x="616" y="164"/>
                  </a:cubicBezTo>
                  <a:cubicBezTo>
                    <a:pt x="616" y="164"/>
                    <a:pt x="613" y="164"/>
                    <a:pt x="613" y="165"/>
                  </a:cubicBezTo>
                  <a:cubicBezTo>
                    <a:pt x="612" y="167"/>
                    <a:pt x="616" y="166"/>
                    <a:pt x="616" y="166"/>
                  </a:cubicBezTo>
                  <a:cubicBezTo>
                    <a:pt x="618" y="166"/>
                    <a:pt x="620" y="166"/>
                    <a:pt x="621" y="166"/>
                  </a:cubicBezTo>
                  <a:cubicBezTo>
                    <a:pt x="622" y="165"/>
                    <a:pt x="622" y="165"/>
                    <a:pt x="623" y="164"/>
                  </a:cubicBezTo>
                  <a:cubicBezTo>
                    <a:pt x="624" y="164"/>
                    <a:pt x="625" y="165"/>
                    <a:pt x="627" y="165"/>
                  </a:cubicBezTo>
                  <a:cubicBezTo>
                    <a:pt x="628" y="165"/>
                    <a:pt x="635" y="163"/>
                    <a:pt x="631" y="162"/>
                  </a:cubicBezTo>
                  <a:cubicBezTo>
                    <a:pt x="629" y="162"/>
                    <a:pt x="628" y="163"/>
                    <a:pt x="628" y="160"/>
                  </a:cubicBezTo>
                  <a:cubicBezTo>
                    <a:pt x="628" y="159"/>
                    <a:pt x="630" y="156"/>
                    <a:pt x="631" y="155"/>
                  </a:cubicBezTo>
                  <a:cubicBezTo>
                    <a:pt x="633" y="154"/>
                    <a:pt x="634" y="153"/>
                    <a:pt x="636" y="151"/>
                  </a:cubicBezTo>
                  <a:cubicBezTo>
                    <a:pt x="637" y="150"/>
                    <a:pt x="639" y="150"/>
                    <a:pt x="640" y="148"/>
                  </a:cubicBezTo>
                  <a:cubicBezTo>
                    <a:pt x="641" y="146"/>
                    <a:pt x="642" y="145"/>
                    <a:pt x="644" y="145"/>
                  </a:cubicBezTo>
                  <a:cubicBezTo>
                    <a:pt x="646" y="145"/>
                    <a:pt x="649" y="144"/>
                    <a:pt x="651" y="144"/>
                  </a:cubicBezTo>
                  <a:cubicBezTo>
                    <a:pt x="653" y="144"/>
                    <a:pt x="654" y="146"/>
                    <a:pt x="655" y="146"/>
                  </a:cubicBezTo>
                  <a:cubicBezTo>
                    <a:pt x="656" y="145"/>
                    <a:pt x="657" y="143"/>
                    <a:pt x="658" y="144"/>
                  </a:cubicBezTo>
                  <a:cubicBezTo>
                    <a:pt x="659" y="145"/>
                    <a:pt x="656" y="148"/>
                    <a:pt x="656" y="149"/>
                  </a:cubicBezTo>
                  <a:cubicBezTo>
                    <a:pt x="656" y="151"/>
                    <a:pt x="657" y="149"/>
                    <a:pt x="659" y="150"/>
                  </a:cubicBezTo>
                  <a:cubicBezTo>
                    <a:pt x="659" y="150"/>
                    <a:pt x="657" y="152"/>
                    <a:pt x="657" y="153"/>
                  </a:cubicBezTo>
                  <a:cubicBezTo>
                    <a:pt x="657" y="154"/>
                    <a:pt x="664" y="149"/>
                    <a:pt x="664" y="149"/>
                  </a:cubicBezTo>
                  <a:cubicBezTo>
                    <a:pt x="665" y="148"/>
                    <a:pt x="666" y="147"/>
                    <a:pt x="668" y="146"/>
                  </a:cubicBezTo>
                  <a:cubicBezTo>
                    <a:pt x="669" y="145"/>
                    <a:pt x="672" y="147"/>
                    <a:pt x="672" y="145"/>
                  </a:cubicBezTo>
                  <a:cubicBezTo>
                    <a:pt x="671" y="143"/>
                    <a:pt x="672" y="139"/>
                    <a:pt x="675" y="139"/>
                  </a:cubicBezTo>
                  <a:cubicBezTo>
                    <a:pt x="676" y="138"/>
                    <a:pt x="678" y="137"/>
                    <a:pt x="679" y="138"/>
                  </a:cubicBezTo>
                  <a:cubicBezTo>
                    <a:pt x="680" y="138"/>
                    <a:pt x="682" y="140"/>
                    <a:pt x="683" y="139"/>
                  </a:cubicBezTo>
                  <a:cubicBezTo>
                    <a:pt x="681" y="140"/>
                    <a:pt x="678" y="139"/>
                    <a:pt x="677" y="142"/>
                  </a:cubicBezTo>
                  <a:cubicBezTo>
                    <a:pt x="677" y="143"/>
                    <a:pt x="677" y="144"/>
                    <a:pt x="677" y="145"/>
                  </a:cubicBezTo>
                  <a:cubicBezTo>
                    <a:pt x="677" y="146"/>
                    <a:pt x="675" y="146"/>
                    <a:pt x="676" y="147"/>
                  </a:cubicBezTo>
                  <a:cubicBezTo>
                    <a:pt x="676" y="148"/>
                    <a:pt x="677" y="148"/>
                    <a:pt x="676" y="149"/>
                  </a:cubicBezTo>
                  <a:cubicBezTo>
                    <a:pt x="675" y="149"/>
                    <a:pt x="674" y="150"/>
                    <a:pt x="675" y="151"/>
                  </a:cubicBezTo>
                  <a:cubicBezTo>
                    <a:pt x="675" y="151"/>
                    <a:pt x="669" y="153"/>
                    <a:pt x="669" y="154"/>
                  </a:cubicBezTo>
                  <a:cubicBezTo>
                    <a:pt x="667" y="155"/>
                    <a:pt x="666" y="157"/>
                    <a:pt x="664" y="158"/>
                  </a:cubicBezTo>
                  <a:cubicBezTo>
                    <a:pt x="662" y="160"/>
                    <a:pt x="660" y="161"/>
                    <a:pt x="658" y="163"/>
                  </a:cubicBezTo>
                  <a:cubicBezTo>
                    <a:pt x="654" y="166"/>
                    <a:pt x="651" y="173"/>
                    <a:pt x="646" y="173"/>
                  </a:cubicBezTo>
                  <a:cubicBezTo>
                    <a:pt x="645" y="173"/>
                    <a:pt x="641" y="174"/>
                    <a:pt x="641" y="175"/>
                  </a:cubicBezTo>
                  <a:cubicBezTo>
                    <a:pt x="641" y="178"/>
                    <a:pt x="641" y="179"/>
                    <a:pt x="638" y="181"/>
                  </a:cubicBezTo>
                  <a:cubicBezTo>
                    <a:pt x="634" y="184"/>
                    <a:pt x="634" y="190"/>
                    <a:pt x="635" y="195"/>
                  </a:cubicBezTo>
                  <a:cubicBezTo>
                    <a:pt x="636" y="200"/>
                    <a:pt x="635" y="206"/>
                    <a:pt x="638" y="210"/>
                  </a:cubicBezTo>
                  <a:cubicBezTo>
                    <a:pt x="639" y="212"/>
                    <a:pt x="639" y="215"/>
                    <a:pt x="639" y="217"/>
                  </a:cubicBezTo>
                  <a:cubicBezTo>
                    <a:pt x="639" y="217"/>
                    <a:pt x="639" y="219"/>
                    <a:pt x="640" y="219"/>
                  </a:cubicBezTo>
                  <a:cubicBezTo>
                    <a:pt x="641" y="219"/>
                    <a:pt x="639" y="222"/>
                    <a:pt x="640" y="222"/>
                  </a:cubicBezTo>
                  <a:cubicBezTo>
                    <a:pt x="640" y="222"/>
                    <a:pt x="645" y="218"/>
                    <a:pt x="645" y="217"/>
                  </a:cubicBezTo>
                  <a:cubicBezTo>
                    <a:pt x="647" y="215"/>
                    <a:pt x="648" y="213"/>
                    <a:pt x="649" y="210"/>
                  </a:cubicBezTo>
                  <a:cubicBezTo>
                    <a:pt x="650" y="208"/>
                    <a:pt x="654" y="206"/>
                    <a:pt x="655" y="206"/>
                  </a:cubicBezTo>
                  <a:cubicBezTo>
                    <a:pt x="658" y="208"/>
                    <a:pt x="655" y="202"/>
                    <a:pt x="656" y="201"/>
                  </a:cubicBezTo>
                  <a:cubicBezTo>
                    <a:pt x="658" y="198"/>
                    <a:pt x="659" y="197"/>
                    <a:pt x="662" y="197"/>
                  </a:cubicBezTo>
                  <a:cubicBezTo>
                    <a:pt x="665" y="197"/>
                    <a:pt x="669" y="197"/>
                    <a:pt x="667" y="194"/>
                  </a:cubicBezTo>
                  <a:cubicBezTo>
                    <a:pt x="664" y="191"/>
                    <a:pt x="666" y="188"/>
                    <a:pt x="669" y="186"/>
                  </a:cubicBezTo>
                  <a:cubicBezTo>
                    <a:pt x="670" y="185"/>
                    <a:pt x="670" y="187"/>
                    <a:pt x="671" y="187"/>
                  </a:cubicBezTo>
                  <a:cubicBezTo>
                    <a:pt x="673" y="187"/>
                    <a:pt x="673" y="184"/>
                    <a:pt x="673" y="183"/>
                  </a:cubicBezTo>
                  <a:cubicBezTo>
                    <a:pt x="671" y="181"/>
                    <a:pt x="669" y="180"/>
                    <a:pt x="671" y="177"/>
                  </a:cubicBezTo>
                  <a:cubicBezTo>
                    <a:pt x="671" y="177"/>
                    <a:pt x="674" y="176"/>
                    <a:pt x="673" y="175"/>
                  </a:cubicBezTo>
                  <a:cubicBezTo>
                    <a:pt x="672" y="175"/>
                    <a:pt x="671" y="173"/>
                    <a:pt x="670" y="173"/>
                  </a:cubicBezTo>
                  <a:cubicBezTo>
                    <a:pt x="669" y="173"/>
                    <a:pt x="670" y="174"/>
                    <a:pt x="669" y="174"/>
                  </a:cubicBezTo>
                  <a:cubicBezTo>
                    <a:pt x="667" y="174"/>
                    <a:pt x="666" y="173"/>
                    <a:pt x="667" y="171"/>
                  </a:cubicBezTo>
                  <a:cubicBezTo>
                    <a:pt x="668" y="169"/>
                    <a:pt x="670" y="168"/>
                    <a:pt x="672" y="165"/>
                  </a:cubicBezTo>
                  <a:cubicBezTo>
                    <a:pt x="673" y="163"/>
                    <a:pt x="673" y="160"/>
                    <a:pt x="676" y="158"/>
                  </a:cubicBezTo>
                  <a:cubicBezTo>
                    <a:pt x="677" y="157"/>
                    <a:pt x="677" y="159"/>
                    <a:pt x="677" y="159"/>
                  </a:cubicBezTo>
                  <a:cubicBezTo>
                    <a:pt x="679" y="159"/>
                    <a:pt x="679" y="157"/>
                    <a:pt x="680" y="158"/>
                  </a:cubicBezTo>
                  <a:cubicBezTo>
                    <a:pt x="681" y="158"/>
                    <a:pt x="681" y="159"/>
                    <a:pt x="682" y="158"/>
                  </a:cubicBezTo>
                  <a:cubicBezTo>
                    <a:pt x="684" y="157"/>
                    <a:pt x="685" y="156"/>
                    <a:pt x="687" y="155"/>
                  </a:cubicBezTo>
                  <a:cubicBezTo>
                    <a:pt x="690" y="154"/>
                    <a:pt x="686" y="158"/>
                    <a:pt x="688" y="159"/>
                  </a:cubicBezTo>
                  <a:cubicBezTo>
                    <a:pt x="688" y="160"/>
                    <a:pt x="692" y="156"/>
                    <a:pt x="693" y="156"/>
                  </a:cubicBezTo>
                  <a:cubicBezTo>
                    <a:pt x="695" y="155"/>
                    <a:pt x="697" y="154"/>
                    <a:pt x="700" y="154"/>
                  </a:cubicBezTo>
                  <a:cubicBezTo>
                    <a:pt x="702" y="154"/>
                    <a:pt x="704" y="154"/>
                    <a:pt x="705" y="156"/>
                  </a:cubicBezTo>
                  <a:cubicBezTo>
                    <a:pt x="706" y="156"/>
                    <a:pt x="707" y="157"/>
                    <a:pt x="708" y="158"/>
                  </a:cubicBezTo>
                  <a:cubicBezTo>
                    <a:pt x="709" y="159"/>
                    <a:pt x="709" y="156"/>
                    <a:pt x="710" y="156"/>
                  </a:cubicBezTo>
                  <a:cubicBezTo>
                    <a:pt x="718" y="149"/>
                    <a:pt x="727" y="146"/>
                    <a:pt x="736" y="142"/>
                  </a:cubicBezTo>
                  <a:cubicBezTo>
                    <a:pt x="738" y="141"/>
                    <a:pt x="741" y="140"/>
                    <a:pt x="742" y="138"/>
                  </a:cubicBezTo>
                  <a:cubicBezTo>
                    <a:pt x="743" y="136"/>
                    <a:pt x="743" y="139"/>
                    <a:pt x="745" y="139"/>
                  </a:cubicBezTo>
                  <a:cubicBezTo>
                    <a:pt x="746" y="139"/>
                    <a:pt x="748" y="139"/>
                    <a:pt x="749" y="139"/>
                  </a:cubicBezTo>
                  <a:cubicBezTo>
                    <a:pt x="750" y="140"/>
                    <a:pt x="751" y="141"/>
                    <a:pt x="752" y="141"/>
                  </a:cubicBezTo>
                  <a:cubicBezTo>
                    <a:pt x="755" y="141"/>
                    <a:pt x="755" y="137"/>
                    <a:pt x="754" y="135"/>
                  </a:cubicBezTo>
                  <a:cubicBezTo>
                    <a:pt x="754" y="134"/>
                    <a:pt x="750" y="132"/>
                    <a:pt x="751" y="131"/>
                  </a:cubicBezTo>
                  <a:cubicBezTo>
                    <a:pt x="751" y="130"/>
                    <a:pt x="749" y="125"/>
                    <a:pt x="748" y="126"/>
                  </a:cubicBezTo>
                  <a:cubicBezTo>
                    <a:pt x="748" y="127"/>
                    <a:pt x="746" y="125"/>
                    <a:pt x="745" y="125"/>
                  </a:cubicBezTo>
                  <a:cubicBezTo>
                    <a:pt x="744" y="124"/>
                    <a:pt x="745" y="123"/>
                    <a:pt x="744" y="122"/>
                  </a:cubicBezTo>
                  <a:cubicBezTo>
                    <a:pt x="744" y="121"/>
                    <a:pt x="741" y="122"/>
                    <a:pt x="741" y="122"/>
                  </a:cubicBezTo>
                  <a:cubicBezTo>
                    <a:pt x="740" y="123"/>
                    <a:pt x="737" y="122"/>
                    <a:pt x="738" y="121"/>
                  </a:cubicBezTo>
                  <a:cubicBezTo>
                    <a:pt x="738" y="120"/>
                    <a:pt x="741" y="121"/>
                    <a:pt x="742" y="121"/>
                  </a:cubicBezTo>
                  <a:cubicBezTo>
                    <a:pt x="742" y="120"/>
                    <a:pt x="739" y="120"/>
                    <a:pt x="739" y="120"/>
                  </a:cubicBezTo>
                  <a:cubicBezTo>
                    <a:pt x="739" y="117"/>
                    <a:pt x="747" y="122"/>
                    <a:pt x="748" y="122"/>
                  </a:cubicBezTo>
                  <a:cubicBezTo>
                    <a:pt x="750" y="123"/>
                    <a:pt x="756" y="121"/>
                    <a:pt x="758" y="119"/>
                  </a:cubicBezTo>
                  <a:cubicBezTo>
                    <a:pt x="759" y="118"/>
                    <a:pt x="757" y="118"/>
                    <a:pt x="757" y="117"/>
                  </a:cubicBezTo>
                  <a:cubicBezTo>
                    <a:pt x="757" y="117"/>
                    <a:pt x="761" y="117"/>
                    <a:pt x="761" y="115"/>
                  </a:cubicBezTo>
                  <a:cubicBezTo>
                    <a:pt x="760" y="114"/>
                    <a:pt x="758" y="113"/>
                    <a:pt x="759" y="112"/>
                  </a:cubicBezTo>
                  <a:cubicBezTo>
                    <a:pt x="759" y="111"/>
                    <a:pt x="761" y="109"/>
                    <a:pt x="761" y="109"/>
                  </a:cubicBezTo>
                  <a:cubicBezTo>
                    <a:pt x="762" y="109"/>
                    <a:pt x="766" y="110"/>
                    <a:pt x="766" y="109"/>
                  </a:cubicBezTo>
                  <a:cubicBezTo>
                    <a:pt x="765" y="110"/>
                    <a:pt x="762" y="111"/>
                    <a:pt x="763" y="112"/>
                  </a:cubicBezTo>
                  <a:cubicBezTo>
                    <a:pt x="764" y="113"/>
                    <a:pt x="765" y="114"/>
                    <a:pt x="765" y="114"/>
                  </a:cubicBezTo>
                  <a:cubicBezTo>
                    <a:pt x="765" y="115"/>
                    <a:pt x="764" y="116"/>
                    <a:pt x="765" y="116"/>
                  </a:cubicBezTo>
                  <a:cubicBezTo>
                    <a:pt x="767" y="116"/>
                    <a:pt x="769" y="115"/>
                    <a:pt x="771" y="115"/>
                  </a:cubicBezTo>
                  <a:cubicBezTo>
                    <a:pt x="773" y="115"/>
                    <a:pt x="775" y="115"/>
                    <a:pt x="777" y="116"/>
                  </a:cubicBezTo>
                  <a:cubicBezTo>
                    <a:pt x="778" y="117"/>
                    <a:pt x="778" y="117"/>
                    <a:pt x="778" y="119"/>
                  </a:cubicBezTo>
                  <a:cubicBezTo>
                    <a:pt x="778" y="120"/>
                    <a:pt x="782" y="121"/>
                    <a:pt x="783" y="121"/>
                  </a:cubicBezTo>
                  <a:cubicBezTo>
                    <a:pt x="784" y="122"/>
                    <a:pt x="790" y="126"/>
                    <a:pt x="791" y="124"/>
                  </a:cubicBezTo>
                  <a:cubicBezTo>
                    <a:pt x="790" y="127"/>
                    <a:pt x="796" y="124"/>
                    <a:pt x="796" y="124"/>
                  </a:cubicBezTo>
                  <a:cubicBezTo>
                    <a:pt x="796" y="123"/>
                    <a:pt x="792" y="123"/>
                    <a:pt x="793" y="122"/>
                  </a:cubicBezTo>
                  <a:cubicBezTo>
                    <a:pt x="793" y="120"/>
                    <a:pt x="796" y="122"/>
                    <a:pt x="796" y="122"/>
                  </a:cubicBezTo>
                  <a:cubicBezTo>
                    <a:pt x="796" y="120"/>
                    <a:pt x="795" y="122"/>
                    <a:pt x="796" y="119"/>
                  </a:cubicBezTo>
                  <a:cubicBezTo>
                    <a:pt x="796" y="118"/>
                    <a:pt x="796" y="117"/>
                    <a:pt x="796" y="116"/>
                  </a:cubicBezTo>
                  <a:cubicBezTo>
                    <a:pt x="795" y="115"/>
                    <a:pt x="794" y="115"/>
                    <a:pt x="794" y="114"/>
                  </a:cubicBezTo>
                  <a:cubicBezTo>
                    <a:pt x="794" y="114"/>
                    <a:pt x="801" y="116"/>
                    <a:pt x="802" y="115"/>
                  </a:cubicBezTo>
                  <a:cubicBezTo>
                    <a:pt x="802" y="115"/>
                    <a:pt x="801" y="114"/>
                    <a:pt x="800" y="114"/>
                  </a:cubicBezTo>
                  <a:cubicBezTo>
                    <a:pt x="801" y="114"/>
                    <a:pt x="804" y="115"/>
                    <a:pt x="805" y="114"/>
                  </a:cubicBezTo>
                  <a:cubicBezTo>
                    <a:pt x="805" y="113"/>
                    <a:pt x="805" y="112"/>
                    <a:pt x="806" y="111"/>
                  </a:cubicBezTo>
                  <a:cubicBezTo>
                    <a:pt x="806" y="111"/>
                    <a:pt x="809" y="111"/>
                    <a:pt x="809" y="111"/>
                  </a:cubicBezTo>
                  <a:cubicBezTo>
                    <a:pt x="809" y="111"/>
                    <a:pt x="808" y="111"/>
                    <a:pt x="808" y="111"/>
                  </a:cubicBezTo>
                  <a:cubicBezTo>
                    <a:pt x="807" y="110"/>
                    <a:pt x="810" y="111"/>
                    <a:pt x="808" y="111"/>
                  </a:cubicBezTo>
                  <a:close/>
                  <a:moveTo>
                    <a:pt x="405" y="192"/>
                  </a:moveTo>
                  <a:cubicBezTo>
                    <a:pt x="404" y="195"/>
                    <a:pt x="404" y="198"/>
                    <a:pt x="403" y="201"/>
                  </a:cubicBezTo>
                  <a:cubicBezTo>
                    <a:pt x="402" y="203"/>
                    <a:pt x="399" y="202"/>
                    <a:pt x="399" y="204"/>
                  </a:cubicBezTo>
                  <a:cubicBezTo>
                    <a:pt x="399" y="204"/>
                    <a:pt x="401" y="204"/>
                    <a:pt x="402" y="204"/>
                  </a:cubicBezTo>
                  <a:cubicBezTo>
                    <a:pt x="402" y="204"/>
                    <a:pt x="393" y="210"/>
                    <a:pt x="392" y="210"/>
                  </a:cubicBezTo>
                  <a:cubicBezTo>
                    <a:pt x="391" y="211"/>
                    <a:pt x="390" y="212"/>
                    <a:pt x="388" y="212"/>
                  </a:cubicBezTo>
                  <a:cubicBezTo>
                    <a:pt x="387" y="213"/>
                    <a:pt x="386" y="215"/>
                    <a:pt x="385" y="216"/>
                  </a:cubicBezTo>
                  <a:cubicBezTo>
                    <a:pt x="384" y="217"/>
                    <a:pt x="377" y="219"/>
                    <a:pt x="376" y="217"/>
                  </a:cubicBezTo>
                  <a:cubicBezTo>
                    <a:pt x="376" y="216"/>
                    <a:pt x="383" y="214"/>
                    <a:pt x="384" y="213"/>
                  </a:cubicBezTo>
                  <a:cubicBezTo>
                    <a:pt x="387" y="211"/>
                    <a:pt x="390" y="208"/>
                    <a:pt x="393" y="206"/>
                  </a:cubicBezTo>
                  <a:cubicBezTo>
                    <a:pt x="395" y="205"/>
                    <a:pt x="395" y="202"/>
                    <a:pt x="397" y="201"/>
                  </a:cubicBezTo>
                  <a:cubicBezTo>
                    <a:pt x="399" y="198"/>
                    <a:pt x="401" y="195"/>
                    <a:pt x="402" y="192"/>
                  </a:cubicBezTo>
                  <a:cubicBezTo>
                    <a:pt x="402" y="190"/>
                    <a:pt x="402" y="190"/>
                    <a:pt x="404" y="189"/>
                  </a:cubicBezTo>
                  <a:cubicBezTo>
                    <a:pt x="406" y="188"/>
                    <a:pt x="405" y="191"/>
                    <a:pt x="405" y="192"/>
                  </a:cubicBezTo>
                  <a:cubicBezTo>
                    <a:pt x="404" y="193"/>
                    <a:pt x="405" y="190"/>
                    <a:pt x="405" y="19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74" name="Freeform 721">
              <a:extLst>
                <a:ext uri="{FF2B5EF4-FFF2-40B4-BE49-F238E27FC236}">
                  <a16:creationId xmlns:a16="http://schemas.microsoft.com/office/drawing/2014/main" id="{1429BF34-FB8D-6F1D-1CDA-0DF69455823B}"/>
                </a:ext>
              </a:extLst>
            </p:cNvPr>
            <p:cNvSpPr>
              <a:spLocks/>
            </p:cNvSpPr>
            <p:nvPr/>
          </p:nvSpPr>
          <p:spPr bwMode="auto">
            <a:xfrm>
              <a:off x="18193828" y="6226607"/>
              <a:ext cx="140127" cy="299442"/>
            </a:xfrm>
            <a:custGeom>
              <a:avLst/>
              <a:gdLst>
                <a:gd name="T0" fmla="*/ 13 w 15"/>
                <a:gd name="T1" fmla="*/ 26 h 32"/>
                <a:gd name="T2" fmla="*/ 10 w 15"/>
                <a:gd name="T3" fmla="*/ 13 h 32"/>
                <a:gd name="T4" fmla="*/ 9 w 15"/>
                <a:gd name="T5" fmla="*/ 4 h 32"/>
                <a:gd name="T6" fmla="*/ 9 w 15"/>
                <a:gd name="T7" fmla="*/ 1 h 32"/>
                <a:gd name="T8" fmla="*/ 6 w 15"/>
                <a:gd name="T9" fmla="*/ 0 h 32"/>
                <a:gd name="T10" fmla="*/ 7 w 15"/>
                <a:gd name="T11" fmla="*/ 3 h 32"/>
                <a:gd name="T12" fmla="*/ 6 w 15"/>
                <a:gd name="T13" fmla="*/ 5 h 32"/>
                <a:gd name="T14" fmla="*/ 4 w 15"/>
                <a:gd name="T15" fmla="*/ 7 h 32"/>
                <a:gd name="T16" fmla="*/ 4 w 15"/>
                <a:gd name="T17" fmla="*/ 9 h 32"/>
                <a:gd name="T18" fmla="*/ 2 w 15"/>
                <a:gd name="T19" fmla="*/ 14 h 32"/>
                <a:gd name="T20" fmla="*/ 5 w 15"/>
                <a:gd name="T21" fmla="*/ 20 h 32"/>
                <a:gd name="T22" fmla="*/ 6 w 15"/>
                <a:gd name="T23" fmla="*/ 32 h 32"/>
                <a:gd name="T24" fmla="*/ 15 w 15"/>
                <a:gd name="T25" fmla="*/ 32 h 32"/>
                <a:gd name="T26" fmla="*/ 13 w 15"/>
                <a:gd name="T27" fmla="*/ 26 h 32"/>
                <a:gd name="T28" fmla="*/ 13 w 15"/>
                <a:gd name="T29"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32">
                  <a:moveTo>
                    <a:pt x="13" y="26"/>
                  </a:moveTo>
                  <a:cubicBezTo>
                    <a:pt x="13" y="22"/>
                    <a:pt x="9" y="17"/>
                    <a:pt x="10" y="13"/>
                  </a:cubicBezTo>
                  <a:cubicBezTo>
                    <a:pt x="11" y="10"/>
                    <a:pt x="10" y="7"/>
                    <a:pt x="9" y="4"/>
                  </a:cubicBezTo>
                  <a:cubicBezTo>
                    <a:pt x="9" y="3"/>
                    <a:pt x="9" y="2"/>
                    <a:pt x="9" y="1"/>
                  </a:cubicBezTo>
                  <a:cubicBezTo>
                    <a:pt x="9" y="0"/>
                    <a:pt x="6" y="0"/>
                    <a:pt x="6" y="0"/>
                  </a:cubicBezTo>
                  <a:cubicBezTo>
                    <a:pt x="6" y="1"/>
                    <a:pt x="7" y="2"/>
                    <a:pt x="7" y="3"/>
                  </a:cubicBezTo>
                  <a:cubicBezTo>
                    <a:pt x="8" y="4"/>
                    <a:pt x="7" y="5"/>
                    <a:pt x="6" y="5"/>
                  </a:cubicBezTo>
                  <a:cubicBezTo>
                    <a:pt x="5" y="6"/>
                    <a:pt x="4" y="5"/>
                    <a:pt x="4" y="7"/>
                  </a:cubicBezTo>
                  <a:cubicBezTo>
                    <a:pt x="4" y="8"/>
                    <a:pt x="4" y="8"/>
                    <a:pt x="4" y="9"/>
                  </a:cubicBezTo>
                  <a:cubicBezTo>
                    <a:pt x="3" y="11"/>
                    <a:pt x="3" y="13"/>
                    <a:pt x="2" y="14"/>
                  </a:cubicBezTo>
                  <a:cubicBezTo>
                    <a:pt x="0" y="15"/>
                    <a:pt x="4" y="18"/>
                    <a:pt x="5" y="20"/>
                  </a:cubicBezTo>
                  <a:cubicBezTo>
                    <a:pt x="6" y="22"/>
                    <a:pt x="4" y="32"/>
                    <a:pt x="6" y="32"/>
                  </a:cubicBezTo>
                  <a:cubicBezTo>
                    <a:pt x="9" y="32"/>
                    <a:pt x="12" y="32"/>
                    <a:pt x="15" y="32"/>
                  </a:cubicBezTo>
                  <a:cubicBezTo>
                    <a:pt x="15" y="30"/>
                    <a:pt x="14" y="28"/>
                    <a:pt x="13" y="26"/>
                  </a:cubicBezTo>
                  <a:cubicBezTo>
                    <a:pt x="13" y="24"/>
                    <a:pt x="13" y="27"/>
                    <a:pt x="13" y="2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75" name="Freeform 722">
              <a:extLst>
                <a:ext uri="{FF2B5EF4-FFF2-40B4-BE49-F238E27FC236}">
                  <a16:creationId xmlns:a16="http://schemas.microsoft.com/office/drawing/2014/main" id="{1C0173B7-5CC7-D9A8-908E-911611FD4F0B}"/>
                </a:ext>
              </a:extLst>
            </p:cNvPr>
            <p:cNvSpPr>
              <a:spLocks/>
            </p:cNvSpPr>
            <p:nvPr/>
          </p:nvSpPr>
          <p:spPr bwMode="auto">
            <a:xfrm>
              <a:off x="18222490" y="6516489"/>
              <a:ext cx="140127" cy="216615"/>
            </a:xfrm>
            <a:custGeom>
              <a:avLst/>
              <a:gdLst>
                <a:gd name="T0" fmla="*/ 12 w 15"/>
                <a:gd name="T1" fmla="*/ 1 h 23"/>
                <a:gd name="T2" fmla="*/ 7 w 15"/>
                <a:gd name="T3" fmla="*/ 1 h 23"/>
                <a:gd name="T4" fmla="*/ 2 w 15"/>
                <a:gd name="T5" fmla="*/ 2 h 23"/>
                <a:gd name="T6" fmla="*/ 1 w 15"/>
                <a:gd name="T7" fmla="*/ 7 h 23"/>
                <a:gd name="T8" fmla="*/ 2 w 15"/>
                <a:gd name="T9" fmla="*/ 11 h 23"/>
                <a:gd name="T10" fmla="*/ 1 w 15"/>
                <a:gd name="T11" fmla="*/ 23 h 23"/>
                <a:gd name="T12" fmla="*/ 4 w 15"/>
                <a:gd name="T13" fmla="*/ 20 h 23"/>
                <a:gd name="T14" fmla="*/ 7 w 15"/>
                <a:gd name="T15" fmla="*/ 20 h 23"/>
                <a:gd name="T16" fmla="*/ 9 w 15"/>
                <a:gd name="T17" fmla="*/ 23 h 23"/>
                <a:gd name="T18" fmla="*/ 9 w 15"/>
                <a:gd name="T19" fmla="*/ 20 h 23"/>
                <a:gd name="T20" fmla="*/ 6 w 15"/>
                <a:gd name="T21" fmla="*/ 16 h 23"/>
                <a:gd name="T22" fmla="*/ 4 w 15"/>
                <a:gd name="T23" fmla="*/ 7 h 23"/>
                <a:gd name="T24" fmla="*/ 9 w 15"/>
                <a:gd name="T25" fmla="*/ 3 h 23"/>
                <a:gd name="T26" fmla="*/ 15 w 15"/>
                <a:gd name="T27" fmla="*/ 6 h 23"/>
                <a:gd name="T28" fmla="*/ 12 w 15"/>
                <a:gd name="T2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3">
                  <a:moveTo>
                    <a:pt x="12" y="1"/>
                  </a:moveTo>
                  <a:cubicBezTo>
                    <a:pt x="11" y="1"/>
                    <a:pt x="9" y="1"/>
                    <a:pt x="7" y="1"/>
                  </a:cubicBezTo>
                  <a:cubicBezTo>
                    <a:pt x="5" y="1"/>
                    <a:pt x="3" y="0"/>
                    <a:pt x="2" y="2"/>
                  </a:cubicBezTo>
                  <a:cubicBezTo>
                    <a:pt x="2" y="4"/>
                    <a:pt x="1" y="5"/>
                    <a:pt x="1" y="7"/>
                  </a:cubicBezTo>
                  <a:cubicBezTo>
                    <a:pt x="1" y="8"/>
                    <a:pt x="2" y="9"/>
                    <a:pt x="2" y="11"/>
                  </a:cubicBezTo>
                  <a:cubicBezTo>
                    <a:pt x="2" y="12"/>
                    <a:pt x="0" y="23"/>
                    <a:pt x="1" y="23"/>
                  </a:cubicBezTo>
                  <a:cubicBezTo>
                    <a:pt x="3" y="22"/>
                    <a:pt x="1" y="19"/>
                    <a:pt x="4" y="20"/>
                  </a:cubicBezTo>
                  <a:cubicBezTo>
                    <a:pt x="5" y="20"/>
                    <a:pt x="7" y="19"/>
                    <a:pt x="7" y="20"/>
                  </a:cubicBezTo>
                  <a:cubicBezTo>
                    <a:pt x="8" y="20"/>
                    <a:pt x="8" y="23"/>
                    <a:pt x="9" y="23"/>
                  </a:cubicBezTo>
                  <a:cubicBezTo>
                    <a:pt x="9" y="23"/>
                    <a:pt x="9" y="20"/>
                    <a:pt x="9" y="20"/>
                  </a:cubicBezTo>
                  <a:cubicBezTo>
                    <a:pt x="9" y="18"/>
                    <a:pt x="7" y="17"/>
                    <a:pt x="6" y="16"/>
                  </a:cubicBezTo>
                  <a:cubicBezTo>
                    <a:pt x="5" y="14"/>
                    <a:pt x="2" y="9"/>
                    <a:pt x="4" y="7"/>
                  </a:cubicBezTo>
                  <a:cubicBezTo>
                    <a:pt x="7" y="5"/>
                    <a:pt x="6" y="4"/>
                    <a:pt x="9" y="3"/>
                  </a:cubicBezTo>
                  <a:cubicBezTo>
                    <a:pt x="11" y="2"/>
                    <a:pt x="14" y="4"/>
                    <a:pt x="15" y="6"/>
                  </a:cubicBezTo>
                  <a:cubicBezTo>
                    <a:pt x="14" y="4"/>
                    <a:pt x="13" y="2"/>
                    <a:pt x="12"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76" name="Freeform 723">
              <a:extLst>
                <a:ext uri="{FF2B5EF4-FFF2-40B4-BE49-F238E27FC236}">
                  <a16:creationId xmlns:a16="http://schemas.microsoft.com/office/drawing/2014/main" id="{8854D0DA-2F15-7520-2ED2-513FB6B7D068}"/>
                </a:ext>
              </a:extLst>
            </p:cNvPr>
            <p:cNvSpPr>
              <a:spLocks/>
            </p:cNvSpPr>
            <p:nvPr/>
          </p:nvSpPr>
          <p:spPr bwMode="auto">
            <a:xfrm>
              <a:off x="17483637" y="7153601"/>
              <a:ext cx="197453" cy="235731"/>
            </a:xfrm>
            <a:custGeom>
              <a:avLst/>
              <a:gdLst>
                <a:gd name="T0" fmla="*/ 5 w 21"/>
                <a:gd name="T1" fmla="*/ 1 h 25"/>
                <a:gd name="T2" fmla="*/ 4 w 21"/>
                <a:gd name="T3" fmla="*/ 7 h 25"/>
                <a:gd name="T4" fmla="*/ 1 w 21"/>
                <a:gd name="T5" fmla="*/ 9 h 25"/>
                <a:gd name="T6" fmla="*/ 3 w 21"/>
                <a:gd name="T7" fmla="*/ 11 h 25"/>
                <a:gd name="T8" fmla="*/ 2 w 21"/>
                <a:gd name="T9" fmla="*/ 14 h 25"/>
                <a:gd name="T10" fmla="*/ 3 w 21"/>
                <a:gd name="T11" fmla="*/ 16 h 25"/>
                <a:gd name="T12" fmla="*/ 1 w 21"/>
                <a:gd name="T13" fmla="*/ 20 h 25"/>
                <a:gd name="T14" fmla="*/ 3 w 21"/>
                <a:gd name="T15" fmla="*/ 21 h 25"/>
                <a:gd name="T16" fmla="*/ 0 w 21"/>
                <a:gd name="T17" fmla="*/ 24 h 25"/>
                <a:gd name="T18" fmla="*/ 2 w 21"/>
                <a:gd name="T19" fmla="*/ 23 h 25"/>
                <a:gd name="T20" fmla="*/ 3 w 21"/>
                <a:gd name="T21" fmla="*/ 24 h 25"/>
                <a:gd name="T22" fmla="*/ 6 w 21"/>
                <a:gd name="T23" fmla="*/ 22 h 25"/>
                <a:gd name="T24" fmla="*/ 8 w 21"/>
                <a:gd name="T25" fmla="*/ 22 h 25"/>
                <a:gd name="T26" fmla="*/ 9 w 21"/>
                <a:gd name="T27" fmla="*/ 22 h 25"/>
                <a:gd name="T28" fmla="*/ 12 w 21"/>
                <a:gd name="T29" fmla="*/ 21 h 25"/>
                <a:gd name="T30" fmla="*/ 14 w 21"/>
                <a:gd name="T31" fmla="*/ 20 h 25"/>
                <a:gd name="T32" fmla="*/ 17 w 21"/>
                <a:gd name="T33" fmla="*/ 18 h 25"/>
                <a:gd name="T34" fmla="*/ 20 w 21"/>
                <a:gd name="T35" fmla="*/ 20 h 25"/>
                <a:gd name="T36" fmla="*/ 19 w 21"/>
                <a:gd name="T37" fmla="*/ 16 h 25"/>
                <a:gd name="T38" fmla="*/ 17 w 21"/>
                <a:gd name="T39" fmla="*/ 12 h 25"/>
                <a:gd name="T40" fmla="*/ 12 w 21"/>
                <a:gd name="T41" fmla="*/ 0 h 25"/>
                <a:gd name="T42" fmla="*/ 5 w 21"/>
                <a:gd name="T43" fmla="*/ 1 h 25"/>
                <a:gd name="T44" fmla="*/ 5 w 21"/>
                <a:gd name="T45"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5">
                  <a:moveTo>
                    <a:pt x="5" y="1"/>
                  </a:moveTo>
                  <a:cubicBezTo>
                    <a:pt x="3" y="2"/>
                    <a:pt x="2" y="6"/>
                    <a:pt x="4" y="7"/>
                  </a:cubicBezTo>
                  <a:cubicBezTo>
                    <a:pt x="7" y="10"/>
                    <a:pt x="2" y="9"/>
                    <a:pt x="1" y="9"/>
                  </a:cubicBezTo>
                  <a:cubicBezTo>
                    <a:pt x="1" y="9"/>
                    <a:pt x="3" y="11"/>
                    <a:pt x="3" y="11"/>
                  </a:cubicBezTo>
                  <a:cubicBezTo>
                    <a:pt x="3" y="13"/>
                    <a:pt x="3" y="13"/>
                    <a:pt x="2" y="14"/>
                  </a:cubicBezTo>
                  <a:cubicBezTo>
                    <a:pt x="2" y="14"/>
                    <a:pt x="3" y="15"/>
                    <a:pt x="3" y="16"/>
                  </a:cubicBezTo>
                  <a:cubicBezTo>
                    <a:pt x="2" y="17"/>
                    <a:pt x="1" y="20"/>
                    <a:pt x="1" y="20"/>
                  </a:cubicBezTo>
                  <a:cubicBezTo>
                    <a:pt x="1" y="20"/>
                    <a:pt x="3" y="20"/>
                    <a:pt x="3" y="21"/>
                  </a:cubicBezTo>
                  <a:cubicBezTo>
                    <a:pt x="3" y="21"/>
                    <a:pt x="0" y="23"/>
                    <a:pt x="0" y="24"/>
                  </a:cubicBezTo>
                  <a:cubicBezTo>
                    <a:pt x="0" y="24"/>
                    <a:pt x="1" y="23"/>
                    <a:pt x="2" y="23"/>
                  </a:cubicBezTo>
                  <a:cubicBezTo>
                    <a:pt x="2" y="23"/>
                    <a:pt x="2" y="25"/>
                    <a:pt x="3" y="24"/>
                  </a:cubicBezTo>
                  <a:cubicBezTo>
                    <a:pt x="3" y="23"/>
                    <a:pt x="5" y="22"/>
                    <a:pt x="6" y="22"/>
                  </a:cubicBezTo>
                  <a:cubicBezTo>
                    <a:pt x="7" y="21"/>
                    <a:pt x="6" y="25"/>
                    <a:pt x="8" y="22"/>
                  </a:cubicBezTo>
                  <a:cubicBezTo>
                    <a:pt x="9" y="20"/>
                    <a:pt x="8" y="21"/>
                    <a:pt x="9" y="22"/>
                  </a:cubicBezTo>
                  <a:cubicBezTo>
                    <a:pt x="9" y="22"/>
                    <a:pt x="12" y="21"/>
                    <a:pt x="12" y="21"/>
                  </a:cubicBezTo>
                  <a:cubicBezTo>
                    <a:pt x="14" y="21"/>
                    <a:pt x="13" y="20"/>
                    <a:pt x="14" y="20"/>
                  </a:cubicBezTo>
                  <a:cubicBezTo>
                    <a:pt x="16" y="20"/>
                    <a:pt x="16" y="19"/>
                    <a:pt x="17" y="18"/>
                  </a:cubicBezTo>
                  <a:cubicBezTo>
                    <a:pt x="18" y="16"/>
                    <a:pt x="19" y="19"/>
                    <a:pt x="20" y="20"/>
                  </a:cubicBezTo>
                  <a:cubicBezTo>
                    <a:pt x="21" y="20"/>
                    <a:pt x="19" y="16"/>
                    <a:pt x="19" y="16"/>
                  </a:cubicBezTo>
                  <a:cubicBezTo>
                    <a:pt x="18" y="15"/>
                    <a:pt x="17" y="14"/>
                    <a:pt x="17" y="12"/>
                  </a:cubicBezTo>
                  <a:cubicBezTo>
                    <a:pt x="17" y="7"/>
                    <a:pt x="14" y="4"/>
                    <a:pt x="12" y="0"/>
                  </a:cubicBezTo>
                  <a:cubicBezTo>
                    <a:pt x="10" y="2"/>
                    <a:pt x="8" y="1"/>
                    <a:pt x="5" y="1"/>
                  </a:cubicBezTo>
                  <a:cubicBezTo>
                    <a:pt x="5" y="2"/>
                    <a:pt x="6" y="1"/>
                    <a:pt x="5"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77" name="Freeform 724">
              <a:extLst>
                <a:ext uri="{FF2B5EF4-FFF2-40B4-BE49-F238E27FC236}">
                  <a16:creationId xmlns:a16="http://schemas.microsoft.com/office/drawing/2014/main" id="{A7B9C2BB-4574-23BE-C70B-16CA30C9BDB8}"/>
                </a:ext>
              </a:extLst>
            </p:cNvPr>
            <p:cNvSpPr>
              <a:spLocks/>
            </p:cNvSpPr>
            <p:nvPr/>
          </p:nvSpPr>
          <p:spPr bwMode="auto">
            <a:xfrm>
              <a:off x="17400836" y="6901941"/>
              <a:ext cx="299364" cy="289887"/>
            </a:xfrm>
            <a:custGeom>
              <a:avLst/>
              <a:gdLst>
                <a:gd name="T0" fmla="*/ 32 w 32"/>
                <a:gd name="T1" fmla="*/ 3 h 31"/>
                <a:gd name="T2" fmla="*/ 29 w 32"/>
                <a:gd name="T3" fmla="*/ 1 h 31"/>
                <a:gd name="T4" fmla="*/ 27 w 32"/>
                <a:gd name="T5" fmla="*/ 4 h 31"/>
                <a:gd name="T6" fmla="*/ 25 w 32"/>
                <a:gd name="T7" fmla="*/ 5 h 31"/>
                <a:gd name="T8" fmla="*/ 20 w 32"/>
                <a:gd name="T9" fmla="*/ 6 h 31"/>
                <a:gd name="T10" fmla="*/ 20 w 32"/>
                <a:gd name="T11" fmla="*/ 10 h 31"/>
                <a:gd name="T12" fmla="*/ 13 w 32"/>
                <a:gd name="T13" fmla="*/ 9 h 31"/>
                <a:gd name="T14" fmla="*/ 10 w 32"/>
                <a:gd name="T15" fmla="*/ 12 h 31"/>
                <a:gd name="T16" fmla="*/ 0 w 32"/>
                <a:gd name="T17" fmla="*/ 19 h 31"/>
                <a:gd name="T18" fmla="*/ 6 w 32"/>
                <a:gd name="T19" fmla="*/ 21 h 31"/>
                <a:gd name="T20" fmla="*/ 5 w 32"/>
                <a:gd name="T21" fmla="*/ 24 h 31"/>
                <a:gd name="T22" fmla="*/ 6 w 32"/>
                <a:gd name="T23" fmla="*/ 26 h 31"/>
                <a:gd name="T24" fmla="*/ 3 w 32"/>
                <a:gd name="T25" fmla="*/ 29 h 31"/>
                <a:gd name="T26" fmla="*/ 5 w 32"/>
                <a:gd name="T27" fmla="*/ 30 h 31"/>
                <a:gd name="T28" fmla="*/ 5 w 32"/>
                <a:gd name="T29" fmla="*/ 31 h 31"/>
                <a:gd name="T30" fmla="*/ 9 w 32"/>
                <a:gd name="T31" fmla="*/ 31 h 31"/>
                <a:gd name="T32" fmla="*/ 12 w 32"/>
                <a:gd name="T33" fmla="*/ 31 h 31"/>
                <a:gd name="T34" fmla="*/ 14 w 32"/>
                <a:gd name="T35" fmla="*/ 28 h 31"/>
                <a:gd name="T36" fmla="*/ 21 w 32"/>
                <a:gd name="T37" fmla="*/ 27 h 31"/>
                <a:gd name="T38" fmla="*/ 16 w 32"/>
                <a:gd name="T39" fmla="*/ 22 h 31"/>
                <a:gd name="T40" fmla="*/ 20 w 32"/>
                <a:gd name="T41" fmla="*/ 19 h 31"/>
                <a:gd name="T42" fmla="*/ 27 w 32"/>
                <a:gd name="T43" fmla="*/ 14 h 31"/>
                <a:gd name="T44" fmla="*/ 27 w 32"/>
                <a:gd name="T45" fmla="*/ 8 h 31"/>
                <a:gd name="T46" fmla="*/ 32 w 32"/>
                <a:gd name="T47"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 h="31">
                  <a:moveTo>
                    <a:pt x="32" y="3"/>
                  </a:moveTo>
                  <a:cubicBezTo>
                    <a:pt x="31" y="2"/>
                    <a:pt x="30" y="0"/>
                    <a:pt x="29" y="1"/>
                  </a:cubicBezTo>
                  <a:cubicBezTo>
                    <a:pt x="28" y="1"/>
                    <a:pt x="28" y="3"/>
                    <a:pt x="27" y="4"/>
                  </a:cubicBezTo>
                  <a:cubicBezTo>
                    <a:pt x="27" y="4"/>
                    <a:pt x="26" y="3"/>
                    <a:pt x="25" y="5"/>
                  </a:cubicBezTo>
                  <a:cubicBezTo>
                    <a:pt x="24" y="6"/>
                    <a:pt x="22" y="6"/>
                    <a:pt x="20" y="6"/>
                  </a:cubicBezTo>
                  <a:cubicBezTo>
                    <a:pt x="18" y="7"/>
                    <a:pt x="22" y="9"/>
                    <a:pt x="20" y="10"/>
                  </a:cubicBezTo>
                  <a:cubicBezTo>
                    <a:pt x="17" y="11"/>
                    <a:pt x="16" y="9"/>
                    <a:pt x="13" y="9"/>
                  </a:cubicBezTo>
                  <a:cubicBezTo>
                    <a:pt x="12" y="8"/>
                    <a:pt x="10" y="11"/>
                    <a:pt x="10" y="12"/>
                  </a:cubicBezTo>
                  <a:cubicBezTo>
                    <a:pt x="7" y="15"/>
                    <a:pt x="1" y="15"/>
                    <a:pt x="0" y="19"/>
                  </a:cubicBezTo>
                  <a:cubicBezTo>
                    <a:pt x="0" y="19"/>
                    <a:pt x="6" y="21"/>
                    <a:pt x="6" y="21"/>
                  </a:cubicBezTo>
                  <a:cubicBezTo>
                    <a:pt x="6" y="22"/>
                    <a:pt x="5" y="24"/>
                    <a:pt x="5" y="24"/>
                  </a:cubicBezTo>
                  <a:cubicBezTo>
                    <a:pt x="5" y="26"/>
                    <a:pt x="6" y="25"/>
                    <a:pt x="6" y="26"/>
                  </a:cubicBezTo>
                  <a:cubicBezTo>
                    <a:pt x="6" y="25"/>
                    <a:pt x="2" y="28"/>
                    <a:pt x="3" y="29"/>
                  </a:cubicBezTo>
                  <a:cubicBezTo>
                    <a:pt x="3" y="29"/>
                    <a:pt x="5" y="30"/>
                    <a:pt x="5" y="30"/>
                  </a:cubicBezTo>
                  <a:cubicBezTo>
                    <a:pt x="6" y="30"/>
                    <a:pt x="5" y="30"/>
                    <a:pt x="5" y="31"/>
                  </a:cubicBezTo>
                  <a:cubicBezTo>
                    <a:pt x="5" y="30"/>
                    <a:pt x="9" y="30"/>
                    <a:pt x="9" y="31"/>
                  </a:cubicBezTo>
                  <a:cubicBezTo>
                    <a:pt x="10" y="31"/>
                    <a:pt x="11" y="31"/>
                    <a:pt x="12" y="31"/>
                  </a:cubicBezTo>
                  <a:cubicBezTo>
                    <a:pt x="12" y="31"/>
                    <a:pt x="13" y="29"/>
                    <a:pt x="14" y="28"/>
                  </a:cubicBezTo>
                  <a:cubicBezTo>
                    <a:pt x="17" y="28"/>
                    <a:pt x="19" y="29"/>
                    <a:pt x="21" y="27"/>
                  </a:cubicBezTo>
                  <a:cubicBezTo>
                    <a:pt x="21" y="25"/>
                    <a:pt x="16" y="23"/>
                    <a:pt x="16" y="22"/>
                  </a:cubicBezTo>
                  <a:cubicBezTo>
                    <a:pt x="17" y="21"/>
                    <a:pt x="18" y="20"/>
                    <a:pt x="20" y="19"/>
                  </a:cubicBezTo>
                  <a:cubicBezTo>
                    <a:pt x="22" y="17"/>
                    <a:pt x="24" y="15"/>
                    <a:pt x="27" y="14"/>
                  </a:cubicBezTo>
                  <a:cubicBezTo>
                    <a:pt x="29" y="12"/>
                    <a:pt x="26" y="9"/>
                    <a:pt x="27" y="8"/>
                  </a:cubicBezTo>
                  <a:cubicBezTo>
                    <a:pt x="29" y="6"/>
                    <a:pt x="30" y="4"/>
                    <a:pt x="32"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78" name="Freeform 725">
              <a:extLst>
                <a:ext uri="{FF2B5EF4-FFF2-40B4-BE49-F238E27FC236}">
                  <a16:creationId xmlns:a16="http://schemas.microsoft.com/office/drawing/2014/main" id="{FAFDA33C-CE86-C6F5-30D7-241979DCAEA4}"/>
                </a:ext>
              </a:extLst>
            </p:cNvPr>
            <p:cNvSpPr>
              <a:spLocks/>
            </p:cNvSpPr>
            <p:nvPr/>
          </p:nvSpPr>
          <p:spPr bwMode="auto">
            <a:xfrm>
              <a:off x="11209749" y="6162893"/>
              <a:ext cx="222932" cy="232543"/>
            </a:xfrm>
            <a:custGeom>
              <a:avLst/>
              <a:gdLst>
                <a:gd name="T0" fmla="*/ 21 w 24"/>
                <a:gd name="T1" fmla="*/ 8 h 25"/>
                <a:gd name="T2" fmla="*/ 18 w 24"/>
                <a:gd name="T3" fmla="*/ 5 h 25"/>
                <a:gd name="T4" fmla="*/ 15 w 24"/>
                <a:gd name="T5" fmla="*/ 6 h 25"/>
                <a:gd name="T6" fmla="*/ 16 w 24"/>
                <a:gd name="T7" fmla="*/ 1 h 25"/>
                <a:gd name="T8" fmla="*/ 10 w 24"/>
                <a:gd name="T9" fmla="*/ 1 h 25"/>
                <a:gd name="T10" fmla="*/ 10 w 24"/>
                <a:gd name="T11" fmla="*/ 2 h 25"/>
                <a:gd name="T12" fmla="*/ 9 w 24"/>
                <a:gd name="T13" fmla="*/ 3 h 25"/>
                <a:gd name="T14" fmla="*/ 11 w 24"/>
                <a:gd name="T15" fmla="*/ 4 h 25"/>
                <a:gd name="T16" fmla="*/ 9 w 24"/>
                <a:gd name="T17" fmla="*/ 5 h 25"/>
                <a:gd name="T18" fmla="*/ 2 w 24"/>
                <a:gd name="T19" fmla="*/ 6 h 25"/>
                <a:gd name="T20" fmla="*/ 3 w 24"/>
                <a:gd name="T21" fmla="*/ 7 h 25"/>
                <a:gd name="T22" fmla="*/ 2 w 24"/>
                <a:gd name="T23" fmla="*/ 8 h 25"/>
                <a:gd name="T24" fmla="*/ 2 w 24"/>
                <a:gd name="T25" fmla="*/ 8 h 25"/>
                <a:gd name="T26" fmla="*/ 1 w 24"/>
                <a:gd name="T27" fmla="*/ 8 h 25"/>
                <a:gd name="T28" fmla="*/ 3 w 24"/>
                <a:gd name="T29" fmla="*/ 10 h 25"/>
                <a:gd name="T30" fmla="*/ 6 w 24"/>
                <a:gd name="T31" fmla="*/ 13 h 25"/>
                <a:gd name="T32" fmla="*/ 5 w 24"/>
                <a:gd name="T33" fmla="*/ 17 h 25"/>
                <a:gd name="T34" fmla="*/ 1 w 24"/>
                <a:gd name="T35" fmla="*/ 20 h 25"/>
                <a:gd name="T36" fmla="*/ 3 w 24"/>
                <a:gd name="T37" fmla="*/ 20 h 25"/>
                <a:gd name="T38" fmla="*/ 0 w 24"/>
                <a:gd name="T39" fmla="*/ 22 h 25"/>
                <a:gd name="T40" fmla="*/ 3 w 24"/>
                <a:gd name="T41" fmla="*/ 21 h 25"/>
                <a:gd name="T42" fmla="*/ 2 w 24"/>
                <a:gd name="T43" fmla="*/ 24 h 25"/>
                <a:gd name="T44" fmla="*/ 4 w 24"/>
                <a:gd name="T45" fmla="*/ 23 h 25"/>
                <a:gd name="T46" fmla="*/ 4 w 24"/>
                <a:gd name="T47" fmla="*/ 25 h 25"/>
                <a:gd name="T48" fmla="*/ 8 w 24"/>
                <a:gd name="T49" fmla="*/ 24 h 25"/>
                <a:gd name="T50" fmla="*/ 17 w 24"/>
                <a:gd name="T51" fmla="*/ 20 h 25"/>
                <a:gd name="T52" fmla="*/ 22 w 24"/>
                <a:gd name="T53" fmla="*/ 16 h 25"/>
                <a:gd name="T54" fmla="*/ 21 w 24"/>
                <a:gd name="T55" fmla="*/ 8 h 25"/>
                <a:gd name="T56" fmla="*/ 21 w 24"/>
                <a:gd name="T5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5">
                  <a:moveTo>
                    <a:pt x="21" y="8"/>
                  </a:moveTo>
                  <a:cubicBezTo>
                    <a:pt x="20" y="8"/>
                    <a:pt x="19" y="5"/>
                    <a:pt x="18" y="5"/>
                  </a:cubicBezTo>
                  <a:cubicBezTo>
                    <a:pt x="16" y="6"/>
                    <a:pt x="17" y="7"/>
                    <a:pt x="15" y="6"/>
                  </a:cubicBezTo>
                  <a:cubicBezTo>
                    <a:pt x="11" y="5"/>
                    <a:pt x="15" y="3"/>
                    <a:pt x="16" y="1"/>
                  </a:cubicBezTo>
                  <a:cubicBezTo>
                    <a:pt x="14" y="1"/>
                    <a:pt x="11" y="0"/>
                    <a:pt x="10" y="1"/>
                  </a:cubicBezTo>
                  <a:cubicBezTo>
                    <a:pt x="10" y="1"/>
                    <a:pt x="12" y="1"/>
                    <a:pt x="10" y="2"/>
                  </a:cubicBezTo>
                  <a:cubicBezTo>
                    <a:pt x="10" y="2"/>
                    <a:pt x="8" y="3"/>
                    <a:pt x="9" y="3"/>
                  </a:cubicBezTo>
                  <a:cubicBezTo>
                    <a:pt x="9" y="4"/>
                    <a:pt x="11" y="3"/>
                    <a:pt x="11" y="4"/>
                  </a:cubicBezTo>
                  <a:cubicBezTo>
                    <a:pt x="12" y="5"/>
                    <a:pt x="9" y="5"/>
                    <a:pt x="9" y="5"/>
                  </a:cubicBezTo>
                  <a:cubicBezTo>
                    <a:pt x="7" y="6"/>
                    <a:pt x="3" y="5"/>
                    <a:pt x="2" y="6"/>
                  </a:cubicBezTo>
                  <a:cubicBezTo>
                    <a:pt x="2" y="6"/>
                    <a:pt x="3" y="6"/>
                    <a:pt x="3" y="7"/>
                  </a:cubicBezTo>
                  <a:cubicBezTo>
                    <a:pt x="3" y="7"/>
                    <a:pt x="1" y="7"/>
                    <a:pt x="2" y="8"/>
                  </a:cubicBezTo>
                  <a:cubicBezTo>
                    <a:pt x="2" y="8"/>
                    <a:pt x="2" y="8"/>
                    <a:pt x="2" y="8"/>
                  </a:cubicBezTo>
                  <a:cubicBezTo>
                    <a:pt x="3" y="8"/>
                    <a:pt x="1" y="8"/>
                    <a:pt x="1" y="8"/>
                  </a:cubicBezTo>
                  <a:cubicBezTo>
                    <a:pt x="1" y="9"/>
                    <a:pt x="5" y="9"/>
                    <a:pt x="3" y="10"/>
                  </a:cubicBezTo>
                  <a:cubicBezTo>
                    <a:pt x="0" y="12"/>
                    <a:pt x="4" y="13"/>
                    <a:pt x="6" y="13"/>
                  </a:cubicBezTo>
                  <a:cubicBezTo>
                    <a:pt x="7" y="13"/>
                    <a:pt x="5" y="16"/>
                    <a:pt x="5" y="17"/>
                  </a:cubicBezTo>
                  <a:cubicBezTo>
                    <a:pt x="4" y="17"/>
                    <a:pt x="2" y="21"/>
                    <a:pt x="1" y="20"/>
                  </a:cubicBezTo>
                  <a:cubicBezTo>
                    <a:pt x="1" y="20"/>
                    <a:pt x="3" y="20"/>
                    <a:pt x="3" y="20"/>
                  </a:cubicBezTo>
                  <a:cubicBezTo>
                    <a:pt x="2" y="21"/>
                    <a:pt x="1" y="20"/>
                    <a:pt x="0" y="22"/>
                  </a:cubicBezTo>
                  <a:cubicBezTo>
                    <a:pt x="0" y="22"/>
                    <a:pt x="3" y="21"/>
                    <a:pt x="3" y="21"/>
                  </a:cubicBezTo>
                  <a:cubicBezTo>
                    <a:pt x="3" y="21"/>
                    <a:pt x="2" y="23"/>
                    <a:pt x="2" y="24"/>
                  </a:cubicBezTo>
                  <a:cubicBezTo>
                    <a:pt x="2" y="24"/>
                    <a:pt x="4" y="23"/>
                    <a:pt x="4" y="23"/>
                  </a:cubicBezTo>
                  <a:cubicBezTo>
                    <a:pt x="4" y="23"/>
                    <a:pt x="4" y="24"/>
                    <a:pt x="4" y="25"/>
                  </a:cubicBezTo>
                  <a:cubicBezTo>
                    <a:pt x="5" y="25"/>
                    <a:pt x="7" y="24"/>
                    <a:pt x="8" y="24"/>
                  </a:cubicBezTo>
                  <a:cubicBezTo>
                    <a:pt x="11" y="23"/>
                    <a:pt x="14" y="20"/>
                    <a:pt x="17" y="20"/>
                  </a:cubicBezTo>
                  <a:cubicBezTo>
                    <a:pt x="21" y="20"/>
                    <a:pt x="20" y="19"/>
                    <a:pt x="22" y="16"/>
                  </a:cubicBezTo>
                  <a:cubicBezTo>
                    <a:pt x="24" y="13"/>
                    <a:pt x="21" y="11"/>
                    <a:pt x="21" y="8"/>
                  </a:cubicBezTo>
                  <a:cubicBezTo>
                    <a:pt x="20" y="8"/>
                    <a:pt x="21" y="9"/>
                    <a:pt x="21" y="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79" name="Freeform 726">
              <a:extLst>
                <a:ext uri="{FF2B5EF4-FFF2-40B4-BE49-F238E27FC236}">
                  <a16:creationId xmlns:a16="http://schemas.microsoft.com/office/drawing/2014/main" id="{DE3A6AA1-36A7-B77F-CB1E-B0D5A6129C04}"/>
                </a:ext>
              </a:extLst>
            </p:cNvPr>
            <p:cNvSpPr>
              <a:spLocks/>
            </p:cNvSpPr>
            <p:nvPr/>
          </p:nvSpPr>
          <p:spPr bwMode="auto">
            <a:xfrm>
              <a:off x="11321211" y="6153340"/>
              <a:ext cx="149682" cy="92380"/>
            </a:xfrm>
            <a:custGeom>
              <a:avLst/>
              <a:gdLst>
                <a:gd name="T0" fmla="*/ 1 w 16"/>
                <a:gd name="T1" fmla="*/ 6 h 10"/>
                <a:gd name="T2" fmla="*/ 4 w 16"/>
                <a:gd name="T3" fmla="*/ 8 h 10"/>
                <a:gd name="T4" fmla="*/ 5 w 16"/>
                <a:gd name="T5" fmla="*/ 7 h 10"/>
                <a:gd name="T6" fmla="*/ 8 w 16"/>
                <a:gd name="T7" fmla="*/ 8 h 10"/>
                <a:gd name="T8" fmla="*/ 11 w 16"/>
                <a:gd name="T9" fmla="*/ 4 h 10"/>
                <a:gd name="T10" fmla="*/ 11 w 16"/>
                <a:gd name="T11" fmla="*/ 2 h 10"/>
                <a:gd name="T12" fmla="*/ 7 w 16"/>
                <a:gd name="T13" fmla="*/ 1 h 10"/>
                <a:gd name="T14" fmla="*/ 4 w 16"/>
                <a:gd name="T15" fmla="*/ 2 h 10"/>
                <a:gd name="T16" fmla="*/ 1 w 16"/>
                <a:gd name="T17" fmla="*/ 6 h 10"/>
                <a:gd name="T18" fmla="*/ 1 w 16"/>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0">
                  <a:moveTo>
                    <a:pt x="1" y="6"/>
                  </a:moveTo>
                  <a:cubicBezTo>
                    <a:pt x="0" y="7"/>
                    <a:pt x="3" y="8"/>
                    <a:pt x="4" y="8"/>
                  </a:cubicBezTo>
                  <a:cubicBezTo>
                    <a:pt x="4" y="8"/>
                    <a:pt x="5" y="7"/>
                    <a:pt x="5" y="7"/>
                  </a:cubicBezTo>
                  <a:cubicBezTo>
                    <a:pt x="6" y="6"/>
                    <a:pt x="7" y="7"/>
                    <a:pt x="8" y="8"/>
                  </a:cubicBezTo>
                  <a:cubicBezTo>
                    <a:pt x="10" y="10"/>
                    <a:pt x="16" y="5"/>
                    <a:pt x="11" y="4"/>
                  </a:cubicBezTo>
                  <a:cubicBezTo>
                    <a:pt x="12" y="4"/>
                    <a:pt x="11" y="2"/>
                    <a:pt x="11" y="2"/>
                  </a:cubicBezTo>
                  <a:cubicBezTo>
                    <a:pt x="10" y="0"/>
                    <a:pt x="9" y="0"/>
                    <a:pt x="7" y="1"/>
                  </a:cubicBezTo>
                  <a:cubicBezTo>
                    <a:pt x="6" y="1"/>
                    <a:pt x="4" y="1"/>
                    <a:pt x="4" y="2"/>
                  </a:cubicBezTo>
                  <a:cubicBezTo>
                    <a:pt x="3" y="3"/>
                    <a:pt x="1" y="4"/>
                    <a:pt x="1" y="6"/>
                  </a:cubicBezTo>
                  <a:cubicBezTo>
                    <a:pt x="1" y="6"/>
                    <a:pt x="1" y="5"/>
                    <a:pt x="1"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80" name="Freeform 727">
              <a:extLst>
                <a:ext uri="{FF2B5EF4-FFF2-40B4-BE49-F238E27FC236}">
                  <a16:creationId xmlns:a16="http://schemas.microsoft.com/office/drawing/2014/main" id="{BF55D472-4422-F1CC-5FE9-048A99BC6FE9}"/>
                </a:ext>
              </a:extLst>
            </p:cNvPr>
            <p:cNvSpPr>
              <a:spLocks/>
            </p:cNvSpPr>
            <p:nvPr/>
          </p:nvSpPr>
          <p:spPr bwMode="auto">
            <a:xfrm>
              <a:off x="11267072" y="6854158"/>
              <a:ext cx="585987" cy="430050"/>
            </a:xfrm>
            <a:custGeom>
              <a:avLst/>
              <a:gdLst>
                <a:gd name="T0" fmla="*/ 58 w 63"/>
                <a:gd name="T1" fmla="*/ 8 h 46"/>
                <a:gd name="T2" fmla="*/ 52 w 63"/>
                <a:gd name="T3" fmla="*/ 6 h 46"/>
                <a:gd name="T4" fmla="*/ 49 w 63"/>
                <a:gd name="T5" fmla="*/ 6 h 46"/>
                <a:gd name="T6" fmla="*/ 45 w 63"/>
                <a:gd name="T7" fmla="*/ 6 h 46"/>
                <a:gd name="T8" fmla="*/ 40 w 63"/>
                <a:gd name="T9" fmla="*/ 4 h 46"/>
                <a:gd name="T10" fmla="*/ 38 w 63"/>
                <a:gd name="T11" fmla="*/ 2 h 46"/>
                <a:gd name="T12" fmla="*/ 35 w 63"/>
                <a:gd name="T13" fmla="*/ 2 h 46"/>
                <a:gd name="T14" fmla="*/ 31 w 63"/>
                <a:gd name="T15" fmla="*/ 2 h 46"/>
                <a:gd name="T16" fmla="*/ 27 w 63"/>
                <a:gd name="T17" fmla="*/ 2 h 46"/>
                <a:gd name="T18" fmla="*/ 17 w 63"/>
                <a:gd name="T19" fmla="*/ 1 h 46"/>
                <a:gd name="T20" fmla="*/ 8 w 63"/>
                <a:gd name="T21" fmla="*/ 0 h 46"/>
                <a:gd name="T22" fmla="*/ 2 w 63"/>
                <a:gd name="T23" fmla="*/ 3 h 46"/>
                <a:gd name="T24" fmla="*/ 2 w 63"/>
                <a:gd name="T25" fmla="*/ 6 h 46"/>
                <a:gd name="T26" fmla="*/ 2 w 63"/>
                <a:gd name="T27" fmla="*/ 11 h 46"/>
                <a:gd name="T28" fmla="*/ 5 w 63"/>
                <a:gd name="T29" fmla="*/ 10 h 46"/>
                <a:gd name="T30" fmla="*/ 7 w 63"/>
                <a:gd name="T31" fmla="*/ 12 h 46"/>
                <a:gd name="T32" fmla="*/ 12 w 63"/>
                <a:gd name="T33" fmla="*/ 11 h 46"/>
                <a:gd name="T34" fmla="*/ 14 w 63"/>
                <a:gd name="T35" fmla="*/ 14 h 46"/>
                <a:gd name="T36" fmla="*/ 13 w 63"/>
                <a:gd name="T37" fmla="*/ 20 h 46"/>
                <a:gd name="T38" fmla="*/ 12 w 63"/>
                <a:gd name="T39" fmla="*/ 25 h 46"/>
                <a:gd name="T40" fmla="*/ 12 w 63"/>
                <a:gd name="T41" fmla="*/ 28 h 46"/>
                <a:gd name="T42" fmla="*/ 10 w 63"/>
                <a:gd name="T43" fmla="*/ 33 h 46"/>
                <a:gd name="T44" fmla="*/ 10 w 63"/>
                <a:gd name="T45" fmla="*/ 38 h 46"/>
                <a:gd name="T46" fmla="*/ 17 w 63"/>
                <a:gd name="T47" fmla="*/ 44 h 46"/>
                <a:gd name="T48" fmla="*/ 20 w 63"/>
                <a:gd name="T49" fmla="*/ 45 h 46"/>
                <a:gd name="T50" fmla="*/ 21 w 63"/>
                <a:gd name="T51" fmla="*/ 43 h 46"/>
                <a:gd name="T52" fmla="*/ 24 w 63"/>
                <a:gd name="T53" fmla="*/ 42 h 46"/>
                <a:gd name="T54" fmla="*/ 36 w 63"/>
                <a:gd name="T55" fmla="*/ 41 h 46"/>
                <a:gd name="T56" fmla="*/ 39 w 63"/>
                <a:gd name="T57" fmla="*/ 38 h 46"/>
                <a:gd name="T58" fmla="*/ 43 w 63"/>
                <a:gd name="T59" fmla="*/ 35 h 46"/>
                <a:gd name="T60" fmla="*/ 47 w 63"/>
                <a:gd name="T61" fmla="*/ 30 h 46"/>
                <a:gd name="T62" fmla="*/ 45 w 63"/>
                <a:gd name="T63" fmla="*/ 26 h 46"/>
                <a:gd name="T64" fmla="*/ 48 w 63"/>
                <a:gd name="T65" fmla="*/ 21 h 46"/>
                <a:gd name="T66" fmla="*/ 50 w 63"/>
                <a:gd name="T67" fmla="*/ 19 h 46"/>
                <a:gd name="T68" fmla="*/ 51 w 63"/>
                <a:gd name="T69" fmla="*/ 17 h 46"/>
                <a:gd name="T70" fmla="*/ 60 w 63"/>
                <a:gd name="T71" fmla="*/ 13 h 46"/>
                <a:gd name="T72" fmla="*/ 63 w 63"/>
                <a:gd name="T73" fmla="*/ 9 h 46"/>
                <a:gd name="T74" fmla="*/ 58 w 63"/>
                <a:gd name="T75" fmla="*/ 8 h 46"/>
                <a:gd name="T76" fmla="*/ 58 w 63"/>
                <a:gd name="T7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 h="46">
                  <a:moveTo>
                    <a:pt x="58" y="8"/>
                  </a:moveTo>
                  <a:cubicBezTo>
                    <a:pt x="55" y="8"/>
                    <a:pt x="54" y="7"/>
                    <a:pt x="52" y="6"/>
                  </a:cubicBezTo>
                  <a:cubicBezTo>
                    <a:pt x="51" y="5"/>
                    <a:pt x="50" y="6"/>
                    <a:pt x="49" y="6"/>
                  </a:cubicBezTo>
                  <a:cubicBezTo>
                    <a:pt x="48" y="6"/>
                    <a:pt x="46" y="6"/>
                    <a:pt x="45" y="6"/>
                  </a:cubicBezTo>
                  <a:cubicBezTo>
                    <a:pt x="43" y="5"/>
                    <a:pt x="41" y="4"/>
                    <a:pt x="40" y="4"/>
                  </a:cubicBezTo>
                  <a:cubicBezTo>
                    <a:pt x="39" y="3"/>
                    <a:pt x="39" y="3"/>
                    <a:pt x="38" y="2"/>
                  </a:cubicBezTo>
                  <a:cubicBezTo>
                    <a:pt x="37" y="3"/>
                    <a:pt x="36" y="2"/>
                    <a:pt x="35" y="2"/>
                  </a:cubicBezTo>
                  <a:cubicBezTo>
                    <a:pt x="33" y="1"/>
                    <a:pt x="32" y="2"/>
                    <a:pt x="31" y="2"/>
                  </a:cubicBezTo>
                  <a:cubicBezTo>
                    <a:pt x="29" y="2"/>
                    <a:pt x="28" y="2"/>
                    <a:pt x="27" y="2"/>
                  </a:cubicBezTo>
                  <a:cubicBezTo>
                    <a:pt x="24" y="2"/>
                    <a:pt x="21" y="1"/>
                    <a:pt x="17" y="1"/>
                  </a:cubicBezTo>
                  <a:cubicBezTo>
                    <a:pt x="15" y="1"/>
                    <a:pt x="11" y="0"/>
                    <a:pt x="8" y="0"/>
                  </a:cubicBezTo>
                  <a:cubicBezTo>
                    <a:pt x="7" y="1"/>
                    <a:pt x="4" y="2"/>
                    <a:pt x="2" y="3"/>
                  </a:cubicBezTo>
                  <a:cubicBezTo>
                    <a:pt x="0" y="4"/>
                    <a:pt x="1" y="5"/>
                    <a:pt x="2" y="6"/>
                  </a:cubicBezTo>
                  <a:cubicBezTo>
                    <a:pt x="2" y="8"/>
                    <a:pt x="2" y="9"/>
                    <a:pt x="2" y="11"/>
                  </a:cubicBezTo>
                  <a:cubicBezTo>
                    <a:pt x="3" y="11"/>
                    <a:pt x="5" y="10"/>
                    <a:pt x="5" y="10"/>
                  </a:cubicBezTo>
                  <a:cubicBezTo>
                    <a:pt x="6" y="10"/>
                    <a:pt x="5" y="12"/>
                    <a:pt x="7" y="12"/>
                  </a:cubicBezTo>
                  <a:cubicBezTo>
                    <a:pt x="9" y="12"/>
                    <a:pt x="10" y="11"/>
                    <a:pt x="12" y="11"/>
                  </a:cubicBezTo>
                  <a:cubicBezTo>
                    <a:pt x="14" y="10"/>
                    <a:pt x="16" y="13"/>
                    <a:pt x="14" y="14"/>
                  </a:cubicBezTo>
                  <a:cubicBezTo>
                    <a:pt x="12" y="16"/>
                    <a:pt x="13" y="17"/>
                    <a:pt x="13" y="20"/>
                  </a:cubicBezTo>
                  <a:cubicBezTo>
                    <a:pt x="12" y="21"/>
                    <a:pt x="13" y="24"/>
                    <a:pt x="12" y="25"/>
                  </a:cubicBezTo>
                  <a:cubicBezTo>
                    <a:pt x="9" y="25"/>
                    <a:pt x="10" y="26"/>
                    <a:pt x="12" y="28"/>
                  </a:cubicBezTo>
                  <a:cubicBezTo>
                    <a:pt x="13" y="29"/>
                    <a:pt x="10" y="31"/>
                    <a:pt x="10" y="33"/>
                  </a:cubicBezTo>
                  <a:cubicBezTo>
                    <a:pt x="12" y="35"/>
                    <a:pt x="10" y="36"/>
                    <a:pt x="10" y="38"/>
                  </a:cubicBezTo>
                  <a:cubicBezTo>
                    <a:pt x="13" y="37"/>
                    <a:pt x="15" y="42"/>
                    <a:pt x="17" y="44"/>
                  </a:cubicBezTo>
                  <a:cubicBezTo>
                    <a:pt x="17" y="45"/>
                    <a:pt x="19" y="46"/>
                    <a:pt x="20" y="45"/>
                  </a:cubicBezTo>
                  <a:cubicBezTo>
                    <a:pt x="20" y="45"/>
                    <a:pt x="21" y="44"/>
                    <a:pt x="21" y="43"/>
                  </a:cubicBezTo>
                  <a:cubicBezTo>
                    <a:pt x="22" y="43"/>
                    <a:pt x="24" y="42"/>
                    <a:pt x="24" y="42"/>
                  </a:cubicBezTo>
                  <a:cubicBezTo>
                    <a:pt x="28" y="41"/>
                    <a:pt x="32" y="42"/>
                    <a:pt x="36" y="41"/>
                  </a:cubicBezTo>
                  <a:cubicBezTo>
                    <a:pt x="37" y="40"/>
                    <a:pt x="37" y="39"/>
                    <a:pt x="39" y="38"/>
                  </a:cubicBezTo>
                  <a:cubicBezTo>
                    <a:pt x="41" y="37"/>
                    <a:pt x="42" y="36"/>
                    <a:pt x="43" y="35"/>
                  </a:cubicBezTo>
                  <a:cubicBezTo>
                    <a:pt x="44" y="32"/>
                    <a:pt x="45" y="31"/>
                    <a:pt x="47" y="30"/>
                  </a:cubicBezTo>
                  <a:cubicBezTo>
                    <a:pt x="48" y="29"/>
                    <a:pt x="46" y="27"/>
                    <a:pt x="45" y="26"/>
                  </a:cubicBezTo>
                  <a:cubicBezTo>
                    <a:pt x="45" y="25"/>
                    <a:pt x="47" y="22"/>
                    <a:pt x="48" y="21"/>
                  </a:cubicBezTo>
                  <a:cubicBezTo>
                    <a:pt x="48" y="21"/>
                    <a:pt x="49" y="20"/>
                    <a:pt x="50" y="19"/>
                  </a:cubicBezTo>
                  <a:cubicBezTo>
                    <a:pt x="50" y="19"/>
                    <a:pt x="50" y="17"/>
                    <a:pt x="51" y="17"/>
                  </a:cubicBezTo>
                  <a:cubicBezTo>
                    <a:pt x="54" y="15"/>
                    <a:pt x="57" y="14"/>
                    <a:pt x="60" y="13"/>
                  </a:cubicBezTo>
                  <a:cubicBezTo>
                    <a:pt x="61" y="12"/>
                    <a:pt x="63" y="11"/>
                    <a:pt x="63" y="9"/>
                  </a:cubicBezTo>
                  <a:cubicBezTo>
                    <a:pt x="62" y="7"/>
                    <a:pt x="60" y="9"/>
                    <a:pt x="58" y="8"/>
                  </a:cubicBezTo>
                  <a:cubicBezTo>
                    <a:pt x="55" y="8"/>
                    <a:pt x="60" y="9"/>
                    <a:pt x="58" y="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81" name="Freeform 728">
              <a:extLst>
                <a:ext uri="{FF2B5EF4-FFF2-40B4-BE49-F238E27FC236}">
                  <a16:creationId xmlns:a16="http://schemas.microsoft.com/office/drawing/2014/main" id="{8C248CB9-5DE3-519A-6733-F5ED492B36BF}"/>
                </a:ext>
              </a:extLst>
            </p:cNvPr>
            <p:cNvSpPr>
              <a:spLocks/>
            </p:cNvSpPr>
            <p:nvPr/>
          </p:nvSpPr>
          <p:spPr bwMode="auto">
            <a:xfrm>
              <a:off x="11267072" y="6946541"/>
              <a:ext cx="149682" cy="283516"/>
            </a:xfrm>
            <a:custGeom>
              <a:avLst/>
              <a:gdLst>
                <a:gd name="T0" fmla="*/ 11 w 16"/>
                <a:gd name="T1" fmla="*/ 25 h 30"/>
                <a:gd name="T2" fmla="*/ 11 w 16"/>
                <a:gd name="T3" fmla="*/ 21 h 30"/>
                <a:gd name="T4" fmla="*/ 10 w 16"/>
                <a:gd name="T5" fmla="*/ 16 h 30"/>
                <a:gd name="T6" fmla="*/ 12 w 16"/>
                <a:gd name="T7" fmla="*/ 14 h 30"/>
                <a:gd name="T8" fmla="*/ 13 w 16"/>
                <a:gd name="T9" fmla="*/ 9 h 30"/>
                <a:gd name="T10" fmla="*/ 14 w 16"/>
                <a:gd name="T11" fmla="*/ 4 h 30"/>
                <a:gd name="T12" fmla="*/ 12 w 16"/>
                <a:gd name="T13" fmla="*/ 1 h 30"/>
                <a:gd name="T14" fmla="*/ 7 w 16"/>
                <a:gd name="T15" fmla="*/ 2 h 30"/>
                <a:gd name="T16" fmla="*/ 5 w 16"/>
                <a:gd name="T17" fmla="*/ 0 h 30"/>
                <a:gd name="T18" fmla="*/ 4 w 16"/>
                <a:gd name="T19" fmla="*/ 0 h 30"/>
                <a:gd name="T20" fmla="*/ 3 w 16"/>
                <a:gd name="T21" fmla="*/ 4 h 30"/>
                <a:gd name="T22" fmla="*/ 3 w 16"/>
                <a:gd name="T23" fmla="*/ 8 h 30"/>
                <a:gd name="T24" fmla="*/ 2 w 16"/>
                <a:gd name="T25" fmla="*/ 13 h 30"/>
                <a:gd name="T26" fmla="*/ 0 w 16"/>
                <a:gd name="T27" fmla="*/ 20 h 30"/>
                <a:gd name="T28" fmla="*/ 2 w 16"/>
                <a:gd name="T29" fmla="*/ 22 h 30"/>
                <a:gd name="T30" fmla="*/ 2 w 16"/>
                <a:gd name="T31" fmla="*/ 28 h 30"/>
                <a:gd name="T32" fmla="*/ 6 w 16"/>
                <a:gd name="T33" fmla="*/ 30 h 30"/>
                <a:gd name="T34" fmla="*/ 11 w 16"/>
                <a:gd name="T35" fmla="*/ 25 h 30"/>
                <a:gd name="T36" fmla="*/ 11 w 16"/>
                <a:gd name="T37"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30">
                  <a:moveTo>
                    <a:pt x="11" y="25"/>
                  </a:moveTo>
                  <a:cubicBezTo>
                    <a:pt x="12" y="23"/>
                    <a:pt x="10" y="22"/>
                    <a:pt x="11" y="21"/>
                  </a:cubicBezTo>
                  <a:cubicBezTo>
                    <a:pt x="12" y="18"/>
                    <a:pt x="12" y="18"/>
                    <a:pt x="10" y="16"/>
                  </a:cubicBezTo>
                  <a:cubicBezTo>
                    <a:pt x="9" y="14"/>
                    <a:pt x="11" y="15"/>
                    <a:pt x="12" y="14"/>
                  </a:cubicBezTo>
                  <a:cubicBezTo>
                    <a:pt x="13" y="13"/>
                    <a:pt x="13" y="10"/>
                    <a:pt x="13" y="9"/>
                  </a:cubicBezTo>
                  <a:cubicBezTo>
                    <a:pt x="13" y="6"/>
                    <a:pt x="12" y="6"/>
                    <a:pt x="14" y="4"/>
                  </a:cubicBezTo>
                  <a:cubicBezTo>
                    <a:pt x="16" y="3"/>
                    <a:pt x="14" y="0"/>
                    <a:pt x="12" y="1"/>
                  </a:cubicBezTo>
                  <a:cubicBezTo>
                    <a:pt x="10" y="1"/>
                    <a:pt x="9" y="2"/>
                    <a:pt x="7" y="2"/>
                  </a:cubicBezTo>
                  <a:cubicBezTo>
                    <a:pt x="5" y="2"/>
                    <a:pt x="6" y="0"/>
                    <a:pt x="5" y="0"/>
                  </a:cubicBezTo>
                  <a:cubicBezTo>
                    <a:pt x="6" y="0"/>
                    <a:pt x="3" y="0"/>
                    <a:pt x="4" y="0"/>
                  </a:cubicBezTo>
                  <a:cubicBezTo>
                    <a:pt x="2" y="1"/>
                    <a:pt x="3" y="2"/>
                    <a:pt x="3" y="4"/>
                  </a:cubicBezTo>
                  <a:cubicBezTo>
                    <a:pt x="3" y="5"/>
                    <a:pt x="3" y="7"/>
                    <a:pt x="3" y="8"/>
                  </a:cubicBezTo>
                  <a:cubicBezTo>
                    <a:pt x="2" y="10"/>
                    <a:pt x="2" y="12"/>
                    <a:pt x="2" y="13"/>
                  </a:cubicBezTo>
                  <a:cubicBezTo>
                    <a:pt x="1" y="16"/>
                    <a:pt x="0" y="17"/>
                    <a:pt x="0" y="20"/>
                  </a:cubicBezTo>
                  <a:cubicBezTo>
                    <a:pt x="1" y="21"/>
                    <a:pt x="2" y="20"/>
                    <a:pt x="2" y="22"/>
                  </a:cubicBezTo>
                  <a:cubicBezTo>
                    <a:pt x="3" y="23"/>
                    <a:pt x="2" y="26"/>
                    <a:pt x="2" y="28"/>
                  </a:cubicBezTo>
                  <a:cubicBezTo>
                    <a:pt x="2" y="30"/>
                    <a:pt x="4" y="30"/>
                    <a:pt x="6" y="30"/>
                  </a:cubicBezTo>
                  <a:cubicBezTo>
                    <a:pt x="10" y="30"/>
                    <a:pt x="9" y="27"/>
                    <a:pt x="11" y="25"/>
                  </a:cubicBezTo>
                  <a:cubicBezTo>
                    <a:pt x="12" y="23"/>
                    <a:pt x="10" y="26"/>
                    <a:pt x="11" y="2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82" name="Freeform 729">
              <a:extLst>
                <a:ext uri="{FF2B5EF4-FFF2-40B4-BE49-F238E27FC236}">
                  <a16:creationId xmlns:a16="http://schemas.microsoft.com/office/drawing/2014/main" id="{B64FDC1D-FF91-F33A-66E2-F9AD7652857C}"/>
                </a:ext>
              </a:extLst>
            </p:cNvPr>
            <p:cNvSpPr>
              <a:spLocks/>
            </p:cNvSpPr>
            <p:nvPr/>
          </p:nvSpPr>
          <p:spPr bwMode="auto">
            <a:xfrm>
              <a:off x="13069621" y="9510902"/>
              <a:ext cx="493633" cy="825058"/>
            </a:xfrm>
            <a:custGeom>
              <a:avLst/>
              <a:gdLst>
                <a:gd name="T0" fmla="*/ 52 w 53"/>
                <a:gd name="T1" fmla="*/ 23 h 88"/>
                <a:gd name="T2" fmla="*/ 50 w 53"/>
                <a:gd name="T3" fmla="*/ 3 h 88"/>
                <a:gd name="T4" fmla="*/ 46 w 53"/>
                <a:gd name="T5" fmla="*/ 3 h 88"/>
                <a:gd name="T6" fmla="*/ 41 w 53"/>
                <a:gd name="T7" fmla="*/ 6 h 88"/>
                <a:gd name="T8" fmla="*/ 38 w 53"/>
                <a:gd name="T9" fmla="*/ 7 h 88"/>
                <a:gd name="T10" fmla="*/ 32 w 53"/>
                <a:gd name="T11" fmla="*/ 7 h 88"/>
                <a:gd name="T12" fmla="*/ 28 w 53"/>
                <a:gd name="T13" fmla="*/ 7 h 88"/>
                <a:gd name="T14" fmla="*/ 23 w 53"/>
                <a:gd name="T15" fmla="*/ 7 h 88"/>
                <a:gd name="T16" fmla="*/ 24 w 53"/>
                <a:gd name="T17" fmla="*/ 18 h 88"/>
                <a:gd name="T18" fmla="*/ 25 w 53"/>
                <a:gd name="T19" fmla="*/ 20 h 88"/>
                <a:gd name="T20" fmla="*/ 27 w 53"/>
                <a:gd name="T21" fmla="*/ 22 h 88"/>
                <a:gd name="T22" fmla="*/ 27 w 53"/>
                <a:gd name="T23" fmla="*/ 28 h 88"/>
                <a:gd name="T24" fmla="*/ 25 w 53"/>
                <a:gd name="T25" fmla="*/ 31 h 88"/>
                <a:gd name="T26" fmla="*/ 24 w 53"/>
                <a:gd name="T27" fmla="*/ 35 h 88"/>
                <a:gd name="T28" fmla="*/ 20 w 53"/>
                <a:gd name="T29" fmla="*/ 31 h 88"/>
                <a:gd name="T30" fmla="*/ 21 w 53"/>
                <a:gd name="T31" fmla="*/ 25 h 88"/>
                <a:gd name="T32" fmla="*/ 16 w 53"/>
                <a:gd name="T33" fmla="*/ 22 h 88"/>
                <a:gd name="T34" fmla="*/ 13 w 53"/>
                <a:gd name="T35" fmla="*/ 20 h 88"/>
                <a:gd name="T36" fmla="*/ 2 w 53"/>
                <a:gd name="T37" fmla="*/ 24 h 88"/>
                <a:gd name="T38" fmla="*/ 0 w 53"/>
                <a:gd name="T39" fmla="*/ 26 h 88"/>
                <a:gd name="T40" fmla="*/ 1 w 53"/>
                <a:gd name="T41" fmla="*/ 30 h 88"/>
                <a:gd name="T42" fmla="*/ 12 w 53"/>
                <a:gd name="T43" fmla="*/ 35 h 88"/>
                <a:gd name="T44" fmla="*/ 13 w 53"/>
                <a:gd name="T45" fmla="*/ 44 h 88"/>
                <a:gd name="T46" fmla="*/ 12 w 53"/>
                <a:gd name="T47" fmla="*/ 52 h 88"/>
                <a:gd name="T48" fmla="*/ 6 w 53"/>
                <a:gd name="T49" fmla="*/ 62 h 88"/>
                <a:gd name="T50" fmla="*/ 6 w 53"/>
                <a:gd name="T51" fmla="*/ 69 h 88"/>
                <a:gd name="T52" fmla="*/ 8 w 53"/>
                <a:gd name="T53" fmla="*/ 78 h 88"/>
                <a:gd name="T54" fmla="*/ 9 w 53"/>
                <a:gd name="T55" fmla="*/ 87 h 88"/>
                <a:gd name="T56" fmla="*/ 12 w 53"/>
                <a:gd name="T57" fmla="*/ 86 h 88"/>
                <a:gd name="T58" fmla="*/ 13 w 53"/>
                <a:gd name="T59" fmla="*/ 83 h 88"/>
                <a:gd name="T60" fmla="*/ 11 w 53"/>
                <a:gd name="T61" fmla="*/ 83 h 88"/>
                <a:gd name="T62" fmla="*/ 16 w 53"/>
                <a:gd name="T63" fmla="*/ 77 h 88"/>
                <a:gd name="T64" fmla="*/ 25 w 53"/>
                <a:gd name="T65" fmla="*/ 72 h 88"/>
                <a:gd name="T66" fmla="*/ 25 w 53"/>
                <a:gd name="T67" fmla="*/ 64 h 88"/>
                <a:gd name="T68" fmla="*/ 21 w 53"/>
                <a:gd name="T69" fmla="*/ 48 h 88"/>
                <a:gd name="T70" fmla="*/ 24 w 53"/>
                <a:gd name="T71" fmla="*/ 48 h 88"/>
                <a:gd name="T72" fmla="*/ 29 w 53"/>
                <a:gd name="T73" fmla="*/ 44 h 88"/>
                <a:gd name="T74" fmla="*/ 35 w 53"/>
                <a:gd name="T75" fmla="*/ 38 h 88"/>
                <a:gd name="T76" fmla="*/ 40 w 53"/>
                <a:gd name="T77" fmla="*/ 36 h 88"/>
                <a:gd name="T78" fmla="*/ 46 w 53"/>
                <a:gd name="T79" fmla="*/ 32 h 88"/>
                <a:gd name="T80" fmla="*/ 52 w 53"/>
                <a:gd name="T81" fmla="*/ 23 h 88"/>
                <a:gd name="T82" fmla="*/ 52 w 53"/>
                <a:gd name="T83"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88">
                  <a:moveTo>
                    <a:pt x="52" y="23"/>
                  </a:moveTo>
                  <a:cubicBezTo>
                    <a:pt x="49" y="17"/>
                    <a:pt x="50" y="9"/>
                    <a:pt x="50" y="3"/>
                  </a:cubicBezTo>
                  <a:cubicBezTo>
                    <a:pt x="50" y="0"/>
                    <a:pt x="48" y="2"/>
                    <a:pt x="46" y="3"/>
                  </a:cubicBezTo>
                  <a:cubicBezTo>
                    <a:pt x="45" y="4"/>
                    <a:pt x="43" y="6"/>
                    <a:pt x="41" y="6"/>
                  </a:cubicBezTo>
                  <a:cubicBezTo>
                    <a:pt x="40" y="6"/>
                    <a:pt x="38" y="5"/>
                    <a:pt x="38" y="7"/>
                  </a:cubicBezTo>
                  <a:cubicBezTo>
                    <a:pt x="36" y="10"/>
                    <a:pt x="34" y="7"/>
                    <a:pt x="32" y="7"/>
                  </a:cubicBezTo>
                  <a:cubicBezTo>
                    <a:pt x="30" y="7"/>
                    <a:pt x="30" y="9"/>
                    <a:pt x="28" y="7"/>
                  </a:cubicBezTo>
                  <a:cubicBezTo>
                    <a:pt x="27" y="7"/>
                    <a:pt x="24" y="7"/>
                    <a:pt x="23" y="7"/>
                  </a:cubicBezTo>
                  <a:cubicBezTo>
                    <a:pt x="20" y="7"/>
                    <a:pt x="21" y="16"/>
                    <a:pt x="24" y="18"/>
                  </a:cubicBezTo>
                  <a:cubicBezTo>
                    <a:pt x="24" y="18"/>
                    <a:pt x="24" y="20"/>
                    <a:pt x="25" y="20"/>
                  </a:cubicBezTo>
                  <a:cubicBezTo>
                    <a:pt x="25" y="21"/>
                    <a:pt x="26" y="21"/>
                    <a:pt x="27" y="22"/>
                  </a:cubicBezTo>
                  <a:cubicBezTo>
                    <a:pt x="27" y="24"/>
                    <a:pt x="27" y="27"/>
                    <a:pt x="27" y="28"/>
                  </a:cubicBezTo>
                  <a:cubicBezTo>
                    <a:pt x="27" y="30"/>
                    <a:pt x="28" y="31"/>
                    <a:pt x="25" y="31"/>
                  </a:cubicBezTo>
                  <a:cubicBezTo>
                    <a:pt x="24" y="31"/>
                    <a:pt x="24" y="34"/>
                    <a:pt x="24" y="35"/>
                  </a:cubicBezTo>
                  <a:cubicBezTo>
                    <a:pt x="23" y="34"/>
                    <a:pt x="21" y="32"/>
                    <a:pt x="20" y="31"/>
                  </a:cubicBezTo>
                  <a:cubicBezTo>
                    <a:pt x="19" y="29"/>
                    <a:pt x="21" y="27"/>
                    <a:pt x="21" y="25"/>
                  </a:cubicBezTo>
                  <a:cubicBezTo>
                    <a:pt x="22" y="20"/>
                    <a:pt x="19" y="24"/>
                    <a:pt x="16" y="22"/>
                  </a:cubicBezTo>
                  <a:cubicBezTo>
                    <a:pt x="15" y="21"/>
                    <a:pt x="15" y="19"/>
                    <a:pt x="13" y="20"/>
                  </a:cubicBezTo>
                  <a:cubicBezTo>
                    <a:pt x="9" y="22"/>
                    <a:pt x="6" y="23"/>
                    <a:pt x="2" y="24"/>
                  </a:cubicBezTo>
                  <a:cubicBezTo>
                    <a:pt x="1" y="25"/>
                    <a:pt x="0" y="25"/>
                    <a:pt x="0" y="26"/>
                  </a:cubicBezTo>
                  <a:cubicBezTo>
                    <a:pt x="0" y="27"/>
                    <a:pt x="1" y="29"/>
                    <a:pt x="1" y="30"/>
                  </a:cubicBezTo>
                  <a:cubicBezTo>
                    <a:pt x="4" y="30"/>
                    <a:pt x="12" y="32"/>
                    <a:pt x="12" y="35"/>
                  </a:cubicBezTo>
                  <a:cubicBezTo>
                    <a:pt x="13" y="38"/>
                    <a:pt x="13" y="41"/>
                    <a:pt x="13" y="44"/>
                  </a:cubicBezTo>
                  <a:cubicBezTo>
                    <a:pt x="12" y="46"/>
                    <a:pt x="14" y="49"/>
                    <a:pt x="12" y="52"/>
                  </a:cubicBezTo>
                  <a:cubicBezTo>
                    <a:pt x="10" y="55"/>
                    <a:pt x="8" y="59"/>
                    <a:pt x="6" y="62"/>
                  </a:cubicBezTo>
                  <a:cubicBezTo>
                    <a:pt x="4" y="64"/>
                    <a:pt x="6" y="68"/>
                    <a:pt x="6" y="69"/>
                  </a:cubicBezTo>
                  <a:cubicBezTo>
                    <a:pt x="8" y="73"/>
                    <a:pt x="8" y="75"/>
                    <a:pt x="8" y="78"/>
                  </a:cubicBezTo>
                  <a:cubicBezTo>
                    <a:pt x="8" y="81"/>
                    <a:pt x="8" y="84"/>
                    <a:pt x="9" y="87"/>
                  </a:cubicBezTo>
                  <a:cubicBezTo>
                    <a:pt x="9" y="88"/>
                    <a:pt x="12" y="87"/>
                    <a:pt x="12" y="86"/>
                  </a:cubicBezTo>
                  <a:cubicBezTo>
                    <a:pt x="13" y="85"/>
                    <a:pt x="13" y="83"/>
                    <a:pt x="13" y="83"/>
                  </a:cubicBezTo>
                  <a:cubicBezTo>
                    <a:pt x="12" y="83"/>
                    <a:pt x="11" y="83"/>
                    <a:pt x="11" y="83"/>
                  </a:cubicBezTo>
                  <a:cubicBezTo>
                    <a:pt x="11" y="80"/>
                    <a:pt x="14" y="78"/>
                    <a:pt x="16" y="77"/>
                  </a:cubicBezTo>
                  <a:cubicBezTo>
                    <a:pt x="19" y="76"/>
                    <a:pt x="23" y="75"/>
                    <a:pt x="25" y="72"/>
                  </a:cubicBezTo>
                  <a:cubicBezTo>
                    <a:pt x="25" y="71"/>
                    <a:pt x="25" y="66"/>
                    <a:pt x="25" y="64"/>
                  </a:cubicBezTo>
                  <a:cubicBezTo>
                    <a:pt x="25" y="62"/>
                    <a:pt x="21" y="48"/>
                    <a:pt x="21" y="48"/>
                  </a:cubicBezTo>
                  <a:cubicBezTo>
                    <a:pt x="22" y="47"/>
                    <a:pt x="22" y="50"/>
                    <a:pt x="24" y="48"/>
                  </a:cubicBezTo>
                  <a:cubicBezTo>
                    <a:pt x="26" y="46"/>
                    <a:pt x="27" y="45"/>
                    <a:pt x="29" y="44"/>
                  </a:cubicBezTo>
                  <a:cubicBezTo>
                    <a:pt x="31" y="43"/>
                    <a:pt x="32" y="37"/>
                    <a:pt x="35" y="38"/>
                  </a:cubicBezTo>
                  <a:cubicBezTo>
                    <a:pt x="36" y="38"/>
                    <a:pt x="38" y="36"/>
                    <a:pt x="40" y="36"/>
                  </a:cubicBezTo>
                  <a:cubicBezTo>
                    <a:pt x="42" y="35"/>
                    <a:pt x="44" y="34"/>
                    <a:pt x="46" y="32"/>
                  </a:cubicBezTo>
                  <a:cubicBezTo>
                    <a:pt x="47" y="31"/>
                    <a:pt x="53" y="25"/>
                    <a:pt x="52" y="23"/>
                  </a:cubicBezTo>
                  <a:cubicBezTo>
                    <a:pt x="51" y="22"/>
                    <a:pt x="52" y="24"/>
                    <a:pt x="52" y="2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83" name="Freeform 730">
              <a:extLst>
                <a:ext uri="{FF2B5EF4-FFF2-40B4-BE49-F238E27FC236}">
                  <a16:creationId xmlns:a16="http://schemas.microsoft.com/office/drawing/2014/main" id="{C37327C4-1A98-A8CC-EC9F-324E57A48EAF}"/>
                </a:ext>
              </a:extLst>
            </p:cNvPr>
            <p:cNvSpPr>
              <a:spLocks/>
            </p:cNvSpPr>
            <p:nvPr/>
          </p:nvSpPr>
          <p:spPr bwMode="auto">
            <a:xfrm>
              <a:off x="13181086" y="9485418"/>
              <a:ext cx="149682" cy="353598"/>
            </a:xfrm>
            <a:custGeom>
              <a:avLst/>
              <a:gdLst>
                <a:gd name="T0" fmla="*/ 4 w 16"/>
                <a:gd name="T1" fmla="*/ 25 h 38"/>
                <a:gd name="T2" fmla="*/ 9 w 16"/>
                <a:gd name="T3" fmla="*/ 26 h 38"/>
                <a:gd name="T4" fmla="*/ 8 w 16"/>
                <a:gd name="T5" fmla="*/ 31 h 38"/>
                <a:gd name="T6" fmla="*/ 12 w 16"/>
                <a:gd name="T7" fmla="*/ 38 h 38"/>
                <a:gd name="T8" fmla="*/ 12 w 16"/>
                <a:gd name="T9" fmla="*/ 34 h 38"/>
                <a:gd name="T10" fmla="*/ 15 w 16"/>
                <a:gd name="T11" fmla="*/ 33 h 38"/>
                <a:gd name="T12" fmla="*/ 15 w 16"/>
                <a:gd name="T13" fmla="*/ 27 h 38"/>
                <a:gd name="T14" fmla="*/ 12 w 16"/>
                <a:gd name="T15" fmla="*/ 22 h 38"/>
                <a:gd name="T16" fmla="*/ 8 w 16"/>
                <a:gd name="T17" fmla="*/ 20 h 38"/>
                <a:gd name="T18" fmla="*/ 8 w 16"/>
                <a:gd name="T19" fmla="*/ 16 h 38"/>
                <a:gd name="T20" fmla="*/ 7 w 16"/>
                <a:gd name="T21" fmla="*/ 14 h 38"/>
                <a:gd name="T22" fmla="*/ 8 w 16"/>
                <a:gd name="T23" fmla="*/ 8 h 38"/>
                <a:gd name="T24" fmla="*/ 7 w 16"/>
                <a:gd name="T25" fmla="*/ 3 h 38"/>
                <a:gd name="T26" fmla="*/ 7 w 16"/>
                <a:gd name="T27" fmla="*/ 1 h 38"/>
                <a:gd name="T28" fmla="*/ 2 w 16"/>
                <a:gd name="T29" fmla="*/ 0 h 38"/>
                <a:gd name="T30" fmla="*/ 4 w 16"/>
                <a:gd name="T31" fmla="*/ 6 h 38"/>
                <a:gd name="T32" fmla="*/ 4 w 16"/>
                <a:gd name="T33" fmla="*/ 14 h 38"/>
                <a:gd name="T34" fmla="*/ 2 w 16"/>
                <a:gd name="T35" fmla="*/ 16 h 38"/>
                <a:gd name="T36" fmla="*/ 1 w 16"/>
                <a:gd name="T37" fmla="*/ 20 h 38"/>
                <a:gd name="T38" fmla="*/ 4 w 16"/>
                <a:gd name="T39" fmla="*/ 25 h 38"/>
                <a:gd name="T40" fmla="*/ 4 w 16"/>
                <a:gd name="T41"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38">
                  <a:moveTo>
                    <a:pt x="4" y="25"/>
                  </a:moveTo>
                  <a:cubicBezTo>
                    <a:pt x="6" y="26"/>
                    <a:pt x="9" y="24"/>
                    <a:pt x="9" y="26"/>
                  </a:cubicBezTo>
                  <a:cubicBezTo>
                    <a:pt x="10" y="28"/>
                    <a:pt x="9" y="29"/>
                    <a:pt x="8" y="31"/>
                  </a:cubicBezTo>
                  <a:cubicBezTo>
                    <a:pt x="6" y="33"/>
                    <a:pt x="10" y="36"/>
                    <a:pt x="12" y="38"/>
                  </a:cubicBezTo>
                  <a:cubicBezTo>
                    <a:pt x="13" y="37"/>
                    <a:pt x="12" y="35"/>
                    <a:pt x="12" y="34"/>
                  </a:cubicBezTo>
                  <a:cubicBezTo>
                    <a:pt x="13" y="33"/>
                    <a:pt x="16" y="35"/>
                    <a:pt x="15" y="33"/>
                  </a:cubicBezTo>
                  <a:cubicBezTo>
                    <a:pt x="15" y="31"/>
                    <a:pt x="15" y="29"/>
                    <a:pt x="15" y="27"/>
                  </a:cubicBezTo>
                  <a:cubicBezTo>
                    <a:pt x="14" y="25"/>
                    <a:pt x="13" y="24"/>
                    <a:pt x="12" y="22"/>
                  </a:cubicBezTo>
                  <a:cubicBezTo>
                    <a:pt x="11" y="25"/>
                    <a:pt x="8" y="21"/>
                    <a:pt x="8" y="20"/>
                  </a:cubicBezTo>
                  <a:cubicBezTo>
                    <a:pt x="8" y="18"/>
                    <a:pt x="8" y="17"/>
                    <a:pt x="8" y="16"/>
                  </a:cubicBezTo>
                  <a:cubicBezTo>
                    <a:pt x="8" y="14"/>
                    <a:pt x="8" y="15"/>
                    <a:pt x="7" y="14"/>
                  </a:cubicBezTo>
                  <a:cubicBezTo>
                    <a:pt x="6" y="14"/>
                    <a:pt x="8" y="8"/>
                    <a:pt x="8" y="8"/>
                  </a:cubicBezTo>
                  <a:cubicBezTo>
                    <a:pt x="8" y="6"/>
                    <a:pt x="7" y="5"/>
                    <a:pt x="7" y="3"/>
                  </a:cubicBezTo>
                  <a:cubicBezTo>
                    <a:pt x="6" y="2"/>
                    <a:pt x="5" y="0"/>
                    <a:pt x="7" y="1"/>
                  </a:cubicBezTo>
                  <a:cubicBezTo>
                    <a:pt x="6" y="0"/>
                    <a:pt x="3" y="0"/>
                    <a:pt x="2" y="0"/>
                  </a:cubicBezTo>
                  <a:cubicBezTo>
                    <a:pt x="2" y="1"/>
                    <a:pt x="6" y="5"/>
                    <a:pt x="4" y="6"/>
                  </a:cubicBezTo>
                  <a:cubicBezTo>
                    <a:pt x="1" y="7"/>
                    <a:pt x="2" y="12"/>
                    <a:pt x="4" y="14"/>
                  </a:cubicBezTo>
                  <a:cubicBezTo>
                    <a:pt x="4" y="15"/>
                    <a:pt x="2" y="15"/>
                    <a:pt x="2" y="16"/>
                  </a:cubicBezTo>
                  <a:cubicBezTo>
                    <a:pt x="1" y="16"/>
                    <a:pt x="1" y="19"/>
                    <a:pt x="1" y="20"/>
                  </a:cubicBezTo>
                  <a:cubicBezTo>
                    <a:pt x="0" y="22"/>
                    <a:pt x="3" y="24"/>
                    <a:pt x="4" y="25"/>
                  </a:cubicBezTo>
                  <a:cubicBezTo>
                    <a:pt x="5" y="26"/>
                    <a:pt x="4" y="24"/>
                    <a:pt x="4" y="2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84" name="Freeform 731">
              <a:extLst>
                <a:ext uri="{FF2B5EF4-FFF2-40B4-BE49-F238E27FC236}">
                  <a16:creationId xmlns:a16="http://schemas.microsoft.com/office/drawing/2014/main" id="{3298AFBF-E4B4-93A1-3B03-E5319BCCD3E2}"/>
                </a:ext>
              </a:extLst>
            </p:cNvPr>
            <p:cNvSpPr>
              <a:spLocks/>
            </p:cNvSpPr>
            <p:nvPr/>
          </p:nvSpPr>
          <p:spPr bwMode="auto">
            <a:xfrm>
              <a:off x="12674715" y="9418522"/>
              <a:ext cx="560509" cy="468277"/>
            </a:xfrm>
            <a:custGeom>
              <a:avLst/>
              <a:gdLst>
                <a:gd name="T0" fmla="*/ 56 w 60"/>
                <a:gd name="T1" fmla="*/ 30 h 50"/>
                <a:gd name="T2" fmla="*/ 55 w 60"/>
                <a:gd name="T3" fmla="*/ 24 h 50"/>
                <a:gd name="T4" fmla="*/ 57 w 60"/>
                <a:gd name="T5" fmla="*/ 22 h 50"/>
                <a:gd name="T6" fmla="*/ 57 w 60"/>
                <a:gd name="T7" fmla="*/ 19 h 50"/>
                <a:gd name="T8" fmla="*/ 58 w 60"/>
                <a:gd name="T9" fmla="*/ 13 h 50"/>
                <a:gd name="T10" fmla="*/ 56 w 60"/>
                <a:gd name="T11" fmla="*/ 8 h 50"/>
                <a:gd name="T12" fmla="*/ 51 w 60"/>
                <a:gd name="T13" fmla="*/ 5 h 50"/>
                <a:gd name="T14" fmla="*/ 48 w 60"/>
                <a:gd name="T15" fmla="*/ 3 h 50"/>
                <a:gd name="T16" fmla="*/ 45 w 60"/>
                <a:gd name="T17" fmla="*/ 0 h 50"/>
                <a:gd name="T18" fmla="*/ 38 w 60"/>
                <a:gd name="T19" fmla="*/ 1 h 50"/>
                <a:gd name="T20" fmla="*/ 34 w 60"/>
                <a:gd name="T21" fmla="*/ 4 h 50"/>
                <a:gd name="T22" fmla="*/ 35 w 60"/>
                <a:gd name="T23" fmla="*/ 10 h 50"/>
                <a:gd name="T24" fmla="*/ 33 w 60"/>
                <a:gd name="T25" fmla="*/ 17 h 50"/>
                <a:gd name="T26" fmla="*/ 37 w 60"/>
                <a:gd name="T27" fmla="*/ 21 h 50"/>
                <a:gd name="T28" fmla="*/ 40 w 60"/>
                <a:gd name="T29" fmla="*/ 23 h 50"/>
                <a:gd name="T30" fmla="*/ 39 w 60"/>
                <a:gd name="T31" fmla="*/ 26 h 50"/>
                <a:gd name="T32" fmla="*/ 35 w 60"/>
                <a:gd name="T33" fmla="*/ 26 h 50"/>
                <a:gd name="T34" fmla="*/ 31 w 60"/>
                <a:gd name="T35" fmla="*/ 22 h 50"/>
                <a:gd name="T36" fmla="*/ 27 w 60"/>
                <a:gd name="T37" fmla="*/ 17 h 50"/>
                <a:gd name="T38" fmla="*/ 20 w 60"/>
                <a:gd name="T39" fmla="*/ 18 h 50"/>
                <a:gd name="T40" fmla="*/ 16 w 60"/>
                <a:gd name="T41" fmla="*/ 16 h 50"/>
                <a:gd name="T42" fmla="*/ 14 w 60"/>
                <a:gd name="T43" fmla="*/ 16 h 50"/>
                <a:gd name="T44" fmla="*/ 11 w 60"/>
                <a:gd name="T45" fmla="*/ 14 h 50"/>
                <a:gd name="T46" fmla="*/ 11 w 60"/>
                <a:gd name="T47" fmla="*/ 20 h 50"/>
                <a:gd name="T48" fmla="*/ 10 w 60"/>
                <a:gd name="T49" fmla="*/ 24 h 50"/>
                <a:gd name="T50" fmla="*/ 2 w 60"/>
                <a:gd name="T51" fmla="*/ 24 h 50"/>
                <a:gd name="T52" fmla="*/ 1 w 60"/>
                <a:gd name="T53" fmla="*/ 29 h 50"/>
                <a:gd name="T54" fmla="*/ 3 w 60"/>
                <a:gd name="T55" fmla="*/ 43 h 50"/>
                <a:gd name="T56" fmla="*/ 8 w 60"/>
                <a:gd name="T57" fmla="*/ 48 h 50"/>
                <a:gd name="T58" fmla="*/ 16 w 60"/>
                <a:gd name="T59" fmla="*/ 50 h 50"/>
                <a:gd name="T60" fmla="*/ 18 w 60"/>
                <a:gd name="T61" fmla="*/ 50 h 50"/>
                <a:gd name="T62" fmla="*/ 22 w 60"/>
                <a:gd name="T63" fmla="*/ 50 h 50"/>
                <a:gd name="T64" fmla="*/ 28 w 60"/>
                <a:gd name="T65" fmla="*/ 47 h 50"/>
                <a:gd name="T66" fmla="*/ 31 w 60"/>
                <a:gd name="T67" fmla="*/ 44 h 50"/>
                <a:gd name="T68" fmla="*/ 35 w 60"/>
                <a:gd name="T69" fmla="*/ 41 h 50"/>
                <a:gd name="T70" fmla="*/ 37 w 60"/>
                <a:gd name="T71" fmla="*/ 38 h 50"/>
                <a:gd name="T72" fmla="*/ 43 w 60"/>
                <a:gd name="T73" fmla="*/ 38 h 50"/>
                <a:gd name="T74" fmla="*/ 42 w 60"/>
                <a:gd name="T75" fmla="*/ 35 h 50"/>
                <a:gd name="T76" fmla="*/ 46 w 60"/>
                <a:gd name="T77" fmla="*/ 33 h 50"/>
                <a:gd name="T78" fmla="*/ 56 w 60"/>
                <a:gd name="T79" fmla="*/ 30 h 50"/>
                <a:gd name="T80" fmla="*/ 56 w 60"/>
                <a:gd name="T81" fmla="*/ 3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 h="50">
                  <a:moveTo>
                    <a:pt x="56" y="30"/>
                  </a:moveTo>
                  <a:cubicBezTo>
                    <a:pt x="54" y="27"/>
                    <a:pt x="56" y="27"/>
                    <a:pt x="55" y="24"/>
                  </a:cubicBezTo>
                  <a:cubicBezTo>
                    <a:pt x="55" y="23"/>
                    <a:pt x="56" y="23"/>
                    <a:pt x="57" y="22"/>
                  </a:cubicBezTo>
                  <a:cubicBezTo>
                    <a:pt x="58" y="21"/>
                    <a:pt x="57" y="20"/>
                    <a:pt x="57" y="19"/>
                  </a:cubicBezTo>
                  <a:cubicBezTo>
                    <a:pt x="56" y="17"/>
                    <a:pt x="56" y="14"/>
                    <a:pt x="58" y="13"/>
                  </a:cubicBezTo>
                  <a:cubicBezTo>
                    <a:pt x="60" y="12"/>
                    <a:pt x="57" y="9"/>
                    <a:pt x="56" y="8"/>
                  </a:cubicBezTo>
                  <a:cubicBezTo>
                    <a:pt x="55" y="6"/>
                    <a:pt x="53" y="5"/>
                    <a:pt x="51" y="5"/>
                  </a:cubicBezTo>
                  <a:cubicBezTo>
                    <a:pt x="50" y="4"/>
                    <a:pt x="49" y="3"/>
                    <a:pt x="48" y="3"/>
                  </a:cubicBezTo>
                  <a:cubicBezTo>
                    <a:pt x="47" y="2"/>
                    <a:pt x="46" y="1"/>
                    <a:pt x="45" y="0"/>
                  </a:cubicBezTo>
                  <a:cubicBezTo>
                    <a:pt x="45" y="0"/>
                    <a:pt x="39" y="1"/>
                    <a:pt x="38" y="1"/>
                  </a:cubicBezTo>
                  <a:cubicBezTo>
                    <a:pt x="36" y="1"/>
                    <a:pt x="36" y="3"/>
                    <a:pt x="34" y="4"/>
                  </a:cubicBezTo>
                  <a:cubicBezTo>
                    <a:pt x="33" y="6"/>
                    <a:pt x="34" y="9"/>
                    <a:pt x="35" y="10"/>
                  </a:cubicBezTo>
                  <a:cubicBezTo>
                    <a:pt x="35" y="13"/>
                    <a:pt x="33" y="14"/>
                    <a:pt x="33" y="17"/>
                  </a:cubicBezTo>
                  <a:cubicBezTo>
                    <a:pt x="33" y="18"/>
                    <a:pt x="35" y="21"/>
                    <a:pt x="37" y="21"/>
                  </a:cubicBezTo>
                  <a:cubicBezTo>
                    <a:pt x="39" y="21"/>
                    <a:pt x="40" y="20"/>
                    <a:pt x="40" y="23"/>
                  </a:cubicBezTo>
                  <a:cubicBezTo>
                    <a:pt x="40" y="25"/>
                    <a:pt x="40" y="26"/>
                    <a:pt x="39" y="26"/>
                  </a:cubicBezTo>
                  <a:cubicBezTo>
                    <a:pt x="37" y="27"/>
                    <a:pt x="36" y="28"/>
                    <a:pt x="35" y="26"/>
                  </a:cubicBezTo>
                  <a:cubicBezTo>
                    <a:pt x="34" y="24"/>
                    <a:pt x="33" y="22"/>
                    <a:pt x="31" y="22"/>
                  </a:cubicBezTo>
                  <a:cubicBezTo>
                    <a:pt x="29" y="21"/>
                    <a:pt x="28" y="19"/>
                    <a:pt x="27" y="17"/>
                  </a:cubicBezTo>
                  <a:cubicBezTo>
                    <a:pt x="25" y="21"/>
                    <a:pt x="23" y="19"/>
                    <a:pt x="20" y="18"/>
                  </a:cubicBezTo>
                  <a:cubicBezTo>
                    <a:pt x="18" y="18"/>
                    <a:pt x="18" y="16"/>
                    <a:pt x="16" y="16"/>
                  </a:cubicBezTo>
                  <a:cubicBezTo>
                    <a:pt x="16" y="16"/>
                    <a:pt x="15" y="17"/>
                    <a:pt x="14" y="16"/>
                  </a:cubicBezTo>
                  <a:cubicBezTo>
                    <a:pt x="13" y="16"/>
                    <a:pt x="13" y="14"/>
                    <a:pt x="11" y="14"/>
                  </a:cubicBezTo>
                  <a:cubicBezTo>
                    <a:pt x="11" y="16"/>
                    <a:pt x="11" y="18"/>
                    <a:pt x="11" y="20"/>
                  </a:cubicBezTo>
                  <a:cubicBezTo>
                    <a:pt x="11" y="22"/>
                    <a:pt x="12" y="24"/>
                    <a:pt x="10" y="24"/>
                  </a:cubicBezTo>
                  <a:cubicBezTo>
                    <a:pt x="7" y="24"/>
                    <a:pt x="4" y="24"/>
                    <a:pt x="2" y="24"/>
                  </a:cubicBezTo>
                  <a:cubicBezTo>
                    <a:pt x="1" y="24"/>
                    <a:pt x="1" y="28"/>
                    <a:pt x="1" y="29"/>
                  </a:cubicBezTo>
                  <a:cubicBezTo>
                    <a:pt x="1" y="33"/>
                    <a:pt x="0" y="40"/>
                    <a:pt x="3" y="43"/>
                  </a:cubicBezTo>
                  <a:cubicBezTo>
                    <a:pt x="4" y="44"/>
                    <a:pt x="7" y="48"/>
                    <a:pt x="8" y="48"/>
                  </a:cubicBezTo>
                  <a:cubicBezTo>
                    <a:pt x="10" y="47"/>
                    <a:pt x="19" y="47"/>
                    <a:pt x="16" y="50"/>
                  </a:cubicBezTo>
                  <a:cubicBezTo>
                    <a:pt x="18" y="50"/>
                    <a:pt x="17" y="50"/>
                    <a:pt x="18" y="50"/>
                  </a:cubicBezTo>
                  <a:cubicBezTo>
                    <a:pt x="20" y="49"/>
                    <a:pt x="21" y="50"/>
                    <a:pt x="22" y="50"/>
                  </a:cubicBezTo>
                  <a:cubicBezTo>
                    <a:pt x="25" y="50"/>
                    <a:pt x="27" y="50"/>
                    <a:pt x="28" y="47"/>
                  </a:cubicBezTo>
                  <a:cubicBezTo>
                    <a:pt x="29" y="46"/>
                    <a:pt x="30" y="45"/>
                    <a:pt x="31" y="44"/>
                  </a:cubicBezTo>
                  <a:cubicBezTo>
                    <a:pt x="32" y="43"/>
                    <a:pt x="34" y="43"/>
                    <a:pt x="35" y="41"/>
                  </a:cubicBezTo>
                  <a:cubicBezTo>
                    <a:pt x="36" y="40"/>
                    <a:pt x="36" y="39"/>
                    <a:pt x="37" y="38"/>
                  </a:cubicBezTo>
                  <a:cubicBezTo>
                    <a:pt x="39" y="38"/>
                    <a:pt x="41" y="38"/>
                    <a:pt x="43" y="38"/>
                  </a:cubicBezTo>
                  <a:cubicBezTo>
                    <a:pt x="42" y="37"/>
                    <a:pt x="42" y="35"/>
                    <a:pt x="42" y="35"/>
                  </a:cubicBezTo>
                  <a:cubicBezTo>
                    <a:pt x="44" y="34"/>
                    <a:pt x="45" y="34"/>
                    <a:pt x="46" y="33"/>
                  </a:cubicBezTo>
                  <a:cubicBezTo>
                    <a:pt x="49" y="32"/>
                    <a:pt x="53" y="31"/>
                    <a:pt x="56" y="30"/>
                  </a:cubicBezTo>
                  <a:cubicBezTo>
                    <a:pt x="55" y="29"/>
                    <a:pt x="55" y="30"/>
                    <a:pt x="56" y="3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85" name="Freeform 732">
              <a:extLst>
                <a:ext uri="{FF2B5EF4-FFF2-40B4-BE49-F238E27FC236}">
                  <a16:creationId xmlns:a16="http://schemas.microsoft.com/office/drawing/2014/main" id="{14B7AD35-0737-5625-CCC4-991C25F6AEED}"/>
                </a:ext>
              </a:extLst>
            </p:cNvPr>
            <p:cNvSpPr>
              <a:spLocks/>
            </p:cNvSpPr>
            <p:nvPr/>
          </p:nvSpPr>
          <p:spPr bwMode="auto">
            <a:xfrm>
              <a:off x="12247966" y="9839014"/>
              <a:ext cx="595542" cy="589329"/>
            </a:xfrm>
            <a:custGeom>
              <a:avLst/>
              <a:gdLst>
                <a:gd name="T0" fmla="*/ 33 w 64"/>
                <a:gd name="T1" fmla="*/ 5 h 63"/>
                <a:gd name="T2" fmla="*/ 31 w 64"/>
                <a:gd name="T3" fmla="*/ 2 h 63"/>
                <a:gd name="T4" fmla="*/ 28 w 64"/>
                <a:gd name="T5" fmla="*/ 2 h 63"/>
                <a:gd name="T6" fmla="*/ 18 w 64"/>
                <a:gd name="T7" fmla="*/ 2 h 63"/>
                <a:gd name="T8" fmla="*/ 10 w 64"/>
                <a:gd name="T9" fmla="*/ 2 h 63"/>
                <a:gd name="T10" fmla="*/ 7 w 64"/>
                <a:gd name="T11" fmla="*/ 0 h 63"/>
                <a:gd name="T12" fmla="*/ 4 w 64"/>
                <a:gd name="T13" fmla="*/ 2 h 63"/>
                <a:gd name="T14" fmla="*/ 1 w 64"/>
                <a:gd name="T15" fmla="*/ 2 h 63"/>
                <a:gd name="T16" fmla="*/ 6 w 64"/>
                <a:gd name="T17" fmla="*/ 14 h 63"/>
                <a:gd name="T18" fmla="*/ 9 w 64"/>
                <a:gd name="T19" fmla="*/ 21 h 63"/>
                <a:gd name="T20" fmla="*/ 13 w 64"/>
                <a:gd name="T21" fmla="*/ 29 h 63"/>
                <a:gd name="T22" fmla="*/ 13 w 64"/>
                <a:gd name="T23" fmla="*/ 34 h 63"/>
                <a:gd name="T24" fmla="*/ 14 w 64"/>
                <a:gd name="T25" fmla="*/ 42 h 63"/>
                <a:gd name="T26" fmla="*/ 16 w 64"/>
                <a:gd name="T27" fmla="*/ 51 h 63"/>
                <a:gd name="T28" fmla="*/ 22 w 64"/>
                <a:gd name="T29" fmla="*/ 61 h 63"/>
                <a:gd name="T30" fmla="*/ 28 w 64"/>
                <a:gd name="T31" fmla="*/ 62 h 63"/>
                <a:gd name="T32" fmla="*/ 33 w 64"/>
                <a:gd name="T33" fmla="*/ 62 h 63"/>
                <a:gd name="T34" fmla="*/ 38 w 64"/>
                <a:gd name="T35" fmla="*/ 58 h 63"/>
                <a:gd name="T36" fmla="*/ 38 w 64"/>
                <a:gd name="T37" fmla="*/ 40 h 63"/>
                <a:gd name="T38" fmla="*/ 38 w 64"/>
                <a:gd name="T39" fmla="*/ 28 h 63"/>
                <a:gd name="T40" fmla="*/ 39 w 64"/>
                <a:gd name="T41" fmla="*/ 26 h 63"/>
                <a:gd name="T42" fmla="*/ 43 w 64"/>
                <a:gd name="T43" fmla="*/ 26 h 63"/>
                <a:gd name="T44" fmla="*/ 43 w 64"/>
                <a:gd name="T45" fmla="*/ 7 h 63"/>
                <a:gd name="T46" fmla="*/ 51 w 64"/>
                <a:gd name="T47" fmla="*/ 6 h 63"/>
                <a:gd name="T48" fmla="*/ 53 w 64"/>
                <a:gd name="T49" fmla="*/ 5 h 63"/>
                <a:gd name="T50" fmla="*/ 56 w 64"/>
                <a:gd name="T51" fmla="*/ 8 h 63"/>
                <a:gd name="T52" fmla="*/ 58 w 64"/>
                <a:gd name="T53" fmla="*/ 6 h 63"/>
                <a:gd name="T54" fmla="*/ 62 w 64"/>
                <a:gd name="T55" fmla="*/ 5 h 63"/>
                <a:gd name="T56" fmla="*/ 59 w 64"/>
                <a:gd name="T57" fmla="*/ 2 h 63"/>
                <a:gd name="T58" fmla="*/ 45 w 64"/>
                <a:gd name="T59" fmla="*/ 5 h 63"/>
                <a:gd name="T60" fmla="*/ 33 w 64"/>
                <a:gd name="T61" fmla="*/ 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63">
                  <a:moveTo>
                    <a:pt x="33" y="5"/>
                  </a:moveTo>
                  <a:cubicBezTo>
                    <a:pt x="32" y="5"/>
                    <a:pt x="31" y="2"/>
                    <a:pt x="31" y="2"/>
                  </a:cubicBezTo>
                  <a:cubicBezTo>
                    <a:pt x="30" y="2"/>
                    <a:pt x="29" y="2"/>
                    <a:pt x="28" y="2"/>
                  </a:cubicBezTo>
                  <a:cubicBezTo>
                    <a:pt x="25" y="2"/>
                    <a:pt x="21" y="2"/>
                    <a:pt x="18" y="2"/>
                  </a:cubicBezTo>
                  <a:cubicBezTo>
                    <a:pt x="15" y="2"/>
                    <a:pt x="13" y="2"/>
                    <a:pt x="10" y="2"/>
                  </a:cubicBezTo>
                  <a:cubicBezTo>
                    <a:pt x="9" y="2"/>
                    <a:pt x="9" y="0"/>
                    <a:pt x="7" y="0"/>
                  </a:cubicBezTo>
                  <a:cubicBezTo>
                    <a:pt x="6" y="0"/>
                    <a:pt x="5" y="2"/>
                    <a:pt x="4" y="2"/>
                  </a:cubicBezTo>
                  <a:cubicBezTo>
                    <a:pt x="3" y="2"/>
                    <a:pt x="2" y="2"/>
                    <a:pt x="1" y="2"/>
                  </a:cubicBezTo>
                  <a:cubicBezTo>
                    <a:pt x="0" y="7"/>
                    <a:pt x="4" y="9"/>
                    <a:pt x="6" y="14"/>
                  </a:cubicBezTo>
                  <a:cubicBezTo>
                    <a:pt x="7" y="16"/>
                    <a:pt x="8" y="19"/>
                    <a:pt x="9" y="21"/>
                  </a:cubicBezTo>
                  <a:cubicBezTo>
                    <a:pt x="10" y="24"/>
                    <a:pt x="12" y="26"/>
                    <a:pt x="13" y="29"/>
                  </a:cubicBezTo>
                  <a:cubicBezTo>
                    <a:pt x="13" y="30"/>
                    <a:pt x="13" y="33"/>
                    <a:pt x="13" y="34"/>
                  </a:cubicBezTo>
                  <a:cubicBezTo>
                    <a:pt x="13" y="37"/>
                    <a:pt x="14" y="39"/>
                    <a:pt x="14" y="42"/>
                  </a:cubicBezTo>
                  <a:cubicBezTo>
                    <a:pt x="15" y="45"/>
                    <a:pt x="15" y="48"/>
                    <a:pt x="16" y="51"/>
                  </a:cubicBezTo>
                  <a:cubicBezTo>
                    <a:pt x="17" y="55"/>
                    <a:pt x="20" y="58"/>
                    <a:pt x="22" y="61"/>
                  </a:cubicBezTo>
                  <a:cubicBezTo>
                    <a:pt x="25" y="58"/>
                    <a:pt x="25" y="60"/>
                    <a:pt x="28" y="62"/>
                  </a:cubicBezTo>
                  <a:cubicBezTo>
                    <a:pt x="29" y="63"/>
                    <a:pt x="32" y="63"/>
                    <a:pt x="33" y="62"/>
                  </a:cubicBezTo>
                  <a:cubicBezTo>
                    <a:pt x="36" y="62"/>
                    <a:pt x="38" y="61"/>
                    <a:pt x="38" y="58"/>
                  </a:cubicBezTo>
                  <a:cubicBezTo>
                    <a:pt x="38" y="52"/>
                    <a:pt x="38" y="46"/>
                    <a:pt x="38" y="40"/>
                  </a:cubicBezTo>
                  <a:cubicBezTo>
                    <a:pt x="38" y="36"/>
                    <a:pt x="38" y="32"/>
                    <a:pt x="38" y="28"/>
                  </a:cubicBezTo>
                  <a:cubicBezTo>
                    <a:pt x="38" y="27"/>
                    <a:pt x="38" y="26"/>
                    <a:pt x="39" y="26"/>
                  </a:cubicBezTo>
                  <a:cubicBezTo>
                    <a:pt x="39" y="26"/>
                    <a:pt x="43" y="26"/>
                    <a:pt x="43" y="26"/>
                  </a:cubicBezTo>
                  <a:cubicBezTo>
                    <a:pt x="43" y="20"/>
                    <a:pt x="43" y="13"/>
                    <a:pt x="43" y="7"/>
                  </a:cubicBezTo>
                  <a:cubicBezTo>
                    <a:pt x="46" y="8"/>
                    <a:pt x="48" y="6"/>
                    <a:pt x="51" y="6"/>
                  </a:cubicBezTo>
                  <a:cubicBezTo>
                    <a:pt x="51" y="5"/>
                    <a:pt x="52" y="5"/>
                    <a:pt x="53" y="5"/>
                  </a:cubicBezTo>
                  <a:cubicBezTo>
                    <a:pt x="53" y="5"/>
                    <a:pt x="55" y="8"/>
                    <a:pt x="56" y="8"/>
                  </a:cubicBezTo>
                  <a:cubicBezTo>
                    <a:pt x="57" y="7"/>
                    <a:pt x="56" y="6"/>
                    <a:pt x="58" y="6"/>
                  </a:cubicBezTo>
                  <a:cubicBezTo>
                    <a:pt x="59" y="6"/>
                    <a:pt x="60" y="5"/>
                    <a:pt x="62" y="5"/>
                  </a:cubicBezTo>
                  <a:cubicBezTo>
                    <a:pt x="64" y="4"/>
                    <a:pt x="60" y="2"/>
                    <a:pt x="59" y="2"/>
                  </a:cubicBezTo>
                  <a:cubicBezTo>
                    <a:pt x="54" y="2"/>
                    <a:pt x="50" y="5"/>
                    <a:pt x="45" y="5"/>
                  </a:cubicBezTo>
                  <a:cubicBezTo>
                    <a:pt x="41" y="5"/>
                    <a:pt x="37" y="5"/>
                    <a:pt x="33"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86" name="Freeform 733">
              <a:extLst>
                <a:ext uri="{FF2B5EF4-FFF2-40B4-BE49-F238E27FC236}">
                  <a16:creationId xmlns:a16="http://schemas.microsoft.com/office/drawing/2014/main" id="{DB611179-6A60-D436-8BD1-EA63BA2C0BC2}"/>
                </a:ext>
              </a:extLst>
            </p:cNvPr>
            <p:cNvSpPr>
              <a:spLocks/>
            </p:cNvSpPr>
            <p:nvPr/>
          </p:nvSpPr>
          <p:spPr bwMode="auto">
            <a:xfrm>
              <a:off x="12263888" y="8781415"/>
              <a:ext cx="850321" cy="888769"/>
            </a:xfrm>
            <a:custGeom>
              <a:avLst/>
              <a:gdLst>
                <a:gd name="T0" fmla="*/ 89 w 91"/>
                <a:gd name="T1" fmla="*/ 10 h 95"/>
                <a:gd name="T2" fmla="*/ 83 w 91"/>
                <a:gd name="T3" fmla="*/ 4 h 95"/>
                <a:gd name="T4" fmla="*/ 77 w 91"/>
                <a:gd name="T5" fmla="*/ 6 h 95"/>
                <a:gd name="T6" fmla="*/ 72 w 91"/>
                <a:gd name="T7" fmla="*/ 1 h 95"/>
                <a:gd name="T8" fmla="*/ 65 w 91"/>
                <a:gd name="T9" fmla="*/ 1 h 95"/>
                <a:gd name="T10" fmla="*/ 57 w 91"/>
                <a:gd name="T11" fmla="*/ 2 h 95"/>
                <a:gd name="T12" fmla="*/ 48 w 91"/>
                <a:gd name="T13" fmla="*/ 6 h 95"/>
                <a:gd name="T14" fmla="*/ 35 w 91"/>
                <a:gd name="T15" fmla="*/ 2 h 95"/>
                <a:gd name="T16" fmla="*/ 30 w 91"/>
                <a:gd name="T17" fmla="*/ 12 h 95"/>
                <a:gd name="T18" fmla="*/ 19 w 91"/>
                <a:gd name="T19" fmla="*/ 35 h 95"/>
                <a:gd name="T20" fmla="*/ 17 w 91"/>
                <a:gd name="T21" fmla="*/ 48 h 95"/>
                <a:gd name="T22" fmla="*/ 10 w 91"/>
                <a:gd name="T23" fmla="*/ 49 h 95"/>
                <a:gd name="T24" fmla="*/ 2 w 91"/>
                <a:gd name="T25" fmla="*/ 55 h 95"/>
                <a:gd name="T26" fmla="*/ 1 w 91"/>
                <a:gd name="T27" fmla="*/ 59 h 95"/>
                <a:gd name="T28" fmla="*/ 18 w 91"/>
                <a:gd name="T29" fmla="*/ 57 h 95"/>
                <a:gd name="T30" fmla="*/ 26 w 91"/>
                <a:gd name="T31" fmla="*/ 68 h 95"/>
                <a:gd name="T32" fmla="*/ 35 w 91"/>
                <a:gd name="T33" fmla="*/ 63 h 95"/>
                <a:gd name="T34" fmla="*/ 41 w 91"/>
                <a:gd name="T35" fmla="*/ 64 h 95"/>
                <a:gd name="T36" fmla="*/ 46 w 91"/>
                <a:gd name="T37" fmla="*/ 70 h 95"/>
                <a:gd name="T38" fmla="*/ 47 w 91"/>
                <a:gd name="T39" fmla="*/ 78 h 95"/>
                <a:gd name="T40" fmla="*/ 53 w 91"/>
                <a:gd name="T41" fmla="*/ 82 h 95"/>
                <a:gd name="T42" fmla="*/ 60 w 91"/>
                <a:gd name="T43" fmla="*/ 84 h 95"/>
                <a:gd name="T44" fmla="*/ 66 w 91"/>
                <a:gd name="T45" fmla="*/ 87 h 95"/>
                <a:gd name="T46" fmla="*/ 76 w 91"/>
                <a:gd name="T47" fmla="*/ 90 h 95"/>
                <a:gd name="T48" fmla="*/ 84 w 91"/>
                <a:gd name="T49" fmla="*/ 94 h 95"/>
                <a:gd name="T50" fmla="*/ 77 w 91"/>
                <a:gd name="T51" fmla="*/ 85 h 95"/>
                <a:gd name="T52" fmla="*/ 78 w 91"/>
                <a:gd name="T53" fmla="*/ 73 h 95"/>
                <a:gd name="T54" fmla="*/ 80 w 91"/>
                <a:gd name="T55" fmla="*/ 70 h 95"/>
                <a:gd name="T56" fmla="*/ 84 w 91"/>
                <a:gd name="T57" fmla="*/ 63 h 95"/>
                <a:gd name="T58" fmla="*/ 81 w 91"/>
                <a:gd name="T59" fmla="*/ 55 h 95"/>
                <a:gd name="T60" fmla="*/ 81 w 91"/>
                <a:gd name="T61" fmla="*/ 45 h 95"/>
                <a:gd name="T62" fmla="*/ 83 w 91"/>
                <a:gd name="T63" fmla="*/ 28 h 95"/>
                <a:gd name="T64" fmla="*/ 90 w 91"/>
                <a:gd name="T65" fmla="*/ 18 h 95"/>
                <a:gd name="T66" fmla="*/ 90 w 91"/>
                <a:gd name="T67" fmla="*/ 1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95">
                  <a:moveTo>
                    <a:pt x="90" y="15"/>
                  </a:moveTo>
                  <a:cubicBezTo>
                    <a:pt x="89" y="14"/>
                    <a:pt x="89" y="12"/>
                    <a:pt x="89" y="10"/>
                  </a:cubicBezTo>
                  <a:cubicBezTo>
                    <a:pt x="89" y="9"/>
                    <a:pt x="87" y="8"/>
                    <a:pt x="86" y="7"/>
                  </a:cubicBezTo>
                  <a:cubicBezTo>
                    <a:pt x="86" y="6"/>
                    <a:pt x="84" y="4"/>
                    <a:pt x="83" y="4"/>
                  </a:cubicBezTo>
                  <a:cubicBezTo>
                    <a:pt x="82" y="4"/>
                    <a:pt x="82" y="6"/>
                    <a:pt x="80" y="5"/>
                  </a:cubicBezTo>
                  <a:cubicBezTo>
                    <a:pt x="78" y="4"/>
                    <a:pt x="79" y="5"/>
                    <a:pt x="77" y="6"/>
                  </a:cubicBezTo>
                  <a:cubicBezTo>
                    <a:pt x="77" y="6"/>
                    <a:pt x="75" y="5"/>
                    <a:pt x="75" y="4"/>
                  </a:cubicBezTo>
                  <a:cubicBezTo>
                    <a:pt x="74" y="3"/>
                    <a:pt x="73" y="2"/>
                    <a:pt x="72" y="1"/>
                  </a:cubicBezTo>
                  <a:cubicBezTo>
                    <a:pt x="71" y="0"/>
                    <a:pt x="70" y="2"/>
                    <a:pt x="69" y="2"/>
                  </a:cubicBezTo>
                  <a:cubicBezTo>
                    <a:pt x="68" y="3"/>
                    <a:pt x="66" y="2"/>
                    <a:pt x="65" y="1"/>
                  </a:cubicBezTo>
                  <a:cubicBezTo>
                    <a:pt x="63" y="0"/>
                    <a:pt x="63" y="1"/>
                    <a:pt x="61" y="2"/>
                  </a:cubicBezTo>
                  <a:cubicBezTo>
                    <a:pt x="60" y="3"/>
                    <a:pt x="58" y="2"/>
                    <a:pt x="57" y="2"/>
                  </a:cubicBezTo>
                  <a:cubicBezTo>
                    <a:pt x="56" y="3"/>
                    <a:pt x="53" y="3"/>
                    <a:pt x="52" y="3"/>
                  </a:cubicBezTo>
                  <a:cubicBezTo>
                    <a:pt x="49" y="1"/>
                    <a:pt x="51" y="6"/>
                    <a:pt x="48" y="6"/>
                  </a:cubicBezTo>
                  <a:cubicBezTo>
                    <a:pt x="46" y="7"/>
                    <a:pt x="42" y="6"/>
                    <a:pt x="40" y="5"/>
                  </a:cubicBezTo>
                  <a:cubicBezTo>
                    <a:pt x="38" y="4"/>
                    <a:pt x="37" y="2"/>
                    <a:pt x="35" y="2"/>
                  </a:cubicBezTo>
                  <a:cubicBezTo>
                    <a:pt x="34" y="1"/>
                    <a:pt x="32" y="3"/>
                    <a:pt x="31" y="4"/>
                  </a:cubicBezTo>
                  <a:cubicBezTo>
                    <a:pt x="29" y="6"/>
                    <a:pt x="31" y="9"/>
                    <a:pt x="30" y="12"/>
                  </a:cubicBezTo>
                  <a:cubicBezTo>
                    <a:pt x="27" y="17"/>
                    <a:pt x="27" y="23"/>
                    <a:pt x="24" y="27"/>
                  </a:cubicBezTo>
                  <a:cubicBezTo>
                    <a:pt x="22" y="30"/>
                    <a:pt x="21" y="32"/>
                    <a:pt x="19" y="35"/>
                  </a:cubicBezTo>
                  <a:cubicBezTo>
                    <a:pt x="18" y="37"/>
                    <a:pt x="18" y="39"/>
                    <a:pt x="18" y="41"/>
                  </a:cubicBezTo>
                  <a:cubicBezTo>
                    <a:pt x="18" y="44"/>
                    <a:pt x="19" y="46"/>
                    <a:pt x="17" y="48"/>
                  </a:cubicBezTo>
                  <a:cubicBezTo>
                    <a:pt x="16" y="48"/>
                    <a:pt x="11" y="51"/>
                    <a:pt x="11" y="51"/>
                  </a:cubicBezTo>
                  <a:cubicBezTo>
                    <a:pt x="10" y="51"/>
                    <a:pt x="12" y="48"/>
                    <a:pt x="10" y="49"/>
                  </a:cubicBezTo>
                  <a:cubicBezTo>
                    <a:pt x="7" y="51"/>
                    <a:pt x="7" y="53"/>
                    <a:pt x="5" y="50"/>
                  </a:cubicBezTo>
                  <a:cubicBezTo>
                    <a:pt x="4" y="51"/>
                    <a:pt x="2" y="53"/>
                    <a:pt x="2" y="55"/>
                  </a:cubicBezTo>
                  <a:cubicBezTo>
                    <a:pt x="2" y="55"/>
                    <a:pt x="2" y="56"/>
                    <a:pt x="1" y="56"/>
                  </a:cubicBezTo>
                  <a:cubicBezTo>
                    <a:pt x="0" y="57"/>
                    <a:pt x="1" y="58"/>
                    <a:pt x="1" y="59"/>
                  </a:cubicBezTo>
                  <a:cubicBezTo>
                    <a:pt x="5" y="56"/>
                    <a:pt x="8" y="57"/>
                    <a:pt x="13" y="57"/>
                  </a:cubicBezTo>
                  <a:cubicBezTo>
                    <a:pt x="15" y="57"/>
                    <a:pt x="16" y="57"/>
                    <a:pt x="18" y="57"/>
                  </a:cubicBezTo>
                  <a:cubicBezTo>
                    <a:pt x="20" y="57"/>
                    <a:pt x="21" y="60"/>
                    <a:pt x="22" y="62"/>
                  </a:cubicBezTo>
                  <a:cubicBezTo>
                    <a:pt x="23" y="64"/>
                    <a:pt x="24" y="67"/>
                    <a:pt x="26" y="68"/>
                  </a:cubicBezTo>
                  <a:cubicBezTo>
                    <a:pt x="27" y="69"/>
                    <a:pt x="31" y="68"/>
                    <a:pt x="33" y="67"/>
                  </a:cubicBezTo>
                  <a:cubicBezTo>
                    <a:pt x="34" y="67"/>
                    <a:pt x="34" y="64"/>
                    <a:pt x="35" y="63"/>
                  </a:cubicBezTo>
                  <a:cubicBezTo>
                    <a:pt x="35" y="61"/>
                    <a:pt x="38" y="62"/>
                    <a:pt x="39" y="62"/>
                  </a:cubicBezTo>
                  <a:cubicBezTo>
                    <a:pt x="39" y="64"/>
                    <a:pt x="39" y="64"/>
                    <a:pt x="41" y="64"/>
                  </a:cubicBezTo>
                  <a:cubicBezTo>
                    <a:pt x="42" y="64"/>
                    <a:pt x="45" y="63"/>
                    <a:pt x="45" y="65"/>
                  </a:cubicBezTo>
                  <a:cubicBezTo>
                    <a:pt x="45" y="67"/>
                    <a:pt x="46" y="68"/>
                    <a:pt x="46" y="70"/>
                  </a:cubicBezTo>
                  <a:cubicBezTo>
                    <a:pt x="46" y="71"/>
                    <a:pt x="46" y="72"/>
                    <a:pt x="45" y="74"/>
                  </a:cubicBezTo>
                  <a:cubicBezTo>
                    <a:pt x="45" y="75"/>
                    <a:pt x="46" y="77"/>
                    <a:pt x="47" y="78"/>
                  </a:cubicBezTo>
                  <a:cubicBezTo>
                    <a:pt x="48" y="79"/>
                    <a:pt x="47" y="81"/>
                    <a:pt x="47" y="82"/>
                  </a:cubicBezTo>
                  <a:cubicBezTo>
                    <a:pt x="47" y="85"/>
                    <a:pt x="52" y="82"/>
                    <a:pt x="53" y="82"/>
                  </a:cubicBezTo>
                  <a:cubicBezTo>
                    <a:pt x="55" y="82"/>
                    <a:pt x="56" y="82"/>
                    <a:pt x="57" y="83"/>
                  </a:cubicBezTo>
                  <a:cubicBezTo>
                    <a:pt x="59" y="85"/>
                    <a:pt x="58" y="84"/>
                    <a:pt x="60" y="84"/>
                  </a:cubicBezTo>
                  <a:cubicBezTo>
                    <a:pt x="62" y="84"/>
                    <a:pt x="62" y="85"/>
                    <a:pt x="63" y="86"/>
                  </a:cubicBezTo>
                  <a:cubicBezTo>
                    <a:pt x="64" y="86"/>
                    <a:pt x="65" y="87"/>
                    <a:pt x="66" y="87"/>
                  </a:cubicBezTo>
                  <a:cubicBezTo>
                    <a:pt x="69" y="88"/>
                    <a:pt x="70" y="88"/>
                    <a:pt x="71" y="85"/>
                  </a:cubicBezTo>
                  <a:cubicBezTo>
                    <a:pt x="72" y="88"/>
                    <a:pt x="73" y="89"/>
                    <a:pt x="76" y="90"/>
                  </a:cubicBezTo>
                  <a:cubicBezTo>
                    <a:pt x="78" y="91"/>
                    <a:pt x="78" y="94"/>
                    <a:pt x="80" y="95"/>
                  </a:cubicBezTo>
                  <a:cubicBezTo>
                    <a:pt x="80" y="95"/>
                    <a:pt x="84" y="94"/>
                    <a:pt x="84" y="94"/>
                  </a:cubicBezTo>
                  <a:cubicBezTo>
                    <a:pt x="84" y="92"/>
                    <a:pt x="85" y="88"/>
                    <a:pt x="83" y="89"/>
                  </a:cubicBezTo>
                  <a:cubicBezTo>
                    <a:pt x="80" y="90"/>
                    <a:pt x="78" y="88"/>
                    <a:pt x="77" y="85"/>
                  </a:cubicBezTo>
                  <a:cubicBezTo>
                    <a:pt x="77" y="83"/>
                    <a:pt x="79" y="80"/>
                    <a:pt x="78" y="77"/>
                  </a:cubicBezTo>
                  <a:cubicBezTo>
                    <a:pt x="78" y="76"/>
                    <a:pt x="77" y="74"/>
                    <a:pt x="78" y="73"/>
                  </a:cubicBezTo>
                  <a:cubicBezTo>
                    <a:pt x="78" y="73"/>
                    <a:pt x="78" y="72"/>
                    <a:pt x="79" y="72"/>
                  </a:cubicBezTo>
                  <a:cubicBezTo>
                    <a:pt x="80" y="72"/>
                    <a:pt x="79" y="70"/>
                    <a:pt x="80" y="70"/>
                  </a:cubicBezTo>
                  <a:cubicBezTo>
                    <a:pt x="81" y="68"/>
                    <a:pt x="86" y="68"/>
                    <a:pt x="87" y="68"/>
                  </a:cubicBezTo>
                  <a:cubicBezTo>
                    <a:pt x="85" y="67"/>
                    <a:pt x="86" y="64"/>
                    <a:pt x="84" y="63"/>
                  </a:cubicBezTo>
                  <a:cubicBezTo>
                    <a:pt x="83" y="62"/>
                    <a:pt x="82" y="61"/>
                    <a:pt x="82" y="60"/>
                  </a:cubicBezTo>
                  <a:cubicBezTo>
                    <a:pt x="82" y="58"/>
                    <a:pt x="82" y="56"/>
                    <a:pt x="81" y="55"/>
                  </a:cubicBezTo>
                  <a:cubicBezTo>
                    <a:pt x="81" y="53"/>
                    <a:pt x="80" y="52"/>
                    <a:pt x="80" y="50"/>
                  </a:cubicBezTo>
                  <a:cubicBezTo>
                    <a:pt x="80" y="49"/>
                    <a:pt x="80" y="44"/>
                    <a:pt x="81" y="45"/>
                  </a:cubicBezTo>
                  <a:cubicBezTo>
                    <a:pt x="80" y="41"/>
                    <a:pt x="80" y="39"/>
                    <a:pt x="82" y="35"/>
                  </a:cubicBezTo>
                  <a:cubicBezTo>
                    <a:pt x="83" y="32"/>
                    <a:pt x="83" y="31"/>
                    <a:pt x="83" y="28"/>
                  </a:cubicBezTo>
                  <a:cubicBezTo>
                    <a:pt x="83" y="25"/>
                    <a:pt x="85" y="23"/>
                    <a:pt x="87" y="21"/>
                  </a:cubicBezTo>
                  <a:cubicBezTo>
                    <a:pt x="88" y="20"/>
                    <a:pt x="89" y="19"/>
                    <a:pt x="90" y="18"/>
                  </a:cubicBezTo>
                  <a:cubicBezTo>
                    <a:pt x="91" y="17"/>
                    <a:pt x="91" y="17"/>
                    <a:pt x="90" y="15"/>
                  </a:cubicBezTo>
                  <a:cubicBezTo>
                    <a:pt x="89" y="15"/>
                    <a:pt x="91" y="16"/>
                    <a:pt x="90" y="1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87" name="Freeform 734">
              <a:extLst>
                <a:ext uri="{FF2B5EF4-FFF2-40B4-BE49-F238E27FC236}">
                  <a16:creationId xmlns:a16="http://schemas.microsoft.com/office/drawing/2014/main" id="{C3EC7242-D754-7628-E2B4-353385A443E7}"/>
                </a:ext>
              </a:extLst>
            </p:cNvPr>
            <p:cNvSpPr>
              <a:spLocks/>
            </p:cNvSpPr>
            <p:nvPr/>
          </p:nvSpPr>
          <p:spPr bwMode="auto">
            <a:xfrm>
              <a:off x="12254333" y="9307030"/>
              <a:ext cx="525479" cy="589329"/>
            </a:xfrm>
            <a:custGeom>
              <a:avLst/>
              <a:gdLst>
                <a:gd name="T0" fmla="*/ 51 w 56"/>
                <a:gd name="T1" fmla="*/ 27 h 63"/>
                <a:gd name="T2" fmla="*/ 48 w 56"/>
                <a:gd name="T3" fmla="*/ 26 h 63"/>
                <a:gd name="T4" fmla="*/ 47 w 56"/>
                <a:gd name="T5" fmla="*/ 21 h 63"/>
                <a:gd name="T6" fmla="*/ 46 w 56"/>
                <a:gd name="T7" fmla="*/ 12 h 63"/>
                <a:gd name="T8" fmla="*/ 46 w 56"/>
                <a:gd name="T9" fmla="*/ 8 h 63"/>
                <a:gd name="T10" fmla="*/ 43 w 56"/>
                <a:gd name="T11" fmla="*/ 8 h 63"/>
                <a:gd name="T12" fmla="*/ 40 w 56"/>
                <a:gd name="T13" fmla="*/ 6 h 63"/>
                <a:gd name="T14" fmla="*/ 35 w 56"/>
                <a:gd name="T15" fmla="*/ 8 h 63"/>
                <a:gd name="T16" fmla="*/ 34 w 56"/>
                <a:gd name="T17" fmla="*/ 11 h 63"/>
                <a:gd name="T18" fmla="*/ 29 w 56"/>
                <a:gd name="T19" fmla="*/ 12 h 63"/>
                <a:gd name="T20" fmla="*/ 18 w 56"/>
                <a:gd name="T21" fmla="*/ 1 h 63"/>
                <a:gd name="T22" fmla="*/ 3 w 56"/>
                <a:gd name="T23" fmla="*/ 2 h 63"/>
                <a:gd name="T24" fmla="*/ 6 w 56"/>
                <a:gd name="T25" fmla="*/ 12 h 63"/>
                <a:gd name="T26" fmla="*/ 6 w 56"/>
                <a:gd name="T27" fmla="*/ 16 h 63"/>
                <a:gd name="T28" fmla="*/ 6 w 56"/>
                <a:gd name="T29" fmla="*/ 20 h 63"/>
                <a:gd name="T30" fmla="*/ 8 w 56"/>
                <a:gd name="T31" fmla="*/ 33 h 63"/>
                <a:gd name="T32" fmla="*/ 3 w 56"/>
                <a:gd name="T33" fmla="*/ 41 h 63"/>
                <a:gd name="T34" fmla="*/ 0 w 56"/>
                <a:gd name="T35" fmla="*/ 50 h 63"/>
                <a:gd name="T36" fmla="*/ 0 w 56"/>
                <a:gd name="T37" fmla="*/ 55 h 63"/>
                <a:gd name="T38" fmla="*/ 0 w 56"/>
                <a:gd name="T39" fmla="*/ 59 h 63"/>
                <a:gd name="T40" fmla="*/ 3 w 56"/>
                <a:gd name="T41" fmla="*/ 59 h 63"/>
                <a:gd name="T42" fmla="*/ 8 w 56"/>
                <a:gd name="T43" fmla="*/ 58 h 63"/>
                <a:gd name="T44" fmla="*/ 9 w 56"/>
                <a:gd name="T45" fmla="*/ 59 h 63"/>
                <a:gd name="T46" fmla="*/ 16 w 56"/>
                <a:gd name="T47" fmla="*/ 59 h 63"/>
                <a:gd name="T48" fmla="*/ 25 w 56"/>
                <a:gd name="T49" fmla="*/ 59 h 63"/>
                <a:gd name="T50" fmla="*/ 30 w 56"/>
                <a:gd name="T51" fmla="*/ 59 h 63"/>
                <a:gd name="T52" fmla="*/ 39 w 56"/>
                <a:gd name="T53" fmla="*/ 62 h 63"/>
                <a:gd name="T54" fmla="*/ 53 w 56"/>
                <a:gd name="T55" fmla="*/ 60 h 63"/>
                <a:gd name="T56" fmla="*/ 46 w 56"/>
                <a:gd name="T57" fmla="*/ 51 h 63"/>
                <a:gd name="T58" fmla="*/ 46 w 56"/>
                <a:gd name="T59" fmla="*/ 37 h 63"/>
                <a:gd name="T60" fmla="*/ 56 w 56"/>
                <a:gd name="T61" fmla="*/ 35 h 63"/>
                <a:gd name="T62" fmla="*/ 56 w 56"/>
                <a:gd name="T63" fmla="*/ 27 h 63"/>
                <a:gd name="T64" fmla="*/ 51 w 56"/>
                <a:gd name="T6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3">
                  <a:moveTo>
                    <a:pt x="51" y="27"/>
                  </a:moveTo>
                  <a:cubicBezTo>
                    <a:pt x="49" y="27"/>
                    <a:pt x="48" y="28"/>
                    <a:pt x="48" y="26"/>
                  </a:cubicBezTo>
                  <a:cubicBezTo>
                    <a:pt x="48" y="24"/>
                    <a:pt x="48" y="23"/>
                    <a:pt x="47" y="21"/>
                  </a:cubicBezTo>
                  <a:cubicBezTo>
                    <a:pt x="45" y="18"/>
                    <a:pt x="48" y="15"/>
                    <a:pt x="46" y="12"/>
                  </a:cubicBezTo>
                  <a:cubicBezTo>
                    <a:pt x="46" y="11"/>
                    <a:pt x="46" y="8"/>
                    <a:pt x="46" y="8"/>
                  </a:cubicBezTo>
                  <a:cubicBezTo>
                    <a:pt x="46" y="8"/>
                    <a:pt x="43" y="8"/>
                    <a:pt x="43" y="8"/>
                  </a:cubicBezTo>
                  <a:cubicBezTo>
                    <a:pt x="40" y="8"/>
                    <a:pt x="40" y="9"/>
                    <a:pt x="40" y="6"/>
                  </a:cubicBezTo>
                  <a:cubicBezTo>
                    <a:pt x="37" y="6"/>
                    <a:pt x="36" y="5"/>
                    <a:pt x="35" y="8"/>
                  </a:cubicBezTo>
                  <a:cubicBezTo>
                    <a:pt x="35" y="8"/>
                    <a:pt x="35" y="11"/>
                    <a:pt x="34" y="11"/>
                  </a:cubicBezTo>
                  <a:cubicBezTo>
                    <a:pt x="33" y="12"/>
                    <a:pt x="31" y="12"/>
                    <a:pt x="29" y="12"/>
                  </a:cubicBezTo>
                  <a:cubicBezTo>
                    <a:pt x="22" y="13"/>
                    <a:pt x="24" y="1"/>
                    <a:pt x="18" y="1"/>
                  </a:cubicBezTo>
                  <a:cubicBezTo>
                    <a:pt x="13" y="1"/>
                    <a:pt x="7" y="0"/>
                    <a:pt x="3" y="2"/>
                  </a:cubicBezTo>
                  <a:cubicBezTo>
                    <a:pt x="1" y="4"/>
                    <a:pt x="6" y="10"/>
                    <a:pt x="6" y="12"/>
                  </a:cubicBezTo>
                  <a:cubicBezTo>
                    <a:pt x="7" y="13"/>
                    <a:pt x="7" y="15"/>
                    <a:pt x="6" y="16"/>
                  </a:cubicBezTo>
                  <a:cubicBezTo>
                    <a:pt x="4" y="17"/>
                    <a:pt x="6" y="19"/>
                    <a:pt x="6" y="20"/>
                  </a:cubicBezTo>
                  <a:cubicBezTo>
                    <a:pt x="9" y="24"/>
                    <a:pt x="11" y="29"/>
                    <a:pt x="8" y="33"/>
                  </a:cubicBezTo>
                  <a:cubicBezTo>
                    <a:pt x="6" y="36"/>
                    <a:pt x="4" y="38"/>
                    <a:pt x="3" y="41"/>
                  </a:cubicBezTo>
                  <a:cubicBezTo>
                    <a:pt x="2" y="44"/>
                    <a:pt x="1" y="47"/>
                    <a:pt x="0" y="50"/>
                  </a:cubicBezTo>
                  <a:cubicBezTo>
                    <a:pt x="0" y="52"/>
                    <a:pt x="0" y="54"/>
                    <a:pt x="0" y="55"/>
                  </a:cubicBezTo>
                  <a:cubicBezTo>
                    <a:pt x="0" y="56"/>
                    <a:pt x="0" y="58"/>
                    <a:pt x="0" y="59"/>
                  </a:cubicBezTo>
                  <a:cubicBezTo>
                    <a:pt x="1" y="59"/>
                    <a:pt x="2" y="59"/>
                    <a:pt x="3" y="59"/>
                  </a:cubicBezTo>
                  <a:cubicBezTo>
                    <a:pt x="5" y="59"/>
                    <a:pt x="5" y="56"/>
                    <a:pt x="8" y="58"/>
                  </a:cubicBezTo>
                  <a:cubicBezTo>
                    <a:pt x="8" y="58"/>
                    <a:pt x="9" y="59"/>
                    <a:pt x="9" y="59"/>
                  </a:cubicBezTo>
                  <a:cubicBezTo>
                    <a:pt x="12" y="59"/>
                    <a:pt x="14" y="59"/>
                    <a:pt x="16" y="59"/>
                  </a:cubicBezTo>
                  <a:cubicBezTo>
                    <a:pt x="19" y="59"/>
                    <a:pt x="22" y="59"/>
                    <a:pt x="25" y="59"/>
                  </a:cubicBezTo>
                  <a:cubicBezTo>
                    <a:pt x="26" y="59"/>
                    <a:pt x="29" y="59"/>
                    <a:pt x="30" y="59"/>
                  </a:cubicBezTo>
                  <a:cubicBezTo>
                    <a:pt x="32" y="63"/>
                    <a:pt x="36" y="62"/>
                    <a:pt x="39" y="62"/>
                  </a:cubicBezTo>
                  <a:cubicBezTo>
                    <a:pt x="44" y="62"/>
                    <a:pt x="48" y="61"/>
                    <a:pt x="53" y="60"/>
                  </a:cubicBezTo>
                  <a:cubicBezTo>
                    <a:pt x="50" y="57"/>
                    <a:pt x="46" y="55"/>
                    <a:pt x="46" y="51"/>
                  </a:cubicBezTo>
                  <a:cubicBezTo>
                    <a:pt x="46" y="46"/>
                    <a:pt x="46" y="41"/>
                    <a:pt x="46" y="37"/>
                  </a:cubicBezTo>
                  <a:cubicBezTo>
                    <a:pt x="46" y="36"/>
                    <a:pt x="56" y="38"/>
                    <a:pt x="56" y="35"/>
                  </a:cubicBezTo>
                  <a:cubicBezTo>
                    <a:pt x="56" y="33"/>
                    <a:pt x="56" y="30"/>
                    <a:pt x="56" y="27"/>
                  </a:cubicBezTo>
                  <a:cubicBezTo>
                    <a:pt x="56" y="24"/>
                    <a:pt x="53" y="27"/>
                    <a:pt x="51" y="2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88" name="Freeform 735">
              <a:extLst>
                <a:ext uri="{FF2B5EF4-FFF2-40B4-BE49-F238E27FC236}">
                  <a16:creationId xmlns:a16="http://schemas.microsoft.com/office/drawing/2014/main" id="{B6929426-FB70-998B-556B-4950BCA08698}"/>
                </a:ext>
              </a:extLst>
            </p:cNvPr>
            <p:cNvSpPr>
              <a:spLocks/>
            </p:cNvSpPr>
            <p:nvPr/>
          </p:nvSpPr>
          <p:spPr bwMode="auto">
            <a:xfrm>
              <a:off x="12591915" y="9867685"/>
              <a:ext cx="429938" cy="449163"/>
            </a:xfrm>
            <a:custGeom>
              <a:avLst/>
              <a:gdLst>
                <a:gd name="T0" fmla="*/ 25 w 46"/>
                <a:gd name="T1" fmla="*/ 2 h 48"/>
                <a:gd name="T2" fmla="*/ 21 w 46"/>
                <a:gd name="T3" fmla="*/ 3 h 48"/>
                <a:gd name="T4" fmla="*/ 18 w 46"/>
                <a:gd name="T5" fmla="*/ 4 h 48"/>
                <a:gd name="T6" fmla="*/ 6 w 46"/>
                <a:gd name="T7" fmla="*/ 4 h 48"/>
                <a:gd name="T8" fmla="*/ 6 w 46"/>
                <a:gd name="T9" fmla="*/ 18 h 48"/>
                <a:gd name="T10" fmla="*/ 6 w 46"/>
                <a:gd name="T11" fmla="*/ 23 h 48"/>
                <a:gd name="T12" fmla="*/ 1 w 46"/>
                <a:gd name="T13" fmla="*/ 24 h 48"/>
                <a:gd name="T14" fmla="*/ 1 w 46"/>
                <a:gd name="T15" fmla="*/ 31 h 48"/>
                <a:gd name="T16" fmla="*/ 1 w 46"/>
                <a:gd name="T17" fmla="*/ 38 h 48"/>
                <a:gd name="T18" fmla="*/ 4 w 46"/>
                <a:gd name="T19" fmla="*/ 47 h 48"/>
                <a:gd name="T20" fmla="*/ 8 w 46"/>
                <a:gd name="T21" fmla="*/ 48 h 48"/>
                <a:gd name="T22" fmla="*/ 13 w 46"/>
                <a:gd name="T23" fmla="*/ 44 h 48"/>
                <a:gd name="T24" fmla="*/ 19 w 46"/>
                <a:gd name="T25" fmla="*/ 41 h 48"/>
                <a:gd name="T26" fmla="*/ 29 w 46"/>
                <a:gd name="T27" fmla="*/ 39 h 48"/>
                <a:gd name="T28" fmla="*/ 31 w 46"/>
                <a:gd name="T29" fmla="*/ 37 h 48"/>
                <a:gd name="T30" fmla="*/ 34 w 46"/>
                <a:gd name="T31" fmla="*/ 34 h 48"/>
                <a:gd name="T32" fmla="*/ 43 w 46"/>
                <a:gd name="T33" fmla="*/ 26 h 48"/>
                <a:gd name="T34" fmla="*/ 44 w 46"/>
                <a:gd name="T35" fmla="*/ 22 h 48"/>
                <a:gd name="T36" fmla="*/ 40 w 46"/>
                <a:gd name="T37" fmla="*/ 21 h 48"/>
                <a:gd name="T38" fmla="*/ 38 w 46"/>
                <a:gd name="T39" fmla="*/ 17 h 48"/>
                <a:gd name="T40" fmla="*/ 39 w 46"/>
                <a:gd name="T41" fmla="*/ 15 h 48"/>
                <a:gd name="T42" fmla="*/ 36 w 46"/>
                <a:gd name="T43" fmla="*/ 14 h 48"/>
                <a:gd name="T44" fmla="*/ 36 w 46"/>
                <a:gd name="T45" fmla="*/ 13 h 48"/>
                <a:gd name="T46" fmla="*/ 34 w 46"/>
                <a:gd name="T47" fmla="*/ 12 h 48"/>
                <a:gd name="T48" fmla="*/ 30 w 46"/>
                <a:gd name="T49" fmla="*/ 7 h 48"/>
                <a:gd name="T50" fmla="*/ 25 w 46"/>
                <a:gd name="T51" fmla="*/ 2 h 48"/>
                <a:gd name="T52" fmla="*/ 25 w 46"/>
                <a:gd name="T53"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48">
                  <a:moveTo>
                    <a:pt x="25" y="2"/>
                  </a:moveTo>
                  <a:cubicBezTo>
                    <a:pt x="24" y="3"/>
                    <a:pt x="22" y="3"/>
                    <a:pt x="21" y="3"/>
                  </a:cubicBezTo>
                  <a:cubicBezTo>
                    <a:pt x="19" y="3"/>
                    <a:pt x="20" y="6"/>
                    <a:pt x="18" y="4"/>
                  </a:cubicBezTo>
                  <a:cubicBezTo>
                    <a:pt x="15" y="0"/>
                    <a:pt x="10" y="5"/>
                    <a:pt x="6" y="4"/>
                  </a:cubicBezTo>
                  <a:cubicBezTo>
                    <a:pt x="6" y="9"/>
                    <a:pt x="6" y="14"/>
                    <a:pt x="6" y="18"/>
                  </a:cubicBezTo>
                  <a:cubicBezTo>
                    <a:pt x="6" y="19"/>
                    <a:pt x="7" y="23"/>
                    <a:pt x="6" y="23"/>
                  </a:cubicBezTo>
                  <a:cubicBezTo>
                    <a:pt x="5" y="24"/>
                    <a:pt x="1" y="22"/>
                    <a:pt x="1" y="24"/>
                  </a:cubicBezTo>
                  <a:cubicBezTo>
                    <a:pt x="1" y="26"/>
                    <a:pt x="1" y="29"/>
                    <a:pt x="1" y="31"/>
                  </a:cubicBezTo>
                  <a:cubicBezTo>
                    <a:pt x="1" y="33"/>
                    <a:pt x="0" y="36"/>
                    <a:pt x="1" y="38"/>
                  </a:cubicBezTo>
                  <a:cubicBezTo>
                    <a:pt x="5" y="39"/>
                    <a:pt x="6" y="44"/>
                    <a:pt x="4" y="47"/>
                  </a:cubicBezTo>
                  <a:cubicBezTo>
                    <a:pt x="4" y="48"/>
                    <a:pt x="8" y="48"/>
                    <a:pt x="8" y="48"/>
                  </a:cubicBezTo>
                  <a:cubicBezTo>
                    <a:pt x="10" y="48"/>
                    <a:pt x="11" y="46"/>
                    <a:pt x="13" y="44"/>
                  </a:cubicBezTo>
                  <a:cubicBezTo>
                    <a:pt x="15" y="42"/>
                    <a:pt x="15" y="39"/>
                    <a:pt x="19" y="41"/>
                  </a:cubicBezTo>
                  <a:cubicBezTo>
                    <a:pt x="23" y="43"/>
                    <a:pt x="27" y="44"/>
                    <a:pt x="29" y="39"/>
                  </a:cubicBezTo>
                  <a:cubicBezTo>
                    <a:pt x="29" y="38"/>
                    <a:pt x="29" y="37"/>
                    <a:pt x="31" y="37"/>
                  </a:cubicBezTo>
                  <a:cubicBezTo>
                    <a:pt x="33" y="37"/>
                    <a:pt x="34" y="35"/>
                    <a:pt x="34" y="34"/>
                  </a:cubicBezTo>
                  <a:cubicBezTo>
                    <a:pt x="36" y="31"/>
                    <a:pt x="40" y="28"/>
                    <a:pt x="43" y="26"/>
                  </a:cubicBezTo>
                  <a:cubicBezTo>
                    <a:pt x="45" y="25"/>
                    <a:pt x="46" y="24"/>
                    <a:pt x="44" y="22"/>
                  </a:cubicBezTo>
                  <a:cubicBezTo>
                    <a:pt x="43" y="21"/>
                    <a:pt x="40" y="22"/>
                    <a:pt x="40" y="21"/>
                  </a:cubicBezTo>
                  <a:cubicBezTo>
                    <a:pt x="39" y="20"/>
                    <a:pt x="38" y="19"/>
                    <a:pt x="38" y="17"/>
                  </a:cubicBezTo>
                  <a:cubicBezTo>
                    <a:pt x="38" y="17"/>
                    <a:pt x="39" y="16"/>
                    <a:pt x="39" y="15"/>
                  </a:cubicBezTo>
                  <a:cubicBezTo>
                    <a:pt x="38" y="15"/>
                    <a:pt x="37" y="15"/>
                    <a:pt x="36" y="14"/>
                  </a:cubicBezTo>
                  <a:cubicBezTo>
                    <a:pt x="36" y="14"/>
                    <a:pt x="37" y="13"/>
                    <a:pt x="36" y="13"/>
                  </a:cubicBezTo>
                  <a:cubicBezTo>
                    <a:pt x="35" y="13"/>
                    <a:pt x="35" y="12"/>
                    <a:pt x="34" y="12"/>
                  </a:cubicBezTo>
                  <a:cubicBezTo>
                    <a:pt x="32" y="11"/>
                    <a:pt x="31" y="10"/>
                    <a:pt x="30" y="7"/>
                  </a:cubicBezTo>
                  <a:cubicBezTo>
                    <a:pt x="30" y="6"/>
                    <a:pt x="27" y="2"/>
                    <a:pt x="25" y="2"/>
                  </a:cubicBezTo>
                  <a:cubicBezTo>
                    <a:pt x="25" y="2"/>
                    <a:pt x="26" y="2"/>
                    <a:pt x="25"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89" name="Freeform 736">
              <a:extLst>
                <a:ext uri="{FF2B5EF4-FFF2-40B4-BE49-F238E27FC236}">
                  <a16:creationId xmlns:a16="http://schemas.microsoft.com/office/drawing/2014/main" id="{621D529A-A905-84CD-E447-110CC0E8E0EB}"/>
                </a:ext>
              </a:extLst>
            </p:cNvPr>
            <p:cNvSpPr>
              <a:spLocks/>
            </p:cNvSpPr>
            <p:nvPr/>
          </p:nvSpPr>
          <p:spPr bwMode="auto">
            <a:xfrm>
              <a:off x="12824398" y="9775302"/>
              <a:ext cx="366243" cy="324926"/>
            </a:xfrm>
            <a:custGeom>
              <a:avLst/>
              <a:gdLst>
                <a:gd name="T0" fmla="*/ 39 w 39"/>
                <a:gd name="T1" fmla="*/ 22 h 35"/>
                <a:gd name="T2" fmla="*/ 38 w 39"/>
                <a:gd name="T3" fmla="*/ 18 h 35"/>
                <a:gd name="T4" fmla="*/ 39 w 39"/>
                <a:gd name="T5" fmla="*/ 14 h 35"/>
                <a:gd name="T6" fmla="*/ 38 w 39"/>
                <a:gd name="T7" fmla="*/ 7 h 35"/>
                <a:gd name="T8" fmla="*/ 27 w 39"/>
                <a:gd name="T9" fmla="*/ 2 h 35"/>
                <a:gd name="T10" fmla="*/ 24 w 39"/>
                <a:gd name="T11" fmla="*/ 0 h 35"/>
                <a:gd name="T12" fmla="*/ 19 w 39"/>
                <a:gd name="T13" fmla="*/ 3 h 35"/>
                <a:gd name="T14" fmla="*/ 13 w 39"/>
                <a:gd name="T15" fmla="*/ 7 h 35"/>
                <a:gd name="T16" fmla="*/ 9 w 39"/>
                <a:gd name="T17" fmla="*/ 12 h 35"/>
                <a:gd name="T18" fmla="*/ 2 w 39"/>
                <a:gd name="T19" fmla="*/ 12 h 35"/>
                <a:gd name="T20" fmla="*/ 5 w 39"/>
                <a:gd name="T21" fmla="*/ 16 h 35"/>
                <a:gd name="T22" fmla="*/ 8 w 39"/>
                <a:gd name="T23" fmla="*/ 21 h 35"/>
                <a:gd name="T24" fmla="*/ 11 w 39"/>
                <a:gd name="T25" fmla="*/ 23 h 35"/>
                <a:gd name="T26" fmla="*/ 11 w 39"/>
                <a:gd name="T27" fmla="*/ 24 h 35"/>
                <a:gd name="T28" fmla="*/ 14 w 39"/>
                <a:gd name="T29" fmla="*/ 25 h 35"/>
                <a:gd name="T30" fmla="*/ 13 w 39"/>
                <a:gd name="T31" fmla="*/ 28 h 35"/>
                <a:gd name="T32" fmla="*/ 15 w 39"/>
                <a:gd name="T33" fmla="*/ 31 h 35"/>
                <a:gd name="T34" fmla="*/ 20 w 39"/>
                <a:gd name="T35" fmla="*/ 34 h 35"/>
                <a:gd name="T36" fmla="*/ 25 w 39"/>
                <a:gd name="T37" fmla="*/ 35 h 35"/>
                <a:gd name="T38" fmla="*/ 27 w 39"/>
                <a:gd name="T39" fmla="*/ 35 h 35"/>
                <a:gd name="T40" fmla="*/ 34 w 39"/>
                <a:gd name="T41" fmla="*/ 31 h 35"/>
                <a:gd name="T42" fmla="*/ 36 w 39"/>
                <a:gd name="T43" fmla="*/ 27 h 35"/>
                <a:gd name="T44" fmla="*/ 39 w 39"/>
                <a:gd name="T45"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 h="35">
                  <a:moveTo>
                    <a:pt x="39" y="22"/>
                  </a:moveTo>
                  <a:cubicBezTo>
                    <a:pt x="39" y="21"/>
                    <a:pt x="38" y="19"/>
                    <a:pt x="38" y="18"/>
                  </a:cubicBezTo>
                  <a:cubicBezTo>
                    <a:pt x="38" y="16"/>
                    <a:pt x="39" y="15"/>
                    <a:pt x="39" y="14"/>
                  </a:cubicBezTo>
                  <a:cubicBezTo>
                    <a:pt x="39" y="11"/>
                    <a:pt x="39" y="9"/>
                    <a:pt x="38" y="7"/>
                  </a:cubicBezTo>
                  <a:cubicBezTo>
                    <a:pt x="38" y="4"/>
                    <a:pt x="29" y="2"/>
                    <a:pt x="27" y="2"/>
                  </a:cubicBezTo>
                  <a:cubicBezTo>
                    <a:pt x="27" y="0"/>
                    <a:pt x="27" y="0"/>
                    <a:pt x="24" y="0"/>
                  </a:cubicBezTo>
                  <a:cubicBezTo>
                    <a:pt x="21" y="0"/>
                    <a:pt x="21" y="1"/>
                    <a:pt x="19" y="3"/>
                  </a:cubicBezTo>
                  <a:cubicBezTo>
                    <a:pt x="18" y="5"/>
                    <a:pt x="15" y="6"/>
                    <a:pt x="13" y="7"/>
                  </a:cubicBezTo>
                  <a:cubicBezTo>
                    <a:pt x="12" y="9"/>
                    <a:pt x="11" y="12"/>
                    <a:pt x="9" y="12"/>
                  </a:cubicBezTo>
                  <a:cubicBezTo>
                    <a:pt x="7" y="12"/>
                    <a:pt x="5" y="11"/>
                    <a:pt x="2" y="12"/>
                  </a:cubicBezTo>
                  <a:cubicBezTo>
                    <a:pt x="0" y="13"/>
                    <a:pt x="4" y="15"/>
                    <a:pt x="5" y="16"/>
                  </a:cubicBezTo>
                  <a:cubicBezTo>
                    <a:pt x="6" y="18"/>
                    <a:pt x="6" y="20"/>
                    <a:pt x="8" y="21"/>
                  </a:cubicBezTo>
                  <a:cubicBezTo>
                    <a:pt x="9" y="22"/>
                    <a:pt x="10" y="23"/>
                    <a:pt x="11" y="23"/>
                  </a:cubicBezTo>
                  <a:cubicBezTo>
                    <a:pt x="12" y="23"/>
                    <a:pt x="11" y="24"/>
                    <a:pt x="11" y="24"/>
                  </a:cubicBezTo>
                  <a:cubicBezTo>
                    <a:pt x="12" y="24"/>
                    <a:pt x="13" y="25"/>
                    <a:pt x="14" y="25"/>
                  </a:cubicBezTo>
                  <a:cubicBezTo>
                    <a:pt x="14" y="26"/>
                    <a:pt x="13" y="27"/>
                    <a:pt x="13" y="28"/>
                  </a:cubicBezTo>
                  <a:cubicBezTo>
                    <a:pt x="13" y="29"/>
                    <a:pt x="14" y="31"/>
                    <a:pt x="15" y="31"/>
                  </a:cubicBezTo>
                  <a:cubicBezTo>
                    <a:pt x="18" y="31"/>
                    <a:pt x="19" y="31"/>
                    <a:pt x="20" y="34"/>
                  </a:cubicBezTo>
                  <a:cubicBezTo>
                    <a:pt x="21" y="35"/>
                    <a:pt x="23" y="34"/>
                    <a:pt x="25" y="35"/>
                  </a:cubicBezTo>
                  <a:cubicBezTo>
                    <a:pt x="26" y="35"/>
                    <a:pt x="26" y="35"/>
                    <a:pt x="27" y="35"/>
                  </a:cubicBezTo>
                  <a:cubicBezTo>
                    <a:pt x="31" y="35"/>
                    <a:pt x="32" y="34"/>
                    <a:pt x="34" y="31"/>
                  </a:cubicBezTo>
                  <a:cubicBezTo>
                    <a:pt x="35" y="30"/>
                    <a:pt x="36" y="28"/>
                    <a:pt x="36" y="27"/>
                  </a:cubicBezTo>
                  <a:cubicBezTo>
                    <a:pt x="37" y="25"/>
                    <a:pt x="39" y="24"/>
                    <a:pt x="39" y="2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90" name="Freeform 737">
              <a:extLst>
                <a:ext uri="{FF2B5EF4-FFF2-40B4-BE49-F238E27FC236}">
                  <a16:creationId xmlns:a16="http://schemas.microsoft.com/office/drawing/2014/main" id="{FD70B867-E726-2681-6FF5-D3A665CE71D0}"/>
                </a:ext>
              </a:extLst>
            </p:cNvPr>
            <p:cNvSpPr>
              <a:spLocks/>
            </p:cNvSpPr>
            <p:nvPr/>
          </p:nvSpPr>
          <p:spPr bwMode="auto">
            <a:xfrm>
              <a:off x="13069621" y="10259505"/>
              <a:ext cx="92356" cy="105124"/>
            </a:xfrm>
            <a:custGeom>
              <a:avLst/>
              <a:gdLst>
                <a:gd name="T0" fmla="*/ 5 w 10"/>
                <a:gd name="T1" fmla="*/ 1 h 11"/>
                <a:gd name="T2" fmla="*/ 7 w 10"/>
                <a:gd name="T3" fmla="*/ 9 h 11"/>
                <a:gd name="T4" fmla="*/ 5 w 10"/>
                <a:gd name="T5" fmla="*/ 1 h 11"/>
                <a:gd name="T6" fmla="*/ 5 w 10"/>
                <a:gd name="T7" fmla="*/ 1 h 11"/>
              </a:gdLst>
              <a:ahLst/>
              <a:cxnLst>
                <a:cxn ang="0">
                  <a:pos x="T0" y="T1"/>
                </a:cxn>
                <a:cxn ang="0">
                  <a:pos x="T2" y="T3"/>
                </a:cxn>
                <a:cxn ang="0">
                  <a:pos x="T4" y="T5"/>
                </a:cxn>
                <a:cxn ang="0">
                  <a:pos x="T6" y="T7"/>
                </a:cxn>
              </a:cxnLst>
              <a:rect l="0" t="0" r="r" b="b"/>
              <a:pathLst>
                <a:path w="10" h="11">
                  <a:moveTo>
                    <a:pt x="5" y="1"/>
                  </a:moveTo>
                  <a:cubicBezTo>
                    <a:pt x="0" y="2"/>
                    <a:pt x="3" y="11"/>
                    <a:pt x="7" y="9"/>
                  </a:cubicBezTo>
                  <a:cubicBezTo>
                    <a:pt x="10" y="8"/>
                    <a:pt x="9" y="0"/>
                    <a:pt x="5" y="1"/>
                  </a:cubicBezTo>
                  <a:cubicBezTo>
                    <a:pt x="3" y="1"/>
                    <a:pt x="6" y="1"/>
                    <a:pt x="5"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91" name="Freeform 738">
              <a:extLst>
                <a:ext uri="{FF2B5EF4-FFF2-40B4-BE49-F238E27FC236}">
                  <a16:creationId xmlns:a16="http://schemas.microsoft.com/office/drawing/2014/main" id="{5A20DE6F-03F9-E9E6-66DA-95BD1F05539D}"/>
                </a:ext>
              </a:extLst>
            </p:cNvPr>
            <p:cNvSpPr>
              <a:spLocks noEditPoints="1"/>
            </p:cNvSpPr>
            <p:nvPr/>
          </p:nvSpPr>
          <p:spPr bwMode="auto">
            <a:xfrm>
              <a:off x="12442232" y="10090673"/>
              <a:ext cx="738853" cy="646665"/>
            </a:xfrm>
            <a:custGeom>
              <a:avLst/>
              <a:gdLst>
                <a:gd name="T0" fmla="*/ 74 w 79"/>
                <a:gd name="T1" fmla="*/ 27 h 69"/>
                <a:gd name="T2" fmla="*/ 69 w 79"/>
                <a:gd name="T3" fmla="*/ 22 h 69"/>
                <a:gd name="T4" fmla="*/ 72 w 79"/>
                <a:gd name="T5" fmla="*/ 19 h 69"/>
                <a:gd name="T6" fmla="*/ 75 w 79"/>
                <a:gd name="T7" fmla="*/ 20 h 69"/>
                <a:gd name="T8" fmla="*/ 75 w 79"/>
                <a:gd name="T9" fmla="*/ 11 h 69"/>
                <a:gd name="T10" fmla="*/ 73 w 79"/>
                <a:gd name="T11" fmla="*/ 7 h 69"/>
                <a:gd name="T12" fmla="*/ 72 w 79"/>
                <a:gd name="T13" fmla="*/ 1 h 69"/>
                <a:gd name="T14" fmla="*/ 66 w 79"/>
                <a:gd name="T15" fmla="*/ 1 h 69"/>
                <a:gd name="T16" fmla="*/ 60 w 79"/>
                <a:gd name="T17" fmla="*/ 2 h 69"/>
                <a:gd name="T18" fmla="*/ 55 w 79"/>
                <a:gd name="T19" fmla="*/ 5 h 69"/>
                <a:gd name="T20" fmla="*/ 51 w 79"/>
                <a:gd name="T21" fmla="*/ 8 h 69"/>
                <a:gd name="T22" fmla="*/ 49 w 79"/>
                <a:gd name="T23" fmla="*/ 12 h 69"/>
                <a:gd name="T24" fmla="*/ 45 w 79"/>
                <a:gd name="T25" fmla="*/ 14 h 69"/>
                <a:gd name="T26" fmla="*/ 44 w 79"/>
                <a:gd name="T27" fmla="*/ 17 h 69"/>
                <a:gd name="T28" fmla="*/ 34 w 79"/>
                <a:gd name="T29" fmla="*/ 17 h 69"/>
                <a:gd name="T30" fmla="*/ 28 w 79"/>
                <a:gd name="T31" fmla="*/ 21 h 69"/>
                <a:gd name="T32" fmla="*/ 24 w 79"/>
                <a:gd name="T33" fmla="*/ 24 h 69"/>
                <a:gd name="T34" fmla="*/ 20 w 79"/>
                <a:gd name="T35" fmla="*/ 23 h 69"/>
                <a:gd name="T36" fmla="*/ 17 w 79"/>
                <a:gd name="T37" fmla="*/ 14 h 69"/>
                <a:gd name="T38" fmla="*/ 17 w 79"/>
                <a:gd name="T39" fmla="*/ 29 h 69"/>
                <a:gd name="T40" fmla="*/ 17 w 79"/>
                <a:gd name="T41" fmla="*/ 33 h 69"/>
                <a:gd name="T42" fmla="*/ 9 w 79"/>
                <a:gd name="T43" fmla="*/ 35 h 69"/>
                <a:gd name="T44" fmla="*/ 6 w 79"/>
                <a:gd name="T45" fmla="*/ 34 h 69"/>
                <a:gd name="T46" fmla="*/ 2 w 79"/>
                <a:gd name="T47" fmla="*/ 33 h 69"/>
                <a:gd name="T48" fmla="*/ 3 w 79"/>
                <a:gd name="T49" fmla="*/ 40 h 69"/>
                <a:gd name="T50" fmla="*/ 5 w 79"/>
                <a:gd name="T51" fmla="*/ 45 h 69"/>
                <a:gd name="T52" fmla="*/ 9 w 79"/>
                <a:gd name="T53" fmla="*/ 56 h 69"/>
                <a:gd name="T54" fmla="*/ 8 w 79"/>
                <a:gd name="T55" fmla="*/ 60 h 69"/>
                <a:gd name="T56" fmla="*/ 9 w 79"/>
                <a:gd name="T57" fmla="*/ 62 h 69"/>
                <a:gd name="T58" fmla="*/ 10 w 79"/>
                <a:gd name="T59" fmla="*/ 66 h 69"/>
                <a:gd name="T60" fmla="*/ 11 w 79"/>
                <a:gd name="T61" fmla="*/ 64 h 69"/>
                <a:gd name="T62" fmla="*/ 15 w 79"/>
                <a:gd name="T63" fmla="*/ 68 h 69"/>
                <a:gd name="T64" fmla="*/ 21 w 79"/>
                <a:gd name="T65" fmla="*/ 66 h 69"/>
                <a:gd name="T66" fmla="*/ 26 w 79"/>
                <a:gd name="T67" fmla="*/ 65 h 69"/>
                <a:gd name="T68" fmla="*/ 31 w 79"/>
                <a:gd name="T69" fmla="*/ 64 h 69"/>
                <a:gd name="T70" fmla="*/ 38 w 79"/>
                <a:gd name="T71" fmla="*/ 64 h 69"/>
                <a:gd name="T72" fmla="*/ 39 w 79"/>
                <a:gd name="T73" fmla="*/ 64 h 69"/>
                <a:gd name="T74" fmla="*/ 41 w 79"/>
                <a:gd name="T75" fmla="*/ 63 h 69"/>
                <a:gd name="T76" fmla="*/ 42 w 79"/>
                <a:gd name="T77" fmla="*/ 62 h 69"/>
                <a:gd name="T78" fmla="*/ 44 w 79"/>
                <a:gd name="T79" fmla="*/ 65 h 69"/>
                <a:gd name="T80" fmla="*/ 46 w 79"/>
                <a:gd name="T81" fmla="*/ 62 h 69"/>
                <a:gd name="T82" fmla="*/ 57 w 79"/>
                <a:gd name="T83" fmla="*/ 56 h 69"/>
                <a:gd name="T84" fmla="*/ 65 w 79"/>
                <a:gd name="T85" fmla="*/ 48 h 69"/>
                <a:gd name="T86" fmla="*/ 72 w 79"/>
                <a:gd name="T87" fmla="*/ 37 h 69"/>
                <a:gd name="T88" fmla="*/ 77 w 79"/>
                <a:gd name="T89" fmla="*/ 33 h 69"/>
                <a:gd name="T90" fmla="*/ 79 w 79"/>
                <a:gd name="T91" fmla="*/ 25 h 69"/>
                <a:gd name="T92" fmla="*/ 76 w 79"/>
                <a:gd name="T93" fmla="*/ 25 h 69"/>
                <a:gd name="T94" fmla="*/ 74 w 79"/>
                <a:gd name="T95" fmla="*/ 27 h 69"/>
                <a:gd name="T96" fmla="*/ 62 w 79"/>
                <a:gd name="T97" fmla="*/ 39 h 69"/>
                <a:gd name="T98" fmla="*/ 61 w 79"/>
                <a:gd name="T99" fmla="*/ 41 h 69"/>
                <a:gd name="T100" fmla="*/ 57 w 79"/>
                <a:gd name="T101" fmla="*/ 43 h 69"/>
                <a:gd name="T102" fmla="*/ 55 w 79"/>
                <a:gd name="T103" fmla="*/ 44 h 69"/>
                <a:gd name="T104" fmla="*/ 52 w 79"/>
                <a:gd name="T105" fmla="*/ 41 h 69"/>
                <a:gd name="T106" fmla="*/ 56 w 79"/>
                <a:gd name="T107" fmla="*/ 35 h 69"/>
                <a:gd name="T108" fmla="*/ 60 w 79"/>
                <a:gd name="T109" fmla="*/ 35 h 69"/>
                <a:gd name="T110" fmla="*/ 62 w 79"/>
                <a:gd name="T111" fmla="*/ 39 h 69"/>
                <a:gd name="T112" fmla="*/ 62 w 79"/>
                <a:gd name="T113" fmla="*/ 3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69">
                  <a:moveTo>
                    <a:pt x="74" y="27"/>
                  </a:moveTo>
                  <a:cubicBezTo>
                    <a:pt x="71" y="27"/>
                    <a:pt x="68" y="24"/>
                    <a:pt x="69" y="22"/>
                  </a:cubicBezTo>
                  <a:cubicBezTo>
                    <a:pt x="69" y="20"/>
                    <a:pt x="71" y="19"/>
                    <a:pt x="72" y="19"/>
                  </a:cubicBezTo>
                  <a:cubicBezTo>
                    <a:pt x="73" y="19"/>
                    <a:pt x="74" y="20"/>
                    <a:pt x="75" y="20"/>
                  </a:cubicBezTo>
                  <a:cubicBezTo>
                    <a:pt x="75" y="17"/>
                    <a:pt x="76" y="14"/>
                    <a:pt x="75" y="11"/>
                  </a:cubicBezTo>
                  <a:cubicBezTo>
                    <a:pt x="74" y="10"/>
                    <a:pt x="73" y="8"/>
                    <a:pt x="73" y="7"/>
                  </a:cubicBezTo>
                  <a:cubicBezTo>
                    <a:pt x="72" y="5"/>
                    <a:pt x="72" y="3"/>
                    <a:pt x="72" y="1"/>
                  </a:cubicBezTo>
                  <a:cubicBezTo>
                    <a:pt x="70" y="2"/>
                    <a:pt x="67" y="1"/>
                    <a:pt x="66" y="1"/>
                  </a:cubicBezTo>
                  <a:cubicBezTo>
                    <a:pt x="63" y="0"/>
                    <a:pt x="61" y="0"/>
                    <a:pt x="60" y="2"/>
                  </a:cubicBezTo>
                  <a:cubicBezTo>
                    <a:pt x="58" y="3"/>
                    <a:pt x="56" y="3"/>
                    <a:pt x="55" y="5"/>
                  </a:cubicBezTo>
                  <a:cubicBezTo>
                    <a:pt x="54" y="6"/>
                    <a:pt x="52" y="7"/>
                    <a:pt x="51" y="8"/>
                  </a:cubicBezTo>
                  <a:cubicBezTo>
                    <a:pt x="50" y="9"/>
                    <a:pt x="50" y="11"/>
                    <a:pt x="49" y="12"/>
                  </a:cubicBezTo>
                  <a:cubicBezTo>
                    <a:pt x="48" y="14"/>
                    <a:pt x="46" y="12"/>
                    <a:pt x="45" y="14"/>
                  </a:cubicBezTo>
                  <a:cubicBezTo>
                    <a:pt x="44" y="15"/>
                    <a:pt x="45" y="16"/>
                    <a:pt x="44" y="17"/>
                  </a:cubicBezTo>
                  <a:cubicBezTo>
                    <a:pt x="42" y="21"/>
                    <a:pt x="37" y="18"/>
                    <a:pt x="34" y="17"/>
                  </a:cubicBezTo>
                  <a:cubicBezTo>
                    <a:pt x="31" y="15"/>
                    <a:pt x="30" y="19"/>
                    <a:pt x="28" y="21"/>
                  </a:cubicBezTo>
                  <a:cubicBezTo>
                    <a:pt x="27" y="22"/>
                    <a:pt x="26" y="24"/>
                    <a:pt x="24" y="24"/>
                  </a:cubicBezTo>
                  <a:cubicBezTo>
                    <a:pt x="24" y="24"/>
                    <a:pt x="20" y="24"/>
                    <a:pt x="20" y="23"/>
                  </a:cubicBezTo>
                  <a:cubicBezTo>
                    <a:pt x="22" y="20"/>
                    <a:pt x="21" y="15"/>
                    <a:pt x="17" y="14"/>
                  </a:cubicBezTo>
                  <a:cubicBezTo>
                    <a:pt x="17" y="19"/>
                    <a:pt x="17" y="24"/>
                    <a:pt x="17" y="29"/>
                  </a:cubicBezTo>
                  <a:cubicBezTo>
                    <a:pt x="17" y="29"/>
                    <a:pt x="18" y="32"/>
                    <a:pt x="17" y="33"/>
                  </a:cubicBezTo>
                  <a:cubicBezTo>
                    <a:pt x="14" y="35"/>
                    <a:pt x="13" y="36"/>
                    <a:pt x="9" y="35"/>
                  </a:cubicBezTo>
                  <a:cubicBezTo>
                    <a:pt x="8" y="35"/>
                    <a:pt x="7" y="35"/>
                    <a:pt x="6" y="34"/>
                  </a:cubicBezTo>
                  <a:cubicBezTo>
                    <a:pt x="5" y="32"/>
                    <a:pt x="4" y="31"/>
                    <a:pt x="2" y="33"/>
                  </a:cubicBezTo>
                  <a:cubicBezTo>
                    <a:pt x="0" y="35"/>
                    <a:pt x="2" y="38"/>
                    <a:pt x="3" y="40"/>
                  </a:cubicBezTo>
                  <a:cubicBezTo>
                    <a:pt x="4" y="41"/>
                    <a:pt x="5" y="43"/>
                    <a:pt x="5" y="45"/>
                  </a:cubicBezTo>
                  <a:cubicBezTo>
                    <a:pt x="7" y="49"/>
                    <a:pt x="11" y="51"/>
                    <a:pt x="9" y="56"/>
                  </a:cubicBezTo>
                  <a:cubicBezTo>
                    <a:pt x="8" y="58"/>
                    <a:pt x="7" y="58"/>
                    <a:pt x="8" y="60"/>
                  </a:cubicBezTo>
                  <a:cubicBezTo>
                    <a:pt x="9" y="61"/>
                    <a:pt x="9" y="62"/>
                    <a:pt x="9" y="62"/>
                  </a:cubicBezTo>
                  <a:cubicBezTo>
                    <a:pt x="10" y="63"/>
                    <a:pt x="9" y="65"/>
                    <a:pt x="10" y="66"/>
                  </a:cubicBezTo>
                  <a:cubicBezTo>
                    <a:pt x="10" y="66"/>
                    <a:pt x="10" y="64"/>
                    <a:pt x="11" y="64"/>
                  </a:cubicBezTo>
                  <a:cubicBezTo>
                    <a:pt x="11" y="64"/>
                    <a:pt x="14" y="67"/>
                    <a:pt x="15" y="68"/>
                  </a:cubicBezTo>
                  <a:cubicBezTo>
                    <a:pt x="17" y="69"/>
                    <a:pt x="19" y="66"/>
                    <a:pt x="21" y="66"/>
                  </a:cubicBezTo>
                  <a:cubicBezTo>
                    <a:pt x="23" y="65"/>
                    <a:pt x="25" y="67"/>
                    <a:pt x="26" y="65"/>
                  </a:cubicBezTo>
                  <a:cubicBezTo>
                    <a:pt x="28" y="64"/>
                    <a:pt x="29" y="64"/>
                    <a:pt x="31" y="64"/>
                  </a:cubicBezTo>
                  <a:cubicBezTo>
                    <a:pt x="33" y="64"/>
                    <a:pt x="35" y="64"/>
                    <a:pt x="38" y="64"/>
                  </a:cubicBezTo>
                  <a:cubicBezTo>
                    <a:pt x="38" y="64"/>
                    <a:pt x="39" y="64"/>
                    <a:pt x="39" y="64"/>
                  </a:cubicBezTo>
                  <a:cubicBezTo>
                    <a:pt x="40" y="64"/>
                    <a:pt x="40" y="63"/>
                    <a:pt x="41" y="63"/>
                  </a:cubicBezTo>
                  <a:cubicBezTo>
                    <a:pt x="41" y="63"/>
                    <a:pt x="41" y="62"/>
                    <a:pt x="42" y="62"/>
                  </a:cubicBezTo>
                  <a:cubicBezTo>
                    <a:pt x="42" y="63"/>
                    <a:pt x="42" y="65"/>
                    <a:pt x="44" y="65"/>
                  </a:cubicBezTo>
                  <a:cubicBezTo>
                    <a:pt x="44" y="65"/>
                    <a:pt x="43" y="61"/>
                    <a:pt x="46" y="62"/>
                  </a:cubicBezTo>
                  <a:cubicBezTo>
                    <a:pt x="50" y="63"/>
                    <a:pt x="54" y="59"/>
                    <a:pt x="57" y="56"/>
                  </a:cubicBezTo>
                  <a:cubicBezTo>
                    <a:pt x="60" y="54"/>
                    <a:pt x="62" y="51"/>
                    <a:pt x="65" y="48"/>
                  </a:cubicBezTo>
                  <a:cubicBezTo>
                    <a:pt x="68" y="45"/>
                    <a:pt x="69" y="41"/>
                    <a:pt x="72" y="37"/>
                  </a:cubicBezTo>
                  <a:cubicBezTo>
                    <a:pt x="73" y="36"/>
                    <a:pt x="76" y="35"/>
                    <a:pt x="77" y="33"/>
                  </a:cubicBezTo>
                  <a:cubicBezTo>
                    <a:pt x="78" y="31"/>
                    <a:pt x="79" y="27"/>
                    <a:pt x="79" y="25"/>
                  </a:cubicBezTo>
                  <a:cubicBezTo>
                    <a:pt x="78" y="25"/>
                    <a:pt x="77" y="25"/>
                    <a:pt x="76" y="25"/>
                  </a:cubicBezTo>
                  <a:cubicBezTo>
                    <a:pt x="75" y="25"/>
                    <a:pt x="75" y="27"/>
                    <a:pt x="74" y="27"/>
                  </a:cubicBezTo>
                  <a:close/>
                  <a:moveTo>
                    <a:pt x="62" y="39"/>
                  </a:moveTo>
                  <a:cubicBezTo>
                    <a:pt x="61" y="39"/>
                    <a:pt x="61" y="41"/>
                    <a:pt x="61" y="41"/>
                  </a:cubicBezTo>
                  <a:cubicBezTo>
                    <a:pt x="60" y="43"/>
                    <a:pt x="58" y="42"/>
                    <a:pt x="57" y="43"/>
                  </a:cubicBezTo>
                  <a:cubicBezTo>
                    <a:pt x="56" y="43"/>
                    <a:pt x="56" y="44"/>
                    <a:pt x="55" y="44"/>
                  </a:cubicBezTo>
                  <a:cubicBezTo>
                    <a:pt x="53" y="44"/>
                    <a:pt x="52" y="42"/>
                    <a:pt x="52" y="41"/>
                  </a:cubicBezTo>
                  <a:cubicBezTo>
                    <a:pt x="51" y="39"/>
                    <a:pt x="54" y="36"/>
                    <a:pt x="56" y="35"/>
                  </a:cubicBezTo>
                  <a:cubicBezTo>
                    <a:pt x="57" y="34"/>
                    <a:pt x="59" y="34"/>
                    <a:pt x="60" y="35"/>
                  </a:cubicBezTo>
                  <a:cubicBezTo>
                    <a:pt x="61" y="36"/>
                    <a:pt x="64" y="38"/>
                    <a:pt x="62" y="39"/>
                  </a:cubicBezTo>
                  <a:cubicBezTo>
                    <a:pt x="61" y="39"/>
                    <a:pt x="63" y="38"/>
                    <a:pt x="62" y="39"/>
                  </a:cubicBezTo>
                  <a:close/>
                </a:path>
              </a:pathLst>
            </a:custGeom>
            <a:grpFill/>
            <a:ln w="9525"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92" name="Freeform 739">
              <a:extLst>
                <a:ext uri="{FF2B5EF4-FFF2-40B4-BE49-F238E27FC236}">
                  <a16:creationId xmlns:a16="http://schemas.microsoft.com/office/drawing/2014/main" id="{F21FFD67-5201-840D-6165-1675CAD89527}"/>
                </a:ext>
              </a:extLst>
            </p:cNvPr>
            <p:cNvSpPr>
              <a:spLocks/>
            </p:cNvSpPr>
            <p:nvPr/>
          </p:nvSpPr>
          <p:spPr bwMode="auto">
            <a:xfrm>
              <a:off x="12919938" y="10399671"/>
              <a:ext cx="121018" cy="124237"/>
            </a:xfrm>
            <a:custGeom>
              <a:avLst/>
              <a:gdLst>
                <a:gd name="T0" fmla="*/ 11 w 13"/>
                <a:gd name="T1" fmla="*/ 4 h 13"/>
                <a:gd name="T2" fmla="*/ 3 w 13"/>
                <a:gd name="T3" fmla="*/ 3 h 13"/>
                <a:gd name="T4" fmla="*/ 2 w 13"/>
                <a:gd name="T5" fmla="*/ 9 h 13"/>
                <a:gd name="T6" fmla="*/ 7 w 13"/>
                <a:gd name="T7" fmla="*/ 9 h 13"/>
                <a:gd name="T8" fmla="*/ 11 w 13"/>
                <a:gd name="T9" fmla="*/ 4 h 13"/>
                <a:gd name="T10" fmla="*/ 11 w 13"/>
                <a:gd name="T11" fmla="*/ 4 h 13"/>
              </a:gdLst>
              <a:ahLst/>
              <a:cxnLst>
                <a:cxn ang="0">
                  <a:pos x="T0" y="T1"/>
                </a:cxn>
                <a:cxn ang="0">
                  <a:pos x="T2" y="T3"/>
                </a:cxn>
                <a:cxn ang="0">
                  <a:pos x="T4" y="T5"/>
                </a:cxn>
                <a:cxn ang="0">
                  <a:pos x="T6" y="T7"/>
                </a:cxn>
                <a:cxn ang="0">
                  <a:pos x="T8" y="T9"/>
                </a:cxn>
                <a:cxn ang="0">
                  <a:pos x="T10" y="T11"/>
                </a:cxn>
              </a:cxnLst>
              <a:rect l="0" t="0" r="r" b="b"/>
              <a:pathLst>
                <a:path w="13" h="13">
                  <a:moveTo>
                    <a:pt x="11" y="4"/>
                  </a:moveTo>
                  <a:cubicBezTo>
                    <a:pt x="9" y="2"/>
                    <a:pt x="5" y="0"/>
                    <a:pt x="3" y="3"/>
                  </a:cubicBezTo>
                  <a:cubicBezTo>
                    <a:pt x="1" y="5"/>
                    <a:pt x="0" y="7"/>
                    <a:pt x="2" y="9"/>
                  </a:cubicBezTo>
                  <a:cubicBezTo>
                    <a:pt x="4" y="13"/>
                    <a:pt x="5" y="9"/>
                    <a:pt x="7" y="9"/>
                  </a:cubicBezTo>
                  <a:cubicBezTo>
                    <a:pt x="10" y="9"/>
                    <a:pt x="13" y="5"/>
                    <a:pt x="11" y="4"/>
                  </a:cubicBezTo>
                  <a:cubicBezTo>
                    <a:pt x="10" y="3"/>
                    <a:pt x="12" y="4"/>
                    <a:pt x="11"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93" name="Freeform 740">
              <a:extLst>
                <a:ext uri="{FF2B5EF4-FFF2-40B4-BE49-F238E27FC236}">
                  <a16:creationId xmlns:a16="http://schemas.microsoft.com/office/drawing/2014/main" id="{0EEB2939-E960-9AF8-0D4A-FC9D8E9558BD}"/>
                </a:ext>
              </a:extLst>
            </p:cNvPr>
            <p:cNvSpPr>
              <a:spLocks/>
            </p:cNvSpPr>
            <p:nvPr/>
          </p:nvSpPr>
          <p:spPr bwMode="auto">
            <a:xfrm>
              <a:off x="12263888" y="9240129"/>
              <a:ext cx="47770" cy="76452"/>
            </a:xfrm>
            <a:custGeom>
              <a:avLst/>
              <a:gdLst>
                <a:gd name="T0" fmla="*/ 2 w 5"/>
                <a:gd name="T1" fmla="*/ 5 h 8"/>
                <a:gd name="T2" fmla="*/ 5 w 5"/>
                <a:gd name="T3" fmla="*/ 1 h 8"/>
                <a:gd name="T4" fmla="*/ 1 w 5"/>
                <a:gd name="T5" fmla="*/ 3 h 8"/>
                <a:gd name="T6" fmla="*/ 0 w 5"/>
                <a:gd name="T7" fmla="*/ 8 h 8"/>
                <a:gd name="T8" fmla="*/ 2 w 5"/>
                <a:gd name="T9" fmla="*/ 5 h 8"/>
              </a:gdLst>
              <a:ahLst/>
              <a:cxnLst>
                <a:cxn ang="0">
                  <a:pos x="T0" y="T1"/>
                </a:cxn>
                <a:cxn ang="0">
                  <a:pos x="T2" y="T3"/>
                </a:cxn>
                <a:cxn ang="0">
                  <a:pos x="T4" y="T5"/>
                </a:cxn>
                <a:cxn ang="0">
                  <a:pos x="T6" y="T7"/>
                </a:cxn>
                <a:cxn ang="0">
                  <a:pos x="T8" y="T9"/>
                </a:cxn>
              </a:cxnLst>
              <a:rect l="0" t="0" r="r" b="b"/>
              <a:pathLst>
                <a:path w="5" h="8">
                  <a:moveTo>
                    <a:pt x="2" y="5"/>
                  </a:moveTo>
                  <a:cubicBezTo>
                    <a:pt x="2" y="4"/>
                    <a:pt x="4" y="2"/>
                    <a:pt x="5" y="1"/>
                  </a:cubicBezTo>
                  <a:cubicBezTo>
                    <a:pt x="4" y="0"/>
                    <a:pt x="2" y="2"/>
                    <a:pt x="1" y="3"/>
                  </a:cubicBezTo>
                  <a:cubicBezTo>
                    <a:pt x="0" y="4"/>
                    <a:pt x="0" y="6"/>
                    <a:pt x="0" y="8"/>
                  </a:cubicBezTo>
                  <a:cubicBezTo>
                    <a:pt x="2" y="7"/>
                    <a:pt x="2" y="6"/>
                    <a:pt x="2"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94" name="Freeform 741">
              <a:extLst>
                <a:ext uri="{FF2B5EF4-FFF2-40B4-BE49-F238E27FC236}">
                  <a16:creationId xmlns:a16="http://schemas.microsoft.com/office/drawing/2014/main" id="{5F1D4441-B1D1-687A-753D-559199CECA24}"/>
                </a:ext>
              </a:extLst>
            </p:cNvPr>
            <p:cNvSpPr>
              <a:spLocks/>
            </p:cNvSpPr>
            <p:nvPr/>
          </p:nvSpPr>
          <p:spPr bwMode="auto">
            <a:xfrm>
              <a:off x="12219300" y="8857867"/>
              <a:ext cx="324842" cy="420492"/>
            </a:xfrm>
            <a:custGeom>
              <a:avLst/>
              <a:gdLst>
                <a:gd name="T0" fmla="*/ 11 w 35"/>
                <a:gd name="T1" fmla="*/ 44 h 45"/>
                <a:gd name="T2" fmla="*/ 15 w 35"/>
                <a:gd name="T3" fmla="*/ 41 h 45"/>
                <a:gd name="T4" fmla="*/ 16 w 35"/>
                <a:gd name="T5" fmla="*/ 43 h 45"/>
                <a:gd name="T6" fmla="*/ 23 w 35"/>
                <a:gd name="T7" fmla="*/ 37 h 45"/>
                <a:gd name="T8" fmla="*/ 25 w 35"/>
                <a:gd name="T9" fmla="*/ 26 h 45"/>
                <a:gd name="T10" fmla="*/ 31 w 35"/>
                <a:gd name="T11" fmla="*/ 16 h 45"/>
                <a:gd name="T12" fmla="*/ 33 w 35"/>
                <a:gd name="T13" fmla="*/ 8 h 45"/>
                <a:gd name="T14" fmla="*/ 35 w 35"/>
                <a:gd name="T15" fmla="*/ 2 h 45"/>
                <a:gd name="T16" fmla="*/ 29 w 35"/>
                <a:gd name="T17" fmla="*/ 1 h 45"/>
                <a:gd name="T18" fmla="*/ 26 w 35"/>
                <a:gd name="T19" fmla="*/ 2 h 45"/>
                <a:gd name="T20" fmla="*/ 25 w 35"/>
                <a:gd name="T21" fmla="*/ 6 h 45"/>
                <a:gd name="T22" fmla="*/ 20 w 35"/>
                <a:gd name="T23" fmla="*/ 10 h 45"/>
                <a:gd name="T24" fmla="*/ 10 w 35"/>
                <a:gd name="T25" fmla="*/ 8 h 45"/>
                <a:gd name="T26" fmla="*/ 13 w 35"/>
                <a:gd name="T27" fmla="*/ 13 h 45"/>
                <a:gd name="T28" fmla="*/ 14 w 35"/>
                <a:gd name="T29" fmla="*/ 19 h 45"/>
                <a:gd name="T30" fmla="*/ 15 w 35"/>
                <a:gd name="T31" fmla="*/ 22 h 45"/>
                <a:gd name="T32" fmla="*/ 16 w 35"/>
                <a:gd name="T33" fmla="*/ 25 h 45"/>
                <a:gd name="T34" fmla="*/ 15 w 35"/>
                <a:gd name="T35" fmla="*/ 32 h 45"/>
                <a:gd name="T36" fmla="*/ 13 w 35"/>
                <a:gd name="T37" fmla="*/ 31 h 45"/>
                <a:gd name="T38" fmla="*/ 10 w 35"/>
                <a:gd name="T39" fmla="*/ 32 h 45"/>
                <a:gd name="T40" fmla="*/ 8 w 35"/>
                <a:gd name="T41" fmla="*/ 29 h 45"/>
                <a:gd name="T42" fmla="*/ 6 w 35"/>
                <a:gd name="T43" fmla="*/ 32 h 45"/>
                <a:gd name="T44" fmla="*/ 4 w 35"/>
                <a:gd name="T45" fmla="*/ 32 h 45"/>
                <a:gd name="T46" fmla="*/ 3 w 35"/>
                <a:gd name="T47" fmla="*/ 35 h 45"/>
                <a:gd name="T48" fmla="*/ 0 w 35"/>
                <a:gd name="T49" fmla="*/ 39 h 45"/>
                <a:gd name="T50" fmla="*/ 5 w 35"/>
                <a:gd name="T51" fmla="*/ 45 h 45"/>
                <a:gd name="T52" fmla="*/ 8 w 35"/>
                <a:gd name="T53" fmla="*/ 42 h 45"/>
                <a:gd name="T54" fmla="*/ 11 w 35"/>
                <a:gd name="T55" fmla="*/ 44 h 45"/>
                <a:gd name="T56" fmla="*/ 11 w 35"/>
                <a:gd name="T57"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45">
                  <a:moveTo>
                    <a:pt x="11" y="44"/>
                  </a:moveTo>
                  <a:cubicBezTo>
                    <a:pt x="12" y="44"/>
                    <a:pt x="14" y="42"/>
                    <a:pt x="15" y="41"/>
                  </a:cubicBezTo>
                  <a:cubicBezTo>
                    <a:pt x="17" y="40"/>
                    <a:pt x="15" y="43"/>
                    <a:pt x="16" y="43"/>
                  </a:cubicBezTo>
                  <a:cubicBezTo>
                    <a:pt x="16" y="43"/>
                    <a:pt x="23" y="39"/>
                    <a:pt x="23" y="37"/>
                  </a:cubicBezTo>
                  <a:cubicBezTo>
                    <a:pt x="23" y="33"/>
                    <a:pt x="23" y="29"/>
                    <a:pt x="25" y="26"/>
                  </a:cubicBezTo>
                  <a:cubicBezTo>
                    <a:pt x="27" y="22"/>
                    <a:pt x="30" y="19"/>
                    <a:pt x="31" y="16"/>
                  </a:cubicBezTo>
                  <a:cubicBezTo>
                    <a:pt x="32" y="13"/>
                    <a:pt x="32" y="11"/>
                    <a:pt x="33" y="8"/>
                  </a:cubicBezTo>
                  <a:cubicBezTo>
                    <a:pt x="33" y="6"/>
                    <a:pt x="35" y="4"/>
                    <a:pt x="35" y="2"/>
                  </a:cubicBezTo>
                  <a:cubicBezTo>
                    <a:pt x="33" y="2"/>
                    <a:pt x="31" y="0"/>
                    <a:pt x="29" y="1"/>
                  </a:cubicBezTo>
                  <a:cubicBezTo>
                    <a:pt x="28" y="1"/>
                    <a:pt x="26" y="1"/>
                    <a:pt x="26" y="2"/>
                  </a:cubicBezTo>
                  <a:cubicBezTo>
                    <a:pt x="25" y="4"/>
                    <a:pt x="25" y="5"/>
                    <a:pt x="25" y="6"/>
                  </a:cubicBezTo>
                  <a:cubicBezTo>
                    <a:pt x="24" y="9"/>
                    <a:pt x="23" y="10"/>
                    <a:pt x="20" y="10"/>
                  </a:cubicBezTo>
                  <a:cubicBezTo>
                    <a:pt x="17" y="9"/>
                    <a:pt x="13" y="8"/>
                    <a:pt x="10" y="8"/>
                  </a:cubicBezTo>
                  <a:cubicBezTo>
                    <a:pt x="10" y="10"/>
                    <a:pt x="9" y="14"/>
                    <a:pt x="13" y="13"/>
                  </a:cubicBezTo>
                  <a:cubicBezTo>
                    <a:pt x="17" y="11"/>
                    <a:pt x="14" y="17"/>
                    <a:pt x="14" y="19"/>
                  </a:cubicBezTo>
                  <a:cubicBezTo>
                    <a:pt x="14" y="20"/>
                    <a:pt x="14" y="21"/>
                    <a:pt x="15" y="22"/>
                  </a:cubicBezTo>
                  <a:cubicBezTo>
                    <a:pt x="16" y="23"/>
                    <a:pt x="16" y="24"/>
                    <a:pt x="16" y="25"/>
                  </a:cubicBezTo>
                  <a:cubicBezTo>
                    <a:pt x="16" y="27"/>
                    <a:pt x="16" y="30"/>
                    <a:pt x="15" y="32"/>
                  </a:cubicBezTo>
                  <a:cubicBezTo>
                    <a:pt x="15" y="33"/>
                    <a:pt x="13" y="31"/>
                    <a:pt x="13" y="31"/>
                  </a:cubicBezTo>
                  <a:cubicBezTo>
                    <a:pt x="11" y="31"/>
                    <a:pt x="11" y="33"/>
                    <a:pt x="10" y="32"/>
                  </a:cubicBezTo>
                  <a:cubicBezTo>
                    <a:pt x="10" y="31"/>
                    <a:pt x="9" y="30"/>
                    <a:pt x="8" y="29"/>
                  </a:cubicBezTo>
                  <a:cubicBezTo>
                    <a:pt x="7" y="29"/>
                    <a:pt x="7" y="31"/>
                    <a:pt x="6" y="32"/>
                  </a:cubicBezTo>
                  <a:cubicBezTo>
                    <a:pt x="6" y="32"/>
                    <a:pt x="4" y="32"/>
                    <a:pt x="4" y="32"/>
                  </a:cubicBezTo>
                  <a:cubicBezTo>
                    <a:pt x="2" y="32"/>
                    <a:pt x="3" y="34"/>
                    <a:pt x="3" y="35"/>
                  </a:cubicBezTo>
                  <a:cubicBezTo>
                    <a:pt x="4" y="38"/>
                    <a:pt x="3" y="37"/>
                    <a:pt x="0" y="39"/>
                  </a:cubicBezTo>
                  <a:cubicBezTo>
                    <a:pt x="2" y="41"/>
                    <a:pt x="4" y="42"/>
                    <a:pt x="5" y="45"/>
                  </a:cubicBezTo>
                  <a:cubicBezTo>
                    <a:pt x="6" y="44"/>
                    <a:pt x="7" y="43"/>
                    <a:pt x="8" y="42"/>
                  </a:cubicBezTo>
                  <a:cubicBezTo>
                    <a:pt x="10" y="41"/>
                    <a:pt x="10" y="43"/>
                    <a:pt x="11" y="44"/>
                  </a:cubicBezTo>
                  <a:cubicBezTo>
                    <a:pt x="12" y="44"/>
                    <a:pt x="10" y="43"/>
                    <a:pt x="11" y="4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95" name="Freeform 742">
              <a:extLst>
                <a:ext uri="{FF2B5EF4-FFF2-40B4-BE49-F238E27FC236}">
                  <a16:creationId xmlns:a16="http://schemas.microsoft.com/office/drawing/2014/main" id="{A56BAEC0-20DF-F4B7-C55B-D493DABCD52E}"/>
                </a:ext>
              </a:extLst>
            </p:cNvPr>
            <p:cNvSpPr>
              <a:spLocks/>
            </p:cNvSpPr>
            <p:nvPr/>
          </p:nvSpPr>
          <p:spPr bwMode="auto">
            <a:xfrm>
              <a:off x="12359429" y="8520197"/>
              <a:ext cx="595542" cy="420492"/>
            </a:xfrm>
            <a:custGeom>
              <a:avLst/>
              <a:gdLst>
                <a:gd name="T0" fmla="*/ 12 w 64"/>
                <a:gd name="T1" fmla="*/ 37 h 45"/>
                <a:gd name="T2" fmla="*/ 17 w 64"/>
                <a:gd name="T3" fmla="*/ 37 h 45"/>
                <a:gd name="T4" fmla="*/ 20 w 64"/>
                <a:gd name="T5" fmla="*/ 38 h 45"/>
                <a:gd name="T6" fmla="*/ 21 w 64"/>
                <a:gd name="T7" fmla="*/ 33 h 45"/>
                <a:gd name="T8" fmla="*/ 25 w 64"/>
                <a:gd name="T9" fmla="*/ 30 h 45"/>
                <a:gd name="T10" fmla="*/ 30 w 64"/>
                <a:gd name="T11" fmla="*/ 33 h 45"/>
                <a:gd name="T12" fmla="*/ 36 w 64"/>
                <a:gd name="T13" fmla="*/ 34 h 45"/>
                <a:gd name="T14" fmla="*/ 39 w 64"/>
                <a:gd name="T15" fmla="*/ 34 h 45"/>
                <a:gd name="T16" fmla="*/ 41 w 64"/>
                <a:gd name="T17" fmla="*/ 30 h 45"/>
                <a:gd name="T18" fmla="*/ 45 w 64"/>
                <a:gd name="T19" fmla="*/ 31 h 45"/>
                <a:gd name="T20" fmla="*/ 50 w 64"/>
                <a:gd name="T21" fmla="*/ 31 h 45"/>
                <a:gd name="T22" fmla="*/ 55 w 64"/>
                <a:gd name="T23" fmla="*/ 29 h 45"/>
                <a:gd name="T24" fmla="*/ 60 w 64"/>
                <a:gd name="T25" fmla="*/ 30 h 45"/>
                <a:gd name="T26" fmla="*/ 58 w 64"/>
                <a:gd name="T27" fmla="*/ 24 h 45"/>
                <a:gd name="T28" fmla="*/ 55 w 64"/>
                <a:gd name="T29" fmla="*/ 20 h 45"/>
                <a:gd name="T30" fmla="*/ 51 w 64"/>
                <a:gd name="T31" fmla="*/ 16 h 45"/>
                <a:gd name="T32" fmla="*/ 47 w 64"/>
                <a:gd name="T33" fmla="*/ 13 h 45"/>
                <a:gd name="T34" fmla="*/ 46 w 64"/>
                <a:gd name="T35" fmla="*/ 12 h 45"/>
                <a:gd name="T36" fmla="*/ 44 w 64"/>
                <a:gd name="T37" fmla="*/ 12 h 45"/>
                <a:gd name="T38" fmla="*/ 44 w 64"/>
                <a:gd name="T39" fmla="*/ 6 h 45"/>
                <a:gd name="T40" fmla="*/ 41 w 64"/>
                <a:gd name="T41" fmla="*/ 1 h 45"/>
                <a:gd name="T42" fmla="*/ 41 w 64"/>
                <a:gd name="T43" fmla="*/ 0 h 45"/>
                <a:gd name="T44" fmla="*/ 38 w 64"/>
                <a:gd name="T45" fmla="*/ 0 h 45"/>
                <a:gd name="T46" fmla="*/ 35 w 64"/>
                <a:gd name="T47" fmla="*/ 3 h 45"/>
                <a:gd name="T48" fmla="*/ 26 w 64"/>
                <a:gd name="T49" fmla="*/ 10 h 45"/>
                <a:gd name="T50" fmla="*/ 22 w 64"/>
                <a:gd name="T51" fmla="*/ 11 h 45"/>
                <a:gd name="T52" fmla="*/ 19 w 64"/>
                <a:gd name="T53" fmla="*/ 15 h 45"/>
                <a:gd name="T54" fmla="*/ 13 w 64"/>
                <a:gd name="T55" fmla="*/ 17 h 45"/>
                <a:gd name="T56" fmla="*/ 9 w 64"/>
                <a:gd name="T57" fmla="*/ 17 h 45"/>
                <a:gd name="T58" fmla="*/ 6 w 64"/>
                <a:gd name="T59" fmla="*/ 18 h 45"/>
                <a:gd name="T60" fmla="*/ 3 w 64"/>
                <a:gd name="T61" fmla="*/ 23 h 45"/>
                <a:gd name="T62" fmla="*/ 4 w 64"/>
                <a:gd name="T63" fmla="*/ 34 h 45"/>
                <a:gd name="T64" fmla="*/ 6 w 64"/>
                <a:gd name="T65" fmla="*/ 39 h 45"/>
                <a:gd name="T66" fmla="*/ 9 w 64"/>
                <a:gd name="T67" fmla="*/ 45 h 45"/>
                <a:gd name="T68" fmla="*/ 12 w 64"/>
                <a:gd name="T69"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 h="45">
                  <a:moveTo>
                    <a:pt x="12" y="37"/>
                  </a:moveTo>
                  <a:cubicBezTo>
                    <a:pt x="13" y="37"/>
                    <a:pt x="16" y="36"/>
                    <a:pt x="17" y="37"/>
                  </a:cubicBezTo>
                  <a:cubicBezTo>
                    <a:pt x="17" y="38"/>
                    <a:pt x="20" y="38"/>
                    <a:pt x="20" y="38"/>
                  </a:cubicBezTo>
                  <a:cubicBezTo>
                    <a:pt x="21" y="36"/>
                    <a:pt x="20" y="34"/>
                    <a:pt x="21" y="33"/>
                  </a:cubicBezTo>
                  <a:cubicBezTo>
                    <a:pt x="21" y="32"/>
                    <a:pt x="23" y="29"/>
                    <a:pt x="25" y="30"/>
                  </a:cubicBezTo>
                  <a:cubicBezTo>
                    <a:pt x="27" y="30"/>
                    <a:pt x="28" y="32"/>
                    <a:pt x="30" y="33"/>
                  </a:cubicBezTo>
                  <a:cubicBezTo>
                    <a:pt x="32" y="34"/>
                    <a:pt x="34" y="34"/>
                    <a:pt x="36" y="34"/>
                  </a:cubicBezTo>
                  <a:cubicBezTo>
                    <a:pt x="37" y="34"/>
                    <a:pt x="39" y="35"/>
                    <a:pt x="39" y="34"/>
                  </a:cubicBezTo>
                  <a:cubicBezTo>
                    <a:pt x="40" y="33"/>
                    <a:pt x="40" y="29"/>
                    <a:pt x="41" y="30"/>
                  </a:cubicBezTo>
                  <a:cubicBezTo>
                    <a:pt x="43" y="31"/>
                    <a:pt x="43" y="31"/>
                    <a:pt x="45" y="31"/>
                  </a:cubicBezTo>
                  <a:cubicBezTo>
                    <a:pt x="47" y="30"/>
                    <a:pt x="48" y="31"/>
                    <a:pt x="50" y="31"/>
                  </a:cubicBezTo>
                  <a:cubicBezTo>
                    <a:pt x="52" y="31"/>
                    <a:pt x="53" y="28"/>
                    <a:pt x="55" y="29"/>
                  </a:cubicBezTo>
                  <a:cubicBezTo>
                    <a:pt x="56" y="29"/>
                    <a:pt x="58" y="31"/>
                    <a:pt x="60" y="30"/>
                  </a:cubicBezTo>
                  <a:cubicBezTo>
                    <a:pt x="64" y="28"/>
                    <a:pt x="59" y="26"/>
                    <a:pt x="58" y="24"/>
                  </a:cubicBezTo>
                  <a:cubicBezTo>
                    <a:pt x="57" y="22"/>
                    <a:pt x="57" y="21"/>
                    <a:pt x="55" y="20"/>
                  </a:cubicBezTo>
                  <a:cubicBezTo>
                    <a:pt x="53" y="19"/>
                    <a:pt x="52" y="18"/>
                    <a:pt x="51" y="16"/>
                  </a:cubicBezTo>
                  <a:cubicBezTo>
                    <a:pt x="51" y="14"/>
                    <a:pt x="49" y="14"/>
                    <a:pt x="47" y="13"/>
                  </a:cubicBezTo>
                  <a:cubicBezTo>
                    <a:pt x="47" y="13"/>
                    <a:pt x="47" y="12"/>
                    <a:pt x="46" y="12"/>
                  </a:cubicBezTo>
                  <a:cubicBezTo>
                    <a:pt x="46" y="12"/>
                    <a:pt x="44" y="12"/>
                    <a:pt x="44" y="12"/>
                  </a:cubicBezTo>
                  <a:cubicBezTo>
                    <a:pt x="43" y="11"/>
                    <a:pt x="44" y="7"/>
                    <a:pt x="44" y="6"/>
                  </a:cubicBezTo>
                  <a:cubicBezTo>
                    <a:pt x="44" y="4"/>
                    <a:pt x="42" y="3"/>
                    <a:pt x="41" y="1"/>
                  </a:cubicBezTo>
                  <a:cubicBezTo>
                    <a:pt x="41" y="1"/>
                    <a:pt x="41" y="0"/>
                    <a:pt x="41" y="0"/>
                  </a:cubicBezTo>
                  <a:cubicBezTo>
                    <a:pt x="40" y="0"/>
                    <a:pt x="39" y="0"/>
                    <a:pt x="38" y="0"/>
                  </a:cubicBezTo>
                  <a:cubicBezTo>
                    <a:pt x="36" y="1"/>
                    <a:pt x="36" y="1"/>
                    <a:pt x="35" y="3"/>
                  </a:cubicBezTo>
                  <a:cubicBezTo>
                    <a:pt x="35" y="6"/>
                    <a:pt x="28" y="10"/>
                    <a:pt x="26" y="10"/>
                  </a:cubicBezTo>
                  <a:cubicBezTo>
                    <a:pt x="25" y="10"/>
                    <a:pt x="21" y="10"/>
                    <a:pt x="22" y="11"/>
                  </a:cubicBezTo>
                  <a:cubicBezTo>
                    <a:pt x="23" y="13"/>
                    <a:pt x="20" y="15"/>
                    <a:pt x="19" y="15"/>
                  </a:cubicBezTo>
                  <a:cubicBezTo>
                    <a:pt x="17" y="16"/>
                    <a:pt x="15" y="17"/>
                    <a:pt x="13" y="17"/>
                  </a:cubicBezTo>
                  <a:cubicBezTo>
                    <a:pt x="11" y="18"/>
                    <a:pt x="11" y="16"/>
                    <a:pt x="9" y="17"/>
                  </a:cubicBezTo>
                  <a:cubicBezTo>
                    <a:pt x="7" y="18"/>
                    <a:pt x="6" y="17"/>
                    <a:pt x="6" y="18"/>
                  </a:cubicBezTo>
                  <a:cubicBezTo>
                    <a:pt x="5" y="20"/>
                    <a:pt x="4" y="22"/>
                    <a:pt x="3" y="23"/>
                  </a:cubicBezTo>
                  <a:cubicBezTo>
                    <a:pt x="0" y="27"/>
                    <a:pt x="2" y="30"/>
                    <a:pt x="4" y="34"/>
                  </a:cubicBezTo>
                  <a:cubicBezTo>
                    <a:pt x="5" y="36"/>
                    <a:pt x="5" y="37"/>
                    <a:pt x="6" y="39"/>
                  </a:cubicBezTo>
                  <a:cubicBezTo>
                    <a:pt x="8" y="41"/>
                    <a:pt x="9" y="42"/>
                    <a:pt x="9" y="45"/>
                  </a:cubicBezTo>
                  <a:cubicBezTo>
                    <a:pt x="9" y="44"/>
                    <a:pt x="10" y="37"/>
                    <a:pt x="12" y="3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96" name="Freeform 743">
              <a:extLst>
                <a:ext uri="{FF2B5EF4-FFF2-40B4-BE49-F238E27FC236}">
                  <a16:creationId xmlns:a16="http://schemas.microsoft.com/office/drawing/2014/main" id="{79CD9725-BB89-85C0-5992-D38A463E9314}"/>
                </a:ext>
              </a:extLst>
            </p:cNvPr>
            <p:cNvSpPr>
              <a:spLocks/>
            </p:cNvSpPr>
            <p:nvPr/>
          </p:nvSpPr>
          <p:spPr bwMode="auto">
            <a:xfrm>
              <a:off x="11697008" y="7921315"/>
              <a:ext cx="1092359" cy="767717"/>
            </a:xfrm>
            <a:custGeom>
              <a:avLst/>
              <a:gdLst>
                <a:gd name="T0" fmla="*/ 83 w 117"/>
                <a:gd name="T1" fmla="*/ 82 h 82"/>
                <a:gd name="T2" fmla="*/ 93 w 117"/>
                <a:gd name="T3" fmla="*/ 76 h 82"/>
                <a:gd name="T4" fmla="*/ 105 w 117"/>
                <a:gd name="T5" fmla="*/ 68 h 82"/>
                <a:gd name="T6" fmla="*/ 112 w 117"/>
                <a:gd name="T7" fmla="*/ 64 h 82"/>
                <a:gd name="T8" fmla="*/ 107 w 117"/>
                <a:gd name="T9" fmla="*/ 55 h 82"/>
                <a:gd name="T10" fmla="*/ 110 w 117"/>
                <a:gd name="T11" fmla="*/ 46 h 82"/>
                <a:gd name="T12" fmla="*/ 114 w 117"/>
                <a:gd name="T13" fmla="*/ 40 h 82"/>
                <a:gd name="T14" fmla="*/ 117 w 117"/>
                <a:gd name="T15" fmla="*/ 21 h 82"/>
                <a:gd name="T16" fmla="*/ 81 w 117"/>
                <a:gd name="T17" fmla="*/ 1 h 82"/>
                <a:gd name="T18" fmla="*/ 75 w 117"/>
                <a:gd name="T19" fmla="*/ 2 h 82"/>
                <a:gd name="T20" fmla="*/ 67 w 117"/>
                <a:gd name="T21" fmla="*/ 2 h 82"/>
                <a:gd name="T22" fmla="*/ 59 w 117"/>
                <a:gd name="T23" fmla="*/ 1 h 82"/>
                <a:gd name="T24" fmla="*/ 29 w 117"/>
                <a:gd name="T25" fmla="*/ 21 h 82"/>
                <a:gd name="T26" fmla="*/ 22 w 117"/>
                <a:gd name="T27" fmla="*/ 25 h 82"/>
                <a:gd name="T28" fmla="*/ 19 w 117"/>
                <a:gd name="T29" fmla="*/ 42 h 82"/>
                <a:gd name="T30" fmla="*/ 8 w 117"/>
                <a:gd name="T31" fmla="*/ 43 h 82"/>
                <a:gd name="T32" fmla="*/ 5 w 117"/>
                <a:gd name="T33" fmla="*/ 51 h 82"/>
                <a:gd name="T34" fmla="*/ 11 w 117"/>
                <a:gd name="T35" fmla="*/ 56 h 82"/>
                <a:gd name="T36" fmla="*/ 19 w 117"/>
                <a:gd name="T37" fmla="*/ 62 h 82"/>
                <a:gd name="T38" fmla="*/ 21 w 117"/>
                <a:gd name="T39" fmla="*/ 55 h 82"/>
                <a:gd name="T40" fmla="*/ 28 w 117"/>
                <a:gd name="T41" fmla="*/ 50 h 82"/>
                <a:gd name="T42" fmla="*/ 35 w 117"/>
                <a:gd name="T43" fmla="*/ 53 h 82"/>
                <a:gd name="T44" fmla="*/ 46 w 117"/>
                <a:gd name="T45" fmla="*/ 55 h 82"/>
                <a:gd name="T46" fmla="*/ 64 w 117"/>
                <a:gd name="T47" fmla="*/ 53 h 82"/>
                <a:gd name="T48" fmla="*/ 68 w 117"/>
                <a:gd name="T49" fmla="*/ 47 h 82"/>
                <a:gd name="T50" fmla="*/ 77 w 117"/>
                <a:gd name="T51" fmla="*/ 31 h 82"/>
                <a:gd name="T52" fmla="*/ 79 w 117"/>
                <a:gd name="T53" fmla="*/ 16 h 82"/>
                <a:gd name="T54" fmla="*/ 75 w 117"/>
                <a:gd name="T55" fmla="*/ 2 h 82"/>
                <a:gd name="T56" fmla="*/ 78 w 117"/>
                <a:gd name="T57" fmla="*/ 16 h 82"/>
                <a:gd name="T58" fmla="*/ 77 w 117"/>
                <a:gd name="T59" fmla="*/ 35 h 82"/>
                <a:gd name="T60" fmla="*/ 68 w 117"/>
                <a:gd name="T61" fmla="*/ 46 h 82"/>
                <a:gd name="T62" fmla="*/ 72 w 117"/>
                <a:gd name="T63" fmla="*/ 55 h 82"/>
                <a:gd name="T64" fmla="*/ 75 w 117"/>
                <a:gd name="T65" fmla="*/ 65 h 82"/>
                <a:gd name="T66" fmla="*/ 72 w 117"/>
                <a:gd name="T67" fmla="*/ 74 h 82"/>
                <a:gd name="T68" fmla="*/ 77 w 117"/>
                <a:gd name="T69" fmla="*/ 81 h 82"/>
                <a:gd name="T70" fmla="*/ 80 w 117"/>
                <a:gd name="T71" fmla="*/ 8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7" h="82">
                  <a:moveTo>
                    <a:pt x="80" y="81"/>
                  </a:moveTo>
                  <a:cubicBezTo>
                    <a:pt x="81" y="80"/>
                    <a:pt x="82" y="82"/>
                    <a:pt x="83" y="82"/>
                  </a:cubicBezTo>
                  <a:cubicBezTo>
                    <a:pt x="85" y="81"/>
                    <a:pt x="87" y="80"/>
                    <a:pt x="89" y="79"/>
                  </a:cubicBezTo>
                  <a:cubicBezTo>
                    <a:pt x="90" y="79"/>
                    <a:pt x="93" y="78"/>
                    <a:pt x="93" y="76"/>
                  </a:cubicBezTo>
                  <a:cubicBezTo>
                    <a:pt x="93" y="74"/>
                    <a:pt x="94" y="75"/>
                    <a:pt x="96" y="74"/>
                  </a:cubicBezTo>
                  <a:cubicBezTo>
                    <a:pt x="99" y="74"/>
                    <a:pt x="103" y="71"/>
                    <a:pt x="105" y="68"/>
                  </a:cubicBezTo>
                  <a:cubicBezTo>
                    <a:pt x="106" y="67"/>
                    <a:pt x="106" y="66"/>
                    <a:pt x="107" y="65"/>
                  </a:cubicBezTo>
                  <a:cubicBezTo>
                    <a:pt x="108" y="64"/>
                    <a:pt x="110" y="64"/>
                    <a:pt x="112" y="64"/>
                  </a:cubicBezTo>
                  <a:cubicBezTo>
                    <a:pt x="112" y="62"/>
                    <a:pt x="110" y="61"/>
                    <a:pt x="109" y="59"/>
                  </a:cubicBezTo>
                  <a:cubicBezTo>
                    <a:pt x="109" y="58"/>
                    <a:pt x="110" y="55"/>
                    <a:pt x="107" y="55"/>
                  </a:cubicBezTo>
                  <a:cubicBezTo>
                    <a:pt x="106" y="55"/>
                    <a:pt x="109" y="53"/>
                    <a:pt x="108" y="52"/>
                  </a:cubicBezTo>
                  <a:cubicBezTo>
                    <a:pt x="108" y="49"/>
                    <a:pt x="109" y="48"/>
                    <a:pt x="110" y="46"/>
                  </a:cubicBezTo>
                  <a:cubicBezTo>
                    <a:pt x="110" y="44"/>
                    <a:pt x="112" y="44"/>
                    <a:pt x="112" y="42"/>
                  </a:cubicBezTo>
                  <a:cubicBezTo>
                    <a:pt x="112" y="41"/>
                    <a:pt x="113" y="40"/>
                    <a:pt x="114" y="40"/>
                  </a:cubicBezTo>
                  <a:cubicBezTo>
                    <a:pt x="117" y="40"/>
                    <a:pt x="117" y="40"/>
                    <a:pt x="117" y="38"/>
                  </a:cubicBezTo>
                  <a:cubicBezTo>
                    <a:pt x="117" y="32"/>
                    <a:pt x="117" y="27"/>
                    <a:pt x="117" y="21"/>
                  </a:cubicBezTo>
                  <a:cubicBezTo>
                    <a:pt x="117" y="19"/>
                    <a:pt x="113" y="18"/>
                    <a:pt x="111" y="17"/>
                  </a:cubicBezTo>
                  <a:cubicBezTo>
                    <a:pt x="101" y="12"/>
                    <a:pt x="91" y="6"/>
                    <a:pt x="81" y="1"/>
                  </a:cubicBezTo>
                  <a:cubicBezTo>
                    <a:pt x="80" y="1"/>
                    <a:pt x="80" y="0"/>
                    <a:pt x="79" y="0"/>
                  </a:cubicBezTo>
                  <a:cubicBezTo>
                    <a:pt x="78" y="1"/>
                    <a:pt x="76" y="2"/>
                    <a:pt x="75" y="2"/>
                  </a:cubicBezTo>
                  <a:cubicBezTo>
                    <a:pt x="74" y="3"/>
                    <a:pt x="72" y="5"/>
                    <a:pt x="71" y="5"/>
                  </a:cubicBezTo>
                  <a:cubicBezTo>
                    <a:pt x="70" y="5"/>
                    <a:pt x="69" y="3"/>
                    <a:pt x="67" y="2"/>
                  </a:cubicBezTo>
                  <a:cubicBezTo>
                    <a:pt x="66" y="1"/>
                    <a:pt x="65" y="1"/>
                    <a:pt x="64" y="1"/>
                  </a:cubicBezTo>
                  <a:cubicBezTo>
                    <a:pt x="62" y="0"/>
                    <a:pt x="61" y="0"/>
                    <a:pt x="59" y="1"/>
                  </a:cubicBezTo>
                  <a:cubicBezTo>
                    <a:pt x="52" y="5"/>
                    <a:pt x="45" y="10"/>
                    <a:pt x="38" y="14"/>
                  </a:cubicBezTo>
                  <a:cubicBezTo>
                    <a:pt x="35" y="16"/>
                    <a:pt x="32" y="18"/>
                    <a:pt x="29" y="21"/>
                  </a:cubicBezTo>
                  <a:cubicBezTo>
                    <a:pt x="28" y="22"/>
                    <a:pt x="27" y="22"/>
                    <a:pt x="26" y="22"/>
                  </a:cubicBezTo>
                  <a:cubicBezTo>
                    <a:pt x="23" y="22"/>
                    <a:pt x="22" y="22"/>
                    <a:pt x="22" y="25"/>
                  </a:cubicBezTo>
                  <a:cubicBezTo>
                    <a:pt x="22" y="28"/>
                    <a:pt x="22" y="31"/>
                    <a:pt x="22" y="34"/>
                  </a:cubicBezTo>
                  <a:cubicBezTo>
                    <a:pt x="22" y="37"/>
                    <a:pt x="21" y="40"/>
                    <a:pt x="19" y="42"/>
                  </a:cubicBezTo>
                  <a:cubicBezTo>
                    <a:pt x="18" y="43"/>
                    <a:pt x="15" y="43"/>
                    <a:pt x="14" y="43"/>
                  </a:cubicBezTo>
                  <a:cubicBezTo>
                    <a:pt x="12" y="43"/>
                    <a:pt x="10" y="43"/>
                    <a:pt x="8" y="43"/>
                  </a:cubicBezTo>
                  <a:cubicBezTo>
                    <a:pt x="6" y="43"/>
                    <a:pt x="4" y="44"/>
                    <a:pt x="2" y="44"/>
                  </a:cubicBezTo>
                  <a:cubicBezTo>
                    <a:pt x="0" y="44"/>
                    <a:pt x="5" y="51"/>
                    <a:pt x="5" y="51"/>
                  </a:cubicBezTo>
                  <a:cubicBezTo>
                    <a:pt x="6" y="54"/>
                    <a:pt x="7" y="56"/>
                    <a:pt x="10" y="57"/>
                  </a:cubicBezTo>
                  <a:cubicBezTo>
                    <a:pt x="10" y="57"/>
                    <a:pt x="11" y="56"/>
                    <a:pt x="11" y="56"/>
                  </a:cubicBezTo>
                  <a:cubicBezTo>
                    <a:pt x="12" y="57"/>
                    <a:pt x="12" y="60"/>
                    <a:pt x="14" y="58"/>
                  </a:cubicBezTo>
                  <a:cubicBezTo>
                    <a:pt x="16" y="56"/>
                    <a:pt x="18" y="61"/>
                    <a:pt x="19" y="62"/>
                  </a:cubicBezTo>
                  <a:cubicBezTo>
                    <a:pt x="19" y="61"/>
                    <a:pt x="20" y="59"/>
                    <a:pt x="20" y="58"/>
                  </a:cubicBezTo>
                  <a:cubicBezTo>
                    <a:pt x="20" y="57"/>
                    <a:pt x="21" y="56"/>
                    <a:pt x="21" y="55"/>
                  </a:cubicBezTo>
                  <a:cubicBezTo>
                    <a:pt x="22" y="52"/>
                    <a:pt x="22" y="52"/>
                    <a:pt x="25" y="51"/>
                  </a:cubicBezTo>
                  <a:cubicBezTo>
                    <a:pt x="26" y="50"/>
                    <a:pt x="27" y="50"/>
                    <a:pt x="28" y="50"/>
                  </a:cubicBezTo>
                  <a:cubicBezTo>
                    <a:pt x="29" y="49"/>
                    <a:pt x="30" y="51"/>
                    <a:pt x="31" y="51"/>
                  </a:cubicBezTo>
                  <a:cubicBezTo>
                    <a:pt x="33" y="51"/>
                    <a:pt x="34" y="52"/>
                    <a:pt x="35" y="53"/>
                  </a:cubicBezTo>
                  <a:cubicBezTo>
                    <a:pt x="36" y="54"/>
                    <a:pt x="37" y="54"/>
                    <a:pt x="39" y="54"/>
                  </a:cubicBezTo>
                  <a:cubicBezTo>
                    <a:pt x="42" y="52"/>
                    <a:pt x="43" y="55"/>
                    <a:pt x="46" y="55"/>
                  </a:cubicBezTo>
                  <a:cubicBezTo>
                    <a:pt x="49" y="55"/>
                    <a:pt x="52" y="53"/>
                    <a:pt x="55" y="53"/>
                  </a:cubicBezTo>
                  <a:cubicBezTo>
                    <a:pt x="57" y="53"/>
                    <a:pt x="61" y="54"/>
                    <a:pt x="64" y="53"/>
                  </a:cubicBezTo>
                  <a:cubicBezTo>
                    <a:pt x="65" y="53"/>
                    <a:pt x="66" y="52"/>
                    <a:pt x="67" y="51"/>
                  </a:cubicBezTo>
                  <a:cubicBezTo>
                    <a:pt x="69" y="50"/>
                    <a:pt x="68" y="49"/>
                    <a:pt x="68" y="47"/>
                  </a:cubicBezTo>
                  <a:cubicBezTo>
                    <a:pt x="68" y="42"/>
                    <a:pt x="73" y="39"/>
                    <a:pt x="77" y="35"/>
                  </a:cubicBezTo>
                  <a:cubicBezTo>
                    <a:pt x="78" y="34"/>
                    <a:pt x="77" y="32"/>
                    <a:pt x="77" y="31"/>
                  </a:cubicBezTo>
                  <a:cubicBezTo>
                    <a:pt x="77" y="28"/>
                    <a:pt x="77" y="26"/>
                    <a:pt x="77" y="23"/>
                  </a:cubicBezTo>
                  <a:cubicBezTo>
                    <a:pt x="78" y="21"/>
                    <a:pt x="79" y="18"/>
                    <a:pt x="79" y="16"/>
                  </a:cubicBezTo>
                  <a:cubicBezTo>
                    <a:pt x="78" y="14"/>
                    <a:pt x="77" y="12"/>
                    <a:pt x="76" y="11"/>
                  </a:cubicBezTo>
                  <a:cubicBezTo>
                    <a:pt x="74" y="8"/>
                    <a:pt x="75" y="5"/>
                    <a:pt x="75" y="2"/>
                  </a:cubicBezTo>
                  <a:cubicBezTo>
                    <a:pt x="75" y="5"/>
                    <a:pt x="75" y="7"/>
                    <a:pt x="75" y="9"/>
                  </a:cubicBezTo>
                  <a:cubicBezTo>
                    <a:pt x="75" y="11"/>
                    <a:pt x="78" y="14"/>
                    <a:pt x="78" y="16"/>
                  </a:cubicBezTo>
                  <a:cubicBezTo>
                    <a:pt x="79" y="19"/>
                    <a:pt x="77" y="23"/>
                    <a:pt x="77" y="26"/>
                  </a:cubicBezTo>
                  <a:cubicBezTo>
                    <a:pt x="77" y="28"/>
                    <a:pt x="78" y="32"/>
                    <a:pt x="77" y="35"/>
                  </a:cubicBezTo>
                  <a:cubicBezTo>
                    <a:pt x="76" y="37"/>
                    <a:pt x="72" y="39"/>
                    <a:pt x="71" y="41"/>
                  </a:cubicBezTo>
                  <a:cubicBezTo>
                    <a:pt x="69" y="42"/>
                    <a:pt x="68" y="44"/>
                    <a:pt x="68" y="46"/>
                  </a:cubicBezTo>
                  <a:cubicBezTo>
                    <a:pt x="67" y="49"/>
                    <a:pt x="69" y="50"/>
                    <a:pt x="70" y="53"/>
                  </a:cubicBezTo>
                  <a:cubicBezTo>
                    <a:pt x="70" y="54"/>
                    <a:pt x="71" y="54"/>
                    <a:pt x="72" y="55"/>
                  </a:cubicBezTo>
                  <a:cubicBezTo>
                    <a:pt x="74" y="56"/>
                    <a:pt x="75" y="57"/>
                    <a:pt x="75" y="59"/>
                  </a:cubicBezTo>
                  <a:cubicBezTo>
                    <a:pt x="75" y="61"/>
                    <a:pt x="75" y="63"/>
                    <a:pt x="75" y="65"/>
                  </a:cubicBezTo>
                  <a:cubicBezTo>
                    <a:pt x="75" y="66"/>
                    <a:pt x="76" y="68"/>
                    <a:pt x="77" y="70"/>
                  </a:cubicBezTo>
                  <a:cubicBezTo>
                    <a:pt x="74" y="70"/>
                    <a:pt x="67" y="70"/>
                    <a:pt x="72" y="74"/>
                  </a:cubicBezTo>
                  <a:cubicBezTo>
                    <a:pt x="74" y="75"/>
                    <a:pt x="75" y="76"/>
                    <a:pt x="76" y="78"/>
                  </a:cubicBezTo>
                  <a:cubicBezTo>
                    <a:pt x="76" y="79"/>
                    <a:pt x="77" y="80"/>
                    <a:pt x="77" y="81"/>
                  </a:cubicBezTo>
                  <a:cubicBezTo>
                    <a:pt x="77" y="82"/>
                    <a:pt x="80" y="81"/>
                    <a:pt x="80" y="81"/>
                  </a:cubicBezTo>
                  <a:cubicBezTo>
                    <a:pt x="82" y="80"/>
                    <a:pt x="80" y="81"/>
                    <a:pt x="80" y="8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97" name="Freeform 744">
              <a:extLst>
                <a:ext uri="{FF2B5EF4-FFF2-40B4-BE49-F238E27FC236}">
                  <a16:creationId xmlns:a16="http://schemas.microsoft.com/office/drawing/2014/main" id="{810E38C6-6679-FEE8-CFD6-34A52835CD36}"/>
                </a:ext>
              </a:extLst>
            </p:cNvPr>
            <p:cNvSpPr>
              <a:spLocks/>
            </p:cNvSpPr>
            <p:nvPr/>
          </p:nvSpPr>
          <p:spPr bwMode="auto">
            <a:xfrm>
              <a:off x="12684268" y="7940429"/>
              <a:ext cx="767517" cy="946107"/>
            </a:xfrm>
            <a:custGeom>
              <a:avLst/>
              <a:gdLst>
                <a:gd name="T0" fmla="*/ 6 w 82"/>
                <a:gd name="T1" fmla="*/ 39 h 101"/>
                <a:gd name="T2" fmla="*/ 6 w 82"/>
                <a:gd name="T3" fmla="*/ 41 h 101"/>
                <a:gd name="T4" fmla="*/ 4 w 82"/>
                <a:gd name="T5" fmla="*/ 43 h 101"/>
                <a:gd name="T6" fmla="*/ 2 w 82"/>
                <a:gd name="T7" fmla="*/ 49 h 101"/>
                <a:gd name="T8" fmla="*/ 2 w 82"/>
                <a:gd name="T9" fmla="*/ 51 h 101"/>
                <a:gd name="T10" fmla="*/ 1 w 82"/>
                <a:gd name="T11" fmla="*/ 53 h 101"/>
                <a:gd name="T12" fmla="*/ 4 w 82"/>
                <a:gd name="T13" fmla="*/ 58 h 101"/>
                <a:gd name="T14" fmla="*/ 6 w 82"/>
                <a:gd name="T15" fmla="*/ 60 h 101"/>
                <a:gd name="T16" fmla="*/ 6 w 82"/>
                <a:gd name="T17" fmla="*/ 63 h 101"/>
                <a:gd name="T18" fmla="*/ 9 w 82"/>
                <a:gd name="T19" fmla="*/ 68 h 101"/>
                <a:gd name="T20" fmla="*/ 9 w 82"/>
                <a:gd name="T21" fmla="*/ 74 h 101"/>
                <a:gd name="T22" fmla="*/ 15 w 82"/>
                <a:gd name="T23" fmla="*/ 76 h 101"/>
                <a:gd name="T24" fmla="*/ 18 w 82"/>
                <a:gd name="T25" fmla="*/ 81 h 101"/>
                <a:gd name="T26" fmla="*/ 22 w 82"/>
                <a:gd name="T27" fmla="*/ 84 h 101"/>
                <a:gd name="T28" fmla="*/ 26 w 82"/>
                <a:gd name="T29" fmla="*/ 88 h 101"/>
                <a:gd name="T30" fmla="*/ 26 w 82"/>
                <a:gd name="T31" fmla="*/ 91 h 101"/>
                <a:gd name="T32" fmla="*/ 28 w 82"/>
                <a:gd name="T33" fmla="*/ 92 h 101"/>
                <a:gd name="T34" fmla="*/ 32 w 82"/>
                <a:gd name="T35" fmla="*/ 96 h 101"/>
                <a:gd name="T36" fmla="*/ 35 w 82"/>
                <a:gd name="T37" fmla="*/ 95 h 101"/>
                <a:gd name="T38" fmla="*/ 39 w 82"/>
                <a:gd name="T39" fmla="*/ 94 h 101"/>
                <a:gd name="T40" fmla="*/ 44 w 82"/>
                <a:gd name="T41" fmla="*/ 100 h 101"/>
                <a:gd name="T42" fmla="*/ 51 w 82"/>
                <a:gd name="T43" fmla="*/ 100 h 101"/>
                <a:gd name="T44" fmla="*/ 55 w 82"/>
                <a:gd name="T45" fmla="*/ 98 h 101"/>
                <a:gd name="T46" fmla="*/ 59 w 82"/>
                <a:gd name="T47" fmla="*/ 97 h 101"/>
                <a:gd name="T48" fmla="*/ 69 w 82"/>
                <a:gd name="T49" fmla="*/ 94 h 101"/>
                <a:gd name="T50" fmla="*/ 69 w 82"/>
                <a:gd name="T51" fmla="*/ 91 h 101"/>
                <a:gd name="T52" fmla="*/ 66 w 82"/>
                <a:gd name="T53" fmla="*/ 90 h 101"/>
                <a:gd name="T54" fmla="*/ 61 w 82"/>
                <a:gd name="T55" fmla="*/ 83 h 101"/>
                <a:gd name="T56" fmla="*/ 59 w 82"/>
                <a:gd name="T57" fmla="*/ 80 h 101"/>
                <a:gd name="T58" fmla="*/ 56 w 82"/>
                <a:gd name="T59" fmla="*/ 78 h 101"/>
                <a:gd name="T60" fmla="*/ 59 w 82"/>
                <a:gd name="T61" fmla="*/ 75 h 101"/>
                <a:gd name="T62" fmla="*/ 61 w 82"/>
                <a:gd name="T63" fmla="*/ 67 h 101"/>
                <a:gd name="T64" fmla="*/ 62 w 82"/>
                <a:gd name="T65" fmla="*/ 64 h 101"/>
                <a:gd name="T66" fmla="*/ 65 w 82"/>
                <a:gd name="T67" fmla="*/ 62 h 101"/>
                <a:gd name="T68" fmla="*/ 65 w 82"/>
                <a:gd name="T69" fmla="*/ 58 h 101"/>
                <a:gd name="T70" fmla="*/ 67 w 82"/>
                <a:gd name="T71" fmla="*/ 55 h 101"/>
                <a:gd name="T72" fmla="*/ 71 w 82"/>
                <a:gd name="T73" fmla="*/ 52 h 101"/>
                <a:gd name="T74" fmla="*/ 72 w 82"/>
                <a:gd name="T75" fmla="*/ 45 h 101"/>
                <a:gd name="T76" fmla="*/ 72 w 82"/>
                <a:gd name="T77" fmla="*/ 42 h 101"/>
                <a:gd name="T78" fmla="*/ 74 w 82"/>
                <a:gd name="T79" fmla="*/ 37 h 101"/>
                <a:gd name="T80" fmla="*/ 79 w 82"/>
                <a:gd name="T81" fmla="*/ 29 h 101"/>
                <a:gd name="T82" fmla="*/ 82 w 82"/>
                <a:gd name="T83" fmla="*/ 27 h 101"/>
                <a:gd name="T84" fmla="*/ 79 w 82"/>
                <a:gd name="T85" fmla="*/ 23 h 101"/>
                <a:gd name="T86" fmla="*/ 76 w 82"/>
                <a:gd name="T87" fmla="*/ 17 h 101"/>
                <a:gd name="T88" fmla="*/ 76 w 82"/>
                <a:gd name="T89" fmla="*/ 11 h 101"/>
                <a:gd name="T90" fmla="*/ 75 w 82"/>
                <a:gd name="T91" fmla="*/ 9 h 101"/>
                <a:gd name="T92" fmla="*/ 74 w 82"/>
                <a:gd name="T93" fmla="*/ 5 h 101"/>
                <a:gd name="T94" fmla="*/ 68 w 82"/>
                <a:gd name="T95" fmla="*/ 0 h 101"/>
                <a:gd name="T96" fmla="*/ 64 w 82"/>
                <a:gd name="T97" fmla="*/ 2 h 101"/>
                <a:gd name="T98" fmla="*/ 60 w 82"/>
                <a:gd name="T99" fmla="*/ 5 h 101"/>
                <a:gd name="T100" fmla="*/ 56 w 82"/>
                <a:gd name="T101" fmla="*/ 5 h 101"/>
                <a:gd name="T102" fmla="*/ 46 w 82"/>
                <a:gd name="T103" fmla="*/ 5 h 101"/>
                <a:gd name="T104" fmla="*/ 17 w 82"/>
                <a:gd name="T105" fmla="*/ 5 h 101"/>
                <a:gd name="T106" fmla="*/ 16 w 82"/>
                <a:gd name="T107" fmla="*/ 14 h 101"/>
                <a:gd name="T108" fmla="*/ 13 w 82"/>
                <a:gd name="T109" fmla="*/ 16 h 101"/>
                <a:gd name="T110" fmla="*/ 11 w 82"/>
                <a:gd name="T111" fmla="*/ 18 h 101"/>
                <a:gd name="T112" fmla="*/ 11 w 82"/>
                <a:gd name="T113" fmla="*/ 32 h 101"/>
                <a:gd name="T114" fmla="*/ 11 w 82"/>
                <a:gd name="T115" fmla="*/ 37 h 101"/>
                <a:gd name="T116" fmla="*/ 6 w 82"/>
                <a:gd name="T117" fmla="*/ 3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2" h="101">
                  <a:moveTo>
                    <a:pt x="6" y="39"/>
                  </a:moveTo>
                  <a:cubicBezTo>
                    <a:pt x="6" y="39"/>
                    <a:pt x="6" y="40"/>
                    <a:pt x="6" y="41"/>
                  </a:cubicBezTo>
                  <a:cubicBezTo>
                    <a:pt x="5" y="42"/>
                    <a:pt x="4" y="42"/>
                    <a:pt x="4" y="43"/>
                  </a:cubicBezTo>
                  <a:cubicBezTo>
                    <a:pt x="4" y="45"/>
                    <a:pt x="2" y="47"/>
                    <a:pt x="2" y="49"/>
                  </a:cubicBezTo>
                  <a:cubicBezTo>
                    <a:pt x="2" y="50"/>
                    <a:pt x="3" y="51"/>
                    <a:pt x="2" y="51"/>
                  </a:cubicBezTo>
                  <a:cubicBezTo>
                    <a:pt x="2" y="52"/>
                    <a:pt x="0" y="53"/>
                    <a:pt x="1" y="53"/>
                  </a:cubicBezTo>
                  <a:cubicBezTo>
                    <a:pt x="4" y="53"/>
                    <a:pt x="3" y="57"/>
                    <a:pt x="4" y="58"/>
                  </a:cubicBezTo>
                  <a:cubicBezTo>
                    <a:pt x="4" y="59"/>
                    <a:pt x="5" y="59"/>
                    <a:pt x="6" y="60"/>
                  </a:cubicBezTo>
                  <a:cubicBezTo>
                    <a:pt x="6" y="61"/>
                    <a:pt x="6" y="62"/>
                    <a:pt x="6" y="63"/>
                  </a:cubicBezTo>
                  <a:cubicBezTo>
                    <a:pt x="7" y="65"/>
                    <a:pt x="9" y="66"/>
                    <a:pt x="9" y="68"/>
                  </a:cubicBezTo>
                  <a:cubicBezTo>
                    <a:pt x="9" y="69"/>
                    <a:pt x="8" y="74"/>
                    <a:pt x="9" y="74"/>
                  </a:cubicBezTo>
                  <a:cubicBezTo>
                    <a:pt x="12" y="74"/>
                    <a:pt x="13" y="75"/>
                    <a:pt x="15" y="76"/>
                  </a:cubicBezTo>
                  <a:cubicBezTo>
                    <a:pt x="17" y="77"/>
                    <a:pt x="16" y="80"/>
                    <a:pt x="18" y="81"/>
                  </a:cubicBezTo>
                  <a:cubicBezTo>
                    <a:pt x="19" y="82"/>
                    <a:pt x="22" y="82"/>
                    <a:pt x="22" y="84"/>
                  </a:cubicBezTo>
                  <a:cubicBezTo>
                    <a:pt x="22" y="86"/>
                    <a:pt x="25" y="87"/>
                    <a:pt x="26" y="88"/>
                  </a:cubicBezTo>
                  <a:cubicBezTo>
                    <a:pt x="26" y="89"/>
                    <a:pt x="26" y="90"/>
                    <a:pt x="26" y="91"/>
                  </a:cubicBezTo>
                  <a:cubicBezTo>
                    <a:pt x="27" y="91"/>
                    <a:pt x="28" y="92"/>
                    <a:pt x="28" y="92"/>
                  </a:cubicBezTo>
                  <a:cubicBezTo>
                    <a:pt x="29" y="93"/>
                    <a:pt x="30" y="95"/>
                    <a:pt x="32" y="96"/>
                  </a:cubicBezTo>
                  <a:cubicBezTo>
                    <a:pt x="33" y="97"/>
                    <a:pt x="33" y="93"/>
                    <a:pt x="35" y="95"/>
                  </a:cubicBezTo>
                  <a:cubicBezTo>
                    <a:pt x="37" y="96"/>
                    <a:pt x="37" y="94"/>
                    <a:pt x="39" y="94"/>
                  </a:cubicBezTo>
                  <a:cubicBezTo>
                    <a:pt x="41" y="95"/>
                    <a:pt x="42" y="98"/>
                    <a:pt x="44" y="100"/>
                  </a:cubicBezTo>
                  <a:cubicBezTo>
                    <a:pt x="46" y="95"/>
                    <a:pt x="49" y="101"/>
                    <a:pt x="51" y="100"/>
                  </a:cubicBezTo>
                  <a:cubicBezTo>
                    <a:pt x="52" y="99"/>
                    <a:pt x="53" y="98"/>
                    <a:pt x="55" y="98"/>
                  </a:cubicBezTo>
                  <a:cubicBezTo>
                    <a:pt x="56" y="98"/>
                    <a:pt x="58" y="98"/>
                    <a:pt x="59" y="97"/>
                  </a:cubicBezTo>
                  <a:cubicBezTo>
                    <a:pt x="61" y="93"/>
                    <a:pt x="65" y="91"/>
                    <a:pt x="69" y="94"/>
                  </a:cubicBezTo>
                  <a:cubicBezTo>
                    <a:pt x="69" y="93"/>
                    <a:pt x="69" y="92"/>
                    <a:pt x="69" y="91"/>
                  </a:cubicBezTo>
                  <a:cubicBezTo>
                    <a:pt x="69" y="90"/>
                    <a:pt x="66" y="90"/>
                    <a:pt x="66" y="90"/>
                  </a:cubicBezTo>
                  <a:cubicBezTo>
                    <a:pt x="64" y="88"/>
                    <a:pt x="63" y="85"/>
                    <a:pt x="61" y="83"/>
                  </a:cubicBezTo>
                  <a:cubicBezTo>
                    <a:pt x="60" y="82"/>
                    <a:pt x="60" y="81"/>
                    <a:pt x="59" y="80"/>
                  </a:cubicBezTo>
                  <a:cubicBezTo>
                    <a:pt x="58" y="79"/>
                    <a:pt x="57" y="79"/>
                    <a:pt x="56" y="78"/>
                  </a:cubicBezTo>
                  <a:cubicBezTo>
                    <a:pt x="53" y="75"/>
                    <a:pt x="59" y="75"/>
                    <a:pt x="59" y="75"/>
                  </a:cubicBezTo>
                  <a:cubicBezTo>
                    <a:pt x="61" y="74"/>
                    <a:pt x="60" y="69"/>
                    <a:pt x="61" y="67"/>
                  </a:cubicBezTo>
                  <a:cubicBezTo>
                    <a:pt x="61" y="66"/>
                    <a:pt x="61" y="64"/>
                    <a:pt x="62" y="64"/>
                  </a:cubicBezTo>
                  <a:cubicBezTo>
                    <a:pt x="63" y="63"/>
                    <a:pt x="65" y="63"/>
                    <a:pt x="65" y="62"/>
                  </a:cubicBezTo>
                  <a:cubicBezTo>
                    <a:pt x="65" y="61"/>
                    <a:pt x="65" y="60"/>
                    <a:pt x="65" y="58"/>
                  </a:cubicBezTo>
                  <a:cubicBezTo>
                    <a:pt x="65" y="57"/>
                    <a:pt x="66" y="56"/>
                    <a:pt x="67" y="55"/>
                  </a:cubicBezTo>
                  <a:cubicBezTo>
                    <a:pt x="68" y="53"/>
                    <a:pt x="70" y="54"/>
                    <a:pt x="71" y="52"/>
                  </a:cubicBezTo>
                  <a:cubicBezTo>
                    <a:pt x="71" y="50"/>
                    <a:pt x="72" y="48"/>
                    <a:pt x="72" y="45"/>
                  </a:cubicBezTo>
                  <a:cubicBezTo>
                    <a:pt x="72" y="44"/>
                    <a:pt x="72" y="43"/>
                    <a:pt x="72" y="42"/>
                  </a:cubicBezTo>
                  <a:cubicBezTo>
                    <a:pt x="72" y="40"/>
                    <a:pt x="74" y="38"/>
                    <a:pt x="74" y="37"/>
                  </a:cubicBezTo>
                  <a:cubicBezTo>
                    <a:pt x="74" y="33"/>
                    <a:pt x="75" y="30"/>
                    <a:pt x="79" y="29"/>
                  </a:cubicBezTo>
                  <a:cubicBezTo>
                    <a:pt x="80" y="29"/>
                    <a:pt x="81" y="29"/>
                    <a:pt x="82" y="27"/>
                  </a:cubicBezTo>
                  <a:cubicBezTo>
                    <a:pt x="82" y="26"/>
                    <a:pt x="80" y="24"/>
                    <a:pt x="79" y="23"/>
                  </a:cubicBezTo>
                  <a:cubicBezTo>
                    <a:pt x="77" y="21"/>
                    <a:pt x="76" y="19"/>
                    <a:pt x="76" y="17"/>
                  </a:cubicBezTo>
                  <a:cubicBezTo>
                    <a:pt x="76" y="16"/>
                    <a:pt x="75" y="11"/>
                    <a:pt x="76" y="11"/>
                  </a:cubicBezTo>
                  <a:cubicBezTo>
                    <a:pt x="77" y="10"/>
                    <a:pt x="76" y="10"/>
                    <a:pt x="75" y="9"/>
                  </a:cubicBezTo>
                  <a:cubicBezTo>
                    <a:pt x="74" y="8"/>
                    <a:pt x="74" y="7"/>
                    <a:pt x="74" y="5"/>
                  </a:cubicBezTo>
                  <a:cubicBezTo>
                    <a:pt x="72" y="3"/>
                    <a:pt x="69" y="2"/>
                    <a:pt x="68" y="0"/>
                  </a:cubicBezTo>
                  <a:cubicBezTo>
                    <a:pt x="67" y="0"/>
                    <a:pt x="65" y="1"/>
                    <a:pt x="64" y="2"/>
                  </a:cubicBezTo>
                  <a:cubicBezTo>
                    <a:pt x="63" y="5"/>
                    <a:pt x="61" y="3"/>
                    <a:pt x="60" y="5"/>
                  </a:cubicBezTo>
                  <a:cubicBezTo>
                    <a:pt x="59" y="9"/>
                    <a:pt x="58" y="5"/>
                    <a:pt x="56" y="5"/>
                  </a:cubicBezTo>
                  <a:cubicBezTo>
                    <a:pt x="52" y="5"/>
                    <a:pt x="49" y="5"/>
                    <a:pt x="46" y="5"/>
                  </a:cubicBezTo>
                  <a:cubicBezTo>
                    <a:pt x="37" y="5"/>
                    <a:pt x="27" y="5"/>
                    <a:pt x="17" y="5"/>
                  </a:cubicBezTo>
                  <a:cubicBezTo>
                    <a:pt x="15" y="5"/>
                    <a:pt x="16" y="12"/>
                    <a:pt x="16" y="14"/>
                  </a:cubicBezTo>
                  <a:cubicBezTo>
                    <a:pt x="16" y="16"/>
                    <a:pt x="15" y="16"/>
                    <a:pt x="13" y="16"/>
                  </a:cubicBezTo>
                  <a:cubicBezTo>
                    <a:pt x="10" y="16"/>
                    <a:pt x="11" y="16"/>
                    <a:pt x="11" y="18"/>
                  </a:cubicBezTo>
                  <a:cubicBezTo>
                    <a:pt x="11" y="23"/>
                    <a:pt x="11" y="27"/>
                    <a:pt x="11" y="32"/>
                  </a:cubicBezTo>
                  <a:cubicBezTo>
                    <a:pt x="11" y="34"/>
                    <a:pt x="11" y="36"/>
                    <a:pt x="11" y="37"/>
                  </a:cubicBezTo>
                  <a:cubicBezTo>
                    <a:pt x="11" y="39"/>
                    <a:pt x="7" y="38"/>
                    <a:pt x="6" y="3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98" name="Freeform 745">
              <a:extLst>
                <a:ext uri="{FF2B5EF4-FFF2-40B4-BE49-F238E27FC236}">
                  <a16:creationId xmlns:a16="http://schemas.microsoft.com/office/drawing/2014/main" id="{CAB62E91-CA29-F48E-A8CC-241471DD4FB5}"/>
                </a:ext>
              </a:extLst>
            </p:cNvPr>
            <p:cNvSpPr>
              <a:spLocks/>
            </p:cNvSpPr>
            <p:nvPr/>
          </p:nvSpPr>
          <p:spPr bwMode="auto">
            <a:xfrm>
              <a:off x="13356248" y="8182530"/>
              <a:ext cx="299364" cy="270773"/>
            </a:xfrm>
            <a:custGeom>
              <a:avLst/>
              <a:gdLst>
                <a:gd name="T0" fmla="*/ 3 w 32"/>
                <a:gd name="T1" fmla="*/ 19 h 29"/>
                <a:gd name="T2" fmla="*/ 7 w 32"/>
                <a:gd name="T3" fmla="*/ 20 h 29"/>
                <a:gd name="T4" fmla="*/ 7 w 32"/>
                <a:gd name="T5" fmla="*/ 17 h 29"/>
                <a:gd name="T6" fmla="*/ 10 w 32"/>
                <a:gd name="T7" fmla="*/ 19 h 29"/>
                <a:gd name="T8" fmla="*/ 12 w 32"/>
                <a:gd name="T9" fmla="*/ 18 h 29"/>
                <a:gd name="T10" fmla="*/ 14 w 32"/>
                <a:gd name="T11" fmla="*/ 18 h 29"/>
                <a:gd name="T12" fmla="*/ 29 w 32"/>
                <a:gd name="T13" fmla="*/ 29 h 29"/>
                <a:gd name="T14" fmla="*/ 32 w 32"/>
                <a:gd name="T15" fmla="*/ 27 h 29"/>
                <a:gd name="T16" fmla="*/ 24 w 32"/>
                <a:gd name="T17" fmla="*/ 19 h 29"/>
                <a:gd name="T18" fmla="*/ 19 w 32"/>
                <a:gd name="T19" fmla="*/ 16 h 29"/>
                <a:gd name="T20" fmla="*/ 17 w 32"/>
                <a:gd name="T21" fmla="*/ 14 h 29"/>
                <a:gd name="T22" fmla="*/ 17 w 32"/>
                <a:gd name="T23" fmla="*/ 16 h 29"/>
                <a:gd name="T24" fmla="*/ 16 w 32"/>
                <a:gd name="T25" fmla="*/ 14 h 29"/>
                <a:gd name="T26" fmla="*/ 14 w 32"/>
                <a:gd name="T27" fmla="*/ 9 h 29"/>
                <a:gd name="T28" fmla="*/ 10 w 32"/>
                <a:gd name="T29" fmla="*/ 0 h 29"/>
                <a:gd name="T30" fmla="*/ 2 w 32"/>
                <a:gd name="T31" fmla="*/ 7 h 29"/>
                <a:gd name="T32" fmla="*/ 1 w 32"/>
                <a:gd name="T33" fmla="*/ 13 h 29"/>
                <a:gd name="T34" fmla="*/ 0 w 32"/>
                <a:gd name="T35" fmla="*/ 20 h 29"/>
                <a:gd name="T36" fmla="*/ 3 w 32"/>
                <a:gd name="T37"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29">
                  <a:moveTo>
                    <a:pt x="3" y="19"/>
                  </a:moveTo>
                  <a:cubicBezTo>
                    <a:pt x="4" y="19"/>
                    <a:pt x="6" y="21"/>
                    <a:pt x="7" y="20"/>
                  </a:cubicBezTo>
                  <a:cubicBezTo>
                    <a:pt x="7" y="19"/>
                    <a:pt x="6" y="17"/>
                    <a:pt x="7" y="17"/>
                  </a:cubicBezTo>
                  <a:cubicBezTo>
                    <a:pt x="9" y="17"/>
                    <a:pt x="9" y="19"/>
                    <a:pt x="10" y="19"/>
                  </a:cubicBezTo>
                  <a:cubicBezTo>
                    <a:pt x="11" y="19"/>
                    <a:pt x="12" y="18"/>
                    <a:pt x="12" y="18"/>
                  </a:cubicBezTo>
                  <a:cubicBezTo>
                    <a:pt x="13" y="17"/>
                    <a:pt x="14" y="18"/>
                    <a:pt x="14" y="18"/>
                  </a:cubicBezTo>
                  <a:cubicBezTo>
                    <a:pt x="22" y="18"/>
                    <a:pt x="25" y="24"/>
                    <a:pt x="29" y="29"/>
                  </a:cubicBezTo>
                  <a:cubicBezTo>
                    <a:pt x="30" y="29"/>
                    <a:pt x="31" y="28"/>
                    <a:pt x="32" y="27"/>
                  </a:cubicBezTo>
                  <a:cubicBezTo>
                    <a:pt x="29" y="25"/>
                    <a:pt x="26" y="22"/>
                    <a:pt x="24" y="19"/>
                  </a:cubicBezTo>
                  <a:cubicBezTo>
                    <a:pt x="23" y="17"/>
                    <a:pt x="21" y="17"/>
                    <a:pt x="19" y="16"/>
                  </a:cubicBezTo>
                  <a:cubicBezTo>
                    <a:pt x="18" y="16"/>
                    <a:pt x="18" y="14"/>
                    <a:pt x="17" y="14"/>
                  </a:cubicBezTo>
                  <a:cubicBezTo>
                    <a:pt x="16" y="14"/>
                    <a:pt x="17" y="15"/>
                    <a:pt x="17" y="16"/>
                  </a:cubicBezTo>
                  <a:cubicBezTo>
                    <a:pt x="17" y="16"/>
                    <a:pt x="16" y="14"/>
                    <a:pt x="16" y="14"/>
                  </a:cubicBezTo>
                  <a:cubicBezTo>
                    <a:pt x="15" y="12"/>
                    <a:pt x="14" y="11"/>
                    <a:pt x="14" y="9"/>
                  </a:cubicBezTo>
                  <a:cubicBezTo>
                    <a:pt x="13" y="6"/>
                    <a:pt x="13" y="3"/>
                    <a:pt x="10" y="0"/>
                  </a:cubicBezTo>
                  <a:cubicBezTo>
                    <a:pt x="9" y="4"/>
                    <a:pt x="4" y="4"/>
                    <a:pt x="2" y="7"/>
                  </a:cubicBezTo>
                  <a:cubicBezTo>
                    <a:pt x="1" y="9"/>
                    <a:pt x="2" y="11"/>
                    <a:pt x="1" y="13"/>
                  </a:cubicBezTo>
                  <a:cubicBezTo>
                    <a:pt x="0" y="15"/>
                    <a:pt x="0" y="17"/>
                    <a:pt x="0" y="20"/>
                  </a:cubicBezTo>
                  <a:cubicBezTo>
                    <a:pt x="1" y="19"/>
                    <a:pt x="2" y="19"/>
                    <a:pt x="3" y="1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099" name="Freeform 746">
              <a:extLst>
                <a:ext uri="{FF2B5EF4-FFF2-40B4-BE49-F238E27FC236}">
                  <a16:creationId xmlns:a16="http://schemas.microsoft.com/office/drawing/2014/main" id="{1F41173A-9AE5-85B6-BB03-CD4074E2E42E}"/>
                </a:ext>
              </a:extLst>
            </p:cNvPr>
            <p:cNvSpPr>
              <a:spLocks/>
            </p:cNvSpPr>
            <p:nvPr/>
          </p:nvSpPr>
          <p:spPr bwMode="auto">
            <a:xfrm>
              <a:off x="13200195" y="8313139"/>
              <a:ext cx="691083" cy="573399"/>
            </a:xfrm>
            <a:custGeom>
              <a:avLst/>
              <a:gdLst>
                <a:gd name="T0" fmla="*/ 70 w 74"/>
                <a:gd name="T1" fmla="*/ 38 h 61"/>
                <a:gd name="T2" fmla="*/ 57 w 74"/>
                <a:gd name="T3" fmla="*/ 33 h 61"/>
                <a:gd name="T4" fmla="*/ 51 w 74"/>
                <a:gd name="T5" fmla="*/ 29 h 61"/>
                <a:gd name="T6" fmla="*/ 48 w 74"/>
                <a:gd name="T7" fmla="*/ 24 h 61"/>
                <a:gd name="T8" fmla="*/ 51 w 74"/>
                <a:gd name="T9" fmla="*/ 20 h 61"/>
                <a:gd name="T10" fmla="*/ 45 w 74"/>
                <a:gd name="T11" fmla="*/ 23 h 61"/>
                <a:gd name="T12" fmla="*/ 44 w 74"/>
                <a:gd name="T13" fmla="*/ 18 h 61"/>
                <a:gd name="T14" fmla="*/ 44 w 74"/>
                <a:gd name="T15" fmla="*/ 12 h 61"/>
                <a:gd name="T16" fmla="*/ 37 w 74"/>
                <a:gd name="T17" fmla="*/ 5 h 61"/>
                <a:gd name="T18" fmla="*/ 28 w 74"/>
                <a:gd name="T19" fmla="*/ 4 h 61"/>
                <a:gd name="T20" fmla="*/ 24 w 74"/>
                <a:gd name="T21" fmla="*/ 5 h 61"/>
                <a:gd name="T22" fmla="*/ 21 w 74"/>
                <a:gd name="T23" fmla="*/ 5 h 61"/>
                <a:gd name="T24" fmla="*/ 18 w 74"/>
                <a:gd name="T25" fmla="*/ 5 h 61"/>
                <a:gd name="T26" fmla="*/ 17 w 74"/>
                <a:gd name="T27" fmla="*/ 8 h 61"/>
                <a:gd name="T28" fmla="*/ 15 w 74"/>
                <a:gd name="T29" fmla="*/ 13 h 61"/>
                <a:gd name="T30" fmla="*/ 12 w 74"/>
                <a:gd name="T31" fmla="*/ 14 h 61"/>
                <a:gd name="T32" fmla="*/ 10 w 74"/>
                <a:gd name="T33" fmla="*/ 18 h 61"/>
                <a:gd name="T34" fmla="*/ 10 w 74"/>
                <a:gd name="T35" fmla="*/ 23 h 61"/>
                <a:gd name="T36" fmla="*/ 5 w 74"/>
                <a:gd name="T37" fmla="*/ 34 h 61"/>
                <a:gd name="T38" fmla="*/ 1 w 74"/>
                <a:gd name="T39" fmla="*/ 35 h 61"/>
                <a:gd name="T40" fmla="*/ 2 w 74"/>
                <a:gd name="T41" fmla="*/ 38 h 61"/>
                <a:gd name="T42" fmla="*/ 9 w 74"/>
                <a:gd name="T43" fmla="*/ 47 h 61"/>
                <a:gd name="T44" fmla="*/ 13 w 74"/>
                <a:gd name="T45" fmla="*/ 50 h 61"/>
                <a:gd name="T46" fmla="*/ 14 w 74"/>
                <a:gd name="T47" fmla="*/ 54 h 61"/>
                <a:gd name="T48" fmla="*/ 20 w 74"/>
                <a:gd name="T49" fmla="*/ 55 h 61"/>
                <a:gd name="T50" fmla="*/ 25 w 74"/>
                <a:gd name="T51" fmla="*/ 59 h 61"/>
                <a:gd name="T52" fmla="*/ 33 w 74"/>
                <a:gd name="T53" fmla="*/ 60 h 61"/>
                <a:gd name="T54" fmla="*/ 39 w 74"/>
                <a:gd name="T55" fmla="*/ 57 h 61"/>
                <a:gd name="T56" fmla="*/ 47 w 74"/>
                <a:gd name="T57" fmla="*/ 56 h 61"/>
                <a:gd name="T58" fmla="*/ 54 w 74"/>
                <a:gd name="T59" fmla="*/ 53 h 61"/>
                <a:gd name="T60" fmla="*/ 59 w 74"/>
                <a:gd name="T61" fmla="*/ 53 h 61"/>
                <a:gd name="T62" fmla="*/ 74 w 74"/>
                <a:gd name="T63" fmla="*/ 38 h 61"/>
                <a:gd name="T64" fmla="*/ 70 w 74"/>
                <a:gd name="T6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61">
                  <a:moveTo>
                    <a:pt x="70" y="38"/>
                  </a:moveTo>
                  <a:cubicBezTo>
                    <a:pt x="65" y="36"/>
                    <a:pt x="61" y="35"/>
                    <a:pt x="57" y="33"/>
                  </a:cubicBezTo>
                  <a:cubicBezTo>
                    <a:pt x="54" y="32"/>
                    <a:pt x="53" y="31"/>
                    <a:pt x="51" y="29"/>
                  </a:cubicBezTo>
                  <a:cubicBezTo>
                    <a:pt x="50" y="28"/>
                    <a:pt x="49" y="26"/>
                    <a:pt x="48" y="24"/>
                  </a:cubicBezTo>
                  <a:cubicBezTo>
                    <a:pt x="48" y="23"/>
                    <a:pt x="51" y="21"/>
                    <a:pt x="51" y="20"/>
                  </a:cubicBezTo>
                  <a:cubicBezTo>
                    <a:pt x="49" y="21"/>
                    <a:pt x="47" y="22"/>
                    <a:pt x="45" y="23"/>
                  </a:cubicBezTo>
                  <a:cubicBezTo>
                    <a:pt x="43" y="23"/>
                    <a:pt x="43" y="19"/>
                    <a:pt x="44" y="18"/>
                  </a:cubicBezTo>
                  <a:cubicBezTo>
                    <a:pt x="47" y="15"/>
                    <a:pt x="46" y="15"/>
                    <a:pt x="44" y="12"/>
                  </a:cubicBezTo>
                  <a:cubicBezTo>
                    <a:pt x="42" y="10"/>
                    <a:pt x="40" y="6"/>
                    <a:pt x="37" y="5"/>
                  </a:cubicBezTo>
                  <a:cubicBezTo>
                    <a:pt x="35" y="5"/>
                    <a:pt x="30" y="3"/>
                    <a:pt x="28" y="4"/>
                  </a:cubicBezTo>
                  <a:cubicBezTo>
                    <a:pt x="26" y="7"/>
                    <a:pt x="24" y="0"/>
                    <a:pt x="24" y="5"/>
                  </a:cubicBezTo>
                  <a:cubicBezTo>
                    <a:pt x="24" y="7"/>
                    <a:pt x="22" y="6"/>
                    <a:pt x="21" y="5"/>
                  </a:cubicBezTo>
                  <a:cubicBezTo>
                    <a:pt x="20" y="5"/>
                    <a:pt x="19" y="5"/>
                    <a:pt x="18" y="5"/>
                  </a:cubicBezTo>
                  <a:cubicBezTo>
                    <a:pt x="16" y="6"/>
                    <a:pt x="17" y="6"/>
                    <a:pt x="17" y="8"/>
                  </a:cubicBezTo>
                  <a:cubicBezTo>
                    <a:pt x="17" y="9"/>
                    <a:pt x="16" y="12"/>
                    <a:pt x="15" y="13"/>
                  </a:cubicBezTo>
                  <a:cubicBezTo>
                    <a:pt x="15" y="14"/>
                    <a:pt x="12" y="13"/>
                    <a:pt x="12" y="14"/>
                  </a:cubicBezTo>
                  <a:cubicBezTo>
                    <a:pt x="12" y="16"/>
                    <a:pt x="10" y="17"/>
                    <a:pt x="10" y="18"/>
                  </a:cubicBezTo>
                  <a:cubicBezTo>
                    <a:pt x="10" y="19"/>
                    <a:pt x="11" y="22"/>
                    <a:pt x="10" y="23"/>
                  </a:cubicBezTo>
                  <a:cubicBezTo>
                    <a:pt x="4" y="24"/>
                    <a:pt x="6" y="30"/>
                    <a:pt x="5" y="34"/>
                  </a:cubicBezTo>
                  <a:cubicBezTo>
                    <a:pt x="4" y="35"/>
                    <a:pt x="3" y="35"/>
                    <a:pt x="1" y="35"/>
                  </a:cubicBezTo>
                  <a:cubicBezTo>
                    <a:pt x="0" y="36"/>
                    <a:pt x="0" y="38"/>
                    <a:pt x="2" y="38"/>
                  </a:cubicBezTo>
                  <a:cubicBezTo>
                    <a:pt x="5" y="39"/>
                    <a:pt x="8" y="45"/>
                    <a:pt x="9" y="47"/>
                  </a:cubicBezTo>
                  <a:cubicBezTo>
                    <a:pt x="10" y="49"/>
                    <a:pt x="11" y="49"/>
                    <a:pt x="13" y="50"/>
                  </a:cubicBezTo>
                  <a:cubicBezTo>
                    <a:pt x="14" y="51"/>
                    <a:pt x="13" y="53"/>
                    <a:pt x="14" y="54"/>
                  </a:cubicBezTo>
                  <a:cubicBezTo>
                    <a:pt x="16" y="56"/>
                    <a:pt x="18" y="54"/>
                    <a:pt x="20" y="55"/>
                  </a:cubicBezTo>
                  <a:cubicBezTo>
                    <a:pt x="21" y="56"/>
                    <a:pt x="23" y="58"/>
                    <a:pt x="25" y="59"/>
                  </a:cubicBezTo>
                  <a:cubicBezTo>
                    <a:pt x="27" y="59"/>
                    <a:pt x="31" y="61"/>
                    <a:pt x="33" y="60"/>
                  </a:cubicBezTo>
                  <a:cubicBezTo>
                    <a:pt x="35" y="58"/>
                    <a:pt x="36" y="56"/>
                    <a:pt x="39" y="57"/>
                  </a:cubicBezTo>
                  <a:cubicBezTo>
                    <a:pt x="42" y="58"/>
                    <a:pt x="45" y="57"/>
                    <a:pt x="47" y="56"/>
                  </a:cubicBezTo>
                  <a:cubicBezTo>
                    <a:pt x="49" y="54"/>
                    <a:pt x="51" y="53"/>
                    <a:pt x="54" y="53"/>
                  </a:cubicBezTo>
                  <a:cubicBezTo>
                    <a:pt x="55" y="53"/>
                    <a:pt x="59" y="53"/>
                    <a:pt x="59" y="53"/>
                  </a:cubicBezTo>
                  <a:cubicBezTo>
                    <a:pt x="64" y="48"/>
                    <a:pt x="69" y="43"/>
                    <a:pt x="74" y="38"/>
                  </a:cubicBezTo>
                  <a:cubicBezTo>
                    <a:pt x="73" y="38"/>
                    <a:pt x="71" y="38"/>
                    <a:pt x="70" y="3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00" name="Freeform 747">
              <a:extLst>
                <a:ext uri="{FF2B5EF4-FFF2-40B4-BE49-F238E27FC236}">
                  <a16:creationId xmlns:a16="http://schemas.microsoft.com/office/drawing/2014/main" id="{E3A60125-0D7C-E78A-EEB5-4039837BC70A}"/>
                </a:ext>
              </a:extLst>
            </p:cNvPr>
            <p:cNvSpPr>
              <a:spLocks/>
            </p:cNvSpPr>
            <p:nvPr/>
          </p:nvSpPr>
          <p:spPr bwMode="auto">
            <a:xfrm>
              <a:off x="13235226" y="8481973"/>
              <a:ext cx="812102" cy="777271"/>
            </a:xfrm>
            <a:custGeom>
              <a:avLst/>
              <a:gdLst>
                <a:gd name="T0" fmla="*/ 86 w 87"/>
                <a:gd name="T1" fmla="*/ 1 h 83"/>
                <a:gd name="T2" fmla="*/ 83 w 87"/>
                <a:gd name="T3" fmla="*/ 0 h 83"/>
                <a:gd name="T4" fmla="*/ 79 w 87"/>
                <a:gd name="T5" fmla="*/ 3 h 83"/>
                <a:gd name="T6" fmla="*/ 71 w 87"/>
                <a:gd name="T7" fmla="*/ 3 h 83"/>
                <a:gd name="T8" fmla="*/ 69 w 87"/>
                <a:gd name="T9" fmla="*/ 4 h 83"/>
                <a:gd name="T10" fmla="*/ 68 w 87"/>
                <a:gd name="T11" fmla="*/ 3 h 83"/>
                <a:gd name="T12" fmla="*/ 63 w 87"/>
                <a:gd name="T13" fmla="*/ 6 h 83"/>
                <a:gd name="T14" fmla="*/ 58 w 87"/>
                <a:gd name="T15" fmla="*/ 5 h 83"/>
                <a:gd name="T16" fmla="*/ 53 w 87"/>
                <a:gd name="T17" fmla="*/ 7 h 83"/>
                <a:gd name="T18" fmla="*/ 47 w 87"/>
                <a:gd name="T19" fmla="*/ 2 h 83"/>
                <a:gd name="T20" fmla="*/ 44 w 87"/>
                <a:gd name="T21" fmla="*/ 6 h 83"/>
                <a:gd name="T22" fmla="*/ 48 w 87"/>
                <a:gd name="T23" fmla="*/ 12 h 83"/>
                <a:gd name="T24" fmla="*/ 56 w 87"/>
                <a:gd name="T25" fmla="*/ 16 h 83"/>
                <a:gd name="T26" fmla="*/ 70 w 87"/>
                <a:gd name="T27" fmla="*/ 20 h 83"/>
                <a:gd name="T28" fmla="*/ 63 w 87"/>
                <a:gd name="T29" fmla="*/ 27 h 83"/>
                <a:gd name="T30" fmla="*/ 58 w 87"/>
                <a:gd name="T31" fmla="*/ 33 h 83"/>
                <a:gd name="T32" fmla="*/ 55 w 87"/>
                <a:gd name="T33" fmla="*/ 35 h 83"/>
                <a:gd name="T34" fmla="*/ 48 w 87"/>
                <a:gd name="T35" fmla="*/ 35 h 83"/>
                <a:gd name="T36" fmla="*/ 42 w 87"/>
                <a:gd name="T37" fmla="*/ 38 h 83"/>
                <a:gd name="T38" fmla="*/ 36 w 87"/>
                <a:gd name="T39" fmla="*/ 39 h 83"/>
                <a:gd name="T40" fmla="*/ 32 w 87"/>
                <a:gd name="T41" fmla="*/ 39 h 83"/>
                <a:gd name="T42" fmla="*/ 26 w 87"/>
                <a:gd name="T43" fmla="*/ 42 h 83"/>
                <a:gd name="T44" fmla="*/ 21 w 87"/>
                <a:gd name="T45" fmla="*/ 41 h 83"/>
                <a:gd name="T46" fmla="*/ 16 w 87"/>
                <a:gd name="T47" fmla="*/ 37 h 83"/>
                <a:gd name="T48" fmla="*/ 11 w 87"/>
                <a:gd name="T49" fmla="*/ 37 h 83"/>
                <a:gd name="T50" fmla="*/ 7 w 87"/>
                <a:gd name="T51" fmla="*/ 34 h 83"/>
                <a:gd name="T52" fmla="*/ 0 w 87"/>
                <a:gd name="T53" fmla="*/ 39 h 83"/>
                <a:gd name="T54" fmla="*/ 3 w 87"/>
                <a:gd name="T55" fmla="*/ 41 h 83"/>
                <a:gd name="T56" fmla="*/ 4 w 87"/>
                <a:gd name="T57" fmla="*/ 45 h 83"/>
                <a:gd name="T58" fmla="*/ 3 w 87"/>
                <a:gd name="T59" fmla="*/ 54 h 83"/>
                <a:gd name="T60" fmla="*/ 0 w 87"/>
                <a:gd name="T61" fmla="*/ 58 h 83"/>
                <a:gd name="T62" fmla="*/ 3 w 87"/>
                <a:gd name="T63" fmla="*/ 60 h 83"/>
                <a:gd name="T64" fmla="*/ 1 w 87"/>
                <a:gd name="T65" fmla="*/ 65 h 83"/>
                <a:gd name="T66" fmla="*/ 4 w 87"/>
                <a:gd name="T67" fmla="*/ 66 h 83"/>
                <a:gd name="T68" fmla="*/ 15 w 87"/>
                <a:gd name="T69" fmla="*/ 73 h 83"/>
                <a:gd name="T70" fmla="*/ 19 w 87"/>
                <a:gd name="T71" fmla="*/ 77 h 83"/>
                <a:gd name="T72" fmla="*/ 26 w 87"/>
                <a:gd name="T73" fmla="*/ 83 h 83"/>
                <a:gd name="T74" fmla="*/ 30 w 87"/>
                <a:gd name="T75" fmla="*/ 76 h 83"/>
                <a:gd name="T76" fmla="*/ 33 w 87"/>
                <a:gd name="T77" fmla="*/ 72 h 83"/>
                <a:gd name="T78" fmla="*/ 35 w 87"/>
                <a:gd name="T79" fmla="*/ 69 h 83"/>
                <a:gd name="T80" fmla="*/ 40 w 87"/>
                <a:gd name="T81" fmla="*/ 65 h 83"/>
                <a:gd name="T82" fmla="*/ 59 w 87"/>
                <a:gd name="T83" fmla="*/ 48 h 83"/>
                <a:gd name="T84" fmla="*/ 77 w 87"/>
                <a:gd name="T85" fmla="*/ 24 h 83"/>
                <a:gd name="T86" fmla="*/ 84 w 87"/>
                <a:gd name="T87" fmla="*/ 14 h 83"/>
                <a:gd name="T88" fmla="*/ 86 w 87"/>
                <a:gd name="T89" fmla="*/ 7 h 83"/>
                <a:gd name="T90" fmla="*/ 86 w 87"/>
                <a:gd name="T91" fmla="*/ 1 h 83"/>
                <a:gd name="T92" fmla="*/ 86 w 87"/>
                <a:gd name="T93"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 h="83">
                  <a:moveTo>
                    <a:pt x="86" y="1"/>
                  </a:moveTo>
                  <a:cubicBezTo>
                    <a:pt x="87" y="0"/>
                    <a:pt x="84" y="0"/>
                    <a:pt x="83" y="0"/>
                  </a:cubicBezTo>
                  <a:cubicBezTo>
                    <a:pt x="82" y="1"/>
                    <a:pt x="81" y="2"/>
                    <a:pt x="79" y="3"/>
                  </a:cubicBezTo>
                  <a:cubicBezTo>
                    <a:pt x="77" y="3"/>
                    <a:pt x="74" y="3"/>
                    <a:pt x="71" y="3"/>
                  </a:cubicBezTo>
                  <a:cubicBezTo>
                    <a:pt x="71" y="4"/>
                    <a:pt x="70" y="4"/>
                    <a:pt x="69" y="4"/>
                  </a:cubicBezTo>
                  <a:cubicBezTo>
                    <a:pt x="68" y="4"/>
                    <a:pt x="68" y="3"/>
                    <a:pt x="68" y="3"/>
                  </a:cubicBezTo>
                  <a:cubicBezTo>
                    <a:pt x="66" y="4"/>
                    <a:pt x="65" y="6"/>
                    <a:pt x="63" y="6"/>
                  </a:cubicBezTo>
                  <a:cubicBezTo>
                    <a:pt x="61" y="6"/>
                    <a:pt x="61" y="5"/>
                    <a:pt x="58" y="5"/>
                  </a:cubicBezTo>
                  <a:cubicBezTo>
                    <a:pt x="57" y="6"/>
                    <a:pt x="55" y="8"/>
                    <a:pt x="53" y="7"/>
                  </a:cubicBezTo>
                  <a:cubicBezTo>
                    <a:pt x="50" y="6"/>
                    <a:pt x="49" y="5"/>
                    <a:pt x="47" y="2"/>
                  </a:cubicBezTo>
                  <a:cubicBezTo>
                    <a:pt x="47" y="3"/>
                    <a:pt x="44" y="5"/>
                    <a:pt x="44" y="6"/>
                  </a:cubicBezTo>
                  <a:cubicBezTo>
                    <a:pt x="45" y="8"/>
                    <a:pt x="46" y="10"/>
                    <a:pt x="48" y="12"/>
                  </a:cubicBezTo>
                  <a:cubicBezTo>
                    <a:pt x="50" y="14"/>
                    <a:pt x="53" y="15"/>
                    <a:pt x="56" y="16"/>
                  </a:cubicBezTo>
                  <a:cubicBezTo>
                    <a:pt x="61" y="18"/>
                    <a:pt x="65" y="20"/>
                    <a:pt x="70" y="20"/>
                  </a:cubicBezTo>
                  <a:cubicBezTo>
                    <a:pt x="68" y="22"/>
                    <a:pt x="65" y="25"/>
                    <a:pt x="63" y="27"/>
                  </a:cubicBezTo>
                  <a:cubicBezTo>
                    <a:pt x="61" y="29"/>
                    <a:pt x="59" y="31"/>
                    <a:pt x="58" y="33"/>
                  </a:cubicBezTo>
                  <a:cubicBezTo>
                    <a:pt x="57" y="33"/>
                    <a:pt x="56" y="35"/>
                    <a:pt x="55" y="35"/>
                  </a:cubicBezTo>
                  <a:cubicBezTo>
                    <a:pt x="53" y="36"/>
                    <a:pt x="50" y="34"/>
                    <a:pt x="48" y="35"/>
                  </a:cubicBezTo>
                  <a:cubicBezTo>
                    <a:pt x="46" y="35"/>
                    <a:pt x="44" y="37"/>
                    <a:pt x="42" y="38"/>
                  </a:cubicBezTo>
                  <a:cubicBezTo>
                    <a:pt x="40" y="39"/>
                    <a:pt x="38" y="40"/>
                    <a:pt x="36" y="39"/>
                  </a:cubicBezTo>
                  <a:cubicBezTo>
                    <a:pt x="35" y="39"/>
                    <a:pt x="33" y="38"/>
                    <a:pt x="32" y="39"/>
                  </a:cubicBezTo>
                  <a:cubicBezTo>
                    <a:pt x="29" y="41"/>
                    <a:pt x="29" y="43"/>
                    <a:pt x="26" y="42"/>
                  </a:cubicBezTo>
                  <a:cubicBezTo>
                    <a:pt x="24" y="41"/>
                    <a:pt x="22" y="41"/>
                    <a:pt x="21" y="41"/>
                  </a:cubicBezTo>
                  <a:cubicBezTo>
                    <a:pt x="19" y="40"/>
                    <a:pt x="17" y="38"/>
                    <a:pt x="16" y="37"/>
                  </a:cubicBezTo>
                  <a:cubicBezTo>
                    <a:pt x="15" y="37"/>
                    <a:pt x="12" y="38"/>
                    <a:pt x="11" y="37"/>
                  </a:cubicBezTo>
                  <a:cubicBezTo>
                    <a:pt x="10" y="36"/>
                    <a:pt x="8" y="34"/>
                    <a:pt x="7" y="34"/>
                  </a:cubicBezTo>
                  <a:cubicBezTo>
                    <a:pt x="3" y="35"/>
                    <a:pt x="2" y="36"/>
                    <a:pt x="0" y="39"/>
                  </a:cubicBezTo>
                  <a:cubicBezTo>
                    <a:pt x="0" y="40"/>
                    <a:pt x="3" y="40"/>
                    <a:pt x="3" y="41"/>
                  </a:cubicBezTo>
                  <a:cubicBezTo>
                    <a:pt x="3" y="43"/>
                    <a:pt x="3" y="44"/>
                    <a:pt x="4" y="45"/>
                  </a:cubicBezTo>
                  <a:cubicBezTo>
                    <a:pt x="6" y="47"/>
                    <a:pt x="5" y="52"/>
                    <a:pt x="3" y="54"/>
                  </a:cubicBezTo>
                  <a:cubicBezTo>
                    <a:pt x="2" y="55"/>
                    <a:pt x="1" y="56"/>
                    <a:pt x="0" y="58"/>
                  </a:cubicBezTo>
                  <a:cubicBezTo>
                    <a:pt x="0" y="61"/>
                    <a:pt x="2" y="59"/>
                    <a:pt x="3" y="60"/>
                  </a:cubicBezTo>
                  <a:cubicBezTo>
                    <a:pt x="3" y="60"/>
                    <a:pt x="0" y="64"/>
                    <a:pt x="1" y="65"/>
                  </a:cubicBezTo>
                  <a:cubicBezTo>
                    <a:pt x="2" y="65"/>
                    <a:pt x="3" y="66"/>
                    <a:pt x="4" y="66"/>
                  </a:cubicBezTo>
                  <a:cubicBezTo>
                    <a:pt x="8" y="69"/>
                    <a:pt x="12" y="71"/>
                    <a:pt x="15" y="73"/>
                  </a:cubicBezTo>
                  <a:cubicBezTo>
                    <a:pt x="18" y="74"/>
                    <a:pt x="19" y="74"/>
                    <a:pt x="19" y="77"/>
                  </a:cubicBezTo>
                  <a:cubicBezTo>
                    <a:pt x="19" y="79"/>
                    <a:pt x="25" y="82"/>
                    <a:pt x="26" y="83"/>
                  </a:cubicBezTo>
                  <a:cubicBezTo>
                    <a:pt x="28" y="80"/>
                    <a:pt x="29" y="78"/>
                    <a:pt x="30" y="76"/>
                  </a:cubicBezTo>
                  <a:cubicBezTo>
                    <a:pt x="30" y="74"/>
                    <a:pt x="31" y="72"/>
                    <a:pt x="33" y="72"/>
                  </a:cubicBezTo>
                  <a:cubicBezTo>
                    <a:pt x="34" y="71"/>
                    <a:pt x="34" y="70"/>
                    <a:pt x="35" y="69"/>
                  </a:cubicBezTo>
                  <a:cubicBezTo>
                    <a:pt x="37" y="68"/>
                    <a:pt x="38" y="67"/>
                    <a:pt x="40" y="65"/>
                  </a:cubicBezTo>
                  <a:cubicBezTo>
                    <a:pt x="45" y="57"/>
                    <a:pt x="52" y="53"/>
                    <a:pt x="59" y="48"/>
                  </a:cubicBezTo>
                  <a:cubicBezTo>
                    <a:pt x="68" y="42"/>
                    <a:pt x="73" y="33"/>
                    <a:pt x="77" y="24"/>
                  </a:cubicBezTo>
                  <a:cubicBezTo>
                    <a:pt x="79" y="20"/>
                    <a:pt x="82" y="18"/>
                    <a:pt x="84" y="14"/>
                  </a:cubicBezTo>
                  <a:cubicBezTo>
                    <a:pt x="85" y="12"/>
                    <a:pt x="85" y="9"/>
                    <a:pt x="86" y="7"/>
                  </a:cubicBezTo>
                  <a:cubicBezTo>
                    <a:pt x="86" y="6"/>
                    <a:pt x="85" y="2"/>
                    <a:pt x="86" y="1"/>
                  </a:cubicBezTo>
                  <a:cubicBezTo>
                    <a:pt x="86" y="1"/>
                    <a:pt x="86" y="1"/>
                    <a:pt x="86"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01" name="Freeform 748">
              <a:extLst>
                <a:ext uri="{FF2B5EF4-FFF2-40B4-BE49-F238E27FC236}">
                  <a16:creationId xmlns:a16="http://schemas.microsoft.com/office/drawing/2014/main" id="{1DD0BF47-051B-C653-7C82-557B3B576E0A}"/>
                </a:ext>
              </a:extLst>
            </p:cNvPr>
            <p:cNvSpPr>
              <a:spLocks/>
            </p:cNvSpPr>
            <p:nvPr/>
          </p:nvSpPr>
          <p:spPr bwMode="auto">
            <a:xfrm>
              <a:off x="13601471" y="8437375"/>
              <a:ext cx="82803" cy="101936"/>
            </a:xfrm>
            <a:custGeom>
              <a:avLst/>
              <a:gdLst>
                <a:gd name="T0" fmla="*/ 3 w 9"/>
                <a:gd name="T1" fmla="*/ 2 h 11"/>
                <a:gd name="T2" fmla="*/ 1 w 9"/>
                <a:gd name="T3" fmla="*/ 5 h 11"/>
                <a:gd name="T4" fmla="*/ 0 w 9"/>
                <a:gd name="T5" fmla="*/ 10 h 11"/>
                <a:gd name="T6" fmla="*/ 8 w 9"/>
                <a:gd name="T7" fmla="*/ 7 h 11"/>
                <a:gd name="T8" fmla="*/ 4 w 9"/>
                <a:gd name="T9" fmla="*/ 6 h 11"/>
                <a:gd name="T10" fmla="*/ 8 w 9"/>
                <a:gd name="T11" fmla="*/ 3 h 11"/>
                <a:gd name="T12" fmla="*/ 3 w 9"/>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3" y="2"/>
                  </a:moveTo>
                  <a:cubicBezTo>
                    <a:pt x="2" y="3"/>
                    <a:pt x="1" y="4"/>
                    <a:pt x="1" y="5"/>
                  </a:cubicBezTo>
                  <a:cubicBezTo>
                    <a:pt x="0" y="5"/>
                    <a:pt x="0" y="9"/>
                    <a:pt x="0" y="10"/>
                  </a:cubicBezTo>
                  <a:cubicBezTo>
                    <a:pt x="2" y="11"/>
                    <a:pt x="7" y="7"/>
                    <a:pt x="8" y="7"/>
                  </a:cubicBezTo>
                  <a:cubicBezTo>
                    <a:pt x="8" y="6"/>
                    <a:pt x="5" y="5"/>
                    <a:pt x="4" y="6"/>
                  </a:cubicBezTo>
                  <a:cubicBezTo>
                    <a:pt x="5" y="5"/>
                    <a:pt x="9" y="4"/>
                    <a:pt x="8" y="3"/>
                  </a:cubicBezTo>
                  <a:cubicBezTo>
                    <a:pt x="7" y="0"/>
                    <a:pt x="5" y="0"/>
                    <a:pt x="3"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02" name="Freeform 749">
              <a:extLst>
                <a:ext uri="{FF2B5EF4-FFF2-40B4-BE49-F238E27FC236}">
                  <a16:creationId xmlns:a16="http://schemas.microsoft.com/office/drawing/2014/main" id="{B8205341-4C88-9A56-4CB3-E6D4CD8705E7}"/>
                </a:ext>
              </a:extLst>
            </p:cNvPr>
            <p:cNvSpPr>
              <a:spLocks/>
            </p:cNvSpPr>
            <p:nvPr/>
          </p:nvSpPr>
          <p:spPr bwMode="auto">
            <a:xfrm>
              <a:off x="13040961" y="8848311"/>
              <a:ext cx="242036" cy="261215"/>
            </a:xfrm>
            <a:custGeom>
              <a:avLst/>
              <a:gdLst>
                <a:gd name="T0" fmla="*/ 22 w 26"/>
                <a:gd name="T1" fmla="*/ 18 h 28"/>
                <a:gd name="T2" fmla="*/ 25 w 26"/>
                <a:gd name="T3" fmla="*/ 14 h 28"/>
                <a:gd name="T4" fmla="*/ 26 w 26"/>
                <a:gd name="T5" fmla="*/ 8 h 28"/>
                <a:gd name="T6" fmla="*/ 24 w 26"/>
                <a:gd name="T7" fmla="*/ 3 h 28"/>
                <a:gd name="T8" fmla="*/ 21 w 26"/>
                <a:gd name="T9" fmla="*/ 0 h 28"/>
                <a:gd name="T10" fmla="*/ 16 w 26"/>
                <a:gd name="T11" fmla="*/ 1 h 28"/>
                <a:gd name="T12" fmla="*/ 12 w 26"/>
                <a:gd name="T13" fmla="*/ 3 h 28"/>
                <a:gd name="T14" fmla="*/ 6 w 26"/>
                <a:gd name="T15" fmla="*/ 2 h 28"/>
                <a:gd name="T16" fmla="*/ 7 w 26"/>
                <a:gd name="T17" fmla="*/ 8 h 28"/>
                <a:gd name="T18" fmla="*/ 6 w 26"/>
                <a:gd name="T19" fmla="*/ 12 h 28"/>
                <a:gd name="T20" fmla="*/ 2 w 26"/>
                <a:gd name="T21" fmla="*/ 16 h 28"/>
                <a:gd name="T22" fmla="*/ 0 w 26"/>
                <a:gd name="T23" fmla="*/ 22 h 28"/>
                <a:gd name="T24" fmla="*/ 0 w 26"/>
                <a:gd name="T25" fmla="*/ 27 h 28"/>
                <a:gd name="T26" fmla="*/ 4 w 26"/>
                <a:gd name="T27" fmla="*/ 26 h 28"/>
                <a:gd name="T28" fmla="*/ 11 w 26"/>
                <a:gd name="T29" fmla="*/ 25 h 28"/>
                <a:gd name="T30" fmla="*/ 14 w 26"/>
                <a:gd name="T31" fmla="*/ 20 h 28"/>
                <a:gd name="T32" fmla="*/ 21 w 26"/>
                <a:gd name="T33" fmla="*/ 20 h 28"/>
                <a:gd name="T34" fmla="*/ 22 w 26"/>
                <a:gd name="T35" fmla="*/ 18 h 28"/>
                <a:gd name="T36" fmla="*/ 22 w 26"/>
                <a:gd name="T37"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8">
                  <a:moveTo>
                    <a:pt x="22" y="18"/>
                  </a:moveTo>
                  <a:cubicBezTo>
                    <a:pt x="22" y="16"/>
                    <a:pt x="24" y="15"/>
                    <a:pt x="25" y="14"/>
                  </a:cubicBezTo>
                  <a:cubicBezTo>
                    <a:pt x="26" y="13"/>
                    <a:pt x="26" y="10"/>
                    <a:pt x="26" y="8"/>
                  </a:cubicBezTo>
                  <a:cubicBezTo>
                    <a:pt x="26" y="6"/>
                    <a:pt x="24" y="5"/>
                    <a:pt x="24" y="3"/>
                  </a:cubicBezTo>
                  <a:cubicBezTo>
                    <a:pt x="24" y="1"/>
                    <a:pt x="22" y="1"/>
                    <a:pt x="21" y="0"/>
                  </a:cubicBezTo>
                  <a:cubicBezTo>
                    <a:pt x="20" y="1"/>
                    <a:pt x="18" y="0"/>
                    <a:pt x="16" y="1"/>
                  </a:cubicBezTo>
                  <a:cubicBezTo>
                    <a:pt x="15" y="2"/>
                    <a:pt x="13" y="4"/>
                    <a:pt x="12" y="3"/>
                  </a:cubicBezTo>
                  <a:cubicBezTo>
                    <a:pt x="10" y="1"/>
                    <a:pt x="7" y="0"/>
                    <a:pt x="6" y="2"/>
                  </a:cubicBezTo>
                  <a:cubicBezTo>
                    <a:pt x="5" y="4"/>
                    <a:pt x="6" y="7"/>
                    <a:pt x="7" y="8"/>
                  </a:cubicBezTo>
                  <a:cubicBezTo>
                    <a:pt x="8" y="10"/>
                    <a:pt x="7" y="10"/>
                    <a:pt x="6" y="12"/>
                  </a:cubicBezTo>
                  <a:cubicBezTo>
                    <a:pt x="5" y="14"/>
                    <a:pt x="3" y="15"/>
                    <a:pt x="2" y="16"/>
                  </a:cubicBezTo>
                  <a:cubicBezTo>
                    <a:pt x="1" y="18"/>
                    <a:pt x="0" y="19"/>
                    <a:pt x="0" y="22"/>
                  </a:cubicBezTo>
                  <a:cubicBezTo>
                    <a:pt x="0" y="23"/>
                    <a:pt x="1" y="25"/>
                    <a:pt x="0" y="27"/>
                  </a:cubicBezTo>
                  <a:cubicBezTo>
                    <a:pt x="2" y="28"/>
                    <a:pt x="2" y="27"/>
                    <a:pt x="4" y="26"/>
                  </a:cubicBezTo>
                  <a:cubicBezTo>
                    <a:pt x="6" y="25"/>
                    <a:pt x="9" y="25"/>
                    <a:pt x="11" y="25"/>
                  </a:cubicBezTo>
                  <a:cubicBezTo>
                    <a:pt x="10" y="22"/>
                    <a:pt x="12" y="21"/>
                    <a:pt x="14" y="20"/>
                  </a:cubicBezTo>
                  <a:cubicBezTo>
                    <a:pt x="16" y="19"/>
                    <a:pt x="20" y="17"/>
                    <a:pt x="21" y="20"/>
                  </a:cubicBezTo>
                  <a:cubicBezTo>
                    <a:pt x="21" y="19"/>
                    <a:pt x="21" y="18"/>
                    <a:pt x="22" y="18"/>
                  </a:cubicBezTo>
                  <a:cubicBezTo>
                    <a:pt x="22" y="16"/>
                    <a:pt x="21" y="18"/>
                    <a:pt x="22" y="18"/>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03" name="Freeform 750">
              <a:extLst>
                <a:ext uri="{FF2B5EF4-FFF2-40B4-BE49-F238E27FC236}">
                  <a16:creationId xmlns:a16="http://schemas.microsoft.com/office/drawing/2014/main" id="{E3D080D9-4C04-B95E-87FF-470D6AEF6329}"/>
                </a:ext>
              </a:extLst>
            </p:cNvPr>
            <p:cNvSpPr>
              <a:spLocks/>
            </p:cNvSpPr>
            <p:nvPr/>
          </p:nvSpPr>
          <p:spPr bwMode="auto">
            <a:xfrm>
              <a:off x="13012297" y="9147751"/>
              <a:ext cx="92356" cy="92380"/>
            </a:xfrm>
            <a:custGeom>
              <a:avLst/>
              <a:gdLst>
                <a:gd name="T0" fmla="*/ 1 w 10"/>
                <a:gd name="T1" fmla="*/ 6 h 10"/>
                <a:gd name="T2" fmla="*/ 3 w 10"/>
                <a:gd name="T3" fmla="*/ 10 h 10"/>
                <a:gd name="T4" fmla="*/ 9 w 10"/>
                <a:gd name="T5" fmla="*/ 5 h 10"/>
                <a:gd name="T6" fmla="*/ 8 w 10"/>
                <a:gd name="T7" fmla="*/ 0 h 10"/>
                <a:gd name="T8" fmla="*/ 4 w 10"/>
                <a:gd name="T9" fmla="*/ 1 h 10"/>
                <a:gd name="T10" fmla="*/ 0 w 10"/>
                <a:gd name="T11" fmla="*/ 1 h 10"/>
                <a:gd name="T12" fmla="*/ 1 w 10"/>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1" y="6"/>
                  </a:moveTo>
                  <a:cubicBezTo>
                    <a:pt x="2" y="7"/>
                    <a:pt x="2" y="9"/>
                    <a:pt x="3" y="10"/>
                  </a:cubicBezTo>
                  <a:cubicBezTo>
                    <a:pt x="5" y="9"/>
                    <a:pt x="7" y="7"/>
                    <a:pt x="9" y="5"/>
                  </a:cubicBezTo>
                  <a:cubicBezTo>
                    <a:pt x="10" y="3"/>
                    <a:pt x="5" y="4"/>
                    <a:pt x="8" y="0"/>
                  </a:cubicBezTo>
                  <a:cubicBezTo>
                    <a:pt x="7" y="0"/>
                    <a:pt x="3" y="0"/>
                    <a:pt x="4" y="1"/>
                  </a:cubicBezTo>
                  <a:cubicBezTo>
                    <a:pt x="5" y="3"/>
                    <a:pt x="1" y="2"/>
                    <a:pt x="0" y="1"/>
                  </a:cubicBezTo>
                  <a:cubicBezTo>
                    <a:pt x="0" y="3"/>
                    <a:pt x="1" y="4"/>
                    <a:pt x="1"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04" name="Freeform 751">
              <a:extLst>
                <a:ext uri="{FF2B5EF4-FFF2-40B4-BE49-F238E27FC236}">
                  <a16:creationId xmlns:a16="http://schemas.microsoft.com/office/drawing/2014/main" id="{4B77A56C-D0FB-BC7E-D832-1C2C05BDF32D}"/>
                </a:ext>
              </a:extLst>
            </p:cNvPr>
            <p:cNvSpPr>
              <a:spLocks/>
            </p:cNvSpPr>
            <p:nvPr/>
          </p:nvSpPr>
          <p:spPr bwMode="auto">
            <a:xfrm>
              <a:off x="13012297" y="9090413"/>
              <a:ext cx="101909" cy="86010"/>
            </a:xfrm>
            <a:custGeom>
              <a:avLst/>
              <a:gdLst>
                <a:gd name="T0" fmla="*/ 3 w 11"/>
                <a:gd name="T1" fmla="*/ 1 h 9"/>
                <a:gd name="T2" fmla="*/ 0 w 11"/>
                <a:gd name="T3" fmla="*/ 7 h 9"/>
                <a:gd name="T4" fmla="*/ 4 w 11"/>
                <a:gd name="T5" fmla="*/ 7 h 9"/>
                <a:gd name="T6" fmla="*/ 8 w 11"/>
                <a:gd name="T7" fmla="*/ 6 h 9"/>
                <a:gd name="T8" fmla="*/ 7 w 11"/>
                <a:gd name="T9" fmla="*/ 0 h 9"/>
                <a:gd name="T10" fmla="*/ 3 w 11"/>
                <a:gd name="T11" fmla="*/ 1 h 9"/>
                <a:gd name="T12" fmla="*/ 3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3" y="1"/>
                  </a:moveTo>
                  <a:cubicBezTo>
                    <a:pt x="1" y="2"/>
                    <a:pt x="0" y="5"/>
                    <a:pt x="0" y="7"/>
                  </a:cubicBezTo>
                  <a:cubicBezTo>
                    <a:pt x="1" y="8"/>
                    <a:pt x="5" y="9"/>
                    <a:pt x="4" y="7"/>
                  </a:cubicBezTo>
                  <a:cubicBezTo>
                    <a:pt x="3" y="6"/>
                    <a:pt x="7" y="6"/>
                    <a:pt x="8" y="6"/>
                  </a:cubicBezTo>
                  <a:cubicBezTo>
                    <a:pt x="11" y="5"/>
                    <a:pt x="8" y="1"/>
                    <a:pt x="7" y="0"/>
                  </a:cubicBezTo>
                  <a:cubicBezTo>
                    <a:pt x="5" y="1"/>
                    <a:pt x="5" y="2"/>
                    <a:pt x="3" y="1"/>
                  </a:cubicBezTo>
                  <a:cubicBezTo>
                    <a:pt x="2" y="1"/>
                    <a:pt x="4" y="1"/>
                    <a:pt x="3"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05" name="Freeform 752">
              <a:extLst>
                <a:ext uri="{FF2B5EF4-FFF2-40B4-BE49-F238E27FC236}">
                  <a16:creationId xmlns:a16="http://schemas.microsoft.com/office/drawing/2014/main" id="{97B59592-FF77-C961-519F-B86E97B7F338}"/>
                </a:ext>
              </a:extLst>
            </p:cNvPr>
            <p:cNvSpPr>
              <a:spLocks/>
            </p:cNvSpPr>
            <p:nvPr/>
          </p:nvSpPr>
          <p:spPr bwMode="auto">
            <a:xfrm>
              <a:off x="13031406" y="9061741"/>
              <a:ext cx="503186" cy="544729"/>
            </a:xfrm>
            <a:custGeom>
              <a:avLst/>
              <a:gdLst>
                <a:gd name="T0" fmla="*/ 41 w 54"/>
                <a:gd name="T1" fmla="*/ 13 h 58"/>
                <a:gd name="T2" fmla="*/ 23 w 54"/>
                <a:gd name="T3" fmla="*/ 3 h 58"/>
                <a:gd name="T4" fmla="*/ 17 w 54"/>
                <a:gd name="T5" fmla="*/ 7 h 58"/>
                <a:gd name="T6" fmla="*/ 21 w 54"/>
                <a:gd name="T7" fmla="*/ 9 h 58"/>
                <a:gd name="T8" fmla="*/ 17 w 54"/>
                <a:gd name="T9" fmla="*/ 9 h 58"/>
                <a:gd name="T10" fmla="*/ 13 w 54"/>
                <a:gd name="T11" fmla="*/ 10 h 58"/>
                <a:gd name="T12" fmla="*/ 11 w 54"/>
                <a:gd name="T13" fmla="*/ 8 h 58"/>
                <a:gd name="T14" fmla="*/ 12 w 54"/>
                <a:gd name="T15" fmla="*/ 4 h 58"/>
                <a:gd name="T16" fmla="*/ 5 w 54"/>
                <a:gd name="T17" fmla="*/ 3 h 58"/>
                <a:gd name="T18" fmla="*/ 7 w 54"/>
                <a:gd name="T19" fmla="*/ 8 h 58"/>
                <a:gd name="T20" fmla="*/ 5 w 54"/>
                <a:gd name="T21" fmla="*/ 12 h 58"/>
                <a:gd name="T22" fmla="*/ 6 w 54"/>
                <a:gd name="T23" fmla="*/ 16 h 58"/>
                <a:gd name="T24" fmla="*/ 2 w 54"/>
                <a:gd name="T25" fmla="*/ 18 h 58"/>
                <a:gd name="T26" fmla="*/ 1 w 54"/>
                <a:gd name="T27" fmla="*/ 21 h 58"/>
                <a:gd name="T28" fmla="*/ 5 w 54"/>
                <a:gd name="T29" fmla="*/ 33 h 58"/>
                <a:gd name="T30" fmla="*/ 12 w 54"/>
                <a:gd name="T31" fmla="*/ 42 h 58"/>
                <a:gd name="T32" fmla="*/ 15 w 54"/>
                <a:gd name="T33" fmla="*/ 43 h 58"/>
                <a:gd name="T34" fmla="*/ 17 w 54"/>
                <a:gd name="T35" fmla="*/ 45 h 58"/>
                <a:gd name="T36" fmla="*/ 24 w 54"/>
                <a:gd name="T37" fmla="*/ 47 h 58"/>
                <a:gd name="T38" fmla="*/ 25 w 54"/>
                <a:gd name="T39" fmla="*/ 53 h 58"/>
                <a:gd name="T40" fmla="*/ 27 w 54"/>
                <a:gd name="T41" fmla="*/ 55 h 58"/>
                <a:gd name="T42" fmla="*/ 30 w 54"/>
                <a:gd name="T43" fmla="*/ 55 h 58"/>
                <a:gd name="T44" fmla="*/ 33 w 54"/>
                <a:gd name="T45" fmla="*/ 56 h 58"/>
                <a:gd name="T46" fmla="*/ 36 w 54"/>
                <a:gd name="T47" fmla="*/ 55 h 58"/>
                <a:gd name="T48" fmla="*/ 42 w 54"/>
                <a:gd name="T49" fmla="*/ 55 h 58"/>
                <a:gd name="T50" fmla="*/ 46 w 54"/>
                <a:gd name="T51" fmla="*/ 54 h 58"/>
                <a:gd name="T52" fmla="*/ 54 w 54"/>
                <a:gd name="T53" fmla="*/ 49 h 58"/>
                <a:gd name="T54" fmla="*/ 49 w 54"/>
                <a:gd name="T55" fmla="*/ 36 h 58"/>
                <a:gd name="T56" fmla="*/ 49 w 54"/>
                <a:gd name="T57" fmla="*/ 32 h 58"/>
                <a:gd name="T58" fmla="*/ 46 w 54"/>
                <a:gd name="T59" fmla="*/ 28 h 58"/>
                <a:gd name="T60" fmla="*/ 48 w 54"/>
                <a:gd name="T61" fmla="*/ 20 h 58"/>
                <a:gd name="T62" fmla="*/ 45 w 54"/>
                <a:gd name="T63" fmla="*/ 18 h 58"/>
                <a:gd name="T64" fmla="*/ 41 w 54"/>
                <a:gd name="T65" fmla="*/ 16 h 58"/>
                <a:gd name="T66" fmla="*/ 41 w 54"/>
                <a:gd name="T6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8">
                  <a:moveTo>
                    <a:pt x="41" y="13"/>
                  </a:moveTo>
                  <a:cubicBezTo>
                    <a:pt x="35" y="9"/>
                    <a:pt x="29" y="6"/>
                    <a:pt x="23" y="3"/>
                  </a:cubicBezTo>
                  <a:cubicBezTo>
                    <a:pt x="22" y="5"/>
                    <a:pt x="19" y="7"/>
                    <a:pt x="17" y="7"/>
                  </a:cubicBezTo>
                  <a:cubicBezTo>
                    <a:pt x="17" y="7"/>
                    <a:pt x="21" y="8"/>
                    <a:pt x="21" y="9"/>
                  </a:cubicBezTo>
                  <a:cubicBezTo>
                    <a:pt x="20" y="10"/>
                    <a:pt x="18" y="9"/>
                    <a:pt x="17" y="9"/>
                  </a:cubicBezTo>
                  <a:cubicBezTo>
                    <a:pt x="15" y="8"/>
                    <a:pt x="15" y="9"/>
                    <a:pt x="13" y="10"/>
                  </a:cubicBezTo>
                  <a:cubicBezTo>
                    <a:pt x="13" y="10"/>
                    <a:pt x="11" y="9"/>
                    <a:pt x="11" y="8"/>
                  </a:cubicBezTo>
                  <a:cubicBezTo>
                    <a:pt x="10" y="7"/>
                    <a:pt x="11" y="5"/>
                    <a:pt x="12" y="4"/>
                  </a:cubicBezTo>
                  <a:cubicBezTo>
                    <a:pt x="13" y="0"/>
                    <a:pt x="7" y="2"/>
                    <a:pt x="5" y="3"/>
                  </a:cubicBezTo>
                  <a:cubicBezTo>
                    <a:pt x="6" y="4"/>
                    <a:pt x="8" y="7"/>
                    <a:pt x="7" y="8"/>
                  </a:cubicBezTo>
                  <a:cubicBezTo>
                    <a:pt x="7" y="9"/>
                    <a:pt x="3" y="12"/>
                    <a:pt x="5" y="12"/>
                  </a:cubicBezTo>
                  <a:cubicBezTo>
                    <a:pt x="8" y="13"/>
                    <a:pt x="7" y="14"/>
                    <a:pt x="6" y="16"/>
                  </a:cubicBezTo>
                  <a:cubicBezTo>
                    <a:pt x="5" y="16"/>
                    <a:pt x="3" y="17"/>
                    <a:pt x="2" y="18"/>
                  </a:cubicBezTo>
                  <a:cubicBezTo>
                    <a:pt x="0" y="19"/>
                    <a:pt x="1" y="19"/>
                    <a:pt x="1" y="21"/>
                  </a:cubicBezTo>
                  <a:cubicBezTo>
                    <a:pt x="2" y="26"/>
                    <a:pt x="4" y="29"/>
                    <a:pt x="5" y="33"/>
                  </a:cubicBezTo>
                  <a:cubicBezTo>
                    <a:pt x="5" y="38"/>
                    <a:pt x="9" y="40"/>
                    <a:pt x="12" y="42"/>
                  </a:cubicBezTo>
                  <a:cubicBezTo>
                    <a:pt x="13" y="43"/>
                    <a:pt x="14" y="43"/>
                    <a:pt x="15" y="43"/>
                  </a:cubicBezTo>
                  <a:cubicBezTo>
                    <a:pt x="16" y="43"/>
                    <a:pt x="16" y="44"/>
                    <a:pt x="17" y="45"/>
                  </a:cubicBezTo>
                  <a:cubicBezTo>
                    <a:pt x="19" y="45"/>
                    <a:pt x="22" y="45"/>
                    <a:pt x="24" y="47"/>
                  </a:cubicBezTo>
                  <a:cubicBezTo>
                    <a:pt x="25" y="48"/>
                    <a:pt x="25" y="51"/>
                    <a:pt x="25" y="53"/>
                  </a:cubicBezTo>
                  <a:cubicBezTo>
                    <a:pt x="26" y="54"/>
                    <a:pt x="25" y="55"/>
                    <a:pt x="27" y="55"/>
                  </a:cubicBezTo>
                  <a:cubicBezTo>
                    <a:pt x="28" y="55"/>
                    <a:pt x="29" y="55"/>
                    <a:pt x="30" y="55"/>
                  </a:cubicBezTo>
                  <a:cubicBezTo>
                    <a:pt x="31" y="55"/>
                    <a:pt x="32" y="55"/>
                    <a:pt x="33" y="56"/>
                  </a:cubicBezTo>
                  <a:cubicBezTo>
                    <a:pt x="34" y="57"/>
                    <a:pt x="35" y="56"/>
                    <a:pt x="36" y="55"/>
                  </a:cubicBezTo>
                  <a:cubicBezTo>
                    <a:pt x="38" y="54"/>
                    <a:pt x="40" y="58"/>
                    <a:pt x="42" y="55"/>
                  </a:cubicBezTo>
                  <a:cubicBezTo>
                    <a:pt x="42" y="53"/>
                    <a:pt x="45" y="54"/>
                    <a:pt x="46" y="54"/>
                  </a:cubicBezTo>
                  <a:cubicBezTo>
                    <a:pt x="49" y="53"/>
                    <a:pt x="51" y="51"/>
                    <a:pt x="54" y="49"/>
                  </a:cubicBezTo>
                  <a:cubicBezTo>
                    <a:pt x="49" y="46"/>
                    <a:pt x="49" y="42"/>
                    <a:pt x="49" y="36"/>
                  </a:cubicBezTo>
                  <a:cubicBezTo>
                    <a:pt x="48" y="35"/>
                    <a:pt x="50" y="33"/>
                    <a:pt x="49" y="32"/>
                  </a:cubicBezTo>
                  <a:cubicBezTo>
                    <a:pt x="48" y="31"/>
                    <a:pt x="46" y="30"/>
                    <a:pt x="46" y="28"/>
                  </a:cubicBezTo>
                  <a:cubicBezTo>
                    <a:pt x="46" y="27"/>
                    <a:pt x="48" y="20"/>
                    <a:pt x="48" y="20"/>
                  </a:cubicBezTo>
                  <a:cubicBezTo>
                    <a:pt x="47" y="20"/>
                    <a:pt x="46" y="19"/>
                    <a:pt x="45" y="18"/>
                  </a:cubicBezTo>
                  <a:cubicBezTo>
                    <a:pt x="44" y="17"/>
                    <a:pt x="43" y="17"/>
                    <a:pt x="41" y="16"/>
                  </a:cubicBezTo>
                  <a:cubicBezTo>
                    <a:pt x="41" y="15"/>
                    <a:pt x="41" y="14"/>
                    <a:pt x="41" y="1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06" name="Freeform 753">
              <a:extLst>
                <a:ext uri="{FF2B5EF4-FFF2-40B4-BE49-F238E27FC236}">
                  <a16:creationId xmlns:a16="http://schemas.microsoft.com/office/drawing/2014/main" id="{DA8A5A8F-DBC4-F27C-421E-DEBDEA70F91A}"/>
                </a:ext>
              </a:extLst>
            </p:cNvPr>
            <p:cNvSpPr>
              <a:spLocks/>
            </p:cNvSpPr>
            <p:nvPr/>
          </p:nvSpPr>
          <p:spPr bwMode="auto">
            <a:xfrm>
              <a:off x="12117393" y="8931134"/>
              <a:ext cx="251592" cy="289887"/>
            </a:xfrm>
            <a:custGeom>
              <a:avLst/>
              <a:gdLst>
                <a:gd name="T0" fmla="*/ 15 w 27"/>
                <a:gd name="T1" fmla="*/ 29 h 31"/>
                <a:gd name="T2" fmla="*/ 15 w 27"/>
                <a:gd name="T3" fmla="*/ 24 h 31"/>
                <a:gd name="T4" fmla="*/ 17 w 27"/>
                <a:gd name="T5" fmla="*/ 24 h 31"/>
                <a:gd name="T6" fmla="*/ 19 w 27"/>
                <a:gd name="T7" fmla="*/ 21 h 31"/>
                <a:gd name="T8" fmla="*/ 21 w 27"/>
                <a:gd name="T9" fmla="*/ 24 h 31"/>
                <a:gd name="T10" fmla="*/ 24 w 27"/>
                <a:gd name="T11" fmla="*/ 23 h 31"/>
                <a:gd name="T12" fmla="*/ 26 w 27"/>
                <a:gd name="T13" fmla="*/ 24 h 31"/>
                <a:gd name="T14" fmla="*/ 26 w 27"/>
                <a:gd name="T15" fmla="*/ 21 h 31"/>
                <a:gd name="T16" fmla="*/ 26 w 27"/>
                <a:gd name="T17" fmla="*/ 14 h 31"/>
                <a:gd name="T18" fmla="*/ 25 w 27"/>
                <a:gd name="T19" fmla="*/ 11 h 31"/>
                <a:gd name="T20" fmla="*/ 26 w 27"/>
                <a:gd name="T21" fmla="*/ 6 h 31"/>
                <a:gd name="T22" fmla="*/ 21 w 27"/>
                <a:gd name="T23" fmla="*/ 4 h 31"/>
                <a:gd name="T24" fmla="*/ 19 w 27"/>
                <a:gd name="T25" fmla="*/ 0 h 31"/>
                <a:gd name="T26" fmla="*/ 14 w 27"/>
                <a:gd name="T27" fmla="*/ 0 h 31"/>
                <a:gd name="T28" fmla="*/ 11 w 27"/>
                <a:gd name="T29" fmla="*/ 7 h 31"/>
                <a:gd name="T30" fmla="*/ 5 w 27"/>
                <a:gd name="T31" fmla="*/ 7 h 31"/>
                <a:gd name="T32" fmla="*/ 4 w 27"/>
                <a:gd name="T33" fmla="*/ 7 h 31"/>
                <a:gd name="T34" fmla="*/ 4 w 27"/>
                <a:gd name="T35" fmla="*/ 10 h 31"/>
                <a:gd name="T36" fmla="*/ 0 w 27"/>
                <a:gd name="T37" fmla="*/ 16 h 31"/>
                <a:gd name="T38" fmla="*/ 4 w 27"/>
                <a:gd name="T39" fmla="*/ 23 h 31"/>
                <a:gd name="T40" fmla="*/ 9 w 27"/>
                <a:gd name="T41" fmla="*/ 28 h 31"/>
                <a:gd name="T42" fmla="*/ 11 w 27"/>
                <a:gd name="T43" fmla="*/ 31 h 31"/>
                <a:gd name="T44" fmla="*/ 15 w 27"/>
                <a:gd name="T45" fmla="*/ 29 h 31"/>
                <a:gd name="T46" fmla="*/ 15 w 27"/>
                <a:gd name="T4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31">
                  <a:moveTo>
                    <a:pt x="15" y="29"/>
                  </a:moveTo>
                  <a:cubicBezTo>
                    <a:pt x="15" y="28"/>
                    <a:pt x="13" y="24"/>
                    <a:pt x="15" y="24"/>
                  </a:cubicBezTo>
                  <a:cubicBezTo>
                    <a:pt x="15" y="24"/>
                    <a:pt x="17" y="24"/>
                    <a:pt x="17" y="24"/>
                  </a:cubicBezTo>
                  <a:cubicBezTo>
                    <a:pt x="18" y="23"/>
                    <a:pt x="18" y="21"/>
                    <a:pt x="19" y="21"/>
                  </a:cubicBezTo>
                  <a:cubicBezTo>
                    <a:pt x="20" y="22"/>
                    <a:pt x="21" y="23"/>
                    <a:pt x="21" y="24"/>
                  </a:cubicBezTo>
                  <a:cubicBezTo>
                    <a:pt x="22" y="25"/>
                    <a:pt x="22" y="23"/>
                    <a:pt x="24" y="23"/>
                  </a:cubicBezTo>
                  <a:cubicBezTo>
                    <a:pt x="24" y="23"/>
                    <a:pt x="26" y="25"/>
                    <a:pt x="26" y="24"/>
                  </a:cubicBezTo>
                  <a:cubicBezTo>
                    <a:pt x="26" y="23"/>
                    <a:pt x="26" y="22"/>
                    <a:pt x="26" y="21"/>
                  </a:cubicBezTo>
                  <a:cubicBezTo>
                    <a:pt x="27" y="19"/>
                    <a:pt x="27" y="16"/>
                    <a:pt x="26" y="14"/>
                  </a:cubicBezTo>
                  <a:cubicBezTo>
                    <a:pt x="25" y="13"/>
                    <a:pt x="25" y="12"/>
                    <a:pt x="25" y="11"/>
                  </a:cubicBezTo>
                  <a:cubicBezTo>
                    <a:pt x="25" y="9"/>
                    <a:pt x="27" y="8"/>
                    <a:pt x="26" y="6"/>
                  </a:cubicBezTo>
                  <a:cubicBezTo>
                    <a:pt x="25" y="3"/>
                    <a:pt x="21" y="7"/>
                    <a:pt x="21" y="4"/>
                  </a:cubicBezTo>
                  <a:cubicBezTo>
                    <a:pt x="21" y="2"/>
                    <a:pt x="22" y="0"/>
                    <a:pt x="19" y="0"/>
                  </a:cubicBezTo>
                  <a:cubicBezTo>
                    <a:pt x="18" y="0"/>
                    <a:pt x="16" y="0"/>
                    <a:pt x="14" y="0"/>
                  </a:cubicBezTo>
                  <a:cubicBezTo>
                    <a:pt x="10" y="0"/>
                    <a:pt x="15" y="7"/>
                    <a:pt x="11" y="7"/>
                  </a:cubicBezTo>
                  <a:cubicBezTo>
                    <a:pt x="9" y="7"/>
                    <a:pt x="7" y="7"/>
                    <a:pt x="5" y="7"/>
                  </a:cubicBezTo>
                  <a:cubicBezTo>
                    <a:pt x="4" y="7"/>
                    <a:pt x="4" y="7"/>
                    <a:pt x="4" y="7"/>
                  </a:cubicBezTo>
                  <a:cubicBezTo>
                    <a:pt x="2" y="9"/>
                    <a:pt x="4" y="9"/>
                    <a:pt x="4" y="10"/>
                  </a:cubicBezTo>
                  <a:cubicBezTo>
                    <a:pt x="4" y="12"/>
                    <a:pt x="0" y="14"/>
                    <a:pt x="0" y="16"/>
                  </a:cubicBezTo>
                  <a:cubicBezTo>
                    <a:pt x="1" y="18"/>
                    <a:pt x="3" y="21"/>
                    <a:pt x="4" y="23"/>
                  </a:cubicBezTo>
                  <a:cubicBezTo>
                    <a:pt x="6" y="24"/>
                    <a:pt x="7" y="26"/>
                    <a:pt x="9" y="28"/>
                  </a:cubicBezTo>
                  <a:cubicBezTo>
                    <a:pt x="10" y="29"/>
                    <a:pt x="11" y="30"/>
                    <a:pt x="11" y="31"/>
                  </a:cubicBezTo>
                  <a:cubicBezTo>
                    <a:pt x="12" y="30"/>
                    <a:pt x="14" y="30"/>
                    <a:pt x="15" y="29"/>
                  </a:cubicBezTo>
                  <a:cubicBezTo>
                    <a:pt x="15" y="29"/>
                    <a:pt x="14" y="30"/>
                    <a:pt x="15" y="29"/>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07" name="Freeform 754">
              <a:extLst>
                <a:ext uri="{FF2B5EF4-FFF2-40B4-BE49-F238E27FC236}">
                  <a16:creationId xmlns:a16="http://schemas.microsoft.com/office/drawing/2014/main" id="{F1DE5CB0-04D1-A7A2-D90B-1A9B68E1B8B0}"/>
                </a:ext>
              </a:extLst>
            </p:cNvPr>
            <p:cNvSpPr>
              <a:spLocks/>
            </p:cNvSpPr>
            <p:nvPr/>
          </p:nvSpPr>
          <p:spPr bwMode="auto">
            <a:xfrm>
              <a:off x="12133315" y="8931134"/>
              <a:ext cx="105096" cy="66896"/>
            </a:xfrm>
            <a:custGeom>
              <a:avLst/>
              <a:gdLst>
                <a:gd name="T0" fmla="*/ 11 w 11"/>
                <a:gd name="T1" fmla="*/ 7 h 7"/>
                <a:gd name="T2" fmla="*/ 11 w 11"/>
                <a:gd name="T3" fmla="*/ 0 h 7"/>
                <a:gd name="T4" fmla="*/ 3 w 11"/>
                <a:gd name="T5" fmla="*/ 1 h 7"/>
                <a:gd name="T6" fmla="*/ 0 w 11"/>
                <a:gd name="T7" fmla="*/ 4 h 7"/>
                <a:gd name="T8" fmla="*/ 2 w 11"/>
                <a:gd name="T9" fmla="*/ 7 h 7"/>
                <a:gd name="T10" fmla="*/ 11 w 11"/>
                <a:gd name="T11" fmla="*/ 7 h 7"/>
              </a:gdLst>
              <a:ahLst/>
              <a:cxnLst>
                <a:cxn ang="0">
                  <a:pos x="T0" y="T1"/>
                </a:cxn>
                <a:cxn ang="0">
                  <a:pos x="T2" y="T3"/>
                </a:cxn>
                <a:cxn ang="0">
                  <a:pos x="T4" y="T5"/>
                </a:cxn>
                <a:cxn ang="0">
                  <a:pos x="T6" y="T7"/>
                </a:cxn>
                <a:cxn ang="0">
                  <a:pos x="T8" y="T9"/>
                </a:cxn>
                <a:cxn ang="0">
                  <a:pos x="T10" y="T11"/>
                </a:cxn>
              </a:cxnLst>
              <a:rect l="0" t="0" r="r" b="b"/>
              <a:pathLst>
                <a:path w="11" h="7">
                  <a:moveTo>
                    <a:pt x="11" y="7"/>
                  </a:moveTo>
                  <a:cubicBezTo>
                    <a:pt x="11" y="5"/>
                    <a:pt x="11" y="2"/>
                    <a:pt x="11" y="0"/>
                  </a:cubicBezTo>
                  <a:cubicBezTo>
                    <a:pt x="8" y="0"/>
                    <a:pt x="6" y="1"/>
                    <a:pt x="3" y="1"/>
                  </a:cubicBezTo>
                  <a:cubicBezTo>
                    <a:pt x="4" y="2"/>
                    <a:pt x="1" y="3"/>
                    <a:pt x="0" y="4"/>
                  </a:cubicBezTo>
                  <a:cubicBezTo>
                    <a:pt x="0" y="5"/>
                    <a:pt x="2" y="6"/>
                    <a:pt x="2" y="7"/>
                  </a:cubicBezTo>
                  <a:lnTo>
                    <a:pt x="11" y="7"/>
                  </a:ln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08" name="Freeform 755">
              <a:extLst>
                <a:ext uri="{FF2B5EF4-FFF2-40B4-BE49-F238E27FC236}">
                  <a16:creationId xmlns:a16="http://schemas.microsoft.com/office/drawing/2014/main" id="{0DA11944-FF94-2653-87EC-4E85A1002429}"/>
                </a:ext>
              </a:extLst>
            </p:cNvPr>
            <p:cNvSpPr>
              <a:spLocks/>
            </p:cNvSpPr>
            <p:nvPr/>
          </p:nvSpPr>
          <p:spPr bwMode="auto">
            <a:xfrm>
              <a:off x="12098282" y="8427819"/>
              <a:ext cx="343950" cy="531986"/>
            </a:xfrm>
            <a:custGeom>
              <a:avLst/>
              <a:gdLst>
                <a:gd name="T0" fmla="*/ 29 w 37"/>
                <a:gd name="T1" fmla="*/ 55 h 57"/>
                <a:gd name="T2" fmla="*/ 37 w 37"/>
                <a:gd name="T3" fmla="*/ 55 h 57"/>
                <a:gd name="T4" fmla="*/ 33 w 37"/>
                <a:gd name="T5" fmla="*/ 48 h 57"/>
                <a:gd name="T6" fmla="*/ 32 w 37"/>
                <a:gd name="T7" fmla="*/ 44 h 57"/>
                <a:gd name="T8" fmla="*/ 30 w 37"/>
                <a:gd name="T9" fmla="*/ 40 h 57"/>
                <a:gd name="T10" fmla="*/ 32 w 37"/>
                <a:gd name="T11" fmla="*/ 32 h 57"/>
                <a:gd name="T12" fmla="*/ 34 w 37"/>
                <a:gd name="T13" fmla="*/ 27 h 57"/>
                <a:gd name="T14" fmla="*/ 31 w 37"/>
                <a:gd name="T15" fmla="*/ 21 h 57"/>
                <a:gd name="T16" fmla="*/ 28 w 37"/>
                <a:gd name="T17" fmla="*/ 16 h 57"/>
                <a:gd name="T18" fmla="*/ 34 w 37"/>
                <a:gd name="T19" fmla="*/ 16 h 57"/>
                <a:gd name="T20" fmla="*/ 32 w 37"/>
                <a:gd name="T21" fmla="*/ 6 h 57"/>
                <a:gd name="T22" fmla="*/ 30 w 37"/>
                <a:gd name="T23" fmla="*/ 2 h 57"/>
                <a:gd name="T24" fmla="*/ 27 w 37"/>
                <a:gd name="T25" fmla="*/ 0 h 57"/>
                <a:gd name="T26" fmla="*/ 28 w 37"/>
                <a:gd name="T27" fmla="*/ 9 h 57"/>
                <a:gd name="T28" fmla="*/ 23 w 37"/>
                <a:gd name="T29" fmla="*/ 18 h 57"/>
                <a:gd name="T30" fmla="*/ 21 w 37"/>
                <a:gd name="T31" fmla="*/ 22 h 57"/>
                <a:gd name="T32" fmla="*/ 18 w 37"/>
                <a:gd name="T33" fmla="*/ 27 h 57"/>
                <a:gd name="T34" fmla="*/ 15 w 37"/>
                <a:gd name="T35" fmla="*/ 33 h 57"/>
                <a:gd name="T36" fmla="*/ 11 w 37"/>
                <a:gd name="T37" fmla="*/ 31 h 57"/>
                <a:gd name="T38" fmla="*/ 2 w 37"/>
                <a:gd name="T39" fmla="*/ 39 h 57"/>
                <a:gd name="T40" fmla="*/ 1 w 37"/>
                <a:gd name="T41" fmla="*/ 42 h 57"/>
                <a:gd name="T42" fmla="*/ 4 w 37"/>
                <a:gd name="T43" fmla="*/ 45 h 57"/>
                <a:gd name="T44" fmla="*/ 5 w 37"/>
                <a:gd name="T45" fmla="*/ 45 h 57"/>
                <a:gd name="T46" fmla="*/ 7 w 37"/>
                <a:gd name="T47" fmla="*/ 48 h 57"/>
                <a:gd name="T48" fmla="*/ 7 w 37"/>
                <a:gd name="T49" fmla="*/ 55 h 57"/>
                <a:gd name="T50" fmla="*/ 16 w 37"/>
                <a:gd name="T51" fmla="*/ 54 h 57"/>
                <a:gd name="T52" fmla="*/ 29 w 37"/>
                <a:gd name="T53"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57">
                  <a:moveTo>
                    <a:pt x="29" y="55"/>
                  </a:moveTo>
                  <a:cubicBezTo>
                    <a:pt x="32" y="55"/>
                    <a:pt x="35" y="57"/>
                    <a:pt x="37" y="55"/>
                  </a:cubicBezTo>
                  <a:cubicBezTo>
                    <a:pt x="37" y="51"/>
                    <a:pt x="35" y="50"/>
                    <a:pt x="33" y="48"/>
                  </a:cubicBezTo>
                  <a:cubicBezTo>
                    <a:pt x="32" y="47"/>
                    <a:pt x="32" y="46"/>
                    <a:pt x="32" y="44"/>
                  </a:cubicBezTo>
                  <a:cubicBezTo>
                    <a:pt x="31" y="43"/>
                    <a:pt x="30" y="42"/>
                    <a:pt x="30" y="40"/>
                  </a:cubicBezTo>
                  <a:cubicBezTo>
                    <a:pt x="29" y="36"/>
                    <a:pt x="31" y="35"/>
                    <a:pt x="32" y="32"/>
                  </a:cubicBezTo>
                  <a:cubicBezTo>
                    <a:pt x="33" y="30"/>
                    <a:pt x="34" y="29"/>
                    <a:pt x="34" y="27"/>
                  </a:cubicBezTo>
                  <a:cubicBezTo>
                    <a:pt x="33" y="25"/>
                    <a:pt x="33" y="23"/>
                    <a:pt x="31" y="21"/>
                  </a:cubicBezTo>
                  <a:cubicBezTo>
                    <a:pt x="31" y="21"/>
                    <a:pt x="26" y="18"/>
                    <a:pt x="28" y="16"/>
                  </a:cubicBezTo>
                  <a:cubicBezTo>
                    <a:pt x="29" y="15"/>
                    <a:pt x="32" y="16"/>
                    <a:pt x="34" y="16"/>
                  </a:cubicBezTo>
                  <a:cubicBezTo>
                    <a:pt x="32" y="12"/>
                    <a:pt x="32" y="10"/>
                    <a:pt x="32" y="6"/>
                  </a:cubicBezTo>
                  <a:cubicBezTo>
                    <a:pt x="32" y="5"/>
                    <a:pt x="32" y="3"/>
                    <a:pt x="30" y="2"/>
                  </a:cubicBezTo>
                  <a:cubicBezTo>
                    <a:pt x="30" y="1"/>
                    <a:pt x="27" y="0"/>
                    <a:pt x="27" y="0"/>
                  </a:cubicBezTo>
                  <a:cubicBezTo>
                    <a:pt x="27" y="2"/>
                    <a:pt x="33" y="7"/>
                    <a:pt x="28" y="9"/>
                  </a:cubicBezTo>
                  <a:cubicBezTo>
                    <a:pt x="25" y="11"/>
                    <a:pt x="24" y="14"/>
                    <a:pt x="23" y="18"/>
                  </a:cubicBezTo>
                  <a:cubicBezTo>
                    <a:pt x="22" y="19"/>
                    <a:pt x="22" y="22"/>
                    <a:pt x="21" y="22"/>
                  </a:cubicBezTo>
                  <a:cubicBezTo>
                    <a:pt x="19" y="23"/>
                    <a:pt x="19" y="25"/>
                    <a:pt x="18" y="27"/>
                  </a:cubicBezTo>
                  <a:cubicBezTo>
                    <a:pt x="17" y="29"/>
                    <a:pt x="16" y="31"/>
                    <a:pt x="15" y="33"/>
                  </a:cubicBezTo>
                  <a:cubicBezTo>
                    <a:pt x="13" y="35"/>
                    <a:pt x="12" y="31"/>
                    <a:pt x="11" y="31"/>
                  </a:cubicBezTo>
                  <a:cubicBezTo>
                    <a:pt x="6" y="31"/>
                    <a:pt x="3" y="35"/>
                    <a:pt x="2" y="39"/>
                  </a:cubicBezTo>
                  <a:cubicBezTo>
                    <a:pt x="2" y="40"/>
                    <a:pt x="0" y="41"/>
                    <a:pt x="1" y="42"/>
                  </a:cubicBezTo>
                  <a:cubicBezTo>
                    <a:pt x="2" y="43"/>
                    <a:pt x="3" y="44"/>
                    <a:pt x="4" y="45"/>
                  </a:cubicBezTo>
                  <a:cubicBezTo>
                    <a:pt x="4" y="46"/>
                    <a:pt x="5" y="44"/>
                    <a:pt x="5" y="45"/>
                  </a:cubicBezTo>
                  <a:cubicBezTo>
                    <a:pt x="6" y="46"/>
                    <a:pt x="7" y="47"/>
                    <a:pt x="7" y="48"/>
                  </a:cubicBezTo>
                  <a:cubicBezTo>
                    <a:pt x="8" y="50"/>
                    <a:pt x="7" y="53"/>
                    <a:pt x="7" y="55"/>
                  </a:cubicBezTo>
                  <a:cubicBezTo>
                    <a:pt x="10" y="54"/>
                    <a:pt x="13" y="54"/>
                    <a:pt x="16" y="54"/>
                  </a:cubicBezTo>
                  <a:cubicBezTo>
                    <a:pt x="20" y="54"/>
                    <a:pt x="25" y="55"/>
                    <a:pt x="29" y="5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09" name="Freeform 756">
              <a:extLst>
                <a:ext uri="{FF2B5EF4-FFF2-40B4-BE49-F238E27FC236}">
                  <a16:creationId xmlns:a16="http://schemas.microsoft.com/office/drawing/2014/main" id="{50C7D398-6140-AE30-1ECE-C5591B83FFB3}"/>
                </a:ext>
              </a:extLst>
            </p:cNvPr>
            <p:cNvSpPr>
              <a:spLocks/>
            </p:cNvSpPr>
            <p:nvPr/>
          </p:nvSpPr>
          <p:spPr bwMode="auto">
            <a:xfrm>
              <a:off x="11732043" y="8453303"/>
              <a:ext cx="140127" cy="289887"/>
            </a:xfrm>
            <a:custGeom>
              <a:avLst/>
              <a:gdLst>
                <a:gd name="T0" fmla="*/ 11 w 15"/>
                <a:gd name="T1" fmla="*/ 0 h 31"/>
                <a:gd name="T2" fmla="*/ 9 w 15"/>
                <a:gd name="T3" fmla="*/ 4 h 31"/>
                <a:gd name="T4" fmla="*/ 4 w 15"/>
                <a:gd name="T5" fmla="*/ 5 h 31"/>
                <a:gd name="T6" fmla="*/ 1 w 15"/>
                <a:gd name="T7" fmla="*/ 8 h 31"/>
                <a:gd name="T8" fmla="*/ 3 w 15"/>
                <a:gd name="T9" fmla="*/ 13 h 31"/>
                <a:gd name="T10" fmla="*/ 6 w 15"/>
                <a:gd name="T11" fmla="*/ 31 h 31"/>
                <a:gd name="T12" fmla="*/ 11 w 15"/>
                <a:gd name="T13" fmla="*/ 30 h 31"/>
                <a:gd name="T14" fmla="*/ 11 w 15"/>
                <a:gd name="T15" fmla="*/ 27 h 31"/>
                <a:gd name="T16" fmla="*/ 11 w 15"/>
                <a:gd name="T17" fmla="*/ 18 h 31"/>
                <a:gd name="T18" fmla="*/ 15 w 15"/>
                <a:gd name="T19" fmla="*/ 9 h 31"/>
                <a:gd name="T20" fmla="*/ 14 w 15"/>
                <a:gd name="T21" fmla="*/ 3 h 31"/>
                <a:gd name="T22" fmla="*/ 11 w 15"/>
                <a:gd name="T23" fmla="*/ 0 h 31"/>
                <a:gd name="T24" fmla="*/ 11 w 15"/>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1" y="0"/>
                  </a:moveTo>
                  <a:cubicBezTo>
                    <a:pt x="9" y="2"/>
                    <a:pt x="10" y="2"/>
                    <a:pt x="9" y="4"/>
                  </a:cubicBezTo>
                  <a:cubicBezTo>
                    <a:pt x="8" y="6"/>
                    <a:pt x="6" y="5"/>
                    <a:pt x="4" y="5"/>
                  </a:cubicBezTo>
                  <a:cubicBezTo>
                    <a:pt x="4" y="5"/>
                    <a:pt x="2" y="7"/>
                    <a:pt x="1" y="8"/>
                  </a:cubicBezTo>
                  <a:cubicBezTo>
                    <a:pt x="0" y="9"/>
                    <a:pt x="2" y="11"/>
                    <a:pt x="3" y="13"/>
                  </a:cubicBezTo>
                  <a:cubicBezTo>
                    <a:pt x="7" y="18"/>
                    <a:pt x="4" y="25"/>
                    <a:pt x="6" y="31"/>
                  </a:cubicBezTo>
                  <a:cubicBezTo>
                    <a:pt x="7" y="31"/>
                    <a:pt x="9" y="31"/>
                    <a:pt x="11" y="30"/>
                  </a:cubicBezTo>
                  <a:cubicBezTo>
                    <a:pt x="12" y="30"/>
                    <a:pt x="12" y="29"/>
                    <a:pt x="11" y="27"/>
                  </a:cubicBezTo>
                  <a:cubicBezTo>
                    <a:pt x="11" y="24"/>
                    <a:pt x="11" y="21"/>
                    <a:pt x="11" y="18"/>
                  </a:cubicBezTo>
                  <a:cubicBezTo>
                    <a:pt x="11" y="14"/>
                    <a:pt x="14" y="12"/>
                    <a:pt x="15" y="9"/>
                  </a:cubicBezTo>
                  <a:cubicBezTo>
                    <a:pt x="15" y="6"/>
                    <a:pt x="15" y="5"/>
                    <a:pt x="14" y="3"/>
                  </a:cubicBezTo>
                  <a:cubicBezTo>
                    <a:pt x="14" y="3"/>
                    <a:pt x="11" y="0"/>
                    <a:pt x="11" y="0"/>
                  </a:cubicBezTo>
                  <a:cubicBezTo>
                    <a:pt x="10" y="1"/>
                    <a:pt x="11" y="0"/>
                    <a:pt x="11"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10" name="Freeform 757">
              <a:extLst>
                <a:ext uri="{FF2B5EF4-FFF2-40B4-BE49-F238E27FC236}">
                  <a16:creationId xmlns:a16="http://schemas.microsoft.com/office/drawing/2014/main" id="{0ABCF251-B2B7-8CBB-168E-92522DFE102F}"/>
                </a:ext>
              </a:extLst>
            </p:cNvPr>
            <p:cNvSpPr>
              <a:spLocks/>
            </p:cNvSpPr>
            <p:nvPr/>
          </p:nvSpPr>
          <p:spPr bwMode="auto">
            <a:xfrm>
              <a:off x="11827584" y="8380032"/>
              <a:ext cx="550956" cy="477833"/>
            </a:xfrm>
            <a:custGeom>
              <a:avLst/>
              <a:gdLst>
                <a:gd name="T0" fmla="*/ 31 w 59"/>
                <a:gd name="T1" fmla="*/ 42 h 51"/>
                <a:gd name="T2" fmla="*/ 37 w 59"/>
                <a:gd name="T3" fmla="*/ 37 h 51"/>
                <a:gd name="T4" fmla="*/ 40 w 59"/>
                <a:gd name="T5" fmla="*/ 36 h 51"/>
                <a:gd name="T6" fmla="*/ 43 w 59"/>
                <a:gd name="T7" fmla="*/ 38 h 51"/>
                <a:gd name="T8" fmla="*/ 47 w 59"/>
                <a:gd name="T9" fmla="*/ 32 h 51"/>
                <a:gd name="T10" fmla="*/ 48 w 59"/>
                <a:gd name="T11" fmla="*/ 28 h 51"/>
                <a:gd name="T12" fmla="*/ 51 w 59"/>
                <a:gd name="T13" fmla="*/ 27 h 51"/>
                <a:gd name="T14" fmla="*/ 56 w 59"/>
                <a:gd name="T15" fmla="*/ 14 h 51"/>
                <a:gd name="T16" fmla="*/ 59 w 59"/>
                <a:gd name="T17" fmla="*/ 11 h 51"/>
                <a:gd name="T18" fmla="*/ 57 w 59"/>
                <a:gd name="T19" fmla="*/ 8 h 51"/>
                <a:gd name="T20" fmla="*/ 56 w 59"/>
                <a:gd name="T21" fmla="*/ 6 h 51"/>
                <a:gd name="T22" fmla="*/ 54 w 59"/>
                <a:gd name="T23" fmla="*/ 1 h 51"/>
                <a:gd name="T24" fmla="*/ 48 w 59"/>
                <a:gd name="T25" fmla="*/ 5 h 51"/>
                <a:gd name="T26" fmla="*/ 40 w 59"/>
                <a:gd name="T27" fmla="*/ 4 h 51"/>
                <a:gd name="T28" fmla="*/ 32 w 59"/>
                <a:gd name="T29" fmla="*/ 6 h 51"/>
                <a:gd name="T30" fmla="*/ 26 w 59"/>
                <a:gd name="T31" fmla="*/ 4 h 51"/>
                <a:gd name="T32" fmla="*/ 19 w 59"/>
                <a:gd name="T33" fmla="*/ 3 h 51"/>
                <a:gd name="T34" fmla="*/ 13 w 59"/>
                <a:gd name="T35" fmla="*/ 1 h 51"/>
                <a:gd name="T36" fmla="*/ 8 w 59"/>
                <a:gd name="T37" fmla="*/ 3 h 51"/>
                <a:gd name="T38" fmla="*/ 7 w 59"/>
                <a:gd name="T39" fmla="*/ 6 h 51"/>
                <a:gd name="T40" fmla="*/ 6 w 59"/>
                <a:gd name="T41" fmla="*/ 10 h 51"/>
                <a:gd name="T42" fmla="*/ 5 w 59"/>
                <a:gd name="T43" fmla="*/ 16 h 51"/>
                <a:gd name="T44" fmla="*/ 1 w 59"/>
                <a:gd name="T45" fmla="*/ 24 h 51"/>
                <a:gd name="T46" fmla="*/ 2 w 59"/>
                <a:gd name="T47" fmla="*/ 38 h 51"/>
                <a:gd name="T48" fmla="*/ 5 w 59"/>
                <a:gd name="T49" fmla="*/ 38 h 51"/>
                <a:gd name="T50" fmla="*/ 9 w 59"/>
                <a:gd name="T51" fmla="*/ 39 h 51"/>
                <a:gd name="T52" fmla="*/ 14 w 59"/>
                <a:gd name="T53" fmla="*/ 43 h 51"/>
                <a:gd name="T54" fmla="*/ 14 w 59"/>
                <a:gd name="T55" fmla="*/ 45 h 51"/>
                <a:gd name="T56" fmla="*/ 16 w 59"/>
                <a:gd name="T57" fmla="*/ 48 h 51"/>
                <a:gd name="T58" fmla="*/ 23 w 59"/>
                <a:gd name="T59" fmla="*/ 47 h 51"/>
                <a:gd name="T60" fmla="*/ 22 w 59"/>
                <a:gd name="T61" fmla="*/ 48 h 51"/>
                <a:gd name="T62" fmla="*/ 27 w 59"/>
                <a:gd name="T63" fmla="*/ 47 h 51"/>
                <a:gd name="T64" fmla="*/ 30 w 59"/>
                <a:gd name="T65" fmla="*/ 47 h 51"/>
                <a:gd name="T66" fmla="*/ 31 w 59"/>
                <a:gd name="T67" fmla="*/ 42 h 51"/>
                <a:gd name="T68" fmla="*/ 31 w 59"/>
                <a:gd name="T69"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51">
                  <a:moveTo>
                    <a:pt x="31" y="42"/>
                  </a:moveTo>
                  <a:cubicBezTo>
                    <a:pt x="32" y="40"/>
                    <a:pt x="35" y="37"/>
                    <a:pt x="37" y="37"/>
                  </a:cubicBezTo>
                  <a:cubicBezTo>
                    <a:pt x="38" y="36"/>
                    <a:pt x="40" y="36"/>
                    <a:pt x="40" y="36"/>
                  </a:cubicBezTo>
                  <a:cubicBezTo>
                    <a:pt x="41" y="37"/>
                    <a:pt x="42" y="39"/>
                    <a:pt x="43" y="38"/>
                  </a:cubicBezTo>
                  <a:cubicBezTo>
                    <a:pt x="45" y="37"/>
                    <a:pt x="46" y="34"/>
                    <a:pt x="47" y="32"/>
                  </a:cubicBezTo>
                  <a:cubicBezTo>
                    <a:pt x="47" y="31"/>
                    <a:pt x="48" y="29"/>
                    <a:pt x="48" y="28"/>
                  </a:cubicBezTo>
                  <a:cubicBezTo>
                    <a:pt x="49" y="27"/>
                    <a:pt x="50" y="28"/>
                    <a:pt x="51" y="27"/>
                  </a:cubicBezTo>
                  <a:cubicBezTo>
                    <a:pt x="51" y="25"/>
                    <a:pt x="53" y="14"/>
                    <a:pt x="56" y="14"/>
                  </a:cubicBezTo>
                  <a:cubicBezTo>
                    <a:pt x="58" y="14"/>
                    <a:pt x="59" y="12"/>
                    <a:pt x="59" y="11"/>
                  </a:cubicBezTo>
                  <a:cubicBezTo>
                    <a:pt x="59" y="9"/>
                    <a:pt x="57" y="9"/>
                    <a:pt x="57" y="8"/>
                  </a:cubicBezTo>
                  <a:cubicBezTo>
                    <a:pt x="57" y="7"/>
                    <a:pt x="56" y="7"/>
                    <a:pt x="56" y="6"/>
                  </a:cubicBezTo>
                  <a:cubicBezTo>
                    <a:pt x="55" y="4"/>
                    <a:pt x="55" y="3"/>
                    <a:pt x="54" y="1"/>
                  </a:cubicBezTo>
                  <a:cubicBezTo>
                    <a:pt x="53" y="2"/>
                    <a:pt x="50" y="5"/>
                    <a:pt x="48" y="5"/>
                  </a:cubicBezTo>
                  <a:cubicBezTo>
                    <a:pt x="45" y="4"/>
                    <a:pt x="43" y="4"/>
                    <a:pt x="40" y="4"/>
                  </a:cubicBezTo>
                  <a:cubicBezTo>
                    <a:pt x="37" y="4"/>
                    <a:pt x="35" y="6"/>
                    <a:pt x="32" y="6"/>
                  </a:cubicBezTo>
                  <a:cubicBezTo>
                    <a:pt x="30" y="6"/>
                    <a:pt x="28" y="3"/>
                    <a:pt x="26" y="4"/>
                  </a:cubicBezTo>
                  <a:cubicBezTo>
                    <a:pt x="22" y="6"/>
                    <a:pt x="21" y="5"/>
                    <a:pt x="19" y="3"/>
                  </a:cubicBezTo>
                  <a:cubicBezTo>
                    <a:pt x="18" y="2"/>
                    <a:pt x="15" y="0"/>
                    <a:pt x="13" y="1"/>
                  </a:cubicBezTo>
                  <a:cubicBezTo>
                    <a:pt x="12" y="1"/>
                    <a:pt x="9" y="2"/>
                    <a:pt x="8" y="3"/>
                  </a:cubicBezTo>
                  <a:cubicBezTo>
                    <a:pt x="7" y="4"/>
                    <a:pt x="8" y="5"/>
                    <a:pt x="7" y="6"/>
                  </a:cubicBezTo>
                  <a:cubicBezTo>
                    <a:pt x="7" y="7"/>
                    <a:pt x="6" y="9"/>
                    <a:pt x="6" y="10"/>
                  </a:cubicBezTo>
                  <a:cubicBezTo>
                    <a:pt x="5" y="12"/>
                    <a:pt x="5" y="14"/>
                    <a:pt x="5" y="16"/>
                  </a:cubicBezTo>
                  <a:cubicBezTo>
                    <a:pt x="5" y="19"/>
                    <a:pt x="2" y="21"/>
                    <a:pt x="1" y="24"/>
                  </a:cubicBezTo>
                  <a:cubicBezTo>
                    <a:pt x="0" y="27"/>
                    <a:pt x="1" y="34"/>
                    <a:pt x="2" y="38"/>
                  </a:cubicBezTo>
                  <a:cubicBezTo>
                    <a:pt x="2" y="39"/>
                    <a:pt x="4" y="38"/>
                    <a:pt x="5" y="38"/>
                  </a:cubicBezTo>
                  <a:cubicBezTo>
                    <a:pt x="6" y="38"/>
                    <a:pt x="8" y="39"/>
                    <a:pt x="9" y="39"/>
                  </a:cubicBezTo>
                  <a:cubicBezTo>
                    <a:pt x="10" y="40"/>
                    <a:pt x="14" y="42"/>
                    <a:pt x="14" y="43"/>
                  </a:cubicBezTo>
                  <a:cubicBezTo>
                    <a:pt x="14" y="44"/>
                    <a:pt x="14" y="44"/>
                    <a:pt x="14" y="45"/>
                  </a:cubicBezTo>
                  <a:cubicBezTo>
                    <a:pt x="14" y="46"/>
                    <a:pt x="15" y="47"/>
                    <a:pt x="16" y="48"/>
                  </a:cubicBezTo>
                  <a:cubicBezTo>
                    <a:pt x="18" y="51"/>
                    <a:pt x="21" y="46"/>
                    <a:pt x="23" y="47"/>
                  </a:cubicBezTo>
                  <a:cubicBezTo>
                    <a:pt x="23" y="47"/>
                    <a:pt x="22" y="48"/>
                    <a:pt x="22" y="48"/>
                  </a:cubicBezTo>
                  <a:cubicBezTo>
                    <a:pt x="22" y="47"/>
                    <a:pt x="27" y="47"/>
                    <a:pt x="27" y="47"/>
                  </a:cubicBezTo>
                  <a:cubicBezTo>
                    <a:pt x="29" y="47"/>
                    <a:pt x="29" y="45"/>
                    <a:pt x="30" y="47"/>
                  </a:cubicBezTo>
                  <a:cubicBezTo>
                    <a:pt x="31" y="45"/>
                    <a:pt x="31" y="44"/>
                    <a:pt x="31" y="42"/>
                  </a:cubicBezTo>
                  <a:cubicBezTo>
                    <a:pt x="32" y="41"/>
                    <a:pt x="31" y="43"/>
                    <a:pt x="31" y="4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11" name="Freeform 758">
              <a:extLst>
                <a:ext uri="{FF2B5EF4-FFF2-40B4-BE49-F238E27FC236}">
                  <a16:creationId xmlns:a16="http://schemas.microsoft.com/office/drawing/2014/main" id="{E7BD0FFF-22CF-009F-EB33-054D659D1488}"/>
                </a:ext>
              </a:extLst>
            </p:cNvPr>
            <p:cNvSpPr>
              <a:spLocks/>
            </p:cNvSpPr>
            <p:nvPr/>
          </p:nvSpPr>
          <p:spPr bwMode="auto">
            <a:xfrm>
              <a:off x="11432679" y="8322691"/>
              <a:ext cx="394905" cy="280329"/>
            </a:xfrm>
            <a:custGeom>
              <a:avLst/>
              <a:gdLst>
                <a:gd name="T0" fmla="*/ 35 w 42"/>
                <a:gd name="T1" fmla="*/ 20 h 30"/>
                <a:gd name="T2" fmla="*/ 41 w 42"/>
                <a:gd name="T3" fmla="*/ 17 h 30"/>
                <a:gd name="T4" fmla="*/ 38 w 42"/>
                <a:gd name="T5" fmla="*/ 13 h 30"/>
                <a:gd name="T6" fmla="*/ 33 w 42"/>
                <a:gd name="T7" fmla="*/ 10 h 30"/>
                <a:gd name="T8" fmla="*/ 32 w 42"/>
                <a:gd name="T9" fmla="*/ 7 h 30"/>
                <a:gd name="T10" fmla="*/ 30 w 42"/>
                <a:gd name="T11" fmla="*/ 1 h 30"/>
                <a:gd name="T12" fmla="*/ 26 w 42"/>
                <a:gd name="T13" fmla="*/ 0 h 30"/>
                <a:gd name="T14" fmla="*/ 22 w 42"/>
                <a:gd name="T15" fmla="*/ 2 h 30"/>
                <a:gd name="T16" fmla="*/ 19 w 42"/>
                <a:gd name="T17" fmla="*/ 4 h 30"/>
                <a:gd name="T18" fmla="*/ 17 w 42"/>
                <a:gd name="T19" fmla="*/ 5 h 30"/>
                <a:gd name="T20" fmla="*/ 11 w 42"/>
                <a:gd name="T21" fmla="*/ 10 h 30"/>
                <a:gd name="T22" fmla="*/ 9 w 42"/>
                <a:gd name="T23" fmla="*/ 10 h 30"/>
                <a:gd name="T24" fmla="*/ 7 w 42"/>
                <a:gd name="T25" fmla="*/ 14 h 30"/>
                <a:gd name="T26" fmla="*/ 5 w 42"/>
                <a:gd name="T27" fmla="*/ 16 h 30"/>
                <a:gd name="T28" fmla="*/ 2 w 42"/>
                <a:gd name="T29" fmla="*/ 18 h 30"/>
                <a:gd name="T30" fmla="*/ 1 w 42"/>
                <a:gd name="T31" fmla="*/ 24 h 30"/>
                <a:gd name="T32" fmla="*/ 8 w 42"/>
                <a:gd name="T33" fmla="*/ 28 h 30"/>
                <a:gd name="T34" fmla="*/ 16 w 42"/>
                <a:gd name="T35" fmla="*/ 30 h 30"/>
                <a:gd name="T36" fmla="*/ 15 w 42"/>
                <a:gd name="T37" fmla="*/ 22 h 30"/>
                <a:gd name="T38" fmla="*/ 26 w 42"/>
                <a:gd name="T39" fmla="*/ 22 h 30"/>
                <a:gd name="T40" fmla="*/ 35 w 42"/>
                <a:gd name="T41" fmla="*/ 20 h 30"/>
                <a:gd name="T42" fmla="*/ 35 w 42"/>
                <a:gd name="T43"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30">
                  <a:moveTo>
                    <a:pt x="35" y="20"/>
                  </a:moveTo>
                  <a:cubicBezTo>
                    <a:pt x="37" y="17"/>
                    <a:pt x="40" y="20"/>
                    <a:pt x="41" y="17"/>
                  </a:cubicBezTo>
                  <a:cubicBezTo>
                    <a:pt x="42" y="16"/>
                    <a:pt x="39" y="13"/>
                    <a:pt x="38" y="13"/>
                  </a:cubicBezTo>
                  <a:cubicBezTo>
                    <a:pt x="37" y="15"/>
                    <a:pt x="34" y="11"/>
                    <a:pt x="33" y="10"/>
                  </a:cubicBezTo>
                  <a:cubicBezTo>
                    <a:pt x="33" y="9"/>
                    <a:pt x="33" y="8"/>
                    <a:pt x="32" y="7"/>
                  </a:cubicBezTo>
                  <a:cubicBezTo>
                    <a:pt x="30" y="5"/>
                    <a:pt x="30" y="4"/>
                    <a:pt x="30" y="1"/>
                  </a:cubicBezTo>
                  <a:cubicBezTo>
                    <a:pt x="29" y="1"/>
                    <a:pt x="27" y="0"/>
                    <a:pt x="26" y="0"/>
                  </a:cubicBezTo>
                  <a:cubicBezTo>
                    <a:pt x="24" y="1"/>
                    <a:pt x="23" y="2"/>
                    <a:pt x="22" y="2"/>
                  </a:cubicBezTo>
                  <a:cubicBezTo>
                    <a:pt x="21" y="3"/>
                    <a:pt x="20" y="4"/>
                    <a:pt x="19" y="4"/>
                  </a:cubicBezTo>
                  <a:cubicBezTo>
                    <a:pt x="18" y="6"/>
                    <a:pt x="18" y="4"/>
                    <a:pt x="17" y="5"/>
                  </a:cubicBezTo>
                  <a:cubicBezTo>
                    <a:pt x="15" y="6"/>
                    <a:pt x="13" y="11"/>
                    <a:pt x="11" y="10"/>
                  </a:cubicBezTo>
                  <a:cubicBezTo>
                    <a:pt x="10" y="10"/>
                    <a:pt x="9" y="8"/>
                    <a:pt x="9" y="10"/>
                  </a:cubicBezTo>
                  <a:cubicBezTo>
                    <a:pt x="8" y="11"/>
                    <a:pt x="8" y="13"/>
                    <a:pt x="7" y="14"/>
                  </a:cubicBezTo>
                  <a:cubicBezTo>
                    <a:pt x="7" y="15"/>
                    <a:pt x="7" y="16"/>
                    <a:pt x="5" y="16"/>
                  </a:cubicBezTo>
                  <a:cubicBezTo>
                    <a:pt x="5" y="16"/>
                    <a:pt x="1" y="17"/>
                    <a:pt x="2" y="18"/>
                  </a:cubicBezTo>
                  <a:cubicBezTo>
                    <a:pt x="5" y="20"/>
                    <a:pt x="0" y="23"/>
                    <a:pt x="1" y="24"/>
                  </a:cubicBezTo>
                  <a:cubicBezTo>
                    <a:pt x="3" y="25"/>
                    <a:pt x="5" y="30"/>
                    <a:pt x="8" y="28"/>
                  </a:cubicBezTo>
                  <a:cubicBezTo>
                    <a:pt x="11" y="26"/>
                    <a:pt x="13" y="27"/>
                    <a:pt x="16" y="30"/>
                  </a:cubicBezTo>
                  <a:cubicBezTo>
                    <a:pt x="15" y="27"/>
                    <a:pt x="15" y="24"/>
                    <a:pt x="15" y="22"/>
                  </a:cubicBezTo>
                  <a:cubicBezTo>
                    <a:pt x="19" y="22"/>
                    <a:pt x="22" y="22"/>
                    <a:pt x="26" y="22"/>
                  </a:cubicBezTo>
                  <a:cubicBezTo>
                    <a:pt x="29" y="22"/>
                    <a:pt x="34" y="23"/>
                    <a:pt x="35" y="20"/>
                  </a:cubicBezTo>
                  <a:cubicBezTo>
                    <a:pt x="36" y="18"/>
                    <a:pt x="35" y="20"/>
                    <a:pt x="35" y="2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12" name="Freeform 759">
              <a:extLst>
                <a:ext uri="{FF2B5EF4-FFF2-40B4-BE49-F238E27FC236}">
                  <a16:creationId xmlns:a16="http://schemas.microsoft.com/office/drawing/2014/main" id="{845436C2-337C-0759-C3C8-194C1E790360}"/>
                </a:ext>
              </a:extLst>
            </p:cNvPr>
            <p:cNvSpPr>
              <a:spLocks/>
            </p:cNvSpPr>
            <p:nvPr/>
          </p:nvSpPr>
          <p:spPr bwMode="auto">
            <a:xfrm>
              <a:off x="11697010" y="8529753"/>
              <a:ext cx="92356" cy="222990"/>
            </a:xfrm>
            <a:custGeom>
              <a:avLst/>
              <a:gdLst>
                <a:gd name="T0" fmla="*/ 9 w 10"/>
                <a:gd name="T1" fmla="*/ 10 h 24"/>
                <a:gd name="T2" fmla="*/ 8 w 10"/>
                <a:gd name="T3" fmla="*/ 6 h 24"/>
                <a:gd name="T4" fmla="*/ 5 w 10"/>
                <a:gd name="T5" fmla="*/ 0 h 24"/>
                <a:gd name="T6" fmla="*/ 2 w 10"/>
                <a:gd name="T7" fmla="*/ 0 h 24"/>
                <a:gd name="T8" fmla="*/ 2 w 10"/>
                <a:gd name="T9" fmla="*/ 3 h 24"/>
                <a:gd name="T10" fmla="*/ 2 w 10"/>
                <a:gd name="T11" fmla="*/ 9 h 24"/>
                <a:gd name="T12" fmla="*/ 4 w 10"/>
                <a:gd name="T13" fmla="*/ 15 h 24"/>
                <a:gd name="T14" fmla="*/ 4 w 10"/>
                <a:gd name="T15" fmla="*/ 21 h 24"/>
                <a:gd name="T16" fmla="*/ 6 w 10"/>
                <a:gd name="T17" fmla="*/ 23 h 24"/>
                <a:gd name="T18" fmla="*/ 9 w 10"/>
                <a:gd name="T19" fmla="*/ 23 h 24"/>
                <a:gd name="T20" fmla="*/ 9 w 10"/>
                <a:gd name="T21" fmla="*/ 10 h 24"/>
                <a:gd name="T22" fmla="*/ 9 w 10"/>
                <a:gd name="T23"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4">
                  <a:moveTo>
                    <a:pt x="9" y="10"/>
                  </a:moveTo>
                  <a:cubicBezTo>
                    <a:pt x="9" y="9"/>
                    <a:pt x="9" y="7"/>
                    <a:pt x="8" y="6"/>
                  </a:cubicBezTo>
                  <a:cubicBezTo>
                    <a:pt x="7" y="5"/>
                    <a:pt x="4" y="1"/>
                    <a:pt x="5" y="0"/>
                  </a:cubicBezTo>
                  <a:cubicBezTo>
                    <a:pt x="4" y="0"/>
                    <a:pt x="3" y="0"/>
                    <a:pt x="2" y="0"/>
                  </a:cubicBezTo>
                  <a:cubicBezTo>
                    <a:pt x="0" y="0"/>
                    <a:pt x="2" y="2"/>
                    <a:pt x="2" y="3"/>
                  </a:cubicBezTo>
                  <a:cubicBezTo>
                    <a:pt x="3" y="5"/>
                    <a:pt x="2" y="7"/>
                    <a:pt x="2" y="9"/>
                  </a:cubicBezTo>
                  <a:cubicBezTo>
                    <a:pt x="1" y="12"/>
                    <a:pt x="3" y="12"/>
                    <a:pt x="4" y="15"/>
                  </a:cubicBezTo>
                  <a:cubicBezTo>
                    <a:pt x="4" y="17"/>
                    <a:pt x="3" y="19"/>
                    <a:pt x="4" y="21"/>
                  </a:cubicBezTo>
                  <a:cubicBezTo>
                    <a:pt x="4" y="22"/>
                    <a:pt x="5" y="23"/>
                    <a:pt x="6" y="23"/>
                  </a:cubicBezTo>
                  <a:cubicBezTo>
                    <a:pt x="7" y="24"/>
                    <a:pt x="10" y="24"/>
                    <a:pt x="9" y="23"/>
                  </a:cubicBezTo>
                  <a:cubicBezTo>
                    <a:pt x="9" y="19"/>
                    <a:pt x="9" y="15"/>
                    <a:pt x="9" y="10"/>
                  </a:cubicBezTo>
                  <a:cubicBezTo>
                    <a:pt x="9" y="7"/>
                    <a:pt x="9" y="13"/>
                    <a:pt x="9" y="1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13" name="Freeform 760">
              <a:extLst>
                <a:ext uri="{FF2B5EF4-FFF2-40B4-BE49-F238E27FC236}">
                  <a16:creationId xmlns:a16="http://schemas.microsoft.com/office/drawing/2014/main" id="{C97DCD78-F996-99A5-39B9-39A07481F798}"/>
                </a:ext>
              </a:extLst>
            </p:cNvPr>
            <p:cNvSpPr>
              <a:spLocks/>
            </p:cNvSpPr>
            <p:nvPr/>
          </p:nvSpPr>
          <p:spPr bwMode="auto">
            <a:xfrm>
              <a:off x="11295734" y="8539311"/>
              <a:ext cx="296178" cy="289887"/>
            </a:xfrm>
            <a:custGeom>
              <a:avLst/>
              <a:gdLst>
                <a:gd name="T0" fmla="*/ 26 w 32"/>
                <a:gd name="T1" fmla="*/ 4 h 31"/>
                <a:gd name="T2" fmla="*/ 21 w 32"/>
                <a:gd name="T3" fmla="*/ 5 h 31"/>
                <a:gd name="T4" fmla="*/ 15 w 32"/>
                <a:gd name="T5" fmla="*/ 1 h 31"/>
                <a:gd name="T6" fmla="*/ 13 w 32"/>
                <a:gd name="T7" fmla="*/ 1 h 31"/>
                <a:gd name="T8" fmla="*/ 10 w 32"/>
                <a:gd name="T9" fmla="*/ 2 h 31"/>
                <a:gd name="T10" fmla="*/ 6 w 32"/>
                <a:gd name="T11" fmla="*/ 2 h 31"/>
                <a:gd name="T12" fmla="*/ 4 w 32"/>
                <a:gd name="T13" fmla="*/ 3 h 31"/>
                <a:gd name="T14" fmla="*/ 3 w 32"/>
                <a:gd name="T15" fmla="*/ 6 h 31"/>
                <a:gd name="T16" fmla="*/ 5 w 32"/>
                <a:gd name="T17" fmla="*/ 7 h 31"/>
                <a:gd name="T18" fmla="*/ 3 w 32"/>
                <a:gd name="T19" fmla="*/ 9 h 31"/>
                <a:gd name="T20" fmla="*/ 5 w 32"/>
                <a:gd name="T21" fmla="*/ 12 h 31"/>
                <a:gd name="T22" fmla="*/ 3 w 32"/>
                <a:gd name="T23" fmla="*/ 13 h 31"/>
                <a:gd name="T24" fmla="*/ 2 w 32"/>
                <a:gd name="T25" fmla="*/ 16 h 31"/>
                <a:gd name="T26" fmla="*/ 2 w 32"/>
                <a:gd name="T27" fmla="*/ 19 h 31"/>
                <a:gd name="T28" fmla="*/ 3 w 32"/>
                <a:gd name="T29" fmla="*/ 23 h 31"/>
                <a:gd name="T30" fmla="*/ 7 w 32"/>
                <a:gd name="T31" fmla="*/ 26 h 31"/>
                <a:gd name="T32" fmla="*/ 7 w 32"/>
                <a:gd name="T33" fmla="*/ 31 h 31"/>
                <a:gd name="T34" fmla="*/ 19 w 32"/>
                <a:gd name="T35" fmla="*/ 28 h 31"/>
                <a:gd name="T36" fmla="*/ 26 w 32"/>
                <a:gd name="T37" fmla="*/ 28 h 31"/>
                <a:gd name="T38" fmla="*/ 30 w 32"/>
                <a:gd name="T39" fmla="*/ 26 h 31"/>
                <a:gd name="T40" fmla="*/ 28 w 32"/>
                <a:gd name="T41" fmla="*/ 21 h 31"/>
                <a:gd name="T42" fmla="*/ 30 w 32"/>
                <a:gd name="T43" fmla="*/ 15 h 31"/>
                <a:gd name="T44" fmla="*/ 26 w 32"/>
                <a:gd name="T45"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31">
                  <a:moveTo>
                    <a:pt x="26" y="4"/>
                  </a:moveTo>
                  <a:cubicBezTo>
                    <a:pt x="24" y="4"/>
                    <a:pt x="23" y="6"/>
                    <a:pt x="21" y="5"/>
                  </a:cubicBezTo>
                  <a:cubicBezTo>
                    <a:pt x="19" y="5"/>
                    <a:pt x="17" y="0"/>
                    <a:pt x="15" y="1"/>
                  </a:cubicBezTo>
                  <a:cubicBezTo>
                    <a:pt x="14" y="2"/>
                    <a:pt x="13" y="2"/>
                    <a:pt x="13" y="1"/>
                  </a:cubicBezTo>
                  <a:cubicBezTo>
                    <a:pt x="12" y="0"/>
                    <a:pt x="11" y="2"/>
                    <a:pt x="10" y="2"/>
                  </a:cubicBezTo>
                  <a:cubicBezTo>
                    <a:pt x="8" y="3"/>
                    <a:pt x="7" y="2"/>
                    <a:pt x="6" y="2"/>
                  </a:cubicBezTo>
                  <a:cubicBezTo>
                    <a:pt x="5" y="1"/>
                    <a:pt x="5" y="3"/>
                    <a:pt x="4" y="3"/>
                  </a:cubicBezTo>
                  <a:cubicBezTo>
                    <a:pt x="3" y="3"/>
                    <a:pt x="2" y="5"/>
                    <a:pt x="3" y="6"/>
                  </a:cubicBezTo>
                  <a:cubicBezTo>
                    <a:pt x="3" y="7"/>
                    <a:pt x="5" y="7"/>
                    <a:pt x="5" y="7"/>
                  </a:cubicBezTo>
                  <a:cubicBezTo>
                    <a:pt x="5" y="8"/>
                    <a:pt x="3" y="9"/>
                    <a:pt x="3" y="9"/>
                  </a:cubicBezTo>
                  <a:cubicBezTo>
                    <a:pt x="3" y="10"/>
                    <a:pt x="5" y="11"/>
                    <a:pt x="5" y="12"/>
                  </a:cubicBezTo>
                  <a:cubicBezTo>
                    <a:pt x="5" y="12"/>
                    <a:pt x="3" y="11"/>
                    <a:pt x="3" y="13"/>
                  </a:cubicBezTo>
                  <a:cubicBezTo>
                    <a:pt x="3" y="14"/>
                    <a:pt x="4" y="16"/>
                    <a:pt x="2" y="16"/>
                  </a:cubicBezTo>
                  <a:cubicBezTo>
                    <a:pt x="3" y="17"/>
                    <a:pt x="3" y="18"/>
                    <a:pt x="2" y="19"/>
                  </a:cubicBezTo>
                  <a:cubicBezTo>
                    <a:pt x="2" y="21"/>
                    <a:pt x="0" y="21"/>
                    <a:pt x="3" y="23"/>
                  </a:cubicBezTo>
                  <a:cubicBezTo>
                    <a:pt x="4" y="23"/>
                    <a:pt x="6" y="24"/>
                    <a:pt x="7" y="26"/>
                  </a:cubicBezTo>
                  <a:cubicBezTo>
                    <a:pt x="8" y="27"/>
                    <a:pt x="7" y="29"/>
                    <a:pt x="7" y="31"/>
                  </a:cubicBezTo>
                  <a:cubicBezTo>
                    <a:pt x="11" y="30"/>
                    <a:pt x="14" y="28"/>
                    <a:pt x="19" y="28"/>
                  </a:cubicBezTo>
                  <a:cubicBezTo>
                    <a:pt x="21" y="27"/>
                    <a:pt x="24" y="28"/>
                    <a:pt x="26" y="28"/>
                  </a:cubicBezTo>
                  <a:cubicBezTo>
                    <a:pt x="28" y="28"/>
                    <a:pt x="31" y="29"/>
                    <a:pt x="30" y="26"/>
                  </a:cubicBezTo>
                  <a:cubicBezTo>
                    <a:pt x="30" y="24"/>
                    <a:pt x="29" y="23"/>
                    <a:pt x="28" y="21"/>
                  </a:cubicBezTo>
                  <a:cubicBezTo>
                    <a:pt x="28" y="19"/>
                    <a:pt x="29" y="17"/>
                    <a:pt x="30" y="15"/>
                  </a:cubicBezTo>
                  <a:cubicBezTo>
                    <a:pt x="31" y="11"/>
                    <a:pt x="32" y="4"/>
                    <a:pt x="26"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14" name="Freeform 761">
              <a:extLst>
                <a:ext uri="{FF2B5EF4-FFF2-40B4-BE49-F238E27FC236}">
                  <a16:creationId xmlns:a16="http://schemas.microsoft.com/office/drawing/2014/main" id="{32060511-6E3C-C9F3-4A63-E2FCDAD1DA9D}"/>
                </a:ext>
              </a:extLst>
            </p:cNvPr>
            <p:cNvSpPr>
              <a:spLocks/>
            </p:cNvSpPr>
            <p:nvPr/>
          </p:nvSpPr>
          <p:spPr bwMode="auto">
            <a:xfrm>
              <a:off x="11547328" y="8529753"/>
              <a:ext cx="213379" cy="280329"/>
            </a:xfrm>
            <a:custGeom>
              <a:avLst/>
              <a:gdLst>
                <a:gd name="T0" fmla="*/ 19 w 23"/>
                <a:gd name="T1" fmla="*/ 13 h 30"/>
                <a:gd name="T2" fmla="*/ 18 w 23"/>
                <a:gd name="T3" fmla="*/ 6 h 30"/>
                <a:gd name="T4" fmla="*/ 17 w 23"/>
                <a:gd name="T5" fmla="*/ 0 h 30"/>
                <a:gd name="T6" fmla="*/ 3 w 23"/>
                <a:gd name="T7" fmla="*/ 0 h 30"/>
                <a:gd name="T8" fmla="*/ 4 w 23"/>
                <a:gd name="T9" fmla="*/ 11 h 30"/>
                <a:gd name="T10" fmla="*/ 1 w 23"/>
                <a:gd name="T11" fmla="*/ 22 h 30"/>
                <a:gd name="T12" fmla="*/ 3 w 23"/>
                <a:gd name="T13" fmla="*/ 30 h 30"/>
                <a:gd name="T14" fmla="*/ 10 w 23"/>
                <a:gd name="T15" fmla="*/ 29 h 30"/>
                <a:gd name="T16" fmla="*/ 23 w 23"/>
                <a:gd name="T17" fmla="*/ 24 h 30"/>
                <a:gd name="T18" fmla="*/ 20 w 23"/>
                <a:gd name="T19" fmla="*/ 19 h 30"/>
                <a:gd name="T20" fmla="*/ 19 w 23"/>
                <a:gd name="T21" fmla="*/ 13 h 30"/>
                <a:gd name="T22" fmla="*/ 19 w 23"/>
                <a:gd name="T2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30">
                  <a:moveTo>
                    <a:pt x="19" y="13"/>
                  </a:moveTo>
                  <a:cubicBezTo>
                    <a:pt x="17" y="11"/>
                    <a:pt x="18" y="8"/>
                    <a:pt x="18" y="6"/>
                  </a:cubicBezTo>
                  <a:cubicBezTo>
                    <a:pt x="19" y="4"/>
                    <a:pt x="16" y="2"/>
                    <a:pt x="17" y="0"/>
                  </a:cubicBezTo>
                  <a:cubicBezTo>
                    <a:pt x="12" y="0"/>
                    <a:pt x="8" y="0"/>
                    <a:pt x="3" y="0"/>
                  </a:cubicBezTo>
                  <a:cubicBezTo>
                    <a:pt x="3" y="3"/>
                    <a:pt x="4" y="7"/>
                    <a:pt x="4" y="11"/>
                  </a:cubicBezTo>
                  <a:cubicBezTo>
                    <a:pt x="4" y="15"/>
                    <a:pt x="0" y="18"/>
                    <a:pt x="1" y="22"/>
                  </a:cubicBezTo>
                  <a:cubicBezTo>
                    <a:pt x="2" y="25"/>
                    <a:pt x="4" y="26"/>
                    <a:pt x="3" y="30"/>
                  </a:cubicBezTo>
                  <a:cubicBezTo>
                    <a:pt x="6" y="30"/>
                    <a:pt x="7" y="30"/>
                    <a:pt x="10" y="29"/>
                  </a:cubicBezTo>
                  <a:cubicBezTo>
                    <a:pt x="15" y="28"/>
                    <a:pt x="19" y="26"/>
                    <a:pt x="23" y="24"/>
                  </a:cubicBezTo>
                  <a:cubicBezTo>
                    <a:pt x="21" y="23"/>
                    <a:pt x="20" y="21"/>
                    <a:pt x="20" y="19"/>
                  </a:cubicBezTo>
                  <a:cubicBezTo>
                    <a:pt x="20" y="17"/>
                    <a:pt x="20" y="15"/>
                    <a:pt x="19" y="13"/>
                  </a:cubicBezTo>
                  <a:cubicBezTo>
                    <a:pt x="17" y="11"/>
                    <a:pt x="20" y="15"/>
                    <a:pt x="19" y="1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15" name="Freeform 762">
              <a:extLst>
                <a:ext uri="{FF2B5EF4-FFF2-40B4-BE49-F238E27FC236}">
                  <a16:creationId xmlns:a16="http://schemas.microsoft.com/office/drawing/2014/main" id="{AD3D1692-4E5F-0782-0BD9-E37D65A074AF}"/>
                </a:ext>
              </a:extLst>
            </p:cNvPr>
            <p:cNvSpPr>
              <a:spLocks/>
            </p:cNvSpPr>
            <p:nvPr/>
          </p:nvSpPr>
          <p:spPr bwMode="auto">
            <a:xfrm>
              <a:off x="11079175" y="8558422"/>
              <a:ext cx="140127" cy="168835"/>
            </a:xfrm>
            <a:custGeom>
              <a:avLst/>
              <a:gdLst>
                <a:gd name="T0" fmla="*/ 12 w 15"/>
                <a:gd name="T1" fmla="*/ 14 h 18"/>
                <a:gd name="T2" fmla="*/ 14 w 15"/>
                <a:gd name="T3" fmla="*/ 6 h 18"/>
                <a:gd name="T4" fmla="*/ 5 w 15"/>
                <a:gd name="T5" fmla="*/ 3 h 18"/>
                <a:gd name="T6" fmla="*/ 1 w 15"/>
                <a:gd name="T7" fmla="*/ 8 h 18"/>
                <a:gd name="T8" fmla="*/ 4 w 15"/>
                <a:gd name="T9" fmla="*/ 12 h 18"/>
                <a:gd name="T10" fmla="*/ 7 w 15"/>
                <a:gd name="T11" fmla="*/ 16 h 18"/>
                <a:gd name="T12" fmla="*/ 10 w 15"/>
                <a:gd name="T13" fmla="*/ 16 h 18"/>
                <a:gd name="T14" fmla="*/ 12 w 15"/>
                <a:gd name="T15" fmla="*/ 14 h 18"/>
                <a:gd name="T16" fmla="*/ 12 w 15"/>
                <a:gd name="T17"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12" y="14"/>
                  </a:moveTo>
                  <a:cubicBezTo>
                    <a:pt x="15" y="13"/>
                    <a:pt x="15" y="8"/>
                    <a:pt x="14" y="6"/>
                  </a:cubicBezTo>
                  <a:cubicBezTo>
                    <a:pt x="12" y="2"/>
                    <a:pt x="8" y="0"/>
                    <a:pt x="5" y="3"/>
                  </a:cubicBezTo>
                  <a:cubicBezTo>
                    <a:pt x="3" y="4"/>
                    <a:pt x="0" y="6"/>
                    <a:pt x="1" y="8"/>
                  </a:cubicBezTo>
                  <a:cubicBezTo>
                    <a:pt x="2" y="10"/>
                    <a:pt x="2" y="11"/>
                    <a:pt x="4" y="12"/>
                  </a:cubicBezTo>
                  <a:cubicBezTo>
                    <a:pt x="5" y="14"/>
                    <a:pt x="5" y="15"/>
                    <a:pt x="7" y="16"/>
                  </a:cubicBezTo>
                  <a:cubicBezTo>
                    <a:pt x="8" y="17"/>
                    <a:pt x="9" y="18"/>
                    <a:pt x="10" y="16"/>
                  </a:cubicBezTo>
                  <a:cubicBezTo>
                    <a:pt x="10" y="15"/>
                    <a:pt x="11" y="15"/>
                    <a:pt x="12" y="14"/>
                  </a:cubicBezTo>
                  <a:cubicBezTo>
                    <a:pt x="14" y="13"/>
                    <a:pt x="11" y="15"/>
                    <a:pt x="12" y="1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16" name="Freeform 763">
              <a:extLst>
                <a:ext uri="{FF2B5EF4-FFF2-40B4-BE49-F238E27FC236}">
                  <a16:creationId xmlns:a16="http://schemas.microsoft.com/office/drawing/2014/main" id="{5629FC74-E68C-297D-100B-2DFD54B0EC33}"/>
                </a:ext>
              </a:extLst>
            </p:cNvPr>
            <p:cNvSpPr>
              <a:spLocks/>
            </p:cNvSpPr>
            <p:nvPr/>
          </p:nvSpPr>
          <p:spPr bwMode="auto">
            <a:xfrm>
              <a:off x="11161976" y="8631691"/>
              <a:ext cx="207006" cy="197506"/>
            </a:xfrm>
            <a:custGeom>
              <a:avLst/>
              <a:gdLst>
                <a:gd name="T0" fmla="*/ 21 w 22"/>
                <a:gd name="T1" fmla="*/ 17 h 21"/>
                <a:gd name="T2" fmla="*/ 19 w 22"/>
                <a:gd name="T3" fmla="*/ 13 h 21"/>
                <a:gd name="T4" fmla="*/ 16 w 22"/>
                <a:gd name="T5" fmla="*/ 11 h 21"/>
                <a:gd name="T6" fmla="*/ 16 w 22"/>
                <a:gd name="T7" fmla="*/ 6 h 21"/>
                <a:gd name="T8" fmla="*/ 13 w 22"/>
                <a:gd name="T9" fmla="*/ 8 h 21"/>
                <a:gd name="T10" fmla="*/ 9 w 22"/>
                <a:gd name="T11" fmla="*/ 1 h 21"/>
                <a:gd name="T12" fmla="*/ 5 w 22"/>
                <a:gd name="T13" fmla="*/ 4 h 21"/>
                <a:gd name="T14" fmla="*/ 0 w 22"/>
                <a:gd name="T15" fmla="*/ 9 h 21"/>
                <a:gd name="T16" fmla="*/ 12 w 22"/>
                <a:gd name="T17" fmla="*/ 18 h 21"/>
                <a:gd name="T18" fmla="*/ 19 w 22"/>
                <a:gd name="T19" fmla="*/ 21 h 21"/>
                <a:gd name="T20" fmla="*/ 21 w 22"/>
                <a:gd name="T21" fmla="*/ 17 h 21"/>
                <a:gd name="T22" fmla="*/ 21 w 22"/>
                <a:gd name="T2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1">
                  <a:moveTo>
                    <a:pt x="21" y="17"/>
                  </a:moveTo>
                  <a:cubicBezTo>
                    <a:pt x="22" y="15"/>
                    <a:pt x="20" y="14"/>
                    <a:pt x="19" y="13"/>
                  </a:cubicBezTo>
                  <a:cubicBezTo>
                    <a:pt x="18" y="13"/>
                    <a:pt x="14" y="12"/>
                    <a:pt x="16" y="11"/>
                  </a:cubicBezTo>
                  <a:cubicBezTo>
                    <a:pt x="17" y="10"/>
                    <a:pt x="17" y="7"/>
                    <a:pt x="16" y="6"/>
                  </a:cubicBezTo>
                  <a:cubicBezTo>
                    <a:pt x="15" y="4"/>
                    <a:pt x="14" y="8"/>
                    <a:pt x="13" y="8"/>
                  </a:cubicBezTo>
                  <a:cubicBezTo>
                    <a:pt x="10" y="8"/>
                    <a:pt x="11" y="0"/>
                    <a:pt x="9" y="1"/>
                  </a:cubicBezTo>
                  <a:cubicBezTo>
                    <a:pt x="8" y="2"/>
                    <a:pt x="6" y="3"/>
                    <a:pt x="5" y="4"/>
                  </a:cubicBezTo>
                  <a:cubicBezTo>
                    <a:pt x="4" y="6"/>
                    <a:pt x="2" y="7"/>
                    <a:pt x="0" y="9"/>
                  </a:cubicBezTo>
                  <a:cubicBezTo>
                    <a:pt x="5" y="12"/>
                    <a:pt x="8" y="15"/>
                    <a:pt x="12" y="18"/>
                  </a:cubicBezTo>
                  <a:cubicBezTo>
                    <a:pt x="14" y="20"/>
                    <a:pt x="16" y="21"/>
                    <a:pt x="19" y="21"/>
                  </a:cubicBezTo>
                  <a:cubicBezTo>
                    <a:pt x="22" y="21"/>
                    <a:pt x="20" y="19"/>
                    <a:pt x="21" y="17"/>
                  </a:cubicBezTo>
                  <a:cubicBezTo>
                    <a:pt x="22" y="15"/>
                    <a:pt x="21" y="19"/>
                    <a:pt x="21" y="1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17" name="Freeform 764">
              <a:extLst>
                <a:ext uri="{FF2B5EF4-FFF2-40B4-BE49-F238E27FC236}">
                  <a16:creationId xmlns:a16="http://schemas.microsoft.com/office/drawing/2014/main" id="{96C1A58E-B07A-0D9D-00CD-11F4D4A5C57B}"/>
                </a:ext>
              </a:extLst>
            </p:cNvPr>
            <p:cNvSpPr>
              <a:spLocks/>
            </p:cNvSpPr>
            <p:nvPr/>
          </p:nvSpPr>
          <p:spPr bwMode="auto">
            <a:xfrm>
              <a:off x="11015478" y="8443745"/>
              <a:ext cx="324842" cy="273958"/>
            </a:xfrm>
            <a:custGeom>
              <a:avLst/>
              <a:gdLst>
                <a:gd name="T0" fmla="*/ 10 w 35"/>
                <a:gd name="T1" fmla="*/ 16 h 29"/>
                <a:gd name="T2" fmla="*/ 20 w 35"/>
                <a:gd name="T3" fmla="*/ 17 h 29"/>
                <a:gd name="T4" fmla="*/ 21 w 35"/>
                <a:gd name="T5" fmla="*/ 23 h 29"/>
                <a:gd name="T6" fmla="*/ 25 w 35"/>
                <a:gd name="T7" fmla="*/ 21 h 29"/>
                <a:gd name="T8" fmla="*/ 29 w 35"/>
                <a:gd name="T9" fmla="*/ 27 h 29"/>
                <a:gd name="T10" fmla="*/ 31 w 35"/>
                <a:gd name="T11" fmla="*/ 26 h 29"/>
                <a:gd name="T12" fmla="*/ 33 w 35"/>
                <a:gd name="T13" fmla="*/ 25 h 29"/>
                <a:gd name="T14" fmla="*/ 33 w 35"/>
                <a:gd name="T15" fmla="*/ 23 h 29"/>
                <a:gd name="T16" fmla="*/ 35 w 35"/>
                <a:gd name="T17" fmla="*/ 22 h 29"/>
                <a:gd name="T18" fmla="*/ 34 w 35"/>
                <a:gd name="T19" fmla="*/ 19 h 29"/>
                <a:gd name="T20" fmla="*/ 33 w 35"/>
                <a:gd name="T21" fmla="*/ 16 h 29"/>
                <a:gd name="T22" fmla="*/ 33 w 35"/>
                <a:gd name="T23" fmla="*/ 12 h 29"/>
                <a:gd name="T24" fmla="*/ 32 w 35"/>
                <a:gd name="T25" fmla="*/ 8 h 29"/>
                <a:gd name="T26" fmla="*/ 26 w 35"/>
                <a:gd name="T27" fmla="*/ 2 h 29"/>
                <a:gd name="T28" fmla="*/ 24 w 35"/>
                <a:gd name="T29" fmla="*/ 3 h 29"/>
                <a:gd name="T30" fmla="*/ 22 w 35"/>
                <a:gd name="T31" fmla="*/ 3 h 29"/>
                <a:gd name="T32" fmla="*/ 19 w 35"/>
                <a:gd name="T33" fmla="*/ 3 h 29"/>
                <a:gd name="T34" fmla="*/ 18 w 35"/>
                <a:gd name="T35" fmla="*/ 3 h 29"/>
                <a:gd name="T36" fmla="*/ 15 w 35"/>
                <a:gd name="T37" fmla="*/ 2 h 29"/>
                <a:gd name="T38" fmla="*/ 10 w 35"/>
                <a:gd name="T39" fmla="*/ 1 h 29"/>
                <a:gd name="T40" fmla="*/ 5 w 35"/>
                <a:gd name="T41" fmla="*/ 1 h 29"/>
                <a:gd name="T42" fmla="*/ 5 w 35"/>
                <a:gd name="T43" fmla="*/ 4 h 29"/>
                <a:gd name="T44" fmla="*/ 3 w 35"/>
                <a:gd name="T45" fmla="*/ 6 h 29"/>
                <a:gd name="T46" fmla="*/ 0 w 35"/>
                <a:gd name="T47" fmla="*/ 8 h 29"/>
                <a:gd name="T48" fmla="*/ 3 w 35"/>
                <a:gd name="T49" fmla="*/ 13 h 29"/>
                <a:gd name="T50" fmla="*/ 8 w 35"/>
                <a:gd name="T51" fmla="*/ 19 h 29"/>
                <a:gd name="T52" fmla="*/ 10 w 35"/>
                <a:gd name="T53" fmla="*/ 16 h 29"/>
                <a:gd name="T54" fmla="*/ 10 w 35"/>
                <a:gd name="T55"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29">
                  <a:moveTo>
                    <a:pt x="10" y="16"/>
                  </a:moveTo>
                  <a:cubicBezTo>
                    <a:pt x="14" y="14"/>
                    <a:pt x="18" y="12"/>
                    <a:pt x="20" y="17"/>
                  </a:cubicBezTo>
                  <a:cubicBezTo>
                    <a:pt x="22" y="19"/>
                    <a:pt x="21" y="20"/>
                    <a:pt x="21" y="23"/>
                  </a:cubicBezTo>
                  <a:cubicBezTo>
                    <a:pt x="22" y="24"/>
                    <a:pt x="24" y="21"/>
                    <a:pt x="25" y="21"/>
                  </a:cubicBezTo>
                  <a:cubicBezTo>
                    <a:pt x="27" y="20"/>
                    <a:pt x="27" y="29"/>
                    <a:pt x="29" y="27"/>
                  </a:cubicBezTo>
                  <a:cubicBezTo>
                    <a:pt x="30" y="27"/>
                    <a:pt x="30" y="26"/>
                    <a:pt x="31" y="26"/>
                  </a:cubicBezTo>
                  <a:cubicBezTo>
                    <a:pt x="31" y="25"/>
                    <a:pt x="33" y="26"/>
                    <a:pt x="33" y="25"/>
                  </a:cubicBezTo>
                  <a:cubicBezTo>
                    <a:pt x="34" y="24"/>
                    <a:pt x="33" y="23"/>
                    <a:pt x="33" y="23"/>
                  </a:cubicBezTo>
                  <a:cubicBezTo>
                    <a:pt x="33" y="21"/>
                    <a:pt x="35" y="22"/>
                    <a:pt x="35" y="22"/>
                  </a:cubicBezTo>
                  <a:cubicBezTo>
                    <a:pt x="35" y="21"/>
                    <a:pt x="32" y="20"/>
                    <a:pt x="34" y="19"/>
                  </a:cubicBezTo>
                  <a:cubicBezTo>
                    <a:pt x="35" y="18"/>
                    <a:pt x="35" y="17"/>
                    <a:pt x="33" y="16"/>
                  </a:cubicBezTo>
                  <a:cubicBezTo>
                    <a:pt x="32" y="15"/>
                    <a:pt x="34" y="13"/>
                    <a:pt x="33" y="12"/>
                  </a:cubicBezTo>
                  <a:cubicBezTo>
                    <a:pt x="32" y="11"/>
                    <a:pt x="33" y="10"/>
                    <a:pt x="32" y="8"/>
                  </a:cubicBezTo>
                  <a:cubicBezTo>
                    <a:pt x="31" y="7"/>
                    <a:pt x="29" y="0"/>
                    <a:pt x="26" y="2"/>
                  </a:cubicBezTo>
                  <a:cubicBezTo>
                    <a:pt x="26" y="2"/>
                    <a:pt x="25" y="3"/>
                    <a:pt x="24" y="3"/>
                  </a:cubicBezTo>
                  <a:cubicBezTo>
                    <a:pt x="23" y="3"/>
                    <a:pt x="23" y="3"/>
                    <a:pt x="22" y="3"/>
                  </a:cubicBezTo>
                  <a:cubicBezTo>
                    <a:pt x="21" y="4"/>
                    <a:pt x="20" y="3"/>
                    <a:pt x="19" y="3"/>
                  </a:cubicBezTo>
                  <a:cubicBezTo>
                    <a:pt x="18" y="3"/>
                    <a:pt x="18" y="4"/>
                    <a:pt x="18" y="3"/>
                  </a:cubicBezTo>
                  <a:cubicBezTo>
                    <a:pt x="16" y="2"/>
                    <a:pt x="17" y="2"/>
                    <a:pt x="15" y="2"/>
                  </a:cubicBezTo>
                  <a:cubicBezTo>
                    <a:pt x="12" y="3"/>
                    <a:pt x="12" y="1"/>
                    <a:pt x="10" y="1"/>
                  </a:cubicBezTo>
                  <a:cubicBezTo>
                    <a:pt x="8" y="0"/>
                    <a:pt x="6" y="0"/>
                    <a:pt x="5" y="1"/>
                  </a:cubicBezTo>
                  <a:cubicBezTo>
                    <a:pt x="5" y="2"/>
                    <a:pt x="3" y="3"/>
                    <a:pt x="5" y="4"/>
                  </a:cubicBezTo>
                  <a:cubicBezTo>
                    <a:pt x="6" y="5"/>
                    <a:pt x="5" y="6"/>
                    <a:pt x="3" y="6"/>
                  </a:cubicBezTo>
                  <a:cubicBezTo>
                    <a:pt x="1" y="6"/>
                    <a:pt x="0" y="6"/>
                    <a:pt x="0" y="8"/>
                  </a:cubicBezTo>
                  <a:cubicBezTo>
                    <a:pt x="1" y="10"/>
                    <a:pt x="2" y="11"/>
                    <a:pt x="3" y="13"/>
                  </a:cubicBezTo>
                  <a:cubicBezTo>
                    <a:pt x="5" y="15"/>
                    <a:pt x="6" y="16"/>
                    <a:pt x="8" y="19"/>
                  </a:cubicBezTo>
                  <a:cubicBezTo>
                    <a:pt x="9" y="18"/>
                    <a:pt x="9" y="17"/>
                    <a:pt x="10" y="16"/>
                  </a:cubicBezTo>
                  <a:cubicBezTo>
                    <a:pt x="11" y="16"/>
                    <a:pt x="10" y="17"/>
                    <a:pt x="10" y="1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18" name="Freeform 765">
              <a:extLst>
                <a:ext uri="{FF2B5EF4-FFF2-40B4-BE49-F238E27FC236}">
                  <a16:creationId xmlns:a16="http://schemas.microsoft.com/office/drawing/2014/main" id="{379577DE-621A-1DB4-1CEF-3DEB163E959B}"/>
                </a:ext>
              </a:extLst>
            </p:cNvPr>
            <p:cNvSpPr>
              <a:spLocks/>
            </p:cNvSpPr>
            <p:nvPr/>
          </p:nvSpPr>
          <p:spPr bwMode="auto">
            <a:xfrm>
              <a:off x="10929493" y="8453303"/>
              <a:ext cx="149682" cy="66896"/>
            </a:xfrm>
            <a:custGeom>
              <a:avLst/>
              <a:gdLst>
                <a:gd name="T0" fmla="*/ 10 w 16"/>
                <a:gd name="T1" fmla="*/ 5 h 7"/>
                <a:gd name="T2" fmla="*/ 14 w 16"/>
                <a:gd name="T3" fmla="*/ 3 h 7"/>
                <a:gd name="T4" fmla="*/ 14 w 16"/>
                <a:gd name="T5" fmla="*/ 0 h 7"/>
                <a:gd name="T6" fmla="*/ 7 w 16"/>
                <a:gd name="T7" fmla="*/ 0 h 7"/>
                <a:gd name="T8" fmla="*/ 4 w 16"/>
                <a:gd name="T9" fmla="*/ 0 h 7"/>
                <a:gd name="T10" fmla="*/ 0 w 16"/>
                <a:gd name="T11" fmla="*/ 1 h 7"/>
                <a:gd name="T12" fmla="*/ 3 w 16"/>
                <a:gd name="T13" fmla="*/ 3 h 7"/>
                <a:gd name="T14" fmla="*/ 7 w 16"/>
                <a:gd name="T15" fmla="*/ 3 h 7"/>
                <a:gd name="T16" fmla="*/ 9 w 16"/>
                <a:gd name="T17" fmla="*/ 7 h 7"/>
                <a:gd name="T18" fmla="*/ 10 w 16"/>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0" y="5"/>
                  </a:moveTo>
                  <a:cubicBezTo>
                    <a:pt x="11" y="5"/>
                    <a:pt x="16" y="5"/>
                    <a:pt x="14" y="3"/>
                  </a:cubicBezTo>
                  <a:cubicBezTo>
                    <a:pt x="12" y="2"/>
                    <a:pt x="14" y="1"/>
                    <a:pt x="14" y="0"/>
                  </a:cubicBezTo>
                  <a:cubicBezTo>
                    <a:pt x="12" y="0"/>
                    <a:pt x="9" y="0"/>
                    <a:pt x="7" y="0"/>
                  </a:cubicBezTo>
                  <a:cubicBezTo>
                    <a:pt x="5" y="0"/>
                    <a:pt x="5" y="1"/>
                    <a:pt x="4" y="0"/>
                  </a:cubicBezTo>
                  <a:cubicBezTo>
                    <a:pt x="2" y="0"/>
                    <a:pt x="2" y="0"/>
                    <a:pt x="0" y="1"/>
                  </a:cubicBezTo>
                  <a:cubicBezTo>
                    <a:pt x="1" y="2"/>
                    <a:pt x="1" y="3"/>
                    <a:pt x="3" y="3"/>
                  </a:cubicBezTo>
                  <a:cubicBezTo>
                    <a:pt x="4" y="3"/>
                    <a:pt x="7" y="3"/>
                    <a:pt x="7" y="3"/>
                  </a:cubicBezTo>
                  <a:cubicBezTo>
                    <a:pt x="5" y="5"/>
                    <a:pt x="7" y="6"/>
                    <a:pt x="9" y="7"/>
                  </a:cubicBezTo>
                  <a:cubicBezTo>
                    <a:pt x="9" y="7"/>
                    <a:pt x="9" y="5"/>
                    <a:pt x="10" y="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19" name="Freeform 766">
              <a:extLst>
                <a:ext uri="{FF2B5EF4-FFF2-40B4-BE49-F238E27FC236}">
                  <a16:creationId xmlns:a16="http://schemas.microsoft.com/office/drawing/2014/main" id="{EBB49ACB-E23B-0BAA-540A-7595E71BA72D}"/>
                </a:ext>
              </a:extLst>
            </p:cNvPr>
            <p:cNvSpPr>
              <a:spLocks/>
            </p:cNvSpPr>
            <p:nvPr/>
          </p:nvSpPr>
          <p:spPr bwMode="auto">
            <a:xfrm>
              <a:off x="10919937" y="8389590"/>
              <a:ext cx="140127" cy="38227"/>
            </a:xfrm>
            <a:custGeom>
              <a:avLst/>
              <a:gdLst>
                <a:gd name="T0" fmla="*/ 4 w 15"/>
                <a:gd name="T1" fmla="*/ 4 h 4"/>
                <a:gd name="T2" fmla="*/ 9 w 15"/>
                <a:gd name="T3" fmla="*/ 3 h 4"/>
                <a:gd name="T4" fmla="*/ 15 w 15"/>
                <a:gd name="T5" fmla="*/ 2 h 4"/>
                <a:gd name="T6" fmla="*/ 8 w 15"/>
                <a:gd name="T7" fmla="*/ 1 h 4"/>
                <a:gd name="T8" fmla="*/ 0 w 15"/>
                <a:gd name="T9" fmla="*/ 4 h 4"/>
                <a:gd name="T10" fmla="*/ 4 w 15"/>
                <a:gd name="T11" fmla="*/ 4 h 4"/>
                <a:gd name="T12" fmla="*/ 4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4" y="4"/>
                  </a:moveTo>
                  <a:cubicBezTo>
                    <a:pt x="6" y="3"/>
                    <a:pt x="7" y="2"/>
                    <a:pt x="9" y="3"/>
                  </a:cubicBezTo>
                  <a:cubicBezTo>
                    <a:pt x="10" y="3"/>
                    <a:pt x="14" y="4"/>
                    <a:pt x="15" y="2"/>
                  </a:cubicBezTo>
                  <a:cubicBezTo>
                    <a:pt x="15" y="3"/>
                    <a:pt x="9" y="0"/>
                    <a:pt x="8" y="1"/>
                  </a:cubicBezTo>
                  <a:cubicBezTo>
                    <a:pt x="5" y="2"/>
                    <a:pt x="1" y="0"/>
                    <a:pt x="0" y="4"/>
                  </a:cubicBezTo>
                  <a:cubicBezTo>
                    <a:pt x="2" y="4"/>
                    <a:pt x="3" y="4"/>
                    <a:pt x="4" y="4"/>
                  </a:cubicBezTo>
                  <a:cubicBezTo>
                    <a:pt x="5" y="4"/>
                    <a:pt x="4" y="4"/>
                    <a:pt x="4"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20" name="Freeform 767">
              <a:extLst>
                <a:ext uri="{FF2B5EF4-FFF2-40B4-BE49-F238E27FC236}">
                  <a16:creationId xmlns:a16="http://schemas.microsoft.com/office/drawing/2014/main" id="{C03FD3A2-D3D1-9B5C-E585-34FAF9486A23}"/>
                </a:ext>
              </a:extLst>
            </p:cNvPr>
            <p:cNvSpPr>
              <a:spLocks/>
            </p:cNvSpPr>
            <p:nvPr/>
          </p:nvSpPr>
          <p:spPr bwMode="auto">
            <a:xfrm>
              <a:off x="10900829" y="7733369"/>
              <a:ext cx="560509" cy="637107"/>
            </a:xfrm>
            <a:custGeom>
              <a:avLst/>
              <a:gdLst>
                <a:gd name="T0" fmla="*/ 5 w 60"/>
                <a:gd name="T1" fmla="*/ 57 h 68"/>
                <a:gd name="T2" fmla="*/ 15 w 60"/>
                <a:gd name="T3" fmla="*/ 57 h 68"/>
                <a:gd name="T4" fmla="*/ 18 w 60"/>
                <a:gd name="T5" fmla="*/ 59 h 68"/>
                <a:gd name="T6" fmla="*/ 21 w 60"/>
                <a:gd name="T7" fmla="*/ 63 h 68"/>
                <a:gd name="T8" fmla="*/ 27 w 60"/>
                <a:gd name="T9" fmla="*/ 64 h 68"/>
                <a:gd name="T10" fmla="*/ 32 w 60"/>
                <a:gd name="T11" fmla="*/ 64 h 68"/>
                <a:gd name="T12" fmla="*/ 35 w 60"/>
                <a:gd name="T13" fmla="*/ 62 h 68"/>
                <a:gd name="T14" fmla="*/ 39 w 60"/>
                <a:gd name="T15" fmla="*/ 62 h 68"/>
                <a:gd name="T16" fmla="*/ 44 w 60"/>
                <a:gd name="T17" fmla="*/ 61 h 68"/>
                <a:gd name="T18" fmla="*/ 53 w 60"/>
                <a:gd name="T19" fmla="*/ 61 h 68"/>
                <a:gd name="T20" fmla="*/ 58 w 60"/>
                <a:gd name="T21" fmla="*/ 61 h 68"/>
                <a:gd name="T22" fmla="*/ 58 w 60"/>
                <a:gd name="T23" fmla="*/ 54 h 68"/>
                <a:gd name="T24" fmla="*/ 56 w 60"/>
                <a:gd name="T25" fmla="*/ 38 h 68"/>
                <a:gd name="T26" fmla="*/ 52 w 60"/>
                <a:gd name="T27" fmla="*/ 12 h 68"/>
                <a:gd name="T28" fmla="*/ 60 w 60"/>
                <a:gd name="T29" fmla="*/ 12 h 68"/>
                <a:gd name="T30" fmla="*/ 43 w 60"/>
                <a:gd name="T31" fmla="*/ 0 h 68"/>
                <a:gd name="T32" fmla="*/ 42 w 60"/>
                <a:gd name="T33" fmla="*/ 7 h 68"/>
                <a:gd name="T34" fmla="*/ 37 w 60"/>
                <a:gd name="T35" fmla="*/ 7 h 68"/>
                <a:gd name="T36" fmla="*/ 29 w 60"/>
                <a:gd name="T37" fmla="*/ 7 h 68"/>
                <a:gd name="T38" fmla="*/ 26 w 60"/>
                <a:gd name="T39" fmla="*/ 7 h 68"/>
                <a:gd name="T40" fmla="*/ 26 w 60"/>
                <a:gd name="T41" fmla="*/ 12 h 68"/>
                <a:gd name="T42" fmla="*/ 26 w 60"/>
                <a:gd name="T43" fmla="*/ 19 h 68"/>
                <a:gd name="T44" fmla="*/ 20 w 60"/>
                <a:gd name="T45" fmla="*/ 25 h 68"/>
                <a:gd name="T46" fmla="*/ 20 w 60"/>
                <a:gd name="T47" fmla="*/ 32 h 68"/>
                <a:gd name="T48" fmla="*/ 16 w 60"/>
                <a:gd name="T49" fmla="*/ 32 h 68"/>
                <a:gd name="T50" fmla="*/ 3 w 60"/>
                <a:gd name="T51" fmla="*/ 32 h 68"/>
                <a:gd name="T52" fmla="*/ 1 w 60"/>
                <a:gd name="T53" fmla="*/ 33 h 68"/>
                <a:gd name="T54" fmla="*/ 4 w 60"/>
                <a:gd name="T55" fmla="*/ 36 h 68"/>
                <a:gd name="T56" fmla="*/ 3 w 60"/>
                <a:gd name="T57" fmla="*/ 41 h 68"/>
                <a:gd name="T58" fmla="*/ 6 w 60"/>
                <a:gd name="T59" fmla="*/ 48 h 68"/>
                <a:gd name="T60" fmla="*/ 3 w 60"/>
                <a:gd name="T61" fmla="*/ 58 h 68"/>
                <a:gd name="T62" fmla="*/ 5 w 60"/>
                <a:gd name="T63" fmla="*/ 5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 h="68">
                  <a:moveTo>
                    <a:pt x="5" y="57"/>
                  </a:moveTo>
                  <a:cubicBezTo>
                    <a:pt x="7" y="57"/>
                    <a:pt x="13" y="55"/>
                    <a:pt x="15" y="57"/>
                  </a:cubicBezTo>
                  <a:cubicBezTo>
                    <a:pt x="16" y="58"/>
                    <a:pt x="17" y="58"/>
                    <a:pt x="18" y="59"/>
                  </a:cubicBezTo>
                  <a:cubicBezTo>
                    <a:pt x="19" y="61"/>
                    <a:pt x="20" y="62"/>
                    <a:pt x="21" y="63"/>
                  </a:cubicBezTo>
                  <a:cubicBezTo>
                    <a:pt x="22" y="64"/>
                    <a:pt x="26" y="68"/>
                    <a:pt x="27" y="64"/>
                  </a:cubicBezTo>
                  <a:cubicBezTo>
                    <a:pt x="28" y="58"/>
                    <a:pt x="30" y="65"/>
                    <a:pt x="32" y="64"/>
                  </a:cubicBezTo>
                  <a:cubicBezTo>
                    <a:pt x="33" y="62"/>
                    <a:pt x="33" y="62"/>
                    <a:pt x="35" y="62"/>
                  </a:cubicBezTo>
                  <a:cubicBezTo>
                    <a:pt x="37" y="62"/>
                    <a:pt x="38" y="62"/>
                    <a:pt x="39" y="62"/>
                  </a:cubicBezTo>
                  <a:cubicBezTo>
                    <a:pt x="41" y="61"/>
                    <a:pt x="43" y="61"/>
                    <a:pt x="44" y="61"/>
                  </a:cubicBezTo>
                  <a:cubicBezTo>
                    <a:pt x="47" y="61"/>
                    <a:pt x="50" y="61"/>
                    <a:pt x="53" y="61"/>
                  </a:cubicBezTo>
                  <a:cubicBezTo>
                    <a:pt x="54" y="61"/>
                    <a:pt x="57" y="62"/>
                    <a:pt x="58" y="61"/>
                  </a:cubicBezTo>
                  <a:cubicBezTo>
                    <a:pt x="59" y="61"/>
                    <a:pt x="58" y="55"/>
                    <a:pt x="58" y="54"/>
                  </a:cubicBezTo>
                  <a:cubicBezTo>
                    <a:pt x="57" y="48"/>
                    <a:pt x="56" y="43"/>
                    <a:pt x="56" y="38"/>
                  </a:cubicBezTo>
                  <a:cubicBezTo>
                    <a:pt x="55" y="29"/>
                    <a:pt x="53" y="21"/>
                    <a:pt x="52" y="12"/>
                  </a:cubicBezTo>
                  <a:cubicBezTo>
                    <a:pt x="55" y="12"/>
                    <a:pt x="58" y="12"/>
                    <a:pt x="60" y="12"/>
                  </a:cubicBezTo>
                  <a:cubicBezTo>
                    <a:pt x="54" y="8"/>
                    <a:pt x="48" y="4"/>
                    <a:pt x="43" y="0"/>
                  </a:cubicBezTo>
                  <a:cubicBezTo>
                    <a:pt x="43" y="1"/>
                    <a:pt x="43" y="7"/>
                    <a:pt x="42" y="7"/>
                  </a:cubicBezTo>
                  <a:cubicBezTo>
                    <a:pt x="41" y="7"/>
                    <a:pt x="39" y="7"/>
                    <a:pt x="37" y="7"/>
                  </a:cubicBezTo>
                  <a:cubicBezTo>
                    <a:pt x="35" y="7"/>
                    <a:pt x="32" y="7"/>
                    <a:pt x="29" y="7"/>
                  </a:cubicBezTo>
                  <a:cubicBezTo>
                    <a:pt x="29" y="7"/>
                    <a:pt x="26" y="7"/>
                    <a:pt x="26" y="7"/>
                  </a:cubicBezTo>
                  <a:cubicBezTo>
                    <a:pt x="25" y="8"/>
                    <a:pt x="26" y="11"/>
                    <a:pt x="26" y="12"/>
                  </a:cubicBezTo>
                  <a:cubicBezTo>
                    <a:pt x="26" y="14"/>
                    <a:pt x="26" y="17"/>
                    <a:pt x="26" y="19"/>
                  </a:cubicBezTo>
                  <a:cubicBezTo>
                    <a:pt x="26" y="22"/>
                    <a:pt x="20" y="21"/>
                    <a:pt x="20" y="25"/>
                  </a:cubicBezTo>
                  <a:cubicBezTo>
                    <a:pt x="20" y="26"/>
                    <a:pt x="21" y="31"/>
                    <a:pt x="20" y="32"/>
                  </a:cubicBezTo>
                  <a:cubicBezTo>
                    <a:pt x="20" y="32"/>
                    <a:pt x="17" y="32"/>
                    <a:pt x="16" y="32"/>
                  </a:cubicBezTo>
                  <a:cubicBezTo>
                    <a:pt x="12" y="32"/>
                    <a:pt x="7" y="32"/>
                    <a:pt x="3" y="32"/>
                  </a:cubicBezTo>
                  <a:cubicBezTo>
                    <a:pt x="2" y="32"/>
                    <a:pt x="0" y="31"/>
                    <a:pt x="1" y="33"/>
                  </a:cubicBezTo>
                  <a:cubicBezTo>
                    <a:pt x="2" y="34"/>
                    <a:pt x="3" y="35"/>
                    <a:pt x="4" y="36"/>
                  </a:cubicBezTo>
                  <a:cubicBezTo>
                    <a:pt x="5" y="38"/>
                    <a:pt x="4" y="40"/>
                    <a:pt x="3" y="41"/>
                  </a:cubicBezTo>
                  <a:cubicBezTo>
                    <a:pt x="3" y="44"/>
                    <a:pt x="6" y="45"/>
                    <a:pt x="6" y="48"/>
                  </a:cubicBezTo>
                  <a:cubicBezTo>
                    <a:pt x="7" y="51"/>
                    <a:pt x="4" y="55"/>
                    <a:pt x="3" y="58"/>
                  </a:cubicBezTo>
                  <a:cubicBezTo>
                    <a:pt x="4" y="58"/>
                    <a:pt x="4" y="57"/>
                    <a:pt x="5" y="5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21" name="Freeform 768">
              <a:extLst>
                <a:ext uri="{FF2B5EF4-FFF2-40B4-BE49-F238E27FC236}">
                  <a16:creationId xmlns:a16="http://schemas.microsoft.com/office/drawing/2014/main" id="{557FA3B8-A93F-C226-38CF-AF0587AB60CE}"/>
                </a:ext>
              </a:extLst>
            </p:cNvPr>
            <p:cNvSpPr>
              <a:spLocks/>
            </p:cNvSpPr>
            <p:nvPr/>
          </p:nvSpPr>
          <p:spPr bwMode="auto">
            <a:xfrm>
              <a:off x="10900829" y="8258982"/>
              <a:ext cx="270700" cy="213435"/>
            </a:xfrm>
            <a:custGeom>
              <a:avLst/>
              <a:gdLst>
                <a:gd name="T0" fmla="*/ 8 w 29"/>
                <a:gd name="T1" fmla="*/ 22 h 23"/>
                <a:gd name="T2" fmla="*/ 10 w 29"/>
                <a:gd name="T3" fmla="*/ 21 h 23"/>
                <a:gd name="T4" fmla="*/ 15 w 29"/>
                <a:gd name="T5" fmla="*/ 21 h 23"/>
                <a:gd name="T6" fmla="*/ 23 w 29"/>
                <a:gd name="T7" fmla="*/ 21 h 23"/>
                <a:gd name="T8" fmla="*/ 27 w 29"/>
                <a:gd name="T9" fmla="*/ 22 h 23"/>
                <a:gd name="T10" fmla="*/ 29 w 29"/>
                <a:gd name="T11" fmla="*/ 19 h 23"/>
                <a:gd name="T12" fmla="*/ 25 w 29"/>
                <a:gd name="T13" fmla="*/ 14 h 23"/>
                <a:gd name="T14" fmla="*/ 25 w 29"/>
                <a:gd name="T15" fmla="*/ 10 h 23"/>
                <a:gd name="T16" fmla="*/ 19 w 29"/>
                <a:gd name="T17" fmla="*/ 4 h 23"/>
                <a:gd name="T18" fmla="*/ 9 w 29"/>
                <a:gd name="T19" fmla="*/ 1 h 23"/>
                <a:gd name="T20" fmla="*/ 5 w 29"/>
                <a:gd name="T21" fmla="*/ 1 h 23"/>
                <a:gd name="T22" fmla="*/ 2 w 29"/>
                <a:gd name="T23" fmla="*/ 6 h 23"/>
                <a:gd name="T24" fmla="*/ 1 w 29"/>
                <a:gd name="T25" fmla="*/ 10 h 23"/>
                <a:gd name="T26" fmla="*/ 2 w 29"/>
                <a:gd name="T27" fmla="*/ 12 h 23"/>
                <a:gd name="T28" fmla="*/ 2 w 29"/>
                <a:gd name="T29" fmla="*/ 14 h 23"/>
                <a:gd name="T30" fmla="*/ 4 w 29"/>
                <a:gd name="T31" fmla="*/ 15 h 23"/>
                <a:gd name="T32" fmla="*/ 9 w 29"/>
                <a:gd name="T33" fmla="*/ 15 h 23"/>
                <a:gd name="T34" fmla="*/ 10 w 29"/>
                <a:gd name="T35" fmla="*/ 14 h 23"/>
                <a:gd name="T36" fmla="*/ 17 w 29"/>
                <a:gd name="T37" fmla="*/ 16 h 23"/>
                <a:gd name="T38" fmla="*/ 11 w 29"/>
                <a:gd name="T39" fmla="*/ 17 h 23"/>
                <a:gd name="T40" fmla="*/ 6 w 29"/>
                <a:gd name="T41" fmla="*/ 18 h 23"/>
                <a:gd name="T42" fmla="*/ 3 w 29"/>
                <a:gd name="T43" fmla="*/ 21 h 23"/>
                <a:gd name="T44" fmla="*/ 5 w 29"/>
                <a:gd name="T45" fmla="*/ 21 h 23"/>
                <a:gd name="T46" fmla="*/ 8 w 29"/>
                <a:gd name="T4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3">
                  <a:moveTo>
                    <a:pt x="8" y="22"/>
                  </a:moveTo>
                  <a:cubicBezTo>
                    <a:pt x="9" y="22"/>
                    <a:pt x="9" y="21"/>
                    <a:pt x="10" y="21"/>
                  </a:cubicBezTo>
                  <a:cubicBezTo>
                    <a:pt x="12" y="21"/>
                    <a:pt x="13" y="21"/>
                    <a:pt x="15" y="21"/>
                  </a:cubicBezTo>
                  <a:cubicBezTo>
                    <a:pt x="17" y="21"/>
                    <a:pt x="20" y="20"/>
                    <a:pt x="23" y="21"/>
                  </a:cubicBezTo>
                  <a:cubicBezTo>
                    <a:pt x="24" y="22"/>
                    <a:pt x="25" y="23"/>
                    <a:pt x="27" y="22"/>
                  </a:cubicBezTo>
                  <a:cubicBezTo>
                    <a:pt x="29" y="22"/>
                    <a:pt x="29" y="21"/>
                    <a:pt x="29" y="19"/>
                  </a:cubicBezTo>
                  <a:cubicBezTo>
                    <a:pt x="29" y="17"/>
                    <a:pt x="25" y="16"/>
                    <a:pt x="25" y="14"/>
                  </a:cubicBezTo>
                  <a:cubicBezTo>
                    <a:pt x="25" y="14"/>
                    <a:pt x="25" y="10"/>
                    <a:pt x="25" y="10"/>
                  </a:cubicBezTo>
                  <a:cubicBezTo>
                    <a:pt x="24" y="10"/>
                    <a:pt x="20" y="5"/>
                    <a:pt x="19" y="4"/>
                  </a:cubicBezTo>
                  <a:cubicBezTo>
                    <a:pt x="16" y="1"/>
                    <a:pt x="13" y="0"/>
                    <a:pt x="9" y="1"/>
                  </a:cubicBezTo>
                  <a:cubicBezTo>
                    <a:pt x="8" y="1"/>
                    <a:pt x="5" y="0"/>
                    <a:pt x="5" y="1"/>
                  </a:cubicBezTo>
                  <a:cubicBezTo>
                    <a:pt x="4" y="2"/>
                    <a:pt x="2" y="4"/>
                    <a:pt x="2" y="6"/>
                  </a:cubicBezTo>
                  <a:cubicBezTo>
                    <a:pt x="3" y="8"/>
                    <a:pt x="3" y="9"/>
                    <a:pt x="1" y="10"/>
                  </a:cubicBezTo>
                  <a:cubicBezTo>
                    <a:pt x="0" y="10"/>
                    <a:pt x="3" y="12"/>
                    <a:pt x="2" y="12"/>
                  </a:cubicBezTo>
                  <a:cubicBezTo>
                    <a:pt x="4" y="13"/>
                    <a:pt x="2" y="13"/>
                    <a:pt x="2" y="14"/>
                  </a:cubicBezTo>
                  <a:cubicBezTo>
                    <a:pt x="2" y="14"/>
                    <a:pt x="3" y="15"/>
                    <a:pt x="4" y="15"/>
                  </a:cubicBezTo>
                  <a:cubicBezTo>
                    <a:pt x="4" y="16"/>
                    <a:pt x="8" y="15"/>
                    <a:pt x="9" y="15"/>
                  </a:cubicBezTo>
                  <a:cubicBezTo>
                    <a:pt x="10" y="15"/>
                    <a:pt x="10" y="14"/>
                    <a:pt x="10" y="14"/>
                  </a:cubicBezTo>
                  <a:cubicBezTo>
                    <a:pt x="11" y="14"/>
                    <a:pt x="17" y="17"/>
                    <a:pt x="17" y="16"/>
                  </a:cubicBezTo>
                  <a:cubicBezTo>
                    <a:pt x="16" y="18"/>
                    <a:pt x="12" y="17"/>
                    <a:pt x="11" y="17"/>
                  </a:cubicBezTo>
                  <a:cubicBezTo>
                    <a:pt x="9" y="16"/>
                    <a:pt x="8" y="18"/>
                    <a:pt x="6" y="18"/>
                  </a:cubicBezTo>
                  <a:cubicBezTo>
                    <a:pt x="3" y="18"/>
                    <a:pt x="1" y="18"/>
                    <a:pt x="3" y="21"/>
                  </a:cubicBezTo>
                  <a:cubicBezTo>
                    <a:pt x="3" y="22"/>
                    <a:pt x="4" y="21"/>
                    <a:pt x="5" y="21"/>
                  </a:cubicBezTo>
                  <a:cubicBezTo>
                    <a:pt x="6" y="21"/>
                    <a:pt x="7" y="22"/>
                    <a:pt x="8" y="2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22" name="Freeform 769">
              <a:extLst>
                <a:ext uri="{FF2B5EF4-FFF2-40B4-BE49-F238E27FC236}">
                  <a16:creationId xmlns:a16="http://schemas.microsoft.com/office/drawing/2014/main" id="{E81E3725-B19F-8573-C622-DBD042BB6226}"/>
                </a:ext>
              </a:extLst>
            </p:cNvPr>
            <p:cNvSpPr>
              <a:spLocks/>
            </p:cNvSpPr>
            <p:nvPr/>
          </p:nvSpPr>
          <p:spPr bwMode="auto">
            <a:xfrm>
              <a:off x="11136499" y="7838490"/>
              <a:ext cx="783439" cy="729492"/>
            </a:xfrm>
            <a:custGeom>
              <a:avLst/>
              <a:gdLst>
                <a:gd name="T0" fmla="*/ 27 w 84"/>
                <a:gd name="T1" fmla="*/ 1 h 78"/>
                <a:gd name="T2" fmla="*/ 33 w 84"/>
                <a:gd name="T3" fmla="*/ 45 h 78"/>
                <a:gd name="T4" fmla="*/ 32 w 84"/>
                <a:gd name="T5" fmla="*/ 50 h 78"/>
                <a:gd name="T6" fmla="*/ 19 w 84"/>
                <a:gd name="T7" fmla="*/ 50 h 78"/>
                <a:gd name="T8" fmla="*/ 15 w 84"/>
                <a:gd name="T9" fmla="*/ 50 h 78"/>
                <a:gd name="T10" fmla="*/ 12 w 84"/>
                <a:gd name="T11" fmla="*/ 51 h 78"/>
                <a:gd name="T12" fmla="*/ 8 w 84"/>
                <a:gd name="T13" fmla="*/ 51 h 78"/>
                <a:gd name="T14" fmla="*/ 6 w 84"/>
                <a:gd name="T15" fmla="*/ 52 h 78"/>
                <a:gd name="T16" fmla="*/ 3 w 84"/>
                <a:gd name="T17" fmla="*/ 50 h 78"/>
                <a:gd name="T18" fmla="*/ 0 w 84"/>
                <a:gd name="T19" fmla="*/ 55 h 78"/>
                <a:gd name="T20" fmla="*/ 0 w 84"/>
                <a:gd name="T21" fmla="*/ 59 h 78"/>
                <a:gd name="T22" fmla="*/ 3 w 84"/>
                <a:gd name="T23" fmla="*/ 63 h 78"/>
                <a:gd name="T24" fmla="*/ 4 w 84"/>
                <a:gd name="T25" fmla="*/ 67 h 78"/>
                <a:gd name="T26" fmla="*/ 7 w 84"/>
                <a:gd name="T27" fmla="*/ 68 h 78"/>
                <a:gd name="T28" fmla="*/ 11 w 84"/>
                <a:gd name="T29" fmla="*/ 68 h 78"/>
                <a:gd name="T30" fmla="*/ 15 w 84"/>
                <a:gd name="T31" fmla="*/ 66 h 78"/>
                <a:gd name="T32" fmla="*/ 20 w 84"/>
                <a:gd name="T33" fmla="*/ 75 h 78"/>
                <a:gd name="T34" fmla="*/ 20 w 84"/>
                <a:gd name="T35" fmla="*/ 77 h 78"/>
                <a:gd name="T36" fmla="*/ 23 w 84"/>
                <a:gd name="T37" fmla="*/ 77 h 78"/>
                <a:gd name="T38" fmla="*/ 27 w 84"/>
                <a:gd name="T39" fmla="*/ 77 h 78"/>
                <a:gd name="T40" fmla="*/ 30 w 84"/>
                <a:gd name="T41" fmla="*/ 77 h 78"/>
                <a:gd name="T42" fmla="*/ 35 w 84"/>
                <a:gd name="T43" fmla="*/ 71 h 78"/>
                <a:gd name="T44" fmla="*/ 35 w 84"/>
                <a:gd name="T45" fmla="*/ 69 h 78"/>
                <a:gd name="T46" fmla="*/ 39 w 84"/>
                <a:gd name="T47" fmla="*/ 67 h 78"/>
                <a:gd name="T48" fmla="*/ 40 w 84"/>
                <a:gd name="T49" fmla="*/ 63 h 78"/>
                <a:gd name="T50" fmla="*/ 42 w 84"/>
                <a:gd name="T51" fmla="*/ 62 h 78"/>
                <a:gd name="T52" fmla="*/ 49 w 84"/>
                <a:gd name="T53" fmla="*/ 57 h 78"/>
                <a:gd name="T54" fmla="*/ 51 w 84"/>
                <a:gd name="T55" fmla="*/ 57 h 78"/>
                <a:gd name="T56" fmla="*/ 52 w 84"/>
                <a:gd name="T57" fmla="*/ 56 h 78"/>
                <a:gd name="T58" fmla="*/ 55 w 84"/>
                <a:gd name="T59" fmla="*/ 54 h 78"/>
                <a:gd name="T60" fmla="*/ 65 w 84"/>
                <a:gd name="T61" fmla="*/ 53 h 78"/>
                <a:gd name="T62" fmla="*/ 70 w 84"/>
                <a:gd name="T63" fmla="*/ 52 h 78"/>
                <a:gd name="T64" fmla="*/ 78 w 84"/>
                <a:gd name="T65" fmla="*/ 51 h 78"/>
                <a:gd name="T66" fmla="*/ 82 w 84"/>
                <a:gd name="T67" fmla="*/ 31 h 78"/>
                <a:gd name="T68" fmla="*/ 77 w 84"/>
                <a:gd name="T69" fmla="*/ 32 h 78"/>
                <a:gd name="T70" fmla="*/ 77 w 84"/>
                <a:gd name="T71" fmla="*/ 28 h 78"/>
                <a:gd name="T72" fmla="*/ 70 w 84"/>
                <a:gd name="T73" fmla="*/ 26 h 78"/>
                <a:gd name="T74" fmla="*/ 66 w 84"/>
                <a:gd name="T75" fmla="*/ 22 h 78"/>
                <a:gd name="T76" fmla="*/ 63 w 84"/>
                <a:gd name="T77" fmla="*/ 20 h 78"/>
                <a:gd name="T78" fmla="*/ 56 w 84"/>
                <a:gd name="T79" fmla="*/ 14 h 78"/>
                <a:gd name="T80" fmla="*/ 39 w 84"/>
                <a:gd name="T81" fmla="*/ 3 h 78"/>
                <a:gd name="T82" fmla="*/ 35 w 84"/>
                <a:gd name="T83" fmla="*/ 1 h 78"/>
                <a:gd name="T84" fmla="*/ 27 w 84"/>
                <a:gd name="T85"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4" h="78">
                  <a:moveTo>
                    <a:pt x="27" y="1"/>
                  </a:moveTo>
                  <a:cubicBezTo>
                    <a:pt x="29" y="16"/>
                    <a:pt x="31" y="31"/>
                    <a:pt x="33" y="45"/>
                  </a:cubicBezTo>
                  <a:cubicBezTo>
                    <a:pt x="33" y="47"/>
                    <a:pt x="35" y="50"/>
                    <a:pt x="32" y="50"/>
                  </a:cubicBezTo>
                  <a:cubicBezTo>
                    <a:pt x="28" y="50"/>
                    <a:pt x="23" y="50"/>
                    <a:pt x="19" y="50"/>
                  </a:cubicBezTo>
                  <a:cubicBezTo>
                    <a:pt x="17" y="50"/>
                    <a:pt x="16" y="50"/>
                    <a:pt x="15" y="50"/>
                  </a:cubicBezTo>
                  <a:cubicBezTo>
                    <a:pt x="14" y="50"/>
                    <a:pt x="13" y="51"/>
                    <a:pt x="12" y="51"/>
                  </a:cubicBezTo>
                  <a:cubicBezTo>
                    <a:pt x="11" y="52"/>
                    <a:pt x="10" y="51"/>
                    <a:pt x="8" y="51"/>
                  </a:cubicBezTo>
                  <a:cubicBezTo>
                    <a:pt x="7" y="51"/>
                    <a:pt x="7" y="53"/>
                    <a:pt x="6" y="52"/>
                  </a:cubicBezTo>
                  <a:cubicBezTo>
                    <a:pt x="5" y="52"/>
                    <a:pt x="4" y="50"/>
                    <a:pt x="3" y="50"/>
                  </a:cubicBezTo>
                  <a:cubicBezTo>
                    <a:pt x="2" y="50"/>
                    <a:pt x="2" y="56"/>
                    <a:pt x="0" y="55"/>
                  </a:cubicBezTo>
                  <a:cubicBezTo>
                    <a:pt x="0" y="56"/>
                    <a:pt x="0" y="58"/>
                    <a:pt x="0" y="59"/>
                  </a:cubicBezTo>
                  <a:cubicBezTo>
                    <a:pt x="0" y="61"/>
                    <a:pt x="2" y="61"/>
                    <a:pt x="3" y="63"/>
                  </a:cubicBezTo>
                  <a:cubicBezTo>
                    <a:pt x="4" y="64"/>
                    <a:pt x="3" y="66"/>
                    <a:pt x="4" y="67"/>
                  </a:cubicBezTo>
                  <a:cubicBezTo>
                    <a:pt x="5" y="69"/>
                    <a:pt x="6" y="67"/>
                    <a:pt x="7" y="68"/>
                  </a:cubicBezTo>
                  <a:cubicBezTo>
                    <a:pt x="7" y="69"/>
                    <a:pt x="10" y="68"/>
                    <a:pt x="11" y="68"/>
                  </a:cubicBezTo>
                  <a:cubicBezTo>
                    <a:pt x="12" y="68"/>
                    <a:pt x="14" y="66"/>
                    <a:pt x="15" y="66"/>
                  </a:cubicBezTo>
                  <a:cubicBezTo>
                    <a:pt x="17" y="68"/>
                    <a:pt x="18" y="73"/>
                    <a:pt x="20" y="75"/>
                  </a:cubicBezTo>
                  <a:cubicBezTo>
                    <a:pt x="20" y="75"/>
                    <a:pt x="19" y="77"/>
                    <a:pt x="20" y="77"/>
                  </a:cubicBezTo>
                  <a:cubicBezTo>
                    <a:pt x="21" y="78"/>
                    <a:pt x="22" y="76"/>
                    <a:pt x="23" y="77"/>
                  </a:cubicBezTo>
                  <a:cubicBezTo>
                    <a:pt x="24" y="78"/>
                    <a:pt x="26" y="78"/>
                    <a:pt x="27" y="77"/>
                  </a:cubicBezTo>
                  <a:cubicBezTo>
                    <a:pt x="29" y="75"/>
                    <a:pt x="29" y="77"/>
                    <a:pt x="30" y="77"/>
                  </a:cubicBezTo>
                  <a:cubicBezTo>
                    <a:pt x="33" y="77"/>
                    <a:pt x="35" y="73"/>
                    <a:pt x="35" y="71"/>
                  </a:cubicBezTo>
                  <a:cubicBezTo>
                    <a:pt x="35" y="70"/>
                    <a:pt x="33" y="70"/>
                    <a:pt x="35" y="69"/>
                  </a:cubicBezTo>
                  <a:cubicBezTo>
                    <a:pt x="36" y="68"/>
                    <a:pt x="38" y="69"/>
                    <a:pt x="39" y="67"/>
                  </a:cubicBezTo>
                  <a:cubicBezTo>
                    <a:pt x="39" y="66"/>
                    <a:pt x="40" y="64"/>
                    <a:pt x="40" y="63"/>
                  </a:cubicBezTo>
                  <a:cubicBezTo>
                    <a:pt x="41" y="61"/>
                    <a:pt x="41" y="60"/>
                    <a:pt x="42" y="62"/>
                  </a:cubicBezTo>
                  <a:cubicBezTo>
                    <a:pt x="45" y="64"/>
                    <a:pt x="47" y="56"/>
                    <a:pt x="49" y="57"/>
                  </a:cubicBezTo>
                  <a:cubicBezTo>
                    <a:pt x="50" y="57"/>
                    <a:pt x="50" y="57"/>
                    <a:pt x="51" y="57"/>
                  </a:cubicBezTo>
                  <a:cubicBezTo>
                    <a:pt x="51" y="57"/>
                    <a:pt x="52" y="56"/>
                    <a:pt x="52" y="56"/>
                  </a:cubicBezTo>
                  <a:cubicBezTo>
                    <a:pt x="53" y="55"/>
                    <a:pt x="54" y="55"/>
                    <a:pt x="55" y="54"/>
                  </a:cubicBezTo>
                  <a:cubicBezTo>
                    <a:pt x="58" y="51"/>
                    <a:pt x="61" y="54"/>
                    <a:pt x="65" y="53"/>
                  </a:cubicBezTo>
                  <a:cubicBezTo>
                    <a:pt x="67" y="53"/>
                    <a:pt x="68" y="52"/>
                    <a:pt x="70" y="52"/>
                  </a:cubicBezTo>
                  <a:cubicBezTo>
                    <a:pt x="73" y="52"/>
                    <a:pt x="76" y="52"/>
                    <a:pt x="78" y="51"/>
                  </a:cubicBezTo>
                  <a:cubicBezTo>
                    <a:pt x="84" y="49"/>
                    <a:pt x="82" y="36"/>
                    <a:pt x="82" y="31"/>
                  </a:cubicBezTo>
                  <a:cubicBezTo>
                    <a:pt x="81" y="32"/>
                    <a:pt x="78" y="34"/>
                    <a:pt x="77" y="32"/>
                  </a:cubicBezTo>
                  <a:cubicBezTo>
                    <a:pt x="76" y="31"/>
                    <a:pt x="78" y="29"/>
                    <a:pt x="77" y="28"/>
                  </a:cubicBezTo>
                  <a:cubicBezTo>
                    <a:pt x="76" y="26"/>
                    <a:pt x="72" y="27"/>
                    <a:pt x="70" y="26"/>
                  </a:cubicBezTo>
                  <a:cubicBezTo>
                    <a:pt x="68" y="26"/>
                    <a:pt x="67" y="23"/>
                    <a:pt x="66" y="22"/>
                  </a:cubicBezTo>
                  <a:cubicBezTo>
                    <a:pt x="66" y="21"/>
                    <a:pt x="65" y="20"/>
                    <a:pt x="63" y="20"/>
                  </a:cubicBezTo>
                  <a:cubicBezTo>
                    <a:pt x="61" y="18"/>
                    <a:pt x="58" y="16"/>
                    <a:pt x="56" y="14"/>
                  </a:cubicBezTo>
                  <a:cubicBezTo>
                    <a:pt x="50" y="11"/>
                    <a:pt x="44" y="7"/>
                    <a:pt x="39" y="3"/>
                  </a:cubicBezTo>
                  <a:cubicBezTo>
                    <a:pt x="38" y="3"/>
                    <a:pt x="36" y="1"/>
                    <a:pt x="35" y="1"/>
                  </a:cubicBezTo>
                  <a:cubicBezTo>
                    <a:pt x="33" y="0"/>
                    <a:pt x="30" y="1"/>
                    <a:pt x="27"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23" name="Freeform 770">
              <a:extLst>
                <a:ext uri="{FF2B5EF4-FFF2-40B4-BE49-F238E27FC236}">
                  <a16:creationId xmlns:a16="http://schemas.microsoft.com/office/drawing/2014/main" id="{DE03DC91-98A3-4097-F8BB-AB37171B6319}"/>
                </a:ext>
              </a:extLst>
            </p:cNvPr>
            <p:cNvSpPr>
              <a:spLocks/>
            </p:cNvSpPr>
            <p:nvPr/>
          </p:nvSpPr>
          <p:spPr bwMode="auto">
            <a:xfrm>
              <a:off x="12814845" y="7500821"/>
              <a:ext cx="515923" cy="503317"/>
            </a:xfrm>
            <a:custGeom>
              <a:avLst/>
              <a:gdLst>
                <a:gd name="T0" fmla="*/ 45 w 55"/>
                <a:gd name="T1" fmla="*/ 54 h 54"/>
                <a:gd name="T2" fmla="*/ 48 w 55"/>
                <a:gd name="T3" fmla="*/ 51 h 54"/>
                <a:gd name="T4" fmla="*/ 51 w 55"/>
                <a:gd name="T5" fmla="*/ 48 h 54"/>
                <a:gd name="T6" fmla="*/ 54 w 55"/>
                <a:gd name="T7" fmla="*/ 44 h 54"/>
                <a:gd name="T8" fmla="*/ 55 w 55"/>
                <a:gd name="T9" fmla="*/ 42 h 54"/>
                <a:gd name="T10" fmla="*/ 50 w 55"/>
                <a:gd name="T11" fmla="*/ 36 h 54"/>
                <a:gd name="T12" fmla="*/ 45 w 55"/>
                <a:gd name="T13" fmla="*/ 25 h 54"/>
                <a:gd name="T14" fmla="*/ 40 w 55"/>
                <a:gd name="T15" fmla="*/ 16 h 54"/>
                <a:gd name="T16" fmla="*/ 38 w 55"/>
                <a:gd name="T17" fmla="*/ 8 h 54"/>
                <a:gd name="T18" fmla="*/ 47 w 55"/>
                <a:gd name="T19" fmla="*/ 22 h 54"/>
                <a:gd name="T20" fmla="*/ 49 w 55"/>
                <a:gd name="T21" fmla="*/ 19 h 54"/>
                <a:gd name="T22" fmla="*/ 48 w 55"/>
                <a:gd name="T23" fmla="*/ 14 h 54"/>
                <a:gd name="T24" fmla="*/ 47 w 55"/>
                <a:gd name="T25" fmla="*/ 2 h 54"/>
                <a:gd name="T26" fmla="*/ 38 w 55"/>
                <a:gd name="T27" fmla="*/ 2 h 54"/>
                <a:gd name="T28" fmla="*/ 25 w 55"/>
                <a:gd name="T29" fmla="*/ 3 h 54"/>
                <a:gd name="T30" fmla="*/ 16 w 55"/>
                <a:gd name="T31" fmla="*/ 3 h 54"/>
                <a:gd name="T32" fmla="*/ 4 w 55"/>
                <a:gd name="T33" fmla="*/ 1 h 54"/>
                <a:gd name="T34" fmla="*/ 3 w 55"/>
                <a:gd name="T35" fmla="*/ 0 h 54"/>
                <a:gd name="T36" fmla="*/ 1 w 55"/>
                <a:gd name="T37" fmla="*/ 3 h 54"/>
                <a:gd name="T38" fmla="*/ 2 w 55"/>
                <a:gd name="T39" fmla="*/ 7 h 54"/>
                <a:gd name="T40" fmla="*/ 1 w 55"/>
                <a:gd name="T41" fmla="*/ 11 h 54"/>
                <a:gd name="T42" fmla="*/ 2 w 55"/>
                <a:gd name="T43" fmla="*/ 13 h 54"/>
                <a:gd name="T44" fmla="*/ 2 w 55"/>
                <a:gd name="T45" fmla="*/ 25 h 54"/>
                <a:gd name="T46" fmla="*/ 2 w 55"/>
                <a:gd name="T47" fmla="*/ 52 h 54"/>
                <a:gd name="T48" fmla="*/ 34 w 55"/>
                <a:gd name="T49" fmla="*/ 52 h 54"/>
                <a:gd name="T50" fmla="*/ 40 w 55"/>
                <a:gd name="T51" fmla="*/ 52 h 54"/>
                <a:gd name="T52" fmla="*/ 45 w 55"/>
                <a:gd name="T5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54">
                  <a:moveTo>
                    <a:pt x="45" y="54"/>
                  </a:moveTo>
                  <a:cubicBezTo>
                    <a:pt x="46" y="54"/>
                    <a:pt x="46" y="51"/>
                    <a:pt x="48" y="51"/>
                  </a:cubicBezTo>
                  <a:cubicBezTo>
                    <a:pt x="51" y="51"/>
                    <a:pt x="49" y="49"/>
                    <a:pt x="51" y="48"/>
                  </a:cubicBezTo>
                  <a:cubicBezTo>
                    <a:pt x="54" y="47"/>
                    <a:pt x="54" y="47"/>
                    <a:pt x="54" y="44"/>
                  </a:cubicBezTo>
                  <a:cubicBezTo>
                    <a:pt x="53" y="42"/>
                    <a:pt x="53" y="42"/>
                    <a:pt x="55" y="42"/>
                  </a:cubicBezTo>
                  <a:cubicBezTo>
                    <a:pt x="54" y="42"/>
                    <a:pt x="51" y="37"/>
                    <a:pt x="50" y="36"/>
                  </a:cubicBezTo>
                  <a:cubicBezTo>
                    <a:pt x="49" y="32"/>
                    <a:pt x="47" y="28"/>
                    <a:pt x="45" y="25"/>
                  </a:cubicBezTo>
                  <a:cubicBezTo>
                    <a:pt x="43" y="22"/>
                    <a:pt x="42" y="18"/>
                    <a:pt x="40" y="16"/>
                  </a:cubicBezTo>
                  <a:cubicBezTo>
                    <a:pt x="39" y="15"/>
                    <a:pt x="37" y="9"/>
                    <a:pt x="38" y="8"/>
                  </a:cubicBezTo>
                  <a:cubicBezTo>
                    <a:pt x="38" y="8"/>
                    <a:pt x="46" y="22"/>
                    <a:pt x="47" y="22"/>
                  </a:cubicBezTo>
                  <a:cubicBezTo>
                    <a:pt x="48" y="22"/>
                    <a:pt x="49" y="19"/>
                    <a:pt x="49" y="19"/>
                  </a:cubicBezTo>
                  <a:cubicBezTo>
                    <a:pt x="49" y="17"/>
                    <a:pt x="49" y="15"/>
                    <a:pt x="48" y="14"/>
                  </a:cubicBezTo>
                  <a:cubicBezTo>
                    <a:pt x="48" y="10"/>
                    <a:pt x="47" y="6"/>
                    <a:pt x="47" y="2"/>
                  </a:cubicBezTo>
                  <a:cubicBezTo>
                    <a:pt x="45" y="4"/>
                    <a:pt x="40" y="4"/>
                    <a:pt x="38" y="2"/>
                  </a:cubicBezTo>
                  <a:cubicBezTo>
                    <a:pt x="34" y="0"/>
                    <a:pt x="29" y="1"/>
                    <a:pt x="25" y="3"/>
                  </a:cubicBezTo>
                  <a:cubicBezTo>
                    <a:pt x="22" y="5"/>
                    <a:pt x="19" y="4"/>
                    <a:pt x="16" y="3"/>
                  </a:cubicBezTo>
                  <a:cubicBezTo>
                    <a:pt x="12" y="2"/>
                    <a:pt x="8" y="2"/>
                    <a:pt x="4" y="1"/>
                  </a:cubicBezTo>
                  <a:cubicBezTo>
                    <a:pt x="4" y="1"/>
                    <a:pt x="3" y="0"/>
                    <a:pt x="3" y="0"/>
                  </a:cubicBezTo>
                  <a:cubicBezTo>
                    <a:pt x="2" y="1"/>
                    <a:pt x="2" y="2"/>
                    <a:pt x="1" y="3"/>
                  </a:cubicBezTo>
                  <a:cubicBezTo>
                    <a:pt x="0" y="4"/>
                    <a:pt x="3" y="5"/>
                    <a:pt x="2" y="7"/>
                  </a:cubicBezTo>
                  <a:cubicBezTo>
                    <a:pt x="1" y="8"/>
                    <a:pt x="1" y="9"/>
                    <a:pt x="1" y="11"/>
                  </a:cubicBezTo>
                  <a:cubicBezTo>
                    <a:pt x="2" y="11"/>
                    <a:pt x="2" y="12"/>
                    <a:pt x="2" y="13"/>
                  </a:cubicBezTo>
                  <a:cubicBezTo>
                    <a:pt x="2" y="17"/>
                    <a:pt x="2" y="21"/>
                    <a:pt x="2" y="25"/>
                  </a:cubicBezTo>
                  <a:cubicBezTo>
                    <a:pt x="2" y="28"/>
                    <a:pt x="2" y="52"/>
                    <a:pt x="2" y="52"/>
                  </a:cubicBezTo>
                  <a:cubicBezTo>
                    <a:pt x="13" y="52"/>
                    <a:pt x="23" y="52"/>
                    <a:pt x="34" y="52"/>
                  </a:cubicBezTo>
                  <a:cubicBezTo>
                    <a:pt x="36" y="52"/>
                    <a:pt x="38" y="52"/>
                    <a:pt x="40" y="52"/>
                  </a:cubicBezTo>
                  <a:cubicBezTo>
                    <a:pt x="42" y="52"/>
                    <a:pt x="43" y="54"/>
                    <a:pt x="45" y="5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24" name="Freeform 771">
              <a:extLst>
                <a:ext uri="{FF2B5EF4-FFF2-40B4-BE49-F238E27FC236}">
                  <a16:creationId xmlns:a16="http://schemas.microsoft.com/office/drawing/2014/main" id="{B7E265FD-B9D4-8D0B-D429-7DC7CA0F5EFB}"/>
                </a:ext>
              </a:extLst>
            </p:cNvPr>
            <p:cNvSpPr>
              <a:spLocks/>
            </p:cNvSpPr>
            <p:nvPr/>
          </p:nvSpPr>
          <p:spPr bwMode="auto">
            <a:xfrm>
              <a:off x="12050511" y="7210939"/>
              <a:ext cx="187902" cy="363153"/>
            </a:xfrm>
            <a:custGeom>
              <a:avLst/>
              <a:gdLst>
                <a:gd name="T0" fmla="*/ 14 w 20"/>
                <a:gd name="T1" fmla="*/ 34 h 39"/>
                <a:gd name="T2" fmla="*/ 17 w 20"/>
                <a:gd name="T3" fmla="*/ 30 h 39"/>
                <a:gd name="T4" fmla="*/ 20 w 20"/>
                <a:gd name="T5" fmla="*/ 27 h 39"/>
                <a:gd name="T6" fmla="*/ 20 w 20"/>
                <a:gd name="T7" fmla="*/ 24 h 39"/>
                <a:gd name="T8" fmla="*/ 19 w 20"/>
                <a:gd name="T9" fmla="*/ 23 h 39"/>
                <a:gd name="T10" fmla="*/ 17 w 20"/>
                <a:gd name="T11" fmla="*/ 20 h 39"/>
                <a:gd name="T12" fmla="*/ 14 w 20"/>
                <a:gd name="T13" fmla="*/ 20 h 39"/>
                <a:gd name="T14" fmla="*/ 16 w 20"/>
                <a:gd name="T15" fmla="*/ 16 h 39"/>
                <a:gd name="T16" fmla="*/ 17 w 20"/>
                <a:gd name="T17" fmla="*/ 10 h 39"/>
                <a:gd name="T18" fmla="*/ 15 w 20"/>
                <a:gd name="T19" fmla="*/ 6 h 39"/>
                <a:gd name="T20" fmla="*/ 18 w 20"/>
                <a:gd name="T21" fmla="*/ 4 h 39"/>
                <a:gd name="T22" fmla="*/ 18 w 20"/>
                <a:gd name="T23" fmla="*/ 1 h 39"/>
                <a:gd name="T24" fmla="*/ 15 w 20"/>
                <a:gd name="T25" fmla="*/ 3 h 39"/>
                <a:gd name="T26" fmla="*/ 14 w 20"/>
                <a:gd name="T27" fmla="*/ 2 h 39"/>
                <a:gd name="T28" fmla="*/ 11 w 20"/>
                <a:gd name="T29" fmla="*/ 0 h 39"/>
                <a:gd name="T30" fmla="*/ 5 w 20"/>
                <a:gd name="T31" fmla="*/ 4 h 39"/>
                <a:gd name="T32" fmla="*/ 2 w 20"/>
                <a:gd name="T33" fmla="*/ 17 h 39"/>
                <a:gd name="T34" fmla="*/ 1 w 20"/>
                <a:gd name="T35" fmla="*/ 21 h 39"/>
                <a:gd name="T36" fmla="*/ 4 w 20"/>
                <a:gd name="T37" fmla="*/ 26 h 39"/>
                <a:gd name="T38" fmla="*/ 8 w 20"/>
                <a:gd name="T39" fmla="*/ 30 h 39"/>
                <a:gd name="T40" fmla="*/ 10 w 20"/>
                <a:gd name="T41" fmla="*/ 39 h 39"/>
                <a:gd name="T42" fmla="*/ 14 w 20"/>
                <a:gd name="T43" fmla="*/ 34 h 39"/>
                <a:gd name="T44" fmla="*/ 14 w 20"/>
                <a:gd name="T4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39">
                  <a:moveTo>
                    <a:pt x="14" y="34"/>
                  </a:moveTo>
                  <a:cubicBezTo>
                    <a:pt x="12" y="32"/>
                    <a:pt x="16" y="30"/>
                    <a:pt x="17" y="30"/>
                  </a:cubicBezTo>
                  <a:cubicBezTo>
                    <a:pt x="19" y="29"/>
                    <a:pt x="20" y="28"/>
                    <a:pt x="20" y="27"/>
                  </a:cubicBezTo>
                  <a:cubicBezTo>
                    <a:pt x="20" y="26"/>
                    <a:pt x="20" y="25"/>
                    <a:pt x="20" y="24"/>
                  </a:cubicBezTo>
                  <a:cubicBezTo>
                    <a:pt x="20" y="23"/>
                    <a:pt x="19" y="23"/>
                    <a:pt x="19" y="23"/>
                  </a:cubicBezTo>
                  <a:cubicBezTo>
                    <a:pt x="18" y="22"/>
                    <a:pt x="18" y="21"/>
                    <a:pt x="17" y="20"/>
                  </a:cubicBezTo>
                  <a:cubicBezTo>
                    <a:pt x="16" y="20"/>
                    <a:pt x="15" y="21"/>
                    <a:pt x="14" y="20"/>
                  </a:cubicBezTo>
                  <a:cubicBezTo>
                    <a:pt x="11" y="18"/>
                    <a:pt x="14" y="17"/>
                    <a:pt x="16" y="16"/>
                  </a:cubicBezTo>
                  <a:cubicBezTo>
                    <a:pt x="18" y="15"/>
                    <a:pt x="19" y="12"/>
                    <a:pt x="17" y="10"/>
                  </a:cubicBezTo>
                  <a:cubicBezTo>
                    <a:pt x="17" y="9"/>
                    <a:pt x="14" y="7"/>
                    <a:pt x="15" y="6"/>
                  </a:cubicBezTo>
                  <a:cubicBezTo>
                    <a:pt x="16" y="5"/>
                    <a:pt x="17" y="5"/>
                    <a:pt x="18" y="4"/>
                  </a:cubicBezTo>
                  <a:cubicBezTo>
                    <a:pt x="18" y="4"/>
                    <a:pt x="18" y="1"/>
                    <a:pt x="18" y="1"/>
                  </a:cubicBezTo>
                  <a:cubicBezTo>
                    <a:pt x="17" y="1"/>
                    <a:pt x="16" y="4"/>
                    <a:pt x="15" y="3"/>
                  </a:cubicBezTo>
                  <a:cubicBezTo>
                    <a:pt x="15" y="3"/>
                    <a:pt x="14" y="2"/>
                    <a:pt x="14" y="2"/>
                  </a:cubicBezTo>
                  <a:cubicBezTo>
                    <a:pt x="13" y="1"/>
                    <a:pt x="12" y="0"/>
                    <a:pt x="11" y="0"/>
                  </a:cubicBezTo>
                  <a:cubicBezTo>
                    <a:pt x="9" y="1"/>
                    <a:pt x="6" y="2"/>
                    <a:pt x="5" y="4"/>
                  </a:cubicBezTo>
                  <a:cubicBezTo>
                    <a:pt x="3" y="8"/>
                    <a:pt x="5" y="14"/>
                    <a:pt x="2" y="17"/>
                  </a:cubicBezTo>
                  <a:cubicBezTo>
                    <a:pt x="0" y="19"/>
                    <a:pt x="0" y="19"/>
                    <a:pt x="1" y="21"/>
                  </a:cubicBezTo>
                  <a:cubicBezTo>
                    <a:pt x="1" y="23"/>
                    <a:pt x="4" y="24"/>
                    <a:pt x="4" y="26"/>
                  </a:cubicBezTo>
                  <a:cubicBezTo>
                    <a:pt x="5" y="28"/>
                    <a:pt x="8" y="29"/>
                    <a:pt x="8" y="30"/>
                  </a:cubicBezTo>
                  <a:cubicBezTo>
                    <a:pt x="9" y="33"/>
                    <a:pt x="10" y="37"/>
                    <a:pt x="10" y="39"/>
                  </a:cubicBezTo>
                  <a:cubicBezTo>
                    <a:pt x="12" y="39"/>
                    <a:pt x="16" y="37"/>
                    <a:pt x="14" y="34"/>
                  </a:cubicBezTo>
                  <a:cubicBezTo>
                    <a:pt x="13" y="33"/>
                    <a:pt x="15" y="35"/>
                    <a:pt x="14" y="3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25" name="Freeform 772">
              <a:extLst>
                <a:ext uri="{FF2B5EF4-FFF2-40B4-BE49-F238E27FC236}">
                  <a16:creationId xmlns:a16="http://schemas.microsoft.com/office/drawing/2014/main" id="{91328653-20F2-1ED0-3D1F-2853A137F67F}"/>
                </a:ext>
              </a:extLst>
            </p:cNvPr>
            <p:cNvSpPr>
              <a:spLocks/>
            </p:cNvSpPr>
            <p:nvPr/>
          </p:nvSpPr>
          <p:spPr bwMode="auto">
            <a:xfrm>
              <a:off x="12133317" y="7424369"/>
              <a:ext cx="710194" cy="684895"/>
            </a:xfrm>
            <a:custGeom>
              <a:avLst/>
              <a:gdLst>
                <a:gd name="T0" fmla="*/ 21 w 76"/>
                <a:gd name="T1" fmla="*/ 55 h 73"/>
                <a:gd name="T2" fmla="*/ 25 w 76"/>
                <a:gd name="T3" fmla="*/ 57 h 73"/>
                <a:gd name="T4" fmla="*/ 28 w 76"/>
                <a:gd name="T5" fmla="*/ 55 h 73"/>
                <a:gd name="T6" fmla="*/ 33 w 76"/>
                <a:gd name="T7" fmla="*/ 53 h 73"/>
                <a:gd name="T8" fmla="*/ 44 w 76"/>
                <a:gd name="T9" fmla="*/ 59 h 73"/>
                <a:gd name="T10" fmla="*/ 70 w 76"/>
                <a:gd name="T11" fmla="*/ 73 h 73"/>
                <a:gd name="T12" fmla="*/ 71 w 76"/>
                <a:gd name="T13" fmla="*/ 71 h 73"/>
                <a:gd name="T14" fmla="*/ 75 w 76"/>
                <a:gd name="T15" fmla="*/ 71 h 73"/>
                <a:gd name="T16" fmla="*/ 75 w 76"/>
                <a:gd name="T17" fmla="*/ 66 h 73"/>
                <a:gd name="T18" fmla="*/ 75 w 76"/>
                <a:gd name="T19" fmla="*/ 44 h 73"/>
                <a:gd name="T20" fmla="*/ 75 w 76"/>
                <a:gd name="T21" fmla="*/ 24 h 73"/>
                <a:gd name="T22" fmla="*/ 75 w 76"/>
                <a:gd name="T23" fmla="*/ 20 h 73"/>
                <a:gd name="T24" fmla="*/ 74 w 76"/>
                <a:gd name="T25" fmla="*/ 17 h 73"/>
                <a:gd name="T26" fmla="*/ 76 w 76"/>
                <a:gd name="T27" fmla="*/ 14 h 73"/>
                <a:gd name="T28" fmla="*/ 74 w 76"/>
                <a:gd name="T29" fmla="*/ 11 h 73"/>
                <a:gd name="T30" fmla="*/ 76 w 76"/>
                <a:gd name="T31" fmla="*/ 8 h 73"/>
                <a:gd name="T32" fmla="*/ 67 w 76"/>
                <a:gd name="T33" fmla="*/ 5 h 73"/>
                <a:gd name="T34" fmla="*/ 61 w 76"/>
                <a:gd name="T35" fmla="*/ 2 h 73"/>
                <a:gd name="T36" fmla="*/ 51 w 76"/>
                <a:gd name="T37" fmla="*/ 6 h 73"/>
                <a:gd name="T38" fmla="*/ 51 w 76"/>
                <a:gd name="T39" fmla="*/ 9 h 73"/>
                <a:gd name="T40" fmla="*/ 50 w 76"/>
                <a:gd name="T41" fmla="*/ 14 h 73"/>
                <a:gd name="T42" fmla="*/ 41 w 76"/>
                <a:gd name="T43" fmla="*/ 13 h 73"/>
                <a:gd name="T44" fmla="*/ 36 w 76"/>
                <a:gd name="T45" fmla="*/ 12 h 73"/>
                <a:gd name="T46" fmla="*/ 31 w 76"/>
                <a:gd name="T47" fmla="*/ 10 h 73"/>
                <a:gd name="T48" fmla="*/ 29 w 76"/>
                <a:gd name="T49" fmla="*/ 6 h 73"/>
                <a:gd name="T50" fmla="*/ 23 w 76"/>
                <a:gd name="T51" fmla="*/ 3 h 73"/>
                <a:gd name="T52" fmla="*/ 17 w 76"/>
                <a:gd name="T53" fmla="*/ 2 h 73"/>
                <a:gd name="T54" fmla="*/ 11 w 76"/>
                <a:gd name="T55" fmla="*/ 0 h 73"/>
                <a:gd name="T56" fmla="*/ 11 w 76"/>
                <a:gd name="T57" fmla="*/ 4 h 73"/>
                <a:gd name="T58" fmla="*/ 9 w 76"/>
                <a:gd name="T59" fmla="*/ 6 h 73"/>
                <a:gd name="T60" fmla="*/ 5 w 76"/>
                <a:gd name="T61" fmla="*/ 8 h 73"/>
                <a:gd name="T62" fmla="*/ 5 w 76"/>
                <a:gd name="T63" fmla="*/ 14 h 73"/>
                <a:gd name="T64" fmla="*/ 1 w 76"/>
                <a:gd name="T65" fmla="*/ 17 h 73"/>
                <a:gd name="T66" fmla="*/ 3 w 76"/>
                <a:gd name="T67" fmla="*/ 21 h 73"/>
                <a:gd name="T68" fmla="*/ 3 w 76"/>
                <a:gd name="T69" fmla="*/ 26 h 73"/>
                <a:gd name="T70" fmla="*/ 3 w 76"/>
                <a:gd name="T71" fmla="*/ 31 h 73"/>
                <a:gd name="T72" fmla="*/ 3 w 76"/>
                <a:gd name="T73" fmla="*/ 34 h 73"/>
                <a:gd name="T74" fmla="*/ 3 w 76"/>
                <a:gd name="T75" fmla="*/ 37 h 73"/>
                <a:gd name="T76" fmla="*/ 1 w 76"/>
                <a:gd name="T77" fmla="*/ 40 h 73"/>
                <a:gd name="T78" fmla="*/ 4 w 76"/>
                <a:gd name="T79" fmla="*/ 46 h 73"/>
                <a:gd name="T80" fmla="*/ 7 w 76"/>
                <a:gd name="T81" fmla="*/ 48 h 73"/>
                <a:gd name="T82" fmla="*/ 11 w 76"/>
                <a:gd name="T83" fmla="*/ 49 h 73"/>
                <a:gd name="T84" fmla="*/ 14 w 76"/>
                <a:gd name="T85" fmla="*/ 53 h 73"/>
                <a:gd name="T86" fmla="*/ 21 w 76"/>
                <a:gd name="T87" fmla="*/ 55 h 73"/>
                <a:gd name="T88" fmla="*/ 21 w 76"/>
                <a:gd name="T89"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 h="73">
                  <a:moveTo>
                    <a:pt x="21" y="55"/>
                  </a:moveTo>
                  <a:cubicBezTo>
                    <a:pt x="21" y="56"/>
                    <a:pt x="24" y="58"/>
                    <a:pt x="25" y="57"/>
                  </a:cubicBezTo>
                  <a:cubicBezTo>
                    <a:pt x="26" y="56"/>
                    <a:pt x="27" y="56"/>
                    <a:pt x="28" y="55"/>
                  </a:cubicBezTo>
                  <a:cubicBezTo>
                    <a:pt x="29" y="55"/>
                    <a:pt x="32" y="53"/>
                    <a:pt x="33" y="53"/>
                  </a:cubicBezTo>
                  <a:cubicBezTo>
                    <a:pt x="37" y="55"/>
                    <a:pt x="40" y="57"/>
                    <a:pt x="44" y="59"/>
                  </a:cubicBezTo>
                  <a:cubicBezTo>
                    <a:pt x="53" y="64"/>
                    <a:pt x="61" y="69"/>
                    <a:pt x="70" y="73"/>
                  </a:cubicBezTo>
                  <a:cubicBezTo>
                    <a:pt x="70" y="71"/>
                    <a:pt x="69" y="71"/>
                    <a:pt x="71" y="71"/>
                  </a:cubicBezTo>
                  <a:cubicBezTo>
                    <a:pt x="71" y="71"/>
                    <a:pt x="75" y="71"/>
                    <a:pt x="75" y="71"/>
                  </a:cubicBezTo>
                  <a:cubicBezTo>
                    <a:pt x="75" y="69"/>
                    <a:pt x="75" y="68"/>
                    <a:pt x="75" y="66"/>
                  </a:cubicBezTo>
                  <a:cubicBezTo>
                    <a:pt x="75" y="59"/>
                    <a:pt x="75" y="52"/>
                    <a:pt x="75" y="44"/>
                  </a:cubicBezTo>
                  <a:cubicBezTo>
                    <a:pt x="75" y="37"/>
                    <a:pt x="75" y="30"/>
                    <a:pt x="75" y="24"/>
                  </a:cubicBezTo>
                  <a:cubicBezTo>
                    <a:pt x="75" y="22"/>
                    <a:pt x="75" y="21"/>
                    <a:pt x="75" y="20"/>
                  </a:cubicBezTo>
                  <a:cubicBezTo>
                    <a:pt x="74" y="19"/>
                    <a:pt x="74" y="18"/>
                    <a:pt x="74" y="17"/>
                  </a:cubicBezTo>
                  <a:cubicBezTo>
                    <a:pt x="74" y="16"/>
                    <a:pt x="76" y="15"/>
                    <a:pt x="76" y="14"/>
                  </a:cubicBezTo>
                  <a:cubicBezTo>
                    <a:pt x="76" y="13"/>
                    <a:pt x="74" y="12"/>
                    <a:pt x="74" y="11"/>
                  </a:cubicBezTo>
                  <a:cubicBezTo>
                    <a:pt x="74" y="10"/>
                    <a:pt x="75" y="9"/>
                    <a:pt x="76" y="8"/>
                  </a:cubicBezTo>
                  <a:cubicBezTo>
                    <a:pt x="73" y="6"/>
                    <a:pt x="70" y="7"/>
                    <a:pt x="67" y="5"/>
                  </a:cubicBezTo>
                  <a:cubicBezTo>
                    <a:pt x="65" y="4"/>
                    <a:pt x="64" y="2"/>
                    <a:pt x="61" y="2"/>
                  </a:cubicBezTo>
                  <a:cubicBezTo>
                    <a:pt x="57" y="2"/>
                    <a:pt x="53" y="3"/>
                    <a:pt x="51" y="6"/>
                  </a:cubicBezTo>
                  <a:cubicBezTo>
                    <a:pt x="50" y="7"/>
                    <a:pt x="50" y="8"/>
                    <a:pt x="51" y="9"/>
                  </a:cubicBezTo>
                  <a:cubicBezTo>
                    <a:pt x="52" y="11"/>
                    <a:pt x="51" y="12"/>
                    <a:pt x="50" y="14"/>
                  </a:cubicBezTo>
                  <a:cubicBezTo>
                    <a:pt x="48" y="17"/>
                    <a:pt x="44" y="15"/>
                    <a:pt x="41" y="13"/>
                  </a:cubicBezTo>
                  <a:cubicBezTo>
                    <a:pt x="39" y="13"/>
                    <a:pt x="38" y="12"/>
                    <a:pt x="36" y="12"/>
                  </a:cubicBezTo>
                  <a:cubicBezTo>
                    <a:pt x="34" y="11"/>
                    <a:pt x="32" y="12"/>
                    <a:pt x="31" y="10"/>
                  </a:cubicBezTo>
                  <a:cubicBezTo>
                    <a:pt x="30" y="9"/>
                    <a:pt x="30" y="7"/>
                    <a:pt x="29" y="6"/>
                  </a:cubicBezTo>
                  <a:cubicBezTo>
                    <a:pt x="28" y="4"/>
                    <a:pt x="25" y="4"/>
                    <a:pt x="23" y="3"/>
                  </a:cubicBezTo>
                  <a:cubicBezTo>
                    <a:pt x="21" y="2"/>
                    <a:pt x="19" y="2"/>
                    <a:pt x="17" y="2"/>
                  </a:cubicBezTo>
                  <a:cubicBezTo>
                    <a:pt x="15" y="2"/>
                    <a:pt x="14" y="1"/>
                    <a:pt x="11" y="0"/>
                  </a:cubicBezTo>
                  <a:cubicBezTo>
                    <a:pt x="11" y="1"/>
                    <a:pt x="11" y="2"/>
                    <a:pt x="11" y="4"/>
                  </a:cubicBezTo>
                  <a:cubicBezTo>
                    <a:pt x="11" y="5"/>
                    <a:pt x="11" y="4"/>
                    <a:pt x="9" y="6"/>
                  </a:cubicBezTo>
                  <a:cubicBezTo>
                    <a:pt x="8" y="7"/>
                    <a:pt x="7" y="7"/>
                    <a:pt x="5" y="8"/>
                  </a:cubicBezTo>
                  <a:cubicBezTo>
                    <a:pt x="3" y="10"/>
                    <a:pt x="6" y="12"/>
                    <a:pt x="5" y="14"/>
                  </a:cubicBezTo>
                  <a:cubicBezTo>
                    <a:pt x="4" y="16"/>
                    <a:pt x="1" y="16"/>
                    <a:pt x="1" y="17"/>
                  </a:cubicBezTo>
                  <a:cubicBezTo>
                    <a:pt x="1" y="19"/>
                    <a:pt x="2" y="20"/>
                    <a:pt x="3" y="21"/>
                  </a:cubicBezTo>
                  <a:cubicBezTo>
                    <a:pt x="3" y="23"/>
                    <a:pt x="3" y="25"/>
                    <a:pt x="3" y="26"/>
                  </a:cubicBezTo>
                  <a:cubicBezTo>
                    <a:pt x="3" y="28"/>
                    <a:pt x="4" y="29"/>
                    <a:pt x="3" y="31"/>
                  </a:cubicBezTo>
                  <a:cubicBezTo>
                    <a:pt x="3" y="32"/>
                    <a:pt x="3" y="33"/>
                    <a:pt x="3" y="34"/>
                  </a:cubicBezTo>
                  <a:cubicBezTo>
                    <a:pt x="3" y="35"/>
                    <a:pt x="4" y="36"/>
                    <a:pt x="3" y="37"/>
                  </a:cubicBezTo>
                  <a:cubicBezTo>
                    <a:pt x="3" y="38"/>
                    <a:pt x="0" y="38"/>
                    <a:pt x="1" y="40"/>
                  </a:cubicBezTo>
                  <a:cubicBezTo>
                    <a:pt x="3" y="42"/>
                    <a:pt x="4" y="43"/>
                    <a:pt x="4" y="46"/>
                  </a:cubicBezTo>
                  <a:cubicBezTo>
                    <a:pt x="4" y="48"/>
                    <a:pt x="6" y="47"/>
                    <a:pt x="7" y="48"/>
                  </a:cubicBezTo>
                  <a:cubicBezTo>
                    <a:pt x="9" y="48"/>
                    <a:pt x="10" y="48"/>
                    <a:pt x="11" y="49"/>
                  </a:cubicBezTo>
                  <a:cubicBezTo>
                    <a:pt x="12" y="50"/>
                    <a:pt x="13" y="52"/>
                    <a:pt x="14" y="53"/>
                  </a:cubicBezTo>
                  <a:cubicBezTo>
                    <a:pt x="16" y="54"/>
                    <a:pt x="19" y="53"/>
                    <a:pt x="21" y="55"/>
                  </a:cubicBezTo>
                  <a:cubicBezTo>
                    <a:pt x="22" y="56"/>
                    <a:pt x="20" y="54"/>
                    <a:pt x="21" y="55"/>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26" name="Freeform 773">
              <a:extLst>
                <a:ext uri="{FF2B5EF4-FFF2-40B4-BE49-F238E27FC236}">
                  <a16:creationId xmlns:a16="http://schemas.microsoft.com/office/drawing/2014/main" id="{C3BB5694-126B-A515-E32C-37B4AB937082}"/>
                </a:ext>
              </a:extLst>
            </p:cNvPr>
            <p:cNvSpPr>
              <a:spLocks/>
            </p:cNvSpPr>
            <p:nvPr/>
          </p:nvSpPr>
          <p:spPr bwMode="auto">
            <a:xfrm>
              <a:off x="10910384" y="7714256"/>
              <a:ext cx="391721" cy="318556"/>
            </a:xfrm>
            <a:custGeom>
              <a:avLst/>
              <a:gdLst>
                <a:gd name="T0" fmla="*/ 19 w 42"/>
                <a:gd name="T1" fmla="*/ 34 h 34"/>
                <a:gd name="T2" fmla="*/ 20 w 42"/>
                <a:gd name="T3" fmla="*/ 25 h 34"/>
                <a:gd name="T4" fmla="*/ 24 w 42"/>
                <a:gd name="T5" fmla="*/ 22 h 34"/>
                <a:gd name="T6" fmla="*/ 25 w 42"/>
                <a:gd name="T7" fmla="*/ 20 h 34"/>
                <a:gd name="T8" fmla="*/ 25 w 42"/>
                <a:gd name="T9" fmla="*/ 9 h 34"/>
                <a:gd name="T10" fmla="*/ 32 w 42"/>
                <a:gd name="T11" fmla="*/ 9 h 34"/>
                <a:gd name="T12" fmla="*/ 41 w 42"/>
                <a:gd name="T13" fmla="*/ 9 h 34"/>
                <a:gd name="T14" fmla="*/ 42 w 42"/>
                <a:gd name="T15" fmla="*/ 2 h 34"/>
                <a:gd name="T16" fmla="*/ 40 w 42"/>
                <a:gd name="T17" fmla="*/ 0 h 34"/>
                <a:gd name="T18" fmla="*/ 20 w 42"/>
                <a:gd name="T19" fmla="*/ 0 h 34"/>
                <a:gd name="T20" fmla="*/ 15 w 42"/>
                <a:gd name="T21" fmla="*/ 6 h 34"/>
                <a:gd name="T22" fmla="*/ 10 w 42"/>
                <a:gd name="T23" fmla="*/ 17 h 34"/>
                <a:gd name="T24" fmla="*/ 8 w 42"/>
                <a:gd name="T25" fmla="*/ 18 h 34"/>
                <a:gd name="T26" fmla="*/ 4 w 42"/>
                <a:gd name="T27" fmla="*/ 25 h 34"/>
                <a:gd name="T28" fmla="*/ 0 w 42"/>
                <a:gd name="T29" fmla="*/ 34 h 34"/>
                <a:gd name="T30" fmla="*/ 19 w 42"/>
                <a:gd name="T3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9" y="34"/>
                  </a:moveTo>
                  <a:cubicBezTo>
                    <a:pt x="19" y="31"/>
                    <a:pt x="18" y="26"/>
                    <a:pt x="20" y="25"/>
                  </a:cubicBezTo>
                  <a:cubicBezTo>
                    <a:pt x="21" y="24"/>
                    <a:pt x="23" y="23"/>
                    <a:pt x="24" y="22"/>
                  </a:cubicBezTo>
                  <a:cubicBezTo>
                    <a:pt x="25" y="22"/>
                    <a:pt x="25" y="20"/>
                    <a:pt x="25" y="20"/>
                  </a:cubicBezTo>
                  <a:cubicBezTo>
                    <a:pt x="25" y="16"/>
                    <a:pt x="25" y="13"/>
                    <a:pt x="25" y="9"/>
                  </a:cubicBezTo>
                  <a:cubicBezTo>
                    <a:pt x="25" y="9"/>
                    <a:pt x="31" y="9"/>
                    <a:pt x="32" y="9"/>
                  </a:cubicBezTo>
                  <a:cubicBezTo>
                    <a:pt x="35" y="9"/>
                    <a:pt x="38" y="9"/>
                    <a:pt x="41" y="9"/>
                  </a:cubicBezTo>
                  <a:cubicBezTo>
                    <a:pt x="42" y="9"/>
                    <a:pt x="42" y="3"/>
                    <a:pt x="42" y="2"/>
                  </a:cubicBezTo>
                  <a:cubicBezTo>
                    <a:pt x="42" y="0"/>
                    <a:pt x="42" y="0"/>
                    <a:pt x="40" y="0"/>
                  </a:cubicBezTo>
                  <a:cubicBezTo>
                    <a:pt x="33" y="0"/>
                    <a:pt x="27" y="0"/>
                    <a:pt x="20" y="0"/>
                  </a:cubicBezTo>
                  <a:cubicBezTo>
                    <a:pt x="18" y="2"/>
                    <a:pt x="17" y="4"/>
                    <a:pt x="15" y="6"/>
                  </a:cubicBezTo>
                  <a:cubicBezTo>
                    <a:pt x="11" y="9"/>
                    <a:pt x="11" y="12"/>
                    <a:pt x="10" y="17"/>
                  </a:cubicBezTo>
                  <a:cubicBezTo>
                    <a:pt x="10" y="17"/>
                    <a:pt x="9" y="18"/>
                    <a:pt x="8" y="18"/>
                  </a:cubicBezTo>
                  <a:cubicBezTo>
                    <a:pt x="6" y="20"/>
                    <a:pt x="5" y="22"/>
                    <a:pt x="4" y="25"/>
                  </a:cubicBezTo>
                  <a:cubicBezTo>
                    <a:pt x="2" y="28"/>
                    <a:pt x="0" y="30"/>
                    <a:pt x="0" y="34"/>
                  </a:cubicBezTo>
                  <a:cubicBezTo>
                    <a:pt x="6" y="34"/>
                    <a:pt x="13" y="34"/>
                    <a:pt x="19" y="3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27" name="Freeform 774">
              <a:extLst>
                <a:ext uri="{FF2B5EF4-FFF2-40B4-BE49-F238E27FC236}">
                  <a16:creationId xmlns:a16="http://schemas.microsoft.com/office/drawing/2014/main" id="{06A685CC-6A93-990B-A9D8-05798892EE03}"/>
                </a:ext>
              </a:extLst>
            </p:cNvPr>
            <p:cNvSpPr>
              <a:spLocks/>
            </p:cNvSpPr>
            <p:nvPr/>
          </p:nvSpPr>
          <p:spPr bwMode="auto">
            <a:xfrm>
              <a:off x="11098281" y="7265092"/>
              <a:ext cx="560509" cy="449163"/>
            </a:xfrm>
            <a:custGeom>
              <a:avLst/>
              <a:gdLst>
                <a:gd name="T0" fmla="*/ 22 w 60"/>
                <a:gd name="T1" fmla="*/ 48 h 48"/>
                <a:gd name="T2" fmla="*/ 23 w 60"/>
                <a:gd name="T3" fmla="*/ 41 h 48"/>
                <a:gd name="T4" fmla="*/ 29 w 60"/>
                <a:gd name="T5" fmla="*/ 37 h 48"/>
                <a:gd name="T6" fmla="*/ 33 w 60"/>
                <a:gd name="T7" fmla="*/ 37 h 48"/>
                <a:gd name="T8" fmla="*/ 38 w 60"/>
                <a:gd name="T9" fmla="*/ 35 h 48"/>
                <a:gd name="T10" fmla="*/ 40 w 60"/>
                <a:gd name="T11" fmla="*/ 32 h 48"/>
                <a:gd name="T12" fmla="*/ 45 w 60"/>
                <a:gd name="T13" fmla="*/ 31 h 48"/>
                <a:gd name="T14" fmla="*/ 46 w 60"/>
                <a:gd name="T15" fmla="*/ 28 h 48"/>
                <a:gd name="T16" fmla="*/ 50 w 60"/>
                <a:gd name="T17" fmla="*/ 25 h 48"/>
                <a:gd name="T18" fmla="*/ 53 w 60"/>
                <a:gd name="T19" fmla="*/ 23 h 48"/>
                <a:gd name="T20" fmla="*/ 58 w 60"/>
                <a:gd name="T21" fmla="*/ 24 h 48"/>
                <a:gd name="T22" fmla="*/ 56 w 60"/>
                <a:gd name="T23" fmla="*/ 16 h 48"/>
                <a:gd name="T24" fmla="*/ 56 w 60"/>
                <a:gd name="T25" fmla="*/ 10 h 48"/>
                <a:gd name="T26" fmla="*/ 55 w 60"/>
                <a:gd name="T27" fmla="*/ 7 h 48"/>
                <a:gd name="T28" fmla="*/ 51 w 60"/>
                <a:gd name="T29" fmla="*/ 6 h 48"/>
                <a:gd name="T30" fmla="*/ 47 w 60"/>
                <a:gd name="T31" fmla="*/ 6 h 48"/>
                <a:gd name="T32" fmla="*/ 42 w 60"/>
                <a:gd name="T33" fmla="*/ 6 h 48"/>
                <a:gd name="T34" fmla="*/ 35 w 60"/>
                <a:gd name="T35" fmla="*/ 4 h 48"/>
                <a:gd name="T36" fmla="*/ 30 w 60"/>
                <a:gd name="T37" fmla="*/ 13 h 48"/>
                <a:gd name="T38" fmla="*/ 20 w 60"/>
                <a:gd name="T39" fmla="*/ 19 h 48"/>
                <a:gd name="T40" fmla="*/ 16 w 60"/>
                <a:gd name="T41" fmla="*/ 27 h 48"/>
                <a:gd name="T42" fmla="*/ 16 w 60"/>
                <a:gd name="T43" fmla="*/ 35 h 48"/>
                <a:gd name="T44" fmla="*/ 14 w 60"/>
                <a:gd name="T45" fmla="*/ 39 h 48"/>
                <a:gd name="T46" fmla="*/ 9 w 60"/>
                <a:gd name="T47" fmla="*/ 42 h 48"/>
                <a:gd name="T48" fmla="*/ 5 w 60"/>
                <a:gd name="T49" fmla="*/ 45 h 48"/>
                <a:gd name="T50" fmla="*/ 0 w 60"/>
                <a:gd name="T51" fmla="*/ 48 h 48"/>
                <a:gd name="T52" fmla="*/ 22 w 60"/>
                <a:gd name="T5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48">
                  <a:moveTo>
                    <a:pt x="22" y="48"/>
                  </a:moveTo>
                  <a:cubicBezTo>
                    <a:pt x="22" y="45"/>
                    <a:pt x="21" y="43"/>
                    <a:pt x="23" y="41"/>
                  </a:cubicBezTo>
                  <a:cubicBezTo>
                    <a:pt x="25" y="40"/>
                    <a:pt x="28" y="39"/>
                    <a:pt x="29" y="37"/>
                  </a:cubicBezTo>
                  <a:cubicBezTo>
                    <a:pt x="30" y="37"/>
                    <a:pt x="32" y="37"/>
                    <a:pt x="33" y="37"/>
                  </a:cubicBezTo>
                  <a:cubicBezTo>
                    <a:pt x="34" y="36"/>
                    <a:pt x="36" y="36"/>
                    <a:pt x="38" y="35"/>
                  </a:cubicBezTo>
                  <a:cubicBezTo>
                    <a:pt x="39" y="34"/>
                    <a:pt x="39" y="33"/>
                    <a:pt x="40" y="32"/>
                  </a:cubicBezTo>
                  <a:cubicBezTo>
                    <a:pt x="41" y="31"/>
                    <a:pt x="44" y="32"/>
                    <a:pt x="45" y="31"/>
                  </a:cubicBezTo>
                  <a:cubicBezTo>
                    <a:pt x="46" y="30"/>
                    <a:pt x="46" y="29"/>
                    <a:pt x="46" y="28"/>
                  </a:cubicBezTo>
                  <a:cubicBezTo>
                    <a:pt x="46" y="26"/>
                    <a:pt x="49" y="26"/>
                    <a:pt x="50" y="25"/>
                  </a:cubicBezTo>
                  <a:cubicBezTo>
                    <a:pt x="51" y="24"/>
                    <a:pt x="51" y="23"/>
                    <a:pt x="53" y="23"/>
                  </a:cubicBezTo>
                  <a:cubicBezTo>
                    <a:pt x="54" y="23"/>
                    <a:pt x="57" y="24"/>
                    <a:pt x="58" y="24"/>
                  </a:cubicBezTo>
                  <a:cubicBezTo>
                    <a:pt x="60" y="23"/>
                    <a:pt x="56" y="17"/>
                    <a:pt x="56" y="16"/>
                  </a:cubicBezTo>
                  <a:cubicBezTo>
                    <a:pt x="56" y="14"/>
                    <a:pt x="56" y="12"/>
                    <a:pt x="56" y="10"/>
                  </a:cubicBezTo>
                  <a:cubicBezTo>
                    <a:pt x="55" y="9"/>
                    <a:pt x="55" y="8"/>
                    <a:pt x="55" y="7"/>
                  </a:cubicBezTo>
                  <a:cubicBezTo>
                    <a:pt x="53" y="7"/>
                    <a:pt x="52" y="6"/>
                    <a:pt x="51" y="6"/>
                  </a:cubicBezTo>
                  <a:cubicBezTo>
                    <a:pt x="50" y="5"/>
                    <a:pt x="48" y="6"/>
                    <a:pt x="47" y="6"/>
                  </a:cubicBezTo>
                  <a:cubicBezTo>
                    <a:pt x="46" y="5"/>
                    <a:pt x="44" y="6"/>
                    <a:pt x="42" y="6"/>
                  </a:cubicBezTo>
                  <a:cubicBezTo>
                    <a:pt x="40" y="6"/>
                    <a:pt x="36" y="0"/>
                    <a:pt x="35" y="4"/>
                  </a:cubicBezTo>
                  <a:cubicBezTo>
                    <a:pt x="34" y="7"/>
                    <a:pt x="33" y="10"/>
                    <a:pt x="30" y="13"/>
                  </a:cubicBezTo>
                  <a:cubicBezTo>
                    <a:pt x="27" y="16"/>
                    <a:pt x="23" y="16"/>
                    <a:pt x="20" y="19"/>
                  </a:cubicBezTo>
                  <a:cubicBezTo>
                    <a:pt x="18" y="21"/>
                    <a:pt x="17" y="24"/>
                    <a:pt x="16" y="27"/>
                  </a:cubicBezTo>
                  <a:cubicBezTo>
                    <a:pt x="16" y="29"/>
                    <a:pt x="17" y="32"/>
                    <a:pt x="16" y="35"/>
                  </a:cubicBezTo>
                  <a:cubicBezTo>
                    <a:pt x="15" y="36"/>
                    <a:pt x="14" y="38"/>
                    <a:pt x="14" y="39"/>
                  </a:cubicBezTo>
                  <a:cubicBezTo>
                    <a:pt x="13" y="41"/>
                    <a:pt x="11" y="41"/>
                    <a:pt x="9" y="42"/>
                  </a:cubicBezTo>
                  <a:cubicBezTo>
                    <a:pt x="8" y="43"/>
                    <a:pt x="7" y="44"/>
                    <a:pt x="5" y="45"/>
                  </a:cubicBezTo>
                  <a:cubicBezTo>
                    <a:pt x="4" y="46"/>
                    <a:pt x="2" y="46"/>
                    <a:pt x="0" y="48"/>
                  </a:cubicBezTo>
                  <a:lnTo>
                    <a:pt x="22" y="48"/>
                  </a:ln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28" name="Freeform 775">
              <a:extLst>
                <a:ext uri="{FF2B5EF4-FFF2-40B4-BE49-F238E27FC236}">
                  <a16:creationId xmlns:a16="http://schemas.microsoft.com/office/drawing/2014/main" id="{8618DD36-760B-A270-BAAE-F0F89C4C16A8}"/>
                </a:ext>
              </a:extLst>
            </p:cNvPr>
            <p:cNvSpPr>
              <a:spLocks/>
            </p:cNvSpPr>
            <p:nvPr/>
          </p:nvSpPr>
          <p:spPr bwMode="auto">
            <a:xfrm>
              <a:off x="11295736" y="7220495"/>
              <a:ext cx="968154" cy="923808"/>
            </a:xfrm>
            <a:custGeom>
              <a:avLst/>
              <a:gdLst>
                <a:gd name="T0" fmla="*/ 35 w 104"/>
                <a:gd name="T1" fmla="*/ 22 h 99"/>
                <a:gd name="T2" fmla="*/ 36 w 104"/>
                <a:gd name="T3" fmla="*/ 29 h 99"/>
                <a:gd name="T4" fmla="*/ 31 w 104"/>
                <a:gd name="T5" fmla="*/ 28 h 99"/>
                <a:gd name="T6" fmla="*/ 29 w 104"/>
                <a:gd name="T7" fmla="*/ 30 h 99"/>
                <a:gd name="T8" fmla="*/ 26 w 104"/>
                <a:gd name="T9" fmla="*/ 31 h 99"/>
                <a:gd name="T10" fmla="*/ 24 w 104"/>
                <a:gd name="T11" fmla="*/ 35 h 99"/>
                <a:gd name="T12" fmla="*/ 20 w 104"/>
                <a:gd name="T13" fmla="*/ 37 h 99"/>
                <a:gd name="T14" fmla="*/ 17 w 104"/>
                <a:gd name="T15" fmla="*/ 40 h 99"/>
                <a:gd name="T16" fmla="*/ 11 w 104"/>
                <a:gd name="T17" fmla="*/ 42 h 99"/>
                <a:gd name="T18" fmla="*/ 8 w 104"/>
                <a:gd name="T19" fmla="*/ 43 h 99"/>
                <a:gd name="T20" fmla="*/ 4 w 104"/>
                <a:gd name="T21" fmla="*/ 45 h 99"/>
                <a:gd name="T22" fmla="*/ 1 w 104"/>
                <a:gd name="T23" fmla="*/ 52 h 99"/>
                <a:gd name="T24" fmla="*/ 2 w 104"/>
                <a:gd name="T25" fmla="*/ 56 h 99"/>
                <a:gd name="T26" fmla="*/ 6 w 104"/>
                <a:gd name="T27" fmla="*/ 59 h 99"/>
                <a:gd name="T28" fmla="*/ 37 w 104"/>
                <a:gd name="T29" fmla="*/ 79 h 99"/>
                <a:gd name="T30" fmla="*/ 48 w 104"/>
                <a:gd name="T31" fmla="*/ 86 h 99"/>
                <a:gd name="T32" fmla="*/ 49 w 104"/>
                <a:gd name="T33" fmla="*/ 87 h 99"/>
                <a:gd name="T34" fmla="*/ 58 w 104"/>
                <a:gd name="T35" fmla="*/ 93 h 99"/>
                <a:gd name="T36" fmla="*/ 61 w 104"/>
                <a:gd name="T37" fmla="*/ 99 h 99"/>
                <a:gd name="T38" fmla="*/ 67 w 104"/>
                <a:gd name="T39" fmla="*/ 97 h 99"/>
                <a:gd name="T40" fmla="*/ 72 w 104"/>
                <a:gd name="T41" fmla="*/ 96 h 99"/>
                <a:gd name="T42" fmla="*/ 85 w 104"/>
                <a:gd name="T43" fmla="*/ 87 h 99"/>
                <a:gd name="T44" fmla="*/ 100 w 104"/>
                <a:gd name="T45" fmla="*/ 77 h 99"/>
                <a:gd name="T46" fmla="*/ 104 w 104"/>
                <a:gd name="T47" fmla="*/ 75 h 99"/>
                <a:gd name="T48" fmla="*/ 97 w 104"/>
                <a:gd name="T49" fmla="*/ 69 h 99"/>
                <a:gd name="T50" fmla="*/ 94 w 104"/>
                <a:gd name="T51" fmla="*/ 69 h 99"/>
                <a:gd name="T52" fmla="*/ 92 w 104"/>
                <a:gd name="T53" fmla="*/ 63 h 99"/>
                <a:gd name="T54" fmla="*/ 92 w 104"/>
                <a:gd name="T55" fmla="*/ 60 h 99"/>
                <a:gd name="T56" fmla="*/ 93 w 104"/>
                <a:gd name="T57" fmla="*/ 55 h 99"/>
                <a:gd name="T58" fmla="*/ 93 w 104"/>
                <a:gd name="T59" fmla="*/ 50 h 99"/>
                <a:gd name="T60" fmla="*/ 93 w 104"/>
                <a:gd name="T61" fmla="*/ 46 h 99"/>
                <a:gd name="T62" fmla="*/ 92 w 104"/>
                <a:gd name="T63" fmla="*/ 42 h 99"/>
                <a:gd name="T64" fmla="*/ 91 w 104"/>
                <a:gd name="T65" fmla="*/ 37 h 99"/>
                <a:gd name="T66" fmla="*/ 87 w 104"/>
                <a:gd name="T67" fmla="*/ 27 h 99"/>
                <a:gd name="T68" fmla="*/ 82 w 104"/>
                <a:gd name="T69" fmla="*/ 20 h 99"/>
                <a:gd name="T70" fmla="*/ 85 w 104"/>
                <a:gd name="T71" fmla="*/ 13 h 99"/>
                <a:gd name="T72" fmla="*/ 86 w 104"/>
                <a:gd name="T73" fmla="*/ 2 h 99"/>
                <a:gd name="T74" fmla="*/ 84 w 104"/>
                <a:gd name="T75" fmla="*/ 1 h 99"/>
                <a:gd name="T76" fmla="*/ 81 w 104"/>
                <a:gd name="T77" fmla="*/ 0 h 99"/>
                <a:gd name="T78" fmla="*/ 79 w 104"/>
                <a:gd name="T79" fmla="*/ 1 h 99"/>
                <a:gd name="T80" fmla="*/ 75 w 104"/>
                <a:gd name="T81" fmla="*/ 0 h 99"/>
                <a:gd name="T82" fmla="*/ 72 w 104"/>
                <a:gd name="T83" fmla="*/ 2 h 99"/>
                <a:gd name="T84" fmla="*/ 68 w 104"/>
                <a:gd name="T85" fmla="*/ 1 h 99"/>
                <a:gd name="T86" fmla="*/ 61 w 104"/>
                <a:gd name="T87" fmla="*/ 2 h 99"/>
                <a:gd name="T88" fmla="*/ 46 w 104"/>
                <a:gd name="T89" fmla="*/ 5 h 99"/>
                <a:gd name="T90" fmla="*/ 43 w 104"/>
                <a:gd name="T91" fmla="*/ 7 h 99"/>
                <a:gd name="T92" fmla="*/ 39 w 104"/>
                <a:gd name="T93" fmla="*/ 8 h 99"/>
                <a:gd name="T94" fmla="*/ 34 w 104"/>
                <a:gd name="T95" fmla="*/ 12 h 99"/>
                <a:gd name="T96" fmla="*/ 35 w 104"/>
                <a:gd name="T97" fmla="*/ 22 h 99"/>
                <a:gd name="T98" fmla="*/ 35 w 104"/>
                <a:gd name="T99" fmla="*/ 2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99">
                  <a:moveTo>
                    <a:pt x="35" y="22"/>
                  </a:moveTo>
                  <a:cubicBezTo>
                    <a:pt x="36" y="23"/>
                    <a:pt x="40" y="29"/>
                    <a:pt x="36" y="29"/>
                  </a:cubicBezTo>
                  <a:cubicBezTo>
                    <a:pt x="35" y="28"/>
                    <a:pt x="32" y="27"/>
                    <a:pt x="31" y="28"/>
                  </a:cubicBezTo>
                  <a:cubicBezTo>
                    <a:pt x="30" y="29"/>
                    <a:pt x="30" y="29"/>
                    <a:pt x="29" y="30"/>
                  </a:cubicBezTo>
                  <a:cubicBezTo>
                    <a:pt x="28" y="31"/>
                    <a:pt x="27" y="31"/>
                    <a:pt x="26" y="31"/>
                  </a:cubicBezTo>
                  <a:cubicBezTo>
                    <a:pt x="24" y="32"/>
                    <a:pt x="25" y="34"/>
                    <a:pt x="24" y="35"/>
                  </a:cubicBezTo>
                  <a:cubicBezTo>
                    <a:pt x="24" y="37"/>
                    <a:pt x="21" y="36"/>
                    <a:pt x="20" y="37"/>
                  </a:cubicBezTo>
                  <a:cubicBezTo>
                    <a:pt x="18" y="37"/>
                    <a:pt x="18" y="39"/>
                    <a:pt x="17" y="40"/>
                  </a:cubicBezTo>
                  <a:cubicBezTo>
                    <a:pt x="15" y="42"/>
                    <a:pt x="13" y="41"/>
                    <a:pt x="11" y="42"/>
                  </a:cubicBezTo>
                  <a:cubicBezTo>
                    <a:pt x="10" y="42"/>
                    <a:pt x="9" y="42"/>
                    <a:pt x="8" y="43"/>
                  </a:cubicBezTo>
                  <a:cubicBezTo>
                    <a:pt x="7" y="43"/>
                    <a:pt x="5" y="44"/>
                    <a:pt x="4" y="45"/>
                  </a:cubicBezTo>
                  <a:cubicBezTo>
                    <a:pt x="0" y="47"/>
                    <a:pt x="1" y="48"/>
                    <a:pt x="1" y="52"/>
                  </a:cubicBezTo>
                  <a:cubicBezTo>
                    <a:pt x="1" y="55"/>
                    <a:pt x="0" y="55"/>
                    <a:pt x="2" y="56"/>
                  </a:cubicBezTo>
                  <a:cubicBezTo>
                    <a:pt x="3" y="57"/>
                    <a:pt x="5" y="58"/>
                    <a:pt x="6" y="59"/>
                  </a:cubicBezTo>
                  <a:cubicBezTo>
                    <a:pt x="16" y="66"/>
                    <a:pt x="26" y="72"/>
                    <a:pt x="37" y="79"/>
                  </a:cubicBezTo>
                  <a:cubicBezTo>
                    <a:pt x="40" y="81"/>
                    <a:pt x="44" y="84"/>
                    <a:pt x="48" y="86"/>
                  </a:cubicBezTo>
                  <a:cubicBezTo>
                    <a:pt x="48" y="87"/>
                    <a:pt x="49" y="87"/>
                    <a:pt x="49" y="87"/>
                  </a:cubicBezTo>
                  <a:cubicBezTo>
                    <a:pt x="52" y="92"/>
                    <a:pt x="54" y="92"/>
                    <a:pt x="58" y="93"/>
                  </a:cubicBezTo>
                  <a:cubicBezTo>
                    <a:pt x="61" y="94"/>
                    <a:pt x="58" y="98"/>
                    <a:pt x="61" y="99"/>
                  </a:cubicBezTo>
                  <a:cubicBezTo>
                    <a:pt x="62" y="99"/>
                    <a:pt x="65" y="98"/>
                    <a:pt x="67" y="97"/>
                  </a:cubicBezTo>
                  <a:cubicBezTo>
                    <a:pt x="68" y="97"/>
                    <a:pt x="71" y="97"/>
                    <a:pt x="72" y="96"/>
                  </a:cubicBezTo>
                  <a:cubicBezTo>
                    <a:pt x="76" y="93"/>
                    <a:pt x="80" y="90"/>
                    <a:pt x="85" y="87"/>
                  </a:cubicBezTo>
                  <a:cubicBezTo>
                    <a:pt x="90" y="84"/>
                    <a:pt x="95" y="80"/>
                    <a:pt x="100" y="77"/>
                  </a:cubicBezTo>
                  <a:cubicBezTo>
                    <a:pt x="101" y="77"/>
                    <a:pt x="102" y="76"/>
                    <a:pt x="104" y="75"/>
                  </a:cubicBezTo>
                  <a:cubicBezTo>
                    <a:pt x="102" y="71"/>
                    <a:pt x="101" y="70"/>
                    <a:pt x="97" y="69"/>
                  </a:cubicBezTo>
                  <a:cubicBezTo>
                    <a:pt x="96" y="69"/>
                    <a:pt x="94" y="69"/>
                    <a:pt x="94" y="69"/>
                  </a:cubicBezTo>
                  <a:cubicBezTo>
                    <a:pt x="94" y="66"/>
                    <a:pt x="94" y="65"/>
                    <a:pt x="92" y="63"/>
                  </a:cubicBezTo>
                  <a:cubicBezTo>
                    <a:pt x="91" y="61"/>
                    <a:pt x="91" y="61"/>
                    <a:pt x="92" y="60"/>
                  </a:cubicBezTo>
                  <a:cubicBezTo>
                    <a:pt x="94" y="58"/>
                    <a:pt x="93" y="57"/>
                    <a:pt x="93" y="55"/>
                  </a:cubicBezTo>
                  <a:cubicBezTo>
                    <a:pt x="93" y="53"/>
                    <a:pt x="94" y="52"/>
                    <a:pt x="93" y="50"/>
                  </a:cubicBezTo>
                  <a:cubicBezTo>
                    <a:pt x="93" y="49"/>
                    <a:pt x="93" y="48"/>
                    <a:pt x="93" y="46"/>
                  </a:cubicBezTo>
                  <a:cubicBezTo>
                    <a:pt x="93" y="45"/>
                    <a:pt x="93" y="43"/>
                    <a:pt x="92" y="42"/>
                  </a:cubicBezTo>
                  <a:cubicBezTo>
                    <a:pt x="91" y="41"/>
                    <a:pt x="91" y="39"/>
                    <a:pt x="91" y="37"/>
                  </a:cubicBezTo>
                  <a:cubicBezTo>
                    <a:pt x="91" y="34"/>
                    <a:pt x="90" y="30"/>
                    <a:pt x="87" y="27"/>
                  </a:cubicBezTo>
                  <a:cubicBezTo>
                    <a:pt x="85" y="25"/>
                    <a:pt x="83" y="23"/>
                    <a:pt x="82" y="20"/>
                  </a:cubicBezTo>
                  <a:cubicBezTo>
                    <a:pt x="80" y="16"/>
                    <a:pt x="84" y="17"/>
                    <a:pt x="85" y="13"/>
                  </a:cubicBezTo>
                  <a:cubicBezTo>
                    <a:pt x="85" y="9"/>
                    <a:pt x="85" y="6"/>
                    <a:pt x="86" y="2"/>
                  </a:cubicBezTo>
                  <a:cubicBezTo>
                    <a:pt x="85" y="2"/>
                    <a:pt x="85" y="1"/>
                    <a:pt x="84" y="1"/>
                  </a:cubicBezTo>
                  <a:cubicBezTo>
                    <a:pt x="82" y="2"/>
                    <a:pt x="82" y="0"/>
                    <a:pt x="81" y="0"/>
                  </a:cubicBezTo>
                  <a:cubicBezTo>
                    <a:pt x="80" y="0"/>
                    <a:pt x="80" y="1"/>
                    <a:pt x="79" y="1"/>
                  </a:cubicBezTo>
                  <a:cubicBezTo>
                    <a:pt x="77" y="1"/>
                    <a:pt x="77" y="0"/>
                    <a:pt x="75" y="0"/>
                  </a:cubicBezTo>
                  <a:cubicBezTo>
                    <a:pt x="74" y="1"/>
                    <a:pt x="73" y="1"/>
                    <a:pt x="72" y="2"/>
                  </a:cubicBezTo>
                  <a:cubicBezTo>
                    <a:pt x="70" y="3"/>
                    <a:pt x="70" y="2"/>
                    <a:pt x="68" y="1"/>
                  </a:cubicBezTo>
                  <a:cubicBezTo>
                    <a:pt x="66" y="1"/>
                    <a:pt x="63" y="1"/>
                    <a:pt x="61" y="2"/>
                  </a:cubicBezTo>
                  <a:cubicBezTo>
                    <a:pt x="56" y="3"/>
                    <a:pt x="51" y="3"/>
                    <a:pt x="46" y="5"/>
                  </a:cubicBezTo>
                  <a:cubicBezTo>
                    <a:pt x="45" y="6"/>
                    <a:pt x="44" y="7"/>
                    <a:pt x="43" y="7"/>
                  </a:cubicBezTo>
                  <a:cubicBezTo>
                    <a:pt x="42" y="8"/>
                    <a:pt x="40" y="8"/>
                    <a:pt x="39" y="8"/>
                  </a:cubicBezTo>
                  <a:cubicBezTo>
                    <a:pt x="37" y="9"/>
                    <a:pt x="37" y="12"/>
                    <a:pt x="34" y="12"/>
                  </a:cubicBezTo>
                  <a:cubicBezTo>
                    <a:pt x="35" y="15"/>
                    <a:pt x="35" y="18"/>
                    <a:pt x="35" y="22"/>
                  </a:cubicBezTo>
                  <a:cubicBezTo>
                    <a:pt x="36" y="23"/>
                    <a:pt x="35" y="20"/>
                    <a:pt x="35" y="2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29" name="Freeform 776">
              <a:extLst>
                <a:ext uri="{FF2B5EF4-FFF2-40B4-BE49-F238E27FC236}">
                  <a16:creationId xmlns:a16="http://schemas.microsoft.com/office/drawing/2014/main" id="{548ACB5D-8F64-546B-49FF-FB226CA38D55}"/>
                </a:ext>
              </a:extLst>
            </p:cNvPr>
            <p:cNvSpPr>
              <a:spLocks/>
            </p:cNvSpPr>
            <p:nvPr/>
          </p:nvSpPr>
          <p:spPr bwMode="auto">
            <a:xfrm>
              <a:off x="8295732" y="3719582"/>
              <a:ext cx="2850322" cy="2124760"/>
            </a:xfrm>
            <a:custGeom>
              <a:avLst/>
              <a:gdLst>
                <a:gd name="T0" fmla="*/ 33 w 305"/>
                <a:gd name="T1" fmla="*/ 54 h 227"/>
                <a:gd name="T2" fmla="*/ 1 w 305"/>
                <a:gd name="T3" fmla="*/ 63 h 227"/>
                <a:gd name="T4" fmla="*/ 19 w 305"/>
                <a:gd name="T5" fmla="*/ 72 h 227"/>
                <a:gd name="T6" fmla="*/ 24 w 305"/>
                <a:gd name="T7" fmla="*/ 75 h 227"/>
                <a:gd name="T8" fmla="*/ 20 w 305"/>
                <a:gd name="T9" fmla="*/ 81 h 227"/>
                <a:gd name="T10" fmla="*/ 36 w 305"/>
                <a:gd name="T11" fmla="*/ 86 h 227"/>
                <a:gd name="T12" fmla="*/ 73 w 305"/>
                <a:gd name="T13" fmla="*/ 93 h 227"/>
                <a:gd name="T14" fmla="*/ 87 w 305"/>
                <a:gd name="T15" fmla="*/ 112 h 227"/>
                <a:gd name="T16" fmla="*/ 88 w 305"/>
                <a:gd name="T17" fmla="*/ 122 h 227"/>
                <a:gd name="T18" fmla="*/ 89 w 305"/>
                <a:gd name="T19" fmla="*/ 131 h 227"/>
                <a:gd name="T20" fmla="*/ 104 w 305"/>
                <a:gd name="T21" fmla="*/ 129 h 227"/>
                <a:gd name="T22" fmla="*/ 106 w 305"/>
                <a:gd name="T23" fmla="*/ 135 h 227"/>
                <a:gd name="T24" fmla="*/ 106 w 305"/>
                <a:gd name="T25" fmla="*/ 144 h 227"/>
                <a:gd name="T26" fmla="*/ 109 w 305"/>
                <a:gd name="T27" fmla="*/ 155 h 227"/>
                <a:gd name="T28" fmla="*/ 106 w 305"/>
                <a:gd name="T29" fmla="*/ 160 h 227"/>
                <a:gd name="T30" fmla="*/ 100 w 305"/>
                <a:gd name="T31" fmla="*/ 162 h 227"/>
                <a:gd name="T32" fmla="*/ 112 w 305"/>
                <a:gd name="T33" fmla="*/ 165 h 227"/>
                <a:gd name="T34" fmla="*/ 112 w 305"/>
                <a:gd name="T35" fmla="*/ 169 h 227"/>
                <a:gd name="T36" fmla="*/ 107 w 305"/>
                <a:gd name="T37" fmla="*/ 172 h 227"/>
                <a:gd name="T38" fmla="*/ 107 w 305"/>
                <a:gd name="T39" fmla="*/ 180 h 227"/>
                <a:gd name="T40" fmla="*/ 110 w 305"/>
                <a:gd name="T41" fmla="*/ 192 h 227"/>
                <a:gd name="T42" fmla="*/ 114 w 305"/>
                <a:gd name="T43" fmla="*/ 193 h 227"/>
                <a:gd name="T44" fmla="*/ 120 w 305"/>
                <a:gd name="T45" fmla="*/ 210 h 227"/>
                <a:gd name="T46" fmla="*/ 138 w 305"/>
                <a:gd name="T47" fmla="*/ 219 h 227"/>
                <a:gd name="T48" fmla="*/ 142 w 305"/>
                <a:gd name="T49" fmla="*/ 224 h 227"/>
                <a:gd name="T50" fmla="*/ 151 w 305"/>
                <a:gd name="T51" fmla="*/ 214 h 227"/>
                <a:gd name="T52" fmla="*/ 156 w 305"/>
                <a:gd name="T53" fmla="*/ 200 h 227"/>
                <a:gd name="T54" fmla="*/ 163 w 305"/>
                <a:gd name="T55" fmla="*/ 192 h 227"/>
                <a:gd name="T56" fmla="*/ 173 w 305"/>
                <a:gd name="T57" fmla="*/ 179 h 227"/>
                <a:gd name="T58" fmla="*/ 193 w 305"/>
                <a:gd name="T59" fmla="*/ 173 h 227"/>
                <a:gd name="T60" fmla="*/ 216 w 305"/>
                <a:gd name="T61" fmla="*/ 160 h 227"/>
                <a:gd name="T62" fmla="*/ 232 w 305"/>
                <a:gd name="T63" fmla="*/ 142 h 227"/>
                <a:gd name="T64" fmla="*/ 234 w 305"/>
                <a:gd name="T65" fmla="*/ 130 h 227"/>
                <a:gd name="T66" fmla="*/ 253 w 305"/>
                <a:gd name="T67" fmla="*/ 129 h 227"/>
                <a:gd name="T68" fmla="*/ 233 w 305"/>
                <a:gd name="T69" fmla="*/ 119 h 227"/>
                <a:gd name="T70" fmla="*/ 238 w 305"/>
                <a:gd name="T71" fmla="*/ 113 h 227"/>
                <a:gd name="T72" fmla="*/ 262 w 305"/>
                <a:gd name="T73" fmla="*/ 112 h 227"/>
                <a:gd name="T74" fmla="*/ 258 w 305"/>
                <a:gd name="T75" fmla="*/ 106 h 227"/>
                <a:gd name="T76" fmla="*/ 266 w 305"/>
                <a:gd name="T77" fmla="*/ 95 h 227"/>
                <a:gd name="T78" fmla="*/ 253 w 305"/>
                <a:gd name="T79" fmla="*/ 80 h 227"/>
                <a:gd name="T80" fmla="*/ 263 w 305"/>
                <a:gd name="T81" fmla="*/ 66 h 227"/>
                <a:gd name="T82" fmla="*/ 268 w 305"/>
                <a:gd name="T83" fmla="*/ 51 h 227"/>
                <a:gd name="T84" fmla="*/ 283 w 305"/>
                <a:gd name="T85" fmla="*/ 38 h 227"/>
                <a:gd name="T86" fmla="*/ 291 w 305"/>
                <a:gd name="T87" fmla="*/ 33 h 227"/>
                <a:gd name="T88" fmla="*/ 259 w 305"/>
                <a:gd name="T89" fmla="*/ 28 h 227"/>
                <a:gd name="T90" fmla="*/ 238 w 305"/>
                <a:gd name="T91" fmla="*/ 21 h 227"/>
                <a:gd name="T92" fmla="*/ 256 w 305"/>
                <a:gd name="T93" fmla="*/ 14 h 227"/>
                <a:gd name="T94" fmla="*/ 206 w 305"/>
                <a:gd name="T95" fmla="*/ 8 h 227"/>
                <a:gd name="T96" fmla="*/ 213 w 305"/>
                <a:gd name="T97" fmla="*/ 0 h 227"/>
                <a:gd name="T98" fmla="*/ 173 w 305"/>
                <a:gd name="T99" fmla="*/ 8 h 227"/>
                <a:gd name="T100" fmla="*/ 155 w 305"/>
                <a:gd name="T101" fmla="*/ 10 h 227"/>
                <a:gd name="T102" fmla="*/ 154 w 305"/>
                <a:gd name="T103" fmla="*/ 11 h 227"/>
                <a:gd name="T104" fmla="*/ 140 w 305"/>
                <a:gd name="T105" fmla="*/ 14 h 227"/>
                <a:gd name="T106" fmla="*/ 111 w 305"/>
                <a:gd name="T107" fmla="*/ 14 h 227"/>
                <a:gd name="T108" fmla="*/ 98 w 305"/>
                <a:gd name="T109" fmla="*/ 23 h 227"/>
                <a:gd name="T110" fmla="*/ 73 w 305"/>
                <a:gd name="T111" fmla="*/ 21 h 227"/>
                <a:gd name="T112" fmla="*/ 55 w 305"/>
                <a:gd name="T113" fmla="*/ 3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5" h="227">
                  <a:moveTo>
                    <a:pt x="32" y="37"/>
                  </a:moveTo>
                  <a:cubicBezTo>
                    <a:pt x="31" y="38"/>
                    <a:pt x="26" y="40"/>
                    <a:pt x="27" y="41"/>
                  </a:cubicBezTo>
                  <a:cubicBezTo>
                    <a:pt x="28" y="42"/>
                    <a:pt x="30" y="42"/>
                    <a:pt x="32" y="43"/>
                  </a:cubicBezTo>
                  <a:cubicBezTo>
                    <a:pt x="34" y="43"/>
                    <a:pt x="36" y="43"/>
                    <a:pt x="39" y="43"/>
                  </a:cubicBezTo>
                  <a:cubicBezTo>
                    <a:pt x="39" y="43"/>
                    <a:pt x="44" y="42"/>
                    <a:pt x="45" y="42"/>
                  </a:cubicBezTo>
                  <a:cubicBezTo>
                    <a:pt x="44" y="42"/>
                    <a:pt x="42" y="43"/>
                    <a:pt x="41" y="44"/>
                  </a:cubicBezTo>
                  <a:cubicBezTo>
                    <a:pt x="40" y="45"/>
                    <a:pt x="39" y="46"/>
                    <a:pt x="40" y="48"/>
                  </a:cubicBezTo>
                  <a:cubicBezTo>
                    <a:pt x="42" y="50"/>
                    <a:pt x="36" y="55"/>
                    <a:pt x="33" y="54"/>
                  </a:cubicBezTo>
                  <a:cubicBezTo>
                    <a:pt x="32" y="53"/>
                    <a:pt x="30" y="54"/>
                    <a:pt x="28" y="54"/>
                  </a:cubicBezTo>
                  <a:cubicBezTo>
                    <a:pt x="27" y="53"/>
                    <a:pt x="25" y="54"/>
                    <a:pt x="24" y="54"/>
                  </a:cubicBezTo>
                  <a:cubicBezTo>
                    <a:pt x="23" y="54"/>
                    <a:pt x="21" y="54"/>
                    <a:pt x="20" y="56"/>
                  </a:cubicBezTo>
                  <a:cubicBezTo>
                    <a:pt x="19" y="57"/>
                    <a:pt x="18" y="57"/>
                    <a:pt x="16" y="57"/>
                  </a:cubicBezTo>
                  <a:cubicBezTo>
                    <a:pt x="13" y="58"/>
                    <a:pt x="10" y="59"/>
                    <a:pt x="7" y="59"/>
                  </a:cubicBezTo>
                  <a:cubicBezTo>
                    <a:pt x="6" y="59"/>
                    <a:pt x="4" y="58"/>
                    <a:pt x="4" y="59"/>
                  </a:cubicBezTo>
                  <a:cubicBezTo>
                    <a:pt x="3" y="60"/>
                    <a:pt x="0" y="60"/>
                    <a:pt x="0" y="62"/>
                  </a:cubicBezTo>
                  <a:cubicBezTo>
                    <a:pt x="0" y="63"/>
                    <a:pt x="1" y="62"/>
                    <a:pt x="1" y="63"/>
                  </a:cubicBezTo>
                  <a:cubicBezTo>
                    <a:pt x="1" y="63"/>
                    <a:pt x="0" y="64"/>
                    <a:pt x="0" y="64"/>
                  </a:cubicBezTo>
                  <a:cubicBezTo>
                    <a:pt x="0" y="65"/>
                    <a:pt x="2" y="67"/>
                    <a:pt x="3" y="68"/>
                  </a:cubicBezTo>
                  <a:cubicBezTo>
                    <a:pt x="3" y="68"/>
                    <a:pt x="4" y="67"/>
                    <a:pt x="4" y="67"/>
                  </a:cubicBezTo>
                  <a:cubicBezTo>
                    <a:pt x="5" y="66"/>
                    <a:pt x="6" y="67"/>
                    <a:pt x="7" y="68"/>
                  </a:cubicBezTo>
                  <a:cubicBezTo>
                    <a:pt x="8" y="68"/>
                    <a:pt x="13" y="69"/>
                    <a:pt x="13" y="67"/>
                  </a:cubicBezTo>
                  <a:cubicBezTo>
                    <a:pt x="13" y="68"/>
                    <a:pt x="12" y="68"/>
                    <a:pt x="13" y="69"/>
                  </a:cubicBezTo>
                  <a:cubicBezTo>
                    <a:pt x="13" y="70"/>
                    <a:pt x="15" y="71"/>
                    <a:pt x="16" y="71"/>
                  </a:cubicBezTo>
                  <a:cubicBezTo>
                    <a:pt x="17" y="72"/>
                    <a:pt x="18" y="72"/>
                    <a:pt x="19" y="72"/>
                  </a:cubicBezTo>
                  <a:cubicBezTo>
                    <a:pt x="21" y="72"/>
                    <a:pt x="21" y="70"/>
                    <a:pt x="22" y="71"/>
                  </a:cubicBezTo>
                  <a:cubicBezTo>
                    <a:pt x="24" y="71"/>
                    <a:pt x="27" y="71"/>
                    <a:pt x="28" y="71"/>
                  </a:cubicBezTo>
                  <a:cubicBezTo>
                    <a:pt x="29" y="71"/>
                    <a:pt x="29" y="70"/>
                    <a:pt x="30" y="69"/>
                  </a:cubicBezTo>
                  <a:cubicBezTo>
                    <a:pt x="31" y="69"/>
                    <a:pt x="34" y="71"/>
                    <a:pt x="34" y="72"/>
                  </a:cubicBezTo>
                  <a:cubicBezTo>
                    <a:pt x="34" y="73"/>
                    <a:pt x="24" y="72"/>
                    <a:pt x="22" y="73"/>
                  </a:cubicBezTo>
                  <a:cubicBezTo>
                    <a:pt x="20" y="73"/>
                    <a:pt x="23" y="74"/>
                    <a:pt x="24" y="74"/>
                  </a:cubicBezTo>
                  <a:cubicBezTo>
                    <a:pt x="26" y="75"/>
                    <a:pt x="27" y="74"/>
                    <a:pt x="29" y="75"/>
                  </a:cubicBezTo>
                  <a:cubicBezTo>
                    <a:pt x="28" y="74"/>
                    <a:pt x="26" y="75"/>
                    <a:pt x="24" y="75"/>
                  </a:cubicBezTo>
                  <a:cubicBezTo>
                    <a:pt x="21" y="75"/>
                    <a:pt x="18" y="74"/>
                    <a:pt x="15" y="74"/>
                  </a:cubicBezTo>
                  <a:cubicBezTo>
                    <a:pt x="13" y="74"/>
                    <a:pt x="9" y="74"/>
                    <a:pt x="9" y="76"/>
                  </a:cubicBezTo>
                  <a:cubicBezTo>
                    <a:pt x="8" y="77"/>
                    <a:pt x="11" y="78"/>
                    <a:pt x="12" y="78"/>
                  </a:cubicBezTo>
                  <a:cubicBezTo>
                    <a:pt x="13" y="78"/>
                    <a:pt x="15" y="77"/>
                    <a:pt x="15" y="77"/>
                  </a:cubicBezTo>
                  <a:cubicBezTo>
                    <a:pt x="16" y="78"/>
                    <a:pt x="15" y="78"/>
                    <a:pt x="15" y="79"/>
                  </a:cubicBezTo>
                  <a:cubicBezTo>
                    <a:pt x="16" y="80"/>
                    <a:pt x="18" y="80"/>
                    <a:pt x="19" y="80"/>
                  </a:cubicBezTo>
                  <a:cubicBezTo>
                    <a:pt x="21" y="80"/>
                    <a:pt x="23" y="80"/>
                    <a:pt x="25" y="80"/>
                  </a:cubicBezTo>
                  <a:cubicBezTo>
                    <a:pt x="25" y="80"/>
                    <a:pt x="21" y="81"/>
                    <a:pt x="20" y="81"/>
                  </a:cubicBezTo>
                  <a:cubicBezTo>
                    <a:pt x="16" y="82"/>
                    <a:pt x="19" y="84"/>
                    <a:pt x="21" y="85"/>
                  </a:cubicBezTo>
                  <a:cubicBezTo>
                    <a:pt x="23" y="86"/>
                    <a:pt x="25" y="86"/>
                    <a:pt x="27" y="87"/>
                  </a:cubicBezTo>
                  <a:cubicBezTo>
                    <a:pt x="27" y="87"/>
                    <a:pt x="31" y="87"/>
                    <a:pt x="31" y="87"/>
                  </a:cubicBezTo>
                  <a:cubicBezTo>
                    <a:pt x="31" y="87"/>
                    <a:pt x="29" y="86"/>
                    <a:pt x="29" y="85"/>
                  </a:cubicBezTo>
                  <a:cubicBezTo>
                    <a:pt x="29" y="84"/>
                    <a:pt x="31" y="85"/>
                    <a:pt x="31" y="85"/>
                  </a:cubicBezTo>
                  <a:cubicBezTo>
                    <a:pt x="32" y="86"/>
                    <a:pt x="33" y="85"/>
                    <a:pt x="34" y="84"/>
                  </a:cubicBezTo>
                  <a:cubicBezTo>
                    <a:pt x="34" y="84"/>
                    <a:pt x="35" y="83"/>
                    <a:pt x="36" y="83"/>
                  </a:cubicBezTo>
                  <a:cubicBezTo>
                    <a:pt x="37" y="84"/>
                    <a:pt x="36" y="86"/>
                    <a:pt x="36" y="86"/>
                  </a:cubicBezTo>
                  <a:cubicBezTo>
                    <a:pt x="37" y="87"/>
                    <a:pt x="40" y="85"/>
                    <a:pt x="41" y="85"/>
                  </a:cubicBezTo>
                  <a:cubicBezTo>
                    <a:pt x="43" y="84"/>
                    <a:pt x="43" y="84"/>
                    <a:pt x="44" y="85"/>
                  </a:cubicBezTo>
                  <a:cubicBezTo>
                    <a:pt x="45" y="86"/>
                    <a:pt x="46" y="84"/>
                    <a:pt x="47" y="84"/>
                  </a:cubicBezTo>
                  <a:cubicBezTo>
                    <a:pt x="48" y="83"/>
                    <a:pt x="50" y="84"/>
                    <a:pt x="51" y="84"/>
                  </a:cubicBezTo>
                  <a:cubicBezTo>
                    <a:pt x="54" y="84"/>
                    <a:pt x="58" y="85"/>
                    <a:pt x="61" y="86"/>
                  </a:cubicBezTo>
                  <a:cubicBezTo>
                    <a:pt x="63" y="86"/>
                    <a:pt x="65" y="88"/>
                    <a:pt x="67" y="88"/>
                  </a:cubicBezTo>
                  <a:cubicBezTo>
                    <a:pt x="69" y="88"/>
                    <a:pt x="71" y="89"/>
                    <a:pt x="72" y="90"/>
                  </a:cubicBezTo>
                  <a:cubicBezTo>
                    <a:pt x="74" y="91"/>
                    <a:pt x="73" y="92"/>
                    <a:pt x="73" y="93"/>
                  </a:cubicBezTo>
                  <a:cubicBezTo>
                    <a:pt x="73" y="94"/>
                    <a:pt x="75" y="96"/>
                    <a:pt x="76" y="96"/>
                  </a:cubicBezTo>
                  <a:cubicBezTo>
                    <a:pt x="77" y="97"/>
                    <a:pt x="79" y="96"/>
                    <a:pt x="80" y="97"/>
                  </a:cubicBezTo>
                  <a:cubicBezTo>
                    <a:pt x="80" y="99"/>
                    <a:pt x="82" y="100"/>
                    <a:pt x="83" y="101"/>
                  </a:cubicBezTo>
                  <a:cubicBezTo>
                    <a:pt x="84" y="102"/>
                    <a:pt x="83" y="104"/>
                    <a:pt x="84" y="105"/>
                  </a:cubicBezTo>
                  <a:cubicBezTo>
                    <a:pt x="84" y="106"/>
                    <a:pt x="86" y="107"/>
                    <a:pt x="86" y="109"/>
                  </a:cubicBezTo>
                  <a:cubicBezTo>
                    <a:pt x="86" y="110"/>
                    <a:pt x="85" y="110"/>
                    <a:pt x="86" y="111"/>
                  </a:cubicBezTo>
                  <a:cubicBezTo>
                    <a:pt x="86" y="111"/>
                    <a:pt x="87" y="112"/>
                    <a:pt x="87" y="112"/>
                  </a:cubicBezTo>
                  <a:cubicBezTo>
                    <a:pt x="87" y="112"/>
                    <a:pt x="87" y="112"/>
                    <a:pt x="87" y="112"/>
                  </a:cubicBezTo>
                  <a:cubicBezTo>
                    <a:pt x="88" y="111"/>
                    <a:pt x="90" y="113"/>
                    <a:pt x="89" y="114"/>
                  </a:cubicBezTo>
                  <a:cubicBezTo>
                    <a:pt x="88" y="115"/>
                    <a:pt x="88" y="115"/>
                    <a:pt x="88" y="117"/>
                  </a:cubicBezTo>
                  <a:cubicBezTo>
                    <a:pt x="88" y="116"/>
                    <a:pt x="90" y="115"/>
                    <a:pt x="91" y="117"/>
                  </a:cubicBezTo>
                  <a:cubicBezTo>
                    <a:pt x="91" y="118"/>
                    <a:pt x="91" y="118"/>
                    <a:pt x="91" y="119"/>
                  </a:cubicBezTo>
                  <a:cubicBezTo>
                    <a:pt x="91" y="119"/>
                    <a:pt x="91" y="121"/>
                    <a:pt x="91" y="120"/>
                  </a:cubicBezTo>
                  <a:cubicBezTo>
                    <a:pt x="91" y="121"/>
                    <a:pt x="93" y="121"/>
                    <a:pt x="93" y="121"/>
                  </a:cubicBezTo>
                  <a:cubicBezTo>
                    <a:pt x="92" y="120"/>
                    <a:pt x="89" y="126"/>
                    <a:pt x="90" y="122"/>
                  </a:cubicBezTo>
                  <a:cubicBezTo>
                    <a:pt x="90" y="122"/>
                    <a:pt x="88" y="121"/>
                    <a:pt x="88" y="122"/>
                  </a:cubicBezTo>
                  <a:cubicBezTo>
                    <a:pt x="88" y="122"/>
                    <a:pt x="89" y="122"/>
                    <a:pt x="89" y="122"/>
                  </a:cubicBezTo>
                  <a:cubicBezTo>
                    <a:pt x="89" y="123"/>
                    <a:pt x="86" y="123"/>
                    <a:pt x="87" y="124"/>
                  </a:cubicBezTo>
                  <a:cubicBezTo>
                    <a:pt x="87" y="124"/>
                    <a:pt x="90" y="125"/>
                    <a:pt x="89" y="125"/>
                  </a:cubicBezTo>
                  <a:cubicBezTo>
                    <a:pt x="87" y="127"/>
                    <a:pt x="91" y="127"/>
                    <a:pt x="92" y="126"/>
                  </a:cubicBezTo>
                  <a:cubicBezTo>
                    <a:pt x="91" y="127"/>
                    <a:pt x="90" y="127"/>
                    <a:pt x="88" y="127"/>
                  </a:cubicBezTo>
                  <a:cubicBezTo>
                    <a:pt x="88" y="127"/>
                    <a:pt x="86" y="129"/>
                    <a:pt x="86" y="129"/>
                  </a:cubicBezTo>
                  <a:cubicBezTo>
                    <a:pt x="86" y="129"/>
                    <a:pt x="87" y="130"/>
                    <a:pt x="87" y="130"/>
                  </a:cubicBezTo>
                  <a:cubicBezTo>
                    <a:pt x="89" y="131"/>
                    <a:pt x="88" y="131"/>
                    <a:pt x="89" y="131"/>
                  </a:cubicBezTo>
                  <a:cubicBezTo>
                    <a:pt x="90" y="131"/>
                    <a:pt x="94" y="133"/>
                    <a:pt x="95" y="131"/>
                  </a:cubicBezTo>
                  <a:cubicBezTo>
                    <a:pt x="95" y="128"/>
                    <a:pt x="97" y="129"/>
                    <a:pt x="98" y="128"/>
                  </a:cubicBezTo>
                  <a:cubicBezTo>
                    <a:pt x="98" y="128"/>
                    <a:pt x="96" y="122"/>
                    <a:pt x="96" y="122"/>
                  </a:cubicBezTo>
                  <a:cubicBezTo>
                    <a:pt x="96" y="123"/>
                    <a:pt x="98" y="126"/>
                    <a:pt x="98" y="126"/>
                  </a:cubicBezTo>
                  <a:cubicBezTo>
                    <a:pt x="99" y="128"/>
                    <a:pt x="100" y="126"/>
                    <a:pt x="101" y="126"/>
                  </a:cubicBezTo>
                  <a:cubicBezTo>
                    <a:pt x="101" y="126"/>
                    <a:pt x="98" y="130"/>
                    <a:pt x="98" y="130"/>
                  </a:cubicBezTo>
                  <a:cubicBezTo>
                    <a:pt x="98" y="130"/>
                    <a:pt x="102" y="129"/>
                    <a:pt x="102" y="129"/>
                  </a:cubicBezTo>
                  <a:cubicBezTo>
                    <a:pt x="103" y="129"/>
                    <a:pt x="104" y="129"/>
                    <a:pt x="104" y="129"/>
                  </a:cubicBezTo>
                  <a:cubicBezTo>
                    <a:pt x="105" y="129"/>
                    <a:pt x="106" y="128"/>
                    <a:pt x="107" y="128"/>
                  </a:cubicBezTo>
                  <a:cubicBezTo>
                    <a:pt x="107" y="129"/>
                    <a:pt x="106" y="130"/>
                    <a:pt x="105" y="130"/>
                  </a:cubicBezTo>
                  <a:cubicBezTo>
                    <a:pt x="104" y="130"/>
                    <a:pt x="102" y="130"/>
                    <a:pt x="101" y="131"/>
                  </a:cubicBezTo>
                  <a:cubicBezTo>
                    <a:pt x="100" y="132"/>
                    <a:pt x="103" y="131"/>
                    <a:pt x="103" y="131"/>
                  </a:cubicBezTo>
                  <a:cubicBezTo>
                    <a:pt x="105" y="131"/>
                    <a:pt x="107" y="131"/>
                    <a:pt x="109" y="131"/>
                  </a:cubicBezTo>
                  <a:cubicBezTo>
                    <a:pt x="108" y="131"/>
                    <a:pt x="104" y="131"/>
                    <a:pt x="104" y="132"/>
                  </a:cubicBezTo>
                  <a:cubicBezTo>
                    <a:pt x="104" y="132"/>
                    <a:pt x="106" y="133"/>
                    <a:pt x="106" y="134"/>
                  </a:cubicBezTo>
                  <a:cubicBezTo>
                    <a:pt x="106" y="134"/>
                    <a:pt x="106" y="135"/>
                    <a:pt x="106" y="135"/>
                  </a:cubicBezTo>
                  <a:cubicBezTo>
                    <a:pt x="106" y="136"/>
                    <a:pt x="105" y="136"/>
                    <a:pt x="106" y="137"/>
                  </a:cubicBezTo>
                  <a:cubicBezTo>
                    <a:pt x="106" y="137"/>
                    <a:pt x="108" y="136"/>
                    <a:pt x="109" y="136"/>
                  </a:cubicBezTo>
                  <a:cubicBezTo>
                    <a:pt x="110" y="136"/>
                    <a:pt x="109" y="136"/>
                    <a:pt x="110" y="137"/>
                  </a:cubicBezTo>
                  <a:cubicBezTo>
                    <a:pt x="111" y="138"/>
                    <a:pt x="111" y="139"/>
                    <a:pt x="112" y="140"/>
                  </a:cubicBezTo>
                  <a:cubicBezTo>
                    <a:pt x="112" y="141"/>
                    <a:pt x="109" y="141"/>
                    <a:pt x="109" y="141"/>
                  </a:cubicBezTo>
                  <a:cubicBezTo>
                    <a:pt x="105" y="138"/>
                    <a:pt x="99" y="136"/>
                    <a:pt x="95" y="137"/>
                  </a:cubicBezTo>
                  <a:cubicBezTo>
                    <a:pt x="91" y="137"/>
                    <a:pt x="96" y="140"/>
                    <a:pt x="98" y="140"/>
                  </a:cubicBezTo>
                  <a:cubicBezTo>
                    <a:pt x="101" y="141"/>
                    <a:pt x="103" y="144"/>
                    <a:pt x="106" y="144"/>
                  </a:cubicBezTo>
                  <a:cubicBezTo>
                    <a:pt x="107" y="144"/>
                    <a:pt x="108" y="143"/>
                    <a:pt x="110" y="143"/>
                  </a:cubicBezTo>
                  <a:cubicBezTo>
                    <a:pt x="110" y="144"/>
                    <a:pt x="113" y="144"/>
                    <a:pt x="113" y="144"/>
                  </a:cubicBezTo>
                  <a:cubicBezTo>
                    <a:pt x="114" y="145"/>
                    <a:pt x="113" y="146"/>
                    <a:pt x="113" y="146"/>
                  </a:cubicBezTo>
                  <a:cubicBezTo>
                    <a:pt x="110" y="147"/>
                    <a:pt x="114" y="148"/>
                    <a:pt x="113" y="149"/>
                  </a:cubicBezTo>
                  <a:cubicBezTo>
                    <a:pt x="113" y="150"/>
                    <a:pt x="111" y="149"/>
                    <a:pt x="111" y="151"/>
                  </a:cubicBezTo>
                  <a:cubicBezTo>
                    <a:pt x="111" y="152"/>
                    <a:pt x="113" y="152"/>
                    <a:pt x="113" y="152"/>
                  </a:cubicBezTo>
                  <a:cubicBezTo>
                    <a:pt x="112" y="153"/>
                    <a:pt x="110" y="151"/>
                    <a:pt x="110" y="152"/>
                  </a:cubicBezTo>
                  <a:cubicBezTo>
                    <a:pt x="109" y="153"/>
                    <a:pt x="109" y="154"/>
                    <a:pt x="109" y="155"/>
                  </a:cubicBezTo>
                  <a:cubicBezTo>
                    <a:pt x="109" y="155"/>
                    <a:pt x="111" y="155"/>
                    <a:pt x="111" y="155"/>
                  </a:cubicBezTo>
                  <a:cubicBezTo>
                    <a:pt x="111" y="156"/>
                    <a:pt x="109" y="157"/>
                    <a:pt x="108" y="157"/>
                  </a:cubicBezTo>
                  <a:cubicBezTo>
                    <a:pt x="107" y="157"/>
                    <a:pt x="106" y="157"/>
                    <a:pt x="105" y="157"/>
                  </a:cubicBezTo>
                  <a:cubicBezTo>
                    <a:pt x="104" y="156"/>
                    <a:pt x="103" y="156"/>
                    <a:pt x="102" y="157"/>
                  </a:cubicBezTo>
                  <a:cubicBezTo>
                    <a:pt x="101" y="158"/>
                    <a:pt x="101" y="157"/>
                    <a:pt x="100" y="158"/>
                  </a:cubicBezTo>
                  <a:cubicBezTo>
                    <a:pt x="100" y="158"/>
                    <a:pt x="103" y="161"/>
                    <a:pt x="104" y="161"/>
                  </a:cubicBezTo>
                  <a:cubicBezTo>
                    <a:pt x="104" y="160"/>
                    <a:pt x="104" y="160"/>
                    <a:pt x="103" y="160"/>
                  </a:cubicBezTo>
                  <a:cubicBezTo>
                    <a:pt x="103" y="160"/>
                    <a:pt x="106" y="160"/>
                    <a:pt x="106" y="160"/>
                  </a:cubicBezTo>
                  <a:cubicBezTo>
                    <a:pt x="106" y="160"/>
                    <a:pt x="111" y="158"/>
                    <a:pt x="111" y="159"/>
                  </a:cubicBezTo>
                  <a:cubicBezTo>
                    <a:pt x="110" y="159"/>
                    <a:pt x="109" y="159"/>
                    <a:pt x="108" y="160"/>
                  </a:cubicBezTo>
                  <a:cubicBezTo>
                    <a:pt x="109" y="159"/>
                    <a:pt x="111" y="161"/>
                    <a:pt x="110" y="161"/>
                  </a:cubicBezTo>
                  <a:cubicBezTo>
                    <a:pt x="111" y="161"/>
                    <a:pt x="114" y="162"/>
                    <a:pt x="115" y="162"/>
                  </a:cubicBezTo>
                  <a:cubicBezTo>
                    <a:pt x="114" y="162"/>
                    <a:pt x="112" y="162"/>
                    <a:pt x="112" y="162"/>
                  </a:cubicBezTo>
                  <a:cubicBezTo>
                    <a:pt x="112" y="162"/>
                    <a:pt x="116" y="165"/>
                    <a:pt x="116" y="165"/>
                  </a:cubicBezTo>
                  <a:cubicBezTo>
                    <a:pt x="113" y="165"/>
                    <a:pt x="111" y="161"/>
                    <a:pt x="108" y="161"/>
                  </a:cubicBezTo>
                  <a:cubicBezTo>
                    <a:pt x="106" y="161"/>
                    <a:pt x="101" y="160"/>
                    <a:pt x="100" y="162"/>
                  </a:cubicBezTo>
                  <a:cubicBezTo>
                    <a:pt x="100" y="163"/>
                    <a:pt x="99" y="163"/>
                    <a:pt x="98" y="164"/>
                  </a:cubicBezTo>
                  <a:cubicBezTo>
                    <a:pt x="97" y="164"/>
                    <a:pt x="97" y="166"/>
                    <a:pt x="98" y="165"/>
                  </a:cubicBezTo>
                  <a:cubicBezTo>
                    <a:pt x="100" y="165"/>
                    <a:pt x="102" y="164"/>
                    <a:pt x="103" y="162"/>
                  </a:cubicBezTo>
                  <a:cubicBezTo>
                    <a:pt x="103" y="163"/>
                    <a:pt x="105" y="163"/>
                    <a:pt x="105" y="163"/>
                  </a:cubicBezTo>
                  <a:cubicBezTo>
                    <a:pt x="106" y="163"/>
                    <a:pt x="108" y="166"/>
                    <a:pt x="108" y="163"/>
                  </a:cubicBezTo>
                  <a:cubicBezTo>
                    <a:pt x="108" y="162"/>
                    <a:pt x="110" y="164"/>
                    <a:pt x="110" y="164"/>
                  </a:cubicBezTo>
                  <a:cubicBezTo>
                    <a:pt x="110" y="164"/>
                    <a:pt x="114" y="164"/>
                    <a:pt x="113" y="165"/>
                  </a:cubicBezTo>
                  <a:cubicBezTo>
                    <a:pt x="113" y="165"/>
                    <a:pt x="112" y="165"/>
                    <a:pt x="112" y="165"/>
                  </a:cubicBezTo>
                  <a:cubicBezTo>
                    <a:pt x="112" y="165"/>
                    <a:pt x="114" y="166"/>
                    <a:pt x="114" y="166"/>
                  </a:cubicBezTo>
                  <a:cubicBezTo>
                    <a:pt x="113" y="166"/>
                    <a:pt x="111" y="166"/>
                    <a:pt x="110" y="165"/>
                  </a:cubicBezTo>
                  <a:cubicBezTo>
                    <a:pt x="109" y="164"/>
                    <a:pt x="109" y="165"/>
                    <a:pt x="109" y="166"/>
                  </a:cubicBezTo>
                  <a:cubicBezTo>
                    <a:pt x="109" y="165"/>
                    <a:pt x="103" y="164"/>
                    <a:pt x="102" y="164"/>
                  </a:cubicBezTo>
                  <a:cubicBezTo>
                    <a:pt x="101" y="164"/>
                    <a:pt x="95" y="166"/>
                    <a:pt x="96" y="168"/>
                  </a:cubicBezTo>
                  <a:cubicBezTo>
                    <a:pt x="97" y="169"/>
                    <a:pt x="103" y="167"/>
                    <a:pt x="104" y="167"/>
                  </a:cubicBezTo>
                  <a:cubicBezTo>
                    <a:pt x="105" y="167"/>
                    <a:pt x="107" y="167"/>
                    <a:pt x="108" y="168"/>
                  </a:cubicBezTo>
                  <a:cubicBezTo>
                    <a:pt x="108" y="168"/>
                    <a:pt x="112" y="169"/>
                    <a:pt x="112" y="169"/>
                  </a:cubicBezTo>
                  <a:cubicBezTo>
                    <a:pt x="112" y="170"/>
                    <a:pt x="107" y="168"/>
                    <a:pt x="107" y="168"/>
                  </a:cubicBezTo>
                  <a:cubicBezTo>
                    <a:pt x="105" y="167"/>
                    <a:pt x="102" y="168"/>
                    <a:pt x="100" y="168"/>
                  </a:cubicBezTo>
                  <a:cubicBezTo>
                    <a:pt x="93" y="170"/>
                    <a:pt x="101" y="172"/>
                    <a:pt x="103" y="171"/>
                  </a:cubicBezTo>
                  <a:cubicBezTo>
                    <a:pt x="102" y="172"/>
                    <a:pt x="101" y="173"/>
                    <a:pt x="99" y="173"/>
                  </a:cubicBezTo>
                  <a:cubicBezTo>
                    <a:pt x="96" y="174"/>
                    <a:pt x="101" y="175"/>
                    <a:pt x="101" y="175"/>
                  </a:cubicBezTo>
                  <a:cubicBezTo>
                    <a:pt x="101" y="175"/>
                    <a:pt x="97" y="174"/>
                    <a:pt x="97" y="176"/>
                  </a:cubicBezTo>
                  <a:cubicBezTo>
                    <a:pt x="97" y="179"/>
                    <a:pt x="99" y="177"/>
                    <a:pt x="101" y="176"/>
                  </a:cubicBezTo>
                  <a:cubicBezTo>
                    <a:pt x="103" y="175"/>
                    <a:pt x="105" y="173"/>
                    <a:pt x="107" y="172"/>
                  </a:cubicBezTo>
                  <a:cubicBezTo>
                    <a:pt x="108" y="172"/>
                    <a:pt x="114" y="169"/>
                    <a:pt x="114" y="171"/>
                  </a:cubicBezTo>
                  <a:cubicBezTo>
                    <a:pt x="114" y="171"/>
                    <a:pt x="111" y="171"/>
                    <a:pt x="111" y="171"/>
                  </a:cubicBezTo>
                  <a:cubicBezTo>
                    <a:pt x="111" y="171"/>
                    <a:pt x="113" y="171"/>
                    <a:pt x="114" y="172"/>
                  </a:cubicBezTo>
                  <a:cubicBezTo>
                    <a:pt x="111" y="170"/>
                    <a:pt x="98" y="178"/>
                    <a:pt x="99" y="179"/>
                  </a:cubicBezTo>
                  <a:cubicBezTo>
                    <a:pt x="99" y="180"/>
                    <a:pt x="105" y="178"/>
                    <a:pt x="106" y="178"/>
                  </a:cubicBezTo>
                  <a:cubicBezTo>
                    <a:pt x="106" y="178"/>
                    <a:pt x="102" y="179"/>
                    <a:pt x="101" y="180"/>
                  </a:cubicBezTo>
                  <a:cubicBezTo>
                    <a:pt x="101" y="180"/>
                    <a:pt x="103" y="184"/>
                    <a:pt x="104" y="183"/>
                  </a:cubicBezTo>
                  <a:cubicBezTo>
                    <a:pt x="105" y="182"/>
                    <a:pt x="106" y="180"/>
                    <a:pt x="107" y="180"/>
                  </a:cubicBezTo>
                  <a:cubicBezTo>
                    <a:pt x="108" y="180"/>
                    <a:pt x="112" y="181"/>
                    <a:pt x="112" y="181"/>
                  </a:cubicBezTo>
                  <a:cubicBezTo>
                    <a:pt x="112" y="181"/>
                    <a:pt x="108" y="181"/>
                    <a:pt x="108" y="181"/>
                  </a:cubicBezTo>
                  <a:cubicBezTo>
                    <a:pt x="106" y="181"/>
                    <a:pt x="105" y="182"/>
                    <a:pt x="104" y="183"/>
                  </a:cubicBezTo>
                  <a:cubicBezTo>
                    <a:pt x="104" y="184"/>
                    <a:pt x="104" y="185"/>
                    <a:pt x="104" y="186"/>
                  </a:cubicBezTo>
                  <a:cubicBezTo>
                    <a:pt x="105" y="189"/>
                    <a:pt x="105" y="188"/>
                    <a:pt x="107" y="187"/>
                  </a:cubicBezTo>
                  <a:cubicBezTo>
                    <a:pt x="106" y="188"/>
                    <a:pt x="105" y="192"/>
                    <a:pt x="106" y="193"/>
                  </a:cubicBezTo>
                  <a:cubicBezTo>
                    <a:pt x="106" y="193"/>
                    <a:pt x="109" y="189"/>
                    <a:pt x="110" y="189"/>
                  </a:cubicBezTo>
                  <a:cubicBezTo>
                    <a:pt x="110" y="190"/>
                    <a:pt x="109" y="191"/>
                    <a:pt x="110" y="192"/>
                  </a:cubicBezTo>
                  <a:cubicBezTo>
                    <a:pt x="110" y="193"/>
                    <a:pt x="111" y="191"/>
                    <a:pt x="112" y="191"/>
                  </a:cubicBezTo>
                  <a:cubicBezTo>
                    <a:pt x="114" y="189"/>
                    <a:pt x="110" y="187"/>
                    <a:pt x="110" y="186"/>
                  </a:cubicBezTo>
                  <a:cubicBezTo>
                    <a:pt x="110" y="186"/>
                    <a:pt x="112" y="189"/>
                    <a:pt x="113" y="189"/>
                  </a:cubicBezTo>
                  <a:cubicBezTo>
                    <a:pt x="114" y="190"/>
                    <a:pt x="114" y="189"/>
                    <a:pt x="115" y="188"/>
                  </a:cubicBezTo>
                  <a:cubicBezTo>
                    <a:pt x="114" y="188"/>
                    <a:pt x="117" y="191"/>
                    <a:pt x="116" y="192"/>
                  </a:cubicBezTo>
                  <a:cubicBezTo>
                    <a:pt x="117" y="191"/>
                    <a:pt x="114" y="189"/>
                    <a:pt x="114" y="191"/>
                  </a:cubicBezTo>
                  <a:cubicBezTo>
                    <a:pt x="114" y="193"/>
                    <a:pt x="116" y="195"/>
                    <a:pt x="114" y="196"/>
                  </a:cubicBezTo>
                  <a:cubicBezTo>
                    <a:pt x="114" y="196"/>
                    <a:pt x="114" y="193"/>
                    <a:pt x="114" y="193"/>
                  </a:cubicBezTo>
                  <a:cubicBezTo>
                    <a:pt x="114" y="192"/>
                    <a:pt x="112" y="194"/>
                    <a:pt x="111" y="194"/>
                  </a:cubicBezTo>
                  <a:cubicBezTo>
                    <a:pt x="110" y="194"/>
                    <a:pt x="109" y="196"/>
                    <a:pt x="109" y="197"/>
                  </a:cubicBezTo>
                  <a:cubicBezTo>
                    <a:pt x="108" y="199"/>
                    <a:pt x="111" y="197"/>
                    <a:pt x="111" y="198"/>
                  </a:cubicBezTo>
                  <a:cubicBezTo>
                    <a:pt x="112" y="199"/>
                    <a:pt x="110" y="200"/>
                    <a:pt x="110" y="200"/>
                  </a:cubicBezTo>
                  <a:cubicBezTo>
                    <a:pt x="110" y="200"/>
                    <a:pt x="112" y="199"/>
                    <a:pt x="113" y="201"/>
                  </a:cubicBezTo>
                  <a:cubicBezTo>
                    <a:pt x="113" y="203"/>
                    <a:pt x="115" y="204"/>
                    <a:pt x="115" y="205"/>
                  </a:cubicBezTo>
                  <a:cubicBezTo>
                    <a:pt x="114" y="207"/>
                    <a:pt x="115" y="207"/>
                    <a:pt x="117" y="209"/>
                  </a:cubicBezTo>
                  <a:cubicBezTo>
                    <a:pt x="118" y="210"/>
                    <a:pt x="119" y="212"/>
                    <a:pt x="120" y="210"/>
                  </a:cubicBezTo>
                  <a:cubicBezTo>
                    <a:pt x="120" y="210"/>
                    <a:pt x="121" y="215"/>
                    <a:pt x="122" y="215"/>
                  </a:cubicBezTo>
                  <a:cubicBezTo>
                    <a:pt x="123" y="216"/>
                    <a:pt x="122" y="215"/>
                    <a:pt x="123" y="215"/>
                  </a:cubicBezTo>
                  <a:cubicBezTo>
                    <a:pt x="124" y="216"/>
                    <a:pt x="125" y="217"/>
                    <a:pt x="126" y="218"/>
                  </a:cubicBezTo>
                  <a:cubicBezTo>
                    <a:pt x="128" y="219"/>
                    <a:pt x="130" y="220"/>
                    <a:pt x="132" y="219"/>
                  </a:cubicBezTo>
                  <a:cubicBezTo>
                    <a:pt x="133" y="219"/>
                    <a:pt x="136" y="219"/>
                    <a:pt x="136" y="218"/>
                  </a:cubicBezTo>
                  <a:cubicBezTo>
                    <a:pt x="136" y="218"/>
                    <a:pt x="136" y="221"/>
                    <a:pt x="136" y="221"/>
                  </a:cubicBezTo>
                  <a:cubicBezTo>
                    <a:pt x="136" y="221"/>
                    <a:pt x="138" y="217"/>
                    <a:pt x="138" y="218"/>
                  </a:cubicBezTo>
                  <a:cubicBezTo>
                    <a:pt x="139" y="218"/>
                    <a:pt x="138" y="219"/>
                    <a:pt x="138" y="219"/>
                  </a:cubicBezTo>
                  <a:cubicBezTo>
                    <a:pt x="138" y="220"/>
                    <a:pt x="139" y="220"/>
                    <a:pt x="139" y="220"/>
                  </a:cubicBezTo>
                  <a:cubicBezTo>
                    <a:pt x="139" y="220"/>
                    <a:pt x="136" y="221"/>
                    <a:pt x="137" y="222"/>
                  </a:cubicBezTo>
                  <a:cubicBezTo>
                    <a:pt x="138" y="222"/>
                    <a:pt x="138" y="222"/>
                    <a:pt x="139" y="221"/>
                  </a:cubicBezTo>
                  <a:cubicBezTo>
                    <a:pt x="140" y="222"/>
                    <a:pt x="139" y="223"/>
                    <a:pt x="139" y="223"/>
                  </a:cubicBezTo>
                  <a:cubicBezTo>
                    <a:pt x="139" y="224"/>
                    <a:pt x="142" y="221"/>
                    <a:pt x="142" y="222"/>
                  </a:cubicBezTo>
                  <a:cubicBezTo>
                    <a:pt x="142" y="223"/>
                    <a:pt x="140" y="224"/>
                    <a:pt x="140" y="225"/>
                  </a:cubicBezTo>
                  <a:cubicBezTo>
                    <a:pt x="140" y="224"/>
                    <a:pt x="143" y="223"/>
                    <a:pt x="142" y="225"/>
                  </a:cubicBezTo>
                  <a:cubicBezTo>
                    <a:pt x="142" y="225"/>
                    <a:pt x="142" y="225"/>
                    <a:pt x="142" y="224"/>
                  </a:cubicBezTo>
                  <a:cubicBezTo>
                    <a:pt x="142" y="226"/>
                    <a:pt x="145" y="223"/>
                    <a:pt x="145" y="223"/>
                  </a:cubicBezTo>
                  <a:cubicBezTo>
                    <a:pt x="146" y="224"/>
                    <a:pt x="145" y="226"/>
                    <a:pt x="145" y="227"/>
                  </a:cubicBezTo>
                  <a:cubicBezTo>
                    <a:pt x="144" y="225"/>
                    <a:pt x="153" y="225"/>
                    <a:pt x="147" y="222"/>
                  </a:cubicBezTo>
                  <a:cubicBezTo>
                    <a:pt x="148" y="222"/>
                    <a:pt x="153" y="222"/>
                    <a:pt x="150" y="221"/>
                  </a:cubicBezTo>
                  <a:cubicBezTo>
                    <a:pt x="147" y="219"/>
                    <a:pt x="151" y="220"/>
                    <a:pt x="152" y="218"/>
                  </a:cubicBezTo>
                  <a:cubicBezTo>
                    <a:pt x="152" y="218"/>
                    <a:pt x="149" y="218"/>
                    <a:pt x="149" y="218"/>
                  </a:cubicBezTo>
                  <a:cubicBezTo>
                    <a:pt x="150" y="217"/>
                    <a:pt x="151" y="216"/>
                    <a:pt x="152" y="216"/>
                  </a:cubicBezTo>
                  <a:cubicBezTo>
                    <a:pt x="154" y="214"/>
                    <a:pt x="151" y="215"/>
                    <a:pt x="151" y="214"/>
                  </a:cubicBezTo>
                  <a:cubicBezTo>
                    <a:pt x="151" y="214"/>
                    <a:pt x="154" y="213"/>
                    <a:pt x="154" y="212"/>
                  </a:cubicBezTo>
                  <a:cubicBezTo>
                    <a:pt x="154" y="211"/>
                    <a:pt x="154" y="209"/>
                    <a:pt x="153" y="208"/>
                  </a:cubicBezTo>
                  <a:cubicBezTo>
                    <a:pt x="152" y="208"/>
                    <a:pt x="154" y="207"/>
                    <a:pt x="153" y="206"/>
                  </a:cubicBezTo>
                  <a:cubicBezTo>
                    <a:pt x="153" y="206"/>
                    <a:pt x="151" y="205"/>
                    <a:pt x="151" y="205"/>
                  </a:cubicBezTo>
                  <a:cubicBezTo>
                    <a:pt x="151" y="205"/>
                    <a:pt x="155" y="204"/>
                    <a:pt x="156" y="204"/>
                  </a:cubicBezTo>
                  <a:cubicBezTo>
                    <a:pt x="159" y="204"/>
                    <a:pt x="156" y="203"/>
                    <a:pt x="155" y="202"/>
                  </a:cubicBezTo>
                  <a:cubicBezTo>
                    <a:pt x="155" y="202"/>
                    <a:pt x="160" y="202"/>
                    <a:pt x="160" y="202"/>
                  </a:cubicBezTo>
                  <a:cubicBezTo>
                    <a:pt x="159" y="201"/>
                    <a:pt x="157" y="201"/>
                    <a:pt x="156" y="200"/>
                  </a:cubicBezTo>
                  <a:cubicBezTo>
                    <a:pt x="156" y="200"/>
                    <a:pt x="160" y="201"/>
                    <a:pt x="160" y="200"/>
                  </a:cubicBezTo>
                  <a:cubicBezTo>
                    <a:pt x="161" y="200"/>
                    <a:pt x="160" y="200"/>
                    <a:pt x="160" y="199"/>
                  </a:cubicBezTo>
                  <a:cubicBezTo>
                    <a:pt x="161" y="199"/>
                    <a:pt x="161" y="199"/>
                    <a:pt x="161" y="199"/>
                  </a:cubicBezTo>
                  <a:cubicBezTo>
                    <a:pt x="162" y="198"/>
                    <a:pt x="158" y="197"/>
                    <a:pt x="158" y="197"/>
                  </a:cubicBezTo>
                  <a:cubicBezTo>
                    <a:pt x="158" y="197"/>
                    <a:pt x="163" y="197"/>
                    <a:pt x="162" y="196"/>
                  </a:cubicBezTo>
                  <a:cubicBezTo>
                    <a:pt x="162" y="195"/>
                    <a:pt x="163" y="195"/>
                    <a:pt x="161" y="194"/>
                  </a:cubicBezTo>
                  <a:cubicBezTo>
                    <a:pt x="161" y="194"/>
                    <a:pt x="158" y="194"/>
                    <a:pt x="158" y="193"/>
                  </a:cubicBezTo>
                  <a:cubicBezTo>
                    <a:pt x="158" y="193"/>
                    <a:pt x="163" y="192"/>
                    <a:pt x="163" y="192"/>
                  </a:cubicBezTo>
                  <a:cubicBezTo>
                    <a:pt x="165" y="192"/>
                    <a:pt x="164" y="189"/>
                    <a:pt x="162" y="189"/>
                  </a:cubicBezTo>
                  <a:cubicBezTo>
                    <a:pt x="161" y="188"/>
                    <a:pt x="158" y="187"/>
                    <a:pt x="161" y="186"/>
                  </a:cubicBezTo>
                  <a:cubicBezTo>
                    <a:pt x="163" y="186"/>
                    <a:pt x="166" y="187"/>
                    <a:pt x="167" y="185"/>
                  </a:cubicBezTo>
                  <a:cubicBezTo>
                    <a:pt x="167" y="185"/>
                    <a:pt x="165" y="183"/>
                    <a:pt x="165" y="183"/>
                  </a:cubicBezTo>
                  <a:cubicBezTo>
                    <a:pt x="165" y="182"/>
                    <a:pt x="167" y="182"/>
                    <a:pt x="167" y="182"/>
                  </a:cubicBezTo>
                  <a:cubicBezTo>
                    <a:pt x="168" y="181"/>
                    <a:pt x="170" y="181"/>
                    <a:pt x="172" y="182"/>
                  </a:cubicBezTo>
                  <a:cubicBezTo>
                    <a:pt x="172" y="182"/>
                    <a:pt x="174" y="182"/>
                    <a:pt x="174" y="182"/>
                  </a:cubicBezTo>
                  <a:cubicBezTo>
                    <a:pt x="175" y="181"/>
                    <a:pt x="173" y="180"/>
                    <a:pt x="173" y="179"/>
                  </a:cubicBezTo>
                  <a:cubicBezTo>
                    <a:pt x="174" y="178"/>
                    <a:pt x="177" y="174"/>
                    <a:pt x="179" y="176"/>
                  </a:cubicBezTo>
                  <a:cubicBezTo>
                    <a:pt x="178" y="175"/>
                    <a:pt x="175" y="181"/>
                    <a:pt x="176" y="181"/>
                  </a:cubicBezTo>
                  <a:cubicBezTo>
                    <a:pt x="177" y="182"/>
                    <a:pt x="179" y="179"/>
                    <a:pt x="181" y="179"/>
                  </a:cubicBezTo>
                  <a:cubicBezTo>
                    <a:pt x="181" y="179"/>
                    <a:pt x="183" y="180"/>
                    <a:pt x="183" y="180"/>
                  </a:cubicBezTo>
                  <a:cubicBezTo>
                    <a:pt x="183" y="180"/>
                    <a:pt x="183" y="178"/>
                    <a:pt x="183" y="178"/>
                  </a:cubicBezTo>
                  <a:cubicBezTo>
                    <a:pt x="186" y="179"/>
                    <a:pt x="186" y="178"/>
                    <a:pt x="187" y="177"/>
                  </a:cubicBezTo>
                  <a:cubicBezTo>
                    <a:pt x="188" y="176"/>
                    <a:pt x="189" y="176"/>
                    <a:pt x="190" y="176"/>
                  </a:cubicBezTo>
                  <a:cubicBezTo>
                    <a:pt x="192" y="175"/>
                    <a:pt x="192" y="174"/>
                    <a:pt x="193" y="173"/>
                  </a:cubicBezTo>
                  <a:cubicBezTo>
                    <a:pt x="194" y="172"/>
                    <a:pt x="196" y="170"/>
                    <a:pt x="197" y="168"/>
                  </a:cubicBezTo>
                  <a:cubicBezTo>
                    <a:pt x="199" y="166"/>
                    <a:pt x="199" y="165"/>
                    <a:pt x="201" y="165"/>
                  </a:cubicBezTo>
                  <a:cubicBezTo>
                    <a:pt x="202" y="164"/>
                    <a:pt x="205" y="164"/>
                    <a:pt x="205" y="162"/>
                  </a:cubicBezTo>
                  <a:cubicBezTo>
                    <a:pt x="204" y="162"/>
                    <a:pt x="203" y="157"/>
                    <a:pt x="203" y="157"/>
                  </a:cubicBezTo>
                  <a:cubicBezTo>
                    <a:pt x="204" y="157"/>
                    <a:pt x="207" y="160"/>
                    <a:pt x="208" y="160"/>
                  </a:cubicBezTo>
                  <a:cubicBezTo>
                    <a:pt x="209" y="161"/>
                    <a:pt x="210" y="161"/>
                    <a:pt x="211" y="161"/>
                  </a:cubicBezTo>
                  <a:cubicBezTo>
                    <a:pt x="211" y="161"/>
                    <a:pt x="213" y="160"/>
                    <a:pt x="213" y="160"/>
                  </a:cubicBezTo>
                  <a:cubicBezTo>
                    <a:pt x="214" y="160"/>
                    <a:pt x="215" y="161"/>
                    <a:pt x="216" y="160"/>
                  </a:cubicBezTo>
                  <a:cubicBezTo>
                    <a:pt x="216" y="160"/>
                    <a:pt x="214" y="158"/>
                    <a:pt x="217" y="159"/>
                  </a:cubicBezTo>
                  <a:cubicBezTo>
                    <a:pt x="219" y="159"/>
                    <a:pt x="221" y="159"/>
                    <a:pt x="223" y="158"/>
                  </a:cubicBezTo>
                  <a:cubicBezTo>
                    <a:pt x="228" y="157"/>
                    <a:pt x="232" y="156"/>
                    <a:pt x="237" y="154"/>
                  </a:cubicBezTo>
                  <a:cubicBezTo>
                    <a:pt x="238" y="153"/>
                    <a:pt x="254" y="143"/>
                    <a:pt x="255" y="143"/>
                  </a:cubicBezTo>
                  <a:cubicBezTo>
                    <a:pt x="254" y="143"/>
                    <a:pt x="247" y="143"/>
                    <a:pt x="246" y="143"/>
                  </a:cubicBezTo>
                  <a:cubicBezTo>
                    <a:pt x="244" y="142"/>
                    <a:pt x="242" y="141"/>
                    <a:pt x="240" y="141"/>
                  </a:cubicBezTo>
                  <a:cubicBezTo>
                    <a:pt x="238" y="141"/>
                    <a:pt x="236" y="142"/>
                    <a:pt x="235" y="142"/>
                  </a:cubicBezTo>
                  <a:cubicBezTo>
                    <a:pt x="233" y="143"/>
                    <a:pt x="233" y="141"/>
                    <a:pt x="232" y="142"/>
                  </a:cubicBezTo>
                  <a:cubicBezTo>
                    <a:pt x="231" y="142"/>
                    <a:pt x="230" y="144"/>
                    <a:pt x="229" y="144"/>
                  </a:cubicBezTo>
                  <a:cubicBezTo>
                    <a:pt x="225" y="144"/>
                    <a:pt x="232" y="140"/>
                    <a:pt x="233" y="141"/>
                  </a:cubicBezTo>
                  <a:cubicBezTo>
                    <a:pt x="232" y="140"/>
                    <a:pt x="229" y="141"/>
                    <a:pt x="228" y="141"/>
                  </a:cubicBezTo>
                  <a:cubicBezTo>
                    <a:pt x="225" y="141"/>
                    <a:pt x="223" y="140"/>
                    <a:pt x="221" y="140"/>
                  </a:cubicBezTo>
                  <a:cubicBezTo>
                    <a:pt x="222" y="140"/>
                    <a:pt x="225" y="138"/>
                    <a:pt x="226" y="137"/>
                  </a:cubicBezTo>
                  <a:cubicBezTo>
                    <a:pt x="226" y="134"/>
                    <a:pt x="228" y="135"/>
                    <a:pt x="229" y="136"/>
                  </a:cubicBezTo>
                  <a:cubicBezTo>
                    <a:pt x="231" y="136"/>
                    <a:pt x="239" y="134"/>
                    <a:pt x="240" y="133"/>
                  </a:cubicBezTo>
                  <a:cubicBezTo>
                    <a:pt x="240" y="132"/>
                    <a:pt x="235" y="131"/>
                    <a:pt x="234" y="130"/>
                  </a:cubicBezTo>
                  <a:cubicBezTo>
                    <a:pt x="235" y="131"/>
                    <a:pt x="239" y="132"/>
                    <a:pt x="240" y="132"/>
                  </a:cubicBezTo>
                  <a:cubicBezTo>
                    <a:pt x="241" y="133"/>
                    <a:pt x="245" y="133"/>
                    <a:pt x="245" y="135"/>
                  </a:cubicBezTo>
                  <a:cubicBezTo>
                    <a:pt x="244" y="138"/>
                    <a:pt x="246" y="139"/>
                    <a:pt x="248" y="139"/>
                  </a:cubicBezTo>
                  <a:cubicBezTo>
                    <a:pt x="248" y="139"/>
                    <a:pt x="254" y="139"/>
                    <a:pt x="253" y="138"/>
                  </a:cubicBezTo>
                  <a:cubicBezTo>
                    <a:pt x="253" y="138"/>
                    <a:pt x="253" y="140"/>
                    <a:pt x="254" y="140"/>
                  </a:cubicBezTo>
                  <a:cubicBezTo>
                    <a:pt x="256" y="139"/>
                    <a:pt x="257" y="136"/>
                    <a:pt x="257" y="134"/>
                  </a:cubicBezTo>
                  <a:cubicBezTo>
                    <a:pt x="257" y="133"/>
                    <a:pt x="257" y="129"/>
                    <a:pt x="255" y="130"/>
                  </a:cubicBezTo>
                  <a:cubicBezTo>
                    <a:pt x="253" y="132"/>
                    <a:pt x="254" y="130"/>
                    <a:pt x="253" y="129"/>
                  </a:cubicBezTo>
                  <a:cubicBezTo>
                    <a:pt x="251" y="127"/>
                    <a:pt x="248" y="126"/>
                    <a:pt x="245" y="124"/>
                  </a:cubicBezTo>
                  <a:cubicBezTo>
                    <a:pt x="244" y="123"/>
                    <a:pt x="243" y="123"/>
                    <a:pt x="242" y="122"/>
                  </a:cubicBezTo>
                  <a:cubicBezTo>
                    <a:pt x="242" y="122"/>
                    <a:pt x="238" y="123"/>
                    <a:pt x="238" y="124"/>
                  </a:cubicBezTo>
                  <a:cubicBezTo>
                    <a:pt x="238" y="124"/>
                    <a:pt x="239" y="123"/>
                    <a:pt x="238" y="123"/>
                  </a:cubicBezTo>
                  <a:cubicBezTo>
                    <a:pt x="238" y="123"/>
                    <a:pt x="237" y="122"/>
                    <a:pt x="237" y="122"/>
                  </a:cubicBezTo>
                  <a:cubicBezTo>
                    <a:pt x="237" y="121"/>
                    <a:pt x="241" y="122"/>
                    <a:pt x="241" y="121"/>
                  </a:cubicBezTo>
                  <a:cubicBezTo>
                    <a:pt x="241" y="119"/>
                    <a:pt x="241" y="118"/>
                    <a:pt x="238" y="118"/>
                  </a:cubicBezTo>
                  <a:cubicBezTo>
                    <a:pt x="236" y="119"/>
                    <a:pt x="235" y="121"/>
                    <a:pt x="233" y="119"/>
                  </a:cubicBezTo>
                  <a:cubicBezTo>
                    <a:pt x="233" y="119"/>
                    <a:pt x="229" y="119"/>
                    <a:pt x="229" y="118"/>
                  </a:cubicBezTo>
                  <a:cubicBezTo>
                    <a:pt x="229" y="116"/>
                    <a:pt x="234" y="119"/>
                    <a:pt x="234" y="119"/>
                  </a:cubicBezTo>
                  <a:cubicBezTo>
                    <a:pt x="235" y="119"/>
                    <a:pt x="240" y="118"/>
                    <a:pt x="240" y="117"/>
                  </a:cubicBezTo>
                  <a:cubicBezTo>
                    <a:pt x="241" y="117"/>
                    <a:pt x="236" y="115"/>
                    <a:pt x="235" y="115"/>
                  </a:cubicBezTo>
                  <a:cubicBezTo>
                    <a:pt x="233" y="115"/>
                    <a:pt x="230" y="115"/>
                    <a:pt x="228" y="116"/>
                  </a:cubicBezTo>
                  <a:cubicBezTo>
                    <a:pt x="229" y="116"/>
                    <a:pt x="233" y="113"/>
                    <a:pt x="233" y="114"/>
                  </a:cubicBezTo>
                  <a:cubicBezTo>
                    <a:pt x="233" y="113"/>
                    <a:pt x="229" y="113"/>
                    <a:pt x="229" y="112"/>
                  </a:cubicBezTo>
                  <a:cubicBezTo>
                    <a:pt x="232" y="113"/>
                    <a:pt x="235" y="115"/>
                    <a:pt x="238" y="113"/>
                  </a:cubicBezTo>
                  <a:cubicBezTo>
                    <a:pt x="238" y="113"/>
                    <a:pt x="241" y="112"/>
                    <a:pt x="241" y="111"/>
                  </a:cubicBezTo>
                  <a:cubicBezTo>
                    <a:pt x="240" y="110"/>
                    <a:pt x="238" y="109"/>
                    <a:pt x="238" y="108"/>
                  </a:cubicBezTo>
                  <a:cubicBezTo>
                    <a:pt x="238" y="109"/>
                    <a:pt x="241" y="110"/>
                    <a:pt x="242" y="110"/>
                  </a:cubicBezTo>
                  <a:cubicBezTo>
                    <a:pt x="244" y="111"/>
                    <a:pt x="243" y="109"/>
                    <a:pt x="245" y="109"/>
                  </a:cubicBezTo>
                  <a:cubicBezTo>
                    <a:pt x="246" y="109"/>
                    <a:pt x="254" y="111"/>
                    <a:pt x="254" y="111"/>
                  </a:cubicBezTo>
                  <a:cubicBezTo>
                    <a:pt x="253" y="111"/>
                    <a:pt x="246" y="110"/>
                    <a:pt x="246" y="110"/>
                  </a:cubicBezTo>
                  <a:cubicBezTo>
                    <a:pt x="248" y="114"/>
                    <a:pt x="254" y="113"/>
                    <a:pt x="257" y="113"/>
                  </a:cubicBezTo>
                  <a:cubicBezTo>
                    <a:pt x="258" y="112"/>
                    <a:pt x="261" y="113"/>
                    <a:pt x="262" y="112"/>
                  </a:cubicBezTo>
                  <a:cubicBezTo>
                    <a:pt x="265" y="111"/>
                    <a:pt x="264" y="109"/>
                    <a:pt x="262" y="108"/>
                  </a:cubicBezTo>
                  <a:cubicBezTo>
                    <a:pt x="261" y="107"/>
                    <a:pt x="258" y="106"/>
                    <a:pt x="257" y="106"/>
                  </a:cubicBezTo>
                  <a:cubicBezTo>
                    <a:pt x="256" y="106"/>
                    <a:pt x="257" y="109"/>
                    <a:pt x="257" y="110"/>
                  </a:cubicBezTo>
                  <a:cubicBezTo>
                    <a:pt x="256" y="109"/>
                    <a:pt x="256" y="108"/>
                    <a:pt x="255" y="107"/>
                  </a:cubicBezTo>
                  <a:cubicBezTo>
                    <a:pt x="255" y="106"/>
                    <a:pt x="254" y="107"/>
                    <a:pt x="253" y="106"/>
                  </a:cubicBezTo>
                  <a:cubicBezTo>
                    <a:pt x="254" y="107"/>
                    <a:pt x="256" y="101"/>
                    <a:pt x="256" y="100"/>
                  </a:cubicBezTo>
                  <a:cubicBezTo>
                    <a:pt x="256" y="100"/>
                    <a:pt x="257" y="103"/>
                    <a:pt x="257" y="103"/>
                  </a:cubicBezTo>
                  <a:cubicBezTo>
                    <a:pt x="257" y="105"/>
                    <a:pt x="257" y="106"/>
                    <a:pt x="258" y="106"/>
                  </a:cubicBezTo>
                  <a:cubicBezTo>
                    <a:pt x="261" y="106"/>
                    <a:pt x="263" y="105"/>
                    <a:pt x="265" y="105"/>
                  </a:cubicBezTo>
                  <a:cubicBezTo>
                    <a:pt x="266" y="105"/>
                    <a:pt x="272" y="103"/>
                    <a:pt x="270" y="101"/>
                  </a:cubicBezTo>
                  <a:cubicBezTo>
                    <a:pt x="268" y="100"/>
                    <a:pt x="267" y="102"/>
                    <a:pt x="266" y="101"/>
                  </a:cubicBezTo>
                  <a:cubicBezTo>
                    <a:pt x="266" y="100"/>
                    <a:pt x="266" y="100"/>
                    <a:pt x="266" y="99"/>
                  </a:cubicBezTo>
                  <a:cubicBezTo>
                    <a:pt x="267" y="98"/>
                    <a:pt x="266" y="97"/>
                    <a:pt x="265" y="97"/>
                  </a:cubicBezTo>
                  <a:cubicBezTo>
                    <a:pt x="265" y="96"/>
                    <a:pt x="262" y="96"/>
                    <a:pt x="261" y="96"/>
                  </a:cubicBezTo>
                  <a:cubicBezTo>
                    <a:pt x="259" y="96"/>
                    <a:pt x="258" y="98"/>
                    <a:pt x="256" y="96"/>
                  </a:cubicBezTo>
                  <a:cubicBezTo>
                    <a:pt x="260" y="99"/>
                    <a:pt x="262" y="91"/>
                    <a:pt x="266" y="95"/>
                  </a:cubicBezTo>
                  <a:cubicBezTo>
                    <a:pt x="267" y="97"/>
                    <a:pt x="269" y="94"/>
                    <a:pt x="269" y="92"/>
                  </a:cubicBezTo>
                  <a:cubicBezTo>
                    <a:pt x="269" y="91"/>
                    <a:pt x="266" y="88"/>
                    <a:pt x="266" y="88"/>
                  </a:cubicBezTo>
                  <a:cubicBezTo>
                    <a:pt x="266" y="87"/>
                    <a:pt x="269" y="90"/>
                    <a:pt x="269" y="91"/>
                  </a:cubicBezTo>
                  <a:cubicBezTo>
                    <a:pt x="269" y="92"/>
                    <a:pt x="271" y="90"/>
                    <a:pt x="270" y="88"/>
                  </a:cubicBezTo>
                  <a:cubicBezTo>
                    <a:pt x="269" y="87"/>
                    <a:pt x="267" y="85"/>
                    <a:pt x="266" y="84"/>
                  </a:cubicBezTo>
                  <a:cubicBezTo>
                    <a:pt x="264" y="84"/>
                    <a:pt x="261" y="85"/>
                    <a:pt x="259" y="84"/>
                  </a:cubicBezTo>
                  <a:cubicBezTo>
                    <a:pt x="258" y="83"/>
                    <a:pt x="258" y="81"/>
                    <a:pt x="256" y="81"/>
                  </a:cubicBezTo>
                  <a:cubicBezTo>
                    <a:pt x="256" y="80"/>
                    <a:pt x="252" y="81"/>
                    <a:pt x="253" y="80"/>
                  </a:cubicBezTo>
                  <a:cubicBezTo>
                    <a:pt x="254" y="78"/>
                    <a:pt x="254" y="77"/>
                    <a:pt x="256" y="79"/>
                  </a:cubicBezTo>
                  <a:cubicBezTo>
                    <a:pt x="258" y="81"/>
                    <a:pt x="260" y="78"/>
                    <a:pt x="262" y="77"/>
                  </a:cubicBezTo>
                  <a:cubicBezTo>
                    <a:pt x="265" y="75"/>
                    <a:pt x="271" y="81"/>
                    <a:pt x="274" y="78"/>
                  </a:cubicBezTo>
                  <a:cubicBezTo>
                    <a:pt x="275" y="77"/>
                    <a:pt x="275" y="72"/>
                    <a:pt x="272" y="73"/>
                  </a:cubicBezTo>
                  <a:cubicBezTo>
                    <a:pt x="271" y="73"/>
                    <a:pt x="270" y="74"/>
                    <a:pt x="269" y="73"/>
                  </a:cubicBezTo>
                  <a:cubicBezTo>
                    <a:pt x="267" y="73"/>
                    <a:pt x="265" y="72"/>
                    <a:pt x="263" y="70"/>
                  </a:cubicBezTo>
                  <a:cubicBezTo>
                    <a:pt x="260" y="68"/>
                    <a:pt x="271" y="71"/>
                    <a:pt x="271" y="70"/>
                  </a:cubicBezTo>
                  <a:cubicBezTo>
                    <a:pt x="270" y="68"/>
                    <a:pt x="265" y="67"/>
                    <a:pt x="263" y="66"/>
                  </a:cubicBezTo>
                  <a:cubicBezTo>
                    <a:pt x="260" y="65"/>
                    <a:pt x="260" y="66"/>
                    <a:pt x="259" y="68"/>
                  </a:cubicBezTo>
                  <a:cubicBezTo>
                    <a:pt x="259" y="69"/>
                    <a:pt x="257" y="70"/>
                    <a:pt x="256" y="69"/>
                  </a:cubicBezTo>
                  <a:cubicBezTo>
                    <a:pt x="255" y="69"/>
                    <a:pt x="258" y="65"/>
                    <a:pt x="258" y="64"/>
                  </a:cubicBezTo>
                  <a:cubicBezTo>
                    <a:pt x="258" y="63"/>
                    <a:pt x="259" y="61"/>
                    <a:pt x="260" y="60"/>
                  </a:cubicBezTo>
                  <a:cubicBezTo>
                    <a:pt x="260" y="59"/>
                    <a:pt x="260" y="57"/>
                    <a:pt x="261" y="57"/>
                  </a:cubicBezTo>
                  <a:cubicBezTo>
                    <a:pt x="262" y="57"/>
                    <a:pt x="264" y="57"/>
                    <a:pt x="265" y="56"/>
                  </a:cubicBezTo>
                  <a:cubicBezTo>
                    <a:pt x="265" y="56"/>
                    <a:pt x="270" y="51"/>
                    <a:pt x="270" y="52"/>
                  </a:cubicBezTo>
                  <a:cubicBezTo>
                    <a:pt x="270" y="52"/>
                    <a:pt x="268" y="51"/>
                    <a:pt x="268" y="51"/>
                  </a:cubicBezTo>
                  <a:cubicBezTo>
                    <a:pt x="268" y="50"/>
                    <a:pt x="268" y="49"/>
                    <a:pt x="268" y="48"/>
                  </a:cubicBezTo>
                  <a:cubicBezTo>
                    <a:pt x="268" y="46"/>
                    <a:pt x="269" y="46"/>
                    <a:pt x="271" y="46"/>
                  </a:cubicBezTo>
                  <a:cubicBezTo>
                    <a:pt x="273" y="46"/>
                    <a:pt x="281" y="43"/>
                    <a:pt x="276" y="43"/>
                  </a:cubicBezTo>
                  <a:cubicBezTo>
                    <a:pt x="273" y="43"/>
                    <a:pt x="268" y="42"/>
                    <a:pt x="266" y="44"/>
                  </a:cubicBezTo>
                  <a:cubicBezTo>
                    <a:pt x="265" y="45"/>
                    <a:pt x="265" y="47"/>
                    <a:pt x="263" y="46"/>
                  </a:cubicBezTo>
                  <a:cubicBezTo>
                    <a:pt x="261" y="45"/>
                    <a:pt x="263" y="43"/>
                    <a:pt x="264" y="42"/>
                  </a:cubicBezTo>
                  <a:cubicBezTo>
                    <a:pt x="266" y="39"/>
                    <a:pt x="270" y="41"/>
                    <a:pt x="273" y="41"/>
                  </a:cubicBezTo>
                  <a:cubicBezTo>
                    <a:pt x="277" y="41"/>
                    <a:pt x="281" y="42"/>
                    <a:pt x="283" y="38"/>
                  </a:cubicBezTo>
                  <a:cubicBezTo>
                    <a:pt x="284" y="38"/>
                    <a:pt x="280" y="37"/>
                    <a:pt x="280" y="37"/>
                  </a:cubicBezTo>
                  <a:cubicBezTo>
                    <a:pt x="278" y="36"/>
                    <a:pt x="276" y="37"/>
                    <a:pt x="274" y="37"/>
                  </a:cubicBezTo>
                  <a:cubicBezTo>
                    <a:pt x="272" y="37"/>
                    <a:pt x="271" y="36"/>
                    <a:pt x="269" y="36"/>
                  </a:cubicBezTo>
                  <a:cubicBezTo>
                    <a:pt x="268" y="36"/>
                    <a:pt x="266" y="36"/>
                    <a:pt x="265" y="36"/>
                  </a:cubicBezTo>
                  <a:cubicBezTo>
                    <a:pt x="266" y="37"/>
                    <a:pt x="269" y="36"/>
                    <a:pt x="271" y="36"/>
                  </a:cubicBezTo>
                  <a:cubicBezTo>
                    <a:pt x="274" y="36"/>
                    <a:pt x="276" y="35"/>
                    <a:pt x="279" y="35"/>
                  </a:cubicBezTo>
                  <a:cubicBezTo>
                    <a:pt x="283" y="36"/>
                    <a:pt x="285" y="34"/>
                    <a:pt x="288" y="34"/>
                  </a:cubicBezTo>
                  <a:cubicBezTo>
                    <a:pt x="289" y="34"/>
                    <a:pt x="291" y="34"/>
                    <a:pt x="291" y="33"/>
                  </a:cubicBezTo>
                  <a:cubicBezTo>
                    <a:pt x="291" y="33"/>
                    <a:pt x="289" y="31"/>
                    <a:pt x="290" y="31"/>
                  </a:cubicBezTo>
                  <a:cubicBezTo>
                    <a:pt x="295" y="30"/>
                    <a:pt x="300" y="29"/>
                    <a:pt x="304" y="26"/>
                  </a:cubicBezTo>
                  <a:cubicBezTo>
                    <a:pt x="305" y="25"/>
                    <a:pt x="301" y="24"/>
                    <a:pt x="301" y="24"/>
                  </a:cubicBezTo>
                  <a:cubicBezTo>
                    <a:pt x="298" y="23"/>
                    <a:pt x="295" y="22"/>
                    <a:pt x="293" y="22"/>
                  </a:cubicBezTo>
                  <a:cubicBezTo>
                    <a:pt x="287" y="21"/>
                    <a:pt x="282" y="20"/>
                    <a:pt x="277" y="25"/>
                  </a:cubicBezTo>
                  <a:cubicBezTo>
                    <a:pt x="275" y="28"/>
                    <a:pt x="273" y="26"/>
                    <a:pt x="269" y="26"/>
                  </a:cubicBezTo>
                  <a:cubicBezTo>
                    <a:pt x="268" y="26"/>
                    <a:pt x="264" y="29"/>
                    <a:pt x="265" y="26"/>
                  </a:cubicBezTo>
                  <a:cubicBezTo>
                    <a:pt x="265" y="24"/>
                    <a:pt x="260" y="27"/>
                    <a:pt x="259" y="28"/>
                  </a:cubicBezTo>
                  <a:cubicBezTo>
                    <a:pt x="257" y="29"/>
                    <a:pt x="255" y="30"/>
                    <a:pt x="253" y="31"/>
                  </a:cubicBezTo>
                  <a:cubicBezTo>
                    <a:pt x="252" y="31"/>
                    <a:pt x="244" y="37"/>
                    <a:pt x="244" y="37"/>
                  </a:cubicBezTo>
                  <a:cubicBezTo>
                    <a:pt x="242" y="35"/>
                    <a:pt x="264" y="22"/>
                    <a:pt x="251" y="19"/>
                  </a:cubicBezTo>
                  <a:cubicBezTo>
                    <a:pt x="246" y="19"/>
                    <a:pt x="247" y="22"/>
                    <a:pt x="243" y="24"/>
                  </a:cubicBezTo>
                  <a:cubicBezTo>
                    <a:pt x="240" y="25"/>
                    <a:pt x="238" y="25"/>
                    <a:pt x="235" y="26"/>
                  </a:cubicBezTo>
                  <a:cubicBezTo>
                    <a:pt x="234" y="26"/>
                    <a:pt x="229" y="28"/>
                    <a:pt x="228" y="28"/>
                  </a:cubicBezTo>
                  <a:cubicBezTo>
                    <a:pt x="226" y="25"/>
                    <a:pt x="233" y="24"/>
                    <a:pt x="235" y="24"/>
                  </a:cubicBezTo>
                  <a:cubicBezTo>
                    <a:pt x="235" y="23"/>
                    <a:pt x="241" y="22"/>
                    <a:pt x="238" y="21"/>
                  </a:cubicBezTo>
                  <a:cubicBezTo>
                    <a:pt x="235" y="20"/>
                    <a:pt x="232" y="20"/>
                    <a:pt x="229" y="20"/>
                  </a:cubicBezTo>
                  <a:cubicBezTo>
                    <a:pt x="221" y="20"/>
                    <a:pt x="213" y="21"/>
                    <a:pt x="205" y="23"/>
                  </a:cubicBezTo>
                  <a:cubicBezTo>
                    <a:pt x="205" y="23"/>
                    <a:pt x="202" y="25"/>
                    <a:pt x="201" y="24"/>
                  </a:cubicBezTo>
                  <a:cubicBezTo>
                    <a:pt x="201" y="22"/>
                    <a:pt x="200" y="22"/>
                    <a:pt x="202" y="22"/>
                  </a:cubicBezTo>
                  <a:cubicBezTo>
                    <a:pt x="206" y="20"/>
                    <a:pt x="210" y="19"/>
                    <a:pt x="214" y="18"/>
                  </a:cubicBezTo>
                  <a:cubicBezTo>
                    <a:pt x="221" y="17"/>
                    <a:pt x="229" y="18"/>
                    <a:pt x="237" y="18"/>
                  </a:cubicBezTo>
                  <a:cubicBezTo>
                    <a:pt x="239" y="18"/>
                    <a:pt x="241" y="18"/>
                    <a:pt x="243" y="18"/>
                  </a:cubicBezTo>
                  <a:cubicBezTo>
                    <a:pt x="247" y="16"/>
                    <a:pt x="252" y="16"/>
                    <a:pt x="256" y="14"/>
                  </a:cubicBezTo>
                  <a:cubicBezTo>
                    <a:pt x="258" y="14"/>
                    <a:pt x="259" y="13"/>
                    <a:pt x="256" y="12"/>
                  </a:cubicBezTo>
                  <a:cubicBezTo>
                    <a:pt x="254" y="11"/>
                    <a:pt x="250" y="10"/>
                    <a:pt x="248" y="11"/>
                  </a:cubicBezTo>
                  <a:cubicBezTo>
                    <a:pt x="246" y="11"/>
                    <a:pt x="246" y="10"/>
                    <a:pt x="244" y="9"/>
                  </a:cubicBezTo>
                  <a:cubicBezTo>
                    <a:pt x="242" y="9"/>
                    <a:pt x="240" y="11"/>
                    <a:pt x="238" y="11"/>
                  </a:cubicBezTo>
                  <a:cubicBezTo>
                    <a:pt x="238" y="11"/>
                    <a:pt x="240" y="8"/>
                    <a:pt x="241" y="8"/>
                  </a:cubicBezTo>
                  <a:cubicBezTo>
                    <a:pt x="242" y="6"/>
                    <a:pt x="238" y="6"/>
                    <a:pt x="237" y="6"/>
                  </a:cubicBezTo>
                  <a:cubicBezTo>
                    <a:pt x="231" y="7"/>
                    <a:pt x="226" y="7"/>
                    <a:pt x="220" y="6"/>
                  </a:cubicBezTo>
                  <a:cubicBezTo>
                    <a:pt x="215" y="6"/>
                    <a:pt x="211" y="8"/>
                    <a:pt x="206" y="8"/>
                  </a:cubicBezTo>
                  <a:cubicBezTo>
                    <a:pt x="204" y="8"/>
                    <a:pt x="201" y="8"/>
                    <a:pt x="199" y="8"/>
                  </a:cubicBezTo>
                  <a:cubicBezTo>
                    <a:pt x="197" y="9"/>
                    <a:pt x="194" y="8"/>
                    <a:pt x="193" y="9"/>
                  </a:cubicBezTo>
                  <a:cubicBezTo>
                    <a:pt x="196" y="8"/>
                    <a:pt x="199" y="8"/>
                    <a:pt x="202" y="7"/>
                  </a:cubicBezTo>
                  <a:cubicBezTo>
                    <a:pt x="207" y="7"/>
                    <a:pt x="211" y="6"/>
                    <a:pt x="215" y="6"/>
                  </a:cubicBezTo>
                  <a:cubicBezTo>
                    <a:pt x="217" y="6"/>
                    <a:pt x="237" y="6"/>
                    <a:pt x="237" y="4"/>
                  </a:cubicBezTo>
                  <a:cubicBezTo>
                    <a:pt x="236" y="4"/>
                    <a:pt x="233" y="3"/>
                    <a:pt x="232" y="2"/>
                  </a:cubicBezTo>
                  <a:cubicBezTo>
                    <a:pt x="229" y="2"/>
                    <a:pt x="227" y="2"/>
                    <a:pt x="224" y="2"/>
                  </a:cubicBezTo>
                  <a:cubicBezTo>
                    <a:pt x="220" y="2"/>
                    <a:pt x="216" y="1"/>
                    <a:pt x="213" y="0"/>
                  </a:cubicBezTo>
                  <a:cubicBezTo>
                    <a:pt x="206" y="0"/>
                    <a:pt x="200" y="0"/>
                    <a:pt x="194" y="0"/>
                  </a:cubicBezTo>
                  <a:cubicBezTo>
                    <a:pt x="191" y="1"/>
                    <a:pt x="188" y="1"/>
                    <a:pt x="185" y="1"/>
                  </a:cubicBezTo>
                  <a:cubicBezTo>
                    <a:pt x="184" y="1"/>
                    <a:pt x="183" y="3"/>
                    <a:pt x="183" y="3"/>
                  </a:cubicBezTo>
                  <a:cubicBezTo>
                    <a:pt x="181" y="3"/>
                    <a:pt x="179" y="2"/>
                    <a:pt x="177" y="2"/>
                  </a:cubicBezTo>
                  <a:cubicBezTo>
                    <a:pt x="176" y="2"/>
                    <a:pt x="175" y="3"/>
                    <a:pt x="173" y="3"/>
                  </a:cubicBezTo>
                  <a:cubicBezTo>
                    <a:pt x="171" y="3"/>
                    <a:pt x="171" y="4"/>
                    <a:pt x="173" y="4"/>
                  </a:cubicBezTo>
                  <a:cubicBezTo>
                    <a:pt x="176" y="5"/>
                    <a:pt x="179" y="5"/>
                    <a:pt x="181" y="6"/>
                  </a:cubicBezTo>
                  <a:cubicBezTo>
                    <a:pt x="180" y="5"/>
                    <a:pt x="174" y="7"/>
                    <a:pt x="173" y="8"/>
                  </a:cubicBezTo>
                  <a:cubicBezTo>
                    <a:pt x="173" y="8"/>
                    <a:pt x="170" y="8"/>
                    <a:pt x="170" y="8"/>
                  </a:cubicBezTo>
                  <a:cubicBezTo>
                    <a:pt x="170" y="8"/>
                    <a:pt x="172" y="10"/>
                    <a:pt x="172" y="10"/>
                  </a:cubicBezTo>
                  <a:cubicBezTo>
                    <a:pt x="171" y="10"/>
                    <a:pt x="169" y="9"/>
                    <a:pt x="168" y="8"/>
                  </a:cubicBezTo>
                  <a:cubicBezTo>
                    <a:pt x="167" y="7"/>
                    <a:pt x="164" y="8"/>
                    <a:pt x="163" y="8"/>
                  </a:cubicBezTo>
                  <a:cubicBezTo>
                    <a:pt x="160" y="7"/>
                    <a:pt x="157" y="6"/>
                    <a:pt x="154" y="5"/>
                  </a:cubicBezTo>
                  <a:cubicBezTo>
                    <a:pt x="152" y="4"/>
                    <a:pt x="150" y="6"/>
                    <a:pt x="147" y="6"/>
                  </a:cubicBezTo>
                  <a:cubicBezTo>
                    <a:pt x="146" y="6"/>
                    <a:pt x="140" y="5"/>
                    <a:pt x="140" y="7"/>
                  </a:cubicBezTo>
                  <a:cubicBezTo>
                    <a:pt x="139" y="7"/>
                    <a:pt x="153" y="9"/>
                    <a:pt x="155" y="10"/>
                  </a:cubicBezTo>
                  <a:cubicBezTo>
                    <a:pt x="158" y="10"/>
                    <a:pt x="161" y="10"/>
                    <a:pt x="163" y="11"/>
                  </a:cubicBezTo>
                  <a:cubicBezTo>
                    <a:pt x="164" y="11"/>
                    <a:pt x="165" y="11"/>
                    <a:pt x="166" y="12"/>
                  </a:cubicBezTo>
                  <a:cubicBezTo>
                    <a:pt x="166" y="12"/>
                    <a:pt x="166" y="15"/>
                    <a:pt x="166" y="15"/>
                  </a:cubicBezTo>
                  <a:cubicBezTo>
                    <a:pt x="166" y="16"/>
                    <a:pt x="165" y="14"/>
                    <a:pt x="165" y="13"/>
                  </a:cubicBezTo>
                  <a:cubicBezTo>
                    <a:pt x="164" y="12"/>
                    <a:pt x="161" y="12"/>
                    <a:pt x="160" y="11"/>
                  </a:cubicBezTo>
                  <a:cubicBezTo>
                    <a:pt x="160" y="11"/>
                    <a:pt x="157" y="11"/>
                    <a:pt x="157" y="11"/>
                  </a:cubicBezTo>
                  <a:cubicBezTo>
                    <a:pt x="157" y="12"/>
                    <a:pt x="158" y="14"/>
                    <a:pt x="158" y="14"/>
                  </a:cubicBezTo>
                  <a:cubicBezTo>
                    <a:pt x="156" y="14"/>
                    <a:pt x="155" y="11"/>
                    <a:pt x="154" y="11"/>
                  </a:cubicBezTo>
                  <a:cubicBezTo>
                    <a:pt x="152" y="11"/>
                    <a:pt x="150" y="11"/>
                    <a:pt x="148" y="10"/>
                  </a:cubicBezTo>
                  <a:cubicBezTo>
                    <a:pt x="147" y="10"/>
                    <a:pt x="139" y="10"/>
                    <a:pt x="139" y="10"/>
                  </a:cubicBezTo>
                  <a:cubicBezTo>
                    <a:pt x="138" y="12"/>
                    <a:pt x="151" y="17"/>
                    <a:pt x="151" y="17"/>
                  </a:cubicBezTo>
                  <a:cubicBezTo>
                    <a:pt x="151" y="18"/>
                    <a:pt x="146" y="17"/>
                    <a:pt x="146" y="17"/>
                  </a:cubicBezTo>
                  <a:cubicBezTo>
                    <a:pt x="143" y="17"/>
                    <a:pt x="142" y="16"/>
                    <a:pt x="143" y="19"/>
                  </a:cubicBezTo>
                  <a:cubicBezTo>
                    <a:pt x="142" y="19"/>
                    <a:pt x="141" y="18"/>
                    <a:pt x="140" y="17"/>
                  </a:cubicBezTo>
                  <a:cubicBezTo>
                    <a:pt x="140" y="16"/>
                    <a:pt x="142" y="17"/>
                    <a:pt x="143" y="16"/>
                  </a:cubicBezTo>
                  <a:cubicBezTo>
                    <a:pt x="143" y="16"/>
                    <a:pt x="141" y="14"/>
                    <a:pt x="140" y="14"/>
                  </a:cubicBezTo>
                  <a:cubicBezTo>
                    <a:pt x="138" y="13"/>
                    <a:pt x="136" y="12"/>
                    <a:pt x="133" y="12"/>
                  </a:cubicBezTo>
                  <a:cubicBezTo>
                    <a:pt x="132" y="12"/>
                    <a:pt x="130" y="11"/>
                    <a:pt x="129" y="12"/>
                  </a:cubicBezTo>
                  <a:cubicBezTo>
                    <a:pt x="128" y="12"/>
                    <a:pt x="131" y="15"/>
                    <a:pt x="131" y="15"/>
                  </a:cubicBezTo>
                  <a:cubicBezTo>
                    <a:pt x="134" y="17"/>
                    <a:pt x="138" y="17"/>
                    <a:pt x="142" y="20"/>
                  </a:cubicBezTo>
                  <a:cubicBezTo>
                    <a:pt x="143" y="20"/>
                    <a:pt x="144" y="21"/>
                    <a:pt x="143" y="22"/>
                  </a:cubicBezTo>
                  <a:cubicBezTo>
                    <a:pt x="141" y="24"/>
                    <a:pt x="139" y="22"/>
                    <a:pt x="137" y="21"/>
                  </a:cubicBezTo>
                  <a:cubicBezTo>
                    <a:pt x="132" y="18"/>
                    <a:pt x="126" y="16"/>
                    <a:pt x="120" y="15"/>
                  </a:cubicBezTo>
                  <a:cubicBezTo>
                    <a:pt x="117" y="14"/>
                    <a:pt x="114" y="13"/>
                    <a:pt x="111" y="14"/>
                  </a:cubicBezTo>
                  <a:cubicBezTo>
                    <a:pt x="110" y="14"/>
                    <a:pt x="113" y="17"/>
                    <a:pt x="113" y="18"/>
                  </a:cubicBezTo>
                  <a:cubicBezTo>
                    <a:pt x="113" y="18"/>
                    <a:pt x="117" y="21"/>
                    <a:pt x="117" y="21"/>
                  </a:cubicBezTo>
                  <a:cubicBezTo>
                    <a:pt x="117" y="22"/>
                    <a:pt x="111" y="21"/>
                    <a:pt x="111" y="21"/>
                  </a:cubicBezTo>
                  <a:cubicBezTo>
                    <a:pt x="111" y="23"/>
                    <a:pt x="115" y="22"/>
                    <a:pt x="115" y="24"/>
                  </a:cubicBezTo>
                  <a:cubicBezTo>
                    <a:pt x="115" y="24"/>
                    <a:pt x="111" y="23"/>
                    <a:pt x="110" y="22"/>
                  </a:cubicBezTo>
                  <a:cubicBezTo>
                    <a:pt x="108" y="21"/>
                    <a:pt x="106" y="21"/>
                    <a:pt x="103" y="20"/>
                  </a:cubicBezTo>
                  <a:cubicBezTo>
                    <a:pt x="101" y="19"/>
                    <a:pt x="101" y="20"/>
                    <a:pt x="101" y="22"/>
                  </a:cubicBezTo>
                  <a:cubicBezTo>
                    <a:pt x="100" y="23"/>
                    <a:pt x="99" y="23"/>
                    <a:pt x="98" y="23"/>
                  </a:cubicBezTo>
                  <a:cubicBezTo>
                    <a:pt x="98" y="24"/>
                    <a:pt x="98" y="26"/>
                    <a:pt x="97" y="26"/>
                  </a:cubicBezTo>
                  <a:cubicBezTo>
                    <a:pt x="97" y="27"/>
                    <a:pt x="97" y="24"/>
                    <a:pt x="97" y="23"/>
                  </a:cubicBezTo>
                  <a:cubicBezTo>
                    <a:pt x="97" y="22"/>
                    <a:pt x="98" y="21"/>
                    <a:pt x="98" y="20"/>
                  </a:cubicBezTo>
                  <a:cubicBezTo>
                    <a:pt x="97" y="16"/>
                    <a:pt x="93" y="16"/>
                    <a:pt x="90" y="16"/>
                  </a:cubicBezTo>
                  <a:cubicBezTo>
                    <a:pt x="86" y="17"/>
                    <a:pt x="82" y="18"/>
                    <a:pt x="78" y="18"/>
                  </a:cubicBezTo>
                  <a:cubicBezTo>
                    <a:pt x="77" y="19"/>
                    <a:pt x="75" y="19"/>
                    <a:pt x="74" y="19"/>
                  </a:cubicBezTo>
                  <a:cubicBezTo>
                    <a:pt x="74" y="19"/>
                    <a:pt x="69" y="20"/>
                    <a:pt x="69" y="20"/>
                  </a:cubicBezTo>
                  <a:cubicBezTo>
                    <a:pt x="70" y="21"/>
                    <a:pt x="72" y="21"/>
                    <a:pt x="73" y="21"/>
                  </a:cubicBezTo>
                  <a:cubicBezTo>
                    <a:pt x="74" y="22"/>
                    <a:pt x="75" y="23"/>
                    <a:pt x="77" y="24"/>
                  </a:cubicBezTo>
                  <a:cubicBezTo>
                    <a:pt x="77" y="24"/>
                    <a:pt x="81" y="27"/>
                    <a:pt x="81" y="27"/>
                  </a:cubicBezTo>
                  <a:cubicBezTo>
                    <a:pt x="80" y="27"/>
                    <a:pt x="76" y="25"/>
                    <a:pt x="75" y="25"/>
                  </a:cubicBezTo>
                  <a:cubicBezTo>
                    <a:pt x="73" y="24"/>
                    <a:pt x="72" y="22"/>
                    <a:pt x="70" y="22"/>
                  </a:cubicBezTo>
                  <a:cubicBezTo>
                    <a:pt x="67" y="21"/>
                    <a:pt x="64" y="22"/>
                    <a:pt x="61" y="22"/>
                  </a:cubicBezTo>
                  <a:cubicBezTo>
                    <a:pt x="58" y="23"/>
                    <a:pt x="58" y="22"/>
                    <a:pt x="60" y="25"/>
                  </a:cubicBezTo>
                  <a:cubicBezTo>
                    <a:pt x="60" y="26"/>
                    <a:pt x="60" y="29"/>
                    <a:pt x="60" y="30"/>
                  </a:cubicBezTo>
                  <a:cubicBezTo>
                    <a:pt x="60" y="32"/>
                    <a:pt x="56" y="30"/>
                    <a:pt x="55" y="30"/>
                  </a:cubicBezTo>
                  <a:cubicBezTo>
                    <a:pt x="54" y="30"/>
                    <a:pt x="51" y="28"/>
                    <a:pt x="50" y="30"/>
                  </a:cubicBezTo>
                  <a:cubicBezTo>
                    <a:pt x="49" y="31"/>
                    <a:pt x="50" y="34"/>
                    <a:pt x="50" y="34"/>
                  </a:cubicBezTo>
                  <a:cubicBezTo>
                    <a:pt x="49" y="35"/>
                    <a:pt x="48" y="33"/>
                    <a:pt x="47" y="32"/>
                  </a:cubicBezTo>
                  <a:cubicBezTo>
                    <a:pt x="45" y="31"/>
                    <a:pt x="43" y="31"/>
                    <a:pt x="42" y="32"/>
                  </a:cubicBezTo>
                  <a:cubicBezTo>
                    <a:pt x="39" y="34"/>
                    <a:pt x="36" y="36"/>
                    <a:pt x="32" y="37"/>
                  </a:cubicBezTo>
                  <a:cubicBezTo>
                    <a:pt x="31" y="38"/>
                    <a:pt x="34" y="37"/>
                    <a:pt x="32" y="37"/>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30" name="Freeform 777">
              <a:extLst>
                <a:ext uri="{FF2B5EF4-FFF2-40B4-BE49-F238E27FC236}">
                  <a16:creationId xmlns:a16="http://schemas.microsoft.com/office/drawing/2014/main" id="{0FD9E8CA-826B-394D-122B-F15FF5D4C6BE}"/>
                </a:ext>
              </a:extLst>
            </p:cNvPr>
            <p:cNvSpPr>
              <a:spLocks/>
            </p:cNvSpPr>
            <p:nvPr/>
          </p:nvSpPr>
          <p:spPr bwMode="auto">
            <a:xfrm>
              <a:off x="9136497" y="5038398"/>
              <a:ext cx="149682" cy="105124"/>
            </a:xfrm>
            <a:custGeom>
              <a:avLst/>
              <a:gdLst>
                <a:gd name="T0" fmla="*/ 16 w 16"/>
                <a:gd name="T1" fmla="*/ 6 h 11"/>
                <a:gd name="T2" fmla="*/ 11 w 16"/>
                <a:gd name="T3" fmla="*/ 3 h 11"/>
                <a:gd name="T4" fmla="*/ 5 w 16"/>
                <a:gd name="T5" fmla="*/ 1 h 11"/>
                <a:gd name="T6" fmla="*/ 1 w 16"/>
                <a:gd name="T7" fmla="*/ 1 h 11"/>
                <a:gd name="T8" fmla="*/ 3 w 16"/>
                <a:gd name="T9" fmla="*/ 3 h 11"/>
                <a:gd name="T10" fmla="*/ 1 w 16"/>
                <a:gd name="T11" fmla="*/ 7 h 11"/>
                <a:gd name="T12" fmla="*/ 5 w 16"/>
                <a:gd name="T13" fmla="*/ 7 h 11"/>
                <a:gd name="T14" fmla="*/ 5 w 16"/>
                <a:gd name="T15" fmla="*/ 9 h 11"/>
                <a:gd name="T16" fmla="*/ 16 w 16"/>
                <a:gd name="T17" fmla="*/ 6 h 11"/>
                <a:gd name="T18" fmla="*/ 16 w 16"/>
                <a:gd name="T1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1">
                  <a:moveTo>
                    <a:pt x="16" y="6"/>
                  </a:moveTo>
                  <a:cubicBezTo>
                    <a:pt x="15" y="5"/>
                    <a:pt x="11" y="3"/>
                    <a:pt x="11" y="3"/>
                  </a:cubicBezTo>
                  <a:cubicBezTo>
                    <a:pt x="9" y="2"/>
                    <a:pt x="7" y="1"/>
                    <a:pt x="5" y="1"/>
                  </a:cubicBezTo>
                  <a:cubicBezTo>
                    <a:pt x="4" y="1"/>
                    <a:pt x="2" y="0"/>
                    <a:pt x="1" y="1"/>
                  </a:cubicBezTo>
                  <a:cubicBezTo>
                    <a:pt x="0" y="2"/>
                    <a:pt x="3" y="3"/>
                    <a:pt x="3" y="3"/>
                  </a:cubicBezTo>
                  <a:cubicBezTo>
                    <a:pt x="2" y="3"/>
                    <a:pt x="0" y="6"/>
                    <a:pt x="1" y="7"/>
                  </a:cubicBezTo>
                  <a:cubicBezTo>
                    <a:pt x="2" y="7"/>
                    <a:pt x="4" y="6"/>
                    <a:pt x="5" y="7"/>
                  </a:cubicBezTo>
                  <a:cubicBezTo>
                    <a:pt x="7" y="8"/>
                    <a:pt x="5" y="8"/>
                    <a:pt x="5" y="9"/>
                  </a:cubicBezTo>
                  <a:cubicBezTo>
                    <a:pt x="5" y="11"/>
                    <a:pt x="16" y="8"/>
                    <a:pt x="16" y="6"/>
                  </a:cubicBezTo>
                  <a:cubicBezTo>
                    <a:pt x="15" y="5"/>
                    <a:pt x="16" y="7"/>
                    <a:pt x="16" y="6"/>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31" name="Freeform 778">
              <a:extLst>
                <a:ext uri="{FF2B5EF4-FFF2-40B4-BE49-F238E27FC236}">
                  <a16:creationId xmlns:a16="http://schemas.microsoft.com/office/drawing/2014/main" id="{5E941CDF-F85F-9D36-EBA0-75806DBF605F}"/>
                </a:ext>
              </a:extLst>
            </p:cNvPr>
            <p:cNvSpPr>
              <a:spLocks/>
            </p:cNvSpPr>
            <p:nvPr/>
          </p:nvSpPr>
          <p:spPr bwMode="auto">
            <a:xfrm>
              <a:off x="9184270" y="4965129"/>
              <a:ext cx="38217" cy="19114"/>
            </a:xfrm>
            <a:custGeom>
              <a:avLst/>
              <a:gdLst>
                <a:gd name="T0" fmla="*/ 2 w 4"/>
                <a:gd name="T1" fmla="*/ 2 h 2"/>
                <a:gd name="T2" fmla="*/ 2 w 4"/>
                <a:gd name="T3" fmla="*/ 0 h 2"/>
                <a:gd name="T4" fmla="*/ 2 w 4"/>
                <a:gd name="T5" fmla="*/ 2 h 2"/>
              </a:gdLst>
              <a:ahLst/>
              <a:cxnLst>
                <a:cxn ang="0">
                  <a:pos x="T0" y="T1"/>
                </a:cxn>
                <a:cxn ang="0">
                  <a:pos x="T2" y="T3"/>
                </a:cxn>
                <a:cxn ang="0">
                  <a:pos x="T4" y="T5"/>
                </a:cxn>
              </a:cxnLst>
              <a:rect l="0" t="0" r="r" b="b"/>
              <a:pathLst>
                <a:path w="4" h="2">
                  <a:moveTo>
                    <a:pt x="2" y="2"/>
                  </a:moveTo>
                  <a:cubicBezTo>
                    <a:pt x="0" y="2"/>
                    <a:pt x="1" y="0"/>
                    <a:pt x="2" y="0"/>
                  </a:cubicBezTo>
                  <a:cubicBezTo>
                    <a:pt x="3" y="0"/>
                    <a:pt x="4" y="2"/>
                    <a:pt x="2"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32" name="Freeform 779">
              <a:extLst>
                <a:ext uri="{FF2B5EF4-FFF2-40B4-BE49-F238E27FC236}">
                  <a16:creationId xmlns:a16="http://schemas.microsoft.com/office/drawing/2014/main" id="{9F28F777-B7B8-48DA-EA87-586DF9857E52}"/>
                </a:ext>
              </a:extLst>
            </p:cNvPr>
            <p:cNvSpPr>
              <a:spLocks/>
            </p:cNvSpPr>
            <p:nvPr/>
          </p:nvSpPr>
          <p:spPr bwMode="auto">
            <a:xfrm>
              <a:off x="9212932" y="3859745"/>
              <a:ext cx="101909" cy="57338"/>
            </a:xfrm>
            <a:custGeom>
              <a:avLst/>
              <a:gdLst>
                <a:gd name="T0" fmla="*/ 9 w 11"/>
                <a:gd name="T1" fmla="*/ 4 h 6"/>
                <a:gd name="T2" fmla="*/ 9 w 11"/>
                <a:gd name="T3" fmla="*/ 5 h 6"/>
                <a:gd name="T4" fmla="*/ 3 w 11"/>
                <a:gd name="T5" fmla="*/ 4 h 6"/>
                <a:gd name="T6" fmla="*/ 2 w 11"/>
                <a:gd name="T7" fmla="*/ 1 h 6"/>
                <a:gd name="T8" fmla="*/ 9 w 11"/>
                <a:gd name="T9" fmla="*/ 4 h 6"/>
                <a:gd name="T10" fmla="*/ 9 w 11"/>
                <a:gd name="T11" fmla="*/ 4 h 6"/>
              </a:gdLst>
              <a:ahLst/>
              <a:cxnLst>
                <a:cxn ang="0">
                  <a:pos x="T0" y="T1"/>
                </a:cxn>
                <a:cxn ang="0">
                  <a:pos x="T2" y="T3"/>
                </a:cxn>
                <a:cxn ang="0">
                  <a:pos x="T4" y="T5"/>
                </a:cxn>
                <a:cxn ang="0">
                  <a:pos x="T6" y="T7"/>
                </a:cxn>
                <a:cxn ang="0">
                  <a:pos x="T8" y="T9"/>
                </a:cxn>
                <a:cxn ang="0">
                  <a:pos x="T10" y="T11"/>
                </a:cxn>
              </a:cxnLst>
              <a:rect l="0" t="0" r="r" b="b"/>
              <a:pathLst>
                <a:path w="11" h="6">
                  <a:moveTo>
                    <a:pt x="9" y="4"/>
                  </a:moveTo>
                  <a:cubicBezTo>
                    <a:pt x="11" y="5"/>
                    <a:pt x="11" y="6"/>
                    <a:pt x="9" y="5"/>
                  </a:cubicBezTo>
                  <a:cubicBezTo>
                    <a:pt x="7" y="5"/>
                    <a:pt x="4" y="4"/>
                    <a:pt x="3" y="4"/>
                  </a:cubicBezTo>
                  <a:cubicBezTo>
                    <a:pt x="2" y="3"/>
                    <a:pt x="0" y="0"/>
                    <a:pt x="2" y="1"/>
                  </a:cubicBezTo>
                  <a:cubicBezTo>
                    <a:pt x="4" y="2"/>
                    <a:pt x="7" y="3"/>
                    <a:pt x="9" y="4"/>
                  </a:cubicBezTo>
                  <a:cubicBezTo>
                    <a:pt x="11" y="5"/>
                    <a:pt x="7" y="3"/>
                    <a:pt x="9"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33" name="Freeform 780">
              <a:extLst>
                <a:ext uri="{FF2B5EF4-FFF2-40B4-BE49-F238E27FC236}">
                  <a16:creationId xmlns:a16="http://schemas.microsoft.com/office/drawing/2014/main" id="{B305D66B-6E42-6CF6-D567-BB0E188339BD}"/>
                </a:ext>
              </a:extLst>
            </p:cNvPr>
            <p:cNvSpPr>
              <a:spLocks/>
            </p:cNvSpPr>
            <p:nvPr/>
          </p:nvSpPr>
          <p:spPr bwMode="auto">
            <a:xfrm>
              <a:off x="9528218" y="3776918"/>
              <a:ext cx="76432" cy="44598"/>
            </a:xfrm>
            <a:custGeom>
              <a:avLst/>
              <a:gdLst>
                <a:gd name="T0" fmla="*/ 8 w 8"/>
                <a:gd name="T1" fmla="*/ 3 h 5"/>
                <a:gd name="T2" fmla="*/ 0 w 8"/>
                <a:gd name="T3" fmla="*/ 2 h 5"/>
                <a:gd name="T4" fmla="*/ 8 w 8"/>
                <a:gd name="T5" fmla="*/ 3 h 5"/>
              </a:gdLst>
              <a:ahLst/>
              <a:cxnLst>
                <a:cxn ang="0">
                  <a:pos x="T0" y="T1"/>
                </a:cxn>
                <a:cxn ang="0">
                  <a:pos x="T2" y="T3"/>
                </a:cxn>
                <a:cxn ang="0">
                  <a:pos x="T4" y="T5"/>
                </a:cxn>
              </a:cxnLst>
              <a:rect l="0" t="0" r="r" b="b"/>
              <a:pathLst>
                <a:path w="8" h="5">
                  <a:moveTo>
                    <a:pt x="8" y="3"/>
                  </a:moveTo>
                  <a:cubicBezTo>
                    <a:pt x="8" y="5"/>
                    <a:pt x="0" y="4"/>
                    <a:pt x="0" y="2"/>
                  </a:cubicBezTo>
                  <a:cubicBezTo>
                    <a:pt x="0" y="0"/>
                    <a:pt x="8" y="1"/>
                    <a:pt x="8"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34" name="Freeform 782">
              <a:extLst>
                <a:ext uri="{FF2B5EF4-FFF2-40B4-BE49-F238E27FC236}">
                  <a16:creationId xmlns:a16="http://schemas.microsoft.com/office/drawing/2014/main" id="{1D709715-16D1-7C51-E2E5-8F23C88963B2}"/>
                </a:ext>
              </a:extLst>
            </p:cNvPr>
            <p:cNvSpPr>
              <a:spLocks/>
            </p:cNvSpPr>
            <p:nvPr/>
          </p:nvSpPr>
          <p:spPr bwMode="auto">
            <a:xfrm>
              <a:off x="10735225" y="3897972"/>
              <a:ext cx="54142" cy="38227"/>
            </a:xfrm>
            <a:custGeom>
              <a:avLst/>
              <a:gdLst>
                <a:gd name="T0" fmla="*/ 5 w 6"/>
                <a:gd name="T1" fmla="*/ 3 h 4"/>
                <a:gd name="T2" fmla="*/ 1 w 6"/>
                <a:gd name="T3" fmla="*/ 0 h 4"/>
                <a:gd name="T4" fmla="*/ 5 w 6"/>
                <a:gd name="T5" fmla="*/ 3 h 4"/>
              </a:gdLst>
              <a:ahLst/>
              <a:cxnLst>
                <a:cxn ang="0">
                  <a:pos x="T0" y="T1"/>
                </a:cxn>
                <a:cxn ang="0">
                  <a:pos x="T2" y="T3"/>
                </a:cxn>
                <a:cxn ang="0">
                  <a:pos x="T4" y="T5"/>
                </a:cxn>
              </a:cxnLst>
              <a:rect l="0" t="0" r="r" b="b"/>
              <a:pathLst>
                <a:path w="6" h="4">
                  <a:moveTo>
                    <a:pt x="5" y="3"/>
                  </a:moveTo>
                  <a:cubicBezTo>
                    <a:pt x="4" y="4"/>
                    <a:pt x="0" y="0"/>
                    <a:pt x="1" y="0"/>
                  </a:cubicBezTo>
                  <a:cubicBezTo>
                    <a:pt x="2" y="0"/>
                    <a:pt x="6" y="2"/>
                    <a:pt x="5" y="3"/>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35" name="Freeform 783">
              <a:extLst>
                <a:ext uri="{FF2B5EF4-FFF2-40B4-BE49-F238E27FC236}">
                  <a16:creationId xmlns:a16="http://schemas.microsoft.com/office/drawing/2014/main" id="{8B6C9FBA-FE50-1721-7480-639E92509934}"/>
                </a:ext>
              </a:extLst>
            </p:cNvPr>
            <p:cNvSpPr>
              <a:spLocks/>
            </p:cNvSpPr>
            <p:nvPr/>
          </p:nvSpPr>
          <p:spPr bwMode="auto">
            <a:xfrm>
              <a:off x="10808475" y="3936197"/>
              <a:ext cx="47770" cy="9558"/>
            </a:xfrm>
            <a:custGeom>
              <a:avLst/>
              <a:gdLst>
                <a:gd name="T0" fmla="*/ 4 w 5"/>
                <a:gd name="T1" fmla="*/ 1 h 1"/>
                <a:gd name="T2" fmla="*/ 2 w 5"/>
                <a:gd name="T3" fmla="*/ 0 h 1"/>
                <a:gd name="T4" fmla="*/ 4 w 5"/>
                <a:gd name="T5" fmla="*/ 1 h 1"/>
              </a:gdLst>
              <a:ahLst/>
              <a:cxnLst>
                <a:cxn ang="0">
                  <a:pos x="T0" y="T1"/>
                </a:cxn>
                <a:cxn ang="0">
                  <a:pos x="T2" y="T3"/>
                </a:cxn>
                <a:cxn ang="0">
                  <a:pos x="T4" y="T5"/>
                </a:cxn>
              </a:cxnLst>
              <a:rect l="0" t="0" r="r" b="b"/>
              <a:pathLst>
                <a:path w="5" h="1">
                  <a:moveTo>
                    <a:pt x="4" y="1"/>
                  </a:moveTo>
                  <a:cubicBezTo>
                    <a:pt x="2" y="1"/>
                    <a:pt x="0" y="0"/>
                    <a:pt x="2" y="0"/>
                  </a:cubicBezTo>
                  <a:cubicBezTo>
                    <a:pt x="3" y="0"/>
                    <a:pt x="5" y="1"/>
                    <a:pt x="4"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36" name="Freeform 784">
              <a:extLst>
                <a:ext uri="{FF2B5EF4-FFF2-40B4-BE49-F238E27FC236}">
                  <a16:creationId xmlns:a16="http://schemas.microsoft.com/office/drawing/2014/main" id="{D176590E-D351-9C49-DEDF-C87E9E842606}"/>
                </a:ext>
              </a:extLst>
            </p:cNvPr>
            <p:cNvSpPr>
              <a:spLocks/>
            </p:cNvSpPr>
            <p:nvPr/>
          </p:nvSpPr>
          <p:spPr bwMode="auto">
            <a:xfrm>
              <a:off x="10808475" y="4468183"/>
              <a:ext cx="38217" cy="66896"/>
            </a:xfrm>
            <a:custGeom>
              <a:avLst/>
              <a:gdLst>
                <a:gd name="T0" fmla="*/ 2 w 4"/>
                <a:gd name="T1" fmla="*/ 0 h 7"/>
                <a:gd name="T2" fmla="*/ 4 w 4"/>
                <a:gd name="T3" fmla="*/ 7 h 7"/>
                <a:gd name="T4" fmla="*/ 2 w 4"/>
                <a:gd name="T5" fmla="*/ 0 h 7"/>
              </a:gdLst>
              <a:ahLst/>
              <a:cxnLst>
                <a:cxn ang="0">
                  <a:pos x="T0" y="T1"/>
                </a:cxn>
                <a:cxn ang="0">
                  <a:pos x="T2" y="T3"/>
                </a:cxn>
                <a:cxn ang="0">
                  <a:pos x="T4" y="T5"/>
                </a:cxn>
              </a:cxnLst>
              <a:rect l="0" t="0" r="r" b="b"/>
              <a:pathLst>
                <a:path w="4" h="7">
                  <a:moveTo>
                    <a:pt x="2" y="0"/>
                  </a:moveTo>
                  <a:cubicBezTo>
                    <a:pt x="0" y="0"/>
                    <a:pt x="3" y="7"/>
                    <a:pt x="4" y="7"/>
                  </a:cubicBezTo>
                  <a:cubicBezTo>
                    <a:pt x="4" y="7"/>
                    <a:pt x="3" y="0"/>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37" name="Freeform 785">
              <a:extLst>
                <a:ext uri="{FF2B5EF4-FFF2-40B4-BE49-F238E27FC236}">
                  <a16:creationId xmlns:a16="http://schemas.microsoft.com/office/drawing/2014/main" id="{9ED4D182-3869-3372-789F-7BA7B21643F8}"/>
                </a:ext>
              </a:extLst>
            </p:cNvPr>
            <p:cNvSpPr>
              <a:spLocks/>
            </p:cNvSpPr>
            <p:nvPr/>
          </p:nvSpPr>
          <p:spPr bwMode="auto">
            <a:xfrm>
              <a:off x="10827583" y="4589232"/>
              <a:ext cx="63695" cy="38227"/>
            </a:xfrm>
            <a:custGeom>
              <a:avLst/>
              <a:gdLst>
                <a:gd name="T0" fmla="*/ 1 w 7"/>
                <a:gd name="T1" fmla="*/ 0 h 4"/>
                <a:gd name="T2" fmla="*/ 1 w 7"/>
                <a:gd name="T3" fmla="*/ 4 h 4"/>
                <a:gd name="T4" fmla="*/ 5 w 7"/>
                <a:gd name="T5" fmla="*/ 4 h 4"/>
                <a:gd name="T6" fmla="*/ 1 w 7"/>
                <a:gd name="T7" fmla="*/ 0 h 4"/>
                <a:gd name="T8" fmla="*/ 1 w 7"/>
                <a:gd name="T9" fmla="*/ 0 h 4"/>
              </a:gdLst>
              <a:ahLst/>
              <a:cxnLst>
                <a:cxn ang="0">
                  <a:pos x="T0" y="T1"/>
                </a:cxn>
                <a:cxn ang="0">
                  <a:pos x="T2" y="T3"/>
                </a:cxn>
                <a:cxn ang="0">
                  <a:pos x="T4" y="T5"/>
                </a:cxn>
                <a:cxn ang="0">
                  <a:pos x="T6" y="T7"/>
                </a:cxn>
                <a:cxn ang="0">
                  <a:pos x="T8" y="T9"/>
                </a:cxn>
              </a:cxnLst>
              <a:rect l="0" t="0" r="r" b="b"/>
              <a:pathLst>
                <a:path w="7" h="4">
                  <a:moveTo>
                    <a:pt x="1" y="0"/>
                  </a:moveTo>
                  <a:cubicBezTo>
                    <a:pt x="0" y="1"/>
                    <a:pt x="0" y="3"/>
                    <a:pt x="1" y="4"/>
                  </a:cubicBezTo>
                  <a:cubicBezTo>
                    <a:pt x="2" y="4"/>
                    <a:pt x="3" y="4"/>
                    <a:pt x="5" y="4"/>
                  </a:cubicBezTo>
                  <a:cubicBezTo>
                    <a:pt x="7" y="4"/>
                    <a:pt x="1" y="0"/>
                    <a:pt x="1" y="0"/>
                  </a:cubicBezTo>
                  <a:cubicBezTo>
                    <a:pt x="0" y="1"/>
                    <a:pt x="1" y="0"/>
                    <a:pt x="1"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38" name="Freeform 786">
              <a:extLst>
                <a:ext uri="{FF2B5EF4-FFF2-40B4-BE49-F238E27FC236}">
                  <a16:creationId xmlns:a16="http://schemas.microsoft.com/office/drawing/2014/main" id="{470E6DB5-6108-6DF2-8AA8-20FE084D47D2}"/>
                </a:ext>
              </a:extLst>
            </p:cNvPr>
            <p:cNvSpPr>
              <a:spLocks/>
            </p:cNvSpPr>
            <p:nvPr/>
          </p:nvSpPr>
          <p:spPr bwMode="auto">
            <a:xfrm>
              <a:off x="10566434" y="4796294"/>
              <a:ext cx="159235" cy="92380"/>
            </a:xfrm>
            <a:custGeom>
              <a:avLst/>
              <a:gdLst>
                <a:gd name="T0" fmla="*/ 0 w 17"/>
                <a:gd name="T1" fmla="*/ 4 h 10"/>
                <a:gd name="T2" fmla="*/ 10 w 17"/>
                <a:gd name="T3" fmla="*/ 2 h 10"/>
                <a:gd name="T4" fmla="*/ 8 w 17"/>
                <a:gd name="T5" fmla="*/ 4 h 10"/>
                <a:gd name="T6" fmla="*/ 12 w 17"/>
                <a:gd name="T7" fmla="*/ 7 h 10"/>
                <a:gd name="T8" fmla="*/ 9 w 17"/>
                <a:gd name="T9" fmla="*/ 7 h 10"/>
                <a:gd name="T10" fmla="*/ 11 w 17"/>
                <a:gd name="T11" fmla="*/ 10 h 10"/>
                <a:gd name="T12" fmla="*/ 8 w 17"/>
                <a:gd name="T13" fmla="*/ 9 h 10"/>
                <a:gd name="T14" fmla="*/ 0 w 17"/>
                <a:gd name="T15" fmla="*/ 4 h 10"/>
                <a:gd name="T16" fmla="*/ 0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0" y="4"/>
                  </a:moveTo>
                  <a:cubicBezTo>
                    <a:pt x="1" y="0"/>
                    <a:pt x="7" y="2"/>
                    <a:pt x="10" y="2"/>
                  </a:cubicBezTo>
                  <a:cubicBezTo>
                    <a:pt x="17" y="3"/>
                    <a:pt x="8" y="4"/>
                    <a:pt x="8" y="4"/>
                  </a:cubicBezTo>
                  <a:cubicBezTo>
                    <a:pt x="8" y="6"/>
                    <a:pt x="12" y="5"/>
                    <a:pt x="12" y="7"/>
                  </a:cubicBezTo>
                  <a:cubicBezTo>
                    <a:pt x="12" y="7"/>
                    <a:pt x="10" y="6"/>
                    <a:pt x="9" y="7"/>
                  </a:cubicBezTo>
                  <a:cubicBezTo>
                    <a:pt x="9" y="7"/>
                    <a:pt x="12" y="10"/>
                    <a:pt x="11" y="10"/>
                  </a:cubicBezTo>
                  <a:cubicBezTo>
                    <a:pt x="10" y="10"/>
                    <a:pt x="9" y="9"/>
                    <a:pt x="8" y="9"/>
                  </a:cubicBezTo>
                  <a:cubicBezTo>
                    <a:pt x="6" y="8"/>
                    <a:pt x="0" y="7"/>
                    <a:pt x="0" y="4"/>
                  </a:cubicBezTo>
                  <a:cubicBezTo>
                    <a:pt x="0" y="3"/>
                    <a:pt x="0" y="7"/>
                    <a:pt x="0"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39" name="Freeform 787">
              <a:extLst>
                <a:ext uri="{FF2B5EF4-FFF2-40B4-BE49-F238E27FC236}">
                  <a16:creationId xmlns:a16="http://schemas.microsoft.com/office/drawing/2014/main" id="{B74A9488-2E1B-7F3A-3D33-AB004A947729}"/>
                </a:ext>
              </a:extLst>
            </p:cNvPr>
            <p:cNvSpPr>
              <a:spLocks/>
            </p:cNvSpPr>
            <p:nvPr/>
          </p:nvSpPr>
          <p:spPr bwMode="auto">
            <a:xfrm>
              <a:off x="10537774" y="4777183"/>
              <a:ext cx="82803" cy="28672"/>
            </a:xfrm>
            <a:custGeom>
              <a:avLst/>
              <a:gdLst>
                <a:gd name="T0" fmla="*/ 8 w 9"/>
                <a:gd name="T1" fmla="*/ 1 h 3"/>
                <a:gd name="T2" fmla="*/ 5 w 9"/>
                <a:gd name="T3" fmla="*/ 0 h 3"/>
                <a:gd name="T4" fmla="*/ 0 w 9"/>
                <a:gd name="T5" fmla="*/ 0 h 3"/>
                <a:gd name="T6" fmla="*/ 8 w 9"/>
                <a:gd name="T7" fmla="*/ 1 h 3"/>
                <a:gd name="T8" fmla="*/ 8 w 9"/>
                <a:gd name="T9" fmla="*/ 1 h 3"/>
              </a:gdLst>
              <a:ahLst/>
              <a:cxnLst>
                <a:cxn ang="0">
                  <a:pos x="T0" y="T1"/>
                </a:cxn>
                <a:cxn ang="0">
                  <a:pos x="T2" y="T3"/>
                </a:cxn>
                <a:cxn ang="0">
                  <a:pos x="T4" y="T5"/>
                </a:cxn>
                <a:cxn ang="0">
                  <a:pos x="T6" y="T7"/>
                </a:cxn>
                <a:cxn ang="0">
                  <a:pos x="T8" y="T9"/>
                </a:cxn>
              </a:cxnLst>
              <a:rect l="0" t="0" r="r" b="b"/>
              <a:pathLst>
                <a:path w="9" h="3">
                  <a:moveTo>
                    <a:pt x="8" y="1"/>
                  </a:moveTo>
                  <a:cubicBezTo>
                    <a:pt x="9" y="1"/>
                    <a:pt x="5" y="0"/>
                    <a:pt x="5" y="0"/>
                  </a:cubicBezTo>
                  <a:cubicBezTo>
                    <a:pt x="3" y="0"/>
                    <a:pt x="1" y="0"/>
                    <a:pt x="0" y="0"/>
                  </a:cubicBezTo>
                  <a:cubicBezTo>
                    <a:pt x="2" y="0"/>
                    <a:pt x="6" y="3"/>
                    <a:pt x="8" y="1"/>
                  </a:cubicBezTo>
                  <a:cubicBezTo>
                    <a:pt x="9" y="1"/>
                    <a:pt x="7" y="2"/>
                    <a:pt x="8"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40" name="Freeform 788">
              <a:extLst>
                <a:ext uri="{FF2B5EF4-FFF2-40B4-BE49-F238E27FC236}">
                  <a16:creationId xmlns:a16="http://schemas.microsoft.com/office/drawing/2014/main" id="{28B1FCEA-8929-CBB9-BDF1-7B7BC0A39542}"/>
                </a:ext>
              </a:extLst>
            </p:cNvPr>
            <p:cNvSpPr>
              <a:spLocks/>
            </p:cNvSpPr>
            <p:nvPr/>
          </p:nvSpPr>
          <p:spPr bwMode="auto">
            <a:xfrm>
              <a:off x="10407201" y="4974685"/>
              <a:ext cx="121018" cy="63711"/>
            </a:xfrm>
            <a:custGeom>
              <a:avLst/>
              <a:gdLst>
                <a:gd name="T0" fmla="*/ 12 w 13"/>
                <a:gd name="T1" fmla="*/ 4 h 7"/>
                <a:gd name="T2" fmla="*/ 12 w 13"/>
                <a:gd name="T3" fmla="*/ 1 h 7"/>
                <a:gd name="T4" fmla="*/ 7 w 13"/>
                <a:gd name="T5" fmla="*/ 2 h 7"/>
                <a:gd name="T6" fmla="*/ 3 w 13"/>
                <a:gd name="T7" fmla="*/ 3 h 7"/>
                <a:gd name="T8" fmla="*/ 0 w 13"/>
                <a:gd name="T9" fmla="*/ 5 h 7"/>
                <a:gd name="T10" fmla="*/ 12 w 13"/>
                <a:gd name="T11" fmla="*/ 4 h 7"/>
                <a:gd name="T12" fmla="*/ 12 w 13"/>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2" y="4"/>
                  </a:moveTo>
                  <a:cubicBezTo>
                    <a:pt x="13" y="3"/>
                    <a:pt x="13" y="2"/>
                    <a:pt x="12" y="1"/>
                  </a:cubicBezTo>
                  <a:cubicBezTo>
                    <a:pt x="11" y="0"/>
                    <a:pt x="8" y="1"/>
                    <a:pt x="7" y="2"/>
                  </a:cubicBezTo>
                  <a:cubicBezTo>
                    <a:pt x="6" y="2"/>
                    <a:pt x="4" y="2"/>
                    <a:pt x="3" y="3"/>
                  </a:cubicBezTo>
                  <a:cubicBezTo>
                    <a:pt x="3" y="3"/>
                    <a:pt x="0" y="5"/>
                    <a:pt x="0" y="5"/>
                  </a:cubicBezTo>
                  <a:cubicBezTo>
                    <a:pt x="3" y="7"/>
                    <a:pt x="10" y="6"/>
                    <a:pt x="12" y="4"/>
                  </a:cubicBezTo>
                  <a:cubicBezTo>
                    <a:pt x="13" y="3"/>
                    <a:pt x="9" y="6"/>
                    <a:pt x="12" y="4"/>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41" name="Freeform 789">
              <a:extLst>
                <a:ext uri="{FF2B5EF4-FFF2-40B4-BE49-F238E27FC236}">
                  <a16:creationId xmlns:a16="http://schemas.microsoft.com/office/drawing/2014/main" id="{56A203BE-900F-EB0B-89FD-13BB4FABAF8D}"/>
                </a:ext>
              </a:extLst>
            </p:cNvPr>
            <p:cNvSpPr>
              <a:spLocks/>
            </p:cNvSpPr>
            <p:nvPr/>
          </p:nvSpPr>
          <p:spPr bwMode="auto">
            <a:xfrm>
              <a:off x="9305288" y="5067067"/>
              <a:ext cx="38217" cy="57338"/>
            </a:xfrm>
            <a:custGeom>
              <a:avLst/>
              <a:gdLst>
                <a:gd name="T0" fmla="*/ 3 w 4"/>
                <a:gd name="T1" fmla="*/ 2 h 6"/>
                <a:gd name="T2" fmla="*/ 1 w 4"/>
                <a:gd name="T3" fmla="*/ 3 h 6"/>
                <a:gd name="T4" fmla="*/ 3 w 4"/>
                <a:gd name="T5" fmla="*/ 2 h 6"/>
                <a:gd name="T6" fmla="*/ 3 w 4"/>
                <a:gd name="T7" fmla="*/ 2 h 6"/>
              </a:gdLst>
              <a:ahLst/>
              <a:cxnLst>
                <a:cxn ang="0">
                  <a:pos x="T0" y="T1"/>
                </a:cxn>
                <a:cxn ang="0">
                  <a:pos x="T2" y="T3"/>
                </a:cxn>
                <a:cxn ang="0">
                  <a:pos x="T4" y="T5"/>
                </a:cxn>
                <a:cxn ang="0">
                  <a:pos x="T6" y="T7"/>
                </a:cxn>
              </a:cxnLst>
              <a:rect l="0" t="0" r="r" b="b"/>
              <a:pathLst>
                <a:path w="4" h="6">
                  <a:moveTo>
                    <a:pt x="3" y="2"/>
                  </a:moveTo>
                  <a:cubicBezTo>
                    <a:pt x="2" y="0"/>
                    <a:pt x="1" y="1"/>
                    <a:pt x="1" y="3"/>
                  </a:cubicBezTo>
                  <a:cubicBezTo>
                    <a:pt x="0" y="6"/>
                    <a:pt x="4" y="4"/>
                    <a:pt x="3" y="2"/>
                  </a:cubicBezTo>
                  <a:cubicBezTo>
                    <a:pt x="3" y="2"/>
                    <a:pt x="4" y="3"/>
                    <a:pt x="3"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42" name="Freeform 790">
              <a:extLst>
                <a:ext uri="{FF2B5EF4-FFF2-40B4-BE49-F238E27FC236}">
                  <a16:creationId xmlns:a16="http://schemas.microsoft.com/office/drawing/2014/main" id="{E3C2445C-ECC9-50FA-74B5-1DA41F6244F4}"/>
                </a:ext>
              </a:extLst>
            </p:cNvPr>
            <p:cNvSpPr>
              <a:spLocks/>
            </p:cNvSpPr>
            <p:nvPr/>
          </p:nvSpPr>
          <p:spPr bwMode="auto">
            <a:xfrm>
              <a:off x="9222485" y="4946016"/>
              <a:ext cx="35033" cy="38227"/>
            </a:xfrm>
            <a:custGeom>
              <a:avLst/>
              <a:gdLst>
                <a:gd name="T0" fmla="*/ 4 w 4"/>
                <a:gd name="T1" fmla="*/ 2 h 4"/>
                <a:gd name="T2" fmla="*/ 1 w 4"/>
                <a:gd name="T3" fmla="*/ 1 h 4"/>
                <a:gd name="T4" fmla="*/ 4 w 4"/>
                <a:gd name="T5" fmla="*/ 2 h 4"/>
                <a:gd name="T6" fmla="*/ 4 w 4"/>
                <a:gd name="T7" fmla="*/ 2 h 4"/>
              </a:gdLst>
              <a:ahLst/>
              <a:cxnLst>
                <a:cxn ang="0">
                  <a:pos x="T0" y="T1"/>
                </a:cxn>
                <a:cxn ang="0">
                  <a:pos x="T2" y="T3"/>
                </a:cxn>
                <a:cxn ang="0">
                  <a:pos x="T4" y="T5"/>
                </a:cxn>
                <a:cxn ang="0">
                  <a:pos x="T6" y="T7"/>
                </a:cxn>
              </a:cxnLst>
              <a:rect l="0" t="0" r="r" b="b"/>
              <a:pathLst>
                <a:path w="4" h="4">
                  <a:moveTo>
                    <a:pt x="4" y="2"/>
                  </a:moveTo>
                  <a:cubicBezTo>
                    <a:pt x="3" y="2"/>
                    <a:pt x="1" y="0"/>
                    <a:pt x="1" y="1"/>
                  </a:cubicBezTo>
                  <a:cubicBezTo>
                    <a:pt x="0" y="4"/>
                    <a:pt x="4" y="2"/>
                    <a:pt x="4" y="2"/>
                  </a:cubicBezTo>
                  <a:cubicBezTo>
                    <a:pt x="3" y="2"/>
                    <a:pt x="4" y="2"/>
                    <a:pt x="4"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43" name="Freeform 791">
              <a:extLst>
                <a:ext uri="{FF2B5EF4-FFF2-40B4-BE49-F238E27FC236}">
                  <a16:creationId xmlns:a16="http://schemas.microsoft.com/office/drawing/2014/main" id="{F8080DF9-C798-C13B-EA92-D3A24C0133A8}"/>
                </a:ext>
              </a:extLst>
            </p:cNvPr>
            <p:cNvSpPr>
              <a:spLocks/>
            </p:cNvSpPr>
            <p:nvPr/>
          </p:nvSpPr>
          <p:spPr bwMode="auto">
            <a:xfrm>
              <a:off x="10865798" y="4347133"/>
              <a:ext cx="19109" cy="19114"/>
            </a:xfrm>
            <a:custGeom>
              <a:avLst/>
              <a:gdLst>
                <a:gd name="T0" fmla="*/ 2 w 2"/>
                <a:gd name="T1" fmla="*/ 1 h 2"/>
                <a:gd name="T2" fmla="*/ 0 w 2"/>
                <a:gd name="T3" fmla="*/ 2 h 2"/>
                <a:gd name="T4" fmla="*/ 2 w 2"/>
                <a:gd name="T5" fmla="*/ 1 h 2"/>
              </a:gdLst>
              <a:ahLst/>
              <a:cxnLst>
                <a:cxn ang="0">
                  <a:pos x="T0" y="T1"/>
                </a:cxn>
                <a:cxn ang="0">
                  <a:pos x="T2" y="T3"/>
                </a:cxn>
                <a:cxn ang="0">
                  <a:pos x="T4" y="T5"/>
                </a:cxn>
              </a:cxnLst>
              <a:rect l="0" t="0" r="r" b="b"/>
              <a:pathLst>
                <a:path w="2" h="2">
                  <a:moveTo>
                    <a:pt x="2" y="1"/>
                  </a:moveTo>
                  <a:cubicBezTo>
                    <a:pt x="2" y="0"/>
                    <a:pt x="0" y="1"/>
                    <a:pt x="0" y="2"/>
                  </a:cubicBezTo>
                  <a:cubicBezTo>
                    <a:pt x="1" y="2"/>
                    <a:pt x="2" y="2"/>
                    <a:pt x="2"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44" name="Freeform 792">
              <a:extLst>
                <a:ext uri="{FF2B5EF4-FFF2-40B4-BE49-F238E27FC236}">
                  <a16:creationId xmlns:a16="http://schemas.microsoft.com/office/drawing/2014/main" id="{BE7770D9-9ED2-8F36-6E80-7F64A8DB5AFA}"/>
                </a:ext>
              </a:extLst>
            </p:cNvPr>
            <p:cNvSpPr>
              <a:spLocks/>
            </p:cNvSpPr>
            <p:nvPr/>
          </p:nvSpPr>
          <p:spPr bwMode="auto">
            <a:xfrm>
              <a:off x="10789366" y="4245195"/>
              <a:ext cx="28664" cy="15928"/>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1" y="0"/>
                    <a:pt x="0" y="1"/>
                    <a:pt x="1" y="1"/>
                  </a:cubicBezTo>
                  <a:cubicBezTo>
                    <a:pt x="2" y="2"/>
                    <a:pt x="3" y="1"/>
                    <a:pt x="2"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45" name="Freeform 793">
              <a:extLst>
                <a:ext uri="{FF2B5EF4-FFF2-40B4-BE49-F238E27FC236}">
                  <a16:creationId xmlns:a16="http://schemas.microsoft.com/office/drawing/2014/main" id="{DFEDEFFA-CCA4-1AF6-D574-3A9933C0E906}"/>
                </a:ext>
              </a:extLst>
            </p:cNvPr>
            <p:cNvSpPr>
              <a:spLocks/>
            </p:cNvSpPr>
            <p:nvPr/>
          </p:nvSpPr>
          <p:spPr bwMode="auto">
            <a:xfrm>
              <a:off x="10865798" y="4206968"/>
              <a:ext cx="25477" cy="28672"/>
            </a:xfrm>
            <a:custGeom>
              <a:avLst/>
              <a:gdLst>
                <a:gd name="T0" fmla="*/ 2 w 3"/>
                <a:gd name="T1" fmla="*/ 1 h 3"/>
                <a:gd name="T2" fmla="*/ 1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1"/>
                    <a:pt x="1" y="2"/>
                  </a:cubicBezTo>
                  <a:cubicBezTo>
                    <a:pt x="1" y="3"/>
                    <a:pt x="3" y="1"/>
                    <a:pt x="2"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46" name="Freeform 794">
              <a:extLst>
                <a:ext uri="{FF2B5EF4-FFF2-40B4-BE49-F238E27FC236}">
                  <a16:creationId xmlns:a16="http://schemas.microsoft.com/office/drawing/2014/main" id="{08D7DEF6-48EE-DF8D-02D1-2C95D8D8ABE0}"/>
                </a:ext>
              </a:extLst>
            </p:cNvPr>
            <p:cNvSpPr>
              <a:spLocks/>
            </p:cNvSpPr>
            <p:nvPr/>
          </p:nvSpPr>
          <p:spPr bwMode="auto">
            <a:xfrm>
              <a:off x="8314841" y="4394916"/>
              <a:ext cx="47770" cy="6370"/>
            </a:xfrm>
            <a:custGeom>
              <a:avLst/>
              <a:gdLst>
                <a:gd name="T0" fmla="*/ 5 w 5"/>
                <a:gd name="T1" fmla="*/ 1 h 1"/>
                <a:gd name="T2" fmla="*/ 1 w 5"/>
                <a:gd name="T3" fmla="*/ 0 h 1"/>
                <a:gd name="T4" fmla="*/ 5 w 5"/>
                <a:gd name="T5" fmla="*/ 1 h 1"/>
              </a:gdLst>
              <a:ahLst/>
              <a:cxnLst>
                <a:cxn ang="0">
                  <a:pos x="T0" y="T1"/>
                </a:cxn>
                <a:cxn ang="0">
                  <a:pos x="T2" y="T3"/>
                </a:cxn>
                <a:cxn ang="0">
                  <a:pos x="T4" y="T5"/>
                </a:cxn>
              </a:cxnLst>
              <a:rect l="0" t="0" r="r" b="b"/>
              <a:pathLst>
                <a:path w="5" h="1">
                  <a:moveTo>
                    <a:pt x="5" y="1"/>
                  </a:moveTo>
                  <a:cubicBezTo>
                    <a:pt x="4" y="0"/>
                    <a:pt x="0" y="0"/>
                    <a:pt x="1" y="0"/>
                  </a:cubicBezTo>
                  <a:cubicBezTo>
                    <a:pt x="2" y="1"/>
                    <a:pt x="5" y="1"/>
                    <a:pt x="5" y="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47" name="Freeform 795">
              <a:extLst>
                <a:ext uri="{FF2B5EF4-FFF2-40B4-BE49-F238E27FC236}">
                  <a16:creationId xmlns:a16="http://schemas.microsoft.com/office/drawing/2014/main" id="{AE30AF12-A2C5-A3F3-FC4E-8169C066267D}"/>
                </a:ext>
              </a:extLst>
            </p:cNvPr>
            <p:cNvSpPr>
              <a:spLocks/>
            </p:cNvSpPr>
            <p:nvPr/>
          </p:nvSpPr>
          <p:spPr bwMode="auto">
            <a:xfrm>
              <a:off x="8372164" y="4394916"/>
              <a:ext cx="57323" cy="0"/>
            </a:xfrm>
            <a:custGeom>
              <a:avLst/>
              <a:gdLst>
                <a:gd name="T0" fmla="*/ 5 w 6"/>
                <a:gd name="T1" fmla="*/ 1 w 6"/>
                <a:gd name="T2" fmla="*/ 5 w 6"/>
              </a:gdLst>
              <a:ahLst/>
              <a:cxnLst>
                <a:cxn ang="0">
                  <a:pos x="T0" y="0"/>
                </a:cxn>
                <a:cxn ang="0">
                  <a:pos x="T1" y="0"/>
                </a:cxn>
                <a:cxn ang="0">
                  <a:pos x="T2" y="0"/>
                </a:cxn>
              </a:cxnLst>
              <a:rect l="0" t="0" r="r" b="b"/>
              <a:pathLst>
                <a:path w="6">
                  <a:moveTo>
                    <a:pt x="5" y="0"/>
                  </a:moveTo>
                  <a:cubicBezTo>
                    <a:pt x="4" y="0"/>
                    <a:pt x="0" y="0"/>
                    <a:pt x="1" y="0"/>
                  </a:cubicBezTo>
                  <a:cubicBezTo>
                    <a:pt x="2" y="0"/>
                    <a:pt x="6" y="0"/>
                    <a:pt x="5" y="0"/>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48" name="Freeform 796">
              <a:extLst>
                <a:ext uri="{FF2B5EF4-FFF2-40B4-BE49-F238E27FC236}">
                  <a16:creationId xmlns:a16="http://schemas.microsoft.com/office/drawing/2014/main" id="{0C6A397B-117B-AAAB-642E-47A879CA4945}"/>
                </a:ext>
              </a:extLst>
            </p:cNvPr>
            <p:cNvSpPr>
              <a:spLocks/>
            </p:cNvSpPr>
            <p:nvPr/>
          </p:nvSpPr>
          <p:spPr bwMode="auto">
            <a:xfrm>
              <a:off x="9445417" y="3802407"/>
              <a:ext cx="38217" cy="19114"/>
            </a:xfrm>
            <a:custGeom>
              <a:avLst/>
              <a:gdLst>
                <a:gd name="T0" fmla="*/ 3 w 4"/>
                <a:gd name="T1" fmla="*/ 2 h 2"/>
                <a:gd name="T2" fmla="*/ 2 w 4"/>
                <a:gd name="T3" fmla="*/ 0 h 2"/>
                <a:gd name="T4" fmla="*/ 3 w 4"/>
                <a:gd name="T5" fmla="*/ 2 h 2"/>
              </a:gdLst>
              <a:ahLst/>
              <a:cxnLst>
                <a:cxn ang="0">
                  <a:pos x="T0" y="T1"/>
                </a:cxn>
                <a:cxn ang="0">
                  <a:pos x="T2" y="T3"/>
                </a:cxn>
                <a:cxn ang="0">
                  <a:pos x="T4" y="T5"/>
                </a:cxn>
              </a:cxnLst>
              <a:rect l="0" t="0" r="r" b="b"/>
              <a:pathLst>
                <a:path w="4" h="2">
                  <a:moveTo>
                    <a:pt x="3" y="2"/>
                  </a:moveTo>
                  <a:cubicBezTo>
                    <a:pt x="1" y="2"/>
                    <a:pt x="0" y="0"/>
                    <a:pt x="2" y="0"/>
                  </a:cubicBezTo>
                  <a:cubicBezTo>
                    <a:pt x="3" y="0"/>
                    <a:pt x="4" y="2"/>
                    <a:pt x="3" y="2"/>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sp>
          <p:nvSpPr>
            <p:cNvPr id="1149" name="Freeform 797">
              <a:extLst>
                <a:ext uri="{FF2B5EF4-FFF2-40B4-BE49-F238E27FC236}">
                  <a16:creationId xmlns:a16="http://schemas.microsoft.com/office/drawing/2014/main" id="{210F089B-55F7-B0EE-5779-76511816E2F6}"/>
                </a:ext>
              </a:extLst>
            </p:cNvPr>
            <p:cNvSpPr>
              <a:spLocks/>
            </p:cNvSpPr>
            <p:nvPr/>
          </p:nvSpPr>
          <p:spPr bwMode="auto">
            <a:xfrm>
              <a:off x="5467694" y="6086410"/>
              <a:ext cx="85988" cy="111494"/>
            </a:xfrm>
            <a:custGeom>
              <a:avLst/>
              <a:gdLst>
                <a:gd name="T0" fmla="*/ 9 w 9"/>
                <a:gd name="T1" fmla="*/ 11 h 12"/>
                <a:gd name="T2" fmla="*/ 5 w 9"/>
                <a:gd name="T3" fmla="*/ 2 h 12"/>
                <a:gd name="T4" fmla="*/ 2 w 9"/>
                <a:gd name="T5" fmla="*/ 2 h 12"/>
                <a:gd name="T6" fmla="*/ 0 w 9"/>
                <a:gd name="T7" fmla="*/ 3 h 12"/>
                <a:gd name="T8" fmla="*/ 3 w 9"/>
                <a:gd name="T9" fmla="*/ 5 h 12"/>
                <a:gd name="T10" fmla="*/ 3 w 9"/>
                <a:gd name="T11" fmla="*/ 7 h 12"/>
                <a:gd name="T12" fmla="*/ 4 w 9"/>
                <a:gd name="T13" fmla="*/ 7 h 12"/>
                <a:gd name="T14" fmla="*/ 3 w 9"/>
                <a:gd name="T15" fmla="*/ 8 h 12"/>
                <a:gd name="T16" fmla="*/ 6 w 9"/>
                <a:gd name="T17" fmla="*/ 11 h 12"/>
                <a:gd name="T18" fmla="*/ 6 w 9"/>
                <a:gd name="T19" fmla="*/ 9 h 12"/>
                <a:gd name="T20" fmla="*/ 9 w 9"/>
                <a:gd name="T21" fmla="*/ 11 h 12"/>
                <a:gd name="T22" fmla="*/ 9 w 9"/>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9" y="11"/>
                  </a:moveTo>
                  <a:cubicBezTo>
                    <a:pt x="8" y="8"/>
                    <a:pt x="7" y="4"/>
                    <a:pt x="5" y="2"/>
                  </a:cubicBezTo>
                  <a:cubicBezTo>
                    <a:pt x="4" y="1"/>
                    <a:pt x="3" y="0"/>
                    <a:pt x="2" y="2"/>
                  </a:cubicBezTo>
                  <a:cubicBezTo>
                    <a:pt x="2" y="2"/>
                    <a:pt x="0" y="2"/>
                    <a:pt x="0" y="3"/>
                  </a:cubicBezTo>
                  <a:cubicBezTo>
                    <a:pt x="1" y="4"/>
                    <a:pt x="3" y="3"/>
                    <a:pt x="3" y="5"/>
                  </a:cubicBezTo>
                  <a:cubicBezTo>
                    <a:pt x="3" y="6"/>
                    <a:pt x="3" y="6"/>
                    <a:pt x="3" y="7"/>
                  </a:cubicBezTo>
                  <a:cubicBezTo>
                    <a:pt x="3" y="8"/>
                    <a:pt x="4" y="7"/>
                    <a:pt x="4" y="7"/>
                  </a:cubicBezTo>
                  <a:cubicBezTo>
                    <a:pt x="5" y="8"/>
                    <a:pt x="3" y="8"/>
                    <a:pt x="3" y="8"/>
                  </a:cubicBezTo>
                  <a:cubicBezTo>
                    <a:pt x="3" y="9"/>
                    <a:pt x="5" y="11"/>
                    <a:pt x="6" y="11"/>
                  </a:cubicBezTo>
                  <a:cubicBezTo>
                    <a:pt x="6" y="11"/>
                    <a:pt x="2" y="7"/>
                    <a:pt x="6" y="9"/>
                  </a:cubicBezTo>
                  <a:cubicBezTo>
                    <a:pt x="7" y="9"/>
                    <a:pt x="9" y="12"/>
                    <a:pt x="9" y="11"/>
                  </a:cubicBezTo>
                  <a:cubicBezTo>
                    <a:pt x="8" y="10"/>
                    <a:pt x="9" y="12"/>
                    <a:pt x="9" y="11"/>
                  </a:cubicBezTo>
                  <a:close/>
                </a:path>
              </a:pathLst>
            </a:custGeom>
            <a:grpFill/>
            <a:ln w="4763" cap="flat">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Ubuntu Light" panose="020B0304030602030204" pitchFamily="34" charset="0"/>
                <a:ea typeface="+mn-ea"/>
                <a:cs typeface="+mn-cs"/>
              </a:endParaRPr>
            </a:p>
          </p:txBody>
        </p:sp>
      </p:grpSp>
      <p:sp>
        <p:nvSpPr>
          <p:cNvPr id="1152" name="TextBox 1151">
            <a:extLst>
              <a:ext uri="{FF2B5EF4-FFF2-40B4-BE49-F238E27FC236}">
                <a16:creationId xmlns:a16="http://schemas.microsoft.com/office/drawing/2014/main" id="{96571CF8-8754-D0FD-82A3-28B6A337F218}"/>
              </a:ext>
              <a:ext uri="{C183D7F6-B498-43B3-948B-1728B52AA6E4}">
                <adec:decorative xmlns:adec="http://schemas.microsoft.com/office/drawing/2017/decorative" val="0"/>
              </a:ext>
            </a:extLst>
          </p:cNvPr>
          <p:cNvSpPr txBox="1"/>
          <p:nvPr/>
        </p:nvSpPr>
        <p:spPr>
          <a:xfrm>
            <a:off x="1954321" y="3244334"/>
            <a:ext cx="8392362" cy="92333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Ubuntu"/>
                <a:ea typeface="+mn-ea"/>
                <a:cs typeface="+mn-cs"/>
              </a:rPr>
              <a:t>DON’T ADD BORDERS OR OUTLINES TO HIGHLIGHT REGIONS OR COUNTRIES. </a:t>
            </a:r>
            <a:br>
              <a:rPr kumimoji="0" lang="en-US" sz="1800" b="0" i="0" u="none" strike="noStrike" kern="1200" cap="none" spc="0" normalizeH="0" baseline="0" noProof="0" dirty="0">
                <a:ln>
                  <a:noFill/>
                </a:ln>
                <a:solidFill>
                  <a:srgbClr val="FF0000"/>
                </a:solidFill>
                <a:effectLst/>
                <a:uLnTx/>
                <a:uFillTx/>
                <a:latin typeface="Ubuntu"/>
                <a:ea typeface="+mn-ea"/>
                <a:cs typeface="+mn-cs"/>
              </a:rPr>
            </a:br>
            <a:br>
              <a:rPr kumimoji="0" lang="en-US" sz="1800" b="0" i="0" u="none" strike="noStrike" kern="1200" cap="none" spc="0" normalizeH="0" baseline="0" noProof="0" dirty="0">
                <a:ln>
                  <a:noFill/>
                </a:ln>
                <a:solidFill>
                  <a:srgbClr val="FF0000"/>
                </a:solidFill>
                <a:effectLst/>
                <a:uLnTx/>
                <a:uFillTx/>
                <a:latin typeface="Ubuntu"/>
                <a:ea typeface="+mn-ea"/>
                <a:cs typeface="+mn-cs"/>
              </a:rPr>
            </a:br>
            <a:r>
              <a:rPr kumimoji="0" lang="en-US" sz="1800" b="0" i="0" u="none" strike="noStrike" kern="1200" cap="none" spc="0" normalizeH="0" baseline="0" noProof="0" dirty="0">
                <a:ln>
                  <a:noFill/>
                </a:ln>
                <a:solidFill>
                  <a:srgbClr val="FF0000"/>
                </a:solidFill>
                <a:effectLst/>
                <a:uLnTx/>
                <a:uFillTx/>
                <a:latin typeface="Ubuntu"/>
                <a:ea typeface="+mn-ea"/>
                <a:cs typeface="+mn-cs"/>
              </a:rPr>
              <a:t>LOCATIONS SHOULD BE INDICATED WITH A PIN OR DOT AND LABEL</a:t>
            </a:r>
          </a:p>
        </p:txBody>
      </p:sp>
      <p:sp>
        <p:nvSpPr>
          <p:cNvPr id="16" name="Date Placeholder 15">
            <a:extLst>
              <a:ext uri="{FF2B5EF4-FFF2-40B4-BE49-F238E27FC236}">
                <a16:creationId xmlns:a16="http://schemas.microsoft.com/office/drawing/2014/main" id="{40ABE82D-DFE1-5DF9-B57B-41CCC3531DF3}"/>
              </a:ext>
            </a:extLst>
          </p:cNvPr>
          <p:cNvSpPr>
            <a:spLocks noGrp="1"/>
          </p:cNvSpPr>
          <p:nvPr>
            <p:ph type="dt" sz="half" idx="10"/>
          </p:nvPr>
        </p:nvSpPr>
        <p:spPr/>
        <p:txBody>
          <a:bodyPr/>
          <a:lstStyle/>
          <a:p>
            <a:pPr>
              <a:spcBef>
                <a:spcPts val="1000"/>
              </a:spcBef>
              <a:buFont typeface="Arial" panose="020B0604020202020204" pitchFamily="34" charset="0"/>
              <a:buNone/>
            </a:pPr>
            <a:r>
              <a:rPr lang="en-US"/>
              <a:t>Company Confidential © Capgemini 2026. All rights reserved.</a:t>
            </a:r>
            <a:endParaRPr lang="en-US" dirty="0"/>
          </a:p>
        </p:txBody>
      </p:sp>
      <p:sp>
        <p:nvSpPr>
          <p:cNvPr id="32" name="Footer Placeholder 31">
            <a:extLst>
              <a:ext uri="{FF2B5EF4-FFF2-40B4-BE49-F238E27FC236}">
                <a16:creationId xmlns:a16="http://schemas.microsoft.com/office/drawing/2014/main" id="{59C6952F-A26F-112B-68B0-FCD45793E90B}"/>
              </a:ext>
            </a:extLst>
          </p:cNvPr>
          <p:cNvSpPr>
            <a:spLocks noGrp="1"/>
          </p:cNvSpPr>
          <p:nvPr>
            <p:ph type="ftr" sz="quarter" idx="11"/>
          </p:nvPr>
        </p:nvSpPr>
        <p:spPr/>
        <p:txBody>
          <a:bodyPr/>
          <a:lstStyle/>
          <a:p>
            <a:pPr>
              <a:spcBef>
                <a:spcPts val="1000"/>
              </a:spcBef>
              <a:buFont typeface="Arial" panose="020B0604020202020204" pitchFamily="34" charset="0"/>
              <a:buNone/>
            </a:pPr>
            <a:r>
              <a:rPr lang="en-US" dirty="0"/>
              <a:t>Presentation Title | Author | Date</a:t>
            </a:r>
          </a:p>
        </p:txBody>
      </p:sp>
      <p:sp>
        <p:nvSpPr>
          <p:cNvPr id="33" name="Slide Number Placeholder 32">
            <a:extLst>
              <a:ext uri="{FF2B5EF4-FFF2-40B4-BE49-F238E27FC236}">
                <a16:creationId xmlns:a16="http://schemas.microsoft.com/office/drawing/2014/main" id="{7D9CAD9A-987E-BA30-2504-9F7ECEE1D598}"/>
              </a:ext>
            </a:extLst>
          </p:cNvPr>
          <p:cNvSpPr>
            <a:spLocks noGrp="1"/>
          </p:cNvSpPr>
          <p:nvPr>
            <p:ph type="sldNum" sz="quarter" idx="12"/>
          </p:nvPr>
        </p:nvSpPr>
        <p:spPr/>
        <p:txBody>
          <a:bodyPr/>
          <a:lstStyle/>
          <a:p>
            <a:pPr algn="r"/>
            <a:fld id="{5D9A5160-6218-4E5A-B9E6-B93E3DAE377C}" type="slidenum">
              <a:rPr lang="en-US" smtClean="0"/>
              <a:pPr algn="r"/>
              <a:t>95</a:t>
            </a:fld>
            <a:endParaRPr lang="en-US" dirty="0"/>
          </a:p>
        </p:txBody>
      </p:sp>
    </p:spTree>
    <p:extLst>
      <p:ext uri="{BB962C8B-B14F-4D97-AF65-F5344CB8AC3E}">
        <p14:creationId xmlns:p14="http://schemas.microsoft.com/office/powerpoint/2010/main" val="403077042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pem44n44YJU.b0ydlTb3OJw"/>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pem44n44YJU.b0ydlTb3OJw"/>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pem44n44YJU.b0ydlTb3OJw"/>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pem44n44YJU.b0ydlTb3OJw"/>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pem44n44YJU.b0ydlTb3OJw"/>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pem44n44YJU.b0ydlTb3OJw"/>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pem44n44YJU.b0ydlTb3OJw"/>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pem44n44YJU.b0ydlTb3OJw"/>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pem44n44YJU.b0ydlTb3OJw"/>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pem44n44YJU.b0ydlTb3OJw"/>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pem44n44YJU.b0ydlTb3OJw"/>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pem44n44YJU.b0ydlTb3OJw"/>
</p:tagLst>
</file>

<file path=ppt/tags/tag13.xml><?xml version="1.0" encoding="utf-8"?>
<p:tagLst xmlns:a="http://schemas.openxmlformats.org/drawingml/2006/main" xmlns:r="http://schemas.openxmlformats.org/officeDocument/2006/relationships" xmlns:p="http://schemas.openxmlformats.org/presentationml/2006/main">
  <p:tag name="EE4P_COMMENT" val="CommentGreenS"/>
</p:tagLst>
</file>

<file path=ppt/tags/tag14.xml><?xml version="1.0" encoding="utf-8"?>
<p:tagLst xmlns:a="http://schemas.openxmlformats.org/drawingml/2006/main" xmlns:r="http://schemas.openxmlformats.org/officeDocument/2006/relationships" xmlns:p="http://schemas.openxmlformats.org/presentationml/2006/main">
  <p:tag name="EE4P_COMMENT" val="CommentGreenS"/>
</p:tagLst>
</file>

<file path=ppt/tags/tag15.xml><?xml version="1.0" encoding="utf-8"?>
<p:tagLst xmlns:a="http://schemas.openxmlformats.org/drawingml/2006/main" xmlns:r="http://schemas.openxmlformats.org/officeDocument/2006/relationships" xmlns:p="http://schemas.openxmlformats.org/presentationml/2006/main">
  <p:tag name="EE4P_STRETCH" val="1"/>
</p:tagLst>
</file>

<file path=ppt/tags/tag16.xml><?xml version="1.0" encoding="utf-8"?>
<p:tagLst xmlns:a="http://schemas.openxmlformats.org/drawingml/2006/main" xmlns:r="http://schemas.openxmlformats.org/officeDocument/2006/relationships" xmlns:p="http://schemas.openxmlformats.org/presentationml/2006/main">
  <p:tag name="EE4P_COMMENT" val="CommentGreenS"/>
</p:tagLst>
</file>

<file path=ppt/tags/tag17.xml><?xml version="1.0" encoding="utf-8"?>
<p:tagLst xmlns:a="http://schemas.openxmlformats.org/drawingml/2006/main" xmlns:r="http://schemas.openxmlformats.org/officeDocument/2006/relationships" xmlns:p="http://schemas.openxmlformats.org/presentationml/2006/main">
  <p:tag name="EE4P_STRETCH" val="1"/>
</p:tagLst>
</file>

<file path=ppt/tags/tag18.xml><?xml version="1.0" encoding="utf-8"?>
<p:tagLst xmlns:a="http://schemas.openxmlformats.org/drawingml/2006/main" xmlns:r="http://schemas.openxmlformats.org/officeDocument/2006/relationships" xmlns:p="http://schemas.openxmlformats.org/presentationml/2006/main">
  <p:tag name="EE4P_STRETCH" val="2"/>
</p:tagLst>
</file>

<file path=ppt/tags/tag19.xml><?xml version="1.0" encoding="utf-8"?>
<p:tagLst xmlns:a="http://schemas.openxmlformats.org/drawingml/2006/main" xmlns:r="http://schemas.openxmlformats.org/officeDocument/2006/relationships" xmlns:p="http://schemas.openxmlformats.org/presentationml/2006/main">
  <p:tag name="BULLETS" val="true"/>
</p:tagLst>
</file>

<file path=ppt/tags/tag20.xml><?xml version="1.0" encoding="utf-8"?>
<p:tagLst xmlns:a="http://schemas.openxmlformats.org/drawingml/2006/main" xmlns:r="http://schemas.openxmlformats.org/officeDocument/2006/relationships" xmlns:p="http://schemas.openxmlformats.org/presentationml/2006/main">
  <p:tag name="BULLETS" val="true"/>
</p:tagLst>
</file>

<file path=ppt/tags/tag21.xml><?xml version="1.0" encoding="utf-8"?>
<p:tagLst xmlns:a="http://schemas.openxmlformats.org/drawingml/2006/main" xmlns:r="http://schemas.openxmlformats.org/officeDocument/2006/relationships" xmlns:p="http://schemas.openxmlformats.org/presentationml/2006/main">
  <p:tag name="BULLETS" val="true"/>
</p:tagLst>
</file>

<file path=ppt/tags/tag22.xml><?xml version="1.0" encoding="utf-8"?>
<p:tagLst xmlns:a="http://schemas.openxmlformats.org/drawingml/2006/main" xmlns:r="http://schemas.openxmlformats.org/officeDocument/2006/relationships" xmlns:p="http://schemas.openxmlformats.org/presentationml/2006/main">
  <p:tag name="BULLETS" val="true"/>
</p:tagLst>
</file>

<file path=ppt/tags/tag23.xml><?xml version="1.0" encoding="utf-8"?>
<p:tagLst xmlns:a="http://schemas.openxmlformats.org/drawingml/2006/main" xmlns:r="http://schemas.openxmlformats.org/officeDocument/2006/relationships" xmlns:p="http://schemas.openxmlformats.org/presentationml/2006/main">
  <p:tag name="BULLETS" val="true"/>
</p:tagLst>
</file>

<file path=ppt/tags/tag24.xml><?xml version="1.0" encoding="utf-8"?>
<p:tagLst xmlns:a="http://schemas.openxmlformats.org/drawingml/2006/main" xmlns:r="http://schemas.openxmlformats.org/officeDocument/2006/relationships" xmlns:p="http://schemas.openxmlformats.org/presentationml/2006/main">
  <p:tag name="BULLETS" val="true"/>
</p:tagLst>
</file>

<file path=ppt/tags/tag25.xml><?xml version="1.0" encoding="utf-8"?>
<p:tagLst xmlns:a="http://schemas.openxmlformats.org/drawingml/2006/main" xmlns:r="http://schemas.openxmlformats.org/officeDocument/2006/relationships" xmlns:p="http://schemas.openxmlformats.org/presentationml/2006/main">
  <p:tag name="BULLETS" val="true"/>
</p:tagLst>
</file>

<file path=ppt/tags/tag26.xml><?xml version="1.0" encoding="utf-8"?>
<p:tagLst xmlns:a="http://schemas.openxmlformats.org/drawingml/2006/main" xmlns:r="http://schemas.openxmlformats.org/officeDocument/2006/relationships" xmlns:p="http://schemas.openxmlformats.org/presentationml/2006/main">
  <p:tag name="BULLETS" val="true"/>
</p:tagLst>
</file>

<file path=ppt/tags/tag27.xml><?xml version="1.0" encoding="utf-8"?>
<p:tagLst xmlns:a="http://schemas.openxmlformats.org/drawingml/2006/main" xmlns:r="http://schemas.openxmlformats.org/officeDocument/2006/relationships" xmlns:p="http://schemas.openxmlformats.org/presentationml/2006/main">
  <p:tag name="BULLETS" val="true"/>
</p:tagLst>
</file>

<file path=ppt/tags/tag28.xml><?xml version="1.0" encoding="utf-8"?>
<p:tagLst xmlns:a="http://schemas.openxmlformats.org/drawingml/2006/main" xmlns:r="http://schemas.openxmlformats.org/officeDocument/2006/relationships" xmlns:p="http://schemas.openxmlformats.org/presentationml/2006/main">
  <p:tag name="BULLETS" val="true"/>
</p:tagLst>
</file>

<file path=ppt/tags/tag29.xml><?xml version="1.0" encoding="utf-8"?>
<p:tagLst xmlns:a="http://schemas.openxmlformats.org/drawingml/2006/main" xmlns:r="http://schemas.openxmlformats.org/officeDocument/2006/relationships" xmlns:p="http://schemas.openxmlformats.org/presentationml/2006/main">
  <p:tag name="BULLETS" val="true"/>
</p:tagLst>
</file>

<file path=ppt/tags/tag30.xml><?xml version="1.0" encoding="utf-8"?>
<p:tagLst xmlns:a="http://schemas.openxmlformats.org/drawingml/2006/main" xmlns:r="http://schemas.openxmlformats.org/officeDocument/2006/relationships" xmlns:p="http://schemas.openxmlformats.org/presentationml/2006/main">
  <p:tag name="BULLETS" val="true"/>
</p:tagLst>
</file>

<file path=ppt/tags/tag31.xml><?xml version="1.0" encoding="utf-8"?>
<p:tagLst xmlns:a="http://schemas.openxmlformats.org/drawingml/2006/main" xmlns:r="http://schemas.openxmlformats.org/officeDocument/2006/relationships" xmlns:p="http://schemas.openxmlformats.org/presentationml/2006/main">
  <p:tag name="BULLETS" val="true"/>
</p:tagLst>
</file>

<file path=ppt/tags/tag32.xml><?xml version="1.0" encoding="utf-8"?>
<p:tagLst xmlns:a="http://schemas.openxmlformats.org/drawingml/2006/main" xmlns:r="http://schemas.openxmlformats.org/officeDocument/2006/relationships" xmlns:p="http://schemas.openxmlformats.org/presentationml/2006/main">
  <p:tag name="BULLETS" val="true"/>
</p:tagLst>
</file>

<file path=ppt/tags/tag33.xml><?xml version="1.0" encoding="utf-8"?>
<p:tagLst xmlns:a="http://schemas.openxmlformats.org/drawingml/2006/main" xmlns:r="http://schemas.openxmlformats.org/officeDocument/2006/relationships" xmlns:p="http://schemas.openxmlformats.org/presentationml/2006/main">
  <p:tag name="BULLETS" val="true"/>
</p:tagLst>
</file>

<file path=ppt/tags/tag34.xml><?xml version="1.0" encoding="utf-8"?>
<p:tagLst xmlns:a="http://schemas.openxmlformats.org/drawingml/2006/main" xmlns:r="http://schemas.openxmlformats.org/officeDocument/2006/relationships" xmlns:p="http://schemas.openxmlformats.org/presentationml/2006/main">
  <p:tag name="BULLETS" val="true"/>
</p:tagLst>
</file>

<file path=ppt/tags/tag35.xml><?xml version="1.0" encoding="utf-8"?>
<p:tagLst xmlns:a="http://schemas.openxmlformats.org/drawingml/2006/main" xmlns:r="http://schemas.openxmlformats.org/officeDocument/2006/relationships" xmlns:p="http://schemas.openxmlformats.org/presentationml/2006/main">
  <p:tag name="BULLETS" val="true"/>
</p:tagLst>
</file>

<file path=ppt/tags/tag36.xml><?xml version="1.0" encoding="utf-8"?>
<p:tagLst xmlns:a="http://schemas.openxmlformats.org/drawingml/2006/main" xmlns:r="http://schemas.openxmlformats.org/officeDocument/2006/relationships" xmlns:p="http://schemas.openxmlformats.org/presentationml/2006/main">
  <p:tag name="BULLETS" val="true"/>
</p:tagLst>
</file>

<file path=ppt/tags/tag37.xml><?xml version="1.0" encoding="utf-8"?>
<p:tagLst xmlns:a="http://schemas.openxmlformats.org/drawingml/2006/main" xmlns:r="http://schemas.openxmlformats.org/officeDocument/2006/relationships" xmlns:p="http://schemas.openxmlformats.org/presentationml/2006/main">
  <p:tag name="BULLETS" val="true"/>
</p:tagLst>
</file>

<file path=ppt/tags/tag38.xml><?xml version="1.0" encoding="utf-8"?>
<p:tagLst xmlns:a="http://schemas.openxmlformats.org/drawingml/2006/main" xmlns:r="http://schemas.openxmlformats.org/officeDocument/2006/relationships" xmlns:p="http://schemas.openxmlformats.org/presentationml/2006/main">
  <p:tag name="BULLETS" val="true"/>
</p:tagLst>
</file>

<file path=ppt/tags/tag39.xml><?xml version="1.0" encoding="utf-8"?>
<p:tagLst xmlns:a="http://schemas.openxmlformats.org/drawingml/2006/main" xmlns:r="http://schemas.openxmlformats.org/officeDocument/2006/relationships" xmlns:p="http://schemas.openxmlformats.org/presentationml/2006/main">
  <p:tag name="BULLETS" val="true"/>
</p:tagLst>
</file>

<file path=ppt/tags/tag40.xml><?xml version="1.0" encoding="utf-8"?>
<p:tagLst xmlns:a="http://schemas.openxmlformats.org/drawingml/2006/main" xmlns:r="http://schemas.openxmlformats.org/officeDocument/2006/relationships" xmlns:p="http://schemas.openxmlformats.org/presentationml/2006/main">
  <p:tag name="BULLETS" val="true"/>
</p:tagLst>
</file>

<file path=ppt/tags/tag41.xml><?xml version="1.0" encoding="utf-8"?>
<p:tagLst xmlns:a="http://schemas.openxmlformats.org/drawingml/2006/main" xmlns:r="http://schemas.openxmlformats.org/officeDocument/2006/relationships" xmlns:p="http://schemas.openxmlformats.org/presentationml/2006/main">
  <p:tag name="BULLETS" val="true"/>
</p:tagLst>
</file>

<file path=ppt/tags/tag42.xml><?xml version="1.0" encoding="utf-8"?>
<p:tagLst xmlns:a="http://schemas.openxmlformats.org/drawingml/2006/main" xmlns:r="http://schemas.openxmlformats.org/officeDocument/2006/relationships" xmlns:p="http://schemas.openxmlformats.org/presentationml/2006/main">
  <p:tag name="BULLETS" val="true"/>
</p:tagLst>
</file>

<file path=ppt/tags/tag43.xml><?xml version="1.0" encoding="utf-8"?>
<p:tagLst xmlns:a="http://schemas.openxmlformats.org/drawingml/2006/main" xmlns:r="http://schemas.openxmlformats.org/officeDocument/2006/relationships" xmlns:p="http://schemas.openxmlformats.org/presentationml/2006/main">
  <p:tag name="BULLETS" val="true"/>
</p:tagLst>
</file>

<file path=ppt/tags/tag44.xml><?xml version="1.0" encoding="utf-8"?>
<p:tagLst xmlns:a="http://schemas.openxmlformats.org/drawingml/2006/main" xmlns:r="http://schemas.openxmlformats.org/officeDocument/2006/relationships" xmlns:p="http://schemas.openxmlformats.org/presentationml/2006/main">
  <p:tag name="EE4P_STRETCH" val="1"/>
</p:tagLst>
</file>

<file path=ppt/tags/tag45.xml><?xml version="1.0" encoding="utf-8"?>
<p:tagLst xmlns:a="http://schemas.openxmlformats.org/drawingml/2006/main" xmlns:r="http://schemas.openxmlformats.org/officeDocument/2006/relationships" xmlns:p="http://schemas.openxmlformats.org/presentationml/2006/main">
  <p:tag name="EE4P_STRETCH" val="1"/>
</p:tagLst>
</file>

<file path=ppt/tags/tag46.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7.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8.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9.xml><?xml version="1.0" encoding="utf-8"?>
<p:tagLst xmlns:a="http://schemas.openxmlformats.org/drawingml/2006/main" xmlns:r="http://schemas.openxmlformats.org/officeDocument/2006/relationships" xmlns:p="http://schemas.openxmlformats.org/presentationml/2006/main">
  <p:tag name="EE4P_TEMPLATESTYLE" val="17"/>
</p:tagLst>
</file>

<file path=ppt/tags/tag50.xml><?xml version="1.0" encoding="utf-8"?>
<p:tagLst xmlns:a="http://schemas.openxmlformats.org/drawingml/2006/main" xmlns:r="http://schemas.openxmlformats.org/officeDocument/2006/relationships" xmlns:p="http://schemas.openxmlformats.org/presentationml/2006/main">
  <p:tag name="EE4P_TEMPLATESTYLE" val="17"/>
</p:tagLst>
</file>

<file path=ppt/tags/tag51.xml><?xml version="1.0" encoding="utf-8"?>
<p:tagLst xmlns:a="http://schemas.openxmlformats.org/drawingml/2006/main" xmlns:r="http://schemas.openxmlformats.org/officeDocument/2006/relationships" xmlns:p="http://schemas.openxmlformats.org/presentationml/2006/main">
  <p:tag name="EE4P_TEMPLATESTYLE" val="17"/>
</p:tagLst>
</file>

<file path=ppt/tags/tag52.xml><?xml version="1.0" encoding="utf-8"?>
<p:tagLst xmlns:a="http://schemas.openxmlformats.org/drawingml/2006/main" xmlns:r="http://schemas.openxmlformats.org/officeDocument/2006/relationships" xmlns:p="http://schemas.openxmlformats.org/presentationml/2006/main">
  <p:tag name="EE4P_TEMPLATESTYLE" val="17"/>
</p:tagLst>
</file>

<file path=ppt/tags/tag53.xml><?xml version="1.0" encoding="utf-8"?>
<p:tagLst xmlns:a="http://schemas.openxmlformats.org/drawingml/2006/main" xmlns:r="http://schemas.openxmlformats.org/officeDocument/2006/relationships" xmlns:p="http://schemas.openxmlformats.org/presentationml/2006/main">
  <p:tag name="EE4P_TEMPLATESTYLE" val="18"/>
</p:tagLst>
</file>

<file path=ppt/tags/tag54.xml><?xml version="1.0" encoding="utf-8"?>
<p:tagLst xmlns:a="http://schemas.openxmlformats.org/drawingml/2006/main" xmlns:r="http://schemas.openxmlformats.org/officeDocument/2006/relationships" xmlns:p="http://schemas.openxmlformats.org/presentationml/2006/main">
  <p:tag name="EE4P_TEMPLATESTYLE" val="17"/>
</p:tagLst>
</file>

<file path=ppt/tags/tag55.xml><?xml version="1.0" encoding="utf-8"?>
<p:tagLst xmlns:a="http://schemas.openxmlformats.org/drawingml/2006/main" xmlns:r="http://schemas.openxmlformats.org/officeDocument/2006/relationships" xmlns:p="http://schemas.openxmlformats.org/presentationml/2006/main">
  <p:tag name="EE4P_TEMPLATESTYLE" val="17"/>
</p:tagLst>
</file>

<file path=ppt/tags/tag56.xml><?xml version="1.0" encoding="utf-8"?>
<p:tagLst xmlns:a="http://schemas.openxmlformats.org/drawingml/2006/main" xmlns:r="http://schemas.openxmlformats.org/officeDocument/2006/relationships" xmlns:p="http://schemas.openxmlformats.org/presentationml/2006/main">
  <p:tag name="EE4P_TEMPLATESTYLE" val="17"/>
</p:tagLst>
</file>

<file path=ppt/tags/tag57.xml><?xml version="1.0" encoding="utf-8"?>
<p:tagLst xmlns:a="http://schemas.openxmlformats.org/drawingml/2006/main" xmlns:r="http://schemas.openxmlformats.org/officeDocument/2006/relationships" xmlns:p="http://schemas.openxmlformats.org/presentationml/2006/main">
  <p:tag name="EE4P_TEMPLATESTYLE" val="17"/>
</p:tagLst>
</file>

<file path=ppt/tags/tag58.xml><?xml version="1.0" encoding="utf-8"?>
<p:tagLst xmlns:a="http://schemas.openxmlformats.org/drawingml/2006/main" xmlns:r="http://schemas.openxmlformats.org/officeDocument/2006/relationships" xmlns:p="http://schemas.openxmlformats.org/presentationml/2006/main">
  <p:tag name="EE4P_TEMPLATESTYLE" val="17"/>
</p:tagLst>
</file>

<file path=ppt/tags/tag59.xml><?xml version="1.0" encoding="utf-8"?>
<p:tagLst xmlns:a="http://schemas.openxmlformats.org/drawingml/2006/main" xmlns:r="http://schemas.openxmlformats.org/officeDocument/2006/relationships" xmlns:p="http://schemas.openxmlformats.org/presentationml/2006/main">
  <p:tag name="EE4P_TEMPLATESTYLE" val="17"/>
</p:tagLst>
</file>

<file path=ppt/tags/tag60.xml><?xml version="1.0" encoding="utf-8"?>
<p:tagLst xmlns:a="http://schemas.openxmlformats.org/drawingml/2006/main" xmlns:r="http://schemas.openxmlformats.org/officeDocument/2006/relationships" xmlns:p="http://schemas.openxmlformats.org/presentationml/2006/main">
  <p:tag name="EE4P_TEMPLATESTYLE" val="17"/>
</p:tagLst>
</file>

<file path=ppt/tags/tag61.xml><?xml version="1.0" encoding="utf-8"?>
<p:tagLst xmlns:a="http://schemas.openxmlformats.org/drawingml/2006/main" xmlns:r="http://schemas.openxmlformats.org/officeDocument/2006/relationships" xmlns:p="http://schemas.openxmlformats.org/presentationml/2006/main">
  <p:tag name="EE4P_TEMPLATESTYLE" val="18"/>
</p:tagLst>
</file>

<file path=ppt/tags/tag62.xml><?xml version="1.0" encoding="utf-8"?>
<p:tagLst xmlns:a="http://schemas.openxmlformats.org/drawingml/2006/main" xmlns:r="http://schemas.openxmlformats.org/officeDocument/2006/relationships" xmlns:p="http://schemas.openxmlformats.org/presentationml/2006/main">
  <p:tag name="EE4P_TEMPLATESTYLE" val="17"/>
</p:tagLst>
</file>

<file path=ppt/tags/tag63.xml><?xml version="1.0" encoding="utf-8"?>
<p:tagLst xmlns:a="http://schemas.openxmlformats.org/drawingml/2006/main" xmlns:r="http://schemas.openxmlformats.org/officeDocument/2006/relationships" xmlns:p="http://schemas.openxmlformats.org/presentationml/2006/main">
  <p:tag name="EE4P_TEMPLATESTYLE" val="17"/>
</p:tagLst>
</file>

<file path=ppt/tags/tag64.xml><?xml version="1.0" encoding="utf-8"?>
<p:tagLst xmlns:a="http://schemas.openxmlformats.org/drawingml/2006/main" xmlns:r="http://schemas.openxmlformats.org/officeDocument/2006/relationships" xmlns:p="http://schemas.openxmlformats.org/presentationml/2006/main">
  <p:tag name="EE4P_TEMPLATESTYLE" val="17"/>
</p:tagLst>
</file>

<file path=ppt/tags/tag65.xml><?xml version="1.0" encoding="utf-8"?>
<p:tagLst xmlns:a="http://schemas.openxmlformats.org/drawingml/2006/main" xmlns:r="http://schemas.openxmlformats.org/officeDocument/2006/relationships" xmlns:p="http://schemas.openxmlformats.org/presentationml/2006/main">
  <p:tag name="EE4P_TEMPLATESTYLE" val="17"/>
</p:tagLst>
</file>

<file path=ppt/tags/tag66.xml><?xml version="1.0" encoding="utf-8"?>
<p:tagLst xmlns:a="http://schemas.openxmlformats.org/drawingml/2006/main" xmlns:r="http://schemas.openxmlformats.org/officeDocument/2006/relationships" xmlns:p="http://schemas.openxmlformats.org/presentationml/2006/main">
  <p:tag name="EE4P_TEMPLATESTYLE" val="17"/>
</p:tagLst>
</file>

<file path=ppt/tags/tag67.xml><?xml version="1.0" encoding="utf-8"?>
<p:tagLst xmlns:a="http://schemas.openxmlformats.org/drawingml/2006/main" xmlns:r="http://schemas.openxmlformats.org/officeDocument/2006/relationships" xmlns:p="http://schemas.openxmlformats.org/presentationml/2006/main">
  <p:tag name="EE4P_TEMPLATESTYLE" val="18"/>
</p:tagLst>
</file>

<file path=ppt/tags/tag68.xml><?xml version="1.0" encoding="utf-8"?>
<p:tagLst xmlns:a="http://schemas.openxmlformats.org/drawingml/2006/main" xmlns:r="http://schemas.openxmlformats.org/officeDocument/2006/relationships" xmlns:p="http://schemas.openxmlformats.org/presentationml/2006/main">
  <p:tag name="EE4P_TEMPLATESTYLE" val="17"/>
</p:tagLst>
</file>

<file path=ppt/tags/tag69.xml><?xml version="1.0" encoding="utf-8"?>
<p:tagLst xmlns:a="http://schemas.openxmlformats.org/drawingml/2006/main" xmlns:r="http://schemas.openxmlformats.org/officeDocument/2006/relationships" xmlns:p="http://schemas.openxmlformats.org/presentationml/2006/main">
  <p:tag name="EE4P_TEMPLATESTYLE" val="17"/>
</p:tagLst>
</file>

<file path=ppt/tags/tag70.xml><?xml version="1.0" encoding="utf-8"?>
<p:tagLst xmlns:a="http://schemas.openxmlformats.org/drawingml/2006/main" xmlns:r="http://schemas.openxmlformats.org/officeDocument/2006/relationships" xmlns:p="http://schemas.openxmlformats.org/presentationml/2006/main">
  <p:tag name="EE4P_TEMPLATESTYLE" val="17"/>
</p:tagLst>
</file>

<file path=ppt/tags/tag71.xml><?xml version="1.0" encoding="utf-8"?>
<p:tagLst xmlns:a="http://schemas.openxmlformats.org/drawingml/2006/main" xmlns:r="http://schemas.openxmlformats.org/officeDocument/2006/relationships" xmlns:p="http://schemas.openxmlformats.org/presentationml/2006/main">
  <p:tag name="EE4P_TEMPLATESTYLE" val="17"/>
</p:tagLst>
</file>

<file path=ppt/tags/tag72.xml><?xml version="1.0" encoding="utf-8"?>
<p:tagLst xmlns:a="http://schemas.openxmlformats.org/drawingml/2006/main" xmlns:r="http://schemas.openxmlformats.org/officeDocument/2006/relationships" xmlns:p="http://schemas.openxmlformats.org/presentationml/2006/main">
  <p:tag name="EE4P_TEMPLATESTYLE" val="17"/>
</p:tagLst>
</file>

<file path=ppt/tags/tag73.xml><?xml version="1.0" encoding="utf-8"?>
<p:tagLst xmlns:a="http://schemas.openxmlformats.org/drawingml/2006/main" xmlns:r="http://schemas.openxmlformats.org/officeDocument/2006/relationships" xmlns:p="http://schemas.openxmlformats.org/presentationml/2006/main">
  <p:tag name="EE4P_TEMPLATESTYLE" val="17"/>
</p:tagLst>
</file>

<file path=ppt/tags/tag74.xml><?xml version="1.0" encoding="utf-8"?>
<p:tagLst xmlns:a="http://schemas.openxmlformats.org/drawingml/2006/main" xmlns:r="http://schemas.openxmlformats.org/officeDocument/2006/relationships" xmlns:p="http://schemas.openxmlformats.org/presentationml/2006/main">
  <p:tag name="EE4P_TEMPLATESTYLE" val="18"/>
</p:tagLst>
</file>

<file path=ppt/tags/tag75.xml><?xml version="1.0" encoding="utf-8"?>
<p:tagLst xmlns:a="http://schemas.openxmlformats.org/drawingml/2006/main" xmlns:r="http://schemas.openxmlformats.org/officeDocument/2006/relationships" xmlns:p="http://schemas.openxmlformats.org/presentationml/2006/main">
  <p:tag name="EE4P_TEMPLATESTYLE" val="17"/>
</p:tagLst>
</file>

<file path=ppt/tags/tag76.xml><?xml version="1.0" encoding="utf-8"?>
<p:tagLst xmlns:a="http://schemas.openxmlformats.org/drawingml/2006/main" xmlns:r="http://schemas.openxmlformats.org/officeDocument/2006/relationships" xmlns:p="http://schemas.openxmlformats.org/presentationml/2006/main">
  <p:tag name="EE4P_TEMPLATESTYLE" val="17"/>
</p:tagLst>
</file>

<file path=ppt/tags/tag77.xml><?xml version="1.0" encoding="utf-8"?>
<p:tagLst xmlns:a="http://schemas.openxmlformats.org/drawingml/2006/main" xmlns:r="http://schemas.openxmlformats.org/officeDocument/2006/relationships" xmlns:p="http://schemas.openxmlformats.org/presentationml/2006/main">
  <p:tag name="EE4P_TEMPLATESTYLE" val="17"/>
</p:tagLst>
</file>

<file path=ppt/tags/tag78.xml><?xml version="1.0" encoding="utf-8"?>
<p:tagLst xmlns:a="http://schemas.openxmlformats.org/drawingml/2006/main" xmlns:r="http://schemas.openxmlformats.org/officeDocument/2006/relationships" xmlns:p="http://schemas.openxmlformats.org/presentationml/2006/main">
  <p:tag name="EE4P_TEMPLATESTYLE" val="17"/>
</p:tagLst>
</file>

<file path=ppt/tags/tag79.xml><?xml version="1.0" encoding="utf-8"?>
<p:tagLst xmlns:a="http://schemas.openxmlformats.org/drawingml/2006/main" xmlns:r="http://schemas.openxmlformats.org/officeDocument/2006/relationships" xmlns:p="http://schemas.openxmlformats.org/presentationml/2006/main">
  <p:tag name="EE4P_TEMPLATESTYLE" val="18"/>
</p:tagLst>
</file>

<file path=ppt/tags/tag80.xml><?xml version="1.0" encoding="utf-8"?>
<p:tagLst xmlns:a="http://schemas.openxmlformats.org/drawingml/2006/main" xmlns:r="http://schemas.openxmlformats.org/officeDocument/2006/relationships" xmlns:p="http://schemas.openxmlformats.org/presentationml/2006/main">
  <p:tag name="EE4P_TEMPLATESTYLE" val="17"/>
</p:tagLst>
</file>

<file path=ppt/tags/tag81.xml><?xml version="1.0" encoding="utf-8"?>
<p:tagLst xmlns:a="http://schemas.openxmlformats.org/drawingml/2006/main" xmlns:r="http://schemas.openxmlformats.org/officeDocument/2006/relationships" xmlns:p="http://schemas.openxmlformats.org/presentationml/2006/main">
  <p:tag name="EE4P_TEMPLATESTYLE" val="18"/>
</p:tagLst>
</file>

<file path=ppt/tags/tag82.xml><?xml version="1.0" encoding="utf-8"?>
<p:tagLst xmlns:a="http://schemas.openxmlformats.org/drawingml/2006/main" xmlns:r="http://schemas.openxmlformats.org/officeDocument/2006/relationships" xmlns:p="http://schemas.openxmlformats.org/presentationml/2006/main">
  <p:tag name="EE4P_TEMPLATESTYLE" val="17"/>
</p:tagLst>
</file>

<file path=ppt/tags/tag83.xml><?xml version="1.0" encoding="utf-8"?>
<p:tagLst xmlns:a="http://schemas.openxmlformats.org/drawingml/2006/main" xmlns:r="http://schemas.openxmlformats.org/officeDocument/2006/relationships" xmlns:p="http://schemas.openxmlformats.org/presentationml/2006/main">
  <p:tag name="EE4P_TEMPLATESTYLE" val="17"/>
</p:tagLst>
</file>

<file path=ppt/tags/tag84.xml><?xml version="1.0" encoding="utf-8"?>
<p:tagLst xmlns:a="http://schemas.openxmlformats.org/drawingml/2006/main" xmlns:r="http://schemas.openxmlformats.org/officeDocument/2006/relationships" xmlns:p="http://schemas.openxmlformats.org/presentationml/2006/main">
  <p:tag name="EE4P_TEMPLATESTYLE" val="17"/>
</p:tagLst>
</file>

<file path=ppt/tags/tag85.xml><?xml version="1.0" encoding="utf-8"?>
<p:tagLst xmlns:a="http://schemas.openxmlformats.org/drawingml/2006/main" xmlns:r="http://schemas.openxmlformats.org/officeDocument/2006/relationships" xmlns:p="http://schemas.openxmlformats.org/presentationml/2006/main">
  <p:tag name="EE4P_STRETCH" val="1"/>
</p:tagLst>
</file>

<file path=ppt/tags/tag86.xml><?xml version="1.0" encoding="utf-8"?>
<p:tagLst xmlns:a="http://schemas.openxmlformats.org/drawingml/2006/main" xmlns:r="http://schemas.openxmlformats.org/officeDocument/2006/relationships" xmlns:p="http://schemas.openxmlformats.org/presentationml/2006/main">
  <p:tag name="EE4P_COMMENT" val="CommentGreenS"/>
</p:tagLst>
</file>

<file path=ppt/tags/tag87.xml><?xml version="1.0" encoding="utf-8"?>
<p:tagLst xmlns:a="http://schemas.openxmlformats.org/drawingml/2006/main" xmlns:r="http://schemas.openxmlformats.org/officeDocument/2006/relationships" xmlns:p="http://schemas.openxmlformats.org/presentationml/2006/main">
  <p:tag name="EE4P_COMMENT" val="CommentGreenS"/>
</p:tagLst>
</file>

<file path=ppt/theme/theme1.xml><?xml version="1.0" encoding="utf-8"?>
<a:theme xmlns:a="http://schemas.openxmlformats.org/drawingml/2006/main" name="Capgemini_Bright_2025">
  <a:themeElements>
    <a:clrScheme name="Capgemini Bright 2026">
      <a:dk1>
        <a:srgbClr val="000000"/>
      </a:dk1>
      <a:lt1>
        <a:srgbClr val="FFFFFF"/>
      </a:lt1>
      <a:dk2>
        <a:srgbClr val="0058AB"/>
      </a:dk2>
      <a:lt2>
        <a:srgbClr val="FFFFFF"/>
      </a:lt2>
      <a:accent1>
        <a:srgbClr val="0058AB"/>
      </a:accent1>
      <a:accent2>
        <a:srgbClr val="1DB8F2"/>
      </a:accent2>
      <a:accent3>
        <a:srgbClr val="121A38"/>
      </a:accent3>
      <a:accent4>
        <a:srgbClr val="00828E"/>
      </a:accent4>
      <a:accent5>
        <a:srgbClr val="BE4D00"/>
      </a:accent5>
      <a:accent6>
        <a:srgbClr val="8F3237"/>
      </a:accent6>
      <a:hlink>
        <a:srgbClr val="0058AB"/>
      </a:hlink>
      <a:folHlink>
        <a:srgbClr val="1DB8F2"/>
      </a:folHlink>
    </a:clrScheme>
    <a:fontScheme name="Capgemini 2024">
      <a:majorFont>
        <a:latin typeface="Ubuntu Medium"/>
        <a:ea typeface=""/>
        <a:cs typeface=""/>
      </a:majorFont>
      <a:minorFont>
        <a:latin typeface="Ubuntu"/>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w="9525">
          <a:noFill/>
          <a:prstDash val="solid"/>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sz="1400" dirty="0" err="1">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bg1">
              <a:lumMod val="65000"/>
            </a:schemeClr>
          </a:solidFill>
        </a:ln>
      </a:spPr>
      <a:bodyPr/>
      <a:lstStyle/>
      <a:style>
        <a:lnRef idx="1">
          <a:schemeClr val="accent1"/>
        </a:lnRef>
        <a:fillRef idx="0">
          <a:schemeClr val="accent1"/>
        </a:fillRef>
        <a:effectRef idx="0">
          <a:schemeClr val="accent1"/>
        </a:effectRef>
        <a:fontRef idx="minor">
          <a:schemeClr val="tx1"/>
        </a:fontRef>
      </a:style>
    </a:lnDef>
    <a:txDef>
      <a:spPr>
        <a:noFill/>
      </a:spPr>
      <a:bodyPr vert="horz" wrap="square" lIns="90000" tIns="46800" rIns="90000" bIns="46800" rtlCol="0" anchor="ctr">
        <a:spAutoFit/>
      </a:bodyPr>
      <a:lstStyle>
        <a:defPPr algn="l">
          <a:spcBef>
            <a:spcPct val="0"/>
          </a:spcBef>
          <a:defRPr sz="1400" dirty="0" err="1" smtClean="0"/>
        </a:defPPr>
      </a:lstStyle>
    </a:txDef>
  </a:objectDefaults>
  <a:extraClrSchemeLst/>
  <a:custClrLst>
    <a:custClr name="Turquoise">
      <a:srgbClr val="00D5D0"/>
    </a:custClr>
    <a:custClr name="Yellow">
      <a:srgbClr val="FEB100"/>
    </a:custClr>
    <a:custClr name="Orange">
      <a:srgbClr val="FF816E"/>
    </a:custClr>
    <a:custClr name="Lilac">
      <a:srgbClr val="D4D3F1"/>
    </a:custClr>
    <a:custClr name="Teal">
      <a:srgbClr val="00828E"/>
    </a:custClr>
    <a:custClr name="Terracotta">
      <a:srgbClr val="BE4D00"/>
    </a:custClr>
    <a:custClr name="Deep Red">
      <a:srgbClr val="8F3237"/>
    </a:custClr>
    <a:custClr name="Purple">
      <a:srgbClr val="71609E"/>
    </a:custClr>
  </a:custClrLst>
  <a:extLst>
    <a:ext uri="{05A4C25C-085E-4340-85A3-A5531E510DB2}">
      <thm15:themeFamily xmlns:thm15="http://schemas.microsoft.com/office/thememl/2012/main" name="Capgemini_PPT-template_Master_February-02-2026" id="{643CFCD9-5D42-47EC-8CC7-8D856D17DCD2}" vid="{146F7EC5-EAD0-403A-8A34-B166E4CB0DEC}"/>
    </a:ext>
  </a:extLst>
</a:theme>
</file>

<file path=ppt/theme/theme2.xml><?xml version="1.0" encoding="utf-8"?>
<a:theme xmlns:a="http://schemas.openxmlformats.org/drawingml/2006/main" name="Capgemini_Blue_2025">
  <a:themeElements>
    <a:clrScheme name="Custom 1">
      <a:dk1>
        <a:sysClr val="windowText" lastClr="000000"/>
      </a:dk1>
      <a:lt1>
        <a:srgbClr val="FFFFFF"/>
      </a:lt1>
      <a:dk2>
        <a:srgbClr val="0058AB"/>
      </a:dk2>
      <a:lt2>
        <a:srgbClr val="FFFFFF"/>
      </a:lt2>
      <a:accent1>
        <a:srgbClr val="121A38"/>
      </a:accent1>
      <a:accent2>
        <a:srgbClr val="1DB8F2"/>
      </a:accent2>
      <a:accent3>
        <a:srgbClr val="D4D3F1"/>
      </a:accent3>
      <a:accent4>
        <a:srgbClr val="00D5D0"/>
      </a:accent4>
      <a:accent5>
        <a:srgbClr val="FEB100"/>
      </a:accent5>
      <a:accent6>
        <a:srgbClr val="FF816E"/>
      </a:accent6>
      <a:hlink>
        <a:srgbClr val="1DB8F2"/>
      </a:hlink>
      <a:folHlink>
        <a:srgbClr val="77D3F7"/>
      </a:folHlink>
    </a:clrScheme>
    <a:fontScheme name="Capgemini 2024">
      <a:majorFont>
        <a:latin typeface="Ubuntu Medium"/>
        <a:ea typeface=""/>
        <a:cs typeface=""/>
      </a:majorFont>
      <a:minorFont>
        <a:latin typeface="Ubuntu"/>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w="9525">
          <a:noFill/>
          <a:prstDash val="solid"/>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sz="1400" dirty="0" err="1">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bg1">
              <a:lumMod val="65000"/>
            </a:schemeClr>
          </a:solidFill>
        </a:ln>
      </a:spPr>
      <a:bodyPr/>
      <a:lstStyle/>
      <a:style>
        <a:lnRef idx="1">
          <a:schemeClr val="accent1"/>
        </a:lnRef>
        <a:fillRef idx="0">
          <a:schemeClr val="accent1"/>
        </a:fillRef>
        <a:effectRef idx="0">
          <a:schemeClr val="accent1"/>
        </a:effectRef>
        <a:fontRef idx="minor">
          <a:schemeClr val="tx1"/>
        </a:fontRef>
      </a:style>
    </a:lnDef>
    <a:txDef>
      <a:spPr>
        <a:noFill/>
      </a:spPr>
      <a:bodyPr vert="horz" wrap="square" lIns="90000" tIns="46800" rIns="90000" bIns="46800" rtlCol="0" anchor="ctr">
        <a:spAutoFit/>
      </a:bodyPr>
      <a:lstStyle>
        <a:defPPr algn="l">
          <a:spcBef>
            <a:spcPct val="0"/>
          </a:spcBef>
          <a:defRPr sz="1400" dirty="0" err="1" smtClean="0">
            <a:solidFill>
              <a:schemeClr val="bg1"/>
            </a:solidFill>
          </a:defRPr>
        </a:defPPr>
      </a:lstStyle>
    </a:txDef>
  </a:objectDefaults>
  <a:extraClrSchemeLst/>
  <a:custClrLst>
    <a:custClr name="Turquoise">
      <a:srgbClr val="00D5D0"/>
    </a:custClr>
    <a:custClr name="Yellow">
      <a:srgbClr val="FEB100"/>
    </a:custClr>
    <a:custClr name="Orange">
      <a:srgbClr val="FF816E"/>
    </a:custClr>
    <a:custClr name="Lilac">
      <a:srgbClr val="D4D3F1"/>
    </a:custClr>
    <a:custClr name="Teal">
      <a:srgbClr val="00828E"/>
    </a:custClr>
    <a:custClr name="Terracotta">
      <a:srgbClr val="BE4D00"/>
    </a:custClr>
    <a:custClr name="Deep Red">
      <a:srgbClr val="8F3237"/>
    </a:custClr>
    <a:custClr name="Purple">
      <a:srgbClr val="71609E"/>
    </a:custClr>
  </a:custClrLst>
  <a:extLst>
    <a:ext uri="{05A4C25C-085E-4340-85A3-A5531E510DB2}">
      <thm15:themeFamily xmlns:thm15="http://schemas.microsoft.com/office/thememl/2012/main" name="Capgemini_PPT-template_Master_February-02-2026" id="{643CFCD9-5D42-47EC-8CC7-8D856D17DCD2}" vid="{472AF13B-0F0F-441F-930B-60595BAFC66B}"/>
    </a:ext>
  </a:extLst>
</a:theme>
</file>

<file path=ppt/theme/theme3.xml><?xml version="1.0" encoding="utf-8"?>
<a:theme xmlns:a="http://schemas.openxmlformats.org/drawingml/2006/main" name="Capgemini_Dark_2025">
  <a:themeElements>
    <a:clrScheme name="Capgemini Dark 2026">
      <a:dk1>
        <a:sysClr val="windowText" lastClr="000000"/>
      </a:dk1>
      <a:lt1>
        <a:srgbClr val="FFFFFF"/>
      </a:lt1>
      <a:dk2>
        <a:srgbClr val="121A38"/>
      </a:dk2>
      <a:lt2>
        <a:srgbClr val="FFFFFF"/>
      </a:lt2>
      <a:accent1>
        <a:srgbClr val="0058AB"/>
      </a:accent1>
      <a:accent2>
        <a:srgbClr val="1DB8F2"/>
      </a:accent2>
      <a:accent3>
        <a:srgbClr val="D4D3F1"/>
      </a:accent3>
      <a:accent4>
        <a:srgbClr val="00D5D0"/>
      </a:accent4>
      <a:accent5>
        <a:srgbClr val="FEB100"/>
      </a:accent5>
      <a:accent6>
        <a:srgbClr val="FF816E"/>
      </a:accent6>
      <a:hlink>
        <a:srgbClr val="1DB8F2"/>
      </a:hlink>
      <a:folHlink>
        <a:srgbClr val="77D3F7"/>
      </a:folHlink>
    </a:clrScheme>
    <a:fontScheme name="Capgemini 2024">
      <a:majorFont>
        <a:latin typeface="Ubuntu Medium"/>
        <a:ea typeface=""/>
        <a:cs typeface=""/>
      </a:majorFont>
      <a:minorFont>
        <a:latin typeface="Ubuntu"/>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w="9525">
          <a:noFill/>
          <a:prstDash val="solid"/>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sz="1400" dirty="0" err="1">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bg1">
              <a:lumMod val="65000"/>
            </a:schemeClr>
          </a:solidFill>
        </a:ln>
      </a:spPr>
      <a:bodyPr/>
      <a:lstStyle/>
      <a:style>
        <a:lnRef idx="1">
          <a:schemeClr val="accent1"/>
        </a:lnRef>
        <a:fillRef idx="0">
          <a:schemeClr val="accent1"/>
        </a:fillRef>
        <a:effectRef idx="0">
          <a:schemeClr val="accent1"/>
        </a:effectRef>
        <a:fontRef idx="minor">
          <a:schemeClr val="tx1"/>
        </a:fontRef>
      </a:style>
    </a:lnDef>
    <a:txDef>
      <a:spPr>
        <a:noFill/>
      </a:spPr>
      <a:bodyPr vert="horz" wrap="square" lIns="90000" tIns="46800" rIns="90000" bIns="46800" rtlCol="0" anchor="ctr">
        <a:spAutoFit/>
      </a:bodyPr>
      <a:lstStyle>
        <a:defPPr algn="l">
          <a:spcBef>
            <a:spcPct val="0"/>
          </a:spcBef>
          <a:defRPr sz="1400" dirty="0" err="1" smtClean="0">
            <a:solidFill>
              <a:schemeClr val="bg1"/>
            </a:solidFill>
          </a:defRPr>
        </a:defPPr>
      </a:lstStyle>
    </a:txDef>
  </a:objectDefaults>
  <a:extraClrSchemeLst/>
  <a:custClrLst>
    <a:custClr name="Turquoise">
      <a:srgbClr val="00D5D0"/>
    </a:custClr>
    <a:custClr name="Yellow">
      <a:srgbClr val="FEB100"/>
    </a:custClr>
    <a:custClr name="Orange">
      <a:srgbClr val="FF816E"/>
    </a:custClr>
    <a:custClr name="Lilac">
      <a:srgbClr val="D4D3F1"/>
    </a:custClr>
    <a:custClr name="Teal">
      <a:srgbClr val="00828E"/>
    </a:custClr>
    <a:custClr name="Terracotta">
      <a:srgbClr val="BE4D00"/>
    </a:custClr>
    <a:custClr name="Deep Red">
      <a:srgbClr val="8F3237"/>
    </a:custClr>
    <a:custClr name="Purple">
      <a:srgbClr val="71609E"/>
    </a:custClr>
  </a:custClrLst>
  <a:extLst>
    <a:ext uri="{05A4C25C-085E-4340-85A3-A5531E510DB2}">
      <thm15:themeFamily xmlns:thm15="http://schemas.microsoft.com/office/thememl/2012/main" name="Capgemini_PPT-template_Master_February-02-2026" id="{643CFCD9-5D42-47EC-8CC7-8D856D17DCD2}" vid="{961BB501-3E1D-4AE4-8E2F-17AD598B66F8}"/>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Override1.xml><?xml version="1.0" encoding="utf-8"?>
<a:themeOverride xmlns:a="http://schemas.openxmlformats.org/drawingml/2006/main">
  <a:clrScheme name="Capgemini 2026">
    <a:dk1>
      <a:srgbClr val="000000"/>
    </a:dk1>
    <a:lt1>
      <a:srgbClr val="FFFFFF"/>
    </a:lt1>
    <a:dk2>
      <a:srgbClr val="121A38"/>
    </a:dk2>
    <a:lt2>
      <a:srgbClr val="FFFFFF"/>
    </a:lt2>
    <a:accent1>
      <a:srgbClr val="121A38"/>
    </a:accent1>
    <a:accent2>
      <a:srgbClr val="0058AB"/>
    </a:accent2>
    <a:accent3>
      <a:srgbClr val="1DB7F3"/>
    </a:accent3>
    <a:accent4>
      <a:srgbClr val="00D5D0"/>
    </a:accent4>
    <a:accent5>
      <a:srgbClr val="00828E"/>
    </a:accent5>
    <a:accent6>
      <a:srgbClr val="BD4C00"/>
    </a:accent6>
    <a:hlink>
      <a:srgbClr val="1BB6F2"/>
    </a:hlink>
    <a:folHlink>
      <a:srgbClr val="0257AA"/>
    </a:folHlink>
  </a:clrScheme>
  <a:fontScheme name="Capgemini 2021">
    <a:majorFont>
      <a:latin typeface="Ubuntu Medium"/>
      <a:ea typeface=""/>
      <a:cs typeface=""/>
    </a:majorFont>
    <a:minorFont>
      <a:latin typeface="Ubuntu"/>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Capgemini 2026">
    <a:dk1>
      <a:srgbClr val="000000"/>
    </a:dk1>
    <a:lt1>
      <a:srgbClr val="FFFFFF"/>
    </a:lt1>
    <a:dk2>
      <a:srgbClr val="121A38"/>
    </a:dk2>
    <a:lt2>
      <a:srgbClr val="FFFFFF"/>
    </a:lt2>
    <a:accent1>
      <a:srgbClr val="121A38"/>
    </a:accent1>
    <a:accent2>
      <a:srgbClr val="0058AB"/>
    </a:accent2>
    <a:accent3>
      <a:srgbClr val="1DB7F3"/>
    </a:accent3>
    <a:accent4>
      <a:srgbClr val="00D5D0"/>
    </a:accent4>
    <a:accent5>
      <a:srgbClr val="00828E"/>
    </a:accent5>
    <a:accent6>
      <a:srgbClr val="BD4C00"/>
    </a:accent6>
    <a:hlink>
      <a:srgbClr val="1BB6F2"/>
    </a:hlink>
    <a:folHlink>
      <a:srgbClr val="0257AA"/>
    </a:folHlink>
  </a:clrScheme>
  <a:fontScheme name="Capgemini 2021">
    <a:majorFont>
      <a:latin typeface="Ubuntu Medium"/>
      <a:ea typeface=""/>
      <a:cs typeface=""/>
    </a:majorFont>
    <a:minorFont>
      <a:latin typeface="Ubuntu"/>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Capgemini 2026">
    <a:dk1>
      <a:srgbClr val="000000"/>
    </a:dk1>
    <a:lt1>
      <a:srgbClr val="FFFFFF"/>
    </a:lt1>
    <a:dk2>
      <a:srgbClr val="121A38"/>
    </a:dk2>
    <a:lt2>
      <a:srgbClr val="FFFFFF"/>
    </a:lt2>
    <a:accent1>
      <a:srgbClr val="121A38"/>
    </a:accent1>
    <a:accent2>
      <a:srgbClr val="0058AB"/>
    </a:accent2>
    <a:accent3>
      <a:srgbClr val="1DB7F3"/>
    </a:accent3>
    <a:accent4>
      <a:srgbClr val="00D5D0"/>
    </a:accent4>
    <a:accent5>
      <a:srgbClr val="00828E"/>
    </a:accent5>
    <a:accent6>
      <a:srgbClr val="BD4C00"/>
    </a:accent6>
    <a:hlink>
      <a:srgbClr val="1BB6F2"/>
    </a:hlink>
    <a:folHlink>
      <a:srgbClr val="0257AA"/>
    </a:folHlink>
  </a:clrScheme>
  <a:fontScheme name="Capgemini 2021">
    <a:majorFont>
      <a:latin typeface="Ubuntu Medium"/>
      <a:ea typeface=""/>
      <a:cs typeface=""/>
    </a:majorFont>
    <a:minorFont>
      <a:latin typeface="Ubuntu"/>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Capgemini 2026">
    <a:dk1>
      <a:srgbClr val="000000"/>
    </a:dk1>
    <a:lt1>
      <a:srgbClr val="FFFFFF"/>
    </a:lt1>
    <a:dk2>
      <a:srgbClr val="121A38"/>
    </a:dk2>
    <a:lt2>
      <a:srgbClr val="FFFFFF"/>
    </a:lt2>
    <a:accent1>
      <a:srgbClr val="121A38"/>
    </a:accent1>
    <a:accent2>
      <a:srgbClr val="0058AB"/>
    </a:accent2>
    <a:accent3>
      <a:srgbClr val="1DB7F3"/>
    </a:accent3>
    <a:accent4>
      <a:srgbClr val="00D5D0"/>
    </a:accent4>
    <a:accent5>
      <a:srgbClr val="00828E"/>
    </a:accent5>
    <a:accent6>
      <a:srgbClr val="BD4C00"/>
    </a:accent6>
    <a:hlink>
      <a:srgbClr val="1BB6F2"/>
    </a:hlink>
    <a:folHlink>
      <a:srgbClr val="0257AA"/>
    </a:folHlink>
  </a:clrScheme>
  <a:fontScheme name="Capgemini 2021">
    <a:majorFont>
      <a:latin typeface="Ubuntu Medium"/>
      <a:ea typeface=""/>
      <a:cs typeface=""/>
    </a:majorFont>
    <a:minorFont>
      <a:latin typeface="Ubuntu"/>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Capgemini 2026">
    <a:dk1>
      <a:srgbClr val="000000"/>
    </a:dk1>
    <a:lt1>
      <a:srgbClr val="FFFFFF"/>
    </a:lt1>
    <a:dk2>
      <a:srgbClr val="121A38"/>
    </a:dk2>
    <a:lt2>
      <a:srgbClr val="FFFFFF"/>
    </a:lt2>
    <a:accent1>
      <a:srgbClr val="121A38"/>
    </a:accent1>
    <a:accent2>
      <a:srgbClr val="0058AB"/>
    </a:accent2>
    <a:accent3>
      <a:srgbClr val="1DB7F3"/>
    </a:accent3>
    <a:accent4>
      <a:srgbClr val="00D5D0"/>
    </a:accent4>
    <a:accent5>
      <a:srgbClr val="00828E"/>
    </a:accent5>
    <a:accent6>
      <a:srgbClr val="BD4C00"/>
    </a:accent6>
    <a:hlink>
      <a:srgbClr val="1BB6F2"/>
    </a:hlink>
    <a:folHlink>
      <a:srgbClr val="0257AA"/>
    </a:folHlink>
  </a:clrScheme>
  <a:fontScheme name="Capgemini 2021">
    <a:majorFont>
      <a:latin typeface="Ubuntu Medium"/>
      <a:ea typeface=""/>
      <a:cs typeface=""/>
    </a:majorFont>
    <a:minorFont>
      <a:latin typeface="Ubuntu"/>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Capgemini 2026">
    <a:dk1>
      <a:srgbClr val="000000"/>
    </a:dk1>
    <a:lt1>
      <a:srgbClr val="FFFFFF"/>
    </a:lt1>
    <a:dk2>
      <a:srgbClr val="121A38"/>
    </a:dk2>
    <a:lt2>
      <a:srgbClr val="FFFFFF"/>
    </a:lt2>
    <a:accent1>
      <a:srgbClr val="121A38"/>
    </a:accent1>
    <a:accent2>
      <a:srgbClr val="0058AB"/>
    </a:accent2>
    <a:accent3>
      <a:srgbClr val="1DB7F3"/>
    </a:accent3>
    <a:accent4>
      <a:srgbClr val="00D5D0"/>
    </a:accent4>
    <a:accent5>
      <a:srgbClr val="00828E"/>
    </a:accent5>
    <a:accent6>
      <a:srgbClr val="BD4C00"/>
    </a:accent6>
    <a:hlink>
      <a:srgbClr val="1BB6F2"/>
    </a:hlink>
    <a:folHlink>
      <a:srgbClr val="0257AA"/>
    </a:folHlink>
  </a:clrScheme>
  <a:fontScheme name="Capgemini 2021">
    <a:majorFont>
      <a:latin typeface="Ubuntu Medium"/>
      <a:ea typeface=""/>
      <a:cs typeface=""/>
    </a:majorFont>
    <a:minorFont>
      <a:latin typeface="Ubuntu"/>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Capgemini 2026">
    <a:dk1>
      <a:srgbClr val="000000"/>
    </a:dk1>
    <a:lt1>
      <a:srgbClr val="FFFFFF"/>
    </a:lt1>
    <a:dk2>
      <a:srgbClr val="121A38"/>
    </a:dk2>
    <a:lt2>
      <a:srgbClr val="FFFFFF"/>
    </a:lt2>
    <a:accent1>
      <a:srgbClr val="121A38"/>
    </a:accent1>
    <a:accent2>
      <a:srgbClr val="0058AB"/>
    </a:accent2>
    <a:accent3>
      <a:srgbClr val="1DB7F3"/>
    </a:accent3>
    <a:accent4>
      <a:srgbClr val="00D5D0"/>
    </a:accent4>
    <a:accent5>
      <a:srgbClr val="00828E"/>
    </a:accent5>
    <a:accent6>
      <a:srgbClr val="BD4C00"/>
    </a:accent6>
    <a:hlink>
      <a:srgbClr val="1BB6F2"/>
    </a:hlink>
    <a:folHlink>
      <a:srgbClr val="0257AA"/>
    </a:folHlink>
  </a:clrScheme>
  <a:fontScheme name="Capgemini 2021">
    <a:majorFont>
      <a:latin typeface="Ubuntu Medium"/>
      <a:ea typeface=""/>
      <a:cs typeface=""/>
    </a:majorFont>
    <a:minorFont>
      <a:latin typeface="Ubuntu"/>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Capgemini 2026">
    <a:dk1>
      <a:srgbClr val="000000"/>
    </a:dk1>
    <a:lt1>
      <a:srgbClr val="FFFFFF"/>
    </a:lt1>
    <a:dk2>
      <a:srgbClr val="121A38"/>
    </a:dk2>
    <a:lt2>
      <a:srgbClr val="FFFFFF"/>
    </a:lt2>
    <a:accent1>
      <a:srgbClr val="121A38"/>
    </a:accent1>
    <a:accent2>
      <a:srgbClr val="0058AB"/>
    </a:accent2>
    <a:accent3>
      <a:srgbClr val="1DB7F3"/>
    </a:accent3>
    <a:accent4>
      <a:srgbClr val="00D5D0"/>
    </a:accent4>
    <a:accent5>
      <a:srgbClr val="00828E"/>
    </a:accent5>
    <a:accent6>
      <a:srgbClr val="BD4C00"/>
    </a:accent6>
    <a:hlink>
      <a:srgbClr val="1BB6F2"/>
    </a:hlink>
    <a:folHlink>
      <a:srgbClr val="0257AA"/>
    </a:folHlink>
  </a:clrScheme>
  <a:fontScheme name="Capgemini 2021">
    <a:majorFont>
      <a:latin typeface="Ubuntu Medium"/>
      <a:ea typeface=""/>
      <a:cs typeface=""/>
    </a:majorFont>
    <a:minorFont>
      <a:latin typeface="Ubuntu"/>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Entity xmlns="f1122fed-4606-4ec8-90ef-13536176a38c">Capgemini Group</Entity>
    <Classification xmlns="f1122fed-4606-4ec8-90ef-13536176a38c">Company Confidential (Sec 1)</Classification>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E3DB8F1B61B4E349B1D07C13E9DB8DAC" ma:contentTypeVersion="11" ma:contentTypeDescription="Create a new document." ma:contentTypeScope="" ma:versionID="34cdcb86dfdfda93d70ac44bededc47c">
  <xsd:schema xmlns:xsd="http://www.w3.org/2001/XMLSchema" xmlns:xs="http://www.w3.org/2001/XMLSchema" xmlns:p="http://schemas.microsoft.com/office/2006/metadata/properties" xmlns:ns2="f1122fed-4606-4ec8-90ef-13536176a38c" xmlns:ns3="83fd27e2-85d6-4e10-9bbd-a3e555ecf21b" targetNamespace="http://schemas.microsoft.com/office/2006/metadata/properties" ma:root="true" ma:fieldsID="badf19aba4885ab8b401e769447efe52" ns2:_="" ns3:_="">
    <xsd:import namespace="f1122fed-4606-4ec8-90ef-13536176a38c"/>
    <xsd:import namespace="83fd27e2-85d6-4e10-9bbd-a3e555ecf21b"/>
    <xsd:element name="properties">
      <xsd:complexType>
        <xsd:sequence>
          <xsd:element name="documentManagement">
            <xsd:complexType>
              <xsd:all>
                <xsd:element ref="ns2:Entity"/>
                <xsd:element ref="ns2:MediaServiceMetadata" minOccurs="0"/>
                <xsd:element ref="ns2:MediaServiceFastMetadata" minOccurs="0"/>
                <xsd:element ref="ns3:SharedWithUsers" minOccurs="0"/>
                <xsd:element ref="ns3:SharedWithDetails" minOccurs="0"/>
                <xsd:element ref="ns2:Classification"/>
                <xsd:element ref="ns2:MediaServiceAutoTags" minOccurs="0"/>
                <xsd:element ref="ns2:MediaServiceGenerationTime" minOccurs="0"/>
                <xsd:element ref="ns2:MediaServiceEventHashCode" minOccurs="0"/>
                <xsd:element ref="ns2:MediaServiceObjectDetectorVersions"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f1122fed-4606-4ec8-90ef-13536176a38c" elementFormDefault="qualified">
    <xsd:import namespace="http://schemas.microsoft.com/office/2006/documentManagement/types"/>
    <xsd:import namespace="http://schemas.microsoft.com/office/infopath/2007/PartnerControls"/>
    <xsd:element name="Entity" ma:index="8" ma:displayName="Entity" ma:format="RadioButtons" ma:internalName="Entity">
      <xsd:simpleType>
        <xsd:restriction base="dms:Choice">
          <xsd:enumeration value="Capgemini Group"/>
          <xsd:enumeration value="Capgemini Invent"/>
          <xsd:enumeration value="Group IT"/>
          <xsd:enumeration value="Sogeti"/>
          <xsd:enumeration value="Capgemini Engineering"/>
          <xsd:enumeration value="Group Cybersecurity"/>
        </xsd:restriction>
      </xsd:simpleType>
    </xsd:element>
    <xsd:element name="MediaServiceMetadata" ma:index="9" nillable="true" ma:displayName="MediaServiceMetadata" ma:hidden="true" ma:internalName="MediaServiceMetadata" ma:readOnly="true">
      <xsd:simpleType>
        <xsd:restriction base="dms:Note"/>
      </xsd:simpleType>
    </xsd:element>
    <xsd:element name="MediaServiceFastMetadata" ma:index="10" nillable="true" ma:displayName="MediaServiceFastMetadata" ma:hidden="true" ma:internalName="MediaServiceFastMetadata" ma:readOnly="true">
      <xsd:simpleType>
        <xsd:restriction base="dms:Note"/>
      </xsd:simpleType>
    </xsd:element>
    <xsd:element name="Classification" ma:index="13" ma:displayName="Classification" ma:description="Data Classification" ma:format="RadioButtons" ma:internalName="Classification">
      <xsd:simpleType>
        <xsd:restriction base="dms:Choice">
          <xsd:enumeration value="Company Public (Sec 0)"/>
          <xsd:enumeration value="Company Confidential (Sec 1)"/>
          <xsd:enumeration value="Company Restricted (Sec 2)"/>
          <xsd:enumeration value="Company Sensitive (Sec 3)"/>
        </xsd:restriction>
      </xsd:simpleType>
    </xsd:element>
    <xsd:element name="MediaServiceAutoTags" ma:index="14" nillable="true" ma:displayName="Tags" ma:internalName="MediaServiceAutoTags" ma:readOnly="true">
      <xsd:simpleType>
        <xsd:restriction base="dms:Text"/>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MediaServiceObjectDetectorVersions" ma:index="17" nillable="true" ma:displayName="MediaServiceObjectDetectorVersions" ma:hidden="true" ma:indexed="true" ma:internalName="MediaServiceObjectDetectorVersions" ma:readOnly="true">
      <xsd:simpleType>
        <xsd:restriction base="dms:Text"/>
      </xsd:simpleType>
    </xsd:element>
    <xsd:element name="MediaServiceSearchProperties" ma:index="18"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83fd27e2-85d6-4e10-9bbd-a3e555ecf21b" elementFormDefault="qualified">
    <xsd:import namespace="http://schemas.microsoft.com/office/2006/documentManagement/types"/>
    <xsd:import namespace="http://schemas.microsoft.com/office/infopath/2007/PartnerControls"/>
    <xsd:element name="SharedWithUsers" ma:index="11"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2"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B0A0046D-0765-4685-8521-7D1E34B9A377}">
  <ds:schemaRefs>
    <ds:schemaRef ds:uri="http://purl.org/dc/dcmitype/"/>
    <ds:schemaRef ds:uri="http://purl.org/dc/elements/1.1/"/>
    <ds:schemaRef ds:uri="http://schemas.microsoft.com/office/2006/metadata/properties"/>
    <ds:schemaRef ds:uri="http://schemas.microsoft.com/office/2006/documentManagement/types"/>
    <ds:schemaRef ds:uri="f1122fed-4606-4ec8-90ef-13536176a38c"/>
    <ds:schemaRef ds:uri="http://purl.org/dc/terms/"/>
    <ds:schemaRef ds:uri="http://www.w3.org/XML/1998/namespace"/>
    <ds:schemaRef ds:uri="83fd27e2-85d6-4e10-9bbd-a3e555ecf21b"/>
    <ds:schemaRef ds:uri="http://schemas.microsoft.com/office/infopath/2007/PartnerControls"/>
    <ds:schemaRef ds:uri="http://schemas.openxmlformats.org/package/2006/metadata/core-properties"/>
  </ds:schemaRefs>
</ds:datastoreItem>
</file>

<file path=customXml/itemProps2.xml><?xml version="1.0" encoding="utf-8"?>
<ds:datastoreItem xmlns:ds="http://schemas.openxmlformats.org/officeDocument/2006/customXml" ds:itemID="{47CF04F0-456A-483D-A7D2-D6142AA5B354}">
  <ds:schemaRefs>
    <ds:schemaRef ds:uri="http://schemas.microsoft.com/sharepoint/v3/contenttype/forms"/>
  </ds:schemaRefs>
</ds:datastoreItem>
</file>

<file path=customXml/itemProps3.xml><?xml version="1.0" encoding="utf-8"?>
<ds:datastoreItem xmlns:ds="http://schemas.openxmlformats.org/officeDocument/2006/customXml" ds:itemID="{E928E0C9-43F9-4AF9-B962-888EB6B0D83F}">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f1122fed-4606-4ec8-90ef-13536176a38c"/>
    <ds:schemaRef ds:uri="83fd27e2-85d6-4e10-9bbd-a3e555ecf21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bb5d96ea-ab39-44a0-a6d6-b6f0aac5958b}" enabled="1" method="Privileged" siteId="{76a2ae5a-9f00-4f6b-95ed-5d33d77c4d61}" removed="0"/>
</clbl:labelList>
</file>

<file path=docProps/app.xml><?xml version="1.0" encoding="utf-8"?>
<Properties xmlns="http://schemas.openxmlformats.org/officeDocument/2006/extended-properties" xmlns:vt="http://schemas.openxmlformats.org/officeDocument/2006/docPropsVTypes">
  <Template>Capgemini-master_Powerpoint-template-10_2025</Template>
  <TotalTime>12140</TotalTime>
  <Words>11508</Words>
  <Application>Microsoft Office PowerPoint</Application>
  <PresentationFormat>Widescreen</PresentationFormat>
  <Paragraphs>1803</Paragraphs>
  <Slides>95</Slides>
  <Notes>29</Notes>
  <HiddenSlides>3</HiddenSlides>
  <MMClips>0</MMClips>
  <ScaleCrop>false</ScaleCrop>
  <HeadingPairs>
    <vt:vector size="6" baseType="variant">
      <vt:variant>
        <vt:lpstr>Fonts Used</vt:lpstr>
      </vt:variant>
      <vt:variant>
        <vt:i4>10</vt:i4>
      </vt:variant>
      <vt:variant>
        <vt:lpstr>Theme</vt:lpstr>
      </vt:variant>
      <vt:variant>
        <vt:i4>3</vt:i4>
      </vt:variant>
      <vt:variant>
        <vt:lpstr>Slide Titles</vt:lpstr>
      </vt:variant>
      <vt:variant>
        <vt:i4>95</vt:i4>
      </vt:variant>
    </vt:vector>
  </HeadingPairs>
  <TitlesOfParts>
    <vt:vector size="108" baseType="lpstr">
      <vt:lpstr>Aptos</vt:lpstr>
      <vt:lpstr>Arial</vt:lpstr>
      <vt:lpstr>Calibri Light</vt:lpstr>
      <vt:lpstr>Roboto Light</vt:lpstr>
      <vt:lpstr>System Font Regular</vt:lpstr>
      <vt:lpstr>Ubuntu</vt:lpstr>
      <vt:lpstr>Ubuntu Light</vt:lpstr>
      <vt:lpstr>Ubuntu Medium</vt:lpstr>
      <vt:lpstr>Verdana</vt:lpstr>
      <vt:lpstr>Wingdings</vt:lpstr>
      <vt:lpstr>Capgemini_Bright_2025</vt:lpstr>
      <vt:lpstr>Capgemini_Blue_2025</vt:lpstr>
      <vt:lpstr>Capgemini_Dark_2025</vt:lpstr>
      <vt:lpstr>Title of presentation to be adapted  </vt:lpstr>
      <vt:lpstr>Tips Read me and delete me </vt:lpstr>
      <vt:lpstr>How to update the footer Read me and delete me </vt:lpstr>
      <vt:lpstr>Use the Slide Layouts Read me and delete me </vt:lpstr>
      <vt:lpstr>Title of this presentation to be adapted</vt:lpstr>
      <vt:lpstr>Title of presentation is to be adapted</vt:lpstr>
      <vt:lpstr>Make it real.</vt:lpstr>
      <vt:lpstr>Agenda </vt:lpstr>
      <vt:lpstr>Section title with up to three lines of text in Ubuntu (Body) – Theme</vt:lpstr>
      <vt:lpstr>Ubuntu Medium 32pt; Slide title  Lorem ipsum dolor sit amet</vt:lpstr>
      <vt:lpstr>Ubuntu Medium 32pt; Slide title  Lorem ipsum dolor sit amete </vt:lpstr>
      <vt:lpstr>PowerPoint Presentation</vt:lpstr>
      <vt:lpstr>Data visualization example </vt:lpstr>
      <vt:lpstr>Data visualization examples 1 </vt:lpstr>
      <vt:lpstr>Timeline 1 </vt:lpstr>
      <vt:lpstr>15.07.2026 Event type Additional  milestone</vt:lpstr>
      <vt:lpstr>Make</vt:lpstr>
      <vt:lpstr>Back cover</vt:lpstr>
      <vt:lpstr>Title of     presentation to be adapted</vt:lpstr>
      <vt:lpstr>Make it real.</vt:lpstr>
      <vt:lpstr>Back cover Blue</vt:lpstr>
      <vt:lpstr>Title of     presentation is to be adapted</vt:lpstr>
      <vt:lpstr>Connect with us</vt:lpstr>
      <vt:lpstr>Lorem ipsum dolor sit amet</vt:lpstr>
      <vt:lpstr>For all content slides you have layouts with and without Chapterbox in the top left</vt:lpstr>
      <vt:lpstr>Lorem ipsum dolor sit amete</vt:lpstr>
      <vt:lpstr>Lorem ipsum dolor sit</vt:lpstr>
      <vt:lpstr>Business Need for Sentiment Analysis </vt:lpstr>
      <vt:lpstr>Pie charts 1 </vt:lpstr>
      <vt:lpstr>Concentric pie charts 1 </vt:lpstr>
      <vt:lpstr>Timeline 2 </vt:lpstr>
      <vt:lpstr>Categories 1 </vt:lpstr>
      <vt:lpstr>Table 1 </vt:lpstr>
      <vt:lpstr>Project timeline 1 </vt:lpstr>
      <vt:lpstr>Ubuntu Medium 32pt; Hierarchy/relationships</vt:lpstr>
      <vt:lpstr>Chart design example Stacked bars 1</vt:lpstr>
      <vt:lpstr>Title placeholder</vt:lpstr>
      <vt:lpstr>Profile </vt:lpstr>
      <vt:lpstr>Agenda (Version with table)</vt:lpstr>
      <vt:lpstr>Agenda (Version with table) </vt:lpstr>
      <vt:lpstr>Agenda EE 1 </vt:lpstr>
      <vt:lpstr>Agenda EE 2 </vt:lpstr>
      <vt:lpstr>Ubuntu Medium 32pt; Slide title  Lorem ipsum dolor sit amets</vt:lpstr>
      <vt:lpstr>Lorem ipsum dolor site</vt:lpstr>
      <vt:lpstr>Lorem ipsum dolor sit amets</vt:lpstr>
      <vt:lpstr>Placeholder for section break</vt:lpstr>
      <vt:lpstr>Quote of up to three lines of text in Ubuntu Regular</vt:lpstr>
      <vt:lpstr>Section title with up to five lines of text in Ubuntu Regular with Bold accents to highlight specific content. </vt:lpstr>
      <vt:lpstr>Data visualization 1 </vt:lpstr>
      <vt:lpstr>Bar charts 2 </vt:lpstr>
      <vt:lpstr>Pie charts 2 </vt:lpstr>
      <vt:lpstr>Pie charts 3 </vt:lpstr>
      <vt:lpstr>Concentric pie charts 2 </vt:lpstr>
      <vt:lpstr>Data visualization 2 </vt:lpstr>
      <vt:lpstr>Chart design example  Timeline</vt:lpstr>
      <vt:lpstr>Timeline 3 </vt:lpstr>
      <vt:lpstr>Categories 2 </vt:lpstr>
      <vt:lpstr>Categories 3 </vt:lpstr>
      <vt:lpstr>Process overview or  simple timeline 1</vt:lpstr>
      <vt:lpstr>Process overview or  simple timeline 2</vt:lpstr>
      <vt:lpstr>Process overview  or timeline</vt:lpstr>
      <vt:lpstr>Project timeline table 1 </vt:lpstr>
      <vt:lpstr>Hierarchy/relationship </vt:lpstr>
      <vt:lpstr>Chart design example  Hierarchy</vt:lpstr>
      <vt:lpstr>Hierarchy or org-chart </vt:lpstr>
      <vt:lpstr>Simple message house </vt:lpstr>
      <vt:lpstr>Simple linear message house </vt:lpstr>
      <vt:lpstr>Chart design example Stacked bars chart 1</vt:lpstr>
      <vt:lpstr>Chart design example Categories comparison</vt:lpstr>
      <vt:lpstr>Chart design example Categories comparison 1</vt:lpstr>
      <vt:lpstr>Chart design example  Process mapping</vt:lpstr>
      <vt:lpstr>Nested data visualization </vt:lpstr>
      <vt:lpstr>Chart design example Agile loop 1</vt:lpstr>
      <vt:lpstr>Chart design example Agile loop 2</vt:lpstr>
      <vt:lpstr>Chart design example Agile loop 3</vt:lpstr>
      <vt:lpstr>Chart design example Agile loop 4</vt:lpstr>
      <vt:lpstr>Common areas 1 </vt:lpstr>
      <vt:lpstr>Common areas 2 </vt:lpstr>
      <vt:lpstr>Process map </vt:lpstr>
      <vt:lpstr>The funnel </vt:lpstr>
      <vt:lpstr>Chart design example  Process loop</vt:lpstr>
      <vt:lpstr>Chart design example Connections</vt:lpstr>
      <vt:lpstr>Chart design example Looped process</vt:lpstr>
      <vt:lpstr>Timeline start 3 </vt:lpstr>
      <vt:lpstr>05.07.2019 Category of the event Just one more milestone</vt:lpstr>
      <vt:lpstr>Year-by-year comparison </vt:lpstr>
      <vt:lpstr>Agenda and speakers  with photo</vt:lpstr>
      <vt:lpstr>Profiles </vt:lpstr>
      <vt:lpstr>Name Surname</vt:lpstr>
      <vt:lpstr> Thank      you. </vt:lpstr>
      <vt:lpstr>Thank you.</vt:lpstr>
      <vt:lpstr>Example icons 1 </vt:lpstr>
      <vt:lpstr>Example icons 2 </vt:lpstr>
      <vt:lpstr>Key brand elements </vt:lpstr>
      <vt:lpstr>World Map </vt:lpstr>
    </vt:vector>
  </TitlesOfParts>
  <Manager/>
  <Company>Capgemini</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Sharma, Rhea</dc:creator>
  <cp:keywords/>
  <dc:description/>
  <cp:lastModifiedBy>Rishith, Mamdabad</cp:lastModifiedBy>
  <cp:revision>6</cp:revision>
  <dcterms:created xsi:type="dcterms:W3CDTF">2026-04-17T08:36:22Z</dcterms:created>
  <dcterms:modified xsi:type="dcterms:W3CDTF">2026-05-15T10:33:23Z</dcterms:modified>
  <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0x010100E3DB8F1B61B4E349B1D07C13E9DB8DAC</vt:lpwstr>
  </property>
</Properties>
</file>